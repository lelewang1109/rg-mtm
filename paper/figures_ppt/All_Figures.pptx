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main_figures/Fig1/docProps/app.xml" ContentType="application/vnd.openxmlformats-officedocument.extended-properties+xml"/>
  <Override PartName="/ppt/main_figures/Fig1/ppt/presentation.xml" ContentType="application/vnd.openxmlformats-officedocument.presentationml.presentation.main+xml"/>
  <Override PartName="/ppt/main_figures/Fig1/ppt/theme/theme1.xml" ContentType="application/vnd.openxmlformats-officedocument.theme+xml"/>
  <Override PartName="/ppt/main_figures/Fig1/ppt/slideMasters/slideMaster1.xml" ContentType="application/vnd.openxmlformats-officedocument.presentationml.slideMaster+xml"/>
  <Override PartName="/ppt/main_figures/Fig1/ppt/slideMasters/theme/theme2.xml" ContentType="application/vnd.openxmlformats-officedocument.theme+xml"/>
  <Override PartName="/ppt/main_figures/Fig1/ppt/slideLayouts/slideLayout1.xml" ContentType="application/vnd.openxmlformats-officedocument.presentationml.slideLayout+xml"/>
  <Override PartName="/ppt/main_figures/Fig1/ppt/slideLayouts/slideLayout2.xml" ContentType="application/vnd.openxmlformats-officedocument.presentationml.slideLayout+xml"/>
  <Override PartName="/ppt/main_figures/Fig1/ppt/slideLayouts/slideLayout3.xml" ContentType="application/vnd.openxmlformats-officedocument.presentationml.slideLayout+xml"/>
  <Override PartName="/ppt/main_figures/Fig1/ppt/slideLayouts/slideLayout4.xml" ContentType="application/vnd.openxmlformats-officedocument.presentationml.slideLayout+xml"/>
  <Override PartName="/ppt/main_figures/Fig1/ppt/slideLayouts/slideLayout5.xml" ContentType="application/vnd.openxmlformats-officedocument.presentationml.slideLayout+xml"/>
  <Override PartName="/ppt/main_figures/Fig1/ppt/slideLayouts/slideLayout6.xml" ContentType="application/vnd.openxmlformats-officedocument.presentationml.slideLayout+xml"/>
  <Override PartName="/ppt/main_figures/Fig1/ppt/notesMasters/notesMaster1.xml" ContentType="application/vnd.openxmlformats-officedocument.presentationml.notesMaster+xml"/>
  <Override PartName="/ppt/main_figures/Fig1/ppt/notesMasters/theme/theme3.xml" ContentType="application/vnd.openxmlformats-officedocument.theme+xml"/>
  <Override PartName="/ppt/main_figures/Fig1/ppt/presProps.xml" ContentType="application/vnd.openxmlformats-officedocument.presentationml.presProps+xml"/>
  <Override PartName="/ppt/main_figures/Fig1/ppt/tableStyles.xml" ContentType="application/vnd.openxmlformats-officedocument.presentationml.tableStyles+xml"/>
  <Override PartName="/ppt/main_figures/Fig1/ppt/slides/slide1.xml" ContentType="application/vnd.openxmlformats-officedocument.presentationml.slide+xml"/>
  <Override PartName="/ppt/main_figures/Fig1/ppt/notesSlides/notesSlide1.xml" ContentType="application/vnd.openxmlformats-officedocument.presentationml.notesSlide+xml"/>
  <Override PartName="/ppt/main_figures/Fig2/docProps/app.xml" ContentType="application/vnd.openxmlformats-officedocument.extended-properties+xml"/>
  <Override PartName="/ppt/main_figures/Fig2/docProps/core.xml" ContentType="application/vnd.openxmlformats-package.core-properties+xml"/>
  <Override PartName="/ppt/main_figures/Fig2/docProps/custom.xml" ContentType="application/vnd.openxmlformats-officedocument.custom-properties+xml"/>
  <Override PartName="/ppt/main_figures/Fig2/ppt/notesMasters/notesMaster1.xml" ContentType="application/vnd.openxmlformats-officedocument.presentationml.notesMaster+xml"/>
  <Override PartName="/ppt/main_figures/Fig2/ppt/notesSlides/notesSlide1.xml" ContentType="application/vnd.openxmlformats-officedocument.presentationml.notesSlide+xml"/>
  <Override PartName="/ppt/main_figures/Fig2/ppt/presProps.xml" ContentType="application/vnd.openxmlformats-officedocument.presentationml.presProps+xml"/>
  <Override PartName="/ppt/main_figures/Fig2/ppt/presentation.xml" ContentType="application/vnd.openxmlformats-officedocument.presentationml.presentation.main+xml"/>
  <Override PartName="/ppt/main_figures/Fig2/ppt/slideLayouts/slideLayout1.xml" ContentType="application/vnd.openxmlformats-officedocument.presentationml.slideLayout+xml"/>
  <Override PartName="/ppt/main_figures/Fig2/ppt/slideMasters/slideMaster1.xml" ContentType="application/vnd.openxmlformats-officedocument.presentationml.slideMaster+xml"/>
  <Override PartName="/ppt/main_figures/Fig2/ppt/slides/slide1.xml" ContentType="application/vnd.openxmlformats-officedocument.presentationml.slide+xml"/>
  <Override PartName="/ppt/main_figures/Fig2/ppt/tableStyles.xml" ContentType="application/vnd.openxmlformats-officedocument.presentationml.tableStyles+xml"/>
  <Override PartName="/ppt/main_figures/Fig2/ppt/theme/theme1.xml" ContentType="application/vnd.openxmlformats-officedocument.theme+xml"/>
  <Override PartName="/ppt/main_figures/Fig2/ppt/theme/theme2.xml" ContentType="application/vnd.openxmlformats-officedocument.theme+xml"/>
  <Override PartName="/ppt/main_figures/Fig2/ppt/viewProps.xml" ContentType="application/vnd.openxmlformats-officedocument.presentationml.viewProps+xml"/>
  <Override PartName="/ppt/slides/slide2.xml" ContentType="application/vnd.openxmlformats-officedocument.presentationml.slide+xml"/>
  <Override PartName="/ppt/main_figures/Fig3/docProps/app.xml" ContentType="application/vnd.openxmlformats-officedocument.extended-properties+xml"/>
  <Override PartName="/ppt/main_figures/Fig3/ppt/presentation.xml" ContentType="application/vnd.openxmlformats-officedocument.presentationml.presentation.main+xml"/>
  <Override PartName="/ppt/main_figures/Fig3/ppt/theme/theme1.xml" ContentType="application/vnd.openxmlformats-officedocument.theme+xml"/>
  <Override PartName="/ppt/main_figures/Fig3/ppt/slideMasters/slideMaster1.xml" ContentType="application/vnd.openxmlformats-officedocument.presentationml.slideMaster+xml"/>
  <Override PartName="/ppt/main_figures/Fig3/ppt/slideMasters/theme/theme2.xml" ContentType="application/vnd.openxmlformats-officedocument.theme+xml"/>
  <Override PartName="/ppt/main_figures/Fig3/ppt/slideLayouts/slideLayout1.xml" ContentType="application/vnd.openxmlformats-officedocument.presentationml.slideLayout+xml"/>
  <Override PartName="/ppt/main_figures/Fig3/ppt/slideLayouts/slideLayout2.xml" ContentType="application/vnd.openxmlformats-officedocument.presentationml.slideLayout+xml"/>
  <Override PartName="/ppt/main_figures/Fig3/ppt/slideLayouts/slideLayout3.xml" ContentType="application/vnd.openxmlformats-officedocument.presentationml.slideLayout+xml"/>
  <Override PartName="/ppt/main_figures/Fig3/ppt/slideLayouts/slideLayout4.xml" ContentType="application/vnd.openxmlformats-officedocument.presentationml.slideLayout+xml"/>
  <Override PartName="/ppt/main_figures/Fig3/ppt/slideLayouts/slideLayout5.xml" ContentType="application/vnd.openxmlformats-officedocument.presentationml.slideLayout+xml"/>
  <Override PartName="/ppt/main_figures/Fig3/ppt/slideLayouts/slideLayout6.xml" ContentType="application/vnd.openxmlformats-officedocument.presentationml.slideLayout+xml"/>
  <Override PartName="/ppt/main_figures/Fig3/ppt/notesMasters/notesMaster1.xml" ContentType="application/vnd.openxmlformats-officedocument.presentationml.notesMaster+xml"/>
  <Override PartName="/ppt/main_figures/Fig3/ppt/notesMasters/theme/theme3.xml" ContentType="application/vnd.openxmlformats-officedocument.theme+xml"/>
  <Override PartName="/ppt/main_figures/Fig3/ppt/presProps.xml" ContentType="application/vnd.openxmlformats-officedocument.presentationml.presProps+xml"/>
  <Override PartName="/ppt/main_figures/Fig3/ppt/tableStyles.xml" ContentType="application/vnd.openxmlformats-officedocument.presentationml.tableStyles+xml"/>
  <Override PartName="/ppt/main_figures/Fig3/ppt/slides/slide1.xml" ContentType="application/vnd.openxmlformats-officedocument.presentationml.slide+xml"/>
  <Override PartName="/ppt/main_figures/Fig3/ppt/notesSlides/notesSlide1.xml" ContentType="application/vnd.openxmlformats-officedocument.presentationml.notesSlide+xml"/>
  <Override PartName="/ppt/slides/slide3.xml" ContentType="application/vnd.openxmlformats-officedocument.presentationml.slide+xml"/>
  <Override PartName="/ppt/main_figures/Fig4/docProps/app.xml" ContentType="application/vnd.openxmlformats-officedocument.extended-properties+xml"/>
  <Override PartName="/ppt/main_figures/Fig4/ppt/presentation.xml" ContentType="application/vnd.openxmlformats-officedocument.presentationml.presentation.main+xml"/>
  <Override PartName="/ppt/main_figures/Fig4/ppt/theme/theme1.xml" ContentType="application/vnd.openxmlformats-officedocument.theme+xml"/>
  <Override PartName="/ppt/main_figures/Fig4/ppt/slideMasters/slideMaster1.xml" ContentType="application/vnd.openxmlformats-officedocument.presentationml.slideMaster+xml"/>
  <Override PartName="/ppt/main_figures/Fig4/ppt/slideMasters/theme/theme2.xml" ContentType="application/vnd.openxmlformats-officedocument.theme+xml"/>
  <Override PartName="/ppt/main_figures/Fig4/ppt/slideLayouts/slideLayout1.xml" ContentType="application/vnd.openxmlformats-officedocument.presentationml.slideLayout+xml"/>
  <Override PartName="/ppt/main_figures/Fig4/ppt/slideLayouts/slideLayout2.xml" ContentType="application/vnd.openxmlformats-officedocument.presentationml.slideLayout+xml"/>
  <Override PartName="/ppt/main_figures/Fig4/ppt/slideLayouts/slideLayout3.xml" ContentType="application/vnd.openxmlformats-officedocument.presentationml.slideLayout+xml"/>
  <Override PartName="/ppt/main_figures/Fig4/ppt/slideLayouts/slideLayout4.xml" ContentType="application/vnd.openxmlformats-officedocument.presentationml.slideLayout+xml"/>
  <Override PartName="/ppt/main_figures/Fig4/ppt/slideLayouts/slideLayout5.xml" ContentType="application/vnd.openxmlformats-officedocument.presentationml.slideLayout+xml"/>
  <Override PartName="/ppt/main_figures/Fig4/ppt/slideLayouts/slideLayout6.xml" ContentType="application/vnd.openxmlformats-officedocument.presentationml.slideLayout+xml"/>
  <Override PartName="/ppt/main_figures/Fig4/ppt/notesMasters/notesMaster1.xml" ContentType="application/vnd.openxmlformats-officedocument.presentationml.notesMaster+xml"/>
  <Override PartName="/ppt/main_figures/Fig4/ppt/notesMasters/theme/theme3.xml" ContentType="application/vnd.openxmlformats-officedocument.theme+xml"/>
  <Override PartName="/ppt/main_figures/Fig4/ppt/presProps.xml" ContentType="application/vnd.openxmlformats-officedocument.presentationml.presProps+xml"/>
  <Override PartName="/ppt/main_figures/Fig4/ppt/tableStyles.xml" ContentType="application/vnd.openxmlformats-officedocument.presentationml.tableStyles+xml"/>
  <Override PartName="/ppt/main_figures/Fig4/ppt/slides/slide1.xml" ContentType="application/vnd.openxmlformats-officedocument.presentationml.slide+xml"/>
  <Override PartName="/ppt/main_figures/Fig4/ppt/notesSlides/notesSlide1.xml" ContentType="application/vnd.openxmlformats-officedocument.presentationml.notesSlide+xml"/>
  <Override PartName="/ppt/slides/slide4.xml" ContentType="application/vnd.openxmlformats-officedocument.presentationml.slide+xml"/>
  <Override PartName="/ppt/main_figures/Fig5/docProps/app.xml" ContentType="application/vnd.openxmlformats-officedocument.extended-properties+xml"/>
  <Override PartName="/ppt/main_figures/Fig5/ppt/presentation.xml" ContentType="application/vnd.openxmlformats-officedocument.presentationml.presentation.main+xml"/>
  <Override PartName="/ppt/main_figures/Fig5/ppt/theme/theme1.xml" ContentType="application/vnd.openxmlformats-officedocument.theme+xml"/>
  <Override PartName="/ppt/main_figures/Fig5/ppt/slideMasters/slideMaster1.xml" ContentType="application/vnd.openxmlformats-officedocument.presentationml.slideMaster+xml"/>
  <Override PartName="/ppt/main_figures/Fig5/ppt/slideMasters/theme/theme2.xml" ContentType="application/vnd.openxmlformats-officedocument.theme+xml"/>
  <Override PartName="/ppt/main_figures/Fig5/ppt/slideLayouts/slideLayout1.xml" ContentType="application/vnd.openxmlformats-officedocument.presentationml.slideLayout+xml"/>
  <Override PartName="/ppt/main_figures/Fig5/ppt/slideLayouts/slideLayout2.xml" ContentType="application/vnd.openxmlformats-officedocument.presentationml.slideLayout+xml"/>
  <Override PartName="/ppt/main_figures/Fig5/ppt/slideLayouts/slideLayout3.xml" ContentType="application/vnd.openxmlformats-officedocument.presentationml.slideLayout+xml"/>
  <Override PartName="/ppt/main_figures/Fig5/ppt/slideLayouts/slideLayout4.xml" ContentType="application/vnd.openxmlformats-officedocument.presentationml.slideLayout+xml"/>
  <Override PartName="/ppt/main_figures/Fig5/ppt/slideLayouts/slideLayout5.xml" ContentType="application/vnd.openxmlformats-officedocument.presentationml.slideLayout+xml"/>
  <Override PartName="/ppt/main_figures/Fig5/ppt/slideLayouts/slideLayout6.xml" ContentType="application/vnd.openxmlformats-officedocument.presentationml.slideLayout+xml"/>
  <Override PartName="/ppt/main_figures/Fig5/ppt/notesMasters/notesMaster1.xml" ContentType="application/vnd.openxmlformats-officedocument.presentationml.notesMaster+xml"/>
  <Override PartName="/ppt/main_figures/Fig5/ppt/notesMasters/theme/theme3.xml" ContentType="application/vnd.openxmlformats-officedocument.theme+xml"/>
  <Override PartName="/ppt/main_figures/Fig5/ppt/presProps.xml" ContentType="application/vnd.openxmlformats-officedocument.presentationml.presProps+xml"/>
  <Override PartName="/ppt/main_figures/Fig5/ppt/tableStyles.xml" ContentType="application/vnd.openxmlformats-officedocument.presentationml.tableStyles+xml"/>
  <Override PartName="/ppt/main_figures/Fig5/ppt/slides/slide1.xml" ContentType="application/vnd.openxmlformats-officedocument.presentationml.slide+xml"/>
  <Override PartName="/ppt/main_figures/Fig5/ppt/slides/charts/chart1.xml" ContentType="application/vnd.openxmlformats-officedocument.drawingml.chart+xml"/>
  <Override PartName="/ppt/main_figures/Fig5/ppt/slides/charts/chart2.xml" ContentType="application/vnd.openxmlformats-officedocument.drawingml.chart+xml"/>
  <Override PartName="/ppt/main_figures/Fig5/ppt/slides/charts/chart3.xml" ContentType="application/vnd.openxmlformats-officedocument.drawingml.chart+xml"/>
  <Override PartName="/ppt/main_figures/Fig5/ppt/slides/charts/chart4.xml" ContentType="application/vnd.openxmlformats-officedocument.drawingml.chart+xml"/>
  <Override PartName="/ppt/main_figures/Fig5/ppt/slides/charts/chart5.xml" ContentType="application/vnd.openxmlformats-officedocument.drawingml.chart+xml"/>
  <Override PartName="/ppt/main_figures/Fig5/ppt/notesSlides/notesSlide1.xml" ContentType="application/vnd.openxmlformats-officedocument.presentationml.notesSlide+xml"/>
  <Override PartName="/ppt/slides/slide5.xml" ContentType="application/vnd.openxmlformats-officedocument.presentationml.slide+xml"/>
  <Override PartName="/ppt/main_figures/Fig6/docProps/app.xml" ContentType="application/vnd.openxmlformats-officedocument.extended-properties+xml"/>
  <Override PartName="/ppt/main_figures/Fig6/ppt/presentation.xml" ContentType="application/vnd.openxmlformats-officedocument.presentationml.presentation.main+xml"/>
  <Override PartName="/ppt/main_figures/Fig6/ppt/theme/theme1.xml" ContentType="application/vnd.openxmlformats-officedocument.theme+xml"/>
  <Override PartName="/ppt/main_figures/Fig6/ppt/slideMasters/slideMaster1.xml" ContentType="application/vnd.openxmlformats-officedocument.presentationml.slideMaster+xml"/>
  <Override PartName="/ppt/main_figures/Fig6/ppt/slideMasters/theme/theme2.xml" ContentType="application/vnd.openxmlformats-officedocument.theme+xml"/>
  <Override PartName="/ppt/main_figures/Fig6/ppt/slideLayouts/slideLayout1.xml" ContentType="application/vnd.openxmlformats-officedocument.presentationml.slideLayout+xml"/>
  <Override PartName="/ppt/main_figures/Fig6/ppt/slideLayouts/slideLayout2.xml" ContentType="application/vnd.openxmlformats-officedocument.presentationml.slideLayout+xml"/>
  <Override PartName="/ppt/main_figures/Fig6/ppt/slideLayouts/slideLayout3.xml" ContentType="application/vnd.openxmlformats-officedocument.presentationml.slideLayout+xml"/>
  <Override PartName="/ppt/main_figures/Fig6/ppt/slideLayouts/slideLayout4.xml" ContentType="application/vnd.openxmlformats-officedocument.presentationml.slideLayout+xml"/>
  <Override PartName="/ppt/main_figures/Fig6/ppt/slideLayouts/slideLayout5.xml" ContentType="application/vnd.openxmlformats-officedocument.presentationml.slideLayout+xml"/>
  <Override PartName="/ppt/main_figures/Fig6/ppt/slideLayouts/slideLayout6.xml" ContentType="application/vnd.openxmlformats-officedocument.presentationml.slideLayout+xml"/>
  <Override PartName="/ppt/main_figures/Fig6/ppt/notesMasters/notesMaster1.xml" ContentType="application/vnd.openxmlformats-officedocument.presentationml.notesMaster+xml"/>
  <Override PartName="/ppt/main_figures/Fig6/ppt/notesMasters/theme/theme3.xml" ContentType="application/vnd.openxmlformats-officedocument.theme+xml"/>
  <Override PartName="/ppt/main_figures/Fig6/ppt/presProps.xml" ContentType="application/vnd.openxmlformats-officedocument.presentationml.presProps+xml"/>
  <Override PartName="/ppt/main_figures/Fig6/ppt/tableStyles.xml" ContentType="application/vnd.openxmlformats-officedocument.presentationml.tableStyles+xml"/>
  <Override PartName="/ppt/main_figures/Fig6/ppt/slides/slide1.xml" ContentType="application/vnd.openxmlformats-officedocument.presentationml.slide+xml"/>
  <Override PartName="/ppt/main_figures/Fig6/ppt/notesSlides/notesSlide1.xml" ContentType="application/vnd.openxmlformats-officedocument.presentationml.notesSlide+xml"/>
  <Override PartName="/ppt/slides/slide6.xml" ContentType="application/vnd.openxmlformats-officedocument.presentationml.slide+xml"/>
  <Override PartName="/ppt/main_figures/Fig7/docProps/app.xml" ContentType="application/vnd.openxmlformats-officedocument.extended-properties+xml"/>
  <Override PartName="/ppt/main_figures/Fig7/ppt/presentation.xml" ContentType="application/vnd.openxmlformats-officedocument.presentationml.presentation.main+xml"/>
  <Override PartName="/ppt/main_figures/Fig7/ppt/theme/theme1.xml" ContentType="application/vnd.openxmlformats-officedocument.theme+xml"/>
  <Override PartName="/ppt/main_figures/Fig7/ppt/slideMasters/slideMaster1.xml" ContentType="application/vnd.openxmlformats-officedocument.presentationml.slideMaster+xml"/>
  <Override PartName="/ppt/main_figures/Fig7/ppt/slideMasters/theme/theme2.xml" ContentType="application/vnd.openxmlformats-officedocument.theme+xml"/>
  <Override PartName="/ppt/main_figures/Fig7/ppt/slideLayouts/slideLayout1.xml" ContentType="application/vnd.openxmlformats-officedocument.presentationml.slideLayout+xml"/>
  <Override PartName="/ppt/main_figures/Fig7/ppt/slideLayouts/slideLayout2.xml" ContentType="application/vnd.openxmlformats-officedocument.presentationml.slideLayout+xml"/>
  <Override PartName="/ppt/main_figures/Fig7/ppt/slideLayouts/slideLayout3.xml" ContentType="application/vnd.openxmlformats-officedocument.presentationml.slideLayout+xml"/>
  <Override PartName="/ppt/main_figures/Fig7/ppt/slideLayouts/slideLayout4.xml" ContentType="application/vnd.openxmlformats-officedocument.presentationml.slideLayout+xml"/>
  <Override PartName="/ppt/main_figures/Fig7/ppt/slideLayouts/slideLayout5.xml" ContentType="application/vnd.openxmlformats-officedocument.presentationml.slideLayout+xml"/>
  <Override PartName="/ppt/main_figures/Fig7/ppt/slideLayouts/slideLayout6.xml" ContentType="application/vnd.openxmlformats-officedocument.presentationml.slideLayout+xml"/>
  <Override PartName="/ppt/main_figures/Fig7/ppt/notesMasters/notesMaster1.xml" ContentType="application/vnd.openxmlformats-officedocument.presentationml.notesMaster+xml"/>
  <Override PartName="/ppt/main_figures/Fig7/ppt/notesMasters/theme/theme3.xml" ContentType="application/vnd.openxmlformats-officedocument.theme+xml"/>
  <Override PartName="/ppt/main_figures/Fig7/ppt/presProps.xml" ContentType="application/vnd.openxmlformats-officedocument.presentationml.presProps+xml"/>
  <Override PartName="/ppt/main_figures/Fig7/ppt/tableStyles.xml" ContentType="application/vnd.openxmlformats-officedocument.presentationml.tableStyles+xml"/>
  <Override PartName="/ppt/main_figures/Fig7/ppt/slides/slide1.xml" ContentType="application/vnd.openxmlformats-officedocument.presentationml.slide+xml"/>
  <Override PartName="/ppt/main_figures/Fig7/ppt/notesSlides/notesSlide1.xml" ContentType="application/vnd.openxmlformats-officedocument.presentationml.notesSlide+xml"/>
  <Override PartName="/ppt/slides/slide7.xml" ContentType="application/vnd.openxmlformats-officedocument.presentationml.slide+xml"/>
  <Override PartName="/ppt/main_figures/Fig8/docProps/app.xml" ContentType="application/vnd.openxmlformats-officedocument.extended-properties+xml"/>
  <Override PartName="/ppt/main_figures/Fig8/ppt/presentation.xml" ContentType="application/vnd.openxmlformats-officedocument.presentationml.presentation.main+xml"/>
  <Override PartName="/ppt/main_figures/Fig8/ppt/theme/theme1.xml" ContentType="application/vnd.openxmlformats-officedocument.theme+xml"/>
  <Override PartName="/ppt/main_figures/Fig8/ppt/slideMasters/slideMaster1.xml" ContentType="application/vnd.openxmlformats-officedocument.presentationml.slideMaster+xml"/>
  <Override PartName="/ppt/main_figures/Fig8/ppt/slideMasters/theme/theme2.xml" ContentType="application/vnd.openxmlformats-officedocument.theme+xml"/>
  <Override PartName="/ppt/main_figures/Fig8/ppt/slideLayouts/slideLayout1.xml" ContentType="application/vnd.openxmlformats-officedocument.presentationml.slideLayout+xml"/>
  <Override PartName="/ppt/main_figures/Fig8/ppt/slideLayouts/slideLayout2.xml" ContentType="application/vnd.openxmlformats-officedocument.presentationml.slideLayout+xml"/>
  <Override PartName="/ppt/main_figures/Fig8/ppt/slideLayouts/slideLayout3.xml" ContentType="application/vnd.openxmlformats-officedocument.presentationml.slideLayout+xml"/>
  <Override PartName="/ppt/main_figures/Fig8/ppt/slideLayouts/slideLayout4.xml" ContentType="application/vnd.openxmlformats-officedocument.presentationml.slideLayout+xml"/>
  <Override PartName="/ppt/main_figures/Fig8/ppt/slideLayouts/slideLayout5.xml" ContentType="application/vnd.openxmlformats-officedocument.presentationml.slideLayout+xml"/>
  <Override PartName="/ppt/main_figures/Fig8/ppt/slideLayouts/slideLayout6.xml" ContentType="application/vnd.openxmlformats-officedocument.presentationml.slideLayout+xml"/>
  <Override PartName="/ppt/main_figures/Fig8/ppt/notesMasters/notesMaster1.xml" ContentType="application/vnd.openxmlformats-officedocument.presentationml.notesMaster+xml"/>
  <Override PartName="/ppt/main_figures/Fig8/ppt/notesMasters/theme/theme3.xml" ContentType="application/vnd.openxmlformats-officedocument.theme+xml"/>
  <Override PartName="/ppt/main_figures/Fig8/ppt/presProps.xml" ContentType="application/vnd.openxmlformats-officedocument.presentationml.presProps+xml"/>
  <Override PartName="/ppt/main_figures/Fig8/ppt/tableStyles.xml" ContentType="application/vnd.openxmlformats-officedocument.presentationml.tableStyles+xml"/>
  <Override PartName="/ppt/main_figures/Fig8/ppt/slides/slide1.xml" ContentType="application/vnd.openxmlformats-officedocument.presentationml.slide+xml"/>
  <Override PartName="/ppt/main_figures/Fig8/ppt/notesSlides/notesSlide1.xml" ContentType="application/vnd.openxmlformats-officedocument.presentationml.notesSlide+xml"/>
  <Override PartName="/ppt/slides/slide8.xml" ContentType="application/vnd.openxmlformats-officedocument.presentationml.slide+xml"/>
  <Override PartName="/ppt/main_figures/Fig9/docProps/app.xml" ContentType="application/vnd.openxmlformats-officedocument.extended-properties+xml"/>
  <Override PartName="/ppt/main_figures/Fig9/ppt/presentation.xml" ContentType="application/vnd.openxmlformats-officedocument.presentationml.presentation.main+xml"/>
  <Override PartName="/ppt/main_figures/Fig9/ppt/theme/theme1.xml" ContentType="application/vnd.openxmlformats-officedocument.theme+xml"/>
  <Override PartName="/ppt/main_figures/Fig9/ppt/slideMasters/slideMaster1.xml" ContentType="application/vnd.openxmlformats-officedocument.presentationml.slideMaster+xml"/>
  <Override PartName="/ppt/main_figures/Fig9/ppt/slideMasters/theme/theme2.xml" ContentType="application/vnd.openxmlformats-officedocument.theme+xml"/>
  <Override PartName="/ppt/main_figures/Fig9/ppt/slideLayouts/slideLayout1.xml" ContentType="application/vnd.openxmlformats-officedocument.presentationml.slideLayout+xml"/>
  <Override PartName="/ppt/main_figures/Fig9/ppt/slideLayouts/slideLayout2.xml" ContentType="application/vnd.openxmlformats-officedocument.presentationml.slideLayout+xml"/>
  <Override PartName="/ppt/main_figures/Fig9/ppt/slideLayouts/slideLayout3.xml" ContentType="application/vnd.openxmlformats-officedocument.presentationml.slideLayout+xml"/>
  <Override PartName="/ppt/main_figures/Fig9/ppt/slideLayouts/slideLayout4.xml" ContentType="application/vnd.openxmlformats-officedocument.presentationml.slideLayout+xml"/>
  <Override PartName="/ppt/main_figures/Fig9/ppt/slideLayouts/slideLayout5.xml" ContentType="application/vnd.openxmlformats-officedocument.presentationml.slideLayout+xml"/>
  <Override PartName="/ppt/main_figures/Fig9/ppt/slideLayouts/slideLayout6.xml" ContentType="application/vnd.openxmlformats-officedocument.presentationml.slideLayout+xml"/>
  <Override PartName="/ppt/main_figures/Fig9/ppt/notesMasters/notesMaster1.xml" ContentType="application/vnd.openxmlformats-officedocument.presentationml.notesMaster+xml"/>
  <Override PartName="/ppt/main_figures/Fig9/ppt/notesMasters/theme/theme3.xml" ContentType="application/vnd.openxmlformats-officedocument.theme+xml"/>
  <Override PartName="/ppt/main_figures/Fig9/ppt/presProps.xml" ContentType="application/vnd.openxmlformats-officedocument.presentationml.presProps+xml"/>
  <Override PartName="/ppt/main_figures/Fig9/ppt/tableStyles.xml" ContentType="application/vnd.openxmlformats-officedocument.presentationml.tableStyles+xml"/>
  <Override PartName="/ppt/main_figures/Fig9/ppt/slides/slide1.xml" ContentType="application/vnd.openxmlformats-officedocument.presentationml.slide+xml"/>
  <Override PartName="/ppt/main_figures/Fig9/ppt/notesSlides/notesSlide1.xml" ContentType="application/vnd.openxmlformats-officedocument.presentationml.notesSlide+xml"/>
  <Override PartName="/ppt/slides/slide9.xml" ContentType="application/vnd.openxmlformats-officedocument.presentationml.slide+xml"/>
  <Override PartName="/ppt/main_figures/Fig10/docProps/app.xml" ContentType="application/vnd.openxmlformats-officedocument.extended-properties+xml"/>
  <Override PartName="/ppt/main_figures/Fig10/ppt/presentation.xml" ContentType="application/vnd.openxmlformats-officedocument.presentationml.presentation.main+xml"/>
  <Override PartName="/ppt/main_figures/Fig10/ppt/theme/theme1.xml" ContentType="application/vnd.openxmlformats-officedocument.theme+xml"/>
  <Override PartName="/ppt/main_figures/Fig10/ppt/slideMasters/slideMaster1.xml" ContentType="application/vnd.openxmlformats-officedocument.presentationml.slideMaster+xml"/>
  <Override PartName="/ppt/main_figures/Fig10/ppt/slideMasters/theme/theme2.xml" ContentType="application/vnd.openxmlformats-officedocument.theme+xml"/>
  <Override PartName="/ppt/main_figures/Fig10/ppt/slideLayouts/slideLayout1.xml" ContentType="application/vnd.openxmlformats-officedocument.presentationml.slideLayout+xml"/>
  <Override PartName="/ppt/main_figures/Fig10/ppt/slideLayouts/slideLayout2.xml" ContentType="application/vnd.openxmlformats-officedocument.presentationml.slideLayout+xml"/>
  <Override PartName="/ppt/main_figures/Fig10/ppt/slideLayouts/slideLayout3.xml" ContentType="application/vnd.openxmlformats-officedocument.presentationml.slideLayout+xml"/>
  <Override PartName="/ppt/main_figures/Fig10/ppt/slideLayouts/slideLayout4.xml" ContentType="application/vnd.openxmlformats-officedocument.presentationml.slideLayout+xml"/>
  <Override PartName="/ppt/main_figures/Fig10/ppt/slideLayouts/slideLayout5.xml" ContentType="application/vnd.openxmlformats-officedocument.presentationml.slideLayout+xml"/>
  <Override PartName="/ppt/main_figures/Fig10/ppt/slideLayouts/slideLayout6.xml" ContentType="application/vnd.openxmlformats-officedocument.presentationml.slideLayout+xml"/>
  <Override PartName="/ppt/main_figures/Fig10/ppt/notesMasters/notesMaster1.xml" ContentType="application/vnd.openxmlformats-officedocument.presentationml.notesMaster+xml"/>
  <Override PartName="/ppt/main_figures/Fig10/ppt/notesMasters/theme/theme3.xml" ContentType="application/vnd.openxmlformats-officedocument.theme+xml"/>
  <Override PartName="/ppt/main_figures/Fig10/ppt/presProps.xml" ContentType="application/vnd.openxmlformats-officedocument.presentationml.presProps+xml"/>
  <Override PartName="/ppt/main_figures/Fig10/ppt/tableStyles.xml" ContentType="application/vnd.openxmlformats-officedocument.presentationml.tableStyles+xml"/>
  <Override PartName="/ppt/main_figures/Fig10/ppt/slides/slide1.xml" ContentType="application/vnd.openxmlformats-officedocument.presentationml.slide+xml"/>
  <Override PartName="/ppt/main_figures/Fig10/ppt/notesSlides/notesSlide1.xml" ContentType="application/vnd.openxmlformats-officedocument.presentationml.notesSlide+xml"/>
  <Override PartName="/ppt/slides/slide10.xml" ContentType="application/vnd.openxmlformats-officedocument.presentationml.slide+xml"/>
  <Override PartName="/ppt/main_figures/Fig11/docProps/app.xml" ContentType="application/vnd.openxmlformats-officedocument.extended-properties+xml"/>
  <Override PartName="/ppt/main_figures/Fig11/ppt/presentation.xml" ContentType="application/vnd.openxmlformats-officedocument.presentationml.presentation.main+xml"/>
  <Override PartName="/ppt/main_figures/Fig11/ppt/theme/theme1.xml" ContentType="application/vnd.openxmlformats-officedocument.theme+xml"/>
  <Override PartName="/ppt/main_figures/Fig11/ppt/slideMasters/slideMaster1.xml" ContentType="application/vnd.openxmlformats-officedocument.presentationml.slideMaster+xml"/>
  <Override PartName="/ppt/main_figures/Fig11/ppt/slideMasters/theme/theme2.xml" ContentType="application/vnd.openxmlformats-officedocument.theme+xml"/>
  <Override PartName="/ppt/main_figures/Fig11/ppt/slideLayouts/slideLayout1.xml" ContentType="application/vnd.openxmlformats-officedocument.presentationml.slideLayout+xml"/>
  <Override PartName="/ppt/main_figures/Fig11/ppt/slideLayouts/slideLayout2.xml" ContentType="application/vnd.openxmlformats-officedocument.presentationml.slideLayout+xml"/>
  <Override PartName="/ppt/main_figures/Fig11/ppt/slideLayouts/slideLayout3.xml" ContentType="application/vnd.openxmlformats-officedocument.presentationml.slideLayout+xml"/>
  <Override PartName="/ppt/main_figures/Fig11/ppt/slideLayouts/slideLayout4.xml" ContentType="application/vnd.openxmlformats-officedocument.presentationml.slideLayout+xml"/>
  <Override PartName="/ppt/main_figures/Fig11/ppt/slideLayouts/slideLayout5.xml" ContentType="application/vnd.openxmlformats-officedocument.presentationml.slideLayout+xml"/>
  <Override PartName="/ppt/main_figures/Fig11/ppt/slideLayouts/slideLayout6.xml" ContentType="application/vnd.openxmlformats-officedocument.presentationml.slideLayout+xml"/>
  <Override PartName="/ppt/main_figures/Fig11/ppt/notesMasters/notesMaster1.xml" ContentType="application/vnd.openxmlformats-officedocument.presentationml.notesMaster+xml"/>
  <Override PartName="/ppt/main_figures/Fig11/ppt/notesMasters/theme/theme3.xml" ContentType="application/vnd.openxmlformats-officedocument.theme+xml"/>
  <Override PartName="/ppt/main_figures/Fig11/ppt/presProps.xml" ContentType="application/vnd.openxmlformats-officedocument.presentationml.presProps+xml"/>
  <Override PartName="/ppt/main_figures/Fig11/ppt/tableStyles.xml" ContentType="application/vnd.openxmlformats-officedocument.presentationml.tableStyles+xml"/>
  <Override PartName="/ppt/main_figures/Fig11/ppt/slides/slide1.xml" ContentType="application/vnd.openxmlformats-officedocument.presentationml.slide+xml"/>
  <Override PartName="/ppt/main_figures/Fig11/ppt/notesSlides/notesSlide1.xml" ContentType="application/vnd.openxmlformats-officedocument.presentationml.notesSlide+xml"/>
  <Override PartName="/ppt/main_figures/Fig11/ppt/submission_case/docProps/app.xml" ContentType="application/vnd.openxmlformats-officedocument.extended-properties+xml"/>
  <Override PartName="/ppt/main_figures/Fig11/ppt/submission_case/ppt/presentation.xml" ContentType="application/vnd.openxmlformats-officedocument.presentationml.presentation.main+xml"/>
  <Override PartName="/ppt/main_figures/Fig11/ppt/submission_case/ppt/theme/theme1.xml" ContentType="application/vnd.openxmlformats-officedocument.theme+xml"/>
  <Override PartName="/ppt/main_figures/Fig11/ppt/submission_case/ppt/slideMasters/slideMaster1.xml" ContentType="application/vnd.openxmlformats-officedocument.presentationml.slideMaster+xml"/>
  <Override PartName="/ppt/main_figures/Fig11/ppt/submission_case/ppt/slideMasters/theme/theme2.xml" ContentType="application/vnd.openxmlformats-officedocument.theme+xml"/>
  <Override PartName="/ppt/main_figures/Fig11/ppt/submission_case/ppt/slideLayouts/slideLayout1.xml" ContentType="application/vnd.openxmlformats-officedocument.presentationml.slideLayout+xml"/>
  <Override PartName="/ppt/main_figures/Fig11/ppt/submission_case/ppt/slideLayouts/slideLayout2.xml" ContentType="application/vnd.openxmlformats-officedocument.presentationml.slideLayout+xml"/>
  <Override PartName="/ppt/main_figures/Fig11/ppt/submission_case/ppt/slideLayouts/slideLayout3.xml" ContentType="application/vnd.openxmlformats-officedocument.presentationml.slideLayout+xml"/>
  <Override PartName="/ppt/main_figures/Fig11/ppt/submission_case/ppt/slideLayouts/slideLayout4.xml" ContentType="application/vnd.openxmlformats-officedocument.presentationml.slideLayout+xml"/>
  <Override PartName="/ppt/main_figures/Fig11/ppt/submission_case/ppt/slideLayouts/slideLayout5.xml" ContentType="application/vnd.openxmlformats-officedocument.presentationml.slideLayout+xml"/>
  <Override PartName="/ppt/main_figures/Fig11/ppt/submission_case/ppt/slideLayouts/slideLayout6.xml" ContentType="application/vnd.openxmlformats-officedocument.presentationml.slideLayout+xml"/>
  <Override PartName="/ppt/main_figures/Fig11/ppt/submission_case/ppt/notesMasters/notesMaster1.xml" ContentType="application/vnd.openxmlformats-officedocument.presentationml.notesMaster+xml"/>
  <Override PartName="/ppt/main_figures/Fig11/ppt/submission_case/ppt/notesMasters/theme/theme3.xml" ContentType="application/vnd.openxmlformats-officedocument.theme+xml"/>
  <Override PartName="/ppt/main_figures/Fig11/ppt/submission_case/ppt/presProps.xml" ContentType="application/vnd.openxmlformats-officedocument.presentationml.presProps+xml"/>
  <Override PartName="/ppt/main_figures/Fig11/ppt/submission_case/ppt/tableStyles.xml" ContentType="application/vnd.openxmlformats-officedocument.presentationml.tableStyles+xml"/>
  <Override PartName="/ppt/main_figures/Fig11/ppt/submission_case/ppt/slides/slide1.xml" ContentType="application/vnd.openxmlformats-officedocument.presentationml.slide+xml"/>
  <Override PartName="/ppt/main_figures/Fig11/ppt/submission_case/ppt/notesSlides/notesSlide1.xml" ContentType="application/vnd.openxmlformats-officedocument.presentationml.notesSlide+xml"/>
  <Override PartName="/ppt/slides/slide11.xml" ContentType="application/vnd.openxmlformats-officedocument.presentationml.slide+xml"/>
  <Override PartName="/ppt/main_figures/Fig12/docProps/app.xml" ContentType="application/vnd.openxmlformats-officedocument.extended-properties+xml"/>
  <Override PartName="/ppt/main_figures/Fig12/ppt/presentation.xml" ContentType="application/vnd.openxmlformats-officedocument.presentationml.presentation.main+xml"/>
  <Override PartName="/ppt/main_figures/Fig12/ppt/theme/theme1.xml" ContentType="application/vnd.openxmlformats-officedocument.theme+xml"/>
  <Override PartName="/ppt/main_figures/Fig12/ppt/slideMasters/slideMaster1.xml" ContentType="application/vnd.openxmlformats-officedocument.presentationml.slideMaster+xml"/>
  <Override PartName="/ppt/main_figures/Fig12/ppt/slideMasters/theme/theme2.xml" ContentType="application/vnd.openxmlformats-officedocument.theme+xml"/>
  <Override PartName="/ppt/main_figures/Fig12/ppt/slideLayouts/slideLayout1.xml" ContentType="application/vnd.openxmlformats-officedocument.presentationml.slideLayout+xml"/>
  <Override PartName="/ppt/main_figures/Fig12/ppt/slideLayouts/slideLayout2.xml" ContentType="application/vnd.openxmlformats-officedocument.presentationml.slideLayout+xml"/>
  <Override PartName="/ppt/main_figures/Fig12/ppt/slideLayouts/slideLayout3.xml" ContentType="application/vnd.openxmlformats-officedocument.presentationml.slideLayout+xml"/>
  <Override PartName="/ppt/main_figures/Fig12/ppt/slideLayouts/slideLayout4.xml" ContentType="application/vnd.openxmlformats-officedocument.presentationml.slideLayout+xml"/>
  <Override PartName="/ppt/main_figures/Fig12/ppt/slideLayouts/slideLayout5.xml" ContentType="application/vnd.openxmlformats-officedocument.presentationml.slideLayout+xml"/>
  <Override PartName="/ppt/main_figures/Fig12/ppt/slideLayouts/slideLayout6.xml" ContentType="application/vnd.openxmlformats-officedocument.presentationml.slideLayout+xml"/>
  <Override PartName="/ppt/main_figures/Fig12/ppt/notesMasters/notesMaster1.xml" ContentType="application/vnd.openxmlformats-officedocument.presentationml.notesMaster+xml"/>
  <Override PartName="/ppt/main_figures/Fig12/ppt/notesMasters/theme/theme3.xml" ContentType="application/vnd.openxmlformats-officedocument.theme+xml"/>
  <Override PartName="/ppt/main_figures/Fig12/ppt/presProps.xml" ContentType="application/vnd.openxmlformats-officedocument.presentationml.presProps+xml"/>
  <Override PartName="/ppt/main_figures/Fig12/ppt/tableStyles.xml" ContentType="application/vnd.openxmlformats-officedocument.presentationml.tableStyles+xml"/>
  <Override PartName="/ppt/main_figures/Fig12/ppt/slides/slide1.xml" ContentType="application/vnd.openxmlformats-officedocument.presentationml.slide+xml"/>
  <Override PartName="/ppt/main_figures/Fig12/ppt/notesSlides/notesSlide1.xml" ContentType="application/vnd.openxmlformats-officedocument.presentationml.notesSlide+xml"/>
  <Override PartName="/ppt/slides/slide12.xml" ContentType="application/vnd.openxmlformats-officedocument.presentationml.slide+xml"/>
  <Override PartName="/ppt/main_figures/Fig13/docProps/app.xml" ContentType="application/vnd.openxmlformats-officedocument.extended-properties+xml"/>
  <Override PartName="/ppt/main_figures/Fig13/ppt/presentation.xml" ContentType="application/vnd.openxmlformats-officedocument.presentationml.presentation.main+xml"/>
  <Override PartName="/ppt/main_figures/Fig13/ppt/theme/theme1.xml" ContentType="application/vnd.openxmlformats-officedocument.theme+xml"/>
  <Override PartName="/ppt/main_figures/Fig13/ppt/slideMasters/slideMaster1.xml" ContentType="application/vnd.openxmlformats-officedocument.presentationml.slideMaster+xml"/>
  <Override PartName="/ppt/main_figures/Fig13/ppt/slideMasters/theme/theme2.xml" ContentType="application/vnd.openxmlformats-officedocument.theme+xml"/>
  <Override PartName="/ppt/main_figures/Fig13/ppt/slideLayouts/slideLayout1.xml" ContentType="application/vnd.openxmlformats-officedocument.presentationml.slideLayout+xml"/>
  <Override PartName="/ppt/main_figures/Fig13/ppt/slideLayouts/slideLayout2.xml" ContentType="application/vnd.openxmlformats-officedocument.presentationml.slideLayout+xml"/>
  <Override PartName="/ppt/main_figures/Fig13/ppt/slideLayouts/slideLayout3.xml" ContentType="application/vnd.openxmlformats-officedocument.presentationml.slideLayout+xml"/>
  <Override PartName="/ppt/main_figures/Fig13/ppt/slideLayouts/slideLayout4.xml" ContentType="application/vnd.openxmlformats-officedocument.presentationml.slideLayout+xml"/>
  <Override PartName="/ppt/main_figures/Fig13/ppt/slideLayouts/slideLayout5.xml" ContentType="application/vnd.openxmlformats-officedocument.presentationml.slideLayout+xml"/>
  <Override PartName="/ppt/main_figures/Fig13/ppt/slideLayouts/slideLayout6.xml" ContentType="application/vnd.openxmlformats-officedocument.presentationml.slideLayout+xml"/>
  <Override PartName="/ppt/main_figures/Fig13/ppt/notesMasters/notesMaster1.xml" ContentType="application/vnd.openxmlformats-officedocument.presentationml.notesMaster+xml"/>
  <Override PartName="/ppt/main_figures/Fig13/ppt/notesMasters/theme/theme3.xml" ContentType="application/vnd.openxmlformats-officedocument.theme+xml"/>
  <Override PartName="/ppt/main_figures/Fig13/ppt/presProps.xml" ContentType="application/vnd.openxmlformats-officedocument.presentationml.presProps+xml"/>
  <Override PartName="/ppt/main_figures/Fig13/ppt/tableStyles.xml" ContentType="application/vnd.openxmlformats-officedocument.presentationml.tableStyles+xml"/>
  <Override PartName="/ppt/main_figures/Fig13/ppt/slides/slide1.xml" ContentType="application/vnd.openxmlformats-officedocument.presentationml.slide+xml"/>
  <Override PartName="/ppt/main_figures/Fig13/ppt/notesSlides/notesSlide1.xml" ContentType="application/vnd.openxmlformats-officedocument.presentationml.notesSlide+xml"/>
  <Override PartName="/ppt/slides/slide13.xml" ContentType="application/vnd.openxmlformats-officedocument.presentationml.slide+xml"/>
  <Override PartName="/ppt/main_figures/Fig14/docProps/app.xml" ContentType="application/vnd.openxmlformats-officedocument.extended-properties+xml"/>
  <Override PartName="/ppt/main_figures/Fig14/ppt/presentation.xml" ContentType="application/vnd.openxmlformats-officedocument.presentationml.presentation.main+xml"/>
  <Override PartName="/ppt/main_figures/Fig14/ppt/theme/theme1.xml" ContentType="application/vnd.openxmlformats-officedocument.theme+xml"/>
  <Override PartName="/ppt/main_figures/Fig14/ppt/slideMasters/slideMaster1.xml" ContentType="application/vnd.openxmlformats-officedocument.presentationml.slideMaster+xml"/>
  <Override PartName="/ppt/main_figures/Fig14/ppt/slideMasters/theme/theme2.xml" ContentType="application/vnd.openxmlformats-officedocument.theme+xml"/>
  <Override PartName="/ppt/main_figures/Fig14/ppt/slideLayouts/slideLayout1.xml" ContentType="application/vnd.openxmlformats-officedocument.presentationml.slideLayout+xml"/>
  <Override PartName="/ppt/main_figures/Fig14/ppt/slideLayouts/slideLayout2.xml" ContentType="application/vnd.openxmlformats-officedocument.presentationml.slideLayout+xml"/>
  <Override PartName="/ppt/main_figures/Fig14/ppt/slideLayouts/slideLayout3.xml" ContentType="application/vnd.openxmlformats-officedocument.presentationml.slideLayout+xml"/>
  <Override PartName="/ppt/main_figures/Fig14/ppt/slideLayouts/slideLayout4.xml" ContentType="application/vnd.openxmlformats-officedocument.presentationml.slideLayout+xml"/>
  <Override PartName="/ppt/main_figures/Fig14/ppt/slideLayouts/slideLayout5.xml" ContentType="application/vnd.openxmlformats-officedocument.presentationml.slideLayout+xml"/>
  <Override PartName="/ppt/main_figures/Fig14/ppt/slideLayouts/slideLayout6.xml" ContentType="application/vnd.openxmlformats-officedocument.presentationml.slideLayout+xml"/>
  <Override PartName="/ppt/main_figures/Fig14/ppt/notesMasters/notesMaster1.xml" ContentType="application/vnd.openxmlformats-officedocument.presentationml.notesMaster+xml"/>
  <Override PartName="/ppt/main_figures/Fig14/ppt/notesMasters/theme/theme3.xml" ContentType="application/vnd.openxmlformats-officedocument.theme+xml"/>
  <Override PartName="/ppt/main_figures/Fig14/ppt/presProps.xml" ContentType="application/vnd.openxmlformats-officedocument.presentationml.presProps+xml"/>
  <Override PartName="/ppt/main_figures/Fig14/ppt/tableStyles.xml" ContentType="application/vnd.openxmlformats-officedocument.presentationml.tableStyles+xml"/>
  <Override PartName="/ppt/main_figures/Fig14/ppt/slides/slide1.xml" ContentType="application/vnd.openxmlformats-officedocument.presentationml.slide+xml"/>
  <Override PartName="/ppt/main_figures/Fig14/ppt/slides/charts/chart1.xml" ContentType="application/vnd.openxmlformats-officedocument.drawingml.chart+xml"/>
  <Override PartName="/ppt/main_figures/Fig14/ppt/slides/charts/chart2.xml" ContentType="application/vnd.openxmlformats-officedocument.drawingml.chart+xml"/>
  <Override PartName="/ppt/main_figures/Fig14/ppt/slides/charts/chart3.xml" ContentType="application/vnd.openxmlformats-officedocument.drawingml.chart+xml"/>
  <Override PartName="/ppt/main_figures/Fig14/ppt/slides/charts/chart4.xml" ContentType="application/vnd.openxmlformats-officedocument.drawingml.chart+xml"/>
  <Override PartName="/ppt/main_figures/Fig14/ppt/slides/charts/chart5.xml" ContentType="application/vnd.openxmlformats-officedocument.drawingml.chart+xml"/>
  <Override PartName="/ppt/main_figures/Fig14/ppt/slides/charts/chart6.xml" ContentType="application/vnd.openxmlformats-officedocument.drawingml.chart+xml"/>
  <Override PartName="/ppt/main_figures/Fig14/ppt/notesSlides/notesSlide1.xml" ContentType="application/vnd.openxmlformats-officedocument.presentationml.notesSlide+xml"/>
  <Override PartName="/ppt/slides/slide14.xml" ContentType="application/vnd.openxmlformats-officedocument.presentationml.slide+xml"/>
  <Override PartName="/ppt/main_figures/Fig3/ppt/theme/theme2.xml" ContentType="application/vnd.openxmlformats-officedocument.theme+xml"/>
  <Override PartName="/ppt/main_figures/Fig3/ppt/viewProps.xml" ContentType="application/vnd.openxmlformats-officedocument.presentationml.viewProps+xml"/>
</Types>
</file>

<file path=_rels/.rels><?xml version='1.0' encoding='utf-8'?>
<Relationships xmlns="http://schemas.openxmlformats.org/package/2006/relationships"><Relationship Type="http://schemas.openxmlformats.org/package/2006/relationships/metadata/core-properties" Target="/docProps/core.xml" Id="R4cd2318aea2e416a" /><Relationship Type="http://schemas.openxmlformats.org/officeDocument/2006/relationships/extended-properties" Target="/docProps/app.xml" Id="Raa64eea4597c4399" /><Relationship Type="http://schemas.openxmlformats.org/officeDocument/2006/relationships/officeDocument" Target="/ppt/presentation.xml" Id="R7fd2098c7abd401f" /></Relationships>
</file>

<file path=ppt/presentation.xml><?xml version="1.0" encoding="utf-8"?>
<p:presentation xmlns:p="http://schemas.openxmlformats.org/presentationml/2006/main" xmlns:r="http://schemas.openxmlformats.org/officeDocument/2006/relationships">
  <p:sldMasterIdLst>
    <p:sldMasterId r:id="rId1002" id="2147483648"/>
    <p:sldMasterId r:id="rId1004" id="2147483649"/>
    <p:sldMasterId r:id="rId1006" id="2147483650"/>
    <p:sldMasterId r:id="rId1008" id="2147483651"/>
    <p:sldMasterId r:id="rId1010" id="2147483652"/>
    <p:sldMasterId r:id="rId1012" id="2147483653"/>
    <p:sldMasterId r:id="rId1014" id="2147483654"/>
    <p:sldMasterId r:id="rId1016" id="2147483655"/>
    <p:sldMasterId r:id="rId1018" id="2147483656"/>
    <p:sldMasterId r:id="rId1020" id="2147483657"/>
    <p:sldMasterId r:id="rId1022" id="2147483658"/>
    <p:sldMasterId r:id="rId1024" id="2147483659"/>
    <p:sldMasterId r:id="rId1026" id="2147483660"/>
    <p:sldMasterId r:id="rId1028" id="2147483661"/>
  </p:sldMasterIdLst>
  <p:notesMasterIdLst>
    <p:notesMasterId r:id="R160d422402814b7c"/>
  </p:notesMasterIdLst>
  <p:sldIdLst>
    <p:sldId r:id="rId1001" id="256"/>
    <p:sldId r:id="rId1003" id="257"/>
    <p:sldId r:id="rId1005" id="258"/>
    <p:sldId r:id="rId1007" id="259"/>
    <p:sldId r:id="rId1009" id="260"/>
    <p:sldId r:id="rId1011" id="261"/>
    <p:sldId r:id="rId1013" id="262"/>
    <p:sldId r:id="rId1015" id="263"/>
    <p:sldId r:id="rId1017" id="264"/>
    <p:sldId r:id="rId1019" id="265"/>
    <p:sldId r:id="rId1021" id="266"/>
    <p:sldId r:id="rId1023" id="267"/>
    <p:sldId r:id="rId1025" id="268"/>
    <p:sldId r:id="rId1027" id="269"/>
  </p:sldIdLst>
  <p:sldSz cx="12801600" cy="6096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Relationships xmlns="http://schemas.openxmlformats.org/package/2006/relationships"><Relationship Type="http://schemas.openxmlformats.org/officeDocument/2006/relationships/theme" Target="/ppt/theme/theme1.xml" Id="Rc2293fe156f44dfb" /><Relationship Type="http://schemas.openxmlformats.org/officeDocument/2006/relationships/notesMaster" Target="/ppt/notesMasters/notesMaster1.xml" Id="R160d422402814b7c" /><Relationship Type="http://schemas.openxmlformats.org/officeDocument/2006/relationships/presProps" Target="/ppt/presProps.xml" Id="Rd7475f221e924eaa" /><Relationship Type="http://schemas.openxmlformats.org/officeDocument/2006/relationships/tableStyles" Target="/ppt/tableStyles.xml" Id="R38a4300b2a254924" /><Relationship Id="rId1001" Type="http://schemas.openxmlformats.org/officeDocument/2006/relationships/slide" Target="slides/slide1.xml" /><Relationship Id="rId1002" Type="http://schemas.openxmlformats.org/officeDocument/2006/relationships/slideMaster" Target="/ppt/main_figures/Fig1/ppt/slideMasters/slideMaster1.xml" /><Relationship Id="rId1003" Type="http://schemas.openxmlformats.org/officeDocument/2006/relationships/slide" Target="slides/slide2.xml" /><Relationship Id="rId1004" Type="http://schemas.openxmlformats.org/officeDocument/2006/relationships/slideMaster" Target="/ppt/main_figures/Fig2/ppt/slideMasters/slideMaster1.xml" /><Relationship Id="rId1005" Type="http://schemas.openxmlformats.org/officeDocument/2006/relationships/slide" Target="slides/slide3.xml" /><Relationship Id="rId1006" Type="http://schemas.openxmlformats.org/officeDocument/2006/relationships/slideMaster" Target="/ppt/main_figures/Fig3/ppt/slideMasters/slideMaster1.xml" /><Relationship Id="rId1007" Type="http://schemas.openxmlformats.org/officeDocument/2006/relationships/slide" Target="slides/slide4.xml" /><Relationship Id="rId1008" Type="http://schemas.openxmlformats.org/officeDocument/2006/relationships/slideMaster" Target="/ppt/main_figures/Fig4/ppt/slideMasters/slideMaster1.xml" /><Relationship Id="rId1009" Type="http://schemas.openxmlformats.org/officeDocument/2006/relationships/slide" Target="slides/slide5.xml" /><Relationship Id="rId1010" Type="http://schemas.openxmlformats.org/officeDocument/2006/relationships/slideMaster" Target="/ppt/main_figures/Fig5/ppt/slideMasters/slideMaster1.xml" /><Relationship Id="rId1011" Type="http://schemas.openxmlformats.org/officeDocument/2006/relationships/slide" Target="slides/slide6.xml" /><Relationship Id="rId1012" Type="http://schemas.openxmlformats.org/officeDocument/2006/relationships/slideMaster" Target="/ppt/main_figures/Fig6/ppt/slideMasters/slideMaster1.xml" /><Relationship Id="rId1013" Type="http://schemas.openxmlformats.org/officeDocument/2006/relationships/slide" Target="slides/slide7.xml" /><Relationship Id="rId1014" Type="http://schemas.openxmlformats.org/officeDocument/2006/relationships/slideMaster" Target="/ppt/main_figures/Fig7/ppt/slideMasters/slideMaster1.xml" /><Relationship Id="rId1015" Type="http://schemas.openxmlformats.org/officeDocument/2006/relationships/slide" Target="slides/slide8.xml" /><Relationship Id="rId1016" Type="http://schemas.openxmlformats.org/officeDocument/2006/relationships/slideMaster" Target="/ppt/main_figures/Fig8/ppt/slideMasters/slideMaster1.xml" /><Relationship Id="rId1017" Type="http://schemas.openxmlformats.org/officeDocument/2006/relationships/slide" Target="slides/slide9.xml" /><Relationship Id="rId1018" Type="http://schemas.openxmlformats.org/officeDocument/2006/relationships/slideMaster" Target="/ppt/main_figures/Fig9/ppt/slideMasters/slideMaster1.xml" /><Relationship Id="rId1019" Type="http://schemas.openxmlformats.org/officeDocument/2006/relationships/slide" Target="slides/slide10.xml" /><Relationship Id="rId1020" Type="http://schemas.openxmlformats.org/officeDocument/2006/relationships/slideMaster" Target="/ppt/main_figures/Fig10/ppt/slideMasters/slideMaster1.xml" /><Relationship Id="rId1021" Type="http://schemas.openxmlformats.org/officeDocument/2006/relationships/slide" Target="slides/slide11.xml" /><Relationship Id="rId1022" Type="http://schemas.openxmlformats.org/officeDocument/2006/relationships/slideMaster" Target="/ppt/main_figures/Fig11/ppt/slideMasters/slideMaster1.xml" /><Relationship Id="rId1023" Type="http://schemas.openxmlformats.org/officeDocument/2006/relationships/slide" Target="slides/slide12.xml" /><Relationship Id="rId1024" Type="http://schemas.openxmlformats.org/officeDocument/2006/relationships/slideMaster" Target="/ppt/main_figures/Fig12/ppt/slideMasters/slideMaster1.xml" /><Relationship Id="rId1025" Type="http://schemas.openxmlformats.org/officeDocument/2006/relationships/slide" Target="slides/slide13.xml" /><Relationship Id="rId1026" Type="http://schemas.openxmlformats.org/officeDocument/2006/relationships/slideMaster" Target="/ppt/main_figures/Fig13/ppt/slideMasters/slideMaster1.xml" /><Relationship Id="rId1027" Type="http://schemas.openxmlformats.org/officeDocument/2006/relationships/slide" Target="slides/slide14.xml" /><Relationship Id="rId1028" Type="http://schemas.openxmlformats.org/officeDocument/2006/relationships/slideMaster" Target="/ppt/main_figures/Fig14/ppt/slideMasters/slideMaster1.xml" /></Relationships>
</file>

<file path=ppt/main_figures/Fig1/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ppt/main_figures/Fig1/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2026-10-22T01:56:58.5240000Z</dcterms:created>
  <dcterms:modified xsi:type="dcterms:W3CDTF">2026-10-22T01:56:58.5240000Z</dcterms:modified>
</coreProperties>
</file>

<file path=ppt/main_figures/Fig1/ppt/_rels/presentation.xml.rels><?xml version='1.0' encoding='utf-8'?>
<Relationships xmlns="http://schemas.openxmlformats.org/package/2006/relationships"><Relationship Type="http://schemas.openxmlformats.org/officeDocument/2006/relationships/theme" Target="/ppt/main_figures/Fig1/ppt/theme/theme1.xml" Id="Rc2293fe156f44dfb" /><Relationship Type="http://schemas.openxmlformats.org/officeDocument/2006/relationships/slideMaster" Target="/ppt/main_figures/Fig1/ppt/slideMasters/slideMaster1.xml" Id="Rce5a9f308a4d4dd0" /><Relationship Type="http://schemas.openxmlformats.org/officeDocument/2006/relationships/notesMaster" Target="/ppt/main_figures/Fig1/ppt/notesMasters/notesMaster1.xml" Id="R160d422402814b7c" /><Relationship Type="http://schemas.openxmlformats.org/officeDocument/2006/relationships/presProps" Target="/ppt/main_figures/Fig1/ppt/presProps.xml" Id="Rd7475f221e924eaa" /><Relationship Type="http://schemas.openxmlformats.org/officeDocument/2006/relationships/tableStyles" Target="/ppt/main_figures/Fig1/ppt/tableStyles.xml" Id="R38a4300b2a254924" /><Relationship Type="http://schemas.openxmlformats.org/officeDocument/2006/relationships/slide" Target="/ppt/main_figures/Fig1/ppt/slides/slide1.xml" Id="R321c5432c7414306" /></Relationships>
</file>

<file path=ppt/main_figures/Fig1/ppt/notesMasters/_rels/notesMaster1.xml.rels><?xml version='1.0' encoding='utf-8'?>
<Relationships xmlns="http://schemas.openxmlformats.org/package/2006/relationships"><Relationship Type="http://schemas.openxmlformats.org/officeDocument/2006/relationships/theme" Target="/ppt/main_figures/Fig1/ppt/notesMasters/theme/theme3.xml" Id="R15e7727bbce341a7" /></Relationships>
</file>

<file path=ppt/main_figures/Fig1/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main_figures/Fig1/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1/ppt/notesSlides/_rels/notesSlide1.xml.rels><?xml version='1.0' encoding='utf-8'?>
<Relationships xmlns="http://schemas.openxmlformats.org/package/2006/relationships"><Relationship Type="http://schemas.openxmlformats.org/officeDocument/2006/relationships/slide" Target="/ppt/main_figures/Fig1/ppt/slides/slide1.xml" Id="R24e8d46a0614491f" /><Relationship Type="http://schemas.openxmlformats.org/officeDocument/2006/relationships/notesMaster" Target="/ppt/main_figures/Fig1/ppt/notesMasters/notesMaster1.xml" Id="R93c89d17e7e640cb" /></Relationships>
</file>

<file path=ppt/main_figures/Fig1/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New authorized experiment: ERA5 December 1 00:00–December31 23:00 1999, 744 actual hourly observations. d=[0.9478317491832081, -0.3187710388982978], angle=-18.588619 degrees in equal-area coordinates. RG-MTM-R20 recomputed with the existing solver and optimal scalar barriers. Analysis:49x49 grid,250km smoothing,192-hour centered pressure anomaly baseline. This differs from the reference papers spatial preprocessing. Five published event dates/names follow TMTM Fig1, https://www.csc.kth.se/~weinkauf/publications/documents/koepp22.pdf . Annotation targets are actual computed minima nearest the published event region; identities are not independently validated cyclone tracks. Maps are native 0.25degree ERA5 hourly anomaly fields. Intermediate display columns use conservative anchor alignment; original744 scalar columns unchanged. This is an additional experiment; existing manuscript numbers and the118-frame main suite are unchanged. Events: [{"frame": 66, "date": "1999-12-03 18:00", "label": "Cyclone Anatol", "computed_track_id": 10, "computed_minimum_lonlat": [10.714285714285714, 55.898925088212714], "anchor": 0.5083428819489186, "value_hPa": -23.769877835416683, "association": "nearest computed extremum to published event region; no independently verified physical tracking identity"}, {"frame": 405, "date": "1999-12-17 21:00", "label": "Strong storm over Scandinavia", "computed_track_id": 68, "computed_minimum_lonlat": [15.000000000000002, 61.11526665243035], "anchor": 0.5279911954434983, "value_hPa": -26.117821436974296, "association": "nearest computed extremum to published event region; no independently verified physical tracking identity"}, {"frame": 575, "date": "1999-12-24 23:00", "label": "Strong storm over the British Isles and Norway", "computed_track_id": 113, "computed_minimum_lonlat": [-2.142857142857143, 55.898925088212714], "anchor": 0.3747037527199593, "value_hPa": -25.9252721915634, "association": "nearest computed extremum to published event region; no independently verified physical tracking identity"}, {"frame": 610, "date": "1999-12-26 10:00", "label": "Cyclone Lothar", "computed_track_id": 130, "computed_minimum_lonlat": [7.857142857142858, 50.44356386922743], "anchor": 0.517861235120954, "value_hPa": -21.563336802880915, "association": "nearest computed extremum to published event region; no independently verified physical tracking identity"}, {"frame": 645, "date": "1999-12-27 21:00", "label": "Cyclone Martin", "computed_track_id": 141, "computed_minimum_lonlat": [3.5714285714285743, 47.135364049152884], "anchor": 0.48891695139322705, "value_hPa": -27.33887300096107, "association": "nearest computed extremum to published event region; no independently verified physical tracking identity"}] Right panel: {"event_frame": 610, "event_time": "1999-12-26 10:00:00", "local_frames": [600, 623], "labels": {"A": {"track_id": 130, "frame": 610, "lonlat": [7.857142857142858, 50.44356386922743], "actual_anchor": 0.517861235120954, "reference": 0.5095279017876208, "field_hPa": -21.563336802880915, "source_position_px": [1182.5, 171.48021010838522], "samples": [{"frame": 601, "date": "1999-12-26 01:00:00", "actual_anchor": 0.35178230406587174, "reference": 0.3601156373992051, "lonlat": [-6.428571428571429, 49.595639856116314]}, {"frame": 602, "date": "1999-12-26 02:00:00", "actual_anchor": 0.36725917658603074, "reference": 0.37559250991936405, "lonlat": [-5.0, 49.595639856116314]}, {"frame": 603, "date": "1999-12-26 03:00:00", "actual_anchor": 0.3827360491061897, "reference": 0.391069382439523, "lonlat": [-3.571428571428571, 49.595639856116314]}, {"frame": 604, "date": "1999-12-26 04:00:00", "actual_anchor": 0.4083333333333334, "reference": 0.4166666666666667, "lonlat": [-0.7142857142857143, 50.44356386922743]}, {"frame": 605, "date": "1999-12-26 05:00:00", "actual_anchor": 0.4289095314702889, "reference": 0.4375000000000001, "lonlat": [0.7142857142857143, 49.595639856116314]}, {"frame": 606, "date": "1999-12-26 06:00:00", "actual_anchor": 0.4353247828223805, "reference": 0.4476204117069847, "lonlat": [2.142857142857143, 50.44356386922743]}, {"frame": 607, "date": "1999-12-26 07:00:00", "actual_anchor": 0.4732979596213334, "reference": 0.4630972842271438, "lonlat": [3.5714285714285743, 50.44356386922743]}, {"frame": 608, "date": "1999-12-26 08:00:00", "actual_anchor": 0.486907490080636, "reference": 0.47857415674730275, "lonlat": [5.0, 50.44356386922743]}, {"frame": 609, "date": "1999-12-26 09:00:00", "actual_anchor": 0.5023843626007951, "reference": 0.49405102926746164, "lonlat": [6.428571428571424, 50.44356386922743]}, {"frame": 610, "date": "1999-12-26 10:00:00", "actual_anchor": 0.517861235120954, "reference": 0.5095279017876208, "lonlat": [7.857142857142858, 50.44356386922743]}, {"frame": 611, "date": "1999-12-26 11:00:00", "actual_anchor": 0.5333381076411131, "reference": 0.5250047743077797, "lonlat": [9.285714285714288, 50.44356386922743]}, {"frame": 612, "date": "1999-12-26 12:00:00", "actual_anchor": 0.5488149801612721, "reference": 0.5404816468279388, "lonlat": [10.714285714285714, 50.44356386922743]}, {"frame": 613, "date": "1999-12-26 13:00:00", "actual_anchor": 0.564291852681431, "reference": 0.5559585193480976, "lonlat": [12.14285714285714, 50.44356386922743]}, {"frame": 614, "date": "1999-12-26 14:00:00", "actual_anchor": 0.5797687252015901, "reference": 0.5714353918682566, "lonlat": [13.571428571428573, 50.44356386922743]}, {"frame": 615, "date": "1999-12-26 15:00:00", "actual_anchor": 0.5797687252015901, "reference": 0.5714353918682566, "lonlat": [13.571428571428573, 50.44356386922743]}, {"frame": 616, "date": "1999-12-26 16:00:00", "actual_anchor": 0.5952455977217491, "reference": 0.5869122643884157, "lonlat": [15.000000000000002, 50.44356386922743]}, {"frame": 617, "date": "1999-12-26 17:00:00", "actual_anchor": 0.6042516770539847, "reference": 0.6023891369085747, "lonlat": [16.42857142857143, 50.44356386922743]}, {"frame": 618, "date": "1999-12-26 18:00:00", "actual_anchor": 0.6025960858136203, "reference": 0.6023891369085747, "lonlat": [16.42857142857143, 50.44356386922743]}, {"frame": 619, "date": "1999-12-26 19:00:00", "actual_anchor": 0.6184454362433613, "reference": 0.6178660094287336, "lonlat": [17.857142857142858, 50.44356386922743]}, {"frame": 620, "date": "1999-12-26 20:00:00", "actual_anchor": 0.6179303920432164, "reference": 0.6178660094287336, "lonlat": [17.857142857142858, 50.44356386922743]}, {"frame": 621, "date": "1999-12-26 21:00:00", "actual_anchor": 0.6338997982965894, "reference": 0.6333428819488925, "lonlat": [19.285714285714285, 50.44356386922743]}, {"frame": 622, "date": "1999-12-26 22:00:00", "actual_anchor": 0.6334047634070659, "reference": 0.6333428819488925, "lonlat": [19.285714285714285, 50.44356386922743]}, {"frame": 623, "date": "1999-12-26 23:00:00", "actual_anchor": 0.6333497596841358, "reference": 0.6333428819488925, "lonlat": [19.285714285714285, 50.44356386922743]}]}, "B": {"track_id": 113, "frame": 610, "lonlat": [9.285714285714288, 66.01163429921519], "actual_anchor": 0.4363245287768315, "reference": 0.4446578621101648, "field_hPa": -24.47742273730672, "source_position_px": [1187.5, 94.29956856566434], "samples": [{"frame": 600, "date": "1999-12-26 00:00:00", "actual_anchor": 0.4482272445496877, "reference": 0.4398939112163544, "lonlat": [7.857142857142858, 63.4584625831927]}, {"frame": 601, "date": "1999-12-26 01:00:00", "actual_anchor": 0.4482272445496877, "reference": 0.4398939112163544, "lonlat": [7.857142857142858, 63.4584625831927]}, {"frame": 602, "date": "1999-12-26 02:00:00", "actual_anchor": 0.4482272445496877, "reference": 0.4398939112163544, "lonlat": [7.857142857142858, 63.4584625831927]}, {"frame": 603, "date": "1999-12-26 03:00:00", "actual_anchor": 0.4482272445496877, "reference": 0.4398939112163544, "lonlat": [7.857142857142858, 63.4584625831927]}, {"frame": 604, "date": "1999-12-26 04:00:00", "actual_anchor": 0.45834765625667256, "reference": 0.45001432292333915, "lonlat": [9.285714285714288, 64.70493280544402]}, {"frame": 605, "date": "1999-12-26 05:00:00", "actual_anchor": 0.46122818048152253, "reference": 0.45001432292333915, "lonlat": [9.285714285714288, 64.70493280544402]}, {"frame": 606, "date": "1999-12-26 06:00:00", "actual_anchor": 0.465741739104694, "reference": 0.45001432292333915, "lonlat": [9.285714285714288, 64.70493280544402]}, {"frame": 607, "date": "1999-12-26 07:00:00", "actual_anchor": 0.43981364752914953, "reference": 0.45001432292333915, "lonlat": [9.285714285714288, 64.70493280544402]}, {"frame": 608, "date": "1999-12-26 08:00:00", "actual_anchor": 0.44168098959000585, "reference": 0.45001432292333915, "lonlat": [9.285714285714288, 64.70493280544402]}, {"frame": 609, "date": "1999-12-26 09:00:00", "actual_anchor": 0.4363245287768315, "reference": 0.4446578621101648, "lonlat": [9.285714285714288, 66.01163429921519]}, {"frame": 610, "date": "1999-12-26 10:00:00", "actual_anchor": 0.4363245287768315, "reference": 0.4446578621101648, "lonlat": [9.285714285714288, 66.01163429921519]}, {"frame": 611, "date": "1999-12-26 11:00:00", "actual_anchor": 0.4363245287768315, "reference": 0.4446578621101648, "lonlat": [9.285714285714288, 66.01163429921519]}, {"frame": 612, "date": "1999-12-26 12:00:00", "actual_anchor": 0.43096806796365716, "reference": 0.4393014012969904, "lonlat": [9.285714285714288, 67.389044573133]}, {"frame": 613, "date": "1999-12-26 13:00:00", "actual_anchor": 0.41549119544349805, "reference": 0.4238245287768314, "lonlat": [7.857142857142858, 67.389044573133]}, {"frame": 614, "date": "1999-12-26 14:00:00", "actual_anchor": 0.41013473463032374, "reference": 0.4184680679636571, "lonlat": [7.857142857142858, 68.85101425867806]}, {"frame": 615, "date": "1999-12-26 15:00:00", "actual_anchor": 0.3738245287768313, "reference": 0.38215786211016467, "lonlat": [5.0, 70.41651429372894]}, {"frame": 616, "date": "1999-12-26 16:00:00", "actual_anchor": 0.3738245287768313, "reference": 0.38215786211016467, "lonlat": [5.0, 70.41651429372894]}]}, "C": {"track_id": 133, "frame": 610, "lonlat": [-12.142857142857142, 63.4584625831927], "actual_anchor": 0.22061595803349957, "reference": 0.22321769593412838, "field_hPa": -16.075817767216122, "source_position_px": [1112.5, 104.59032077136041], "samples": [{"frame": 605, "date": "1999-12-26 05:00:00", "actual_anchor": 0.21239943480878357, "reference": 0.2130972842271438, "lonlat": [-13.571428571428573, 62.26407095289291]}, {"frame": 606, "date": "1999-12-26 06:00:00", "actual_anchor": 0.21147652876683076, "reference": 0.2130972842271438, "lonlat": [-13.571428571428573, 62.26407095289291]}, {"frame": 607, "date": "1999-12-26 07:00:00", "actual_anchor": 0.21077238416481642, "reference": 0.2130972842271438, "lonlat": [-13.571428571428573, 62.26407095289291]}, {"frame": 608, "date": "1999-12-26 08:00:00", "actual_anchor": 0.2122474103176572, "reference": 0.2130972842271438, "lonlat": [-13.571428571428573, 62.26407095289291]}, {"frame": 609, "date": "1999-12-26 09:00:00", "actual_anchor": 0.22542537481878447, "reference": 0.2285741567473027, "lonlat": [-12.142857142857142, 62.26407095289291]}, {"frame": 610, "date": "1999-12-26 10:00:00", "actual_anchor": 0.22061595803349957, "reference": 0.22321769593412838, "lonlat": [-12.142857142857142, 63.4584625831927]}]}}, "direction": [0.9478317491832081, -0.3187710388982978], "output_anchor_tracks_native": true, "map_and_track_ids_identical": true, "local_raster_is_exact_full_map_crop": true, "crop_pixels": [1800, 0, 1872, 4096], "local_y_limits": [0.0, 1.0], "no_extrapolation": true, "feature_C_exists_only_frames": [605, 610], "track_identity_scope": "computed overlap-linked minima, not independently verified meteorological tracks", "main_window_rectangle_px": {"x": 781.9241935483869, "y": 33.6, "w": 29.67096774193548, "h": 312.0}, "matching_red_window_outlines": true, "complete_output_axis": true, "temporal_selection_only": true, "event_guides": "black dashed; selected source event red dashed"}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main_figures/Fig1/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main_figures/Fig1/ppt/presentation.xml><?xml version="1.0" encoding="utf-8"?>
<p:presentation xmlns:p="http://schemas.openxmlformats.org/presentationml/2006/main" xmlns:r="http://schemas.openxmlformats.org/officeDocument/2006/relationships">
  <p:sldMasterIdLst>
    <p:sldMasterId id="2147483648" r:id="Rce5a9f308a4d4dd0"/>
  </p:sldMasterIdLst>
  <p:notesMasterIdLst>
    <p:notesMasterId r:id="R160d422402814b7c"/>
  </p:notesMasterIdLst>
  <p:sldIdLst>
    <p:sldId id="256" r:id="R321c5432c7414306"/>
  </p:sldIdLst>
  <p:sldSz cx="12801600" cy="6096000"/>
  <p:notesSz cx="6858000" cy="9144000"/>
</p:presentation>
</file>

<file path=ppt/main_figures/Fig1/ppt/slideLayouts/_rels/slideLayout1.xml.rels><?xml version='1.0' encoding='utf-8'?>
<Relationships xmlns="http://schemas.openxmlformats.org/package/2006/relationships"><Relationship Type="http://schemas.openxmlformats.org/officeDocument/2006/relationships/slideMaster" Target="/ppt/main_figures/Fig1/ppt/slideMasters/slideMaster1.xml" Id="Ra4009599c3c14fd0" /></Relationships>
</file>

<file path=ppt/main_figures/Fig1/ppt/slideLayouts/_rels/slideLayout2.xml.rels><?xml version='1.0' encoding='utf-8'?>
<Relationships xmlns="http://schemas.openxmlformats.org/package/2006/relationships"><Relationship Type="http://schemas.openxmlformats.org/officeDocument/2006/relationships/slideMaster" Target="/ppt/main_figures/Fig1/ppt/slideMasters/slideMaster1.xml" Id="R15fc668908b24e00" /></Relationships>
</file>

<file path=ppt/main_figures/Fig1/ppt/slideLayouts/_rels/slideLayout3.xml.rels><?xml version='1.0' encoding='utf-8'?>
<Relationships xmlns="http://schemas.openxmlformats.org/package/2006/relationships"><Relationship Type="http://schemas.openxmlformats.org/officeDocument/2006/relationships/slideMaster" Target="/ppt/main_figures/Fig1/ppt/slideMasters/slideMaster1.xml" Id="Ra749991caf944bda" /></Relationships>
</file>

<file path=ppt/main_figures/Fig1/ppt/slideLayouts/_rels/slideLayout4.xml.rels><?xml version='1.0' encoding='utf-8'?>
<Relationships xmlns="http://schemas.openxmlformats.org/package/2006/relationships"><Relationship Type="http://schemas.openxmlformats.org/officeDocument/2006/relationships/slideMaster" Target="/ppt/main_figures/Fig1/ppt/slideMasters/slideMaster1.xml" Id="R02bf4ecdbe884e1f" /></Relationships>
</file>

<file path=ppt/main_figures/Fig1/ppt/slideLayouts/_rels/slideLayout5.xml.rels><?xml version='1.0' encoding='utf-8'?>
<Relationships xmlns="http://schemas.openxmlformats.org/package/2006/relationships"><Relationship Type="http://schemas.openxmlformats.org/officeDocument/2006/relationships/slideMaster" Target="/ppt/main_figures/Fig1/ppt/slideMasters/slideMaster1.xml" Id="Rc03a011b13aa43e4" /></Relationships>
</file>

<file path=ppt/main_figures/Fig1/ppt/slideLayouts/_rels/slideLayout6.xml.rels><?xml version='1.0' encoding='utf-8'?>
<Relationships xmlns="http://schemas.openxmlformats.org/package/2006/relationships"><Relationship Type="http://schemas.openxmlformats.org/officeDocument/2006/relationships/slideMaster" Target="/ppt/main_figures/Fig1/ppt/slideMasters/slideMaster1.xml" Id="R3539cd2fa4f14890" /></Relationships>
</file>

<file path=ppt/main_figures/Fig1/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CE2783A-A22D-407D-90B2-487E44ECEE44}"/>
              </a:ext>
            </a:extLst>
          </p:cNvPr>
          <p:cNvSpPr>
            <a:spLocks xmlns:a="http://schemas.openxmlformats.org/drawingml/2006/main" noGrp="1"/>
          </p:cNvSpPr>
          <p:nvPr>
            <p:ph type="title" idx="0"/>
          </p:nvPr>
        </p:nvSpPr>
        <p:spPr>
          <a:xfrm xmlns:a="http://schemas.openxmlformats.org/drawingml/2006/main">
            <a:off x="1280160" y="2302933"/>
            <a:ext cx="10241280" cy="88053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67" b="1">
                <a:solidFill>
                  <a:schemeClr val="tx1"/>
                </a:solidFill>
                <a:latin typeface="+mj-lt"/>
                <a:ea typeface="+mj-lt"/>
                <a:cs typeface="+mj-lt"/>
              </a:defRPr>
            </a:defPPr>
            <a:lvl1pPr marL="0" indent="0" algn="ctr">
              <a:lnSpc>
                <a:spcPct val="110000"/>
              </a:lnSpc>
              <a:spcBef>
                <a:spcPts val="0"/>
              </a:spcBef>
              <a:spcAft>
                <a:spcPts val="0"/>
              </a:spcAft>
              <a:buNone/>
              <a:defRPr sz="4267" b="1">
                <a:solidFill>
                  <a:schemeClr val="tx1"/>
                </a:solidFill>
                <a:latin typeface="+mj-lt"/>
                <a:ea typeface="+mj-lt"/>
                <a:cs typeface="+mj-lt"/>
              </a:defRPr>
            </a:lvl1pPr>
            <a:lvl2pPr marL="0" indent="0" algn="ctr">
              <a:lnSpc>
                <a:spcPct val="110000"/>
              </a:lnSpc>
              <a:spcBef>
                <a:spcPts val="0"/>
              </a:spcBef>
              <a:spcAft>
                <a:spcPts val="0"/>
              </a:spcAft>
              <a:buNone/>
              <a:defRPr sz="4267" b="1">
                <a:solidFill>
                  <a:schemeClr val="tx1"/>
                </a:solidFill>
                <a:latin typeface="+mj-lt"/>
                <a:ea typeface="+mj-lt"/>
                <a:cs typeface="+mj-lt"/>
              </a:defRPr>
            </a:lvl2pPr>
            <a:lvl3pPr marL="0" indent="0" algn="ctr">
              <a:lnSpc>
                <a:spcPct val="110000"/>
              </a:lnSpc>
              <a:spcBef>
                <a:spcPts val="0"/>
              </a:spcBef>
              <a:spcAft>
                <a:spcPts val="0"/>
              </a:spcAft>
              <a:buNone/>
              <a:defRPr sz="4267" b="1">
                <a:solidFill>
                  <a:schemeClr val="tx1"/>
                </a:solidFill>
                <a:latin typeface="+mj-lt"/>
                <a:ea typeface="+mj-lt"/>
                <a:cs typeface="+mj-lt"/>
              </a:defRPr>
            </a:lvl3pPr>
            <a:lvl4pPr marL="0" indent="0" algn="ctr">
              <a:lnSpc>
                <a:spcPct val="110000"/>
              </a:lnSpc>
              <a:spcBef>
                <a:spcPts val="0"/>
              </a:spcBef>
              <a:spcAft>
                <a:spcPts val="0"/>
              </a:spcAft>
              <a:buNone/>
              <a:defRPr sz="4267" b="1">
                <a:solidFill>
                  <a:schemeClr val="tx1"/>
                </a:solidFill>
                <a:latin typeface="+mj-lt"/>
                <a:ea typeface="+mj-lt"/>
                <a:cs typeface="+mj-lt"/>
              </a:defRPr>
            </a:lvl4pPr>
            <a:lvl5pPr marL="0" indent="0" algn="ctr">
              <a:lnSpc>
                <a:spcPct val="110000"/>
              </a:lnSpc>
              <a:spcBef>
                <a:spcPts val="0"/>
              </a:spcBef>
              <a:spcAft>
                <a:spcPts val="0"/>
              </a:spcAft>
              <a:buNone/>
              <a:defRPr sz="4267" b="1">
                <a:solidFill>
                  <a:schemeClr val="tx1"/>
                </a:solidFill>
                <a:latin typeface="+mj-lt"/>
                <a:ea typeface="+mj-lt"/>
                <a:cs typeface="+mj-lt"/>
              </a:defRPr>
            </a:lvl5pPr>
            <a:lvl6pPr marL="0" indent="0" algn="ctr">
              <a:lnSpc>
                <a:spcPct val="110000"/>
              </a:lnSpc>
              <a:spcBef>
                <a:spcPts val="0"/>
              </a:spcBef>
              <a:spcAft>
                <a:spcPts val="0"/>
              </a:spcAft>
              <a:buNone/>
              <a:defRPr sz="4267" b="1">
                <a:solidFill>
                  <a:schemeClr val="tx1"/>
                </a:solidFill>
                <a:latin typeface="+mj-lt"/>
                <a:ea typeface="+mj-lt"/>
                <a:cs typeface="+mj-lt"/>
              </a:defRPr>
            </a:lvl6pPr>
            <a:lvl7pPr marL="0" indent="0" algn="ctr">
              <a:lnSpc>
                <a:spcPct val="110000"/>
              </a:lnSpc>
              <a:spcBef>
                <a:spcPts val="0"/>
              </a:spcBef>
              <a:spcAft>
                <a:spcPts val="0"/>
              </a:spcAft>
              <a:buNone/>
              <a:defRPr sz="4267" b="1">
                <a:solidFill>
                  <a:schemeClr val="tx1"/>
                </a:solidFill>
                <a:latin typeface="+mj-lt"/>
                <a:ea typeface="+mj-lt"/>
                <a:cs typeface="+mj-lt"/>
              </a:defRPr>
            </a:lvl7pPr>
            <a:lvl8pPr marL="0" indent="0" algn="ctr">
              <a:lnSpc>
                <a:spcPct val="110000"/>
              </a:lnSpc>
              <a:spcBef>
                <a:spcPts val="0"/>
              </a:spcBef>
              <a:spcAft>
                <a:spcPts val="0"/>
              </a:spcAft>
              <a:buNone/>
              <a:defRPr sz="4267" b="1">
                <a:solidFill>
                  <a:schemeClr val="tx1"/>
                </a:solidFill>
                <a:latin typeface="+mj-lt"/>
                <a:ea typeface="+mj-lt"/>
                <a:cs typeface="+mj-lt"/>
              </a:defRPr>
            </a:lvl8pPr>
            <a:lvl9pPr marL="0" indent="0" algn="ctr">
              <a:lnSpc>
                <a:spcPct val="110000"/>
              </a:lnSpc>
              <a:spcBef>
                <a:spcPts val="0"/>
              </a:spcBef>
              <a:spcAft>
                <a:spcPts val="0"/>
              </a:spcAft>
              <a:buNone/>
              <a:defRPr sz="4267"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D276723-F471-4AC2-BCA3-62B257EB67A7}"/>
              </a:ext>
            </a:extLst>
          </p:cNvPr>
          <p:cNvSpPr>
            <a:spLocks xmlns:a="http://schemas.openxmlformats.org/drawingml/2006/main" noGrp="1"/>
          </p:cNvSpPr>
          <p:nvPr>
            <p:ph type="subTitle" idx="1"/>
          </p:nvPr>
        </p:nvSpPr>
        <p:spPr>
          <a:xfrm xmlns:a="http://schemas.openxmlformats.org/drawingml/2006/main">
            <a:off x="1920240" y="3352800"/>
            <a:ext cx="8961120" cy="67733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867" b="0">
                <a:solidFill>
                  <a:schemeClr val="tx1"/>
                </a:solidFill>
                <a:latin typeface="+mn-lt"/>
                <a:ea typeface="+mn-lt"/>
                <a:cs typeface="+mn-lt"/>
              </a:defRPr>
            </a:defPPr>
            <a:lvl1pPr marL="0" indent="0" algn="ctr">
              <a:lnSpc>
                <a:spcPct val="110000"/>
              </a:lnSpc>
              <a:spcBef>
                <a:spcPts val="0"/>
              </a:spcBef>
              <a:spcAft>
                <a:spcPts val="0"/>
              </a:spcAft>
              <a:buNone/>
              <a:defRPr sz="1867" b="0">
                <a:solidFill>
                  <a:schemeClr val="tx1"/>
                </a:solidFill>
                <a:latin typeface="+mn-lt"/>
                <a:ea typeface="+mn-lt"/>
                <a:cs typeface="+mn-lt"/>
              </a:defRPr>
            </a:lvl1pPr>
            <a:lvl2pPr marL="0" indent="0" algn="ctr">
              <a:lnSpc>
                <a:spcPct val="110000"/>
              </a:lnSpc>
              <a:spcBef>
                <a:spcPts val="0"/>
              </a:spcBef>
              <a:spcAft>
                <a:spcPts val="0"/>
              </a:spcAft>
              <a:buNone/>
              <a:defRPr sz="1867" b="0">
                <a:solidFill>
                  <a:schemeClr val="tx1"/>
                </a:solidFill>
                <a:latin typeface="+mn-lt"/>
                <a:ea typeface="+mn-lt"/>
                <a:cs typeface="+mn-lt"/>
              </a:defRPr>
            </a:lvl2pPr>
            <a:lvl3pPr marL="0" indent="0" algn="ctr">
              <a:lnSpc>
                <a:spcPct val="110000"/>
              </a:lnSpc>
              <a:spcBef>
                <a:spcPts val="0"/>
              </a:spcBef>
              <a:spcAft>
                <a:spcPts val="0"/>
              </a:spcAft>
              <a:buNone/>
              <a:defRPr sz="1867" b="0">
                <a:solidFill>
                  <a:schemeClr val="tx1"/>
                </a:solidFill>
                <a:latin typeface="+mn-lt"/>
                <a:ea typeface="+mn-lt"/>
                <a:cs typeface="+mn-lt"/>
              </a:defRPr>
            </a:lvl3pPr>
            <a:lvl4pPr marL="0" indent="0" algn="ctr">
              <a:lnSpc>
                <a:spcPct val="110000"/>
              </a:lnSpc>
              <a:spcBef>
                <a:spcPts val="0"/>
              </a:spcBef>
              <a:spcAft>
                <a:spcPts val="0"/>
              </a:spcAft>
              <a:buNone/>
              <a:defRPr sz="1867" b="0">
                <a:solidFill>
                  <a:schemeClr val="tx1"/>
                </a:solidFill>
                <a:latin typeface="+mn-lt"/>
                <a:ea typeface="+mn-lt"/>
                <a:cs typeface="+mn-lt"/>
              </a:defRPr>
            </a:lvl4pPr>
            <a:lvl5pPr marL="0" indent="0" algn="ctr">
              <a:lnSpc>
                <a:spcPct val="110000"/>
              </a:lnSpc>
              <a:spcBef>
                <a:spcPts val="0"/>
              </a:spcBef>
              <a:spcAft>
                <a:spcPts val="0"/>
              </a:spcAft>
              <a:buNone/>
              <a:defRPr sz="1867" b="0">
                <a:solidFill>
                  <a:schemeClr val="tx1"/>
                </a:solidFill>
                <a:latin typeface="+mn-lt"/>
                <a:ea typeface="+mn-lt"/>
                <a:cs typeface="+mn-lt"/>
              </a:defRPr>
            </a:lvl5pPr>
            <a:lvl6pPr marL="0" indent="0" algn="ctr">
              <a:lnSpc>
                <a:spcPct val="110000"/>
              </a:lnSpc>
              <a:spcBef>
                <a:spcPts val="0"/>
              </a:spcBef>
              <a:spcAft>
                <a:spcPts val="0"/>
              </a:spcAft>
              <a:buNone/>
              <a:defRPr sz="1867" b="0">
                <a:solidFill>
                  <a:schemeClr val="tx1"/>
                </a:solidFill>
                <a:latin typeface="+mn-lt"/>
                <a:ea typeface="+mn-lt"/>
                <a:cs typeface="+mn-lt"/>
              </a:defRPr>
            </a:lvl6pPr>
            <a:lvl7pPr marL="0" indent="0" algn="ctr">
              <a:lnSpc>
                <a:spcPct val="110000"/>
              </a:lnSpc>
              <a:spcBef>
                <a:spcPts val="0"/>
              </a:spcBef>
              <a:spcAft>
                <a:spcPts val="0"/>
              </a:spcAft>
              <a:buNone/>
              <a:defRPr sz="1867" b="0">
                <a:solidFill>
                  <a:schemeClr val="tx1"/>
                </a:solidFill>
                <a:latin typeface="+mn-lt"/>
                <a:ea typeface="+mn-lt"/>
                <a:cs typeface="+mn-lt"/>
              </a:defRPr>
            </a:lvl7pPr>
            <a:lvl8pPr marL="0" indent="0" algn="ctr">
              <a:lnSpc>
                <a:spcPct val="110000"/>
              </a:lnSpc>
              <a:spcBef>
                <a:spcPts val="0"/>
              </a:spcBef>
              <a:spcAft>
                <a:spcPts val="0"/>
              </a:spcAft>
              <a:buNone/>
              <a:defRPr sz="1867" b="0">
                <a:solidFill>
                  <a:schemeClr val="tx1"/>
                </a:solidFill>
                <a:latin typeface="+mn-lt"/>
                <a:ea typeface="+mn-lt"/>
                <a:cs typeface="+mn-lt"/>
              </a:defRPr>
            </a:lvl8pPr>
            <a:lvl9pPr marL="0" indent="0" algn="ctr">
              <a:lnSpc>
                <a:spcPct val="110000"/>
              </a:lnSpc>
              <a:spcBef>
                <a:spcPts val="0"/>
              </a:spcBef>
              <a:spcAft>
                <a:spcPts val="0"/>
              </a:spcAft>
              <a:buNone/>
              <a:defRPr sz="1867" b="0">
                <a:solidFill>
                  <a:schemeClr val="tx1"/>
                </a:solidFill>
                <a:latin typeface="+mn-lt"/>
                <a:ea typeface="+mn-lt"/>
                <a:cs typeface="+mn-lt"/>
              </a:defRPr>
            </a:lvl9pPr>
          </a:lstStyle>
          <a:p xmlns:a="http://schemas.openxmlformats.org/drawingml/2006/main"/>
        </p:txBody>
      </p:sp>
    </p:spTree>
  </p:cSld>
</p:sldLayout>
</file>

<file path=ppt/main_figures/Fig1/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311F24E-AFF7-4627-AADD-AE6C924435ED}"/>
              </a:ext>
            </a:extLst>
          </p:cNvPr>
          <p:cNvSpPr>
            <a:spLocks xmlns:a="http://schemas.openxmlformats.org/drawingml/2006/main" noGrp="1"/>
          </p:cNvSpPr>
          <p:nvPr>
            <p:ph type="title" idx="0"/>
          </p:nvPr>
        </p:nvSpPr>
        <p:spPr>
          <a:xfrm xmlns:a="http://schemas.openxmlformats.org/drawingml/2006/main">
            <a:off x="1280160" y="2540000"/>
            <a:ext cx="10241280" cy="1016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733" b="1">
                <a:solidFill>
                  <a:schemeClr val="tx1"/>
                </a:solidFill>
                <a:latin typeface="+mj-lt"/>
                <a:ea typeface="+mj-lt"/>
                <a:cs typeface="+mj-lt"/>
              </a:defRPr>
            </a:defPPr>
            <a:lvl1pPr marL="0" indent="0" algn="ctr">
              <a:lnSpc>
                <a:spcPct val="110000"/>
              </a:lnSpc>
              <a:spcBef>
                <a:spcPts val="0"/>
              </a:spcBef>
              <a:spcAft>
                <a:spcPts val="0"/>
              </a:spcAft>
              <a:buNone/>
              <a:defRPr sz="3733" b="1">
                <a:solidFill>
                  <a:schemeClr val="tx1"/>
                </a:solidFill>
                <a:latin typeface="+mj-lt"/>
                <a:ea typeface="+mj-lt"/>
                <a:cs typeface="+mj-lt"/>
              </a:defRPr>
            </a:lvl1pPr>
            <a:lvl2pPr marL="0" indent="0" algn="ctr">
              <a:lnSpc>
                <a:spcPct val="110000"/>
              </a:lnSpc>
              <a:spcBef>
                <a:spcPts val="0"/>
              </a:spcBef>
              <a:spcAft>
                <a:spcPts val="0"/>
              </a:spcAft>
              <a:buNone/>
              <a:defRPr sz="3733" b="1">
                <a:solidFill>
                  <a:schemeClr val="tx1"/>
                </a:solidFill>
                <a:latin typeface="+mj-lt"/>
                <a:ea typeface="+mj-lt"/>
                <a:cs typeface="+mj-lt"/>
              </a:defRPr>
            </a:lvl2pPr>
            <a:lvl3pPr marL="0" indent="0" algn="ctr">
              <a:lnSpc>
                <a:spcPct val="110000"/>
              </a:lnSpc>
              <a:spcBef>
                <a:spcPts val="0"/>
              </a:spcBef>
              <a:spcAft>
                <a:spcPts val="0"/>
              </a:spcAft>
              <a:buNone/>
              <a:defRPr sz="3733" b="1">
                <a:solidFill>
                  <a:schemeClr val="tx1"/>
                </a:solidFill>
                <a:latin typeface="+mj-lt"/>
                <a:ea typeface="+mj-lt"/>
                <a:cs typeface="+mj-lt"/>
              </a:defRPr>
            </a:lvl3pPr>
            <a:lvl4pPr marL="0" indent="0" algn="ctr">
              <a:lnSpc>
                <a:spcPct val="110000"/>
              </a:lnSpc>
              <a:spcBef>
                <a:spcPts val="0"/>
              </a:spcBef>
              <a:spcAft>
                <a:spcPts val="0"/>
              </a:spcAft>
              <a:buNone/>
              <a:defRPr sz="3733" b="1">
                <a:solidFill>
                  <a:schemeClr val="tx1"/>
                </a:solidFill>
                <a:latin typeface="+mj-lt"/>
                <a:ea typeface="+mj-lt"/>
                <a:cs typeface="+mj-lt"/>
              </a:defRPr>
            </a:lvl4pPr>
            <a:lvl5pPr marL="0" indent="0" algn="ctr">
              <a:lnSpc>
                <a:spcPct val="110000"/>
              </a:lnSpc>
              <a:spcBef>
                <a:spcPts val="0"/>
              </a:spcBef>
              <a:spcAft>
                <a:spcPts val="0"/>
              </a:spcAft>
              <a:buNone/>
              <a:defRPr sz="3733" b="1">
                <a:solidFill>
                  <a:schemeClr val="tx1"/>
                </a:solidFill>
                <a:latin typeface="+mj-lt"/>
                <a:ea typeface="+mj-lt"/>
                <a:cs typeface="+mj-lt"/>
              </a:defRPr>
            </a:lvl5pPr>
            <a:lvl6pPr marL="0" indent="0" algn="ctr">
              <a:lnSpc>
                <a:spcPct val="110000"/>
              </a:lnSpc>
              <a:spcBef>
                <a:spcPts val="0"/>
              </a:spcBef>
              <a:spcAft>
                <a:spcPts val="0"/>
              </a:spcAft>
              <a:buNone/>
              <a:defRPr sz="3733" b="1">
                <a:solidFill>
                  <a:schemeClr val="tx1"/>
                </a:solidFill>
                <a:latin typeface="+mj-lt"/>
                <a:ea typeface="+mj-lt"/>
                <a:cs typeface="+mj-lt"/>
              </a:defRPr>
            </a:lvl6pPr>
            <a:lvl7pPr marL="0" indent="0" algn="ctr">
              <a:lnSpc>
                <a:spcPct val="110000"/>
              </a:lnSpc>
              <a:spcBef>
                <a:spcPts val="0"/>
              </a:spcBef>
              <a:spcAft>
                <a:spcPts val="0"/>
              </a:spcAft>
              <a:buNone/>
              <a:defRPr sz="3733" b="1">
                <a:solidFill>
                  <a:schemeClr val="tx1"/>
                </a:solidFill>
                <a:latin typeface="+mj-lt"/>
                <a:ea typeface="+mj-lt"/>
                <a:cs typeface="+mj-lt"/>
              </a:defRPr>
            </a:lvl7pPr>
            <a:lvl8pPr marL="0" indent="0" algn="ctr">
              <a:lnSpc>
                <a:spcPct val="110000"/>
              </a:lnSpc>
              <a:spcBef>
                <a:spcPts val="0"/>
              </a:spcBef>
              <a:spcAft>
                <a:spcPts val="0"/>
              </a:spcAft>
              <a:buNone/>
              <a:defRPr sz="3733" b="1">
                <a:solidFill>
                  <a:schemeClr val="tx1"/>
                </a:solidFill>
                <a:latin typeface="+mj-lt"/>
                <a:ea typeface="+mj-lt"/>
                <a:cs typeface="+mj-lt"/>
              </a:defRPr>
            </a:lvl8pPr>
            <a:lvl9pPr marL="0" indent="0" algn="ctr">
              <a:lnSpc>
                <a:spcPct val="110000"/>
              </a:lnSpc>
              <a:spcBef>
                <a:spcPts val="0"/>
              </a:spcBef>
              <a:spcAft>
                <a:spcPts val="0"/>
              </a:spcAft>
              <a:buNone/>
              <a:defRPr sz="3733" b="1">
                <a:solidFill>
                  <a:schemeClr val="tx1"/>
                </a:solidFill>
                <a:latin typeface="+mj-lt"/>
                <a:ea typeface="+mj-lt"/>
                <a:cs typeface="+mj-lt"/>
              </a:defRPr>
            </a:lvl9pPr>
          </a:lstStyle>
          <a:p xmlns:a="http://schemas.openxmlformats.org/drawingml/2006/main"/>
        </p:txBody>
      </p:sp>
    </p:spTree>
  </p:cSld>
</p:sldLayout>
</file>

<file path=ppt/main_figures/Fig1/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7EF94D9-DB20-4D7D-ADFA-65A6009BAA31}"/>
              </a:ext>
            </a:extLst>
          </p:cNvPr>
          <p:cNvSpPr>
            <a:spLocks xmlns:a="http://schemas.openxmlformats.org/drawingml/2006/main" noGrp="1"/>
          </p:cNvSpPr>
          <p:nvPr>
            <p:ph type="title" idx="0"/>
          </p:nvPr>
        </p:nvSpPr>
        <p:spPr>
          <a:xfrm xmlns:a="http://schemas.openxmlformats.org/drawingml/2006/main">
            <a:off x="720090" y="474133"/>
            <a:ext cx="11361420" cy="745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933" b="1">
                <a:solidFill>
                  <a:schemeClr val="tx1"/>
                </a:solidFill>
                <a:latin typeface="+mj-lt"/>
                <a:ea typeface="+mj-lt"/>
                <a:cs typeface="+mj-lt"/>
              </a:defRPr>
            </a:defPPr>
            <a:lvl1pPr marL="0" indent="0" algn="l">
              <a:lnSpc>
                <a:spcPct val="110000"/>
              </a:lnSpc>
              <a:spcBef>
                <a:spcPts val="0"/>
              </a:spcBef>
              <a:spcAft>
                <a:spcPts val="0"/>
              </a:spcAft>
              <a:buNone/>
              <a:defRPr sz="2933" b="1">
                <a:solidFill>
                  <a:schemeClr val="tx1"/>
                </a:solidFill>
                <a:latin typeface="+mj-lt"/>
                <a:ea typeface="+mj-lt"/>
                <a:cs typeface="+mj-lt"/>
              </a:defRPr>
            </a:lvl1pPr>
            <a:lvl2pPr marL="0" indent="0" algn="l">
              <a:lnSpc>
                <a:spcPct val="110000"/>
              </a:lnSpc>
              <a:spcBef>
                <a:spcPts val="0"/>
              </a:spcBef>
              <a:spcAft>
                <a:spcPts val="0"/>
              </a:spcAft>
              <a:buNone/>
              <a:defRPr sz="2933" b="1">
                <a:solidFill>
                  <a:schemeClr val="tx1"/>
                </a:solidFill>
                <a:latin typeface="+mj-lt"/>
                <a:ea typeface="+mj-lt"/>
                <a:cs typeface="+mj-lt"/>
              </a:defRPr>
            </a:lvl2pPr>
            <a:lvl3pPr marL="0" indent="0" algn="l">
              <a:lnSpc>
                <a:spcPct val="110000"/>
              </a:lnSpc>
              <a:spcBef>
                <a:spcPts val="0"/>
              </a:spcBef>
              <a:spcAft>
                <a:spcPts val="0"/>
              </a:spcAft>
              <a:buNone/>
              <a:defRPr sz="2933" b="1">
                <a:solidFill>
                  <a:schemeClr val="tx1"/>
                </a:solidFill>
                <a:latin typeface="+mj-lt"/>
                <a:ea typeface="+mj-lt"/>
                <a:cs typeface="+mj-lt"/>
              </a:defRPr>
            </a:lvl3pPr>
            <a:lvl4pPr marL="0" indent="0" algn="l">
              <a:lnSpc>
                <a:spcPct val="110000"/>
              </a:lnSpc>
              <a:spcBef>
                <a:spcPts val="0"/>
              </a:spcBef>
              <a:spcAft>
                <a:spcPts val="0"/>
              </a:spcAft>
              <a:buNone/>
              <a:defRPr sz="2933" b="1">
                <a:solidFill>
                  <a:schemeClr val="tx1"/>
                </a:solidFill>
                <a:latin typeface="+mj-lt"/>
                <a:ea typeface="+mj-lt"/>
                <a:cs typeface="+mj-lt"/>
              </a:defRPr>
            </a:lvl4pPr>
            <a:lvl5pPr marL="0" indent="0" algn="l">
              <a:lnSpc>
                <a:spcPct val="110000"/>
              </a:lnSpc>
              <a:spcBef>
                <a:spcPts val="0"/>
              </a:spcBef>
              <a:spcAft>
                <a:spcPts val="0"/>
              </a:spcAft>
              <a:buNone/>
              <a:defRPr sz="2933" b="1">
                <a:solidFill>
                  <a:schemeClr val="tx1"/>
                </a:solidFill>
                <a:latin typeface="+mj-lt"/>
                <a:ea typeface="+mj-lt"/>
                <a:cs typeface="+mj-lt"/>
              </a:defRPr>
            </a:lvl5pPr>
            <a:lvl6pPr marL="0" indent="0" algn="l">
              <a:lnSpc>
                <a:spcPct val="110000"/>
              </a:lnSpc>
              <a:spcBef>
                <a:spcPts val="0"/>
              </a:spcBef>
              <a:spcAft>
                <a:spcPts val="0"/>
              </a:spcAft>
              <a:buNone/>
              <a:defRPr sz="2933" b="1">
                <a:solidFill>
                  <a:schemeClr val="tx1"/>
                </a:solidFill>
                <a:latin typeface="+mj-lt"/>
                <a:ea typeface="+mj-lt"/>
                <a:cs typeface="+mj-lt"/>
              </a:defRPr>
            </a:lvl6pPr>
            <a:lvl7pPr marL="0" indent="0" algn="l">
              <a:lnSpc>
                <a:spcPct val="110000"/>
              </a:lnSpc>
              <a:spcBef>
                <a:spcPts val="0"/>
              </a:spcBef>
              <a:spcAft>
                <a:spcPts val="0"/>
              </a:spcAft>
              <a:buNone/>
              <a:defRPr sz="2933" b="1">
                <a:solidFill>
                  <a:schemeClr val="tx1"/>
                </a:solidFill>
                <a:latin typeface="+mj-lt"/>
                <a:ea typeface="+mj-lt"/>
                <a:cs typeface="+mj-lt"/>
              </a:defRPr>
            </a:lvl7pPr>
            <a:lvl8pPr marL="0" indent="0" algn="l">
              <a:lnSpc>
                <a:spcPct val="110000"/>
              </a:lnSpc>
              <a:spcBef>
                <a:spcPts val="0"/>
              </a:spcBef>
              <a:spcAft>
                <a:spcPts val="0"/>
              </a:spcAft>
              <a:buNone/>
              <a:defRPr sz="2933" b="1">
                <a:solidFill>
                  <a:schemeClr val="tx1"/>
                </a:solidFill>
                <a:latin typeface="+mj-lt"/>
                <a:ea typeface="+mj-lt"/>
                <a:cs typeface="+mj-lt"/>
              </a:defRPr>
            </a:lvl8pPr>
            <a:lvl9pPr marL="0" indent="0" algn="l">
              <a:lnSpc>
                <a:spcPct val="110000"/>
              </a:lnSpc>
              <a:spcBef>
                <a:spcPts val="0"/>
              </a:spcBef>
              <a:spcAft>
                <a:spcPts val="0"/>
              </a:spcAft>
              <a:buNone/>
              <a:defRPr sz="2933"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8C1BF66-E484-4457-9C2E-18B55B320236}"/>
              </a:ext>
            </a:extLst>
          </p:cNvPr>
          <p:cNvSpPr>
            <a:spLocks xmlns:a="http://schemas.openxmlformats.org/drawingml/2006/main" noGrp="1"/>
          </p:cNvSpPr>
          <p:nvPr>
            <p:ph type="body" idx="1"/>
          </p:nvPr>
        </p:nvSpPr>
        <p:spPr>
          <a:xfrm xmlns:a="http://schemas.openxmlformats.org/drawingml/2006/main">
            <a:off x="720090" y="1693333"/>
            <a:ext cx="11361420" cy="3793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000" b="0">
                <a:solidFill>
                  <a:schemeClr val="tx1"/>
                </a:solidFill>
                <a:latin typeface="+mn-lt"/>
                <a:ea typeface="+mn-lt"/>
                <a:cs typeface="+mn-lt"/>
              </a:defRPr>
            </a:defPPr>
            <a:lvl1pPr marL="203200" indent="-203200" algn="l">
              <a:lnSpc>
                <a:spcPct val="110000"/>
              </a:lnSpc>
              <a:spcBef>
                <a:spcPts val="0"/>
              </a:spcBef>
              <a:spcAft>
                <a:spcPts val="1067"/>
              </a:spcAft>
              <a:buChar char="•"/>
              <a:defRPr sz="2000" b="0">
                <a:solidFill>
                  <a:schemeClr val="tx1"/>
                </a:solidFill>
                <a:latin typeface="+mn-lt"/>
                <a:ea typeface="+mn-lt"/>
                <a:cs typeface="+mn-lt"/>
              </a:defRPr>
            </a:lvl1pPr>
            <a:lvl2pPr marL="474133" indent="-203200" algn="l">
              <a:lnSpc>
                <a:spcPct val="110000"/>
              </a:lnSpc>
              <a:spcBef>
                <a:spcPts val="0"/>
              </a:spcBef>
              <a:spcAft>
                <a:spcPts val="1067"/>
              </a:spcAft>
              <a:buChar char="•"/>
              <a:defRPr sz="2000" b="0">
                <a:solidFill>
                  <a:schemeClr val="tx1"/>
                </a:solidFill>
                <a:latin typeface="+mn-lt"/>
                <a:ea typeface="+mn-lt"/>
                <a:cs typeface="+mn-lt"/>
              </a:defRPr>
            </a:lvl2pPr>
            <a:lvl3pPr marL="745067" indent="-203200" algn="l">
              <a:lnSpc>
                <a:spcPct val="110000"/>
              </a:lnSpc>
              <a:spcBef>
                <a:spcPts val="0"/>
              </a:spcBef>
              <a:spcAft>
                <a:spcPts val="1067"/>
              </a:spcAft>
              <a:buChar char="•"/>
              <a:defRPr sz="2000" b="0">
                <a:solidFill>
                  <a:schemeClr val="tx1"/>
                </a:solidFill>
                <a:latin typeface="+mn-lt"/>
                <a:ea typeface="+mn-lt"/>
                <a:cs typeface="+mn-lt"/>
              </a:defRPr>
            </a:lvl3pPr>
            <a:lvl4pPr marL="1016000" indent="-203200" algn="l">
              <a:lnSpc>
                <a:spcPct val="110000"/>
              </a:lnSpc>
              <a:spcBef>
                <a:spcPts val="0"/>
              </a:spcBef>
              <a:spcAft>
                <a:spcPts val="1067"/>
              </a:spcAft>
              <a:buChar char="•"/>
              <a:defRPr sz="2000" b="0">
                <a:solidFill>
                  <a:schemeClr val="tx1"/>
                </a:solidFill>
                <a:latin typeface="+mn-lt"/>
                <a:ea typeface="+mn-lt"/>
                <a:cs typeface="+mn-lt"/>
              </a:defRPr>
            </a:lvl4pPr>
            <a:lvl5pPr marL="1286933" indent="-203200" algn="l">
              <a:lnSpc>
                <a:spcPct val="110000"/>
              </a:lnSpc>
              <a:spcBef>
                <a:spcPts val="0"/>
              </a:spcBef>
              <a:spcAft>
                <a:spcPts val="1067"/>
              </a:spcAft>
              <a:buChar char="•"/>
              <a:defRPr sz="2000" b="0">
                <a:solidFill>
                  <a:schemeClr val="tx1"/>
                </a:solidFill>
                <a:latin typeface="+mn-lt"/>
                <a:ea typeface="+mn-lt"/>
                <a:cs typeface="+mn-lt"/>
              </a:defRPr>
            </a:lvl5pPr>
            <a:lvl6pPr marL="1557867" indent="-203200" algn="l">
              <a:lnSpc>
                <a:spcPct val="110000"/>
              </a:lnSpc>
              <a:spcBef>
                <a:spcPts val="0"/>
              </a:spcBef>
              <a:spcAft>
                <a:spcPts val="1067"/>
              </a:spcAft>
              <a:buChar char="•"/>
              <a:defRPr sz="2000" b="0">
                <a:solidFill>
                  <a:schemeClr val="tx1"/>
                </a:solidFill>
                <a:latin typeface="+mn-lt"/>
                <a:ea typeface="+mn-lt"/>
                <a:cs typeface="+mn-lt"/>
              </a:defRPr>
            </a:lvl6pPr>
            <a:lvl7pPr marL="1828800" indent="-203200" algn="l">
              <a:lnSpc>
                <a:spcPct val="110000"/>
              </a:lnSpc>
              <a:spcBef>
                <a:spcPts val="0"/>
              </a:spcBef>
              <a:spcAft>
                <a:spcPts val="1067"/>
              </a:spcAft>
              <a:buChar char="•"/>
              <a:defRPr sz="2000" b="0">
                <a:solidFill>
                  <a:schemeClr val="tx1"/>
                </a:solidFill>
                <a:latin typeface="+mn-lt"/>
                <a:ea typeface="+mn-lt"/>
                <a:cs typeface="+mn-lt"/>
              </a:defRPr>
            </a:lvl7pPr>
            <a:lvl8pPr marL="2099733" indent="-203200" algn="l">
              <a:lnSpc>
                <a:spcPct val="110000"/>
              </a:lnSpc>
              <a:spcBef>
                <a:spcPts val="0"/>
              </a:spcBef>
              <a:spcAft>
                <a:spcPts val="1067"/>
              </a:spcAft>
              <a:buChar char="•"/>
              <a:defRPr sz="2000" b="0">
                <a:solidFill>
                  <a:schemeClr val="tx1"/>
                </a:solidFill>
                <a:latin typeface="+mn-lt"/>
                <a:ea typeface="+mn-lt"/>
                <a:cs typeface="+mn-lt"/>
              </a:defRPr>
            </a:lvl8pPr>
            <a:lvl9pPr marL="2370667" indent="-203200" algn="l">
              <a:lnSpc>
                <a:spcPct val="110000"/>
              </a:lnSpc>
              <a:spcBef>
                <a:spcPts val="0"/>
              </a:spcBef>
              <a:spcAft>
                <a:spcPts val="1067"/>
              </a:spcAft>
              <a:buChar char="•"/>
              <a:defRPr sz="2000" b="0">
                <a:solidFill>
                  <a:schemeClr val="tx1"/>
                </a:solidFill>
                <a:latin typeface="+mn-lt"/>
                <a:ea typeface="+mn-lt"/>
                <a:cs typeface="+mn-lt"/>
              </a:defRPr>
            </a:lvl9pPr>
          </a:lstStyle>
          <a:p xmlns:a="http://schemas.openxmlformats.org/drawingml/2006/main"/>
        </p:txBody>
      </p:sp>
    </p:spTree>
  </p:cSld>
</p:sldLayout>
</file>

<file path=ppt/main_figures/Fig1/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F31622C-395C-4372-98FC-81C57F609D28}"/>
              </a:ext>
            </a:extLst>
          </p:cNvPr>
          <p:cNvSpPr>
            <a:spLocks xmlns:a="http://schemas.openxmlformats.org/drawingml/2006/main" noGrp="1"/>
          </p:cNvSpPr>
          <p:nvPr>
            <p:ph type="title" idx="0"/>
          </p:nvPr>
        </p:nvSpPr>
        <p:spPr>
          <a:xfrm xmlns:a="http://schemas.openxmlformats.org/drawingml/2006/main">
            <a:off x="720090" y="474133"/>
            <a:ext cx="11361420" cy="745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933" b="1">
                <a:solidFill>
                  <a:schemeClr val="tx1"/>
                </a:solidFill>
                <a:latin typeface="+mj-lt"/>
                <a:ea typeface="+mj-lt"/>
                <a:cs typeface="+mj-lt"/>
              </a:defRPr>
            </a:defPPr>
            <a:lvl1pPr marL="0" indent="0" algn="l">
              <a:lnSpc>
                <a:spcPct val="110000"/>
              </a:lnSpc>
              <a:spcBef>
                <a:spcPts val="0"/>
              </a:spcBef>
              <a:spcAft>
                <a:spcPts val="0"/>
              </a:spcAft>
              <a:buNone/>
              <a:defRPr sz="2933" b="1">
                <a:solidFill>
                  <a:schemeClr val="tx1"/>
                </a:solidFill>
                <a:latin typeface="+mj-lt"/>
                <a:ea typeface="+mj-lt"/>
                <a:cs typeface="+mj-lt"/>
              </a:defRPr>
            </a:lvl1pPr>
            <a:lvl2pPr marL="0" indent="0" algn="l">
              <a:lnSpc>
                <a:spcPct val="110000"/>
              </a:lnSpc>
              <a:spcBef>
                <a:spcPts val="0"/>
              </a:spcBef>
              <a:spcAft>
                <a:spcPts val="0"/>
              </a:spcAft>
              <a:buNone/>
              <a:defRPr sz="2933" b="1">
                <a:solidFill>
                  <a:schemeClr val="tx1"/>
                </a:solidFill>
                <a:latin typeface="+mj-lt"/>
                <a:ea typeface="+mj-lt"/>
                <a:cs typeface="+mj-lt"/>
              </a:defRPr>
            </a:lvl2pPr>
            <a:lvl3pPr marL="0" indent="0" algn="l">
              <a:lnSpc>
                <a:spcPct val="110000"/>
              </a:lnSpc>
              <a:spcBef>
                <a:spcPts val="0"/>
              </a:spcBef>
              <a:spcAft>
                <a:spcPts val="0"/>
              </a:spcAft>
              <a:buNone/>
              <a:defRPr sz="2933" b="1">
                <a:solidFill>
                  <a:schemeClr val="tx1"/>
                </a:solidFill>
                <a:latin typeface="+mj-lt"/>
                <a:ea typeface="+mj-lt"/>
                <a:cs typeface="+mj-lt"/>
              </a:defRPr>
            </a:lvl3pPr>
            <a:lvl4pPr marL="0" indent="0" algn="l">
              <a:lnSpc>
                <a:spcPct val="110000"/>
              </a:lnSpc>
              <a:spcBef>
                <a:spcPts val="0"/>
              </a:spcBef>
              <a:spcAft>
                <a:spcPts val="0"/>
              </a:spcAft>
              <a:buNone/>
              <a:defRPr sz="2933" b="1">
                <a:solidFill>
                  <a:schemeClr val="tx1"/>
                </a:solidFill>
                <a:latin typeface="+mj-lt"/>
                <a:ea typeface="+mj-lt"/>
                <a:cs typeface="+mj-lt"/>
              </a:defRPr>
            </a:lvl4pPr>
            <a:lvl5pPr marL="0" indent="0" algn="l">
              <a:lnSpc>
                <a:spcPct val="110000"/>
              </a:lnSpc>
              <a:spcBef>
                <a:spcPts val="0"/>
              </a:spcBef>
              <a:spcAft>
                <a:spcPts val="0"/>
              </a:spcAft>
              <a:buNone/>
              <a:defRPr sz="2933" b="1">
                <a:solidFill>
                  <a:schemeClr val="tx1"/>
                </a:solidFill>
                <a:latin typeface="+mj-lt"/>
                <a:ea typeface="+mj-lt"/>
                <a:cs typeface="+mj-lt"/>
              </a:defRPr>
            </a:lvl5pPr>
            <a:lvl6pPr marL="0" indent="0" algn="l">
              <a:lnSpc>
                <a:spcPct val="110000"/>
              </a:lnSpc>
              <a:spcBef>
                <a:spcPts val="0"/>
              </a:spcBef>
              <a:spcAft>
                <a:spcPts val="0"/>
              </a:spcAft>
              <a:buNone/>
              <a:defRPr sz="2933" b="1">
                <a:solidFill>
                  <a:schemeClr val="tx1"/>
                </a:solidFill>
                <a:latin typeface="+mj-lt"/>
                <a:ea typeface="+mj-lt"/>
                <a:cs typeface="+mj-lt"/>
              </a:defRPr>
            </a:lvl6pPr>
            <a:lvl7pPr marL="0" indent="0" algn="l">
              <a:lnSpc>
                <a:spcPct val="110000"/>
              </a:lnSpc>
              <a:spcBef>
                <a:spcPts val="0"/>
              </a:spcBef>
              <a:spcAft>
                <a:spcPts val="0"/>
              </a:spcAft>
              <a:buNone/>
              <a:defRPr sz="2933" b="1">
                <a:solidFill>
                  <a:schemeClr val="tx1"/>
                </a:solidFill>
                <a:latin typeface="+mj-lt"/>
                <a:ea typeface="+mj-lt"/>
                <a:cs typeface="+mj-lt"/>
              </a:defRPr>
            </a:lvl7pPr>
            <a:lvl8pPr marL="0" indent="0" algn="l">
              <a:lnSpc>
                <a:spcPct val="110000"/>
              </a:lnSpc>
              <a:spcBef>
                <a:spcPts val="0"/>
              </a:spcBef>
              <a:spcAft>
                <a:spcPts val="0"/>
              </a:spcAft>
              <a:buNone/>
              <a:defRPr sz="2933" b="1">
                <a:solidFill>
                  <a:schemeClr val="tx1"/>
                </a:solidFill>
                <a:latin typeface="+mj-lt"/>
                <a:ea typeface="+mj-lt"/>
                <a:cs typeface="+mj-lt"/>
              </a:defRPr>
            </a:lvl8pPr>
            <a:lvl9pPr marL="0" indent="0" algn="l">
              <a:lnSpc>
                <a:spcPct val="110000"/>
              </a:lnSpc>
              <a:spcBef>
                <a:spcPts val="0"/>
              </a:spcBef>
              <a:spcAft>
                <a:spcPts val="0"/>
              </a:spcAft>
              <a:buNone/>
              <a:defRPr sz="2933"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FA90AFC-D2D9-4C3E-AB2D-830971F58C71}"/>
              </a:ext>
            </a:extLst>
          </p:cNvPr>
          <p:cNvSpPr>
            <a:spLocks xmlns:a="http://schemas.openxmlformats.org/drawingml/2006/main" noGrp="1"/>
          </p:cNvSpPr>
          <p:nvPr>
            <p:ph type="body" idx="1"/>
          </p:nvPr>
        </p:nvSpPr>
        <p:spPr>
          <a:xfrm xmlns:a="http://schemas.openxmlformats.org/drawingml/2006/main">
            <a:off x="720090" y="1693333"/>
            <a:ext cx="5280660" cy="3793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867" b="0">
                <a:solidFill>
                  <a:schemeClr val="tx1"/>
                </a:solidFill>
                <a:latin typeface="+mn-lt"/>
                <a:ea typeface="+mn-lt"/>
                <a:cs typeface="+mn-lt"/>
              </a:defRPr>
            </a:defPPr>
            <a:lvl1pPr marL="203200" indent="-203200" algn="l">
              <a:lnSpc>
                <a:spcPct val="110000"/>
              </a:lnSpc>
              <a:spcBef>
                <a:spcPts val="0"/>
              </a:spcBef>
              <a:spcAft>
                <a:spcPts val="1067"/>
              </a:spcAft>
              <a:buChar char="•"/>
              <a:defRPr sz="1867" b="0">
                <a:solidFill>
                  <a:schemeClr val="tx1"/>
                </a:solidFill>
                <a:latin typeface="+mn-lt"/>
                <a:ea typeface="+mn-lt"/>
                <a:cs typeface="+mn-lt"/>
              </a:defRPr>
            </a:lvl1pPr>
            <a:lvl2pPr marL="474133" indent="-203200" algn="l">
              <a:lnSpc>
                <a:spcPct val="110000"/>
              </a:lnSpc>
              <a:spcBef>
                <a:spcPts val="0"/>
              </a:spcBef>
              <a:spcAft>
                <a:spcPts val="1067"/>
              </a:spcAft>
              <a:buChar char="•"/>
              <a:defRPr sz="1867" b="0">
                <a:solidFill>
                  <a:schemeClr val="tx1"/>
                </a:solidFill>
                <a:latin typeface="+mn-lt"/>
                <a:ea typeface="+mn-lt"/>
                <a:cs typeface="+mn-lt"/>
              </a:defRPr>
            </a:lvl2pPr>
            <a:lvl3pPr marL="745067" indent="-203200" algn="l">
              <a:lnSpc>
                <a:spcPct val="110000"/>
              </a:lnSpc>
              <a:spcBef>
                <a:spcPts val="0"/>
              </a:spcBef>
              <a:spcAft>
                <a:spcPts val="1067"/>
              </a:spcAft>
              <a:buChar char="•"/>
              <a:defRPr sz="1867" b="0">
                <a:solidFill>
                  <a:schemeClr val="tx1"/>
                </a:solidFill>
                <a:latin typeface="+mn-lt"/>
                <a:ea typeface="+mn-lt"/>
                <a:cs typeface="+mn-lt"/>
              </a:defRPr>
            </a:lvl3pPr>
            <a:lvl4pPr marL="1016000" indent="-203200" algn="l">
              <a:lnSpc>
                <a:spcPct val="110000"/>
              </a:lnSpc>
              <a:spcBef>
                <a:spcPts val="0"/>
              </a:spcBef>
              <a:spcAft>
                <a:spcPts val="1067"/>
              </a:spcAft>
              <a:buChar char="•"/>
              <a:defRPr sz="1867" b="0">
                <a:solidFill>
                  <a:schemeClr val="tx1"/>
                </a:solidFill>
                <a:latin typeface="+mn-lt"/>
                <a:ea typeface="+mn-lt"/>
                <a:cs typeface="+mn-lt"/>
              </a:defRPr>
            </a:lvl4pPr>
            <a:lvl5pPr marL="1286933" indent="-203200" algn="l">
              <a:lnSpc>
                <a:spcPct val="110000"/>
              </a:lnSpc>
              <a:spcBef>
                <a:spcPts val="0"/>
              </a:spcBef>
              <a:spcAft>
                <a:spcPts val="1067"/>
              </a:spcAft>
              <a:buChar char="•"/>
              <a:defRPr sz="1867" b="0">
                <a:solidFill>
                  <a:schemeClr val="tx1"/>
                </a:solidFill>
                <a:latin typeface="+mn-lt"/>
                <a:ea typeface="+mn-lt"/>
                <a:cs typeface="+mn-lt"/>
              </a:defRPr>
            </a:lvl5pPr>
            <a:lvl6pPr marL="1557867" indent="-203200" algn="l">
              <a:lnSpc>
                <a:spcPct val="110000"/>
              </a:lnSpc>
              <a:spcBef>
                <a:spcPts val="0"/>
              </a:spcBef>
              <a:spcAft>
                <a:spcPts val="1067"/>
              </a:spcAft>
              <a:buChar char="•"/>
              <a:defRPr sz="1867" b="0">
                <a:solidFill>
                  <a:schemeClr val="tx1"/>
                </a:solidFill>
                <a:latin typeface="+mn-lt"/>
                <a:ea typeface="+mn-lt"/>
                <a:cs typeface="+mn-lt"/>
              </a:defRPr>
            </a:lvl6pPr>
            <a:lvl7pPr marL="1828800" indent="-203200" algn="l">
              <a:lnSpc>
                <a:spcPct val="110000"/>
              </a:lnSpc>
              <a:spcBef>
                <a:spcPts val="0"/>
              </a:spcBef>
              <a:spcAft>
                <a:spcPts val="1067"/>
              </a:spcAft>
              <a:buChar char="•"/>
              <a:defRPr sz="1867" b="0">
                <a:solidFill>
                  <a:schemeClr val="tx1"/>
                </a:solidFill>
                <a:latin typeface="+mn-lt"/>
                <a:ea typeface="+mn-lt"/>
                <a:cs typeface="+mn-lt"/>
              </a:defRPr>
            </a:lvl7pPr>
            <a:lvl8pPr marL="2099733" indent="-203200" algn="l">
              <a:lnSpc>
                <a:spcPct val="110000"/>
              </a:lnSpc>
              <a:spcBef>
                <a:spcPts val="0"/>
              </a:spcBef>
              <a:spcAft>
                <a:spcPts val="1067"/>
              </a:spcAft>
              <a:buChar char="•"/>
              <a:defRPr sz="1867" b="0">
                <a:solidFill>
                  <a:schemeClr val="tx1"/>
                </a:solidFill>
                <a:latin typeface="+mn-lt"/>
                <a:ea typeface="+mn-lt"/>
                <a:cs typeface="+mn-lt"/>
              </a:defRPr>
            </a:lvl8pPr>
            <a:lvl9pPr marL="2370667" indent="-203200" algn="l">
              <a:lnSpc>
                <a:spcPct val="110000"/>
              </a:lnSpc>
              <a:spcBef>
                <a:spcPts val="0"/>
              </a:spcBef>
              <a:spcAft>
                <a:spcPts val="1067"/>
              </a:spcAft>
              <a:buChar char="•"/>
              <a:defRPr sz="1867"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2A6B1FA-E87E-4BF1-B85D-DD927C79799D}"/>
              </a:ext>
            </a:extLst>
          </p:cNvPr>
          <p:cNvSpPr>
            <a:spLocks xmlns:a="http://schemas.openxmlformats.org/drawingml/2006/main" noGrp="1"/>
          </p:cNvSpPr>
          <p:nvPr>
            <p:ph type="body" idx="2"/>
          </p:nvPr>
        </p:nvSpPr>
        <p:spPr>
          <a:xfrm xmlns:a="http://schemas.openxmlformats.org/drawingml/2006/main">
            <a:off x="6800850" y="1693333"/>
            <a:ext cx="5280660" cy="3793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867" b="0">
                <a:solidFill>
                  <a:schemeClr val="tx1"/>
                </a:solidFill>
                <a:latin typeface="+mn-lt"/>
                <a:ea typeface="+mn-lt"/>
                <a:cs typeface="+mn-lt"/>
              </a:defRPr>
            </a:defPPr>
            <a:lvl1pPr marL="203200" indent="-203200" algn="l">
              <a:lnSpc>
                <a:spcPct val="110000"/>
              </a:lnSpc>
              <a:spcBef>
                <a:spcPts val="0"/>
              </a:spcBef>
              <a:spcAft>
                <a:spcPts val="1067"/>
              </a:spcAft>
              <a:buChar char="•"/>
              <a:defRPr sz="1867" b="0">
                <a:solidFill>
                  <a:schemeClr val="tx1"/>
                </a:solidFill>
                <a:latin typeface="+mn-lt"/>
                <a:ea typeface="+mn-lt"/>
                <a:cs typeface="+mn-lt"/>
              </a:defRPr>
            </a:lvl1pPr>
            <a:lvl2pPr marL="474133" indent="-203200" algn="l">
              <a:lnSpc>
                <a:spcPct val="110000"/>
              </a:lnSpc>
              <a:spcBef>
                <a:spcPts val="0"/>
              </a:spcBef>
              <a:spcAft>
                <a:spcPts val="1067"/>
              </a:spcAft>
              <a:buChar char="•"/>
              <a:defRPr sz="1867" b="0">
                <a:solidFill>
                  <a:schemeClr val="tx1"/>
                </a:solidFill>
                <a:latin typeface="+mn-lt"/>
                <a:ea typeface="+mn-lt"/>
                <a:cs typeface="+mn-lt"/>
              </a:defRPr>
            </a:lvl2pPr>
            <a:lvl3pPr marL="745067" indent="-203200" algn="l">
              <a:lnSpc>
                <a:spcPct val="110000"/>
              </a:lnSpc>
              <a:spcBef>
                <a:spcPts val="0"/>
              </a:spcBef>
              <a:spcAft>
                <a:spcPts val="1067"/>
              </a:spcAft>
              <a:buChar char="•"/>
              <a:defRPr sz="1867" b="0">
                <a:solidFill>
                  <a:schemeClr val="tx1"/>
                </a:solidFill>
                <a:latin typeface="+mn-lt"/>
                <a:ea typeface="+mn-lt"/>
                <a:cs typeface="+mn-lt"/>
              </a:defRPr>
            </a:lvl3pPr>
            <a:lvl4pPr marL="1016000" indent="-203200" algn="l">
              <a:lnSpc>
                <a:spcPct val="110000"/>
              </a:lnSpc>
              <a:spcBef>
                <a:spcPts val="0"/>
              </a:spcBef>
              <a:spcAft>
                <a:spcPts val="1067"/>
              </a:spcAft>
              <a:buChar char="•"/>
              <a:defRPr sz="1867" b="0">
                <a:solidFill>
                  <a:schemeClr val="tx1"/>
                </a:solidFill>
                <a:latin typeface="+mn-lt"/>
                <a:ea typeface="+mn-lt"/>
                <a:cs typeface="+mn-lt"/>
              </a:defRPr>
            </a:lvl4pPr>
            <a:lvl5pPr marL="1286933" indent="-203200" algn="l">
              <a:lnSpc>
                <a:spcPct val="110000"/>
              </a:lnSpc>
              <a:spcBef>
                <a:spcPts val="0"/>
              </a:spcBef>
              <a:spcAft>
                <a:spcPts val="1067"/>
              </a:spcAft>
              <a:buChar char="•"/>
              <a:defRPr sz="1867" b="0">
                <a:solidFill>
                  <a:schemeClr val="tx1"/>
                </a:solidFill>
                <a:latin typeface="+mn-lt"/>
                <a:ea typeface="+mn-lt"/>
                <a:cs typeface="+mn-lt"/>
              </a:defRPr>
            </a:lvl5pPr>
            <a:lvl6pPr marL="1557867" indent="-203200" algn="l">
              <a:lnSpc>
                <a:spcPct val="110000"/>
              </a:lnSpc>
              <a:spcBef>
                <a:spcPts val="0"/>
              </a:spcBef>
              <a:spcAft>
                <a:spcPts val="1067"/>
              </a:spcAft>
              <a:buChar char="•"/>
              <a:defRPr sz="1867" b="0">
                <a:solidFill>
                  <a:schemeClr val="tx1"/>
                </a:solidFill>
                <a:latin typeface="+mn-lt"/>
                <a:ea typeface="+mn-lt"/>
                <a:cs typeface="+mn-lt"/>
              </a:defRPr>
            </a:lvl6pPr>
            <a:lvl7pPr marL="1828800" indent="-203200" algn="l">
              <a:lnSpc>
                <a:spcPct val="110000"/>
              </a:lnSpc>
              <a:spcBef>
                <a:spcPts val="0"/>
              </a:spcBef>
              <a:spcAft>
                <a:spcPts val="1067"/>
              </a:spcAft>
              <a:buChar char="•"/>
              <a:defRPr sz="1867" b="0">
                <a:solidFill>
                  <a:schemeClr val="tx1"/>
                </a:solidFill>
                <a:latin typeface="+mn-lt"/>
                <a:ea typeface="+mn-lt"/>
                <a:cs typeface="+mn-lt"/>
              </a:defRPr>
            </a:lvl7pPr>
            <a:lvl8pPr marL="2099733" indent="-203200" algn="l">
              <a:lnSpc>
                <a:spcPct val="110000"/>
              </a:lnSpc>
              <a:spcBef>
                <a:spcPts val="0"/>
              </a:spcBef>
              <a:spcAft>
                <a:spcPts val="1067"/>
              </a:spcAft>
              <a:buChar char="•"/>
              <a:defRPr sz="1867" b="0">
                <a:solidFill>
                  <a:schemeClr val="tx1"/>
                </a:solidFill>
                <a:latin typeface="+mn-lt"/>
                <a:ea typeface="+mn-lt"/>
                <a:cs typeface="+mn-lt"/>
              </a:defRPr>
            </a:lvl8pPr>
            <a:lvl9pPr marL="2370667" indent="-203200" algn="l">
              <a:lnSpc>
                <a:spcPct val="110000"/>
              </a:lnSpc>
              <a:spcBef>
                <a:spcPts val="0"/>
              </a:spcBef>
              <a:spcAft>
                <a:spcPts val="1067"/>
              </a:spcAft>
              <a:buChar char="•"/>
              <a:defRPr sz="1867" b="0">
                <a:solidFill>
                  <a:schemeClr val="tx1"/>
                </a:solidFill>
                <a:latin typeface="+mn-lt"/>
                <a:ea typeface="+mn-lt"/>
                <a:cs typeface="+mn-lt"/>
              </a:defRPr>
            </a:lvl9pPr>
          </a:lstStyle>
          <a:p xmlns:a="http://schemas.openxmlformats.org/drawingml/2006/main"/>
        </p:txBody>
      </p:sp>
    </p:spTree>
  </p:cSld>
</p:sldLayout>
</file>

<file path=ppt/main_figures/Fig1/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17A1F9D-D7F6-4B54-8637-5CDEFDAA7A2F}"/>
              </a:ext>
            </a:extLst>
          </p:cNvPr>
          <p:cNvSpPr>
            <a:spLocks xmlns:a="http://schemas.openxmlformats.org/drawingml/2006/main" noGrp="1"/>
          </p:cNvSpPr>
          <p:nvPr>
            <p:ph type="title" idx="0"/>
          </p:nvPr>
        </p:nvSpPr>
        <p:spPr>
          <a:xfrm xmlns:a="http://schemas.openxmlformats.org/drawingml/2006/main">
            <a:off x="720090" y="474133"/>
            <a:ext cx="11361420" cy="745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933" b="1">
                <a:solidFill>
                  <a:schemeClr val="tx1"/>
                </a:solidFill>
                <a:latin typeface="+mj-lt"/>
                <a:ea typeface="+mj-lt"/>
                <a:cs typeface="+mj-lt"/>
              </a:defRPr>
            </a:defPPr>
            <a:lvl1pPr marL="0" indent="0" algn="l">
              <a:lnSpc>
                <a:spcPct val="110000"/>
              </a:lnSpc>
              <a:spcBef>
                <a:spcPts val="0"/>
              </a:spcBef>
              <a:spcAft>
                <a:spcPts val="0"/>
              </a:spcAft>
              <a:buNone/>
              <a:defRPr sz="2933" b="1">
                <a:solidFill>
                  <a:schemeClr val="tx1"/>
                </a:solidFill>
                <a:latin typeface="+mj-lt"/>
                <a:ea typeface="+mj-lt"/>
                <a:cs typeface="+mj-lt"/>
              </a:defRPr>
            </a:lvl1pPr>
            <a:lvl2pPr marL="0" indent="0" algn="l">
              <a:lnSpc>
                <a:spcPct val="110000"/>
              </a:lnSpc>
              <a:spcBef>
                <a:spcPts val="0"/>
              </a:spcBef>
              <a:spcAft>
                <a:spcPts val="0"/>
              </a:spcAft>
              <a:buNone/>
              <a:defRPr sz="2933" b="1">
                <a:solidFill>
                  <a:schemeClr val="tx1"/>
                </a:solidFill>
                <a:latin typeface="+mj-lt"/>
                <a:ea typeface="+mj-lt"/>
                <a:cs typeface="+mj-lt"/>
              </a:defRPr>
            </a:lvl2pPr>
            <a:lvl3pPr marL="0" indent="0" algn="l">
              <a:lnSpc>
                <a:spcPct val="110000"/>
              </a:lnSpc>
              <a:spcBef>
                <a:spcPts val="0"/>
              </a:spcBef>
              <a:spcAft>
                <a:spcPts val="0"/>
              </a:spcAft>
              <a:buNone/>
              <a:defRPr sz="2933" b="1">
                <a:solidFill>
                  <a:schemeClr val="tx1"/>
                </a:solidFill>
                <a:latin typeface="+mj-lt"/>
                <a:ea typeface="+mj-lt"/>
                <a:cs typeface="+mj-lt"/>
              </a:defRPr>
            </a:lvl3pPr>
            <a:lvl4pPr marL="0" indent="0" algn="l">
              <a:lnSpc>
                <a:spcPct val="110000"/>
              </a:lnSpc>
              <a:spcBef>
                <a:spcPts val="0"/>
              </a:spcBef>
              <a:spcAft>
                <a:spcPts val="0"/>
              </a:spcAft>
              <a:buNone/>
              <a:defRPr sz="2933" b="1">
                <a:solidFill>
                  <a:schemeClr val="tx1"/>
                </a:solidFill>
                <a:latin typeface="+mj-lt"/>
                <a:ea typeface="+mj-lt"/>
                <a:cs typeface="+mj-lt"/>
              </a:defRPr>
            </a:lvl4pPr>
            <a:lvl5pPr marL="0" indent="0" algn="l">
              <a:lnSpc>
                <a:spcPct val="110000"/>
              </a:lnSpc>
              <a:spcBef>
                <a:spcPts val="0"/>
              </a:spcBef>
              <a:spcAft>
                <a:spcPts val="0"/>
              </a:spcAft>
              <a:buNone/>
              <a:defRPr sz="2933" b="1">
                <a:solidFill>
                  <a:schemeClr val="tx1"/>
                </a:solidFill>
                <a:latin typeface="+mj-lt"/>
                <a:ea typeface="+mj-lt"/>
                <a:cs typeface="+mj-lt"/>
              </a:defRPr>
            </a:lvl5pPr>
            <a:lvl6pPr marL="0" indent="0" algn="l">
              <a:lnSpc>
                <a:spcPct val="110000"/>
              </a:lnSpc>
              <a:spcBef>
                <a:spcPts val="0"/>
              </a:spcBef>
              <a:spcAft>
                <a:spcPts val="0"/>
              </a:spcAft>
              <a:buNone/>
              <a:defRPr sz="2933" b="1">
                <a:solidFill>
                  <a:schemeClr val="tx1"/>
                </a:solidFill>
                <a:latin typeface="+mj-lt"/>
                <a:ea typeface="+mj-lt"/>
                <a:cs typeface="+mj-lt"/>
              </a:defRPr>
            </a:lvl6pPr>
            <a:lvl7pPr marL="0" indent="0" algn="l">
              <a:lnSpc>
                <a:spcPct val="110000"/>
              </a:lnSpc>
              <a:spcBef>
                <a:spcPts val="0"/>
              </a:spcBef>
              <a:spcAft>
                <a:spcPts val="0"/>
              </a:spcAft>
              <a:buNone/>
              <a:defRPr sz="2933" b="1">
                <a:solidFill>
                  <a:schemeClr val="tx1"/>
                </a:solidFill>
                <a:latin typeface="+mj-lt"/>
                <a:ea typeface="+mj-lt"/>
                <a:cs typeface="+mj-lt"/>
              </a:defRPr>
            </a:lvl7pPr>
            <a:lvl8pPr marL="0" indent="0" algn="l">
              <a:lnSpc>
                <a:spcPct val="110000"/>
              </a:lnSpc>
              <a:spcBef>
                <a:spcPts val="0"/>
              </a:spcBef>
              <a:spcAft>
                <a:spcPts val="0"/>
              </a:spcAft>
              <a:buNone/>
              <a:defRPr sz="2933" b="1">
                <a:solidFill>
                  <a:schemeClr val="tx1"/>
                </a:solidFill>
                <a:latin typeface="+mj-lt"/>
                <a:ea typeface="+mj-lt"/>
                <a:cs typeface="+mj-lt"/>
              </a:defRPr>
            </a:lvl8pPr>
            <a:lvl9pPr marL="0" indent="0" algn="l">
              <a:lnSpc>
                <a:spcPct val="110000"/>
              </a:lnSpc>
              <a:spcBef>
                <a:spcPts val="0"/>
              </a:spcBef>
              <a:spcAft>
                <a:spcPts val="0"/>
              </a:spcAft>
              <a:buNone/>
              <a:defRPr sz="2933"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2B3194F-35AA-4DE3-AFE4-7BD658C579AD}"/>
              </a:ext>
            </a:extLst>
          </p:cNvPr>
          <p:cNvSpPr>
            <a:spLocks xmlns:a="http://schemas.openxmlformats.org/drawingml/2006/main" noGrp="1"/>
          </p:cNvSpPr>
          <p:nvPr>
            <p:ph type="body" idx="1"/>
          </p:nvPr>
        </p:nvSpPr>
        <p:spPr>
          <a:xfrm xmlns:a="http://schemas.openxmlformats.org/drawingml/2006/main">
            <a:off x="720090" y="1693333"/>
            <a:ext cx="5280660" cy="3793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000" b="0">
                <a:solidFill>
                  <a:schemeClr val="tx1"/>
                </a:solidFill>
                <a:latin typeface="+mn-lt"/>
                <a:ea typeface="+mn-lt"/>
                <a:cs typeface="+mn-lt"/>
              </a:defRPr>
            </a:defPPr>
            <a:lvl1pPr marL="203200" indent="-203200" algn="l">
              <a:lnSpc>
                <a:spcPct val="110000"/>
              </a:lnSpc>
              <a:spcBef>
                <a:spcPts val="0"/>
              </a:spcBef>
              <a:spcAft>
                <a:spcPts val="1067"/>
              </a:spcAft>
              <a:buChar char="•"/>
              <a:defRPr sz="2000" b="0">
                <a:solidFill>
                  <a:schemeClr val="tx1"/>
                </a:solidFill>
                <a:latin typeface="+mn-lt"/>
                <a:ea typeface="+mn-lt"/>
                <a:cs typeface="+mn-lt"/>
              </a:defRPr>
            </a:lvl1pPr>
            <a:lvl2pPr marL="474133" indent="-203200" algn="l">
              <a:lnSpc>
                <a:spcPct val="110000"/>
              </a:lnSpc>
              <a:spcBef>
                <a:spcPts val="0"/>
              </a:spcBef>
              <a:spcAft>
                <a:spcPts val="1067"/>
              </a:spcAft>
              <a:buChar char="•"/>
              <a:defRPr sz="2000" b="0">
                <a:solidFill>
                  <a:schemeClr val="tx1"/>
                </a:solidFill>
                <a:latin typeface="+mn-lt"/>
                <a:ea typeface="+mn-lt"/>
                <a:cs typeface="+mn-lt"/>
              </a:defRPr>
            </a:lvl2pPr>
            <a:lvl3pPr marL="745067" indent="-203200" algn="l">
              <a:lnSpc>
                <a:spcPct val="110000"/>
              </a:lnSpc>
              <a:spcBef>
                <a:spcPts val="0"/>
              </a:spcBef>
              <a:spcAft>
                <a:spcPts val="1067"/>
              </a:spcAft>
              <a:buChar char="•"/>
              <a:defRPr sz="2000" b="0">
                <a:solidFill>
                  <a:schemeClr val="tx1"/>
                </a:solidFill>
                <a:latin typeface="+mn-lt"/>
                <a:ea typeface="+mn-lt"/>
                <a:cs typeface="+mn-lt"/>
              </a:defRPr>
            </a:lvl3pPr>
            <a:lvl4pPr marL="1016000" indent="-203200" algn="l">
              <a:lnSpc>
                <a:spcPct val="110000"/>
              </a:lnSpc>
              <a:spcBef>
                <a:spcPts val="0"/>
              </a:spcBef>
              <a:spcAft>
                <a:spcPts val="1067"/>
              </a:spcAft>
              <a:buChar char="•"/>
              <a:defRPr sz="2000" b="0">
                <a:solidFill>
                  <a:schemeClr val="tx1"/>
                </a:solidFill>
                <a:latin typeface="+mn-lt"/>
                <a:ea typeface="+mn-lt"/>
                <a:cs typeface="+mn-lt"/>
              </a:defRPr>
            </a:lvl4pPr>
            <a:lvl5pPr marL="1286933" indent="-203200" algn="l">
              <a:lnSpc>
                <a:spcPct val="110000"/>
              </a:lnSpc>
              <a:spcBef>
                <a:spcPts val="0"/>
              </a:spcBef>
              <a:spcAft>
                <a:spcPts val="1067"/>
              </a:spcAft>
              <a:buChar char="•"/>
              <a:defRPr sz="2000" b="0">
                <a:solidFill>
                  <a:schemeClr val="tx1"/>
                </a:solidFill>
                <a:latin typeface="+mn-lt"/>
                <a:ea typeface="+mn-lt"/>
                <a:cs typeface="+mn-lt"/>
              </a:defRPr>
            </a:lvl5pPr>
            <a:lvl6pPr marL="1557867" indent="-203200" algn="l">
              <a:lnSpc>
                <a:spcPct val="110000"/>
              </a:lnSpc>
              <a:spcBef>
                <a:spcPts val="0"/>
              </a:spcBef>
              <a:spcAft>
                <a:spcPts val="1067"/>
              </a:spcAft>
              <a:buChar char="•"/>
              <a:defRPr sz="2000" b="0">
                <a:solidFill>
                  <a:schemeClr val="tx1"/>
                </a:solidFill>
                <a:latin typeface="+mn-lt"/>
                <a:ea typeface="+mn-lt"/>
                <a:cs typeface="+mn-lt"/>
              </a:defRPr>
            </a:lvl6pPr>
            <a:lvl7pPr marL="1828800" indent="-203200" algn="l">
              <a:lnSpc>
                <a:spcPct val="110000"/>
              </a:lnSpc>
              <a:spcBef>
                <a:spcPts val="0"/>
              </a:spcBef>
              <a:spcAft>
                <a:spcPts val="1067"/>
              </a:spcAft>
              <a:buChar char="•"/>
              <a:defRPr sz="2000" b="0">
                <a:solidFill>
                  <a:schemeClr val="tx1"/>
                </a:solidFill>
                <a:latin typeface="+mn-lt"/>
                <a:ea typeface="+mn-lt"/>
                <a:cs typeface="+mn-lt"/>
              </a:defRPr>
            </a:lvl7pPr>
            <a:lvl8pPr marL="2099733" indent="-203200" algn="l">
              <a:lnSpc>
                <a:spcPct val="110000"/>
              </a:lnSpc>
              <a:spcBef>
                <a:spcPts val="0"/>
              </a:spcBef>
              <a:spcAft>
                <a:spcPts val="1067"/>
              </a:spcAft>
              <a:buChar char="•"/>
              <a:defRPr sz="2000" b="0">
                <a:solidFill>
                  <a:schemeClr val="tx1"/>
                </a:solidFill>
                <a:latin typeface="+mn-lt"/>
                <a:ea typeface="+mn-lt"/>
                <a:cs typeface="+mn-lt"/>
              </a:defRPr>
            </a:lvl8pPr>
            <a:lvl9pPr marL="2370667" indent="-203200" algn="l">
              <a:lnSpc>
                <a:spcPct val="110000"/>
              </a:lnSpc>
              <a:spcBef>
                <a:spcPts val="0"/>
              </a:spcBef>
              <a:spcAft>
                <a:spcPts val="1067"/>
              </a:spcAft>
              <a:buChar char="•"/>
              <a:defRPr sz="2000" b="0">
                <a:solidFill>
                  <a:schemeClr val="tx1"/>
                </a:solidFill>
                <a:latin typeface="+mn-lt"/>
                <a:ea typeface="+mn-lt"/>
                <a:cs typeface="+mn-lt"/>
              </a:defRPr>
            </a:lvl9pPr>
          </a:lstStyle>
          <a:p xmlns:a="http://schemas.openxmlformats.org/drawingml/2006/main"/>
        </p:txBody>
      </p:sp>
    </p:spTree>
  </p:cSld>
</p:sldLayout>
</file>

<file path=ppt/main_figures/Fig1/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main_figures/Fig1/ppt/slideMasters/_rels/slideMaster1.xml.rels><?xml version='1.0' encoding='utf-8'?>
<Relationships xmlns="http://schemas.openxmlformats.org/package/2006/relationships"><Relationship Type="http://schemas.openxmlformats.org/officeDocument/2006/relationships/theme" Target="/ppt/main_figures/Fig1/ppt/slideMasters/theme/theme2.xml" Id="R49cfd2acb3ca4ab2" /><Relationship Type="http://schemas.openxmlformats.org/officeDocument/2006/relationships/slideLayout" Target="/ppt/main_figures/Fig1/ppt/slideLayouts/slideLayout1.xml" Id="Re8a6ba379293463e" /><Relationship Type="http://schemas.openxmlformats.org/officeDocument/2006/relationships/slideLayout" Target="/ppt/main_figures/Fig1/ppt/slideLayouts/slideLayout2.xml" Id="R4cdcdff83c1a49e9" /><Relationship Type="http://schemas.openxmlformats.org/officeDocument/2006/relationships/slideLayout" Target="/ppt/main_figures/Fig1/ppt/slideLayouts/slideLayout3.xml" Id="Rd90f57c55fa040df" /><Relationship Type="http://schemas.openxmlformats.org/officeDocument/2006/relationships/slideLayout" Target="/ppt/main_figures/Fig1/ppt/slideLayouts/slideLayout4.xml" Id="Raef0ac67a71d4c76" /><Relationship Type="http://schemas.openxmlformats.org/officeDocument/2006/relationships/slideLayout" Target="/ppt/main_figures/Fig1/ppt/slideLayouts/slideLayout5.xml" Id="R387ba0aec79e49ff" /><Relationship Type="http://schemas.openxmlformats.org/officeDocument/2006/relationships/slideLayout" Target="/ppt/main_figures/Fig1/ppt/slideLayouts/slideLayout6.xml" Id="R31d37b32ae2448c0" /></Relationships>
</file>

<file path=ppt/main_figures/Fig1/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8a6ba379293463e"/>
    <p:sldLayoutId xmlns:r="http://schemas.openxmlformats.org/officeDocument/2006/relationships" id="2147483650" r:id="R4cdcdff83c1a49e9"/>
    <p:sldLayoutId xmlns:r="http://schemas.openxmlformats.org/officeDocument/2006/relationships" id="2147483651" r:id="Rd90f57c55fa040df"/>
    <p:sldLayoutId xmlns:r="http://schemas.openxmlformats.org/officeDocument/2006/relationships" id="2147483652" r:id="Raef0ac67a71d4c76"/>
    <p:sldLayoutId xmlns:r="http://schemas.openxmlformats.org/officeDocument/2006/relationships" id="2147483653" r:id="R387ba0aec79e49ff"/>
    <p:sldLayoutId xmlns:r="http://schemas.openxmlformats.org/officeDocument/2006/relationships" id="2147483654" r:id="R31d37b32ae2448c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main_figures/Fig1/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1/ppt/slides/_rels/slide1.xml.rels><?xml version='1.0' encoding='utf-8'?>
<Relationships xmlns="http://schemas.openxmlformats.org/package/2006/relationships"><Relationship Type="http://schemas.openxmlformats.org/officeDocument/2006/relationships/slideLayout" Target="/ppt/main_figures/Fig1/ppt/slideLayouts/slideLayout6.xml" Id="R8ebd4dec5ff045df" /><Relationship Type="http://schemas.openxmlformats.org/officeDocument/2006/relationships/image" Target="/ppt/main_figures/Fig1/ppt/media/image.png" Id="R98137c4fcc2d49d7" /><Relationship Type="http://schemas.openxmlformats.org/officeDocument/2006/relationships/image" Target="/ppt/main_figures/Fig1/ppt/media/image2.png" Id="R40527520ab964fed" /><Relationship Type="http://schemas.openxmlformats.org/officeDocument/2006/relationships/image" Target="/ppt/main_figures/Fig1/ppt/media/image3.png" Id="R6a76214cd59f4e21" /><Relationship Type="http://schemas.openxmlformats.org/officeDocument/2006/relationships/image" Target="/ppt/main_figures/Fig1/ppt/media/image4.png" Id="R866f10fda1b846fe" /><Relationship Type="http://schemas.openxmlformats.org/officeDocument/2006/relationships/image" Target="/ppt/main_figures/Fig1/ppt/media/image5.png" Id="R9222d24ce14d4c21" /><Relationship Type="http://schemas.openxmlformats.org/officeDocument/2006/relationships/image" Target="/ppt/main_figures/Fig1/ppt/media/image6.png" Id="R4d9d3d719a9247d3" /><Relationship Type="http://schemas.openxmlformats.org/officeDocument/2006/relationships/image" Target="/ppt/main_figures/Fig1/ppt/media/image7.png" Id="R9ac765dc614540c1" /><Relationship Type="http://schemas.openxmlformats.org/officeDocument/2006/relationships/image" Target="/ppt/main_figures/Fig1/ppt/media/image8.png" Id="R0ed711b67b7f406a" /><Relationship Type="http://schemas.openxmlformats.org/officeDocument/2006/relationships/image" Target="/ppt/main_figures/Fig1/ppt/media/image9.png" Id="Rb198c50358984de3" /><Relationship Type="http://schemas.openxmlformats.org/officeDocument/2006/relationships/notesSlide" Target="/ppt/main_figures/Fig1/ppt/notesSlides/notesSlide1.xml" Id="Rce35b436a9a84845" /></Relationships>
</file>

<file path=ppt/main_figures/Fig1/ppt/slides/slide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47" name="text_000">
            <a:extLst>
              <a:ext uri="{FF2B5EF4-FFF2-40B4-BE49-F238E27FC236}">
                <ns2:creationId id="{D66480F9-609D-403A-8667-1D3810A5861B}"/>
              </a:ext>
            </a:extLst>
          </p:cNvPr>
          <p:cNvSpPr>
            <a:spLocks noGrp="1"/>
          </p:cNvSpPr>
          <p:nvPr/>
        </p:nvSpPr>
        <p:spPr>
          <a:xfrm rot="0">
            <a:off x="382429" y="60960"/>
            <a:ext cx="2286000" cy="257175"/>
          </a:xfrm>
          <a:prstGeom prst="rect">
            <a:avLst/>
          </a:prstGeom>
          <a:noFill/>
          <a:ln w="0">
            <a:noFill/>
            <a:prstDash val="solid"/>
          </a:ln>
        </p:spPr>
        <p:txBody>
          <a:bodyPr wrap="none" lIns="0" tIns="0" rIns="0" bIns="0" anchor="t">
            <a:noAutofit/>
          </a:bodyPr>
          <a:lstStyle>
            <a:defPPr algn="l">
              <a:defRPr sz="1500" b="1">
                <a:solidFill>
                  <a:srgbClr val="000000"/>
                </a:solidFill>
                <a:latin typeface="Arial"/>
                <a:ea typeface="Arial"/>
                <a:cs typeface="Arial"/>
              </a:defRPr>
            </a:defPPr>
            <a:lvl1pPr algn="l">
              <a:defRPr sz="1500" b="1">
                <a:solidFill>
                  <a:srgbClr val="000000"/>
                </a:solidFill>
                <a:latin typeface="Arial"/>
                <a:ea typeface="Arial"/>
                <a:cs typeface="Arial"/>
              </a:defRPr>
            </a:lvl1pPr>
            <a:lvl2pPr algn="l">
              <a:defRPr sz="1500" b="1">
                <a:solidFill>
                  <a:srgbClr val="000000"/>
                </a:solidFill>
                <a:latin typeface="Arial"/>
                <a:ea typeface="Arial"/>
                <a:cs typeface="Arial"/>
              </a:defRPr>
            </a:lvl2pPr>
            <a:lvl3pPr algn="l">
              <a:defRPr sz="1500" b="1">
                <a:solidFill>
                  <a:srgbClr val="000000"/>
                </a:solidFill>
                <a:latin typeface="Arial"/>
                <a:ea typeface="Arial"/>
                <a:cs typeface="Arial"/>
              </a:defRPr>
            </a:lvl3pPr>
            <a:lvl4pPr algn="l">
              <a:defRPr sz="1500" b="1">
                <a:solidFill>
                  <a:srgbClr val="000000"/>
                </a:solidFill>
                <a:latin typeface="Arial"/>
                <a:ea typeface="Arial"/>
                <a:cs typeface="Arial"/>
              </a:defRPr>
            </a:lvl4pPr>
            <a:lvl5pPr algn="l">
              <a:defRPr sz="1500" b="1">
                <a:solidFill>
                  <a:srgbClr val="000000"/>
                </a:solidFill>
                <a:latin typeface="Arial"/>
                <a:ea typeface="Arial"/>
                <a:cs typeface="Arial"/>
              </a:defRPr>
            </a:lvl5pPr>
            <a:lvl6pPr algn="l">
              <a:defRPr sz="1500" b="1">
                <a:solidFill>
                  <a:srgbClr val="000000"/>
                </a:solidFill>
                <a:latin typeface="Arial"/>
                <a:ea typeface="Arial"/>
                <a:cs typeface="Arial"/>
              </a:defRPr>
            </a:lvl6pPr>
            <a:lvl7pPr algn="l">
              <a:defRPr sz="1500" b="1">
                <a:solidFill>
                  <a:srgbClr val="000000"/>
                </a:solidFill>
                <a:latin typeface="Arial"/>
                <a:ea typeface="Arial"/>
                <a:cs typeface="Arial"/>
              </a:defRPr>
            </a:lvl7pPr>
            <a:lvl8pPr algn="l">
              <a:defRPr sz="1500" b="1">
                <a:solidFill>
                  <a:srgbClr val="000000"/>
                </a:solidFill>
                <a:latin typeface="Arial"/>
                <a:ea typeface="Arial"/>
                <a:cs typeface="Arial"/>
              </a:defRPr>
            </a:lvl8pPr>
            <a:lvl9pPr algn="l">
              <a:defRPr sz="1500" b="1">
                <a:solidFill>
                  <a:srgbClr val="000000"/>
                </a:solidFill>
                <a:latin typeface="Arial"/>
                <a:ea typeface="Arial"/>
                <a:cs typeface="Arial"/>
              </a:defRPr>
            </a:lvl9pPr>
          </a:lstStyle>
          <a:p>
            <a:pPr algn="l">
              <a:defRPr sz="1500" b="1">
                <a:solidFill>
                  <a:srgbClr val="000000"/>
                </a:solidFill>
                <a:latin typeface="Arial"/>
                <a:ea typeface="Arial"/>
                <a:cs typeface="Arial"/>
              </a:defRPr>
            </a:pPr>
            <a:r>
              <a:rPr sz="1500" b="1">
                <a:solidFill>
                  <a:srgbClr val="000000"/>
                </a:solidFill>
                <a:latin typeface="Arial"/>
                <a:ea typeface="Arial"/>
                <a:cs typeface="Arial"/>
              </a:rPr>
              <a:t>(a) RG-MTM-R20</a:t>
            </a:r>
          </a:p>
        </p:txBody>
      </p:sp>
      <p:sp>
        <p:nvSpPr>
          <p:cNvPr id="2" name="text_001">
            <a:extLst>
              <a:ext uri="{FF2B5EF4-FFF2-40B4-BE49-F238E27FC236}">
                <ns2:creationId id="{09668DC0-47FD-4BD3-B346-86242C6A1558}"/>
              </a:ext>
            </a:extLst>
          </p:cNvPr>
          <p:cNvSpPr>
            <a:spLocks noGrp="1"/>
          </p:cNvSpPr>
          <p:nvPr/>
        </p:nvSpPr>
        <p:spPr>
          <a:xfrm rot="0">
            <a:off x="5162550" y="60960"/>
            <a:ext cx="3990975" cy="219075"/>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d = (0.948, -0.319) · -18.6°</a:t>
            </a:r>
          </a:p>
        </p:txBody>
      </p:sp>
      <p:pic>
        <p:nvPicPr>
          <p:cNvPr id="3" name="">
            <a:extLst>
              <a:ext uri="{FF2B5EF4-FFF2-40B4-BE49-F238E27FC236}">
                <ns2:creationId id="{CDCD2DA2-DB01-4F7C-A779-C7CA96148FB2}"/>
              </a:ext>
            </a:extLst>
          </p:cNvPr>
          <p:cNvPicPr>
            <a:picLocks noChangeAspect="1"/>
          </p:cNvPicPr>
          <p:nvPr/>
        </p:nvPicPr>
        <p:blipFill>
          <a:blip r:embed="R98137c4fcc2d49d7"/>
          <a:stretch/>
        </p:blipFill>
        <p:spPr>
          <a:xfrm>
            <a:off x="382429" y="320040"/>
            <a:ext cx="8761095" cy="2971800"/>
          </a:xfrm>
          <a:prstGeom prst="rect">
            <a:avLst/>
          </a:prstGeom>
        </p:spPr>
      </p:pic>
      <p:sp>
        <p:nvSpPr>
          <p:cNvPr id="4" name="a_local_window_outline">
            <a:extLst>
              <a:ext uri="{FF2B5EF4-FFF2-40B4-BE49-F238E27FC236}">
                <ns2:creationId id="{651B8DE7-01B8-45A5-9CFA-7190B7D22A1F}"/>
              </a:ext>
            </a:extLst>
          </p:cNvPr>
          <p:cNvSpPr>
            <a:spLocks noGrp="1"/>
          </p:cNvSpPr>
          <p:nvPr/>
        </p:nvSpPr>
        <p:spPr>
          <a:xfrm>
            <a:off x="7447828" y="320040"/>
            <a:ext cx="282616" cy="2971800"/>
          </a:xfrm>
          <a:custGeom>
            <a:pathLst>
              <a:path w="282616" h="2971800">
                <a:moveTo>
                  <a:pt x="0" y="0"/>
                </a:moveTo>
                <a:lnTo>
                  <a:pt x="282616" y="0"/>
                </a:lnTo>
                <a:lnTo>
                  <a:pt x="282616" y="2971800"/>
                </a:lnTo>
                <a:lnTo>
                  <a:pt x="0" y="2971800"/>
                </a:lnTo>
                <a:lnTo>
                  <a:pt x="0" y="0"/>
                </a:lnTo>
              </a:path>
            </a:pathLst>
          </a:custGeom>
          <a:noFill/>
          <a:ln w="12859">
            <a:solidFill>
              <a:srgbClr val="C73A37"/>
            </a:solidFill>
            <a:prstDash val="dash"/>
          </a:ln>
        </p:spPr>
      </p:sp>
      <p:sp>
        <p:nvSpPr>
          <p:cNvPr id="5" name="rect_003">
            <a:extLst>
              <a:ext uri="{FF2B5EF4-FFF2-40B4-BE49-F238E27FC236}">
                <ns2:creationId id="{89E114C7-D563-458B-8C2C-B7D9B77F1169}"/>
              </a:ext>
            </a:extLst>
          </p:cNvPr>
          <p:cNvSpPr>
            <a:spLocks noGrp="1"/>
          </p:cNvSpPr>
          <p:nvPr/>
        </p:nvSpPr>
        <p:spPr>
          <a:xfrm rot="0">
            <a:off x="382429" y="320040"/>
            <a:ext cx="8761095" cy="2971800"/>
          </a:xfrm>
          <a:prstGeom prst="rect">
            <a:avLst/>
          </a:prstGeom>
          <a:noFill/>
          <a:ln w="7715">
            <a:solidFill>
              <a:srgbClr val="000000"/>
            </a:solidFill>
            <a:prstDash val="solid"/>
          </a:ln>
        </p:spPr>
      </p:sp>
      <p:sp>
        <p:nvSpPr>
          <p:cNvPr id="6" name="line_004">
            <a:extLst>
              <a:ext uri="{FF2B5EF4-FFF2-40B4-BE49-F238E27FC236}">
                <ns2:creationId id="{D9B01A55-925F-468C-AFD4-C7ED1E448D33}"/>
              </a:ext>
            </a:extLst>
          </p:cNvPr>
          <p:cNvSpPr>
            <a:spLocks noGrp="1"/>
          </p:cNvSpPr>
          <p:nvPr/>
        </p:nvSpPr>
        <p:spPr>
          <a:xfrm>
            <a:off x="382429" y="3345180"/>
            <a:ext cx="8788908" cy="95"/>
          </a:xfrm>
          <a:custGeom>
            <a:pathLst>
              <a:path w="8788908" h="95">
                <a:moveTo>
                  <a:pt x="0" y="0"/>
                </a:moveTo>
                <a:lnTo>
                  <a:pt x="8788908" y="0"/>
                </a:lnTo>
              </a:path>
            </a:pathLst>
          </a:custGeom>
          <a:noFill/>
          <a:ln w="7715">
            <a:solidFill>
              <a:srgbClr val="000000"/>
            </a:solidFill>
            <a:prstDash val="solid"/>
          </a:ln>
        </p:spPr>
      </p:sp>
      <p:sp>
        <p:nvSpPr>
          <p:cNvPr id="7" name="line_005">
            <a:extLst>
              <a:ext uri="{FF2B5EF4-FFF2-40B4-BE49-F238E27FC236}">
                <ns2:creationId id="{3FBF22AD-6485-4AD2-8E5A-C0DAEDCA015B}"/>
              </a:ext>
            </a:extLst>
          </p:cNvPr>
          <p:cNvSpPr>
            <a:spLocks noGrp="1"/>
          </p:cNvSpPr>
          <p:nvPr/>
        </p:nvSpPr>
        <p:spPr>
          <a:xfrm>
            <a:off x="9122664" y="3322320"/>
            <a:ext cx="48673" cy="22860"/>
          </a:xfrm>
          <a:custGeom>
            <a:pathLst>
              <a:path w="48673" h="22860">
                <a:moveTo>
                  <a:pt x="0" y="0"/>
                </a:moveTo>
                <a:lnTo>
                  <a:pt x="48673" y="22860"/>
                </a:lnTo>
              </a:path>
            </a:pathLst>
          </a:custGeom>
          <a:noFill/>
          <a:ln w="7715">
            <a:solidFill>
              <a:srgbClr val="000000"/>
            </a:solidFill>
            <a:prstDash val="solid"/>
          </a:ln>
        </p:spPr>
      </p:sp>
      <p:sp>
        <p:nvSpPr>
          <p:cNvPr id="8" name="line_006">
            <a:extLst>
              <a:ext uri="{FF2B5EF4-FFF2-40B4-BE49-F238E27FC236}">
                <ns2:creationId id="{E87C72A0-19B7-46B4-B1CB-674D411C14B1}"/>
              </a:ext>
            </a:extLst>
          </p:cNvPr>
          <p:cNvSpPr>
            <a:spLocks noGrp="1"/>
          </p:cNvSpPr>
          <p:nvPr/>
        </p:nvSpPr>
        <p:spPr>
          <a:xfrm>
            <a:off x="9122664" y="3345180"/>
            <a:ext cx="48673" cy="22860"/>
          </a:xfrm>
          <a:custGeom>
            <a:pathLst>
              <a:path w="48673" h="22860">
                <a:moveTo>
                  <a:pt x="0" y="22860"/>
                </a:moveTo>
                <a:lnTo>
                  <a:pt x="48673" y="0"/>
                </a:lnTo>
              </a:path>
            </a:pathLst>
          </a:custGeom>
          <a:noFill/>
          <a:ln w="7715">
            <a:solidFill>
              <a:srgbClr val="000000"/>
            </a:solidFill>
            <a:prstDash val="solid"/>
          </a:ln>
        </p:spPr>
      </p:sp>
      <p:sp>
        <p:nvSpPr>
          <p:cNvPr id="9" name="line_007">
            <a:extLst>
              <a:ext uri="{FF2B5EF4-FFF2-40B4-BE49-F238E27FC236}">
                <ns2:creationId id="{D8A5117A-29AF-4642-ADD6-BABCE219079C}"/>
              </a:ext>
            </a:extLst>
          </p:cNvPr>
          <p:cNvSpPr>
            <a:spLocks noGrp="1"/>
          </p:cNvSpPr>
          <p:nvPr/>
        </p:nvSpPr>
        <p:spPr>
          <a:xfrm>
            <a:off x="285083" y="259080"/>
            <a:ext cx="95" cy="3032760"/>
          </a:xfrm>
          <a:custGeom>
            <a:pathLst>
              <a:path w="95" h="3032760">
                <a:moveTo>
                  <a:pt x="0" y="3032760"/>
                </a:moveTo>
                <a:lnTo>
                  <a:pt x="0" y="0"/>
                </a:lnTo>
              </a:path>
            </a:pathLst>
          </a:custGeom>
          <a:noFill/>
          <a:ln w="7715">
            <a:solidFill>
              <a:srgbClr val="000000"/>
            </a:solidFill>
            <a:prstDash val="solid"/>
          </a:ln>
        </p:spPr>
      </p:sp>
      <p:sp>
        <p:nvSpPr>
          <p:cNvPr id="10" name="line_008">
            <a:extLst>
              <a:ext uri="{FF2B5EF4-FFF2-40B4-BE49-F238E27FC236}">
                <ns2:creationId id="{2EF2BCF6-BD23-4904-9CD9-8A187DE8E205}"/>
              </a:ext>
            </a:extLst>
          </p:cNvPr>
          <p:cNvSpPr>
            <a:spLocks noGrp="1"/>
          </p:cNvSpPr>
          <p:nvPr/>
        </p:nvSpPr>
        <p:spPr>
          <a:xfrm>
            <a:off x="264224" y="259080"/>
            <a:ext cx="20860" cy="53340"/>
          </a:xfrm>
          <a:custGeom>
            <a:pathLst>
              <a:path w="20860" h="53340">
                <a:moveTo>
                  <a:pt x="0" y="53340"/>
                </a:moveTo>
                <a:lnTo>
                  <a:pt x="20860" y="0"/>
                </a:lnTo>
              </a:path>
            </a:pathLst>
          </a:custGeom>
          <a:noFill/>
          <a:ln w="7715">
            <a:solidFill>
              <a:srgbClr val="000000"/>
            </a:solidFill>
            <a:prstDash val="solid"/>
          </a:ln>
        </p:spPr>
      </p:sp>
      <p:sp>
        <p:nvSpPr>
          <p:cNvPr id="11" name="line_009">
            <a:extLst>
              <a:ext uri="{FF2B5EF4-FFF2-40B4-BE49-F238E27FC236}">
                <ns2:creationId id="{16903BC1-3B19-4E4D-9D32-4B423B5E17EC}"/>
              </a:ext>
            </a:extLst>
          </p:cNvPr>
          <p:cNvSpPr>
            <a:spLocks noGrp="1"/>
          </p:cNvSpPr>
          <p:nvPr/>
        </p:nvSpPr>
        <p:spPr>
          <a:xfrm>
            <a:off x="285083" y="259080"/>
            <a:ext cx="20860" cy="53340"/>
          </a:xfrm>
          <a:custGeom>
            <a:pathLst>
              <a:path w="20860" h="53340">
                <a:moveTo>
                  <a:pt x="20860" y="53340"/>
                </a:moveTo>
                <a:lnTo>
                  <a:pt x="0" y="0"/>
                </a:lnTo>
              </a:path>
            </a:pathLst>
          </a:custGeom>
          <a:noFill/>
          <a:ln w="7715">
            <a:solidFill>
              <a:srgbClr val="000000"/>
            </a:solidFill>
            <a:prstDash val="solid"/>
          </a:ln>
        </p:spPr>
      </p:sp>
      <p:sp>
        <p:nvSpPr>
          <p:cNvPr id="12" name="text_010">
            <a:extLst>
              <a:ext uri="{FF2B5EF4-FFF2-40B4-BE49-F238E27FC236}">
                <ns2:creationId id="{A258748C-709B-406E-94F1-3225CEB85F0C}"/>
              </a:ext>
            </a:extLst>
          </p:cNvPr>
          <p:cNvSpPr>
            <a:spLocks noGrp="1"/>
          </p:cNvSpPr>
          <p:nvPr/>
        </p:nvSpPr>
        <p:spPr>
          <a:xfrm rot="0">
            <a:off x="8795861" y="3638550"/>
            <a:ext cx="451961" cy="228600"/>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Time</a:t>
            </a:r>
          </a:p>
        </p:txBody>
      </p:sp>
      <p:sp>
        <p:nvSpPr>
          <p:cNvPr id="13" name="a_reference_axis">
            <a:extLst>
              <a:ext uri="{FF2B5EF4-FFF2-40B4-BE49-F238E27FC236}">
                <ns2:creationId id="{0A839A38-204A-4BE6-BC24-5315470B6DA5}"/>
              </a:ext>
            </a:extLst>
          </p:cNvPr>
          <p:cNvSpPr>
            <a:spLocks noGrp="1"/>
          </p:cNvSpPr>
          <p:nvPr/>
        </p:nvSpPr>
        <p:spPr>
          <a:xfrm rot="0">
            <a:off x="9525" y="990600"/>
            <a:ext cx="228600" cy="1952625"/>
          </a:xfrm>
          <a:prstGeom prst="rect">
            <a:avLst/>
          </a:prstGeom>
          <a:noFill/>
          <a:ln w="0">
            <a:noFill/>
            <a:prstDash val="solid"/>
          </a:ln>
        </p:spPr>
        <p:txBody>
          <a:bodyPr wrap="none" lIns="0" tIns="0" rIns="0" bIns="0" anchor="ctr" vert="vert270">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Reference position along d</a:t>
            </a:r>
          </a:p>
        </p:txBody>
      </p:sp>
      <p:sp>
        <p:nvSpPr>
          <p:cNvPr id="14" name="line_012">
            <a:extLst>
              <a:ext uri="{FF2B5EF4-FFF2-40B4-BE49-F238E27FC236}">
                <ns2:creationId id="{D94D9784-7D21-4182-A527-AE3F5B61B870}"/>
              </a:ext>
            </a:extLst>
          </p:cNvPr>
          <p:cNvSpPr>
            <a:spLocks noGrp="1"/>
          </p:cNvSpPr>
          <p:nvPr/>
        </p:nvSpPr>
        <p:spPr>
          <a:xfrm>
            <a:off x="388317" y="3314700"/>
            <a:ext cx="95" cy="60960"/>
          </a:xfrm>
          <a:custGeom>
            <a:pathLst>
              <a:path w="95" h="60960">
                <a:moveTo>
                  <a:pt x="0" y="0"/>
                </a:moveTo>
                <a:lnTo>
                  <a:pt x="0" y="60960"/>
                </a:lnTo>
              </a:path>
            </a:pathLst>
          </a:custGeom>
          <a:noFill/>
          <a:ln w="7715">
            <a:solidFill>
              <a:srgbClr val="000000"/>
            </a:solidFill>
            <a:prstDash val="solid"/>
          </a:ln>
        </p:spPr>
      </p:sp>
      <p:sp>
        <p:nvSpPr>
          <p:cNvPr id="15" name="text_013">
            <a:extLst>
              <a:ext uri="{FF2B5EF4-FFF2-40B4-BE49-F238E27FC236}">
                <ns2:creationId id="{DD56E1BE-CABF-44DE-B5AC-D0B6DB3E8552}"/>
              </a:ext>
            </a:extLst>
          </p:cNvPr>
          <p:cNvSpPr>
            <a:spLocks noGrp="1"/>
          </p:cNvSpPr>
          <p:nvPr/>
        </p:nvSpPr>
        <p:spPr>
          <a:xfrm rot="0">
            <a:off x="179719" y="3390900"/>
            <a:ext cx="417195" cy="167640"/>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1 Dec</a:t>
            </a:r>
          </a:p>
        </p:txBody>
      </p:sp>
      <p:sp>
        <p:nvSpPr>
          <p:cNvPr id="16" name="line_014">
            <a:extLst>
              <a:ext uri="{FF2B5EF4-FFF2-40B4-BE49-F238E27FC236}">
                <ns2:creationId id="{9D17FA7E-806A-4A50-ADCC-7DDD99B9ECCD}"/>
              </a:ext>
            </a:extLst>
          </p:cNvPr>
          <p:cNvSpPr>
            <a:spLocks noGrp="1"/>
          </p:cNvSpPr>
          <p:nvPr/>
        </p:nvSpPr>
        <p:spPr>
          <a:xfrm>
            <a:off x="2366628" y="3314700"/>
            <a:ext cx="95" cy="60960"/>
          </a:xfrm>
          <a:custGeom>
            <a:pathLst>
              <a:path w="95" h="60960">
                <a:moveTo>
                  <a:pt x="0" y="0"/>
                </a:moveTo>
                <a:lnTo>
                  <a:pt x="0" y="60960"/>
                </a:lnTo>
              </a:path>
            </a:pathLst>
          </a:custGeom>
          <a:noFill/>
          <a:ln w="7715">
            <a:solidFill>
              <a:srgbClr val="000000"/>
            </a:solidFill>
            <a:prstDash val="solid"/>
          </a:ln>
        </p:spPr>
      </p:sp>
      <p:sp>
        <p:nvSpPr>
          <p:cNvPr id="17" name="text_015">
            <a:extLst>
              <a:ext uri="{FF2B5EF4-FFF2-40B4-BE49-F238E27FC236}">
                <ns2:creationId id="{720BAF90-A750-4EF1-96D0-5A483ADE3F4C}"/>
              </a:ext>
            </a:extLst>
          </p:cNvPr>
          <p:cNvSpPr>
            <a:spLocks noGrp="1"/>
          </p:cNvSpPr>
          <p:nvPr/>
        </p:nvSpPr>
        <p:spPr>
          <a:xfrm rot="0">
            <a:off x="2158031" y="3390900"/>
            <a:ext cx="417195" cy="167640"/>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8 Dec</a:t>
            </a:r>
          </a:p>
        </p:txBody>
      </p:sp>
      <p:sp>
        <p:nvSpPr>
          <p:cNvPr id="18" name="line_016">
            <a:extLst>
              <a:ext uri="{FF2B5EF4-FFF2-40B4-BE49-F238E27FC236}">
                <ns2:creationId id="{1934C197-1D40-4E58-B144-08F804E94E20}"/>
              </a:ext>
            </a:extLst>
          </p:cNvPr>
          <p:cNvSpPr>
            <a:spLocks noGrp="1"/>
          </p:cNvSpPr>
          <p:nvPr/>
        </p:nvSpPr>
        <p:spPr>
          <a:xfrm>
            <a:off x="4344940" y="3314700"/>
            <a:ext cx="95" cy="60960"/>
          </a:xfrm>
          <a:custGeom>
            <a:pathLst>
              <a:path w="95" h="60960">
                <a:moveTo>
                  <a:pt x="0" y="0"/>
                </a:moveTo>
                <a:lnTo>
                  <a:pt x="0" y="60960"/>
                </a:lnTo>
              </a:path>
            </a:pathLst>
          </a:custGeom>
          <a:noFill/>
          <a:ln w="7715">
            <a:solidFill>
              <a:srgbClr val="000000"/>
            </a:solidFill>
            <a:prstDash val="solid"/>
          </a:ln>
        </p:spPr>
      </p:sp>
      <p:sp>
        <p:nvSpPr>
          <p:cNvPr id="19" name="text_017">
            <a:extLst>
              <a:ext uri="{FF2B5EF4-FFF2-40B4-BE49-F238E27FC236}">
                <ns2:creationId id="{C85AFF0B-710F-4F7F-980A-12D11034F3CB}"/>
              </a:ext>
            </a:extLst>
          </p:cNvPr>
          <p:cNvSpPr>
            <a:spLocks noGrp="1"/>
          </p:cNvSpPr>
          <p:nvPr/>
        </p:nvSpPr>
        <p:spPr>
          <a:xfrm rot="0">
            <a:off x="4136343" y="3390900"/>
            <a:ext cx="417195" cy="167640"/>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15 Dec</a:t>
            </a:r>
          </a:p>
        </p:txBody>
      </p:sp>
      <p:sp>
        <p:nvSpPr>
          <p:cNvPr id="20" name="line_018">
            <a:extLst>
              <a:ext uri="{FF2B5EF4-FFF2-40B4-BE49-F238E27FC236}">
                <ns2:creationId id="{2CD8E7BC-EDB1-454A-8043-5A213F620C31}"/>
              </a:ext>
            </a:extLst>
          </p:cNvPr>
          <p:cNvSpPr>
            <a:spLocks noGrp="1"/>
          </p:cNvSpPr>
          <p:nvPr/>
        </p:nvSpPr>
        <p:spPr>
          <a:xfrm>
            <a:off x="6323252" y="3314700"/>
            <a:ext cx="95" cy="60960"/>
          </a:xfrm>
          <a:custGeom>
            <a:pathLst>
              <a:path w="95" h="60960">
                <a:moveTo>
                  <a:pt x="0" y="0"/>
                </a:moveTo>
                <a:lnTo>
                  <a:pt x="0" y="60960"/>
                </a:lnTo>
              </a:path>
            </a:pathLst>
          </a:custGeom>
          <a:noFill/>
          <a:ln w="7715">
            <a:solidFill>
              <a:srgbClr val="000000"/>
            </a:solidFill>
            <a:prstDash val="solid"/>
          </a:ln>
        </p:spPr>
      </p:sp>
      <p:sp>
        <p:nvSpPr>
          <p:cNvPr id="21" name="text_019">
            <a:extLst>
              <a:ext uri="{FF2B5EF4-FFF2-40B4-BE49-F238E27FC236}">
                <ns2:creationId id="{B14F748D-6C51-483A-BCFE-9C30DB79913F}"/>
              </a:ext>
            </a:extLst>
          </p:cNvPr>
          <p:cNvSpPr>
            <a:spLocks noGrp="1"/>
          </p:cNvSpPr>
          <p:nvPr/>
        </p:nvSpPr>
        <p:spPr>
          <a:xfrm rot="0">
            <a:off x="6114654" y="3390900"/>
            <a:ext cx="417195" cy="167640"/>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22 Dec</a:t>
            </a:r>
          </a:p>
        </p:txBody>
      </p:sp>
      <p:sp>
        <p:nvSpPr>
          <p:cNvPr id="22" name="line_020">
            <a:extLst>
              <a:ext uri="{FF2B5EF4-FFF2-40B4-BE49-F238E27FC236}">
                <ns2:creationId id="{9038FBD8-4C5E-433E-A7EF-3D90941EDB08}"/>
              </a:ext>
            </a:extLst>
          </p:cNvPr>
          <p:cNvSpPr>
            <a:spLocks noGrp="1"/>
          </p:cNvSpPr>
          <p:nvPr/>
        </p:nvSpPr>
        <p:spPr>
          <a:xfrm>
            <a:off x="8866796" y="3314700"/>
            <a:ext cx="95" cy="60960"/>
          </a:xfrm>
          <a:custGeom>
            <a:pathLst>
              <a:path w="95" h="60960">
                <a:moveTo>
                  <a:pt x="0" y="0"/>
                </a:moveTo>
                <a:lnTo>
                  <a:pt x="0" y="60960"/>
                </a:lnTo>
              </a:path>
            </a:pathLst>
          </a:custGeom>
          <a:noFill/>
          <a:ln w="7715">
            <a:solidFill>
              <a:srgbClr val="000000"/>
            </a:solidFill>
            <a:prstDash val="solid"/>
          </a:ln>
        </p:spPr>
      </p:sp>
      <p:sp>
        <p:nvSpPr>
          <p:cNvPr id="23" name="text_021">
            <a:extLst>
              <a:ext uri="{FF2B5EF4-FFF2-40B4-BE49-F238E27FC236}">
                <ns2:creationId id="{04FFFB15-12C7-4169-A3AB-E4B60F2074DE}"/>
              </a:ext>
            </a:extLst>
          </p:cNvPr>
          <p:cNvSpPr>
            <a:spLocks noGrp="1"/>
          </p:cNvSpPr>
          <p:nvPr/>
        </p:nvSpPr>
        <p:spPr>
          <a:xfrm rot="0">
            <a:off x="8658198" y="3390900"/>
            <a:ext cx="417195" cy="167640"/>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31 Dec</a:t>
            </a:r>
          </a:p>
        </p:txBody>
      </p:sp>
      <p:sp>
        <p:nvSpPr>
          <p:cNvPr id="24" name="a_pressure_legend">
            <a:extLst>
              <a:ext uri="{FF2B5EF4-FFF2-40B4-BE49-F238E27FC236}">
                <ns2:creationId id="{3C45D391-EC2A-4C1A-BE0D-25A481B7A31A}"/>
              </a:ext>
            </a:extLst>
          </p:cNvPr>
          <p:cNvSpPr>
            <a:spLocks noGrp="1"/>
          </p:cNvSpPr>
          <p:nvPr/>
        </p:nvSpPr>
        <p:spPr>
          <a:xfrm rot="0">
            <a:off x="493681" y="434340"/>
            <a:ext cx="1668780" cy="541020"/>
          </a:xfrm>
          <a:prstGeom prst="roundRect">
            <a:avLst>
              <a:gd name="adj" fmla="val 14085"/>
            </a:avLst>
          </a:prstGeom>
          <a:solidFill>
            <a:srgbClr val="FFFFFF">
              <a:alpha val="85000"/>
            </a:srgbClr>
          </a:solidFill>
          <a:ln w="6858">
            <a:solidFill>
              <a:srgbClr val="000000"/>
            </a:solidFill>
            <a:prstDash val="solid"/>
          </a:ln>
        </p:spPr>
      </p:sp>
      <p:sp>
        <p:nvSpPr>
          <p:cNvPr id="25" name="text_023">
            <a:extLst>
              <a:ext uri="{FF2B5EF4-FFF2-40B4-BE49-F238E27FC236}">
                <ns2:creationId id="{04C3210D-BE17-4BD8-9166-51B2AB2EA680}"/>
              </a:ext>
            </a:extLst>
          </p:cNvPr>
          <p:cNvSpPr>
            <a:spLocks noGrp="1"/>
          </p:cNvSpPr>
          <p:nvPr/>
        </p:nvSpPr>
        <p:spPr>
          <a:xfrm rot="0">
            <a:off x="584073" y="480060"/>
            <a:ext cx="1494949" cy="175260"/>
          </a:xfrm>
          <a:prstGeom prst="rect">
            <a:avLst/>
          </a:prstGeom>
          <a:noFill/>
          <a:ln w="0">
            <a:noFill/>
            <a:prstDash val="solid"/>
          </a:ln>
        </p:spPr>
        <p:txBody>
          <a:bodyPr wrap="none" lIns="0" tIns="0" rIns="0" bIns="0" anchor="t">
            <a:noAutofit/>
          </a:bodyPr>
          <a:lstStyle>
            <a:defPPr algn="l">
              <a:defRPr sz="1200" b="0">
                <a:solidFill>
                  <a:srgbClr val="000000"/>
                </a:solidFill>
                <a:latin typeface="Arial"/>
                <a:ea typeface="Arial"/>
                <a:cs typeface="Arial"/>
              </a:defRPr>
            </a:defPPr>
            <a:lvl1pPr algn="l">
              <a:defRPr sz="1200" b="0">
                <a:solidFill>
                  <a:srgbClr val="000000"/>
                </a:solidFill>
                <a:latin typeface="Arial"/>
                <a:ea typeface="Arial"/>
                <a:cs typeface="Arial"/>
              </a:defRPr>
            </a:lvl1pPr>
            <a:lvl2pPr algn="l">
              <a:defRPr sz="1200" b="0">
                <a:solidFill>
                  <a:srgbClr val="000000"/>
                </a:solidFill>
                <a:latin typeface="Arial"/>
                <a:ea typeface="Arial"/>
                <a:cs typeface="Arial"/>
              </a:defRPr>
            </a:lvl2pPr>
            <a:lvl3pPr algn="l">
              <a:defRPr sz="1200" b="0">
                <a:solidFill>
                  <a:srgbClr val="000000"/>
                </a:solidFill>
                <a:latin typeface="Arial"/>
                <a:ea typeface="Arial"/>
                <a:cs typeface="Arial"/>
              </a:defRPr>
            </a:lvl3pPr>
            <a:lvl4pPr algn="l">
              <a:defRPr sz="1200" b="0">
                <a:solidFill>
                  <a:srgbClr val="000000"/>
                </a:solidFill>
                <a:latin typeface="Arial"/>
                <a:ea typeface="Arial"/>
                <a:cs typeface="Arial"/>
              </a:defRPr>
            </a:lvl4pPr>
            <a:lvl5pPr algn="l">
              <a:defRPr sz="1200" b="0">
                <a:solidFill>
                  <a:srgbClr val="000000"/>
                </a:solidFill>
                <a:latin typeface="Arial"/>
                <a:ea typeface="Arial"/>
                <a:cs typeface="Arial"/>
              </a:defRPr>
            </a:lvl5pPr>
            <a:lvl6pPr algn="l">
              <a:defRPr sz="1200" b="0">
                <a:solidFill>
                  <a:srgbClr val="000000"/>
                </a:solidFill>
                <a:latin typeface="Arial"/>
                <a:ea typeface="Arial"/>
                <a:cs typeface="Arial"/>
              </a:defRPr>
            </a:lvl6pPr>
            <a:lvl7pPr algn="l">
              <a:defRPr sz="1200" b="0">
                <a:solidFill>
                  <a:srgbClr val="000000"/>
                </a:solidFill>
                <a:latin typeface="Arial"/>
                <a:ea typeface="Arial"/>
                <a:cs typeface="Arial"/>
              </a:defRPr>
            </a:lvl7pPr>
            <a:lvl8pPr algn="l">
              <a:defRPr sz="1200" b="0">
                <a:solidFill>
                  <a:srgbClr val="000000"/>
                </a:solidFill>
                <a:latin typeface="Arial"/>
                <a:ea typeface="Arial"/>
                <a:cs typeface="Arial"/>
              </a:defRPr>
            </a:lvl8pPr>
            <a:lvl9pPr algn="l">
              <a:defRPr sz="1200" b="0">
                <a:solidFill>
                  <a:srgbClr val="000000"/>
                </a:solidFill>
                <a:latin typeface="Arial"/>
                <a:ea typeface="Arial"/>
                <a:cs typeface="Arial"/>
              </a:defRPr>
            </a:lvl9pPr>
          </a:lstStyle>
          <a:p>
            <a:pPr algn="l">
              <a:defRPr sz="1200" b="0">
                <a:solidFill>
                  <a:srgbClr val="000000"/>
                </a:solidFill>
                <a:latin typeface="Arial"/>
                <a:ea typeface="Arial"/>
                <a:cs typeface="Arial"/>
              </a:defRPr>
            </a:pPr>
            <a:r>
              <a:rPr sz="1200" b="0">
                <a:solidFill>
                  <a:srgbClr val="000000"/>
                </a:solidFill>
                <a:latin typeface="Arial"/>
                <a:ea typeface="Arial"/>
                <a:cs typeface="Arial"/>
              </a:rPr>
              <a:t>MSLP anomaly [hPa]</a:t>
            </a:r>
          </a:p>
        </p:txBody>
      </p:sp>
      <p:pic>
        <p:nvPicPr>
          <p:cNvPr id="26" name="">
            <a:extLst>
              <a:ext uri="{FF2B5EF4-FFF2-40B4-BE49-F238E27FC236}">
                <ns2:creationId id="{3D662A5C-9D41-41F7-9BB0-EC0AD01895B4}"/>
              </a:ext>
            </a:extLst>
          </p:cNvPr>
          <p:cNvPicPr>
            <a:picLocks noChangeAspect="1"/>
          </p:cNvPicPr>
          <p:nvPr/>
        </p:nvPicPr>
        <p:blipFill>
          <a:blip r:embed="R40527520ab964fed"/>
          <a:stretch/>
        </p:blipFill>
        <p:spPr>
          <a:xfrm>
            <a:off x="591026" y="701040"/>
            <a:ext cx="1460182" cy="68580"/>
          </a:xfrm>
          <a:prstGeom prst="rect">
            <a:avLst/>
          </a:prstGeom>
        </p:spPr>
      </p:pic>
      <p:sp>
        <p:nvSpPr>
          <p:cNvPr id="27" name="text_025">
            <a:extLst>
              <a:ext uri="{FF2B5EF4-FFF2-40B4-BE49-F238E27FC236}">
                <ns2:creationId id="{5231693F-2C00-4A86-8100-C6A8E96301BB}"/>
              </a:ext>
            </a:extLst>
          </p:cNvPr>
          <p:cNvSpPr>
            <a:spLocks noGrp="1"/>
          </p:cNvSpPr>
          <p:nvPr/>
        </p:nvSpPr>
        <p:spPr>
          <a:xfrm rot="0">
            <a:off x="500634" y="777240"/>
            <a:ext cx="194691" cy="152400"/>
          </a:xfrm>
          <a:prstGeom prst="rect">
            <a:avLst/>
          </a:prstGeom>
          <a:noFill/>
          <a:ln w="0">
            <a:noFill/>
            <a:prstDash val="solid"/>
          </a:ln>
        </p:spPr>
        <p:txBody>
          <a:bodyPr wrap="none" lIns="0" tIns="0" rIns="0" bIns="0" anchor="t">
            <a:noAutofit/>
          </a:bodyPr>
          <a:lstStyle>
            <a:defPPr algn="ctr">
              <a:defRPr sz="1050" b="0">
                <a:solidFill>
                  <a:srgbClr val="000000"/>
                </a:solidFill>
                <a:latin typeface="Arial"/>
                <a:ea typeface="Arial"/>
                <a:cs typeface="Arial"/>
              </a:defRPr>
            </a:defPPr>
            <a:lvl1pPr algn="ctr">
              <a:defRPr sz="1050" b="0">
                <a:solidFill>
                  <a:srgbClr val="000000"/>
                </a:solidFill>
                <a:latin typeface="Arial"/>
                <a:ea typeface="Arial"/>
                <a:cs typeface="Arial"/>
              </a:defRPr>
            </a:lvl1pPr>
            <a:lvl2pPr algn="ctr">
              <a:defRPr sz="1050" b="0">
                <a:solidFill>
                  <a:srgbClr val="000000"/>
                </a:solidFill>
                <a:latin typeface="Arial"/>
                <a:ea typeface="Arial"/>
                <a:cs typeface="Arial"/>
              </a:defRPr>
            </a:lvl2pPr>
            <a:lvl3pPr algn="ctr">
              <a:defRPr sz="1050" b="0">
                <a:solidFill>
                  <a:srgbClr val="000000"/>
                </a:solidFill>
                <a:latin typeface="Arial"/>
                <a:ea typeface="Arial"/>
                <a:cs typeface="Arial"/>
              </a:defRPr>
            </a:lvl3pPr>
            <a:lvl4pPr algn="ctr">
              <a:defRPr sz="1050" b="0">
                <a:solidFill>
                  <a:srgbClr val="000000"/>
                </a:solidFill>
                <a:latin typeface="Arial"/>
                <a:ea typeface="Arial"/>
                <a:cs typeface="Arial"/>
              </a:defRPr>
            </a:lvl4pPr>
            <a:lvl5pPr algn="ctr">
              <a:defRPr sz="1050" b="0">
                <a:solidFill>
                  <a:srgbClr val="000000"/>
                </a:solidFill>
                <a:latin typeface="Arial"/>
                <a:ea typeface="Arial"/>
                <a:cs typeface="Arial"/>
              </a:defRPr>
            </a:lvl5pPr>
            <a:lvl6pPr algn="ctr">
              <a:defRPr sz="1050" b="0">
                <a:solidFill>
                  <a:srgbClr val="000000"/>
                </a:solidFill>
                <a:latin typeface="Arial"/>
                <a:ea typeface="Arial"/>
                <a:cs typeface="Arial"/>
              </a:defRPr>
            </a:lvl6pPr>
            <a:lvl7pPr algn="ctr">
              <a:defRPr sz="1050" b="0">
                <a:solidFill>
                  <a:srgbClr val="000000"/>
                </a:solidFill>
                <a:latin typeface="Arial"/>
                <a:ea typeface="Arial"/>
                <a:cs typeface="Arial"/>
              </a:defRPr>
            </a:lvl7pPr>
            <a:lvl8pPr algn="ctr">
              <a:defRPr sz="1050" b="0">
                <a:solidFill>
                  <a:srgbClr val="000000"/>
                </a:solidFill>
                <a:latin typeface="Arial"/>
                <a:ea typeface="Arial"/>
                <a:cs typeface="Arial"/>
              </a:defRPr>
            </a:lvl8pPr>
            <a:lvl9pPr algn="ctr">
              <a:defRPr sz="1050" b="0">
                <a:solidFill>
                  <a:srgbClr val="000000"/>
                </a:solidFill>
                <a:latin typeface="Arial"/>
                <a:ea typeface="Arial"/>
                <a:cs typeface="Arial"/>
              </a:defRPr>
            </a:lvl9pPr>
          </a:lstStyle>
          <a:p>
            <a:pPr algn="ctr">
              <a:defRPr sz="1050" b="0">
                <a:solidFill>
                  <a:srgbClr val="000000"/>
                </a:solidFill>
                <a:latin typeface="Arial"/>
                <a:ea typeface="Arial"/>
                <a:cs typeface="Arial"/>
              </a:defRPr>
            </a:pPr>
            <a:r>
              <a:rPr sz="1050" b="0">
                <a:solidFill>
                  <a:srgbClr val="000000"/>
                </a:solidFill>
                <a:latin typeface="Arial"/>
                <a:ea typeface="Arial"/>
                <a:cs typeface="Arial"/>
              </a:rPr>
              <a:t>-35</a:t>
            </a:r>
          </a:p>
        </p:txBody>
      </p:sp>
      <p:sp>
        <p:nvSpPr>
          <p:cNvPr id="28" name="text_026">
            <a:extLst>
              <a:ext uri="{FF2B5EF4-FFF2-40B4-BE49-F238E27FC236}">
                <ns2:creationId id="{95C96297-B0DB-4183-921C-1A94233A0D27}"/>
              </a:ext>
            </a:extLst>
          </p:cNvPr>
          <p:cNvSpPr>
            <a:spLocks noGrp="1"/>
          </p:cNvSpPr>
          <p:nvPr/>
        </p:nvSpPr>
        <p:spPr>
          <a:xfrm rot="0">
            <a:off x="1230725" y="777240"/>
            <a:ext cx="194691" cy="152400"/>
          </a:xfrm>
          <a:prstGeom prst="rect">
            <a:avLst/>
          </a:prstGeom>
          <a:noFill/>
          <a:ln w="0">
            <a:noFill/>
            <a:prstDash val="solid"/>
          </a:ln>
        </p:spPr>
        <p:txBody>
          <a:bodyPr wrap="none" lIns="0" tIns="0" rIns="0" bIns="0" anchor="t">
            <a:noAutofit/>
          </a:bodyPr>
          <a:lstStyle>
            <a:defPPr algn="ctr">
              <a:defRPr sz="1050" b="0">
                <a:solidFill>
                  <a:srgbClr val="000000"/>
                </a:solidFill>
                <a:latin typeface="Arial"/>
                <a:ea typeface="Arial"/>
                <a:cs typeface="Arial"/>
              </a:defRPr>
            </a:defPPr>
            <a:lvl1pPr algn="ctr">
              <a:defRPr sz="1050" b="0">
                <a:solidFill>
                  <a:srgbClr val="000000"/>
                </a:solidFill>
                <a:latin typeface="Arial"/>
                <a:ea typeface="Arial"/>
                <a:cs typeface="Arial"/>
              </a:defRPr>
            </a:lvl1pPr>
            <a:lvl2pPr algn="ctr">
              <a:defRPr sz="1050" b="0">
                <a:solidFill>
                  <a:srgbClr val="000000"/>
                </a:solidFill>
                <a:latin typeface="Arial"/>
                <a:ea typeface="Arial"/>
                <a:cs typeface="Arial"/>
              </a:defRPr>
            </a:lvl2pPr>
            <a:lvl3pPr algn="ctr">
              <a:defRPr sz="1050" b="0">
                <a:solidFill>
                  <a:srgbClr val="000000"/>
                </a:solidFill>
                <a:latin typeface="Arial"/>
                <a:ea typeface="Arial"/>
                <a:cs typeface="Arial"/>
              </a:defRPr>
            </a:lvl3pPr>
            <a:lvl4pPr algn="ctr">
              <a:defRPr sz="1050" b="0">
                <a:solidFill>
                  <a:srgbClr val="000000"/>
                </a:solidFill>
                <a:latin typeface="Arial"/>
                <a:ea typeface="Arial"/>
                <a:cs typeface="Arial"/>
              </a:defRPr>
            </a:lvl4pPr>
            <a:lvl5pPr algn="ctr">
              <a:defRPr sz="1050" b="0">
                <a:solidFill>
                  <a:srgbClr val="000000"/>
                </a:solidFill>
                <a:latin typeface="Arial"/>
                <a:ea typeface="Arial"/>
                <a:cs typeface="Arial"/>
              </a:defRPr>
            </a:lvl5pPr>
            <a:lvl6pPr algn="ctr">
              <a:defRPr sz="1050" b="0">
                <a:solidFill>
                  <a:srgbClr val="000000"/>
                </a:solidFill>
                <a:latin typeface="Arial"/>
                <a:ea typeface="Arial"/>
                <a:cs typeface="Arial"/>
              </a:defRPr>
            </a:lvl6pPr>
            <a:lvl7pPr algn="ctr">
              <a:defRPr sz="1050" b="0">
                <a:solidFill>
                  <a:srgbClr val="000000"/>
                </a:solidFill>
                <a:latin typeface="Arial"/>
                <a:ea typeface="Arial"/>
                <a:cs typeface="Arial"/>
              </a:defRPr>
            </a:lvl7pPr>
            <a:lvl8pPr algn="ctr">
              <a:defRPr sz="1050" b="0">
                <a:solidFill>
                  <a:srgbClr val="000000"/>
                </a:solidFill>
                <a:latin typeface="Arial"/>
                <a:ea typeface="Arial"/>
                <a:cs typeface="Arial"/>
              </a:defRPr>
            </a:lvl8pPr>
            <a:lvl9pPr algn="ctr">
              <a:defRPr sz="1050" b="0">
                <a:solidFill>
                  <a:srgbClr val="000000"/>
                </a:solidFill>
                <a:latin typeface="Arial"/>
                <a:ea typeface="Arial"/>
                <a:cs typeface="Arial"/>
              </a:defRPr>
            </a:lvl9pPr>
          </a:lstStyle>
          <a:p>
            <a:pPr algn="ctr">
              <a:defRPr sz="1050" b="0">
                <a:solidFill>
                  <a:srgbClr val="000000"/>
                </a:solidFill>
                <a:latin typeface="Arial"/>
                <a:ea typeface="Arial"/>
                <a:cs typeface="Arial"/>
              </a:defRPr>
            </a:pPr>
            <a:r>
              <a:rPr sz="1050" b="0">
                <a:solidFill>
                  <a:srgbClr val="000000"/>
                </a:solidFill>
                <a:latin typeface="Arial"/>
                <a:ea typeface="Arial"/>
                <a:cs typeface="Arial"/>
              </a:rPr>
              <a:t>0</a:t>
            </a:r>
          </a:p>
        </p:txBody>
      </p:sp>
      <p:sp>
        <p:nvSpPr>
          <p:cNvPr id="29" name="text_027">
            <a:extLst>
              <a:ext uri="{FF2B5EF4-FFF2-40B4-BE49-F238E27FC236}">
                <ns2:creationId id="{8677A8E2-F5B3-4E73-9355-7215C155999E}"/>
              </a:ext>
            </a:extLst>
          </p:cNvPr>
          <p:cNvSpPr>
            <a:spLocks noGrp="1"/>
          </p:cNvSpPr>
          <p:nvPr/>
        </p:nvSpPr>
        <p:spPr>
          <a:xfrm rot="0">
            <a:off x="1891284" y="777240"/>
            <a:ext cx="194691" cy="152400"/>
          </a:xfrm>
          <a:prstGeom prst="rect">
            <a:avLst/>
          </a:prstGeom>
          <a:noFill/>
          <a:ln w="0">
            <a:noFill/>
            <a:prstDash val="solid"/>
          </a:ln>
        </p:spPr>
        <p:txBody>
          <a:bodyPr wrap="none" lIns="0" tIns="0" rIns="0" bIns="0" anchor="t">
            <a:noAutofit/>
          </a:bodyPr>
          <a:lstStyle>
            <a:defPPr algn="ctr">
              <a:defRPr sz="1050" b="0">
                <a:solidFill>
                  <a:srgbClr val="000000"/>
                </a:solidFill>
                <a:latin typeface="Arial"/>
                <a:ea typeface="Arial"/>
                <a:cs typeface="Arial"/>
              </a:defRPr>
            </a:defPPr>
            <a:lvl1pPr algn="ctr">
              <a:defRPr sz="1050" b="0">
                <a:solidFill>
                  <a:srgbClr val="000000"/>
                </a:solidFill>
                <a:latin typeface="Arial"/>
                <a:ea typeface="Arial"/>
                <a:cs typeface="Arial"/>
              </a:defRPr>
            </a:lvl1pPr>
            <a:lvl2pPr algn="ctr">
              <a:defRPr sz="1050" b="0">
                <a:solidFill>
                  <a:srgbClr val="000000"/>
                </a:solidFill>
                <a:latin typeface="Arial"/>
                <a:ea typeface="Arial"/>
                <a:cs typeface="Arial"/>
              </a:defRPr>
            </a:lvl2pPr>
            <a:lvl3pPr algn="ctr">
              <a:defRPr sz="1050" b="0">
                <a:solidFill>
                  <a:srgbClr val="000000"/>
                </a:solidFill>
                <a:latin typeface="Arial"/>
                <a:ea typeface="Arial"/>
                <a:cs typeface="Arial"/>
              </a:defRPr>
            </a:lvl3pPr>
            <a:lvl4pPr algn="ctr">
              <a:defRPr sz="1050" b="0">
                <a:solidFill>
                  <a:srgbClr val="000000"/>
                </a:solidFill>
                <a:latin typeface="Arial"/>
                <a:ea typeface="Arial"/>
                <a:cs typeface="Arial"/>
              </a:defRPr>
            </a:lvl4pPr>
            <a:lvl5pPr algn="ctr">
              <a:defRPr sz="1050" b="0">
                <a:solidFill>
                  <a:srgbClr val="000000"/>
                </a:solidFill>
                <a:latin typeface="Arial"/>
                <a:ea typeface="Arial"/>
                <a:cs typeface="Arial"/>
              </a:defRPr>
            </a:lvl5pPr>
            <a:lvl6pPr algn="ctr">
              <a:defRPr sz="1050" b="0">
                <a:solidFill>
                  <a:srgbClr val="000000"/>
                </a:solidFill>
                <a:latin typeface="Arial"/>
                <a:ea typeface="Arial"/>
                <a:cs typeface="Arial"/>
              </a:defRPr>
            </a:lvl6pPr>
            <a:lvl7pPr algn="ctr">
              <a:defRPr sz="1050" b="0">
                <a:solidFill>
                  <a:srgbClr val="000000"/>
                </a:solidFill>
                <a:latin typeface="Arial"/>
                <a:ea typeface="Arial"/>
                <a:cs typeface="Arial"/>
              </a:defRPr>
            </a:lvl7pPr>
            <a:lvl8pPr algn="ctr">
              <a:defRPr sz="1050" b="0">
                <a:solidFill>
                  <a:srgbClr val="000000"/>
                </a:solidFill>
                <a:latin typeface="Arial"/>
                <a:ea typeface="Arial"/>
                <a:cs typeface="Arial"/>
              </a:defRPr>
            </a:lvl8pPr>
            <a:lvl9pPr algn="ctr">
              <a:defRPr sz="1050" b="0">
                <a:solidFill>
                  <a:srgbClr val="000000"/>
                </a:solidFill>
                <a:latin typeface="Arial"/>
                <a:ea typeface="Arial"/>
                <a:cs typeface="Arial"/>
              </a:defRPr>
            </a:lvl9pPr>
          </a:lstStyle>
          <a:p>
            <a:pPr algn="ctr">
              <a:defRPr sz="1050" b="0">
                <a:solidFill>
                  <a:srgbClr val="000000"/>
                </a:solidFill>
                <a:latin typeface="Arial"/>
                <a:ea typeface="Arial"/>
                <a:cs typeface="Arial"/>
              </a:defRPr>
            </a:pPr>
            <a:r>
              <a:rPr sz="1050" b="0">
                <a:solidFill>
                  <a:srgbClr val="000000"/>
                </a:solidFill>
                <a:latin typeface="Arial"/>
                <a:ea typeface="Arial"/>
                <a:cs typeface="Arial"/>
              </a:rPr>
              <a:t>35</a:t>
            </a:r>
          </a:p>
        </p:txBody>
      </p:sp>
      <p:sp>
        <p:nvSpPr>
          <p:cNvPr id="30" name="a_event_guide_0">
            <a:extLst>
              <a:ext uri="{FF2B5EF4-FFF2-40B4-BE49-F238E27FC236}">
                <ns2:creationId id="{944095C7-56E0-44C0-B64D-AD9669AA9425}"/>
              </a:ext>
            </a:extLst>
          </p:cNvPr>
          <p:cNvSpPr>
            <a:spLocks noGrp="1"/>
          </p:cNvSpPr>
          <p:nvPr/>
        </p:nvSpPr>
        <p:spPr>
          <a:xfrm>
            <a:off x="1165510" y="320040"/>
            <a:ext cx="95" cy="2971800"/>
          </a:xfrm>
          <a:custGeom>
            <a:pathLst>
              <a:path w="95" h="2971800">
                <a:moveTo>
                  <a:pt x="0" y="0"/>
                </a:moveTo>
                <a:lnTo>
                  <a:pt x="0" y="2971800"/>
                </a:lnTo>
              </a:path>
            </a:pathLst>
          </a:custGeom>
          <a:noFill/>
          <a:ln w="8573">
            <a:solidFill>
              <a:srgbClr val="000000"/>
            </a:solidFill>
            <a:prstDash val="dash"/>
          </a:ln>
        </p:spPr>
      </p:sp>
      <p:sp>
        <p:nvSpPr>
          <p:cNvPr id="31" name="a_event_box_0">
            <a:extLst>
              <a:ext uri="{FF2B5EF4-FFF2-40B4-BE49-F238E27FC236}">
                <ns2:creationId id="{81730220-0084-4CAE-8AD7-C517E7BD4023}"/>
              </a:ext>
            </a:extLst>
          </p:cNvPr>
          <p:cNvSpPr>
            <a:spLocks noGrp="1"/>
          </p:cNvSpPr>
          <p:nvPr/>
        </p:nvSpPr>
        <p:spPr>
          <a:xfrm rot="0">
            <a:off x="869156" y="2240280"/>
            <a:ext cx="1119473" cy="228600"/>
          </a:xfrm>
          <a:prstGeom prst="roundRect">
            <a:avLst>
              <a:gd name="adj" fmla="val 33333"/>
            </a:avLst>
          </a:prstGeom>
          <a:solidFill>
            <a:srgbClr val="FFFFFF">
              <a:alpha val="88000"/>
            </a:srgbClr>
          </a:solidFill>
          <a:ln w="6858">
            <a:solidFill>
              <a:srgbClr val="000000"/>
            </a:solidFill>
            <a:prstDash val="solid"/>
          </a:ln>
        </p:spPr>
      </p:sp>
      <p:sp>
        <p:nvSpPr>
          <p:cNvPr id="32" name="text_030">
            <a:extLst>
              <a:ext uri="{FF2B5EF4-FFF2-40B4-BE49-F238E27FC236}">
                <ns2:creationId id="{12F91A2C-0BB5-4978-95A6-69779907395B}"/>
              </a:ext>
            </a:extLst>
          </p:cNvPr>
          <p:cNvSpPr>
            <a:spLocks noGrp="1"/>
          </p:cNvSpPr>
          <p:nvPr/>
        </p:nvSpPr>
        <p:spPr>
          <a:xfrm rot="0">
            <a:off x="931735" y="2278380"/>
            <a:ext cx="994315" cy="190500"/>
          </a:xfrm>
          <a:prstGeom prst="rect">
            <a:avLst/>
          </a:prstGeom>
          <a:noFill/>
          <a:ln w="0">
            <a:noFill/>
            <a:prstDash val="solid"/>
          </a:ln>
        </p:spPr>
        <p:txBody>
          <a:bodyPr wrap="none" lIns="0" tIns="0" rIns="0" bIns="0" anchor="t">
            <a:noAutofit/>
          </a:bodyPr>
          <a:lstStyle>
            <a:defPPr algn="l">
              <a:defRPr sz="1125" b="0">
                <a:solidFill>
                  <a:srgbClr val="000000"/>
                </a:solidFill>
                <a:latin typeface="Arial"/>
                <a:ea typeface="Arial"/>
                <a:cs typeface="Arial"/>
              </a:defRPr>
            </a:defPPr>
            <a:lvl1pPr algn="l">
              <a:defRPr sz="1125" b="0">
                <a:solidFill>
                  <a:srgbClr val="000000"/>
                </a:solidFill>
                <a:latin typeface="Arial"/>
                <a:ea typeface="Arial"/>
                <a:cs typeface="Arial"/>
              </a:defRPr>
            </a:lvl1pPr>
            <a:lvl2pPr algn="l">
              <a:defRPr sz="1125" b="0">
                <a:solidFill>
                  <a:srgbClr val="000000"/>
                </a:solidFill>
                <a:latin typeface="Arial"/>
                <a:ea typeface="Arial"/>
                <a:cs typeface="Arial"/>
              </a:defRPr>
            </a:lvl2pPr>
            <a:lvl3pPr algn="l">
              <a:defRPr sz="1125" b="0">
                <a:solidFill>
                  <a:srgbClr val="000000"/>
                </a:solidFill>
                <a:latin typeface="Arial"/>
                <a:ea typeface="Arial"/>
                <a:cs typeface="Arial"/>
              </a:defRPr>
            </a:lvl3pPr>
            <a:lvl4pPr algn="l">
              <a:defRPr sz="1125" b="0">
                <a:solidFill>
                  <a:srgbClr val="000000"/>
                </a:solidFill>
                <a:latin typeface="Arial"/>
                <a:ea typeface="Arial"/>
                <a:cs typeface="Arial"/>
              </a:defRPr>
            </a:lvl4pPr>
            <a:lvl5pPr algn="l">
              <a:defRPr sz="1125" b="0">
                <a:solidFill>
                  <a:srgbClr val="000000"/>
                </a:solidFill>
                <a:latin typeface="Arial"/>
                <a:ea typeface="Arial"/>
                <a:cs typeface="Arial"/>
              </a:defRPr>
            </a:lvl5pPr>
            <a:lvl6pPr algn="l">
              <a:defRPr sz="1125" b="0">
                <a:solidFill>
                  <a:srgbClr val="000000"/>
                </a:solidFill>
                <a:latin typeface="Arial"/>
                <a:ea typeface="Arial"/>
                <a:cs typeface="Arial"/>
              </a:defRPr>
            </a:lvl6pPr>
            <a:lvl7pPr algn="l">
              <a:defRPr sz="1125" b="0">
                <a:solidFill>
                  <a:srgbClr val="000000"/>
                </a:solidFill>
                <a:latin typeface="Arial"/>
                <a:ea typeface="Arial"/>
                <a:cs typeface="Arial"/>
              </a:defRPr>
            </a:lvl7pPr>
            <a:lvl8pPr algn="l">
              <a:defRPr sz="1125" b="0">
                <a:solidFill>
                  <a:srgbClr val="000000"/>
                </a:solidFill>
                <a:latin typeface="Arial"/>
                <a:ea typeface="Arial"/>
                <a:cs typeface="Arial"/>
              </a:defRPr>
            </a:lvl8pPr>
            <a:lvl9pPr algn="l">
              <a:defRPr sz="1125" b="0">
                <a:solidFill>
                  <a:srgbClr val="000000"/>
                </a:solidFill>
                <a:latin typeface="Arial"/>
                <a:ea typeface="Arial"/>
                <a:cs typeface="Arial"/>
              </a:defRPr>
            </a:lvl9pPr>
          </a:lstStyle>
          <a:p>
            <a:pPr algn="l">
              <a:defRPr sz="1125" b="0">
                <a:solidFill>
                  <a:srgbClr val="000000"/>
                </a:solidFill>
                <a:latin typeface="Arial"/>
                <a:ea typeface="Arial"/>
                <a:cs typeface="Arial"/>
              </a:defRPr>
            </a:pPr>
            <a:r>
              <a:rPr sz="1125" b="0">
                <a:solidFill>
                  <a:srgbClr val="000000"/>
                </a:solidFill>
                <a:latin typeface="Arial"/>
                <a:ea typeface="Arial"/>
                <a:cs typeface="Arial"/>
              </a:rPr>
              <a:t>Cyclone Anatol</a:t>
            </a:r>
          </a:p>
        </p:txBody>
      </p:sp>
      <p:sp>
        <p:nvSpPr>
          <p:cNvPr id="33" name="line_031">
            <a:extLst>
              <a:ext uri="{FF2B5EF4-FFF2-40B4-BE49-F238E27FC236}">
                <ns2:creationId id="{8B02F5F3-0ABA-4100-992F-5FDAB720A4F0}"/>
              </a:ext>
            </a:extLst>
          </p:cNvPr>
          <p:cNvSpPr>
            <a:spLocks noGrp="1"/>
          </p:cNvSpPr>
          <p:nvPr/>
        </p:nvSpPr>
        <p:spPr>
          <a:xfrm>
            <a:off x="1165510" y="1781147"/>
            <a:ext cx="95" cy="459133"/>
          </a:xfrm>
          <a:custGeom>
            <a:pathLst>
              <a:path w="95" h="459133">
                <a:moveTo>
                  <a:pt x="0" y="459133"/>
                </a:moveTo>
                <a:lnTo>
                  <a:pt x="0" y="0"/>
                </a:lnTo>
              </a:path>
            </a:pathLst>
          </a:custGeom>
          <a:noFill/>
          <a:ln w="9430">
            <a:solidFill>
              <a:srgbClr val="000000"/>
            </a:solidFill>
            <a:prstDash val="solid"/>
          </a:ln>
        </p:spPr>
      </p:sp>
      <p:sp>
        <p:nvSpPr>
          <p:cNvPr id="34" name="line_032">
            <a:extLst>
              <a:ext uri="{FF2B5EF4-FFF2-40B4-BE49-F238E27FC236}">
                <ns2:creationId id="{035552C5-0259-4772-8F7A-2B8F53EB5FE2}"/>
              </a:ext>
            </a:extLst>
          </p:cNvPr>
          <p:cNvSpPr>
            <a:spLocks noGrp="1"/>
          </p:cNvSpPr>
          <p:nvPr/>
        </p:nvSpPr>
        <p:spPr>
          <a:xfrm>
            <a:off x="1144651" y="1781147"/>
            <a:ext cx="20860" cy="53340"/>
          </a:xfrm>
          <a:custGeom>
            <a:pathLst>
              <a:path w="20860" h="53340">
                <a:moveTo>
                  <a:pt x="0" y="53340"/>
                </a:moveTo>
                <a:lnTo>
                  <a:pt x="20860" y="0"/>
                </a:lnTo>
              </a:path>
            </a:pathLst>
          </a:custGeom>
          <a:noFill/>
          <a:ln w="9430">
            <a:solidFill>
              <a:srgbClr val="000000"/>
            </a:solidFill>
            <a:prstDash val="solid"/>
          </a:ln>
        </p:spPr>
      </p:sp>
      <p:sp>
        <p:nvSpPr>
          <p:cNvPr id="35" name="line_033">
            <a:extLst>
              <a:ext uri="{FF2B5EF4-FFF2-40B4-BE49-F238E27FC236}">
                <ns2:creationId id="{0E3546DA-1710-4474-9DF2-400F4983EC21}"/>
              </a:ext>
            </a:extLst>
          </p:cNvPr>
          <p:cNvSpPr>
            <a:spLocks noGrp="1"/>
          </p:cNvSpPr>
          <p:nvPr/>
        </p:nvSpPr>
        <p:spPr>
          <a:xfrm>
            <a:off x="1165510" y="1781147"/>
            <a:ext cx="20860" cy="53340"/>
          </a:xfrm>
          <a:custGeom>
            <a:pathLst>
              <a:path w="20860" h="53340">
                <a:moveTo>
                  <a:pt x="20860" y="53340"/>
                </a:moveTo>
                <a:lnTo>
                  <a:pt x="0" y="0"/>
                </a:lnTo>
              </a:path>
            </a:pathLst>
          </a:custGeom>
          <a:noFill/>
          <a:ln w="9430">
            <a:solidFill>
              <a:srgbClr val="000000"/>
            </a:solidFill>
            <a:prstDash val="solid"/>
          </a:ln>
        </p:spPr>
      </p:sp>
      <p:sp>
        <p:nvSpPr>
          <p:cNvPr id="36" name="path_034">
            <a:extLst>
              <a:ext uri="{FF2B5EF4-FFF2-40B4-BE49-F238E27FC236}">
                <ns2:creationId id="{78999037-89A1-47A7-B108-E986762A10AB}"/>
              </a:ext>
            </a:extLst>
          </p:cNvPr>
          <p:cNvSpPr>
            <a:spLocks noGrp="1"/>
          </p:cNvSpPr>
          <p:nvPr/>
        </p:nvSpPr>
        <p:spPr>
          <a:xfrm>
            <a:off x="1165510" y="3383280"/>
            <a:ext cx="68691" cy="712470"/>
          </a:xfrm>
          <a:custGeom>
            <a:pathLst>
              <a:path w="68691" h="712470">
                <a:moveTo>
                  <a:pt x="0" y="0"/>
                </a:moveTo>
                <a:lnTo>
                  <a:pt x="0" y="243840"/>
                </a:lnTo>
                <a:lnTo>
                  <a:pt x="68691" y="243840"/>
                </a:lnTo>
                <a:lnTo>
                  <a:pt x="68691" y="712470"/>
                </a:lnTo>
              </a:path>
            </a:pathLst>
          </a:custGeom>
          <a:noFill/>
          <a:ln w="6858">
            <a:solidFill>
              <a:srgbClr val="8B8B8B"/>
            </a:solidFill>
            <a:prstDash val="solid"/>
          </a:ln>
        </p:spPr>
      </p:sp>
      <p:pic>
        <p:nvPicPr>
          <p:cNvPr id="37" name="">
            <a:extLst>
              <a:ext uri="{FF2B5EF4-FFF2-40B4-BE49-F238E27FC236}">
                <ns2:creationId id="{CF1E618A-C13F-4FAD-8544-E9B5CEF5C665}"/>
              </a:ext>
            </a:extLst>
          </p:cNvPr>
          <p:cNvPicPr>
            <a:picLocks noChangeAspect="1"/>
          </p:cNvPicPr>
          <p:nvPr/>
        </p:nvPicPr>
        <p:blipFill>
          <a:blip r:embed="R6a76214cd59f4e21"/>
          <a:stretch/>
        </p:blipFill>
        <p:spPr>
          <a:xfrm>
            <a:off x="451961" y="4095750"/>
            <a:ext cx="1564481" cy="1609969"/>
          </a:xfrm>
          <a:prstGeom prst="rect">
            <a:avLst/>
          </a:prstGeom>
        </p:spPr>
      </p:pic>
      <p:sp>
        <p:nvSpPr>
          <p:cNvPr id="38" name="rect_036">
            <a:extLst>
              <a:ext uri="{FF2B5EF4-FFF2-40B4-BE49-F238E27FC236}">
                <ns2:creationId id="{75DC5950-B433-422F-B23D-D5CE147DAC71}"/>
              </a:ext>
            </a:extLst>
          </p:cNvPr>
          <p:cNvSpPr>
            <a:spLocks noGrp="1"/>
          </p:cNvSpPr>
          <p:nvPr/>
        </p:nvSpPr>
        <p:spPr>
          <a:xfrm rot="0">
            <a:off x="451961" y="4095750"/>
            <a:ext cx="1564481" cy="1609969"/>
          </a:xfrm>
          <a:prstGeom prst="rect">
            <a:avLst/>
          </a:prstGeom>
          <a:noFill/>
          <a:ln w="7715">
            <a:solidFill>
              <a:srgbClr val="000000"/>
            </a:solidFill>
            <a:prstDash val="solid"/>
          </a:ln>
        </p:spPr>
      </p:sp>
      <p:sp>
        <p:nvSpPr>
          <p:cNvPr id="39" name="text_037">
            <a:extLst>
              <a:ext uri="{FF2B5EF4-FFF2-40B4-BE49-F238E27FC236}">
                <ns2:creationId id="{8FA85EBF-B5CA-4E51-BCC8-6C349FB44B7E}"/>
              </a:ext>
            </a:extLst>
          </p:cNvPr>
          <p:cNvSpPr>
            <a:spLocks noGrp="1"/>
          </p:cNvSpPr>
          <p:nvPr/>
        </p:nvSpPr>
        <p:spPr>
          <a:xfrm rot="0">
            <a:off x="389382" y="5768298"/>
            <a:ext cx="1689640" cy="238125"/>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1999-12-03 18:00</a:t>
            </a:r>
          </a:p>
        </p:txBody>
      </p:sp>
      <p:sp>
        <p:nvSpPr>
          <p:cNvPr id="40" name="line_038">
            <a:extLst>
              <a:ext uri="{FF2B5EF4-FFF2-40B4-BE49-F238E27FC236}">
                <ns2:creationId id="{6346F462-C813-41E9-96E3-3F27D71B0C4F}"/>
              </a:ext>
            </a:extLst>
          </p:cNvPr>
          <p:cNvSpPr>
            <a:spLocks noGrp="1"/>
          </p:cNvSpPr>
          <p:nvPr/>
        </p:nvSpPr>
        <p:spPr>
          <a:xfrm>
            <a:off x="1190561" y="4514541"/>
            <a:ext cx="342707" cy="115258"/>
          </a:xfrm>
          <a:custGeom>
            <a:pathLst>
              <a:path w="342707" h="115258">
                <a:moveTo>
                  <a:pt x="0" y="0"/>
                </a:moveTo>
                <a:lnTo>
                  <a:pt x="342707" y="115258"/>
                </a:lnTo>
              </a:path>
            </a:pathLst>
          </a:custGeom>
          <a:noFill/>
          <a:ln w="13716">
            <a:solidFill>
              <a:srgbClr val="333333"/>
            </a:solidFill>
            <a:prstDash val="solid"/>
          </a:ln>
        </p:spPr>
      </p:sp>
      <p:sp>
        <p:nvSpPr>
          <p:cNvPr id="41" name="line_039">
            <a:extLst>
              <a:ext uri="{FF2B5EF4-FFF2-40B4-BE49-F238E27FC236}">
                <ns2:creationId id="{C0E1C947-2385-4F51-99CF-EFF4CF44DF02}"/>
              </a:ext>
            </a:extLst>
          </p:cNvPr>
          <p:cNvSpPr>
            <a:spLocks noGrp="1"/>
          </p:cNvSpPr>
          <p:nvPr/>
        </p:nvSpPr>
        <p:spPr>
          <a:xfrm>
            <a:off x="1493784" y="4594511"/>
            <a:ext cx="39484" cy="35287"/>
          </a:xfrm>
          <a:custGeom>
            <a:pathLst>
              <a:path w="39484" h="35287">
                <a:moveTo>
                  <a:pt x="0" y="0"/>
                </a:moveTo>
                <a:lnTo>
                  <a:pt x="39484" y="35287"/>
                </a:lnTo>
              </a:path>
            </a:pathLst>
          </a:custGeom>
          <a:noFill/>
          <a:ln w="13716">
            <a:solidFill>
              <a:srgbClr val="333333"/>
            </a:solidFill>
            <a:prstDash val="solid"/>
          </a:ln>
        </p:spPr>
      </p:sp>
      <p:sp>
        <p:nvSpPr>
          <p:cNvPr id="42" name="line_040">
            <a:extLst>
              <a:ext uri="{FF2B5EF4-FFF2-40B4-BE49-F238E27FC236}">
                <ns2:creationId id="{F9422713-AAFB-40A9-81F4-453D2FE871E2}"/>
              </a:ext>
            </a:extLst>
          </p:cNvPr>
          <p:cNvSpPr>
            <a:spLocks noGrp="1"/>
          </p:cNvSpPr>
          <p:nvPr/>
        </p:nvSpPr>
        <p:spPr>
          <a:xfrm>
            <a:off x="1480485" y="4629798"/>
            <a:ext cx="52783" cy="4256"/>
          </a:xfrm>
          <a:custGeom>
            <a:pathLst>
              <a:path w="52783" h="4256">
                <a:moveTo>
                  <a:pt x="0" y="4256"/>
                </a:moveTo>
                <a:lnTo>
                  <a:pt x="52783" y="0"/>
                </a:lnTo>
              </a:path>
            </a:pathLst>
          </a:custGeom>
          <a:noFill/>
          <a:ln w="13716">
            <a:solidFill>
              <a:srgbClr val="333333"/>
            </a:solidFill>
            <a:prstDash val="solid"/>
          </a:ln>
        </p:spPr>
      </p:sp>
      <p:sp>
        <p:nvSpPr>
          <p:cNvPr id="43" name="text_041">
            <a:extLst>
              <a:ext uri="{FF2B5EF4-FFF2-40B4-BE49-F238E27FC236}">
                <ns2:creationId id="{42946281-4C43-4EB6-B9C6-AF43FBD21B74}"/>
              </a:ext>
            </a:extLst>
          </p:cNvPr>
          <p:cNvSpPr>
            <a:spLocks noGrp="1"/>
          </p:cNvSpPr>
          <p:nvPr/>
        </p:nvSpPr>
        <p:spPr>
          <a:xfrm rot="0">
            <a:off x="1561081" y="4553312"/>
            <a:ext cx="139065" cy="166878"/>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d</a:t>
            </a:r>
          </a:p>
        </p:txBody>
      </p:sp>
      <p:sp>
        <p:nvSpPr>
          <p:cNvPr id="44" name="a_event_guide_1">
            <a:extLst>
              <a:ext uri="{FF2B5EF4-FFF2-40B4-BE49-F238E27FC236}">
                <ns2:creationId id="{891A9FE9-EEAC-4622-8B73-251F0D831C4D}"/>
              </a:ext>
            </a:extLst>
          </p:cNvPr>
          <p:cNvSpPr>
            <a:spLocks noGrp="1"/>
          </p:cNvSpPr>
          <p:nvPr/>
        </p:nvSpPr>
        <p:spPr>
          <a:xfrm>
            <a:off x="5157461" y="320040"/>
            <a:ext cx="95" cy="2971800"/>
          </a:xfrm>
          <a:custGeom>
            <a:pathLst>
              <a:path w="95" h="2971800">
                <a:moveTo>
                  <a:pt x="0" y="0"/>
                </a:moveTo>
                <a:lnTo>
                  <a:pt x="0" y="2971800"/>
                </a:lnTo>
              </a:path>
            </a:pathLst>
          </a:custGeom>
          <a:noFill/>
          <a:ln w="8573">
            <a:solidFill>
              <a:srgbClr val="000000"/>
            </a:solidFill>
            <a:prstDash val="dash"/>
          </a:ln>
        </p:spPr>
      </p:sp>
      <p:sp>
        <p:nvSpPr>
          <p:cNvPr id="45" name="a_event_box_1">
            <a:extLst>
              <a:ext uri="{FF2B5EF4-FFF2-40B4-BE49-F238E27FC236}">
                <ns2:creationId id="{41CAA042-62B8-46BC-BFBA-93949032D664}"/>
              </a:ext>
            </a:extLst>
          </p:cNvPr>
          <p:cNvSpPr>
            <a:spLocks noGrp="1"/>
          </p:cNvSpPr>
          <p:nvPr/>
        </p:nvSpPr>
        <p:spPr>
          <a:xfrm rot="0">
            <a:off x="3998119" y="792480"/>
            <a:ext cx="2009489" cy="400050"/>
          </a:xfrm>
          <a:prstGeom prst="roundRect">
            <a:avLst>
              <a:gd name="adj" fmla="val 19048"/>
            </a:avLst>
          </a:prstGeom>
          <a:solidFill>
            <a:srgbClr val="FFFFFF">
              <a:alpha val="88000"/>
            </a:srgbClr>
          </a:solidFill>
          <a:ln w="6858">
            <a:solidFill>
              <a:srgbClr val="000000"/>
            </a:solidFill>
            <a:prstDash val="solid"/>
          </a:ln>
        </p:spPr>
      </p:sp>
      <p:sp>
        <p:nvSpPr>
          <p:cNvPr id="46" name="text_044">
            <a:extLst>
              <a:ext uri="{FF2B5EF4-FFF2-40B4-BE49-F238E27FC236}">
                <ns2:creationId id="{D05CA193-A138-4353-8C40-B11790CBE7D3}"/>
              </a:ext>
            </a:extLst>
          </p:cNvPr>
          <p:cNvSpPr>
            <a:spLocks noGrp="1"/>
          </p:cNvSpPr>
          <p:nvPr/>
        </p:nvSpPr>
        <p:spPr>
          <a:xfrm rot="0">
            <a:off x="4060698" y="821055"/>
            <a:ext cx="1884331" cy="371475"/>
          </a:xfrm>
          <a:prstGeom prst="rect">
            <a:avLst/>
          </a:prstGeom>
          <a:noFill/>
          <a:ln w="0">
            <a:noFill/>
            <a:prstDash val="solid"/>
          </a:ln>
        </p:spPr>
        <p:txBody>
          <a:bodyPr wrap="none" lIns="0" tIns="0" rIns="0" bIns="0" anchor="t">
            <a:noAutofit/>
          </a:bodyPr>
          <a:lstStyle>
            <a:defPPr algn="l">
              <a:defRPr sz="1125" b="0">
                <a:solidFill>
                  <a:srgbClr val="000000"/>
                </a:solidFill>
                <a:latin typeface="Arial"/>
                <a:ea typeface="Arial"/>
                <a:cs typeface="Arial"/>
              </a:defRPr>
            </a:defPPr>
            <a:lvl1pPr algn="l">
              <a:defRPr sz="1125" b="0">
                <a:solidFill>
                  <a:srgbClr val="000000"/>
                </a:solidFill>
                <a:latin typeface="Arial"/>
                <a:ea typeface="Arial"/>
                <a:cs typeface="Arial"/>
              </a:defRPr>
            </a:lvl1pPr>
            <a:lvl2pPr algn="l">
              <a:defRPr sz="1125" b="0">
                <a:solidFill>
                  <a:srgbClr val="000000"/>
                </a:solidFill>
                <a:latin typeface="Arial"/>
                <a:ea typeface="Arial"/>
                <a:cs typeface="Arial"/>
              </a:defRPr>
            </a:lvl2pPr>
            <a:lvl3pPr algn="l">
              <a:defRPr sz="1125" b="0">
                <a:solidFill>
                  <a:srgbClr val="000000"/>
                </a:solidFill>
                <a:latin typeface="Arial"/>
                <a:ea typeface="Arial"/>
                <a:cs typeface="Arial"/>
              </a:defRPr>
            </a:lvl3pPr>
            <a:lvl4pPr algn="l">
              <a:defRPr sz="1125" b="0">
                <a:solidFill>
                  <a:srgbClr val="000000"/>
                </a:solidFill>
                <a:latin typeface="Arial"/>
                <a:ea typeface="Arial"/>
                <a:cs typeface="Arial"/>
              </a:defRPr>
            </a:lvl4pPr>
            <a:lvl5pPr algn="l">
              <a:defRPr sz="1125" b="0">
                <a:solidFill>
                  <a:srgbClr val="000000"/>
                </a:solidFill>
                <a:latin typeface="Arial"/>
                <a:ea typeface="Arial"/>
                <a:cs typeface="Arial"/>
              </a:defRPr>
            </a:lvl5pPr>
            <a:lvl6pPr algn="l">
              <a:defRPr sz="1125" b="0">
                <a:solidFill>
                  <a:srgbClr val="000000"/>
                </a:solidFill>
                <a:latin typeface="Arial"/>
                <a:ea typeface="Arial"/>
                <a:cs typeface="Arial"/>
              </a:defRPr>
            </a:lvl6pPr>
            <a:lvl7pPr algn="l">
              <a:defRPr sz="1125" b="0">
                <a:solidFill>
                  <a:srgbClr val="000000"/>
                </a:solidFill>
                <a:latin typeface="Arial"/>
                <a:ea typeface="Arial"/>
                <a:cs typeface="Arial"/>
              </a:defRPr>
            </a:lvl7pPr>
            <a:lvl8pPr algn="l">
              <a:defRPr sz="1125" b="0">
                <a:solidFill>
                  <a:srgbClr val="000000"/>
                </a:solidFill>
                <a:latin typeface="Arial"/>
                <a:ea typeface="Arial"/>
                <a:cs typeface="Arial"/>
              </a:defRPr>
            </a:lvl8pPr>
            <a:lvl9pPr algn="l">
              <a:defRPr sz="1125" b="0">
                <a:solidFill>
                  <a:srgbClr val="000000"/>
                </a:solidFill>
                <a:latin typeface="Arial"/>
                <a:ea typeface="Arial"/>
                <a:cs typeface="Arial"/>
              </a:defRPr>
            </a:lvl9pPr>
          </a:lstStyle>
          <a:p>
            <a:pPr algn="l">
              <a:defRPr sz="1125" b="0">
                <a:solidFill>
                  <a:srgbClr val="000000"/>
                </a:solidFill>
                <a:latin typeface="Arial"/>
                <a:ea typeface="Arial"/>
                <a:cs typeface="Arial"/>
              </a:defRPr>
            </a:pPr>
            <a:r>
              <a:rPr sz="1125" b="0">
                <a:solidFill>
                  <a:srgbClr val="000000"/>
                </a:solidFill>
                <a:latin typeface="Arial"/>
                <a:ea typeface="Arial"/>
                <a:cs typeface="Arial"/>
              </a:rPr>
              <a:t>Strong storm over</a:t>
            </a:r>
          </a:p>
          <a:p>
            <a:pPr algn="l">
              <a:defRPr sz="1125" b="0">
                <a:solidFill>
                  <a:srgbClr val="000000"/>
                </a:solidFill>
                <a:latin typeface="Arial"/>
                <a:ea typeface="Arial"/>
                <a:cs typeface="Arial"/>
              </a:defRPr>
            </a:pPr>
            <a:r>
              <a:rPr sz="1125" b="0">
                <a:solidFill>
                  <a:srgbClr val="000000"/>
                </a:solidFill>
                <a:latin typeface="Arial"/>
                <a:ea typeface="Arial"/>
                <a:cs typeface="Arial"/>
              </a:rPr>
              <a:t>Scandinavia</a:t>
            </a:r>
          </a:p>
        </p:txBody>
      </p:sp>
      <p:sp>
        <p:nvSpPr>
          <p:cNvPr id="47" name="line_045">
            <a:extLst>
              <a:ext uri="{FF2B5EF4-FFF2-40B4-BE49-F238E27FC236}">
                <ns2:creationId id="{37DA1CA6-2A7A-40CA-95AB-B07D504C224F}"/>
              </a:ext>
            </a:extLst>
          </p:cNvPr>
          <p:cNvSpPr>
            <a:spLocks noGrp="1"/>
          </p:cNvSpPr>
          <p:nvPr/>
        </p:nvSpPr>
        <p:spPr>
          <a:xfrm>
            <a:off x="5157461" y="1192530"/>
            <a:ext cx="95" cy="530226"/>
          </a:xfrm>
          <a:custGeom>
            <a:pathLst>
              <a:path w="95" h="530226">
                <a:moveTo>
                  <a:pt x="0" y="0"/>
                </a:moveTo>
                <a:lnTo>
                  <a:pt x="0" y="530226"/>
                </a:lnTo>
              </a:path>
            </a:pathLst>
          </a:custGeom>
          <a:noFill/>
          <a:ln w="9430">
            <a:solidFill>
              <a:srgbClr val="000000"/>
            </a:solidFill>
            <a:prstDash val="solid"/>
          </a:ln>
        </p:spPr>
      </p:sp>
      <p:sp>
        <p:nvSpPr>
          <p:cNvPr id="48" name="line_046">
            <a:extLst>
              <a:ext uri="{FF2B5EF4-FFF2-40B4-BE49-F238E27FC236}">
                <ns2:creationId id="{3DE99298-124B-49C0-9830-328FA93FF27D}"/>
              </a:ext>
            </a:extLst>
          </p:cNvPr>
          <p:cNvSpPr>
            <a:spLocks noGrp="1"/>
          </p:cNvSpPr>
          <p:nvPr/>
        </p:nvSpPr>
        <p:spPr>
          <a:xfrm>
            <a:off x="5157461" y="1669416"/>
            <a:ext cx="20860" cy="53340"/>
          </a:xfrm>
          <a:custGeom>
            <a:pathLst>
              <a:path w="20860" h="53340">
                <a:moveTo>
                  <a:pt x="20860" y="0"/>
                </a:moveTo>
                <a:lnTo>
                  <a:pt x="0" y="53340"/>
                </a:lnTo>
              </a:path>
            </a:pathLst>
          </a:custGeom>
          <a:noFill/>
          <a:ln w="9430">
            <a:solidFill>
              <a:srgbClr val="000000"/>
            </a:solidFill>
            <a:prstDash val="solid"/>
          </a:ln>
        </p:spPr>
      </p:sp>
      <p:sp>
        <p:nvSpPr>
          <p:cNvPr id="49" name="line_047">
            <a:extLst>
              <a:ext uri="{FF2B5EF4-FFF2-40B4-BE49-F238E27FC236}">
                <ns2:creationId id="{51924981-8348-4B75-BAAC-142A26F2819C}"/>
              </a:ext>
            </a:extLst>
          </p:cNvPr>
          <p:cNvSpPr>
            <a:spLocks noGrp="1"/>
          </p:cNvSpPr>
          <p:nvPr/>
        </p:nvSpPr>
        <p:spPr>
          <a:xfrm>
            <a:off x="5136601" y="1669416"/>
            <a:ext cx="20860" cy="53340"/>
          </a:xfrm>
          <a:custGeom>
            <a:pathLst>
              <a:path w="20860" h="53340">
                <a:moveTo>
                  <a:pt x="0" y="0"/>
                </a:moveTo>
                <a:lnTo>
                  <a:pt x="20860" y="53340"/>
                </a:lnTo>
              </a:path>
            </a:pathLst>
          </a:custGeom>
          <a:noFill/>
          <a:ln w="9430">
            <a:solidFill>
              <a:srgbClr val="000000"/>
            </a:solidFill>
            <a:prstDash val="solid"/>
          </a:ln>
        </p:spPr>
      </p:sp>
      <p:sp>
        <p:nvSpPr>
          <p:cNvPr id="50" name="path_048">
            <a:extLst>
              <a:ext uri="{FF2B5EF4-FFF2-40B4-BE49-F238E27FC236}">
                <ns2:creationId id="{4A642D3F-77AC-4BDD-A844-63A21B9B4F5B}"/>
              </a:ext>
            </a:extLst>
          </p:cNvPr>
          <p:cNvSpPr>
            <a:spLocks noGrp="1"/>
          </p:cNvSpPr>
          <p:nvPr/>
        </p:nvSpPr>
        <p:spPr>
          <a:xfrm>
            <a:off x="2993374" y="3383280"/>
            <a:ext cx="2164087" cy="712470"/>
          </a:xfrm>
          <a:custGeom>
            <a:pathLst>
              <a:path w="2164087" h="712470">
                <a:moveTo>
                  <a:pt x="2164087" y="0"/>
                </a:moveTo>
                <a:lnTo>
                  <a:pt x="2164087" y="259080"/>
                </a:lnTo>
                <a:lnTo>
                  <a:pt x="0" y="259080"/>
                </a:lnTo>
                <a:lnTo>
                  <a:pt x="0" y="712470"/>
                </a:lnTo>
              </a:path>
            </a:pathLst>
          </a:custGeom>
          <a:noFill/>
          <a:ln w="6858">
            <a:solidFill>
              <a:srgbClr val="8B8B8B"/>
            </a:solidFill>
            <a:prstDash val="solid"/>
          </a:ln>
        </p:spPr>
      </p:sp>
      <p:pic>
        <p:nvPicPr>
          <p:cNvPr id="51" name="">
            <a:extLst>
              <a:ext uri="{FF2B5EF4-FFF2-40B4-BE49-F238E27FC236}">
                <ns2:creationId id="{AAE9794C-2190-454C-83EB-F54226C63926}"/>
              </a:ext>
            </a:extLst>
          </p:cNvPr>
          <p:cNvPicPr>
            <a:picLocks noChangeAspect="1"/>
          </p:cNvPicPr>
          <p:nvPr/>
        </p:nvPicPr>
        <p:blipFill>
          <a:blip r:embed="R866f10fda1b846fe"/>
          <a:stretch/>
        </p:blipFill>
        <p:spPr>
          <a:xfrm>
            <a:off x="2211134" y="4095750"/>
            <a:ext cx="1564481" cy="1609969"/>
          </a:xfrm>
          <a:prstGeom prst="rect">
            <a:avLst/>
          </a:prstGeom>
        </p:spPr>
      </p:pic>
      <p:sp>
        <p:nvSpPr>
          <p:cNvPr id="52" name="rect_050">
            <a:extLst>
              <a:ext uri="{FF2B5EF4-FFF2-40B4-BE49-F238E27FC236}">
                <ns2:creationId id="{56834B69-7300-4FE8-AF8C-D2962D7FF6A3}"/>
              </a:ext>
            </a:extLst>
          </p:cNvPr>
          <p:cNvSpPr>
            <a:spLocks noGrp="1"/>
          </p:cNvSpPr>
          <p:nvPr/>
        </p:nvSpPr>
        <p:spPr>
          <a:xfrm rot="0">
            <a:off x="2211134" y="4095750"/>
            <a:ext cx="1564481" cy="1609969"/>
          </a:xfrm>
          <a:prstGeom prst="rect">
            <a:avLst/>
          </a:prstGeom>
          <a:noFill/>
          <a:ln w="7715">
            <a:solidFill>
              <a:srgbClr val="000000"/>
            </a:solidFill>
            <a:prstDash val="solid"/>
          </a:ln>
        </p:spPr>
      </p:sp>
      <p:sp>
        <p:nvSpPr>
          <p:cNvPr id="53" name="text_051">
            <a:extLst>
              <a:ext uri="{FF2B5EF4-FFF2-40B4-BE49-F238E27FC236}">
                <ns2:creationId id="{CDA422CD-5D66-4902-99F5-A1DB58E1648D}"/>
              </a:ext>
            </a:extLst>
          </p:cNvPr>
          <p:cNvSpPr>
            <a:spLocks noGrp="1"/>
          </p:cNvSpPr>
          <p:nvPr/>
        </p:nvSpPr>
        <p:spPr>
          <a:xfrm rot="0">
            <a:off x="2148554" y="5768298"/>
            <a:ext cx="1689640" cy="238125"/>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1999-12-17 21:00</a:t>
            </a:r>
          </a:p>
        </p:txBody>
      </p:sp>
      <p:sp>
        <p:nvSpPr>
          <p:cNvPr id="54" name="line_052">
            <a:extLst>
              <a:ext uri="{FF2B5EF4-FFF2-40B4-BE49-F238E27FC236}">
                <ns2:creationId id="{B8822933-23B0-4473-80F6-6176F29ED8DA}"/>
              </a:ext>
            </a:extLst>
          </p:cNvPr>
          <p:cNvSpPr>
            <a:spLocks noGrp="1"/>
          </p:cNvSpPr>
          <p:nvPr/>
        </p:nvSpPr>
        <p:spPr>
          <a:xfrm>
            <a:off x="3045518" y="4350258"/>
            <a:ext cx="342707" cy="115258"/>
          </a:xfrm>
          <a:custGeom>
            <a:pathLst>
              <a:path w="342707" h="115258">
                <a:moveTo>
                  <a:pt x="0" y="0"/>
                </a:moveTo>
                <a:lnTo>
                  <a:pt x="342707" y="115258"/>
                </a:lnTo>
              </a:path>
            </a:pathLst>
          </a:custGeom>
          <a:noFill/>
          <a:ln w="13716">
            <a:solidFill>
              <a:srgbClr val="333333"/>
            </a:solidFill>
            <a:prstDash val="solid"/>
          </a:ln>
        </p:spPr>
      </p:sp>
      <p:sp>
        <p:nvSpPr>
          <p:cNvPr id="55" name="line_053">
            <a:extLst>
              <a:ext uri="{FF2B5EF4-FFF2-40B4-BE49-F238E27FC236}">
                <ns2:creationId id="{8A033FF5-6B2A-4229-A763-252BAA13A4EA}"/>
              </a:ext>
            </a:extLst>
          </p:cNvPr>
          <p:cNvSpPr>
            <a:spLocks noGrp="1"/>
          </p:cNvSpPr>
          <p:nvPr/>
        </p:nvSpPr>
        <p:spPr>
          <a:xfrm>
            <a:off x="3348741" y="4430229"/>
            <a:ext cx="39484" cy="35287"/>
          </a:xfrm>
          <a:custGeom>
            <a:pathLst>
              <a:path w="39484" h="35287">
                <a:moveTo>
                  <a:pt x="0" y="0"/>
                </a:moveTo>
                <a:lnTo>
                  <a:pt x="39484" y="35287"/>
                </a:lnTo>
              </a:path>
            </a:pathLst>
          </a:custGeom>
          <a:noFill/>
          <a:ln w="13716">
            <a:solidFill>
              <a:srgbClr val="333333"/>
            </a:solidFill>
            <a:prstDash val="solid"/>
          </a:ln>
        </p:spPr>
      </p:sp>
      <p:sp>
        <p:nvSpPr>
          <p:cNvPr id="56" name="line_054">
            <a:extLst>
              <a:ext uri="{FF2B5EF4-FFF2-40B4-BE49-F238E27FC236}">
                <ns2:creationId id="{DD460354-C5AB-4E3B-A19B-9A9082972751}"/>
              </a:ext>
            </a:extLst>
          </p:cNvPr>
          <p:cNvSpPr>
            <a:spLocks noGrp="1"/>
          </p:cNvSpPr>
          <p:nvPr/>
        </p:nvSpPr>
        <p:spPr>
          <a:xfrm>
            <a:off x="3335442" y="4465516"/>
            <a:ext cx="52783" cy="4256"/>
          </a:xfrm>
          <a:custGeom>
            <a:pathLst>
              <a:path w="52783" h="4256">
                <a:moveTo>
                  <a:pt x="0" y="4256"/>
                </a:moveTo>
                <a:lnTo>
                  <a:pt x="52783" y="0"/>
                </a:lnTo>
              </a:path>
            </a:pathLst>
          </a:custGeom>
          <a:noFill/>
          <a:ln w="13716">
            <a:solidFill>
              <a:srgbClr val="333333"/>
            </a:solidFill>
            <a:prstDash val="solid"/>
          </a:ln>
        </p:spPr>
      </p:sp>
      <p:sp>
        <p:nvSpPr>
          <p:cNvPr id="57" name="text_055">
            <a:extLst>
              <a:ext uri="{FF2B5EF4-FFF2-40B4-BE49-F238E27FC236}">
                <ns2:creationId id="{8845366D-D85F-425D-89A3-24317EBC18BB}"/>
              </a:ext>
            </a:extLst>
          </p:cNvPr>
          <p:cNvSpPr>
            <a:spLocks noGrp="1"/>
          </p:cNvSpPr>
          <p:nvPr/>
        </p:nvSpPr>
        <p:spPr>
          <a:xfrm rot="0">
            <a:off x="3416038" y="4389030"/>
            <a:ext cx="139065" cy="166878"/>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d</a:t>
            </a:r>
          </a:p>
        </p:txBody>
      </p:sp>
      <p:sp>
        <p:nvSpPr>
          <p:cNvPr id="58" name="a_event_guide_2">
            <a:extLst>
              <a:ext uri="{FF2B5EF4-FFF2-40B4-BE49-F238E27FC236}">
                <ns2:creationId id="{A6737ED9-D822-4D61-82E8-773282F04C05}"/>
              </a:ext>
            </a:extLst>
          </p:cNvPr>
          <p:cNvSpPr>
            <a:spLocks noGrp="1"/>
          </p:cNvSpPr>
          <p:nvPr/>
        </p:nvSpPr>
        <p:spPr>
          <a:xfrm>
            <a:off x="7159324" y="320040"/>
            <a:ext cx="95" cy="2971800"/>
          </a:xfrm>
          <a:custGeom>
            <a:pathLst>
              <a:path w="95" h="2971800">
                <a:moveTo>
                  <a:pt x="0" y="0"/>
                </a:moveTo>
                <a:lnTo>
                  <a:pt x="0" y="2971800"/>
                </a:lnTo>
              </a:path>
            </a:pathLst>
          </a:custGeom>
          <a:noFill/>
          <a:ln w="8573">
            <a:solidFill>
              <a:srgbClr val="000000"/>
            </a:solidFill>
            <a:prstDash val="dash"/>
          </a:ln>
        </p:spPr>
      </p:sp>
      <p:sp>
        <p:nvSpPr>
          <p:cNvPr id="59" name="a_event_box_2">
            <a:extLst>
              <a:ext uri="{FF2B5EF4-FFF2-40B4-BE49-F238E27FC236}">
                <ns2:creationId id="{9BAD42C3-8036-4A93-9E68-07D682D5D68A}"/>
              </a:ext>
            </a:extLst>
          </p:cNvPr>
          <p:cNvSpPr>
            <a:spLocks noGrp="1"/>
          </p:cNvSpPr>
          <p:nvPr/>
        </p:nvSpPr>
        <p:spPr>
          <a:xfrm rot="0">
            <a:off x="4495991" y="2766060"/>
            <a:ext cx="2892552" cy="400050"/>
          </a:xfrm>
          <a:prstGeom prst="roundRect">
            <a:avLst>
              <a:gd name="adj" fmla="val 19048"/>
            </a:avLst>
          </a:prstGeom>
          <a:solidFill>
            <a:srgbClr val="FFFFFF">
              <a:alpha val="88000"/>
            </a:srgbClr>
          </a:solidFill>
          <a:ln w="6858">
            <a:solidFill>
              <a:srgbClr val="000000"/>
            </a:solidFill>
            <a:prstDash val="solid"/>
          </a:ln>
        </p:spPr>
      </p:sp>
      <p:sp>
        <p:nvSpPr>
          <p:cNvPr id="60" name="text_058">
            <a:extLst>
              <a:ext uri="{FF2B5EF4-FFF2-40B4-BE49-F238E27FC236}">
                <ns2:creationId id="{EF100C27-1069-4F99-9827-EE0E2DBD610F}"/>
              </a:ext>
            </a:extLst>
          </p:cNvPr>
          <p:cNvSpPr>
            <a:spLocks noGrp="1"/>
          </p:cNvSpPr>
          <p:nvPr/>
        </p:nvSpPr>
        <p:spPr>
          <a:xfrm rot="0">
            <a:off x="4558570" y="2794635"/>
            <a:ext cx="2767394" cy="371475"/>
          </a:xfrm>
          <a:prstGeom prst="rect">
            <a:avLst/>
          </a:prstGeom>
          <a:noFill/>
          <a:ln w="0">
            <a:noFill/>
            <a:prstDash val="solid"/>
          </a:ln>
        </p:spPr>
        <p:txBody>
          <a:bodyPr wrap="none" lIns="0" tIns="0" rIns="0" bIns="0" anchor="t">
            <a:noAutofit/>
          </a:bodyPr>
          <a:lstStyle>
            <a:defPPr algn="l">
              <a:defRPr sz="1125" b="0">
                <a:solidFill>
                  <a:srgbClr val="000000"/>
                </a:solidFill>
                <a:latin typeface="Arial"/>
                <a:ea typeface="Arial"/>
                <a:cs typeface="Arial"/>
              </a:defRPr>
            </a:defPPr>
            <a:lvl1pPr algn="l">
              <a:defRPr sz="1125" b="0">
                <a:solidFill>
                  <a:srgbClr val="000000"/>
                </a:solidFill>
                <a:latin typeface="Arial"/>
                <a:ea typeface="Arial"/>
                <a:cs typeface="Arial"/>
              </a:defRPr>
            </a:lvl1pPr>
            <a:lvl2pPr algn="l">
              <a:defRPr sz="1125" b="0">
                <a:solidFill>
                  <a:srgbClr val="000000"/>
                </a:solidFill>
                <a:latin typeface="Arial"/>
                <a:ea typeface="Arial"/>
                <a:cs typeface="Arial"/>
              </a:defRPr>
            </a:lvl2pPr>
            <a:lvl3pPr algn="l">
              <a:defRPr sz="1125" b="0">
                <a:solidFill>
                  <a:srgbClr val="000000"/>
                </a:solidFill>
                <a:latin typeface="Arial"/>
                <a:ea typeface="Arial"/>
                <a:cs typeface="Arial"/>
              </a:defRPr>
            </a:lvl3pPr>
            <a:lvl4pPr algn="l">
              <a:defRPr sz="1125" b="0">
                <a:solidFill>
                  <a:srgbClr val="000000"/>
                </a:solidFill>
                <a:latin typeface="Arial"/>
                <a:ea typeface="Arial"/>
                <a:cs typeface="Arial"/>
              </a:defRPr>
            </a:lvl4pPr>
            <a:lvl5pPr algn="l">
              <a:defRPr sz="1125" b="0">
                <a:solidFill>
                  <a:srgbClr val="000000"/>
                </a:solidFill>
                <a:latin typeface="Arial"/>
                <a:ea typeface="Arial"/>
                <a:cs typeface="Arial"/>
              </a:defRPr>
            </a:lvl5pPr>
            <a:lvl6pPr algn="l">
              <a:defRPr sz="1125" b="0">
                <a:solidFill>
                  <a:srgbClr val="000000"/>
                </a:solidFill>
                <a:latin typeface="Arial"/>
                <a:ea typeface="Arial"/>
                <a:cs typeface="Arial"/>
              </a:defRPr>
            </a:lvl6pPr>
            <a:lvl7pPr algn="l">
              <a:defRPr sz="1125" b="0">
                <a:solidFill>
                  <a:srgbClr val="000000"/>
                </a:solidFill>
                <a:latin typeface="Arial"/>
                <a:ea typeface="Arial"/>
                <a:cs typeface="Arial"/>
              </a:defRPr>
            </a:lvl7pPr>
            <a:lvl8pPr algn="l">
              <a:defRPr sz="1125" b="0">
                <a:solidFill>
                  <a:srgbClr val="000000"/>
                </a:solidFill>
                <a:latin typeface="Arial"/>
                <a:ea typeface="Arial"/>
                <a:cs typeface="Arial"/>
              </a:defRPr>
            </a:lvl8pPr>
            <a:lvl9pPr algn="l">
              <a:defRPr sz="1125" b="0">
                <a:solidFill>
                  <a:srgbClr val="000000"/>
                </a:solidFill>
                <a:latin typeface="Arial"/>
                <a:ea typeface="Arial"/>
                <a:cs typeface="Arial"/>
              </a:defRPr>
            </a:lvl9pPr>
          </a:lstStyle>
          <a:p>
            <a:pPr algn="l">
              <a:defRPr sz="1125" b="0">
                <a:solidFill>
                  <a:srgbClr val="000000"/>
                </a:solidFill>
                <a:latin typeface="Arial"/>
                <a:ea typeface="Arial"/>
                <a:cs typeface="Arial"/>
              </a:defRPr>
            </a:pPr>
            <a:r>
              <a:rPr sz="1125" b="0">
                <a:solidFill>
                  <a:srgbClr val="000000"/>
                </a:solidFill>
                <a:latin typeface="Arial"/>
                <a:ea typeface="Arial"/>
                <a:cs typeface="Arial"/>
              </a:rPr>
              <a:t>Strong storm over the</a:t>
            </a:r>
          </a:p>
          <a:p>
            <a:pPr algn="l">
              <a:defRPr sz="1125" b="0">
                <a:solidFill>
                  <a:srgbClr val="000000"/>
                </a:solidFill>
                <a:latin typeface="Arial"/>
                <a:ea typeface="Arial"/>
                <a:cs typeface="Arial"/>
              </a:defRPr>
            </a:pPr>
            <a:r>
              <a:rPr sz="1125" b="0">
                <a:solidFill>
                  <a:srgbClr val="000000"/>
                </a:solidFill>
                <a:latin typeface="Arial"/>
                <a:ea typeface="Arial"/>
                <a:cs typeface="Arial"/>
              </a:rPr>
              <a:t>British Isles and Norway</a:t>
            </a:r>
          </a:p>
        </p:txBody>
      </p:sp>
      <p:sp>
        <p:nvSpPr>
          <p:cNvPr id="61" name="line_059">
            <a:extLst>
              <a:ext uri="{FF2B5EF4-FFF2-40B4-BE49-F238E27FC236}">
                <ns2:creationId id="{A1B41F57-6EA9-46F3-812C-CA084FC2AB70}"/>
              </a:ext>
            </a:extLst>
          </p:cNvPr>
          <p:cNvSpPr>
            <a:spLocks noGrp="1"/>
          </p:cNvSpPr>
          <p:nvPr/>
        </p:nvSpPr>
        <p:spPr>
          <a:xfrm>
            <a:off x="7159324" y="2178295"/>
            <a:ext cx="95" cy="587765"/>
          </a:xfrm>
          <a:custGeom>
            <a:pathLst>
              <a:path w="95" h="587765">
                <a:moveTo>
                  <a:pt x="0" y="587765"/>
                </a:moveTo>
                <a:lnTo>
                  <a:pt x="0" y="0"/>
                </a:lnTo>
              </a:path>
            </a:pathLst>
          </a:custGeom>
          <a:noFill/>
          <a:ln w="9430">
            <a:solidFill>
              <a:srgbClr val="000000"/>
            </a:solidFill>
            <a:prstDash val="solid"/>
          </a:ln>
        </p:spPr>
      </p:sp>
      <p:sp>
        <p:nvSpPr>
          <p:cNvPr id="62" name="line_060">
            <a:extLst>
              <a:ext uri="{FF2B5EF4-FFF2-40B4-BE49-F238E27FC236}">
                <ns2:creationId id="{2DFD914B-65E6-4E31-A91D-334A16D0C8D9}"/>
              </a:ext>
            </a:extLst>
          </p:cNvPr>
          <p:cNvSpPr>
            <a:spLocks noGrp="1"/>
          </p:cNvSpPr>
          <p:nvPr/>
        </p:nvSpPr>
        <p:spPr>
          <a:xfrm>
            <a:off x="7138464" y="2178295"/>
            <a:ext cx="20860" cy="53340"/>
          </a:xfrm>
          <a:custGeom>
            <a:pathLst>
              <a:path w="20860" h="53340">
                <a:moveTo>
                  <a:pt x="0" y="53340"/>
                </a:moveTo>
                <a:lnTo>
                  <a:pt x="20860" y="0"/>
                </a:lnTo>
              </a:path>
            </a:pathLst>
          </a:custGeom>
          <a:noFill/>
          <a:ln w="9430">
            <a:solidFill>
              <a:srgbClr val="000000"/>
            </a:solidFill>
            <a:prstDash val="solid"/>
          </a:ln>
        </p:spPr>
      </p:sp>
      <p:sp>
        <p:nvSpPr>
          <p:cNvPr id="63" name="line_061">
            <a:extLst>
              <a:ext uri="{FF2B5EF4-FFF2-40B4-BE49-F238E27FC236}">
                <ns2:creationId id="{1D92A189-99BA-438A-90DC-AF3D821237AA}"/>
              </a:ext>
            </a:extLst>
          </p:cNvPr>
          <p:cNvSpPr>
            <a:spLocks noGrp="1"/>
          </p:cNvSpPr>
          <p:nvPr/>
        </p:nvSpPr>
        <p:spPr>
          <a:xfrm>
            <a:off x="7159324" y="2178295"/>
            <a:ext cx="20860" cy="53340"/>
          </a:xfrm>
          <a:custGeom>
            <a:pathLst>
              <a:path w="20860" h="53340">
                <a:moveTo>
                  <a:pt x="20860" y="53340"/>
                </a:moveTo>
                <a:lnTo>
                  <a:pt x="0" y="0"/>
                </a:lnTo>
              </a:path>
            </a:pathLst>
          </a:custGeom>
          <a:noFill/>
          <a:ln w="9430">
            <a:solidFill>
              <a:srgbClr val="000000"/>
            </a:solidFill>
            <a:prstDash val="solid"/>
          </a:ln>
        </p:spPr>
      </p:sp>
      <p:sp>
        <p:nvSpPr>
          <p:cNvPr id="64" name="path_062">
            <a:extLst>
              <a:ext uri="{FF2B5EF4-FFF2-40B4-BE49-F238E27FC236}">
                <ns2:creationId id="{437A50D3-7BFD-4231-AD2E-F5E81C6D2750}"/>
              </a:ext>
            </a:extLst>
          </p:cNvPr>
          <p:cNvSpPr>
            <a:spLocks noGrp="1"/>
          </p:cNvSpPr>
          <p:nvPr/>
        </p:nvSpPr>
        <p:spPr>
          <a:xfrm>
            <a:off x="4752546" y="3383280"/>
            <a:ext cx="2406778" cy="712470"/>
          </a:xfrm>
          <a:custGeom>
            <a:pathLst>
              <a:path w="2406778" h="712470">
                <a:moveTo>
                  <a:pt x="2406778" y="0"/>
                </a:moveTo>
                <a:lnTo>
                  <a:pt x="2406778" y="274320"/>
                </a:lnTo>
                <a:lnTo>
                  <a:pt x="0" y="274320"/>
                </a:lnTo>
                <a:lnTo>
                  <a:pt x="0" y="712470"/>
                </a:lnTo>
              </a:path>
            </a:pathLst>
          </a:custGeom>
          <a:noFill/>
          <a:ln w="6858">
            <a:solidFill>
              <a:srgbClr val="8B8B8B"/>
            </a:solidFill>
            <a:prstDash val="solid"/>
          </a:ln>
        </p:spPr>
      </p:sp>
      <p:pic>
        <p:nvPicPr>
          <p:cNvPr id="65" name="">
            <a:extLst>
              <a:ext uri="{FF2B5EF4-FFF2-40B4-BE49-F238E27FC236}">
                <ns2:creationId id="{8C829D06-65F2-4D3E-A5E7-B1AE47035192}"/>
              </a:ext>
            </a:extLst>
          </p:cNvPr>
          <p:cNvPicPr>
            <a:picLocks noChangeAspect="1"/>
          </p:cNvPicPr>
          <p:nvPr/>
        </p:nvPicPr>
        <p:blipFill>
          <a:blip r:embed="R9222d24ce14d4c21"/>
          <a:stretch/>
        </p:blipFill>
        <p:spPr>
          <a:xfrm>
            <a:off x="3970306" y="4095750"/>
            <a:ext cx="1564481" cy="1609969"/>
          </a:xfrm>
          <a:prstGeom prst="rect">
            <a:avLst/>
          </a:prstGeom>
        </p:spPr>
      </p:pic>
      <p:sp>
        <p:nvSpPr>
          <p:cNvPr id="66" name="rect_064">
            <a:extLst>
              <a:ext uri="{FF2B5EF4-FFF2-40B4-BE49-F238E27FC236}">
                <ns2:creationId id="{644888FF-26A9-4B0B-ADF9-DA2B45B9021D}"/>
              </a:ext>
            </a:extLst>
          </p:cNvPr>
          <p:cNvSpPr>
            <a:spLocks noGrp="1"/>
          </p:cNvSpPr>
          <p:nvPr/>
        </p:nvSpPr>
        <p:spPr>
          <a:xfrm rot="0">
            <a:off x="3970306" y="4095750"/>
            <a:ext cx="1564481" cy="1609969"/>
          </a:xfrm>
          <a:prstGeom prst="rect">
            <a:avLst/>
          </a:prstGeom>
          <a:noFill/>
          <a:ln w="7715">
            <a:solidFill>
              <a:srgbClr val="000000"/>
            </a:solidFill>
            <a:prstDash val="solid"/>
          </a:ln>
        </p:spPr>
      </p:sp>
      <p:sp>
        <p:nvSpPr>
          <p:cNvPr id="67" name="text_065">
            <a:extLst>
              <a:ext uri="{FF2B5EF4-FFF2-40B4-BE49-F238E27FC236}">
                <ns2:creationId id="{7728044E-1FF6-493D-ACA5-5E2A23244A85}"/>
              </a:ext>
            </a:extLst>
          </p:cNvPr>
          <p:cNvSpPr>
            <a:spLocks noGrp="1"/>
          </p:cNvSpPr>
          <p:nvPr/>
        </p:nvSpPr>
        <p:spPr>
          <a:xfrm rot="0">
            <a:off x="3907727" y="5768298"/>
            <a:ext cx="1689640" cy="238125"/>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1999-12-24 23:00</a:t>
            </a:r>
          </a:p>
        </p:txBody>
      </p:sp>
      <p:sp>
        <p:nvSpPr>
          <p:cNvPr id="68" name="line_066">
            <a:extLst>
              <a:ext uri="{FF2B5EF4-FFF2-40B4-BE49-F238E27FC236}">
                <ns2:creationId id="{E3F71738-57E9-454A-A5F3-5B399A9768C8}"/>
              </a:ext>
            </a:extLst>
          </p:cNvPr>
          <p:cNvSpPr>
            <a:spLocks noGrp="1"/>
          </p:cNvSpPr>
          <p:nvPr/>
        </p:nvSpPr>
        <p:spPr>
          <a:xfrm>
            <a:off x="4421552" y="4514541"/>
            <a:ext cx="342707" cy="115258"/>
          </a:xfrm>
          <a:custGeom>
            <a:pathLst>
              <a:path w="342707" h="115258">
                <a:moveTo>
                  <a:pt x="0" y="0"/>
                </a:moveTo>
                <a:lnTo>
                  <a:pt x="342707" y="115258"/>
                </a:lnTo>
              </a:path>
            </a:pathLst>
          </a:custGeom>
          <a:noFill/>
          <a:ln w="13716">
            <a:solidFill>
              <a:srgbClr val="333333"/>
            </a:solidFill>
            <a:prstDash val="solid"/>
          </a:ln>
        </p:spPr>
      </p:sp>
      <p:sp>
        <p:nvSpPr>
          <p:cNvPr id="69" name="line_067">
            <a:extLst>
              <a:ext uri="{FF2B5EF4-FFF2-40B4-BE49-F238E27FC236}">
                <ns2:creationId id="{4AA76D13-1E9B-4795-B4B7-16068DBCD7B9}"/>
              </a:ext>
            </a:extLst>
          </p:cNvPr>
          <p:cNvSpPr>
            <a:spLocks noGrp="1"/>
          </p:cNvSpPr>
          <p:nvPr/>
        </p:nvSpPr>
        <p:spPr>
          <a:xfrm>
            <a:off x="4724775" y="4594511"/>
            <a:ext cx="39484" cy="35287"/>
          </a:xfrm>
          <a:custGeom>
            <a:pathLst>
              <a:path w="39484" h="35287">
                <a:moveTo>
                  <a:pt x="0" y="0"/>
                </a:moveTo>
                <a:lnTo>
                  <a:pt x="39484" y="35287"/>
                </a:lnTo>
              </a:path>
            </a:pathLst>
          </a:custGeom>
          <a:noFill/>
          <a:ln w="13716">
            <a:solidFill>
              <a:srgbClr val="333333"/>
            </a:solidFill>
            <a:prstDash val="solid"/>
          </a:ln>
        </p:spPr>
      </p:sp>
      <p:sp>
        <p:nvSpPr>
          <p:cNvPr id="70" name="line_068">
            <a:extLst>
              <a:ext uri="{FF2B5EF4-FFF2-40B4-BE49-F238E27FC236}">
                <ns2:creationId id="{25B7CE60-D8BB-4970-AA99-4AA7D3B61773}"/>
              </a:ext>
            </a:extLst>
          </p:cNvPr>
          <p:cNvSpPr>
            <a:spLocks noGrp="1"/>
          </p:cNvSpPr>
          <p:nvPr/>
        </p:nvSpPr>
        <p:spPr>
          <a:xfrm>
            <a:off x="4711476" y="4629798"/>
            <a:ext cx="52783" cy="4256"/>
          </a:xfrm>
          <a:custGeom>
            <a:pathLst>
              <a:path w="52783" h="4256">
                <a:moveTo>
                  <a:pt x="0" y="4256"/>
                </a:moveTo>
                <a:lnTo>
                  <a:pt x="52783" y="0"/>
                </a:lnTo>
              </a:path>
            </a:pathLst>
          </a:custGeom>
          <a:noFill/>
          <a:ln w="13716">
            <a:solidFill>
              <a:srgbClr val="333333"/>
            </a:solidFill>
            <a:prstDash val="solid"/>
          </a:ln>
        </p:spPr>
      </p:sp>
      <p:sp>
        <p:nvSpPr>
          <p:cNvPr id="71" name="text_069">
            <a:extLst>
              <a:ext uri="{FF2B5EF4-FFF2-40B4-BE49-F238E27FC236}">
                <ns2:creationId id="{FF5C4BC8-B26E-40CB-8DDC-F9E91CEA26C9}"/>
              </a:ext>
            </a:extLst>
          </p:cNvPr>
          <p:cNvSpPr>
            <a:spLocks noGrp="1"/>
          </p:cNvSpPr>
          <p:nvPr/>
        </p:nvSpPr>
        <p:spPr>
          <a:xfrm rot="0">
            <a:off x="4792072" y="4553312"/>
            <a:ext cx="139065" cy="166878"/>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d</a:t>
            </a:r>
          </a:p>
        </p:txBody>
      </p:sp>
      <p:sp>
        <p:nvSpPr>
          <p:cNvPr id="72" name="a_event_guide_3">
            <a:extLst>
              <a:ext uri="{FF2B5EF4-FFF2-40B4-BE49-F238E27FC236}">
                <ns2:creationId id="{4B1B118E-6714-4E34-81B3-79C5B0505EFD}"/>
              </a:ext>
            </a:extLst>
          </p:cNvPr>
          <p:cNvSpPr>
            <a:spLocks noGrp="1"/>
          </p:cNvSpPr>
          <p:nvPr/>
        </p:nvSpPr>
        <p:spPr>
          <a:xfrm>
            <a:off x="7571472" y="320040"/>
            <a:ext cx="95" cy="2971800"/>
          </a:xfrm>
          <a:custGeom>
            <a:pathLst>
              <a:path w="95" h="2971800">
                <a:moveTo>
                  <a:pt x="0" y="0"/>
                </a:moveTo>
                <a:lnTo>
                  <a:pt x="0" y="2971800"/>
                </a:lnTo>
              </a:path>
            </a:pathLst>
          </a:custGeom>
          <a:noFill/>
          <a:ln w="10478">
            <a:solidFill>
              <a:srgbClr val="C73A37"/>
            </a:solidFill>
            <a:prstDash val="dash"/>
          </a:ln>
        </p:spPr>
      </p:sp>
      <p:sp>
        <p:nvSpPr>
          <p:cNvPr id="73" name="a_event_box_3">
            <a:extLst>
              <a:ext uri="{FF2B5EF4-FFF2-40B4-BE49-F238E27FC236}">
                <ns2:creationId id="{FD7109BD-02AB-40B3-A824-59670E05931D}"/>
              </a:ext>
            </a:extLst>
          </p:cNvPr>
          <p:cNvSpPr>
            <a:spLocks noGrp="1"/>
          </p:cNvSpPr>
          <p:nvPr/>
        </p:nvSpPr>
        <p:spPr>
          <a:xfrm rot="0">
            <a:off x="6063234" y="1645920"/>
            <a:ext cx="1077754" cy="228600"/>
          </a:xfrm>
          <a:prstGeom prst="roundRect">
            <a:avLst>
              <a:gd name="adj" fmla="val 33333"/>
            </a:avLst>
          </a:prstGeom>
          <a:solidFill>
            <a:srgbClr val="FFFFFF">
              <a:alpha val="88000"/>
            </a:srgbClr>
          </a:solidFill>
          <a:ln w="6858">
            <a:solidFill>
              <a:srgbClr val="000000"/>
            </a:solidFill>
            <a:prstDash val="solid"/>
          </a:ln>
        </p:spPr>
      </p:sp>
      <p:sp>
        <p:nvSpPr>
          <p:cNvPr id="74" name="text_072">
            <a:extLst>
              <a:ext uri="{FF2B5EF4-FFF2-40B4-BE49-F238E27FC236}">
                <ns2:creationId id="{F43A0D89-B335-482A-83E1-E257298D7B55}"/>
              </a:ext>
            </a:extLst>
          </p:cNvPr>
          <p:cNvSpPr>
            <a:spLocks noGrp="1"/>
          </p:cNvSpPr>
          <p:nvPr/>
        </p:nvSpPr>
        <p:spPr>
          <a:xfrm rot="0">
            <a:off x="6125813" y="1684020"/>
            <a:ext cx="952595" cy="190500"/>
          </a:xfrm>
          <a:prstGeom prst="rect">
            <a:avLst/>
          </a:prstGeom>
          <a:noFill/>
          <a:ln w="0">
            <a:noFill/>
            <a:prstDash val="solid"/>
          </a:ln>
        </p:spPr>
        <p:txBody>
          <a:bodyPr wrap="none" lIns="0" tIns="0" rIns="0" bIns="0" anchor="t">
            <a:noAutofit/>
          </a:bodyPr>
          <a:lstStyle>
            <a:defPPr algn="l">
              <a:defRPr sz="1125" b="0">
                <a:solidFill>
                  <a:srgbClr val="000000"/>
                </a:solidFill>
                <a:latin typeface="Arial"/>
                <a:ea typeface="Arial"/>
                <a:cs typeface="Arial"/>
              </a:defRPr>
            </a:defPPr>
            <a:lvl1pPr algn="l">
              <a:defRPr sz="1125" b="0">
                <a:solidFill>
                  <a:srgbClr val="000000"/>
                </a:solidFill>
                <a:latin typeface="Arial"/>
                <a:ea typeface="Arial"/>
                <a:cs typeface="Arial"/>
              </a:defRPr>
            </a:lvl1pPr>
            <a:lvl2pPr algn="l">
              <a:defRPr sz="1125" b="0">
                <a:solidFill>
                  <a:srgbClr val="000000"/>
                </a:solidFill>
                <a:latin typeface="Arial"/>
                <a:ea typeface="Arial"/>
                <a:cs typeface="Arial"/>
              </a:defRPr>
            </a:lvl2pPr>
            <a:lvl3pPr algn="l">
              <a:defRPr sz="1125" b="0">
                <a:solidFill>
                  <a:srgbClr val="000000"/>
                </a:solidFill>
                <a:latin typeface="Arial"/>
                <a:ea typeface="Arial"/>
                <a:cs typeface="Arial"/>
              </a:defRPr>
            </a:lvl3pPr>
            <a:lvl4pPr algn="l">
              <a:defRPr sz="1125" b="0">
                <a:solidFill>
                  <a:srgbClr val="000000"/>
                </a:solidFill>
                <a:latin typeface="Arial"/>
                <a:ea typeface="Arial"/>
                <a:cs typeface="Arial"/>
              </a:defRPr>
            </a:lvl4pPr>
            <a:lvl5pPr algn="l">
              <a:defRPr sz="1125" b="0">
                <a:solidFill>
                  <a:srgbClr val="000000"/>
                </a:solidFill>
                <a:latin typeface="Arial"/>
                <a:ea typeface="Arial"/>
                <a:cs typeface="Arial"/>
              </a:defRPr>
            </a:lvl5pPr>
            <a:lvl6pPr algn="l">
              <a:defRPr sz="1125" b="0">
                <a:solidFill>
                  <a:srgbClr val="000000"/>
                </a:solidFill>
                <a:latin typeface="Arial"/>
                <a:ea typeface="Arial"/>
                <a:cs typeface="Arial"/>
              </a:defRPr>
            </a:lvl6pPr>
            <a:lvl7pPr algn="l">
              <a:defRPr sz="1125" b="0">
                <a:solidFill>
                  <a:srgbClr val="000000"/>
                </a:solidFill>
                <a:latin typeface="Arial"/>
                <a:ea typeface="Arial"/>
                <a:cs typeface="Arial"/>
              </a:defRPr>
            </a:lvl7pPr>
            <a:lvl8pPr algn="l">
              <a:defRPr sz="1125" b="0">
                <a:solidFill>
                  <a:srgbClr val="000000"/>
                </a:solidFill>
                <a:latin typeface="Arial"/>
                <a:ea typeface="Arial"/>
                <a:cs typeface="Arial"/>
              </a:defRPr>
            </a:lvl8pPr>
            <a:lvl9pPr algn="l">
              <a:defRPr sz="1125" b="0">
                <a:solidFill>
                  <a:srgbClr val="000000"/>
                </a:solidFill>
                <a:latin typeface="Arial"/>
                <a:ea typeface="Arial"/>
                <a:cs typeface="Arial"/>
              </a:defRPr>
            </a:lvl9pPr>
          </a:lstStyle>
          <a:p>
            <a:pPr algn="l">
              <a:defRPr sz="1125" b="0">
                <a:solidFill>
                  <a:srgbClr val="000000"/>
                </a:solidFill>
                <a:latin typeface="Arial"/>
                <a:ea typeface="Arial"/>
                <a:cs typeface="Arial"/>
              </a:defRPr>
            </a:pPr>
            <a:r>
              <a:rPr sz="1125" b="0">
                <a:solidFill>
                  <a:srgbClr val="000000"/>
                </a:solidFill>
                <a:latin typeface="Arial"/>
                <a:ea typeface="Arial"/>
                <a:cs typeface="Arial"/>
              </a:rPr>
              <a:t>Cyclone Lothar</a:t>
            </a:r>
          </a:p>
        </p:txBody>
      </p:sp>
      <p:sp>
        <p:nvSpPr>
          <p:cNvPr id="75" name="line_073">
            <a:extLst>
              <a:ext uri="{FF2B5EF4-FFF2-40B4-BE49-F238E27FC236}">
                <ns2:creationId id="{685118E3-5CB8-4F42-8F59-82A36A4C8BBD}"/>
              </a:ext>
            </a:extLst>
          </p:cNvPr>
          <p:cNvSpPr>
            <a:spLocks noGrp="1"/>
          </p:cNvSpPr>
          <p:nvPr/>
        </p:nvSpPr>
        <p:spPr>
          <a:xfrm>
            <a:off x="7078409" y="1645920"/>
            <a:ext cx="493064" cy="106940"/>
          </a:xfrm>
          <a:custGeom>
            <a:pathLst>
              <a:path w="493064" h="106940">
                <a:moveTo>
                  <a:pt x="0" y="0"/>
                </a:moveTo>
                <a:lnTo>
                  <a:pt x="493064" y="106940"/>
                </a:lnTo>
              </a:path>
            </a:pathLst>
          </a:custGeom>
          <a:noFill/>
          <a:ln w="9430">
            <a:solidFill>
              <a:srgbClr val="000000"/>
            </a:solidFill>
            <a:prstDash val="solid"/>
          </a:ln>
        </p:spPr>
      </p:sp>
      <p:sp>
        <p:nvSpPr>
          <p:cNvPr id="76" name="line_074">
            <a:extLst>
              <a:ext uri="{FF2B5EF4-FFF2-40B4-BE49-F238E27FC236}">
                <ns2:creationId id="{552CE11F-4565-494B-BDEB-0F7301C97C52}"/>
              </a:ext>
            </a:extLst>
          </p:cNvPr>
          <p:cNvSpPr>
            <a:spLocks noGrp="1"/>
          </p:cNvSpPr>
          <p:nvPr/>
        </p:nvSpPr>
        <p:spPr>
          <a:xfrm>
            <a:off x="7527776" y="1720079"/>
            <a:ext cx="43697" cy="32781"/>
          </a:xfrm>
          <a:custGeom>
            <a:pathLst>
              <a:path w="43697" h="32781">
                <a:moveTo>
                  <a:pt x="0" y="0"/>
                </a:moveTo>
                <a:lnTo>
                  <a:pt x="43697" y="32781"/>
                </a:lnTo>
              </a:path>
            </a:pathLst>
          </a:custGeom>
          <a:noFill/>
          <a:ln w="9430">
            <a:solidFill>
              <a:srgbClr val="000000"/>
            </a:solidFill>
            <a:prstDash val="solid"/>
          </a:ln>
        </p:spPr>
      </p:sp>
      <p:sp>
        <p:nvSpPr>
          <p:cNvPr id="77" name="line_075">
            <a:extLst>
              <a:ext uri="{FF2B5EF4-FFF2-40B4-BE49-F238E27FC236}">
                <ns2:creationId id="{409B601A-056C-4F44-93AE-236588B63C63}"/>
              </a:ext>
            </a:extLst>
          </p:cNvPr>
          <p:cNvSpPr>
            <a:spLocks noGrp="1"/>
          </p:cNvSpPr>
          <p:nvPr/>
        </p:nvSpPr>
        <p:spPr>
          <a:xfrm>
            <a:off x="7519676" y="1752860"/>
            <a:ext cx="51796" cy="12069"/>
          </a:xfrm>
          <a:custGeom>
            <a:pathLst>
              <a:path w="51796" h="12069">
                <a:moveTo>
                  <a:pt x="0" y="12069"/>
                </a:moveTo>
                <a:lnTo>
                  <a:pt x="51796" y="0"/>
                </a:lnTo>
              </a:path>
            </a:pathLst>
          </a:custGeom>
          <a:noFill/>
          <a:ln w="9430">
            <a:solidFill>
              <a:srgbClr val="000000"/>
            </a:solidFill>
            <a:prstDash val="solid"/>
          </a:ln>
        </p:spPr>
      </p:sp>
      <p:sp>
        <p:nvSpPr>
          <p:cNvPr id="78" name="path_076">
            <a:extLst>
              <a:ext uri="{FF2B5EF4-FFF2-40B4-BE49-F238E27FC236}">
                <ns2:creationId id="{09802CCA-FA06-483B-B2A1-25370807D334}"/>
              </a:ext>
            </a:extLst>
          </p:cNvPr>
          <p:cNvSpPr>
            <a:spLocks noGrp="1"/>
          </p:cNvSpPr>
          <p:nvPr/>
        </p:nvSpPr>
        <p:spPr>
          <a:xfrm>
            <a:off x="6511719" y="3383280"/>
            <a:ext cx="1059754" cy="712470"/>
          </a:xfrm>
          <a:custGeom>
            <a:pathLst>
              <a:path w="1059754" h="712470">
                <a:moveTo>
                  <a:pt x="1059754" y="0"/>
                </a:moveTo>
                <a:lnTo>
                  <a:pt x="1059754" y="289560"/>
                </a:lnTo>
                <a:lnTo>
                  <a:pt x="0" y="289560"/>
                </a:lnTo>
                <a:lnTo>
                  <a:pt x="0" y="712470"/>
                </a:lnTo>
              </a:path>
            </a:pathLst>
          </a:custGeom>
          <a:noFill/>
          <a:ln w="6858">
            <a:solidFill>
              <a:srgbClr val="8B8B8B"/>
            </a:solidFill>
            <a:prstDash val="solid"/>
          </a:ln>
        </p:spPr>
      </p:sp>
      <p:pic>
        <p:nvPicPr>
          <p:cNvPr id="79" name="">
            <a:extLst>
              <a:ext uri="{FF2B5EF4-FFF2-40B4-BE49-F238E27FC236}">
                <ns2:creationId id="{71073253-1170-4ECA-9282-75C9FE9B1323}"/>
              </a:ext>
            </a:extLst>
          </p:cNvPr>
          <p:cNvPicPr>
            <a:picLocks noChangeAspect="1"/>
          </p:cNvPicPr>
          <p:nvPr/>
        </p:nvPicPr>
        <p:blipFill>
          <a:blip r:embed="R4d9d3d719a9247d3"/>
          <a:stretch/>
        </p:blipFill>
        <p:spPr>
          <a:xfrm>
            <a:off x="5729478" y="4095750"/>
            <a:ext cx="1564481" cy="1609969"/>
          </a:xfrm>
          <a:prstGeom prst="rect">
            <a:avLst/>
          </a:prstGeom>
        </p:spPr>
      </p:pic>
      <p:sp>
        <p:nvSpPr>
          <p:cNvPr id="80" name="rect_078">
            <a:extLst>
              <a:ext uri="{FF2B5EF4-FFF2-40B4-BE49-F238E27FC236}">
                <ns2:creationId id="{35BDFADC-81FC-472A-9C8B-23B8488C8C85}"/>
              </a:ext>
            </a:extLst>
          </p:cNvPr>
          <p:cNvSpPr>
            <a:spLocks noGrp="1"/>
          </p:cNvSpPr>
          <p:nvPr/>
        </p:nvSpPr>
        <p:spPr>
          <a:xfrm rot="0">
            <a:off x="5729478" y="4095750"/>
            <a:ext cx="1564481" cy="1609969"/>
          </a:xfrm>
          <a:prstGeom prst="rect">
            <a:avLst/>
          </a:prstGeom>
          <a:noFill/>
          <a:ln w="11430">
            <a:solidFill>
              <a:srgbClr val="C73A37"/>
            </a:solidFill>
            <a:prstDash val="solid"/>
          </a:ln>
        </p:spPr>
      </p:sp>
      <p:sp>
        <p:nvSpPr>
          <p:cNvPr id="81" name="text_079">
            <a:extLst>
              <a:ext uri="{FF2B5EF4-FFF2-40B4-BE49-F238E27FC236}">
                <ns2:creationId id="{B5D81EE7-152A-44D8-BA34-F6ACDA55628F}"/>
              </a:ext>
            </a:extLst>
          </p:cNvPr>
          <p:cNvSpPr>
            <a:spLocks noGrp="1"/>
          </p:cNvSpPr>
          <p:nvPr/>
        </p:nvSpPr>
        <p:spPr>
          <a:xfrm rot="0">
            <a:off x="5666899" y="5768298"/>
            <a:ext cx="1689640" cy="238125"/>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1999-12-26 10:00</a:t>
            </a:r>
          </a:p>
        </p:txBody>
      </p:sp>
      <p:sp>
        <p:nvSpPr>
          <p:cNvPr id="82" name="line_080">
            <a:extLst>
              <a:ext uri="{FF2B5EF4-FFF2-40B4-BE49-F238E27FC236}">
                <ns2:creationId id="{5DB263CC-0468-4C53-A177-393E29EEADA1}"/>
              </a:ext>
            </a:extLst>
          </p:cNvPr>
          <p:cNvSpPr>
            <a:spLocks noGrp="1"/>
          </p:cNvSpPr>
          <p:nvPr/>
        </p:nvSpPr>
        <p:spPr>
          <a:xfrm>
            <a:off x="6404222" y="4711680"/>
            <a:ext cx="342707" cy="115258"/>
          </a:xfrm>
          <a:custGeom>
            <a:pathLst>
              <a:path w="342707" h="115258">
                <a:moveTo>
                  <a:pt x="0" y="0"/>
                </a:moveTo>
                <a:lnTo>
                  <a:pt x="342707" y="115258"/>
                </a:lnTo>
              </a:path>
            </a:pathLst>
          </a:custGeom>
          <a:noFill/>
          <a:ln w="13716">
            <a:solidFill>
              <a:srgbClr val="333333"/>
            </a:solidFill>
            <a:prstDash val="solid"/>
          </a:ln>
        </p:spPr>
      </p:sp>
      <p:sp>
        <p:nvSpPr>
          <p:cNvPr id="83" name="line_081">
            <a:extLst>
              <a:ext uri="{FF2B5EF4-FFF2-40B4-BE49-F238E27FC236}">
                <ns2:creationId id="{BEFB46E8-CEFD-49CA-B1BC-F66DBA5C6CCE}"/>
              </a:ext>
            </a:extLst>
          </p:cNvPr>
          <p:cNvSpPr>
            <a:spLocks noGrp="1"/>
          </p:cNvSpPr>
          <p:nvPr/>
        </p:nvSpPr>
        <p:spPr>
          <a:xfrm>
            <a:off x="6707444" y="4791650"/>
            <a:ext cx="39484" cy="35287"/>
          </a:xfrm>
          <a:custGeom>
            <a:pathLst>
              <a:path w="39484" h="35287">
                <a:moveTo>
                  <a:pt x="0" y="0"/>
                </a:moveTo>
                <a:lnTo>
                  <a:pt x="39484" y="35287"/>
                </a:lnTo>
              </a:path>
            </a:pathLst>
          </a:custGeom>
          <a:noFill/>
          <a:ln w="13716">
            <a:solidFill>
              <a:srgbClr val="333333"/>
            </a:solidFill>
            <a:prstDash val="solid"/>
          </a:ln>
        </p:spPr>
      </p:sp>
      <p:sp>
        <p:nvSpPr>
          <p:cNvPr id="84" name="line_082">
            <a:extLst>
              <a:ext uri="{FF2B5EF4-FFF2-40B4-BE49-F238E27FC236}">
                <ns2:creationId id="{8C537DB1-B2E1-4FEF-ACFB-8A7B08258014}"/>
              </a:ext>
            </a:extLst>
          </p:cNvPr>
          <p:cNvSpPr>
            <a:spLocks noGrp="1"/>
          </p:cNvSpPr>
          <p:nvPr/>
        </p:nvSpPr>
        <p:spPr>
          <a:xfrm>
            <a:off x="6694145" y="4826937"/>
            <a:ext cx="52783" cy="4256"/>
          </a:xfrm>
          <a:custGeom>
            <a:pathLst>
              <a:path w="52783" h="4256">
                <a:moveTo>
                  <a:pt x="0" y="4256"/>
                </a:moveTo>
                <a:lnTo>
                  <a:pt x="52783" y="0"/>
                </a:lnTo>
              </a:path>
            </a:pathLst>
          </a:custGeom>
          <a:noFill/>
          <a:ln w="13716">
            <a:solidFill>
              <a:srgbClr val="333333"/>
            </a:solidFill>
            <a:prstDash val="solid"/>
          </a:ln>
        </p:spPr>
      </p:sp>
      <p:sp>
        <p:nvSpPr>
          <p:cNvPr id="85" name="text_083">
            <a:extLst>
              <a:ext uri="{FF2B5EF4-FFF2-40B4-BE49-F238E27FC236}">
                <ns2:creationId id="{E39A1115-55DD-4572-A493-74D8A9E81CC8}"/>
              </a:ext>
            </a:extLst>
          </p:cNvPr>
          <p:cNvSpPr>
            <a:spLocks noGrp="1"/>
          </p:cNvSpPr>
          <p:nvPr/>
        </p:nvSpPr>
        <p:spPr>
          <a:xfrm rot="0">
            <a:off x="6774741" y="4750452"/>
            <a:ext cx="139065" cy="166878"/>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d</a:t>
            </a:r>
          </a:p>
        </p:txBody>
      </p:sp>
      <p:sp>
        <p:nvSpPr>
          <p:cNvPr id="86" name="a_event_guide_4">
            <a:extLst>
              <a:ext uri="{FF2B5EF4-FFF2-40B4-BE49-F238E27FC236}">
                <ns2:creationId id="{EF14D915-F406-4BF4-B31D-8745F9C7E20B}"/>
              </a:ext>
            </a:extLst>
          </p:cNvPr>
          <p:cNvSpPr>
            <a:spLocks noGrp="1"/>
          </p:cNvSpPr>
          <p:nvPr/>
        </p:nvSpPr>
        <p:spPr>
          <a:xfrm>
            <a:off x="7983621" y="320040"/>
            <a:ext cx="95" cy="2971800"/>
          </a:xfrm>
          <a:custGeom>
            <a:pathLst>
              <a:path w="95" h="2971800">
                <a:moveTo>
                  <a:pt x="0" y="0"/>
                </a:moveTo>
                <a:lnTo>
                  <a:pt x="0" y="2971800"/>
                </a:lnTo>
              </a:path>
            </a:pathLst>
          </a:custGeom>
          <a:noFill/>
          <a:ln w="8573">
            <a:solidFill>
              <a:srgbClr val="000000"/>
            </a:solidFill>
            <a:prstDash val="dash"/>
          </a:ln>
        </p:spPr>
      </p:sp>
      <p:sp>
        <p:nvSpPr>
          <p:cNvPr id="87" name="a_event_box_4">
            <a:extLst>
              <a:ext uri="{FF2B5EF4-FFF2-40B4-BE49-F238E27FC236}">
                <ns2:creationId id="{E74B9826-15ED-481D-9059-3E4C28D35F61}"/>
              </a:ext>
            </a:extLst>
          </p:cNvPr>
          <p:cNvSpPr>
            <a:spLocks noGrp="1"/>
          </p:cNvSpPr>
          <p:nvPr/>
        </p:nvSpPr>
        <p:spPr>
          <a:xfrm rot="0">
            <a:off x="7769542" y="647700"/>
            <a:ext cx="1098614" cy="228600"/>
          </a:xfrm>
          <a:prstGeom prst="roundRect">
            <a:avLst>
              <a:gd name="adj" fmla="val 33333"/>
            </a:avLst>
          </a:prstGeom>
          <a:solidFill>
            <a:srgbClr val="FFFFFF">
              <a:alpha val="88000"/>
            </a:srgbClr>
          </a:solidFill>
          <a:ln w="6858">
            <a:solidFill>
              <a:srgbClr val="000000"/>
            </a:solidFill>
            <a:prstDash val="solid"/>
          </a:ln>
        </p:spPr>
      </p:sp>
      <p:sp>
        <p:nvSpPr>
          <p:cNvPr id="88" name="text_086">
            <a:extLst>
              <a:ext uri="{FF2B5EF4-FFF2-40B4-BE49-F238E27FC236}">
                <ns2:creationId id="{F10E45BD-D566-47CD-A91A-DF91CA1C5CF6}"/>
              </a:ext>
            </a:extLst>
          </p:cNvPr>
          <p:cNvSpPr>
            <a:spLocks noGrp="1"/>
          </p:cNvSpPr>
          <p:nvPr/>
        </p:nvSpPr>
        <p:spPr>
          <a:xfrm rot="0">
            <a:off x="7832122" y="685800"/>
            <a:ext cx="973455" cy="190500"/>
          </a:xfrm>
          <a:prstGeom prst="rect">
            <a:avLst/>
          </a:prstGeom>
          <a:noFill/>
          <a:ln w="0">
            <a:noFill/>
            <a:prstDash val="solid"/>
          </a:ln>
        </p:spPr>
        <p:txBody>
          <a:bodyPr wrap="none" lIns="0" tIns="0" rIns="0" bIns="0" anchor="t">
            <a:noAutofit/>
          </a:bodyPr>
          <a:lstStyle>
            <a:defPPr algn="l">
              <a:defRPr sz="1125" b="0">
                <a:solidFill>
                  <a:srgbClr val="000000"/>
                </a:solidFill>
                <a:latin typeface="Arial"/>
                <a:ea typeface="Arial"/>
                <a:cs typeface="Arial"/>
              </a:defRPr>
            </a:defPPr>
            <a:lvl1pPr algn="l">
              <a:defRPr sz="1125" b="0">
                <a:solidFill>
                  <a:srgbClr val="000000"/>
                </a:solidFill>
                <a:latin typeface="Arial"/>
                <a:ea typeface="Arial"/>
                <a:cs typeface="Arial"/>
              </a:defRPr>
            </a:lvl1pPr>
            <a:lvl2pPr algn="l">
              <a:defRPr sz="1125" b="0">
                <a:solidFill>
                  <a:srgbClr val="000000"/>
                </a:solidFill>
                <a:latin typeface="Arial"/>
                <a:ea typeface="Arial"/>
                <a:cs typeface="Arial"/>
              </a:defRPr>
            </a:lvl2pPr>
            <a:lvl3pPr algn="l">
              <a:defRPr sz="1125" b="0">
                <a:solidFill>
                  <a:srgbClr val="000000"/>
                </a:solidFill>
                <a:latin typeface="Arial"/>
                <a:ea typeface="Arial"/>
                <a:cs typeface="Arial"/>
              </a:defRPr>
            </a:lvl3pPr>
            <a:lvl4pPr algn="l">
              <a:defRPr sz="1125" b="0">
                <a:solidFill>
                  <a:srgbClr val="000000"/>
                </a:solidFill>
                <a:latin typeface="Arial"/>
                <a:ea typeface="Arial"/>
                <a:cs typeface="Arial"/>
              </a:defRPr>
            </a:lvl4pPr>
            <a:lvl5pPr algn="l">
              <a:defRPr sz="1125" b="0">
                <a:solidFill>
                  <a:srgbClr val="000000"/>
                </a:solidFill>
                <a:latin typeface="Arial"/>
                <a:ea typeface="Arial"/>
                <a:cs typeface="Arial"/>
              </a:defRPr>
            </a:lvl5pPr>
            <a:lvl6pPr algn="l">
              <a:defRPr sz="1125" b="0">
                <a:solidFill>
                  <a:srgbClr val="000000"/>
                </a:solidFill>
                <a:latin typeface="Arial"/>
                <a:ea typeface="Arial"/>
                <a:cs typeface="Arial"/>
              </a:defRPr>
            </a:lvl6pPr>
            <a:lvl7pPr algn="l">
              <a:defRPr sz="1125" b="0">
                <a:solidFill>
                  <a:srgbClr val="000000"/>
                </a:solidFill>
                <a:latin typeface="Arial"/>
                <a:ea typeface="Arial"/>
                <a:cs typeface="Arial"/>
              </a:defRPr>
            </a:lvl7pPr>
            <a:lvl8pPr algn="l">
              <a:defRPr sz="1125" b="0">
                <a:solidFill>
                  <a:srgbClr val="000000"/>
                </a:solidFill>
                <a:latin typeface="Arial"/>
                <a:ea typeface="Arial"/>
                <a:cs typeface="Arial"/>
              </a:defRPr>
            </a:lvl8pPr>
            <a:lvl9pPr algn="l">
              <a:defRPr sz="1125" b="0">
                <a:solidFill>
                  <a:srgbClr val="000000"/>
                </a:solidFill>
                <a:latin typeface="Arial"/>
                <a:ea typeface="Arial"/>
                <a:cs typeface="Arial"/>
              </a:defRPr>
            </a:lvl9pPr>
          </a:lstStyle>
          <a:p>
            <a:pPr algn="l">
              <a:defRPr sz="1125" b="0">
                <a:solidFill>
                  <a:srgbClr val="000000"/>
                </a:solidFill>
                <a:latin typeface="Arial"/>
                <a:ea typeface="Arial"/>
                <a:cs typeface="Arial"/>
              </a:defRPr>
            </a:pPr>
            <a:r>
              <a:rPr sz="1125" b="0">
                <a:solidFill>
                  <a:srgbClr val="000000"/>
                </a:solidFill>
                <a:latin typeface="Arial"/>
                <a:ea typeface="Arial"/>
                <a:cs typeface="Arial"/>
              </a:rPr>
              <a:t>Cyclone Martin</a:t>
            </a:r>
          </a:p>
        </p:txBody>
      </p:sp>
      <p:sp>
        <p:nvSpPr>
          <p:cNvPr id="89" name="line_087">
            <a:extLst>
              <a:ext uri="{FF2B5EF4-FFF2-40B4-BE49-F238E27FC236}">
                <ns2:creationId id="{81C91A59-AB74-425B-8ED1-9E9FA19E8C4E}"/>
              </a:ext>
            </a:extLst>
          </p:cNvPr>
          <p:cNvSpPr>
            <a:spLocks noGrp="1"/>
          </p:cNvSpPr>
          <p:nvPr/>
        </p:nvSpPr>
        <p:spPr>
          <a:xfrm>
            <a:off x="7983621" y="876300"/>
            <a:ext cx="95" cy="962577"/>
          </a:xfrm>
          <a:custGeom>
            <a:pathLst>
              <a:path w="95" h="962577">
                <a:moveTo>
                  <a:pt x="0" y="0"/>
                </a:moveTo>
                <a:lnTo>
                  <a:pt x="0" y="962577"/>
                </a:lnTo>
              </a:path>
            </a:pathLst>
          </a:custGeom>
          <a:noFill/>
          <a:ln w="9430">
            <a:solidFill>
              <a:srgbClr val="000000"/>
            </a:solidFill>
            <a:prstDash val="solid"/>
          </a:ln>
        </p:spPr>
      </p:sp>
      <p:sp>
        <p:nvSpPr>
          <p:cNvPr id="90" name="line_088">
            <a:extLst>
              <a:ext uri="{FF2B5EF4-FFF2-40B4-BE49-F238E27FC236}">
                <ns2:creationId id="{43D87206-11DD-4821-9EB9-EE1040F2B15E}"/>
              </a:ext>
            </a:extLst>
          </p:cNvPr>
          <p:cNvSpPr>
            <a:spLocks noGrp="1"/>
          </p:cNvSpPr>
          <p:nvPr/>
        </p:nvSpPr>
        <p:spPr>
          <a:xfrm>
            <a:off x="7983621" y="1785537"/>
            <a:ext cx="20860" cy="53340"/>
          </a:xfrm>
          <a:custGeom>
            <a:pathLst>
              <a:path w="20860" h="53340">
                <a:moveTo>
                  <a:pt x="20860" y="0"/>
                </a:moveTo>
                <a:lnTo>
                  <a:pt x="0" y="53340"/>
                </a:lnTo>
              </a:path>
            </a:pathLst>
          </a:custGeom>
          <a:noFill/>
          <a:ln w="9430">
            <a:solidFill>
              <a:srgbClr val="000000"/>
            </a:solidFill>
            <a:prstDash val="solid"/>
          </a:ln>
        </p:spPr>
      </p:sp>
      <p:sp>
        <p:nvSpPr>
          <p:cNvPr id="91" name="line_089">
            <a:extLst>
              <a:ext uri="{FF2B5EF4-FFF2-40B4-BE49-F238E27FC236}">
                <ns2:creationId id="{53AA9642-2C9C-4ADA-85BF-1EA1BF9CBABA}"/>
              </a:ext>
            </a:extLst>
          </p:cNvPr>
          <p:cNvSpPr>
            <a:spLocks noGrp="1"/>
          </p:cNvSpPr>
          <p:nvPr/>
        </p:nvSpPr>
        <p:spPr>
          <a:xfrm>
            <a:off x="7962761" y="1785537"/>
            <a:ext cx="20860" cy="53340"/>
          </a:xfrm>
          <a:custGeom>
            <a:pathLst>
              <a:path w="20860" h="53340">
                <a:moveTo>
                  <a:pt x="0" y="0"/>
                </a:moveTo>
                <a:lnTo>
                  <a:pt x="20860" y="53340"/>
                </a:lnTo>
              </a:path>
            </a:pathLst>
          </a:custGeom>
          <a:noFill/>
          <a:ln w="9430">
            <a:solidFill>
              <a:srgbClr val="000000"/>
            </a:solidFill>
            <a:prstDash val="solid"/>
          </a:ln>
        </p:spPr>
      </p:sp>
      <p:sp>
        <p:nvSpPr>
          <p:cNvPr id="92" name="path_090">
            <a:extLst>
              <a:ext uri="{FF2B5EF4-FFF2-40B4-BE49-F238E27FC236}">
                <ns2:creationId id="{1F2E3B57-9EFA-4E04-B1FA-3D24107BDA89}"/>
              </a:ext>
            </a:extLst>
          </p:cNvPr>
          <p:cNvSpPr>
            <a:spLocks noGrp="1"/>
          </p:cNvSpPr>
          <p:nvPr/>
        </p:nvSpPr>
        <p:spPr>
          <a:xfrm>
            <a:off x="7983621" y="3383280"/>
            <a:ext cx="287270" cy="712470"/>
          </a:xfrm>
          <a:custGeom>
            <a:pathLst>
              <a:path w="287270" h="712470">
                <a:moveTo>
                  <a:pt x="0" y="0"/>
                </a:moveTo>
                <a:lnTo>
                  <a:pt x="0" y="304800"/>
                </a:lnTo>
                <a:lnTo>
                  <a:pt x="287270" y="304800"/>
                </a:lnTo>
                <a:lnTo>
                  <a:pt x="287270" y="712470"/>
                </a:lnTo>
              </a:path>
            </a:pathLst>
          </a:custGeom>
          <a:noFill/>
          <a:ln w="6858">
            <a:solidFill>
              <a:srgbClr val="8B8B8B"/>
            </a:solidFill>
            <a:prstDash val="solid"/>
          </a:ln>
        </p:spPr>
      </p:sp>
      <p:pic>
        <p:nvPicPr>
          <p:cNvPr id="93" name="">
            <a:extLst>
              <a:ext uri="{FF2B5EF4-FFF2-40B4-BE49-F238E27FC236}">
                <ns2:creationId id="{A5CEDAB8-C15C-438B-9F53-E6506A59288D}"/>
              </a:ext>
            </a:extLst>
          </p:cNvPr>
          <p:cNvPicPr>
            <a:picLocks noChangeAspect="1"/>
          </p:cNvPicPr>
          <p:nvPr/>
        </p:nvPicPr>
        <p:blipFill>
          <a:blip r:embed="R9ac765dc614540c1"/>
          <a:stretch/>
        </p:blipFill>
        <p:spPr>
          <a:xfrm>
            <a:off x="7488650" y="4095750"/>
            <a:ext cx="1564481" cy="1609969"/>
          </a:xfrm>
          <a:prstGeom prst="rect">
            <a:avLst/>
          </a:prstGeom>
        </p:spPr>
      </p:pic>
      <p:sp>
        <p:nvSpPr>
          <p:cNvPr id="94" name="rect_092">
            <a:extLst>
              <a:ext uri="{FF2B5EF4-FFF2-40B4-BE49-F238E27FC236}">
                <ns2:creationId id="{4287C860-8867-4690-9E7A-ED172D8BC849}"/>
              </a:ext>
            </a:extLst>
          </p:cNvPr>
          <p:cNvSpPr>
            <a:spLocks noGrp="1"/>
          </p:cNvSpPr>
          <p:nvPr/>
        </p:nvSpPr>
        <p:spPr>
          <a:xfrm rot="0">
            <a:off x="7488650" y="4095750"/>
            <a:ext cx="1564481" cy="1609969"/>
          </a:xfrm>
          <a:prstGeom prst="rect">
            <a:avLst/>
          </a:prstGeom>
          <a:noFill/>
          <a:ln w="7715">
            <a:solidFill>
              <a:srgbClr val="000000"/>
            </a:solidFill>
            <a:prstDash val="solid"/>
          </a:ln>
        </p:spPr>
      </p:sp>
      <p:sp>
        <p:nvSpPr>
          <p:cNvPr id="95" name="text_093">
            <a:extLst>
              <a:ext uri="{FF2B5EF4-FFF2-40B4-BE49-F238E27FC236}">
                <ns2:creationId id="{030A4199-D11E-4915-BB44-52309F24E9BA}"/>
              </a:ext>
            </a:extLst>
          </p:cNvPr>
          <p:cNvSpPr>
            <a:spLocks noGrp="1"/>
          </p:cNvSpPr>
          <p:nvPr/>
        </p:nvSpPr>
        <p:spPr>
          <a:xfrm rot="0">
            <a:off x="7426071" y="5768298"/>
            <a:ext cx="1689640" cy="238125"/>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1999-12-27 21:00</a:t>
            </a:r>
          </a:p>
        </p:txBody>
      </p:sp>
      <p:sp>
        <p:nvSpPr>
          <p:cNvPr id="96" name="line_094">
            <a:extLst>
              <a:ext uri="{FF2B5EF4-FFF2-40B4-BE49-F238E27FC236}">
                <ns2:creationId id="{24B26DEC-A2F1-405A-99C9-C3D669E583B9}"/>
              </a:ext>
            </a:extLst>
          </p:cNvPr>
          <p:cNvSpPr>
            <a:spLocks noGrp="1"/>
          </p:cNvSpPr>
          <p:nvPr/>
        </p:nvSpPr>
        <p:spPr>
          <a:xfrm>
            <a:off x="8067609" y="4843106"/>
            <a:ext cx="342707" cy="115258"/>
          </a:xfrm>
          <a:custGeom>
            <a:pathLst>
              <a:path w="342707" h="115258">
                <a:moveTo>
                  <a:pt x="0" y="0"/>
                </a:moveTo>
                <a:lnTo>
                  <a:pt x="342707" y="115258"/>
                </a:lnTo>
              </a:path>
            </a:pathLst>
          </a:custGeom>
          <a:noFill/>
          <a:ln w="13716">
            <a:solidFill>
              <a:srgbClr val="333333"/>
            </a:solidFill>
            <a:prstDash val="solid"/>
          </a:ln>
        </p:spPr>
      </p:sp>
      <p:sp>
        <p:nvSpPr>
          <p:cNvPr id="97" name="line_095">
            <a:extLst>
              <a:ext uri="{FF2B5EF4-FFF2-40B4-BE49-F238E27FC236}">
                <ns2:creationId id="{A9D7AC8E-4BF0-4092-B4E4-903AD635F2B6}"/>
              </a:ext>
            </a:extLst>
          </p:cNvPr>
          <p:cNvSpPr>
            <a:spLocks noGrp="1"/>
          </p:cNvSpPr>
          <p:nvPr/>
        </p:nvSpPr>
        <p:spPr>
          <a:xfrm>
            <a:off x="8370832" y="4923076"/>
            <a:ext cx="39484" cy="35287"/>
          </a:xfrm>
          <a:custGeom>
            <a:pathLst>
              <a:path w="39484" h="35287">
                <a:moveTo>
                  <a:pt x="0" y="0"/>
                </a:moveTo>
                <a:lnTo>
                  <a:pt x="39484" y="35287"/>
                </a:lnTo>
              </a:path>
            </a:pathLst>
          </a:custGeom>
          <a:noFill/>
          <a:ln w="13716">
            <a:solidFill>
              <a:srgbClr val="333333"/>
            </a:solidFill>
            <a:prstDash val="solid"/>
          </a:ln>
        </p:spPr>
      </p:sp>
      <p:sp>
        <p:nvSpPr>
          <p:cNvPr id="98" name="line_096">
            <a:extLst>
              <a:ext uri="{FF2B5EF4-FFF2-40B4-BE49-F238E27FC236}">
                <ns2:creationId id="{EB7D45B3-206F-49B7-800E-7E1D9C413804}"/>
              </a:ext>
            </a:extLst>
          </p:cNvPr>
          <p:cNvSpPr>
            <a:spLocks noGrp="1"/>
          </p:cNvSpPr>
          <p:nvPr/>
        </p:nvSpPr>
        <p:spPr>
          <a:xfrm>
            <a:off x="8357533" y="4958363"/>
            <a:ext cx="52783" cy="4256"/>
          </a:xfrm>
          <a:custGeom>
            <a:pathLst>
              <a:path w="52783" h="4256">
                <a:moveTo>
                  <a:pt x="0" y="4256"/>
                </a:moveTo>
                <a:lnTo>
                  <a:pt x="52783" y="0"/>
                </a:lnTo>
              </a:path>
            </a:pathLst>
          </a:custGeom>
          <a:noFill/>
          <a:ln w="13716">
            <a:solidFill>
              <a:srgbClr val="333333"/>
            </a:solidFill>
            <a:prstDash val="solid"/>
          </a:ln>
        </p:spPr>
      </p:sp>
      <p:sp>
        <p:nvSpPr>
          <p:cNvPr id="99" name="text_097">
            <a:extLst>
              <a:ext uri="{FF2B5EF4-FFF2-40B4-BE49-F238E27FC236}">
                <ns2:creationId id="{D04461AD-F892-4146-9BCC-14A3F3C0A592}"/>
              </a:ext>
            </a:extLst>
          </p:cNvPr>
          <p:cNvSpPr>
            <a:spLocks noGrp="1"/>
          </p:cNvSpPr>
          <p:nvPr/>
        </p:nvSpPr>
        <p:spPr>
          <a:xfrm rot="0">
            <a:off x="8438129" y="4881878"/>
            <a:ext cx="139065" cy="166878"/>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d</a:t>
            </a:r>
          </a:p>
        </p:txBody>
      </p:sp>
      <p:sp>
        <p:nvSpPr>
          <p:cNvPr id="100" name="text_098">
            <a:extLst>
              <a:ext uri="{FF2B5EF4-FFF2-40B4-BE49-F238E27FC236}">
                <ns2:creationId id="{6FD57995-5BD6-47FA-8732-82A47AE821E1}"/>
              </a:ext>
            </a:extLst>
          </p:cNvPr>
          <p:cNvSpPr>
            <a:spLocks noGrp="1"/>
          </p:cNvSpPr>
          <p:nvPr/>
        </p:nvSpPr>
        <p:spPr>
          <a:xfrm rot="0">
            <a:off x="9582150" y="57150"/>
            <a:ext cx="3171825" cy="266700"/>
          </a:xfrm>
          <a:prstGeom prst="rect">
            <a:avLst/>
          </a:prstGeom>
          <a:noFill/>
          <a:ln w="0">
            <a:noFill/>
            <a:prstDash val="solid"/>
          </a:ln>
        </p:spPr>
        <p:txBody>
          <a:bodyPr wrap="none" lIns="0" tIns="0" rIns="0" bIns="0" anchor="t">
            <a:noAutofit/>
          </a:bodyPr>
          <a:lstStyle>
            <a:defPPr algn="l">
              <a:defRPr sz="1500" b="1">
                <a:solidFill>
                  <a:srgbClr val="000000"/>
                </a:solidFill>
                <a:latin typeface="Arial"/>
                <a:ea typeface="Arial"/>
                <a:cs typeface="Arial"/>
              </a:defRPr>
            </a:defPPr>
            <a:lvl1pPr algn="l">
              <a:defRPr sz="1500" b="1">
                <a:solidFill>
                  <a:srgbClr val="000000"/>
                </a:solidFill>
                <a:latin typeface="Arial"/>
                <a:ea typeface="Arial"/>
                <a:cs typeface="Arial"/>
              </a:defRPr>
            </a:lvl1pPr>
            <a:lvl2pPr algn="l">
              <a:defRPr sz="1500" b="1">
                <a:solidFill>
                  <a:srgbClr val="000000"/>
                </a:solidFill>
                <a:latin typeface="Arial"/>
                <a:ea typeface="Arial"/>
                <a:cs typeface="Arial"/>
              </a:defRPr>
            </a:lvl2pPr>
            <a:lvl3pPr algn="l">
              <a:defRPr sz="1500" b="1">
                <a:solidFill>
                  <a:srgbClr val="000000"/>
                </a:solidFill>
                <a:latin typeface="Arial"/>
                <a:ea typeface="Arial"/>
                <a:cs typeface="Arial"/>
              </a:defRPr>
            </a:lvl3pPr>
            <a:lvl4pPr algn="l">
              <a:defRPr sz="1500" b="1">
                <a:solidFill>
                  <a:srgbClr val="000000"/>
                </a:solidFill>
                <a:latin typeface="Arial"/>
                <a:ea typeface="Arial"/>
                <a:cs typeface="Arial"/>
              </a:defRPr>
            </a:lvl4pPr>
            <a:lvl5pPr algn="l">
              <a:defRPr sz="1500" b="1">
                <a:solidFill>
                  <a:srgbClr val="000000"/>
                </a:solidFill>
                <a:latin typeface="Arial"/>
                <a:ea typeface="Arial"/>
                <a:cs typeface="Arial"/>
              </a:defRPr>
            </a:lvl5pPr>
            <a:lvl6pPr algn="l">
              <a:defRPr sz="1500" b="1">
                <a:solidFill>
                  <a:srgbClr val="000000"/>
                </a:solidFill>
                <a:latin typeface="Arial"/>
                <a:ea typeface="Arial"/>
                <a:cs typeface="Arial"/>
              </a:defRPr>
            </a:lvl6pPr>
            <a:lvl7pPr algn="l">
              <a:defRPr sz="1500" b="1">
                <a:solidFill>
                  <a:srgbClr val="000000"/>
                </a:solidFill>
                <a:latin typeface="Arial"/>
                <a:ea typeface="Arial"/>
                <a:cs typeface="Arial"/>
              </a:defRPr>
            </a:lvl7pPr>
            <a:lvl8pPr algn="l">
              <a:defRPr sz="1500" b="1">
                <a:solidFill>
                  <a:srgbClr val="000000"/>
                </a:solidFill>
                <a:latin typeface="Arial"/>
                <a:ea typeface="Arial"/>
                <a:cs typeface="Arial"/>
              </a:defRPr>
            </a:lvl8pPr>
            <a:lvl9pPr algn="l">
              <a:defRPr sz="1500" b="1">
                <a:solidFill>
                  <a:srgbClr val="000000"/>
                </a:solidFill>
                <a:latin typeface="Arial"/>
                <a:ea typeface="Arial"/>
                <a:cs typeface="Arial"/>
              </a:defRPr>
            </a:lvl9pPr>
          </a:lstStyle>
          <a:p>
            <a:pPr algn="l">
              <a:defRPr sz="1500" b="1">
                <a:solidFill>
                  <a:srgbClr val="000000"/>
                </a:solidFill>
                <a:latin typeface="Arial"/>
                <a:ea typeface="Arial"/>
                <a:cs typeface="Arial"/>
              </a:defRPr>
            </a:pPr>
            <a:r>
              <a:rPr sz="1500" b="1">
                <a:solidFill>
                  <a:srgbClr val="000000"/>
                </a:solidFill>
                <a:latin typeface="Arial"/>
                <a:ea typeface="Arial"/>
                <a:cs typeface="Arial"/>
              </a:rPr>
              <a:t>(b) Local event and tracks</a:t>
            </a:r>
          </a:p>
        </p:txBody>
      </p:sp>
      <p:sp>
        <p:nvSpPr>
          <p:cNvPr id="101" name="text_099">
            <a:extLst>
              <a:ext uri="{FF2B5EF4-FFF2-40B4-BE49-F238E27FC236}">
                <ns2:creationId id="{2566003B-BC2F-41DE-AC92-01E4A624C4D3}"/>
              </a:ext>
            </a:extLst>
          </p:cNvPr>
          <p:cNvSpPr>
            <a:spLocks noGrp="1"/>
          </p:cNvSpPr>
          <p:nvPr/>
        </p:nvSpPr>
        <p:spPr>
          <a:xfrm rot="0">
            <a:off x="9620250" y="342900"/>
            <a:ext cx="3086100" cy="22860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26 Dec 1999 10:00 UTC</a:t>
            </a:r>
          </a:p>
        </p:txBody>
      </p:sp>
      <p:pic>
        <p:nvPicPr>
          <p:cNvPr id="102" name="">
            <a:extLst>
              <a:ext uri="{FF2B5EF4-FFF2-40B4-BE49-F238E27FC236}">
                <ns2:creationId id="{A09A6F51-96E4-4094-8720-4CCF651D2CF5}"/>
              </a:ext>
            </a:extLst>
          </p:cNvPr>
          <p:cNvPicPr>
            <a:picLocks noChangeAspect="1"/>
          </p:cNvPicPr>
          <p:nvPr/>
        </p:nvPicPr>
        <p:blipFill>
          <a:blip r:embed="R0ed711b67b7f406a"/>
          <a:stretch/>
        </p:blipFill>
        <p:spPr>
          <a:xfrm>
            <a:off x="10001250" y="628650"/>
            <a:ext cx="2333625" cy="2401476"/>
          </a:xfrm>
          <a:prstGeom prst="rect">
            <a:avLst/>
          </a:prstGeom>
        </p:spPr>
      </p:pic>
      <p:sp>
        <p:nvSpPr>
          <p:cNvPr id="103" name="rect_101">
            <a:extLst>
              <a:ext uri="{FF2B5EF4-FFF2-40B4-BE49-F238E27FC236}">
                <ns2:creationId id="{90AF90CF-D055-4414-9CC1-E29F1B22918D}"/>
              </a:ext>
            </a:extLst>
          </p:cNvPr>
          <p:cNvSpPr>
            <a:spLocks noGrp="1"/>
          </p:cNvSpPr>
          <p:nvPr/>
        </p:nvSpPr>
        <p:spPr>
          <a:xfrm rot="0">
            <a:off x="10001250" y="628650"/>
            <a:ext cx="2333625" cy="2401476"/>
          </a:xfrm>
          <a:prstGeom prst="rect">
            <a:avLst/>
          </a:prstGeom>
          <a:noFill/>
          <a:ln w="7144">
            <a:solidFill>
              <a:srgbClr val="B0B0B0"/>
            </a:solidFill>
            <a:prstDash val="solid"/>
          </a:ln>
        </p:spPr>
      </p:sp>
      <p:sp>
        <p:nvSpPr>
          <p:cNvPr id="104" name="b_source_marker_A">
            <a:extLst>
              <a:ext uri="{FF2B5EF4-FFF2-40B4-BE49-F238E27FC236}">
                <ns2:creationId id="{55D71A42-2F5B-4817-9E08-2D04448D98B6}"/>
              </a:ext>
            </a:extLst>
          </p:cNvPr>
          <p:cNvSpPr>
            <a:spLocks noGrp="1"/>
          </p:cNvSpPr>
          <p:nvPr/>
        </p:nvSpPr>
        <p:spPr>
          <a:xfrm rot="0">
            <a:off x="11220450" y="1590487"/>
            <a:ext cx="85725" cy="85725"/>
          </a:xfrm>
          <a:prstGeom prst="ellipse">
            <a:avLst/>
          </a:prstGeom>
          <a:solidFill>
            <a:srgbClr val="FFFFFF"/>
          </a:solidFill>
          <a:ln w="17145">
            <a:solidFill>
              <a:srgbClr val="000000"/>
            </a:solidFill>
            <a:prstDash val="solid"/>
          </a:ln>
        </p:spPr>
      </p:sp>
      <p:sp>
        <p:nvSpPr>
          <p:cNvPr id="105" name="b_source_label_A">
            <a:extLst>
              <a:ext uri="{FF2B5EF4-FFF2-40B4-BE49-F238E27FC236}">
                <ns2:creationId id="{C4752237-D7A4-4DEC-A839-B3FD6EE90EB9}"/>
              </a:ext>
            </a:extLst>
          </p:cNvPr>
          <p:cNvSpPr>
            <a:spLocks noGrp="1"/>
          </p:cNvSpPr>
          <p:nvPr/>
        </p:nvSpPr>
        <p:spPr>
          <a:xfrm rot="0">
            <a:off x="11339513" y="1404749"/>
            <a:ext cx="228600" cy="238125"/>
          </a:xfrm>
          <a:prstGeom prst="rect">
            <a:avLst/>
          </a:prstGeom>
          <a:noFill/>
          <a:ln w="0">
            <a:noFill/>
            <a:prstDash val="solid"/>
          </a:ln>
        </p:spPr>
        <p:txBody>
          <a:bodyPr wrap="none" lIns="0" tIns="0" rIns="0" bIns="0" anchor="t">
            <a:noAutofit/>
          </a:bodyPr>
          <a:lstStyle>
            <a:defPPr algn="l">
              <a:defRPr sz="1425" b="1">
                <a:solidFill>
                  <a:srgbClr val="000000"/>
                </a:solidFill>
                <a:latin typeface="Arial"/>
                <a:ea typeface="Arial"/>
                <a:cs typeface="Arial"/>
              </a:defRPr>
            </a:defPPr>
            <a:lvl1pPr algn="l">
              <a:defRPr sz="1425" b="1">
                <a:solidFill>
                  <a:srgbClr val="000000"/>
                </a:solidFill>
                <a:latin typeface="Arial"/>
                <a:ea typeface="Arial"/>
                <a:cs typeface="Arial"/>
              </a:defRPr>
            </a:lvl1pPr>
            <a:lvl2pPr algn="l">
              <a:defRPr sz="1425" b="1">
                <a:solidFill>
                  <a:srgbClr val="000000"/>
                </a:solidFill>
                <a:latin typeface="Arial"/>
                <a:ea typeface="Arial"/>
                <a:cs typeface="Arial"/>
              </a:defRPr>
            </a:lvl2pPr>
            <a:lvl3pPr algn="l">
              <a:defRPr sz="1425" b="1">
                <a:solidFill>
                  <a:srgbClr val="000000"/>
                </a:solidFill>
                <a:latin typeface="Arial"/>
                <a:ea typeface="Arial"/>
                <a:cs typeface="Arial"/>
              </a:defRPr>
            </a:lvl3pPr>
            <a:lvl4pPr algn="l">
              <a:defRPr sz="1425" b="1">
                <a:solidFill>
                  <a:srgbClr val="000000"/>
                </a:solidFill>
                <a:latin typeface="Arial"/>
                <a:ea typeface="Arial"/>
                <a:cs typeface="Arial"/>
              </a:defRPr>
            </a:lvl4pPr>
            <a:lvl5pPr algn="l">
              <a:defRPr sz="1425" b="1">
                <a:solidFill>
                  <a:srgbClr val="000000"/>
                </a:solidFill>
                <a:latin typeface="Arial"/>
                <a:ea typeface="Arial"/>
                <a:cs typeface="Arial"/>
              </a:defRPr>
            </a:lvl5pPr>
            <a:lvl6pPr algn="l">
              <a:defRPr sz="1425" b="1">
                <a:solidFill>
                  <a:srgbClr val="000000"/>
                </a:solidFill>
                <a:latin typeface="Arial"/>
                <a:ea typeface="Arial"/>
                <a:cs typeface="Arial"/>
              </a:defRPr>
            </a:lvl6pPr>
            <a:lvl7pPr algn="l">
              <a:defRPr sz="1425" b="1">
                <a:solidFill>
                  <a:srgbClr val="000000"/>
                </a:solidFill>
                <a:latin typeface="Arial"/>
                <a:ea typeface="Arial"/>
                <a:cs typeface="Arial"/>
              </a:defRPr>
            </a:lvl7pPr>
            <a:lvl8pPr algn="l">
              <a:defRPr sz="1425" b="1">
                <a:solidFill>
                  <a:srgbClr val="000000"/>
                </a:solidFill>
                <a:latin typeface="Arial"/>
                <a:ea typeface="Arial"/>
                <a:cs typeface="Arial"/>
              </a:defRPr>
            </a:lvl8pPr>
            <a:lvl9pPr algn="l">
              <a:defRPr sz="1425" b="1">
                <a:solidFill>
                  <a:srgbClr val="000000"/>
                </a:solidFill>
                <a:latin typeface="Arial"/>
                <a:ea typeface="Arial"/>
                <a:cs typeface="Arial"/>
              </a:defRPr>
            </a:lvl9pPr>
          </a:lstStyle>
          <a:p>
            <a:pPr algn="l">
              <a:defRPr sz="1425" b="1">
                <a:solidFill>
                  <a:srgbClr val="000000"/>
                </a:solidFill>
                <a:latin typeface="Arial"/>
                <a:ea typeface="Arial"/>
                <a:cs typeface="Arial"/>
              </a:defRPr>
            </a:pPr>
            <a:r>
              <a:rPr sz="1425" b="1">
                <a:solidFill>
                  <a:srgbClr val="000000"/>
                </a:solidFill>
                <a:latin typeface="Arial"/>
                <a:ea typeface="Arial"/>
                <a:cs typeface="Arial"/>
              </a:rPr>
              <a:t>A</a:t>
            </a:r>
          </a:p>
        </p:txBody>
      </p:sp>
      <p:sp>
        <p:nvSpPr>
          <p:cNvPr id="106" name="b_source_marker_B">
            <a:extLst>
              <a:ext uri="{FF2B5EF4-FFF2-40B4-BE49-F238E27FC236}">
                <ns2:creationId id="{D6FEC123-DD70-45E6-B985-4941FA93B4B5}"/>
              </a:ext>
            </a:extLst>
          </p:cNvPr>
          <p:cNvSpPr>
            <a:spLocks noGrp="1"/>
          </p:cNvSpPr>
          <p:nvPr/>
        </p:nvSpPr>
        <p:spPr>
          <a:xfrm rot="0">
            <a:off x="11268075" y="855341"/>
            <a:ext cx="85725" cy="85725"/>
          </a:xfrm>
          <a:prstGeom prst="ellipse">
            <a:avLst/>
          </a:prstGeom>
          <a:solidFill>
            <a:srgbClr val="FFFFFF"/>
          </a:solidFill>
          <a:ln w="17145">
            <a:solidFill>
              <a:srgbClr val="000000"/>
            </a:solidFill>
            <a:prstDash val="solid"/>
          </a:ln>
        </p:spPr>
      </p:sp>
      <p:sp>
        <p:nvSpPr>
          <p:cNvPr id="107" name="b_source_label_B">
            <a:extLst>
              <a:ext uri="{FF2B5EF4-FFF2-40B4-BE49-F238E27FC236}">
                <ns2:creationId id="{4AB2A898-1037-481E-8D91-EA8A3FEEA680}"/>
              </a:ext>
            </a:extLst>
          </p:cNvPr>
          <p:cNvSpPr>
            <a:spLocks noGrp="1"/>
          </p:cNvSpPr>
          <p:nvPr/>
        </p:nvSpPr>
        <p:spPr>
          <a:xfrm rot="0">
            <a:off x="11387138" y="669603"/>
            <a:ext cx="228600" cy="238125"/>
          </a:xfrm>
          <a:prstGeom prst="rect">
            <a:avLst/>
          </a:prstGeom>
          <a:noFill/>
          <a:ln w="0">
            <a:noFill/>
            <a:prstDash val="solid"/>
          </a:ln>
        </p:spPr>
        <p:txBody>
          <a:bodyPr wrap="none" lIns="0" tIns="0" rIns="0" bIns="0" anchor="t">
            <a:noAutofit/>
          </a:bodyPr>
          <a:lstStyle>
            <a:defPPr algn="l">
              <a:defRPr sz="1425" b="1">
                <a:solidFill>
                  <a:srgbClr val="000000"/>
                </a:solidFill>
                <a:latin typeface="Arial"/>
                <a:ea typeface="Arial"/>
                <a:cs typeface="Arial"/>
              </a:defRPr>
            </a:defPPr>
            <a:lvl1pPr algn="l">
              <a:defRPr sz="1425" b="1">
                <a:solidFill>
                  <a:srgbClr val="000000"/>
                </a:solidFill>
                <a:latin typeface="Arial"/>
                <a:ea typeface="Arial"/>
                <a:cs typeface="Arial"/>
              </a:defRPr>
            </a:lvl1pPr>
            <a:lvl2pPr algn="l">
              <a:defRPr sz="1425" b="1">
                <a:solidFill>
                  <a:srgbClr val="000000"/>
                </a:solidFill>
                <a:latin typeface="Arial"/>
                <a:ea typeface="Arial"/>
                <a:cs typeface="Arial"/>
              </a:defRPr>
            </a:lvl2pPr>
            <a:lvl3pPr algn="l">
              <a:defRPr sz="1425" b="1">
                <a:solidFill>
                  <a:srgbClr val="000000"/>
                </a:solidFill>
                <a:latin typeface="Arial"/>
                <a:ea typeface="Arial"/>
                <a:cs typeface="Arial"/>
              </a:defRPr>
            </a:lvl3pPr>
            <a:lvl4pPr algn="l">
              <a:defRPr sz="1425" b="1">
                <a:solidFill>
                  <a:srgbClr val="000000"/>
                </a:solidFill>
                <a:latin typeface="Arial"/>
                <a:ea typeface="Arial"/>
                <a:cs typeface="Arial"/>
              </a:defRPr>
            </a:lvl4pPr>
            <a:lvl5pPr algn="l">
              <a:defRPr sz="1425" b="1">
                <a:solidFill>
                  <a:srgbClr val="000000"/>
                </a:solidFill>
                <a:latin typeface="Arial"/>
                <a:ea typeface="Arial"/>
                <a:cs typeface="Arial"/>
              </a:defRPr>
            </a:lvl5pPr>
            <a:lvl6pPr algn="l">
              <a:defRPr sz="1425" b="1">
                <a:solidFill>
                  <a:srgbClr val="000000"/>
                </a:solidFill>
                <a:latin typeface="Arial"/>
                <a:ea typeface="Arial"/>
                <a:cs typeface="Arial"/>
              </a:defRPr>
            </a:lvl6pPr>
            <a:lvl7pPr algn="l">
              <a:defRPr sz="1425" b="1">
                <a:solidFill>
                  <a:srgbClr val="000000"/>
                </a:solidFill>
                <a:latin typeface="Arial"/>
                <a:ea typeface="Arial"/>
                <a:cs typeface="Arial"/>
              </a:defRPr>
            </a:lvl7pPr>
            <a:lvl8pPr algn="l">
              <a:defRPr sz="1425" b="1">
                <a:solidFill>
                  <a:srgbClr val="000000"/>
                </a:solidFill>
                <a:latin typeface="Arial"/>
                <a:ea typeface="Arial"/>
                <a:cs typeface="Arial"/>
              </a:defRPr>
            </a:lvl8pPr>
            <a:lvl9pPr algn="l">
              <a:defRPr sz="1425" b="1">
                <a:solidFill>
                  <a:srgbClr val="000000"/>
                </a:solidFill>
                <a:latin typeface="Arial"/>
                <a:ea typeface="Arial"/>
                <a:cs typeface="Arial"/>
              </a:defRPr>
            </a:lvl9pPr>
          </a:lstStyle>
          <a:p>
            <a:pPr algn="l">
              <a:defRPr sz="1425" b="1">
                <a:solidFill>
                  <a:srgbClr val="000000"/>
                </a:solidFill>
                <a:latin typeface="Arial"/>
                <a:ea typeface="Arial"/>
                <a:cs typeface="Arial"/>
              </a:defRPr>
            </a:pPr>
            <a:r>
              <a:rPr sz="1425" b="1">
                <a:solidFill>
                  <a:srgbClr val="000000"/>
                </a:solidFill>
                <a:latin typeface="Arial"/>
                <a:ea typeface="Arial"/>
                <a:cs typeface="Arial"/>
              </a:rPr>
              <a:t>B</a:t>
            </a:r>
          </a:p>
        </p:txBody>
      </p:sp>
      <p:sp>
        <p:nvSpPr>
          <p:cNvPr id="108" name="b_source_marker_C">
            <a:extLst>
              <a:ext uri="{FF2B5EF4-FFF2-40B4-BE49-F238E27FC236}">
                <ns2:creationId id="{1F928A86-ABD1-4118-B41C-9037F63678CD}"/>
              </a:ext>
            </a:extLst>
          </p:cNvPr>
          <p:cNvSpPr>
            <a:spLocks noGrp="1"/>
          </p:cNvSpPr>
          <p:nvPr/>
        </p:nvSpPr>
        <p:spPr>
          <a:xfrm rot="0">
            <a:off x="10553700" y="953360"/>
            <a:ext cx="85725" cy="85725"/>
          </a:xfrm>
          <a:prstGeom prst="ellipse">
            <a:avLst/>
          </a:prstGeom>
          <a:solidFill>
            <a:srgbClr val="FFFFFF"/>
          </a:solidFill>
          <a:ln w="17145">
            <a:solidFill>
              <a:srgbClr val="000000"/>
            </a:solidFill>
            <a:prstDash val="solid"/>
          </a:ln>
        </p:spPr>
      </p:sp>
      <p:sp>
        <p:nvSpPr>
          <p:cNvPr id="109" name="b_source_label_C">
            <a:extLst>
              <a:ext uri="{FF2B5EF4-FFF2-40B4-BE49-F238E27FC236}">
                <ns2:creationId id="{2B5C0938-895A-47C4-B013-3BBCAC068FC6}"/>
              </a:ext>
            </a:extLst>
          </p:cNvPr>
          <p:cNvSpPr>
            <a:spLocks noGrp="1"/>
          </p:cNvSpPr>
          <p:nvPr/>
        </p:nvSpPr>
        <p:spPr>
          <a:xfrm rot="0">
            <a:off x="10358438" y="777148"/>
            <a:ext cx="228600" cy="238125"/>
          </a:xfrm>
          <a:prstGeom prst="rect">
            <a:avLst/>
          </a:prstGeom>
          <a:noFill/>
          <a:ln w="0">
            <a:noFill/>
            <a:prstDash val="solid"/>
          </a:ln>
        </p:spPr>
        <p:txBody>
          <a:bodyPr wrap="none" lIns="0" tIns="0" rIns="0" bIns="0" anchor="t">
            <a:noAutofit/>
          </a:bodyPr>
          <a:lstStyle>
            <a:defPPr algn="l">
              <a:defRPr sz="1425" b="1">
                <a:solidFill>
                  <a:srgbClr val="000000"/>
                </a:solidFill>
                <a:latin typeface="Arial"/>
                <a:ea typeface="Arial"/>
                <a:cs typeface="Arial"/>
              </a:defRPr>
            </a:defPPr>
            <a:lvl1pPr algn="l">
              <a:defRPr sz="1425" b="1">
                <a:solidFill>
                  <a:srgbClr val="000000"/>
                </a:solidFill>
                <a:latin typeface="Arial"/>
                <a:ea typeface="Arial"/>
                <a:cs typeface="Arial"/>
              </a:defRPr>
            </a:lvl1pPr>
            <a:lvl2pPr algn="l">
              <a:defRPr sz="1425" b="1">
                <a:solidFill>
                  <a:srgbClr val="000000"/>
                </a:solidFill>
                <a:latin typeface="Arial"/>
                <a:ea typeface="Arial"/>
                <a:cs typeface="Arial"/>
              </a:defRPr>
            </a:lvl2pPr>
            <a:lvl3pPr algn="l">
              <a:defRPr sz="1425" b="1">
                <a:solidFill>
                  <a:srgbClr val="000000"/>
                </a:solidFill>
                <a:latin typeface="Arial"/>
                <a:ea typeface="Arial"/>
                <a:cs typeface="Arial"/>
              </a:defRPr>
            </a:lvl3pPr>
            <a:lvl4pPr algn="l">
              <a:defRPr sz="1425" b="1">
                <a:solidFill>
                  <a:srgbClr val="000000"/>
                </a:solidFill>
                <a:latin typeface="Arial"/>
                <a:ea typeface="Arial"/>
                <a:cs typeface="Arial"/>
              </a:defRPr>
            </a:lvl4pPr>
            <a:lvl5pPr algn="l">
              <a:defRPr sz="1425" b="1">
                <a:solidFill>
                  <a:srgbClr val="000000"/>
                </a:solidFill>
                <a:latin typeface="Arial"/>
                <a:ea typeface="Arial"/>
                <a:cs typeface="Arial"/>
              </a:defRPr>
            </a:lvl5pPr>
            <a:lvl6pPr algn="l">
              <a:defRPr sz="1425" b="1">
                <a:solidFill>
                  <a:srgbClr val="000000"/>
                </a:solidFill>
                <a:latin typeface="Arial"/>
                <a:ea typeface="Arial"/>
                <a:cs typeface="Arial"/>
              </a:defRPr>
            </a:lvl6pPr>
            <a:lvl7pPr algn="l">
              <a:defRPr sz="1425" b="1">
                <a:solidFill>
                  <a:srgbClr val="000000"/>
                </a:solidFill>
                <a:latin typeface="Arial"/>
                <a:ea typeface="Arial"/>
                <a:cs typeface="Arial"/>
              </a:defRPr>
            </a:lvl7pPr>
            <a:lvl8pPr algn="l">
              <a:defRPr sz="1425" b="1">
                <a:solidFill>
                  <a:srgbClr val="000000"/>
                </a:solidFill>
                <a:latin typeface="Arial"/>
                <a:ea typeface="Arial"/>
                <a:cs typeface="Arial"/>
              </a:defRPr>
            </a:lvl8pPr>
            <a:lvl9pPr algn="l">
              <a:defRPr sz="1425" b="1">
                <a:solidFill>
                  <a:srgbClr val="000000"/>
                </a:solidFill>
                <a:latin typeface="Arial"/>
                <a:ea typeface="Arial"/>
                <a:cs typeface="Arial"/>
              </a:defRPr>
            </a:lvl9pPr>
          </a:lstStyle>
          <a:p>
            <a:pPr algn="l">
              <a:defRPr sz="1425" b="1">
                <a:solidFill>
                  <a:srgbClr val="000000"/>
                </a:solidFill>
                <a:latin typeface="Arial"/>
                <a:ea typeface="Arial"/>
                <a:cs typeface="Arial"/>
              </a:defRPr>
            </a:pPr>
            <a:r>
              <a:rPr sz="1425" b="1">
                <a:solidFill>
                  <a:srgbClr val="000000"/>
                </a:solidFill>
                <a:latin typeface="Arial"/>
                <a:ea typeface="Arial"/>
                <a:cs typeface="Arial"/>
              </a:rPr>
              <a:t>C</a:t>
            </a:r>
          </a:p>
        </p:txBody>
      </p:sp>
      <p:sp>
        <p:nvSpPr>
          <p:cNvPr id="110" name="line_108">
            <a:extLst>
              <a:ext uri="{FF2B5EF4-FFF2-40B4-BE49-F238E27FC236}">
                <ns2:creationId id="{5B652D6D-709A-4A2E-B802-C66A4C535191}"/>
              </a:ext>
            </a:extLst>
          </p:cNvPr>
          <p:cNvSpPr>
            <a:spLocks noGrp="1"/>
          </p:cNvSpPr>
          <p:nvPr/>
        </p:nvSpPr>
        <p:spPr>
          <a:xfrm>
            <a:off x="11046638" y="1560478"/>
            <a:ext cx="433349" cy="145742"/>
          </a:xfrm>
          <a:custGeom>
            <a:pathLst>
              <a:path w="433349" h="145742">
                <a:moveTo>
                  <a:pt x="0" y="0"/>
                </a:moveTo>
                <a:lnTo>
                  <a:pt x="433349" y="145742"/>
                </a:lnTo>
              </a:path>
            </a:pathLst>
          </a:custGeom>
          <a:noFill/>
          <a:ln w="11430">
            <a:solidFill>
              <a:srgbClr val="333333"/>
            </a:solidFill>
            <a:prstDash val="solid"/>
          </a:ln>
        </p:spPr>
      </p:sp>
      <p:sp>
        <p:nvSpPr>
          <p:cNvPr id="111" name="line_109">
            <a:extLst>
              <a:ext uri="{FF2B5EF4-FFF2-40B4-BE49-F238E27FC236}">
                <ns2:creationId id="{CBCB214A-AAF5-412B-A7A4-6176D96C1574}"/>
              </a:ext>
            </a:extLst>
          </p:cNvPr>
          <p:cNvSpPr>
            <a:spLocks noGrp="1"/>
          </p:cNvSpPr>
          <p:nvPr/>
        </p:nvSpPr>
        <p:spPr>
          <a:xfrm>
            <a:off x="11425899" y="1657882"/>
            <a:ext cx="54088" cy="48338"/>
          </a:xfrm>
          <a:custGeom>
            <a:pathLst>
              <a:path w="54088" h="48338">
                <a:moveTo>
                  <a:pt x="0" y="0"/>
                </a:moveTo>
                <a:lnTo>
                  <a:pt x="54088" y="48338"/>
                </a:lnTo>
              </a:path>
            </a:pathLst>
          </a:custGeom>
          <a:noFill/>
          <a:ln w="11430">
            <a:solidFill>
              <a:srgbClr val="333333"/>
            </a:solidFill>
            <a:prstDash val="solid"/>
          </a:ln>
        </p:spPr>
      </p:sp>
      <p:sp>
        <p:nvSpPr>
          <p:cNvPr id="112" name="line_110">
            <a:extLst>
              <a:ext uri="{FF2B5EF4-FFF2-40B4-BE49-F238E27FC236}">
                <ns2:creationId id="{9264FC1D-1214-4193-85CE-1B288F29C18E}"/>
              </a:ext>
            </a:extLst>
          </p:cNvPr>
          <p:cNvSpPr>
            <a:spLocks noGrp="1"/>
          </p:cNvSpPr>
          <p:nvPr/>
        </p:nvSpPr>
        <p:spPr>
          <a:xfrm>
            <a:off x="11407681" y="1706220"/>
            <a:ext cx="72306" cy="5830"/>
          </a:xfrm>
          <a:custGeom>
            <a:pathLst>
              <a:path w="72306" h="5830">
                <a:moveTo>
                  <a:pt x="0" y="5830"/>
                </a:moveTo>
                <a:lnTo>
                  <a:pt x="72306" y="0"/>
                </a:lnTo>
              </a:path>
            </a:pathLst>
          </a:custGeom>
          <a:noFill/>
          <a:ln w="11430">
            <a:solidFill>
              <a:srgbClr val="333333"/>
            </a:solidFill>
            <a:prstDash val="solid"/>
          </a:ln>
        </p:spPr>
      </p:sp>
      <p:sp>
        <p:nvSpPr>
          <p:cNvPr id="113" name="b_true_direction_label">
            <a:extLst>
              <a:ext uri="{FF2B5EF4-FFF2-40B4-BE49-F238E27FC236}">
                <ns2:creationId id="{BC5E72B6-75C7-423F-ADDA-6BC4815E2C73}"/>
              </a:ext>
            </a:extLst>
          </p:cNvPr>
          <p:cNvSpPr>
            <a:spLocks noGrp="1"/>
          </p:cNvSpPr>
          <p:nvPr/>
        </p:nvSpPr>
        <p:spPr>
          <a:xfrm rot="0">
            <a:off x="11537137" y="1668120"/>
            <a:ext cx="190500" cy="219075"/>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d</a:t>
            </a:r>
          </a:p>
        </p:txBody>
      </p:sp>
      <p:sp>
        <p:nvSpPr>
          <p:cNvPr id="114" name="b_source_to_local_arrow">
            <a:extLst>
              <a:ext uri="{FF2B5EF4-FFF2-40B4-BE49-F238E27FC236}">
                <ns2:creationId id="{8EDA536D-D737-42DA-80E4-0F8283DDDECD}"/>
              </a:ext>
            </a:extLst>
          </p:cNvPr>
          <p:cNvSpPr>
            <a:spLocks noGrp="1"/>
          </p:cNvSpPr>
          <p:nvPr/>
        </p:nvSpPr>
        <p:spPr>
          <a:xfrm rot="0">
            <a:off x="11077575" y="3162300"/>
            <a:ext cx="228600" cy="257175"/>
          </a:xfrm>
          <a:prstGeom prst="downArrow">
            <a:avLst/>
          </a:prstGeom>
          <a:solidFill>
            <a:srgbClr val="AAB3BC"/>
          </a:solidFill>
          <a:ln w="0">
            <a:noFill/>
            <a:prstDash val="solid"/>
          </a:ln>
        </p:spPr>
      </p:sp>
      <p:sp>
        <p:nvSpPr>
          <p:cNvPr id="115" name="text_113">
            <a:extLst>
              <a:ext uri="{FF2B5EF4-FFF2-40B4-BE49-F238E27FC236}">
                <ns2:creationId id="{CDB3FE6D-BA4E-46C4-AAFF-7BA734E433F0}"/>
              </a:ext>
            </a:extLst>
          </p:cNvPr>
          <p:cNvSpPr>
            <a:spLocks noGrp="1"/>
          </p:cNvSpPr>
          <p:nvPr/>
        </p:nvSpPr>
        <p:spPr>
          <a:xfrm rot="0">
            <a:off x="9658350" y="3514725"/>
            <a:ext cx="3028950" cy="228600"/>
          </a:xfrm>
          <a:prstGeom prst="rect">
            <a:avLst/>
          </a:prstGeom>
          <a:noFill/>
          <a:ln w="0">
            <a:noFill/>
            <a:prstDash val="solid"/>
          </a:ln>
        </p:spPr>
        <p:txBody>
          <a:bodyPr wrap="none" lIns="0" tIns="0" rIns="0" bIns="0" anchor="t">
            <a:noAutofit/>
          </a:bodyPr>
          <a:lstStyle>
            <a:defPPr algn="ctr">
              <a:defRPr sz="1275" b="1">
                <a:solidFill>
                  <a:srgbClr val="000000"/>
                </a:solidFill>
                <a:latin typeface="Arial"/>
                <a:ea typeface="Arial"/>
                <a:cs typeface="Arial"/>
              </a:defRPr>
            </a:defPPr>
            <a:lvl1pPr algn="ctr">
              <a:defRPr sz="1275" b="1">
                <a:solidFill>
                  <a:srgbClr val="000000"/>
                </a:solidFill>
                <a:latin typeface="Arial"/>
                <a:ea typeface="Arial"/>
                <a:cs typeface="Arial"/>
              </a:defRPr>
            </a:lvl1pPr>
            <a:lvl2pPr algn="ctr">
              <a:defRPr sz="1275" b="1">
                <a:solidFill>
                  <a:srgbClr val="000000"/>
                </a:solidFill>
                <a:latin typeface="Arial"/>
                <a:ea typeface="Arial"/>
                <a:cs typeface="Arial"/>
              </a:defRPr>
            </a:lvl2pPr>
            <a:lvl3pPr algn="ctr">
              <a:defRPr sz="1275" b="1">
                <a:solidFill>
                  <a:srgbClr val="000000"/>
                </a:solidFill>
                <a:latin typeface="Arial"/>
                <a:ea typeface="Arial"/>
                <a:cs typeface="Arial"/>
              </a:defRPr>
            </a:lvl3pPr>
            <a:lvl4pPr algn="ctr">
              <a:defRPr sz="1275" b="1">
                <a:solidFill>
                  <a:srgbClr val="000000"/>
                </a:solidFill>
                <a:latin typeface="Arial"/>
                <a:ea typeface="Arial"/>
                <a:cs typeface="Arial"/>
              </a:defRPr>
            </a:lvl4pPr>
            <a:lvl5pPr algn="ctr">
              <a:defRPr sz="1275" b="1">
                <a:solidFill>
                  <a:srgbClr val="000000"/>
                </a:solidFill>
                <a:latin typeface="Arial"/>
                <a:ea typeface="Arial"/>
                <a:cs typeface="Arial"/>
              </a:defRPr>
            </a:lvl5pPr>
            <a:lvl6pPr algn="ctr">
              <a:defRPr sz="1275" b="1">
                <a:solidFill>
                  <a:srgbClr val="000000"/>
                </a:solidFill>
                <a:latin typeface="Arial"/>
                <a:ea typeface="Arial"/>
                <a:cs typeface="Arial"/>
              </a:defRPr>
            </a:lvl6pPr>
            <a:lvl7pPr algn="ctr">
              <a:defRPr sz="1275" b="1">
                <a:solidFill>
                  <a:srgbClr val="000000"/>
                </a:solidFill>
                <a:latin typeface="Arial"/>
                <a:ea typeface="Arial"/>
                <a:cs typeface="Arial"/>
              </a:defRPr>
            </a:lvl7pPr>
            <a:lvl8pPr algn="ctr">
              <a:defRPr sz="1275" b="1">
                <a:solidFill>
                  <a:srgbClr val="000000"/>
                </a:solidFill>
                <a:latin typeface="Arial"/>
                <a:ea typeface="Arial"/>
                <a:cs typeface="Arial"/>
              </a:defRPr>
            </a:lvl8pPr>
            <a:lvl9pPr algn="ctr">
              <a:defRPr sz="1275" b="1">
                <a:solidFill>
                  <a:srgbClr val="000000"/>
                </a:solidFill>
                <a:latin typeface="Arial"/>
                <a:ea typeface="Arial"/>
                <a:cs typeface="Arial"/>
              </a:defRPr>
            </a:lvl9pPr>
          </a:lstStyle>
          <a:p>
            <a:pPr algn="ctr">
              <a:defRPr sz="1275" b="1">
                <a:solidFill>
                  <a:srgbClr val="000000"/>
                </a:solidFill>
                <a:latin typeface="Arial"/>
                <a:ea typeface="Arial"/>
                <a:cs typeface="Arial"/>
              </a:defRPr>
            </a:pPr>
            <a:r>
              <a:rPr sz="1275" b="1">
                <a:solidFill>
                  <a:srgbClr val="000000"/>
                </a:solidFill>
                <a:latin typeface="Arial"/>
                <a:ea typeface="Arial"/>
                <a:cs typeface="Arial"/>
              </a:rPr>
              <a:t>Local tracks · 00:00–23:00 UTC</a:t>
            </a:r>
          </a:p>
        </p:txBody>
      </p:sp>
      <p:pic>
        <p:nvPicPr>
          <p:cNvPr id="116" name="">
            <a:extLst>
              <a:ext uri="{FF2B5EF4-FFF2-40B4-BE49-F238E27FC236}">
                <ns2:creationId id="{B5261130-09CE-458A-B2C5-377672BBB75E}"/>
              </a:ext>
            </a:extLst>
          </p:cNvPr>
          <p:cNvPicPr>
            <a:picLocks noChangeAspect="1"/>
          </p:cNvPicPr>
          <p:nvPr/>
        </p:nvPicPr>
        <p:blipFill>
          <a:blip r:embed="Rb198c50358984de3"/>
          <a:stretch/>
        </p:blipFill>
        <p:spPr>
          <a:xfrm>
            <a:off x="10039350" y="3876675"/>
            <a:ext cx="2514600" cy="1819275"/>
          </a:xfrm>
          <a:prstGeom prst="rect">
            <a:avLst/>
          </a:prstGeom>
        </p:spPr>
      </p:pic>
      <p:sp>
        <p:nvSpPr>
          <p:cNvPr id="117" name="b_local_window_outline">
            <a:extLst>
              <a:ext uri="{FF2B5EF4-FFF2-40B4-BE49-F238E27FC236}">
                <ns2:creationId id="{7B97CEB8-E162-4A46-955E-6CCC3737F656}"/>
              </a:ext>
            </a:extLst>
          </p:cNvPr>
          <p:cNvSpPr>
            <a:spLocks noGrp="1"/>
          </p:cNvSpPr>
          <p:nvPr/>
        </p:nvSpPr>
        <p:spPr>
          <a:xfrm rot="0">
            <a:off x="10039350" y="3876675"/>
            <a:ext cx="2514600" cy="1819275"/>
          </a:xfrm>
          <a:prstGeom prst="rect">
            <a:avLst/>
          </a:prstGeom>
          <a:noFill/>
          <a:ln w="11430">
            <a:solidFill>
              <a:srgbClr val="C73A37"/>
            </a:solidFill>
            <a:prstDash val="solid"/>
          </a:ln>
        </p:spPr>
      </p:sp>
      <p:sp>
        <p:nvSpPr>
          <p:cNvPr id="118" name="b_local_position_axis">
            <a:extLst>
              <a:ext uri="{FF2B5EF4-FFF2-40B4-BE49-F238E27FC236}">
                <ns2:creationId id="{AC931A35-1EC0-4F02-BD50-D8B1E1543408}"/>
              </a:ext>
            </a:extLst>
          </p:cNvPr>
          <p:cNvSpPr>
            <a:spLocks noGrp="1"/>
          </p:cNvSpPr>
          <p:nvPr/>
        </p:nvSpPr>
        <p:spPr>
          <a:xfrm rot="0">
            <a:off x="9505950" y="3943350"/>
            <a:ext cx="219075" cy="1714500"/>
          </a:xfrm>
          <a:prstGeom prst="rect">
            <a:avLst/>
          </a:prstGeom>
          <a:noFill/>
          <a:ln w="0">
            <a:noFill/>
            <a:prstDash val="solid"/>
          </a:ln>
        </p:spPr>
        <p:txBody>
          <a:bodyPr wrap="none" lIns="0" tIns="0" rIns="0" bIns="0" anchor="ctr" vert="vert270">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Output position</a:t>
            </a:r>
          </a:p>
        </p:txBody>
      </p:sp>
      <p:sp>
        <p:nvSpPr>
          <p:cNvPr id="119" name="line_117">
            <a:extLst>
              <a:ext uri="{FF2B5EF4-FFF2-40B4-BE49-F238E27FC236}">
                <ns2:creationId id="{98572FC2-8711-4B3D-9509-7AB67F5C553F}"/>
              </a:ext>
            </a:extLst>
          </p:cNvPr>
          <p:cNvSpPr>
            <a:spLocks noGrp="1"/>
          </p:cNvSpPr>
          <p:nvPr/>
        </p:nvSpPr>
        <p:spPr>
          <a:xfrm>
            <a:off x="10001250" y="5695950"/>
            <a:ext cx="38100" cy="95"/>
          </a:xfrm>
          <a:custGeom>
            <a:pathLst>
              <a:path w="38100" h="95">
                <a:moveTo>
                  <a:pt x="0" y="0"/>
                </a:moveTo>
                <a:lnTo>
                  <a:pt x="38100" y="0"/>
                </a:lnTo>
              </a:path>
            </a:pathLst>
          </a:custGeom>
          <a:noFill/>
          <a:ln w="6668">
            <a:solidFill>
              <a:srgbClr val="000000"/>
            </a:solidFill>
            <a:prstDash val="solid"/>
          </a:ln>
        </p:spPr>
      </p:sp>
      <p:sp>
        <p:nvSpPr>
          <p:cNvPr id="120" name="text_118">
            <a:extLst>
              <a:ext uri="{FF2B5EF4-FFF2-40B4-BE49-F238E27FC236}">
                <ns2:creationId id="{B9518C6D-6385-4C34-89FC-80B4D943C9F7}"/>
              </a:ext>
            </a:extLst>
          </p:cNvPr>
          <p:cNvSpPr>
            <a:spLocks noGrp="1"/>
          </p:cNvSpPr>
          <p:nvPr/>
        </p:nvSpPr>
        <p:spPr>
          <a:xfrm rot="0">
            <a:off x="9686925" y="5600700"/>
            <a:ext cx="276225" cy="200025"/>
          </a:xfrm>
          <a:prstGeom prst="rect">
            <a:avLst/>
          </a:prstGeom>
          <a:noFill/>
          <a:ln w="0">
            <a:noFill/>
            <a:prstDash val="solid"/>
          </a:ln>
        </p:spPr>
        <p:txBody>
          <a:bodyPr wrap="none" lIns="0" tIns="0" rIns="0" bIns="0" anchor="t">
            <a:noAutofit/>
          </a:bodyPr>
          <a:lstStyle>
            <a:defPPr algn="r">
              <a:defRPr sz="1050" b="0">
                <a:solidFill>
                  <a:srgbClr val="000000"/>
                </a:solidFill>
                <a:latin typeface="Arial"/>
                <a:ea typeface="Arial"/>
                <a:cs typeface="Arial"/>
              </a:defRPr>
            </a:defPPr>
            <a:lvl1pPr algn="r">
              <a:defRPr sz="1050" b="0">
                <a:solidFill>
                  <a:srgbClr val="000000"/>
                </a:solidFill>
                <a:latin typeface="Arial"/>
                <a:ea typeface="Arial"/>
                <a:cs typeface="Arial"/>
              </a:defRPr>
            </a:lvl1pPr>
            <a:lvl2pPr algn="r">
              <a:defRPr sz="1050" b="0">
                <a:solidFill>
                  <a:srgbClr val="000000"/>
                </a:solidFill>
                <a:latin typeface="Arial"/>
                <a:ea typeface="Arial"/>
                <a:cs typeface="Arial"/>
              </a:defRPr>
            </a:lvl2pPr>
            <a:lvl3pPr algn="r">
              <a:defRPr sz="1050" b="0">
                <a:solidFill>
                  <a:srgbClr val="000000"/>
                </a:solidFill>
                <a:latin typeface="Arial"/>
                <a:ea typeface="Arial"/>
                <a:cs typeface="Arial"/>
              </a:defRPr>
            </a:lvl3pPr>
            <a:lvl4pPr algn="r">
              <a:defRPr sz="1050" b="0">
                <a:solidFill>
                  <a:srgbClr val="000000"/>
                </a:solidFill>
                <a:latin typeface="Arial"/>
                <a:ea typeface="Arial"/>
                <a:cs typeface="Arial"/>
              </a:defRPr>
            </a:lvl4pPr>
            <a:lvl5pPr algn="r">
              <a:defRPr sz="1050" b="0">
                <a:solidFill>
                  <a:srgbClr val="000000"/>
                </a:solidFill>
                <a:latin typeface="Arial"/>
                <a:ea typeface="Arial"/>
                <a:cs typeface="Arial"/>
              </a:defRPr>
            </a:lvl5pPr>
            <a:lvl6pPr algn="r">
              <a:defRPr sz="1050" b="0">
                <a:solidFill>
                  <a:srgbClr val="000000"/>
                </a:solidFill>
                <a:latin typeface="Arial"/>
                <a:ea typeface="Arial"/>
                <a:cs typeface="Arial"/>
              </a:defRPr>
            </a:lvl6pPr>
            <a:lvl7pPr algn="r">
              <a:defRPr sz="1050" b="0">
                <a:solidFill>
                  <a:srgbClr val="000000"/>
                </a:solidFill>
                <a:latin typeface="Arial"/>
                <a:ea typeface="Arial"/>
                <a:cs typeface="Arial"/>
              </a:defRPr>
            </a:lvl7pPr>
            <a:lvl8pPr algn="r">
              <a:defRPr sz="1050" b="0">
                <a:solidFill>
                  <a:srgbClr val="000000"/>
                </a:solidFill>
                <a:latin typeface="Arial"/>
                <a:ea typeface="Arial"/>
                <a:cs typeface="Arial"/>
              </a:defRPr>
            </a:lvl8pPr>
            <a:lvl9pPr algn="r">
              <a:defRPr sz="1050" b="0">
                <a:solidFill>
                  <a:srgbClr val="000000"/>
                </a:solidFill>
                <a:latin typeface="Arial"/>
                <a:ea typeface="Arial"/>
                <a:cs typeface="Arial"/>
              </a:defRPr>
            </a:lvl9pPr>
          </a:lstStyle>
          <a:p>
            <a:pPr algn="r">
              <a:defRPr sz="1050" b="0">
                <a:solidFill>
                  <a:srgbClr val="000000"/>
                </a:solidFill>
                <a:latin typeface="Arial"/>
                <a:ea typeface="Arial"/>
                <a:cs typeface="Arial"/>
              </a:defRPr>
            </a:pPr>
            <a:r>
              <a:rPr sz="1050" b="0">
                <a:solidFill>
                  <a:srgbClr val="000000"/>
                </a:solidFill>
                <a:latin typeface="Arial"/>
                <a:ea typeface="Arial"/>
                <a:cs typeface="Arial"/>
              </a:rPr>
              <a:t>0.0</a:t>
            </a:r>
          </a:p>
        </p:txBody>
      </p:sp>
      <p:sp>
        <p:nvSpPr>
          <p:cNvPr id="121" name="line_119">
            <a:extLst>
              <a:ext uri="{FF2B5EF4-FFF2-40B4-BE49-F238E27FC236}">
                <ns2:creationId id="{98EB44D3-24D2-48F5-A551-3DD90C8D9D2C}"/>
              </a:ext>
            </a:extLst>
          </p:cNvPr>
          <p:cNvSpPr>
            <a:spLocks noGrp="1"/>
          </p:cNvSpPr>
          <p:nvPr/>
        </p:nvSpPr>
        <p:spPr>
          <a:xfrm>
            <a:off x="10001250" y="4786313"/>
            <a:ext cx="38100" cy="95"/>
          </a:xfrm>
          <a:custGeom>
            <a:pathLst>
              <a:path w="38100" h="95">
                <a:moveTo>
                  <a:pt x="0" y="0"/>
                </a:moveTo>
                <a:lnTo>
                  <a:pt x="38100" y="0"/>
                </a:lnTo>
              </a:path>
            </a:pathLst>
          </a:custGeom>
          <a:noFill/>
          <a:ln w="6668">
            <a:solidFill>
              <a:srgbClr val="000000"/>
            </a:solidFill>
            <a:prstDash val="solid"/>
          </a:ln>
        </p:spPr>
      </p:sp>
      <p:sp>
        <p:nvSpPr>
          <p:cNvPr id="122" name="text_120">
            <a:extLst>
              <a:ext uri="{FF2B5EF4-FFF2-40B4-BE49-F238E27FC236}">
                <ns2:creationId id="{94CD5A16-179A-4D26-AB8C-D16AC9DFE8C7}"/>
              </a:ext>
            </a:extLst>
          </p:cNvPr>
          <p:cNvSpPr>
            <a:spLocks noGrp="1"/>
          </p:cNvSpPr>
          <p:nvPr/>
        </p:nvSpPr>
        <p:spPr>
          <a:xfrm rot="0">
            <a:off x="9686925" y="4691063"/>
            <a:ext cx="276225" cy="200025"/>
          </a:xfrm>
          <a:prstGeom prst="rect">
            <a:avLst/>
          </a:prstGeom>
          <a:noFill/>
          <a:ln w="0">
            <a:noFill/>
            <a:prstDash val="solid"/>
          </a:ln>
        </p:spPr>
        <p:txBody>
          <a:bodyPr wrap="none" lIns="0" tIns="0" rIns="0" bIns="0" anchor="t">
            <a:noAutofit/>
          </a:bodyPr>
          <a:lstStyle>
            <a:defPPr algn="r">
              <a:defRPr sz="1050" b="0">
                <a:solidFill>
                  <a:srgbClr val="000000"/>
                </a:solidFill>
                <a:latin typeface="Arial"/>
                <a:ea typeface="Arial"/>
                <a:cs typeface="Arial"/>
              </a:defRPr>
            </a:defPPr>
            <a:lvl1pPr algn="r">
              <a:defRPr sz="1050" b="0">
                <a:solidFill>
                  <a:srgbClr val="000000"/>
                </a:solidFill>
                <a:latin typeface="Arial"/>
                <a:ea typeface="Arial"/>
                <a:cs typeface="Arial"/>
              </a:defRPr>
            </a:lvl1pPr>
            <a:lvl2pPr algn="r">
              <a:defRPr sz="1050" b="0">
                <a:solidFill>
                  <a:srgbClr val="000000"/>
                </a:solidFill>
                <a:latin typeface="Arial"/>
                <a:ea typeface="Arial"/>
                <a:cs typeface="Arial"/>
              </a:defRPr>
            </a:lvl2pPr>
            <a:lvl3pPr algn="r">
              <a:defRPr sz="1050" b="0">
                <a:solidFill>
                  <a:srgbClr val="000000"/>
                </a:solidFill>
                <a:latin typeface="Arial"/>
                <a:ea typeface="Arial"/>
                <a:cs typeface="Arial"/>
              </a:defRPr>
            </a:lvl3pPr>
            <a:lvl4pPr algn="r">
              <a:defRPr sz="1050" b="0">
                <a:solidFill>
                  <a:srgbClr val="000000"/>
                </a:solidFill>
                <a:latin typeface="Arial"/>
                <a:ea typeface="Arial"/>
                <a:cs typeface="Arial"/>
              </a:defRPr>
            </a:lvl4pPr>
            <a:lvl5pPr algn="r">
              <a:defRPr sz="1050" b="0">
                <a:solidFill>
                  <a:srgbClr val="000000"/>
                </a:solidFill>
                <a:latin typeface="Arial"/>
                <a:ea typeface="Arial"/>
                <a:cs typeface="Arial"/>
              </a:defRPr>
            </a:lvl5pPr>
            <a:lvl6pPr algn="r">
              <a:defRPr sz="1050" b="0">
                <a:solidFill>
                  <a:srgbClr val="000000"/>
                </a:solidFill>
                <a:latin typeface="Arial"/>
                <a:ea typeface="Arial"/>
                <a:cs typeface="Arial"/>
              </a:defRPr>
            </a:lvl6pPr>
            <a:lvl7pPr algn="r">
              <a:defRPr sz="1050" b="0">
                <a:solidFill>
                  <a:srgbClr val="000000"/>
                </a:solidFill>
                <a:latin typeface="Arial"/>
                <a:ea typeface="Arial"/>
                <a:cs typeface="Arial"/>
              </a:defRPr>
            </a:lvl7pPr>
            <a:lvl8pPr algn="r">
              <a:defRPr sz="1050" b="0">
                <a:solidFill>
                  <a:srgbClr val="000000"/>
                </a:solidFill>
                <a:latin typeface="Arial"/>
                <a:ea typeface="Arial"/>
                <a:cs typeface="Arial"/>
              </a:defRPr>
            </a:lvl8pPr>
            <a:lvl9pPr algn="r">
              <a:defRPr sz="1050" b="0">
                <a:solidFill>
                  <a:srgbClr val="000000"/>
                </a:solidFill>
                <a:latin typeface="Arial"/>
                <a:ea typeface="Arial"/>
                <a:cs typeface="Arial"/>
              </a:defRPr>
            </a:lvl9pPr>
          </a:lstStyle>
          <a:p>
            <a:pPr algn="r">
              <a:defRPr sz="1050" b="0">
                <a:solidFill>
                  <a:srgbClr val="000000"/>
                </a:solidFill>
                <a:latin typeface="Arial"/>
                <a:ea typeface="Arial"/>
                <a:cs typeface="Arial"/>
              </a:defRPr>
            </a:pPr>
            <a:r>
              <a:rPr sz="1050" b="0">
                <a:solidFill>
                  <a:srgbClr val="000000"/>
                </a:solidFill>
                <a:latin typeface="Arial"/>
                <a:ea typeface="Arial"/>
                <a:cs typeface="Arial"/>
              </a:rPr>
              <a:t>0.5</a:t>
            </a:r>
          </a:p>
        </p:txBody>
      </p:sp>
      <p:sp>
        <p:nvSpPr>
          <p:cNvPr id="123" name="line_121">
            <a:extLst>
              <a:ext uri="{FF2B5EF4-FFF2-40B4-BE49-F238E27FC236}">
                <ns2:creationId id="{6B937DA0-4FD0-459E-A199-1E0159FB5724}"/>
              </a:ext>
            </a:extLst>
          </p:cNvPr>
          <p:cNvSpPr>
            <a:spLocks noGrp="1"/>
          </p:cNvSpPr>
          <p:nvPr/>
        </p:nvSpPr>
        <p:spPr>
          <a:xfrm>
            <a:off x="10001250" y="3876675"/>
            <a:ext cx="38100" cy="95"/>
          </a:xfrm>
          <a:custGeom>
            <a:pathLst>
              <a:path w="38100" h="95">
                <a:moveTo>
                  <a:pt x="0" y="0"/>
                </a:moveTo>
                <a:lnTo>
                  <a:pt x="38100" y="0"/>
                </a:lnTo>
              </a:path>
            </a:pathLst>
          </a:custGeom>
          <a:noFill/>
          <a:ln w="6668">
            <a:solidFill>
              <a:srgbClr val="000000"/>
            </a:solidFill>
            <a:prstDash val="solid"/>
          </a:ln>
        </p:spPr>
      </p:sp>
      <p:sp>
        <p:nvSpPr>
          <p:cNvPr id="124" name="text_122">
            <a:extLst>
              <a:ext uri="{FF2B5EF4-FFF2-40B4-BE49-F238E27FC236}">
                <ns2:creationId id="{62131759-05A3-4C4B-BA8C-79993547A924}"/>
              </a:ext>
            </a:extLst>
          </p:cNvPr>
          <p:cNvSpPr>
            <a:spLocks noGrp="1"/>
          </p:cNvSpPr>
          <p:nvPr/>
        </p:nvSpPr>
        <p:spPr>
          <a:xfrm rot="0">
            <a:off x="9686925" y="3781425"/>
            <a:ext cx="276225" cy="200025"/>
          </a:xfrm>
          <a:prstGeom prst="rect">
            <a:avLst/>
          </a:prstGeom>
          <a:noFill/>
          <a:ln w="0">
            <a:noFill/>
            <a:prstDash val="solid"/>
          </a:ln>
        </p:spPr>
        <p:txBody>
          <a:bodyPr wrap="none" lIns="0" tIns="0" rIns="0" bIns="0" anchor="t">
            <a:noAutofit/>
          </a:bodyPr>
          <a:lstStyle>
            <a:defPPr algn="r">
              <a:defRPr sz="1050" b="0">
                <a:solidFill>
                  <a:srgbClr val="000000"/>
                </a:solidFill>
                <a:latin typeface="Arial"/>
                <a:ea typeface="Arial"/>
                <a:cs typeface="Arial"/>
              </a:defRPr>
            </a:defPPr>
            <a:lvl1pPr algn="r">
              <a:defRPr sz="1050" b="0">
                <a:solidFill>
                  <a:srgbClr val="000000"/>
                </a:solidFill>
                <a:latin typeface="Arial"/>
                <a:ea typeface="Arial"/>
                <a:cs typeface="Arial"/>
              </a:defRPr>
            </a:lvl1pPr>
            <a:lvl2pPr algn="r">
              <a:defRPr sz="1050" b="0">
                <a:solidFill>
                  <a:srgbClr val="000000"/>
                </a:solidFill>
                <a:latin typeface="Arial"/>
                <a:ea typeface="Arial"/>
                <a:cs typeface="Arial"/>
              </a:defRPr>
            </a:lvl2pPr>
            <a:lvl3pPr algn="r">
              <a:defRPr sz="1050" b="0">
                <a:solidFill>
                  <a:srgbClr val="000000"/>
                </a:solidFill>
                <a:latin typeface="Arial"/>
                <a:ea typeface="Arial"/>
                <a:cs typeface="Arial"/>
              </a:defRPr>
            </a:lvl3pPr>
            <a:lvl4pPr algn="r">
              <a:defRPr sz="1050" b="0">
                <a:solidFill>
                  <a:srgbClr val="000000"/>
                </a:solidFill>
                <a:latin typeface="Arial"/>
                <a:ea typeface="Arial"/>
                <a:cs typeface="Arial"/>
              </a:defRPr>
            </a:lvl4pPr>
            <a:lvl5pPr algn="r">
              <a:defRPr sz="1050" b="0">
                <a:solidFill>
                  <a:srgbClr val="000000"/>
                </a:solidFill>
                <a:latin typeface="Arial"/>
                <a:ea typeface="Arial"/>
                <a:cs typeface="Arial"/>
              </a:defRPr>
            </a:lvl5pPr>
            <a:lvl6pPr algn="r">
              <a:defRPr sz="1050" b="0">
                <a:solidFill>
                  <a:srgbClr val="000000"/>
                </a:solidFill>
                <a:latin typeface="Arial"/>
                <a:ea typeface="Arial"/>
                <a:cs typeface="Arial"/>
              </a:defRPr>
            </a:lvl6pPr>
            <a:lvl7pPr algn="r">
              <a:defRPr sz="1050" b="0">
                <a:solidFill>
                  <a:srgbClr val="000000"/>
                </a:solidFill>
                <a:latin typeface="Arial"/>
                <a:ea typeface="Arial"/>
                <a:cs typeface="Arial"/>
              </a:defRPr>
            </a:lvl7pPr>
            <a:lvl8pPr algn="r">
              <a:defRPr sz="1050" b="0">
                <a:solidFill>
                  <a:srgbClr val="000000"/>
                </a:solidFill>
                <a:latin typeface="Arial"/>
                <a:ea typeface="Arial"/>
                <a:cs typeface="Arial"/>
              </a:defRPr>
            </a:lvl8pPr>
            <a:lvl9pPr algn="r">
              <a:defRPr sz="1050" b="0">
                <a:solidFill>
                  <a:srgbClr val="000000"/>
                </a:solidFill>
                <a:latin typeface="Arial"/>
                <a:ea typeface="Arial"/>
                <a:cs typeface="Arial"/>
              </a:defRPr>
            </a:lvl9pPr>
          </a:lstStyle>
          <a:p>
            <a:pPr algn="r">
              <a:defRPr sz="1050" b="0">
                <a:solidFill>
                  <a:srgbClr val="000000"/>
                </a:solidFill>
                <a:latin typeface="Arial"/>
                <a:ea typeface="Arial"/>
                <a:cs typeface="Arial"/>
              </a:defRPr>
            </a:pPr>
            <a:r>
              <a:rPr sz="1050" b="0">
                <a:solidFill>
                  <a:srgbClr val="000000"/>
                </a:solidFill>
                <a:latin typeface="Arial"/>
                <a:ea typeface="Arial"/>
                <a:cs typeface="Arial"/>
              </a:rPr>
              <a:t>1.0</a:t>
            </a:r>
          </a:p>
        </p:txBody>
      </p:sp>
      <p:sp>
        <p:nvSpPr>
          <p:cNvPr id="125" name="line_123">
            <a:extLst>
              <a:ext uri="{FF2B5EF4-FFF2-40B4-BE49-F238E27FC236}">
                <ns2:creationId id="{9D256684-605C-4B6C-8C5E-3A68160BA5D2}"/>
              </a:ext>
            </a:extLst>
          </p:cNvPr>
          <p:cNvSpPr>
            <a:spLocks noGrp="1"/>
          </p:cNvSpPr>
          <p:nvPr/>
        </p:nvSpPr>
        <p:spPr>
          <a:xfrm>
            <a:off x="10091738" y="5695950"/>
            <a:ext cx="95" cy="38100"/>
          </a:xfrm>
          <a:custGeom>
            <a:pathLst>
              <a:path w="95" h="38100">
                <a:moveTo>
                  <a:pt x="0" y="0"/>
                </a:moveTo>
                <a:lnTo>
                  <a:pt x="0" y="38100"/>
                </a:lnTo>
              </a:path>
            </a:pathLst>
          </a:custGeom>
          <a:noFill/>
          <a:ln w="6668">
            <a:solidFill>
              <a:srgbClr val="000000"/>
            </a:solidFill>
            <a:prstDash val="solid"/>
          </a:ln>
        </p:spPr>
      </p:sp>
      <p:sp>
        <p:nvSpPr>
          <p:cNvPr id="126" name="text_124">
            <a:extLst>
              <a:ext uri="{FF2B5EF4-FFF2-40B4-BE49-F238E27FC236}">
                <ns2:creationId id="{AA47BCF2-1C51-457A-90E7-BE9359DDDD69}"/>
              </a:ext>
            </a:extLst>
          </p:cNvPr>
          <p:cNvSpPr>
            <a:spLocks noGrp="1"/>
          </p:cNvSpPr>
          <p:nvPr/>
        </p:nvSpPr>
        <p:spPr>
          <a:xfrm rot="0">
            <a:off x="9853613" y="5762625"/>
            <a:ext cx="476250" cy="219075"/>
          </a:xfrm>
          <a:prstGeom prst="rect">
            <a:avLst/>
          </a:prstGeom>
          <a:noFill/>
          <a:ln w="0">
            <a:noFill/>
            <a:prstDash val="solid"/>
          </a:ln>
        </p:spPr>
        <p:txBody>
          <a:bodyPr wrap="none" lIns="0" tIns="0" rIns="0" bIns="0" anchor="t">
            <a:noAutofit/>
          </a:bodyPr>
          <a:lstStyle>
            <a:defPPr algn="ctr">
              <a:defRPr sz="1050" b="0">
                <a:solidFill>
                  <a:srgbClr val="000000"/>
                </a:solidFill>
                <a:latin typeface="Arial"/>
                <a:ea typeface="Arial"/>
                <a:cs typeface="Arial"/>
              </a:defRPr>
            </a:defPPr>
            <a:lvl1pPr algn="ctr">
              <a:defRPr sz="1050" b="0">
                <a:solidFill>
                  <a:srgbClr val="000000"/>
                </a:solidFill>
                <a:latin typeface="Arial"/>
                <a:ea typeface="Arial"/>
                <a:cs typeface="Arial"/>
              </a:defRPr>
            </a:lvl1pPr>
            <a:lvl2pPr algn="ctr">
              <a:defRPr sz="1050" b="0">
                <a:solidFill>
                  <a:srgbClr val="000000"/>
                </a:solidFill>
                <a:latin typeface="Arial"/>
                <a:ea typeface="Arial"/>
                <a:cs typeface="Arial"/>
              </a:defRPr>
            </a:lvl2pPr>
            <a:lvl3pPr algn="ctr">
              <a:defRPr sz="1050" b="0">
                <a:solidFill>
                  <a:srgbClr val="000000"/>
                </a:solidFill>
                <a:latin typeface="Arial"/>
                <a:ea typeface="Arial"/>
                <a:cs typeface="Arial"/>
              </a:defRPr>
            </a:lvl3pPr>
            <a:lvl4pPr algn="ctr">
              <a:defRPr sz="1050" b="0">
                <a:solidFill>
                  <a:srgbClr val="000000"/>
                </a:solidFill>
                <a:latin typeface="Arial"/>
                <a:ea typeface="Arial"/>
                <a:cs typeface="Arial"/>
              </a:defRPr>
            </a:lvl4pPr>
            <a:lvl5pPr algn="ctr">
              <a:defRPr sz="1050" b="0">
                <a:solidFill>
                  <a:srgbClr val="000000"/>
                </a:solidFill>
                <a:latin typeface="Arial"/>
                <a:ea typeface="Arial"/>
                <a:cs typeface="Arial"/>
              </a:defRPr>
            </a:lvl5pPr>
            <a:lvl6pPr algn="ctr">
              <a:defRPr sz="1050" b="0">
                <a:solidFill>
                  <a:srgbClr val="000000"/>
                </a:solidFill>
                <a:latin typeface="Arial"/>
                <a:ea typeface="Arial"/>
                <a:cs typeface="Arial"/>
              </a:defRPr>
            </a:lvl6pPr>
            <a:lvl7pPr algn="ctr">
              <a:defRPr sz="1050" b="0">
                <a:solidFill>
                  <a:srgbClr val="000000"/>
                </a:solidFill>
                <a:latin typeface="Arial"/>
                <a:ea typeface="Arial"/>
                <a:cs typeface="Arial"/>
              </a:defRPr>
            </a:lvl7pPr>
            <a:lvl8pPr algn="ctr">
              <a:defRPr sz="1050" b="0">
                <a:solidFill>
                  <a:srgbClr val="000000"/>
                </a:solidFill>
                <a:latin typeface="Arial"/>
                <a:ea typeface="Arial"/>
                <a:cs typeface="Arial"/>
              </a:defRPr>
            </a:lvl8pPr>
            <a:lvl9pPr algn="ctr">
              <a:defRPr sz="1050" b="0">
                <a:solidFill>
                  <a:srgbClr val="000000"/>
                </a:solidFill>
                <a:latin typeface="Arial"/>
                <a:ea typeface="Arial"/>
                <a:cs typeface="Arial"/>
              </a:defRPr>
            </a:lvl9pPr>
          </a:lstStyle>
          <a:p>
            <a:pPr algn="ctr">
              <a:defRPr sz="1050" b="0">
                <a:solidFill>
                  <a:srgbClr val="000000"/>
                </a:solidFill>
                <a:latin typeface="Arial"/>
                <a:ea typeface="Arial"/>
                <a:cs typeface="Arial"/>
              </a:defRPr>
            </a:pPr>
            <a:r>
              <a:rPr sz="1050" b="0">
                <a:solidFill>
                  <a:srgbClr val="000000"/>
                </a:solidFill>
                <a:latin typeface="Arial"/>
                <a:ea typeface="Arial"/>
                <a:cs typeface="Arial"/>
              </a:rPr>
              <a:t>00:00</a:t>
            </a:r>
          </a:p>
        </p:txBody>
      </p:sp>
      <p:sp>
        <p:nvSpPr>
          <p:cNvPr id="127" name="line_125">
            <a:extLst>
              <a:ext uri="{FF2B5EF4-FFF2-40B4-BE49-F238E27FC236}">
                <ns2:creationId id="{33B52346-E19C-40E1-ABD6-AF92F673222B}"/>
              </a:ext>
            </a:extLst>
          </p:cNvPr>
          <p:cNvSpPr>
            <a:spLocks noGrp="1"/>
          </p:cNvSpPr>
          <p:nvPr/>
        </p:nvSpPr>
        <p:spPr>
          <a:xfrm>
            <a:off x="11139488" y="5695950"/>
            <a:ext cx="95" cy="38100"/>
          </a:xfrm>
          <a:custGeom>
            <a:pathLst>
              <a:path w="95" h="38100">
                <a:moveTo>
                  <a:pt x="0" y="0"/>
                </a:moveTo>
                <a:lnTo>
                  <a:pt x="0" y="38100"/>
                </a:lnTo>
              </a:path>
            </a:pathLst>
          </a:custGeom>
          <a:noFill/>
          <a:ln w="6668">
            <a:solidFill>
              <a:srgbClr val="000000"/>
            </a:solidFill>
            <a:prstDash val="solid"/>
          </a:ln>
        </p:spPr>
      </p:sp>
      <p:sp>
        <p:nvSpPr>
          <p:cNvPr id="128" name="text_126">
            <a:extLst>
              <a:ext uri="{FF2B5EF4-FFF2-40B4-BE49-F238E27FC236}">
                <ns2:creationId id="{27CEF783-A541-416E-99F8-A23CD3CE48E5}"/>
              </a:ext>
            </a:extLst>
          </p:cNvPr>
          <p:cNvSpPr>
            <a:spLocks noGrp="1"/>
          </p:cNvSpPr>
          <p:nvPr/>
        </p:nvSpPr>
        <p:spPr>
          <a:xfrm rot="0">
            <a:off x="10901363" y="5762625"/>
            <a:ext cx="476250" cy="219075"/>
          </a:xfrm>
          <a:prstGeom prst="rect">
            <a:avLst/>
          </a:prstGeom>
          <a:noFill/>
          <a:ln w="0">
            <a:noFill/>
            <a:prstDash val="solid"/>
          </a:ln>
        </p:spPr>
        <p:txBody>
          <a:bodyPr wrap="none" lIns="0" tIns="0" rIns="0" bIns="0" anchor="t">
            <a:noAutofit/>
          </a:bodyPr>
          <a:lstStyle>
            <a:defPPr algn="ctr">
              <a:defRPr sz="1050" b="0">
                <a:solidFill>
                  <a:srgbClr val="000000"/>
                </a:solidFill>
                <a:latin typeface="Arial"/>
                <a:ea typeface="Arial"/>
                <a:cs typeface="Arial"/>
              </a:defRPr>
            </a:defPPr>
            <a:lvl1pPr algn="ctr">
              <a:defRPr sz="1050" b="0">
                <a:solidFill>
                  <a:srgbClr val="000000"/>
                </a:solidFill>
                <a:latin typeface="Arial"/>
                <a:ea typeface="Arial"/>
                <a:cs typeface="Arial"/>
              </a:defRPr>
            </a:lvl1pPr>
            <a:lvl2pPr algn="ctr">
              <a:defRPr sz="1050" b="0">
                <a:solidFill>
                  <a:srgbClr val="000000"/>
                </a:solidFill>
                <a:latin typeface="Arial"/>
                <a:ea typeface="Arial"/>
                <a:cs typeface="Arial"/>
              </a:defRPr>
            </a:lvl2pPr>
            <a:lvl3pPr algn="ctr">
              <a:defRPr sz="1050" b="0">
                <a:solidFill>
                  <a:srgbClr val="000000"/>
                </a:solidFill>
                <a:latin typeface="Arial"/>
                <a:ea typeface="Arial"/>
                <a:cs typeface="Arial"/>
              </a:defRPr>
            </a:lvl3pPr>
            <a:lvl4pPr algn="ctr">
              <a:defRPr sz="1050" b="0">
                <a:solidFill>
                  <a:srgbClr val="000000"/>
                </a:solidFill>
                <a:latin typeface="Arial"/>
                <a:ea typeface="Arial"/>
                <a:cs typeface="Arial"/>
              </a:defRPr>
            </a:lvl4pPr>
            <a:lvl5pPr algn="ctr">
              <a:defRPr sz="1050" b="0">
                <a:solidFill>
                  <a:srgbClr val="000000"/>
                </a:solidFill>
                <a:latin typeface="Arial"/>
                <a:ea typeface="Arial"/>
                <a:cs typeface="Arial"/>
              </a:defRPr>
            </a:lvl5pPr>
            <a:lvl6pPr algn="ctr">
              <a:defRPr sz="1050" b="0">
                <a:solidFill>
                  <a:srgbClr val="000000"/>
                </a:solidFill>
                <a:latin typeface="Arial"/>
                <a:ea typeface="Arial"/>
                <a:cs typeface="Arial"/>
              </a:defRPr>
            </a:lvl6pPr>
            <a:lvl7pPr algn="ctr">
              <a:defRPr sz="1050" b="0">
                <a:solidFill>
                  <a:srgbClr val="000000"/>
                </a:solidFill>
                <a:latin typeface="Arial"/>
                <a:ea typeface="Arial"/>
                <a:cs typeface="Arial"/>
              </a:defRPr>
            </a:lvl7pPr>
            <a:lvl8pPr algn="ctr">
              <a:defRPr sz="1050" b="0">
                <a:solidFill>
                  <a:srgbClr val="000000"/>
                </a:solidFill>
                <a:latin typeface="Arial"/>
                <a:ea typeface="Arial"/>
                <a:cs typeface="Arial"/>
              </a:defRPr>
            </a:lvl8pPr>
            <a:lvl9pPr algn="ctr">
              <a:defRPr sz="1050" b="0">
                <a:solidFill>
                  <a:srgbClr val="000000"/>
                </a:solidFill>
                <a:latin typeface="Arial"/>
                <a:ea typeface="Arial"/>
                <a:cs typeface="Arial"/>
              </a:defRPr>
            </a:lvl9pPr>
          </a:lstStyle>
          <a:p>
            <a:pPr algn="ctr">
              <a:defRPr sz="1050" b="0">
                <a:solidFill>
                  <a:srgbClr val="000000"/>
                </a:solidFill>
                <a:latin typeface="Arial"/>
                <a:ea typeface="Arial"/>
                <a:cs typeface="Arial"/>
              </a:defRPr>
            </a:pPr>
            <a:r>
              <a:rPr sz="1050" b="0">
                <a:solidFill>
                  <a:srgbClr val="000000"/>
                </a:solidFill>
                <a:latin typeface="Arial"/>
                <a:ea typeface="Arial"/>
                <a:cs typeface="Arial"/>
              </a:rPr>
              <a:t>10:00</a:t>
            </a:r>
          </a:p>
        </p:txBody>
      </p:sp>
      <p:sp>
        <p:nvSpPr>
          <p:cNvPr id="129" name="line_127">
            <a:extLst>
              <a:ext uri="{FF2B5EF4-FFF2-40B4-BE49-F238E27FC236}">
                <ns2:creationId id="{62E0124E-9A9C-4B48-AD5D-31B2B2E70ADD}"/>
              </a:ext>
            </a:extLst>
          </p:cNvPr>
          <p:cNvSpPr>
            <a:spLocks noGrp="1"/>
          </p:cNvSpPr>
          <p:nvPr/>
        </p:nvSpPr>
        <p:spPr>
          <a:xfrm>
            <a:off x="12501563" y="5695950"/>
            <a:ext cx="95" cy="38100"/>
          </a:xfrm>
          <a:custGeom>
            <a:pathLst>
              <a:path w="95" h="38100">
                <a:moveTo>
                  <a:pt x="0" y="0"/>
                </a:moveTo>
                <a:lnTo>
                  <a:pt x="0" y="38100"/>
                </a:lnTo>
              </a:path>
            </a:pathLst>
          </a:custGeom>
          <a:noFill/>
          <a:ln w="6668">
            <a:solidFill>
              <a:srgbClr val="000000"/>
            </a:solidFill>
            <a:prstDash val="solid"/>
          </a:ln>
        </p:spPr>
      </p:sp>
      <p:sp>
        <p:nvSpPr>
          <p:cNvPr id="130" name="text_128">
            <a:extLst>
              <a:ext uri="{FF2B5EF4-FFF2-40B4-BE49-F238E27FC236}">
                <ns2:creationId id="{0F9691FA-8E1C-40CE-A474-392E5B2CFBB1}"/>
              </a:ext>
            </a:extLst>
          </p:cNvPr>
          <p:cNvSpPr>
            <a:spLocks noGrp="1"/>
          </p:cNvSpPr>
          <p:nvPr/>
        </p:nvSpPr>
        <p:spPr>
          <a:xfrm rot="0">
            <a:off x="12263438" y="5762625"/>
            <a:ext cx="476250" cy="219075"/>
          </a:xfrm>
          <a:prstGeom prst="rect">
            <a:avLst/>
          </a:prstGeom>
          <a:noFill/>
          <a:ln w="0">
            <a:noFill/>
            <a:prstDash val="solid"/>
          </a:ln>
        </p:spPr>
        <p:txBody>
          <a:bodyPr wrap="none" lIns="0" tIns="0" rIns="0" bIns="0" anchor="t">
            <a:noAutofit/>
          </a:bodyPr>
          <a:lstStyle>
            <a:defPPr algn="ctr">
              <a:defRPr sz="1050" b="0">
                <a:solidFill>
                  <a:srgbClr val="000000"/>
                </a:solidFill>
                <a:latin typeface="Arial"/>
                <a:ea typeface="Arial"/>
                <a:cs typeface="Arial"/>
              </a:defRPr>
            </a:defPPr>
            <a:lvl1pPr algn="ctr">
              <a:defRPr sz="1050" b="0">
                <a:solidFill>
                  <a:srgbClr val="000000"/>
                </a:solidFill>
                <a:latin typeface="Arial"/>
                <a:ea typeface="Arial"/>
                <a:cs typeface="Arial"/>
              </a:defRPr>
            </a:lvl1pPr>
            <a:lvl2pPr algn="ctr">
              <a:defRPr sz="1050" b="0">
                <a:solidFill>
                  <a:srgbClr val="000000"/>
                </a:solidFill>
                <a:latin typeface="Arial"/>
                <a:ea typeface="Arial"/>
                <a:cs typeface="Arial"/>
              </a:defRPr>
            </a:lvl2pPr>
            <a:lvl3pPr algn="ctr">
              <a:defRPr sz="1050" b="0">
                <a:solidFill>
                  <a:srgbClr val="000000"/>
                </a:solidFill>
                <a:latin typeface="Arial"/>
                <a:ea typeface="Arial"/>
                <a:cs typeface="Arial"/>
              </a:defRPr>
            </a:lvl3pPr>
            <a:lvl4pPr algn="ctr">
              <a:defRPr sz="1050" b="0">
                <a:solidFill>
                  <a:srgbClr val="000000"/>
                </a:solidFill>
                <a:latin typeface="Arial"/>
                <a:ea typeface="Arial"/>
                <a:cs typeface="Arial"/>
              </a:defRPr>
            </a:lvl4pPr>
            <a:lvl5pPr algn="ctr">
              <a:defRPr sz="1050" b="0">
                <a:solidFill>
                  <a:srgbClr val="000000"/>
                </a:solidFill>
                <a:latin typeface="Arial"/>
                <a:ea typeface="Arial"/>
                <a:cs typeface="Arial"/>
              </a:defRPr>
            </a:lvl5pPr>
            <a:lvl6pPr algn="ctr">
              <a:defRPr sz="1050" b="0">
                <a:solidFill>
                  <a:srgbClr val="000000"/>
                </a:solidFill>
                <a:latin typeface="Arial"/>
                <a:ea typeface="Arial"/>
                <a:cs typeface="Arial"/>
              </a:defRPr>
            </a:lvl6pPr>
            <a:lvl7pPr algn="ctr">
              <a:defRPr sz="1050" b="0">
                <a:solidFill>
                  <a:srgbClr val="000000"/>
                </a:solidFill>
                <a:latin typeface="Arial"/>
                <a:ea typeface="Arial"/>
                <a:cs typeface="Arial"/>
              </a:defRPr>
            </a:lvl7pPr>
            <a:lvl8pPr algn="ctr">
              <a:defRPr sz="1050" b="0">
                <a:solidFill>
                  <a:srgbClr val="000000"/>
                </a:solidFill>
                <a:latin typeface="Arial"/>
                <a:ea typeface="Arial"/>
                <a:cs typeface="Arial"/>
              </a:defRPr>
            </a:lvl8pPr>
            <a:lvl9pPr algn="ctr">
              <a:defRPr sz="1050" b="0">
                <a:solidFill>
                  <a:srgbClr val="000000"/>
                </a:solidFill>
                <a:latin typeface="Arial"/>
                <a:ea typeface="Arial"/>
                <a:cs typeface="Arial"/>
              </a:defRPr>
            </a:lvl9pPr>
          </a:lstStyle>
          <a:p>
            <a:pPr algn="ctr">
              <a:defRPr sz="1050" b="0">
                <a:solidFill>
                  <a:srgbClr val="000000"/>
                </a:solidFill>
                <a:latin typeface="Arial"/>
                <a:ea typeface="Arial"/>
                <a:cs typeface="Arial"/>
              </a:defRPr>
            </a:pPr>
            <a:r>
              <a:rPr sz="1050" b="0">
                <a:solidFill>
                  <a:srgbClr val="000000"/>
                </a:solidFill>
                <a:latin typeface="Arial"/>
                <a:ea typeface="Arial"/>
                <a:cs typeface="Arial"/>
              </a:rPr>
              <a:t>23:00</a:t>
            </a:r>
          </a:p>
        </p:txBody>
      </p:sp>
      <p:sp>
        <p:nvSpPr>
          <p:cNvPr id="131" name="text_129">
            <a:extLst>
              <a:ext uri="{FF2B5EF4-FFF2-40B4-BE49-F238E27FC236}">
                <ns2:creationId id="{EA66D4ED-025D-4D26-B5DC-0431EC98637B}"/>
              </a:ext>
            </a:extLst>
          </p:cNvPr>
          <p:cNvSpPr>
            <a:spLocks noGrp="1"/>
          </p:cNvSpPr>
          <p:nvPr/>
        </p:nvSpPr>
        <p:spPr>
          <a:xfrm rot="0">
            <a:off x="10125075" y="5905500"/>
            <a:ext cx="2390775" cy="180975"/>
          </a:xfrm>
          <a:prstGeom prst="rect">
            <a:avLst/>
          </a:prstGeom>
          <a:noFill/>
          <a:ln w="0">
            <a:noFill/>
            <a:prstDash val="solid"/>
          </a:ln>
        </p:spPr>
        <p:txBody>
          <a:bodyPr wrap="none" lIns="0" tIns="0" rIns="0" bIns="0" anchor="t">
            <a:noAutofit/>
          </a:bodyPr>
          <a:lstStyle>
            <a:defPPr algn="ctr">
              <a:defRPr sz="1050" b="0">
                <a:solidFill>
                  <a:srgbClr val="000000"/>
                </a:solidFill>
                <a:latin typeface="Arial"/>
                <a:ea typeface="Arial"/>
                <a:cs typeface="Arial"/>
              </a:defRPr>
            </a:defPPr>
            <a:lvl1pPr algn="ctr">
              <a:defRPr sz="1050" b="0">
                <a:solidFill>
                  <a:srgbClr val="000000"/>
                </a:solidFill>
                <a:latin typeface="Arial"/>
                <a:ea typeface="Arial"/>
                <a:cs typeface="Arial"/>
              </a:defRPr>
            </a:lvl1pPr>
            <a:lvl2pPr algn="ctr">
              <a:defRPr sz="1050" b="0">
                <a:solidFill>
                  <a:srgbClr val="000000"/>
                </a:solidFill>
                <a:latin typeface="Arial"/>
                <a:ea typeface="Arial"/>
                <a:cs typeface="Arial"/>
              </a:defRPr>
            </a:lvl2pPr>
            <a:lvl3pPr algn="ctr">
              <a:defRPr sz="1050" b="0">
                <a:solidFill>
                  <a:srgbClr val="000000"/>
                </a:solidFill>
                <a:latin typeface="Arial"/>
                <a:ea typeface="Arial"/>
                <a:cs typeface="Arial"/>
              </a:defRPr>
            </a:lvl3pPr>
            <a:lvl4pPr algn="ctr">
              <a:defRPr sz="1050" b="0">
                <a:solidFill>
                  <a:srgbClr val="000000"/>
                </a:solidFill>
                <a:latin typeface="Arial"/>
                <a:ea typeface="Arial"/>
                <a:cs typeface="Arial"/>
              </a:defRPr>
            </a:lvl4pPr>
            <a:lvl5pPr algn="ctr">
              <a:defRPr sz="1050" b="0">
                <a:solidFill>
                  <a:srgbClr val="000000"/>
                </a:solidFill>
                <a:latin typeface="Arial"/>
                <a:ea typeface="Arial"/>
                <a:cs typeface="Arial"/>
              </a:defRPr>
            </a:lvl5pPr>
            <a:lvl6pPr algn="ctr">
              <a:defRPr sz="1050" b="0">
                <a:solidFill>
                  <a:srgbClr val="000000"/>
                </a:solidFill>
                <a:latin typeface="Arial"/>
                <a:ea typeface="Arial"/>
                <a:cs typeface="Arial"/>
              </a:defRPr>
            </a:lvl6pPr>
            <a:lvl7pPr algn="ctr">
              <a:defRPr sz="1050" b="0">
                <a:solidFill>
                  <a:srgbClr val="000000"/>
                </a:solidFill>
                <a:latin typeface="Arial"/>
                <a:ea typeface="Arial"/>
                <a:cs typeface="Arial"/>
              </a:defRPr>
            </a:lvl7pPr>
            <a:lvl8pPr algn="ctr">
              <a:defRPr sz="1050" b="0">
                <a:solidFill>
                  <a:srgbClr val="000000"/>
                </a:solidFill>
                <a:latin typeface="Arial"/>
                <a:ea typeface="Arial"/>
                <a:cs typeface="Arial"/>
              </a:defRPr>
            </a:lvl8pPr>
            <a:lvl9pPr algn="ctr">
              <a:defRPr sz="1050" b="0">
                <a:solidFill>
                  <a:srgbClr val="000000"/>
                </a:solidFill>
                <a:latin typeface="Arial"/>
                <a:ea typeface="Arial"/>
                <a:cs typeface="Arial"/>
              </a:defRPr>
            </a:lvl9pPr>
          </a:lstStyle>
          <a:p>
            <a:pPr algn="ctr">
              <a:defRPr sz="1050" b="0">
                <a:solidFill>
                  <a:srgbClr val="000000"/>
                </a:solidFill>
                <a:latin typeface="Arial"/>
                <a:ea typeface="Arial"/>
                <a:cs typeface="Arial"/>
              </a:defRPr>
            </a:pPr>
            <a:r>
              <a:rPr sz="1050" b="0">
                <a:solidFill>
                  <a:srgbClr val="000000"/>
                </a:solidFill>
                <a:latin typeface="Arial"/>
                <a:ea typeface="Arial"/>
                <a:cs typeface="Arial"/>
              </a:rPr>
              <a:t>Time (UTC, 26 Dec)</a:t>
            </a:r>
          </a:p>
        </p:txBody>
      </p:sp>
      <p:sp>
        <p:nvSpPr>
          <p:cNvPr id="132" name="b_local_event_guide_f610">
            <a:extLst>
              <a:ext uri="{FF2B5EF4-FFF2-40B4-BE49-F238E27FC236}">
                <ns2:creationId id="{2C1A389E-ACD2-47B9-A12D-2026297951A4}"/>
              </a:ext>
            </a:extLst>
          </p:cNvPr>
          <p:cNvSpPr>
            <a:spLocks noGrp="1"/>
          </p:cNvSpPr>
          <p:nvPr/>
        </p:nvSpPr>
        <p:spPr>
          <a:xfrm>
            <a:off x="11139488" y="3876675"/>
            <a:ext cx="95" cy="1819275"/>
          </a:xfrm>
          <a:custGeom>
            <a:pathLst>
              <a:path w="95" h="1819275">
                <a:moveTo>
                  <a:pt x="0" y="0"/>
                </a:moveTo>
                <a:lnTo>
                  <a:pt x="0" y="1819275"/>
                </a:lnTo>
              </a:path>
            </a:pathLst>
          </a:custGeom>
          <a:noFill/>
          <a:ln w="9525">
            <a:solidFill>
              <a:srgbClr val="C73A37"/>
            </a:solidFill>
            <a:prstDash val="dash"/>
          </a:ln>
        </p:spPr>
      </p:sp>
      <p:sp>
        <p:nvSpPr>
          <p:cNvPr id="133" name="b_local_halo_A_0">
            <a:extLst>
              <a:ext uri="{FF2B5EF4-FFF2-40B4-BE49-F238E27FC236}">
                <ns2:creationId id="{FE61B6C1-B293-428F-94F4-6332AAE305C9}"/>
              </a:ext>
            </a:extLst>
          </p:cNvPr>
          <p:cNvSpPr>
            <a:spLocks noGrp="1"/>
          </p:cNvSpPr>
          <p:nvPr/>
        </p:nvSpPr>
        <p:spPr>
          <a:xfrm>
            <a:off x="10196513" y="4542712"/>
            <a:ext cx="2305050" cy="513249"/>
          </a:xfrm>
          <a:custGeom>
            <a:pathLst>
              <a:path w="2305050" h="513249">
                <a:moveTo>
                  <a:pt x="0" y="513249"/>
                </a:moveTo>
                <a:lnTo>
                  <a:pt x="104775" y="485093"/>
                </a:lnTo>
                <a:lnTo>
                  <a:pt x="209550" y="456936"/>
                </a:lnTo>
                <a:lnTo>
                  <a:pt x="314325" y="410367"/>
                </a:lnTo>
                <a:lnTo>
                  <a:pt x="419100" y="372934"/>
                </a:lnTo>
                <a:lnTo>
                  <a:pt x="523875" y="361263"/>
                </a:lnTo>
                <a:lnTo>
                  <a:pt x="628650" y="292179"/>
                </a:lnTo>
                <a:lnTo>
                  <a:pt x="733425" y="267419"/>
                </a:lnTo>
                <a:lnTo>
                  <a:pt x="838200" y="239263"/>
                </a:lnTo>
                <a:lnTo>
                  <a:pt x="942975" y="211106"/>
                </a:lnTo>
                <a:lnTo>
                  <a:pt x="1047750" y="182949"/>
                </a:lnTo>
                <a:lnTo>
                  <a:pt x="1152525" y="154793"/>
                </a:lnTo>
                <a:lnTo>
                  <a:pt x="1257300" y="126636"/>
                </a:lnTo>
                <a:lnTo>
                  <a:pt x="1362075" y="98479"/>
                </a:lnTo>
                <a:lnTo>
                  <a:pt x="1466850" y="98479"/>
                </a:lnTo>
                <a:lnTo>
                  <a:pt x="1571625" y="70323"/>
                </a:lnTo>
                <a:lnTo>
                  <a:pt x="1676400" y="53938"/>
                </a:lnTo>
                <a:lnTo>
                  <a:pt x="1781175" y="56950"/>
                </a:lnTo>
                <a:lnTo>
                  <a:pt x="1885950" y="28116"/>
                </a:lnTo>
                <a:lnTo>
                  <a:pt x="1990725" y="29053"/>
                </a:lnTo>
                <a:lnTo>
                  <a:pt x="2095500" y="0"/>
                </a:lnTo>
                <a:lnTo>
                  <a:pt x="2200275" y="901"/>
                </a:lnTo>
                <a:lnTo>
                  <a:pt x="2305050" y="1001"/>
                </a:lnTo>
              </a:path>
            </a:pathLst>
          </a:custGeom>
          <a:noFill/>
          <a:ln w="40958">
            <a:solidFill>
              <a:srgbClr val="FFFFFF"/>
            </a:solidFill>
            <a:prstDash val="solid"/>
          </a:ln>
        </p:spPr>
      </p:sp>
      <p:sp>
        <p:nvSpPr>
          <p:cNvPr id="134" name="b_local_track_A_0">
            <a:extLst>
              <a:ext uri="{FF2B5EF4-FFF2-40B4-BE49-F238E27FC236}">
                <ns2:creationId id="{63415C98-9E2B-440B-B16F-E0DE1CD3419C}"/>
              </a:ext>
            </a:extLst>
          </p:cNvPr>
          <p:cNvSpPr>
            <a:spLocks noGrp="1"/>
          </p:cNvSpPr>
          <p:nvPr/>
        </p:nvSpPr>
        <p:spPr>
          <a:xfrm>
            <a:off x="10196513" y="4542712"/>
            <a:ext cx="2305050" cy="513249"/>
          </a:xfrm>
          <a:custGeom>
            <a:pathLst>
              <a:path w="2305050" h="513249">
                <a:moveTo>
                  <a:pt x="0" y="513249"/>
                </a:moveTo>
                <a:lnTo>
                  <a:pt x="104775" y="485093"/>
                </a:lnTo>
                <a:lnTo>
                  <a:pt x="209550" y="456936"/>
                </a:lnTo>
                <a:lnTo>
                  <a:pt x="314325" y="410367"/>
                </a:lnTo>
                <a:lnTo>
                  <a:pt x="419100" y="372934"/>
                </a:lnTo>
                <a:lnTo>
                  <a:pt x="523875" y="361263"/>
                </a:lnTo>
                <a:lnTo>
                  <a:pt x="628650" y="292179"/>
                </a:lnTo>
                <a:lnTo>
                  <a:pt x="733425" y="267419"/>
                </a:lnTo>
                <a:lnTo>
                  <a:pt x="838200" y="239263"/>
                </a:lnTo>
                <a:lnTo>
                  <a:pt x="942975" y="211106"/>
                </a:lnTo>
                <a:lnTo>
                  <a:pt x="1047750" y="182949"/>
                </a:lnTo>
                <a:lnTo>
                  <a:pt x="1152525" y="154793"/>
                </a:lnTo>
                <a:lnTo>
                  <a:pt x="1257300" y="126636"/>
                </a:lnTo>
                <a:lnTo>
                  <a:pt x="1362075" y="98479"/>
                </a:lnTo>
                <a:lnTo>
                  <a:pt x="1466850" y="98479"/>
                </a:lnTo>
                <a:lnTo>
                  <a:pt x="1571625" y="70323"/>
                </a:lnTo>
                <a:lnTo>
                  <a:pt x="1676400" y="53938"/>
                </a:lnTo>
                <a:lnTo>
                  <a:pt x="1781175" y="56950"/>
                </a:lnTo>
                <a:lnTo>
                  <a:pt x="1885950" y="28116"/>
                </a:lnTo>
                <a:lnTo>
                  <a:pt x="1990725" y="29053"/>
                </a:lnTo>
                <a:lnTo>
                  <a:pt x="2095500" y="0"/>
                </a:lnTo>
                <a:lnTo>
                  <a:pt x="2200275" y="901"/>
                </a:lnTo>
                <a:lnTo>
                  <a:pt x="2305050" y="1001"/>
                </a:lnTo>
              </a:path>
            </a:pathLst>
          </a:custGeom>
          <a:noFill/>
          <a:ln w="17145">
            <a:solidFill>
              <a:srgbClr val="000000"/>
            </a:solidFill>
            <a:prstDash val="solid"/>
          </a:ln>
        </p:spPr>
      </p:sp>
      <p:sp>
        <p:nvSpPr>
          <p:cNvPr id="135" name="b_local_event_marker_A">
            <a:extLst>
              <a:ext uri="{FF2B5EF4-FFF2-40B4-BE49-F238E27FC236}">
                <ns2:creationId id="{79B30CA6-A812-4A01-A445-743B0FDA6329}"/>
              </a:ext>
            </a:extLst>
          </p:cNvPr>
          <p:cNvSpPr>
            <a:spLocks noGrp="1"/>
          </p:cNvSpPr>
          <p:nvPr/>
        </p:nvSpPr>
        <p:spPr>
          <a:xfrm rot="0">
            <a:off x="11106150" y="4720481"/>
            <a:ext cx="66675" cy="66675"/>
          </a:xfrm>
          <a:prstGeom prst="ellipse">
            <a:avLst/>
          </a:prstGeom>
          <a:solidFill>
            <a:srgbClr val="FFFFFF"/>
          </a:solidFill>
          <a:ln w="17145">
            <a:solidFill>
              <a:srgbClr val="000000"/>
            </a:solidFill>
            <a:prstDash val="solid"/>
          </a:ln>
        </p:spPr>
      </p:sp>
      <p:sp>
        <p:nvSpPr>
          <p:cNvPr id="136" name="b_local_track_label_A">
            <a:extLst>
              <a:ext uri="{FF2B5EF4-FFF2-40B4-BE49-F238E27FC236}">
                <ns2:creationId id="{DDC18A3E-D0E1-44EB-9B7B-2A8C5432AA1B}"/>
              </a:ext>
            </a:extLst>
          </p:cNvPr>
          <p:cNvSpPr>
            <a:spLocks noGrp="1"/>
          </p:cNvSpPr>
          <p:nvPr/>
        </p:nvSpPr>
        <p:spPr>
          <a:xfrm rot="0">
            <a:off x="12549188" y="4438938"/>
            <a:ext cx="171450" cy="219075"/>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A</a:t>
            </a:r>
          </a:p>
        </p:txBody>
      </p:sp>
      <p:sp>
        <p:nvSpPr>
          <p:cNvPr id="137" name="b_local_start_label_A">
            <a:extLst>
              <a:ext uri="{FF2B5EF4-FFF2-40B4-BE49-F238E27FC236}">
                <ns2:creationId id="{C175E2BD-34AF-498F-B391-BA56DDFAC109}"/>
              </a:ext>
            </a:extLst>
          </p:cNvPr>
          <p:cNvSpPr>
            <a:spLocks noGrp="1"/>
          </p:cNvSpPr>
          <p:nvPr/>
        </p:nvSpPr>
        <p:spPr>
          <a:xfrm rot="0">
            <a:off x="10034588" y="4941661"/>
            <a:ext cx="152400" cy="200025"/>
          </a:xfrm>
          <a:prstGeom prst="rect">
            <a:avLst/>
          </a:prstGeom>
          <a:noFill/>
          <a:ln w="0">
            <a:noFill/>
            <a:prstDash val="solid"/>
          </a:ln>
        </p:spPr>
        <p:txBody>
          <a:bodyPr wrap="none" lIns="0" tIns="0" rIns="0" bIns="0" anchor="t">
            <a:noAutofit/>
          </a:bodyPr>
          <a:lstStyle>
            <a:defPPr algn="l">
              <a:defRPr sz="1050" b="1">
                <a:solidFill>
                  <a:srgbClr val="000000"/>
                </a:solidFill>
                <a:latin typeface="Arial"/>
                <a:ea typeface="Arial"/>
                <a:cs typeface="Arial"/>
              </a:defRPr>
            </a:defPPr>
            <a:lvl1pPr algn="l">
              <a:defRPr sz="1050" b="1">
                <a:solidFill>
                  <a:srgbClr val="000000"/>
                </a:solidFill>
                <a:latin typeface="Arial"/>
                <a:ea typeface="Arial"/>
                <a:cs typeface="Arial"/>
              </a:defRPr>
            </a:lvl1pPr>
            <a:lvl2pPr algn="l">
              <a:defRPr sz="1050" b="1">
                <a:solidFill>
                  <a:srgbClr val="000000"/>
                </a:solidFill>
                <a:latin typeface="Arial"/>
                <a:ea typeface="Arial"/>
                <a:cs typeface="Arial"/>
              </a:defRPr>
            </a:lvl2pPr>
            <a:lvl3pPr algn="l">
              <a:defRPr sz="1050" b="1">
                <a:solidFill>
                  <a:srgbClr val="000000"/>
                </a:solidFill>
                <a:latin typeface="Arial"/>
                <a:ea typeface="Arial"/>
                <a:cs typeface="Arial"/>
              </a:defRPr>
            </a:lvl3pPr>
            <a:lvl4pPr algn="l">
              <a:defRPr sz="1050" b="1">
                <a:solidFill>
                  <a:srgbClr val="000000"/>
                </a:solidFill>
                <a:latin typeface="Arial"/>
                <a:ea typeface="Arial"/>
                <a:cs typeface="Arial"/>
              </a:defRPr>
            </a:lvl4pPr>
            <a:lvl5pPr algn="l">
              <a:defRPr sz="1050" b="1">
                <a:solidFill>
                  <a:srgbClr val="000000"/>
                </a:solidFill>
                <a:latin typeface="Arial"/>
                <a:ea typeface="Arial"/>
                <a:cs typeface="Arial"/>
              </a:defRPr>
            </a:lvl5pPr>
            <a:lvl6pPr algn="l">
              <a:defRPr sz="1050" b="1">
                <a:solidFill>
                  <a:srgbClr val="000000"/>
                </a:solidFill>
                <a:latin typeface="Arial"/>
                <a:ea typeface="Arial"/>
                <a:cs typeface="Arial"/>
              </a:defRPr>
            </a:lvl6pPr>
            <a:lvl7pPr algn="l">
              <a:defRPr sz="1050" b="1">
                <a:solidFill>
                  <a:srgbClr val="000000"/>
                </a:solidFill>
                <a:latin typeface="Arial"/>
                <a:ea typeface="Arial"/>
                <a:cs typeface="Arial"/>
              </a:defRPr>
            </a:lvl7pPr>
            <a:lvl8pPr algn="l">
              <a:defRPr sz="1050" b="1">
                <a:solidFill>
                  <a:srgbClr val="000000"/>
                </a:solidFill>
                <a:latin typeface="Arial"/>
                <a:ea typeface="Arial"/>
                <a:cs typeface="Arial"/>
              </a:defRPr>
            </a:lvl8pPr>
            <a:lvl9pPr algn="l">
              <a:defRPr sz="1050" b="1">
                <a:solidFill>
                  <a:srgbClr val="000000"/>
                </a:solidFill>
                <a:latin typeface="Arial"/>
                <a:ea typeface="Arial"/>
                <a:cs typeface="Arial"/>
              </a:defRPr>
            </a:lvl9pPr>
          </a:lstStyle>
          <a:p>
            <a:pPr algn="l">
              <a:defRPr sz="1050" b="1">
                <a:solidFill>
                  <a:srgbClr val="000000"/>
                </a:solidFill>
                <a:latin typeface="Arial"/>
                <a:ea typeface="Arial"/>
                <a:cs typeface="Arial"/>
              </a:defRPr>
            </a:pPr>
            <a:r>
              <a:rPr sz="1050" b="1">
                <a:solidFill>
                  <a:srgbClr val="000000"/>
                </a:solidFill>
                <a:latin typeface="Arial"/>
                <a:ea typeface="Arial"/>
                <a:cs typeface="Arial"/>
              </a:rPr>
              <a:t>A</a:t>
            </a:r>
          </a:p>
        </p:txBody>
      </p:sp>
      <p:sp>
        <p:nvSpPr>
          <p:cNvPr id="138" name="b_local_halo_B_0">
            <a:extLst>
              <a:ext uri="{FF2B5EF4-FFF2-40B4-BE49-F238E27FC236}">
                <ns2:creationId id="{A147E743-2CF7-4A8D-9BA8-84BA04869B31}"/>
              </a:ext>
            </a:extLst>
          </p:cNvPr>
          <p:cNvSpPr>
            <a:spLocks noGrp="1"/>
          </p:cNvSpPr>
          <p:nvPr/>
        </p:nvSpPr>
        <p:spPr>
          <a:xfrm>
            <a:off x="10091738" y="4848638"/>
            <a:ext cx="1676400" cy="167223"/>
          </a:xfrm>
          <a:custGeom>
            <a:pathLst>
              <a:path w="1676400" h="167223">
                <a:moveTo>
                  <a:pt x="0" y="31864"/>
                </a:moveTo>
                <a:lnTo>
                  <a:pt x="104775" y="31864"/>
                </a:lnTo>
                <a:lnTo>
                  <a:pt x="209550" y="31864"/>
                </a:lnTo>
                <a:lnTo>
                  <a:pt x="314325" y="31864"/>
                </a:lnTo>
                <a:lnTo>
                  <a:pt x="419100" y="13452"/>
                </a:lnTo>
                <a:lnTo>
                  <a:pt x="523875" y="8211"/>
                </a:lnTo>
                <a:lnTo>
                  <a:pt x="628650" y="0"/>
                </a:lnTo>
                <a:lnTo>
                  <a:pt x="733425" y="47170"/>
                </a:lnTo>
                <a:lnTo>
                  <a:pt x="838200" y="43773"/>
                </a:lnTo>
                <a:lnTo>
                  <a:pt x="942975" y="53518"/>
                </a:lnTo>
                <a:lnTo>
                  <a:pt x="1047750" y="53518"/>
                </a:lnTo>
                <a:lnTo>
                  <a:pt x="1152525" y="53518"/>
                </a:lnTo>
                <a:lnTo>
                  <a:pt x="1257300" y="63263"/>
                </a:lnTo>
                <a:lnTo>
                  <a:pt x="1362075" y="91420"/>
                </a:lnTo>
                <a:lnTo>
                  <a:pt x="1466850" y="101164"/>
                </a:lnTo>
                <a:lnTo>
                  <a:pt x="1571625" y="167223"/>
                </a:lnTo>
                <a:lnTo>
                  <a:pt x="1676400" y="167223"/>
                </a:lnTo>
              </a:path>
            </a:pathLst>
          </a:custGeom>
          <a:noFill/>
          <a:ln w="40958">
            <a:solidFill>
              <a:srgbClr val="FFFFFF"/>
            </a:solidFill>
            <a:prstDash val="solid"/>
          </a:ln>
        </p:spPr>
      </p:sp>
      <p:sp>
        <p:nvSpPr>
          <p:cNvPr id="139" name="b_local_track_B_0">
            <a:extLst>
              <a:ext uri="{FF2B5EF4-FFF2-40B4-BE49-F238E27FC236}">
                <ns2:creationId id="{8AE01F12-B742-4A02-86FC-8CD8A360D6B9}"/>
              </a:ext>
            </a:extLst>
          </p:cNvPr>
          <p:cNvSpPr>
            <a:spLocks noGrp="1"/>
          </p:cNvSpPr>
          <p:nvPr/>
        </p:nvSpPr>
        <p:spPr>
          <a:xfrm>
            <a:off x="10091738" y="4848638"/>
            <a:ext cx="1676400" cy="167223"/>
          </a:xfrm>
          <a:custGeom>
            <a:pathLst>
              <a:path w="1676400" h="167223">
                <a:moveTo>
                  <a:pt x="0" y="31864"/>
                </a:moveTo>
                <a:lnTo>
                  <a:pt x="104775" y="31864"/>
                </a:lnTo>
                <a:lnTo>
                  <a:pt x="209550" y="31864"/>
                </a:lnTo>
                <a:lnTo>
                  <a:pt x="314325" y="31864"/>
                </a:lnTo>
                <a:lnTo>
                  <a:pt x="419100" y="13452"/>
                </a:lnTo>
                <a:lnTo>
                  <a:pt x="523875" y="8211"/>
                </a:lnTo>
                <a:lnTo>
                  <a:pt x="628650" y="0"/>
                </a:lnTo>
                <a:lnTo>
                  <a:pt x="733425" y="47170"/>
                </a:lnTo>
                <a:lnTo>
                  <a:pt x="838200" y="43773"/>
                </a:lnTo>
                <a:lnTo>
                  <a:pt x="942975" y="53518"/>
                </a:lnTo>
                <a:lnTo>
                  <a:pt x="1047750" y="53518"/>
                </a:lnTo>
                <a:lnTo>
                  <a:pt x="1152525" y="53518"/>
                </a:lnTo>
                <a:lnTo>
                  <a:pt x="1257300" y="63263"/>
                </a:lnTo>
                <a:lnTo>
                  <a:pt x="1362075" y="91420"/>
                </a:lnTo>
                <a:lnTo>
                  <a:pt x="1466850" y="101164"/>
                </a:lnTo>
                <a:lnTo>
                  <a:pt x="1571625" y="167223"/>
                </a:lnTo>
                <a:lnTo>
                  <a:pt x="1676400" y="167223"/>
                </a:lnTo>
              </a:path>
            </a:pathLst>
          </a:custGeom>
          <a:noFill/>
          <a:ln w="17145">
            <a:solidFill>
              <a:srgbClr val="000000"/>
            </a:solidFill>
            <a:prstDash val="solid"/>
          </a:ln>
        </p:spPr>
      </p:sp>
      <p:sp>
        <p:nvSpPr>
          <p:cNvPr id="140" name="b_local_event_marker_B">
            <a:extLst>
              <a:ext uri="{FF2B5EF4-FFF2-40B4-BE49-F238E27FC236}">
                <ns2:creationId id="{D6D5927D-0872-47EB-A93F-D7516005CCC6}"/>
              </a:ext>
            </a:extLst>
          </p:cNvPr>
          <p:cNvSpPr>
            <a:spLocks noGrp="1"/>
          </p:cNvSpPr>
          <p:nvPr/>
        </p:nvSpPr>
        <p:spPr>
          <a:xfrm rot="0">
            <a:off x="11106150" y="4868818"/>
            <a:ext cx="66675" cy="66675"/>
          </a:xfrm>
          <a:prstGeom prst="ellipse">
            <a:avLst/>
          </a:prstGeom>
          <a:solidFill>
            <a:srgbClr val="FFFFFF"/>
          </a:solidFill>
          <a:ln w="17145">
            <a:solidFill>
              <a:srgbClr val="000000"/>
            </a:solidFill>
            <a:prstDash val="solid"/>
          </a:ln>
        </p:spPr>
      </p:sp>
      <p:sp>
        <p:nvSpPr>
          <p:cNvPr id="141" name="b_local_track_label_B">
            <a:extLst>
              <a:ext uri="{FF2B5EF4-FFF2-40B4-BE49-F238E27FC236}">
                <ns2:creationId id="{67C54238-7119-4B5F-BA13-436041B91E0C}"/>
              </a:ext>
            </a:extLst>
          </p:cNvPr>
          <p:cNvSpPr>
            <a:spLocks noGrp="1"/>
          </p:cNvSpPr>
          <p:nvPr/>
        </p:nvSpPr>
        <p:spPr>
          <a:xfrm rot="0">
            <a:off x="11815763" y="4911085"/>
            <a:ext cx="171450" cy="219075"/>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B</a:t>
            </a:r>
          </a:p>
        </p:txBody>
      </p:sp>
      <p:sp>
        <p:nvSpPr>
          <p:cNvPr id="142" name="b_local_start_label_B">
            <a:extLst>
              <a:ext uri="{FF2B5EF4-FFF2-40B4-BE49-F238E27FC236}">
                <ns2:creationId id="{D2428B19-C7BB-413C-BDA5-2D719DD8098C}"/>
              </a:ext>
            </a:extLst>
          </p:cNvPr>
          <p:cNvSpPr>
            <a:spLocks noGrp="1"/>
          </p:cNvSpPr>
          <p:nvPr/>
        </p:nvSpPr>
        <p:spPr>
          <a:xfrm rot="0">
            <a:off x="9929813" y="4766201"/>
            <a:ext cx="152400" cy="200025"/>
          </a:xfrm>
          <a:prstGeom prst="rect">
            <a:avLst/>
          </a:prstGeom>
          <a:noFill/>
          <a:ln w="0">
            <a:noFill/>
            <a:prstDash val="solid"/>
          </a:ln>
        </p:spPr>
        <p:txBody>
          <a:bodyPr wrap="none" lIns="0" tIns="0" rIns="0" bIns="0" anchor="t">
            <a:noAutofit/>
          </a:bodyPr>
          <a:lstStyle>
            <a:defPPr algn="l">
              <a:defRPr sz="1050" b="1">
                <a:solidFill>
                  <a:srgbClr val="000000"/>
                </a:solidFill>
                <a:latin typeface="Arial"/>
                <a:ea typeface="Arial"/>
                <a:cs typeface="Arial"/>
              </a:defRPr>
            </a:defPPr>
            <a:lvl1pPr algn="l">
              <a:defRPr sz="1050" b="1">
                <a:solidFill>
                  <a:srgbClr val="000000"/>
                </a:solidFill>
                <a:latin typeface="Arial"/>
                <a:ea typeface="Arial"/>
                <a:cs typeface="Arial"/>
              </a:defRPr>
            </a:lvl1pPr>
            <a:lvl2pPr algn="l">
              <a:defRPr sz="1050" b="1">
                <a:solidFill>
                  <a:srgbClr val="000000"/>
                </a:solidFill>
                <a:latin typeface="Arial"/>
                <a:ea typeface="Arial"/>
                <a:cs typeface="Arial"/>
              </a:defRPr>
            </a:lvl2pPr>
            <a:lvl3pPr algn="l">
              <a:defRPr sz="1050" b="1">
                <a:solidFill>
                  <a:srgbClr val="000000"/>
                </a:solidFill>
                <a:latin typeface="Arial"/>
                <a:ea typeface="Arial"/>
                <a:cs typeface="Arial"/>
              </a:defRPr>
            </a:lvl3pPr>
            <a:lvl4pPr algn="l">
              <a:defRPr sz="1050" b="1">
                <a:solidFill>
                  <a:srgbClr val="000000"/>
                </a:solidFill>
                <a:latin typeface="Arial"/>
                <a:ea typeface="Arial"/>
                <a:cs typeface="Arial"/>
              </a:defRPr>
            </a:lvl4pPr>
            <a:lvl5pPr algn="l">
              <a:defRPr sz="1050" b="1">
                <a:solidFill>
                  <a:srgbClr val="000000"/>
                </a:solidFill>
                <a:latin typeface="Arial"/>
                <a:ea typeface="Arial"/>
                <a:cs typeface="Arial"/>
              </a:defRPr>
            </a:lvl5pPr>
            <a:lvl6pPr algn="l">
              <a:defRPr sz="1050" b="1">
                <a:solidFill>
                  <a:srgbClr val="000000"/>
                </a:solidFill>
                <a:latin typeface="Arial"/>
                <a:ea typeface="Arial"/>
                <a:cs typeface="Arial"/>
              </a:defRPr>
            </a:lvl6pPr>
            <a:lvl7pPr algn="l">
              <a:defRPr sz="1050" b="1">
                <a:solidFill>
                  <a:srgbClr val="000000"/>
                </a:solidFill>
                <a:latin typeface="Arial"/>
                <a:ea typeface="Arial"/>
                <a:cs typeface="Arial"/>
              </a:defRPr>
            </a:lvl7pPr>
            <a:lvl8pPr algn="l">
              <a:defRPr sz="1050" b="1">
                <a:solidFill>
                  <a:srgbClr val="000000"/>
                </a:solidFill>
                <a:latin typeface="Arial"/>
                <a:ea typeface="Arial"/>
                <a:cs typeface="Arial"/>
              </a:defRPr>
            </a:lvl8pPr>
            <a:lvl9pPr algn="l">
              <a:defRPr sz="1050" b="1">
                <a:solidFill>
                  <a:srgbClr val="000000"/>
                </a:solidFill>
                <a:latin typeface="Arial"/>
                <a:ea typeface="Arial"/>
                <a:cs typeface="Arial"/>
              </a:defRPr>
            </a:lvl9pPr>
          </a:lstStyle>
          <a:p>
            <a:pPr algn="l">
              <a:defRPr sz="1050" b="1">
                <a:solidFill>
                  <a:srgbClr val="000000"/>
                </a:solidFill>
                <a:latin typeface="Arial"/>
                <a:ea typeface="Arial"/>
                <a:cs typeface="Arial"/>
              </a:defRPr>
            </a:pPr>
            <a:r>
              <a:rPr sz="1050" b="1">
                <a:solidFill>
                  <a:srgbClr val="000000"/>
                </a:solidFill>
                <a:latin typeface="Arial"/>
                <a:ea typeface="Arial"/>
                <a:cs typeface="Arial"/>
              </a:rPr>
              <a:t>B</a:t>
            </a:r>
          </a:p>
        </p:txBody>
      </p:sp>
      <p:sp>
        <p:nvSpPr>
          <p:cNvPr id="143" name="b_local_halo_C_0">
            <a:extLst>
              <a:ext uri="{FF2B5EF4-FFF2-40B4-BE49-F238E27FC236}">
                <ns2:creationId id="{B799D38C-64DE-4020-A9EA-0A4CDB2DFD20}"/>
              </a:ext>
            </a:extLst>
          </p:cNvPr>
          <p:cNvSpPr>
            <a:spLocks noGrp="1"/>
          </p:cNvSpPr>
          <p:nvPr/>
        </p:nvSpPr>
        <p:spPr>
          <a:xfrm>
            <a:off x="10615613" y="5285839"/>
            <a:ext cx="523875" cy="26658"/>
          </a:xfrm>
          <a:custGeom>
            <a:pathLst>
              <a:path w="523875" h="26658">
                <a:moveTo>
                  <a:pt x="0" y="23698"/>
                </a:moveTo>
                <a:lnTo>
                  <a:pt x="104775" y="25377"/>
                </a:lnTo>
                <a:lnTo>
                  <a:pt x="209550" y="26658"/>
                </a:lnTo>
                <a:lnTo>
                  <a:pt x="314325" y="23974"/>
                </a:lnTo>
                <a:lnTo>
                  <a:pt x="419100" y="0"/>
                </a:lnTo>
                <a:lnTo>
                  <a:pt x="523875" y="8750"/>
                </a:lnTo>
              </a:path>
            </a:pathLst>
          </a:custGeom>
          <a:noFill/>
          <a:ln w="40958">
            <a:solidFill>
              <a:srgbClr val="FFFFFF"/>
            </a:solidFill>
            <a:prstDash val="solid"/>
          </a:ln>
        </p:spPr>
      </p:sp>
      <p:sp>
        <p:nvSpPr>
          <p:cNvPr id="144" name="b_local_track_C_0">
            <a:extLst>
              <a:ext uri="{FF2B5EF4-FFF2-40B4-BE49-F238E27FC236}">
                <ns2:creationId id="{F15D783F-2D19-46BA-8592-DCD8E728C4A4}"/>
              </a:ext>
            </a:extLst>
          </p:cNvPr>
          <p:cNvSpPr>
            <a:spLocks noGrp="1"/>
          </p:cNvSpPr>
          <p:nvPr/>
        </p:nvSpPr>
        <p:spPr>
          <a:xfrm>
            <a:off x="10615613" y="5285839"/>
            <a:ext cx="523875" cy="26658"/>
          </a:xfrm>
          <a:custGeom>
            <a:pathLst>
              <a:path w="523875" h="26658">
                <a:moveTo>
                  <a:pt x="0" y="23698"/>
                </a:moveTo>
                <a:lnTo>
                  <a:pt x="104775" y="25377"/>
                </a:lnTo>
                <a:lnTo>
                  <a:pt x="209550" y="26658"/>
                </a:lnTo>
                <a:lnTo>
                  <a:pt x="314325" y="23974"/>
                </a:lnTo>
                <a:lnTo>
                  <a:pt x="419100" y="0"/>
                </a:lnTo>
                <a:lnTo>
                  <a:pt x="523875" y="8750"/>
                </a:lnTo>
              </a:path>
            </a:pathLst>
          </a:custGeom>
          <a:noFill/>
          <a:ln w="17145">
            <a:solidFill>
              <a:srgbClr val="000000"/>
            </a:solidFill>
            <a:prstDash val="solid"/>
          </a:ln>
        </p:spPr>
      </p:sp>
      <p:sp>
        <p:nvSpPr>
          <p:cNvPr id="145" name="b_local_event_marker_C">
            <a:extLst>
              <a:ext uri="{FF2B5EF4-FFF2-40B4-BE49-F238E27FC236}">
                <ns2:creationId id="{352E32F5-E97D-4316-919D-0AF956BF6467}"/>
              </a:ext>
            </a:extLst>
          </p:cNvPr>
          <p:cNvSpPr>
            <a:spLocks noGrp="1"/>
          </p:cNvSpPr>
          <p:nvPr/>
        </p:nvSpPr>
        <p:spPr>
          <a:xfrm rot="0">
            <a:off x="11106150" y="5261251"/>
            <a:ext cx="66675" cy="66675"/>
          </a:xfrm>
          <a:prstGeom prst="ellipse">
            <a:avLst/>
          </a:prstGeom>
          <a:solidFill>
            <a:srgbClr val="FFFFFF"/>
          </a:solidFill>
          <a:ln w="17145">
            <a:solidFill>
              <a:srgbClr val="000000"/>
            </a:solidFill>
            <a:prstDash val="solid"/>
          </a:ln>
        </p:spPr>
      </p:sp>
      <p:sp>
        <p:nvSpPr>
          <p:cNvPr id="146" name="b_local_track_label_C">
            <a:extLst>
              <a:ext uri="{FF2B5EF4-FFF2-40B4-BE49-F238E27FC236}">
                <ns2:creationId id="{7B2CCD0D-5DE4-40D2-982E-74C8A06BF086}"/>
              </a:ext>
            </a:extLst>
          </p:cNvPr>
          <p:cNvSpPr>
            <a:spLocks noGrp="1"/>
          </p:cNvSpPr>
          <p:nvPr/>
        </p:nvSpPr>
        <p:spPr>
          <a:xfrm rot="0">
            <a:off x="11187113" y="5189814"/>
            <a:ext cx="171450" cy="219075"/>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C</a:t>
            </a:r>
          </a:p>
        </p:txBody>
      </p:sp>
    </p:spTree>
    <p:extLst>
      <p:ext uri="{BB962C8B-B14F-4D97-AF65-F5344CB8AC3E}">
        <ns4:creationId val="823500159"/>
      </p:ext>
    </p:extLst>
  </p:cSld>
</p:sld>
</file>

<file path=ppt/main_figures/Fig1/ppt/tableStyles.xml><?xml version="1.0" encoding="utf-8"?>
<a:tblStyleLst xmlns:a="http://schemas.openxmlformats.org/drawingml/2006/main" def="{5C22544A-7EE6-4342-B048-85BDC9FD1C3A}"/>
</file>

<file path=ppt/main_figures/Fig1/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2/docProps/app.xml><?xml version="1.0" encoding="utf-8"?>
<Properties xmlns="http://schemas.openxmlformats.org/officeDocument/2006/extended-properties" xmlns:vt="http://schemas.openxmlformats.org/officeDocument/2006/docPropsVTypes">
  <TotalTime>0</TotalTime>
  <Words>197</Words>
  <Application>WPS 演示</Application>
  <PresentationFormat>On-screen Show (16:9)</PresentationFormat>
  <Paragraphs>37</Paragraphs>
  <Slides>1</Slides>
  <Notes>1</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1</vt:i4>
      </vt:variant>
    </vt:vector>
  </HeadingPairs>
  <TitlesOfParts>
    <vt:vector size="18" baseType="lpstr">
      <vt:lpstr>Arial</vt:lpstr>
      <vt:lpstr>宋体</vt:lpstr>
      <vt:lpstr>Wingdings</vt:lpstr>
      <vt:lpstr>Arial</vt:lpstr>
      <vt:lpstr>Arial</vt:lpstr>
      <vt:lpstr>MS PGothic</vt:lpstr>
      <vt:lpstr>苹方-简</vt:lpstr>
      <vt:lpstr>Arial Unicode MS</vt:lpstr>
      <vt:lpstr>微软雅黑</vt:lpstr>
      <vt:lpstr>方正雅意黑 GB18030L2</vt:lpstr>
      <vt:lpstr>宋体</vt:lpstr>
      <vt:lpstr>等线</vt:lpstr>
      <vt:lpstr>汉仪中等线KW</vt:lpstr>
      <vt:lpstr>汉仪书宋二KW</vt:lpstr>
      <vt:lpstr>Calibri</vt:lpstr>
      <vt:lpstr>Helvetica Neue</vt:lpstr>
      <vt:lpstr>Office Theme</vt:lpstr>
      <vt:lpstr>PowerPoint 演示文稿</vt:lpstr>
    </vt:vector>
  </TitlesOfParts>
  <Company>PptxGenJS</Company>
  <LinksUpToDate>false</LinksUpToDate>
  <SharedDoc>false</SharedDoc>
  <HyperlinksChanged>false</HyperlinksChanged>
  <AppVersion>14.0000</AppVersion>
</Properties>
</file>

<file path=ppt/main_figures/Fig2/docProps/core.xml><?xml version="1.0" encoding="utf-8"?>
<cp:coreProperties xmlns:cp="http://schemas.openxmlformats.org/package/2006/metadata/core-properties" xmlns:dc="http://purl.org/dc/elements/1.1/" xmlns:dcterms="http://purl.org/dc/terms/" xmlns:dcmitype="http://purl.org/dc/dcmitype/" xmlns:xsi="http://www.w3.org/2001/XMLSchema-instance">
  <dc:title>Time-varying 2D scalar field → augmented merge tree → TMTM/ST-MTM</dc:title>
  <dc:creator>OpenAI</dc:creator>
  <dc:subject>Editable shape-only PowerPoint: TMTM vs ST-MTM</dc:subject>
  <cp:lastModifiedBy>Iris</cp:lastModifiedBy>
  <cp:revision>2</cp:revision>
  <dcterms:created xsi:type="dcterms:W3CDTF">2026-10-21T01:42:27Z</dcterms:created>
  <dcterms:modified xsi:type="dcterms:W3CDTF">2026-10-21T01:42:27Z</dcterms:modified>
</cp:coreProperties>
</file>

<file path=ppt/main_figures/Fig2/docProps/custom.xml><?xml version="1.0" encoding="utf-8"?>
<Properties xmlns="http://schemas.openxmlformats.org/officeDocument/2006/custom-properties" xmlns:vt="http://schemas.openxmlformats.org/officeDocument/2006/docPropsVTypes">
  <property fmtid="{D5CDD505-2E9C-101B-9397-08002B2CF9AE}" pid="2" name="ICV">
    <vt:lpwstr>CD2F05D89413478D8318D86AAEEBBF2C_42</vt:lpwstr>
  </property>
  <property fmtid="{D5CDD505-2E9C-101B-9397-08002B2CF9AE}" pid="3" name="KSOProductBuildVer">
    <vt:lpwstr>2052-12.1.26046.26046</vt:lpwstr>
  </property>
</Properties>
</file>

<file path=ppt/main_figures/Fig2/ppt/_rels/presentation.xml.rels><?xml version='1.0' encoding='utf-8'?>
<Relationships xmlns="http://schemas.openxmlformats.org/package/2006/relationships"><Relationship Id="rId7" Type="http://schemas.openxmlformats.org/officeDocument/2006/relationships/tableStyles" Target="tableStyles.xml" /><Relationship Id="rId6" Type="http://schemas.openxmlformats.org/officeDocument/2006/relationships/viewProps" Target="viewProps.xml" /><Relationship Id="rId5" Type="http://schemas.openxmlformats.org/officeDocument/2006/relationships/presProps" Target="presProps.xml" /><Relationship Id="rId4" Type="http://schemas.openxmlformats.org/officeDocument/2006/relationships/notesMaster" Target="notesMasters/notesMaster1.xml" /><Relationship Id="rId3" Type="http://schemas.openxmlformats.org/officeDocument/2006/relationships/slide" Target="slides/slide1.xml" /><Relationship Id="rId2" Type="http://schemas.openxmlformats.org/officeDocument/2006/relationships/theme" Target="theme/theme1.xml" /><Relationship Id="rId1" Type="http://schemas.openxmlformats.org/officeDocument/2006/relationships/slideMaster" Target="slideMasters/slideMaster1.xml" /></Relationships>
</file>

<file path=ppt/main_figures/Fig2/ppt/notesMasters/_rels/notesMaster1.xml.rels><?xml version='1.0' encoding='utf-8'?>
<Relationships xmlns="http://schemas.openxmlformats.org/package/2006/relationships"><Relationship Id="rId1" Type="http://schemas.openxmlformats.org/officeDocument/2006/relationships/theme" Target="../theme/theme2.xml" /></Relationships>
</file>

<file path=ppt/main_figures/Fig2/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a:ea typeface="Arial"/>
        <a:cs typeface="Arial"/>
      </a:defRPr>
    </a:lvl1pPr>
    <a:lvl2pPr marL="457200" algn="l" defTabSz="914400" rtl="0" eaLnBrk="1" latinLnBrk="0" hangingPunct="1">
      <a:defRPr sz="1200" kern="1200">
        <a:solidFill>
          <a:schemeClr val="tx1"/>
        </a:solidFill>
        <a:latin typeface="Arial"/>
        <a:ea typeface="Arial"/>
        <a:cs typeface="Arial"/>
      </a:defRPr>
    </a:lvl2pPr>
    <a:lvl3pPr marL="914400" algn="l" defTabSz="914400" rtl="0" eaLnBrk="1" latinLnBrk="0" hangingPunct="1">
      <a:defRPr sz="1200" kern="1200">
        <a:solidFill>
          <a:schemeClr val="tx1"/>
        </a:solidFill>
        <a:latin typeface="Arial"/>
        <a:ea typeface="Arial"/>
        <a:cs typeface="Arial"/>
      </a:defRPr>
    </a:lvl3pPr>
    <a:lvl4pPr marL="1371600" algn="l" defTabSz="914400" rtl="0" eaLnBrk="1" latinLnBrk="0" hangingPunct="1">
      <a:defRPr sz="1200" kern="1200">
        <a:solidFill>
          <a:schemeClr val="tx1"/>
        </a:solidFill>
        <a:latin typeface="Arial"/>
        <a:ea typeface="Arial"/>
        <a:cs typeface="Arial"/>
      </a:defRPr>
    </a:lvl4pPr>
    <a:lvl5pPr marL="1828800" algn="l" defTabSz="914400" rtl="0" eaLnBrk="1" latinLnBrk="0" hangingPunct="1">
      <a:defRPr sz="1200" kern="1200">
        <a:solidFill>
          <a:schemeClr val="tx1"/>
        </a:solidFill>
        <a:latin typeface="Arial"/>
        <a:ea typeface="Arial"/>
        <a:cs typeface="Arial"/>
      </a:defRPr>
    </a:lvl5pPr>
    <a:lvl6pPr marL="2286000" algn="l" defTabSz="914400" rtl="0" eaLnBrk="1" latinLnBrk="0" hangingPunct="1">
      <a:defRPr sz="1200" kern="1200">
        <a:solidFill>
          <a:schemeClr val="tx1"/>
        </a:solidFill>
        <a:latin typeface="Arial"/>
        <a:ea typeface="Arial"/>
        <a:cs typeface="Arial"/>
      </a:defRPr>
    </a:lvl6pPr>
    <a:lvl7pPr marL="2743200" algn="l" defTabSz="914400" rtl="0" eaLnBrk="1" latinLnBrk="0" hangingPunct="1">
      <a:defRPr sz="1200" kern="1200">
        <a:solidFill>
          <a:schemeClr val="tx1"/>
        </a:solidFill>
        <a:latin typeface="Arial"/>
        <a:ea typeface="Arial"/>
        <a:cs typeface="Arial"/>
      </a:defRPr>
    </a:lvl7pPr>
    <a:lvl8pPr marL="3200400" algn="l" defTabSz="914400" rtl="0" eaLnBrk="1" latinLnBrk="0" hangingPunct="1">
      <a:defRPr sz="1200" kern="1200">
        <a:solidFill>
          <a:schemeClr val="tx1"/>
        </a:solidFill>
        <a:latin typeface="Arial"/>
        <a:ea typeface="Arial"/>
        <a:cs typeface="Arial"/>
      </a:defRPr>
    </a:lvl8pPr>
    <a:lvl9pPr marL="3657600" algn="l" defTabSz="914400" rtl="0" eaLnBrk="1" latinLnBrk="0" hangingPunct="1">
      <a:defRPr sz="1200" kern="1200">
        <a:solidFill>
          <a:schemeClr val="tx1"/>
        </a:solidFill>
        <a:latin typeface="Arial"/>
        <a:ea typeface="Arial"/>
        <a:cs typeface="Arial"/>
      </a:defRPr>
    </a:lvl9pPr>
  </p:notesStyle>
</p:notesMaster>
</file>

<file path=ppt/main_figures/Fig2/ppt/notesSlides/_rels/notesSlide1.xml.rels><?xml version='1.0' encoding='utf-8'?>
<Relationships xmlns="http://schemas.openxmlformats.org/package/2006/relationships"><Relationship Id="rId2" Type="http://schemas.openxmlformats.org/officeDocument/2006/relationships/notesMaster" Target="../notesMasters/notesMaster1.xml" /><Relationship Id="rId1" Type="http://schemas.openxmlformats.org/officeDocument/2006/relationships/slide" Target="../slides/slide1.xml" /></Relationships>
</file>

<file path=ppt/main_figures/Fig2/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main_figures/Fig2/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main_figures/Fig2/ppt/presentation.xml><?xml version="1.0" encoding="utf-8"?>
<p:presentation xmlns:a="http://schemas.openxmlformats.org/drawingml/2006/main" xmlns:p="http://schemas.openxmlformats.org/presentationml/2006/main" xmlns:r="http://schemas.openxmlformats.org/officeDocument/2006/relationships" autoCompressPictures="0">
  <p:sldMasterIdLst>
    <p:sldMasterId id="2147483648" r:id="rId1"/>
  </p:sldMasterIdLst>
  <p:notesMasterIdLst>
    <p:notesMasterId r:id="rId4"/>
  </p:notesMasterIdLst>
  <p:sldIdLst>
    <p:sldId id="256" r:id="rId3"/>
  </p:sldIdLst>
  <p:sldSz cx="9144000" cy="4000500"/>
  <p:notesSz cx="6858000" cy="12192000"/>
  <p:defaultTextStyle>
    <a:lvl1pPr marL="0" algn="l" defTabSz="914400" rtl="0" eaLnBrk="1" latinLnBrk="0" hangingPunct="1">
      <a:defRPr sz="1800" kern="1200">
        <a:solidFill>
          <a:schemeClr val="tx1"/>
        </a:solidFill>
        <a:latin typeface="Arial"/>
        <a:ea typeface="Arial"/>
        <a:cs typeface="Arial"/>
      </a:defRPr>
    </a:lvl1pPr>
    <a:lvl2pPr marL="457200" algn="l" defTabSz="914400" rtl="0" eaLnBrk="1" latinLnBrk="0" hangingPunct="1">
      <a:defRPr sz="1800" kern="1200">
        <a:solidFill>
          <a:schemeClr val="tx1"/>
        </a:solidFill>
        <a:latin typeface="Arial"/>
        <a:ea typeface="Arial"/>
        <a:cs typeface="Arial"/>
      </a:defRPr>
    </a:lvl2pPr>
    <a:lvl3pPr marL="914400" algn="l" defTabSz="914400" rtl="0" eaLnBrk="1" latinLnBrk="0" hangingPunct="1">
      <a:defRPr sz="1800" kern="1200">
        <a:solidFill>
          <a:schemeClr val="tx1"/>
        </a:solidFill>
        <a:latin typeface="Arial"/>
        <a:ea typeface="Arial"/>
        <a:cs typeface="Arial"/>
      </a:defRPr>
    </a:lvl3pPr>
    <a:lvl4pPr marL="1371600" algn="l" defTabSz="914400" rtl="0" eaLnBrk="1" latinLnBrk="0" hangingPunct="1">
      <a:defRPr sz="1800" kern="1200">
        <a:solidFill>
          <a:schemeClr val="tx1"/>
        </a:solidFill>
        <a:latin typeface="Arial"/>
        <a:ea typeface="Arial"/>
        <a:cs typeface="Arial"/>
      </a:defRPr>
    </a:lvl4pPr>
    <a:lvl5pPr marL="1828800" algn="l" defTabSz="914400" rtl="0" eaLnBrk="1" latinLnBrk="0" hangingPunct="1">
      <a:defRPr sz="1800" kern="1200">
        <a:solidFill>
          <a:schemeClr val="tx1"/>
        </a:solidFill>
        <a:latin typeface="Arial"/>
        <a:ea typeface="Arial"/>
        <a:cs typeface="Arial"/>
      </a:defRPr>
    </a:lvl5pPr>
    <a:lvl6pPr marL="2286000" algn="l" defTabSz="914400" rtl="0" eaLnBrk="1" latinLnBrk="0" hangingPunct="1">
      <a:defRPr sz="1800" kern="1200">
        <a:solidFill>
          <a:schemeClr val="tx1"/>
        </a:solidFill>
        <a:latin typeface="Arial"/>
        <a:ea typeface="Arial"/>
        <a:cs typeface="Arial"/>
      </a:defRPr>
    </a:lvl6pPr>
    <a:lvl7pPr marL="2743200" algn="l" defTabSz="914400" rtl="0" eaLnBrk="1" latinLnBrk="0" hangingPunct="1">
      <a:defRPr sz="1800" kern="1200">
        <a:solidFill>
          <a:schemeClr val="tx1"/>
        </a:solidFill>
        <a:latin typeface="Arial"/>
        <a:ea typeface="Arial"/>
        <a:cs typeface="Arial"/>
      </a:defRPr>
    </a:lvl7pPr>
    <a:lvl8pPr marL="3200400" algn="l" defTabSz="914400" rtl="0" eaLnBrk="1" latinLnBrk="0" hangingPunct="1">
      <a:defRPr sz="1800" kern="1200">
        <a:solidFill>
          <a:schemeClr val="tx1"/>
        </a:solidFill>
        <a:latin typeface="Arial"/>
        <a:ea typeface="Arial"/>
        <a:cs typeface="Arial"/>
      </a:defRPr>
    </a:lvl8pPr>
    <a:lvl9pPr marL="3657600" algn="l" defTabSz="914400" rtl="0" eaLnBrk="1" latinLnBrk="0" hangingPunct="1">
      <a:defRPr sz="1800" kern="1200">
        <a:solidFill>
          <a:schemeClr val="tx1"/>
        </a:solidFill>
        <a:latin typeface="Arial"/>
        <a:ea typeface="Arial"/>
        <a:cs typeface="Arial"/>
      </a:defRPr>
    </a:lvl9pPr>
  </p:defaultTextStyle>
</p:presentation>
</file>

<file path=ppt/main_figures/Fig2/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main_figures/Fig2/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main_figures/Fig2/ppt/slideMasters/_rels/slideMaster1.xml.rels><?xml version='1.0' encoding='utf-8'?>
<Relationships xmlns="http://schemas.openxmlformats.org/package/2006/relationships"><Relationship Id="rId2" Type="http://schemas.openxmlformats.org/officeDocument/2006/relationships/theme" Target="../theme/theme1.xml" /><Relationship Id="rId1" Type="http://schemas.openxmlformats.org/officeDocument/2006/relationships/slideLayout" Target="../slideLayouts/slideLayout1.xml" /></Relationships>
</file>

<file path=ppt/main_figures/Fig2/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Arial"/>
          <a:ea typeface="Arial"/>
          <a:cs typeface="Arial"/>
        </a:defRPr>
      </a:lvl1pPr>
    </p:titleStyle>
    <p:bodyStyle>
      <a:lvl1pPr marL="342900" indent="-342900" algn="l" defTabSz="914400" rtl="0" eaLnBrk="1" latinLnBrk="0" hangingPunct="1">
        <a:spcBef>
          <a:spcPct val="20000"/>
        </a:spcBef>
        <a:buFont typeface="Arial" panose="020B0604020202090204" pitchFamily="34" charset="0"/>
        <a:buChar char="•"/>
        <a:defRPr sz="3200" kern="1200">
          <a:solidFill>
            <a:schemeClr val="tx1"/>
          </a:solidFill>
          <a:latin typeface="Arial"/>
          <a:ea typeface="Arial"/>
          <a:cs typeface="Arial"/>
        </a:defRPr>
      </a:lvl1pPr>
      <a:lvl2pPr marL="742950" indent="-285750" algn="l" defTabSz="914400" rtl="0" eaLnBrk="1" latinLnBrk="0" hangingPunct="1">
        <a:spcBef>
          <a:spcPct val="20000"/>
        </a:spcBef>
        <a:buFont typeface="Arial" panose="020B0604020202090204" pitchFamily="34" charset="0"/>
        <a:buChar char="–"/>
        <a:defRPr sz="2800" kern="1200">
          <a:solidFill>
            <a:schemeClr val="tx1"/>
          </a:solidFill>
          <a:latin typeface="Arial"/>
          <a:ea typeface="Arial"/>
          <a:cs typeface="Arial"/>
        </a:defRPr>
      </a:lvl2pPr>
      <a:lvl3pPr marL="1143000" indent="-228600" algn="l" defTabSz="914400" rtl="0" eaLnBrk="1" latinLnBrk="0" hangingPunct="1">
        <a:spcBef>
          <a:spcPct val="20000"/>
        </a:spcBef>
        <a:buFont typeface="Arial" panose="020B0604020202090204" pitchFamily="34" charset="0"/>
        <a:buChar char="•"/>
        <a:defRPr sz="2400" kern="1200">
          <a:solidFill>
            <a:schemeClr val="tx1"/>
          </a:solidFill>
          <a:latin typeface="Arial"/>
          <a:ea typeface="Arial"/>
          <a:cs typeface="Arial"/>
        </a:defRPr>
      </a:lvl3pPr>
      <a:lvl4pPr marL="1600200" indent="-228600" algn="l" defTabSz="914400" rtl="0" eaLnBrk="1" latinLnBrk="0" hangingPunct="1">
        <a:spcBef>
          <a:spcPct val="20000"/>
        </a:spcBef>
        <a:buFont typeface="Arial" panose="020B0604020202090204" pitchFamily="34" charset="0"/>
        <a:buChar char="–"/>
        <a:defRPr sz="2000" kern="1200">
          <a:solidFill>
            <a:schemeClr val="tx1"/>
          </a:solidFill>
          <a:latin typeface="Arial"/>
          <a:ea typeface="Arial"/>
          <a:cs typeface="Arial"/>
        </a:defRPr>
      </a:lvl4pPr>
      <a:lvl5pPr marL="2057400" indent="-228600" algn="l" defTabSz="914400" rtl="0" eaLnBrk="1" latinLnBrk="0" hangingPunct="1">
        <a:spcBef>
          <a:spcPct val="20000"/>
        </a:spcBef>
        <a:buFont typeface="Arial" panose="020B0604020202090204" pitchFamily="34" charset="0"/>
        <a:buChar char="»"/>
        <a:defRPr sz="2000" kern="1200">
          <a:solidFill>
            <a:schemeClr val="tx1"/>
          </a:solidFill>
          <a:latin typeface="Arial"/>
          <a:ea typeface="Arial"/>
          <a:cs typeface="Arial"/>
        </a:defRPr>
      </a:lvl5pPr>
      <a:lvl6pPr marL="2514600" indent="-228600" algn="l" defTabSz="914400" rtl="0" eaLnBrk="1" latinLnBrk="0" hangingPunct="1">
        <a:spcBef>
          <a:spcPct val="20000"/>
        </a:spcBef>
        <a:buFont typeface="Arial" panose="020B0604020202090204" pitchFamily="34" charset="0"/>
        <a:buChar char="•"/>
        <a:defRPr sz="2000" kern="1200">
          <a:solidFill>
            <a:schemeClr val="tx1"/>
          </a:solidFill>
          <a:latin typeface="Arial"/>
          <a:ea typeface="Arial"/>
          <a:cs typeface="Arial"/>
        </a:defRPr>
      </a:lvl6pPr>
      <a:lvl7pPr marL="2971800" indent="-228600" algn="l" defTabSz="914400" rtl="0" eaLnBrk="1" latinLnBrk="0" hangingPunct="1">
        <a:spcBef>
          <a:spcPct val="20000"/>
        </a:spcBef>
        <a:buFont typeface="Arial" panose="020B0604020202090204" pitchFamily="34" charset="0"/>
        <a:buChar char="•"/>
        <a:defRPr sz="2000" kern="1200">
          <a:solidFill>
            <a:schemeClr val="tx1"/>
          </a:solidFill>
          <a:latin typeface="Arial"/>
          <a:ea typeface="Arial"/>
          <a:cs typeface="Arial"/>
        </a:defRPr>
      </a:lvl7pPr>
      <a:lvl8pPr marL="3429000" indent="-228600" algn="l" defTabSz="914400" rtl="0" eaLnBrk="1" latinLnBrk="0" hangingPunct="1">
        <a:spcBef>
          <a:spcPct val="20000"/>
        </a:spcBef>
        <a:buFont typeface="Arial" panose="020B0604020202090204" pitchFamily="34" charset="0"/>
        <a:buChar char="•"/>
        <a:defRPr sz="2000" kern="1200">
          <a:solidFill>
            <a:schemeClr val="tx1"/>
          </a:solidFill>
          <a:latin typeface="Arial"/>
          <a:ea typeface="Arial"/>
          <a:cs typeface="Arial"/>
        </a:defRPr>
      </a:lvl8pPr>
      <a:lvl9pPr marL="3886200" indent="-228600" algn="l" defTabSz="914400" rtl="0" eaLnBrk="1" latinLnBrk="0" hangingPunct="1">
        <a:spcBef>
          <a:spcPct val="20000"/>
        </a:spcBef>
        <a:buFont typeface="Arial" panose="020B0604020202090204" pitchFamily="34" charset="0"/>
        <a:buChar char="•"/>
        <a:defRPr sz="2000" kern="1200">
          <a:solidFill>
            <a:schemeClr val="tx1"/>
          </a:solidFill>
          <a:latin typeface="Arial"/>
          <a:ea typeface="Arial"/>
          <a:cs typeface="Arial"/>
        </a:defRPr>
      </a:lvl9pPr>
    </p:bodyStyle>
    <p:otherStyle>
      <a:defPPr>
        <a:defRPr lang="en-US"/>
      </a:defPPr>
      <a:lvl1pPr marL="0" algn="l" defTabSz="914400" rtl="0" eaLnBrk="1" latinLnBrk="0" hangingPunct="1">
        <a:defRPr sz="1800" kern="1200">
          <a:solidFill>
            <a:schemeClr val="tx1"/>
          </a:solidFill>
          <a:latin typeface="Arial"/>
          <a:ea typeface="Arial"/>
          <a:cs typeface="Arial"/>
        </a:defRPr>
      </a:lvl1pPr>
      <a:lvl2pPr marL="457200" algn="l" defTabSz="914400" rtl="0" eaLnBrk="1" latinLnBrk="0" hangingPunct="1">
        <a:defRPr sz="1800" kern="1200">
          <a:solidFill>
            <a:schemeClr val="tx1"/>
          </a:solidFill>
          <a:latin typeface="Arial"/>
          <a:ea typeface="Arial"/>
          <a:cs typeface="Arial"/>
        </a:defRPr>
      </a:lvl2pPr>
      <a:lvl3pPr marL="914400" algn="l" defTabSz="914400" rtl="0" eaLnBrk="1" latinLnBrk="0" hangingPunct="1">
        <a:defRPr sz="1800" kern="1200">
          <a:solidFill>
            <a:schemeClr val="tx1"/>
          </a:solidFill>
          <a:latin typeface="Arial"/>
          <a:ea typeface="Arial"/>
          <a:cs typeface="Arial"/>
        </a:defRPr>
      </a:lvl3pPr>
      <a:lvl4pPr marL="1371600" algn="l" defTabSz="914400" rtl="0" eaLnBrk="1" latinLnBrk="0" hangingPunct="1">
        <a:defRPr sz="1800" kern="1200">
          <a:solidFill>
            <a:schemeClr val="tx1"/>
          </a:solidFill>
          <a:latin typeface="Arial"/>
          <a:ea typeface="Arial"/>
          <a:cs typeface="Arial"/>
        </a:defRPr>
      </a:lvl4pPr>
      <a:lvl5pPr marL="1828800" algn="l" defTabSz="914400" rtl="0" eaLnBrk="1" latinLnBrk="0" hangingPunct="1">
        <a:defRPr sz="1800" kern="1200">
          <a:solidFill>
            <a:schemeClr val="tx1"/>
          </a:solidFill>
          <a:latin typeface="Arial"/>
          <a:ea typeface="Arial"/>
          <a:cs typeface="Arial"/>
        </a:defRPr>
      </a:lvl5pPr>
      <a:lvl6pPr marL="2286000" algn="l" defTabSz="914400" rtl="0" eaLnBrk="1" latinLnBrk="0" hangingPunct="1">
        <a:defRPr sz="1800" kern="1200">
          <a:solidFill>
            <a:schemeClr val="tx1"/>
          </a:solidFill>
          <a:latin typeface="Arial"/>
          <a:ea typeface="Arial"/>
          <a:cs typeface="Arial"/>
        </a:defRPr>
      </a:lvl6pPr>
      <a:lvl7pPr marL="2743200" algn="l" defTabSz="914400" rtl="0" eaLnBrk="1" latinLnBrk="0" hangingPunct="1">
        <a:defRPr sz="1800" kern="1200">
          <a:solidFill>
            <a:schemeClr val="tx1"/>
          </a:solidFill>
          <a:latin typeface="Arial"/>
          <a:ea typeface="Arial"/>
          <a:cs typeface="Arial"/>
        </a:defRPr>
      </a:lvl7pPr>
      <a:lvl8pPr marL="3200400" algn="l" defTabSz="914400" rtl="0" eaLnBrk="1" latinLnBrk="0" hangingPunct="1">
        <a:defRPr sz="1800" kern="1200">
          <a:solidFill>
            <a:schemeClr val="tx1"/>
          </a:solidFill>
          <a:latin typeface="Arial"/>
          <a:ea typeface="Arial"/>
          <a:cs typeface="Arial"/>
        </a:defRPr>
      </a:lvl8pPr>
      <a:lvl9pPr marL="3657600" algn="l" defTabSz="914400" rtl="0" eaLnBrk="1" latinLnBrk="0" hangingPunct="1">
        <a:defRPr sz="1800" kern="1200">
          <a:solidFill>
            <a:schemeClr val="tx1"/>
          </a:solidFill>
          <a:latin typeface="Arial"/>
          <a:ea typeface="Arial"/>
          <a:cs typeface="Arial"/>
        </a:defRPr>
      </a:lvl9pPr>
    </p:otherStyle>
  </p:txStyles>
</p:sldMaster>
</file>

<file path=ppt/main_figures/Fig2/ppt/slides/_rels/slide1.xml.rels><?xml version='1.0' encoding='utf-8'?>
<Relationships xmlns="http://schemas.openxmlformats.org/package/2006/relationships"><Relationship Id="rId2" Type="http://schemas.openxmlformats.org/officeDocument/2006/relationships/notesSlide" Target="../notesSlides/notesSlide1.xml" /><Relationship Id="rId1" Type="http://schemas.openxmlformats.org/officeDocument/2006/relationships/slideLayout" Target="../slideLayouts/slideLayout1.xml" /></Relationships>
</file>

<file path=ppt/main_figures/Fig2/ppt/slides/slide1.xml><?xml version="1.0" encoding="utf-8"?>
<p:sld xmlns:a="http://schemas.openxmlformats.org/drawingml/2006/main" xmlns:ns2="http://schemas.microsoft.com/office/drawing/2014/main"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00" name="Input and topology frame">
            <a:extLst>
              <a:ext uri="{FF2B5EF4-FFF2-40B4-BE49-F238E27FC236}">
                <ns2:creationId id="{C7744F0C-4FD8-4778-A131-8158F785C874}"/>
              </a:ext>
            </a:extLst>
          </p:cNvPr>
          <p:cNvSpPr>
            <a:spLocks noGrp="1"/>
          </p:cNvSpPr>
          <p:nvPr/>
        </p:nvSpPr>
        <p:spPr>
          <a:xfrm>
            <a:off x="76200" y="76200"/>
            <a:ext cx="2076450" cy="3848100"/>
          </a:xfrm>
          <a:custGeom>
            <a:pathLst>
              <a:path w="2076450" h="3848100">
                <a:moveTo>
                  <a:pt x="114300" y="0"/>
                </a:moveTo>
                <a:lnTo>
                  <a:pt x="1962150" y="0"/>
                </a:lnTo>
                <a:cubicBezTo>
                  <a:pt x="2025276" y="0"/>
                  <a:pt x="2076450" y="51174"/>
                  <a:pt x="2076450" y="114300"/>
                </a:cubicBezTo>
                <a:lnTo>
                  <a:pt x="2076450" y="3733800"/>
                </a:lnTo>
                <a:cubicBezTo>
                  <a:pt x="2076450" y="3796926"/>
                  <a:pt x="2025276" y="3848100"/>
                  <a:pt x="1962150" y="3848100"/>
                </a:cubicBezTo>
                <a:lnTo>
                  <a:pt x="114300" y="3848100"/>
                </a:lnTo>
                <a:cubicBezTo>
                  <a:pt x="51174" y="3848100"/>
                  <a:pt x="0" y="3796926"/>
                  <a:pt x="0" y="3733800"/>
                </a:cubicBezTo>
                <a:lnTo>
                  <a:pt x="0" y="114300"/>
                </a:lnTo>
                <a:cubicBezTo>
                  <a:pt x="0" y="51174"/>
                  <a:pt x="51174" y="0"/>
                  <a:pt x="114300" y="0"/>
                </a:cubicBezTo>
                <a:close/>
              </a:path>
            </a:pathLst>
          </a:custGeom>
          <a:solidFill>
            <a:srgbClr val="FFFFFF"/>
          </a:solidFill>
          <a:ln w="9525">
            <a:solidFill>
              <a:srgbClr val="DFE4E8"/>
            </a:solidFill>
            <a:prstDash val="solid"/>
          </a:ln>
        </p:spPr>
      </p:sp>
      <p:sp>
        <p:nvSpPr>
          <p:cNvPr id="10001" name="Input and topology header">
            <a:extLst>
              <a:ext uri="{FF2B5EF4-FFF2-40B4-BE49-F238E27FC236}">
                <ns2:creationId id="{7537AB63-A5C5-4B77-8CE8-24FA66625BFD}"/>
              </a:ext>
            </a:extLst>
          </p:cNvPr>
          <p:cNvSpPr>
            <a:spLocks noGrp="1"/>
          </p:cNvSpPr>
          <p:nvPr/>
        </p:nvSpPr>
        <p:spPr>
          <a:xfrm>
            <a:off x="80963" y="80963"/>
            <a:ext cx="2066925" cy="319088"/>
          </a:xfrm>
          <a:custGeom>
            <a:pathLst>
              <a:path w="2066925" h="319088">
                <a:moveTo>
                  <a:pt x="109538" y="0"/>
                </a:moveTo>
                <a:lnTo>
                  <a:pt x="1957388" y="0"/>
                </a:lnTo>
                <a:cubicBezTo>
                  <a:pt x="2017883" y="0"/>
                  <a:pt x="2066925" y="49042"/>
                  <a:pt x="2066925" y="109538"/>
                </a:cubicBezTo>
                <a:lnTo>
                  <a:pt x="2066925" y="319088"/>
                </a:lnTo>
                <a:lnTo>
                  <a:pt x="0" y="319088"/>
                </a:lnTo>
                <a:lnTo>
                  <a:pt x="0" y="109538"/>
                </a:lnTo>
                <a:cubicBezTo>
                  <a:pt x="0" y="49042"/>
                  <a:pt x="49042" y="0"/>
                  <a:pt x="109538" y="0"/>
                </a:cubicBezTo>
                <a:close/>
              </a:path>
            </a:pathLst>
          </a:custGeom>
          <a:solidFill>
            <a:srgbClr val="E7EDF0"/>
          </a:solidFill>
          <a:ln w="0">
            <a:noFill/>
            <a:prstDash val="solid"/>
          </a:ln>
        </p:spPr>
      </p:sp>
      <p:sp>
        <p:nvSpPr>
          <p:cNvPr id="10002" name="Input and topology title">
            <a:extLst>
              <a:ext uri="{FF2B5EF4-FFF2-40B4-BE49-F238E27FC236}">
                <ns2:creationId id="{862E83A4-3B06-4980-BC93-0FC70EB1389D}"/>
              </a:ext>
            </a:extLst>
          </p:cNvPr>
          <p:cNvSpPr>
            <a:spLocks noGrp="1"/>
          </p:cNvSpPr>
          <p:nvPr/>
        </p:nvSpPr>
        <p:spPr>
          <a:xfrm>
            <a:off x="190500" y="133350"/>
            <a:ext cx="1847850" cy="228600"/>
          </a:xfrm>
          <a:prstGeom prst="rect">
            <a:avLst/>
          </a:prstGeom>
          <a:noFill/>
          <a:ln w="0">
            <a:noFill/>
          </a:ln>
        </p:spPr>
        <p:txBody>
          <a:bodyPr wrap="none" lIns="0" tIns="0" rIns="0" bIns="0" anchor="ct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Input and topology</a:t>
            </a:r>
          </a:p>
        </p:txBody>
      </p:sp>
      <p:sp>
        <p:nvSpPr>
          <p:cNvPr id="10003" name="Scalar field subtitle">
            <a:extLst>
              <a:ext uri="{FF2B5EF4-FFF2-40B4-BE49-F238E27FC236}">
                <ns2:creationId id="{33180ECA-0E3B-4E5B-BC7B-98735BCE8BE5}"/>
              </a:ext>
            </a:extLst>
          </p:cNvPr>
          <p:cNvSpPr>
            <a:spLocks noGrp="1"/>
          </p:cNvSpPr>
          <p:nvPr/>
        </p:nvSpPr>
        <p:spPr>
          <a:xfrm>
            <a:off x="190500" y="466725"/>
            <a:ext cx="1847850" cy="333375"/>
          </a:xfrm>
          <a:prstGeom prst="rect">
            <a:avLst/>
          </a:prstGeom>
          <a:noFill/>
          <a:ln w="0">
            <a:noFill/>
          </a:ln>
        </p:spPr>
        <p:txBody>
          <a:bodyPr wrap="none" lIns="0" tIns="0" rIns="0" bIns="0" anchor="ctr"/>
          <a:lstStyle>
            <a:defPPr algn="ctr">
              <a:defRPr sz="1200" b="1">
                <a:solidFill>
                  <a:srgbClr val="000000"/>
                </a:solidFill>
                <a:latin typeface="Arial"/>
                <a:ea typeface="Arial"/>
                <a:cs typeface="Arial"/>
              </a:defRPr>
            </a:defPPr>
            <a:lvl1pPr algn="ctr">
              <a:defRPr sz="1200" b="1">
                <a:solidFill>
                  <a:srgbClr val="000000"/>
                </a:solidFill>
                <a:latin typeface="Arial"/>
                <a:ea typeface="Arial"/>
                <a:cs typeface="Arial"/>
              </a:defRPr>
            </a:lvl1pPr>
            <a:lvl2pPr algn="ctr">
              <a:defRPr sz="1200" b="1">
                <a:solidFill>
                  <a:srgbClr val="000000"/>
                </a:solidFill>
                <a:latin typeface="Arial"/>
                <a:ea typeface="Arial"/>
                <a:cs typeface="Arial"/>
              </a:defRPr>
            </a:lvl2pPr>
            <a:lvl3pPr algn="ctr">
              <a:defRPr sz="1200" b="1">
                <a:solidFill>
                  <a:srgbClr val="000000"/>
                </a:solidFill>
                <a:latin typeface="Arial"/>
                <a:ea typeface="Arial"/>
                <a:cs typeface="Arial"/>
              </a:defRPr>
            </a:lvl3pPr>
            <a:lvl4pPr algn="ctr">
              <a:defRPr sz="1200" b="1">
                <a:solidFill>
                  <a:srgbClr val="000000"/>
                </a:solidFill>
                <a:latin typeface="Arial"/>
                <a:ea typeface="Arial"/>
                <a:cs typeface="Arial"/>
              </a:defRPr>
            </a:lvl4pPr>
            <a:lvl5pPr algn="ctr">
              <a:defRPr sz="1200" b="1">
                <a:solidFill>
                  <a:srgbClr val="000000"/>
                </a:solidFill>
                <a:latin typeface="Arial"/>
                <a:ea typeface="Arial"/>
                <a:cs typeface="Arial"/>
              </a:defRPr>
            </a:lvl5pPr>
            <a:lvl6pPr algn="ctr">
              <a:defRPr sz="1200" b="1">
                <a:solidFill>
                  <a:srgbClr val="000000"/>
                </a:solidFill>
                <a:latin typeface="Arial"/>
                <a:ea typeface="Arial"/>
                <a:cs typeface="Arial"/>
              </a:defRPr>
            </a:lvl6pPr>
            <a:lvl7pPr algn="ctr">
              <a:defRPr sz="1200" b="1">
                <a:solidFill>
                  <a:srgbClr val="000000"/>
                </a:solidFill>
                <a:latin typeface="Arial"/>
                <a:ea typeface="Arial"/>
                <a:cs typeface="Arial"/>
              </a:defRPr>
            </a:lvl7pPr>
            <a:lvl8pPr algn="ctr">
              <a:defRPr sz="1200" b="1">
                <a:solidFill>
                  <a:srgbClr val="000000"/>
                </a:solidFill>
                <a:latin typeface="Arial"/>
                <a:ea typeface="Arial"/>
                <a:cs typeface="Arial"/>
              </a:defRPr>
            </a:lvl8pPr>
            <a:lvl9pPr algn="ctr">
              <a:defRPr sz="1200" b="1">
                <a:solidFill>
                  <a:srgbClr val="000000"/>
                </a:solidFill>
                <a:latin typeface="Arial"/>
                <a:ea typeface="Arial"/>
                <a:cs typeface="Arial"/>
              </a:defRPr>
            </a:lvl9pPr>
          </a:lstStyle>
          <a:p>
            <a:pPr algn="ctr">
              <a:defRPr sz="1200" b="1">
                <a:solidFill>
                  <a:srgbClr val="000000"/>
                </a:solidFill>
                <a:latin typeface="Arial"/>
                <a:ea typeface="Arial"/>
                <a:cs typeface="Arial"/>
              </a:defRPr>
            </a:pPr>
            <a:r>
              <a:rPr sz="1200" b="1">
                <a:solidFill>
                  <a:srgbClr val="000000"/>
                </a:solidFill>
                <a:latin typeface="Arial"/>
                <a:ea typeface="Arial"/>
                <a:cs typeface="Arial"/>
              </a:rPr>
              <a:t>Time-varying</a:t>
            </a:r>
          </a:p>
          <a:p>
            <a:pPr algn="ctr">
              <a:defRPr sz="1200" b="1">
                <a:solidFill>
                  <a:srgbClr val="000000"/>
                </a:solidFill>
                <a:latin typeface="Arial"/>
                <a:ea typeface="Arial"/>
                <a:cs typeface="Arial"/>
              </a:defRPr>
            </a:pPr>
            <a:r>
              <a:rPr sz="1200" b="1">
                <a:solidFill>
                  <a:srgbClr val="000000"/>
                </a:solidFill>
                <a:latin typeface="Arial"/>
                <a:ea typeface="Arial"/>
                <a:cs typeface="Arial"/>
              </a:rPr>
              <a:t>2D scalar field</a:t>
            </a:r>
          </a:p>
        </p:txBody>
      </p:sp>
      <p:sp>
        <p:nvSpPr>
          <p:cNvPr id="10004" name="Time axis upper">
            <a:extLst>
              <a:ext uri="{FF2B5EF4-FFF2-40B4-BE49-F238E27FC236}">
                <ns2:creationId id="{A40B8F2A-27C1-4A8B-9C77-393CF0DD3E32}"/>
              </a:ext>
            </a:extLst>
          </p:cNvPr>
          <p:cNvSpPr>
            <a:spLocks noGrp="1"/>
          </p:cNvSpPr>
          <p:nvPr/>
        </p:nvSpPr>
        <p:spPr>
          <a:xfrm>
            <a:off x="457200" y="819150"/>
            <a:ext cx="95" cy="495300"/>
          </a:xfrm>
          <a:custGeom>
            <a:pathLst>
              <a:path w="95" h="628650">
                <a:moveTo>
                  <a:pt x="0" y="0"/>
                </a:moveTo>
                <a:lnTo>
                  <a:pt x="0" y="628650"/>
                </a:lnTo>
              </a:path>
            </a:pathLst>
          </a:custGeom>
          <a:noFill/>
          <a:ln w="14288">
            <a:solidFill>
              <a:srgbClr val="000000"/>
            </a:solidFill>
            <a:prstDash val="solid"/>
          </a:ln>
        </p:spPr>
      </p:sp>
      <p:sp>
        <p:nvSpPr>
          <p:cNvPr id="10005" name="Time axis label">
            <a:extLst>
              <a:ext uri="{FF2B5EF4-FFF2-40B4-BE49-F238E27FC236}">
                <ns2:creationId id="{CB7D9A9F-5BE8-4A68-9F66-5CCD18591880}"/>
              </a:ext>
            </a:extLst>
          </p:cNvPr>
          <p:cNvSpPr>
            <a:spLocks noGrp="1"/>
          </p:cNvSpPr>
          <p:nvPr/>
        </p:nvSpPr>
        <p:spPr>
          <a:xfrm>
            <a:off x="266700" y="1343025"/>
            <a:ext cx="381000" cy="219075"/>
          </a:xfrm>
          <a:prstGeom prst="rect">
            <a:avLst/>
          </a:prstGeom>
          <a:noFill/>
          <a:ln w="0">
            <a:noFill/>
          </a:ln>
        </p:spPr>
        <p:txBody>
          <a:bodyPr wrap="none" lIns="0" tIns="0" rIns="0" bIns="0" anchor="ct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time</a:t>
            </a:r>
          </a:p>
        </p:txBody>
      </p:sp>
      <p:sp>
        <p:nvSpPr>
          <p:cNvPr id="10006" name="Time axis lower">
            <a:extLst>
              <a:ext uri="{FF2B5EF4-FFF2-40B4-BE49-F238E27FC236}">
                <ns2:creationId id="{80F7C04E-CD56-465B-B582-E21789543620}"/>
              </a:ext>
            </a:extLst>
          </p:cNvPr>
          <p:cNvSpPr>
            <a:spLocks noGrp="1"/>
          </p:cNvSpPr>
          <p:nvPr/>
        </p:nvSpPr>
        <p:spPr>
          <a:xfrm>
            <a:off x="457200" y="1581150"/>
            <a:ext cx="95" cy="447675"/>
          </a:xfrm>
          <a:custGeom>
            <a:pathLst>
              <a:path w="95" h="647700">
                <a:moveTo>
                  <a:pt x="0" y="0"/>
                </a:moveTo>
                <a:lnTo>
                  <a:pt x="0" y="647700"/>
                </a:lnTo>
              </a:path>
            </a:pathLst>
          </a:custGeom>
          <a:noFill/>
          <a:ln w="14288">
            <a:solidFill>
              <a:srgbClr val="000000"/>
            </a:solidFill>
            <a:prstDash val="solid"/>
          </a:ln>
        </p:spPr>
      </p:sp>
      <p:sp>
        <p:nvSpPr>
          <p:cNvPr id="10007" name="Time axis arrow">
            <a:extLst>
              <a:ext uri="{FF2B5EF4-FFF2-40B4-BE49-F238E27FC236}">
                <ns2:creationId id="{46000FB7-AD46-4365-B2CC-084B5F7BF633}"/>
              </a:ext>
            </a:extLst>
          </p:cNvPr>
          <p:cNvSpPr>
            <a:spLocks noGrp="1"/>
          </p:cNvSpPr>
          <p:nvPr/>
        </p:nvSpPr>
        <p:spPr>
          <a:xfrm>
            <a:off x="419100" y="2019300"/>
            <a:ext cx="76200" cy="76200"/>
          </a:xfrm>
          <a:custGeom>
            <a:pathLst>
              <a:path w="76200" h="76200">
                <a:moveTo>
                  <a:pt x="0" y="0"/>
                </a:moveTo>
                <a:lnTo>
                  <a:pt x="76200" y="0"/>
                </a:lnTo>
                <a:lnTo>
                  <a:pt x="38100" y="76200"/>
                </a:lnTo>
                <a:close/>
              </a:path>
            </a:pathLst>
          </a:custGeom>
          <a:solidFill>
            <a:srgbClr val="000000"/>
          </a:solidFill>
          <a:ln w="0">
            <a:noFill/>
            <a:prstDash val="solid"/>
          </a:ln>
        </p:spPr>
      </p:sp>
      <p:sp>
        <p:nvSpPr>
          <p:cNvPr id="10008" name="Snapshot time 0">
            <a:extLst>
              <a:ext uri="{FF2B5EF4-FFF2-40B4-BE49-F238E27FC236}">
                <ns2:creationId id="{C22B1D16-E9AE-4873-9C98-B24C23D44898}"/>
              </a:ext>
            </a:extLst>
          </p:cNvPr>
          <p:cNvSpPr>
            <a:spLocks noGrp="1"/>
          </p:cNvSpPr>
          <p:nvPr/>
        </p:nvSpPr>
        <p:spPr>
          <a:xfrm>
            <a:off x="733425" y="923925"/>
            <a:ext cx="266700" cy="190500"/>
          </a:xfrm>
          <a:prstGeom prst="rect">
            <a:avLst/>
          </a:prstGeom>
          <a:noFill/>
          <a:ln w="0">
            <a:noFill/>
          </a:ln>
        </p:spPr>
        <p:txBody>
          <a:bodyPr wrap="none" lIns="0" tIns="0" rIns="0" bIns="0" anchor="ctr"/>
          <a:lstStyle>
            <a:defPPr algn="l">
              <a:defRPr sz="975" b="0">
                <a:solidFill>
                  <a:srgbClr val="000000"/>
                </a:solidFill>
                <a:latin typeface="Arial"/>
                <a:ea typeface="Arial"/>
                <a:cs typeface="Arial"/>
              </a:defRPr>
            </a:defPPr>
            <a:lvl1pPr algn="l">
              <a:defRPr sz="975" b="0">
                <a:solidFill>
                  <a:srgbClr val="000000"/>
                </a:solidFill>
                <a:latin typeface="Arial"/>
                <a:ea typeface="Arial"/>
                <a:cs typeface="Arial"/>
              </a:defRPr>
            </a:lvl1pPr>
            <a:lvl2pPr algn="l">
              <a:defRPr sz="975" b="0">
                <a:solidFill>
                  <a:srgbClr val="000000"/>
                </a:solidFill>
                <a:latin typeface="Arial"/>
                <a:ea typeface="Arial"/>
                <a:cs typeface="Arial"/>
              </a:defRPr>
            </a:lvl2pPr>
            <a:lvl3pPr algn="l">
              <a:defRPr sz="975" b="0">
                <a:solidFill>
                  <a:srgbClr val="000000"/>
                </a:solidFill>
                <a:latin typeface="Arial"/>
                <a:ea typeface="Arial"/>
                <a:cs typeface="Arial"/>
              </a:defRPr>
            </a:lvl3pPr>
            <a:lvl4pPr algn="l">
              <a:defRPr sz="975" b="0">
                <a:solidFill>
                  <a:srgbClr val="000000"/>
                </a:solidFill>
                <a:latin typeface="Arial"/>
                <a:ea typeface="Arial"/>
                <a:cs typeface="Arial"/>
              </a:defRPr>
            </a:lvl4pPr>
            <a:lvl5pPr algn="l">
              <a:defRPr sz="975" b="0">
                <a:solidFill>
                  <a:srgbClr val="000000"/>
                </a:solidFill>
                <a:latin typeface="Arial"/>
                <a:ea typeface="Arial"/>
                <a:cs typeface="Arial"/>
              </a:defRPr>
            </a:lvl5pPr>
            <a:lvl6pPr algn="l">
              <a:defRPr sz="975" b="0">
                <a:solidFill>
                  <a:srgbClr val="000000"/>
                </a:solidFill>
                <a:latin typeface="Arial"/>
                <a:ea typeface="Arial"/>
                <a:cs typeface="Arial"/>
              </a:defRPr>
            </a:lvl6pPr>
            <a:lvl7pPr algn="l">
              <a:defRPr sz="975" b="0">
                <a:solidFill>
                  <a:srgbClr val="000000"/>
                </a:solidFill>
                <a:latin typeface="Arial"/>
                <a:ea typeface="Arial"/>
                <a:cs typeface="Arial"/>
              </a:defRPr>
            </a:lvl7pPr>
            <a:lvl8pPr algn="l">
              <a:defRPr sz="975" b="0">
                <a:solidFill>
                  <a:srgbClr val="000000"/>
                </a:solidFill>
                <a:latin typeface="Arial"/>
                <a:ea typeface="Arial"/>
                <a:cs typeface="Arial"/>
              </a:defRPr>
            </a:lvl8pPr>
            <a:lvl9pPr algn="l">
              <a:defRPr sz="975" b="0">
                <a:solidFill>
                  <a:srgbClr val="000000"/>
                </a:solidFill>
                <a:latin typeface="Arial"/>
                <a:ea typeface="Arial"/>
                <a:cs typeface="Arial"/>
              </a:defRPr>
            </a:lvl9pPr>
          </a:lstStyle>
          <a:p>
            <a:pPr algn="l">
              <a:defRPr sz="975" b="0">
                <a:solidFill>
                  <a:srgbClr val="000000"/>
                </a:solidFill>
                <a:latin typeface="Arial"/>
                <a:ea typeface="Arial"/>
                <a:cs typeface="Arial"/>
              </a:defRPr>
            </a:pPr>
            <a:r>
              <a:rPr sz="975" b="0">
                <a:solidFill>
                  <a:srgbClr val="000000"/>
                </a:solidFill>
                <a:latin typeface="Arial"/>
                <a:ea typeface="Arial"/>
                <a:cs typeface="Arial"/>
              </a:rPr>
              <a:t>t0</a:t>
            </a:r>
          </a:p>
        </p:txBody>
      </p:sp>
      <p:sp>
        <p:nvSpPr>
          <p:cNvPr id="10009" name="Snapshot time 1">
            <a:extLst>
              <a:ext uri="{FF2B5EF4-FFF2-40B4-BE49-F238E27FC236}">
                <ns2:creationId id="{891DCD29-8D28-4F5F-881E-7914ED799823}"/>
              </a:ext>
            </a:extLst>
          </p:cNvPr>
          <p:cNvSpPr>
            <a:spLocks noGrp="1"/>
          </p:cNvSpPr>
          <p:nvPr/>
        </p:nvSpPr>
        <p:spPr>
          <a:xfrm>
            <a:off x="733425" y="1352550"/>
            <a:ext cx="266700" cy="190500"/>
          </a:xfrm>
          <a:prstGeom prst="rect">
            <a:avLst/>
          </a:prstGeom>
          <a:noFill/>
          <a:ln w="0">
            <a:noFill/>
          </a:ln>
        </p:spPr>
        <p:txBody>
          <a:bodyPr wrap="none" lIns="0" tIns="0" rIns="0" bIns="0" anchor="ctr"/>
          <a:lstStyle>
            <a:defPPr algn="l">
              <a:defRPr sz="975" b="0">
                <a:solidFill>
                  <a:srgbClr val="000000"/>
                </a:solidFill>
                <a:latin typeface="Arial"/>
                <a:ea typeface="Arial"/>
                <a:cs typeface="Arial"/>
              </a:defRPr>
            </a:defPPr>
            <a:lvl1pPr algn="l">
              <a:defRPr sz="975" b="0">
                <a:solidFill>
                  <a:srgbClr val="000000"/>
                </a:solidFill>
                <a:latin typeface="Arial"/>
                <a:ea typeface="Arial"/>
                <a:cs typeface="Arial"/>
              </a:defRPr>
            </a:lvl1pPr>
            <a:lvl2pPr algn="l">
              <a:defRPr sz="975" b="0">
                <a:solidFill>
                  <a:srgbClr val="000000"/>
                </a:solidFill>
                <a:latin typeface="Arial"/>
                <a:ea typeface="Arial"/>
                <a:cs typeface="Arial"/>
              </a:defRPr>
            </a:lvl2pPr>
            <a:lvl3pPr algn="l">
              <a:defRPr sz="975" b="0">
                <a:solidFill>
                  <a:srgbClr val="000000"/>
                </a:solidFill>
                <a:latin typeface="Arial"/>
                <a:ea typeface="Arial"/>
                <a:cs typeface="Arial"/>
              </a:defRPr>
            </a:lvl3pPr>
            <a:lvl4pPr algn="l">
              <a:defRPr sz="975" b="0">
                <a:solidFill>
                  <a:srgbClr val="000000"/>
                </a:solidFill>
                <a:latin typeface="Arial"/>
                <a:ea typeface="Arial"/>
                <a:cs typeface="Arial"/>
              </a:defRPr>
            </a:lvl4pPr>
            <a:lvl5pPr algn="l">
              <a:defRPr sz="975" b="0">
                <a:solidFill>
                  <a:srgbClr val="000000"/>
                </a:solidFill>
                <a:latin typeface="Arial"/>
                <a:ea typeface="Arial"/>
                <a:cs typeface="Arial"/>
              </a:defRPr>
            </a:lvl5pPr>
            <a:lvl6pPr algn="l">
              <a:defRPr sz="975" b="0">
                <a:solidFill>
                  <a:srgbClr val="000000"/>
                </a:solidFill>
                <a:latin typeface="Arial"/>
                <a:ea typeface="Arial"/>
                <a:cs typeface="Arial"/>
              </a:defRPr>
            </a:lvl6pPr>
            <a:lvl7pPr algn="l">
              <a:defRPr sz="975" b="0">
                <a:solidFill>
                  <a:srgbClr val="000000"/>
                </a:solidFill>
                <a:latin typeface="Arial"/>
                <a:ea typeface="Arial"/>
                <a:cs typeface="Arial"/>
              </a:defRPr>
            </a:lvl7pPr>
            <a:lvl8pPr algn="l">
              <a:defRPr sz="975" b="0">
                <a:solidFill>
                  <a:srgbClr val="000000"/>
                </a:solidFill>
                <a:latin typeface="Arial"/>
                <a:ea typeface="Arial"/>
                <a:cs typeface="Arial"/>
              </a:defRPr>
            </a:lvl8pPr>
            <a:lvl9pPr algn="l">
              <a:defRPr sz="975" b="0">
                <a:solidFill>
                  <a:srgbClr val="000000"/>
                </a:solidFill>
                <a:latin typeface="Arial"/>
                <a:ea typeface="Arial"/>
                <a:cs typeface="Arial"/>
              </a:defRPr>
            </a:lvl9pPr>
          </a:lstStyle>
          <a:p>
            <a:pPr algn="l">
              <a:defRPr sz="975" b="0">
                <a:solidFill>
                  <a:srgbClr val="000000"/>
                </a:solidFill>
                <a:latin typeface="Arial"/>
                <a:ea typeface="Arial"/>
                <a:cs typeface="Arial"/>
              </a:defRPr>
            </a:pPr>
            <a:r>
              <a:rPr sz="975" b="0">
                <a:solidFill>
                  <a:srgbClr val="000000"/>
                </a:solidFill>
                <a:latin typeface="Arial"/>
                <a:ea typeface="Arial"/>
                <a:cs typeface="Arial"/>
              </a:rPr>
              <a:t>t1</a:t>
            </a:r>
          </a:p>
        </p:txBody>
      </p:sp>
      <p:sp>
        <p:nvSpPr>
          <p:cNvPr id="10010" name="Snapshot time 2">
            <a:extLst>
              <a:ext uri="{FF2B5EF4-FFF2-40B4-BE49-F238E27FC236}">
                <ns2:creationId id="{B5443CC0-01E4-479B-9DF2-94D10FD18564}"/>
              </a:ext>
            </a:extLst>
          </p:cNvPr>
          <p:cNvSpPr>
            <a:spLocks noGrp="1"/>
          </p:cNvSpPr>
          <p:nvPr/>
        </p:nvSpPr>
        <p:spPr>
          <a:xfrm>
            <a:off x="733425" y="1781175"/>
            <a:ext cx="266700" cy="190500"/>
          </a:xfrm>
          <a:prstGeom prst="rect">
            <a:avLst/>
          </a:prstGeom>
          <a:noFill/>
          <a:ln w="0">
            <a:noFill/>
          </a:ln>
        </p:spPr>
        <p:txBody>
          <a:bodyPr wrap="none" lIns="0" tIns="0" rIns="0" bIns="0" anchor="ctr"/>
          <a:lstStyle>
            <a:defPPr algn="l">
              <a:defRPr sz="975" b="0">
                <a:solidFill>
                  <a:srgbClr val="000000"/>
                </a:solidFill>
                <a:latin typeface="Arial"/>
                <a:ea typeface="Arial"/>
                <a:cs typeface="Arial"/>
              </a:defRPr>
            </a:defPPr>
            <a:lvl1pPr algn="l">
              <a:defRPr sz="975" b="0">
                <a:solidFill>
                  <a:srgbClr val="000000"/>
                </a:solidFill>
                <a:latin typeface="Arial"/>
                <a:ea typeface="Arial"/>
                <a:cs typeface="Arial"/>
              </a:defRPr>
            </a:lvl1pPr>
            <a:lvl2pPr algn="l">
              <a:defRPr sz="975" b="0">
                <a:solidFill>
                  <a:srgbClr val="000000"/>
                </a:solidFill>
                <a:latin typeface="Arial"/>
                <a:ea typeface="Arial"/>
                <a:cs typeface="Arial"/>
              </a:defRPr>
            </a:lvl2pPr>
            <a:lvl3pPr algn="l">
              <a:defRPr sz="975" b="0">
                <a:solidFill>
                  <a:srgbClr val="000000"/>
                </a:solidFill>
                <a:latin typeface="Arial"/>
                <a:ea typeface="Arial"/>
                <a:cs typeface="Arial"/>
              </a:defRPr>
            </a:lvl3pPr>
            <a:lvl4pPr algn="l">
              <a:defRPr sz="975" b="0">
                <a:solidFill>
                  <a:srgbClr val="000000"/>
                </a:solidFill>
                <a:latin typeface="Arial"/>
                <a:ea typeface="Arial"/>
                <a:cs typeface="Arial"/>
              </a:defRPr>
            </a:lvl4pPr>
            <a:lvl5pPr algn="l">
              <a:defRPr sz="975" b="0">
                <a:solidFill>
                  <a:srgbClr val="000000"/>
                </a:solidFill>
                <a:latin typeface="Arial"/>
                <a:ea typeface="Arial"/>
                <a:cs typeface="Arial"/>
              </a:defRPr>
            </a:lvl5pPr>
            <a:lvl6pPr algn="l">
              <a:defRPr sz="975" b="0">
                <a:solidFill>
                  <a:srgbClr val="000000"/>
                </a:solidFill>
                <a:latin typeface="Arial"/>
                <a:ea typeface="Arial"/>
                <a:cs typeface="Arial"/>
              </a:defRPr>
            </a:lvl6pPr>
            <a:lvl7pPr algn="l">
              <a:defRPr sz="975" b="0">
                <a:solidFill>
                  <a:srgbClr val="000000"/>
                </a:solidFill>
                <a:latin typeface="Arial"/>
                <a:ea typeface="Arial"/>
                <a:cs typeface="Arial"/>
              </a:defRPr>
            </a:lvl7pPr>
            <a:lvl8pPr algn="l">
              <a:defRPr sz="975" b="0">
                <a:solidFill>
                  <a:srgbClr val="000000"/>
                </a:solidFill>
                <a:latin typeface="Arial"/>
                <a:ea typeface="Arial"/>
                <a:cs typeface="Arial"/>
              </a:defRPr>
            </a:lvl8pPr>
            <a:lvl9pPr algn="l">
              <a:defRPr sz="975" b="0">
                <a:solidFill>
                  <a:srgbClr val="000000"/>
                </a:solidFill>
                <a:latin typeface="Arial"/>
                <a:ea typeface="Arial"/>
                <a:cs typeface="Arial"/>
              </a:defRPr>
            </a:lvl9pPr>
          </a:lstStyle>
          <a:p>
            <a:pPr algn="l">
              <a:defRPr sz="975" b="0">
                <a:solidFill>
                  <a:srgbClr val="000000"/>
                </a:solidFill>
                <a:latin typeface="Arial"/>
                <a:ea typeface="Arial"/>
                <a:cs typeface="Arial"/>
              </a:defRPr>
            </a:pPr>
            <a:r>
              <a:rPr sz="975" b="0">
                <a:solidFill>
                  <a:srgbClr val="000000"/>
                </a:solidFill>
                <a:latin typeface="Arial"/>
                <a:ea typeface="Arial"/>
                <a:cs typeface="Arial"/>
              </a:rPr>
              <a:t>t2</a:t>
            </a:r>
          </a:p>
        </p:txBody>
      </p:sp>
      <p:sp>
        <p:nvSpPr>
          <p:cNvPr id="10011" name="Augmented tree subtitle">
            <a:extLst>
              <a:ext uri="{FF2B5EF4-FFF2-40B4-BE49-F238E27FC236}">
                <ns2:creationId id="{6584A661-0FED-44AF-B1F4-D54F69AC7DD2}"/>
              </a:ext>
            </a:extLst>
          </p:cNvPr>
          <p:cNvSpPr>
            <a:spLocks noGrp="1"/>
          </p:cNvSpPr>
          <p:nvPr/>
        </p:nvSpPr>
        <p:spPr>
          <a:xfrm>
            <a:off x="180975" y="2133600"/>
            <a:ext cx="1866900" cy="228600"/>
          </a:xfrm>
          <a:prstGeom prst="rect">
            <a:avLst/>
          </a:prstGeom>
          <a:noFill/>
          <a:ln w="0">
            <a:noFill/>
          </a:ln>
        </p:spPr>
        <p:txBody>
          <a:bodyPr wrap="none" lIns="0" tIns="0" rIns="0" bIns="0" anchor="ctr"/>
          <a:lstStyle>
            <a:defPPr algn="ctr">
              <a:defRPr sz="1200" b="1">
                <a:solidFill>
                  <a:srgbClr val="000000"/>
                </a:solidFill>
                <a:latin typeface="Arial"/>
                <a:ea typeface="Arial"/>
                <a:cs typeface="Arial"/>
              </a:defRPr>
            </a:defPPr>
            <a:lvl1pPr algn="ctr">
              <a:defRPr sz="1200" b="1">
                <a:solidFill>
                  <a:srgbClr val="000000"/>
                </a:solidFill>
                <a:latin typeface="Arial"/>
                <a:ea typeface="Arial"/>
                <a:cs typeface="Arial"/>
              </a:defRPr>
            </a:lvl1pPr>
            <a:lvl2pPr algn="ctr">
              <a:defRPr sz="1200" b="1">
                <a:solidFill>
                  <a:srgbClr val="000000"/>
                </a:solidFill>
                <a:latin typeface="Arial"/>
                <a:ea typeface="Arial"/>
                <a:cs typeface="Arial"/>
              </a:defRPr>
            </a:lvl2pPr>
            <a:lvl3pPr algn="ctr">
              <a:defRPr sz="1200" b="1">
                <a:solidFill>
                  <a:srgbClr val="000000"/>
                </a:solidFill>
                <a:latin typeface="Arial"/>
                <a:ea typeface="Arial"/>
                <a:cs typeface="Arial"/>
              </a:defRPr>
            </a:lvl3pPr>
            <a:lvl4pPr algn="ctr">
              <a:defRPr sz="1200" b="1">
                <a:solidFill>
                  <a:srgbClr val="000000"/>
                </a:solidFill>
                <a:latin typeface="Arial"/>
                <a:ea typeface="Arial"/>
                <a:cs typeface="Arial"/>
              </a:defRPr>
            </a:lvl4pPr>
            <a:lvl5pPr algn="ctr">
              <a:defRPr sz="1200" b="1">
                <a:solidFill>
                  <a:srgbClr val="000000"/>
                </a:solidFill>
                <a:latin typeface="Arial"/>
                <a:ea typeface="Arial"/>
                <a:cs typeface="Arial"/>
              </a:defRPr>
            </a:lvl5pPr>
            <a:lvl6pPr algn="ctr">
              <a:defRPr sz="1200" b="1">
                <a:solidFill>
                  <a:srgbClr val="000000"/>
                </a:solidFill>
                <a:latin typeface="Arial"/>
                <a:ea typeface="Arial"/>
                <a:cs typeface="Arial"/>
              </a:defRPr>
            </a:lvl6pPr>
            <a:lvl7pPr algn="ctr">
              <a:defRPr sz="1200" b="1">
                <a:solidFill>
                  <a:srgbClr val="000000"/>
                </a:solidFill>
                <a:latin typeface="Arial"/>
                <a:ea typeface="Arial"/>
                <a:cs typeface="Arial"/>
              </a:defRPr>
            </a:lvl7pPr>
            <a:lvl8pPr algn="ctr">
              <a:defRPr sz="1200" b="1">
                <a:solidFill>
                  <a:srgbClr val="000000"/>
                </a:solidFill>
                <a:latin typeface="Arial"/>
                <a:ea typeface="Arial"/>
                <a:cs typeface="Arial"/>
              </a:defRPr>
            </a:lvl8pPr>
            <a:lvl9pPr algn="ctr">
              <a:defRPr sz="1200" b="1">
                <a:solidFill>
                  <a:srgbClr val="000000"/>
                </a:solidFill>
                <a:latin typeface="Arial"/>
                <a:ea typeface="Arial"/>
                <a:cs typeface="Arial"/>
              </a:defRPr>
            </a:lvl9pPr>
          </a:lstStyle>
          <a:p>
            <a:pPr algn="ctr">
              <a:defRPr sz="1200" b="1">
                <a:solidFill>
                  <a:srgbClr val="000000"/>
                </a:solidFill>
                <a:latin typeface="Arial"/>
                <a:ea typeface="Arial"/>
                <a:cs typeface="Arial"/>
              </a:defRPr>
            </a:pPr>
            <a:r>
              <a:rPr sz="1200" b="1">
                <a:solidFill>
                  <a:srgbClr val="000000"/>
                </a:solidFill>
                <a:latin typeface="Arial"/>
                <a:ea typeface="Arial"/>
                <a:cs typeface="Arial"/>
              </a:rPr>
              <a:t>Augmented merge tree</a:t>
            </a:r>
          </a:p>
        </p:txBody>
      </p:sp>
      <p:sp>
        <p:nvSpPr>
          <p:cNvPr id="10012" name="TMTM frame">
            <a:extLst>
              <a:ext uri="{FF2B5EF4-FFF2-40B4-BE49-F238E27FC236}">
                <ns2:creationId id="{7F0C8DCC-86CB-4FB6-A305-AB7089AE8FE7}"/>
              </a:ext>
            </a:extLst>
          </p:cNvPr>
          <p:cNvSpPr>
            <a:spLocks noGrp="1"/>
          </p:cNvSpPr>
          <p:nvPr/>
        </p:nvSpPr>
        <p:spPr>
          <a:xfrm>
            <a:off x="2438400" y="76200"/>
            <a:ext cx="6629400" cy="1809750"/>
          </a:xfrm>
          <a:custGeom>
            <a:pathLst>
              <a:path w="6629400" h="1809750">
                <a:moveTo>
                  <a:pt x="114300" y="0"/>
                </a:moveTo>
                <a:lnTo>
                  <a:pt x="6515100" y="0"/>
                </a:lnTo>
                <a:cubicBezTo>
                  <a:pt x="6578226" y="0"/>
                  <a:pt x="6629400" y="51174"/>
                  <a:pt x="6629400" y="114300"/>
                </a:cubicBezTo>
                <a:lnTo>
                  <a:pt x="6629400" y="1695450"/>
                </a:lnTo>
                <a:cubicBezTo>
                  <a:pt x="6629400" y="1758576"/>
                  <a:pt x="6578226" y="1809750"/>
                  <a:pt x="6515100" y="1809750"/>
                </a:cubicBezTo>
                <a:lnTo>
                  <a:pt x="114300" y="1809750"/>
                </a:lnTo>
                <a:cubicBezTo>
                  <a:pt x="51174" y="1809750"/>
                  <a:pt x="0" y="1758576"/>
                  <a:pt x="0" y="1695450"/>
                </a:cubicBezTo>
                <a:lnTo>
                  <a:pt x="0" y="114300"/>
                </a:lnTo>
                <a:cubicBezTo>
                  <a:pt x="0" y="51174"/>
                  <a:pt x="51174" y="0"/>
                  <a:pt x="114300" y="0"/>
                </a:cubicBezTo>
                <a:close/>
              </a:path>
            </a:pathLst>
          </a:custGeom>
          <a:solidFill>
            <a:srgbClr val="FFFFFF"/>
          </a:solidFill>
          <a:ln w="9525">
            <a:solidFill>
              <a:srgbClr val="DFE4E8"/>
            </a:solidFill>
            <a:prstDash val="solid"/>
          </a:ln>
        </p:spPr>
      </p:sp>
      <p:sp>
        <p:nvSpPr>
          <p:cNvPr id="10013" name="TMTM header">
            <a:extLst>
              <a:ext uri="{FF2B5EF4-FFF2-40B4-BE49-F238E27FC236}">
                <ns2:creationId id="{577E0C17-BE52-4529-9DCD-935D34E372C3}"/>
              </a:ext>
            </a:extLst>
          </p:cNvPr>
          <p:cNvSpPr>
            <a:spLocks noGrp="1"/>
          </p:cNvSpPr>
          <p:nvPr/>
        </p:nvSpPr>
        <p:spPr>
          <a:xfrm>
            <a:off x="2443163" y="80963"/>
            <a:ext cx="6619875" cy="300038"/>
          </a:xfrm>
          <a:custGeom>
            <a:pathLst>
              <a:path w="6619875" h="300038">
                <a:moveTo>
                  <a:pt x="109538" y="0"/>
                </a:moveTo>
                <a:lnTo>
                  <a:pt x="6510338" y="0"/>
                </a:lnTo>
                <a:cubicBezTo>
                  <a:pt x="6570833" y="0"/>
                  <a:pt x="6619875" y="49042"/>
                  <a:pt x="6619875" y="109538"/>
                </a:cubicBezTo>
                <a:lnTo>
                  <a:pt x="6619875" y="300038"/>
                </a:lnTo>
                <a:lnTo>
                  <a:pt x="0" y="300038"/>
                </a:lnTo>
                <a:lnTo>
                  <a:pt x="0" y="109538"/>
                </a:lnTo>
                <a:cubicBezTo>
                  <a:pt x="0" y="49042"/>
                  <a:pt x="49042" y="0"/>
                  <a:pt x="109538" y="0"/>
                </a:cubicBezTo>
                <a:close/>
              </a:path>
            </a:pathLst>
          </a:custGeom>
          <a:solidFill>
            <a:srgbClr val="E7EDF0"/>
          </a:solidFill>
          <a:ln w="0">
            <a:noFill/>
            <a:prstDash val="solid"/>
          </a:ln>
        </p:spPr>
      </p:sp>
      <p:sp>
        <p:nvSpPr>
          <p:cNvPr id="10014" name="TMTM title">
            <a:extLst>
              <a:ext uri="{FF2B5EF4-FFF2-40B4-BE49-F238E27FC236}">
                <ns2:creationId id="{693F3D01-F75A-4B6F-917C-B0FE477BC685}"/>
              </a:ext>
            </a:extLst>
          </p:cNvPr>
          <p:cNvSpPr>
            <a:spLocks noGrp="1"/>
          </p:cNvSpPr>
          <p:nvPr/>
        </p:nvSpPr>
        <p:spPr>
          <a:xfrm>
            <a:off x="2571750" y="123825"/>
            <a:ext cx="6362700" cy="238125"/>
          </a:xfrm>
          <a:prstGeom prst="rect">
            <a:avLst/>
          </a:prstGeom>
          <a:noFill/>
          <a:ln w="0">
            <a:noFill/>
          </a:ln>
        </p:spPr>
        <p:txBody>
          <a:bodyPr wrap="none" lIns="0" tIns="0" rIns="0" bIns="0" anchor="ctr"/>
          <a:lstStyle>
            <a:defPPr algn="l">
              <a:defRPr sz="1500" b="1">
                <a:solidFill>
                  <a:srgbClr val="000000"/>
                </a:solidFill>
                <a:latin typeface="Arial"/>
                <a:ea typeface="Arial"/>
                <a:cs typeface="Arial"/>
              </a:defRPr>
            </a:defPPr>
            <a:lvl1pPr algn="l">
              <a:defRPr sz="1500" b="1">
                <a:solidFill>
                  <a:srgbClr val="000000"/>
                </a:solidFill>
                <a:latin typeface="Arial"/>
                <a:ea typeface="Arial"/>
                <a:cs typeface="Arial"/>
              </a:defRPr>
            </a:lvl1pPr>
            <a:lvl2pPr algn="l">
              <a:defRPr sz="1500" b="1">
                <a:solidFill>
                  <a:srgbClr val="000000"/>
                </a:solidFill>
                <a:latin typeface="Arial"/>
                <a:ea typeface="Arial"/>
                <a:cs typeface="Arial"/>
              </a:defRPr>
            </a:lvl2pPr>
            <a:lvl3pPr algn="l">
              <a:defRPr sz="1500" b="1">
                <a:solidFill>
                  <a:srgbClr val="000000"/>
                </a:solidFill>
                <a:latin typeface="Arial"/>
                <a:ea typeface="Arial"/>
                <a:cs typeface="Arial"/>
              </a:defRPr>
            </a:lvl3pPr>
            <a:lvl4pPr algn="l">
              <a:defRPr sz="1500" b="1">
                <a:solidFill>
                  <a:srgbClr val="000000"/>
                </a:solidFill>
                <a:latin typeface="Arial"/>
                <a:ea typeface="Arial"/>
                <a:cs typeface="Arial"/>
              </a:defRPr>
            </a:lvl4pPr>
            <a:lvl5pPr algn="l">
              <a:defRPr sz="1500" b="1">
                <a:solidFill>
                  <a:srgbClr val="000000"/>
                </a:solidFill>
                <a:latin typeface="Arial"/>
                <a:ea typeface="Arial"/>
                <a:cs typeface="Arial"/>
              </a:defRPr>
            </a:lvl5pPr>
            <a:lvl6pPr algn="l">
              <a:defRPr sz="1500" b="1">
                <a:solidFill>
                  <a:srgbClr val="000000"/>
                </a:solidFill>
                <a:latin typeface="Arial"/>
                <a:ea typeface="Arial"/>
                <a:cs typeface="Arial"/>
              </a:defRPr>
            </a:lvl6pPr>
            <a:lvl7pPr algn="l">
              <a:defRPr sz="1500" b="1">
                <a:solidFill>
                  <a:srgbClr val="000000"/>
                </a:solidFill>
                <a:latin typeface="Arial"/>
                <a:ea typeface="Arial"/>
                <a:cs typeface="Arial"/>
              </a:defRPr>
            </a:lvl7pPr>
            <a:lvl8pPr algn="l">
              <a:defRPr sz="1500" b="1">
                <a:solidFill>
                  <a:srgbClr val="000000"/>
                </a:solidFill>
                <a:latin typeface="Arial"/>
                <a:ea typeface="Arial"/>
                <a:cs typeface="Arial"/>
              </a:defRPr>
            </a:lvl8pPr>
            <a:lvl9pPr algn="l">
              <a:defRPr sz="1500" b="1">
                <a:solidFill>
                  <a:srgbClr val="000000"/>
                </a:solidFill>
                <a:latin typeface="Arial"/>
                <a:ea typeface="Arial"/>
                <a:cs typeface="Arial"/>
              </a:defRPr>
            </a:lvl9pPr>
          </a:lstStyle>
          <a:p>
            <a:pPr algn="l">
              <a:defRPr sz="1500" b="1">
                <a:solidFill>
                  <a:srgbClr val="000000"/>
                </a:solidFill>
                <a:latin typeface="Arial"/>
                <a:ea typeface="Arial"/>
                <a:cs typeface="Arial"/>
              </a:defRPr>
            </a:pPr>
            <a:r>
              <a:rPr sz="1500" b="1">
                <a:solidFill>
                  <a:srgbClr val="000000"/>
                </a:solidFill>
                <a:latin typeface="Arial"/>
                <a:ea typeface="Arial"/>
                <a:cs typeface="Arial"/>
              </a:rPr>
              <a:t>(a) TMTM</a:t>
            </a:r>
          </a:p>
        </p:txBody>
      </p:sp>
      <p:sp>
        <p:nvSpPr>
          <p:cNvPr id="10015" name="ST-MTM frame">
            <a:extLst>
              <a:ext uri="{FF2B5EF4-FFF2-40B4-BE49-F238E27FC236}">
                <ns2:creationId id="{8C4E1A91-2C6B-4538-BA97-DD859A7965FF}"/>
              </a:ext>
            </a:extLst>
          </p:cNvPr>
          <p:cNvSpPr>
            <a:spLocks noGrp="1"/>
          </p:cNvSpPr>
          <p:nvPr/>
        </p:nvSpPr>
        <p:spPr>
          <a:xfrm>
            <a:off x="2438400" y="2000250"/>
            <a:ext cx="6629400" cy="1924050"/>
          </a:xfrm>
          <a:custGeom>
            <a:pathLst>
              <a:path w="6629400" h="1924050">
                <a:moveTo>
                  <a:pt x="114300" y="0"/>
                </a:moveTo>
                <a:lnTo>
                  <a:pt x="6515100" y="0"/>
                </a:lnTo>
                <a:cubicBezTo>
                  <a:pt x="6578226" y="0"/>
                  <a:pt x="6629400" y="51174"/>
                  <a:pt x="6629400" y="114300"/>
                </a:cubicBezTo>
                <a:lnTo>
                  <a:pt x="6629400" y="1809750"/>
                </a:lnTo>
                <a:cubicBezTo>
                  <a:pt x="6629400" y="1872876"/>
                  <a:pt x="6578226" y="1924050"/>
                  <a:pt x="6515100" y="1924050"/>
                </a:cubicBezTo>
                <a:lnTo>
                  <a:pt x="114300" y="1924050"/>
                </a:lnTo>
                <a:cubicBezTo>
                  <a:pt x="51174" y="1924050"/>
                  <a:pt x="0" y="1872876"/>
                  <a:pt x="0" y="1809750"/>
                </a:cubicBezTo>
                <a:lnTo>
                  <a:pt x="0" y="114300"/>
                </a:lnTo>
                <a:cubicBezTo>
                  <a:pt x="0" y="51174"/>
                  <a:pt x="51174" y="0"/>
                  <a:pt x="114300" y="0"/>
                </a:cubicBezTo>
                <a:close/>
              </a:path>
            </a:pathLst>
          </a:custGeom>
          <a:solidFill>
            <a:srgbClr val="FFFFFF"/>
          </a:solidFill>
          <a:ln w="9525">
            <a:solidFill>
              <a:srgbClr val="DFE4E8"/>
            </a:solidFill>
            <a:prstDash val="solid"/>
          </a:ln>
        </p:spPr>
      </p:sp>
      <p:sp>
        <p:nvSpPr>
          <p:cNvPr id="10016" name="ST-MTM header">
            <a:extLst>
              <a:ext uri="{FF2B5EF4-FFF2-40B4-BE49-F238E27FC236}">
                <ns2:creationId id="{27898425-1CDB-4E70-9805-22A5E888F93E}"/>
              </a:ext>
            </a:extLst>
          </p:cNvPr>
          <p:cNvSpPr>
            <a:spLocks noGrp="1"/>
          </p:cNvSpPr>
          <p:nvPr/>
        </p:nvSpPr>
        <p:spPr>
          <a:xfrm>
            <a:off x="2443163" y="2005013"/>
            <a:ext cx="6619875" cy="300038"/>
          </a:xfrm>
          <a:custGeom>
            <a:pathLst>
              <a:path w="6619875" h="300038">
                <a:moveTo>
                  <a:pt x="109538" y="0"/>
                </a:moveTo>
                <a:lnTo>
                  <a:pt x="6510338" y="0"/>
                </a:lnTo>
                <a:cubicBezTo>
                  <a:pt x="6570833" y="0"/>
                  <a:pt x="6619875" y="49042"/>
                  <a:pt x="6619875" y="109538"/>
                </a:cubicBezTo>
                <a:lnTo>
                  <a:pt x="6619875" y="300038"/>
                </a:lnTo>
                <a:lnTo>
                  <a:pt x="0" y="300038"/>
                </a:lnTo>
                <a:lnTo>
                  <a:pt x="0" y="109538"/>
                </a:lnTo>
                <a:cubicBezTo>
                  <a:pt x="0" y="49042"/>
                  <a:pt x="49042" y="0"/>
                  <a:pt x="109538" y="0"/>
                </a:cubicBezTo>
                <a:close/>
              </a:path>
            </a:pathLst>
          </a:custGeom>
          <a:solidFill>
            <a:srgbClr val="E7EDF0"/>
          </a:solidFill>
          <a:ln w="0">
            <a:noFill/>
            <a:prstDash val="solid"/>
          </a:ln>
        </p:spPr>
      </p:sp>
      <p:sp>
        <p:nvSpPr>
          <p:cNvPr id="10017" name="ST-MTM title">
            <a:extLst>
              <a:ext uri="{FF2B5EF4-FFF2-40B4-BE49-F238E27FC236}">
                <ns2:creationId id="{9BC084DD-0346-4BC4-9AA8-96304B8A82C8}"/>
              </a:ext>
            </a:extLst>
          </p:cNvPr>
          <p:cNvSpPr>
            <a:spLocks noGrp="1"/>
          </p:cNvSpPr>
          <p:nvPr/>
        </p:nvSpPr>
        <p:spPr>
          <a:xfrm>
            <a:off x="2571750" y="2047875"/>
            <a:ext cx="6362700" cy="238125"/>
          </a:xfrm>
          <a:prstGeom prst="rect">
            <a:avLst/>
          </a:prstGeom>
          <a:noFill/>
          <a:ln w="0">
            <a:noFill/>
          </a:ln>
        </p:spPr>
        <p:txBody>
          <a:bodyPr wrap="none" lIns="0" tIns="0" rIns="0" bIns="0" anchor="ctr"/>
          <a:lstStyle>
            <a:defPPr algn="l">
              <a:defRPr sz="1500" b="1">
                <a:solidFill>
                  <a:srgbClr val="000000"/>
                </a:solidFill>
                <a:latin typeface="Arial"/>
                <a:ea typeface="Arial"/>
                <a:cs typeface="Arial"/>
              </a:defRPr>
            </a:defPPr>
            <a:lvl1pPr algn="l">
              <a:defRPr sz="1500" b="1">
                <a:solidFill>
                  <a:srgbClr val="000000"/>
                </a:solidFill>
                <a:latin typeface="Arial"/>
                <a:ea typeface="Arial"/>
                <a:cs typeface="Arial"/>
              </a:defRPr>
            </a:lvl1pPr>
            <a:lvl2pPr algn="l">
              <a:defRPr sz="1500" b="1">
                <a:solidFill>
                  <a:srgbClr val="000000"/>
                </a:solidFill>
                <a:latin typeface="Arial"/>
                <a:ea typeface="Arial"/>
                <a:cs typeface="Arial"/>
              </a:defRPr>
            </a:lvl2pPr>
            <a:lvl3pPr algn="l">
              <a:defRPr sz="1500" b="1">
                <a:solidFill>
                  <a:srgbClr val="000000"/>
                </a:solidFill>
                <a:latin typeface="Arial"/>
                <a:ea typeface="Arial"/>
                <a:cs typeface="Arial"/>
              </a:defRPr>
            </a:lvl3pPr>
            <a:lvl4pPr algn="l">
              <a:defRPr sz="1500" b="1">
                <a:solidFill>
                  <a:srgbClr val="000000"/>
                </a:solidFill>
                <a:latin typeface="Arial"/>
                <a:ea typeface="Arial"/>
                <a:cs typeface="Arial"/>
              </a:defRPr>
            </a:lvl4pPr>
            <a:lvl5pPr algn="l">
              <a:defRPr sz="1500" b="1">
                <a:solidFill>
                  <a:srgbClr val="000000"/>
                </a:solidFill>
                <a:latin typeface="Arial"/>
                <a:ea typeface="Arial"/>
                <a:cs typeface="Arial"/>
              </a:defRPr>
            </a:lvl5pPr>
            <a:lvl6pPr algn="l">
              <a:defRPr sz="1500" b="1">
                <a:solidFill>
                  <a:srgbClr val="000000"/>
                </a:solidFill>
                <a:latin typeface="Arial"/>
                <a:ea typeface="Arial"/>
                <a:cs typeface="Arial"/>
              </a:defRPr>
            </a:lvl6pPr>
            <a:lvl7pPr algn="l">
              <a:defRPr sz="1500" b="1">
                <a:solidFill>
                  <a:srgbClr val="000000"/>
                </a:solidFill>
                <a:latin typeface="Arial"/>
                <a:ea typeface="Arial"/>
                <a:cs typeface="Arial"/>
              </a:defRPr>
            </a:lvl7pPr>
            <a:lvl8pPr algn="l">
              <a:defRPr sz="1500" b="1">
                <a:solidFill>
                  <a:srgbClr val="000000"/>
                </a:solidFill>
                <a:latin typeface="Arial"/>
                <a:ea typeface="Arial"/>
                <a:cs typeface="Arial"/>
              </a:defRPr>
            </a:lvl8pPr>
            <a:lvl9pPr algn="l">
              <a:defRPr sz="1500" b="1">
                <a:solidFill>
                  <a:srgbClr val="000000"/>
                </a:solidFill>
                <a:latin typeface="Arial"/>
                <a:ea typeface="Arial"/>
                <a:cs typeface="Arial"/>
              </a:defRPr>
            </a:lvl9pPr>
          </a:lstStyle>
          <a:p>
            <a:pPr algn="l">
              <a:defRPr sz="1500" b="1">
                <a:solidFill>
                  <a:srgbClr val="000000"/>
                </a:solidFill>
                <a:latin typeface="Arial"/>
                <a:ea typeface="Arial"/>
                <a:cs typeface="Arial"/>
              </a:defRPr>
            </a:pPr>
            <a:r>
              <a:rPr sz="1500" b="1">
                <a:solidFill>
                  <a:srgbClr val="000000"/>
                </a:solidFill>
                <a:latin typeface="Arial"/>
                <a:ea typeface="Arial"/>
                <a:cs typeface="Arial"/>
              </a:rPr>
              <a:t>(b) ST-MTM</a:t>
            </a:r>
          </a:p>
        </p:txBody>
      </p:sp>
      <p:sp>
        <p:nvSpPr>
          <p:cNvPr id="10018" name="Single-step linearization frame">
            <a:extLst>
              <a:ext uri="{FF2B5EF4-FFF2-40B4-BE49-F238E27FC236}">
                <ns2:creationId id="{0B4BD75F-8DEB-406B-ABB4-D3D0FA1D288A}"/>
              </a:ext>
            </a:extLst>
          </p:cNvPr>
          <p:cNvSpPr>
            <a:spLocks noGrp="1"/>
          </p:cNvSpPr>
          <p:nvPr/>
        </p:nvSpPr>
        <p:spPr>
          <a:xfrm>
            <a:off x="2533650" y="457200"/>
            <a:ext cx="2952750" cy="1352550"/>
          </a:xfrm>
          <a:custGeom>
            <a:pathLst>
              <a:path w="2952750" h="1352550">
                <a:moveTo>
                  <a:pt x="114300" y="0"/>
                </a:moveTo>
                <a:lnTo>
                  <a:pt x="2838450" y="0"/>
                </a:lnTo>
                <a:cubicBezTo>
                  <a:pt x="2901576" y="0"/>
                  <a:pt x="2952750" y="51174"/>
                  <a:pt x="2952750" y="114300"/>
                </a:cubicBezTo>
                <a:lnTo>
                  <a:pt x="2952750" y="1238250"/>
                </a:lnTo>
                <a:cubicBezTo>
                  <a:pt x="2952750" y="1301376"/>
                  <a:pt x="2901576" y="1352550"/>
                  <a:pt x="2838450" y="1352550"/>
                </a:cubicBezTo>
                <a:lnTo>
                  <a:pt x="114300" y="1352550"/>
                </a:lnTo>
                <a:cubicBezTo>
                  <a:pt x="51174" y="1352550"/>
                  <a:pt x="0" y="1301376"/>
                  <a:pt x="0" y="1238250"/>
                </a:cubicBezTo>
                <a:lnTo>
                  <a:pt x="0" y="114300"/>
                </a:lnTo>
                <a:cubicBezTo>
                  <a:pt x="0" y="51174"/>
                  <a:pt x="51174" y="0"/>
                  <a:pt x="114300" y="0"/>
                </a:cubicBezTo>
                <a:close/>
              </a:path>
            </a:pathLst>
          </a:custGeom>
          <a:solidFill>
            <a:srgbClr val="F7F9FA"/>
          </a:solidFill>
          <a:ln w="8573">
            <a:solidFill>
              <a:srgbClr val="DFE4E8"/>
            </a:solidFill>
            <a:prstDash val="solid"/>
          </a:ln>
        </p:spPr>
      </p:sp>
      <p:sp>
        <p:nvSpPr>
          <p:cNvPr id="10019" name="Single-step linearization title">
            <a:extLst>
              <a:ext uri="{FF2B5EF4-FFF2-40B4-BE49-F238E27FC236}">
                <ns2:creationId id="{9BD3F39B-3496-4F0D-891C-0E20809B618A}"/>
              </a:ext>
            </a:extLst>
          </p:cNvPr>
          <p:cNvSpPr>
            <a:spLocks noGrp="1"/>
          </p:cNvSpPr>
          <p:nvPr/>
        </p:nvSpPr>
        <p:spPr>
          <a:xfrm>
            <a:off x="2600325" y="514350"/>
            <a:ext cx="2819400" cy="257175"/>
          </a:xfrm>
          <a:prstGeom prst="rect">
            <a:avLst/>
          </a:prstGeom>
          <a:noFill/>
          <a:ln w="0">
            <a:noFill/>
          </a:ln>
        </p:spPr>
        <p:txBody>
          <a:bodyPr wrap="none" lIns="0" tIns="0" rIns="0" bIns="0" anchor="ctr"/>
          <a:lstStyle>
            <a:defPPr algn="ctr">
              <a:defRPr sz="1200" b="1">
                <a:solidFill>
                  <a:srgbClr val="000000"/>
                </a:solidFill>
                <a:latin typeface="Arial"/>
                <a:ea typeface="Arial"/>
                <a:cs typeface="Arial"/>
              </a:defRPr>
            </a:defPPr>
            <a:lvl1pPr algn="ctr">
              <a:defRPr sz="1200" b="1">
                <a:solidFill>
                  <a:srgbClr val="000000"/>
                </a:solidFill>
                <a:latin typeface="Arial"/>
                <a:ea typeface="Arial"/>
                <a:cs typeface="Arial"/>
              </a:defRPr>
            </a:lvl1pPr>
            <a:lvl2pPr algn="ctr">
              <a:defRPr sz="1200" b="1">
                <a:solidFill>
                  <a:srgbClr val="000000"/>
                </a:solidFill>
                <a:latin typeface="Arial"/>
                <a:ea typeface="Arial"/>
                <a:cs typeface="Arial"/>
              </a:defRPr>
            </a:lvl2pPr>
            <a:lvl3pPr algn="ctr">
              <a:defRPr sz="1200" b="1">
                <a:solidFill>
                  <a:srgbClr val="000000"/>
                </a:solidFill>
                <a:latin typeface="Arial"/>
                <a:ea typeface="Arial"/>
                <a:cs typeface="Arial"/>
              </a:defRPr>
            </a:lvl3pPr>
            <a:lvl4pPr algn="ctr">
              <a:defRPr sz="1200" b="1">
                <a:solidFill>
                  <a:srgbClr val="000000"/>
                </a:solidFill>
                <a:latin typeface="Arial"/>
                <a:ea typeface="Arial"/>
                <a:cs typeface="Arial"/>
              </a:defRPr>
            </a:lvl4pPr>
            <a:lvl5pPr algn="ctr">
              <a:defRPr sz="1200" b="1">
                <a:solidFill>
                  <a:srgbClr val="000000"/>
                </a:solidFill>
                <a:latin typeface="Arial"/>
                <a:ea typeface="Arial"/>
                <a:cs typeface="Arial"/>
              </a:defRPr>
            </a:lvl5pPr>
            <a:lvl6pPr algn="ctr">
              <a:defRPr sz="1200" b="1">
                <a:solidFill>
                  <a:srgbClr val="000000"/>
                </a:solidFill>
                <a:latin typeface="Arial"/>
                <a:ea typeface="Arial"/>
                <a:cs typeface="Arial"/>
              </a:defRPr>
            </a:lvl6pPr>
            <a:lvl7pPr algn="ctr">
              <a:defRPr sz="1200" b="1">
                <a:solidFill>
                  <a:srgbClr val="000000"/>
                </a:solidFill>
                <a:latin typeface="Arial"/>
                <a:ea typeface="Arial"/>
                <a:cs typeface="Arial"/>
              </a:defRPr>
            </a:lvl7pPr>
            <a:lvl8pPr algn="ctr">
              <a:defRPr sz="1200" b="1">
                <a:solidFill>
                  <a:srgbClr val="000000"/>
                </a:solidFill>
                <a:latin typeface="Arial"/>
                <a:ea typeface="Arial"/>
                <a:cs typeface="Arial"/>
              </a:defRPr>
            </a:lvl8pPr>
            <a:lvl9pPr algn="ctr">
              <a:defRPr sz="1200" b="1">
                <a:solidFill>
                  <a:srgbClr val="000000"/>
                </a:solidFill>
                <a:latin typeface="Arial"/>
                <a:ea typeface="Arial"/>
                <a:cs typeface="Arial"/>
              </a:defRPr>
            </a:lvl9pPr>
          </a:lstStyle>
          <a:p>
            <a:pPr algn="ctr">
              <a:defRPr sz="1200" b="1">
                <a:solidFill>
                  <a:srgbClr val="000000"/>
                </a:solidFill>
                <a:latin typeface="Arial"/>
                <a:ea typeface="Arial"/>
                <a:cs typeface="Arial"/>
              </a:defRPr>
            </a:pPr>
            <a:r>
              <a:rPr sz="1200" b="1">
                <a:solidFill>
                  <a:srgbClr val="000000"/>
                </a:solidFill>
                <a:latin typeface="Arial"/>
                <a:ea typeface="Arial"/>
                <a:cs typeface="Arial"/>
              </a:rPr>
              <a:t>Single-step linearization</a:t>
            </a:r>
          </a:p>
        </p:txBody>
      </p:sp>
      <p:sp>
        <p:nvSpPr>
          <p:cNvPr id="10020" name="Temporal alignment frame">
            <a:extLst>
              <a:ext uri="{FF2B5EF4-FFF2-40B4-BE49-F238E27FC236}">
                <ns2:creationId id="{27672AFD-68D6-4B73-832D-8399E37F2A28}"/>
              </a:ext>
            </a:extLst>
          </p:cNvPr>
          <p:cNvSpPr>
            <a:spLocks noGrp="1"/>
          </p:cNvSpPr>
          <p:nvPr/>
        </p:nvSpPr>
        <p:spPr>
          <a:xfrm>
            <a:off x="5657850" y="457200"/>
            <a:ext cx="3314700" cy="1352550"/>
          </a:xfrm>
          <a:custGeom>
            <a:pathLst>
              <a:path w="3314700" h="1352550">
                <a:moveTo>
                  <a:pt x="114300" y="0"/>
                </a:moveTo>
                <a:lnTo>
                  <a:pt x="3200400" y="0"/>
                </a:lnTo>
                <a:cubicBezTo>
                  <a:pt x="3263526" y="0"/>
                  <a:pt x="3314700" y="51174"/>
                  <a:pt x="3314700" y="114300"/>
                </a:cubicBezTo>
                <a:lnTo>
                  <a:pt x="3314700" y="1238250"/>
                </a:lnTo>
                <a:cubicBezTo>
                  <a:pt x="3314700" y="1301376"/>
                  <a:pt x="3263526" y="1352550"/>
                  <a:pt x="3200400" y="1352550"/>
                </a:cubicBezTo>
                <a:lnTo>
                  <a:pt x="114300" y="1352550"/>
                </a:lnTo>
                <a:cubicBezTo>
                  <a:pt x="51174" y="1352550"/>
                  <a:pt x="0" y="1301376"/>
                  <a:pt x="0" y="1238250"/>
                </a:cubicBezTo>
                <a:lnTo>
                  <a:pt x="0" y="114300"/>
                </a:lnTo>
                <a:cubicBezTo>
                  <a:pt x="0" y="51174"/>
                  <a:pt x="51174" y="0"/>
                  <a:pt x="114300" y="0"/>
                </a:cubicBezTo>
                <a:close/>
              </a:path>
            </a:pathLst>
          </a:custGeom>
          <a:solidFill>
            <a:srgbClr val="F7F9FA"/>
          </a:solidFill>
          <a:ln w="8573">
            <a:solidFill>
              <a:srgbClr val="DFE4E8"/>
            </a:solidFill>
            <a:prstDash val="solid"/>
          </a:ln>
        </p:spPr>
      </p:sp>
      <p:sp>
        <p:nvSpPr>
          <p:cNvPr id="10021" name="Temporal alignment title">
            <a:extLst>
              <a:ext uri="{FF2B5EF4-FFF2-40B4-BE49-F238E27FC236}">
                <ns2:creationId id="{74F0B590-D52D-4C0B-A41F-92D0BEEEF5BE}"/>
              </a:ext>
            </a:extLst>
          </p:cNvPr>
          <p:cNvSpPr>
            <a:spLocks noGrp="1"/>
          </p:cNvSpPr>
          <p:nvPr/>
        </p:nvSpPr>
        <p:spPr>
          <a:xfrm>
            <a:off x="5724525" y="514350"/>
            <a:ext cx="3181350" cy="257175"/>
          </a:xfrm>
          <a:prstGeom prst="rect">
            <a:avLst/>
          </a:prstGeom>
          <a:noFill/>
          <a:ln w="0">
            <a:noFill/>
          </a:ln>
        </p:spPr>
        <p:txBody>
          <a:bodyPr wrap="none" lIns="0" tIns="0" rIns="0" bIns="0" anchor="ctr"/>
          <a:lstStyle>
            <a:defPPr algn="ctr">
              <a:defRPr sz="1200" b="1">
                <a:solidFill>
                  <a:srgbClr val="000000"/>
                </a:solidFill>
                <a:latin typeface="Arial"/>
                <a:ea typeface="Arial"/>
                <a:cs typeface="Arial"/>
              </a:defRPr>
            </a:defPPr>
            <a:lvl1pPr algn="ctr">
              <a:defRPr sz="1200" b="1">
                <a:solidFill>
                  <a:srgbClr val="000000"/>
                </a:solidFill>
                <a:latin typeface="Arial"/>
                <a:ea typeface="Arial"/>
                <a:cs typeface="Arial"/>
              </a:defRPr>
            </a:lvl1pPr>
            <a:lvl2pPr algn="ctr">
              <a:defRPr sz="1200" b="1">
                <a:solidFill>
                  <a:srgbClr val="000000"/>
                </a:solidFill>
                <a:latin typeface="Arial"/>
                <a:ea typeface="Arial"/>
                <a:cs typeface="Arial"/>
              </a:defRPr>
            </a:lvl2pPr>
            <a:lvl3pPr algn="ctr">
              <a:defRPr sz="1200" b="1">
                <a:solidFill>
                  <a:srgbClr val="000000"/>
                </a:solidFill>
                <a:latin typeface="Arial"/>
                <a:ea typeface="Arial"/>
                <a:cs typeface="Arial"/>
              </a:defRPr>
            </a:lvl3pPr>
            <a:lvl4pPr algn="ctr">
              <a:defRPr sz="1200" b="1">
                <a:solidFill>
                  <a:srgbClr val="000000"/>
                </a:solidFill>
                <a:latin typeface="Arial"/>
                <a:ea typeface="Arial"/>
                <a:cs typeface="Arial"/>
              </a:defRPr>
            </a:lvl4pPr>
            <a:lvl5pPr algn="ctr">
              <a:defRPr sz="1200" b="1">
                <a:solidFill>
                  <a:srgbClr val="000000"/>
                </a:solidFill>
                <a:latin typeface="Arial"/>
                <a:ea typeface="Arial"/>
                <a:cs typeface="Arial"/>
              </a:defRPr>
            </a:lvl5pPr>
            <a:lvl6pPr algn="ctr">
              <a:defRPr sz="1200" b="1">
                <a:solidFill>
                  <a:srgbClr val="000000"/>
                </a:solidFill>
                <a:latin typeface="Arial"/>
                <a:ea typeface="Arial"/>
                <a:cs typeface="Arial"/>
              </a:defRPr>
            </a:lvl6pPr>
            <a:lvl7pPr algn="ctr">
              <a:defRPr sz="1200" b="1">
                <a:solidFill>
                  <a:srgbClr val="000000"/>
                </a:solidFill>
                <a:latin typeface="Arial"/>
                <a:ea typeface="Arial"/>
                <a:cs typeface="Arial"/>
              </a:defRPr>
            </a:lvl7pPr>
            <a:lvl8pPr algn="ctr">
              <a:defRPr sz="1200" b="1">
                <a:solidFill>
                  <a:srgbClr val="000000"/>
                </a:solidFill>
                <a:latin typeface="Arial"/>
                <a:ea typeface="Arial"/>
                <a:cs typeface="Arial"/>
              </a:defRPr>
            </a:lvl8pPr>
            <a:lvl9pPr algn="ctr">
              <a:defRPr sz="1200" b="1">
                <a:solidFill>
                  <a:srgbClr val="000000"/>
                </a:solidFill>
                <a:latin typeface="Arial"/>
                <a:ea typeface="Arial"/>
                <a:cs typeface="Arial"/>
              </a:defRPr>
            </a:lvl9pPr>
          </a:lstStyle>
          <a:p>
            <a:pPr algn="ctr">
              <a:defRPr sz="1200" b="1">
                <a:solidFill>
                  <a:srgbClr val="000000"/>
                </a:solidFill>
                <a:latin typeface="Arial"/>
                <a:ea typeface="Arial"/>
                <a:cs typeface="Arial"/>
              </a:defRPr>
            </a:pPr>
            <a:r>
              <a:rPr sz="1200" b="1">
                <a:solidFill>
                  <a:srgbClr val="000000"/>
                </a:solidFill>
                <a:latin typeface="Arial"/>
                <a:ea typeface="Arial"/>
                <a:cs typeface="Arial"/>
              </a:rPr>
              <a:t>Temporal alignment</a:t>
            </a:r>
          </a:p>
        </p:txBody>
      </p:sp>
      <p:sp>
        <p:nvSpPr>
          <p:cNvPr id="10022" name="Spatial leaf ordering frame">
            <a:extLst>
              <a:ext uri="{FF2B5EF4-FFF2-40B4-BE49-F238E27FC236}">
                <ns2:creationId id="{5BB942DC-BA82-41C2-B68C-0B1144A82AE4}"/>
              </a:ext>
            </a:extLst>
          </p:cNvPr>
          <p:cNvSpPr>
            <a:spLocks noGrp="1"/>
          </p:cNvSpPr>
          <p:nvPr/>
        </p:nvSpPr>
        <p:spPr>
          <a:xfrm>
            <a:off x="2533650" y="2381250"/>
            <a:ext cx="1390650" cy="1466850"/>
          </a:xfrm>
          <a:custGeom>
            <a:pathLst>
              <a:path w="1390650" h="1466850">
                <a:moveTo>
                  <a:pt x="114300" y="0"/>
                </a:moveTo>
                <a:lnTo>
                  <a:pt x="1276350" y="0"/>
                </a:lnTo>
                <a:cubicBezTo>
                  <a:pt x="1339476" y="0"/>
                  <a:pt x="1390650" y="51174"/>
                  <a:pt x="1390650" y="114300"/>
                </a:cubicBezTo>
                <a:lnTo>
                  <a:pt x="1390650" y="1352550"/>
                </a:lnTo>
                <a:cubicBezTo>
                  <a:pt x="1390650" y="1415676"/>
                  <a:pt x="1339476" y="1466850"/>
                  <a:pt x="1276350" y="1466850"/>
                </a:cubicBezTo>
                <a:lnTo>
                  <a:pt x="114300" y="1466850"/>
                </a:lnTo>
                <a:cubicBezTo>
                  <a:pt x="51174" y="1466850"/>
                  <a:pt x="0" y="1415676"/>
                  <a:pt x="0" y="1352550"/>
                </a:cubicBezTo>
                <a:lnTo>
                  <a:pt x="0" y="114300"/>
                </a:lnTo>
                <a:cubicBezTo>
                  <a:pt x="0" y="51174"/>
                  <a:pt x="51174" y="0"/>
                  <a:pt x="114300" y="0"/>
                </a:cubicBezTo>
                <a:close/>
              </a:path>
            </a:pathLst>
          </a:custGeom>
          <a:solidFill>
            <a:srgbClr val="F7F9FA"/>
          </a:solidFill>
          <a:ln w="8573">
            <a:solidFill>
              <a:srgbClr val="DFE4E8"/>
            </a:solidFill>
            <a:prstDash val="solid"/>
          </a:ln>
        </p:spPr>
      </p:sp>
      <p:sp>
        <p:nvSpPr>
          <p:cNvPr id="10023" name="Spatial leaf ordering title">
            <a:extLst>
              <a:ext uri="{FF2B5EF4-FFF2-40B4-BE49-F238E27FC236}">
                <ns2:creationId id="{AC2AD192-45B8-4B7A-B42E-7E60FD82DF0D}"/>
              </a:ext>
            </a:extLst>
          </p:cNvPr>
          <p:cNvSpPr>
            <a:spLocks noGrp="1"/>
          </p:cNvSpPr>
          <p:nvPr/>
        </p:nvSpPr>
        <p:spPr>
          <a:xfrm>
            <a:off x="2600325" y="2438400"/>
            <a:ext cx="1257300" cy="342900"/>
          </a:xfrm>
          <a:prstGeom prst="rect">
            <a:avLst/>
          </a:prstGeom>
          <a:noFill/>
          <a:ln w="0">
            <a:noFill/>
          </a:ln>
        </p:spPr>
        <p:txBody>
          <a:bodyPr wrap="none" lIns="0" tIns="0" rIns="0" bIns="0" anchor="ctr"/>
          <a:lstStyle>
            <a:defPPr algn="ctr">
              <a:defRPr sz="1200" b="1">
                <a:solidFill>
                  <a:srgbClr val="000000"/>
                </a:solidFill>
                <a:latin typeface="Arial"/>
                <a:ea typeface="Arial"/>
                <a:cs typeface="Arial"/>
              </a:defRPr>
            </a:defPPr>
            <a:lvl1pPr algn="ctr">
              <a:defRPr sz="1200" b="1">
                <a:solidFill>
                  <a:srgbClr val="000000"/>
                </a:solidFill>
                <a:latin typeface="Arial"/>
                <a:ea typeface="Arial"/>
                <a:cs typeface="Arial"/>
              </a:defRPr>
            </a:lvl1pPr>
            <a:lvl2pPr algn="ctr">
              <a:defRPr sz="1200" b="1">
                <a:solidFill>
                  <a:srgbClr val="000000"/>
                </a:solidFill>
                <a:latin typeface="Arial"/>
                <a:ea typeface="Arial"/>
                <a:cs typeface="Arial"/>
              </a:defRPr>
            </a:lvl2pPr>
            <a:lvl3pPr algn="ctr">
              <a:defRPr sz="1200" b="1">
                <a:solidFill>
                  <a:srgbClr val="000000"/>
                </a:solidFill>
                <a:latin typeface="Arial"/>
                <a:ea typeface="Arial"/>
                <a:cs typeface="Arial"/>
              </a:defRPr>
            </a:lvl3pPr>
            <a:lvl4pPr algn="ctr">
              <a:defRPr sz="1200" b="1">
                <a:solidFill>
                  <a:srgbClr val="000000"/>
                </a:solidFill>
                <a:latin typeface="Arial"/>
                <a:ea typeface="Arial"/>
                <a:cs typeface="Arial"/>
              </a:defRPr>
            </a:lvl4pPr>
            <a:lvl5pPr algn="ctr">
              <a:defRPr sz="1200" b="1">
                <a:solidFill>
                  <a:srgbClr val="000000"/>
                </a:solidFill>
                <a:latin typeface="Arial"/>
                <a:ea typeface="Arial"/>
                <a:cs typeface="Arial"/>
              </a:defRPr>
            </a:lvl5pPr>
            <a:lvl6pPr algn="ctr">
              <a:defRPr sz="1200" b="1">
                <a:solidFill>
                  <a:srgbClr val="000000"/>
                </a:solidFill>
                <a:latin typeface="Arial"/>
                <a:ea typeface="Arial"/>
                <a:cs typeface="Arial"/>
              </a:defRPr>
            </a:lvl6pPr>
            <a:lvl7pPr algn="ctr">
              <a:defRPr sz="1200" b="1">
                <a:solidFill>
                  <a:srgbClr val="000000"/>
                </a:solidFill>
                <a:latin typeface="Arial"/>
                <a:ea typeface="Arial"/>
                <a:cs typeface="Arial"/>
              </a:defRPr>
            </a:lvl7pPr>
            <a:lvl8pPr algn="ctr">
              <a:defRPr sz="1200" b="1">
                <a:solidFill>
                  <a:srgbClr val="000000"/>
                </a:solidFill>
                <a:latin typeface="Arial"/>
                <a:ea typeface="Arial"/>
                <a:cs typeface="Arial"/>
              </a:defRPr>
            </a:lvl8pPr>
            <a:lvl9pPr algn="ctr">
              <a:defRPr sz="1200" b="1">
                <a:solidFill>
                  <a:srgbClr val="000000"/>
                </a:solidFill>
                <a:latin typeface="Arial"/>
                <a:ea typeface="Arial"/>
                <a:cs typeface="Arial"/>
              </a:defRPr>
            </a:lvl9pPr>
          </a:lstStyle>
          <a:p>
            <a:pPr algn="ctr">
              <a:defRPr sz="1200" b="1">
                <a:solidFill>
                  <a:srgbClr val="000000"/>
                </a:solidFill>
                <a:latin typeface="Arial"/>
                <a:ea typeface="Arial"/>
                <a:cs typeface="Arial"/>
              </a:defRPr>
            </a:pPr>
            <a:r>
              <a:rPr sz="1200" b="1">
                <a:solidFill>
                  <a:srgbClr val="000000"/>
                </a:solidFill>
                <a:latin typeface="Arial"/>
                <a:ea typeface="Arial"/>
                <a:cs typeface="Arial"/>
              </a:rPr>
              <a:t>Spatial leaf</a:t>
            </a:r>
          </a:p>
          <a:p>
            <a:pPr algn="ctr">
              <a:defRPr sz="1200" b="1">
                <a:solidFill>
                  <a:srgbClr val="000000"/>
                </a:solidFill>
                <a:latin typeface="Arial"/>
                <a:ea typeface="Arial"/>
                <a:cs typeface="Arial"/>
              </a:defRPr>
            </a:pPr>
            <a:r>
              <a:rPr sz="1200" b="1">
                <a:solidFill>
                  <a:srgbClr val="000000"/>
                </a:solidFill>
                <a:latin typeface="Arial"/>
                <a:ea typeface="Arial"/>
                <a:cs typeface="Arial"/>
              </a:rPr>
              <a:t>ordering</a:t>
            </a:r>
          </a:p>
        </p:txBody>
      </p:sp>
      <p:sp>
        <p:nvSpPr>
          <p:cNvPr id="10024" name="1D skeleton frame">
            <a:extLst>
              <a:ext uri="{FF2B5EF4-FFF2-40B4-BE49-F238E27FC236}">
                <ns2:creationId id="{1C75E27D-6B5A-4596-BFD6-8FE02037DAFA}"/>
              </a:ext>
            </a:extLst>
          </p:cNvPr>
          <p:cNvSpPr>
            <a:spLocks noGrp="1"/>
          </p:cNvSpPr>
          <p:nvPr/>
        </p:nvSpPr>
        <p:spPr>
          <a:xfrm>
            <a:off x="4038600" y="2381250"/>
            <a:ext cx="1390650" cy="1466850"/>
          </a:xfrm>
          <a:custGeom>
            <a:pathLst>
              <a:path w="1390650" h="1466850">
                <a:moveTo>
                  <a:pt x="114300" y="0"/>
                </a:moveTo>
                <a:lnTo>
                  <a:pt x="1276350" y="0"/>
                </a:lnTo>
                <a:cubicBezTo>
                  <a:pt x="1339476" y="0"/>
                  <a:pt x="1390650" y="51174"/>
                  <a:pt x="1390650" y="114300"/>
                </a:cubicBezTo>
                <a:lnTo>
                  <a:pt x="1390650" y="1352550"/>
                </a:lnTo>
                <a:cubicBezTo>
                  <a:pt x="1390650" y="1415676"/>
                  <a:pt x="1339476" y="1466850"/>
                  <a:pt x="1276350" y="1466850"/>
                </a:cubicBezTo>
                <a:lnTo>
                  <a:pt x="114300" y="1466850"/>
                </a:lnTo>
                <a:cubicBezTo>
                  <a:pt x="51174" y="1466850"/>
                  <a:pt x="0" y="1415676"/>
                  <a:pt x="0" y="1352550"/>
                </a:cubicBezTo>
                <a:lnTo>
                  <a:pt x="0" y="114300"/>
                </a:lnTo>
                <a:cubicBezTo>
                  <a:pt x="0" y="51174"/>
                  <a:pt x="51174" y="0"/>
                  <a:pt x="114300" y="0"/>
                </a:cubicBezTo>
                <a:close/>
              </a:path>
            </a:pathLst>
          </a:custGeom>
          <a:solidFill>
            <a:srgbClr val="F7F9FA"/>
          </a:solidFill>
          <a:ln w="8573">
            <a:solidFill>
              <a:srgbClr val="DFE4E8"/>
            </a:solidFill>
            <a:prstDash val="solid"/>
          </a:ln>
        </p:spPr>
      </p:sp>
      <p:sp>
        <p:nvSpPr>
          <p:cNvPr id="10025" name="1D skeleton title">
            <a:extLst>
              <a:ext uri="{FF2B5EF4-FFF2-40B4-BE49-F238E27FC236}">
                <ns2:creationId id="{3DB9743D-4405-4B6C-BB83-B4E08B1553D3}"/>
              </a:ext>
            </a:extLst>
          </p:cNvPr>
          <p:cNvSpPr>
            <a:spLocks noGrp="1"/>
          </p:cNvSpPr>
          <p:nvPr/>
        </p:nvSpPr>
        <p:spPr>
          <a:xfrm>
            <a:off x="4105275" y="2438400"/>
            <a:ext cx="1257300" cy="257175"/>
          </a:xfrm>
          <a:prstGeom prst="rect">
            <a:avLst/>
          </a:prstGeom>
          <a:noFill/>
          <a:ln w="0">
            <a:noFill/>
          </a:ln>
        </p:spPr>
        <p:txBody>
          <a:bodyPr wrap="none" lIns="0" tIns="0" rIns="0" bIns="0" anchor="ctr"/>
          <a:lstStyle>
            <a:defPPr algn="ctr">
              <a:defRPr sz="1200" b="1">
                <a:solidFill>
                  <a:srgbClr val="000000"/>
                </a:solidFill>
                <a:latin typeface="Arial"/>
                <a:ea typeface="Arial"/>
                <a:cs typeface="Arial"/>
              </a:defRPr>
            </a:defPPr>
            <a:lvl1pPr algn="ctr">
              <a:defRPr sz="1200" b="1">
                <a:solidFill>
                  <a:srgbClr val="000000"/>
                </a:solidFill>
                <a:latin typeface="Arial"/>
                <a:ea typeface="Arial"/>
                <a:cs typeface="Arial"/>
              </a:defRPr>
            </a:lvl1pPr>
            <a:lvl2pPr algn="ctr">
              <a:defRPr sz="1200" b="1">
                <a:solidFill>
                  <a:srgbClr val="000000"/>
                </a:solidFill>
                <a:latin typeface="Arial"/>
                <a:ea typeface="Arial"/>
                <a:cs typeface="Arial"/>
              </a:defRPr>
            </a:lvl2pPr>
            <a:lvl3pPr algn="ctr">
              <a:defRPr sz="1200" b="1">
                <a:solidFill>
                  <a:srgbClr val="000000"/>
                </a:solidFill>
                <a:latin typeface="Arial"/>
                <a:ea typeface="Arial"/>
                <a:cs typeface="Arial"/>
              </a:defRPr>
            </a:lvl3pPr>
            <a:lvl4pPr algn="ctr">
              <a:defRPr sz="1200" b="1">
                <a:solidFill>
                  <a:srgbClr val="000000"/>
                </a:solidFill>
                <a:latin typeface="Arial"/>
                <a:ea typeface="Arial"/>
                <a:cs typeface="Arial"/>
              </a:defRPr>
            </a:lvl4pPr>
            <a:lvl5pPr algn="ctr">
              <a:defRPr sz="1200" b="1">
                <a:solidFill>
                  <a:srgbClr val="000000"/>
                </a:solidFill>
                <a:latin typeface="Arial"/>
                <a:ea typeface="Arial"/>
                <a:cs typeface="Arial"/>
              </a:defRPr>
            </a:lvl5pPr>
            <a:lvl6pPr algn="ctr">
              <a:defRPr sz="1200" b="1">
                <a:solidFill>
                  <a:srgbClr val="000000"/>
                </a:solidFill>
                <a:latin typeface="Arial"/>
                <a:ea typeface="Arial"/>
                <a:cs typeface="Arial"/>
              </a:defRPr>
            </a:lvl6pPr>
            <a:lvl7pPr algn="ctr">
              <a:defRPr sz="1200" b="1">
                <a:solidFill>
                  <a:srgbClr val="000000"/>
                </a:solidFill>
                <a:latin typeface="Arial"/>
                <a:ea typeface="Arial"/>
                <a:cs typeface="Arial"/>
              </a:defRPr>
            </a:lvl7pPr>
            <a:lvl8pPr algn="ctr">
              <a:defRPr sz="1200" b="1">
                <a:solidFill>
                  <a:srgbClr val="000000"/>
                </a:solidFill>
                <a:latin typeface="Arial"/>
                <a:ea typeface="Arial"/>
                <a:cs typeface="Arial"/>
              </a:defRPr>
            </a:lvl8pPr>
            <a:lvl9pPr algn="ctr">
              <a:defRPr sz="1200" b="1">
                <a:solidFill>
                  <a:srgbClr val="000000"/>
                </a:solidFill>
                <a:latin typeface="Arial"/>
                <a:ea typeface="Arial"/>
                <a:cs typeface="Arial"/>
              </a:defRPr>
            </a:lvl9pPr>
          </a:lstStyle>
          <a:p>
            <a:pPr algn="ctr">
              <a:defRPr sz="1200" b="1">
                <a:solidFill>
                  <a:srgbClr val="000000"/>
                </a:solidFill>
                <a:latin typeface="Arial"/>
                <a:ea typeface="Arial"/>
                <a:cs typeface="Arial"/>
              </a:defRPr>
            </a:pPr>
            <a:r>
              <a:rPr sz="1200" b="1">
                <a:solidFill>
                  <a:srgbClr val="000000"/>
                </a:solidFill>
                <a:latin typeface="Arial"/>
                <a:ea typeface="Arial"/>
                <a:cs typeface="Arial"/>
              </a:rPr>
              <a:t>1D skeleton</a:t>
            </a:r>
          </a:p>
        </p:txBody>
      </p:sp>
      <p:sp>
        <p:nvSpPr>
          <p:cNvPr id="10026" name="Hierarchical filling frame">
            <a:extLst>
              <a:ext uri="{FF2B5EF4-FFF2-40B4-BE49-F238E27FC236}">
                <ns2:creationId id="{F3847F38-C75F-49E3-BF53-5FFA4F18507A}"/>
              </a:ext>
            </a:extLst>
          </p:cNvPr>
          <p:cNvSpPr>
            <a:spLocks noGrp="1"/>
          </p:cNvSpPr>
          <p:nvPr/>
        </p:nvSpPr>
        <p:spPr>
          <a:xfrm>
            <a:off x="5543550" y="2381250"/>
            <a:ext cx="1752600" cy="1466850"/>
          </a:xfrm>
          <a:custGeom>
            <a:pathLst>
              <a:path w="1752600" h="1466850">
                <a:moveTo>
                  <a:pt x="114300" y="0"/>
                </a:moveTo>
                <a:lnTo>
                  <a:pt x="1638300" y="0"/>
                </a:lnTo>
                <a:cubicBezTo>
                  <a:pt x="1701426" y="0"/>
                  <a:pt x="1752600" y="51174"/>
                  <a:pt x="1752600" y="114300"/>
                </a:cubicBezTo>
                <a:lnTo>
                  <a:pt x="1752600" y="1352550"/>
                </a:lnTo>
                <a:cubicBezTo>
                  <a:pt x="1752600" y="1415676"/>
                  <a:pt x="1701426" y="1466850"/>
                  <a:pt x="1638300" y="1466850"/>
                </a:cubicBezTo>
                <a:lnTo>
                  <a:pt x="114300" y="1466850"/>
                </a:lnTo>
                <a:cubicBezTo>
                  <a:pt x="51174" y="1466850"/>
                  <a:pt x="0" y="1415676"/>
                  <a:pt x="0" y="1352550"/>
                </a:cubicBezTo>
                <a:lnTo>
                  <a:pt x="0" y="114300"/>
                </a:lnTo>
                <a:cubicBezTo>
                  <a:pt x="0" y="51174"/>
                  <a:pt x="51174" y="0"/>
                  <a:pt x="114300" y="0"/>
                </a:cubicBezTo>
                <a:close/>
              </a:path>
            </a:pathLst>
          </a:custGeom>
          <a:solidFill>
            <a:srgbClr val="F7F9FA"/>
          </a:solidFill>
          <a:ln w="8573">
            <a:solidFill>
              <a:srgbClr val="DFE4E8"/>
            </a:solidFill>
            <a:prstDash val="solid"/>
          </a:ln>
        </p:spPr>
      </p:sp>
      <p:sp>
        <p:nvSpPr>
          <p:cNvPr id="10027" name="Hierarchical filling title">
            <a:extLst>
              <a:ext uri="{FF2B5EF4-FFF2-40B4-BE49-F238E27FC236}">
                <ns2:creationId id="{684E8F21-C5F4-4C40-8A06-CC7488CCDD5C}"/>
              </a:ext>
            </a:extLst>
          </p:cNvPr>
          <p:cNvSpPr>
            <a:spLocks noGrp="1"/>
          </p:cNvSpPr>
          <p:nvPr/>
        </p:nvSpPr>
        <p:spPr>
          <a:xfrm>
            <a:off x="5610225" y="2438400"/>
            <a:ext cx="1619250" cy="257175"/>
          </a:xfrm>
          <a:prstGeom prst="rect">
            <a:avLst/>
          </a:prstGeom>
          <a:noFill/>
          <a:ln w="0">
            <a:noFill/>
          </a:ln>
        </p:spPr>
        <p:txBody>
          <a:bodyPr wrap="none" lIns="0" tIns="0" rIns="0" bIns="0" anchor="ctr"/>
          <a:lstStyle>
            <a:defPPr algn="ctr">
              <a:defRPr sz="1200" b="1">
                <a:solidFill>
                  <a:srgbClr val="000000"/>
                </a:solidFill>
                <a:latin typeface="Arial"/>
                <a:ea typeface="Arial"/>
                <a:cs typeface="Arial"/>
              </a:defRPr>
            </a:defPPr>
            <a:lvl1pPr algn="ctr">
              <a:defRPr sz="1200" b="1">
                <a:solidFill>
                  <a:srgbClr val="000000"/>
                </a:solidFill>
                <a:latin typeface="Arial"/>
                <a:ea typeface="Arial"/>
                <a:cs typeface="Arial"/>
              </a:defRPr>
            </a:lvl1pPr>
            <a:lvl2pPr algn="ctr">
              <a:defRPr sz="1200" b="1">
                <a:solidFill>
                  <a:srgbClr val="000000"/>
                </a:solidFill>
                <a:latin typeface="Arial"/>
                <a:ea typeface="Arial"/>
                <a:cs typeface="Arial"/>
              </a:defRPr>
            </a:lvl2pPr>
            <a:lvl3pPr algn="ctr">
              <a:defRPr sz="1200" b="1">
                <a:solidFill>
                  <a:srgbClr val="000000"/>
                </a:solidFill>
                <a:latin typeface="Arial"/>
                <a:ea typeface="Arial"/>
                <a:cs typeface="Arial"/>
              </a:defRPr>
            </a:lvl3pPr>
            <a:lvl4pPr algn="ctr">
              <a:defRPr sz="1200" b="1">
                <a:solidFill>
                  <a:srgbClr val="000000"/>
                </a:solidFill>
                <a:latin typeface="Arial"/>
                <a:ea typeface="Arial"/>
                <a:cs typeface="Arial"/>
              </a:defRPr>
            </a:lvl4pPr>
            <a:lvl5pPr algn="ctr">
              <a:defRPr sz="1200" b="1">
                <a:solidFill>
                  <a:srgbClr val="000000"/>
                </a:solidFill>
                <a:latin typeface="Arial"/>
                <a:ea typeface="Arial"/>
                <a:cs typeface="Arial"/>
              </a:defRPr>
            </a:lvl5pPr>
            <a:lvl6pPr algn="ctr">
              <a:defRPr sz="1200" b="1">
                <a:solidFill>
                  <a:srgbClr val="000000"/>
                </a:solidFill>
                <a:latin typeface="Arial"/>
                <a:ea typeface="Arial"/>
                <a:cs typeface="Arial"/>
              </a:defRPr>
            </a:lvl6pPr>
            <a:lvl7pPr algn="ctr">
              <a:defRPr sz="1200" b="1">
                <a:solidFill>
                  <a:srgbClr val="000000"/>
                </a:solidFill>
                <a:latin typeface="Arial"/>
                <a:ea typeface="Arial"/>
                <a:cs typeface="Arial"/>
              </a:defRPr>
            </a:lvl7pPr>
            <a:lvl8pPr algn="ctr">
              <a:defRPr sz="1200" b="1">
                <a:solidFill>
                  <a:srgbClr val="000000"/>
                </a:solidFill>
                <a:latin typeface="Arial"/>
                <a:ea typeface="Arial"/>
                <a:cs typeface="Arial"/>
              </a:defRPr>
            </a:lvl8pPr>
            <a:lvl9pPr algn="ctr">
              <a:defRPr sz="1200" b="1">
                <a:solidFill>
                  <a:srgbClr val="000000"/>
                </a:solidFill>
                <a:latin typeface="Arial"/>
                <a:ea typeface="Arial"/>
                <a:cs typeface="Arial"/>
              </a:defRPr>
            </a:lvl9pPr>
          </a:lstStyle>
          <a:p>
            <a:pPr algn="ctr">
              <a:defRPr sz="1200" b="1">
                <a:solidFill>
                  <a:srgbClr val="000000"/>
                </a:solidFill>
                <a:latin typeface="Arial"/>
                <a:ea typeface="Arial"/>
                <a:cs typeface="Arial"/>
              </a:defRPr>
            </a:pPr>
            <a:r>
              <a:rPr sz="1200" b="1">
                <a:solidFill>
                  <a:srgbClr val="000000"/>
                </a:solidFill>
                <a:latin typeface="Arial"/>
                <a:ea typeface="Arial"/>
                <a:cs typeface="Arial"/>
              </a:rPr>
              <a:t>Hierarchical filling</a:t>
            </a:r>
          </a:p>
        </p:txBody>
      </p:sp>
      <p:sp>
        <p:nvSpPr>
          <p:cNvPr id="10028" name="Spatiotemporal map frame">
            <a:extLst>
              <a:ext uri="{FF2B5EF4-FFF2-40B4-BE49-F238E27FC236}">
                <ns2:creationId id="{3264F0F5-1277-4AF9-9B62-987DA69C0187}"/>
              </a:ext>
            </a:extLst>
          </p:cNvPr>
          <p:cNvSpPr>
            <a:spLocks noGrp="1"/>
          </p:cNvSpPr>
          <p:nvPr/>
        </p:nvSpPr>
        <p:spPr>
          <a:xfrm>
            <a:off x="7410450" y="2381250"/>
            <a:ext cx="1562100" cy="1466850"/>
          </a:xfrm>
          <a:custGeom>
            <a:pathLst>
              <a:path w="1562100" h="1466850">
                <a:moveTo>
                  <a:pt x="114300" y="0"/>
                </a:moveTo>
                <a:lnTo>
                  <a:pt x="1447800" y="0"/>
                </a:lnTo>
                <a:cubicBezTo>
                  <a:pt x="1510926" y="0"/>
                  <a:pt x="1562100" y="51174"/>
                  <a:pt x="1562100" y="114300"/>
                </a:cubicBezTo>
                <a:lnTo>
                  <a:pt x="1562100" y="1352550"/>
                </a:lnTo>
                <a:cubicBezTo>
                  <a:pt x="1562100" y="1415676"/>
                  <a:pt x="1510926" y="1466850"/>
                  <a:pt x="1447800" y="1466850"/>
                </a:cubicBezTo>
                <a:lnTo>
                  <a:pt x="114300" y="1466850"/>
                </a:lnTo>
                <a:cubicBezTo>
                  <a:pt x="51174" y="1466850"/>
                  <a:pt x="0" y="1415676"/>
                  <a:pt x="0" y="1352550"/>
                </a:cubicBezTo>
                <a:lnTo>
                  <a:pt x="0" y="114300"/>
                </a:lnTo>
                <a:cubicBezTo>
                  <a:pt x="0" y="51174"/>
                  <a:pt x="51174" y="0"/>
                  <a:pt x="114300" y="0"/>
                </a:cubicBezTo>
                <a:close/>
              </a:path>
            </a:pathLst>
          </a:custGeom>
          <a:solidFill>
            <a:srgbClr val="F7F9FA"/>
          </a:solidFill>
          <a:ln w="8573">
            <a:solidFill>
              <a:srgbClr val="DFE4E8"/>
            </a:solidFill>
            <a:prstDash val="solid"/>
          </a:ln>
        </p:spPr>
      </p:sp>
      <p:sp>
        <p:nvSpPr>
          <p:cNvPr id="10029" name="Spatiotemporal map title">
            <a:extLst>
              <a:ext uri="{FF2B5EF4-FFF2-40B4-BE49-F238E27FC236}">
                <ns2:creationId id="{5CC607D7-66E1-4DDD-ADE1-6C7D2C4AA9D8}"/>
              </a:ext>
            </a:extLst>
          </p:cNvPr>
          <p:cNvSpPr>
            <a:spLocks noGrp="1"/>
          </p:cNvSpPr>
          <p:nvPr/>
        </p:nvSpPr>
        <p:spPr>
          <a:xfrm>
            <a:off x="7477125" y="2438400"/>
            <a:ext cx="1428750" cy="342900"/>
          </a:xfrm>
          <a:prstGeom prst="rect">
            <a:avLst/>
          </a:prstGeom>
          <a:noFill/>
          <a:ln w="0">
            <a:noFill/>
          </a:ln>
        </p:spPr>
        <p:txBody>
          <a:bodyPr wrap="none" lIns="0" tIns="0" rIns="0" bIns="0" anchor="ctr"/>
          <a:lstStyle>
            <a:defPPr algn="ctr">
              <a:defRPr sz="1200" b="1">
                <a:solidFill>
                  <a:srgbClr val="000000"/>
                </a:solidFill>
                <a:latin typeface="Arial"/>
                <a:ea typeface="Arial"/>
                <a:cs typeface="Arial"/>
              </a:defRPr>
            </a:defPPr>
            <a:lvl1pPr algn="ctr">
              <a:defRPr sz="1200" b="1">
                <a:solidFill>
                  <a:srgbClr val="000000"/>
                </a:solidFill>
                <a:latin typeface="Arial"/>
                <a:ea typeface="Arial"/>
                <a:cs typeface="Arial"/>
              </a:defRPr>
            </a:lvl1pPr>
            <a:lvl2pPr algn="ctr">
              <a:defRPr sz="1200" b="1">
                <a:solidFill>
                  <a:srgbClr val="000000"/>
                </a:solidFill>
                <a:latin typeface="Arial"/>
                <a:ea typeface="Arial"/>
                <a:cs typeface="Arial"/>
              </a:defRPr>
            </a:lvl2pPr>
            <a:lvl3pPr algn="ctr">
              <a:defRPr sz="1200" b="1">
                <a:solidFill>
                  <a:srgbClr val="000000"/>
                </a:solidFill>
                <a:latin typeface="Arial"/>
                <a:ea typeface="Arial"/>
                <a:cs typeface="Arial"/>
              </a:defRPr>
            </a:lvl3pPr>
            <a:lvl4pPr algn="ctr">
              <a:defRPr sz="1200" b="1">
                <a:solidFill>
                  <a:srgbClr val="000000"/>
                </a:solidFill>
                <a:latin typeface="Arial"/>
                <a:ea typeface="Arial"/>
                <a:cs typeface="Arial"/>
              </a:defRPr>
            </a:lvl4pPr>
            <a:lvl5pPr algn="ctr">
              <a:defRPr sz="1200" b="1">
                <a:solidFill>
                  <a:srgbClr val="000000"/>
                </a:solidFill>
                <a:latin typeface="Arial"/>
                <a:ea typeface="Arial"/>
                <a:cs typeface="Arial"/>
              </a:defRPr>
            </a:lvl5pPr>
            <a:lvl6pPr algn="ctr">
              <a:defRPr sz="1200" b="1">
                <a:solidFill>
                  <a:srgbClr val="000000"/>
                </a:solidFill>
                <a:latin typeface="Arial"/>
                <a:ea typeface="Arial"/>
                <a:cs typeface="Arial"/>
              </a:defRPr>
            </a:lvl6pPr>
            <a:lvl7pPr algn="ctr">
              <a:defRPr sz="1200" b="1">
                <a:solidFill>
                  <a:srgbClr val="000000"/>
                </a:solidFill>
                <a:latin typeface="Arial"/>
                <a:ea typeface="Arial"/>
                <a:cs typeface="Arial"/>
              </a:defRPr>
            </a:lvl7pPr>
            <a:lvl8pPr algn="ctr">
              <a:defRPr sz="1200" b="1">
                <a:solidFill>
                  <a:srgbClr val="000000"/>
                </a:solidFill>
                <a:latin typeface="Arial"/>
                <a:ea typeface="Arial"/>
                <a:cs typeface="Arial"/>
              </a:defRPr>
            </a:lvl8pPr>
            <a:lvl9pPr algn="ctr">
              <a:defRPr sz="1200" b="1">
                <a:solidFill>
                  <a:srgbClr val="000000"/>
                </a:solidFill>
                <a:latin typeface="Arial"/>
                <a:ea typeface="Arial"/>
                <a:cs typeface="Arial"/>
              </a:defRPr>
            </a:lvl9pPr>
          </a:lstStyle>
          <a:p>
            <a:pPr algn="ctr">
              <a:defRPr sz="1200" b="1">
                <a:solidFill>
                  <a:srgbClr val="000000"/>
                </a:solidFill>
                <a:latin typeface="Arial"/>
                <a:ea typeface="Arial"/>
                <a:cs typeface="Arial"/>
              </a:defRPr>
            </a:pPr>
            <a:r>
              <a:rPr sz="1200" b="1">
                <a:solidFill>
                  <a:srgbClr val="000000"/>
                </a:solidFill>
                <a:latin typeface="Arial"/>
                <a:ea typeface="Arial"/>
                <a:cs typeface="Arial"/>
              </a:rPr>
              <a:t>Spatiotemporal</a:t>
            </a:r>
          </a:p>
          <a:p>
            <a:pPr algn="ctr">
              <a:defRPr sz="1200" b="1">
                <a:solidFill>
                  <a:srgbClr val="000000"/>
                </a:solidFill>
                <a:latin typeface="Arial"/>
                <a:ea typeface="Arial"/>
                <a:cs typeface="Arial"/>
              </a:defRPr>
            </a:pPr>
            <a:r>
              <a:rPr sz="1200" b="1">
                <a:solidFill>
                  <a:srgbClr val="000000"/>
                </a:solidFill>
                <a:latin typeface="Arial"/>
                <a:ea typeface="Arial"/>
                <a:cs typeface="Arial"/>
              </a:rPr>
              <a:t>map</a:t>
            </a:r>
          </a:p>
        </p:txBody>
      </p:sp>
      <p:sp>
        <p:nvSpPr>
          <p:cNvPr id="10030" name="Shared topology output">
            <a:extLst>
              <a:ext uri="{FF2B5EF4-FFF2-40B4-BE49-F238E27FC236}">
                <ns2:creationId id="{2C51F7E8-6AB0-4D90-9974-D4F3D571B1EF}"/>
              </a:ext>
            </a:extLst>
          </p:cNvPr>
          <p:cNvSpPr>
            <a:spLocks noGrp="1"/>
          </p:cNvSpPr>
          <p:nvPr/>
        </p:nvSpPr>
        <p:spPr>
          <a:xfrm>
            <a:off x="2152650" y="981075"/>
            <a:ext cx="142875" cy="2276475"/>
          </a:xfrm>
          <a:custGeom>
            <a:pathLst>
              <a:path w="142875" h="2276475">
                <a:moveTo>
                  <a:pt x="0" y="2276475"/>
                </a:moveTo>
                <a:lnTo>
                  <a:pt x="142875" y="2276475"/>
                </a:lnTo>
                <a:lnTo>
                  <a:pt x="142875" y="0"/>
                </a:lnTo>
              </a:path>
            </a:pathLst>
          </a:custGeom>
          <a:noFill/>
          <a:ln w="14288">
            <a:solidFill>
              <a:srgbClr val="7B8790"/>
            </a:solidFill>
            <a:prstDash val="solid"/>
          </a:ln>
        </p:spPr>
      </p:sp>
      <p:sp>
        <p:nvSpPr>
          <p:cNvPr id="10031" name="To TMTM stem">
            <a:extLst>
              <a:ext uri="{FF2B5EF4-FFF2-40B4-BE49-F238E27FC236}">
                <ns2:creationId id="{EA36A074-6DF5-407F-A35B-FB4B4EBF6BD8}"/>
              </a:ext>
            </a:extLst>
          </p:cNvPr>
          <p:cNvSpPr>
            <a:spLocks noGrp="1"/>
          </p:cNvSpPr>
          <p:nvPr/>
        </p:nvSpPr>
        <p:spPr>
          <a:xfrm>
            <a:off x="2295525" y="981075"/>
            <a:ext cx="85725" cy="95"/>
          </a:xfrm>
          <a:custGeom>
            <a:pathLst>
              <a:path w="85725" h="95">
                <a:moveTo>
                  <a:pt x="0" y="0"/>
                </a:moveTo>
                <a:lnTo>
                  <a:pt x="85725" y="0"/>
                </a:lnTo>
              </a:path>
            </a:pathLst>
          </a:custGeom>
          <a:noFill/>
          <a:ln w="14288">
            <a:solidFill>
              <a:srgbClr val="7B8790"/>
            </a:solidFill>
            <a:prstDash val="solid"/>
          </a:ln>
        </p:spPr>
      </p:sp>
      <p:sp>
        <p:nvSpPr>
          <p:cNvPr id="10032" name="To TMTM tip">
            <a:extLst>
              <a:ext uri="{FF2B5EF4-FFF2-40B4-BE49-F238E27FC236}">
                <ns2:creationId id="{854263C9-DC4C-4101-8487-FCD7A614C31F}"/>
              </a:ext>
            </a:extLst>
          </p:cNvPr>
          <p:cNvSpPr>
            <a:spLocks noGrp="1"/>
          </p:cNvSpPr>
          <p:nvPr/>
        </p:nvSpPr>
        <p:spPr>
          <a:xfrm>
            <a:off x="2371725" y="947738"/>
            <a:ext cx="57150" cy="66675"/>
          </a:xfrm>
          <a:custGeom>
            <a:pathLst>
              <a:path w="57150" h="66675">
                <a:moveTo>
                  <a:pt x="0" y="0"/>
                </a:moveTo>
                <a:lnTo>
                  <a:pt x="57150" y="33338"/>
                </a:lnTo>
                <a:lnTo>
                  <a:pt x="0" y="66675"/>
                </a:lnTo>
                <a:close/>
              </a:path>
            </a:pathLst>
          </a:custGeom>
          <a:solidFill>
            <a:srgbClr val="7B8790"/>
          </a:solidFill>
          <a:ln w="0">
            <a:noFill/>
            <a:prstDash val="solid"/>
          </a:ln>
        </p:spPr>
      </p:sp>
      <p:sp>
        <p:nvSpPr>
          <p:cNvPr id="10033" name="To ST-MTM stem">
            <a:extLst>
              <a:ext uri="{FF2B5EF4-FFF2-40B4-BE49-F238E27FC236}">
                <ns2:creationId id="{5ADDE1FD-E388-4202-AE77-A219D71522E7}"/>
              </a:ext>
            </a:extLst>
          </p:cNvPr>
          <p:cNvSpPr>
            <a:spLocks noGrp="1"/>
          </p:cNvSpPr>
          <p:nvPr/>
        </p:nvSpPr>
        <p:spPr>
          <a:xfrm>
            <a:off x="2295525" y="3162300"/>
            <a:ext cx="85725" cy="95"/>
          </a:xfrm>
          <a:custGeom>
            <a:pathLst>
              <a:path w="85725" h="95">
                <a:moveTo>
                  <a:pt x="0" y="0"/>
                </a:moveTo>
                <a:lnTo>
                  <a:pt x="85725" y="0"/>
                </a:lnTo>
              </a:path>
            </a:pathLst>
          </a:custGeom>
          <a:noFill/>
          <a:ln w="14288">
            <a:solidFill>
              <a:srgbClr val="7B8790"/>
            </a:solidFill>
            <a:prstDash val="solid"/>
          </a:ln>
        </p:spPr>
      </p:sp>
      <p:sp>
        <p:nvSpPr>
          <p:cNvPr id="10034" name="To ST-MTM tip">
            <a:extLst>
              <a:ext uri="{FF2B5EF4-FFF2-40B4-BE49-F238E27FC236}">
                <ns2:creationId id="{14FEA76C-15C2-4901-AAC3-BEADA807F705}"/>
              </a:ext>
            </a:extLst>
          </p:cNvPr>
          <p:cNvSpPr>
            <a:spLocks noGrp="1"/>
          </p:cNvSpPr>
          <p:nvPr/>
        </p:nvSpPr>
        <p:spPr>
          <a:xfrm>
            <a:off x="2371725" y="3128963"/>
            <a:ext cx="57150" cy="66675"/>
          </a:xfrm>
          <a:custGeom>
            <a:pathLst>
              <a:path w="57150" h="66675">
                <a:moveTo>
                  <a:pt x="0" y="0"/>
                </a:moveTo>
                <a:lnTo>
                  <a:pt x="57150" y="33338"/>
                </a:lnTo>
                <a:lnTo>
                  <a:pt x="0" y="66675"/>
                </a:lnTo>
                <a:close/>
              </a:path>
            </a:pathLst>
          </a:custGeom>
          <a:solidFill>
            <a:srgbClr val="7B8790"/>
          </a:solidFill>
          <a:ln w="0">
            <a:noFill/>
            <a:prstDash val="solid"/>
          </a:ln>
        </p:spPr>
      </p:sp>
      <p:sp>
        <p:nvSpPr>
          <p:cNvPr id="10035" name="TMTM step arrow stem">
            <a:extLst>
              <a:ext uri="{FF2B5EF4-FFF2-40B4-BE49-F238E27FC236}">
                <ns2:creationId id="{E6EFD3E1-B8CA-4F10-A1E6-DD923DBBF62D}"/>
              </a:ext>
            </a:extLst>
          </p:cNvPr>
          <p:cNvSpPr>
            <a:spLocks noGrp="1"/>
          </p:cNvSpPr>
          <p:nvPr/>
        </p:nvSpPr>
        <p:spPr>
          <a:xfrm>
            <a:off x="5505450" y="1133475"/>
            <a:ext cx="85725" cy="95"/>
          </a:xfrm>
          <a:custGeom>
            <a:pathLst>
              <a:path w="85725" h="95">
                <a:moveTo>
                  <a:pt x="0" y="0"/>
                </a:moveTo>
                <a:lnTo>
                  <a:pt x="85725" y="0"/>
                </a:lnTo>
              </a:path>
            </a:pathLst>
          </a:custGeom>
          <a:noFill/>
          <a:ln w="14288">
            <a:solidFill>
              <a:srgbClr val="7B8790"/>
            </a:solidFill>
            <a:prstDash val="solid"/>
          </a:ln>
        </p:spPr>
      </p:sp>
      <p:sp>
        <p:nvSpPr>
          <p:cNvPr id="10036" name="TMTM step arrow tip">
            <a:extLst>
              <a:ext uri="{FF2B5EF4-FFF2-40B4-BE49-F238E27FC236}">
                <ns2:creationId id="{4309376B-FED3-4287-A2A4-1BE19DE7CDEF}"/>
              </a:ext>
            </a:extLst>
          </p:cNvPr>
          <p:cNvSpPr>
            <a:spLocks noGrp="1"/>
          </p:cNvSpPr>
          <p:nvPr/>
        </p:nvSpPr>
        <p:spPr>
          <a:xfrm>
            <a:off x="5581650" y="1100138"/>
            <a:ext cx="57150" cy="66675"/>
          </a:xfrm>
          <a:custGeom>
            <a:pathLst>
              <a:path w="57150" h="66675">
                <a:moveTo>
                  <a:pt x="0" y="0"/>
                </a:moveTo>
                <a:lnTo>
                  <a:pt x="57150" y="33338"/>
                </a:lnTo>
                <a:lnTo>
                  <a:pt x="0" y="66675"/>
                </a:lnTo>
                <a:close/>
              </a:path>
            </a:pathLst>
          </a:custGeom>
          <a:solidFill>
            <a:srgbClr val="7B8790"/>
          </a:solidFill>
          <a:ln w="0">
            <a:noFill/>
            <a:prstDash val="solid"/>
          </a:ln>
        </p:spPr>
      </p:sp>
      <p:sp>
        <p:nvSpPr>
          <p:cNvPr id="10037" name="ST-MTM arrow 1 stem">
            <a:extLst>
              <a:ext uri="{FF2B5EF4-FFF2-40B4-BE49-F238E27FC236}">
                <ns2:creationId id="{B59D96CD-8DBC-4D2C-A8CE-A9F3274D6EAB}"/>
              </a:ext>
            </a:extLst>
          </p:cNvPr>
          <p:cNvSpPr>
            <a:spLocks noGrp="1"/>
          </p:cNvSpPr>
          <p:nvPr/>
        </p:nvSpPr>
        <p:spPr>
          <a:xfrm>
            <a:off x="3933825" y="3238500"/>
            <a:ext cx="47625" cy="95"/>
          </a:xfrm>
          <a:custGeom>
            <a:pathLst>
              <a:path w="47625" h="95">
                <a:moveTo>
                  <a:pt x="0" y="0"/>
                </a:moveTo>
                <a:lnTo>
                  <a:pt x="47625" y="0"/>
                </a:lnTo>
              </a:path>
            </a:pathLst>
          </a:custGeom>
          <a:noFill/>
          <a:ln w="14288">
            <a:solidFill>
              <a:srgbClr val="7B8790"/>
            </a:solidFill>
            <a:prstDash val="solid"/>
          </a:ln>
        </p:spPr>
      </p:sp>
      <p:sp>
        <p:nvSpPr>
          <p:cNvPr id="10038" name="ST-MTM arrow 1 tip">
            <a:extLst>
              <a:ext uri="{FF2B5EF4-FFF2-40B4-BE49-F238E27FC236}">
                <ns2:creationId id="{BEE4FAAD-A03E-4EE7-814C-138845267545}"/>
              </a:ext>
            </a:extLst>
          </p:cNvPr>
          <p:cNvSpPr>
            <a:spLocks noGrp="1"/>
          </p:cNvSpPr>
          <p:nvPr/>
        </p:nvSpPr>
        <p:spPr>
          <a:xfrm>
            <a:off x="3971925" y="3205163"/>
            <a:ext cx="57150" cy="66675"/>
          </a:xfrm>
          <a:custGeom>
            <a:pathLst>
              <a:path w="57150" h="66675">
                <a:moveTo>
                  <a:pt x="0" y="0"/>
                </a:moveTo>
                <a:lnTo>
                  <a:pt x="57150" y="33338"/>
                </a:lnTo>
                <a:lnTo>
                  <a:pt x="0" y="66675"/>
                </a:lnTo>
                <a:close/>
              </a:path>
            </a:pathLst>
          </a:custGeom>
          <a:solidFill>
            <a:srgbClr val="7B8790"/>
          </a:solidFill>
          <a:ln w="0">
            <a:noFill/>
            <a:prstDash val="solid"/>
          </a:ln>
        </p:spPr>
      </p:sp>
      <p:sp>
        <p:nvSpPr>
          <p:cNvPr id="10039" name="ST-MTM arrow 2 stem">
            <a:extLst>
              <a:ext uri="{FF2B5EF4-FFF2-40B4-BE49-F238E27FC236}">
                <ns2:creationId id="{8C0A59B5-E38B-439C-8700-41A5903F7268}"/>
              </a:ext>
            </a:extLst>
          </p:cNvPr>
          <p:cNvSpPr>
            <a:spLocks noGrp="1"/>
          </p:cNvSpPr>
          <p:nvPr/>
        </p:nvSpPr>
        <p:spPr>
          <a:xfrm>
            <a:off x="5438775" y="3238500"/>
            <a:ext cx="47625" cy="95"/>
          </a:xfrm>
          <a:custGeom>
            <a:pathLst>
              <a:path w="47625" h="95">
                <a:moveTo>
                  <a:pt x="0" y="0"/>
                </a:moveTo>
                <a:lnTo>
                  <a:pt x="47625" y="0"/>
                </a:lnTo>
              </a:path>
            </a:pathLst>
          </a:custGeom>
          <a:noFill/>
          <a:ln w="14288">
            <a:solidFill>
              <a:srgbClr val="7B8790"/>
            </a:solidFill>
            <a:prstDash val="solid"/>
          </a:ln>
        </p:spPr>
      </p:sp>
      <p:sp>
        <p:nvSpPr>
          <p:cNvPr id="10040" name="ST-MTM arrow 2 tip">
            <a:extLst>
              <a:ext uri="{FF2B5EF4-FFF2-40B4-BE49-F238E27FC236}">
                <ns2:creationId id="{2DAABAA6-C718-4A6F-BA4C-528EF8E2CB73}"/>
              </a:ext>
            </a:extLst>
          </p:cNvPr>
          <p:cNvSpPr>
            <a:spLocks noGrp="1"/>
          </p:cNvSpPr>
          <p:nvPr/>
        </p:nvSpPr>
        <p:spPr>
          <a:xfrm>
            <a:off x="5476875" y="3205163"/>
            <a:ext cx="57150" cy="66675"/>
          </a:xfrm>
          <a:custGeom>
            <a:pathLst>
              <a:path w="57150" h="66675">
                <a:moveTo>
                  <a:pt x="0" y="0"/>
                </a:moveTo>
                <a:lnTo>
                  <a:pt x="57150" y="33338"/>
                </a:lnTo>
                <a:lnTo>
                  <a:pt x="0" y="66675"/>
                </a:lnTo>
                <a:close/>
              </a:path>
            </a:pathLst>
          </a:custGeom>
          <a:solidFill>
            <a:srgbClr val="7B8790"/>
          </a:solidFill>
          <a:ln w="0">
            <a:noFill/>
            <a:prstDash val="solid"/>
          </a:ln>
        </p:spPr>
      </p:sp>
      <p:sp>
        <p:nvSpPr>
          <p:cNvPr id="10041" name="ST-MTM arrow 3 stem">
            <a:extLst>
              <a:ext uri="{FF2B5EF4-FFF2-40B4-BE49-F238E27FC236}">
                <ns2:creationId id="{4A6F7660-3F4E-46D9-B116-CDBC6C5B02E1}"/>
              </a:ext>
            </a:extLst>
          </p:cNvPr>
          <p:cNvSpPr>
            <a:spLocks noGrp="1"/>
          </p:cNvSpPr>
          <p:nvPr/>
        </p:nvSpPr>
        <p:spPr>
          <a:xfrm>
            <a:off x="7305675" y="3238500"/>
            <a:ext cx="47625" cy="95"/>
          </a:xfrm>
          <a:custGeom>
            <a:pathLst>
              <a:path w="47625" h="95">
                <a:moveTo>
                  <a:pt x="0" y="0"/>
                </a:moveTo>
                <a:lnTo>
                  <a:pt x="47625" y="0"/>
                </a:lnTo>
              </a:path>
            </a:pathLst>
          </a:custGeom>
          <a:noFill/>
          <a:ln w="14288">
            <a:solidFill>
              <a:srgbClr val="7B8790"/>
            </a:solidFill>
            <a:prstDash val="solid"/>
          </a:ln>
        </p:spPr>
      </p:sp>
      <p:sp>
        <p:nvSpPr>
          <p:cNvPr id="10042" name="ST-MTM arrow 3 tip">
            <a:extLst>
              <a:ext uri="{FF2B5EF4-FFF2-40B4-BE49-F238E27FC236}">
                <ns2:creationId id="{A275183E-4174-4A87-AE33-7EC8DD386691}"/>
              </a:ext>
            </a:extLst>
          </p:cNvPr>
          <p:cNvSpPr>
            <a:spLocks noGrp="1"/>
          </p:cNvSpPr>
          <p:nvPr/>
        </p:nvSpPr>
        <p:spPr>
          <a:xfrm>
            <a:off x="7343775" y="3205163"/>
            <a:ext cx="57150" cy="66675"/>
          </a:xfrm>
          <a:custGeom>
            <a:pathLst>
              <a:path w="57150" h="66675">
                <a:moveTo>
                  <a:pt x="0" y="0"/>
                </a:moveTo>
                <a:lnTo>
                  <a:pt x="57150" y="33338"/>
                </a:lnTo>
                <a:lnTo>
                  <a:pt x="0" y="66675"/>
                </a:lnTo>
                <a:close/>
              </a:path>
            </a:pathLst>
          </a:custGeom>
          <a:solidFill>
            <a:srgbClr val="7B8790"/>
          </a:solidFill>
          <a:ln w="0">
            <a:noFill/>
            <a:prstDash val="solid"/>
          </a:ln>
        </p:spPr>
      </p:sp>
      <p:sp>
        <p:nvSpPr>
          <p:cNvPr id="8" name="Input snapshot 0: source 8"/>
          <p:cNvSpPr/>
          <p:nvPr/>
        </p:nvSpPr>
        <p:spPr>
          <a:xfrm>
            <a:off x="1143000" y="819150"/>
            <a:ext cx="38580" cy="44769"/>
          </a:xfrm>
          <a:prstGeom prst="rect">
            <a:avLst/>
          </a:prstGeom>
          <a:solidFill>
            <a:srgbClr val="EFF2F4"/>
          </a:solidFill>
          <a:ln w="2092">
            <a:solidFill>
              <a:srgbClr val="C6D4E2"/>
            </a:solidFill>
            <a:prstDash val="solid"/>
          </a:ln>
        </p:spPr>
      </p:sp>
      <p:sp>
        <p:nvSpPr>
          <p:cNvPr id="9" name="Input snapshot 0: source 9"/>
          <p:cNvSpPr/>
          <p:nvPr/>
        </p:nvSpPr>
        <p:spPr>
          <a:xfrm>
            <a:off x="1180703" y="819150"/>
            <a:ext cx="38580" cy="44769"/>
          </a:xfrm>
          <a:prstGeom prst="rect">
            <a:avLst/>
          </a:prstGeom>
          <a:solidFill>
            <a:srgbClr val="EFF2F4"/>
          </a:solidFill>
          <a:ln w="2092">
            <a:solidFill>
              <a:srgbClr val="C6D4E2"/>
            </a:solidFill>
            <a:prstDash val="solid"/>
          </a:ln>
        </p:spPr>
      </p:sp>
      <p:sp>
        <p:nvSpPr>
          <p:cNvPr id="10" name="Input snapshot 0: source 10"/>
          <p:cNvSpPr/>
          <p:nvPr/>
        </p:nvSpPr>
        <p:spPr>
          <a:xfrm>
            <a:off x="1218405" y="819150"/>
            <a:ext cx="38580" cy="44769"/>
          </a:xfrm>
          <a:prstGeom prst="rect">
            <a:avLst/>
          </a:prstGeom>
          <a:solidFill>
            <a:srgbClr val="EFF2F4"/>
          </a:solidFill>
          <a:ln w="2092">
            <a:solidFill>
              <a:srgbClr val="C6D4E2"/>
            </a:solidFill>
            <a:prstDash val="solid"/>
          </a:ln>
        </p:spPr>
      </p:sp>
      <p:sp>
        <p:nvSpPr>
          <p:cNvPr id="11" name="Input snapshot 0: source 11"/>
          <p:cNvSpPr/>
          <p:nvPr/>
        </p:nvSpPr>
        <p:spPr>
          <a:xfrm>
            <a:off x="1256108" y="819150"/>
            <a:ext cx="38580" cy="44769"/>
          </a:xfrm>
          <a:prstGeom prst="rect">
            <a:avLst/>
          </a:prstGeom>
          <a:solidFill>
            <a:srgbClr val="EFF2F4"/>
          </a:solidFill>
          <a:ln w="2092">
            <a:solidFill>
              <a:srgbClr val="C6D4E2"/>
            </a:solidFill>
            <a:prstDash val="solid"/>
          </a:ln>
        </p:spPr>
      </p:sp>
      <p:sp>
        <p:nvSpPr>
          <p:cNvPr id="12" name="Input snapshot 0: source 12"/>
          <p:cNvSpPr/>
          <p:nvPr/>
        </p:nvSpPr>
        <p:spPr>
          <a:xfrm>
            <a:off x="1293810" y="819150"/>
            <a:ext cx="38580" cy="44769"/>
          </a:xfrm>
          <a:prstGeom prst="rect">
            <a:avLst/>
          </a:prstGeom>
          <a:solidFill>
            <a:srgbClr val="EFF2F4"/>
          </a:solidFill>
          <a:ln w="2092">
            <a:solidFill>
              <a:srgbClr val="C6D4E2"/>
            </a:solidFill>
            <a:prstDash val="solid"/>
          </a:ln>
        </p:spPr>
      </p:sp>
      <p:sp>
        <p:nvSpPr>
          <p:cNvPr id="13" name="Input snapshot 0: source 13"/>
          <p:cNvSpPr/>
          <p:nvPr/>
        </p:nvSpPr>
        <p:spPr>
          <a:xfrm>
            <a:off x="1331513" y="819150"/>
            <a:ext cx="38580" cy="44769"/>
          </a:xfrm>
          <a:prstGeom prst="rect">
            <a:avLst/>
          </a:prstGeom>
          <a:solidFill>
            <a:srgbClr val="EFF2F4"/>
          </a:solidFill>
          <a:ln w="2092">
            <a:solidFill>
              <a:srgbClr val="C6D4E2"/>
            </a:solidFill>
            <a:prstDash val="solid"/>
          </a:ln>
        </p:spPr>
      </p:sp>
      <p:sp>
        <p:nvSpPr>
          <p:cNvPr id="14" name="Input snapshot 0: source 14"/>
          <p:cNvSpPr/>
          <p:nvPr/>
        </p:nvSpPr>
        <p:spPr>
          <a:xfrm>
            <a:off x="1369215" y="819150"/>
            <a:ext cx="38580" cy="44769"/>
          </a:xfrm>
          <a:prstGeom prst="rect">
            <a:avLst/>
          </a:prstGeom>
          <a:solidFill>
            <a:srgbClr val="EFF2F4"/>
          </a:solidFill>
          <a:ln w="2092">
            <a:solidFill>
              <a:srgbClr val="C6D4E2"/>
            </a:solidFill>
            <a:prstDash val="solid"/>
          </a:ln>
        </p:spPr>
      </p:sp>
      <p:sp>
        <p:nvSpPr>
          <p:cNvPr id="15" name="Input snapshot 0: source 15"/>
          <p:cNvSpPr/>
          <p:nvPr/>
        </p:nvSpPr>
        <p:spPr>
          <a:xfrm>
            <a:off x="1406918" y="819150"/>
            <a:ext cx="38580" cy="44769"/>
          </a:xfrm>
          <a:prstGeom prst="rect">
            <a:avLst/>
          </a:prstGeom>
          <a:solidFill>
            <a:srgbClr val="EFF2F4"/>
          </a:solidFill>
          <a:ln w="2092">
            <a:solidFill>
              <a:srgbClr val="C6D4E2"/>
            </a:solidFill>
            <a:prstDash val="solid"/>
          </a:ln>
        </p:spPr>
      </p:sp>
      <p:sp>
        <p:nvSpPr>
          <p:cNvPr id="16" name="Input snapshot 0: source 16"/>
          <p:cNvSpPr/>
          <p:nvPr/>
        </p:nvSpPr>
        <p:spPr>
          <a:xfrm>
            <a:off x="1444620" y="819150"/>
            <a:ext cx="38580" cy="44769"/>
          </a:xfrm>
          <a:prstGeom prst="rect">
            <a:avLst/>
          </a:prstGeom>
          <a:solidFill>
            <a:srgbClr val="EFF2F4"/>
          </a:solidFill>
          <a:ln w="2092">
            <a:solidFill>
              <a:srgbClr val="C6D4E2"/>
            </a:solidFill>
            <a:prstDash val="solid"/>
          </a:ln>
        </p:spPr>
      </p:sp>
      <p:sp>
        <p:nvSpPr>
          <p:cNvPr id="17" name="Input snapshot 0: source 17"/>
          <p:cNvSpPr/>
          <p:nvPr/>
        </p:nvSpPr>
        <p:spPr>
          <a:xfrm>
            <a:off x="1482323" y="819150"/>
            <a:ext cx="38580" cy="44769"/>
          </a:xfrm>
          <a:prstGeom prst="rect">
            <a:avLst/>
          </a:prstGeom>
          <a:solidFill>
            <a:srgbClr val="EFF2F4"/>
          </a:solidFill>
          <a:ln w="2092">
            <a:solidFill>
              <a:srgbClr val="C6D4E2"/>
            </a:solidFill>
            <a:prstDash val="solid"/>
          </a:ln>
        </p:spPr>
      </p:sp>
      <p:sp>
        <p:nvSpPr>
          <p:cNvPr id="18" name="Input snapshot 0: source 18"/>
          <p:cNvSpPr/>
          <p:nvPr/>
        </p:nvSpPr>
        <p:spPr>
          <a:xfrm>
            <a:off x="1520026" y="819150"/>
            <a:ext cx="38580" cy="44769"/>
          </a:xfrm>
          <a:prstGeom prst="rect">
            <a:avLst/>
          </a:prstGeom>
          <a:solidFill>
            <a:srgbClr val="EFF2F4"/>
          </a:solidFill>
          <a:ln w="2092">
            <a:solidFill>
              <a:srgbClr val="C6D4E2"/>
            </a:solidFill>
            <a:prstDash val="solid"/>
          </a:ln>
        </p:spPr>
      </p:sp>
      <p:sp>
        <p:nvSpPr>
          <p:cNvPr id="19" name="Input snapshot 0: source 19"/>
          <p:cNvSpPr/>
          <p:nvPr/>
        </p:nvSpPr>
        <p:spPr>
          <a:xfrm>
            <a:off x="1557728" y="819150"/>
            <a:ext cx="38580" cy="44769"/>
          </a:xfrm>
          <a:prstGeom prst="rect">
            <a:avLst/>
          </a:prstGeom>
          <a:solidFill>
            <a:srgbClr val="009E73"/>
          </a:solidFill>
          <a:ln w="2092">
            <a:solidFill>
              <a:srgbClr val="C6D4E2"/>
            </a:solidFill>
            <a:prstDash val="solid"/>
          </a:ln>
        </p:spPr>
      </p:sp>
      <p:sp>
        <p:nvSpPr>
          <p:cNvPr id="20" name="Input snapshot 0: source 20"/>
          <p:cNvSpPr/>
          <p:nvPr/>
        </p:nvSpPr>
        <p:spPr>
          <a:xfrm>
            <a:off x="1595431" y="819150"/>
            <a:ext cx="38580" cy="44769"/>
          </a:xfrm>
          <a:prstGeom prst="rect">
            <a:avLst/>
          </a:prstGeom>
          <a:solidFill>
            <a:srgbClr val="009E73"/>
          </a:solidFill>
          <a:ln w="2092">
            <a:solidFill>
              <a:srgbClr val="C6D4E2"/>
            </a:solidFill>
            <a:prstDash val="solid"/>
          </a:ln>
        </p:spPr>
      </p:sp>
      <p:sp>
        <p:nvSpPr>
          <p:cNvPr id="21" name="Input snapshot 0: source 21"/>
          <p:cNvSpPr/>
          <p:nvPr/>
        </p:nvSpPr>
        <p:spPr>
          <a:xfrm>
            <a:off x="1633133" y="819150"/>
            <a:ext cx="38580" cy="44769"/>
          </a:xfrm>
          <a:prstGeom prst="rect">
            <a:avLst/>
          </a:prstGeom>
          <a:solidFill>
            <a:srgbClr val="009E73"/>
          </a:solidFill>
          <a:ln w="2092">
            <a:solidFill>
              <a:srgbClr val="C6D4E2"/>
            </a:solidFill>
            <a:prstDash val="solid"/>
          </a:ln>
        </p:spPr>
      </p:sp>
      <p:sp>
        <p:nvSpPr>
          <p:cNvPr id="22" name="Input snapshot 0: source 22"/>
          <p:cNvSpPr/>
          <p:nvPr/>
        </p:nvSpPr>
        <p:spPr>
          <a:xfrm>
            <a:off x="1143000" y="863041"/>
            <a:ext cx="38580" cy="44769"/>
          </a:xfrm>
          <a:prstGeom prst="rect">
            <a:avLst/>
          </a:prstGeom>
          <a:solidFill>
            <a:srgbClr val="EFF2F4"/>
          </a:solidFill>
          <a:ln w="2092">
            <a:solidFill>
              <a:srgbClr val="C6D4E2"/>
            </a:solidFill>
            <a:prstDash val="solid"/>
          </a:ln>
        </p:spPr>
      </p:sp>
      <p:sp>
        <p:nvSpPr>
          <p:cNvPr id="23" name="Input snapshot 0: source 23"/>
          <p:cNvSpPr/>
          <p:nvPr/>
        </p:nvSpPr>
        <p:spPr>
          <a:xfrm>
            <a:off x="1180703" y="863041"/>
            <a:ext cx="38580" cy="44769"/>
          </a:xfrm>
          <a:prstGeom prst="rect">
            <a:avLst/>
          </a:prstGeom>
          <a:solidFill>
            <a:srgbClr val="EFF2F4"/>
          </a:solidFill>
          <a:ln w="2092">
            <a:solidFill>
              <a:srgbClr val="C6D4E2"/>
            </a:solidFill>
            <a:prstDash val="solid"/>
          </a:ln>
        </p:spPr>
      </p:sp>
      <p:sp>
        <p:nvSpPr>
          <p:cNvPr id="24" name="Input snapshot 0: source 24"/>
          <p:cNvSpPr/>
          <p:nvPr/>
        </p:nvSpPr>
        <p:spPr>
          <a:xfrm>
            <a:off x="1218405" y="863041"/>
            <a:ext cx="38580" cy="44769"/>
          </a:xfrm>
          <a:prstGeom prst="rect">
            <a:avLst/>
          </a:prstGeom>
          <a:solidFill>
            <a:srgbClr val="EFF2F4"/>
          </a:solidFill>
          <a:ln w="2092">
            <a:solidFill>
              <a:srgbClr val="C6D4E2"/>
            </a:solidFill>
            <a:prstDash val="solid"/>
          </a:ln>
        </p:spPr>
      </p:sp>
      <p:sp>
        <p:nvSpPr>
          <p:cNvPr id="25" name="Input snapshot 0: source 25"/>
          <p:cNvSpPr/>
          <p:nvPr/>
        </p:nvSpPr>
        <p:spPr>
          <a:xfrm>
            <a:off x="1256108" y="863041"/>
            <a:ext cx="38580" cy="44769"/>
          </a:xfrm>
          <a:prstGeom prst="rect">
            <a:avLst/>
          </a:prstGeom>
          <a:solidFill>
            <a:srgbClr val="EFF2F4"/>
          </a:solidFill>
          <a:ln w="2092">
            <a:solidFill>
              <a:srgbClr val="C6D4E2"/>
            </a:solidFill>
            <a:prstDash val="solid"/>
          </a:ln>
        </p:spPr>
      </p:sp>
      <p:sp>
        <p:nvSpPr>
          <p:cNvPr id="26" name="Input snapshot 0: source 26"/>
          <p:cNvSpPr/>
          <p:nvPr/>
        </p:nvSpPr>
        <p:spPr>
          <a:xfrm>
            <a:off x="1293810" y="863041"/>
            <a:ext cx="38580" cy="44769"/>
          </a:xfrm>
          <a:prstGeom prst="rect">
            <a:avLst/>
          </a:prstGeom>
          <a:solidFill>
            <a:srgbClr val="EFF2F4"/>
          </a:solidFill>
          <a:ln w="2092">
            <a:solidFill>
              <a:srgbClr val="C6D4E2"/>
            </a:solidFill>
            <a:prstDash val="solid"/>
          </a:ln>
        </p:spPr>
      </p:sp>
      <p:sp>
        <p:nvSpPr>
          <p:cNvPr id="27" name="Input snapshot 0: source 27"/>
          <p:cNvSpPr/>
          <p:nvPr/>
        </p:nvSpPr>
        <p:spPr>
          <a:xfrm>
            <a:off x="1331513" y="863041"/>
            <a:ext cx="38580" cy="44769"/>
          </a:xfrm>
          <a:prstGeom prst="rect">
            <a:avLst/>
          </a:prstGeom>
          <a:solidFill>
            <a:srgbClr val="EFF2F4"/>
          </a:solidFill>
          <a:ln w="2092">
            <a:solidFill>
              <a:srgbClr val="C6D4E2"/>
            </a:solidFill>
            <a:prstDash val="solid"/>
          </a:ln>
        </p:spPr>
      </p:sp>
      <p:sp>
        <p:nvSpPr>
          <p:cNvPr id="28" name="Input snapshot 0: source 28"/>
          <p:cNvSpPr/>
          <p:nvPr/>
        </p:nvSpPr>
        <p:spPr>
          <a:xfrm>
            <a:off x="1369215" y="863041"/>
            <a:ext cx="38580" cy="44769"/>
          </a:xfrm>
          <a:prstGeom prst="rect">
            <a:avLst/>
          </a:prstGeom>
          <a:solidFill>
            <a:srgbClr val="EFF2F4"/>
          </a:solidFill>
          <a:ln w="2092">
            <a:solidFill>
              <a:srgbClr val="C6D4E2"/>
            </a:solidFill>
            <a:prstDash val="solid"/>
          </a:ln>
        </p:spPr>
      </p:sp>
      <p:sp>
        <p:nvSpPr>
          <p:cNvPr id="29" name="Input snapshot 0: source 29"/>
          <p:cNvSpPr/>
          <p:nvPr/>
        </p:nvSpPr>
        <p:spPr>
          <a:xfrm>
            <a:off x="1406918" y="863041"/>
            <a:ext cx="38580" cy="44769"/>
          </a:xfrm>
          <a:prstGeom prst="rect">
            <a:avLst/>
          </a:prstGeom>
          <a:solidFill>
            <a:srgbClr val="EFF2F4"/>
          </a:solidFill>
          <a:ln w="2092">
            <a:solidFill>
              <a:srgbClr val="C6D4E2"/>
            </a:solidFill>
            <a:prstDash val="solid"/>
          </a:ln>
        </p:spPr>
      </p:sp>
      <p:sp>
        <p:nvSpPr>
          <p:cNvPr id="30" name="Input snapshot 0: source 30"/>
          <p:cNvSpPr/>
          <p:nvPr/>
        </p:nvSpPr>
        <p:spPr>
          <a:xfrm>
            <a:off x="1444620" y="863041"/>
            <a:ext cx="38580" cy="44769"/>
          </a:xfrm>
          <a:prstGeom prst="rect">
            <a:avLst/>
          </a:prstGeom>
          <a:solidFill>
            <a:srgbClr val="EFF2F4"/>
          </a:solidFill>
          <a:ln w="2092">
            <a:solidFill>
              <a:srgbClr val="C6D4E2"/>
            </a:solidFill>
            <a:prstDash val="solid"/>
          </a:ln>
        </p:spPr>
      </p:sp>
      <p:sp>
        <p:nvSpPr>
          <p:cNvPr id="31" name="Input snapshot 0: source 31"/>
          <p:cNvSpPr/>
          <p:nvPr/>
        </p:nvSpPr>
        <p:spPr>
          <a:xfrm>
            <a:off x="1482323" y="863041"/>
            <a:ext cx="38580" cy="44769"/>
          </a:xfrm>
          <a:prstGeom prst="rect">
            <a:avLst/>
          </a:prstGeom>
          <a:solidFill>
            <a:srgbClr val="EFF2F4"/>
          </a:solidFill>
          <a:ln w="2092">
            <a:solidFill>
              <a:srgbClr val="C6D4E2"/>
            </a:solidFill>
            <a:prstDash val="solid"/>
          </a:ln>
        </p:spPr>
      </p:sp>
      <p:sp>
        <p:nvSpPr>
          <p:cNvPr id="32" name="Input snapshot 0: source 32"/>
          <p:cNvSpPr/>
          <p:nvPr/>
        </p:nvSpPr>
        <p:spPr>
          <a:xfrm>
            <a:off x="1520026" y="863041"/>
            <a:ext cx="38580" cy="44769"/>
          </a:xfrm>
          <a:prstGeom prst="rect">
            <a:avLst/>
          </a:prstGeom>
          <a:solidFill>
            <a:srgbClr val="009E73"/>
          </a:solidFill>
          <a:ln w="2092">
            <a:solidFill>
              <a:srgbClr val="C6D4E2"/>
            </a:solidFill>
            <a:prstDash val="solid"/>
          </a:ln>
        </p:spPr>
      </p:sp>
      <p:sp>
        <p:nvSpPr>
          <p:cNvPr id="33" name="Input snapshot 0: source 33"/>
          <p:cNvSpPr/>
          <p:nvPr/>
        </p:nvSpPr>
        <p:spPr>
          <a:xfrm>
            <a:off x="1557728" y="863041"/>
            <a:ext cx="38580" cy="44769"/>
          </a:xfrm>
          <a:prstGeom prst="rect">
            <a:avLst/>
          </a:prstGeom>
          <a:solidFill>
            <a:srgbClr val="009E73"/>
          </a:solidFill>
          <a:ln w="2092">
            <a:solidFill>
              <a:srgbClr val="C6D4E2"/>
            </a:solidFill>
            <a:prstDash val="solid"/>
          </a:ln>
        </p:spPr>
      </p:sp>
      <p:sp>
        <p:nvSpPr>
          <p:cNvPr id="34" name="Input snapshot 0: source 34"/>
          <p:cNvSpPr/>
          <p:nvPr/>
        </p:nvSpPr>
        <p:spPr>
          <a:xfrm>
            <a:off x="1595431" y="863041"/>
            <a:ext cx="38580" cy="44769"/>
          </a:xfrm>
          <a:prstGeom prst="rect">
            <a:avLst/>
          </a:prstGeom>
          <a:solidFill>
            <a:srgbClr val="009E73"/>
          </a:solidFill>
          <a:ln w="2092">
            <a:solidFill>
              <a:srgbClr val="C6D4E2"/>
            </a:solidFill>
            <a:prstDash val="solid"/>
          </a:ln>
        </p:spPr>
      </p:sp>
      <p:sp>
        <p:nvSpPr>
          <p:cNvPr id="35" name="Input snapshot 0: source 35"/>
          <p:cNvSpPr/>
          <p:nvPr/>
        </p:nvSpPr>
        <p:spPr>
          <a:xfrm>
            <a:off x="1633133" y="863041"/>
            <a:ext cx="38580" cy="44769"/>
          </a:xfrm>
          <a:prstGeom prst="rect">
            <a:avLst/>
          </a:prstGeom>
          <a:solidFill>
            <a:srgbClr val="009E73"/>
          </a:solidFill>
          <a:ln w="2092">
            <a:solidFill>
              <a:srgbClr val="C6D4E2"/>
            </a:solidFill>
            <a:prstDash val="solid"/>
          </a:ln>
        </p:spPr>
      </p:sp>
      <p:sp>
        <p:nvSpPr>
          <p:cNvPr id="36" name="Input snapshot 0: source 36"/>
          <p:cNvSpPr/>
          <p:nvPr/>
        </p:nvSpPr>
        <p:spPr>
          <a:xfrm>
            <a:off x="1143000" y="906933"/>
            <a:ext cx="38580" cy="44769"/>
          </a:xfrm>
          <a:prstGeom prst="rect">
            <a:avLst/>
          </a:prstGeom>
          <a:solidFill>
            <a:srgbClr val="EFF2F4"/>
          </a:solidFill>
          <a:ln w="2092">
            <a:solidFill>
              <a:srgbClr val="C6D4E2"/>
            </a:solidFill>
            <a:prstDash val="solid"/>
          </a:ln>
        </p:spPr>
      </p:sp>
      <p:sp>
        <p:nvSpPr>
          <p:cNvPr id="37" name="Input snapshot 0: source 37"/>
          <p:cNvSpPr/>
          <p:nvPr/>
        </p:nvSpPr>
        <p:spPr>
          <a:xfrm>
            <a:off x="1180703" y="906933"/>
            <a:ext cx="38580" cy="44769"/>
          </a:xfrm>
          <a:prstGeom prst="rect">
            <a:avLst/>
          </a:prstGeom>
          <a:solidFill>
            <a:srgbClr val="EFF2F4"/>
          </a:solidFill>
          <a:ln w="2092">
            <a:solidFill>
              <a:srgbClr val="C6D4E2"/>
            </a:solidFill>
            <a:prstDash val="solid"/>
          </a:ln>
        </p:spPr>
      </p:sp>
      <p:sp>
        <p:nvSpPr>
          <p:cNvPr id="38" name="Input snapshot 0: source 38"/>
          <p:cNvSpPr/>
          <p:nvPr/>
        </p:nvSpPr>
        <p:spPr>
          <a:xfrm>
            <a:off x="1218405" y="906933"/>
            <a:ext cx="38580" cy="44769"/>
          </a:xfrm>
          <a:prstGeom prst="rect">
            <a:avLst/>
          </a:prstGeom>
          <a:solidFill>
            <a:srgbClr val="EFF2F4"/>
          </a:solidFill>
          <a:ln w="2092">
            <a:solidFill>
              <a:srgbClr val="C6D4E2"/>
            </a:solidFill>
            <a:prstDash val="solid"/>
          </a:ln>
        </p:spPr>
      </p:sp>
      <p:sp>
        <p:nvSpPr>
          <p:cNvPr id="39" name="Input snapshot 0: source 39"/>
          <p:cNvSpPr/>
          <p:nvPr/>
        </p:nvSpPr>
        <p:spPr>
          <a:xfrm>
            <a:off x="1256108" y="906933"/>
            <a:ext cx="38580" cy="44769"/>
          </a:xfrm>
          <a:prstGeom prst="rect">
            <a:avLst/>
          </a:prstGeom>
          <a:solidFill>
            <a:srgbClr val="EFF2F4"/>
          </a:solidFill>
          <a:ln w="2092">
            <a:solidFill>
              <a:srgbClr val="C6D4E2"/>
            </a:solidFill>
            <a:prstDash val="solid"/>
          </a:ln>
        </p:spPr>
      </p:sp>
      <p:sp>
        <p:nvSpPr>
          <p:cNvPr id="40" name="Input snapshot 0: source 40"/>
          <p:cNvSpPr/>
          <p:nvPr/>
        </p:nvSpPr>
        <p:spPr>
          <a:xfrm>
            <a:off x="1293810" y="906933"/>
            <a:ext cx="38580" cy="44769"/>
          </a:xfrm>
          <a:prstGeom prst="rect">
            <a:avLst/>
          </a:prstGeom>
          <a:solidFill>
            <a:srgbClr val="EFF2F4"/>
          </a:solidFill>
          <a:ln w="2092">
            <a:solidFill>
              <a:srgbClr val="C6D4E2"/>
            </a:solidFill>
            <a:prstDash val="solid"/>
          </a:ln>
        </p:spPr>
      </p:sp>
      <p:sp>
        <p:nvSpPr>
          <p:cNvPr id="41" name="Input snapshot 0: source 41"/>
          <p:cNvSpPr/>
          <p:nvPr/>
        </p:nvSpPr>
        <p:spPr>
          <a:xfrm>
            <a:off x="1331513" y="906933"/>
            <a:ext cx="38580" cy="44769"/>
          </a:xfrm>
          <a:prstGeom prst="rect">
            <a:avLst/>
          </a:prstGeom>
          <a:solidFill>
            <a:srgbClr val="B7BEC5"/>
          </a:solidFill>
          <a:ln w="2092">
            <a:solidFill>
              <a:srgbClr val="C6D4E2"/>
            </a:solidFill>
            <a:prstDash val="solid"/>
          </a:ln>
        </p:spPr>
      </p:sp>
      <p:sp>
        <p:nvSpPr>
          <p:cNvPr id="42" name="Input snapshot 0: source 42"/>
          <p:cNvSpPr/>
          <p:nvPr/>
        </p:nvSpPr>
        <p:spPr>
          <a:xfrm>
            <a:off x="1369215" y="906933"/>
            <a:ext cx="38580" cy="44769"/>
          </a:xfrm>
          <a:prstGeom prst="rect">
            <a:avLst/>
          </a:prstGeom>
          <a:solidFill>
            <a:srgbClr val="B7BEC5"/>
          </a:solidFill>
          <a:ln w="2092">
            <a:solidFill>
              <a:srgbClr val="C6D4E2"/>
            </a:solidFill>
            <a:prstDash val="solid"/>
          </a:ln>
        </p:spPr>
      </p:sp>
      <p:sp>
        <p:nvSpPr>
          <p:cNvPr id="43" name="Input snapshot 0: source 43"/>
          <p:cNvSpPr/>
          <p:nvPr/>
        </p:nvSpPr>
        <p:spPr>
          <a:xfrm>
            <a:off x="1406918" y="906933"/>
            <a:ext cx="38580" cy="44769"/>
          </a:xfrm>
          <a:prstGeom prst="rect">
            <a:avLst/>
          </a:prstGeom>
          <a:solidFill>
            <a:srgbClr val="B7BEC5"/>
          </a:solidFill>
          <a:ln w="2092">
            <a:solidFill>
              <a:srgbClr val="C6D4E2"/>
            </a:solidFill>
            <a:prstDash val="solid"/>
          </a:ln>
        </p:spPr>
      </p:sp>
      <p:sp>
        <p:nvSpPr>
          <p:cNvPr id="44" name="Input snapshot 0: source 44"/>
          <p:cNvSpPr/>
          <p:nvPr/>
        </p:nvSpPr>
        <p:spPr>
          <a:xfrm>
            <a:off x="1444620" y="906933"/>
            <a:ext cx="38580" cy="44769"/>
          </a:xfrm>
          <a:prstGeom prst="rect">
            <a:avLst/>
          </a:prstGeom>
          <a:solidFill>
            <a:srgbClr val="B7BEC5"/>
          </a:solidFill>
          <a:ln w="2092">
            <a:solidFill>
              <a:srgbClr val="C6D4E2"/>
            </a:solidFill>
            <a:prstDash val="solid"/>
          </a:ln>
        </p:spPr>
      </p:sp>
      <p:sp>
        <p:nvSpPr>
          <p:cNvPr id="45" name="Input snapshot 0: source 45"/>
          <p:cNvSpPr/>
          <p:nvPr/>
        </p:nvSpPr>
        <p:spPr>
          <a:xfrm>
            <a:off x="1482323" y="906933"/>
            <a:ext cx="38580" cy="44769"/>
          </a:xfrm>
          <a:prstGeom prst="rect">
            <a:avLst/>
          </a:prstGeom>
          <a:solidFill>
            <a:srgbClr val="B7BEC5"/>
          </a:solidFill>
          <a:ln w="2092">
            <a:solidFill>
              <a:srgbClr val="C6D4E2"/>
            </a:solidFill>
            <a:prstDash val="solid"/>
          </a:ln>
        </p:spPr>
      </p:sp>
      <p:sp>
        <p:nvSpPr>
          <p:cNvPr id="46" name="Input snapshot 0: source 46"/>
          <p:cNvSpPr/>
          <p:nvPr/>
        </p:nvSpPr>
        <p:spPr>
          <a:xfrm>
            <a:off x="1520026" y="906933"/>
            <a:ext cx="38580" cy="44769"/>
          </a:xfrm>
          <a:prstGeom prst="rect">
            <a:avLst/>
          </a:prstGeom>
          <a:solidFill>
            <a:srgbClr val="009E73"/>
          </a:solidFill>
          <a:ln w="2092">
            <a:solidFill>
              <a:srgbClr val="C6D4E2"/>
            </a:solidFill>
            <a:prstDash val="solid"/>
          </a:ln>
        </p:spPr>
      </p:sp>
      <p:sp>
        <p:nvSpPr>
          <p:cNvPr id="47" name="Input snapshot 0: source 47"/>
          <p:cNvSpPr/>
          <p:nvPr/>
        </p:nvSpPr>
        <p:spPr>
          <a:xfrm>
            <a:off x="1557728" y="906933"/>
            <a:ext cx="38580" cy="44769"/>
          </a:xfrm>
          <a:prstGeom prst="rect">
            <a:avLst/>
          </a:prstGeom>
          <a:solidFill>
            <a:srgbClr val="009E73"/>
          </a:solidFill>
          <a:ln w="2092">
            <a:solidFill>
              <a:srgbClr val="C6D4E2"/>
            </a:solidFill>
            <a:prstDash val="solid"/>
          </a:ln>
        </p:spPr>
      </p:sp>
      <p:sp>
        <p:nvSpPr>
          <p:cNvPr id="48" name="Input snapshot 0: source 48"/>
          <p:cNvSpPr/>
          <p:nvPr/>
        </p:nvSpPr>
        <p:spPr>
          <a:xfrm>
            <a:off x="1595431" y="906933"/>
            <a:ext cx="38580" cy="44769"/>
          </a:xfrm>
          <a:prstGeom prst="rect">
            <a:avLst/>
          </a:prstGeom>
          <a:solidFill>
            <a:srgbClr val="009E73"/>
          </a:solidFill>
          <a:ln w="2092">
            <a:solidFill>
              <a:srgbClr val="C6D4E2"/>
            </a:solidFill>
            <a:prstDash val="solid"/>
          </a:ln>
        </p:spPr>
      </p:sp>
      <p:sp>
        <p:nvSpPr>
          <p:cNvPr id="49" name="Input snapshot 0: source 49"/>
          <p:cNvSpPr/>
          <p:nvPr/>
        </p:nvSpPr>
        <p:spPr>
          <a:xfrm>
            <a:off x="1633133" y="906933"/>
            <a:ext cx="38580" cy="44769"/>
          </a:xfrm>
          <a:prstGeom prst="rect">
            <a:avLst/>
          </a:prstGeom>
          <a:solidFill>
            <a:srgbClr val="009E73"/>
          </a:solidFill>
          <a:ln w="2092">
            <a:solidFill>
              <a:srgbClr val="C6D4E2"/>
            </a:solidFill>
            <a:prstDash val="solid"/>
          </a:ln>
        </p:spPr>
      </p:sp>
      <p:sp>
        <p:nvSpPr>
          <p:cNvPr id="50" name="Input snapshot 0: source 50"/>
          <p:cNvSpPr/>
          <p:nvPr/>
        </p:nvSpPr>
        <p:spPr>
          <a:xfrm>
            <a:off x="1143000" y="950823"/>
            <a:ext cx="38580" cy="44769"/>
          </a:xfrm>
          <a:prstGeom prst="rect">
            <a:avLst/>
          </a:prstGeom>
          <a:solidFill>
            <a:srgbClr val="EFF2F4"/>
          </a:solidFill>
          <a:ln w="2092">
            <a:solidFill>
              <a:srgbClr val="C6D4E2"/>
            </a:solidFill>
            <a:prstDash val="solid"/>
          </a:ln>
        </p:spPr>
      </p:sp>
      <p:sp>
        <p:nvSpPr>
          <p:cNvPr id="51" name="Input snapshot 0: source 51"/>
          <p:cNvSpPr/>
          <p:nvPr/>
        </p:nvSpPr>
        <p:spPr>
          <a:xfrm>
            <a:off x="1180703" y="950823"/>
            <a:ext cx="38580" cy="44769"/>
          </a:xfrm>
          <a:prstGeom prst="rect">
            <a:avLst/>
          </a:prstGeom>
          <a:solidFill>
            <a:srgbClr val="EFF2F4"/>
          </a:solidFill>
          <a:ln w="2092">
            <a:solidFill>
              <a:srgbClr val="C6D4E2"/>
            </a:solidFill>
            <a:prstDash val="solid"/>
          </a:ln>
        </p:spPr>
      </p:sp>
      <p:sp>
        <p:nvSpPr>
          <p:cNvPr id="52" name="Input snapshot 0: source 52"/>
          <p:cNvSpPr/>
          <p:nvPr/>
        </p:nvSpPr>
        <p:spPr>
          <a:xfrm>
            <a:off x="1218405" y="950823"/>
            <a:ext cx="38580" cy="44769"/>
          </a:xfrm>
          <a:prstGeom prst="rect">
            <a:avLst/>
          </a:prstGeom>
          <a:solidFill>
            <a:srgbClr val="B7BEC5"/>
          </a:solidFill>
          <a:ln w="2092">
            <a:solidFill>
              <a:srgbClr val="C6D4E2"/>
            </a:solidFill>
            <a:prstDash val="solid"/>
          </a:ln>
        </p:spPr>
      </p:sp>
      <p:sp>
        <p:nvSpPr>
          <p:cNvPr id="53" name="Input snapshot 0: source 53"/>
          <p:cNvSpPr/>
          <p:nvPr/>
        </p:nvSpPr>
        <p:spPr>
          <a:xfrm>
            <a:off x="1256108" y="950823"/>
            <a:ext cx="38580" cy="44769"/>
          </a:xfrm>
          <a:prstGeom prst="rect">
            <a:avLst/>
          </a:prstGeom>
          <a:solidFill>
            <a:srgbClr val="B7BEC5"/>
          </a:solidFill>
          <a:ln w="2092">
            <a:solidFill>
              <a:srgbClr val="C6D4E2"/>
            </a:solidFill>
            <a:prstDash val="solid"/>
          </a:ln>
        </p:spPr>
      </p:sp>
      <p:sp>
        <p:nvSpPr>
          <p:cNvPr id="54" name="Input snapshot 0: source 54"/>
          <p:cNvSpPr/>
          <p:nvPr/>
        </p:nvSpPr>
        <p:spPr>
          <a:xfrm>
            <a:off x="1293810" y="950823"/>
            <a:ext cx="38580" cy="44769"/>
          </a:xfrm>
          <a:prstGeom prst="rect">
            <a:avLst/>
          </a:prstGeom>
          <a:solidFill>
            <a:srgbClr val="B7BEC5"/>
          </a:solidFill>
          <a:ln w="2092">
            <a:solidFill>
              <a:srgbClr val="C6D4E2"/>
            </a:solidFill>
            <a:prstDash val="solid"/>
          </a:ln>
        </p:spPr>
      </p:sp>
      <p:sp>
        <p:nvSpPr>
          <p:cNvPr id="55" name="Input snapshot 0: source 55"/>
          <p:cNvSpPr/>
          <p:nvPr/>
        </p:nvSpPr>
        <p:spPr>
          <a:xfrm>
            <a:off x="1331513" y="950823"/>
            <a:ext cx="38580" cy="44769"/>
          </a:xfrm>
          <a:prstGeom prst="rect">
            <a:avLst/>
          </a:prstGeom>
          <a:solidFill>
            <a:srgbClr val="B7BEC5"/>
          </a:solidFill>
          <a:ln w="2092">
            <a:solidFill>
              <a:srgbClr val="C6D4E2"/>
            </a:solidFill>
            <a:prstDash val="solid"/>
          </a:ln>
        </p:spPr>
      </p:sp>
      <p:sp>
        <p:nvSpPr>
          <p:cNvPr id="56" name="Input snapshot 0: source 56"/>
          <p:cNvSpPr/>
          <p:nvPr/>
        </p:nvSpPr>
        <p:spPr>
          <a:xfrm>
            <a:off x="1369215" y="950823"/>
            <a:ext cx="38580" cy="44769"/>
          </a:xfrm>
          <a:prstGeom prst="rect">
            <a:avLst/>
          </a:prstGeom>
          <a:solidFill>
            <a:srgbClr val="B7BEC5"/>
          </a:solidFill>
          <a:ln w="2092">
            <a:solidFill>
              <a:srgbClr val="C6D4E2"/>
            </a:solidFill>
            <a:prstDash val="solid"/>
          </a:ln>
        </p:spPr>
      </p:sp>
      <p:sp>
        <p:nvSpPr>
          <p:cNvPr id="57" name="Input snapshot 0: source 57"/>
          <p:cNvSpPr/>
          <p:nvPr/>
        </p:nvSpPr>
        <p:spPr>
          <a:xfrm>
            <a:off x="1406918" y="950823"/>
            <a:ext cx="38580" cy="44769"/>
          </a:xfrm>
          <a:prstGeom prst="rect">
            <a:avLst/>
          </a:prstGeom>
          <a:solidFill>
            <a:srgbClr val="B7BEC5"/>
          </a:solidFill>
          <a:ln w="2092">
            <a:solidFill>
              <a:srgbClr val="C6D4E2"/>
            </a:solidFill>
            <a:prstDash val="solid"/>
          </a:ln>
        </p:spPr>
      </p:sp>
      <p:sp>
        <p:nvSpPr>
          <p:cNvPr id="58" name="Input snapshot 0: source 58"/>
          <p:cNvSpPr/>
          <p:nvPr/>
        </p:nvSpPr>
        <p:spPr>
          <a:xfrm>
            <a:off x="1444620" y="950823"/>
            <a:ext cx="38580" cy="44769"/>
          </a:xfrm>
          <a:prstGeom prst="rect">
            <a:avLst/>
          </a:prstGeom>
          <a:solidFill>
            <a:srgbClr val="B7BEC5"/>
          </a:solidFill>
          <a:ln w="2092">
            <a:solidFill>
              <a:srgbClr val="C6D4E2"/>
            </a:solidFill>
            <a:prstDash val="solid"/>
          </a:ln>
        </p:spPr>
      </p:sp>
      <p:sp>
        <p:nvSpPr>
          <p:cNvPr id="59" name="Input snapshot 0: source 59"/>
          <p:cNvSpPr/>
          <p:nvPr/>
        </p:nvSpPr>
        <p:spPr>
          <a:xfrm>
            <a:off x="1482323" y="950823"/>
            <a:ext cx="38580" cy="44769"/>
          </a:xfrm>
          <a:prstGeom prst="rect">
            <a:avLst/>
          </a:prstGeom>
          <a:solidFill>
            <a:srgbClr val="B7BEC5"/>
          </a:solidFill>
          <a:ln w="2092">
            <a:solidFill>
              <a:srgbClr val="C6D4E2"/>
            </a:solidFill>
            <a:prstDash val="solid"/>
          </a:ln>
        </p:spPr>
      </p:sp>
      <p:sp>
        <p:nvSpPr>
          <p:cNvPr id="60" name="Input snapshot 0: source 60"/>
          <p:cNvSpPr/>
          <p:nvPr/>
        </p:nvSpPr>
        <p:spPr>
          <a:xfrm>
            <a:off x="1520026" y="950823"/>
            <a:ext cx="38580" cy="44769"/>
          </a:xfrm>
          <a:prstGeom prst="rect">
            <a:avLst/>
          </a:prstGeom>
          <a:solidFill>
            <a:srgbClr val="B7BEC5"/>
          </a:solidFill>
          <a:ln w="2092">
            <a:solidFill>
              <a:srgbClr val="C6D4E2"/>
            </a:solidFill>
            <a:prstDash val="solid"/>
          </a:ln>
        </p:spPr>
      </p:sp>
      <p:sp>
        <p:nvSpPr>
          <p:cNvPr id="61" name="Input snapshot 0: source 61"/>
          <p:cNvSpPr/>
          <p:nvPr/>
        </p:nvSpPr>
        <p:spPr>
          <a:xfrm>
            <a:off x="1557728" y="950823"/>
            <a:ext cx="38580" cy="44769"/>
          </a:xfrm>
          <a:prstGeom prst="rect">
            <a:avLst/>
          </a:prstGeom>
          <a:solidFill>
            <a:srgbClr val="EFF2F4"/>
          </a:solidFill>
          <a:ln w="2092">
            <a:solidFill>
              <a:srgbClr val="C6D4E2"/>
            </a:solidFill>
            <a:prstDash val="solid"/>
          </a:ln>
        </p:spPr>
      </p:sp>
      <p:sp>
        <p:nvSpPr>
          <p:cNvPr id="62" name="Input snapshot 0: source 62"/>
          <p:cNvSpPr/>
          <p:nvPr/>
        </p:nvSpPr>
        <p:spPr>
          <a:xfrm>
            <a:off x="1595431" y="950823"/>
            <a:ext cx="38580" cy="44769"/>
          </a:xfrm>
          <a:prstGeom prst="rect">
            <a:avLst/>
          </a:prstGeom>
          <a:solidFill>
            <a:srgbClr val="EFF2F4"/>
          </a:solidFill>
          <a:ln w="2092">
            <a:solidFill>
              <a:srgbClr val="C6D4E2"/>
            </a:solidFill>
            <a:prstDash val="solid"/>
          </a:ln>
        </p:spPr>
      </p:sp>
      <p:sp>
        <p:nvSpPr>
          <p:cNvPr id="63" name="Input snapshot 0: source 63"/>
          <p:cNvSpPr/>
          <p:nvPr/>
        </p:nvSpPr>
        <p:spPr>
          <a:xfrm>
            <a:off x="1633133" y="950823"/>
            <a:ext cx="38580" cy="44769"/>
          </a:xfrm>
          <a:prstGeom prst="rect">
            <a:avLst/>
          </a:prstGeom>
          <a:solidFill>
            <a:srgbClr val="EFF2F4"/>
          </a:solidFill>
          <a:ln w="2092">
            <a:solidFill>
              <a:srgbClr val="C6D4E2"/>
            </a:solidFill>
            <a:prstDash val="solid"/>
          </a:ln>
        </p:spPr>
      </p:sp>
      <p:sp>
        <p:nvSpPr>
          <p:cNvPr id="64" name="Input snapshot 0: source 64"/>
          <p:cNvSpPr/>
          <p:nvPr/>
        </p:nvSpPr>
        <p:spPr>
          <a:xfrm>
            <a:off x="1143000" y="994715"/>
            <a:ext cx="38580" cy="44769"/>
          </a:xfrm>
          <a:prstGeom prst="rect">
            <a:avLst/>
          </a:prstGeom>
          <a:solidFill>
            <a:srgbClr val="EFF2F4"/>
          </a:solidFill>
          <a:ln w="2092">
            <a:solidFill>
              <a:srgbClr val="C6D4E2"/>
            </a:solidFill>
            <a:prstDash val="solid"/>
          </a:ln>
        </p:spPr>
      </p:sp>
      <p:sp>
        <p:nvSpPr>
          <p:cNvPr id="65" name="Input snapshot 0: source 65"/>
          <p:cNvSpPr/>
          <p:nvPr/>
        </p:nvSpPr>
        <p:spPr>
          <a:xfrm>
            <a:off x="1180703" y="994715"/>
            <a:ext cx="38580" cy="44769"/>
          </a:xfrm>
          <a:prstGeom prst="rect">
            <a:avLst/>
          </a:prstGeom>
          <a:solidFill>
            <a:srgbClr val="B7BEC5"/>
          </a:solidFill>
          <a:ln w="2092">
            <a:solidFill>
              <a:srgbClr val="C6D4E2"/>
            </a:solidFill>
            <a:prstDash val="solid"/>
          </a:ln>
        </p:spPr>
      </p:sp>
      <p:sp>
        <p:nvSpPr>
          <p:cNvPr id="66" name="Input snapshot 0: source 66"/>
          <p:cNvSpPr/>
          <p:nvPr/>
        </p:nvSpPr>
        <p:spPr>
          <a:xfrm>
            <a:off x="1218405" y="994715"/>
            <a:ext cx="38580" cy="44769"/>
          </a:xfrm>
          <a:prstGeom prst="rect">
            <a:avLst/>
          </a:prstGeom>
          <a:solidFill>
            <a:srgbClr val="B7BEC5"/>
          </a:solidFill>
          <a:ln w="2092">
            <a:solidFill>
              <a:srgbClr val="C6D4E2"/>
            </a:solidFill>
            <a:prstDash val="solid"/>
          </a:ln>
        </p:spPr>
      </p:sp>
      <p:sp>
        <p:nvSpPr>
          <p:cNvPr id="67" name="Input snapshot 0: source 67"/>
          <p:cNvSpPr/>
          <p:nvPr/>
        </p:nvSpPr>
        <p:spPr>
          <a:xfrm>
            <a:off x="1256108" y="994715"/>
            <a:ext cx="38580" cy="44769"/>
          </a:xfrm>
          <a:prstGeom prst="rect">
            <a:avLst/>
          </a:prstGeom>
          <a:solidFill>
            <a:srgbClr val="B7BEC5"/>
          </a:solidFill>
          <a:ln w="2092">
            <a:solidFill>
              <a:srgbClr val="C6D4E2"/>
            </a:solidFill>
            <a:prstDash val="solid"/>
          </a:ln>
        </p:spPr>
      </p:sp>
      <p:sp>
        <p:nvSpPr>
          <p:cNvPr id="68" name="Input snapshot 0: source 68"/>
          <p:cNvSpPr/>
          <p:nvPr/>
        </p:nvSpPr>
        <p:spPr>
          <a:xfrm>
            <a:off x="1293810" y="994715"/>
            <a:ext cx="38580" cy="44769"/>
          </a:xfrm>
          <a:prstGeom prst="rect">
            <a:avLst/>
          </a:prstGeom>
          <a:solidFill>
            <a:srgbClr val="B7BEC5"/>
          </a:solidFill>
          <a:ln w="2092">
            <a:solidFill>
              <a:srgbClr val="C6D4E2"/>
            </a:solidFill>
            <a:prstDash val="solid"/>
          </a:ln>
        </p:spPr>
      </p:sp>
      <p:sp>
        <p:nvSpPr>
          <p:cNvPr id="69" name="Input snapshot 0: source 69"/>
          <p:cNvSpPr/>
          <p:nvPr/>
        </p:nvSpPr>
        <p:spPr>
          <a:xfrm>
            <a:off x="1331513" y="994715"/>
            <a:ext cx="38580" cy="44769"/>
          </a:xfrm>
          <a:prstGeom prst="rect">
            <a:avLst/>
          </a:prstGeom>
          <a:solidFill>
            <a:srgbClr val="B7BEC5"/>
          </a:solidFill>
          <a:ln w="2092">
            <a:solidFill>
              <a:srgbClr val="C6D4E2"/>
            </a:solidFill>
            <a:prstDash val="solid"/>
          </a:ln>
        </p:spPr>
      </p:sp>
      <p:sp>
        <p:nvSpPr>
          <p:cNvPr id="70" name="Input snapshot 0: source 70"/>
          <p:cNvSpPr/>
          <p:nvPr/>
        </p:nvSpPr>
        <p:spPr>
          <a:xfrm>
            <a:off x="1369215" y="994715"/>
            <a:ext cx="38580" cy="44769"/>
          </a:xfrm>
          <a:prstGeom prst="rect">
            <a:avLst/>
          </a:prstGeom>
          <a:solidFill>
            <a:srgbClr val="B7BEC5"/>
          </a:solidFill>
          <a:ln w="2092">
            <a:solidFill>
              <a:srgbClr val="C6D4E2"/>
            </a:solidFill>
            <a:prstDash val="solid"/>
          </a:ln>
        </p:spPr>
      </p:sp>
      <p:sp>
        <p:nvSpPr>
          <p:cNvPr id="71" name="Input snapshot 0: source 71"/>
          <p:cNvSpPr/>
          <p:nvPr/>
        </p:nvSpPr>
        <p:spPr>
          <a:xfrm>
            <a:off x="1406918" y="994715"/>
            <a:ext cx="38580" cy="44769"/>
          </a:xfrm>
          <a:prstGeom prst="rect">
            <a:avLst/>
          </a:prstGeom>
          <a:solidFill>
            <a:srgbClr val="D55E00"/>
          </a:solidFill>
          <a:ln w="2092">
            <a:solidFill>
              <a:srgbClr val="C6D4E2"/>
            </a:solidFill>
            <a:prstDash val="solid"/>
          </a:ln>
        </p:spPr>
      </p:sp>
      <p:sp>
        <p:nvSpPr>
          <p:cNvPr id="72" name="Input snapshot 0: source 72"/>
          <p:cNvSpPr/>
          <p:nvPr/>
        </p:nvSpPr>
        <p:spPr>
          <a:xfrm>
            <a:off x="1444620" y="994715"/>
            <a:ext cx="38580" cy="44769"/>
          </a:xfrm>
          <a:prstGeom prst="rect">
            <a:avLst/>
          </a:prstGeom>
          <a:solidFill>
            <a:srgbClr val="D55E00"/>
          </a:solidFill>
          <a:ln w="2092">
            <a:solidFill>
              <a:srgbClr val="C6D4E2"/>
            </a:solidFill>
            <a:prstDash val="solid"/>
          </a:ln>
        </p:spPr>
      </p:sp>
      <p:sp>
        <p:nvSpPr>
          <p:cNvPr id="73" name="Input snapshot 0: source 73"/>
          <p:cNvSpPr/>
          <p:nvPr/>
        </p:nvSpPr>
        <p:spPr>
          <a:xfrm>
            <a:off x="1482323" y="994715"/>
            <a:ext cx="38580" cy="44769"/>
          </a:xfrm>
          <a:prstGeom prst="rect">
            <a:avLst/>
          </a:prstGeom>
          <a:solidFill>
            <a:srgbClr val="D55E00"/>
          </a:solidFill>
          <a:ln w="2092">
            <a:solidFill>
              <a:srgbClr val="C6D4E2"/>
            </a:solidFill>
            <a:prstDash val="solid"/>
          </a:ln>
        </p:spPr>
      </p:sp>
      <p:sp>
        <p:nvSpPr>
          <p:cNvPr id="74" name="Input snapshot 0: source 74"/>
          <p:cNvSpPr/>
          <p:nvPr/>
        </p:nvSpPr>
        <p:spPr>
          <a:xfrm>
            <a:off x="1520026" y="994715"/>
            <a:ext cx="38580" cy="44769"/>
          </a:xfrm>
          <a:prstGeom prst="rect">
            <a:avLst/>
          </a:prstGeom>
          <a:solidFill>
            <a:srgbClr val="B7BEC5"/>
          </a:solidFill>
          <a:ln w="2092">
            <a:solidFill>
              <a:srgbClr val="C6D4E2"/>
            </a:solidFill>
            <a:prstDash val="solid"/>
          </a:ln>
        </p:spPr>
      </p:sp>
      <p:sp>
        <p:nvSpPr>
          <p:cNvPr id="75" name="Input snapshot 0: source 75"/>
          <p:cNvSpPr/>
          <p:nvPr/>
        </p:nvSpPr>
        <p:spPr>
          <a:xfrm>
            <a:off x="1557728" y="994715"/>
            <a:ext cx="38580" cy="44769"/>
          </a:xfrm>
          <a:prstGeom prst="rect">
            <a:avLst/>
          </a:prstGeom>
          <a:solidFill>
            <a:srgbClr val="EFF2F4"/>
          </a:solidFill>
          <a:ln w="2092">
            <a:solidFill>
              <a:srgbClr val="C6D4E2"/>
            </a:solidFill>
            <a:prstDash val="solid"/>
          </a:ln>
        </p:spPr>
      </p:sp>
      <p:sp>
        <p:nvSpPr>
          <p:cNvPr id="76" name="Input snapshot 0: source 76"/>
          <p:cNvSpPr/>
          <p:nvPr/>
        </p:nvSpPr>
        <p:spPr>
          <a:xfrm>
            <a:off x="1595431" y="994715"/>
            <a:ext cx="38580" cy="44769"/>
          </a:xfrm>
          <a:prstGeom prst="rect">
            <a:avLst/>
          </a:prstGeom>
          <a:solidFill>
            <a:srgbClr val="EFF2F4"/>
          </a:solidFill>
          <a:ln w="2092">
            <a:solidFill>
              <a:srgbClr val="C6D4E2"/>
            </a:solidFill>
            <a:prstDash val="solid"/>
          </a:ln>
        </p:spPr>
      </p:sp>
      <p:sp>
        <p:nvSpPr>
          <p:cNvPr id="77" name="Input snapshot 0: source 77"/>
          <p:cNvSpPr/>
          <p:nvPr/>
        </p:nvSpPr>
        <p:spPr>
          <a:xfrm>
            <a:off x="1633133" y="994715"/>
            <a:ext cx="38580" cy="44769"/>
          </a:xfrm>
          <a:prstGeom prst="rect">
            <a:avLst/>
          </a:prstGeom>
          <a:solidFill>
            <a:srgbClr val="EFF2F4"/>
          </a:solidFill>
          <a:ln w="2092">
            <a:solidFill>
              <a:srgbClr val="C6D4E2"/>
            </a:solidFill>
            <a:prstDash val="solid"/>
          </a:ln>
        </p:spPr>
      </p:sp>
      <p:sp>
        <p:nvSpPr>
          <p:cNvPr id="78" name="Input snapshot 0: source 78"/>
          <p:cNvSpPr/>
          <p:nvPr/>
        </p:nvSpPr>
        <p:spPr>
          <a:xfrm>
            <a:off x="1143000" y="1038606"/>
            <a:ext cx="38580" cy="44769"/>
          </a:xfrm>
          <a:prstGeom prst="rect">
            <a:avLst/>
          </a:prstGeom>
          <a:solidFill>
            <a:srgbClr val="EFF2F4"/>
          </a:solidFill>
          <a:ln w="2092">
            <a:solidFill>
              <a:srgbClr val="C6D4E2"/>
            </a:solidFill>
            <a:prstDash val="solid"/>
          </a:ln>
        </p:spPr>
      </p:sp>
      <p:sp>
        <p:nvSpPr>
          <p:cNvPr id="79" name="Input snapshot 0: source 79"/>
          <p:cNvSpPr/>
          <p:nvPr/>
        </p:nvSpPr>
        <p:spPr>
          <a:xfrm>
            <a:off x="1180703" y="1038606"/>
            <a:ext cx="38580" cy="44769"/>
          </a:xfrm>
          <a:prstGeom prst="rect">
            <a:avLst/>
          </a:prstGeom>
          <a:solidFill>
            <a:srgbClr val="B7BEC5"/>
          </a:solidFill>
          <a:ln w="2092">
            <a:solidFill>
              <a:srgbClr val="C6D4E2"/>
            </a:solidFill>
            <a:prstDash val="solid"/>
          </a:ln>
        </p:spPr>
      </p:sp>
      <p:sp>
        <p:nvSpPr>
          <p:cNvPr id="80" name="Input snapshot 0: source 80"/>
          <p:cNvSpPr/>
          <p:nvPr/>
        </p:nvSpPr>
        <p:spPr>
          <a:xfrm>
            <a:off x="1218405" y="1038606"/>
            <a:ext cx="38580" cy="44769"/>
          </a:xfrm>
          <a:prstGeom prst="rect">
            <a:avLst/>
          </a:prstGeom>
          <a:solidFill>
            <a:srgbClr val="B7BEC5"/>
          </a:solidFill>
          <a:ln w="2092">
            <a:solidFill>
              <a:srgbClr val="C6D4E2"/>
            </a:solidFill>
            <a:prstDash val="solid"/>
          </a:ln>
        </p:spPr>
      </p:sp>
      <p:sp>
        <p:nvSpPr>
          <p:cNvPr id="81" name="Input snapshot 0: source 81"/>
          <p:cNvSpPr/>
          <p:nvPr/>
        </p:nvSpPr>
        <p:spPr>
          <a:xfrm>
            <a:off x="1256108" y="1038606"/>
            <a:ext cx="38580" cy="44769"/>
          </a:xfrm>
          <a:prstGeom prst="rect">
            <a:avLst/>
          </a:prstGeom>
          <a:solidFill>
            <a:srgbClr val="B7BEC5"/>
          </a:solidFill>
          <a:ln w="2092">
            <a:solidFill>
              <a:srgbClr val="C6D4E2"/>
            </a:solidFill>
            <a:prstDash val="solid"/>
          </a:ln>
        </p:spPr>
      </p:sp>
      <p:sp>
        <p:nvSpPr>
          <p:cNvPr id="82" name="Input snapshot 0: source 82"/>
          <p:cNvSpPr/>
          <p:nvPr/>
        </p:nvSpPr>
        <p:spPr>
          <a:xfrm>
            <a:off x="1293810" y="1038606"/>
            <a:ext cx="38580" cy="44769"/>
          </a:xfrm>
          <a:prstGeom prst="rect">
            <a:avLst/>
          </a:prstGeom>
          <a:solidFill>
            <a:srgbClr val="B7BEC5"/>
          </a:solidFill>
          <a:ln w="2092">
            <a:solidFill>
              <a:srgbClr val="C6D4E2"/>
            </a:solidFill>
            <a:prstDash val="solid"/>
          </a:ln>
        </p:spPr>
      </p:sp>
      <p:sp>
        <p:nvSpPr>
          <p:cNvPr id="83" name="Input snapshot 0: source 83"/>
          <p:cNvSpPr/>
          <p:nvPr/>
        </p:nvSpPr>
        <p:spPr>
          <a:xfrm>
            <a:off x="1331513" y="1038606"/>
            <a:ext cx="38580" cy="44769"/>
          </a:xfrm>
          <a:prstGeom prst="rect">
            <a:avLst/>
          </a:prstGeom>
          <a:solidFill>
            <a:srgbClr val="B7BEC5"/>
          </a:solidFill>
          <a:ln w="2092">
            <a:solidFill>
              <a:srgbClr val="C6D4E2"/>
            </a:solidFill>
            <a:prstDash val="solid"/>
          </a:ln>
        </p:spPr>
      </p:sp>
      <p:sp>
        <p:nvSpPr>
          <p:cNvPr id="84" name="Input snapshot 0: source 84"/>
          <p:cNvSpPr/>
          <p:nvPr/>
        </p:nvSpPr>
        <p:spPr>
          <a:xfrm>
            <a:off x="1369215" y="1038606"/>
            <a:ext cx="38580" cy="44769"/>
          </a:xfrm>
          <a:prstGeom prst="rect">
            <a:avLst/>
          </a:prstGeom>
          <a:solidFill>
            <a:srgbClr val="B7BEC5"/>
          </a:solidFill>
          <a:ln w="2092">
            <a:solidFill>
              <a:srgbClr val="C6D4E2"/>
            </a:solidFill>
            <a:prstDash val="solid"/>
          </a:ln>
        </p:spPr>
      </p:sp>
      <p:sp>
        <p:nvSpPr>
          <p:cNvPr id="85" name="Input snapshot 0: source 85"/>
          <p:cNvSpPr/>
          <p:nvPr/>
        </p:nvSpPr>
        <p:spPr>
          <a:xfrm>
            <a:off x="1406918" y="1038606"/>
            <a:ext cx="38580" cy="44769"/>
          </a:xfrm>
          <a:prstGeom prst="rect">
            <a:avLst/>
          </a:prstGeom>
          <a:solidFill>
            <a:srgbClr val="D55E00"/>
          </a:solidFill>
          <a:ln w="2092">
            <a:solidFill>
              <a:srgbClr val="C6D4E2"/>
            </a:solidFill>
            <a:prstDash val="solid"/>
          </a:ln>
        </p:spPr>
      </p:sp>
      <p:sp>
        <p:nvSpPr>
          <p:cNvPr id="86" name="Input snapshot 0: source 86"/>
          <p:cNvSpPr/>
          <p:nvPr/>
        </p:nvSpPr>
        <p:spPr>
          <a:xfrm>
            <a:off x="1444620" y="1038606"/>
            <a:ext cx="38580" cy="44769"/>
          </a:xfrm>
          <a:prstGeom prst="rect">
            <a:avLst/>
          </a:prstGeom>
          <a:solidFill>
            <a:srgbClr val="D55E00"/>
          </a:solidFill>
          <a:ln w="2092">
            <a:solidFill>
              <a:srgbClr val="C6D4E2"/>
            </a:solidFill>
            <a:prstDash val="solid"/>
          </a:ln>
        </p:spPr>
      </p:sp>
      <p:sp>
        <p:nvSpPr>
          <p:cNvPr id="87" name="Input snapshot 0: source 87"/>
          <p:cNvSpPr/>
          <p:nvPr/>
        </p:nvSpPr>
        <p:spPr>
          <a:xfrm>
            <a:off x="1482323" y="1038606"/>
            <a:ext cx="38580" cy="44769"/>
          </a:xfrm>
          <a:prstGeom prst="rect">
            <a:avLst/>
          </a:prstGeom>
          <a:solidFill>
            <a:srgbClr val="D55E00"/>
          </a:solidFill>
          <a:ln w="2092">
            <a:solidFill>
              <a:srgbClr val="C6D4E2"/>
            </a:solidFill>
            <a:prstDash val="solid"/>
          </a:ln>
        </p:spPr>
      </p:sp>
      <p:sp>
        <p:nvSpPr>
          <p:cNvPr id="88" name="Input snapshot 0: source 88"/>
          <p:cNvSpPr/>
          <p:nvPr/>
        </p:nvSpPr>
        <p:spPr>
          <a:xfrm>
            <a:off x="1520026" y="1038606"/>
            <a:ext cx="38580" cy="44769"/>
          </a:xfrm>
          <a:prstGeom prst="rect">
            <a:avLst/>
          </a:prstGeom>
          <a:solidFill>
            <a:srgbClr val="B7BEC5"/>
          </a:solidFill>
          <a:ln w="2092">
            <a:solidFill>
              <a:srgbClr val="C6D4E2"/>
            </a:solidFill>
            <a:prstDash val="solid"/>
          </a:ln>
        </p:spPr>
      </p:sp>
      <p:sp>
        <p:nvSpPr>
          <p:cNvPr id="89" name="Input snapshot 0: source 89"/>
          <p:cNvSpPr/>
          <p:nvPr/>
        </p:nvSpPr>
        <p:spPr>
          <a:xfrm>
            <a:off x="1557728" y="1038606"/>
            <a:ext cx="38580" cy="44769"/>
          </a:xfrm>
          <a:prstGeom prst="rect">
            <a:avLst/>
          </a:prstGeom>
          <a:solidFill>
            <a:srgbClr val="EFF2F4"/>
          </a:solidFill>
          <a:ln w="2092">
            <a:solidFill>
              <a:srgbClr val="C6D4E2"/>
            </a:solidFill>
            <a:prstDash val="solid"/>
          </a:ln>
        </p:spPr>
      </p:sp>
      <p:sp>
        <p:nvSpPr>
          <p:cNvPr id="90" name="Input snapshot 0: source 90"/>
          <p:cNvSpPr/>
          <p:nvPr/>
        </p:nvSpPr>
        <p:spPr>
          <a:xfrm>
            <a:off x="1595431" y="1038606"/>
            <a:ext cx="38580" cy="44769"/>
          </a:xfrm>
          <a:prstGeom prst="rect">
            <a:avLst/>
          </a:prstGeom>
          <a:solidFill>
            <a:srgbClr val="EFF2F4"/>
          </a:solidFill>
          <a:ln w="2092">
            <a:solidFill>
              <a:srgbClr val="C6D4E2"/>
            </a:solidFill>
            <a:prstDash val="solid"/>
          </a:ln>
        </p:spPr>
      </p:sp>
      <p:sp>
        <p:nvSpPr>
          <p:cNvPr id="91" name="Input snapshot 0: source 91"/>
          <p:cNvSpPr/>
          <p:nvPr/>
        </p:nvSpPr>
        <p:spPr>
          <a:xfrm>
            <a:off x="1633133" y="1038606"/>
            <a:ext cx="38580" cy="44769"/>
          </a:xfrm>
          <a:prstGeom prst="rect">
            <a:avLst/>
          </a:prstGeom>
          <a:solidFill>
            <a:srgbClr val="EFF2F4"/>
          </a:solidFill>
          <a:ln w="2092">
            <a:solidFill>
              <a:srgbClr val="C6D4E2"/>
            </a:solidFill>
            <a:prstDash val="solid"/>
          </a:ln>
        </p:spPr>
      </p:sp>
      <p:sp>
        <p:nvSpPr>
          <p:cNvPr id="92" name="Input snapshot 0: source 92"/>
          <p:cNvSpPr/>
          <p:nvPr/>
        </p:nvSpPr>
        <p:spPr>
          <a:xfrm>
            <a:off x="1143000" y="1082497"/>
            <a:ext cx="38580" cy="44769"/>
          </a:xfrm>
          <a:prstGeom prst="rect">
            <a:avLst/>
          </a:prstGeom>
          <a:solidFill>
            <a:srgbClr val="EFF2F4"/>
          </a:solidFill>
          <a:ln w="2092">
            <a:solidFill>
              <a:srgbClr val="C6D4E2"/>
            </a:solidFill>
            <a:prstDash val="solid"/>
          </a:ln>
        </p:spPr>
      </p:sp>
      <p:sp>
        <p:nvSpPr>
          <p:cNvPr id="93" name="Input snapshot 0: source 93"/>
          <p:cNvSpPr/>
          <p:nvPr/>
        </p:nvSpPr>
        <p:spPr>
          <a:xfrm>
            <a:off x="1180703" y="1082497"/>
            <a:ext cx="38580" cy="44769"/>
          </a:xfrm>
          <a:prstGeom prst="rect">
            <a:avLst/>
          </a:prstGeom>
          <a:solidFill>
            <a:srgbClr val="0072B2"/>
          </a:solidFill>
          <a:ln w="2092">
            <a:solidFill>
              <a:srgbClr val="C6D4E2"/>
            </a:solidFill>
            <a:prstDash val="solid"/>
          </a:ln>
        </p:spPr>
      </p:sp>
      <p:sp>
        <p:nvSpPr>
          <p:cNvPr id="94" name="Input snapshot 0: source 94"/>
          <p:cNvSpPr/>
          <p:nvPr/>
        </p:nvSpPr>
        <p:spPr>
          <a:xfrm>
            <a:off x="1218405" y="1082497"/>
            <a:ext cx="38580" cy="44769"/>
          </a:xfrm>
          <a:prstGeom prst="rect">
            <a:avLst/>
          </a:prstGeom>
          <a:solidFill>
            <a:srgbClr val="0072B2"/>
          </a:solidFill>
          <a:ln w="2092">
            <a:solidFill>
              <a:srgbClr val="C6D4E2"/>
            </a:solidFill>
            <a:prstDash val="solid"/>
          </a:ln>
        </p:spPr>
      </p:sp>
      <p:sp>
        <p:nvSpPr>
          <p:cNvPr id="95" name="Input snapshot 0: source 95"/>
          <p:cNvSpPr/>
          <p:nvPr/>
        </p:nvSpPr>
        <p:spPr>
          <a:xfrm>
            <a:off x="1256108" y="1082497"/>
            <a:ext cx="38580" cy="44769"/>
          </a:xfrm>
          <a:prstGeom prst="rect">
            <a:avLst/>
          </a:prstGeom>
          <a:solidFill>
            <a:srgbClr val="0072B2"/>
          </a:solidFill>
          <a:ln w="2092">
            <a:solidFill>
              <a:srgbClr val="C6D4E2"/>
            </a:solidFill>
            <a:prstDash val="solid"/>
          </a:ln>
        </p:spPr>
      </p:sp>
      <p:sp>
        <p:nvSpPr>
          <p:cNvPr id="96" name="Input snapshot 0: source 96"/>
          <p:cNvSpPr/>
          <p:nvPr/>
        </p:nvSpPr>
        <p:spPr>
          <a:xfrm>
            <a:off x="1293810" y="1082497"/>
            <a:ext cx="38580" cy="44769"/>
          </a:xfrm>
          <a:prstGeom prst="rect">
            <a:avLst/>
          </a:prstGeom>
          <a:solidFill>
            <a:srgbClr val="0072B2"/>
          </a:solidFill>
          <a:ln w="2092">
            <a:solidFill>
              <a:srgbClr val="C6D4E2"/>
            </a:solidFill>
            <a:prstDash val="solid"/>
          </a:ln>
        </p:spPr>
      </p:sp>
      <p:sp>
        <p:nvSpPr>
          <p:cNvPr id="97" name="Input snapshot 0: source 97"/>
          <p:cNvSpPr/>
          <p:nvPr/>
        </p:nvSpPr>
        <p:spPr>
          <a:xfrm>
            <a:off x="1331513" y="1082497"/>
            <a:ext cx="38580" cy="44769"/>
          </a:xfrm>
          <a:prstGeom prst="rect">
            <a:avLst/>
          </a:prstGeom>
          <a:solidFill>
            <a:srgbClr val="B7BEC5"/>
          </a:solidFill>
          <a:ln w="2092">
            <a:solidFill>
              <a:srgbClr val="C6D4E2"/>
            </a:solidFill>
            <a:prstDash val="solid"/>
          </a:ln>
        </p:spPr>
      </p:sp>
      <p:sp>
        <p:nvSpPr>
          <p:cNvPr id="98" name="Input snapshot 0: source 98"/>
          <p:cNvSpPr/>
          <p:nvPr/>
        </p:nvSpPr>
        <p:spPr>
          <a:xfrm>
            <a:off x="1369215" y="1082497"/>
            <a:ext cx="38580" cy="44769"/>
          </a:xfrm>
          <a:prstGeom prst="rect">
            <a:avLst/>
          </a:prstGeom>
          <a:solidFill>
            <a:srgbClr val="B7BEC5"/>
          </a:solidFill>
          <a:ln w="2092">
            <a:solidFill>
              <a:srgbClr val="C6D4E2"/>
            </a:solidFill>
            <a:prstDash val="solid"/>
          </a:ln>
        </p:spPr>
      </p:sp>
      <p:sp>
        <p:nvSpPr>
          <p:cNvPr id="99" name="Input snapshot 0: source 99"/>
          <p:cNvSpPr/>
          <p:nvPr/>
        </p:nvSpPr>
        <p:spPr>
          <a:xfrm>
            <a:off x="1406918" y="1082497"/>
            <a:ext cx="38580" cy="44769"/>
          </a:xfrm>
          <a:prstGeom prst="rect">
            <a:avLst/>
          </a:prstGeom>
          <a:solidFill>
            <a:srgbClr val="D55E00"/>
          </a:solidFill>
          <a:ln w="2092">
            <a:solidFill>
              <a:srgbClr val="C6D4E2"/>
            </a:solidFill>
            <a:prstDash val="solid"/>
          </a:ln>
        </p:spPr>
      </p:sp>
      <p:sp>
        <p:nvSpPr>
          <p:cNvPr id="100" name="Input snapshot 0: source 100"/>
          <p:cNvSpPr/>
          <p:nvPr/>
        </p:nvSpPr>
        <p:spPr>
          <a:xfrm>
            <a:off x="1444620" y="1082497"/>
            <a:ext cx="38580" cy="44769"/>
          </a:xfrm>
          <a:prstGeom prst="rect">
            <a:avLst/>
          </a:prstGeom>
          <a:solidFill>
            <a:srgbClr val="D55E00"/>
          </a:solidFill>
          <a:ln w="2092">
            <a:solidFill>
              <a:srgbClr val="C6D4E2"/>
            </a:solidFill>
            <a:prstDash val="solid"/>
          </a:ln>
        </p:spPr>
      </p:sp>
      <p:sp>
        <p:nvSpPr>
          <p:cNvPr id="101" name="Input snapshot 0: source 101"/>
          <p:cNvSpPr/>
          <p:nvPr/>
        </p:nvSpPr>
        <p:spPr>
          <a:xfrm>
            <a:off x="1482323" y="1082497"/>
            <a:ext cx="38580" cy="44769"/>
          </a:xfrm>
          <a:prstGeom prst="rect">
            <a:avLst/>
          </a:prstGeom>
          <a:solidFill>
            <a:srgbClr val="D55E00"/>
          </a:solidFill>
          <a:ln w="2092">
            <a:solidFill>
              <a:srgbClr val="C6D4E2"/>
            </a:solidFill>
            <a:prstDash val="solid"/>
          </a:ln>
        </p:spPr>
      </p:sp>
      <p:sp>
        <p:nvSpPr>
          <p:cNvPr id="102" name="Input snapshot 0: source 102"/>
          <p:cNvSpPr/>
          <p:nvPr/>
        </p:nvSpPr>
        <p:spPr>
          <a:xfrm>
            <a:off x="1520026" y="1082497"/>
            <a:ext cx="38580" cy="44769"/>
          </a:xfrm>
          <a:prstGeom prst="rect">
            <a:avLst/>
          </a:prstGeom>
          <a:solidFill>
            <a:srgbClr val="B7BEC5"/>
          </a:solidFill>
          <a:ln w="2092">
            <a:solidFill>
              <a:srgbClr val="C6D4E2"/>
            </a:solidFill>
            <a:prstDash val="solid"/>
          </a:ln>
        </p:spPr>
      </p:sp>
      <p:sp>
        <p:nvSpPr>
          <p:cNvPr id="103" name="Input snapshot 0: source 103"/>
          <p:cNvSpPr/>
          <p:nvPr/>
        </p:nvSpPr>
        <p:spPr>
          <a:xfrm>
            <a:off x="1557728" y="1082497"/>
            <a:ext cx="38580" cy="44769"/>
          </a:xfrm>
          <a:prstGeom prst="rect">
            <a:avLst/>
          </a:prstGeom>
          <a:solidFill>
            <a:srgbClr val="EFF2F4"/>
          </a:solidFill>
          <a:ln w="2092">
            <a:solidFill>
              <a:srgbClr val="C6D4E2"/>
            </a:solidFill>
            <a:prstDash val="solid"/>
          </a:ln>
        </p:spPr>
      </p:sp>
      <p:sp>
        <p:nvSpPr>
          <p:cNvPr id="104" name="Input snapshot 0: source 104"/>
          <p:cNvSpPr/>
          <p:nvPr/>
        </p:nvSpPr>
        <p:spPr>
          <a:xfrm>
            <a:off x="1595431" y="1082497"/>
            <a:ext cx="38580" cy="44769"/>
          </a:xfrm>
          <a:prstGeom prst="rect">
            <a:avLst/>
          </a:prstGeom>
          <a:solidFill>
            <a:srgbClr val="EFF2F4"/>
          </a:solidFill>
          <a:ln w="2092">
            <a:solidFill>
              <a:srgbClr val="C6D4E2"/>
            </a:solidFill>
            <a:prstDash val="solid"/>
          </a:ln>
        </p:spPr>
      </p:sp>
      <p:sp>
        <p:nvSpPr>
          <p:cNvPr id="105" name="Input snapshot 0: source 105"/>
          <p:cNvSpPr/>
          <p:nvPr/>
        </p:nvSpPr>
        <p:spPr>
          <a:xfrm>
            <a:off x="1633133" y="1082497"/>
            <a:ext cx="38580" cy="44769"/>
          </a:xfrm>
          <a:prstGeom prst="rect">
            <a:avLst/>
          </a:prstGeom>
          <a:solidFill>
            <a:srgbClr val="EFF2F4"/>
          </a:solidFill>
          <a:ln w="2092">
            <a:solidFill>
              <a:srgbClr val="C6D4E2"/>
            </a:solidFill>
            <a:prstDash val="solid"/>
          </a:ln>
        </p:spPr>
      </p:sp>
      <p:sp>
        <p:nvSpPr>
          <p:cNvPr id="106" name="Input snapshot 0: source 106"/>
          <p:cNvSpPr/>
          <p:nvPr/>
        </p:nvSpPr>
        <p:spPr>
          <a:xfrm>
            <a:off x="1143000" y="1126389"/>
            <a:ext cx="38580" cy="44769"/>
          </a:xfrm>
          <a:prstGeom prst="rect">
            <a:avLst/>
          </a:prstGeom>
          <a:solidFill>
            <a:srgbClr val="0072B2"/>
          </a:solidFill>
          <a:ln w="2092">
            <a:solidFill>
              <a:srgbClr val="C6D4E2"/>
            </a:solidFill>
            <a:prstDash val="solid"/>
          </a:ln>
        </p:spPr>
      </p:sp>
      <p:sp>
        <p:nvSpPr>
          <p:cNvPr id="107" name="Input snapshot 0: source 107"/>
          <p:cNvSpPr/>
          <p:nvPr/>
        </p:nvSpPr>
        <p:spPr>
          <a:xfrm>
            <a:off x="1180703" y="1126389"/>
            <a:ext cx="38580" cy="44769"/>
          </a:xfrm>
          <a:prstGeom prst="rect">
            <a:avLst/>
          </a:prstGeom>
          <a:solidFill>
            <a:srgbClr val="0072B2"/>
          </a:solidFill>
          <a:ln w="2092">
            <a:solidFill>
              <a:srgbClr val="C6D4E2"/>
            </a:solidFill>
            <a:prstDash val="solid"/>
          </a:ln>
        </p:spPr>
      </p:sp>
      <p:sp>
        <p:nvSpPr>
          <p:cNvPr id="108" name="Input snapshot 0: source 108"/>
          <p:cNvSpPr/>
          <p:nvPr/>
        </p:nvSpPr>
        <p:spPr>
          <a:xfrm>
            <a:off x="1218405" y="1126389"/>
            <a:ext cx="38580" cy="44769"/>
          </a:xfrm>
          <a:prstGeom prst="rect">
            <a:avLst/>
          </a:prstGeom>
          <a:solidFill>
            <a:srgbClr val="0072B2"/>
          </a:solidFill>
          <a:ln w="2092">
            <a:solidFill>
              <a:srgbClr val="C6D4E2"/>
            </a:solidFill>
            <a:prstDash val="solid"/>
          </a:ln>
        </p:spPr>
      </p:sp>
      <p:sp>
        <p:nvSpPr>
          <p:cNvPr id="109" name="Input snapshot 0: source 109"/>
          <p:cNvSpPr/>
          <p:nvPr/>
        </p:nvSpPr>
        <p:spPr>
          <a:xfrm>
            <a:off x="1256108" y="1126389"/>
            <a:ext cx="38580" cy="44769"/>
          </a:xfrm>
          <a:prstGeom prst="rect">
            <a:avLst/>
          </a:prstGeom>
          <a:solidFill>
            <a:srgbClr val="0072B2"/>
          </a:solidFill>
          <a:ln w="2092">
            <a:solidFill>
              <a:srgbClr val="C6D4E2"/>
            </a:solidFill>
            <a:prstDash val="solid"/>
          </a:ln>
        </p:spPr>
      </p:sp>
      <p:sp>
        <p:nvSpPr>
          <p:cNvPr id="110" name="Input snapshot 0: source 110"/>
          <p:cNvSpPr/>
          <p:nvPr/>
        </p:nvSpPr>
        <p:spPr>
          <a:xfrm>
            <a:off x="1293810" y="1126389"/>
            <a:ext cx="38580" cy="44769"/>
          </a:xfrm>
          <a:prstGeom prst="rect">
            <a:avLst/>
          </a:prstGeom>
          <a:solidFill>
            <a:srgbClr val="0072B2"/>
          </a:solidFill>
          <a:ln w="2092">
            <a:solidFill>
              <a:srgbClr val="C6D4E2"/>
            </a:solidFill>
            <a:prstDash val="solid"/>
          </a:ln>
        </p:spPr>
      </p:sp>
      <p:sp>
        <p:nvSpPr>
          <p:cNvPr id="111" name="Input snapshot 0: source 111"/>
          <p:cNvSpPr/>
          <p:nvPr/>
        </p:nvSpPr>
        <p:spPr>
          <a:xfrm>
            <a:off x="1331513" y="1126389"/>
            <a:ext cx="38580" cy="44769"/>
          </a:xfrm>
          <a:prstGeom prst="rect">
            <a:avLst/>
          </a:prstGeom>
          <a:solidFill>
            <a:srgbClr val="B7BEC5"/>
          </a:solidFill>
          <a:ln w="2092">
            <a:solidFill>
              <a:srgbClr val="C6D4E2"/>
            </a:solidFill>
            <a:prstDash val="solid"/>
          </a:ln>
        </p:spPr>
      </p:sp>
      <p:sp>
        <p:nvSpPr>
          <p:cNvPr id="112" name="Input snapshot 0: source 112"/>
          <p:cNvSpPr/>
          <p:nvPr/>
        </p:nvSpPr>
        <p:spPr>
          <a:xfrm>
            <a:off x="1369215" y="1126389"/>
            <a:ext cx="38580" cy="44769"/>
          </a:xfrm>
          <a:prstGeom prst="rect">
            <a:avLst/>
          </a:prstGeom>
          <a:solidFill>
            <a:srgbClr val="B7BEC5"/>
          </a:solidFill>
          <a:ln w="2092">
            <a:solidFill>
              <a:srgbClr val="C6D4E2"/>
            </a:solidFill>
            <a:prstDash val="solid"/>
          </a:ln>
        </p:spPr>
      </p:sp>
      <p:sp>
        <p:nvSpPr>
          <p:cNvPr id="113" name="Input snapshot 0: source 113"/>
          <p:cNvSpPr/>
          <p:nvPr/>
        </p:nvSpPr>
        <p:spPr>
          <a:xfrm>
            <a:off x="1406918" y="1126389"/>
            <a:ext cx="38580" cy="44769"/>
          </a:xfrm>
          <a:prstGeom prst="rect">
            <a:avLst/>
          </a:prstGeom>
          <a:solidFill>
            <a:srgbClr val="B7BEC5"/>
          </a:solidFill>
          <a:ln w="2092">
            <a:solidFill>
              <a:srgbClr val="C6D4E2"/>
            </a:solidFill>
            <a:prstDash val="solid"/>
          </a:ln>
        </p:spPr>
      </p:sp>
      <p:sp>
        <p:nvSpPr>
          <p:cNvPr id="114" name="Input snapshot 0: source 114"/>
          <p:cNvSpPr/>
          <p:nvPr/>
        </p:nvSpPr>
        <p:spPr>
          <a:xfrm>
            <a:off x="1444620" y="1126389"/>
            <a:ext cx="38580" cy="44769"/>
          </a:xfrm>
          <a:prstGeom prst="rect">
            <a:avLst/>
          </a:prstGeom>
          <a:solidFill>
            <a:srgbClr val="B7BEC5"/>
          </a:solidFill>
          <a:ln w="2092">
            <a:solidFill>
              <a:srgbClr val="C6D4E2"/>
            </a:solidFill>
            <a:prstDash val="solid"/>
          </a:ln>
        </p:spPr>
      </p:sp>
      <p:sp>
        <p:nvSpPr>
          <p:cNvPr id="115" name="Input snapshot 0: source 115"/>
          <p:cNvSpPr/>
          <p:nvPr/>
        </p:nvSpPr>
        <p:spPr>
          <a:xfrm>
            <a:off x="1482323" y="1126389"/>
            <a:ext cx="38580" cy="44769"/>
          </a:xfrm>
          <a:prstGeom prst="rect">
            <a:avLst/>
          </a:prstGeom>
          <a:solidFill>
            <a:srgbClr val="B7BEC5"/>
          </a:solidFill>
          <a:ln w="2092">
            <a:solidFill>
              <a:srgbClr val="C6D4E2"/>
            </a:solidFill>
            <a:prstDash val="solid"/>
          </a:ln>
        </p:spPr>
      </p:sp>
      <p:sp>
        <p:nvSpPr>
          <p:cNvPr id="116" name="Input snapshot 0: source 116"/>
          <p:cNvSpPr/>
          <p:nvPr/>
        </p:nvSpPr>
        <p:spPr>
          <a:xfrm>
            <a:off x="1520026" y="1126389"/>
            <a:ext cx="38580" cy="44769"/>
          </a:xfrm>
          <a:prstGeom prst="rect">
            <a:avLst/>
          </a:prstGeom>
          <a:solidFill>
            <a:srgbClr val="B7BEC5"/>
          </a:solidFill>
          <a:ln w="2092">
            <a:solidFill>
              <a:srgbClr val="C6D4E2"/>
            </a:solidFill>
            <a:prstDash val="solid"/>
          </a:ln>
        </p:spPr>
      </p:sp>
      <p:sp>
        <p:nvSpPr>
          <p:cNvPr id="117" name="Input snapshot 0: source 117"/>
          <p:cNvSpPr/>
          <p:nvPr/>
        </p:nvSpPr>
        <p:spPr>
          <a:xfrm>
            <a:off x="1557728" y="1126389"/>
            <a:ext cx="38580" cy="44769"/>
          </a:xfrm>
          <a:prstGeom prst="rect">
            <a:avLst/>
          </a:prstGeom>
          <a:solidFill>
            <a:srgbClr val="EFF2F4"/>
          </a:solidFill>
          <a:ln w="2092">
            <a:solidFill>
              <a:srgbClr val="C6D4E2"/>
            </a:solidFill>
            <a:prstDash val="solid"/>
          </a:ln>
        </p:spPr>
      </p:sp>
      <p:sp>
        <p:nvSpPr>
          <p:cNvPr id="118" name="Input snapshot 0: source 118"/>
          <p:cNvSpPr/>
          <p:nvPr/>
        </p:nvSpPr>
        <p:spPr>
          <a:xfrm>
            <a:off x="1595431" y="1126389"/>
            <a:ext cx="38580" cy="44769"/>
          </a:xfrm>
          <a:prstGeom prst="rect">
            <a:avLst/>
          </a:prstGeom>
          <a:solidFill>
            <a:srgbClr val="EFF2F4"/>
          </a:solidFill>
          <a:ln w="2092">
            <a:solidFill>
              <a:srgbClr val="C6D4E2"/>
            </a:solidFill>
            <a:prstDash val="solid"/>
          </a:ln>
        </p:spPr>
      </p:sp>
      <p:sp>
        <p:nvSpPr>
          <p:cNvPr id="119" name="Input snapshot 0: source 119"/>
          <p:cNvSpPr/>
          <p:nvPr/>
        </p:nvSpPr>
        <p:spPr>
          <a:xfrm>
            <a:off x="1633133" y="1126389"/>
            <a:ext cx="38580" cy="44769"/>
          </a:xfrm>
          <a:prstGeom prst="rect">
            <a:avLst/>
          </a:prstGeom>
          <a:solidFill>
            <a:srgbClr val="EFF2F4"/>
          </a:solidFill>
          <a:ln w="2092">
            <a:solidFill>
              <a:srgbClr val="C6D4E2"/>
            </a:solidFill>
            <a:prstDash val="solid"/>
          </a:ln>
        </p:spPr>
      </p:sp>
      <p:sp>
        <p:nvSpPr>
          <p:cNvPr id="120" name="Input snapshot 0: source 120"/>
          <p:cNvSpPr/>
          <p:nvPr/>
        </p:nvSpPr>
        <p:spPr>
          <a:xfrm>
            <a:off x="1143000" y="1170279"/>
            <a:ext cx="38580" cy="44769"/>
          </a:xfrm>
          <a:prstGeom prst="rect">
            <a:avLst/>
          </a:prstGeom>
          <a:solidFill>
            <a:srgbClr val="EFF2F4"/>
          </a:solidFill>
          <a:ln w="2092">
            <a:solidFill>
              <a:srgbClr val="C6D4E2"/>
            </a:solidFill>
            <a:prstDash val="solid"/>
          </a:ln>
        </p:spPr>
      </p:sp>
      <p:sp>
        <p:nvSpPr>
          <p:cNvPr id="121" name="Input snapshot 0: source 121"/>
          <p:cNvSpPr/>
          <p:nvPr/>
        </p:nvSpPr>
        <p:spPr>
          <a:xfrm>
            <a:off x="1180703" y="1170279"/>
            <a:ext cx="38580" cy="44769"/>
          </a:xfrm>
          <a:prstGeom prst="rect">
            <a:avLst/>
          </a:prstGeom>
          <a:solidFill>
            <a:srgbClr val="0072B2"/>
          </a:solidFill>
          <a:ln w="2092">
            <a:solidFill>
              <a:srgbClr val="C6D4E2"/>
            </a:solidFill>
            <a:prstDash val="solid"/>
          </a:ln>
        </p:spPr>
      </p:sp>
      <p:sp>
        <p:nvSpPr>
          <p:cNvPr id="122" name="Input snapshot 0: source 122"/>
          <p:cNvSpPr/>
          <p:nvPr/>
        </p:nvSpPr>
        <p:spPr>
          <a:xfrm>
            <a:off x="1218405" y="1170279"/>
            <a:ext cx="38580" cy="44769"/>
          </a:xfrm>
          <a:prstGeom prst="rect">
            <a:avLst/>
          </a:prstGeom>
          <a:solidFill>
            <a:srgbClr val="0072B2"/>
          </a:solidFill>
          <a:ln w="2092">
            <a:solidFill>
              <a:srgbClr val="C6D4E2"/>
            </a:solidFill>
            <a:prstDash val="solid"/>
          </a:ln>
        </p:spPr>
      </p:sp>
      <p:sp>
        <p:nvSpPr>
          <p:cNvPr id="123" name="Input snapshot 0: source 123"/>
          <p:cNvSpPr/>
          <p:nvPr/>
        </p:nvSpPr>
        <p:spPr>
          <a:xfrm>
            <a:off x="1256108" y="1170279"/>
            <a:ext cx="38580" cy="44769"/>
          </a:xfrm>
          <a:prstGeom prst="rect">
            <a:avLst/>
          </a:prstGeom>
          <a:solidFill>
            <a:srgbClr val="0072B2"/>
          </a:solidFill>
          <a:ln w="2092">
            <a:solidFill>
              <a:srgbClr val="C6D4E2"/>
            </a:solidFill>
            <a:prstDash val="solid"/>
          </a:ln>
        </p:spPr>
      </p:sp>
      <p:sp>
        <p:nvSpPr>
          <p:cNvPr id="124" name="Input snapshot 0: source 124"/>
          <p:cNvSpPr/>
          <p:nvPr/>
        </p:nvSpPr>
        <p:spPr>
          <a:xfrm>
            <a:off x="1293810" y="1170279"/>
            <a:ext cx="38580" cy="44769"/>
          </a:xfrm>
          <a:prstGeom prst="rect">
            <a:avLst/>
          </a:prstGeom>
          <a:solidFill>
            <a:srgbClr val="0072B2"/>
          </a:solidFill>
          <a:ln w="2092">
            <a:solidFill>
              <a:srgbClr val="C6D4E2"/>
            </a:solidFill>
            <a:prstDash val="solid"/>
          </a:ln>
        </p:spPr>
      </p:sp>
      <p:sp>
        <p:nvSpPr>
          <p:cNvPr id="125" name="Input snapshot 0: source 125"/>
          <p:cNvSpPr/>
          <p:nvPr/>
        </p:nvSpPr>
        <p:spPr>
          <a:xfrm>
            <a:off x="1331513" y="1170279"/>
            <a:ext cx="38580" cy="44769"/>
          </a:xfrm>
          <a:prstGeom prst="rect">
            <a:avLst/>
          </a:prstGeom>
          <a:solidFill>
            <a:srgbClr val="B7BEC5"/>
          </a:solidFill>
          <a:ln w="2092">
            <a:solidFill>
              <a:srgbClr val="C6D4E2"/>
            </a:solidFill>
            <a:prstDash val="solid"/>
          </a:ln>
        </p:spPr>
      </p:sp>
      <p:sp>
        <p:nvSpPr>
          <p:cNvPr id="126" name="Input snapshot 0: source 126"/>
          <p:cNvSpPr/>
          <p:nvPr/>
        </p:nvSpPr>
        <p:spPr>
          <a:xfrm>
            <a:off x="1369215" y="1170279"/>
            <a:ext cx="38580" cy="44769"/>
          </a:xfrm>
          <a:prstGeom prst="rect">
            <a:avLst/>
          </a:prstGeom>
          <a:solidFill>
            <a:srgbClr val="B7BEC5"/>
          </a:solidFill>
          <a:ln w="2092">
            <a:solidFill>
              <a:srgbClr val="C6D4E2"/>
            </a:solidFill>
            <a:prstDash val="solid"/>
          </a:ln>
        </p:spPr>
      </p:sp>
      <p:sp>
        <p:nvSpPr>
          <p:cNvPr id="127" name="Input snapshot 0: source 127"/>
          <p:cNvSpPr/>
          <p:nvPr/>
        </p:nvSpPr>
        <p:spPr>
          <a:xfrm>
            <a:off x="1406918" y="1170279"/>
            <a:ext cx="38580" cy="44769"/>
          </a:xfrm>
          <a:prstGeom prst="rect">
            <a:avLst/>
          </a:prstGeom>
          <a:solidFill>
            <a:srgbClr val="B7BEC5"/>
          </a:solidFill>
          <a:ln w="2092">
            <a:solidFill>
              <a:srgbClr val="C6D4E2"/>
            </a:solidFill>
            <a:prstDash val="solid"/>
          </a:ln>
        </p:spPr>
      </p:sp>
      <p:sp>
        <p:nvSpPr>
          <p:cNvPr id="128" name="Input snapshot 0: source 128"/>
          <p:cNvSpPr/>
          <p:nvPr/>
        </p:nvSpPr>
        <p:spPr>
          <a:xfrm>
            <a:off x="1444620" y="1170279"/>
            <a:ext cx="38580" cy="44769"/>
          </a:xfrm>
          <a:prstGeom prst="rect">
            <a:avLst/>
          </a:prstGeom>
          <a:solidFill>
            <a:srgbClr val="B7BEC5"/>
          </a:solidFill>
          <a:ln w="2092">
            <a:solidFill>
              <a:srgbClr val="C6D4E2"/>
            </a:solidFill>
            <a:prstDash val="solid"/>
          </a:ln>
        </p:spPr>
      </p:sp>
      <p:sp>
        <p:nvSpPr>
          <p:cNvPr id="129" name="Input snapshot 0: source 129"/>
          <p:cNvSpPr/>
          <p:nvPr/>
        </p:nvSpPr>
        <p:spPr>
          <a:xfrm>
            <a:off x="1482323" y="1170279"/>
            <a:ext cx="38580" cy="44769"/>
          </a:xfrm>
          <a:prstGeom prst="rect">
            <a:avLst/>
          </a:prstGeom>
          <a:solidFill>
            <a:srgbClr val="EFF2F4"/>
          </a:solidFill>
          <a:ln w="2092">
            <a:solidFill>
              <a:srgbClr val="C6D4E2"/>
            </a:solidFill>
            <a:prstDash val="solid"/>
          </a:ln>
        </p:spPr>
      </p:sp>
      <p:sp>
        <p:nvSpPr>
          <p:cNvPr id="130" name="Input snapshot 0: source 130"/>
          <p:cNvSpPr/>
          <p:nvPr/>
        </p:nvSpPr>
        <p:spPr>
          <a:xfrm>
            <a:off x="1520026" y="1170279"/>
            <a:ext cx="38580" cy="44769"/>
          </a:xfrm>
          <a:prstGeom prst="rect">
            <a:avLst/>
          </a:prstGeom>
          <a:solidFill>
            <a:srgbClr val="EFF2F4"/>
          </a:solidFill>
          <a:ln w="2092">
            <a:solidFill>
              <a:srgbClr val="C6D4E2"/>
            </a:solidFill>
            <a:prstDash val="solid"/>
          </a:ln>
        </p:spPr>
      </p:sp>
      <p:sp>
        <p:nvSpPr>
          <p:cNvPr id="131" name="Input snapshot 0: source 131"/>
          <p:cNvSpPr/>
          <p:nvPr/>
        </p:nvSpPr>
        <p:spPr>
          <a:xfrm>
            <a:off x="1557728" y="1170279"/>
            <a:ext cx="38580" cy="44769"/>
          </a:xfrm>
          <a:prstGeom prst="rect">
            <a:avLst/>
          </a:prstGeom>
          <a:solidFill>
            <a:srgbClr val="EFF2F4"/>
          </a:solidFill>
          <a:ln w="2092">
            <a:solidFill>
              <a:srgbClr val="C6D4E2"/>
            </a:solidFill>
            <a:prstDash val="solid"/>
          </a:ln>
        </p:spPr>
      </p:sp>
      <p:sp>
        <p:nvSpPr>
          <p:cNvPr id="132" name="Input snapshot 0: source 132"/>
          <p:cNvSpPr/>
          <p:nvPr/>
        </p:nvSpPr>
        <p:spPr>
          <a:xfrm>
            <a:off x="1595431" y="1170279"/>
            <a:ext cx="38580" cy="44769"/>
          </a:xfrm>
          <a:prstGeom prst="rect">
            <a:avLst/>
          </a:prstGeom>
          <a:solidFill>
            <a:srgbClr val="EFF2F4"/>
          </a:solidFill>
          <a:ln w="2092">
            <a:solidFill>
              <a:srgbClr val="C6D4E2"/>
            </a:solidFill>
            <a:prstDash val="solid"/>
          </a:ln>
        </p:spPr>
      </p:sp>
      <p:sp>
        <p:nvSpPr>
          <p:cNvPr id="133" name="Input snapshot 0: source 133"/>
          <p:cNvSpPr/>
          <p:nvPr/>
        </p:nvSpPr>
        <p:spPr>
          <a:xfrm>
            <a:off x="1633133" y="1170279"/>
            <a:ext cx="38580" cy="44769"/>
          </a:xfrm>
          <a:prstGeom prst="rect">
            <a:avLst/>
          </a:prstGeom>
          <a:solidFill>
            <a:srgbClr val="EFF2F4"/>
          </a:solidFill>
          <a:ln w="2092">
            <a:solidFill>
              <a:srgbClr val="C6D4E2"/>
            </a:solidFill>
            <a:prstDash val="solid"/>
          </a:ln>
        </p:spPr>
      </p:sp>
      <p:sp>
        <p:nvSpPr>
          <p:cNvPr id="134" name="Input snapshot 0: source 134"/>
          <p:cNvSpPr/>
          <p:nvPr/>
        </p:nvSpPr>
        <p:spPr>
          <a:xfrm>
            <a:off x="1143000" y="819150"/>
            <a:ext cx="527836" cy="395021"/>
          </a:xfrm>
          <a:prstGeom prst="rect">
            <a:avLst/>
          </a:prstGeom>
          <a:solidFill>
            <a:srgbClr val="FFFFFF">
              <a:alpha val="0"/>
            </a:srgbClr>
          </a:solidFill>
          <a:ln w="4338">
            <a:solidFill>
              <a:srgbClr val="263238"/>
            </a:solidFill>
            <a:prstDash val="solid"/>
          </a:ln>
        </p:spPr>
      </p:sp>
      <p:sp>
        <p:nvSpPr>
          <p:cNvPr id="136" name="Input snapshot 1: source 136"/>
          <p:cNvSpPr/>
          <p:nvPr/>
        </p:nvSpPr>
        <p:spPr>
          <a:xfrm>
            <a:off x="1143000" y="1247775"/>
            <a:ext cx="38580" cy="44769"/>
          </a:xfrm>
          <a:prstGeom prst="rect">
            <a:avLst/>
          </a:prstGeom>
          <a:solidFill>
            <a:srgbClr val="EFF2F4"/>
          </a:solidFill>
          <a:ln w="2092">
            <a:solidFill>
              <a:srgbClr val="C6D4E2"/>
            </a:solidFill>
            <a:prstDash val="solid"/>
          </a:ln>
        </p:spPr>
      </p:sp>
      <p:sp>
        <p:nvSpPr>
          <p:cNvPr id="137" name="Input snapshot 1: source 137"/>
          <p:cNvSpPr/>
          <p:nvPr/>
        </p:nvSpPr>
        <p:spPr>
          <a:xfrm>
            <a:off x="1180703" y="1247775"/>
            <a:ext cx="38580" cy="44769"/>
          </a:xfrm>
          <a:prstGeom prst="rect">
            <a:avLst/>
          </a:prstGeom>
          <a:solidFill>
            <a:srgbClr val="EFF2F4"/>
          </a:solidFill>
          <a:ln w="2092">
            <a:solidFill>
              <a:srgbClr val="C6D4E2"/>
            </a:solidFill>
            <a:prstDash val="solid"/>
          </a:ln>
        </p:spPr>
      </p:sp>
      <p:sp>
        <p:nvSpPr>
          <p:cNvPr id="138" name="Input snapshot 1: source 138"/>
          <p:cNvSpPr/>
          <p:nvPr/>
        </p:nvSpPr>
        <p:spPr>
          <a:xfrm>
            <a:off x="1218405" y="1247775"/>
            <a:ext cx="38580" cy="44769"/>
          </a:xfrm>
          <a:prstGeom prst="rect">
            <a:avLst/>
          </a:prstGeom>
          <a:solidFill>
            <a:srgbClr val="EFF2F4"/>
          </a:solidFill>
          <a:ln w="2092">
            <a:solidFill>
              <a:srgbClr val="C6D4E2"/>
            </a:solidFill>
            <a:prstDash val="solid"/>
          </a:ln>
        </p:spPr>
      </p:sp>
      <p:sp>
        <p:nvSpPr>
          <p:cNvPr id="139" name="Input snapshot 1: source 139"/>
          <p:cNvSpPr/>
          <p:nvPr/>
        </p:nvSpPr>
        <p:spPr>
          <a:xfrm>
            <a:off x="1256108" y="1247775"/>
            <a:ext cx="38580" cy="44769"/>
          </a:xfrm>
          <a:prstGeom prst="rect">
            <a:avLst/>
          </a:prstGeom>
          <a:solidFill>
            <a:srgbClr val="EFF2F4"/>
          </a:solidFill>
          <a:ln w="2092">
            <a:solidFill>
              <a:srgbClr val="C6D4E2"/>
            </a:solidFill>
            <a:prstDash val="solid"/>
          </a:ln>
        </p:spPr>
      </p:sp>
      <p:sp>
        <p:nvSpPr>
          <p:cNvPr id="140" name="Input snapshot 1: source 140"/>
          <p:cNvSpPr/>
          <p:nvPr/>
        </p:nvSpPr>
        <p:spPr>
          <a:xfrm>
            <a:off x="1293810" y="1247775"/>
            <a:ext cx="38580" cy="44769"/>
          </a:xfrm>
          <a:prstGeom prst="rect">
            <a:avLst/>
          </a:prstGeom>
          <a:solidFill>
            <a:srgbClr val="EFF2F4"/>
          </a:solidFill>
          <a:ln w="2092">
            <a:solidFill>
              <a:srgbClr val="C6D4E2"/>
            </a:solidFill>
            <a:prstDash val="solid"/>
          </a:ln>
        </p:spPr>
      </p:sp>
      <p:sp>
        <p:nvSpPr>
          <p:cNvPr id="141" name="Input snapshot 1: source 141"/>
          <p:cNvSpPr/>
          <p:nvPr/>
        </p:nvSpPr>
        <p:spPr>
          <a:xfrm>
            <a:off x="1331513" y="1247775"/>
            <a:ext cx="38580" cy="44769"/>
          </a:xfrm>
          <a:prstGeom prst="rect">
            <a:avLst/>
          </a:prstGeom>
          <a:solidFill>
            <a:srgbClr val="EFF2F4"/>
          </a:solidFill>
          <a:ln w="2092">
            <a:solidFill>
              <a:srgbClr val="C6D4E2"/>
            </a:solidFill>
            <a:prstDash val="solid"/>
          </a:ln>
        </p:spPr>
      </p:sp>
      <p:sp>
        <p:nvSpPr>
          <p:cNvPr id="142" name="Input snapshot 1: source 142"/>
          <p:cNvSpPr/>
          <p:nvPr/>
        </p:nvSpPr>
        <p:spPr>
          <a:xfrm>
            <a:off x="1369215" y="1247775"/>
            <a:ext cx="38580" cy="44769"/>
          </a:xfrm>
          <a:prstGeom prst="rect">
            <a:avLst/>
          </a:prstGeom>
          <a:solidFill>
            <a:srgbClr val="EFF2F4"/>
          </a:solidFill>
          <a:ln w="2092">
            <a:solidFill>
              <a:srgbClr val="C6D4E2"/>
            </a:solidFill>
            <a:prstDash val="solid"/>
          </a:ln>
        </p:spPr>
      </p:sp>
      <p:sp>
        <p:nvSpPr>
          <p:cNvPr id="143" name="Input snapshot 1: source 143"/>
          <p:cNvSpPr/>
          <p:nvPr/>
        </p:nvSpPr>
        <p:spPr>
          <a:xfrm>
            <a:off x="1406918" y="1247775"/>
            <a:ext cx="38580" cy="44769"/>
          </a:xfrm>
          <a:prstGeom prst="rect">
            <a:avLst/>
          </a:prstGeom>
          <a:solidFill>
            <a:srgbClr val="EFF2F4"/>
          </a:solidFill>
          <a:ln w="2092">
            <a:solidFill>
              <a:srgbClr val="C6D4E2"/>
            </a:solidFill>
            <a:prstDash val="solid"/>
          </a:ln>
        </p:spPr>
      </p:sp>
      <p:sp>
        <p:nvSpPr>
          <p:cNvPr id="144" name="Input snapshot 1: source 144"/>
          <p:cNvSpPr/>
          <p:nvPr/>
        </p:nvSpPr>
        <p:spPr>
          <a:xfrm>
            <a:off x="1444620" y="1247775"/>
            <a:ext cx="38580" cy="44769"/>
          </a:xfrm>
          <a:prstGeom prst="rect">
            <a:avLst/>
          </a:prstGeom>
          <a:solidFill>
            <a:srgbClr val="EFF2F4"/>
          </a:solidFill>
          <a:ln w="2092">
            <a:solidFill>
              <a:srgbClr val="C6D4E2"/>
            </a:solidFill>
            <a:prstDash val="solid"/>
          </a:ln>
        </p:spPr>
      </p:sp>
      <p:sp>
        <p:nvSpPr>
          <p:cNvPr id="145" name="Input snapshot 1: source 145"/>
          <p:cNvSpPr/>
          <p:nvPr/>
        </p:nvSpPr>
        <p:spPr>
          <a:xfrm>
            <a:off x="1482323" y="1247775"/>
            <a:ext cx="38580" cy="44769"/>
          </a:xfrm>
          <a:prstGeom prst="rect">
            <a:avLst/>
          </a:prstGeom>
          <a:solidFill>
            <a:srgbClr val="EFF2F4"/>
          </a:solidFill>
          <a:ln w="2092">
            <a:solidFill>
              <a:srgbClr val="C6D4E2"/>
            </a:solidFill>
            <a:prstDash val="solid"/>
          </a:ln>
        </p:spPr>
      </p:sp>
      <p:sp>
        <p:nvSpPr>
          <p:cNvPr id="146" name="Input snapshot 1: source 146"/>
          <p:cNvSpPr/>
          <p:nvPr/>
        </p:nvSpPr>
        <p:spPr>
          <a:xfrm>
            <a:off x="1520026" y="1247775"/>
            <a:ext cx="38580" cy="44769"/>
          </a:xfrm>
          <a:prstGeom prst="rect">
            <a:avLst/>
          </a:prstGeom>
          <a:solidFill>
            <a:srgbClr val="EFF2F4"/>
          </a:solidFill>
          <a:ln w="2092">
            <a:solidFill>
              <a:srgbClr val="C6D4E2"/>
            </a:solidFill>
            <a:prstDash val="solid"/>
          </a:ln>
        </p:spPr>
      </p:sp>
      <p:sp>
        <p:nvSpPr>
          <p:cNvPr id="147" name="Input snapshot 1: source 147"/>
          <p:cNvSpPr/>
          <p:nvPr/>
        </p:nvSpPr>
        <p:spPr>
          <a:xfrm>
            <a:off x="1557728" y="1247775"/>
            <a:ext cx="38580" cy="44769"/>
          </a:xfrm>
          <a:prstGeom prst="rect">
            <a:avLst/>
          </a:prstGeom>
          <a:solidFill>
            <a:srgbClr val="009E73"/>
          </a:solidFill>
          <a:ln w="2092">
            <a:solidFill>
              <a:srgbClr val="C6D4E2"/>
            </a:solidFill>
            <a:prstDash val="solid"/>
          </a:ln>
        </p:spPr>
      </p:sp>
      <p:sp>
        <p:nvSpPr>
          <p:cNvPr id="148" name="Input snapshot 1: source 148"/>
          <p:cNvSpPr/>
          <p:nvPr/>
        </p:nvSpPr>
        <p:spPr>
          <a:xfrm>
            <a:off x="1595431" y="1247775"/>
            <a:ext cx="38580" cy="44769"/>
          </a:xfrm>
          <a:prstGeom prst="rect">
            <a:avLst/>
          </a:prstGeom>
          <a:solidFill>
            <a:srgbClr val="009E73"/>
          </a:solidFill>
          <a:ln w="2092">
            <a:solidFill>
              <a:srgbClr val="C6D4E2"/>
            </a:solidFill>
            <a:prstDash val="solid"/>
          </a:ln>
        </p:spPr>
      </p:sp>
      <p:sp>
        <p:nvSpPr>
          <p:cNvPr id="149" name="Input snapshot 1: source 149"/>
          <p:cNvSpPr/>
          <p:nvPr/>
        </p:nvSpPr>
        <p:spPr>
          <a:xfrm>
            <a:off x="1633133" y="1247775"/>
            <a:ext cx="38580" cy="44769"/>
          </a:xfrm>
          <a:prstGeom prst="rect">
            <a:avLst/>
          </a:prstGeom>
          <a:solidFill>
            <a:srgbClr val="009E73"/>
          </a:solidFill>
          <a:ln w="2092">
            <a:solidFill>
              <a:srgbClr val="C6D4E2"/>
            </a:solidFill>
            <a:prstDash val="solid"/>
          </a:ln>
        </p:spPr>
      </p:sp>
      <p:sp>
        <p:nvSpPr>
          <p:cNvPr id="150" name="Input snapshot 1: source 150"/>
          <p:cNvSpPr/>
          <p:nvPr/>
        </p:nvSpPr>
        <p:spPr>
          <a:xfrm>
            <a:off x="1143000" y="1291666"/>
            <a:ext cx="38580" cy="44769"/>
          </a:xfrm>
          <a:prstGeom prst="rect">
            <a:avLst/>
          </a:prstGeom>
          <a:solidFill>
            <a:srgbClr val="EFF2F4"/>
          </a:solidFill>
          <a:ln w="2092">
            <a:solidFill>
              <a:srgbClr val="C6D4E2"/>
            </a:solidFill>
            <a:prstDash val="solid"/>
          </a:ln>
        </p:spPr>
      </p:sp>
      <p:sp>
        <p:nvSpPr>
          <p:cNvPr id="151" name="Input snapshot 1: source 151"/>
          <p:cNvSpPr/>
          <p:nvPr/>
        </p:nvSpPr>
        <p:spPr>
          <a:xfrm>
            <a:off x="1180703" y="1291666"/>
            <a:ext cx="38580" cy="44769"/>
          </a:xfrm>
          <a:prstGeom prst="rect">
            <a:avLst/>
          </a:prstGeom>
          <a:solidFill>
            <a:srgbClr val="EFF2F4"/>
          </a:solidFill>
          <a:ln w="2092">
            <a:solidFill>
              <a:srgbClr val="C6D4E2"/>
            </a:solidFill>
            <a:prstDash val="solid"/>
          </a:ln>
        </p:spPr>
      </p:sp>
      <p:sp>
        <p:nvSpPr>
          <p:cNvPr id="152" name="Input snapshot 1: source 152"/>
          <p:cNvSpPr/>
          <p:nvPr/>
        </p:nvSpPr>
        <p:spPr>
          <a:xfrm>
            <a:off x="1218405" y="1291666"/>
            <a:ext cx="38580" cy="44769"/>
          </a:xfrm>
          <a:prstGeom prst="rect">
            <a:avLst/>
          </a:prstGeom>
          <a:solidFill>
            <a:srgbClr val="EFF2F4"/>
          </a:solidFill>
          <a:ln w="2092">
            <a:solidFill>
              <a:srgbClr val="C6D4E2"/>
            </a:solidFill>
            <a:prstDash val="solid"/>
          </a:ln>
        </p:spPr>
      </p:sp>
      <p:sp>
        <p:nvSpPr>
          <p:cNvPr id="153" name="Input snapshot 1: source 153"/>
          <p:cNvSpPr/>
          <p:nvPr/>
        </p:nvSpPr>
        <p:spPr>
          <a:xfrm>
            <a:off x="1256108" y="1291666"/>
            <a:ext cx="38580" cy="44769"/>
          </a:xfrm>
          <a:prstGeom prst="rect">
            <a:avLst/>
          </a:prstGeom>
          <a:solidFill>
            <a:srgbClr val="EFF2F4"/>
          </a:solidFill>
          <a:ln w="2092">
            <a:solidFill>
              <a:srgbClr val="C6D4E2"/>
            </a:solidFill>
            <a:prstDash val="solid"/>
          </a:ln>
        </p:spPr>
      </p:sp>
      <p:sp>
        <p:nvSpPr>
          <p:cNvPr id="154" name="Input snapshot 1: source 154"/>
          <p:cNvSpPr/>
          <p:nvPr/>
        </p:nvSpPr>
        <p:spPr>
          <a:xfrm>
            <a:off x="1293810" y="1291666"/>
            <a:ext cx="38580" cy="44769"/>
          </a:xfrm>
          <a:prstGeom prst="rect">
            <a:avLst/>
          </a:prstGeom>
          <a:solidFill>
            <a:srgbClr val="EFF2F4"/>
          </a:solidFill>
          <a:ln w="2092">
            <a:solidFill>
              <a:srgbClr val="C6D4E2"/>
            </a:solidFill>
            <a:prstDash val="solid"/>
          </a:ln>
        </p:spPr>
      </p:sp>
      <p:sp>
        <p:nvSpPr>
          <p:cNvPr id="155" name="Input snapshot 1: source 155"/>
          <p:cNvSpPr/>
          <p:nvPr/>
        </p:nvSpPr>
        <p:spPr>
          <a:xfrm>
            <a:off x="1331513" y="1291666"/>
            <a:ext cx="38580" cy="44769"/>
          </a:xfrm>
          <a:prstGeom prst="rect">
            <a:avLst/>
          </a:prstGeom>
          <a:solidFill>
            <a:srgbClr val="EFF2F4"/>
          </a:solidFill>
          <a:ln w="2092">
            <a:solidFill>
              <a:srgbClr val="C6D4E2"/>
            </a:solidFill>
            <a:prstDash val="solid"/>
          </a:ln>
        </p:spPr>
      </p:sp>
      <p:sp>
        <p:nvSpPr>
          <p:cNvPr id="156" name="Input snapshot 1: source 156"/>
          <p:cNvSpPr/>
          <p:nvPr/>
        </p:nvSpPr>
        <p:spPr>
          <a:xfrm>
            <a:off x="1369215" y="1291666"/>
            <a:ext cx="38580" cy="44769"/>
          </a:xfrm>
          <a:prstGeom prst="rect">
            <a:avLst/>
          </a:prstGeom>
          <a:solidFill>
            <a:srgbClr val="EFF2F4"/>
          </a:solidFill>
          <a:ln w="2092">
            <a:solidFill>
              <a:srgbClr val="C6D4E2"/>
            </a:solidFill>
            <a:prstDash val="solid"/>
          </a:ln>
        </p:spPr>
      </p:sp>
      <p:sp>
        <p:nvSpPr>
          <p:cNvPr id="157" name="Input snapshot 1: source 157"/>
          <p:cNvSpPr/>
          <p:nvPr/>
        </p:nvSpPr>
        <p:spPr>
          <a:xfrm>
            <a:off x="1406918" y="1291666"/>
            <a:ext cx="38580" cy="44769"/>
          </a:xfrm>
          <a:prstGeom prst="rect">
            <a:avLst/>
          </a:prstGeom>
          <a:solidFill>
            <a:srgbClr val="EFF2F4"/>
          </a:solidFill>
          <a:ln w="2092">
            <a:solidFill>
              <a:srgbClr val="C6D4E2"/>
            </a:solidFill>
            <a:prstDash val="solid"/>
          </a:ln>
        </p:spPr>
      </p:sp>
      <p:sp>
        <p:nvSpPr>
          <p:cNvPr id="158" name="Input snapshot 1: source 158"/>
          <p:cNvSpPr/>
          <p:nvPr/>
        </p:nvSpPr>
        <p:spPr>
          <a:xfrm>
            <a:off x="1444620" y="1291666"/>
            <a:ext cx="38580" cy="44769"/>
          </a:xfrm>
          <a:prstGeom prst="rect">
            <a:avLst/>
          </a:prstGeom>
          <a:solidFill>
            <a:srgbClr val="EFF2F4"/>
          </a:solidFill>
          <a:ln w="2092">
            <a:solidFill>
              <a:srgbClr val="C6D4E2"/>
            </a:solidFill>
            <a:prstDash val="solid"/>
          </a:ln>
        </p:spPr>
      </p:sp>
      <p:sp>
        <p:nvSpPr>
          <p:cNvPr id="159" name="Input snapshot 1: source 159"/>
          <p:cNvSpPr/>
          <p:nvPr/>
        </p:nvSpPr>
        <p:spPr>
          <a:xfrm>
            <a:off x="1482323" y="1291666"/>
            <a:ext cx="38580" cy="44769"/>
          </a:xfrm>
          <a:prstGeom prst="rect">
            <a:avLst/>
          </a:prstGeom>
          <a:solidFill>
            <a:srgbClr val="EFF2F4"/>
          </a:solidFill>
          <a:ln w="2092">
            <a:solidFill>
              <a:srgbClr val="C6D4E2"/>
            </a:solidFill>
            <a:prstDash val="solid"/>
          </a:ln>
        </p:spPr>
      </p:sp>
      <p:sp>
        <p:nvSpPr>
          <p:cNvPr id="160" name="Input snapshot 1: source 160"/>
          <p:cNvSpPr/>
          <p:nvPr/>
        </p:nvSpPr>
        <p:spPr>
          <a:xfrm>
            <a:off x="1520026" y="1291666"/>
            <a:ext cx="38580" cy="44769"/>
          </a:xfrm>
          <a:prstGeom prst="rect">
            <a:avLst/>
          </a:prstGeom>
          <a:solidFill>
            <a:srgbClr val="009E73"/>
          </a:solidFill>
          <a:ln w="2092">
            <a:solidFill>
              <a:srgbClr val="C6D4E2"/>
            </a:solidFill>
            <a:prstDash val="solid"/>
          </a:ln>
        </p:spPr>
      </p:sp>
      <p:sp>
        <p:nvSpPr>
          <p:cNvPr id="161" name="Input snapshot 1: source 161"/>
          <p:cNvSpPr/>
          <p:nvPr/>
        </p:nvSpPr>
        <p:spPr>
          <a:xfrm>
            <a:off x="1557728" y="1291666"/>
            <a:ext cx="38580" cy="44769"/>
          </a:xfrm>
          <a:prstGeom prst="rect">
            <a:avLst/>
          </a:prstGeom>
          <a:solidFill>
            <a:srgbClr val="009E73"/>
          </a:solidFill>
          <a:ln w="2092">
            <a:solidFill>
              <a:srgbClr val="C6D4E2"/>
            </a:solidFill>
            <a:prstDash val="solid"/>
          </a:ln>
        </p:spPr>
      </p:sp>
      <p:sp>
        <p:nvSpPr>
          <p:cNvPr id="162" name="Input snapshot 1: source 162"/>
          <p:cNvSpPr/>
          <p:nvPr/>
        </p:nvSpPr>
        <p:spPr>
          <a:xfrm>
            <a:off x="1595431" y="1291666"/>
            <a:ext cx="38580" cy="44769"/>
          </a:xfrm>
          <a:prstGeom prst="rect">
            <a:avLst/>
          </a:prstGeom>
          <a:solidFill>
            <a:srgbClr val="009E73"/>
          </a:solidFill>
          <a:ln w="2092">
            <a:solidFill>
              <a:srgbClr val="C6D4E2"/>
            </a:solidFill>
            <a:prstDash val="solid"/>
          </a:ln>
        </p:spPr>
      </p:sp>
      <p:sp>
        <p:nvSpPr>
          <p:cNvPr id="163" name="Input snapshot 1: source 163"/>
          <p:cNvSpPr/>
          <p:nvPr/>
        </p:nvSpPr>
        <p:spPr>
          <a:xfrm>
            <a:off x="1633133" y="1291666"/>
            <a:ext cx="38580" cy="44769"/>
          </a:xfrm>
          <a:prstGeom prst="rect">
            <a:avLst/>
          </a:prstGeom>
          <a:solidFill>
            <a:srgbClr val="009E73"/>
          </a:solidFill>
          <a:ln w="2092">
            <a:solidFill>
              <a:srgbClr val="C6D4E2"/>
            </a:solidFill>
            <a:prstDash val="solid"/>
          </a:ln>
        </p:spPr>
      </p:sp>
      <p:sp>
        <p:nvSpPr>
          <p:cNvPr id="164" name="Input snapshot 1: source 164"/>
          <p:cNvSpPr/>
          <p:nvPr/>
        </p:nvSpPr>
        <p:spPr>
          <a:xfrm>
            <a:off x="1143000" y="1335558"/>
            <a:ext cx="38580" cy="44769"/>
          </a:xfrm>
          <a:prstGeom prst="rect">
            <a:avLst/>
          </a:prstGeom>
          <a:solidFill>
            <a:srgbClr val="EFF2F4"/>
          </a:solidFill>
          <a:ln w="2092">
            <a:solidFill>
              <a:srgbClr val="C6D4E2"/>
            </a:solidFill>
            <a:prstDash val="solid"/>
          </a:ln>
        </p:spPr>
      </p:sp>
      <p:sp>
        <p:nvSpPr>
          <p:cNvPr id="165" name="Input snapshot 1: source 165"/>
          <p:cNvSpPr/>
          <p:nvPr/>
        </p:nvSpPr>
        <p:spPr>
          <a:xfrm>
            <a:off x="1180703" y="1335558"/>
            <a:ext cx="38580" cy="44769"/>
          </a:xfrm>
          <a:prstGeom prst="rect">
            <a:avLst/>
          </a:prstGeom>
          <a:solidFill>
            <a:srgbClr val="EFF2F4"/>
          </a:solidFill>
          <a:ln w="2092">
            <a:solidFill>
              <a:srgbClr val="C6D4E2"/>
            </a:solidFill>
            <a:prstDash val="solid"/>
          </a:ln>
        </p:spPr>
      </p:sp>
      <p:sp>
        <p:nvSpPr>
          <p:cNvPr id="166" name="Input snapshot 1: source 166"/>
          <p:cNvSpPr/>
          <p:nvPr/>
        </p:nvSpPr>
        <p:spPr>
          <a:xfrm>
            <a:off x="1218405" y="1335558"/>
            <a:ext cx="38580" cy="44769"/>
          </a:xfrm>
          <a:prstGeom prst="rect">
            <a:avLst/>
          </a:prstGeom>
          <a:solidFill>
            <a:srgbClr val="EFF2F4"/>
          </a:solidFill>
          <a:ln w="2092">
            <a:solidFill>
              <a:srgbClr val="C6D4E2"/>
            </a:solidFill>
            <a:prstDash val="solid"/>
          </a:ln>
        </p:spPr>
      </p:sp>
      <p:sp>
        <p:nvSpPr>
          <p:cNvPr id="167" name="Input snapshot 1: source 167"/>
          <p:cNvSpPr/>
          <p:nvPr/>
        </p:nvSpPr>
        <p:spPr>
          <a:xfrm>
            <a:off x="1256108" y="1335558"/>
            <a:ext cx="38580" cy="44769"/>
          </a:xfrm>
          <a:prstGeom prst="rect">
            <a:avLst/>
          </a:prstGeom>
          <a:solidFill>
            <a:srgbClr val="EFF2F4"/>
          </a:solidFill>
          <a:ln w="2092">
            <a:solidFill>
              <a:srgbClr val="C6D4E2"/>
            </a:solidFill>
            <a:prstDash val="solid"/>
          </a:ln>
        </p:spPr>
      </p:sp>
      <p:sp>
        <p:nvSpPr>
          <p:cNvPr id="168" name="Input snapshot 1: source 168"/>
          <p:cNvSpPr/>
          <p:nvPr/>
        </p:nvSpPr>
        <p:spPr>
          <a:xfrm>
            <a:off x="1293810" y="1335558"/>
            <a:ext cx="38580" cy="44769"/>
          </a:xfrm>
          <a:prstGeom prst="rect">
            <a:avLst/>
          </a:prstGeom>
          <a:solidFill>
            <a:srgbClr val="EFF2F4"/>
          </a:solidFill>
          <a:ln w="2092">
            <a:solidFill>
              <a:srgbClr val="C6D4E2"/>
            </a:solidFill>
            <a:prstDash val="solid"/>
          </a:ln>
        </p:spPr>
      </p:sp>
      <p:sp>
        <p:nvSpPr>
          <p:cNvPr id="169" name="Input snapshot 1: source 169"/>
          <p:cNvSpPr/>
          <p:nvPr/>
        </p:nvSpPr>
        <p:spPr>
          <a:xfrm>
            <a:off x="1331513" y="1335558"/>
            <a:ext cx="38580" cy="44769"/>
          </a:xfrm>
          <a:prstGeom prst="rect">
            <a:avLst/>
          </a:prstGeom>
          <a:solidFill>
            <a:srgbClr val="B7BEC5"/>
          </a:solidFill>
          <a:ln w="2092">
            <a:solidFill>
              <a:srgbClr val="C6D4E2"/>
            </a:solidFill>
            <a:prstDash val="solid"/>
          </a:ln>
        </p:spPr>
      </p:sp>
      <p:sp>
        <p:nvSpPr>
          <p:cNvPr id="170" name="Input snapshot 1: source 170"/>
          <p:cNvSpPr/>
          <p:nvPr/>
        </p:nvSpPr>
        <p:spPr>
          <a:xfrm>
            <a:off x="1369215" y="1335558"/>
            <a:ext cx="38580" cy="44769"/>
          </a:xfrm>
          <a:prstGeom prst="rect">
            <a:avLst/>
          </a:prstGeom>
          <a:solidFill>
            <a:srgbClr val="B7BEC5"/>
          </a:solidFill>
          <a:ln w="2092">
            <a:solidFill>
              <a:srgbClr val="C6D4E2"/>
            </a:solidFill>
            <a:prstDash val="solid"/>
          </a:ln>
        </p:spPr>
      </p:sp>
      <p:sp>
        <p:nvSpPr>
          <p:cNvPr id="171" name="Input snapshot 1: source 171"/>
          <p:cNvSpPr/>
          <p:nvPr/>
        </p:nvSpPr>
        <p:spPr>
          <a:xfrm>
            <a:off x="1406918" y="1335558"/>
            <a:ext cx="38580" cy="44769"/>
          </a:xfrm>
          <a:prstGeom prst="rect">
            <a:avLst/>
          </a:prstGeom>
          <a:solidFill>
            <a:srgbClr val="B7BEC5"/>
          </a:solidFill>
          <a:ln w="2092">
            <a:solidFill>
              <a:srgbClr val="C6D4E2"/>
            </a:solidFill>
            <a:prstDash val="solid"/>
          </a:ln>
        </p:spPr>
      </p:sp>
      <p:sp>
        <p:nvSpPr>
          <p:cNvPr id="172" name="Input snapshot 1: source 172"/>
          <p:cNvSpPr/>
          <p:nvPr/>
        </p:nvSpPr>
        <p:spPr>
          <a:xfrm>
            <a:off x="1444620" y="1335558"/>
            <a:ext cx="38580" cy="44769"/>
          </a:xfrm>
          <a:prstGeom prst="rect">
            <a:avLst/>
          </a:prstGeom>
          <a:solidFill>
            <a:srgbClr val="B7BEC5"/>
          </a:solidFill>
          <a:ln w="2092">
            <a:solidFill>
              <a:srgbClr val="C6D4E2"/>
            </a:solidFill>
            <a:prstDash val="solid"/>
          </a:ln>
        </p:spPr>
      </p:sp>
      <p:sp>
        <p:nvSpPr>
          <p:cNvPr id="173" name="Input snapshot 1: source 173"/>
          <p:cNvSpPr/>
          <p:nvPr/>
        </p:nvSpPr>
        <p:spPr>
          <a:xfrm>
            <a:off x="1482323" y="1335558"/>
            <a:ext cx="38580" cy="44769"/>
          </a:xfrm>
          <a:prstGeom prst="rect">
            <a:avLst/>
          </a:prstGeom>
          <a:solidFill>
            <a:srgbClr val="B7BEC5"/>
          </a:solidFill>
          <a:ln w="2092">
            <a:solidFill>
              <a:srgbClr val="C6D4E2"/>
            </a:solidFill>
            <a:prstDash val="solid"/>
          </a:ln>
        </p:spPr>
      </p:sp>
      <p:sp>
        <p:nvSpPr>
          <p:cNvPr id="174" name="Input snapshot 1: source 174"/>
          <p:cNvSpPr/>
          <p:nvPr/>
        </p:nvSpPr>
        <p:spPr>
          <a:xfrm>
            <a:off x="1520026" y="1335558"/>
            <a:ext cx="38580" cy="44769"/>
          </a:xfrm>
          <a:prstGeom prst="rect">
            <a:avLst/>
          </a:prstGeom>
          <a:solidFill>
            <a:srgbClr val="009E73"/>
          </a:solidFill>
          <a:ln w="2092">
            <a:solidFill>
              <a:srgbClr val="C6D4E2"/>
            </a:solidFill>
            <a:prstDash val="solid"/>
          </a:ln>
        </p:spPr>
      </p:sp>
      <p:sp>
        <p:nvSpPr>
          <p:cNvPr id="175" name="Input snapshot 1: source 175"/>
          <p:cNvSpPr/>
          <p:nvPr/>
        </p:nvSpPr>
        <p:spPr>
          <a:xfrm>
            <a:off x="1557728" y="1335558"/>
            <a:ext cx="38580" cy="44769"/>
          </a:xfrm>
          <a:prstGeom prst="rect">
            <a:avLst/>
          </a:prstGeom>
          <a:solidFill>
            <a:srgbClr val="009E73"/>
          </a:solidFill>
          <a:ln w="2092">
            <a:solidFill>
              <a:srgbClr val="C6D4E2"/>
            </a:solidFill>
            <a:prstDash val="solid"/>
          </a:ln>
        </p:spPr>
      </p:sp>
      <p:sp>
        <p:nvSpPr>
          <p:cNvPr id="176" name="Input snapshot 1: source 176"/>
          <p:cNvSpPr/>
          <p:nvPr/>
        </p:nvSpPr>
        <p:spPr>
          <a:xfrm>
            <a:off x="1595431" y="1335558"/>
            <a:ext cx="38580" cy="44769"/>
          </a:xfrm>
          <a:prstGeom prst="rect">
            <a:avLst/>
          </a:prstGeom>
          <a:solidFill>
            <a:srgbClr val="009E73"/>
          </a:solidFill>
          <a:ln w="2092">
            <a:solidFill>
              <a:srgbClr val="C6D4E2"/>
            </a:solidFill>
            <a:prstDash val="solid"/>
          </a:ln>
        </p:spPr>
      </p:sp>
      <p:sp>
        <p:nvSpPr>
          <p:cNvPr id="177" name="Input snapshot 1: source 177"/>
          <p:cNvSpPr/>
          <p:nvPr/>
        </p:nvSpPr>
        <p:spPr>
          <a:xfrm>
            <a:off x="1633133" y="1335558"/>
            <a:ext cx="38580" cy="44769"/>
          </a:xfrm>
          <a:prstGeom prst="rect">
            <a:avLst/>
          </a:prstGeom>
          <a:solidFill>
            <a:srgbClr val="009E73"/>
          </a:solidFill>
          <a:ln w="2092">
            <a:solidFill>
              <a:srgbClr val="C6D4E2"/>
            </a:solidFill>
            <a:prstDash val="solid"/>
          </a:ln>
        </p:spPr>
      </p:sp>
      <p:sp>
        <p:nvSpPr>
          <p:cNvPr id="178" name="Input snapshot 1: source 178"/>
          <p:cNvSpPr/>
          <p:nvPr/>
        </p:nvSpPr>
        <p:spPr>
          <a:xfrm>
            <a:off x="1143000" y="1379448"/>
            <a:ext cx="38580" cy="44769"/>
          </a:xfrm>
          <a:prstGeom prst="rect">
            <a:avLst/>
          </a:prstGeom>
          <a:solidFill>
            <a:srgbClr val="EFF2F4"/>
          </a:solidFill>
          <a:ln w="2092">
            <a:solidFill>
              <a:srgbClr val="C6D4E2"/>
            </a:solidFill>
            <a:prstDash val="solid"/>
          </a:ln>
        </p:spPr>
      </p:sp>
      <p:sp>
        <p:nvSpPr>
          <p:cNvPr id="179" name="Input snapshot 1: source 179"/>
          <p:cNvSpPr/>
          <p:nvPr/>
        </p:nvSpPr>
        <p:spPr>
          <a:xfrm>
            <a:off x="1180703" y="1379448"/>
            <a:ext cx="38580" cy="44769"/>
          </a:xfrm>
          <a:prstGeom prst="rect">
            <a:avLst/>
          </a:prstGeom>
          <a:solidFill>
            <a:srgbClr val="EFF2F4"/>
          </a:solidFill>
          <a:ln w="2092">
            <a:solidFill>
              <a:srgbClr val="C6D4E2"/>
            </a:solidFill>
            <a:prstDash val="solid"/>
          </a:ln>
        </p:spPr>
      </p:sp>
      <p:sp>
        <p:nvSpPr>
          <p:cNvPr id="180" name="Input snapshot 1: source 180"/>
          <p:cNvSpPr/>
          <p:nvPr/>
        </p:nvSpPr>
        <p:spPr>
          <a:xfrm>
            <a:off x="1218405" y="1379448"/>
            <a:ext cx="38580" cy="44769"/>
          </a:xfrm>
          <a:prstGeom prst="rect">
            <a:avLst/>
          </a:prstGeom>
          <a:solidFill>
            <a:srgbClr val="B7BEC5"/>
          </a:solidFill>
          <a:ln w="2092">
            <a:solidFill>
              <a:srgbClr val="C6D4E2"/>
            </a:solidFill>
            <a:prstDash val="solid"/>
          </a:ln>
        </p:spPr>
      </p:sp>
      <p:sp>
        <p:nvSpPr>
          <p:cNvPr id="181" name="Input snapshot 1: source 181"/>
          <p:cNvSpPr/>
          <p:nvPr/>
        </p:nvSpPr>
        <p:spPr>
          <a:xfrm>
            <a:off x="1256108" y="1379448"/>
            <a:ext cx="38580" cy="44769"/>
          </a:xfrm>
          <a:prstGeom prst="rect">
            <a:avLst/>
          </a:prstGeom>
          <a:solidFill>
            <a:srgbClr val="B7BEC5"/>
          </a:solidFill>
          <a:ln w="2092">
            <a:solidFill>
              <a:srgbClr val="C6D4E2"/>
            </a:solidFill>
            <a:prstDash val="solid"/>
          </a:ln>
        </p:spPr>
      </p:sp>
      <p:sp>
        <p:nvSpPr>
          <p:cNvPr id="182" name="Input snapshot 1: source 182"/>
          <p:cNvSpPr/>
          <p:nvPr/>
        </p:nvSpPr>
        <p:spPr>
          <a:xfrm>
            <a:off x="1293810" y="1379448"/>
            <a:ext cx="38580" cy="44769"/>
          </a:xfrm>
          <a:prstGeom prst="rect">
            <a:avLst/>
          </a:prstGeom>
          <a:solidFill>
            <a:srgbClr val="B7BEC5"/>
          </a:solidFill>
          <a:ln w="2092">
            <a:solidFill>
              <a:srgbClr val="C6D4E2"/>
            </a:solidFill>
            <a:prstDash val="solid"/>
          </a:ln>
        </p:spPr>
      </p:sp>
      <p:sp>
        <p:nvSpPr>
          <p:cNvPr id="183" name="Input snapshot 1: source 183"/>
          <p:cNvSpPr/>
          <p:nvPr/>
        </p:nvSpPr>
        <p:spPr>
          <a:xfrm>
            <a:off x="1331513" y="1379448"/>
            <a:ext cx="38580" cy="44769"/>
          </a:xfrm>
          <a:prstGeom prst="rect">
            <a:avLst/>
          </a:prstGeom>
          <a:solidFill>
            <a:srgbClr val="B7BEC5"/>
          </a:solidFill>
          <a:ln w="2092">
            <a:solidFill>
              <a:srgbClr val="C6D4E2"/>
            </a:solidFill>
            <a:prstDash val="solid"/>
          </a:ln>
        </p:spPr>
      </p:sp>
      <p:sp>
        <p:nvSpPr>
          <p:cNvPr id="184" name="Input snapshot 1: source 184"/>
          <p:cNvSpPr/>
          <p:nvPr/>
        </p:nvSpPr>
        <p:spPr>
          <a:xfrm>
            <a:off x="1369215" y="1379448"/>
            <a:ext cx="38580" cy="44769"/>
          </a:xfrm>
          <a:prstGeom prst="rect">
            <a:avLst/>
          </a:prstGeom>
          <a:solidFill>
            <a:srgbClr val="B7BEC5"/>
          </a:solidFill>
          <a:ln w="2092">
            <a:solidFill>
              <a:srgbClr val="C6D4E2"/>
            </a:solidFill>
            <a:prstDash val="solid"/>
          </a:ln>
        </p:spPr>
      </p:sp>
      <p:sp>
        <p:nvSpPr>
          <p:cNvPr id="185" name="Input snapshot 1: source 185"/>
          <p:cNvSpPr/>
          <p:nvPr/>
        </p:nvSpPr>
        <p:spPr>
          <a:xfrm>
            <a:off x="1406918" y="1379448"/>
            <a:ext cx="38580" cy="44769"/>
          </a:xfrm>
          <a:prstGeom prst="rect">
            <a:avLst/>
          </a:prstGeom>
          <a:solidFill>
            <a:srgbClr val="B7BEC5"/>
          </a:solidFill>
          <a:ln w="2092">
            <a:solidFill>
              <a:srgbClr val="C6D4E2"/>
            </a:solidFill>
            <a:prstDash val="solid"/>
          </a:ln>
        </p:spPr>
      </p:sp>
      <p:sp>
        <p:nvSpPr>
          <p:cNvPr id="186" name="Input snapshot 1: source 186"/>
          <p:cNvSpPr/>
          <p:nvPr/>
        </p:nvSpPr>
        <p:spPr>
          <a:xfrm>
            <a:off x="1444620" y="1379448"/>
            <a:ext cx="38580" cy="44769"/>
          </a:xfrm>
          <a:prstGeom prst="rect">
            <a:avLst/>
          </a:prstGeom>
          <a:solidFill>
            <a:srgbClr val="B7BEC5"/>
          </a:solidFill>
          <a:ln w="2092">
            <a:solidFill>
              <a:srgbClr val="C6D4E2"/>
            </a:solidFill>
            <a:prstDash val="solid"/>
          </a:ln>
        </p:spPr>
      </p:sp>
      <p:sp>
        <p:nvSpPr>
          <p:cNvPr id="187" name="Input snapshot 1: source 187"/>
          <p:cNvSpPr/>
          <p:nvPr/>
        </p:nvSpPr>
        <p:spPr>
          <a:xfrm>
            <a:off x="1482323" y="1379448"/>
            <a:ext cx="38580" cy="44769"/>
          </a:xfrm>
          <a:prstGeom prst="rect">
            <a:avLst/>
          </a:prstGeom>
          <a:solidFill>
            <a:srgbClr val="B7BEC5"/>
          </a:solidFill>
          <a:ln w="2092">
            <a:solidFill>
              <a:srgbClr val="C6D4E2"/>
            </a:solidFill>
            <a:prstDash val="solid"/>
          </a:ln>
        </p:spPr>
      </p:sp>
      <p:sp>
        <p:nvSpPr>
          <p:cNvPr id="188" name="Input snapshot 1: source 188"/>
          <p:cNvSpPr/>
          <p:nvPr/>
        </p:nvSpPr>
        <p:spPr>
          <a:xfrm>
            <a:off x="1520026" y="1379448"/>
            <a:ext cx="38580" cy="44769"/>
          </a:xfrm>
          <a:prstGeom prst="rect">
            <a:avLst/>
          </a:prstGeom>
          <a:solidFill>
            <a:srgbClr val="B7BEC5"/>
          </a:solidFill>
          <a:ln w="2092">
            <a:solidFill>
              <a:srgbClr val="C6D4E2"/>
            </a:solidFill>
            <a:prstDash val="solid"/>
          </a:ln>
        </p:spPr>
      </p:sp>
      <p:sp>
        <p:nvSpPr>
          <p:cNvPr id="189" name="Input snapshot 1: source 189"/>
          <p:cNvSpPr/>
          <p:nvPr/>
        </p:nvSpPr>
        <p:spPr>
          <a:xfrm>
            <a:off x="1557728" y="1379448"/>
            <a:ext cx="38580" cy="44769"/>
          </a:xfrm>
          <a:prstGeom prst="rect">
            <a:avLst/>
          </a:prstGeom>
          <a:solidFill>
            <a:srgbClr val="EFF2F4"/>
          </a:solidFill>
          <a:ln w="2092">
            <a:solidFill>
              <a:srgbClr val="C6D4E2"/>
            </a:solidFill>
            <a:prstDash val="solid"/>
          </a:ln>
        </p:spPr>
      </p:sp>
      <p:sp>
        <p:nvSpPr>
          <p:cNvPr id="190" name="Input snapshot 1: source 190"/>
          <p:cNvSpPr/>
          <p:nvPr/>
        </p:nvSpPr>
        <p:spPr>
          <a:xfrm>
            <a:off x="1595431" y="1379448"/>
            <a:ext cx="38580" cy="44769"/>
          </a:xfrm>
          <a:prstGeom prst="rect">
            <a:avLst/>
          </a:prstGeom>
          <a:solidFill>
            <a:srgbClr val="EFF2F4"/>
          </a:solidFill>
          <a:ln w="2092">
            <a:solidFill>
              <a:srgbClr val="C6D4E2"/>
            </a:solidFill>
            <a:prstDash val="solid"/>
          </a:ln>
        </p:spPr>
      </p:sp>
      <p:sp>
        <p:nvSpPr>
          <p:cNvPr id="191" name="Input snapshot 1: source 191"/>
          <p:cNvSpPr/>
          <p:nvPr/>
        </p:nvSpPr>
        <p:spPr>
          <a:xfrm>
            <a:off x="1633133" y="1379448"/>
            <a:ext cx="38580" cy="44769"/>
          </a:xfrm>
          <a:prstGeom prst="rect">
            <a:avLst/>
          </a:prstGeom>
          <a:solidFill>
            <a:srgbClr val="EFF2F4"/>
          </a:solidFill>
          <a:ln w="2092">
            <a:solidFill>
              <a:srgbClr val="C6D4E2"/>
            </a:solidFill>
            <a:prstDash val="solid"/>
          </a:ln>
        </p:spPr>
      </p:sp>
      <p:sp>
        <p:nvSpPr>
          <p:cNvPr id="192" name="Input snapshot 1: source 192"/>
          <p:cNvSpPr/>
          <p:nvPr/>
        </p:nvSpPr>
        <p:spPr>
          <a:xfrm>
            <a:off x="1143000" y="1423340"/>
            <a:ext cx="38580" cy="44769"/>
          </a:xfrm>
          <a:prstGeom prst="rect">
            <a:avLst/>
          </a:prstGeom>
          <a:solidFill>
            <a:srgbClr val="EFF2F4"/>
          </a:solidFill>
          <a:ln w="2092">
            <a:solidFill>
              <a:srgbClr val="C6D4E2"/>
            </a:solidFill>
            <a:prstDash val="solid"/>
          </a:ln>
        </p:spPr>
      </p:sp>
      <p:sp>
        <p:nvSpPr>
          <p:cNvPr id="193" name="Input snapshot 1: source 193"/>
          <p:cNvSpPr/>
          <p:nvPr/>
        </p:nvSpPr>
        <p:spPr>
          <a:xfrm>
            <a:off x="1180703" y="1423340"/>
            <a:ext cx="38580" cy="44769"/>
          </a:xfrm>
          <a:prstGeom prst="rect">
            <a:avLst/>
          </a:prstGeom>
          <a:solidFill>
            <a:srgbClr val="B7BEC5"/>
          </a:solidFill>
          <a:ln w="2092">
            <a:solidFill>
              <a:srgbClr val="C6D4E2"/>
            </a:solidFill>
            <a:prstDash val="solid"/>
          </a:ln>
        </p:spPr>
      </p:sp>
      <p:sp>
        <p:nvSpPr>
          <p:cNvPr id="194" name="Input snapshot 1: source 194"/>
          <p:cNvSpPr/>
          <p:nvPr/>
        </p:nvSpPr>
        <p:spPr>
          <a:xfrm>
            <a:off x="1218405" y="1423340"/>
            <a:ext cx="38580" cy="44769"/>
          </a:xfrm>
          <a:prstGeom prst="rect">
            <a:avLst/>
          </a:prstGeom>
          <a:solidFill>
            <a:srgbClr val="B7BEC5"/>
          </a:solidFill>
          <a:ln w="2092">
            <a:solidFill>
              <a:srgbClr val="C6D4E2"/>
            </a:solidFill>
            <a:prstDash val="solid"/>
          </a:ln>
        </p:spPr>
      </p:sp>
      <p:sp>
        <p:nvSpPr>
          <p:cNvPr id="195" name="Input snapshot 1: source 195"/>
          <p:cNvSpPr/>
          <p:nvPr/>
        </p:nvSpPr>
        <p:spPr>
          <a:xfrm>
            <a:off x="1256108" y="1423340"/>
            <a:ext cx="38580" cy="44769"/>
          </a:xfrm>
          <a:prstGeom prst="rect">
            <a:avLst/>
          </a:prstGeom>
          <a:solidFill>
            <a:srgbClr val="B7BEC5"/>
          </a:solidFill>
          <a:ln w="2092">
            <a:solidFill>
              <a:srgbClr val="C6D4E2"/>
            </a:solidFill>
            <a:prstDash val="solid"/>
          </a:ln>
        </p:spPr>
      </p:sp>
      <p:sp>
        <p:nvSpPr>
          <p:cNvPr id="196" name="Input snapshot 1: source 196"/>
          <p:cNvSpPr/>
          <p:nvPr/>
        </p:nvSpPr>
        <p:spPr>
          <a:xfrm>
            <a:off x="1293810" y="1423340"/>
            <a:ext cx="38580" cy="44769"/>
          </a:xfrm>
          <a:prstGeom prst="rect">
            <a:avLst/>
          </a:prstGeom>
          <a:solidFill>
            <a:srgbClr val="B7BEC5"/>
          </a:solidFill>
          <a:ln w="2092">
            <a:solidFill>
              <a:srgbClr val="C6D4E2"/>
            </a:solidFill>
            <a:prstDash val="solid"/>
          </a:ln>
        </p:spPr>
      </p:sp>
      <p:sp>
        <p:nvSpPr>
          <p:cNvPr id="197" name="Input snapshot 1: source 197"/>
          <p:cNvSpPr/>
          <p:nvPr/>
        </p:nvSpPr>
        <p:spPr>
          <a:xfrm>
            <a:off x="1331513" y="1423340"/>
            <a:ext cx="38580" cy="44769"/>
          </a:xfrm>
          <a:prstGeom prst="rect">
            <a:avLst/>
          </a:prstGeom>
          <a:solidFill>
            <a:srgbClr val="B7BEC5"/>
          </a:solidFill>
          <a:ln w="2092">
            <a:solidFill>
              <a:srgbClr val="C6D4E2"/>
            </a:solidFill>
            <a:prstDash val="solid"/>
          </a:ln>
        </p:spPr>
      </p:sp>
      <p:sp>
        <p:nvSpPr>
          <p:cNvPr id="198" name="Input snapshot 1: source 198"/>
          <p:cNvSpPr/>
          <p:nvPr/>
        </p:nvSpPr>
        <p:spPr>
          <a:xfrm>
            <a:off x="1369215" y="1423340"/>
            <a:ext cx="38580" cy="44769"/>
          </a:xfrm>
          <a:prstGeom prst="rect">
            <a:avLst/>
          </a:prstGeom>
          <a:solidFill>
            <a:srgbClr val="B7BEC5"/>
          </a:solidFill>
          <a:ln w="2092">
            <a:solidFill>
              <a:srgbClr val="C6D4E2"/>
            </a:solidFill>
            <a:prstDash val="solid"/>
          </a:ln>
        </p:spPr>
      </p:sp>
      <p:sp>
        <p:nvSpPr>
          <p:cNvPr id="199" name="Input snapshot 1: source 199"/>
          <p:cNvSpPr/>
          <p:nvPr/>
        </p:nvSpPr>
        <p:spPr>
          <a:xfrm>
            <a:off x="1406918" y="1423340"/>
            <a:ext cx="38580" cy="44769"/>
          </a:xfrm>
          <a:prstGeom prst="rect">
            <a:avLst/>
          </a:prstGeom>
          <a:solidFill>
            <a:srgbClr val="D55E00"/>
          </a:solidFill>
          <a:ln w="2092">
            <a:solidFill>
              <a:srgbClr val="C6D4E2"/>
            </a:solidFill>
            <a:prstDash val="solid"/>
          </a:ln>
        </p:spPr>
      </p:sp>
      <p:sp>
        <p:nvSpPr>
          <p:cNvPr id="200" name="Input snapshot 1: source 200"/>
          <p:cNvSpPr/>
          <p:nvPr/>
        </p:nvSpPr>
        <p:spPr>
          <a:xfrm>
            <a:off x="1444620" y="1423340"/>
            <a:ext cx="38580" cy="44769"/>
          </a:xfrm>
          <a:prstGeom prst="rect">
            <a:avLst/>
          </a:prstGeom>
          <a:solidFill>
            <a:srgbClr val="D55E00"/>
          </a:solidFill>
          <a:ln w="2092">
            <a:solidFill>
              <a:srgbClr val="C6D4E2"/>
            </a:solidFill>
            <a:prstDash val="solid"/>
          </a:ln>
        </p:spPr>
      </p:sp>
      <p:sp>
        <p:nvSpPr>
          <p:cNvPr id="201" name="Input snapshot 1: source 201"/>
          <p:cNvSpPr/>
          <p:nvPr/>
        </p:nvSpPr>
        <p:spPr>
          <a:xfrm>
            <a:off x="1482323" y="1423340"/>
            <a:ext cx="38580" cy="44769"/>
          </a:xfrm>
          <a:prstGeom prst="rect">
            <a:avLst/>
          </a:prstGeom>
          <a:solidFill>
            <a:srgbClr val="D55E00"/>
          </a:solidFill>
          <a:ln w="2092">
            <a:solidFill>
              <a:srgbClr val="C6D4E2"/>
            </a:solidFill>
            <a:prstDash val="solid"/>
          </a:ln>
        </p:spPr>
      </p:sp>
      <p:sp>
        <p:nvSpPr>
          <p:cNvPr id="202" name="Input snapshot 1: source 202"/>
          <p:cNvSpPr/>
          <p:nvPr/>
        </p:nvSpPr>
        <p:spPr>
          <a:xfrm>
            <a:off x="1520026" y="1423340"/>
            <a:ext cx="38580" cy="44769"/>
          </a:xfrm>
          <a:prstGeom prst="rect">
            <a:avLst/>
          </a:prstGeom>
          <a:solidFill>
            <a:srgbClr val="B7BEC5"/>
          </a:solidFill>
          <a:ln w="2092">
            <a:solidFill>
              <a:srgbClr val="C6D4E2"/>
            </a:solidFill>
            <a:prstDash val="solid"/>
          </a:ln>
        </p:spPr>
      </p:sp>
      <p:sp>
        <p:nvSpPr>
          <p:cNvPr id="203" name="Input snapshot 1: source 203"/>
          <p:cNvSpPr/>
          <p:nvPr/>
        </p:nvSpPr>
        <p:spPr>
          <a:xfrm>
            <a:off x="1557728" y="1423340"/>
            <a:ext cx="38580" cy="44769"/>
          </a:xfrm>
          <a:prstGeom prst="rect">
            <a:avLst/>
          </a:prstGeom>
          <a:solidFill>
            <a:srgbClr val="EFF2F4"/>
          </a:solidFill>
          <a:ln w="2092">
            <a:solidFill>
              <a:srgbClr val="C6D4E2"/>
            </a:solidFill>
            <a:prstDash val="solid"/>
          </a:ln>
        </p:spPr>
      </p:sp>
      <p:sp>
        <p:nvSpPr>
          <p:cNvPr id="204" name="Input snapshot 1: source 204"/>
          <p:cNvSpPr/>
          <p:nvPr/>
        </p:nvSpPr>
        <p:spPr>
          <a:xfrm>
            <a:off x="1595431" y="1423340"/>
            <a:ext cx="38580" cy="44769"/>
          </a:xfrm>
          <a:prstGeom prst="rect">
            <a:avLst/>
          </a:prstGeom>
          <a:solidFill>
            <a:srgbClr val="EFF2F4"/>
          </a:solidFill>
          <a:ln w="2092">
            <a:solidFill>
              <a:srgbClr val="C6D4E2"/>
            </a:solidFill>
            <a:prstDash val="solid"/>
          </a:ln>
        </p:spPr>
      </p:sp>
      <p:sp>
        <p:nvSpPr>
          <p:cNvPr id="205" name="Input snapshot 1: source 205"/>
          <p:cNvSpPr/>
          <p:nvPr/>
        </p:nvSpPr>
        <p:spPr>
          <a:xfrm>
            <a:off x="1633133" y="1423340"/>
            <a:ext cx="38580" cy="44769"/>
          </a:xfrm>
          <a:prstGeom prst="rect">
            <a:avLst/>
          </a:prstGeom>
          <a:solidFill>
            <a:srgbClr val="EFF2F4"/>
          </a:solidFill>
          <a:ln w="2092">
            <a:solidFill>
              <a:srgbClr val="C6D4E2"/>
            </a:solidFill>
            <a:prstDash val="solid"/>
          </a:ln>
        </p:spPr>
      </p:sp>
      <p:sp>
        <p:nvSpPr>
          <p:cNvPr id="206" name="Input snapshot 1: source 206"/>
          <p:cNvSpPr/>
          <p:nvPr/>
        </p:nvSpPr>
        <p:spPr>
          <a:xfrm>
            <a:off x="1143000" y="1467231"/>
            <a:ext cx="38580" cy="44769"/>
          </a:xfrm>
          <a:prstGeom prst="rect">
            <a:avLst/>
          </a:prstGeom>
          <a:solidFill>
            <a:srgbClr val="EFF2F4"/>
          </a:solidFill>
          <a:ln w="2092">
            <a:solidFill>
              <a:srgbClr val="C6D4E2"/>
            </a:solidFill>
            <a:prstDash val="solid"/>
          </a:ln>
        </p:spPr>
      </p:sp>
      <p:sp>
        <p:nvSpPr>
          <p:cNvPr id="207" name="Input snapshot 1: source 207"/>
          <p:cNvSpPr/>
          <p:nvPr/>
        </p:nvSpPr>
        <p:spPr>
          <a:xfrm>
            <a:off x="1180703" y="1467231"/>
            <a:ext cx="38580" cy="44769"/>
          </a:xfrm>
          <a:prstGeom prst="rect">
            <a:avLst/>
          </a:prstGeom>
          <a:solidFill>
            <a:srgbClr val="B7BEC5"/>
          </a:solidFill>
          <a:ln w="2092">
            <a:solidFill>
              <a:srgbClr val="C6D4E2"/>
            </a:solidFill>
            <a:prstDash val="solid"/>
          </a:ln>
        </p:spPr>
      </p:sp>
      <p:sp>
        <p:nvSpPr>
          <p:cNvPr id="208" name="Input snapshot 1: source 208"/>
          <p:cNvSpPr/>
          <p:nvPr/>
        </p:nvSpPr>
        <p:spPr>
          <a:xfrm>
            <a:off x="1218405" y="1467231"/>
            <a:ext cx="38580" cy="44769"/>
          </a:xfrm>
          <a:prstGeom prst="rect">
            <a:avLst/>
          </a:prstGeom>
          <a:solidFill>
            <a:srgbClr val="B7BEC5"/>
          </a:solidFill>
          <a:ln w="2092">
            <a:solidFill>
              <a:srgbClr val="C6D4E2"/>
            </a:solidFill>
            <a:prstDash val="solid"/>
          </a:ln>
        </p:spPr>
      </p:sp>
      <p:sp>
        <p:nvSpPr>
          <p:cNvPr id="209" name="Input snapshot 1: source 209"/>
          <p:cNvSpPr/>
          <p:nvPr/>
        </p:nvSpPr>
        <p:spPr>
          <a:xfrm>
            <a:off x="1256108" y="1467231"/>
            <a:ext cx="38580" cy="44769"/>
          </a:xfrm>
          <a:prstGeom prst="rect">
            <a:avLst/>
          </a:prstGeom>
          <a:solidFill>
            <a:srgbClr val="B7BEC5"/>
          </a:solidFill>
          <a:ln w="2092">
            <a:solidFill>
              <a:srgbClr val="C6D4E2"/>
            </a:solidFill>
            <a:prstDash val="solid"/>
          </a:ln>
        </p:spPr>
      </p:sp>
      <p:sp>
        <p:nvSpPr>
          <p:cNvPr id="210" name="Input snapshot 1: source 210"/>
          <p:cNvSpPr/>
          <p:nvPr/>
        </p:nvSpPr>
        <p:spPr>
          <a:xfrm>
            <a:off x="1293810" y="1467231"/>
            <a:ext cx="38580" cy="44769"/>
          </a:xfrm>
          <a:prstGeom prst="rect">
            <a:avLst/>
          </a:prstGeom>
          <a:solidFill>
            <a:srgbClr val="B7BEC5"/>
          </a:solidFill>
          <a:ln w="2092">
            <a:solidFill>
              <a:srgbClr val="C6D4E2"/>
            </a:solidFill>
            <a:prstDash val="solid"/>
          </a:ln>
        </p:spPr>
      </p:sp>
      <p:sp>
        <p:nvSpPr>
          <p:cNvPr id="211" name="Input snapshot 1: source 211"/>
          <p:cNvSpPr/>
          <p:nvPr/>
        </p:nvSpPr>
        <p:spPr>
          <a:xfrm>
            <a:off x="1331513" y="1467231"/>
            <a:ext cx="38580" cy="44769"/>
          </a:xfrm>
          <a:prstGeom prst="rect">
            <a:avLst/>
          </a:prstGeom>
          <a:solidFill>
            <a:srgbClr val="B7BEC5"/>
          </a:solidFill>
          <a:ln w="2092">
            <a:solidFill>
              <a:srgbClr val="C6D4E2"/>
            </a:solidFill>
            <a:prstDash val="solid"/>
          </a:ln>
        </p:spPr>
      </p:sp>
      <p:sp>
        <p:nvSpPr>
          <p:cNvPr id="212" name="Input snapshot 1: source 212"/>
          <p:cNvSpPr/>
          <p:nvPr/>
        </p:nvSpPr>
        <p:spPr>
          <a:xfrm>
            <a:off x="1369215" y="1467231"/>
            <a:ext cx="38580" cy="44769"/>
          </a:xfrm>
          <a:prstGeom prst="rect">
            <a:avLst/>
          </a:prstGeom>
          <a:solidFill>
            <a:srgbClr val="B7BEC5"/>
          </a:solidFill>
          <a:ln w="2092">
            <a:solidFill>
              <a:srgbClr val="C6D4E2"/>
            </a:solidFill>
            <a:prstDash val="solid"/>
          </a:ln>
        </p:spPr>
      </p:sp>
      <p:sp>
        <p:nvSpPr>
          <p:cNvPr id="213" name="Input snapshot 1: source 213"/>
          <p:cNvSpPr/>
          <p:nvPr/>
        </p:nvSpPr>
        <p:spPr>
          <a:xfrm>
            <a:off x="1406918" y="1467231"/>
            <a:ext cx="38580" cy="44769"/>
          </a:xfrm>
          <a:prstGeom prst="rect">
            <a:avLst/>
          </a:prstGeom>
          <a:solidFill>
            <a:srgbClr val="D55E00"/>
          </a:solidFill>
          <a:ln w="2092">
            <a:solidFill>
              <a:srgbClr val="C6D4E2"/>
            </a:solidFill>
            <a:prstDash val="solid"/>
          </a:ln>
        </p:spPr>
      </p:sp>
      <p:sp>
        <p:nvSpPr>
          <p:cNvPr id="214" name="Input snapshot 1: source 214"/>
          <p:cNvSpPr/>
          <p:nvPr/>
        </p:nvSpPr>
        <p:spPr>
          <a:xfrm>
            <a:off x="1444620" y="1467231"/>
            <a:ext cx="38580" cy="44769"/>
          </a:xfrm>
          <a:prstGeom prst="rect">
            <a:avLst/>
          </a:prstGeom>
          <a:solidFill>
            <a:srgbClr val="D55E00"/>
          </a:solidFill>
          <a:ln w="2092">
            <a:solidFill>
              <a:srgbClr val="C6D4E2"/>
            </a:solidFill>
            <a:prstDash val="solid"/>
          </a:ln>
        </p:spPr>
      </p:sp>
      <p:sp>
        <p:nvSpPr>
          <p:cNvPr id="215" name="Input snapshot 1: source 215"/>
          <p:cNvSpPr/>
          <p:nvPr/>
        </p:nvSpPr>
        <p:spPr>
          <a:xfrm>
            <a:off x="1482323" y="1467231"/>
            <a:ext cx="38580" cy="44769"/>
          </a:xfrm>
          <a:prstGeom prst="rect">
            <a:avLst/>
          </a:prstGeom>
          <a:solidFill>
            <a:srgbClr val="D55E00"/>
          </a:solidFill>
          <a:ln w="2092">
            <a:solidFill>
              <a:srgbClr val="C6D4E2"/>
            </a:solidFill>
            <a:prstDash val="solid"/>
          </a:ln>
        </p:spPr>
      </p:sp>
      <p:sp>
        <p:nvSpPr>
          <p:cNvPr id="216" name="Input snapshot 1: source 216"/>
          <p:cNvSpPr/>
          <p:nvPr/>
        </p:nvSpPr>
        <p:spPr>
          <a:xfrm>
            <a:off x="1520026" y="1467231"/>
            <a:ext cx="38580" cy="44769"/>
          </a:xfrm>
          <a:prstGeom prst="rect">
            <a:avLst/>
          </a:prstGeom>
          <a:solidFill>
            <a:srgbClr val="B7BEC5"/>
          </a:solidFill>
          <a:ln w="2092">
            <a:solidFill>
              <a:srgbClr val="C6D4E2"/>
            </a:solidFill>
            <a:prstDash val="solid"/>
          </a:ln>
        </p:spPr>
      </p:sp>
      <p:sp>
        <p:nvSpPr>
          <p:cNvPr id="217" name="Input snapshot 1: source 217"/>
          <p:cNvSpPr/>
          <p:nvPr/>
        </p:nvSpPr>
        <p:spPr>
          <a:xfrm>
            <a:off x="1557728" y="1467231"/>
            <a:ext cx="38580" cy="44769"/>
          </a:xfrm>
          <a:prstGeom prst="rect">
            <a:avLst/>
          </a:prstGeom>
          <a:solidFill>
            <a:srgbClr val="EFF2F4"/>
          </a:solidFill>
          <a:ln w="2092">
            <a:solidFill>
              <a:srgbClr val="C6D4E2"/>
            </a:solidFill>
            <a:prstDash val="solid"/>
          </a:ln>
        </p:spPr>
      </p:sp>
      <p:sp>
        <p:nvSpPr>
          <p:cNvPr id="218" name="Input snapshot 1: source 218"/>
          <p:cNvSpPr/>
          <p:nvPr/>
        </p:nvSpPr>
        <p:spPr>
          <a:xfrm>
            <a:off x="1595431" y="1467231"/>
            <a:ext cx="38580" cy="44769"/>
          </a:xfrm>
          <a:prstGeom prst="rect">
            <a:avLst/>
          </a:prstGeom>
          <a:solidFill>
            <a:srgbClr val="EFF2F4"/>
          </a:solidFill>
          <a:ln w="2092">
            <a:solidFill>
              <a:srgbClr val="C6D4E2"/>
            </a:solidFill>
            <a:prstDash val="solid"/>
          </a:ln>
        </p:spPr>
      </p:sp>
      <p:sp>
        <p:nvSpPr>
          <p:cNvPr id="219" name="Input snapshot 1: source 219"/>
          <p:cNvSpPr/>
          <p:nvPr/>
        </p:nvSpPr>
        <p:spPr>
          <a:xfrm>
            <a:off x="1633133" y="1467231"/>
            <a:ext cx="38580" cy="44769"/>
          </a:xfrm>
          <a:prstGeom prst="rect">
            <a:avLst/>
          </a:prstGeom>
          <a:solidFill>
            <a:srgbClr val="EFF2F4"/>
          </a:solidFill>
          <a:ln w="2092">
            <a:solidFill>
              <a:srgbClr val="C6D4E2"/>
            </a:solidFill>
            <a:prstDash val="solid"/>
          </a:ln>
        </p:spPr>
      </p:sp>
      <p:sp>
        <p:nvSpPr>
          <p:cNvPr id="220" name="Input snapshot 1: source 220"/>
          <p:cNvSpPr/>
          <p:nvPr/>
        </p:nvSpPr>
        <p:spPr>
          <a:xfrm>
            <a:off x="1143000" y="1511122"/>
            <a:ext cx="38580" cy="44769"/>
          </a:xfrm>
          <a:prstGeom prst="rect">
            <a:avLst/>
          </a:prstGeom>
          <a:solidFill>
            <a:srgbClr val="EFF2F4"/>
          </a:solidFill>
          <a:ln w="2092">
            <a:solidFill>
              <a:srgbClr val="C6D4E2"/>
            </a:solidFill>
            <a:prstDash val="solid"/>
          </a:ln>
        </p:spPr>
      </p:sp>
      <p:sp>
        <p:nvSpPr>
          <p:cNvPr id="221" name="Input snapshot 1: source 221"/>
          <p:cNvSpPr/>
          <p:nvPr/>
        </p:nvSpPr>
        <p:spPr>
          <a:xfrm>
            <a:off x="1180703" y="1511122"/>
            <a:ext cx="38580" cy="44769"/>
          </a:xfrm>
          <a:prstGeom prst="rect">
            <a:avLst/>
          </a:prstGeom>
          <a:solidFill>
            <a:srgbClr val="B7BEC5"/>
          </a:solidFill>
          <a:ln w="2092">
            <a:solidFill>
              <a:srgbClr val="C6D4E2"/>
            </a:solidFill>
            <a:prstDash val="solid"/>
          </a:ln>
        </p:spPr>
      </p:sp>
      <p:sp>
        <p:nvSpPr>
          <p:cNvPr id="222" name="Input snapshot 1: source 222"/>
          <p:cNvSpPr/>
          <p:nvPr/>
        </p:nvSpPr>
        <p:spPr>
          <a:xfrm>
            <a:off x="1218405" y="1511122"/>
            <a:ext cx="38580" cy="44769"/>
          </a:xfrm>
          <a:prstGeom prst="rect">
            <a:avLst/>
          </a:prstGeom>
          <a:solidFill>
            <a:srgbClr val="0072B2"/>
          </a:solidFill>
          <a:ln w="2092">
            <a:solidFill>
              <a:srgbClr val="C6D4E2"/>
            </a:solidFill>
            <a:prstDash val="solid"/>
          </a:ln>
        </p:spPr>
      </p:sp>
      <p:sp>
        <p:nvSpPr>
          <p:cNvPr id="223" name="Input snapshot 1: source 223"/>
          <p:cNvSpPr/>
          <p:nvPr/>
        </p:nvSpPr>
        <p:spPr>
          <a:xfrm>
            <a:off x="1256108" y="1511122"/>
            <a:ext cx="38580" cy="44769"/>
          </a:xfrm>
          <a:prstGeom prst="rect">
            <a:avLst/>
          </a:prstGeom>
          <a:solidFill>
            <a:srgbClr val="0072B2"/>
          </a:solidFill>
          <a:ln w="2092">
            <a:solidFill>
              <a:srgbClr val="C6D4E2"/>
            </a:solidFill>
            <a:prstDash val="solid"/>
          </a:ln>
        </p:spPr>
      </p:sp>
      <p:sp>
        <p:nvSpPr>
          <p:cNvPr id="224" name="Input snapshot 1: source 224"/>
          <p:cNvSpPr/>
          <p:nvPr/>
        </p:nvSpPr>
        <p:spPr>
          <a:xfrm>
            <a:off x="1293810" y="1511122"/>
            <a:ext cx="38580" cy="44769"/>
          </a:xfrm>
          <a:prstGeom prst="rect">
            <a:avLst/>
          </a:prstGeom>
          <a:solidFill>
            <a:srgbClr val="0072B2"/>
          </a:solidFill>
          <a:ln w="2092">
            <a:solidFill>
              <a:srgbClr val="C6D4E2"/>
            </a:solidFill>
            <a:prstDash val="solid"/>
          </a:ln>
        </p:spPr>
      </p:sp>
      <p:sp>
        <p:nvSpPr>
          <p:cNvPr id="225" name="Input snapshot 1: source 225"/>
          <p:cNvSpPr/>
          <p:nvPr/>
        </p:nvSpPr>
        <p:spPr>
          <a:xfrm>
            <a:off x="1331513" y="1511122"/>
            <a:ext cx="38580" cy="44769"/>
          </a:xfrm>
          <a:prstGeom prst="rect">
            <a:avLst/>
          </a:prstGeom>
          <a:solidFill>
            <a:srgbClr val="0072B2"/>
          </a:solidFill>
          <a:ln w="2092">
            <a:solidFill>
              <a:srgbClr val="C6D4E2"/>
            </a:solidFill>
            <a:prstDash val="solid"/>
          </a:ln>
        </p:spPr>
      </p:sp>
      <p:sp>
        <p:nvSpPr>
          <p:cNvPr id="226" name="Input snapshot 1: source 226"/>
          <p:cNvSpPr/>
          <p:nvPr/>
        </p:nvSpPr>
        <p:spPr>
          <a:xfrm>
            <a:off x="1369215" y="1511122"/>
            <a:ext cx="38580" cy="44769"/>
          </a:xfrm>
          <a:prstGeom prst="rect">
            <a:avLst/>
          </a:prstGeom>
          <a:solidFill>
            <a:srgbClr val="B7BEC5"/>
          </a:solidFill>
          <a:ln w="2092">
            <a:solidFill>
              <a:srgbClr val="C6D4E2"/>
            </a:solidFill>
            <a:prstDash val="solid"/>
          </a:ln>
        </p:spPr>
      </p:sp>
      <p:sp>
        <p:nvSpPr>
          <p:cNvPr id="227" name="Input snapshot 1: source 227"/>
          <p:cNvSpPr/>
          <p:nvPr/>
        </p:nvSpPr>
        <p:spPr>
          <a:xfrm>
            <a:off x="1406918" y="1511122"/>
            <a:ext cx="38580" cy="44769"/>
          </a:xfrm>
          <a:prstGeom prst="rect">
            <a:avLst/>
          </a:prstGeom>
          <a:solidFill>
            <a:srgbClr val="D55E00"/>
          </a:solidFill>
          <a:ln w="2092">
            <a:solidFill>
              <a:srgbClr val="C6D4E2"/>
            </a:solidFill>
            <a:prstDash val="solid"/>
          </a:ln>
        </p:spPr>
      </p:sp>
      <p:sp>
        <p:nvSpPr>
          <p:cNvPr id="228" name="Input snapshot 1: source 228"/>
          <p:cNvSpPr/>
          <p:nvPr/>
        </p:nvSpPr>
        <p:spPr>
          <a:xfrm>
            <a:off x="1444620" y="1511122"/>
            <a:ext cx="38580" cy="44769"/>
          </a:xfrm>
          <a:prstGeom prst="rect">
            <a:avLst/>
          </a:prstGeom>
          <a:solidFill>
            <a:srgbClr val="D55E00"/>
          </a:solidFill>
          <a:ln w="2092">
            <a:solidFill>
              <a:srgbClr val="C6D4E2"/>
            </a:solidFill>
            <a:prstDash val="solid"/>
          </a:ln>
        </p:spPr>
      </p:sp>
      <p:sp>
        <p:nvSpPr>
          <p:cNvPr id="229" name="Input snapshot 1: source 229"/>
          <p:cNvSpPr/>
          <p:nvPr/>
        </p:nvSpPr>
        <p:spPr>
          <a:xfrm>
            <a:off x="1482323" y="1511122"/>
            <a:ext cx="38580" cy="44769"/>
          </a:xfrm>
          <a:prstGeom prst="rect">
            <a:avLst/>
          </a:prstGeom>
          <a:solidFill>
            <a:srgbClr val="D55E00"/>
          </a:solidFill>
          <a:ln w="2092">
            <a:solidFill>
              <a:srgbClr val="C6D4E2"/>
            </a:solidFill>
            <a:prstDash val="solid"/>
          </a:ln>
        </p:spPr>
      </p:sp>
      <p:sp>
        <p:nvSpPr>
          <p:cNvPr id="230" name="Input snapshot 1: source 230"/>
          <p:cNvSpPr/>
          <p:nvPr/>
        </p:nvSpPr>
        <p:spPr>
          <a:xfrm>
            <a:off x="1520026" y="1511122"/>
            <a:ext cx="38580" cy="44769"/>
          </a:xfrm>
          <a:prstGeom prst="rect">
            <a:avLst/>
          </a:prstGeom>
          <a:solidFill>
            <a:srgbClr val="B7BEC5"/>
          </a:solidFill>
          <a:ln w="2092">
            <a:solidFill>
              <a:srgbClr val="C6D4E2"/>
            </a:solidFill>
            <a:prstDash val="solid"/>
          </a:ln>
        </p:spPr>
      </p:sp>
      <p:sp>
        <p:nvSpPr>
          <p:cNvPr id="231" name="Input snapshot 1: source 231"/>
          <p:cNvSpPr/>
          <p:nvPr/>
        </p:nvSpPr>
        <p:spPr>
          <a:xfrm>
            <a:off x="1557728" y="1511122"/>
            <a:ext cx="38580" cy="44769"/>
          </a:xfrm>
          <a:prstGeom prst="rect">
            <a:avLst/>
          </a:prstGeom>
          <a:solidFill>
            <a:srgbClr val="EFF2F4"/>
          </a:solidFill>
          <a:ln w="2092">
            <a:solidFill>
              <a:srgbClr val="C6D4E2"/>
            </a:solidFill>
            <a:prstDash val="solid"/>
          </a:ln>
        </p:spPr>
      </p:sp>
      <p:sp>
        <p:nvSpPr>
          <p:cNvPr id="232" name="Input snapshot 1: source 232"/>
          <p:cNvSpPr/>
          <p:nvPr/>
        </p:nvSpPr>
        <p:spPr>
          <a:xfrm>
            <a:off x="1595431" y="1511122"/>
            <a:ext cx="38580" cy="44769"/>
          </a:xfrm>
          <a:prstGeom prst="rect">
            <a:avLst/>
          </a:prstGeom>
          <a:solidFill>
            <a:srgbClr val="EFF2F4"/>
          </a:solidFill>
          <a:ln w="2092">
            <a:solidFill>
              <a:srgbClr val="C6D4E2"/>
            </a:solidFill>
            <a:prstDash val="solid"/>
          </a:ln>
        </p:spPr>
      </p:sp>
      <p:sp>
        <p:nvSpPr>
          <p:cNvPr id="233" name="Input snapshot 1: source 233"/>
          <p:cNvSpPr/>
          <p:nvPr/>
        </p:nvSpPr>
        <p:spPr>
          <a:xfrm>
            <a:off x="1633133" y="1511122"/>
            <a:ext cx="38580" cy="44769"/>
          </a:xfrm>
          <a:prstGeom prst="rect">
            <a:avLst/>
          </a:prstGeom>
          <a:solidFill>
            <a:srgbClr val="EFF2F4"/>
          </a:solidFill>
          <a:ln w="2092">
            <a:solidFill>
              <a:srgbClr val="C6D4E2"/>
            </a:solidFill>
            <a:prstDash val="solid"/>
          </a:ln>
        </p:spPr>
      </p:sp>
      <p:sp>
        <p:nvSpPr>
          <p:cNvPr id="234" name="Input snapshot 1: source 234"/>
          <p:cNvSpPr/>
          <p:nvPr/>
        </p:nvSpPr>
        <p:spPr>
          <a:xfrm>
            <a:off x="1143000" y="1555014"/>
            <a:ext cx="38580" cy="44769"/>
          </a:xfrm>
          <a:prstGeom prst="rect">
            <a:avLst/>
          </a:prstGeom>
          <a:solidFill>
            <a:srgbClr val="EFF2F4"/>
          </a:solidFill>
          <a:ln w="2092">
            <a:solidFill>
              <a:srgbClr val="C6D4E2"/>
            </a:solidFill>
            <a:prstDash val="solid"/>
          </a:ln>
        </p:spPr>
      </p:sp>
      <p:sp>
        <p:nvSpPr>
          <p:cNvPr id="235" name="Input snapshot 1: source 235"/>
          <p:cNvSpPr/>
          <p:nvPr/>
        </p:nvSpPr>
        <p:spPr>
          <a:xfrm>
            <a:off x="1180703" y="1555014"/>
            <a:ext cx="38580" cy="44769"/>
          </a:xfrm>
          <a:prstGeom prst="rect">
            <a:avLst/>
          </a:prstGeom>
          <a:solidFill>
            <a:srgbClr val="0072B2"/>
          </a:solidFill>
          <a:ln w="2092">
            <a:solidFill>
              <a:srgbClr val="C6D4E2"/>
            </a:solidFill>
            <a:prstDash val="solid"/>
          </a:ln>
        </p:spPr>
      </p:sp>
      <p:sp>
        <p:nvSpPr>
          <p:cNvPr id="236" name="Input snapshot 1: source 236"/>
          <p:cNvSpPr/>
          <p:nvPr/>
        </p:nvSpPr>
        <p:spPr>
          <a:xfrm>
            <a:off x="1218405" y="1555014"/>
            <a:ext cx="38580" cy="44769"/>
          </a:xfrm>
          <a:prstGeom prst="rect">
            <a:avLst/>
          </a:prstGeom>
          <a:solidFill>
            <a:srgbClr val="0072B2"/>
          </a:solidFill>
          <a:ln w="2092">
            <a:solidFill>
              <a:srgbClr val="C6D4E2"/>
            </a:solidFill>
            <a:prstDash val="solid"/>
          </a:ln>
        </p:spPr>
      </p:sp>
      <p:sp>
        <p:nvSpPr>
          <p:cNvPr id="237" name="Input snapshot 1: source 237"/>
          <p:cNvSpPr/>
          <p:nvPr/>
        </p:nvSpPr>
        <p:spPr>
          <a:xfrm>
            <a:off x="1256108" y="1555014"/>
            <a:ext cx="38580" cy="44769"/>
          </a:xfrm>
          <a:prstGeom prst="rect">
            <a:avLst/>
          </a:prstGeom>
          <a:solidFill>
            <a:srgbClr val="0072B2"/>
          </a:solidFill>
          <a:ln w="2092">
            <a:solidFill>
              <a:srgbClr val="C6D4E2"/>
            </a:solidFill>
            <a:prstDash val="solid"/>
          </a:ln>
        </p:spPr>
      </p:sp>
      <p:sp>
        <p:nvSpPr>
          <p:cNvPr id="238" name="Input snapshot 1: source 238"/>
          <p:cNvSpPr/>
          <p:nvPr/>
        </p:nvSpPr>
        <p:spPr>
          <a:xfrm>
            <a:off x="1293810" y="1555014"/>
            <a:ext cx="38580" cy="44769"/>
          </a:xfrm>
          <a:prstGeom prst="rect">
            <a:avLst/>
          </a:prstGeom>
          <a:solidFill>
            <a:srgbClr val="0072B2"/>
          </a:solidFill>
          <a:ln w="2092">
            <a:solidFill>
              <a:srgbClr val="C6D4E2"/>
            </a:solidFill>
            <a:prstDash val="solid"/>
          </a:ln>
        </p:spPr>
      </p:sp>
      <p:sp>
        <p:nvSpPr>
          <p:cNvPr id="239" name="Input snapshot 1: source 239"/>
          <p:cNvSpPr/>
          <p:nvPr/>
        </p:nvSpPr>
        <p:spPr>
          <a:xfrm>
            <a:off x="1331513" y="1555014"/>
            <a:ext cx="38580" cy="44769"/>
          </a:xfrm>
          <a:prstGeom prst="rect">
            <a:avLst/>
          </a:prstGeom>
          <a:solidFill>
            <a:srgbClr val="0072B2"/>
          </a:solidFill>
          <a:ln w="2092">
            <a:solidFill>
              <a:srgbClr val="C6D4E2"/>
            </a:solidFill>
            <a:prstDash val="solid"/>
          </a:ln>
        </p:spPr>
      </p:sp>
      <p:sp>
        <p:nvSpPr>
          <p:cNvPr id="240" name="Input snapshot 1: source 240"/>
          <p:cNvSpPr/>
          <p:nvPr/>
        </p:nvSpPr>
        <p:spPr>
          <a:xfrm>
            <a:off x="1369215" y="1555014"/>
            <a:ext cx="38580" cy="44769"/>
          </a:xfrm>
          <a:prstGeom prst="rect">
            <a:avLst/>
          </a:prstGeom>
          <a:solidFill>
            <a:srgbClr val="B7BEC5"/>
          </a:solidFill>
          <a:ln w="2092">
            <a:solidFill>
              <a:srgbClr val="C6D4E2"/>
            </a:solidFill>
            <a:prstDash val="solid"/>
          </a:ln>
        </p:spPr>
      </p:sp>
      <p:sp>
        <p:nvSpPr>
          <p:cNvPr id="241" name="Input snapshot 1: source 241"/>
          <p:cNvSpPr/>
          <p:nvPr/>
        </p:nvSpPr>
        <p:spPr>
          <a:xfrm>
            <a:off x="1406918" y="1555014"/>
            <a:ext cx="38580" cy="44769"/>
          </a:xfrm>
          <a:prstGeom prst="rect">
            <a:avLst/>
          </a:prstGeom>
          <a:solidFill>
            <a:srgbClr val="B7BEC5"/>
          </a:solidFill>
          <a:ln w="2092">
            <a:solidFill>
              <a:srgbClr val="C6D4E2"/>
            </a:solidFill>
            <a:prstDash val="solid"/>
          </a:ln>
        </p:spPr>
      </p:sp>
      <p:sp>
        <p:nvSpPr>
          <p:cNvPr id="242" name="Input snapshot 1: source 242"/>
          <p:cNvSpPr/>
          <p:nvPr/>
        </p:nvSpPr>
        <p:spPr>
          <a:xfrm>
            <a:off x="1444620" y="1555014"/>
            <a:ext cx="38580" cy="44769"/>
          </a:xfrm>
          <a:prstGeom prst="rect">
            <a:avLst/>
          </a:prstGeom>
          <a:solidFill>
            <a:srgbClr val="B7BEC5"/>
          </a:solidFill>
          <a:ln w="2092">
            <a:solidFill>
              <a:srgbClr val="C6D4E2"/>
            </a:solidFill>
            <a:prstDash val="solid"/>
          </a:ln>
        </p:spPr>
      </p:sp>
      <p:sp>
        <p:nvSpPr>
          <p:cNvPr id="243" name="Input snapshot 1: source 243"/>
          <p:cNvSpPr/>
          <p:nvPr/>
        </p:nvSpPr>
        <p:spPr>
          <a:xfrm>
            <a:off x="1482323" y="1555014"/>
            <a:ext cx="38580" cy="44769"/>
          </a:xfrm>
          <a:prstGeom prst="rect">
            <a:avLst/>
          </a:prstGeom>
          <a:solidFill>
            <a:srgbClr val="B7BEC5"/>
          </a:solidFill>
          <a:ln w="2092">
            <a:solidFill>
              <a:srgbClr val="C6D4E2"/>
            </a:solidFill>
            <a:prstDash val="solid"/>
          </a:ln>
        </p:spPr>
      </p:sp>
      <p:sp>
        <p:nvSpPr>
          <p:cNvPr id="244" name="Input snapshot 1: source 244"/>
          <p:cNvSpPr/>
          <p:nvPr/>
        </p:nvSpPr>
        <p:spPr>
          <a:xfrm>
            <a:off x="1520026" y="1555014"/>
            <a:ext cx="38580" cy="44769"/>
          </a:xfrm>
          <a:prstGeom prst="rect">
            <a:avLst/>
          </a:prstGeom>
          <a:solidFill>
            <a:srgbClr val="B7BEC5"/>
          </a:solidFill>
          <a:ln w="2092">
            <a:solidFill>
              <a:srgbClr val="C6D4E2"/>
            </a:solidFill>
            <a:prstDash val="solid"/>
          </a:ln>
        </p:spPr>
      </p:sp>
      <p:sp>
        <p:nvSpPr>
          <p:cNvPr id="245" name="Input snapshot 1: source 245"/>
          <p:cNvSpPr/>
          <p:nvPr/>
        </p:nvSpPr>
        <p:spPr>
          <a:xfrm>
            <a:off x="1557728" y="1555014"/>
            <a:ext cx="38580" cy="44769"/>
          </a:xfrm>
          <a:prstGeom prst="rect">
            <a:avLst/>
          </a:prstGeom>
          <a:solidFill>
            <a:srgbClr val="EFF2F4"/>
          </a:solidFill>
          <a:ln w="2092">
            <a:solidFill>
              <a:srgbClr val="C6D4E2"/>
            </a:solidFill>
            <a:prstDash val="solid"/>
          </a:ln>
        </p:spPr>
      </p:sp>
      <p:sp>
        <p:nvSpPr>
          <p:cNvPr id="246" name="Input snapshot 1: source 246"/>
          <p:cNvSpPr/>
          <p:nvPr/>
        </p:nvSpPr>
        <p:spPr>
          <a:xfrm>
            <a:off x="1595431" y="1555014"/>
            <a:ext cx="38580" cy="44769"/>
          </a:xfrm>
          <a:prstGeom prst="rect">
            <a:avLst/>
          </a:prstGeom>
          <a:solidFill>
            <a:srgbClr val="EFF2F4"/>
          </a:solidFill>
          <a:ln w="2092">
            <a:solidFill>
              <a:srgbClr val="C6D4E2"/>
            </a:solidFill>
            <a:prstDash val="solid"/>
          </a:ln>
        </p:spPr>
      </p:sp>
      <p:sp>
        <p:nvSpPr>
          <p:cNvPr id="247" name="Input snapshot 1: source 247"/>
          <p:cNvSpPr/>
          <p:nvPr/>
        </p:nvSpPr>
        <p:spPr>
          <a:xfrm>
            <a:off x="1633133" y="1555014"/>
            <a:ext cx="38580" cy="44769"/>
          </a:xfrm>
          <a:prstGeom prst="rect">
            <a:avLst/>
          </a:prstGeom>
          <a:solidFill>
            <a:srgbClr val="EFF2F4"/>
          </a:solidFill>
          <a:ln w="2092">
            <a:solidFill>
              <a:srgbClr val="C6D4E2"/>
            </a:solidFill>
            <a:prstDash val="solid"/>
          </a:ln>
        </p:spPr>
      </p:sp>
      <p:sp>
        <p:nvSpPr>
          <p:cNvPr id="248" name="Input snapshot 1: source 248"/>
          <p:cNvSpPr/>
          <p:nvPr/>
        </p:nvSpPr>
        <p:spPr>
          <a:xfrm>
            <a:off x="1143000" y="1598904"/>
            <a:ext cx="38580" cy="44769"/>
          </a:xfrm>
          <a:prstGeom prst="rect">
            <a:avLst/>
          </a:prstGeom>
          <a:solidFill>
            <a:srgbClr val="EFF2F4"/>
          </a:solidFill>
          <a:ln w="2092">
            <a:solidFill>
              <a:srgbClr val="C6D4E2"/>
            </a:solidFill>
            <a:prstDash val="solid"/>
          </a:ln>
        </p:spPr>
      </p:sp>
      <p:sp>
        <p:nvSpPr>
          <p:cNvPr id="249" name="Input snapshot 1: source 249"/>
          <p:cNvSpPr/>
          <p:nvPr/>
        </p:nvSpPr>
        <p:spPr>
          <a:xfrm>
            <a:off x="1180703" y="1598904"/>
            <a:ext cx="38580" cy="44769"/>
          </a:xfrm>
          <a:prstGeom prst="rect">
            <a:avLst/>
          </a:prstGeom>
          <a:solidFill>
            <a:srgbClr val="B7BEC5"/>
          </a:solidFill>
          <a:ln w="2092">
            <a:solidFill>
              <a:srgbClr val="C6D4E2"/>
            </a:solidFill>
            <a:prstDash val="solid"/>
          </a:ln>
        </p:spPr>
      </p:sp>
      <p:sp>
        <p:nvSpPr>
          <p:cNvPr id="250" name="Input snapshot 1: source 250"/>
          <p:cNvSpPr/>
          <p:nvPr/>
        </p:nvSpPr>
        <p:spPr>
          <a:xfrm>
            <a:off x="1218405" y="1598904"/>
            <a:ext cx="38580" cy="44769"/>
          </a:xfrm>
          <a:prstGeom prst="rect">
            <a:avLst/>
          </a:prstGeom>
          <a:solidFill>
            <a:srgbClr val="0072B2"/>
          </a:solidFill>
          <a:ln w="2092">
            <a:solidFill>
              <a:srgbClr val="C6D4E2"/>
            </a:solidFill>
            <a:prstDash val="solid"/>
          </a:ln>
        </p:spPr>
      </p:sp>
      <p:sp>
        <p:nvSpPr>
          <p:cNvPr id="251" name="Input snapshot 1: source 251"/>
          <p:cNvSpPr/>
          <p:nvPr/>
        </p:nvSpPr>
        <p:spPr>
          <a:xfrm>
            <a:off x="1256108" y="1598904"/>
            <a:ext cx="38580" cy="44769"/>
          </a:xfrm>
          <a:prstGeom prst="rect">
            <a:avLst/>
          </a:prstGeom>
          <a:solidFill>
            <a:srgbClr val="0072B2"/>
          </a:solidFill>
          <a:ln w="2092">
            <a:solidFill>
              <a:srgbClr val="C6D4E2"/>
            </a:solidFill>
            <a:prstDash val="solid"/>
          </a:ln>
        </p:spPr>
      </p:sp>
      <p:sp>
        <p:nvSpPr>
          <p:cNvPr id="252" name="Input snapshot 1: source 252"/>
          <p:cNvSpPr/>
          <p:nvPr/>
        </p:nvSpPr>
        <p:spPr>
          <a:xfrm>
            <a:off x="1293810" y="1598904"/>
            <a:ext cx="38580" cy="44769"/>
          </a:xfrm>
          <a:prstGeom prst="rect">
            <a:avLst/>
          </a:prstGeom>
          <a:solidFill>
            <a:srgbClr val="0072B2"/>
          </a:solidFill>
          <a:ln w="2092">
            <a:solidFill>
              <a:srgbClr val="C6D4E2"/>
            </a:solidFill>
            <a:prstDash val="solid"/>
          </a:ln>
        </p:spPr>
      </p:sp>
      <p:sp>
        <p:nvSpPr>
          <p:cNvPr id="253" name="Input snapshot 1: source 253"/>
          <p:cNvSpPr/>
          <p:nvPr/>
        </p:nvSpPr>
        <p:spPr>
          <a:xfrm>
            <a:off x="1331513" y="1598904"/>
            <a:ext cx="38580" cy="44769"/>
          </a:xfrm>
          <a:prstGeom prst="rect">
            <a:avLst/>
          </a:prstGeom>
          <a:solidFill>
            <a:srgbClr val="0072B2"/>
          </a:solidFill>
          <a:ln w="2092">
            <a:solidFill>
              <a:srgbClr val="C6D4E2"/>
            </a:solidFill>
            <a:prstDash val="solid"/>
          </a:ln>
        </p:spPr>
      </p:sp>
      <p:sp>
        <p:nvSpPr>
          <p:cNvPr id="254" name="Input snapshot 1: source 254"/>
          <p:cNvSpPr/>
          <p:nvPr/>
        </p:nvSpPr>
        <p:spPr>
          <a:xfrm>
            <a:off x="1369215" y="1598904"/>
            <a:ext cx="38580" cy="44769"/>
          </a:xfrm>
          <a:prstGeom prst="rect">
            <a:avLst/>
          </a:prstGeom>
          <a:solidFill>
            <a:srgbClr val="B7BEC5"/>
          </a:solidFill>
          <a:ln w="2092">
            <a:solidFill>
              <a:srgbClr val="C6D4E2"/>
            </a:solidFill>
            <a:prstDash val="solid"/>
          </a:ln>
        </p:spPr>
      </p:sp>
      <p:sp>
        <p:nvSpPr>
          <p:cNvPr id="255" name="Input snapshot 1: source 255"/>
          <p:cNvSpPr/>
          <p:nvPr/>
        </p:nvSpPr>
        <p:spPr>
          <a:xfrm>
            <a:off x="1406918" y="1598904"/>
            <a:ext cx="38580" cy="44769"/>
          </a:xfrm>
          <a:prstGeom prst="rect">
            <a:avLst/>
          </a:prstGeom>
          <a:solidFill>
            <a:srgbClr val="B7BEC5"/>
          </a:solidFill>
          <a:ln w="2092">
            <a:solidFill>
              <a:srgbClr val="C6D4E2"/>
            </a:solidFill>
            <a:prstDash val="solid"/>
          </a:ln>
        </p:spPr>
      </p:sp>
      <p:sp>
        <p:nvSpPr>
          <p:cNvPr id="256" name="Input snapshot 1: source 256"/>
          <p:cNvSpPr/>
          <p:nvPr/>
        </p:nvSpPr>
        <p:spPr>
          <a:xfrm>
            <a:off x="1444620" y="1598904"/>
            <a:ext cx="38580" cy="44769"/>
          </a:xfrm>
          <a:prstGeom prst="rect">
            <a:avLst/>
          </a:prstGeom>
          <a:solidFill>
            <a:srgbClr val="B7BEC5"/>
          </a:solidFill>
          <a:ln w="2092">
            <a:solidFill>
              <a:srgbClr val="C6D4E2"/>
            </a:solidFill>
            <a:prstDash val="solid"/>
          </a:ln>
        </p:spPr>
      </p:sp>
      <p:sp>
        <p:nvSpPr>
          <p:cNvPr id="257" name="Input snapshot 1: source 257"/>
          <p:cNvSpPr/>
          <p:nvPr/>
        </p:nvSpPr>
        <p:spPr>
          <a:xfrm>
            <a:off x="1482323" y="1598904"/>
            <a:ext cx="38580" cy="44769"/>
          </a:xfrm>
          <a:prstGeom prst="rect">
            <a:avLst/>
          </a:prstGeom>
          <a:solidFill>
            <a:srgbClr val="EFF2F4"/>
          </a:solidFill>
          <a:ln w="2092">
            <a:solidFill>
              <a:srgbClr val="C6D4E2"/>
            </a:solidFill>
            <a:prstDash val="solid"/>
          </a:ln>
        </p:spPr>
      </p:sp>
      <p:sp>
        <p:nvSpPr>
          <p:cNvPr id="258" name="Input snapshot 1: source 258"/>
          <p:cNvSpPr/>
          <p:nvPr/>
        </p:nvSpPr>
        <p:spPr>
          <a:xfrm>
            <a:off x="1520026" y="1598904"/>
            <a:ext cx="38580" cy="44769"/>
          </a:xfrm>
          <a:prstGeom prst="rect">
            <a:avLst/>
          </a:prstGeom>
          <a:solidFill>
            <a:srgbClr val="EFF2F4"/>
          </a:solidFill>
          <a:ln w="2092">
            <a:solidFill>
              <a:srgbClr val="C6D4E2"/>
            </a:solidFill>
            <a:prstDash val="solid"/>
          </a:ln>
        </p:spPr>
      </p:sp>
      <p:sp>
        <p:nvSpPr>
          <p:cNvPr id="259" name="Input snapshot 1: source 259"/>
          <p:cNvSpPr/>
          <p:nvPr/>
        </p:nvSpPr>
        <p:spPr>
          <a:xfrm>
            <a:off x="1557728" y="1598904"/>
            <a:ext cx="38580" cy="44769"/>
          </a:xfrm>
          <a:prstGeom prst="rect">
            <a:avLst/>
          </a:prstGeom>
          <a:solidFill>
            <a:srgbClr val="EFF2F4"/>
          </a:solidFill>
          <a:ln w="2092">
            <a:solidFill>
              <a:srgbClr val="C6D4E2"/>
            </a:solidFill>
            <a:prstDash val="solid"/>
          </a:ln>
        </p:spPr>
      </p:sp>
      <p:sp>
        <p:nvSpPr>
          <p:cNvPr id="260" name="Input snapshot 1: source 260"/>
          <p:cNvSpPr/>
          <p:nvPr/>
        </p:nvSpPr>
        <p:spPr>
          <a:xfrm>
            <a:off x="1595431" y="1598904"/>
            <a:ext cx="38580" cy="44769"/>
          </a:xfrm>
          <a:prstGeom prst="rect">
            <a:avLst/>
          </a:prstGeom>
          <a:solidFill>
            <a:srgbClr val="EFF2F4"/>
          </a:solidFill>
          <a:ln w="2092">
            <a:solidFill>
              <a:srgbClr val="C6D4E2"/>
            </a:solidFill>
            <a:prstDash val="solid"/>
          </a:ln>
        </p:spPr>
      </p:sp>
      <p:sp>
        <p:nvSpPr>
          <p:cNvPr id="261" name="Input snapshot 1: source 261"/>
          <p:cNvSpPr/>
          <p:nvPr/>
        </p:nvSpPr>
        <p:spPr>
          <a:xfrm>
            <a:off x="1633133" y="1598904"/>
            <a:ext cx="38580" cy="44769"/>
          </a:xfrm>
          <a:prstGeom prst="rect">
            <a:avLst/>
          </a:prstGeom>
          <a:solidFill>
            <a:srgbClr val="EFF2F4"/>
          </a:solidFill>
          <a:ln w="2092">
            <a:solidFill>
              <a:srgbClr val="C6D4E2"/>
            </a:solidFill>
            <a:prstDash val="solid"/>
          </a:ln>
        </p:spPr>
      </p:sp>
      <p:sp>
        <p:nvSpPr>
          <p:cNvPr id="262" name="Input snapshot 1: source 262"/>
          <p:cNvSpPr/>
          <p:nvPr/>
        </p:nvSpPr>
        <p:spPr>
          <a:xfrm>
            <a:off x="1143000" y="1247775"/>
            <a:ext cx="527836" cy="395021"/>
          </a:xfrm>
          <a:prstGeom prst="rect">
            <a:avLst/>
          </a:prstGeom>
          <a:solidFill>
            <a:srgbClr val="FFFFFF">
              <a:alpha val="0"/>
            </a:srgbClr>
          </a:solidFill>
          <a:ln w="4338">
            <a:solidFill>
              <a:srgbClr val="263238"/>
            </a:solidFill>
            <a:prstDash val="solid"/>
          </a:ln>
        </p:spPr>
      </p:sp>
      <p:sp>
        <p:nvSpPr>
          <p:cNvPr id="264" name="Input snapshot 2: source 264"/>
          <p:cNvSpPr/>
          <p:nvPr/>
        </p:nvSpPr>
        <p:spPr>
          <a:xfrm>
            <a:off x="1143000" y="1676400"/>
            <a:ext cx="38580" cy="44769"/>
          </a:xfrm>
          <a:prstGeom prst="rect">
            <a:avLst/>
          </a:prstGeom>
          <a:solidFill>
            <a:srgbClr val="EFF2F4"/>
          </a:solidFill>
          <a:ln w="2092">
            <a:solidFill>
              <a:srgbClr val="C6D4E2"/>
            </a:solidFill>
            <a:prstDash val="solid"/>
          </a:ln>
        </p:spPr>
      </p:sp>
      <p:sp>
        <p:nvSpPr>
          <p:cNvPr id="265" name="Input snapshot 2: source 265"/>
          <p:cNvSpPr/>
          <p:nvPr/>
        </p:nvSpPr>
        <p:spPr>
          <a:xfrm>
            <a:off x="1180703" y="1676400"/>
            <a:ext cx="38580" cy="44769"/>
          </a:xfrm>
          <a:prstGeom prst="rect">
            <a:avLst/>
          </a:prstGeom>
          <a:solidFill>
            <a:srgbClr val="EFF2F4"/>
          </a:solidFill>
          <a:ln w="2092">
            <a:solidFill>
              <a:srgbClr val="C6D4E2"/>
            </a:solidFill>
            <a:prstDash val="solid"/>
          </a:ln>
        </p:spPr>
      </p:sp>
      <p:sp>
        <p:nvSpPr>
          <p:cNvPr id="266" name="Input snapshot 2: source 266"/>
          <p:cNvSpPr/>
          <p:nvPr/>
        </p:nvSpPr>
        <p:spPr>
          <a:xfrm>
            <a:off x="1218405" y="1676400"/>
            <a:ext cx="38580" cy="44769"/>
          </a:xfrm>
          <a:prstGeom prst="rect">
            <a:avLst/>
          </a:prstGeom>
          <a:solidFill>
            <a:srgbClr val="EFF2F4"/>
          </a:solidFill>
          <a:ln w="2092">
            <a:solidFill>
              <a:srgbClr val="C6D4E2"/>
            </a:solidFill>
            <a:prstDash val="solid"/>
          </a:ln>
        </p:spPr>
      </p:sp>
      <p:sp>
        <p:nvSpPr>
          <p:cNvPr id="267" name="Input snapshot 2: source 267"/>
          <p:cNvSpPr/>
          <p:nvPr/>
        </p:nvSpPr>
        <p:spPr>
          <a:xfrm>
            <a:off x="1256108" y="1676400"/>
            <a:ext cx="38580" cy="44769"/>
          </a:xfrm>
          <a:prstGeom prst="rect">
            <a:avLst/>
          </a:prstGeom>
          <a:solidFill>
            <a:srgbClr val="EFF2F4"/>
          </a:solidFill>
          <a:ln w="2092">
            <a:solidFill>
              <a:srgbClr val="C6D4E2"/>
            </a:solidFill>
            <a:prstDash val="solid"/>
          </a:ln>
        </p:spPr>
      </p:sp>
      <p:sp>
        <p:nvSpPr>
          <p:cNvPr id="268" name="Input snapshot 2: source 268"/>
          <p:cNvSpPr/>
          <p:nvPr/>
        </p:nvSpPr>
        <p:spPr>
          <a:xfrm>
            <a:off x="1293810" y="1676400"/>
            <a:ext cx="38580" cy="44769"/>
          </a:xfrm>
          <a:prstGeom prst="rect">
            <a:avLst/>
          </a:prstGeom>
          <a:solidFill>
            <a:srgbClr val="EFF2F4"/>
          </a:solidFill>
          <a:ln w="2092">
            <a:solidFill>
              <a:srgbClr val="C6D4E2"/>
            </a:solidFill>
            <a:prstDash val="solid"/>
          </a:ln>
        </p:spPr>
      </p:sp>
      <p:sp>
        <p:nvSpPr>
          <p:cNvPr id="269" name="Input snapshot 2: source 269"/>
          <p:cNvSpPr/>
          <p:nvPr/>
        </p:nvSpPr>
        <p:spPr>
          <a:xfrm>
            <a:off x="1331513" y="1676400"/>
            <a:ext cx="38580" cy="44769"/>
          </a:xfrm>
          <a:prstGeom prst="rect">
            <a:avLst/>
          </a:prstGeom>
          <a:solidFill>
            <a:srgbClr val="EFF2F4"/>
          </a:solidFill>
          <a:ln w="2092">
            <a:solidFill>
              <a:srgbClr val="C6D4E2"/>
            </a:solidFill>
            <a:prstDash val="solid"/>
          </a:ln>
        </p:spPr>
      </p:sp>
      <p:sp>
        <p:nvSpPr>
          <p:cNvPr id="270" name="Input snapshot 2: source 270"/>
          <p:cNvSpPr/>
          <p:nvPr/>
        </p:nvSpPr>
        <p:spPr>
          <a:xfrm>
            <a:off x="1369215" y="1676400"/>
            <a:ext cx="38580" cy="44769"/>
          </a:xfrm>
          <a:prstGeom prst="rect">
            <a:avLst/>
          </a:prstGeom>
          <a:solidFill>
            <a:srgbClr val="EFF2F4"/>
          </a:solidFill>
          <a:ln w="2092">
            <a:solidFill>
              <a:srgbClr val="C6D4E2"/>
            </a:solidFill>
            <a:prstDash val="solid"/>
          </a:ln>
        </p:spPr>
      </p:sp>
      <p:sp>
        <p:nvSpPr>
          <p:cNvPr id="271" name="Input snapshot 2: source 271"/>
          <p:cNvSpPr/>
          <p:nvPr/>
        </p:nvSpPr>
        <p:spPr>
          <a:xfrm>
            <a:off x="1406918" y="1676400"/>
            <a:ext cx="38580" cy="44769"/>
          </a:xfrm>
          <a:prstGeom prst="rect">
            <a:avLst/>
          </a:prstGeom>
          <a:solidFill>
            <a:srgbClr val="EFF2F4"/>
          </a:solidFill>
          <a:ln w="2092">
            <a:solidFill>
              <a:srgbClr val="C6D4E2"/>
            </a:solidFill>
            <a:prstDash val="solid"/>
          </a:ln>
        </p:spPr>
      </p:sp>
      <p:sp>
        <p:nvSpPr>
          <p:cNvPr id="272" name="Input snapshot 2: source 272"/>
          <p:cNvSpPr/>
          <p:nvPr/>
        </p:nvSpPr>
        <p:spPr>
          <a:xfrm>
            <a:off x="1444620" y="1676400"/>
            <a:ext cx="38580" cy="44769"/>
          </a:xfrm>
          <a:prstGeom prst="rect">
            <a:avLst/>
          </a:prstGeom>
          <a:solidFill>
            <a:srgbClr val="EFF2F4"/>
          </a:solidFill>
          <a:ln w="2092">
            <a:solidFill>
              <a:srgbClr val="C6D4E2"/>
            </a:solidFill>
            <a:prstDash val="solid"/>
          </a:ln>
        </p:spPr>
      </p:sp>
      <p:sp>
        <p:nvSpPr>
          <p:cNvPr id="273" name="Input snapshot 2: source 273"/>
          <p:cNvSpPr/>
          <p:nvPr/>
        </p:nvSpPr>
        <p:spPr>
          <a:xfrm>
            <a:off x="1482323" y="1676400"/>
            <a:ext cx="38580" cy="44769"/>
          </a:xfrm>
          <a:prstGeom prst="rect">
            <a:avLst/>
          </a:prstGeom>
          <a:solidFill>
            <a:srgbClr val="EFF2F4"/>
          </a:solidFill>
          <a:ln w="2092">
            <a:solidFill>
              <a:srgbClr val="C6D4E2"/>
            </a:solidFill>
            <a:prstDash val="solid"/>
          </a:ln>
        </p:spPr>
      </p:sp>
      <p:sp>
        <p:nvSpPr>
          <p:cNvPr id="274" name="Input snapshot 2: source 274"/>
          <p:cNvSpPr/>
          <p:nvPr/>
        </p:nvSpPr>
        <p:spPr>
          <a:xfrm>
            <a:off x="1520026" y="1676400"/>
            <a:ext cx="38580" cy="44769"/>
          </a:xfrm>
          <a:prstGeom prst="rect">
            <a:avLst/>
          </a:prstGeom>
          <a:solidFill>
            <a:srgbClr val="EFF2F4"/>
          </a:solidFill>
          <a:ln w="2092">
            <a:solidFill>
              <a:srgbClr val="C6D4E2"/>
            </a:solidFill>
            <a:prstDash val="solid"/>
          </a:ln>
        </p:spPr>
      </p:sp>
      <p:sp>
        <p:nvSpPr>
          <p:cNvPr id="275" name="Input snapshot 2: source 275"/>
          <p:cNvSpPr/>
          <p:nvPr/>
        </p:nvSpPr>
        <p:spPr>
          <a:xfrm>
            <a:off x="1557728" y="1676400"/>
            <a:ext cx="38580" cy="44769"/>
          </a:xfrm>
          <a:prstGeom prst="rect">
            <a:avLst/>
          </a:prstGeom>
          <a:solidFill>
            <a:srgbClr val="009E73"/>
          </a:solidFill>
          <a:ln w="2092">
            <a:solidFill>
              <a:srgbClr val="C6D4E2"/>
            </a:solidFill>
            <a:prstDash val="solid"/>
          </a:ln>
        </p:spPr>
      </p:sp>
      <p:sp>
        <p:nvSpPr>
          <p:cNvPr id="276" name="Input snapshot 2: source 276"/>
          <p:cNvSpPr/>
          <p:nvPr/>
        </p:nvSpPr>
        <p:spPr>
          <a:xfrm>
            <a:off x="1595431" y="1676400"/>
            <a:ext cx="38580" cy="44769"/>
          </a:xfrm>
          <a:prstGeom prst="rect">
            <a:avLst/>
          </a:prstGeom>
          <a:solidFill>
            <a:srgbClr val="009E73"/>
          </a:solidFill>
          <a:ln w="2092">
            <a:solidFill>
              <a:srgbClr val="C6D4E2"/>
            </a:solidFill>
            <a:prstDash val="solid"/>
          </a:ln>
        </p:spPr>
      </p:sp>
      <p:sp>
        <p:nvSpPr>
          <p:cNvPr id="277" name="Input snapshot 2: source 277"/>
          <p:cNvSpPr/>
          <p:nvPr/>
        </p:nvSpPr>
        <p:spPr>
          <a:xfrm>
            <a:off x="1633133" y="1676400"/>
            <a:ext cx="38580" cy="44769"/>
          </a:xfrm>
          <a:prstGeom prst="rect">
            <a:avLst/>
          </a:prstGeom>
          <a:solidFill>
            <a:srgbClr val="009E73"/>
          </a:solidFill>
          <a:ln w="2092">
            <a:solidFill>
              <a:srgbClr val="C6D4E2"/>
            </a:solidFill>
            <a:prstDash val="solid"/>
          </a:ln>
        </p:spPr>
      </p:sp>
      <p:sp>
        <p:nvSpPr>
          <p:cNvPr id="278" name="Input snapshot 2: source 278"/>
          <p:cNvSpPr/>
          <p:nvPr/>
        </p:nvSpPr>
        <p:spPr>
          <a:xfrm>
            <a:off x="1143000" y="1720291"/>
            <a:ext cx="38580" cy="44769"/>
          </a:xfrm>
          <a:prstGeom prst="rect">
            <a:avLst/>
          </a:prstGeom>
          <a:solidFill>
            <a:srgbClr val="EFF2F4"/>
          </a:solidFill>
          <a:ln w="2092">
            <a:solidFill>
              <a:srgbClr val="C6D4E2"/>
            </a:solidFill>
            <a:prstDash val="solid"/>
          </a:ln>
        </p:spPr>
      </p:sp>
      <p:sp>
        <p:nvSpPr>
          <p:cNvPr id="279" name="Input snapshot 2: source 279"/>
          <p:cNvSpPr/>
          <p:nvPr/>
        </p:nvSpPr>
        <p:spPr>
          <a:xfrm>
            <a:off x="1180703" y="1720291"/>
            <a:ext cx="38580" cy="44769"/>
          </a:xfrm>
          <a:prstGeom prst="rect">
            <a:avLst/>
          </a:prstGeom>
          <a:solidFill>
            <a:srgbClr val="EFF2F4"/>
          </a:solidFill>
          <a:ln w="2092">
            <a:solidFill>
              <a:srgbClr val="C6D4E2"/>
            </a:solidFill>
            <a:prstDash val="solid"/>
          </a:ln>
        </p:spPr>
      </p:sp>
      <p:sp>
        <p:nvSpPr>
          <p:cNvPr id="280" name="Input snapshot 2: source 280"/>
          <p:cNvSpPr/>
          <p:nvPr/>
        </p:nvSpPr>
        <p:spPr>
          <a:xfrm>
            <a:off x="1218405" y="1720291"/>
            <a:ext cx="38580" cy="44769"/>
          </a:xfrm>
          <a:prstGeom prst="rect">
            <a:avLst/>
          </a:prstGeom>
          <a:solidFill>
            <a:srgbClr val="EFF2F4"/>
          </a:solidFill>
          <a:ln w="2092">
            <a:solidFill>
              <a:srgbClr val="C6D4E2"/>
            </a:solidFill>
            <a:prstDash val="solid"/>
          </a:ln>
        </p:spPr>
      </p:sp>
      <p:sp>
        <p:nvSpPr>
          <p:cNvPr id="281" name="Input snapshot 2: source 281"/>
          <p:cNvSpPr/>
          <p:nvPr/>
        </p:nvSpPr>
        <p:spPr>
          <a:xfrm>
            <a:off x="1256108" y="1720291"/>
            <a:ext cx="38580" cy="44769"/>
          </a:xfrm>
          <a:prstGeom prst="rect">
            <a:avLst/>
          </a:prstGeom>
          <a:solidFill>
            <a:srgbClr val="EFF2F4"/>
          </a:solidFill>
          <a:ln w="2092">
            <a:solidFill>
              <a:srgbClr val="C6D4E2"/>
            </a:solidFill>
            <a:prstDash val="solid"/>
          </a:ln>
        </p:spPr>
      </p:sp>
      <p:sp>
        <p:nvSpPr>
          <p:cNvPr id="282" name="Input snapshot 2: source 282"/>
          <p:cNvSpPr/>
          <p:nvPr/>
        </p:nvSpPr>
        <p:spPr>
          <a:xfrm>
            <a:off x="1293810" y="1720291"/>
            <a:ext cx="38580" cy="44769"/>
          </a:xfrm>
          <a:prstGeom prst="rect">
            <a:avLst/>
          </a:prstGeom>
          <a:solidFill>
            <a:srgbClr val="EFF2F4"/>
          </a:solidFill>
          <a:ln w="2092">
            <a:solidFill>
              <a:srgbClr val="C6D4E2"/>
            </a:solidFill>
            <a:prstDash val="solid"/>
          </a:ln>
        </p:spPr>
      </p:sp>
      <p:sp>
        <p:nvSpPr>
          <p:cNvPr id="283" name="Input snapshot 2: source 283"/>
          <p:cNvSpPr/>
          <p:nvPr/>
        </p:nvSpPr>
        <p:spPr>
          <a:xfrm>
            <a:off x="1331513" y="1720291"/>
            <a:ext cx="38580" cy="44769"/>
          </a:xfrm>
          <a:prstGeom prst="rect">
            <a:avLst/>
          </a:prstGeom>
          <a:solidFill>
            <a:srgbClr val="EFF2F4"/>
          </a:solidFill>
          <a:ln w="2092">
            <a:solidFill>
              <a:srgbClr val="C6D4E2"/>
            </a:solidFill>
            <a:prstDash val="solid"/>
          </a:ln>
        </p:spPr>
      </p:sp>
      <p:sp>
        <p:nvSpPr>
          <p:cNvPr id="284" name="Input snapshot 2: source 284"/>
          <p:cNvSpPr/>
          <p:nvPr/>
        </p:nvSpPr>
        <p:spPr>
          <a:xfrm>
            <a:off x="1369215" y="1720291"/>
            <a:ext cx="38580" cy="44769"/>
          </a:xfrm>
          <a:prstGeom prst="rect">
            <a:avLst/>
          </a:prstGeom>
          <a:solidFill>
            <a:srgbClr val="EFF2F4"/>
          </a:solidFill>
          <a:ln w="2092">
            <a:solidFill>
              <a:srgbClr val="C6D4E2"/>
            </a:solidFill>
            <a:prstDash val="solid"/>
          </a:ln>
        </p:spPr>
      </p:sp>
      <p:sp>
        <p:nvSpPr>
          <p:cNvPr id="285" name="Input snapshot 2: source 285"/>
          <p:cNvSpPr/>
          <p:nvPr/>
        </p:nvSpPr>
        <p:spPr>
          <a:xfrm>
            <a:off x="1406918" y="1720291"/>
            <a:ext cx="38580" cy="44769"/>
          </a:xfrm>
          <a:prstGeom prst="rect">
            <a:avLst/>
          </a:prstGeom>
          <a:solidFill>
            <a:srgbClr val="EFF2F4"/>
          </a:solidFill>
          <a:ln w="2092">
            <a:solidFill>
              <a:srgbClr val="C6D4E2"/>
            </a:solidFill>
            <a:prstDash val="solid"/>
          </a:ln>
        </p:spPr>
      </p:sp>
      <p:sp>
        <p:nvSpPr>
          <p:cNvPr id="286" name="Input snapshot 2: source 286"/>
          <p:cNvSpPr/>
          <p:nvPr/>
        </p:nvSpPr>
        <p:spPr>
          <a:xfrm>
            <a:off x="1444620" y="1720291"/>
            <a:ext cx="38580" cy="44769"/>
          </a:xfrm>
          <a:prstGeom prst="rect">
            <a:avLst/>
          </a:prstGeom>
          <a:solidFill>
            <a:srgbClr val="EFF2F4"/>
          </a:solidFill>
          <a:ln w="2092">
            <a:solidFill>
              <a:srgbClr val="C6D4E2"/>
            </a:solidFill>
            <a:prstDash val="solid"/>
          </a:ln>
        </p:spPr>
      </p:sp>
      <p:sp>
        <p:nvSpPr>
          <p:cNvPr id="287" name="Input snapshot 2: source 287"/>
          <p:cNvSpPr/>
          <p:nvPr/>
        </p:nvSpPr>
        <p:spPr>
          <a:xfrm>
            <a:off x="1482323" y="1720291"/>
            <a:ext cx="38580" cy="44769"/>
          </a:xfrm>
          <a:prstGeom prst="rect">
            <a:avLst/>
          </a:prstGeom>
          <a:solidFill>
            <a:srgbClr val="EFF2F4"/>
          </a:solidFill>
          <a:ln w="2092">
            <a:solidFill>
              <a:srgbClr val="C6D4E2"/>
            </a:solidFill>
            <a:prstDash val="solid"/>
          </a:ln>
        </p:spPr>
      </p:sp>
      <p:sp>
        <p:nvSpPr>
          <p:cNvPr id="288" name="Input snapshot 2: source 288"/>
          <p:cNvSpPr/>
          <p:nvPr/>
        </p:nvSpPr>
        <p:spPr>
          <a:xfrm>
            <a:off x="1520026" y="1720291"/>
            <a:ext cx="38580" cy="44769"/>
          </a:xfrm>
          <a:prstGeom prst="rect">
            <a:avLst/>
          </a:prstGeom>
          <a:solidFill>
            <a:srgbClr val="009E73"/>
          </a:solidFill>
          <a:ln w="2092">
            <a:solidFill>
              <a:srgbClr val="C6D4E2"/>
            </a:solidFill>
            <a:prstDash val="solid"/>
          </a:ln>
        </p:spPr>
      </p:sp>
      <p:sp>
        <p:nvSpPr>
          <p:cNvPr id="289" name="Input snapshot 2: source 289"/>
          <p:cNvSpPr/>
          <p:nvPr/>
        </p:nvSpPr>
        <p:spPr>
          <a:xfrm>
            <a:off x="1557728" y="1720291"/>
            <a:ext cx="38580" cy="44769"/>
          </a:xfrm>
          <a:prstGeom prst="rect">
            <a:avLst/>
          </a:prstGeom>
          <a:solidFill>
            <a:srgbClr val="009E73"/>
          </a:solidFill>
          <a:ln w="2092">
            <a:solidFill>
              <a:srgbClr val="C6D4E2"/>
            </a:solidFill>
            <a:prstDash val="solid"/>
          </a:ln>
        </p:spPr>
      </p:sp>
      <p:sp>
        <p:nvSpPr>
          <p:cNvPr id="290" name="Input snapshot 2: source 290"/>
          <p:cNvSpPr/>
          <p:nvPr/>
        </p:nvSpPr>
        <p:spPr>
          <a:xfrm>
            <a:off x="1595431" y="1720291"/>
            <a:ext cx="38580" cy="44769"/>
          </a:xfrm>
          <a:prstGeom prst="rect">
            <a:avLst/>
          </a:prstGeom>
          <a:solidFill>
            <a:srgbClr val="009E73"/>
          </a:solidFill>
          <a:ln w="2092">
            <a:solidFill>
              <a:srgbClr val="C6D4E2"/>
            </a:solidFill>
            <a:prstDash val="solid"/>
          </a:ln>
        </p:spPr>
      </p:sp>
      <p:sp>
        <p:nvSpPr>
          <p:cNvPr id="291" name="Input snapshot 2: source 291"/>
          <p:cNvSpPr/>
          <p:nvPr/>
        </p:nvSpPr>
        <p:spPr>
          <a:xfrm>
            <a:off x="1633133" y="1720291"/>
            <a:ext cx="38580" cy="44769"/>
          </a:xfrm>
          <a:prstGeom prst="rect">
            <a:avLst/>
          </a:prstGeom>
          <a:solidFill>
            <a:srgbClr val="009E73"/>
          </a:solidFill>
          <a:ln w="2092">
            <a:solidFill>
              <a:srgbClr val="C6D4E2"/>
            </a:solidFill>
            <a:prstDash val="solid"/>
          </a:ln>
        </p:spPr>
      </p:sp>
      <p:sp>
        <p:nvSpPr>
          <p:cNvPr id="292" name="Input snapshot 2: source 292"/>
          <p:cNvSpPr/>
          <p:nvPr/>
        </p:nvSpPr>
        <p:spPr>
          <a:xfrm>
            <a:off x="1143000" y="1764183"/>
            <a:ext cx="38580" cy="44769"/>
          </a:xfrm>
          <a:prstGeom prst="rect">
            <a:avLst/>
          </a:prstGeom>
          <a:solidFill>
            <a:srgbClr val="EFF2F4"/>
          </a:solidFill>
          <a:ln w="2092">
            <a:solidFill>
              <a:srgbClr val="C6D4E2"/>
            </a:solidFill>
            <a:prstDash val="solid"/>
          </a:ln>
        </p:spPr>
      </p:sp>
      <p:sp>
        <p:nvSpPr>
          <p:cNvPr id="293" name="Input snapshot 2: source 293"/>
          <p:cNvSpPr/>
          <p:nvPr/>
        </p:nvSpPr>
        <p:spPr>
          <a:xfrm>
            <a:off x="1180703" y="1764183"/>
            <a:ext cx="38580" cy="44769"/>
          </a:xfrm>
          <a:prstGeom prst="rect">
            <a:avLst/>
          </a:prstGeom>
          <a:solidFill>
            <a:srgbClr val="EFF2F4"/>
          </a:solidFill>
          <a:ln w="2092">
            <a:solidFill>
              <a:srgbClr val="C6D4E2"/>
            </a:solidFill>
            <a:prstDash val="solid"/>
          </a:ln>
        </p:spPr>
      </p:sp>
      <p:sp>
        <p:nvSpPr>
          <p:cNvPr id="294" name="Input snapshot 2: source 294"/>
          <p:cNvSpPr/>
          <p:nvPr/>
        </p:nvSpPr>
        <p:spPr>
          <a:xfrm>
            <a:off x="1218405" y="1764183"/>
            <a:ext cx="38580" cy="44769"/>
          </a:xfrm>
          <a:prstGeom prst="rect">
            <a:avLst/>
          </a:prstGeom>
          <a:solidFill>
            <a:srgbClr val="EFF2F4"/>
          </a:solidFill>
          <a:ln w="2092">
            <a:solidFill>
              <a:srgbClr val="C6D4E2"/>
            </a:solidFill>
            <a:prstDash val="solid"/>
          </a:ln>
        </p:spPr>
      </p:sp>
      <p:sp>
        <p:nvSpPr>
          <p:cNvPr id="295" name="Input snapshot 2: source 295"/>
          <p:cNvSpPr/>
          <p:nvPr/>
        </p:nvSpPr>
        <p:spPr>
          <a:xfrm>
            <a:off x="1256108" y="1764183"/>
            <a:ext cx="38580" cy="44769"/>
          </a:xfrm>
          <a:prstGeom prst="rect">
            <a:avLst/>
          </a:prstGeom>
          <a:solidFill>
            <a:srgbClr val="EFF2F4"/>
          </a:solidFill>
          <a:ln w="2092">
            <a:solidFill>
              <a:srgbClr val="C6D4E2"/>
            </a:solidFill>
            <a:prstDash val="solid"/>
          </a:ln>
        </p:spPr>
      </p:sp>
      <p:sp>
        <p:nvSpPr>
          <p:cNvPr id="296" name="Input snapshot 2: source 296"/>
          <p:cNvSpPr/>
          <p:nvPr/>
        </p:nvSpPr>
        <p:spPr>
          <a:xfrm>
            <a:off x="1293810" y="1764183"/>
            <a:ext cx="38580" cy="44769"/>
          </a:xfrm>
          <a:prstGeom prst="rect">
            <a:avLst/>
          </a:prstGeom>
          <a:solidFill>
            <a:srgbClr val="EFF2F4"/>
          </a:solidFill>
          <a:ln w="2092">
            <a:solidFill>
              <a:srgbClr val="C6D4E2"/>
            </a:solidFill>
            <a:prstDash val="solid"/>
          </a:ln>
        </p:spPr>
      </p:sp>
      <p:sp>
        <p:nvSpPr>
          <p:cNvPr id="297" name="Input snapshot 2: source 297"/>
          <p:cNvSpPr/>
          <p:nvPr/>
        </p:nvSpPr>
        <p:spPr>
          <a:xfrm>
            <a:off x="1331513" y="1764183"/>
            <a:ext cx="38580" cy="44769"/>
          </a:xfrm>
          <a:prstGeom prst="rect">
            <a:avLst/>
          </a:prstGeom>
          <a:solidFill>
            <a:srgbClr val="B7BEC5"/>
          </a:solidFill>
          <a:ln w="2092">
            <a:solidFill>
              <a:srgbClr val="C6D4E2"/>
            </a:solidFill>
            <a:prstDash val="solid"/>
          </a:ln>
        </p:spPr>
      </p:sp>
      <p:sp>
        <p:nvSpPr>
          <p:cNvPr id="298" name="Input snapshot 2: source 298"/>
          <p:cNvSpPr/>
          <p:nvPr/>
        </p:nvSpPr>
        <p:spPr>
          <a:xfrm>
            <a:off x="1369215" y="1764183"/>
            <a:ext cx="38580" cy="44769"/>
          </a:xfrm>
          <a:prstGeom prst="rect">
            <a:avLst/>
          </a:prstGeom>
          <a:solidFill>
            <a:srgbClr val="B7BEC5"/>
          </a:solidFill>
          <a:ln w="2092">
            <a:solidFill>
              <a:srgbClr val="C6D4E2"/>
            </a:solidFill>
            <a:prstDash val="solid"/>
          </a:ln>
        </p:spPr>
      </p:sp>
      <p:sp>
        <p:nvSpPr>
          <p:cNvPr id="299" name="Input snapshot 2: source 299"/>
          <p:cNvSpPr/>
          <p:nvPr/>
        </p:nvSpPr>
        <p:spPr>
          <a:xfrm>
            <a:off x="1406918" y="1764183"/>
            <a:ext cx="38580" cy="44769"/>
          </a:xfrm>
          <a:prstGeom prst="rect">
            <a:avLst/>
          </a:prstGeom>
          <a:solidFill>
            <a:srgbClr val="B7BEC5"/>
          </a:solidFill>
          <a:ln w="2092">
            <a:solidFill>
              <a:srgbClr val="C6D4E2"/>
            </a:solidFill>
            <a:prstDash val="solid"/>
          </a:ln>
        </p:spPr>
      </p:sp>
      <p:sp>
        <p:nvSpPr>
          <p:cNvPr id="300" name="Input snapshot 2: source 300"/>
          <p:cNvSpPr/>
          <p:nvPr/>
        </p:nvSpPr>
        <p:spPr>
          <a:xfrm>
            <a:off x="1444620" y="1764183"/>
            <a:ext cx="38580" cy="44769"/>
          </a:xfrm>
          <a:prstGeom prst="rect">
            <a:avLst/>
          </a:prstGeom>
          <a:solidFill>
            <a:srgbClr val="B7BEC5"/>
          </a:solidFill>
          <a:ln w="2092">
            <a:solidFill>
              <a:srgbClr val="C6D4E2"/>
            </a:solidFill>
            <a:prstDash val="solid"/>
          </a:ln>
        </p:spPr>
      </p:sp>
      <p:sp>
        <p:nvSpPr>
          <p:cNvPr id="301" name="Input snapshot 2: source 301"/>
          <p:cNvSpPr/>
          <p:nvPr/>
        </p:nvSpPr>
        <p:spPr>
          <a:xfrm>
            <a:off x="1482323" y="1764183"/>
            <a:ext cx="38580" cy="44769"/>
          </a:xfrm>
          <a:prstGeom prst="rect">
            <a:avLst/>
          </a:prstGeom>
          <a:solidFill>
            <a:srgbClr val="B7BEC5"/>
          </a:solidFill>
          <a:ln w="2092">
            <a:solidFill>
              <a:srgbClr val="C6D4E2"/>
            </a:solidFill>
            <a:prstDash val="solid"/>
          </a:ln>
        </p:spPr>
      </p:sp>
      <p:sp>
        <p:nvSpPr>
          <p:cNvPr id="302" name="Input snapshot 2: source 302"/>
          <p:cNvSpPr/>
          <p:nvPr/>
        </p:nvSpPr>
        <p:spPr>
          <a:xfrm>
            <a:off x="1520026" y="1764183"/>
            <a:ext cx="38580" cy="44769"/>
          </a:xfrm>
          <a:prstGeom prst="rect">
            <a:avLst/>
          </a:prstGeom>
          <a:solidFill>
            <a:srgbClr val="009E73"/>
          </a:solidFill>
          <a:ln w="2092">
            <a:solidFill>
              <a:srgbClr val="C6D4E2"/>
            </a:solidFill>
            <a:prstDash val="solid"/>
          </a:ln>
        </p:spPr>
      </p:sp>
      <p:sp>
        <p:nvSpPr>
          <p:cNvPr id="303" name="Input snapshot 2: source 303"/>
          <p:cNvSpPr/>
          <p:nvPr/>
        </p:nvSpPr>
        <p:spPr>
          <a:xfrm>
            <a:off x="1557728" y="1764183"/>
            <a:ext cx="38580" cy="44769"/>
          </a:xfrm>
          <a:prstGeom prst="rect">
            <a:avLst/>
          </a:prstGeom>
          <a:solidFill>
            <a:srgbClr val="009E73"/>
          </a:solidFill>
          <a:ln w="2092">
            <a:solidFill>
              <a:srgbClr val="C6D4E2"/>
            </a:solidFill>
            <a:prstDash val="solid"/>
          </a:ln>
        </p:spPr>
      </p:sp>
      <p:sp>
        <p:nvSpPr>
          <p:cNvPr id="304" name="Input snapshot 2: source 304"/>
          <p:cNvSpPr/>
          <p:nvPr/>
        </p:nvSpPr>
        <p:spPr>
          <a:xfrm>
            <a:off x="1595431" y="1764183"/>
            <a:ext cx="38580" cy="44769"/>
          </a:xfrm>
          <a:prstGeom prst="rect">
            <a:avLst/>
          </a:prstGeom>
          <a:solidFill>
            <a:srgbClr val="009E73"/>
          </a:solidFill>
          <a:ln w="2092">
            <a:solidFill>
              <a:srgbClr val="C6D4E2"/>
            </a:solidFill>
            <a:prstDash val="solid"/>
          </a:ln>
        </p:spPr>
      </p:sp>
      <p:sp>
        <p:nvSpPr>
          <p:cNvPr id="305" name="Input snapshot 2: source 305"/>
          <p:cNvSpPr/>
          <p:nvPr/>
        </p:nvSpPr>
        <p:spPr>
          <a:xfrm>
            <a:off x="1633133" y="1764183"/>
            <a:ext cx="38580" cy="44769"/>
          </a:xfrm>
          <a:prstGeom prst="rect">
            <a:avLst/>
          </a:prstGeom>
          <a:solidFill>
            <a:srgbClr val="009E73"/>
          </a:solidFill>
          <a:ln w="2092">
            <a:solidFill>
              <a:srgbClr val="C6D4E2"/>
            </a:solidFill>
            <a:prstDash val="solid"/>
          </a:ln>
        </p:spPr>
      </p:sp>
      <p:sp>
        <p:nvSpPr>
          <p:cNvPr id="306" name="Input snapshot 2: source 306"/>
          <p:cNvSpPr/>
          <p:nvPr/>
        </p:nvSpPr>
        <p:spPr>
          <a:xfrm>
            <a:off x="1143000" y="1808073"/>
            <a:ext cx="38580" cy="44769"/>
          </a:xfrm>
          <a:prstGeom prst="rect">
            <a:avLst/>
          </a:prstGeom>
          <a:solidFill>
            <a:srgbClr val="EFF2F4"/>
          </a:solidFill>
          <a:ln w="2092">
            <a:solidFill>
              <a:srgbClr val="C6D4E2"/>
            </a:solidFill>
            <a:prstDash val="solid"/>
          </a:ln>
        </p:spPr>
      </p:sp>
      <p:sp>
        <p:nvSpPr>
          <p:cNvPr id="307" name="Input snapshot 2: source 307"/>
          <p:cNvSpPr/>
          <p:nvPr/>
        </p:nvSpPr>
        <p:spPr>
          <a:xfrm>
            <a:off x="1180703" y="1808073"/>
            <a:ext cx="38580" cy="44769"/>
          </a:xfrm>
          <a:prstGeom prst="rect">
            <a:avLst/>
          </a:prstGeom>
          <a:solidFill>
            <a:srgbClr val="EFF2F4"/>
          </a:solidFill>
          <a:ln w="2092">
            <a:solidFill>
              <a:srgbClr val="C6D4E2"/>
            </a:solidFill>
            <a:prstDash val="solid"/>
          </a:ln>
        </p:spPr>
      </p:sp>
      <p:sp>
        <p:nvSpPr>
          <p:cNvPr id="308" name="Input snapshot 2: source 308"/>
          <p:cNvSpPr/>
          <p:nvPr/>
        </p:nvSpPr>
        <p:spPr>
          <a:xfrm>
            <a:off x="1218405" y="1808073"/>
            <a:ext cx="38580" cy="44769"/>
          </a:xfrm>
          <a:prstGeom prst="rect">
            <a:avLst/>
          </a:prstGeom>
          <a:solidFill>
            <a:srgbClr val="B7BEC5"/>
          </a:solidFill>
          <a:ln w="2092">
            <a:solidFill>
              <a:srgbClr val="C6D4E2"/>
            </a:solidFill>
            <a:prstDash val="solid"/>
          </a:ln>
        </p:spPr>
      </p:sp>
      <p:sp>
        <p:nvSpPr>
          <p:cNvPr id="309" name="Input snapshot 2: source 309"/>
          <p:cNvSpPr/>
          <p:nvPr/>
        </p:nvSpPr>
        <p:spPr>
          <a:xfrm>
            <a:off x="1256108" y="1808073"/>
            <a:ext cx="38580" cy="44769"/>
          </a:xfrm>
          <a:prstGeom prst="rect">
            <a:avLst/>
          </a:prstGeom>
          <a:solidFill>
            <a:srgbClr val="B7BEC5"/>
          </a:solidFill>
          <a:ln w="2092">
            <a:solidFill>
              <a:srgbClr val="C6D4E2"/>
            </a:solidFill>
            <a:prstDash val="solid"/>
          </a:ln>
        </p:spPr>
      </p:sp>
      <p:sp>
        <p:nvSpPr>
          <p:cNvPr id="310" name="Input snapshot 2: source 310"/>
          <p:cNvSpPr/>
          <p:nvPr/>
        </p:nvSpPr>
        <p:spPr>
          <a:xfrm>
            <a:off x="1293810" y="1808073"/>
            <a:ext cx="38580" cy="44769"/>
          </a:xfrm>
          <a:prstGeom prst="rect">
            <a:avLst/>
          </a:prstGeom>
          <a:solidFill>
            <a:srgbClr val="B7BEC5"/>
          </a:solidFill>
          <a:ln w="2092">
            <a:solidFill>
              <a:srgbClr val="C6D4E2"/>
            </a:solidFill>
            <a:prstDash val="solid"/>
          </a:ln>
        </p:spPr>
      </p:sp>
      <p:sp>
        <p:nvSpPr>
          <p:cNvPr id="311" name="Input snapshot 2: source 311"/>
          <p:cNvSpPr/>
          <p:nvPr/>
        </p:nvSpPr>
        <p:spPr>
          <a:xfrm>
            <a:off x="1331513" y="1808073"/>
            <a:ext cx="38580" cy="44769"/>
          </a:xfrm>
          <a:prstGeom prst="rect">
            <a:avLst/>
          </a:prstGeom>
          <a:solidFill>
            <a:srgbClr val="B7BEC5"/>
          </a:solidFill>
          <a:ln w="2092">
            <a:solidFill>
              <a:srgbClr val="C6D4E2"/>
            </a:solidFill>
            <a:prstDash val="solid"/>
          </a:ln>
        </p:spPr>
      </p:sp>
      <p:sp>
        <p:nvSpPr>
          <p:cNvPr id="312" name="Input snapshot 2: source 312"/>
          <p:cNvSpPr/>
          <p:nvPr/>
        </p:nvSpPr>
        <p:spPr>
          <a:xfrm>
            <a:off x="1369215" y="1808073"/>
            <a:ext cx="38580" cy="44769"/>
          </a:xfrm>
          <a:prstGeom prst="rect">
            <a:avLst/>
          </a:prstGeom>
          <a:solidFill>
            <a:srgbClr val="B7BEC5"/>
          </a:solidFill>
          <a:ln w="2092">
            <a:solidFill>
              <a:srgbClr val="C6D4E2"/>
            </a:solidFill>
            <a:prstDash val="solid"/>
          </a:ln>
        </p:spPr>
      </p:sp>
      <p:sp>
        <p:nvSpPr>
          <p:cNvPr id="313" name="Input snapshot 2: source 313"/>
          <p:cNvSpPr/>
          <p:nvPr/>
        </p:nvSpPr>
        <p:spPr>
          <a:xfrm>
            <a:off x="1406918" y="1808073"/>
            <a:ext cx="38580" cy="44769"/>
          </a:xfrm>
          <a:prstGeom prst="rect">
            <a:avLst/>
          </a:prstGeom>
          <a:solidFill>
            <a:srgbClr val="B7BEC5"/>
          </a:solidFill>
          <a:ln w="2092">
            <a:solidFill>
              <a:srgbClr val="C6D4E2"/>
            </a:solidFill>
            <a:prstDash val="solid"/>
          </a:ln>
        </p:spPr>
      </p:sp>
      <p:sp>
        <p:nvSpPr>
          <p:cNvPr id="314" name="Input snapshot 2: source 314"/>
          <p:cNvSpPr/>
          <p:nvPr/>
        </p:nvSpPr>
        <p:spPr>
          <a:xfrm>
            <a:off x="1444620" y="1808073"/>
            <a:ext cx="38580" cy="44769"/>
          </a:xfrm>
          <a:prstGeom prst="rect">
            <a:avLst/>
          </a:prstGeom>
          <a:solidFill>
            <a:srgbClr val="B7BEC5"/>
          </a:solidFill>
          <a:ln w="2092">
            <a:solidFill>
              <a:srgbClr val="C6D4E2"/>
            </a:solidFill>
            <a:prstDash val="solid"/>
          </a:ln>
        </p:spPr>
      </p:sp>
      <p:sp>
        <p:nvSpPr>
          <p:cNvPr id="315" name="Input snapshot 2: source 315"/>
          <p:cNvSpPr/>
          <p:nvPr/>
        </p:nvSpPr>
        <p:spPr>
          <a:xfrm>
            <a:off x="1482323" y="1808073"/>
            <a:ext cx="38580" cy="44769"/>
          </a:xfrm>
          <a:prstGeom prst="rect">
            <a:avLst/>
          </a:prstGeom>
          <a:solidFill>
            <a:srgbClr val="B7BEC5"/>
          </a:solidFill>
          <a:ln w="2092">
            <a:solidFill>
              <a:srgbClr val="C6D4E2"/>
            </a:solidFill>
            <a:prstDash val="solid"/>
          </a:ln>
        </p:spPr>
      </p:sp>
      <p:sp>
        <p:nvSpPr>
          <p:cNvPr id="316" name="Input snapshot 2: source 316"/>
          <p:cNvSpPr/>
          <p:nvPr/>
        </p:nvSpPr>
        <p:spPr>
          <a:xfrm>
            <a:off x="1520026" y="1808073"/>
            <a:ext cx="38580" cy="44769"/>
          </a:xfrm>
          <a:prstGeom prst="rect">
            <a:avLst/>
          </a:prstGeom>
          <a:solidFill>
            <a:srgbClr val="B7BEC5"/>
          </a:solidFill>
          <a:ln w="2092">
            <a:solidFill>
              <a:srgbClr val="C6D4E2"/>
            </a:solidFill>
            <a:prstDash val="solid"/>
          </a:ln>
        </p:spPr>
      </p:sp>
      <p:sp>
        <p:nvSpPr>
          <p:cNvPr id="317" name="Input snapshot 2: source 317"/>
          <p:cNvSpPr/>
          <p:nvPr/>
        </p:nvSpPr>
        <p:spPr>
          <a:xfrm>
            <a:off x="1557728" y="1808073"/>
            <a:ext cx="38580" cy="44769"/>
          </a:xfrm>
          <a:prstGeom prst="rect">
            <a:avLst/>
          </a:prstGeom>
          <a:solidFill>
            <a:srgbClr val="EFF2F4"/>
          </a:solidFill>
          <a:ln w="2092">
            <a:solidFill>
              <a:srgbClr val="C6D4E2"/>
            </a:solidFill>
            <a:prstDash val="solid"/>
          </a:ln>
        </p:spPr>
      </p:sp>
      <p:sp>
        <p:nvSpPr>
          <p:cNvPr id="318" name="Input snapshot 2: source 318"/>
          <p:cNvSpPr/>
          <p:nvPr/>
        </p:nvSpPr>
        <p:spPr>
          <a:xfrm>
            <a:off x="1595431" y="1808073"/>
            <a:ext cx="38580" cy="44769"/>
          </a:xfrm>
          <a:prstGeom prst="rect">
            <a:avLst/>
          </a:prstGeom>
          <a:solidFill>
            <a:srgbClr val="EFF2F4"/>
          </a:solidFill>
          <a:ln w="2092">
            <a:solidFill>
              <a:srgbClr val="C6D4E2"/>
            </a:solidFill>
            <a:prstDash val="solid"/>
          </a:ln>
        </p:spPr>
      </p:sp>
      <p:sp>
        <p:nvSpPr>
          <p:cNvPr id="319" name="Input snapshot 2: source 319"/>
          <p:cNvSpPr/>
          <p:nvPr/>
        </p:nvSpPr>
        <p:spPr>
          <a:xfrm>
            <a:off x="1633133" y="1808073"/>
            <a:ext cx="38580" cy="44769"/>
          </a:xfrm>
          <a:prstGeom prst="rect">
            <a:avLst/>
          </a:prstGeom>
          <a:solidFill>
            <a:srgbClr val="EFF2F4"/>
          </a:solidFill>
          <a:ln w="2092">
            <a:solidFill>
              <a:srgbClr val="C6D4E2"/>
            </a:solidFill>
            <a:prstDash val="solid"/>
          </a:ln>
        </p:spPr>
      </p:sp>
      <p:sp>
        <p:nvSpPr>
          <p:cNvPr id="320" name="Input snapshot 2: source 320"/>
          <p:cNvSpPr/>
          <p:nvPr/>
        </p:nvSpPr>
        <p:spPr>
          <a:xfrm>
            <a:off x="1143000" y="1851965"/>
            <a:ext cx="38580" cy="44769"/>
          </a:xfrm>
          <a:prstGeom prst="rect">
            <a:avLst/>
          </a:prstGeom>
          <a:solidFill>
            <a:srgbClr val="EFF2F4"/>
          </a:solidFill>
          <a:ln w="2092">
            <a:solidFill>
              <a:srgbClr val="C6D4E2"/>
            </a:solidFill>
            <a:prstDash val="solid"/>
          </a:ln>
        </p:spPr>
      </p:sp>
      <p:sp>
        <p:nvSpPr>
          <p:cNvPr id="321" name="Input snapshot 2: source 321"/>
          <p:cNvSpPr/>
          <p:nvPr/>
        </p:nvSpPr>
        <p:spPr>
          <a:xfrm>
            <a:off x="1180703" y="1851965"/>
            <a:ext cx="38580" cy="44769"/>
          </a:xfrm>
          <a:prstGeom prst="rect">
            <a:avLst/>
          </a:prstGeom>
          <a:solidFill>
            <a:srgbClr val="B7BEC5"/>
          </a:solidFill>
          <a:ln w="2092">
            <a:solidFill>
              <a:srgbClr val="C6D4E2"/>
            </a:solidFill>
            <a:prstDash val="solid"/>
          </a:ln>
        </p:spPr>
      </p:sp>
      <p:sp>
        <p:nvSpPr>
          <p:cNvPr id="322" name="Input snapshot 2: source 322"/>
          <p:cNvSpPr/>
          <p:nvPr/>
        </p:nvSpPr>
        <p:spPr>
          <a:xfrm>
            <a:off x="1218405" y="1851965"/>
            <a:ext cx="38580" cy="44769"/>
          </a:xfrm>
          <a:prstGeom prst="rect">
            <a:avLst/>
          </a:prstGeom>
          <a:solidFill>
            <a:srgbClr val="B7BEC5"/>
          </a:solidFill>
          <a:ln w="2092">
            <a:solidFill>
              <a:srgbClr val="C6D4E2"/>
            </a:solidFill>
            <a:prstDash val="solid"/>
          </a:ln>
        </p:spPr>
      </p:sp>
      <p:sp>
        <p:nvSpPr>
          <p:cNvPr id="323" name="Input snapshot 2: source 323"/>
          <p:cNvSpPr/>
          <p:nvPr/>
        </p:nvSpPr>
        <p:spPr>
          <a:xfrm>
            <a:off x="1256108" y="1851965"/>
            <a:ext cx="38580" cy="44769"/>
          </a:xfrm>
          <a:prstGeom prst="rect">
            <a:avLst/>
          </a:prstGeom>
          <a:solidFill>
            <a:srgbClr val="B7BEC5"/>
          </a:solidFill>
          <a:ln w="2092">
            <a:solidFill>
              <a:srgbClr val="C6D4E2"/>
            </a:solidFill>
            <a:prstDash val="solid"/>
          </a:ln>
        </p:spPr>
      </p:sp>
      <p:sp>
        <p:nvSpPr>
          <p:cNvPr id="324" name="Input snapshot 2: source 324"/>
          <p:cNvSpPr/>
          <p:nvPr/>
        </p:nvSpPr>
        <p:spPr>
          <a:xfrm>
            <a:off x="1293810" y="1851965"/>
            <a:ext cx="38580" cy="44769"/>
          </a:xfrm>
          <a:prstGeom prst="rect">
            <a:avLst/>
          </a:prstGeom>
          <a:solidFill>
            <a:srgbClr val="B7BEC5"/>
          </a:solidFill>
          <a:ln w="2092">
            <a:solidFill>
              <a:srgbClr val="C6D4E2"/>
            </a:solidFill>
            <a:prstDash val="solid"/>
          </a:ln>
        </p:spPr>
      </p:sp>
      <p:sp>
        <p:nvSpPr>
          <p:cNvPr id="325" name="Input snapshot 2: source 325"/>
          <p:cNvSpPr/>
          <p:nvPr/>
        </p:nvSpPr>
        <p:spPr>
          <a:xfrm>
            <a:off x="1331513" y="1851965"/>
            <a:ext cx="38580" cy="44769"/>
          </a:xfrm>
          <a:prstGeom prst="rect">
            <a:avLst/>
          </a:prstGeom>
          <a:solidFill>
            <a:srgbClr val="B7BEC5"/>
          </a:solidFill>
          <a:ln w="2092">
            <a:solidFill>
              <a:srgbClr val="C6D4E2"/>
            </a:solidFill>
            <a:prstDash val="solid"/>
          </a:ln>
        </p:spPr>
      </p:sp>
      <p:sp>
        <p:nvSpPr>
          <p:cNvPr id="326" name="Input snapshot 2: source 326"/>
          <p:cNvSpPr/>
          <p:nvPr/>
        </p:nvSpPr>
        <p:spPr>
          <a:xfrm>
            <a:off x="1369215" y="1851965"/>
            <a:ext cx="38580" cy="44769"/>
          </a:xfrm>
          <a:prstGeom prst="rect">
            <a:avLst/>
          </a:prstGeom>
          <a:solidFill>
            <a:srgbClr val="B7BEC5"/>
          </a:solidFill>
          <a:ln w="2092">
            <a:solidFill>
              <a:srgbClr val="C6D4E2"/>
            </a:solidFill>
            <a:prstDash val="solid"/>
          </a:ln>
        </p:spPr>
      </p:sp>
      <p:sp>
        <p:nvSpPr>
          <p:cNvPr id="327" name="Input snapshot 2: source 327"/>
          <p:cNvSpPr/>
          <p:nvPr/>
        </p:nvSpPr>
        <p:spPr>
          <a:xfrm>
            <a:off x="1406918" y="1851965"/>
            <a:ext cx="38580" cy="44769"/>
          </a:xfrm>
          <a:prstGeom prst="rect">
            <a:avLst/>
          </a:prstGeom>
          <a:solidFill>
            <a:srgbClr val="B7BEC5"/>
          </a:solidFill>
          <a:ln w="2092">
            <a:solidFill>
              <a:srgbClr val="C6D4E2"/>
            </a:solidFill>
            <a:prstDash val="solid"/>
          </a:ln>
        </p:spPr>
      </p:sp>
      <p:sp>
        <p:nvSpPr>
          <p:cNvPr id="328" name="Input snapshot 2: source 328"/>
          <p:cNvSpPr/>
          <p:nvPr/>
        </p:nvSpPr>
        <p:spPr>
          <a:xfrm>
            <a:off x="1444620" y="1851965"/>
            <a:ext cx="38580" cy="44769"/>
          </a:xfrm>
          <a:prstGeom prst="rect">
            <a:avLst/>
          </a:prstGeom>
          <a:solidFill>
            <a:srgbClr val="D55E00"/>
          </a:solidFill>
          <a:ln w="2092">
            <a:solidFill>
              <a:srgbClr val="C6D4E2"/>
            </a:solidFill>
            <a:prstDash val="solid"/>
          </a:ln>
        </p:spPr>
      </p:sp>
      <p:sp>
        <p:nvSpPr>
          <p:cNvPr id="329" name="Input snapshot 2: source 329"/>
          <p:cNvSpPr/>
          <p:nvPr/>
        </p:nvSpPr>
        <p:spPr>
          <a:xfrm>
            <a:off x="1482323" y="1851965"/>
            <a:ext cx="38580" cy="44769"/>
          </a:xfrm>
          <a:prstGeom prst="rect">
            <a:avLst/>
          </a:prstGeom>
          <a:solidFill>
            <a:srgbClr val="D55E00"/>
          </a:solidFill>
          <a:ln w="2092">
            <a:solidFill>
              <a:srgbClr val="C6D4E2"/>
            </a:solidFill>
            <a:prstDash val="solid"/>
          </a:ln>
        </p:spPr>
      </p:sp>
      <p:sp>
        <p:nvSpPr>
          <p:cNvPr id="330" name="Input snapshot 2: source 330"/>
          <p:cNvSpPr/>
          <p:nvPr/>
        </p:nvSpPr>
        <p:spPr>
          <a:xfrm>
            <a:off x="1520026" y="1851965"/>
            <a:ext cx="38580" cy="44769"/>
          </a:xfrm>
          <a:prstGeom prst="rect">
            <a:avLst/>
          </a:prstGeom>
          <a:solidFill>
            <a:srgbClr val="D55E00"/>
          </a:solidFill>
          <a:ln w="2092">
            <a:solidFill>
              <a:srgbClr val="C6D4E2"/>
            </a:solidFill>
            <a:prstDash val="solid"/>
          </a:ln>
        </p:spPr>
      </p:sp>
      <p:sp>
        <p:nvSpPr>
          <p:cNvPr id="331" name="Input snapshot 2: source 331"/>
          <p:cNvSpPr/>
          <p:nvPr/>
        </p:nvSpPr>
        <p:spPr>
          <a:xfrm>
            <a:off x="1557728" y="1851965"/>
            <a:ext cx="38580" cy="44769"/>
          </a:xfrm>
          <a:prstGeom prst="rect">
            <a:avLst/>
          </a:prstGeom>
          <a:solidFill>
            <a:srgbClr val="EFF2F4"/>
          </a:solidFill>
          <a:ln w="2092">
            <a:solidFill>
              <a:srgbClr val="C6D4E2"/>
            </a:solidFill>
            <a:prstDash val="solid"/>
          </a:ln>
        </p:spPr>
      </p:sp>
      <p:sp>
        <p:nvSpPr>
          <p:cNvPr id="332" name="Input snapshot 2: source 332"/>
          <p:cNvSpPr/>
          <p:nvPr/>
        </p:nvSpPr>
        <p:spPr>
          <a:xfrm>
            <a:off x="1595431" y="1851965"/>
            <a:ext cx="38580" cy="44769"/>
          </a:xfrm>
          <a:prstGeom prst="rect">
            <a:avLst/>
          </a:prstGeom>
          <a:solidFill>
            <a:srgbClr val="EFF2F4"/>
          </a:solidFill>
          <a:ln w="2092">
            <a:solidFill>
              <a:srgbClr val="C6D4E2"/>
            </a:solidFill>
            <a:prstDash val="solid"/>
          </a:ln>
        </p:spPr>
      </p:sp>
      <p:sp>
        <p:nvSpPr>
          <p:cNvPr id="333" name="Input snapshot 2: source 333"/>
          <p:cNvSpPr/>
          <p:nvPr/>
        </p:nvSpPr>
        <p:spPr>
          <a:xfrm>
            <a:off x="1633133" y="1851965"/>
            <a:ext cx="38580" cy="44769"/>
          </a:xfrm>
          <a:prstGeom prst="rect">
            <a:avLst/>
          </a:prstGeom>
          <a:solidFill>
            <a:srgbClr val="EFF2F4"/>
          </a:solidFill>
          <a:ln w="2092">
            <a:solidFill>
              <a:srgbClr val="C6D4E2"/>
            </a:solidFill>
            <a:prstDash val="solid"/>
          </a:ln>
        </p:spPr>
      </p:sp>
      <p:sp>
        <p:nvSpPr>
          <p:cNvPr id="334" name="Input snapshot 2: source 334"/>
          <p:cNvSpPr/>
          <p:nvPr/>
        </p:nvSpPr>
        <p:spPr>
          <a:xfrm>
            <a:off x="1143000" y="1895856"/>
            <a:ext cx="38580" cy="44769"/>
          </a:xfrm>
          <a:prstGeom prst="rect">
            <a:avLst/>
          </a:prstGeom>
          <a:solidFill>
            <a:srgbClr val="EFF2F4"/>
          </a:solidFill>
          <a:ln w="2092">
            <a:solidFill>
              <a:srgbClr val="C6D4E2"/>
            </a:solidFill>
            <a:prstDash val="solid"/>
          </a:ln>
        </p:spPr>
      </p:sp>
      <p:sp>
        <p:nvSpPr>
          <p:cNvPr id="335" name="Input snapshot 2: source 335"/>
          <p:cNvSpPr/>
          <p:nvPr/>
        </p:nvSpPr>
        <p:spPr>
          <a:xfrm>
            <a:off x="1180703" y="1895856"/>
            <a:ext cx="38580" cy="44769"/>
          </a:xfrm>
          <a:prstGeom prst="rect">
            <a:avLst/>
          </a:prstGeom>
          <a:solidFill>
            <a:srgbClr val="B7BEC5"/>
          </a:solidFill>
          <a:ln w="2092">
            <a:solidFill>
              <a:srgbClr val="C6D4E2"/>
            </a:solidFill>
            <a:prstDash val="solid"/>
          </a:ln>
        </p:spPr>
      </p:sp>
      <p:sp>
        <p:nvSpPr>
          <p:cNvPr id="336" name="Input snapshot 2: source 336"/>
          <p:cNvSpPr/>
          <p:nvPr/>
        </p:nvSpPr>
        <p:spPr>
          <a:xfrm>
            <a:off x="1218405" y="1895856"/>
            <a:ext cx="38580" cy="44769"/>
          </a:xfrm>
          <a:prstGeom prst="rect">
            <a:avLst/>
          </a:prstGeom>
          <a:solidFill>
            <a:srgbClr val="B7BEC5"/>
          </a:solidFill>
          <a:ln w="2092">
            <a:solidFill>
              <a:srgbClr val="C6D4E2"/>
            </a:solidFill>
            <a:prstDash val="solid"/>
          </a:ln>
        </p:spPr>
      </p:sp>
      <p:sp>
        <p:nvSpPr>
          <p:cNvPr id="337" name="Input snapshot 2: source 337"/>
          <p:cNvSpPr/>
          <p:nvPr/>
        </p:nvSpPr>
        <p:spPr>
          <a:xfrm>
            <a:off x="1256108" y="1895856"/>
            <a:ext cx="38580" cy="44769"/>
          </a:xfrm>
          <a:prstGeom prst="rect">
            <a:avLst/>
          </a:prstGeom>
          <a:solidFill>
            <a:srgbClr val="B7BEC5"/>
          </a:solidFill>
          <a:ln w="2092">
            <a:solidFill>
              <a:srgbClr val="C6D4E2"/>
            </a:solidFill>
            <a:prstDash val="solid"/>
          </a:ln>
        </p:spPr>
      </p:sp>
      <p:sp>
        <p:nvSpPr>
          <p:cNvPr id="338" name="Input snapshot 2: source 338"/>
          <p:cNvSpPr/>
          <p:nvPr/>
        </p:nvSpPr>
        <p:spPr>
          <a:xfrm>
            <a:off x="1293810" y="1895856"/>
            <a:ext cx="38580" cy="44769"/>
          </a:xfrm>
          <a:prstGeom prst="rect">
            <a:avLst/>
          </a:prstGeom>
          <a:solidFill>
            <a:srgbClr val="B7BEC5"/>
          </a:solidFill>
          <a:ln w="2092">
            <a:solidFill>
              <a:srgbClr val="C6D4E2"/>
            </a:solidFill>
            <a:prstDash val="solid"/>
          </a:ln>
        </p:spPr>
      </p:sp>
      <p:sp>
        <p:nvSpPr>
          <p:cNvPr id="339" name="Input snapshot 2: source 339"/>
          <p:cNvSpPr/>
          <p:nvPr/>
        </p:nvSpPr>
        <p:spPr>
          <a:xfrm>
            <a:off x="1331513" y="1895856"/>
            <a:ext cx="38580" cy="44769"/>
          </a:xfrm>
          <a:prstGeom prst="rect">
            <a:avLst/>
          </a:prstGeom>
          <a:solidFill>
            <a:srgbClr val="B7BEC5"/>
          </a:solidFill>
          <a:ln w="2092">
            <a:solidFill>
              <a:srgbClr val="C6D4E2"/>
            </a:solidFill>
            <a:prstDash val="solid"/>
          </a:ln>
        </p:spPr>
      </p:sp>
      <p:sp>
        <p:nvSpPr>
          <p:cNvPr id="340" name="Input snapshot 2: source 340"/>
          <p:cNvSpPr/>
          <p:nvPr/>
        </p:nvSpPr>
        <p:spPr>
          <a:xfrm>
            <a:off x="1369215" y="1895856"/>
            <a:ext cx="38580" cy="44769"/>
          </a:xfrm>
          <a:prstGeom prst="rect">
            <a:avLst/>
          </a:prstGeom>
          <a:solidFill>
            <a:srgbClr val="B7BEC5"/>
          </a:solidFill>
          <a:ln w="2092">
            <a:solidFill>
              <a:srgbClr val="C6D4E2"/>
            </a:solidFill>
            <a:prstDash val="solid"/>
          </a:ln>
        </p:spPr>
      </p:sp>
      <p:sp>
        <p:nvSpPr>
          <p:cNvPr id="341" name="Input snapshot 2: source 341"/>
          <p:cNvSpPr/>
          <p:nvPr/>
        </p:nvSpPr>
        <p:spPr>
          <a:xfrm>
            <a:off x="1406918" y="1895856"/>
            <a:ext cx="38580" cy="44769"/>
          </a:xfrm>
          <a:prstGeom prst="rect">
            <a:avLst/>
          </a:prstGeom>
          <a:solidFill>
            <a:srgbClr val="B7BEC5"/>
          </a:solidFill>
          <a:ln w="2092">
            <a:solidFill>
              <a:srgbClr val="C6D4E2"/>
            </a:solidFill>
            <a:prstDash val="solid"/>
          </a:ln>
        </p:spPr>
      </p:sp>
      <p:sp>
        <p:nvSpPr>
          <p:cNvPr id="342" name="Input snapshot 2: source 342"/>
          <p:cNvSpPr/>
          <p:nvPr/>
        </p:nvSpPr>
        <p:spPr>
          <a:xfrm>
            <a:off x="1444620" y="1895856"/>
            <a:ext cx="38580" cy="44769"/>
          </a:xfrm>
          <a:prstGeom prst="rect">
            <a:avLst/>
          </a:prstGeom>
          <a:solidFill>
            <a:srgbClr val="D55E00"/>
          </a:solidFill>
          <a:ln w="2092">
            <a:solidFill>
              <a:srgbClr val="C6D4E2"/>
            </a:solidFill>
            <a:prstDash val="solid"/>
          </a:ln>
        </p:spPr>
      </p:sp>
      <p:sp>
        <p:nvSpPr>
          <p:cNvPr id="343" name="Input snapshot 2: source 343"/>
          <p:cNvSpPr/>
          <p:nvPr/>
        </p:nvSpPr>
        <p:spPr>
          <a:xfrm>
            <a:off x="1482323" y="1895856"/>
            <a:ext cx="38580" cy="44769"/>
          </a:xfrm>
          <a:prstGeom prst="rect">
            <a:avLst/>
          </a:prstGeom>
          <a:solidFill>
            <a:srgbClr val="D55E00"/>
          </a:solidFill>
          <a:ln w="2092">
            <a:solidFill>
              <a:srgbClr val="C6D4E2"/>
            </a:solidFill>
            <a:prstDash val="solid"/>
          </a:ln>
        </p:spPr>
      </p:sp>
      <p:sp>
        <p:nvSpPr>
          <p:cNvPr id="344" name="Input snapshot 2: source 344"/>
          <p:cNvSpPr/>
          <p:nvPr/>
        </p:nvSpPr>
        <p:spPr>
          <a:xfrm>
            <a:off x="1520026" y="1895856"/>
            <a:ext cx="38580" cy="44769"/>
          </a:xfrm>
          <a:prstGeom prst="rect">
            <a:avLst/>
          </a:prstGeom>
          <a:solidFill>
            <a:srgbClr val="D55E00"/>
          </a:solidFill>
          <a:ln w="2092">
            <a:solidFill>
              <a:srgbClr val="C6D4E2"/>
            </a:solidFill>
            <a:prstDash val="solid"/>
          </a:ln>
        </p:spPr>
      </p:sp>
      <p:sp>
        <p:nvSpPr>
          <p:cNvPr id="345" name="Input snapshot 2: source 345"/>
          <p:cNvSpPr/>
          <p:nvPr/>
        </p:nvSpPr>
        <p:spPr>
          <a:xfrm>
            <a:off x="1557728" y="1895856"/>
            <a:ext cx="38580" cy="44769"/>
          </a:xfrm>
          <a:prstGeom prst="rect">
            <a:avLst/>
          </a:prstGeom>
          <a:solidFill>
            <a:srgbClr val="EFF2F4"/>
          </a:solidFill>
          <a:ln w="2092">
            <a:solidFill>
              <a:srgbClr val="C6D4E2"/>
            </a:solidFill>
            <a:prstDash val="solid"/>
          </a:ln>
        </p:spPr>
      </p:sp>
      <p:sp>
        <p:nvSpPr>
          <p:cNvPr id="346" name="Input snapshot 2: source 346"/>
          <p:cNvSpPr/>
          <p:nvPr/>
        </p:nvSpPr>
        <p:spPr>
          <a:xfrm>
            <a:off x="1595431" y="1895856"/>
            <a:ext cx="38580" cy="44769"/>
          </a:xfrm>
          <a:prstGeom prst="rect">
            <a:avLst/>
          </a:prstGeom>
          <a:solidFill>
            <a:srgbClr val="EFF2F4"/>
          </a:solidFill>
          <a:ln w="2092">
            <a:solidFill>
              <a:srgbClr val="C6D4E2"/>
            </a:solidFill>
            <a:prstDash val="solid"/>
          </a:ln>
        </p:spPr>
      </p:sp>
      <p:sp>
        <p:nvSpPr>
          <p:cNvPr id="347" name="Input snapshot 2: source 347"/>
          <p:cNvSpPr/>
          <p:nvPr/>
        </p:nvSpPr>
        <p:spPr>
          <a:xfrm>
            <a:off x="1633133" y="1895856"/>
            <a:ext cx="38580" cy="44769"/>
          </a:xfrm>
          <a:prstGeom prst="rect">
            <a:avLst/>
          </a:prstGeom>
          <a:solidFill>
            <a:srgbClr val="EFF2F4"/>
          </a:solidFill>
          <a:ln w="2092">
            <a:solidFill>
              <a:srgbClr val="C6D4E2"/>
            </a:solidFill>
            <a:prstDash val="solid"/>
          </a:ln>
        </p:spPr>
      </p:sp>
      <p:sp>
        <p:nvSpPr>
          <p:cNvPr id="348" name="Input snapshot 2: source 348"/>
          <p:cNvSpPr/>
          <p:nvPr/>
        </p:nvSpPr>
        <p:spPr>
          <a:xfrm>
            <a:off x="1143000" y="1939747"/>
            <a:ext cx="38580" cy="44769"/>
          </a:xfrm>
          <a:prstGeom prst="rect">
            <a:avLst/>
          </a:prstGeom>
          <a:solidFill>
            <a:srgbClr val="EFF2F4"/>
          </a:solidFill>
          <a:ln w="2092">
            <a:solidFill>
              <a:srgbClr val="C6D4E2"/>
            </a:solidFill>
            <a:prstDash val="solid"/>
          </a:ln>
        </p:spPr>
      </p:sp>
      <p:sp>
        <p:nvSpPr>
          <p:cNvPr id="349" name="Input snapshot 2: source 349"/>
          <p:cNvSpPr/>
          <p:nvPr/>
        </p:nvSpPr>
        <p:spPr>
          <a:xfrm>
            <a:off x="1180703" y="1939747"/>
            <a:ext cx="38580" cy="44769"/>
          </a:xfrm>
          <a:prstGeom prst="rect">
            <a:avLst/>
          </a:prstGeom>
          <a:solidFill>
            <a:srgbClr val="0072B2"/>
          </a:solidFill>
          <a:ln w="2092">
            <a:solidFill>
              <a:srgbClr val="C6D4E2"/>
            </a:solidFill>
            <a:prstDash val="solid"/>
          </a:ln>
        </p:spPr>
      </p:sp>
      <p:sp>
        <p:nvSpPr>
          <p:cNvPr id="350" name="Input snapshot 2: source 350"/>
          <p:cNvSpPr/>
          <p:nvPr/>
        </p:nvSpPr>
        <p:spPr>
          <a:xfrm>
            <a:off x="1218405" y="1939747"/>
            <a:ext cx="38580" cy="44769"/>
          </a:xfrm>
          <a:prstGeom prst="rect">
            <a:avLst/>
          </a:prstGeom>
          <a:solidFill>
            <a:srgbClr val="0072B2"/>
          </a:solidFill>
          <a:ln w="2092">
            <a:solidFill>
              <a:srgbClr val="C6D4E2"/>
            </a:solidFill>
            <a:prstDash val="solid"/>
          </a:ln>
        </p:spPr>
      </p:sp>
      <p:sp>
        <p:nvSpPr>
          <p:cNvPr id="351" name="Input snapshot 2: source 351"/>
          <p:cNvSpPr/>
          <p:nvPr/>
        </p:nvSpPr>
        <p:spPr>
          <a:xfrm>
            <a:off x="1256108" y="1939747"/>
            <a:ext cx="38580" cy="44769"/>
          </a:xfrm>
          <a:prstGeom prst="rect">
            <a:avLst/>
          </a:prstGeom>
          <a:solidFill>
            <a:srgbClr val="0072B2"/>
          </a:solidFill>
          <a:ln w="2092">
            <a:solidFill>
              <a:srgbClr val="C6D4E2"/>
            </a:solidFill>
            <a:prstDash val="solid"/>
          </a:ln>
        </p:spPr>
      </p:sp>
      <p:sp>
        <p:nvSpPr>
          <p:cNvPr id="352" name="Input snapshot 2: source 352"/>
          <p:cNvSpPr/>
          <p:nvPr/>
        </p:nvSpPr>
        <p:spPr>
          <a:xfrm>
            <a:off x="1293810" y="1939747"/>
            <a:ext cx="38580" cy="44769"/>
          </a:xfrm>
          <a:prstGeom prst="rect">
            <a:avLst/>
          </a:prstGeom>
          <a:solidFill>
            <a:srgbClr val="0072B2"/>
          </a:solidFill>
          <a:ln w="2092">
            <a:solidFill>
              <a:srgbClr val="C6D4E2"/>
            </a:solidFill>
            <a:prstDash val="solid"/>
          </a:ln>
        </p:spPr>
      </p:sp>
      <p:sp>
        <p:nvSpPr>
          <p:cNvPr id="353" name="Input snapshot 2: source 353"/>
          <p:cNvSpPr/>
          <p:nvPr/>
        </p:nvSpPr>
        <p:spPr>
          <a:xfrm>
            <a:off x="1331513" y="1939747"/>
            <a:ext cx="38580" cy="44769"/>
          </a:xfrm>
          <a:prstGeom prst="rect">
            <a:avLst/>
          </a:prstGeom>
          <a:solidFill>
            <a:srgbClr val="B7BEC5"/>
          </a:solidFill>
          <a:ln w="2092">
            <a:solidFill>
              <a:srgbClr val="C6D4E2"/>
            </a:solidFill>
            <a:prstDash val="solid"/>
          </a:ln>
        </p:spPr>
      </p:sp>
      <p:sp>
        <p:nvSpPr>
          <p:cNvPr id="354" name="Input snapshot 2: source 354"/>
          <p:cNvSpPr/>
          <p:nvPr/>
        </p:nvSpPr>
        <p:spPr>
          <a:xfrm>
            <a:off x="1369215" y="1939747"/>
            <a:ext cx="38580" cy="44769"/>
          </a:xfrm>
          <a:prstGeom prst="rect">
            <a:avLst/>
          </a:prstGeom>
          <a:solidFill>
            <a:srgbClr val="B7BEC5"/>
          </a:solidFill>
          <a:ln w="2092">
            <a:solidFill>
              <a:srgbClr val="C6D4E2"/>
            </a:solidFill>
            <a:prstDash val="solid"/>
          </a:ln>
        </p:spPr>
      </p:sp>
      <p:sp>
        <p:nvSpPr>
          <p:cNvPr id="355" name="Input snapshot 2: source 355"/>
          <p:cNvSpPr/>
          <p:nvPr/>
        </p:nvSpPr>
        <p:spPr>
          <a:xfrm>
            <a:off x="1406918" y="1939747"/>
            <a:ext cx="38580" cy="44769"/>
          </a:xfrm>
          <a:prstGeom prst="rect">
            <a:avLst/>
          </a:prstGeom>
          <a:solidFill>
            <a:srgbClr val="B7BEC5"/>
          </a:solidFill>
          <a:ln w="2092">
            <a:solidFill>
              <a:srgbClr val="C6D4E2"/>
            </a:solidFill>
            <a:prstDash val="solid"/>
          </a:ln>
        </p:spPr>
      </p:sp>
      <p:sp>
        <p:nvSpPr>
          <p:cNvPr id="356" name="Input snapshot 2: source 356"/>
          <p:cNvSpPr/>
          <p:nvPr/>
        </p:nvSpPr>
        <p:spPr>
          <a:xfrm>
            <a:off x="1444620" y="1939747"/>
            <a:ext cx="38580" cy="44769"/>
          </a:xfrm>
          <a:prstGeom prst="rect">
            <a:avLst/>
          </a:prstGeom>
          <a:solidFill>
            <a:srgbClr val="D55E00"/>
          </a:solidFill>
          <a:ln w="2092">
            <a:solidFill>
              <a:srgbClr val="C6D4E2"/>
            </a:solidFill>
            <a:prstDash val="solid"/>
          </a:ln>
        </p:spPr>
      </p:sp>
      <p:sp>
        <p:nvSpPr>
          <p:cNvPr id="357" name="Input snapshot 2: source 357"/>
          <p:cNvSpPr/>
          <p:nvPr/>
        </p:nvSpPr>
        <p:spPr>
          <a:xfrm>
            <a:off x="1482323" y="1939747"/>
            <a:ext cx="38580" cy="44769"/>
          </a:xfrm>
          <a:prstGeom prst="rect">
            <a:avLst/>
          </a:prstGeom>
          <a:solidFill>
            <a:srgbClr val="D55E00"/>
          </a:solidFill>
          <a:ln w="2092">
            <a:solidFill>
              <a:srgbClr val="C6D4E2"/>
            </a:solidFill>
            <a:prstDash val="solid"/>
          </a:ln>
        </p:spPr>
      </p:sp>
      <p:sp>
        <p:nvSpPr>
          <p:cNvPr id="358" name="Input snapshot 2: source 358"/>
          <p:cNvSpPr/>
          <p:nvPr/>
        </p:nvSpPr>
        <p:spPr>
          <a:xfrm>
            <a:off x="1520026" y="1939747"/>
            <a:ext cx="38580" cy="44769"/>
          </a:xfrm>
          <a:prstGeom prst="rect">
            <a:avLst/>
          </a:prstGeom>
          <a:solidFill>
            <a:srgbClr val="D55E00"/>
          </a:solidFill>
          <a:ln w="2092">
            <a:solidFill>
              <a:srgbClr val="C6D4E2"/>
            </a:solidFill>
            <a:prstDash val="solid"/>
          </a:ln>
        </p:spPr>
      </p:sp>
      <p:sp>
        <p:nvSpPr>
          <p:cNvPr id="359" name="Input snapshot 2: source 359"/>
          <p:cNvSpPr/>
          <p:nvPr/>
        </p:nvSpPr>
        <p:spPr>
          <a:xfrm>
            <a:off x="1557728" y="1939747"/>
            <a:ext cx="38580" cy="44769"/>
          </a:xfrm>
          <a:prstGeom prst="rect">
            <a:avLst/>
          </a:prstGeom>
          <a:solidFill>
            <a:srgbClr val="EFF2F4"/>
          </a:solidFill>
          <a:ln w="2092">
            <a:solidFill>
              <a:srgbClr val="C6D4E2"/>
            </a:solidFill>
            <a:prstDash val="solid"/>
          </a:ln>
        </p:spPr>
      </p:sp>
      <p:sp>
        <p:nvSpPr>
          <p:cNvPr id="360" name="Input snapshot 2: source 360"/>
          <p:cNvSpPr/>
          <p:nvPr/>
        </p:nvSpPr>
        <p:spPr>
          <a:xfrm>
            <a:off x="1595431" y="1939747"/>
            <a:ext cx="38580" cy="44769"/>
          </a:xfrm>
          <a:prstGeom prst="rect">
            <a:avLst/>
          </a:prstGeom>
          <a:solidFill>
            <a:srgbClr val="EFF2F4"/>
          </a:solidFill>
          <a:ln w="2092">
            <a:solidFill>
              <a:srgbClr val="C6D4E2"/>
            </a:solidFill>
            <a:prstDash val="solid"/>
          </a:ln>
        </p:spPr>
      </p:sp>
      <p:sp>
        <p:nvSpPr>
          <p:cNvPr id="361" name="Input snapshot 2: source 361"/>
          <p:cNvSpPr/>
          <p:nvPr/>
        </p:nvSpPr>
        <p:spPr>
          <a:xfrm>
            <a:off x="1633133" y="1939747"/>
            <a:ext cx="38580" cy="44769"/>
          </a:xfrm>
          <a:prstGeom prst="rect">
            <a:avLst/>
          </a:prstGeom>
          <a:solidFill>
            <a:srgbClr val="EFF2F4"/>
          </a:solidFill>
          <a:ln w="2092">
            <a:solidFill>
              <a:srgbClr val="C6D4E2"/>
            </a:solidFill>
            <a:prstDash val="solid"/>
          </a:ln>
        </p:spPr>
      </p:sp>
      <p:sp>
        <p:nvSpPr>
          <p:cNvPr id="362" name="Input snapshot 2: source 362"/>
          <p:cNvSpPr/>
          <p:nvPr/>
        </p:nvSpPr>
        <p:spPr>
          <a:xfrm>
            <a:off x="1143000" y="1983639"/>
            <a:ext cx="38580" cy="44769"/>
          </a:xfrm>
          <a:prstGeom prst="rect">
            <a:avLst/>
          </a:prstGeom>
          <a:solidFill>
            <a:srgbClr val="0072B2"/>
          </a:solidFill>
          <a:ln w="2092">
            <a:solidFill>
              <a:srgbClr val="C6D4E2"/>
            </a:solidFill>
            <a:prstDash val="solid"/>
          </a:ln>
        </p:spPr>
      </p:sp>
      <p:sp>
        <p:nvSpPr>
          <p:cNvPr id="363" name="Input snapshot 2: source 363"/>
          <p:cNvSpPr/>
          <p:nvPr/>
        </p:nvSpPr>
        <p:spPr>
          <a:xfrm>
            <a:off x="1180703" y="1983639"/>
            <a:ext cx="38580" cy="44769"/>
          </a:xfrm>
          <a:prstGeom prst="rect">
            <a:avLst/>
          </a:prstGeom>
          <a:solidFill>
            <a:srgbClr val="0072B2"/>
          </a:solidFill>
          <a:ln w="2092">
            <a:solidFill>
              <a:srgbClr val="C6D4E2"/>
            </a:solidFill>
            <a:prstDash val="solid"/>
          </a:ln>
        </p:spPr>
      </p:sp>
      <p:sp>
        <p:nvSpPr>
          <p:cNvPr id="364" name="Input snapshot 2: source 364"/>
          <p:cNvSpPr/>
          <p:nvPr/>
        </p:nvSpPr>
        <p:spPr>
          <a:xfrm>
            <a:off x="1218405" y="1983639"/>
            <a:ext cx="38580" cy="44769"/>
          </a:xfrm>
          <a:prstGeom prst="rect">
            <a:avLst/>
          </a:prstGeom>
          <a:solidFill>
            <a:srgbClr val="0072B2"/>
          </a:solidFill>
          <a:ln w="2092">
            <a:solidFill>
              <a:srgbClr val="C6D4E2"/>
            </a:solidFill>
            <a:prstDash val="solid"/>
          </a:ln>
        </p:spPr>
      </p:sp>
      <p:sp>
        <p:nvSpPr>
          <p:cNvPr id="365" name="Input snapshot 2: source 365"/>
          <p:cNvSpPr/>
          <p:nvPr/>
        </p:nvSpPr>
        <p:spPr>
          <a:xfrm>
            <a:off x="1256108" y="1983639"/>
            <a:ext cx="38580" cy="44769"/>
          </a:xfrm>
          <a:prstGeom prst="rect">
            <a:avLst/>
          </a:prstGeom>
          <a:solidFill>
            <a:srgbClr val="0072B2"/>
          </a:solidFill>
          <a:ln w="2092">
            <a:solidFill>
              <a:srgbClr val="C6D4E2"/>
            </a:solidFill>
            <a:prstDash val="solid"/>
          </a:ln>
        </p:spPr>
      </p:sp>
      <p:sp>
        <p:nvSpPr>
          <p:cNvPr id="366" name="Input snapshot 2: source 366"/>
          <p:cNvSpPr/>
          <p:nvPr/>
        </p:nvSpPr>
        <p:spPr>
          <a:xfrm>
            <a:off x="1293810" y="1983639"/>
            <a:ext cx="38580" cy="44769"/>
          </a:xfrm>
          <a:prstGeom prst="rect">
            <a:avLst/>
          </a:prstGeom>
          <a:solidFill>
            <a:srgbClr val="0072B2"/>
          </a:solidFill>
          <a:ln w="2092">
            <a:solidFill>
              <a:srgbClr val="C6D4E2"/>
            </a:solidFill>
            <a:prstDash val="solid"/>
          </a:ln>
        </p:spPr>
      </p:sp>
      <p:sp>
        <p:nvSpPr>
          <p:cNvPr id="367" name="Input snapshot 2: source 367"/>
          <p:cNvSpPr/>
          <p:nvPr/>
        </p:nvSpPr>
        <p:spPr>
          <a:xfrm>
            <a:off x="1331513" y="1983639"/>
            <a:ext cx="38580" cy="44769"/>
          </a:xfrm>
          <a:prstGeom prst="rect">
            <a:avLst/>
          </a:prstGeom>
          <a:solidFill>
            <a:srgbClr val="B7BEC5"/>
          </a:solidFill>
          <a:ln w="2092">
            <a:solidFill>
              <a:srgbClr val="C6D4E2"/>
            </a:solidFill>
            <a:prstDash val="solid"/>
          </a:ln>
        </p:spPr>
      </p:sp>
      <p:sp>
        <p:nvSpPr>
          <p:cNvPr id="368" name="Input snapshot 2: source 368"/>
          <p:cNvSpPr/>
          <p:nvPr/>
        </p:nvSpPr>
        <p:spPr>
          <a:xfrm>
            <a:off x="1369215" y="1983639"/>
            <a:ext cx="38580" cy="44769"/>
          </a:xfrm>
          <a:prstGeom prst="rect">
            <a:avLst/>
          </a:prstGeom>
          <a:solidFill>
            <a:srgbClr val="B7BEC5"/>
          </a:solidFill>
          <a:ln w="2092">
            <a:solidFill>
              <a:srgbClr val="C6D4E2"/>
            </a:solidFill>
            <a:prstDash val="solid"/>
          </a:ln>
        </p:spPr>
      </p:sp>
      <p:sp>
        <p:nvSpPr>
          <p:cNvPr id="369" name="Input snapshot 2: source 369"/>
          <p:cNvSpPr/>
          <p:nvPr/>
        </p:nvSpPr>
        <p:spPr>
          <a:xfrm>
            <a:off x="1406918" y="1983639"/>
            <a:ext cx="38580" cy="44769"/>
          </a:xfrm>
          <a:prstGeom prst="rect">
            <a:avLst/>
          </a:prstGeom>
          <a:solidFill>
            <a:srgbClr val="B7BEC5"/>
          </a:solidFill>
          <a:ln w="2092">
            <a:solidFill>
              <a:srgbClr val="C6D4E2"/>
            </a:solidFill>
            <a:prstDash val="solid"/>
          </a:ln>
        </p:spPr>
      </p:sp>
      <p:sp>
        <p:nvSpPr>
          <p:cNvPr id="370" name="Input snapshot 2: source 370"/>
          <p:cNvSpPr/>
          <p:nvPr/>
        </p:nvSpPr>
        <p:spPr>
          <a:xfrm>
            <a:off x="1444620" y="1983639"/>
            <a:ext cx="38580" cy="44769"/>
          </a:xfrm>
          <a:prstGeom prst="rect">
            <a:avLst/>
          </a:prstGeom>
          <a:solidFill>
            <a:srgbClr val="B7BEC5"/>
          </a:solidFill>
          <a:ln w="2092">
            <a:solidFill>
              <a:srgbClr val="C6D4E2"/>
            </a:solidFill>
            <a:prstDash val="solid"/>
          </a:ln>
        </p:spPr>
      </p:sp>
      <p:sp>
        <p:nvSpPr>
          <p:cNvPr id="371" name="Input snapshot 2: source 371"/>
          <p:cNvSpPr/>
          <p:nvPr/>
        </p:nvSpPr>
        <p:spPr>
          <a:xfrm>
            <a:off x="1482323" y="1983639"/>
            <a:ext cx="38580" cy="44769"/>
          </a:xfrm>
          <a:prstGeom prst="rect">
            <a:avLst/>
          </a:prstGeom>
          <a:solidFill>
            <a:srgbClr val="B7BEC5"/>
          </a:solidFill>
          <a:ln w="2092">
            <a:solidFill>
              <a:srgbClr val="C6D4E2"/>
            </a:solidFill>
            <a:prstDash val="solid"/>
          </a:ln>
        </p:spPr>
      </p:sp>
      <p:sp>
        <p:nvSpPr>
          <p:cNvPr id="372" name="Input snapshot 2: source 372"/>
          <p:cNvSpPr/>
          <p:nvPr/>
        </p:nvSpPr>
        <p:spPr>
          <a:xfrm>
            <a:off x="1520026" y="1983639"/>
            <a:ext cx="38580" cy="44769"/>
          </a:xfrm>
          <a:prstGeom prst="rect">
            <a:avLst/>
          </a:prstGeom>
          <a:solidFill>
            <a:srgbClr val="B7BEC5"/>
          </a:solidFill>
          <a:ln w="2092">
            <a:solidFill>
              <a:srgbClr val="C6D4E2"/>
            </a:solidFill>
            <a:prstDash val="solid"/>
          </a:ln>
        </p:spPr>
      </p:sp>
      <p:sp>
        <p:nvSpPr>
          <p:cNvPr id="373" name="Input snapshot 2: source 373"/>
          <p:cNvSpPr/>
          <p:nvPr/>
        </p:nvSpPr>
        <p:spPr>
          <a:xfrm>
            <a:off x="1557728" y="1983639"/>
            <a:ext cx="38580" cy="44769"/>
          </a:xfrm>
          <a:prstGeom prst="rect">
            <a:avLst/>
          </a:prstGeom>
          <a:solidFill>
            <a:srgbClr val="EFF2F4"/>
          </a:solidFill>
          <a:ln w="2092">
            <a:solidFill>
              <a:srgbClr val="C6D4E2"/>
            </a:solidFill>
            <a:prstDash val="solid"/>
          </a:ln>
        </p:spPr>
      </p:sp>
      <p:sp>
        <p:nvSpPr>
          <p:cNvPr id="374" name="Input snapshot 2: source 374"/>
          <p:cNvSpPr/>
          <p:nvPr/>
        </p:nvSpPr>
        <p:spPr>
          <a:xfrm>
            <a:off x="1595431" y="1983639"/>
            <a:ext cx="38580" cy="44769"/>
          </a:xfrm>
          <a:prstGeom prst="rect">
            <a:avLst/>
          </a:prstGeom>
          <a:solidFill>
            <a:srgbClr val="EFF2F4"/>
          </a:solidFill>
          <a:ln w="2092">
            <a:solidFill>
              <a:srgbClr val="C6D4E2"/>
            </a:solidFill>
            <a:prstDash val="solid"/>
          </a:ln>
        </p:spPr>
      </p:sp>
      <p:sp>
        <p:nvSpPr>
          <p:cNvPr id="375" name="Input snapshot 2: source 375"/>
          <p:cNvSpPr/>
          <p:nvPr/>
        </p:nvSpPr>
        <p:spPr>
          <a:xfrm>
            <a:off x="1633133" y="1983639"/>
            <a:ext cx="38580" cy="44769"/>
          </a:xfrm>
          <a:prstGeom prst="rect">
            <a:avLst/>
          </a:prstGeom>
          <a:solidFill>
            <a:srgbClr val="EFF2F4"/>
          </a:solidFill>
          <a:ln w="2092">
            <a:solidFill>
              <a:srgbClr val="C6D4E2"/>
            </a:solidFill>
            <a:prstDash val="solid"/>
          </a:ln>
        </p:spPr>
      </p:sp>
      <p:sp>
        <p:nvSpPr>
          <p:cNvPr id="376" name="Input snapshot 2: source 376"/>
          <p:cNvSpPr/>
          <p:nvPr/>
        </p:nvSpPr>
        <p:spPr>
          <a:xfrm>
            <a:off x="1143000" y="2027529"/>
            <a:ext cx="38580" cy="44769"/>
          </a:xfrm>
          <a:prstGeom prst="rect">
            <a:avLst/>
          </a:prstGeom>
          <a:solidFill>
            <a:srgbClr val="EFF2F4"/>
          </a:solidFill>
          <a:ln w="2092">
            <a:solidFill>
              <a:srgbClr val="C6D4E2"/>
            </a:solidFill>
            <a:prstDash val="solid"/>
          </a:ln>
        </p:spPr>
      </p:sp>
      <p:sp>
        <p:nvSpPr>
          <p:cNvPr id="377" name="Input snapshot 2: source 377"/>
          <p:cNvSpPr/>
          <p:nvPr/>
        </p:nvSpPr>
        <p:spPr>
          <a:xfrm>
            <a:off x="1180703" y="2027529"/>
            <a:ext cx="38580" cy="44769"/>
          </a:xfrm>
          <a:prstGeom prst="rect">
            <a:avLst/>
          </a:prstGeom>
          <a:solidFill>
            <a:srgbClr val="0072B2"/>
          </a:solidFill>
          <a:ln w="2092">
            <a:solidFill>
              <a:srgbClr val="C6D4E2"/>
            </a:solidFill>
            <a:prstDash val="solid"/>
          </a:ln>
        </p:spPr>
      </p:sp>
      <p:sp>
        <p:nvSpPr>
          <p:cNvPr id="378" name="Input snapshot 2: source 378"/>
          <p:cNvSpPr/>
          <p:nvPr/>
        </p:nvSpPr>
        <p:spPr>
          <a:xfrm>
            <a:off x="1218405" y="2027529"/>
            <a:ext cx="38580" cy="44769"/>
          </a:xfrm>
          <a:prstGeom prst="rect">
            <a:avLst/>
          </a:prstGeom>
          <a:solidFill>
            <a:srgbClr val="0072B2"/>
          </a:solidFill>
          <a:ln w="2092">
            <a:solidFill>
              <a:srgbClr val="C6D4E2"/>
            </a:solidFill>
            <a:prstDash val="solid"/>
          </a:ln>
        </p:spPr>
      </p:sp>
      <p:sp>
        <p:nvSpPr>
          <p:cNvPr id="379" name="Input snapshot 2: source 379"/>
          <p:cNvSpPr/>
          <p:nvPr/>
        </p:nvSpPr>
        <p:spPr>
          <a:xfrm>
            <a:off x="1256108" y="2027529"/>
            <a:ext cx="38580" cy="44769"/>
          </a:xfrm>
          <a:prstGeom prst="rect">
            <a:avLst/>
          </a:prstGeom>
          <a:solidFill>
            <a:srgbClr val="0072B2"/>
          </a:solidFill>
          <a:ln w="2092">
            <a:solidFill>
              <a:srgbClr val="C6D4E2"/>
            </a:solidFill>
            <a:prstDash val="solid"/>
          </a:ln>
        </p:spPr>
      </p:sp>
      <p:sp>
        <p:nvSpPr>
          <p:cNvPr id="380" name="Input snapshot 2: source 380"/>
          <p:cNvSpPr/>
          <p:nvPr/>
        </p:nvSpPr>
        <p:spPr>
          <a:xfrm>
            <a:off x="1293810" y="2027529"/>
            <a:ext cx="38580" cy="44769"/>
          </a:xfrm>
          <a:prstGeom prst="rect">
            <a:avLst/>
          </a:prstGeom>
          <a:solidFill>
            <a:srgbClr val="0072B2"/>
          </a:solidFill>
          <a:ln w="2092">
            <a:solidFill>
              <a:srgbClr val="C6D4E2"/>
            </a:solidFill>
            <a:prstDash val="solid"/>
          </a:ln>
        </p:spPr>
      </p:sp>
      <p:sp>
        <p:nvSpPr>
          <p:cNvPr id="381" name="Input snapshot 2: source 381"/>
          <p:cNvSpPr/>
          <p:nvPr/>
        </p:nvSpPr>
        <p:spPr>
          <a:xfrm>
            <a:off x="1331513" y="2027529"/>
            <a:ext cx="38580" cy="44769"/>
          </a:xfrm>
          <a:prstGeom prst="rect">
            <a:avLst/>
          </a:prstGeom>
          <a:solidFill>
            <a:srgbClr val="B7BEC5"/>
          </a:solidFill>
          <a:ln w="2092">
            <a:solidFill>
              <a:srgbClr val="C6D4E2"/>
            </a:solidFill>
            <a:prstDash val="solid"/>
          </a:ln>
        </p:spPr>
      </p:sp>
      <p:sp>
        <p:nvSpPr>
          <p:cNvPr id="382" name="Input snapshot 2: source 382"/>
          <p:cNvSpPr/>
          <p:nvPr/>
        </p:nvSpPr>
        <p:spPr>
          <a:xfrm>
            <a:off x="1369215" y="2027529"/>
            <a:ext cx="38580" cy="44769"/>
          </a:xfrm>
          <a:prstGeom prst="rect">
            <a:avLst/>
          </a:prstGeom>
          <a:solidFill>
            <a:srgbClr val="B7BEC5"/>
          </a:solidFill>
          <a:ln w="2092">
            <a:solidFill>
              <a:srgbClr val="C6D4E2"/>
            </a:solidFill>
            <a:prstDash val="solid"/>
          </a:ln>
        </p:spPr>
      </p:sp>
      <p:sp>
        <p:nvSpPr>
          <p:cNvPr id="383" name="Input snapshot 2: source 383"/>
          <p:cNvSpPr/>
          <p:nvPr/>
        </p:nvSpPr>
        <p:spPr>
          <a:xfrm>
            <a:off x="1406918" y="2027529"/>
            <a:ext cx="38580" cy="44769"/>
          </a:xfrm>
          <a:prstGeom prst="rect">
            <a:avLst/>
          </a:prstGeom>
          <a:solidFill>
            <a:srgbClr val="B7BEC5"/>
          </a:solidFill>
          <a:ln w="2092">
            <a:solidFill>
              <a:srgbClr val="C6D4E2"/>
            </a:solidFill>
            <a:prstDash val="solid"/>
          </a:ln>
        </p:spPr>
      </p:sp>
      <p:sp>
        <p:nvSpPr>
          <p:cNvPr id="384" name="Input snapshot 2: source 384"/>
          <p:cNvSpPr/>
          <p:nvPr/>
        </p:nvSpPr>
        <p:spPr>
          <a:xfrm>
            <a:off x="1444620" y="2027529"/>
            <a:ext cx="38580" cy="44769"/>
          </a:xfrm>
          <a:prstGeom prst="rect">
            <a:avLst/>
          </a:prstGeom>
          <a:solidFill>
            <a:srgbClr val="B7BEC5"/>
          </a:solidFill>
          <a:ln w="2092">
            <a:solidFill>
              <a:srgbClr val="C6D4E2"/>
            </a:solidFill>
            <a:prstDash val="solid"/>
          </a:ln>
        </p:spPr>
      </p:sp>
      <p:sp>
        <p:nvSpPr>
          <p:cNvPr id="385" name="Input snapshot 2: source 385"/>
          <p:cNvSpPr/>
          <p:nvPr/>
        </p:nvSpPr>
        <p:spPr>
          <a:xfrm>
            <a:off x="1482323" y="2027529"/>
            <a:ext cx="38580" cy="44769"/>
          </a:xfrm>
          <a:prstGeom prst="rect">
            <a:avLst/>
          </a:prstGeom>
          <a:solidFill>
            <a:srgbClr val="EFF2F4"/>
          </a:solidFill>
          <a:ln w="2092">
            <a:solidFill>
              <a:srgbClr val="C6D4E2"/>
            </a:solidFill>
            <a:prstDash val="solid"/>
          </a:ln>
        </p:spPr>
      </p:sp>
      <p:sp>
        <p:nvSpPr>
          <p:cNvPr id="386" name="Input snapshot 2: source 386"/>
          <p:cNvSpPr/>
          <p:nvPr/>
        </p:nvSpPr>
        <p:spPr>
          <a:xfrm>
            <a:off x="1520026" y="2027529"/>
            <a:ext cx="38580" cy="44769"/>
          </a:xfrm>
          <a:prstGeom prst="rect">
            <a:avLst/>
          </a:prstGeom>
          <a:solidFill>
            <a:srgbClr val="EFF2F4"/>
          </a:solidFill>
          <a:ln w="2092">
            <a:solidFill>
              <a:srgbClr val="C6D4E2"/>
            </a:solidFill>
            <a:prstDash val="solid"/>
          </a:ln>
        </p:spPr>
      </p:sp>
      <p:sp>
        <p:nvSpPr>
          <p:cNvPr id="387" name="Input snapshot 2: source 387"/>
          <p:cNvSpPr/>
          <p:nvPr/>
        </p:nvSpPr>
        <p:spPr>
          <a:xfrm>
            <a:off x="1557728" y="2027529"/>
            <a:ext cx="38580" cy="44769"/>
          </a:xfrm>
          <a:prstGeom prst="rect">
            <a:avLst/>
          </a:prstGeom>
          <a:solidFill>
            <a:srgbClr val="EFF2F4"/>
          </a:solidFill>
          <a:ln w="2092">
            <a:solidFill>
              <a:srgbClr val="C6D4E2"/>
            </a:solidFill>
            <a:prstDash val="solid"/>
          </a:ln>
        </p:spPr>
      </p:sp>
      <p:sp>
        <p:nvSpPr>
          <p:cNvPr id="388" name="Input snapshot 2: source 388"/>
          <p:cNvSpPr/>
          <p:nvPr/>
        </p:nvSpPr>
        <p:spPr>
          <a:xfrm>
            <a:off x="1595431" y="2027529"/>
            <a:ext cx="38580" cy="44769"/>
          </a:xfrm>
          <a:prstGeom prst="rect">
            <a:avLst/>
          </a:prstGeom>
          <a:solidFill>
            <a:srgbClr val="EFF2F4"/>
          </a:solidFill>
          <a:ln w="2092">
            <a:solidFill>
              <a:srgbClr val="C6D4E2"/>
            </a:solidFill>
            <a:prstDash val="solid"/>
          </a:ln>
        </p:spPr>
      </p:sp>
      <p:sp>
        <p:nvSpPr>
          <p:cNvPr id="389" name="Input snapshot 2: source 389"/>
          <p:cNvSpPr/>
          <p:nvPr/>
        </p:nvSpPr>
        <p:spPr>
          <a:xfrm>
            <a:off x="1633133" y="2027529"/>
            <a:ext cx="38580" cy="44769"/>
          </a:xfrm>
          <a:prstGeom prst="rect">
            <a:avLst/>
          </a:prstGeom>
          <a:solidFill>
            <a:srgbClr val="EFF2F4"/>
          </a:solidFill>
          <a:ln w="2092">
            <a:solidFill>
              <a:srgbClr val="C6D4E2"/>
            </a:solidFill>
            <a:prstDash val="solid"/>
          </a:ln>
        </p:spPr>
      </p:sp>
      <p:sp>
        <p:nvSpPr>
          <p:cNvPr id="390" name="Input snapshot 2: source 390"/>
          <p:cNvSpPr/>
          <p:nvPr/>
        </p:nvSpPr>
        <p:spPr>
          <a:xfrm>
            <a:off x="1143000" y="1676400"/>
            <a:ext cx="527836" cy="395021"/>
          </a:xfrm>
          <a:prstGeom prst="rect">
            <a:avLst/>
          </a:prstGeom>
          <a:solidFill>
            <a:srgbClr val="FFFFFF">
              <a:alpha val="0"/>
            </a:srgbClr>
          </a:solidFill>
          <a:ln w="4338">
            <a:solidFill>
              <a:srgbClr val="263238"/>
            </a:solidFill>
            <a:prstDash val="solid"/>
          </a:ln>
        </p:spPr>
      </p:sp>
      <p:sp>
        <p:nvSpPr>
          <p:cNvPr id="399" name="Compact vertical topology edge: source 399"/>
          <p:cNvSpPr/>
          <p:nvPr/>
        </p:nvSpPr>
        <p:spPr>
          <a:xfrm>
            <a:off x="1104900" y="2457450"/>
            <a:ext cx="95" cy="114300"/>
          </a:xfrm>
          <a:prstGeom prst="line">
            <a:avLst/>
          </a:prstGeom>
          <a:solidFill>
            <a:srgbClr val="FFFFFF">
              <a:alpha val="0"/>
            </a:srgbClr>
          </a:solidFill>
          <a:ln w="16256">
            <a:solidFill>
              <a:srgbClr val="263238"/>
            </a:solidFill>
            <a:prstDash val="solid"/>
          </a:ln>
        </p:spPr>
      </p:sp>
      <p:sp>
        <p:nvSpPr>
          <p:cNvPr id="400" name="Compact vertical topology edge: source 400"/>
          <p:cNvSpPr/>
          <p:nvPr/>
        </p:nvSpPr>
        <p:spPr>
          <a:xfrm>
            <a:off x="1104900" y="2571750"/>
            <a:ext cx="95" cy="114300"/>
          </a:xfrm>
          <a:prstGeom prst="line">
            <a:avLst/>
          </a:prstGeom>
          <a:solidFill>
            <a:srgbClr val="FFFFFF">
              <a:alpha val="0"/>
            </a:srgbClr>
          </a:solidFill>
          <a:ln w="16256">
            <a:solidFill>
              <a:srgbClr val="263238"/>
            </a:solidFill>
            <a:prstDash val="solid"/>
          </a:ln>
        </p:spPr>
      </p:sp>
      <p:sp>
        <p:nvSpPr>
          <p:cNvPr id="401" name="Compact vertical topology edge: source 401"/>
          <p:cNvSpPr/>
          <p:nvPr/>
        </p:nvSpPr>
        <p:spPr>
          <a:xfrm>
            <a:off x="1104900" y="2686050"/>
            <a:ext cx="95" cy="133350"/>
          </a:xfrm>
          <a:prstGeom prst="line">
            <a:avLst/>
          </a:prstGeom>
          <a:solidFill>
            <a:srgbClr val="FFFFFF">
              <a:alpha val="0"/>
            </a:srgbClr>
          </a:solidFill>
          <a:ln w="16256">
            <a:solidFill>
              <a:srgbClr val="263238"/>
            </a:solidFill>
            <a:prstDash val="solid"/>
          </a:ln>
        </p:spPr>
      </p:sp>
      <p:sp>
        <p:nvSpPr>
          <p:cNvPr id="402" name="Compact vertical topology edge: source 402"/>
          <p:cNvSpPr/>
          <p:nvPr/>
        </p:nvSpPr>
        <p:spPr>
          <a:xfrm flipV="1">
            <a:off x="917814" y="2819400"/>
            <a:ext cx="187086" cy="133350"/>
          </a:xfrm>
          <a:prstGeom prst="line">
            <a:avLst/>
          </a:prstGeom>
          <a:solidFill>
            <a:srgbClr val="FFFFFF">
              <a:alpha val="0"/>
            </a:srgbClr>
          </a:solidFill>
          <a:ln w="16256">
            <a:solidFill>
              <a:srgbClr val="263238"/>
            </a:solidFill>
            <a:prstDash val="solid"/>
          </a:ln>
        </p:spPr>
      </p:sp>
      <p:sp>
        <p:nvSpPr>
          <p:cNvPr id="403" name="Compact vertical topology edge: source 403"/>
          <p:cNvSpPr/>
          <p:nvPr/>
        </p:nvSpPr>
        <p:spPr>
          <a:xfrm flipV="1">
            <a:off x="779008" y="2952750"/>
            <a:ext cx="138806" cy="133350"/>
          </a:xfrm>
          <a:prstGeom prst="line">
            <a:avLst/>
          </a:prstGeom>
          <a:solidFill>
            <a:srgbClr val="FFFFFF">
              <a:alpha val="0"/>
            </a:srgbClr>
          </a:solidFill>
          <a:ln w="16256">
            <a:solidFill>
              <a:srgbClr val="263238"/>
            </a:solidFill>
            <a:prstDash val="solid"/>
          </a:ln>
        </p:spPr>
      </p:sp>
      <p:sp>
        <p:nvSpPr>
          <p:cNvPr id="404" name="Compact vertical topology edge: source 404"/>
          <p:cNvSpPr/>
          <p:nvPr/>
        </p:nvSpPr>
        <p:spPr>
          <a:xfrm flipV="1">
            <a:off x="688482" y="3086100"/>
            <a:ext cx="90526" cy="133350"/>
          </a:xfrm>
          <a:prstGeom prst="line">
            <a:avLst/>
          </a:prstGeom>
          <a:solidFill>
            <a:srgbClr val="FFFFFF">
              <a:alpha val="0"/>
            </a:srgbClr>
          </a:solidFill>
          <a:ln w="16256">
            <a:solidFill>
              <a:srgbClr val="263238"/>
            </a:solidFill>
            <a:prstDash val="solid"/>
          </a:ln>
        </p:spPr>
      </p:sp>
      <p:sp>
        <p:nvSpPr>
          <p:cNvPr id="405" name="Compact vertical topology edge: source 405"/>
          <p:cNvSpPr/>
          <p:nvPr/>
        </p:nvSpPr>
        <p:spPr>
          <a:xfrm flipV="1">
            <a:off x="561746" y="3219450"/>
            <a:ext cx="126736" cy="133350"/>
          </a:xfrm>
          <a:prstGeom prst="line">
            <a:avLst/>
          </a:prstGeom>
          <a:solidFill>
            <a:srgbClr val="FFFFFF">
              <a:alpha val="0"/>
            </a:srgbClr>
          </a:solidFill>
          <a:ln w="16256">
            <a:solidFill>
              <a:srgbClr val="263238"/>
            </a:solidFill>
            <a:prstDash val="solid"/>
          </a:ln>
        </p:spPr>
      </p:sp>
      <p:sp>
        <p:nvSpPr>
          <p:cNvPr id="406" name="Compact vertical topology edge: source 406"/>
          <p:cNvSpPr/>
          <p:nvPr/>
        </p:nvSpPr>
        <p:spPr>
          <a:xfrm flipV="1">
            <a:off x="501396" y="3352800"/>
            <a:ext cx="60350" cy="133350"/>
          </a:xfrm>
          <a:prstGeom prst="line">
            <a:avLst/>
          </a:prstGeom>
          <a:solidFill>
            <a:srgbClr val="FFFFFF">
              <a:alpha val="0"/>
            </a:srgbClr>
          </a:solidFill>
          <a:ln w="16256">
            <a:solidFill>
              <a:srgbClr val="263238"/>
            </a:solidFill>
            <a:prstDash val="solid"/>
          </a:ln>
        </p:spPr>
      </p:sp>
      <p:sp>
        <p:nvSpPr>
          <p:cNvPr id="407" name="Compact vertical topology edge: source 407"/>
          <p:cNvSpPr/>
          <p:nvPr/>
        </p:nvSpPr>
        <p:spPr>
          <a:xfrm flipV="1">
            <a:off x="465186" y="3486150"/>
            <a:ext cx="36210" cy="133350"/>
          </a:xfrm>
          <a:prstGeom prst="line">
            <a:avLst/>
          </a:prstGeom>
          <a:solidFill>
            <a:srgbClr val="FFFFFF">
              <a:alpha val="0"/>
            </a:srgbClr>
          </a:solidFill>
          <a:ln w="16256">
            <a:solidFill>
              <a:srgbClr val="263238"/>
            </a:solidFill>
            <a:prstDash val="solid"/>
          </a:ln>
        </p:spPr>
      </p:sp>
      <p:sp>
        <p:nvSpPr>
          <p:cNvPr id="408" name="Compact vertical topology edge: source 408"/>
          <p:cNvSpPr/>
          <p:nvPr/>
        </p:nvSpPr>
        <p:spPr>
          <a:xfrm>
            <a:off x="688482" y="3219450"/>
            <a:ext cx="205191" cy="133350"/>
          </a:xfrm>
          <a:prstGeom prst="line">
            <a:avLst/>
          </a:prstGeom>
          <a:solidFill>
            <a:srgbClr val="FFFFFF">
              <a:alpha val="0"/>
            </a:srgbClr>
          </a:solidFill>
          <a:ln w="16256">
            <a:solidFill>
              <a:srgbClr val="263238"/>
            </a:solidFill>
            <a:prstDash val="solid"/>
          </a:ln>
        </p:spPr>
      </p:sp>
      <p:sp>
        <p:nvSpPr>
          <p:cNvPr id="409" name="Compact vertical topology edge: source 409"/>
          <p:cNvSpPr/>
          <p:nvPr/>
        </p:nvSpPr>
        <p:spPr>
          <a:xfrm>
            <a:off x="893674" y="3352800"/>
            <a:ext cx="48280" cy="129931"/>
          </a:xfrm>
          <a:prstGeom prst="line">
            <a:avLst/>
          </a:prstGeom>
          <a:solidFill>
            <a:srgbClr val="FFFFFF">
              <a:alpha val="0"/>
            </a:srgbClr>
          </a:solidFill>
          <a:ln w="16256">
            <a:solidFill>
              <a:srgbClr val="263238"/>
            </a:solidFill>
            <a:prstDash val="solid"/>
          </a:ln>
        </p:spPr>
      </p:sp>
      <p:sp>
        <p:nvSpPr>
          <p:cNvPr id="410" name="Compact vertical topology edge: source 410"/>
          <p:cNvSpPr/>
          <p:nvPr/>
        </p:nvSpPr>
        <p:spPr>
          <a:xfrm>
            <a:off x="941954" y="3482731"/>
            <a:ext cx="48280" cy="136769"/>
          </a:xfrm>
          <a:prstGeom prst="line">
            <a:avLst/>
          </a:prstGeom>
          <a:solidFill>
            <a:srgbClr val="FFFFFF">
              <a:alpha val="0"/>
            </a:srgbClr>
          </a:solidFill>
          <a:ln w="16256">
            <a:solidFill>
              <a:srgbClr val="263238"/>
            </a:solidFill>
            <a:prstDash val="solid"/>
          </a:ln>
        </p:spPr>
      </p:sp>
      <p:sp>
        <p:nvSpPr>
          <p:cNvPr id="411" name="Compact vertical topology edge: source 411"/>
          <p:cNvSpPr/>
          <p:nvPr/>
        </p:nvSpPr>
        <p:spPr>
          <a:xfrm>
            <a:off x="1104900" y="2819400"/>
            <a:ext cx="241402" cy="154405"/>
          </a:xfrm>
          <a:prstGeom prst="line">
            <a:avLst/>
          </a:prstGeom>
          <a:solidFill>
            <a:srgbClr val="FFFFFF">
              <a:alpha val="0"/>
            </a:srgbClr>
          </a:solidFill>
          <a:ln w="16256">
            <a:solidFill>
              <a:srgbClr val="263238"/>
            </a:solidFill>
            <a:prstDash val="solid"/>
          </a:ln>
        </p:spPr>
      </p:sp>
      <p:sp>
        <p:nvSpPr>
          <p:cNvPr id="412" name="Compact vertical topology edge: source 412"/>
          <p:cNvSpPr/>
          <p:nvPr/>
        </p:nvSpPr>
        <p:spPr>
          <a:xfrm>
            <a:off x="1346302" y="2973805"/>
            <a:ext cx="168981" cy="149509"/>
          </a:xfrm>
          <a:prstGeom prst="line">
            <a:avLst/>
          </a:prstGeom>
          <a:solidFill>
            <a:srgbClr val="FFFFFF">
              <a:alpha val="0"/>
            </a:srgbClr>
          </a:solidFill>
          <a:ln w="16256">
            <a:solidFill>
              <a:srgbClr val="263238"/>
            </a:solidFill>
            <a:prstDash val="solid"/>
          </a:ln>
        </p:spPr>
      </p:sp>
      <p:sp>
        <p:nvSpPr>
          <p:cNvPr id="413" name="Compact vertical topology edge: source 413"/>
          <p:cNvSpPr/>
          <p:nvPr/>
        </p:nvSpPr>
        <p:spPr>
          <a:xfrm>
            <a:off x="1515283" y="3123314"/>
            <a:ext cx="95250" cy="152400"/>
          </a:xfrm>
          <a:prstGeom prst="line">
            <a:avLst/>
          </a:prstGeom>
          <a:solidFill>
            <a:srgbClr val="FFFFFF">
              <a:alpha val="0"/>
            </a:srgbClr>
          </a:solidFill>
          <a:ln w="16256">
            <a:solidFill>
              <a:srgbClr val="263238"/>
            </a:solidFill>
            <a:prstDash val="solid"/>
          </a:ln>
        </p:spPr>
      </p:sp>
      <p:sp>
        <p:nvSpPr>
          <p:cNvPr id="414" name="Compact vertical topology: source 414"/>
          <p:cNvSpPr/>
          <p:nvPr/>
        </p:nvSpPr>
        <p:spPr>
          <a:xfrm>
            <a:off x="1039590" y="2392140"/>
            <a:ext cx="130620" cy="130620"/>
          </a:xfrm>
          <a:prstGeom prst="diamond">
            <a:avLst/>
          </a:prstGeom>
          <a:solidFill>
            <a:srgbClr val="7B8790"/>
          </a:solidFill>
          <a:ln w="8636">
            <a:solidFill>
              <a:srgbClr val="263238"/>
            </a:solidFill>
            <a:prstDash val="solid"/>
          </a:ln>
        </p:spPr>
      </p:sp>
      <p:sp>
        <p:nvSpPr>
          <p:cNvPr id="415" name="Compact vertical topology: source 415"/>
          <p:cNvSpPr/>
          <p:nvPr/>
        </p:nvSpPr>
        <p:spPr>
          <a:xfrm>
            <a:off x="1062380" y="2529230"/>
            <a:ext cx="85039" cy="85039"/>
          </a:xfrm>
          <a:prstGeom prst="ellipse">
            <a:avLst/>
          </a:prstGeom>
          <a:solidFill>
            <a:srgbClr val="7B8790"/>
          </a:solidFill>
          <a:ln w="6096">
            <a:solidFill>
              <a:srgbClr val="263238"/>
            </a:solidFill>
            <a:prstDash val="solid"/>
          </a:ln>
        </p:spPr>
      </p:sp>
      <p:sp>
        <p:nvSpPr>
          <p:cNvPr id="416" name="Compact vertical topology: source 416"/>
          <p:cNvSpPr/>
          <p:nvPr/>
        </p:nvSpPr>
        <p:spPr>
          <a:xfrm>
            <a:off x="1062380" y="2643530"/>
            <a:ext cx="85039" cy="85039"/>
          </a:xfrm>
          <a:prstGeom prst="ellipse">
            <a:avLst/>
          </a:prstGeom>
          <a:solidFill>
            <a:srgbClr val="7B8790"/>
          </a:solidFill>
          <a:ln w="6096">
            <a:solidFill>
              <a:srgbClr val="263238"/>
            </a:solidFill>
            <a:prstDash val="solid"/>
          </a:ln>
        </p:spPr>
      </p:sp>
      <p:sp>
        <p:nvSpPr>
          <p:cNvPr id="417" name="Compact vertical topology: source 417"/>
          <p:cNvSpPr/>
          <p:nvPr/>
        </p:nvSpPr>
        <p:spPr>
          <a:xfrm>
            <a:off x="1039590" y="2754090"/>
            <a:ext cx="130620" cy="130620"/>
          </a:xfrm>
          <a:prstGeom prst="diamond">
            <a:avLst/>
          </a:prstGeom>
          <a:solidFill>
            <a:srgbClr val="7B8790"/>
          </a:solidFill>
          <a:ln w="8636">
            <a:solidFill>
              <a:srgbClr val="263238"/>
            </a:solidFill>
            <a:prstDash val="solid"/>
          </a:ln>
        </p:spPr>
      </p:sp>
      <p:sp>
        <p:nvSpPr>
          <p:cNvPr id="418" name="Compact vertical topology: source 418"/>
          <p:cNvSpPr/>
          <p:nvPr/>
        </p:nvSpPr>
        <p:spPr>
          <a:xfrm>
            <a:off x="875294" y="2910230"/>
            <a:ext cx="85039" cy="85039"/>
          </a:xfrm>
          <a:prstGeom prst="ellipse">
            <a:avLst/>
          </a:prstGeom>
          <a:solidFill>
            <a:srgbClr val="B7BEC5"/>
          </a:solidFill>
          <a:ln w="6096">
            <a:solidFill>
              <a:srgbClr val="263238"/>
            </a:solidFill>
            <a:prstDash val="solid"/>
          </a:ln>
        </p:spPr>
      </p:sp>
      <p:sp>
        <p:nvSpPr>
          <p:cNvPr id="419" name="Compact vertical topology: source 419"/>
          <p:cNvSpPr/>
          <p:nvPr/>
        </p:nvSpPr>
        <p:spPr>
          <a:xfrm>
            <a:off x="736488" y="3043580"/>
            <a:ext cx="85039" cy="85039"/>
          </a:xfrm>
          <a:prstGeom prst="ellipse">
            <a:avLst/>
          </a:prstGeom>
          <a:solidFill>
            <a:srgbClr val="B7BEC5"/>
          </a:solidFill>
          <a:ln w="6096">
            <a:solidFill>
              <a:srgbClr val="263238"/>
            </a:solidFill>
            <a:prstDash val="solid"/>
          </a:ln>
        </p:spPr>
      </p:sp>
      <p:sp>
        <p:nvSpPr>
          <p:cNvPr id="420" name="Compact vertical topology: source 420"/>
          <p:cNvSpPr/>
          <p:nvPr/>
        </p:nvSpPr>
        <p:spPr>
          <a:xfrm>
            <a:off x="623172" y="3154140"/>
            <a:ext cx="130620" cy="130620"/>
          </a:xfrm>
          <a:prstGeom prst="diamond">
            <a:avLst/>
          </a:prstGeom>
          <a:solidFill>
            <a:srgbClr val="B7BEC5"/>
          </a:solidFill>
          <a:ln w="8636">
            <a:solidFill>
              <a:srgbClr val="263238"/>
            </a:solidFill>
            <a:prstDash val="solid"/>
          </a:ln>
        </p:spPr>
      </p:sp>
      <p:sp>
        <p:nvSpPr>
          <p:cNvPr id="421" name="Compact vertical topology: source 421"/>
          <p:cNvSpPr/>
          <p:nvPr/>
        </p:nvSpPr>
        <p:spPr>
          <a:xfrm>
            <a:off x="519227" y="3310280"/>
            <a:ext cx="85039" cy="85039"/>
          </a:xfrm>
          <a:prstGeom prst="ellipse">
            <a:avLst/>
          </a:prstGeom>
          <a:solidFill>
            <a:srgbClr val="0072B2"/>
          </a:solidFill>
          <a:ln w="6096">
            <a:solidFill>
              <a:srgbClr val="263238"/>
            </a:solidFill>
            <a:prstDash val="solid"/>
          </a:ln>
        </p:spPr>
      </p:sp>
      <p:sp>
        <p:nvSpPr>
          <p:cNvPr id="422" name="Compact vertical topology: source 422"/>
          <p:cNvSpPr/>
          <p:nvPr/>
        </p:nvSpPr>
        <p:spPr>
          <a:xfrm>
            <a:off x="458876" y="3443630"/>
            <a:ext cx="85039" cy="85039"/>
          </a:xfrm>
          <a:prstGeom prst="ellipse">
            <a:avLst/>
          </a:prstGeom>
          <a:solidFill>
            <a:srgbClr val="0072B2"/>
          </a:solidFill>
          <a:ln w="6096">
            <a:solidFill>
              <a:srgbClr val="263238"/>
            </a:solidFill>
            <a:prstDash val="solid"/>
          </a:ln>
        </p:spPr>
      </p:sp>
      <p:sp>
        <p:nvSpPr>
          <p:cNvPr id="423" name="Compact vertical topology: source 423"/>
          <p:cNvSpPr/>
          <p:nvPr/>
        </p:nvSpPr>
        <p:spPr>
          <a:xfrm>
            <a:off x="399876" y="3554190"/>
            <a:ext cx="130620" cy="130620"/>
          </a:xfrm>
          <a:prstGeom prst="diamond">
            <a:avLst/>
          </a:prstGeom>
          <a:solidFill>
            <a:srgbClr val="0072B2"/>
          </a:solidFill>
          <a:ln w="8636">
            <a:solidFill>
              <a:srgbClr val="263238"/>
            </a:solidFill>
            <a:prstDash val="solid"/>
          </a:ln>
        </p:spPr>
      </p:sp>
      <p:sp>
        <p:nvSpPr>
          <p:cNvPr id="424" name="Compact vertical topology: source 424"/>
          <p:cNvSpPr/>
          <p:nvPr/>
        </p:nvSpPr>
        <p:spPr>
          <a:xfrm>
            <a:off x="851154" y="3310280"/>
            <a:ext cx="85039" cy="85039"/>
          </a:xfrm>
          <a:prstGeom prst="ellipse">
            <a:avLst/>
          </a:prstGeom>
          <a:solidFill>
            <a:srgbClr val="D55E00"/>
          </a:solidFill>
          <a:ln w="6096">
            <a:solidFill>
              <a:srgbClr val="263238"/>
            </a:solidFill>
            <a:prstDash val="solid"/>
          </a:ln>
        </p:spPr>
      </p:sp>
      <p:sp>
        <p:nvSpPr>
          <p:cNvPr id="425" name="Compact vertical topology: source 425"/>
          <p:cNvSpPr/>
          <p:nvPr/>
        </p:nvSpPr>
        <p:spPr>
          <a:xfrm>
            <a:off x="899434" y="3440211"/>
            <a:ext cx="85039" cy="85039"/>
          </a:xfrm>
          <a:prstGeom prst="ellipse">
            <a:avLst/>
          </a:prstGeom>
          <a:solidFill>
            <a:srgbClr val="D55E00"/>
          </a:solidFill>
          <a:ln w="6096">
            <a:solidFill>
              <a:srgbClr val="263238"/>
            </a:solidFill>
            <a:prstDash val="solid"/>
          </a:ln>
        </p:spPr>
      </p:sp>
      <p:sp>
        <p:nvSpPr>
          <p:cNvPr id="426" name="Compact vertical topology: source 426"/>
          <p:cNvSpPr/>
          <p:nvPr/>
        </p:nvSpPr>
        <p:spPr>
          <a:xfrm>
            <a:off x="924924" y="3554190"/>
            <a:ext cx="130620" cy="130620"/>
          </a:xfrm>
          <a:prstGeom prst="diamond">
            <a:avLst/>
          </a:prstGeom>
          <a:solidFill>
            <a:srgbClr val="D55E00"/>
          </a:solidFill>
          <a:ln w="8636">
            <a:solidFill>
              <a:srgbClr val="263238"/>
            </a:solidFill>
            <a:prstDash val="solid"/>
          </a:ln>
        </p:spPr>
      </p:sp>
      <p:sp>
        <p:nvSpPr>
          <p:cNvPr id="427" name="Compact vertical topology: source 427"/>
          <p:cNvSpPr/>
          <p:nvPr/>
        </p:nvSpPr>
        <p:spPr>
          <a:xfrm>
            <a:off x="1303782" y="2931286"/>
            <a:ext cx="85039" cy="85039"/>
          </a:xfrm>
          <a:prstGeom prst="ellipse">
            <a:avLst/>
          </a:prstGeom>
          <a:solidFill>
            <a:srgbClr val="009E73"/>
          </a:solidFill>
          <a:ln w="6096">
            <a:solidFill>
              <a:srgbClr val="263238"/>
            </a:solidFill>
            <a:prstDash val="solid"/>
          </a:ln>
        </p:spPr>
      </p:sp>
      <p:sp>
        <p:nvSpPr>
          <p:cNvPr id="428" name="Compact vertical topology: source 428"/>
          <p:cNvSpPr/>
          <p:nvPr/>
        </p:nvSpPr>
        <p:spPr>
          <a:xfrm>
            <a:off x="1472763" y="3080794"/>
            <a:ext cx="85039" cy="85039"/>
          </a:xfrm>
          <a:prstGeom prst="ellipse">
            <a:avLst/>
          </a:prstGeom>
          <a:solidFill>
            <a:srgbClr val="009E73"/>
          </a:solidFill>
          <a:ln w="6096">
            <a:solidFill>
              <a:srgbClr val="263238"/>
            </a:solidFill>
            <a:prstDash val="solid"/>
          </a:ln>
        </p:spPr>
      </p:sp>
      <p:sp>
        <p:nvSpPr>
          <p:cNvPr id="429" name="Compact vertical topology: source 429"/>
          <p:cNvSpPr/>
          <p:nvPr/>
        </p:nvSpPr>
        <p:spPr>
          <a:xfrm>
            <a:off x="1545223" y="3210404"/>
            <a:ext cx="130620" cy="130620"/>
          </a:xfrm>
          <a:prstGeom prst="diamond">
            <a:avLst/>
          </a:prstGeom>
          <a:solidFill>
            <a:srgbClr val="009E73"/>
          </a:solidFill>
          <a:ln w="8636">
            <a:solidFill>
              <a:srgbClr val="263238"/>
            </a:solidFill>
            <a:prstDash val="solid"/>
          </a:ln>
        </p:spPr>
      </p:sp>
      <p:sp>
        <p:nvSpPr>
          <p:cNvPr id="430" name="Shape 428"/>
          <p:cNvSpPr/>
          <p:nvPr/>
        </p:nvSpPr>
        <p:spPr>
          <a:xfrm>
            <a:off x="238125" y="3762375"/>
            <a:ext cx="85725" cy="85725"/>
          </a:xfrm>
          <a:prstGeom prst="diamond">
            <a:avLst/>
          </a:prstGeom>
          <a:solidFill>
            <a:srgbClr val="7B8790"/>
          </a:solidFill>
          <a:ln w="13716">
            <a:solidFill>
              <a:srgbClr val="263238"/>
            </a:solidFill>
            <a:prstDash val="solid"/>
          </a:ln>
        </p:spPr>
      </p:sp>
      <p:sp>
        <p:nvSpPr>
          <p:cNvPr id="431" name="Text 429"/>
          <p:cNvSpPr/>
          <p:nvPr/>
        </p:nvSpPr>
        <p:spPr>
          <a:xfrm>
            <a:off x="371475" y="3714750"/>
            <a:ext cx="619125" cy="190500"/>
          </a:xfrm>
          <a:prstGeom prst="rect">
            <a:avLst/>
          </a:prstGeom>
          <a:noFill/>
        </p:spPr>
        <p:txBody>
          <a:bodyPr wrap="square" lIns="0" tIns="0" rIns="0" bIns="0" rtlCol="0" anchor="ctr">
            <a:normAutofit/>
          </a:bodyPr>
          <a:lstStyle/>
          <a:p>
            <a:pPr marL="0" indent="0" algn="l">
              <a:buNone/>
            </a:pPr>
            <a:r>
              <a:rPr lang="en-US" sz="975" dirty="0">
                <a:solidFill>
                  <a:srgbClr val="000000"/>
                </a:solidFill>
                <a:latin typeface="Arial" panose="020B0604020202090204" pitchFamily="34" charset="0"/>
                <a:ea typeface="Arial" panose="020B0604020202090204" pitchFamily="34" charset="-122"/>
                <a:cs typeface="Arial" panose="020B0604020202090204" pitchFamily="34" charset="-120"/>
              </a:rPr>
              <a:t>Critical</a:t>
            </a:r>
            <a:endParaRPr lang="en-US" sz="975" dirty="0"/>
          </a:p>
        </p:txBody>
      </p:sp>
      <p:sp>
        <p:nvSpPr>
          <p:cNvPr id="432" name="Shape 430"/>
          <p:cNvSpPr/>
          <p:nvPr/>
        </p:nvSpPr>
        <p:spPr>
          <a:xfrm>
            <a:off x="1143000" y="3762375"/>
            <a:ext cx="85725" cy="85725"/>
          </a:xfrm>
          <a:prstGeom prst="ellipse">
            <a:avLst/>
          </a:prstGeom>
          <a:solidFill>
            <a:srgbClr val="B7BEC5"/>
          </a:solidFill>
          <a:ln w="12700">
            <a:solidFill>
              <a:srgbClr val="263238"/>
            </a:solidFill>
            <a:prstDash val="solid"/>
          </a:ln>
        </p:spPr>
      </p:sp>
      <p:sp>
        <p:nvSpPr>
          <p:cNvPr id="433" name="Text 431"/>
          <p:cNvSpPr/>
          <p:nvPr/>
        </p:nvSpPr>
        <p:spPr>
          <a:xfrm>
            <a:off x="1285875" y="3714750"/>
            <a:ext cx="628650" cy="190500"/>
          </a:xfrm>
          <a:prstGeom prst="rect">
            <a:avLst/>
          </a:prstGeom>
          <a:noFill/>
        </p:spPr>
        <p:txBody>
          <a:bodyPr wrap="square" lIns="0" tIns="0" rIns="0" bIns="0" rtlCol="0" anchor="ctr">
            <a:normAutofit/>
          </a:bodyPr>
          <a:lstStyle/>
          <a:p>
            <a:pPr marL="0" indent="0" algn="l">
              <a:buNone/>
            </a:pPr>
            <a:r>
              <a:rPr lang="en-US" sz="975" dirty="0">
                <a:solidFill>
                  <a:srgbClr val="000000"/>
                </a:solidFill>
                <a:latin typeface="Arial" panose="020B0604020202090204" pitchFamily="34" charset="0"/>
                <a:ea typeface="Arial" panose="020B0604020202090204" pitchFamily="34" charset="-122"/>
                <a:cs typeface="Arial" panose="020B0604020202090204" pitchFamily="34" charset="-120"/>
              </a:rPr>
              <a:t>Regular</a:t>
            </a:r>
            <a:endParaRPr lang="en-US" sz="975" dirty="0"/>
          </a:p>
        </p:txBody>
      </p:sp>
      <p:sp>
        <p:nvSpPr>
          <p:cNvPr id="446" name="TMTM linearization: source 446"/>
          <p:cNvSpPr/>
          <p:nvPr/>
        </p:nvSpPr>
        <p:spPr>
          <a:xfrm>
            <a:off x="2714701" y="1057275"/>
            <a:ext cx="2592324" cy="823"/>
          </a:xfrm>
          <a:prstGeom prst="line">
            <a:avLst/>
          </a:prstGeom>
          <a:solidFill>
            <a:srgbClr val="FFFFFF">
              <a:alpha val="0"/>
            </a:srgbClr>
          </a:solidFill>
          <a:ln w="8687">
            <a:solidFill>
              <a:srgbClr val="7B8790"/>
            </a:solidFill>
            <a:prstDash val="solid"/>
          </a:ln>
        </p:spPr>
      </p:sp>
      <p:sp>
        <p:nvSpPr>
          <p:cNvPr id="447" name="TMTM linearization: source 447"/>
          <p:cNvSpPr/>
          <p:nvPr/>
        </p:nvSpPr>
        <p:spPr>
          <a:xfrm>
            <a:off x="2727241" y="988805"/>
            <a:ext cx="136940" cy="136940"/>
          </a:xfrm>
          <a:prstGeom prst="diamond">
            <a:avLst/>
          </a:prstGeom>
          <a:solidFill>
            <a:srgbClr val="7B8790"/>
          </a:solidFill>
          <a:ln w="9716">
            <a:solidFill>
              <a:srgbClr val="263238"/>
            </a:solidFill>
            <a:prstDash val="solid"/>
          </a:ln>
        </p:spPr>
      </p:sp>
      <p:sp>
        <p:nvSpPr>
          <p:cNvPr id="448" name="TMTM linearization: source 448"/>
          <p:cNvSpPr/>
          <p:nvPr/>
        </p:nvSpPr>
        <p:spPr>
          <a:xfrm>
            <a:off x="2904239" y="1003783"/>
            <a:ext cx="106985" cy="106985"/>
          </a:xfrm>
          <a:prstGeom prst="ellipse">
            <a:avLst/>
          </a:prstGeom>
          <a:solidFill>
            <a:srgbClr val="7B8790"/>
          </a:solidFill>
          <a:ln w="6858">
            <a:solidFill>
              <a:srgbClr val="263238"/>
            </a:solidFill>
            <a:prstDash val="solid"/>
          </a:ln>
        </p:spPr>
      </p:sp>
      <p:sp>
        <p:nvSpPr>
          <p:cNvPr id="449" name="TMTM linearization: source 449"/>
          <p:cNvSpPr/>
          <p:nvPr/>
        </p:nvSpPr>
        <p:spPr>
          <a:xfrm>
            <a:off x="3066259" y="1003783"/>
            <a:ext cx="106985" cy="106985"/>
          </a:xfrm>
          <a:prstGeom prst="ellipse">
            <a:avLst/>
          </a:prstGeom>
          <a:solidFill>
            <a:srgbClr val="B7BEC5"/>
          </a:solidFill>
          <a:ln w="6858">
            <a:solidFill>
              <a:srgbClr val="263238"/>
            </a:solidFill>
            <a:prstDash val="solid"/>
          </a:ln>
        </p:spPr>
      </p:sp>
      <p:sp>
        <p:nvSpPr>
          <p:cNvPr id="450" name="TMTM linearization: source 450"/>
          <p:cNvSpPr/>
          <p:nvPr/>
        </p:nvSpPr>
        <p:spPr>
          <a:xfrm>
            <a:off x="3228280" y="1003783"/>
            <a:ext cx="106985" cy="106985"/>
          </a:xfrm>
          <a:prstGeom prst="ellipse">
            <a:avLst/>
          </a:prstGeom>
          <a:solidFill>
            <a:srgbClr val="0072B2"/>
          </a:solidFill>
          <a:ln w="6858">
            <a:solidFill>
              <a:srgbClr val="263238"/>
            </a:solidFill>
            <a:prstDash val="solid"/>
          </a:ln>
        </p:spPr>
      </p:sp>
      <p:sp>
        <p:nvSpPr>
          <p:cNvPr id="451" name="TMTM linearization: source 451"/>
          <p:cNvSpPr/>
          <p:nvPr/>
        </p:nvSpPr>
        <p:spPr>
          <a:xfrm>
            <a:off x="3375322" y="988805"/>
            <a:ext cx="136940" cy="136940"/>
          </a:xfrm>
          <a:prstGeom prst="diamond">
            <a:avLst/>
          </a:prstGeom>
          <a:solidFill>
            <a:srgbClr val="0072B2"/>
          </a:solidFill>
          <a:ln w="9716">
            <a:solidFill>
              <a:srgbClr val="263238"/>
            </a:solidFill>
            <a:prstDash val="solid"/>
          </a:ln>
        </p:spPr>
      </p:sp>
      <p:sp>
        <p:nvSpPr>
          <p:cNvPr id="452" name="TMTM linearization: source 452"/>
          <p:cNvSpPr/>
          <p:nvPr/>
        </p:nvSpPr>
        <p:spPr>
          <a:xfrm>
            <a:off x="3552320" y="1003783"/>
            <a:ext cx="106985" cy="106985"/>
          </a:xfrm>
          <a:prstGeom prst="ellipse">
            <a:avLst/>
          </a:prstGeom>
          <a:solidFill>
            <a:srgbClr val="0072B2"/>
          </a:solidFill>
          <a:ln w="6858">
            <a:solidFill>
              <a:srgbClr val="263238"/>
            </a:solidFill>
            <a:prstDash val="solid"/>
          </a:ln>
        </p:spPr>
      </p:sp>
      <p:sp>
        <p:nvSpPr>
          <p:cNvPr id="453" name="TMTM linearization: source 453"/>
          <p:cNvSpPr/>
          <p:nvPr/>
        </p:nvSpPr>
        <p:spPr>
          <a:xfrm>
            <a:off x="3699362" y="988805"/>
            <a:ext cx="136940" cy="136940"/>
          </a:xfrm>
          <a:prstGeom prst="diamond">
            <a:avLst/>
          </a:prstGeom>
          <a:solidFill>
            <a:srgbClr val="B7BEC5"/>
          </a:solidFill>
          <a:ln w="9716">
            <a:solidFill>
              <a:srgbClr val="263238"/>
            </a:solidFill>
            <a:prstDash val="solid"/>
          </a:ln>
        </p:spPr>
      </p:sp>
      <p:sp>
        <p:nvSpPr>
          <p:cNvPr id="454" name="TMTM linearization: source 454"/>
          <p:cNvSpPr/>
          <p:nvPr/>
        </p:nvSpPr>
        <p:spPr>
          <a:xfrm>
            <a:off x="3876361" y="1003783"/>
            <a:ext cx="106985" cy="106985"/>
          </a:xfrm>
          <a:prstGeom prst="ellipse">
            <a:avLst/>
          </a:prstGeom>
          <a:solidFill>
            <a:srgbClr val="D55E00"/>
          </a:solidFill>
          <a:ln w="6858">
            <a:solidFill>
              <a:srgbClr val="263238"/>
            </a:solidFill>
            <a:prstDash val="solid"/>
          </a:ln>
        </p:spPr>
      </p:sp>
      <p:sp>
        <p:nvSpPr>
          <p:cNvPr id="455" name="TMTM linearization: source 455"/>
          <p:cNvSpPr/>
          <p:nvPr/>
        </p:nvSpPr>
        <p:spPr>
          <a:xfrm>
            <a:off x="4023403" y="988805"/>
            <a:ext cx="136940" cy="136940"/>
          </a:xfrm>
          <a:prstGeom prst="diamond">
            <a:avLst/>
          </a:prstGeom>
          <a:solidFill>
            <a:srgbClr val="D55E00"/>
          </a:solidFill>
          <a:ln w="9716">
            <a:solidFill>
              <a:srgbClr val="263238"/>
            </a:solidFill>
            <a:prstDash val="solid"/>
          </a:ln>
        </p:spPr>
      </p:sp>
      <p:sp>
        <p:nvSpPr>
          <p:cNvPr id="456" name="TMTM linearization: source 456"/>
          <p:cNvSpPr/>
          <p:nvPr/>
        </p:nvSpPr>
        <p:spPr>
          <a:xfrm>
            <a:off x="4200401" y="1003783"/>
            <a:ext cx="106985" cy="106985"/>
          </a:xfrm>
          <a:prstGeom prst="ellipse">
            <a:avLst/>
          </a:prstGeom>
          <a:solidFill>
            <a:srgbClr val="D55E00"/>
          </a:solidFill>
          <a:ln w="6858">
            <a:solidFill>
              <a:srgbClr val="263238"/>
            </a:solidFill>
            <a:prstDash val="solid"/>
          </a:ln>
        </p:spPr>
      </p:sp>
      <p:sp>
        <p:nvSpPr>
          <p:cNvPr id="457" name="TMTM linearization: source 457"/>
          <p:cNvSpPr/>
          <p:nvPr/>
        </p:nvSpPr>
        <p:spPr>
          <a:xfrm>
            <a:off x="4362421" y="1003783"/>
            <a:ext cx="106985" cy="106985"/>
          </a:xfrm>
          <a:prstGeom prst="ellipse">
            <a:avLst/>
          </a:prstGeom>
          <a:solidFill>
            <a:srgbClr val="B7BEC5"/>
          </a:solidFill>
          <a:ln w="6858">
            <a:solidFill>
              <a:srgbClr val="263238"/>
            </a:solidFill>
            <a:prstDash val="solid"/>
          </a:ln>
        </p:spPr>
      </p:sp>
      <p:sp>
        <p:nvSpPr>
          <p:cNvPr id="458" name="TMTM linearization: source 458"/>
          <p:cNvSpPr/>
          <p:nvPr/>
        </p:nvSpPr>
        <p:spPr>
          <a:xfrm>
            <a:off x="4509464" y="988805"/>
            <a:ext cx="136940" cy="136940"/>
          </a:xfrm>
          <a:prstGeom prst="diamond">
            <a:avLst/>
          </a:prstGeom>
          <a:solidFill>
            <a:srgbClr val="7B8790"/>
          </a:solidFill>
          <a:ln w="9716">
            <a:solidFill>
              <a:srgbClr val="263238"/>
            </a:solidFill>
            <a:prstDash val="solid"/>
          </a:ln>
        </p:spPr>
      </p:sp>
      <p:sp>
        <p:nvSpPr>
          <p:cNvPr id="459" name="TMTM linearization: source 459"/>
          <p:cNvSpPr/>
          <p:nvPr/>
        </p:nvSpPr>
        <p:spPr>
          <a:xfrm>
            <a:off x="4686462" y="1003783"/>
            <a:ext cx="106985" cy="106985"/>
          </a:xfrm>
          <a:prstGeom prst="ellipse">
            <a:avLst/>
          </a:prstGeom>
          <a:solidFill>
            <a:srgbClr val="009E73"/>
          </a:solidFill>
          <a:ln w="6858">
            <a:solidFill>
              <a:srgbClr val="263238"/>
            </a:solidFill>
            <a:prstDash val="solid"/>
          </a:ln>
        </p:spPr>
      </p:sp>
      <p:sp>
        <p:nvSpPr>
          <p:cNvPr id="460" name="TMTM linearization: source 460"/>
          <p:cNvSpPr/>
          <p:nvPr/>
        </p:nvSpPr>
        <p:spPr>
          <a:xfrm>
            <a:off x="4833505" y="988805"/>
            <a:ext cx="136940" cy="136940"/>
          </a:xfrm>
          <a:prstGeom prst="diamond">
            <a:avLst/>
          </a:prstGeom>
          <a:solidFill>
            <a:srgbClr val="009E73"/>
          </a:solidFill>
          <a:ln w="9716">
            <a:solidFill>
              <a:srgbClr val="263238"/>
            </a:solidFill>
            <a:prstDash val="solid"/>
          </a:ln>
        </p:spPr>
      </p:sp>
      <p:sp>
        <p:nvSpPr>
          <p:cNvPr id="461" name="TMTM linearization: source 461"/>
          <p:cNvSpPr/>
          <p:nvPr/>
        </p:nvSpPr>
        <p:spPr>
          <a:xfrm>
            <a:off x="5010502" y="1003783"/>
            <a:ext cx="106985" cy="106985"/>
          </a:xfrm>
          <a:prstGeom prst="ellipse">
            <a:avLst/>
          </a:prstGeom>
          <a:solidFill>
            <a:srgbClr val="009E73"/>
          </a:solidFill>
          <a:ln w="6858">
            <a:solidFill>
              <a:srgbClr val="263238"/>
            </a:solidFill>
            <a:prstDash val="solid"/>
          </a:ln>
        </p:spPr>
      </p:sp>
      <p:sp>
        <p:nvSpPr>
          <p:cNvPr id="462" name="TMTM linearization: source 462"/>
          <p:cNvSpPr/>
          <p:nvPr/>
        </p:nvSpPr>
        <p:spPr>
          <a:xfrm>
            <a:off x="5172523" y="1003783"/>
            <a:ext cx="106985" cy="106985"/>
          </a:xfrm>
          <a:prstGeom prst="ellipse">
            <a:avLst/>
          </a:prstGeom>
          <a:solidFill>
            <a:srgbClr val="7B8790"/>
          </a:solidFill>
          <a:ln w="6858">
            <a:solidFill>
              <a:srgbClr val="263238"/>
            </a:solidFill>
            <a:prstDash val="solid"/>
          </a:ln>
        </p:spPr>
      </p:sp>
      <p:sp>
        <p:nvSpPr>
          <p:cNvPr id="463" name="TMTM linearization: source 463"/>
          <p:cNvSpPr/>
          <p:nvPr/>
        </p:nvSpPr>
        <p:spPr>
          <a:xfrm>
            <a:off x="2714701" y="1263015"/>
            <a:ext cx="165312" cy="172822"/>
          </a:xfrm>
          <a:prstGeom prst="rect">
            <a:avLst/>
          </a:prstGeom>
          <a:solidFill>
            <a:srgbClr val="7B8790"/>
          </a:solidFill>
          <a:ln w="3772">
            <a:solidFill>
              <a:srgbClr val="FFFFFF"/>
            </a:solidFill>
            <a:prstDash val="solid"/>
          </a:ln>
        </p:spPr>
      </p:sp>
      <p:sp>
        <p:nvSpPr>
          <p:cNvPr id="464" name="TMTM linearization: source 464"/>
          <p:cNvSpPr/>
          <p:nvPr/>
        </p:nvSpPr>
        <p:spPr>
          <a:xfrm>
            <a:off x="2876722" y="1263015"/>
            <a:ext cx="165312" cy="172822"/>
          </a:xfrm>
          <a:prstGeom prst="rect">
            <a:avLst/>
          </a:prstGeom>
          <a:solidFill>
            <a:srgbClr val="7B8790"/>
          </a:solidFill>
          <a:ln w="3772">
            <a:solidFill>
              <a:srgbClr val="FFFFFF"/>
            </a:solidFill>
            <a:prstDash val="solid"/>
          </a:ln>
        </p:spPr>
      </p:sp>
      <p:sp>
        <p:nvSpPr>
          <p:cNvPr id="465" name="TMTM linearization: source 465"/>
          <p:cNvSpPr/>
          <p:nvPr/>
        </p:nvSpPr>
        <p:spPr>
          <a:xfrm>
            <a:off x="3038742" y="1263015"/>
            <a:ext cx="165312" cy="172822"/>
          </a:xfrm>
          <a:prstGeom prst="rect">
            <a:avLst/>
          </a:prstGeom>
          <a:solidFill>
            <a:srgbClr val="B7BEC5"/>
          </a:solidFill>
          <a:ln w="3772">
            <a:solidFill>
              <a:srgbClr val="FFFFFF"/>
            </a:solidFill>
            <a:prstDash val="solid"/>
          </a:ln>
        </p:spPr>
      </p:sp>
      <p:sp>
        <p:nvSpPr>
          <p:cNvPr id="466" name="TMTM linearization: source 466"/>
          <p:cNvSpPr/>
          <p:nvPr/>
        </p:nvSpPr>
        <p:spPr>
          <a:xfrm>
            <a:off x="3200762" y="1263015"/>
            <a:ext cx="165312" cy="172822"/>
          </a:xfrm>
          <a:prstGeom prst="rect">
            <a:avLst/>
          </a:prstGeom>
          <a:solidFill>
            <a:srgbClr val="0072B2"/>
          </a:solidFill>
          <a:ln w="3772">
            <a:solidFill>
              <a:srgbClr val="FFFFFF"/>
            </a:solidFill>
            <a:prstDash val="solid"/>
          </a:ln>
        </p:spPr>
      </p:sp>
      <p:sp>
        <p:nvSpPr>
          <p:cNvPr id="467" name="TMTM linearization: source 467"/>
          <p:cNvSpPr/>
          <p:nvPr/>
        </p:nvSpPr>
        <p:spPr>
          <a:xfrm>
            <a:off x="3362782" y="1263015"/>
            <a:ext cx="165312" cy="172822"/>
          </a:xfrm>
          <a:prstGeom prst="rect">
            <a:avLst/>
          </a:prstGeom>
          <a:solidFill>
            <a:srgbClr val="0072B2"/>
          </a:solidFill>
          <a:ln w="3772">
            <a:solidFill>
              <a:srgbClr val="FFFFFF"/>
            </a:solidFill>
            <a:prstDash val="solid"/>
          </a:ln>
        </p:spPr>
      </p:sp>
      <p:sp>
        <p:nvSpPr>
          <p:cNvPr id="468" name="TMTM linearization: source 468"/>
          <p:cNvSpPr/>
          <p:nvPr/>
        </p:nvSpPr>
        <p:spPr>
          <a:xfrm>
            <a:off x="3524803" y="1263015"/>
            <a:ext cx="165312" cy="172822"/>
          </a:xfrm>
          <a:prstGeom prst="rect">
            <a:avLst/>
          </a:prstGeom>
          <a:solidFill>
            <a:srgbClr val="0072B2"/>
          </a:solidFill>
          <a:ln w="3772">
            <a:solidFill>
              <a:srgbClr val="FFFFFF"/>
            </a:solidFill>
            <a:prstDash val="solid"/>
          </a:ln>
        </p:spPr>
      </p:sp>
      <p:sp>
        <p:nvSpPr>
          <p:cNvPr id="469" name="TMTM linearization: source 469"/>
          <p:cNvSpPr/>
          <p:nvPr/>
        </p:nvSpPr>
        <p:spPr>
          <a:xfrm>
            <a:off x="3686823" y="1263015"/>
            <a:ext cx="165312" cy="172822"/>
          </a:xfrm>
          <a:prstGeom prst="rect">
            <a:avLst/>
          </a:prstGeom>
          <a:solidFill>
            <a:srgbClr val="B7BEC5"/>
          </a:solidFill>
          <a:ln w="3772">
            <a:solidFill>
              <a:srgbClr val="FFFFFF"/>
            </a:solidFill>
            <a:prstDash val="solid"/>
          </a:ln>
        </p:spPr>
      </p:sp>
      <p:sp>
        <p:nvSpPr>
          <p:cNvPr id="470" name="TMTM linearization: source 470"/>
          <p:cNvSpPr/>
          <p:nvPr/>
        </p:nvSpPr>
        <p:spPr>
          <a:xfrm>
            <a:off x="3848843" y="1263015"/>
            <a:ext cx="165312" cy="172822"/>
          </a:xfrm>
          <a:prstGeom prst="rect">
            <a:avLst/>
          </a:prstGeom>
          <a:solidFill>
            <a:srgbClr val="D55E00"/>
          </a:solidFill>
          <a:ln w="3772">
            <a:solidFill>
              <a:srgbClr val="FFFFFF"/>
            </a:solidFill>
            <a:prstDash val="solid"/>
          </a:ln>
        </p:spPr>
      </p:sp>
      <p:sp>
        <p:nvSpPr>
          <p:cNvPr id="471" name="TMTM linearization: source 471"/>
          <p:cNvSpPr/>
          <p:nvPr/>
        </p:nvSpPr>
        <p:spPr>
          <a:xfrm>
            <a:off x="4010863" y="1263015"/>
            <a:ext cx="165312" cy="172822"/>
          </a:xfrm>
          <a:prstGeom prst="rect">
            <a:avLst/>
          </a:prstGeom>
          <a:solidFill>
            <a:srgbClr val="D55E00"/>
          </a:solidFill>
          <a:ln w="3772">
            <a:solidFill>
              <a:srgbClr val="FFFFFF"/>
            </a:solidFill>
            <a:prstDash val="solid"/>
          </a:ln>
        </p:spPr>
      </p:sp>
      <p:sp>
        <p:nvSpPr>
          <p:cNvPr id="472" name="TMTM linearization: source 472"/>
          <p:cNvSpPr/>
          <p:nvPr/>
        </p:nvSpPr>
        <p:spPr>
          <a:xfrm>
            <a:off x="4172884" y="1263015"/>
            <a:ext cx="165312" cy="172822"/>
          </a:xfrm>
          <a:prstGeom prst="rect">
            <a:avLst/>
          </a:prstGeom>
          <a:solidFill>
            <a:srgbClr val="D55E00"/>
          </a:solidFill>
          <a:ln w="3772">
            <a:solidFill>
              <a:srgbClr val="FFFFFF"/>
            </a:solidFill>
            <a:prstDash val="solid"/>
          </a:ln>
        </p:spPr>
      </p:sp>
      <p:sp>
        <p:nvSpPr>
          <p:cNvPr id="473" name="TMTM linearization: source 473"/>
          <p:cNvSpPr/>
          <p:nvPr/>
        </p:nvSpPr>
        <p:spPr>
          <a:xfrm>
            <a:off x="4334904" y="1263015"/>
            <a:ext cx="165312" cy="172822"/>
          </a:xfrm>
          <a:prstGeom prst="rect">
            <a:avLst/>
          </a:prstGeom>
          <a:solidFill>
            <a:srgbClr val="B7BEC5"/>
          </a:solidFill>
          <a:ln w="3772">
            <a:solidFill>
              <a:srgbClr val="FFFFFF"/>
            </a:solidFill>
            <a:prstDash val="solid"/>
          </a:ln>
        </p:spPr>
      </p:sp>
      <p:sp>
        <p:nvSpPr>
          <p:cNvPr id="474" name="TMTM linearization: source 474"/>
          <p:cNvSpPr/>
          <p:nvPr/>
        </p:nvSpPr>
        <p:spPr>
          <a:xfrm>
            <a:off x="4496924" y="1263015"/>
            <a:ext cx="165312" cy="172822"/>
          </a:xfrm>
          <a:prstGeom prst="rect">
            <a:avLst/>
          </a:prstGeom>
          <a:solidFill>
            <a:srgbClr val="7B8790"/>
          </a:solidFill>
          <a:ln w="3772">
            <a:solidFill>
              <a:srgbClr val="FFFFFF"/>
            </a:solidFill>
            <a:prstDash val="solid"/>
          </a:ln>
        </p:spPr>
      </p:sp>
      <p:sp>
        <p:nvSpPr>
          <p:cNvPr id="475" name="TMTM linearization: source 475"/>
          <p:cNvSpPr/>
          <p:nvPr/>
        </p:nvSpPr>
        <p:spPr>
          <a:xfrm>
            <a:off x="4658944" y="1263015"/>
            <a:ext cx="165312" cy="172822"/>
          </a:xfrm>
          <a:prstGeom prst="rect">
            <a:avLst/>
          </a:prstGeom>
          <a:solidFill>
            <a:srgbClr val="009E73"/>
          </a:solidFill>
          <a:ln w="3772">
            <a:solidFill>
              <a:srgbClr val="FFFFFF"/>
            </a:solidFill>
            <a:prstDash val="solid"/>
          </a:ln>
        </p:spPr>
      </p:sp>
      <p:sp>
        <p:nvSpPr>
          <p:cNvPr id="476" name="TMTM linearization: source 476"/>
          <p:cNvSpPr/>
          <p:nvPr/>
        </p:nvSpPr>
        <p:spPr>
          <a:xfrm>
            <a:off x="4820965" y="1263015"/>
            <a:ext cx="165312" cy="172822"/>
          </a:xfrm>
          <a:prstGeom prst="rect">
            <a:avLst/>
          </a:prstGeom>
          <a:solidFill>
            <a:srgbClr val="009E73"/>
          </a:solidFill>
          <a:ln w="3772">
            <a:solidFill>
              <a:srgbClr val="FFFFFF"/>
            </a:solidFill>
            <a:prstDash val="solid"/>
          </a:ln>
        </p:spPr>
      </p:sp>
      <p:sp>
        <p:nvSpPr>
          <p:cNvPr id="477" name="TMTM linearization: source 477"/>
          <p:cNvSpPr/>
          <p:nvPr/>
        </p:nvSpPr>
        <p:spPr>
          <a:xfrm>
            <a:off x="4982985" y="1263015"/>
            <a:ext cx="165312" cy="172822"/>
          </a:xfrm>
          <a:prstGeom prst="rect">
            <a:avLst/>
          </a:prstGeom>
          <a:solidFill>
            <a:srgbClr val="009E73"/>
          </a:solidFill>
          <a:ln w="3772">
            <a:solidFill>
              <a:srgbClr val="FFFFFF"/>
            </a:solidFill>
            <a:prstDash val="solid"/>
          </a:ln>
        </p:spPr>
      </p:sp>
      <p:sp>
        <p:nvSpPr>
          <p:cNvPr id="478" name="TMTM linearization: source 478"/>
          <p:cNvSpPr/>
          <p:nvPr/>
        </p:nvSpPr>
        <p:spPr>
          <a:xfrm>
            <a:off x="5145005" y="1263015"/>
            <a:ext cx="165312" cy="172822"/>
          </a:xfrm>
          <a:prstGeom prst="rect">
            <a:avLst/>
          </a:prstGeom>
          <a:solidFill>
            <a:srgbClr val="7B8790"/>
          </a:solidFill>
          <a:ln w="3772">
            <a:solidFill>
              <a:srgbClr val="FFFFFF"/>
            </a:solidFill>
            <a:prstDash val="solid"/>
          </a:ln>
        </p:spPr>
      </p:sp>
      <p:sp>
        <p:nvSpPr>
          <p:cNvPr id="479" name="TMTM linearization: source 479"/>
          <p:cNvSpPr/>
          <p:nvPr/>
        </p:nvSpPr>
        <p:spPr>
          <a:xfrm>
            <a:off x="2714701" y="1263015"/>
            <a:ext cx="2592324" cy="172822"/>
          </a:xfrm>
          <a:prstGeom prst="rect">
            <a:avLst/>
          </a:prstGeom>
          <a:solidFill>
            <a:srgbClr val="FFFFFF">
              <a:alpha val="0"/>
            </a:srgbClr>
          </a:solidFill>
          <a:ln w="8801">
            <a:solidFill>
              <a:srgbClr val="263238"/>
            </a:solidFill>
            <a:prstDash val="solid"/>
          </a:ln>
        </p:spPr>
      </p:sp>
      <p:sp>
        <p:nvSpPr>
          <p:cNvPr id="483" name="TMTM temporal row 0: source 483"/>
          <p:cNvSpPr/>
          <p:nvPr/>
        </p:nvSpPr>
        <p:spPr>
          <a:xfrm>
            <a:off x="5884164" y="828675"/>
            <a:ext cx="2839212" cy="279806"/>
          </a:xfrm>
          <a:prstGeom prst="rect">
            <a:avLst/>
          </a:prstGeom>
          <a:solidFill>
            <a:srgbClr val="FFFFFF">
              <a:alpha val="0"/>
            </a:srgbClr>
          </a:solidFill>
          <a:ln w="8572">
            <a:solidFill>
              <a:srgbClr val="DFE4E8"/>
            </a:solidFill>
            <a:prstDash val="solid"/>
          </a:ln>
        </p:spPr>
      </p:sp>
      <p:sp>
        <p:nvSpPr>
          <p:cNvPr id="484" name="TMTM temporal row 0: source 484"/>
          <p:cNvSpPr/>
          <p:nvPr/>
        </p:nvSpPr>
        <p:spPr>
          <a:xfrm>
            <a:off x="5970575" y="976808"/>
            <a:ext cx="2674620" cy="823"/>
          </a:xfrm>
          <a:prstGeom prst="line">
            <a:avLst/>
          </a:prstGeom>
          <a:solidFill>
            <a:srgbClr val="FFFFFF">
              <a:alpha val="0"/>
            </a:srgbClr>
          </a:solidFill>
          <a:ln w="8687">
            <a:solidFill>
              <a:srgbClr val="7B8790"/>
            </a:solidFill>
            <a:prstDash val="solid"/>
          </a:ln>
        </p:spPr>
      </p:sp>
      <p:sp>
        <p:nvSpPr>
          <p:cNvPr id="485" name="TMTM temporal row 0: source 485"/>
          <p:cNvSpPr/>
          <p:nvPr/>
        </p:nvSpPr>
        <p:spPr>
          <a:xfrm>
            <a:off x="5997273" y="919925"/>
            <a:ext cx="113766" cy="113766"/>
          </a:xfrm>
          <a:prstGeom prst="diamond">
            <a:avLst/>
          </a:prstGeom>
          <a:solidFill>
            <a:srgbClr val="7B8790"/>
          </a:solidFill>
          <a:ln w="9716">
            <a:solidFill>
              <a:srgbClr val="263238"/>
            </a:solidFill>
            <a:prstDash val="solid"/>
          </a:ln>
        </p:spPr>
      </p:sp>
      <p:sp>
        <p:nvSpPr>
          <p:cNvPr id="486" name="TMTM temporal row 0: source 486"/>
          <p:cNvSpPr/>
          <p:nvPr/>
        </p:nvSpPr>
        <p:spPr>
          <a:xfrm>
            <a:off x="6176881" y="932368"/>
            <a:ext cx="88880" cy="88880"/>
          </a:xfrm>
          <a:prstGeom prst="ellipse">
            <a:avLst/>
          </a:prstGeom>
          <a:solidFill>
            <a:srgbClr val="7B8790"/>
          </a:solidFill>
          <a:ln w="6858">
            <a:solidFill>
              <a:srgbClr val="263238"/>
            </a:solidFill>
            <a:prstDash val="solid"/>
          </a:ln>
        </p:spPr>
      </p:sp>
      <p:sp>
        <p:nvSpPr>
          <p:cNvPr id="487" name="TMTM temporal row 0: source 487"/>
          <p:cNvSpPr/>
          <p:nvPr/>
        </p:nvSpPr>
        <p:spPr>
          <a:xfrm>
            <a:off x="6344044" y="932368"/>
            <a:ext cx="88880" cy="88880"/>
          </a:xfrm>
          <a:prstGeom prst="ellipse">
            <a:avLst/>
          </a:prstGeom>
          <a:solidFill>
            <a:srgbClr val="B7BEC5"/>
          </a:solidFill>
          <a:ln w="6858">
            <a:solidFill>
              <a:srgbClr val="263238"/>
            </a:solidFill>
            <a:prstDash val="solid"/>
          </a:ln>
        </p:spPr>
      </p:sp>
      <p:sp>
        <p:nvSpPr>
          <p:cNvPr id="488" name="TMTM temporal row 0: source 488"/>
          <p:cNvSpPr/>
          <p:nvPr/>
        </p:nvSpPr>
        <p:spPr>
          <a:xfrm>
            <a:off x="6511208" y="932368"/>
            <a:ext cx="88880" cy="88880"/>
          </a:xfrm>
          <a:prstGeom prst="ellipse">
            <a:avLst/>
          </a:prstGeom>
          <a:solidFill>
            <a:srgbClr val="0072B2"/>
          </a:solidFill>
          <a:ln w="6858">
            <a:solidFill>
              <a:srgbClr val="263238"/>
            </a:solidFill>
            <a:prstDash val="solid"/>
          </a:ln>
        </p:spPr>
      </p:sp>
      <p:sp>
        <p:nvSpPr>
          <p:cNvPr id="489" name="TMTM temporal row 0: source 489"/>
          <p:cNvSpPr/>
          <p:nvPr/>
        </p:nvSpPr>
        <p:spPr>
          <a:xfrm>
            <a:off x="6665928" y="919925"/>
            <a:ext cx="113766" cy="113766"/>
          </a:xfrm>
          <a:prstGeom prst="diamond">
            <a:avLst/>
          </a:prstGeom>
          <a:solidFill>
            <a:srgbClr val="0072B2"/>
          </a:solidFill>
          <a:ln w="9716">
            <a:solidFill>
              <a:srgbClr val="263238"/>
            </a:solidFill>
            <a:prstDash val="solid"/>
          </a:ln>
        </p:spPr>
      </p:sp>
      <p:sp>
        <p:nvSpPr>
          <p:cNvPr id="490" name="TMTM temporal row 0: source 490"/>
          <p:cNvSpPr/>
          <p:nvPr/>
        </p:nvSpPr>
        <p:spPr>
          <a:xfrm>
            <a:off x="6845536" y="932368"/>
            <a:ext cx="88880" cy="88880"/>
          </a:xfrm>
          <a:prstGeom prst="ellipse">
            <a:avLst/>
          </a:prstGeom>
          <a:solidFill>
            <a:srgbClr val="0072B2"/>
          </a:solidFill>
          <a:ln w="6858">
            <a:solidFill>
              <a:srgbClr val="263238"/>
            </a:solidFill>
            <a:prstDash val="solid"/>
          </a:ln>
        </p:spPr>
      </p:sp>
      <p:sp>
        <p:nvSpPr>
          <p:cNvPr id="491" name="TMTM temporal row 0: source 491"/>
          <p:cNvSpPr/>
          <p:nvPr/>
        </p:nvSpPr>
        <p:spPr>
          <a:xfrm>
            <a:off x="7000256" y="919925"/>
            <a:ext cx="113766" cy="113766"/>
          </a:xfrm>
          <a:prstGeom prst="diamond">
            <a:avLst/>
          </a:prstGeom>
          <a:solidFill>
            <a:srgbClr val="B7BEC5"/>
          </a:solidFill>
          <a:ln w="9716">
            <a:solidFill>
              <a:srgbClr val="263238"/>
            </a:solidFill>
            <a:prstDash val="solid"/>
          </a:ln>
        </p:spPr>
      </p:sp>
      <p:sp>
        <p:nvSpPr>
          <p:cNvPr id="492" name="TMTM temporal row 0: source 492"/>
          <p:cNvSpPr/>
          <p:nvPr/>
        </p:nvSpPr>
        <p:spPr>
          <a:xfrm>
            <a:off x="7179863" y="932368"/>
            <a:ext cx="88880" cy="88880"/>
          </a:xfrm>
          <a:prstGeom prst="ellipse">
            <a:avLst/>
          </a:prstGeom>
          <a:solidFill>
            <a:srgbClr val="D55E00"/>
          </a:solidFill>
          <a:ln w="6858">
            <a:solidFill>
              <a:srgbClr val="263238"/>
            </a:solidFill>
            <a:prstDash val="solid"/>
          </a:ln>
        </p:spPr>
      </p:sp>
      <p:sp>
        <p:nvSpPr>
          <p:cNvPr id="493" name="TMTM temporal row 0: source 493"/>
          <p:cNvSpPr/>
          <p:nvPr/>
        </p:nvSpPr>
        <p:spPr>
          <a:xfrm>
            <a:off x="7334583" y="919925"/>
            <a:ext cx="113766" cy="113766"/>
          </a:xfrm>
          <a:prstGeom prst="diamond">
            <a:avLst/>
          </a:prstGeom>
          <a:solidFill>
            <a:srgbClr val="D55E00"/>
          </a:solidFill>
          <a:ln w="9716">
            <a:solidFill>
              <a:srgbClr val="263238"/>
            </a:solidFill>
            <a:prstDash val="solid"/>
          </a:ln>
        </p:spPr>
      </p:sp>
      <p:sp>
        <p:nvSpPr>
          <p:cNvPr id="494" name="TMTM temporal row 0: source 494"/>
          <p:cNvSpPr/>
          <p:nvPr/>
        </p:nvSpPr>
        <p:spPr>
          <a:xfrm>
            <a:off x="7514191" y="932368"/>
            <a:ext cx="88880" cy="88880"/>
          </a:xfrm>
          <a:prstGeom prst="ellipse">
            <a:avLst/>
          </a:prstGeom>
          <a:solidFill>
            <a:srgbClr val="D55E00"/>
          </a:solidFill>
          <a:ln w="6858">
            <a:solidFill>
              <a:srgbClr val="263238"/>
            </a:solidFill>
            <a:prstDash val="solid"/>
          </a:ln>
        </p:spPr>
      </p:sp>
      <p:sp>
        <p:nvSpPr>
          <p:cNvPr id="495" name="TMTM temporal row 0: source 495"/>
          <p:cNvSpPr/>
          <p:nvPr/>
        </p:nvSpPr>
        <p:spPr>
          <a:xfrm>
            <a:off x="7681354" y="932368"/>
            <a:ext cx="88880" cy="88880"/>
          </a:xfrm>
          <a:prstGeom prst="ellipse">
            <a:avLst/>
          </a:prstGeom>
          <a:solidFill>
            <a:srgbClr val="B7BEC5"/>
          </a:solidFill>
          <a:ln w="6858">
            <a:solidFill>
              <a:srgbClr val="263238"/>
            </a:solidFill>
            <a:prstDash val="solid"/>
          </a:ln>
        </p:spPr>
      </p:sp>
      <p:sp>
        <p:nvSpPr>
          <p:cNvPr id="496" name="TMTM temporal row 0: source 496"/>
          <p:cNvSpPr/>
          <p:nvPr/>
        </p:nvSpPr>
        <p:spPr>
          <a:xfrm>
            <a:off x="7836075" y="919925"/>
            <a:ext cx="113766" cy="113766"/>
          </a:xfrm>
          <a:prstGeom prst="diamond">
            <a:avLst/>
          </a:prstGeom>
          <a:solidFill>
            <a:srgbClr val="7B8790"/>
          </a:solidFill>
          <a:ln w="9716">
            <a:solidFill>
              <a:srgbClr val="263238"/>
            </a:solidFill>
            <a:prstDash val="solid"/>
          </a:ln>
        </p:spPr>
      </p:sp>
      <p:sp>
        <p:nvSpPr>
          <p:cNvPr id="497" name="TMTM temporal row 0: source 497"/>
          <p:cNvSpPr/>
          <p:nvPr/>
        </p:nvSpPr>
        <p:spPr>
          <a:xfrm>
            <a:off x="8015682" y="932368"/>
            <a:ext cx="88880" cy="88880"/>
          </a:xfrm>
          <a:prstGeom prst="ellipse">
            <a:avLst/>
          </a:prstGeom>
          <a:solidFill>
            <a:srgbClr val="009E73"/>
          </a:solidFill>
          <a:ln w="6858">
            <a:solidFill>
              <a:srgbClr val="263238"/>
            </a:solidFill>
            <a:prstDash val="solid"/>
          </a:ln>
        </p:spPr>
      </p:sp>
      <p:sp>
        <p:nvSpPr>
          <p:cNvPr id="498" name="TMTM temporal row 0: source 498"/>
          <p:cNvSpPr/>
          <p:nvPr/>
        </p:nvSpPr>
        <p:spPr>
          <a:xfrm>
            <a:off x="8170402" y="919925"/>
            <a:ext cx="113766" cy="113766"/>
          </a:xfrm>
          <a:prstGeom prst="diamond">
            <a:avLst/>
          </a:prstGeom>
          <a:solidFill>
            <a:srgbClr val="009E73"/>
          </a:solidFill>
          <a:ln w="9716">
            <a:solidFill>
              <a:srgbClr val="263238"/>
            </a:solidFill>
            <a:prstDash val="solid"/>
          </a:ln>
        </p:spPr>
      </p:sp>
      <p:sp>
        <p:nvSpPr>
          <p:cNvPr id="499" name="TMTM temporal row 0: source 499"/>
          <p:cNvSpPr/>
          <p:nvPr/>
        </p:nvSpPr>
        <p:spPr>
          <a:xfrm>
            <a:off x="8350009" y="932368"/>
            <a:ext cx="88880" cy="88880"/>
          </a:xfrm>
          <a:prstGeom prst="ellipse">
            <a:avLst/>
          </a:prstGeom>
          <a:solidFill>
            <a:srgbClr val="009E73"/>
          </a:solidFill>
          <a:ln w="6858">
            <a:solidFill>
              <a:srgbClr val="263238"/>
            </a:solidFill>
            <a:prstDash val="solid"/>
          </a:ln>
        </p:spPr>
      </p:sp>
      <p:sp>
        <p:nvSpPr>
          <p:cNvPr id="500" name="TMTM temporal row 0: source 500"/>
          <p:cNvSpPr/>
          <p:nvPr/>
        </p:nvSpPr>
        <p:spPr>
          <a:xfrm>
            <a:off x="8517173" y="932368"/>
            <a:ext cx="88880" cy="88880"/>
          </a:xfrm>
          <a:prstGeom prst="ellipse">
            <a:avLst/>
          </a:prstGeom>
          <a:solidFill>
            <a:srgbClr val="7B8790"/>
          </a:solidFill>
          <a:ln w="6858">
            <a:solidFill>
              <a:srgbClr val="263238"/>
            </a:solidFill>
            <a:prstDash val="solid"/>
          </a:ln>
        </p:spPr>
      </p:sp>
      <p:sp>
        <p:nvSpPr>
          <p:cNvPr id="501" name="TMTM temporal row 0: source 501"/>
          <p:cNvSpPr/>
          <p:nvPr/>
        </p:nvSpPr>
        <p:spPr>
          <a:xfrm>
            <a:off x="5970575" y="1063219"/>
            <a:ext cx="170456" cy="69952"/>
          </a:xfrm>
          <a:prstGeom prst="rect">
            <a:avLst/>
          </a:prstGeom>
          <a:solidFill>
            <a:srgbClr val="7B8790"/>
          </a:solidFill>
          <a:ln w="3772">
            <a:solidFill>
              <a:srgbClr val="FFFFFF"/>
            </a:solidFill>
            <a:prstDash val="solid"/>
          </a:ln>
        </p:spPr>
      </p:sp>
      <p:sp>
        <p:nvSpPr>
          <p:cNvPr id="502" name="TMTM temporal row 0: source 502"/>
          <p:cNvSpPr/>
          <p:nvPr/>
        </p:nvSpPr>
        <p:spPr>
          <a:xfrm>
            <a:off x="6137739" y="1063219"/>
            <a:ext cx="170456" cy="69952"/>
          </a:xfrm>
          <a:prstGeom prst="rect">
            <a:avLst/>
          </a:prstGeom>
          <a:solidFill>
            <a:srgbClr val="7B8790"/>
          </a:solidFill>
          <a:ln w="3772">
            <a:solidFill>
              <a:srgbClr val="FFFFFF"/>
            </a:solidFill>
            <a:prstDash val="solid"/>
          </a:ln>
        </p:spPr>
      </p:sp>
      <p:sp>
        <p:nvSpPr>
          <p:cNvPr id="503" name="TMTM temporal row 0: source 503"/>
          <p:cNvSpPr/>
          <p:nvPr/>
        </p:nvSpPr>
        <p:spPr>
          <a:xfrm>
            <a:off x="6304902" y="1063219"/>
            <a:ext cx="170456" cy="69952"/>
          </a:xfrm>
          <a:prstGeom prst="rect">
            <a:avLst/>
          </a:prstGeom>
          <a:solidFill>
            <a:srgbClr val="B7BEC5"/>
          </a:solidFill>
          <a:ln w="3772">
            <a:solidFill>
              <a:srgbClr val="FFFFFF"/>
            </a:solidFill>
            <a:prstDash val="solid"/>
          </a:ln>
        </p:spPr>
      </p:sp>
      <p:sp>
        <p:nvSpPr>
          <p:cNvPr id="504" name="TMTM temporal row 0: source 504"/>
          <p:cNvSpPr/>
          <p:nvPr/>
        </p:nvSpPr>
        <p:spPr>
          <a:xfrm>
            <a:off x="6472066" y="1063219"/>
            <a:ext cx="170456" cy="69952"/>
          </a:xfrm>
          <a:prstGeom prst="rect">
            <a:avLst/>
          </a:prstGeom>
          <a:solidFill>
            <a:srgbClr val="0072B2"/>
          </a:solidFill>
          <a:ln w="3772">
            <a:solidFill>
              <a:srgbClr val="FFFFFF"/>
            </a:solidFill>
            <a:prstDash val="solid"/>
          </a:ln>
        </p:spPr>
      </p:sp>
      <p:sp>
        <p:nvSpPr>
          <p:cNvPr id="505" name="TMTM temporal row 0: source 505"/>
          <p:cNvSpPr/>
          <p:nvPr/>
        </p:nvSpPr>
        <p:spPr>
          <a:xfrm>
            <a:off x="6639230" y="1063219"/>
            <a:ext cx="170456" cy="69952"/>
          </a:xfrm>
          <a:prstGeom prst="rect">
            <a:avLst/>
          </a:prstGeom>
          <a:solidFill>
            <a:srgbClr val="0072B2"/>
          </a:solidFill>
          <a:ln w="3772">
            <a:solidFill>
              <a:srgbClr val="FFFFFF"/>
            </a:solidFill>
            <a:prstDash val="solid"/>
          </a:ln>
        </p:spPr>
      </p:sp>
      <p:sp>
        <p:nvSpPr>
          <p:cNvPr id="506" name="TMTM temporal row 0: source 506"/>
          <p:cNvSpPr/>
          <p:nvPr/>
        </p:nvSpPr>
        <p:spPr>
          <a:xfrm>
            <a:off x="6806394" y="1063219"/>
            <a:ext cx="170456" cy="69952"/>
          </a:xfrm>
          <a:prstGeom prst="rect">
            <a:avLst/>
          </a:prstGeom>
          <a:solidFill>
            <a:srgbClr val="0072B2"/>
          </a:solidFill>
          <a:ln w="3772">
            <a:solidFill>
              <a:srgbClr val="FFFFFF"/>
            </a:solidFill>
            <a:prstDash val="solid"/>
          </a:ln>
        </p:spPr>
      </p:sp>
      <p:sp>
        <p:nvSpPr>
          <p:cNvPr id="507" name="TMTM temporal row 0: source 507"/>
          <p:cNvSpPr/>
          <p:nvPr/>
        </p:nvSpPr>
        <p:spPr>
          <a:xfrm>
            <a:off x="6973557" y="1063219"/>
            <a:ext cx="170456" cy="69952"/>
          </a:xfrm>
          <a:prstGeom prst="rect">
            <a:avLst/>
          </a:prstGeom>
          <a:solidFill>
            <a:srgbClr val="B7BEC5"/>
          </a:solidFill>
          <a:ln w="3772">
            <a:solidFill>
              <a:srgbClr val="FFFFFF"/>
            </a:solidFill>
            <a:prstDash val="solid"/>
          </a:ln>
        </p:spPr>
      </p:sp>
      <p:sp>
        <p:nvSpPr>
          <p:cNvPr id="508" name="TMTM temporal row 0: source 508"/>
          <p:cNvSpPr/>
          <p:nvPr/>
        </p:nvSpPr>
        <p:spPr>
          <a:xfrm>
            <a:off x="7140722" y="1063219"/>
            <a:ext cx="170456" cy="69952"/>
          </a:xfrm>
          <a:prstGeom prst="rect">
            <a:avLst/>
          </a:prstGeom>
          <a:solidFill>
            <a:srgbClr val="D55E00"/>
          </a:solidFill>
          <a:ln w="3772">
            <a:solidFill>
              <a:srgbClr val="FFFFFF"/>
            </a:solidFill>
            <a:prstDash val="solid"/>
          </a:ln>
        </p:spPr>
      </p:sp>
      <p:sp>
        <p:nvSpPr>
          <p:cNvPr id="509" name="TMTM temporal row 0: source 509"/>
          <p:cNvSpPr/>
          <p:nvPr/>
        </p:nvSpPr>
        <p:spPr>
          <a:xfrm>
            <a:off x="7307885" y="1063219"/>
            <a:ext cx="170456" cy="69952"/>
          </a:xfrm>
          <a:prstGeom prst="rect">
            <a:avLst/>
          </a:prstGeom>
          <a:solidFill>
            <a:srgbClr val="D55E00"/>
          </a:solidFill>
          <a:ln w="3772">
            <a:solidFill>
              <a:srgbClr val="FFFFFF"/>
            </a:solidFill>
            <a:prstDash val="solid"/>
          </a:ln>
        </p:spPr>
      </p:sp>
      <p:sp>
        <p:nvSpPr>
          <p:cNvPr id="510" name="TMTM temporal row 0: source 510"/>
          <p:cNvSpPr/>
          <p:nvPr/>
        </p:nvSpPr>
        <p:spPr>
          <a:xfrm>
            <a:off x="7475049" y="1063219"/>
            <a:ext cx="170456" cy="69952"/>
          </a:xfrm>
          <a:prstGeom prst="rect">
            <a:avLst/>
          </a:prstGeom>
          <a:solidFill>
            <a:srgbClr val="D55E00"/>
          </a:solidFill>
          <a:ln w="3772">
            <a:solidFill>
              <a:srgbClr val="FFFFFF"/>
            </a:solidFill>
            <a:prstDash val="solid"/>
          </a:ln>
        </p:spPr>
      </p:sp>
      <p:sp>
        <p:nvSpPr>
          <p:cNvPr id="511" name="TMTM temporal row 0: source 511"/>
          <p:cNvSpPr/>
          <p:nvPr/>
        </p:nvSpPr>
        <p:spPr>
          <a:xfrm>
            <a:off x="7642212" y="1063219"/>
            <a:ext cx="170456" cy="69952"/>
          </a:xfrm>
          <a:prstGeom prst="rect">
            <a:avLst/>
          </a:prstGeom>
          <a:solidFill>
            <a:srgbClr val="B7BEC5"/>
          </a:solidFill>
          <a:ln w="3772">
            <a:solidFill>
              <a:srgbClr val="FFFFFF"/>
            </a:solidFill>
            <a:prstDash val="solid"/>
          </a:ln>
        </p:spPr>
      </p:sp>
      <p:sp>
        <p:nvSpPr>
          <p:cNvPr id="512" name="TMTM temporal row 0: source 512"/>
          <p:cNvSpPr/>
          <p:nvPr/>
        </p:nvSpPr>
        <p:spPr>
          <a:xfrm>
            <a:off x="7809376" y="1063219"/>
            <a:ext cx="170456" cy="69952"/>
          </a:xfrm>
          <a:prstGeom prst="rect">
            <a:avLst/>
          </a:prstGeom>
          <a:solidFill>
            <a:srgbClr val="7B8790"/>
          </a:solidFill>
          <a:ln w="3772">
            <a:solidFill>
              <a:srgbClr val="FFFFFF"/>
            </a:solidFill>
            <a:prstDash val="solid"/>
          </a:ln>
        </p:spPr>
      </p:sp>
      <p:sp>
        <p:nvSpPr>
          <p:cNvPr id="513" name="TMTM temporal row 0: source 513"/>
          <p:cNvSpPr/>
          <p:nvPr/>
        </p:nvSpPr>
        <p:spPr>
          <a:xfrm>
            <a:off x="7976540" y="1063219"/>
            <a:ext cx="170456" cy="69952"/>
          </a:xfrm>
          <a:prstGeom prst="rect">
            <a:avLst/>
          </a:prstGeom>
          <a:solidFill>
            <a:srgbClr val="009E73"/>
          </a:solidFill>
          <a:ln w="3772">
            <a:solidFill>
              <a:srgbClr val="FFFFFF"/>
            </a:solidFill>
            <a:prstDash val="solid"/>
          </a:ln>
        </p:spPr>
      </p:sp>
      <p:sp>
        <p:nvSpPr>
          <p:cNvPr id="514" name="TMTM temporal row 0: source 514"/>
          <p:cNvSpPr/>
          <p:nvPr/>
        </p:nvSpPr>
        <p:spPr>
          <a:xfrm>
            <a:off x="8143704" y="1063219"/>
            <a:ext cx="170456" cy="69952"/>
          </a:xfrm>
          <a:prstGeom prst="rect">
            <a:avLst/>
          </a:prstGeom>
          <a:solidFill>
            <a:srgbClr val="009E73"/>
          </a:solidFill>
          <a:ln w="3772">
            <a:solidFill>
              <a:srgbClr val="FFFFFF"/>
            </a:solidFill>
            <a:prstDash val="solid"/>
          </a:ln>
        </p:spPr>
      </p:sp>
      <p:sp>
        <p:nvSpPr>
          <p:cNvPr id="515" name="TMTM temporal row 0: source 515"/>
          <p:cNvSpPr/>
          <p:nvPr/>
        </p:nvSpPr>
        <p:spPr>
          <a:xfrm>
            <a:off x="8310867" y="1063219"/>
            <a:ext cx="170456" cy="69952"/>
          </a:xfrm>
          <a:prstGeom prst="rect">
            <a:avLst/>
          </a:prstGeom>
          <a:solidFill>
            <a:srgbClr val="009E73"/>
          </a:solidFill>
          <a:ln w="3772">
            <a:solidFill>
              <a:srgbClr val="FFFFFF"/>
            </a:solidFill>
            <a:prstDash val="solid"/>
          </a:ln>
        </p:spPr>
      </p:sp>
      <p:sp>
        <p:nvSpPr>
          <p:cNvPr id="516" name="TMTM temporal row 0: source 516"/>
          <p:cNvSpPr/>
          <p:nvPr/>
        </p:nvSpPr>
        <p:spPr>
          <a:xfrm>
            <a:off x="8478031" y="1063219"/>
            <a:ext cx="170456" cy="69952"/>
          </a:xfrm>
          <a:prstGeom prst="rect">
            <a:avLst/>
          </a:prstGeom>
          <a:solidFill>
            <a:srgbClr val="7B8790"/>
          </a:solidFill>
          <a:ln w="3772">
            <a:solidFill>
              <a:srgbClr val="FFFFFF"/>
            </a:solidFill>
            <a:prstDash val="solid"/>
          </a:ln>
        </p:spPr>
      </p:sp>
      <p:sp>
        <p:nvSpPr>
          <p:cNvPr id="517" name="TMTM temporal row 0: source 517"/>
          <p:cNvSpPr/>
          <p:nvPr/>
        </p:nvSpPr>
        <p:spPr>
          <a:xfrm>
            <a:off x="5970575" y="1063219"/>
            <a:ext cx="2674620" cy="69952"/>
          </a:xfrm>
          <a:prstGeom prst="rect">
            <a:avLst/>
          </a:prstGeom>
          <a:solidFill>
            <a:srgbClr val="FFFFFF">
              <a:alpha val="0"/>
            </a:srgbClr>
          </a:solidFill>
          <a:ln w="8801">
            <a:solidFill>
              <a:srgbClr val="263238"/>
            </a:solidFill>
            <a:prstDash val="solid"/>
          </a:ln>
        </p:spPr>
      </p:sp>
      <p:sp>
        <p:nvSpPr>
          <p:cNvPr id="518" name="TMTM temporal row 1: source 518"/>
          <p:cNvSpPr/>
          <p:nvPr/>
        </p:nvSpPr>
        <p:spPr>
          <a:xfrm>
            <a:off x="5884164" y="1143000"/>
            <a:ext cx="2839212" cy="279806"/>
          </a:xfrm>
          <a:prstGeom prst="rect">
            <a:avLst/>
          </a:prstGeom>
          <a:solidFill>
            <a:srgbClr val="FFFFFF">
              <a:alpha val="0"/>
            </a:srgbClr>
          </a:solidFill>
          <a:ln w="8572">
            <a:solidFill>
              <a:srgbClr val="DFE4E8"/>
            </a:solidFill>
            <a:prstDash val="solid"/>
          </a:ln>
        </p:spPr>
      </p:sp>
      <p:sp>
        <p:nvSpPr>
          <p:cNvPr id="519" name="TMTM temporal row 1: source 519"/>
          <p:cNvSpPr/>
          <p:nvPr/>
        </p:nvSpPr>
        <p:spPr>
          <a:xfrm>
            <a:off x="5970575" y="1291133"/>
            <a:ext cx="2674620" cy="823"/>
          </a:xfrm>
          <a:prstGeom prst="line">
            <a:avLst/>
          </a:prstGeom>
          <a:solidFill>
            <a:srgbClr val="FFFFFF">
              <a:alpha val="0"/>
            </a:srgbClr>
          </a:solidFill>
          <a:ln w="8687">
            <a:solidFill>
              <a:srgbClr val="7B8790"/>
            </a:solidFill>
            <a:prstDash val="solid"/>
          </a:ln>
        </p:spPr>
      </p:sp>
      <p:sp>
        <p:nvSpPr>
          <p:cNvPr id="520" name="TMTM temporal row 1: source 520"/>
          <p:cNvSpPr/>
          <p:nvPr/>
        </p:nvSpPr>
        <p:spPr>
          <a:xfrm>
            <a:off x="5997273" y="1234250"/>
            <a:ext cx="113766" cy="113766"/>
          </a:xfrm>
          <a:prstGeom prst="diamond">
            <a:avLst/>
          </a:prstGeom>
          <a:solidFill>
            <a:srgbClr val="7B8790"/>
          </a:solidFill>
          <a:ln w="9716">
            <a:solidFill>
              <a:srgbClr val="263238"/>
            </a:solidFill>
            <a:prstDash val="solid"/>
          </a:ln>
        </p:spPr>
      </p:sp>
      <p:sp>
        <p:nvSpPr>
          <p:cNvPr id="521" name="TMTM temporal row 1: source 521"/>
          <p:cNvSpPr/>
          <p:nvPr/>
        </p:nvSpPr>
        <p:spPr>
          <a:xfrm>
            <a:off x="6176881" y="1246693"/>
            <a:ext cx="88880" cy="88880"/>
          </a:xfrm>
          <a:prstGeom prst="ellipse">
            <a:avLst/>
          </a:prstGeom>
          <a:solidFill>
            <a:srgbClr val="7B8790"/>
          </a:solidFill>
          <a:ln w="6858">
            <a:solidFill>
              <a:srgbClr val="263238"/>
            </a:solidFill>
            <a:prstDash val="solid"/>
          </a:ln>
        </p:spPr>
      </p:sp>
      <p:sp>
        <p:nvSpPr>
          <p:cNvPr id="522" name="TMTM temporal row 1: source 522"/>
          <p:cNvSpPr/>
          <p:nvPr/>
        </p:nvSpPr>
        <p:spPr>
          <a:xfrm>
            <a:off x="6344044" y="1246693"/>
            <a:ext cx="88880" cy="88880"/>
          </a:xfrm>
          <a:prstGeom prst="ellipse">
            <a:avLst/>
          </a:prstGeom>
          <a:solidFill>
            <a:srgbClr val="B7BEC5"/>
          </a:solidFill>
          <a:ln w="6858">
            <a:solidFill>
              <a:srgbClr val="263238"/>
            </a:solidFill>
            <a:prstDash val="solid"/>
          </a:ln>
        </p:spPr>
      </p:sp>
      <p:sp>
        <p:nvSpPr>
          <p:cNvPr id="523" name="TMTM temporal row 1: source 523"/>
          <p:cNvSpPr/>
          <p:nvPr/>
        </p:nvSpPr>
        <p:spPr>
          <a:xfrm>
            <a:off x="6511208" y="1246693"/>
            <a:ext cx="88880" cy="88880"/>
          </a:xfrm>
          <a:prstGeom prst="ellipse">
            <a:avLst/>
          </a:prstGeom>
          <a:solidFill>
            <a:srgbClr val="0072B2"/>
          </a:solidFill>
          <a:ln w="6858">
            <a:solidFill>
              <a:srgbClr val="263238"/>
            </a:solidFill>
            <a:prstDash val="solid"/>
          </a:ln>
        </p:spPr>
      </p:sp>
      <p:sp>
        <p:nvSpPr>
          <p:cNvPr id="524" name="TMTM temporal row 1: source 524"/>
          <p:cNvSpPr/>
          <p:nvPr/>
        </p:nvSpPr>
        <p:spPr>
          <a:xfrm>
            <a:off x="6665928" y="1234250"/>
            <a:ext cx="113766" cy="113766"/>
          </a:xfrm>
          <a:prstGeom prst="diamond">
            <a:avLst/>
          </a:prstGeom>
          <a:solidFill>
            <a:srgbClr val="0072B2"/>
          </a:solidFill>
          <a:ln w="9716">
            <a:solidFill>
              <a:srgbClr val="263238"/>
            </a:solidFill>
            <a:prstDash val="solid"/>
          </a:ln>
        </p:spPr>
      </p:sp>
      <p:sp>
        <p:nvSpPr>
          <p:cNvPr id="525" name="TMTM temporal row 1: source 525"/>
          <p:cNvSpPr/>
          <p:nvPr/>
        </p:nvSpPr>
        <p:spPr>
          <a:xfrm>
            <a:off x="6845536" y="1246693"/>
            <a:ext cx="88880" cy="88880"/>
          </a:xfrm>
          <a:prstGeom prst="ellipse">
            <a:avLst/>
          </a:prstGeom>
          <a:solidFill>
            <a:srgbClr val="0072B2"/>
          </a:solidFill>
          <a:ln w="6858">
            <a:solidFill>
              <a:srgbClr val="263238"/>
            </a:solidFill>
            <a:prstDash val="solid"/>
          </a:ln>
        </p:spPr>
      </p:sp>
      <p:sp>
        <p:nvSpPr>
          <p:cNvPr id="526" name="TMTM temporal row 1: source 526"/>
          <p:cNvSpPr/>
          <p:nvPr/>
        </p:nvSpPr>
        <p:spPr>
          <a:xfrm>
            <a:off x="7000256" y="1234250"/>
            <a:ext cx="113766" cy="113766"/>
          </a:xfrm>
          <a:prstGeom prst="diamond">
            <a:avLst/>
          </a:prstGeom>
          <a:solidFill>
            <a:srgbClr val="B7BEC5"/>
          </a:solidFill>
          <a:ln w="9716">
            <a:solidFill>
              <a:srgbClr val="263238"/>
            </a:solidFill>
            <a:prstDash val="solid"/>
          </a:ln>
        </p:spPr>
      </p:sp>
      <p:sp>
        <p:nvSpPr>
          <p:cNvPr id="527" name="TMTM temporal row 1: source 527"/>
          <p:cNvSpPr/>
          <p:nvPr/>
        </p:nvSpPr>
        <p:spPr>
          <a:xfrm>
            <a:off x="7179863" y="1246693"/>
            <a:ext cx="88880" cy="88880"/>
          </a:xfrm>
          <a:prstGeom prst="ellipse">
            <a:avLst/>
          </a:prstGeom>
          <a:solidFill>
            <a:srgbClr val="D55E00"/>
          </a:solidFill>
          <a:ln w="6858">
            <a:solidFill>
              <a:srgbClr val="263238"/>
            </a:solidFill>
            <a:prstDash val="solid"/>
          </a:ln>
        </p:spPr>
      </p:sp>
      <p:sp>
        <p:nvSpPr>
          <p:cNvPr id="528" name="TMTM temporal row 1: source 528"/>
          <p:cNvSpPr/>
          <p:nvPr/>
        </p:nvSpPr>
        <p:spPr>
          <a:xfrm>
            <a:off x="7334583" y="1234250"/>
            <a:ext cx="113766" cy="113766"/>
          </a:xfrm>
          <a:prstGeom prst="diamond">
            <a:avLst/>
          </a:prstGeom>
          <a:solidFill>
            <a:srgbClr val="D55E00"/>
          </a:solidFill>
          <a:ln w="9716">
            <a:solidFill>
              <a:srgbClr val="263238"/>
            </a:solidFill>
            <a:prstDash val="solid"/>
          </a:ln>
        </p:spPr>
      </p:sp>
      <p:sp>
        <p:nvSpPr>
          <p:cNvPr id="529" name="TMTM temporal row 1: source 529"/>
          <p:cNvSpPr/>
          <p:nvPr/>
        </p:nvSpPr>
        <p:spPr>
          <a:xfrm>
            <a:off x="7514191" y="1246693"/>
            <a:ext cx="88880" cy="88880"/>
          </a:xfrm>
          <a:prstGeom prst="ellipse">
            <a:avLst/>
          </a:prstGeom>
          <a:solidFill>
            <a:srgbClr val="D55E00"/>
          </a:solidFill>
          <a:ln w="6858">
            <a:solidFill>
              <a:srgbClr val="263238"/>
            </a:solidFill>
            <a:prstDash val="solid"/>
          </a:ln>
        </p:spPr>
      </p:sp>
      <p:sp>
        <p:nvSpPr>
          <p:cNvPr id="530" name="TMTM temporal row 1: source 530"/>
          <p:cNvSpPr/>
          <p:nvPr/>
        </p:nvSpPr>
        <p:spPr>
          <a:xfrm>
            <a:off x="7681354" y="1246693"/>
            <a:ext cx="88880" cy="88880"/>
          </a:xfrm>
          <a:prstGeom prst="ellipse">
            <a:avLst/>
          </a:prstGeom>
          <a:solidFill>
            <a:srgbClr val="B7BEC5"/>
          </a:solidFill>
          <a:ln w="6858">
            <a:solidFill>
              <a:srgbClr val="263238"/>
            </a:solidFill>
            <a:prstDash val="solid"/>
          </a:ln>
        </p:spPr>
      </p:sp>
      <p:sp>
        <p:nvSpPr>
          <p:cNvPr id="531" name="TMTM temporal row 1: source 531"/>
          <p:cNvSpPr/>
          <p:nvPr/>
        </p:nvSpPr>
        <p:spPr>
          <a:xfrm>
            <a:off x="7836075" y="1234250"/>
            <a:ext cx="113766" cy="113766"/>
          </a:xfrm>
          <a:prstGeom prst="diamond">
            <a:avLst/>
          </a:prstGeom>
          <a:solidFill>
            <a:srgbClr val="7B8790"/>
          </a:solidFill>
          <a:ln w="9716">
            <a:solidFill>
              <a:srgbClr val="263238"/>
            </a:solidFill>
            <a:prstDash val="solid"/>
          </a:ln>
        </p:spPr>
      </p:sp>
      <p:sp>
        <p:nvSpPr>
          <p:cNvPr id="532" name="TMTM temporal row 1: source 532"/>
          <p:cNvSpPr/>
          <p:nvPr/>
        </p:nvSpPr>
        <p:spPr>
          <a:xfrm>
            <a:off x="8015682" y="1246693"/>
            <a:ext cx="88880" cy="88880"/>
          </a:xfrm>
          <a:prstGeom prst="ellipse">
            <a:avLst/>
          </a:prstGeom>
          <a:solidFill>
            <a:srgbClr val="009E73"/>
          </a:solidFill>
          <a:ln w="6858">
            <a:solidFill>
              <a:srgbClr val="263238"/>
            </a:solidFill>
            <a:prstDash val="solid"/>
          </a:ln>
        </p:spPr>
      </p:sp>
      <p:sp>
        <p:nvSpPr>
          <p:cNvPr id="533" name="TMTM temporal row 1: source 533"/>
          <p:cNvSpPr/>
          <p:nvPr/>
        </p:nvSpPr>
        <p:spPr>
          <a:xfrm>
            <a:off x="8170402" y="1234250"/>
            <a:ext cx="113766" cy="113766"/>
          </a:xfrm>
          <a:prstGeom prst="diamond">
            <a:avLst/>
          </a:prstGeom>
          <a:solidFill>
            <a:srgbClr val="009E73"/>
          </a:solidFill>
          <a:ln w="9716">
            <a:solidFill>
              <a:srgbClr val="263238"/>
            </a:solidFill>
            <a:prstDash val="solid"/>
          </a:ln>
        </p:spPr>
      </p:sp>
      <p:sp>
        <p:nvSpPr>
          <p:cNvPr id="534" name="TMTM temporal row 1: source 534"/>
          <p:cNvSpPr/>
          <p:nvPr/>
        </p:nvSpPr>
        <p:spPr>
          <a:xfrm>
            <a:off x="8350009" y="1246693"/>
            <a:ext cx="88880" cy="88880"/>
          </a:xfrm>
          <a:prstGeom prst="ellipse">
            <a:avLst/>
          </a:prstGeom>
          <a:solidFill>
            <a:srgbClr val="009E73"/>
          </a:solidFill>
          <a:ln w="6858">
            <a:solidFill>
              <a:srgbClr val="263238"/>
            </a:solidFill>
            <a:prstDash val="solid"/>
          </a:ln>
        </p:spPr>
      </p:sp>
      <p:sp>
        <p:nvSpPr>
          <p:cNvPr id="535" name="TMTM temporal row 1: source 535"/>
          <p:cNvSpPr/>
          <p:nvPr/>
        </p:nvSpPr>
        <p:spPr>
          <a:xfrm>
            <a:off x="8517173" y="1246693"/>
            <a:ext cx="88880" cy="88880"/>
          </a:xfrm>
          <a:prstGeom prst="ellipse">
            <a:avLst/>
          </a:prstGeom>
          <a:solidFill>
            <a:srgbClr val="7B8790"/>
          </a:solidFill>
          <a:ln w="6858">
            <a:solidFill>
              <a:srgbClr val="263238"/>
            </a:solidFill>
            <a:prstDash val="solid"/>
          </a:ln>
        </p:spPr>
      </p:sp>
      <p:sp>
        <p:nvSpPr>
          <p:cNvPr id="536" name="TMTM temporal row 1: source 536"/>
          <p:cNvSpPr/>
          <p:nvPr/>
        </p:nvSpPr>
        <p:spPr>
          <a:xfrm>
            <a:off x="5970575" y="1377544"/>
            <a:ext cx="170456" cy="69952"/>
          </a:xfrm>
          <a:prstGeom prst="rect">
            <a:avLst/>
          </a:prstGeom>
          <a:solidFill>
            <a:srgbClr val="7B8790"/>
          </a:solidFill>
          <a:ln w="3772">
            <a:solidFill>
              <a:srgbClr val="FFFFFF"/>
            </a:solidFill>
            <a:prstDash val="solid"/>
          </a:ln>
        </p:spPr>
      </p:sp>
      <p:sp>
        <p:nvSpPr>
          <p:cNvPr id="537" name="TMTM temporal row 1: source 537"/>
          <p:cNvSpPr/>
          <p:nvPr/>
        </p:nvSpPr>
        <p:spPr>
          <a:xfrm>
            <a:off x="6137739" y="1377544"/>
            <a:ext cx="170456" cy="69952"/>
          </a:xfrm>
          <a:prstGeom prst="rect">
            <a:avLst/>
          </a:prstGeom>
          <a:solidFill>
            <a:srgbClr val="7B8790"/>
          </a:solidFill>
          <a:ln w="3772">
            <a:solidFill>
              <a:srgbClr val="FFFFFF"/>
            </a:solidFill>
            <a:prstDash val="solid"/>
          </a:ln>
        </p:spPr>
      </p:sp>
      <p:sp>
        <p:nvSpPr>
          <p:cNvPr id="538" name="TMTM temporal row 1: source 538"/>
          <p:cNvSpPr/>
          <p:nvPr/>
        </p:nvSpPr>
        <p:spPr>
          <a:xfrm>
            <a:off x="6304902" y="1377544"/>
            <a:ext cx="170456" cy="69952"/>
          </a:xfrm>
          <a:prstGeom prst="rect">
            <a:avLst/>
          </a:prstGeom>
          <a:solidFill>
            <a:srgbClr val="B7BEC5"/>
          </a:solidFill>
          <a:ln w="3772">
            <a:solidFill>
              <a:srgbClr val="FFFFFF"/>
            </a:solidFill>
            <a:prstDash val="solid"/>
          </a:ln>
        </p:spPr>
      </p:sp>
      <p:sp>
        <p:nvSpPr>
          <p:cNvPr id="539" name="TMTM temporal row 1: source 539"/>
          <p:cNvSpPr/>
          <p:nvPr/>
        </p:nvSpPr>
        <p:spPr>
          <a:xfrm>
            <a:off x="6472066" y="1377544"/>
            <a:ext cx="170456" cy="69952"/>
          </a:xfrm>
          <a:prstGeom prst="rect">
            <a:avLst/>
          </a:prstGeom>
          <a:solidFill>
            <a:srgbClr val="0072B2"/>
          </a:solidFill>
          <a:ln w="3772">
            <a:solidFill>
              <a:srgbClr val="FFFFFF"/>
            </a:solidFill>
            <a:prstDash val="solid"/>
          </a:ln>
        </p:spPr>
      </p:sp>
      <p:sp>
        <p:nvSpPr>
          <p:cNvPr id="540" name="TMTM temporal row 1: source 540"/>
          <p:cNvSpPr/>
          <p:nvPr/>
        </p:nvSpPr>
        <p:spPr>
          <a:xfrm>
            <a:off x="6639230" y="1377544"/>
            <a:ext cx="170456" cy="69952"/>
          </a:xfrm>
          <a:prstGeom prst="rect">
            <a:avLst/>
          </a:prstGeom>
          <a:solidFill>
            <a:srgbClr val="0072B2"/>
          </a:solidFill>
          <a:ln w="3772">
            <a:solidFill>
              <a:srgbClr val="FFFFFF"/>
            </a:solidFill>
            <a:prstDash val="solid"/>
          </a:ln>
        </p:spPr>
      </p:sp>
      <p:sp>
        <p:nvSpPr>
          <p:cNvPr id="541" name="TMTM temporal row 1: source 541"/>
          <p:cNvSpPr/>
          <p:nvPr/>
        </p:nvSpPr>
        <p:spPr>
          <a:xfrm>
            <a:off x="6806394" y="1377544"/>
            <a:ext cx="170456" cy="69952"/>
          </a:xfrm>
          <a:prstGeom prst="rect">
            <a:avLst/>
          </a:prstGeom>
          <a:solidFill>
            <a:srgbClr val="0072B2"/>
          </a:solidFill>
          <a:ln w="3772">
            <a:solidFill>
              <a:srgbClr val="FFFFFF"/>
            </a:solidFill>
            <a:prstDash val="solid"/>
          </a:ln>
        </p:spPr>
      </p:sp>
      <p:sp>
        <p:nvSpPr>
          <p:cNvPr id="542" name="TMTM temporal row 1: source 542"/>
          <p:cNvSpPr/>
          <p:nvPr/>
        </p:nvSpPr>
        <p:spPr>
          <a:xfrm>
            <a:off x="6973557" y="1377544"/>
            <a:ext cx="170456" cy="69952"/>
          </a:xfrm>
          <a:prstGeom prst="rect">
            <a:avLst/>
          </a:prstGeom>
          <a:solidFill>
            <a:srgbClr val="B7BEC5"/>
          </a:solidFill>
          <a:ln w="3772">
            <a:solidFill>
              <a:srgbClr val="FFFFFF"/>
            </a:solidFill>
            <a:prstDash val="solid"/>
          </a:ln>
        </p:spPr>
      </p:sp>
      <p:sp>
        <p:nvSpPr>
          <p:cNvPr id="543" name="TMTM temporal row 1: source 543"/>
          <p:cNvSpPr/>
          <p:nvPr/>
        </p:nvSpPr>
        <p:spPr>
          <a:xfrm>
            <a:off x="7140722" y="1377544"/>
            <a:ext cx="170456" cy="69952"/>
          </a:xfrm>
          <a:prstGeom prst="rect">
            <a:avLst/>
          </a:prstGeom>
          <a:solidFill>
            <a:srgbClr val="D55E00"/>
          </a:solidFill>
          <a:ln w="3772">
            <a:solidFill>
              <a:srgbClr val="FFFFFF"/>
            </a:solidFill>
            <a:prstDash val="solid"/>
          </a:ln>
        </p:spPr>
      </p:sp>
      <p:sp>
        <p:nvSpPr>
          <p:cNvPr id="544" name="TMTM temporal row 1: source 544"/>
          <p:cNvSpPr/>
          <p:nvPr/>
        </p:nvSpPr>
        <p:spPr>
          <a:xfrm>
            <a:off x="7307885" y="1377544"/>
            <a:ext cx="170456" cy="69952"/>
          </a:xfrm>
          <a:prstGeom prst="rect">
            <a:avLst/>
          </a:prstGeom>
          <a:solidFill>
            <a:srgbClr val="D55E00"/>
          </a:solidFill>
          <a:ln w="3772">
            <a:solidFill>
              <a:srgbClr val="FFFFFF"/>
            </a:solidFill>
            <a:prstDash val="solid"/>
          </a:ln>
        </p:spPr>
      </p:sp>
      <p:sp>
        <p:nvSpPr>
          <p:cNvPr id="545" name="TMTM temporal row 1: source 545"/>
          <p:cNvSpPr/>
          <p:nvPr/>
        </p:nvSpPr>
        <p:spPr>
          <a:xfrm>
            <a:off x="7475049" y="1377544"/>
            <a:ext cx="170456" cy="69952"/>
          </a:xfrm>
          <a:prstGeom prst="rect">
            <a:avLst/>
          </a:prstGeom>
          <a:solidFill>
            <a:srgbClr val="D55E00"/>
          </a:solidFill>
          <a:ln w="3772">
            <a:solidFill>
              <a:srgbClr val="FFFFFF"/>
            </a:solidFill>
            <a:prstDash val="solid"/>
          </a:ln>
        </p:spPr>
      </p:sp>
      <p:sp>
        <p:nvSpPr>
          <p:cNvPr id="546" name="TMTM temporal row 1: source 546"/>
          <p:cNvSpPr/>
          <p:nvPr/>
        </p:nvSpPr>
        <p:spPr>
          <a:xfrm>
            <a:off x="7642212" y="1377544"/>
            <a:ext cx="170456" cy="69952"/>
          </a:xfrm>
          <a:prstGeom prst="rect">
            <a:avLst/>
          </a:prstGeom>
          <a:solidFill>
            <a:srgbClr val="B7BEC5"/>
          </a:solidFill>
          <a:ln w="3772">
            <a:solidFill>
              <a:srgbClr val="FFFFFF"/>
            </a:solidFill>
            <a:prstDash val="solid"/>
          </a:ln>
        </p:spPr>
      </p:sp>
      <p:sp>
        <p:nvSpPr>
          <p:cNvPr id="547" name="TMTM temporal row 1: source 547"/>
          <p:cNvSpPr/>
          <p:nvPr/>
        </p:nvSpPr>
        <p:spPr>
          <a:xfrm>
            <a:off x="7809376" y="1377544"/>
            <a:ext cx="170456" cy="69952"/>
          </a:xfrm>
          <a:prstGeom prst="rect">
            <a:avLst/>
          </a:prstGeom>
          <a:solidFill>
            <a:srgbClr val="7B8790"/>
          </a:solidFill>
          <a:ln w="3772">
            <a:solidFill>
              <a:srgbClr val="FFFFFF"/>
            </a:solidFill>
            <a:prstDash val="solid"/>
          </a:ln>
        </p:spPr>
      </p:sp>
      <p:sp>
        <p:nvSpPr>
          <p:cNvPr id="548" name="TMTM temporal row 1: source 548"/>
          <p:cNvSpPr/>
          <p:nvPr/>
        </p:nvSpPr>
        <p:spPr>
          <a:xfrm>
            <a:off x="7976540" y="1377544"/>
            <a:ext cx="170456" cy="69952"/>
          </a:xfrm>
          <a:prstGeom prst="rect">
            <a:avLst/>
          </a:prstGeom>
          <a:solidFill>
            <a:srgbClr val="009E73"/>
          </a:solidFill>
          <a:ln w="3772">
            <a:solidFill>
              <a:srgbClr val="FFFFFF"/>
            </a:solidFill>
            <a:prstDash val="solid"/>
          </a:ln>
        </p:spPr>
      </p:sp>
      <p:sp>
        <p:nvSpPr>
          <p:cNvPr id="549" name="TMTM temporal row 1: source 549"/>
          <p:cNvSpPr/>
          <p:nvPr/>
        </p:nvSpPr>
        <p:spPr>
          <a:xfrm>
            <a:off x="8143704" y="1377544"/>
            <a:ext cx="170456" cy="69952"/>
          </a:xfrm>
          <a:prstGeom prst="rect">
            <a:avLst/>
          </a:prstGeom>
          <a:solidFill>
            <a:srgbClr val="009E73"/>
          </a:solidFill>
          <a:ln w="3772">
            <a:solidFill>
              <a:srgbClr val="FFFFFF"/>
            </a:solidFill>
            <a:prstDash val="solid"/>
          </a:ln>
        </p:spPr>
      </p:sp>
      <p:sp>
        <p:nvSpPr>
          <p:cNvPr id="550" name="TMTM temporal row 1: source 550"/>
          <p:cNvSpPr/>
          <p:nvPr/>
        </p:nvSpPr>
        <p:spPr>
          <a:xfrm>
            <a:off x="8310867" y="1377544"/>
            <a:ext cx="170456" cy="69952"/>
          </a:xfrm>
          <a:prstGeom prst="rect">
            <a:avLst/>
          </a:prstGeom>
          <a:solidFill>
            <a:srgbClr val="009E73"/>
          </a:solidFill>
          <a:ln w="3772">
            <a:solidFill>
              <a:srgbClr val="FFFFFF"/>
            </a:solidFill>
            <a:prstDash val="solid"/>
          </a:ln>
        </p:spPr>
      </p:sp>
      <p:sp>
        <p:nvSpPr>
          <p:cNvPr id="551" name="TMTM temporal row 1: source 551"/>
          <p:cNvSpPr/>
          <p:nvPr/>
        </p:nvSpPr>
        <p:spPr>
          <a:xfrm>
            <a:off x="8478031" y="1377544"/>
            <a:ext cx="170456" cy="69952"/>
          </a:xfrm>
          <a:prstGeom prst="rect">
            <a:avLst/>
          </a:prstGeom>
          <a:solidFill>
            <a:srgbClr val="7B8790"/>
          </a:solidFill>
          <a:ln w="3772">
            <a:solidFill>
              <a:srgbClr val="FFFFFF"/>
            </a:solidFill>
            <a:prstDash val="solid"/>
          </a:ln>
        </p:spPr>
      </p:sp>
      <p:sp>
        <p:nvSpPr>
          <p:cNvPr id="552" name="TMTM temporal row 1: source 552"/>
          <p:cNvSpPr/>
          <p:nvPr/>
        </p:nvSpPr>
        <p:spPr>
          <a:xfrm>
            <a:off x="5970575" y="1377544"/>
            <a:ext cx="2674620" cy="69952"/>
          </a:xfrm>
          <a:prstGeom prst="rect">
            <a:avLst/>
          </a:prstGeom>
          <a:solidFill>
            <a:srgbClr val="FFFFFF">
              <a:alpha val="0"/>
            </a:srgbClr>
          </a:solidFill>
          <a:ln w="8801">
            <a:solidFill>
              <a:srgbClr val="263238"/>
            </a:solidFill>
            <a:prstDash val="solid"/>
          </a:ln>
        </p:spPr>
      </p:sp>
      <p:sp>
        <p:nvSpPr>
          <p:cNvPr id="553" name="TMTM temporal row 2: source 553"/>
          <p:cNvSpPr/>
          <p:nvPr/>
        </p:nvSpPr>
        <p:spPr>
          <a:xfrm>
            <a:off x="5884164" y="1457325"/>
            <a:ext cx="2839212" cy="279806"/>
          </a:xfrm>
          <a:prstGeom prst="rect">
            <a:avLst/>
          </a:prstGeom>
          <a:solidFill>
            <a:srgbClr val="FFFFFF">
              <a:alpha val="0"/>
            </a:srgbClr>
          </a:solidFill>
          <a:ln w="8572">
            <a:solidFill>
              <a:srgbClr val="DFE4E8"/>
            </a:solidFill>
            <a:prstDash val="solid"/>
          </a:ln>
        </p:spPr>
      </p:sp>
      <p:sp>
        <p:nvSpPr>
          <p:cNvPr id="554" name="TMTM temporal row 2: source 554"/>
          <p:cNvSpPr/>
          <p:nvPr/>
        </p:nvSpPr>
        <p:spPr>
          <a:xfrm>
            <a:off x="5970575" y="1605458"/>
            <a:ext cx="2674620" cy="823"/>
          </a:xfrm>
          <a:prstGeom prst="line">
            <a:avLst/>
          </a:prstGeom>
          <a:solidFill>
            <a:srgbClr val="FFFFFF">
              <a:alpha val="0"/>
            </a:srgbClr>
          </a:solidFill>
          <a:ln w="8687">
            <a:solidFill>
              <a:srgbClr val="7B8790"/>
            </a:solidFill>
            <a:prstDash val="solid"/>
          </a:ln>
        </p:spPr>
      </p:sp>
      <p:sp>
        <p:nvSpPr>
          <p:cNvPr id="555" name="TMTM temporal row 2: source 555"/>
          <p:cNvSpPr/>
          <p:nvPr/>
        </p:nvSpPr>
        <p:spPr>
          <a:xfrm>
            <a:off x="5997273" y="1548575"/>
            <a:ext cx="113766" cy="113766"/>
          </a:xfrm>
          <a:prstGeom prst="diamond">
            <a:avLst/>
          </a:prstGeom>
          <a:solidFill>
            <a:srgbClr val="7B8790"/>
          </a:solidFill>
          <a:ln w="9716">
            <a:solidFill>
              <a:srgbClr val="263238"/>
            </a:solidFill>
            <a:prstDash val="solid"/>
          </a:ln>
        </p:spPr>
      </p:sp>
      <p:sp>
        <p:nvSpPr>
          <p:cNvPr id="556" name="TMTM temporal row 2: source 556"/>
          <p:cNvSpPr/>
          <p:nvPr/>
        </p:nvSpPr>
        <p:spPr>
          <a:xfrm>
            <a:off x="6176881" y="1561018"/>
            <a:ext cx="88880" cy="88880"/>
          </a:xfrm>
          <a:prstGeom prst="ellipse">
            <a:avLst/>
          </a:prstGeom>
          <a:solidFill>
            <a:srgbClr val="7B8790"/>
          </a:solidFill>
          <a:ln w="6858">
            <a:solidFill>
              <a:srgbClr val="263238"/>
            </a:solidFill>
            <a:prstDash val="solid"/>
          </a:ln>
        </p:spPr>
      </p:sp>
      <p:sp>
        <p:nvSpPr>
          <p:cNvPr id="557" name="TMTM temporal row 2: source 557"/>
          <p:cNvSpPr/>
          <p:nvPr/>
        </p:nvSpPr>
        <p:spPr>
          <a:xfrm>
            <a:off x="6344044" y="1561018"/>
            <a:ext cx="88880" cy="88880"/>
          </a:xfrm>
          <a:prstGeom prst="ellipse">
            <a:avLst/>
          </a:prstGeom>
          <a:solidFill>
            <a:srgbClr val="B7BEC5"/>
          </a:solidFill>
          <a:ln w="6858">
            <a:solidFill>
              <a:srgbClr val="263238"/>
            </a:solidFill>
            <a:prstDash val="solid"/>
          </a:ln>
        </p:spPr>
      </p:sp>
      <p:sp>
        <p:nvSpPr>
          <p:cNvPr id="558" name="TMTM temporal row 2: source 558"/>
          <p:cNvSpPr/>
          <p:nvPr/>
        </p:nvSpPr>
        <p:spPr>
          <a:xfrm>
            <a:off x="6511208" y="1561018"/>
            <a:ext cx="88880" cy="88880"/>
          </a:xfrm>
          <a:prstGeom prst="ellipse">
            <a:avLst/>
          </a:prstGeom>
          <a:solidFill>
            <a:srgbClr val="0072B2"/>
          </a:solidFill>
          <a:ln w="6858">
            <a:solidFill>
              <a:srgbClr val="263238"/>
            </a:solidFill>
            <a:prstDash val="solid"/>
          </a:ln>
        </p:spPr>
      </p:sp>
      <p:sp>
        <p:nvSpPr>
          <p:cNvPr id="559" name="TMTM temporal row 2: source 559"/>
          <p:cNvSpPr/>
          <p:nvPr/>
        </p:nvSpPr>
        <p:spPr>
          <a:xfrm>
            <a:off x="6665928" y="1548575"/>
            <a:ext cx="113766" cy="113766"/>
          </a:xfrm>
          <a:prstGeom prst="diamond">
            <a:avLst/>
          </a:prstGeom>
          <a:solidFill>
            <a:srgbClr val="0072B2"/>
          </a:solidFill>
          <a:ln w="9716">
            <a:solidFill>
              <a:srgbClr val="263238"/>
            </a:solidFill>
            <a:prstDash val="solid"/>
          </a:ln>
        </p:spPr>
      </p:sp>
      <p:sp>
        <p:nvSpPr>
          <p:cNvPr id="560" name="TMTM temporal row 2: source 560"/>
          <p:cNvSpPr/>
          <p:nvPr/>
        </p:nvSpPr>
        <p:spPr>
          <a:xfrm>
            <a:off x="6845536" y="1561018"/>
            <a:ext cx="88880" cy="88880"/>
          </a:xfrm>
          <a:prstGeom prst="ellipse">
            <a:avLst/>
          </a:prstGeom>
          <a:solidFill>
            <a:srgbClr val="0072B2"/>
          </a:solidFill>
          <a:ln w="6858">
            <a:solidFill>
              <a:srgbClr val="263238"/>
            </a:solidFill>
            <a:prstDash val="solid"/>
          </a:ln>
        </p:spPr>
      </p:sp>
      <p:sp>
        <p:nvSpPr>
          <p:cNvPr id="561" name="TMTM temporal row 2: source 561"/>
          <p:cNvSpPr/>
          <p:nvPr/>
        </p:nvSpPr>
        <p:spPr>
          <a:xfrm>
            <a:off x="7000256" y="1548575"/>
            <a:ext cx="113766" cy="113766"/>
          </a:xfrm>
          <a:prstGeom prst="diamond">
            <a:avLst/>
          </a:prstGeom>
          <a:solidFill>
            <a:srgbClr val="B7BEC5"/>
          </a:solidFill>
          <a:ln w="9716">
            <a:solidFill>
              <a:srgbClr val="263238"/>
            </a:solidFill>
            <a:prstDash val="solid"/>
          </a:ln>
        </p:spPr>
      </p:sp>
      <p:sp>
        <p:nvSpPr>
          <p:cNvPr id="562" name="TMTM temporal row 2: source 562"/>
          <p:cNvSpPr/>
          <p:nvPr/>
        </p:nvSpPr>
        <p:spPr>
          <a:xfrm>
            <a:off x="7179863" y="1561018"/>
            <a:ext cx="88880" cy="88880"/>
          </a:xfrm>
          <a:prstGeom prst="ellipse">
            <a:avLst/>
          </a:prstGeom>
          <a:solidFill>
            <a:srgbClr val="D55E00"/>
          </a:solidFill>
          <a:ln w="6858">
            <a:solidFill>
              <a:srgbClr val="263238"/>
            </a:solidFill>
            <a:prstDash val="solid"/>
          </a:ln>
        </p:spPr>
      </p:sp>
      <p:sp>
        <p:nvSpPr>
          <p:cNvPr id="563" name="TMTM temporal row 2: source 563"/>
          <p:cNvSpPr/>
          <p:nvPr/>
        </p:nvSpPr>
        <p:spPr>
          <a:xfrm>
            <a:off x="7334583" y="1548575"/>
            <a:ext cx="113766" cy="113766"/>
          </a:xfrm>
          <a:prstGeom prst="diamond">
            <a:avLst/>
          </a:prstGeom>
          <a:solidFill>
            <a:srgbClr val="D55E00"/>
          </a:solidFill>
          <a:ln w="9716">
            <a:solidFill>
              <a:srgbClr val="263238"/>
            </a:solidFill>
            <a:prstDash val="solid"/>
          </a:ln>
        </p:spPr>
      </p:sp>
      <p:sp>
        <p:nvSpPr>
          <p:cNvPr id="564" name="TMTM temporal row 2: source 564"/>
          <p:cNvSpPr/>
          <p:nvPr/>
        </p:nvSpPr>
        <p:spPr>
          <a:xfrm>
            <a:off x="7514191" y="1561018"/>
            <a:ext cx="88880" cy="88880"/>
          </a:xfrm>
          <a:prstGeom prst="ellipse">
            <a:avLst/>
          </a:prstGeom>
          <a:solidFill>
            <a:srgbClr val="D55E00"/>
          </a:solidFill>
          <a:ln w="6858">
            <a:solidFill>
              <a:srgbClr val="263238"/>
            </a:solidFill>
            <a:prstDash val="solid"/>
          </a:ln>
        </p:spPr>
      </p:sp>
      <p:sp>
        <p:nvSpPr>
          <p:cNvPr id="565" name="TMTM temporal row 2: source 565"/>
          <p:cNvSpPr/>
          <p:nvPr/>
        </p:nvSpPr>
        <p:spPr>
          <a:xfrm>
            <a:off x="7681354" y="1561018"/>
            <a:ext cx="88880" cy="88880"/>
          </a:xfrm>
          <a:prstGeom prst="ellipse">
            <a:avLst/>
          </a:prstGeom>
          <a:solidFill>
            <a:srgbClr val="B7BEC5"/>
          </a:solidFill>
          <a:ln w="6858">
            <a:solidFill>
              <a:srgbClr val="263238"/>
            </a:solidFill>
            <a:prstDash val="solid"/>
          </a:ln>
        </p:spPr>
      </p:sp>
      <p:sp>
        <p:nvSpPr>
          <p:cNvPr id="566" name="TMTM temporal row 2: source 566"/>
          <p:cNvSpPr/>
          <p:nvPr/>
        </p:nvSpPr>
        <p:spPr>
          <a:xfrm>
            <a:off x="7836075" y="1548575"/>
            <a:ext cx="113766" cy="113766"/>
          </a:xfrm>
          <a:prstGeom prst="diamond">
            <a:avLst/>
          </a:prstGeom>
          <a:solidFill>
            <a:srgbClr val="7B8790"/>
          </a:solidFill>
          <a:ln w="9716">
            <a:solidFill>
              <a:srgbClr val="263238"/>
            </a:solidFill>
            <a:prstDash val="solid"/>
          </a:ln>
        </p:spPr>
      </p:sp>
      <p:sp>
        <p:nvSpPr>
          <p:cNvPr id="567" name="TMTM temporal row 2: source 567"/>
          <p:cNvSpPr/>
          <p:nvPr/>
        </p:nvSpPr>
        <p:spPr>
          <a:xfrm>
            <a:off x="8015682" y="1561018"/>
            <a:ext cx="88880" cy="88880"/>
          </a:xfrm>
          <a:prstGeom prst="ellipse">
            <a:avLst/>
          </a:prstGeom>
          <a:solidFill>
            <a:srgbClr val="009E73"/>
          </a:solidFill>
          <a:ln w="6858">
            <a:solidFill>
              <a:srgbClr val="263238"/>
            </a:solidFill>
            <a:prstDash val="solid"/>
          </a:ln>
        </p:spPr>
      </p:sp>
      <p:sp>
        <p:nvSpPr>
          <p:cNvPr id="568" name="TMTM temporal row 2: source 568"/>
          <p:cNvSpPr/>
          <p:nvPr/>
        </p:nvSpPr>
        <p:spPr>
          <a:xfrm>
            <a:off x="8170402" y="1548575"/>
            <a:ext cx="113766" cy="113766"/>
          </a:xfrm>
          <a:prstGeom prst="diamond">
            <a:avLst/>
          </a:prstGeom>
          <a:solidFill>
            <a:srgbClr val="009E73"/>
          </a:solidFill>
          <a:ln w="9716">
            <a:solidFill>
              <a:srgbClr val="263238"/>
            </a:solidFill>
            <a:prstDash val="solid"/>
          </a:ln>
        </p:spPr>
      </p:sp>
      <p:sp>
        <p:nvSpPr>
          <p:cNvPr id="569" name="TMTM temporal row 2: source 569"/>
          <p:cNvSpPr/>
          <p:nvPr/>
        </p:nvSpPr>
        <p:spPr>
          <a:xfrm>
            <a:off x="8350009" y="1561018"/>
            <a:ext cx="88880" cy="88880"/>
          </a:xfrm>
          <a:prstGeom prst="ellipse">
            <a:avLst/>
          </a:prstGeom>
          <a:solidFill>
            <a:srgbClr val="009E73"/>
          </a:solidFill>
          <a:ln w="6858">
            <a:solidFill>
              <a:srgbClr val="263238"/>
            </a:solidFill>
            <a:prstDash val="solid"/>
          </a:ln>
        </p:spPr>
      </p:sp>
      <p:sp>
        <p:nvSpPr>
          <p:cNvPr id="570" name="TMTM temporal row 2: source 570"/>
          <p:cNvSpPr/>
          <p:nvPr/>
        </p:nvSpPr>
        <p:spPr>
          <a:xfrm>
            <a:off x="8517173" y="1561018"/>
            <a:ext cx="88880" cy="88880"/>
          </a:xfrm>
          <a:prstGeom prst="ellipse">
            <a:avLst/>
          </a:prstGeom>
          <a:solidFill>
            <a:srgbClr val="7B8790"/>
          </a:solidFill>
          <a:ln w="6858">
            <a:solidFill>
              <a:srgbClr val="263238"/>
            </a:solidFill>
            <a:prstDash val="solid"/>
          </a:ln>
        </p:spPr>
      </p:sp>
      <p:sp>
        <p:nvSpPr>
          <p:cNvPr id="571" name="TMTM temporal row 2: source 571"/>
          <p:cNvSpPr/>
          <p:nvPr/>
        </p:nvSpPr>
        <p:spPr>
          <a:xfrm>
            <a:off x="5970575" y="1691869"/>
            <a:ext cx="170456" cy="69952"/>
          </a:xfrm>
          <a:prstGeom prst="rect">
            <a:avLst/>
          </a:prstGeom>
          <a:solidFill>
            <a:srgbClr val="7B8790"/>
          </a:solidFill>
          <a:ln w="3772">
            <a:solidFill>
              <a:srgbClr val="FFFFFF"/>
            </a:solidFill>
            <a:prstDash val="solid"/>
          </a:ln>
        </p:spPr>
      </p:sp>
      <p:sp>
        <p:nvSpPr>
          <p:cNvPr id="572" name="TMTM temporal row 2: source 572"/>
          <p:cNvSpPr/>
          <p:nvPr/>
        </p:nvSpPr>
        <p:spPr>
          <a:xfrm>
            <a:off x="6137739" y="1691869"/>
            <a:ext cx="170456" cy="69952"/>
          </a:xfrm>
          <a:prstGeom prst="rect">
            <a:avLst/>
          </a:prstGeom>
          <a:solidFill>
            <a:srgbClr val="7B8790"/>
          </a:solidFill>
          <a:ln w="3772">
            <a:solidFill>
              <a:srgbClr val="FFFFFF"/>
            </a:solidFill>
            <a:prstDash val="solid"/>
          </a:ln>
        </p:spPr>
      </p:sp>
      <p:sp>
        <p:nvSpPr>
          <p:cNvPr id="573" name="TMTM temporal row 2: source 573"/>
          <p:cNvSpPr/>
          <p:nvPr/>
        </p:nvSpPr>
        <p:spPr>
          <a:xfrm>
            <a:off x="6304902" y="1691869"/>
            <a:ext cx="170456" cy="69952"/>
          </a:xfrm>
          <a:prstGeom prst="rect">
            <a:avLst/>
          </a:prstGeom>
          <a:solidFill>
            <a:srgbClr val="B7BEC5"/>
          </a:solidFill>
          <a:ln w="3772">
            <a:solidFill>
              <a:srgbClr val="FFFFFF"/>
            </a:solidFill>
            <a:prstDash val="solid"/>
          </a:ln>
        </p:spPr>
      </p:sp>
      <p:sp>
        <p:nvSpPr>
          <p:cNvPr id="574" name="TMTM temporal row 2: source 574"/>
          <p:cNvSpPr/>
          <p:nvPr/>
        </p:nvSpPr>
        <p:spPr>
          <a:xfrm>
            <a:off x="6472066" y="1691869"/>
            <a:ext cx="170456" cy="69952"/>
          </a:xfrm>
          <a:prstGeom prst="rect">
            <a:avLst/>
          </a:prstGeom>
          <a:solidFill>
            <a:srgbClr val="0072B2"/>
          </a:solidFill>
          <a:ln w="3772">
            <a:solidFill>
              <a:srgbClr val="FFFFFF"/>
            </a:solidFill>
            <a:prstDash val="solid"/>
          </a:ln>
        </p:spPr>
      </p:sp>
      <p:sp>
        <p:nvSpPr>
          <p:cNvPr id="575" name="TMTM temporal row 2: source 575"/>
          <p:cNvSpPr/>
          <p:nvPr/>
        </p:nvSpPr>
        <p:spPr>
          <a:xfrm>
            <a:off x="6639230" y="1691869"/>
            <a:ext cx="170456" cy="69952"/>
          </a:xfrm>
          <a:prstGeom prst="rect">
            <a:avLst/>
          </a:prstGeom>
          <a:solidFill>
            <a:srgbClr val="0072B2"/>
          </a:solidFill>
          <a:ln w="3772">
            <a:solidFill>
              <a:srgbClr val="FFFFFF"/>
            </a:solidFill>
            <a:prstDash val="solid"/>
          </a:ln>
        </p:spPr>
      </p:sp>
      <p:sp>
        <p:nvSpPr>
          <p:cNvPr id="576" name="TMTM temporal row 2: source 576"/>
          <p:cNvSpPr/>
          <p:nvPr/>
        </p:nvSpPr>
        <p:spPr>
          <a:xfrm>
            <a:off x="6806394" y="1691869"/>
            <a:ext cx="170456" cy="69952"/>
          </a:xfrm>
          <a:prstGeom prst="rect">
            <a:avLst/>
          </a:prstGeom>
          <a:solidFill>
            <a:srgbClr val="0072B2"/>
          </a:solidFill>
          <a:ln w="3772">
            <a:solidFill>
              <a:srgbClr val="FFFFFF"/>
            </a:solidFill>
            <a:prstDash val="solid"/>
          </a:ln>
        </p:spPr>
      </p:sp>
      <p:sp>
        <p:nvSpPr>
          <p:cNvPr id="577" name="TMTM temporal row 2: source 577"/>
          <p:cNvSpPr/>
          <p:nvPr/>
        </p:nvSpPr>
        <p:spPr>
          <a:xfrm>
            <a:off x="6973557" y="1691869"/>
            <a:ext cx="170456" cy="69952"/>
          </a:xfrm>
          <a:prstGeom prst="rect">
            <a:avLst/>
          </a:prstGeom>
          <a:solidFill>
            <a:srgbClr val="B7BEC5"/>
          </a:solidFill>
          <a:ln w="3772">
            <a:solidFill>
              <a:srgbClr val="FFFFFF"/>
            </a:solidFill>
            <a:prstDash val="solid"/>
          </a:ln>
        </p:spPr>
      </p:sp>
      <p:sp>
        <p:nvSpPr>
          <p:cNvPr id="578" name="TMTM temporal row 2: source 578"/>
          <p:cNvSpPr/>
          <p:nvPr/>
        </p:nvSpPr>
        <p:spPr>
          <a:xfrm>
            <a:off x="7140722" y="1691869"/>
            <a:ext cx="170456" cy="69952"/>
          </a:xfrm>
          <a:prstGeom prst="rect">
            <a:avLst/>
          </a:prstGeom>
          <a:solidFill>
            <a:srgbClr val="D55E00"/>
          </a:solidFill>
          <a:ln w="3772">
            <a:solidFill>
              <a:srgbClr val="FFFFFF"/>
            </a:solidFill>
            <a:prstDash val="solid"/>
          </a:ln>
        </p:spPr>
      </p:sp>
      <p:sp>
        <p:nvSpPr>
          <p:cNvPr id="579" name="TMTM temporal row 2: source 579"/>
          <p:cNvSpPr/>
          <p:nvPr/>
        </p:nvSpPr>
        <p:spPr>
          <a:xfrm>
            <a:off x="7307885" y="1691869"/>
            <a:ext cx="170456" cy="69952"/>
          </a:xfrm>
          <a:prstGeom prst="rect">
            <a:avLst/>
          </a:prstGeom>
          <a:solidFill>
            <a:srgbClr val="D55E00"/>
          </a:solidFill>
          <a:ln w="3772">
            <a:solidFill>
              <a:srgbClr val="FFFFFF"/>
            </a:solidFill>
            <a:prstDash val="solid"/>
          </a:ln>
        </p:spPr>
      </p:sp>
      <p:sp>
        <p:nvSpPr>
          <p:cNvPr id="580" name="TMTM temporal row 2: source 580"/>
          <p:cNvSpPr/>
          <p:nvPr/>
        </p:nvSpPr>
        <p:spPr>
          <a:xfrm>
            <a:off x="7475049" y="1691869"/>
            <a:ext cx="170456" cy="69952"/>
          </a:xfrm>
          <a:prstGeom prst="rect">
            <a:avLst/>
          </a:prstGeom>
          <a:solidFill>
            <a:srgbClr val="D55E00"/>
          </a:solidFill>
          <a:ln w="3772">
            <a:solidFill>
              <a:srgbClr val="FFFFFF"/>
            </a:solidFill>
            <a:prstDash val="solid"/>
          </a:ln>
        </p:spPr>
      </p:sp>
      <p:sp>
        <p:nvSpPr>
          <p:cNvPr id="581" name="TMTM temporal row 2: source 581"/>
          <p:cNvSpPr/>
          <p:nvPr/>
        </p:nvSpPr>
        <p:spPr>
          <a:xfrm>
            <a:off x="7642212" y="1691869"/>
            <a:ext cx="170456" cy="69952"/>
          </a:xfrm>
          <a:prstGeom prst="rect">
            <a:avLst/>
          </a:prstGeom>
          <a:solidFill>
            <a:srgbClr val="B7BEC5"/>
          </a:solidFill>
          <a:ln w="3772">
            <a:solidFill>
              <a:srgbClr val="FFFFFF"/>
            </a:solidFill>
            <a:prstDash val="solid"/>
          </a:ln>
        </p:spPr>
      </p:sp>
      <p:sp>
        <p:nvSpPr>
          <p:cNvPr id="582" name="TMTM temporal row 2: source 582"/>
          <p:cNvSpPr/>
          <p:nvPr/>
        </p:nvSpPr>
        <p:spPr>
          <a:xfrm>
            <a:off x="7809376" y="1691869"/>
            <a:ext cx="170456" cy="69952"/>
          </a:xfrm>
          <a:prstGeom prst="rect">
            <a:avLst/>
          </a:prstGeom>
          <a:solidFill>
            <a:srgbClr val="7B8790"/>
          </a:solidFill>
          <a:ln w="3772">
            <a:solidFill>
              <a:srgbClr val="FFFFFF"/>
            </a:solidFill>
            <a:prstDash val="solid"/>
          </a:ln>
        </p:spPr>
      </p:sp>
      <p:sp>
        <p:nvSpPr>
          <p:cNvPr id="583" name="TMTM temporal row 2: source 583"/>
          <p:cNvSpPr/>
          <p:nvPr/>
        </p:nvSpPr>
        <p:spPr>
          <a:xfrm>
            <a:off x="7976540" y="1691869"/>
            <a:ext cx="170456" cy="69952"/>
          </a:xfrm>
          <a:prstGeom prst="rect">
            <a:avLst/>
          </a:prstGeom>
          <a:solidFill>
            <a:srgbClr val="009E73"/>
          </a:solidFill>
          <a:ln w="3772">
            <a:solidFill>
              <a:srgbClr val="FFFFFF"/>
            </a:solidFill>
            <a:prstDash val="solid"/>
          </a:ln>
        </p:spPr>
      </p:sp>
      <p:sp>
        <p:nvSpPr>
          <p:cNvPr id="584" name="TMTM temporal row 2: source 584"/>
          <p:cNvSpPr/>
          <p:nvPr/>
        </p:nvSpPr>
        <p:spPr>
          <a:xfrm>
            <a:off x="8143704" y="1691869"/>
            <a:ext cx="170456" cy="69952"/>
          </a:xfrm>
          <a:prstGeom prst="rect">
            <a:avLst/>
          </a:prstGeom>
          <a:solidFill>
            <a:srgbClr val="009E73"/>
          </a:solidFill>
          <a:ln w="3772">
            <a:solidFill>
              <a:srgbClr val="FFFFFF"/>
            </a:solidFill>
            <a:prstDash val="solid"/>
          </a:ln>
        </p:spPr>
      </p:sp>
      <p:sp>
        <p:nvSpPr>
          <p:cNvPr id="585" name="TMTM temporal row 2: source 585"/>
          <p:cNvSpPr/>
          <p:nvPr/>
        </p:nvSpPr>
        <p:spPr>
          <a:xfrm>
            <a:off x="8310867" y="1691869"/>
            <a:ext cx="170456" cy="69952"/>
          </a:xfrm>
          <a:prstGeom prst="rect">
            <a:avLst/>
          </a:prstGeom>
          <a:solidFill>
            <a:srgbClr val="009E73"/>
          </a:solidFill>
          <a:ln w="3772">
            <a:solidFill>
              <a:srgbClr val="FFFFFF"/>
            </a:solidFill>
            <a:prstDash val="solid"/>
          </a:ln>
        </p:spPr>
      </p:sp>
      <p:sp>
        <p:nvSpPr>
          <p:cNvPr id="586" name="TMTM temporal row 2: source 586"/>
          <p:cNvSpPr/>
          <p:nvPr/>
        </p:nvSpPr>
        <p:spPr>
          <a:xfrm>
            <a:off x="8478031" y="1691869"/>
            <a:ext cx="170456" cy="69952"/>
          </a:xfrm>
          <a:prstGeom prst="rect">
            <a:avLst/>
          </a:prstGeom>
          <a:solidFill>
            <a:srgbClr val="7B8790"/>
          </a:solidFill>
          <a:ln w="3772">
            <a:solidFill>
              <a:srgbClr val="FFFFFF"/>
            </a:solidFill>
            <a:prstDash val="solid"/>
          </a:ln>
        </p:spPr>
      </p:sp>
      <p:sp>
        <p:nvSpPr>
          <p:cNvPr id="587" name="TMTM temporal row 2: source 587"/>
          <p:cNvSpPr/>
          <p:nvPr/>
        </p:nvSpPr>
        <p:spPr>
          <a:xfrm>
            <a:off x="5970575" y="1691869"/>
            <a:ext cx="2674620" cy="69952"/>
          </a:xfrm>
          <a:prstGeom prst="rect">
            <a:avLst/>
          </a:prstGeom>
          <a:solidFill>
            <a:srgbClr val="FFFFFF">
              <a:alpha val="0"/>
            </a:srgbClr>
          </a:solidFill>
          <a:ln w="8801">
            <a:solidFill>
              <a:srgbClr val="263238"/>
            </a:solidFill>
            <a:prstDash val="solid"/>
          </a:ln>
        </p:spPr>
      </p:sp>
      <p:sp>
        <p:nvSpPr>
          <p:cNvPr id="480" name="Shape 478"/>
          <p:cNvSpPr/>
          <p:nvPr/>
        </p:nvSpPr>
        <p:spPr>
          <a:xfrm>
            <a:off x="6639230" y="836905"/>
            <a:ext cx="823" cy="876300"/>
          </a:xfrm>
          <a:prstGeom prst="line">
            <a:avLst/>
          </a:prstGeom>
          <a:solidFill>
            <a:srgbClr val="FFFFFF">
              <a:alpha val="0"/>
            </a:srgbClr>
          </a:solidFill>
          <a:ln w="7430">
            <a:solidFill>
              <a:srgbClr val="C9D9E9"/>
            </a:solidFill>
            <a:prstDash val="dash"/>
          </a:ln>
        </p:spPr>
      </p:sp>
      <p:sp>
        <p:nvSpPr>
          <p:cNvPr id="481" name="Shape 479"/>
          <p:cNvSpPr/>
          <p:nvPr/>
        </p:nvSpPr>
        <p:spPr>
          <a:xfrm>
            <a:off x="7307885" y="836905"/>
            <a:ext cx="823" cy="876300"/>
          </a:xfrm>
          <a:prstGeom prst="line">
            <a:avLst/>
          </a:prstGeom>
          <a:solidFill>
            <a:srgbClr val="FFFFFF">
              <a:alpha val="0"/>
            </a:srgbClr>
          </a:solidFill>
          <a:ln w="7430">
            <a:solidFill>
              <a:srgbClr val="C9D9E9"/>
            </a:solidFill>
            <a:prstDash val="dash"/>
          </a:ln>
        </p:spPr>
      </p:sp>
      <p:sp>
        <p:nvSpPr>
          <p:cNvPr id="482" name="Shape 480"/>
          <p:cNvSpPr/>
          <p:nvPr/>
        </p:nvSpPr>
        <p:spPr>
          <a:xfrm>
            <a:off x="7976540" y="836905"/>
            <a:ext cx="823" cy="876300"/>
          </a:xfrm>
          <a:prstGeom prst="line">
            <a:avLst/>
          </a:prstGeom>
          <a:solidFill>
            <a:srgbClr val="FFFFFF">
              <a:alpha val="0"/>
            </a:srgbClr>
          </a:solidFill>
          <a:ln w="7430">
            <a:solidFill>
              <a:srgbClr val="C9D9E9"/>
            </a:solidFill>
            <a:prstDash val="dash"/>
          </a:ln>
        </p:spPr>
      </p:sp>
      <p:sp>
        <p:nvSpPr>
          <p:cNvPr id="600" name="ST-MTM spatial ordering: source 600"/>
          <p:cNvSpPr/>
          <p:nvPr/>
        </p:nvSpPr>
        <p:spPr>
          <a:xfrm flipV="1">
            <a:off x="2759050" y="3036303"/>
            <a:ext cx="435254" cy="450799"/>
          </a:xfrm>
          <a:prstGeom prst="line">
            <a:avLst/>
          </a:prstGeom>
          <a:solidFill>
            <a:srgbClr val="FFFFFF">
              <a:alpha val="0"/>
            </a:srgbClr>
          </a:solidFill>
          <a:ln w="13494">
            <a:solidFill>
              <a:srgbClr val="7B8790"/>
            </a:solidFill>
            <a:prstDash val="dash"/>
          </a:ln>
        </p:spPr>
      </p:sp>
      <p:sp>
        <p:nvSpPr>
          <p:cNvPr id="601" name="ST-MTM spatial ordering: source 601"/>
          <p:cNvSpPr/>
          <p:nvPr/>
        </p:nvSpPr>
        <p:spPr>
          <a:xfrm>
            <a:off x="3194304" y="3036303"/>
            <a:ext cx="435254" cy="505206"/>
          </a:xfrm>
          <a:prstGeom prst="line">
            <a:avLst/>
          </a:prstGeom>
          <a:solidFill>
            <a:srgbClr val="FFFFFF">
              <a:alpha val="0"/>
            </a:srgbClr>
          </a:solidFill>
          <a:ln w="13494">
            <a:solidFill>
              <a:srgbClr val="7B8790"/>
            </a:solidFill>
            <a:prstDash val="dash"/>
          </a:ln>
        </p:spPr>
      </p:sp>
      <p:sp>
        <p:nvSpPr>
          <p:cNvPr id="602" name="ST-MTM spatial ordering: source 602"/>
          <p:cNvSpPr/>
          <p:nvPr/>
        </p:nvSpPr>
        <p:spPr>
          <a:xfrm>
            <a:off x="2759050" y="3487102"/>
            <a:ext cx="870509" cy="54407"/>
          </a:xfrm>
          <a:prstGeom prst="line">
            <a:avLst/>
          </a:prstGeom>
          <a:solidFill>
            <a:srgbClr val="FFFFFF">
              <a:alpha val="0"/>
            </a:srgbClr>
          </a:solidFill>
          <a:ln w="13494">
            <a:solidFill>
              <a:srgbClr val="7B8790"/>
            </a:solidFill>
            <a:prstDash val="dash"/>
          </a:ln>
        </p:spPr>
      </p:sp>
      <p:sp>
        <p:nvSpPr>
          <p:cNvPr id="603" name="ST-MTM spatial ordering: source 603"/>
          <p:cNvSpPr/>
          <p:nvPr/>
        </p:nvSpPr>
        <p:spPr>
          <a:xfrm>
            <a:off x="2675496" y="3403549"/>
            <a:ext cx="167107" cy="167107"/>
          </a:xfrm>
          <a:prstGeom prst="ellipse">
            <a:avLst/>
          </a:prstGeom>
          <a:solidFill>
            <a:srgbClr val="0072B2"/>
          </a:solidFill>
          <a:ln w="13494">
            <a:solidFill>
              <a:srgbClr val="263238"/>
            </a:solidFill>
            <a:prstDash val="solid"/>
          </a:ln>
        </p:spPr>
      </p:sp>
      <p:sp>
        <p:nvSpPr>
          <p:cNvPr id="604" name="ST-MTM spatial ordering: source 604"/>
          <p:cNvSpPr/>
          <p:nvPr/>
        </p:nvSpPr>
        <p:spPr>
          <a:xfrm>
            <a:off x="3110751" y="2952750"/>
            <a:ext cx="167107" cy="167107"/>
          </a:xfrm>
          <a:prstGeom prst="ellipse">
            <a:avLst/>
          </a:prstGeom>
          <a:solidFill>
            <a:srgbClr val="D55E00"/>
          </a:solidFill>
          <a:ln w="13494">
            <a:solidFill>
              <a:srgbClr val="263238"/>
            </a:solidFill>
            <a:prstDash val="solid"/>
          </a:ln>
        </p:spPr>
      </p:sp>
      <p:sp>
        <p:nvSpPr>
          <p:cNvPr id="605" name="ST-MTM spatial ordering: source 605"/>
          <p:cNvSpPr/>
          <p:nvPr/>
        </p:nvSpPr>
        <p:spPr>
          <a:xfrm>
            <a:off x="3546005" y="3457956"/>
            <a:ext cx="167107" cy="167107"/>
          </a:xfrm>
          <a:prstGeom prst="ellipse">
            <a:avLst/>
          </a:prstGeom>
          <a:solidFill>
            <a:srgbClr val="009E73"/>
          </a:solidFill>
          <a:ln w="13494">
            <a:solidFill>
              <a:srgbClr val="263238"/>
            </a:solidFill>
            <a:prstDash val="solid"/>
          </a:ln>
        </p:spPr>
      </p:sp>
      <p:sp>
        <p:nvSpPr>
          <p:cNvPr id="606" name="ST-MTM skeleton: source 606"/>
          <p:cNvSpPr/>
          <p:nvPr/>
        </p:nvSpPr>
        <p:spPr>
          <a:xfrm>
            <a:off x="4170731" y="3018006"/>
            <a:ext cx="1103681" cy="777"/>
          </a:xfrm>
          <a:prstGeom prst="line">
            <a:avLst/>
          </a:prstGeom>
          <a:solidFill>
            <a:srgbClr val="FFFFFF">
              <a:alpha val="0"/>
            </a:srgbClr>
          </a:solidFill>
          <a:ln w="14357">
            <a:solidFill>
              <a:srgbClr val="263238"/>
            </a:solidFill>
            <a:prstDash val="solid"/>
          </a:ln>
        </p:spPr>
      </p:sp>
      <p:sp>
        <p:nvSpPr>
          <p:cNvPr id="607" name="ST-MTM skeleton: source 607"/>
          <p:cNvSpPr/>
          <p:nvPr/>
        </p:nvSpPr>
        <p:spPr>
          <a:xfrm>
            <a:off x="4183166" y="2952717"/>
            <a:ext cx="130576" cy="130576"/>
          </a:xfrm>
          <a:prstGeom prst="ellipse">
            <a:avLst/>
          </a:prstGeom>
          <a:solidFill>
            <a:srgbClr val="0072B2"/>
          </a:solidFill>
          <a:ln w="13494">
            <a:solidFill>
              <a:srgbClr val="263238"/>
            </a:solidFill>
            <a:prstDash val="solid"/>
          </a:ln>
        </p:spPr>
      </p:sp>
      <p:sp>
        <p:nvSpPr>
          <p:cNvPr id="608" name="ST-MTM skeleton: source 608"/>
          <p:cNvSpPr/>
          <p:nvPr/>
        </p:nvSpPr>
        <p:spPr>
          <a:xfrm>
            <a:off x="4248455" y="3111275"/>
            <a:ext cx="777" cy="279806"/>
          </a:xfrm>
          <a:prstGeom prst="line">
            <a:avLst/>
          </a:prstGeom>
          <a:solidFill>
            <a:srgbClr val="FFFFFF">
              <a:alpha val="0"/>
            </a:srgbClr>
          </a:solidFill>
          <a:ln w="8636">
            <a:solidFill>
              <a:srgbClr val="7692B1"/>
            </a:solidFill>
            <a:prstDash val="dash"/>
          </a:ln>
        </p:spPr>
      </p:sp>
      <p:sp>
        <p:nvSpPr>
          <p:cNvPr id="609" name="ST-MTM skeleton: source 609"/>
          <p:cNvSpPr/>
          <p:nvPr/>
        </p:nvSpPr>
        <p:spPr>
          <a:xfrm>
            <a:off x="4131869" y="3398853"/>
            <a:ext cx="233172" cy="240944"/>
          </a:xfrm>
          <a:prstGeom prst="rect">
            <a:avLst/>
          </a:prstGeom>
          <a:solidFill>
            <a:srgbClr val="0072B2"/>
          </a:solidFill>
          <a:ln w="3778">
            <a:solidFill>
              <a:srgbClr val="FFFFFF"/>
            </a:solidFill>
            <a:prstDash val="solid"/>
          </a:ln>
        </p:spPr>
      </p:sp>
      <p:sp>
        <p:nvSpPr>
          <p:cNvPr id="610" name="ST-MTM skeleton: source 610"/>
          <p:cNvSpPr/>
          <p:nvPr/>
        </p:nvSpPr>
        <p:spPr>
          <a:xfrm>
            <a:off x="4509607" y="2952717"/>
            <a:ext cx="130576" cy="130576"/>
          </a:xfrm>
          <a:prstGeom prst="ellipse">
            <a:avLst/>
          </a:prstGeom>
          <a:solidFill>
            <a:srgbClr val="D55E00"/>
          </a:solidFill>
          <a:ln w="13494">
            <a:solidFill>
              <a:srgbClr val="263238"/>
            </a:solidFill>
            <a:prstDash val="solid"/>
          </a:ln>
        </p:spPr>
      </p:sp>
      <p:sp>
        <p:nvSpPr>
          <p:cNvPr id="611" name="ST-MTM skeleton: source 611"/>
          <p:cNvSpPr/>
          <p:nvPr/>
        </p:nvSpPr>
        <p:spPr>
          <a:xfrm>
            <a:off x="4574896" y="3111275"/>
            <a:ext cx="777" cy="279806"/>
          </a:xfrm>
          <a:prstGeom prst="line">
            <a:avLst/>
          </a:prstGeom>
          <a:solidFill>
            <a:srgbClr val="FFFFFF">
              <a:alpha val="0"/>
            </a:srgbClr>
          </a:solidFill>
          <a:ln w="8636">
            <a:solidFill>
              <a:srgbClr val="7692B1"/>
            </a:solidFill>
            <a:prstDash val="dash"/>
          </a:ln>
        </p:spPr>
      </p:sp>
      <p:sp>
        <p:nvSpPr>
          <p:cNvPr id="612" name="ST-MTM skeleton: source 612"/>
          <p:cNvSpPr/>
          <p:nvPr/>
        </p:nvSpPr>
        <p:spPr>
          <a:xfrm>
            <a:off x="4458310" y="3398853"/>
            <a:ext cx="233172" cy="240944"/>
          </a:xfrm>
          <a:prstGeom prst="rect">
            <a:avLst/>
          </a:prstGeom>
          <a:solidFill>
            <a:srgbClr val="D55E00"/>
          </a:solidFill>
          <a:ln w="3778">
            <a:solidFill>
              <a:srgbClr val="FFFFFF"/>
            </a:solidFill>
            <a:prstDash val="solid"/>
          </a:ln>
        </p:spPr>
      </p:sp>
      <p:sp>
        <p:nvSpPr>
          <p:cNvPr id="613" name="ST-MTM skeleton: source 613"/>
          <p:cNvSpPr/>
          <p:nvPr/>
        </p:nvSpPr>
        <p:spPr>
          <a:xfrm>
            <a:off x="5100310" y="2952717"/>
            <a:ext cx="130576" cy="130576"/>
          </a:xfrm>
          <a:prstGeom prst="ellipse">
            <a:avLst/>
          </a:prstGeom>
          <a:solidFill>
            <a:srgbClr val="009E73"/>
          </a:solidFill>
          <a:ln w="13494">
            <a:solidFill>
              <a:srgbClr val="263238"/>
            </a:solidFill>
            <a:prstDash val="solid"/>
          </a:ln>
        </p:spPr>
      </p:sp>
      <p:sp>
        <p:nvSpPr>
          <p:cNvPr id="614" name="ST-MTM skeleton: source 614"/>
          <p:cNvSpPr/>
          <p:nvPr/>
        </p:nvSpPr>
        <p:spPr>
          <a:xfrm>
            <a:off x="5165598" y="3111275"/>
            <a:ext cx="777" cy="279806"/>
          </a:xfrm>
          <a:prstGeom prst="line">
            <a:avLst/>
          </a:prstGeom>
          <a:solidFill>
            <a:srgbClr val="FFFFFF">
              <a:alpha val="0"/>
            </a:srgbClr>
          </a:solidFill>
          <a:ln w="8636">
            <a:solidFill>
              <a:srgbClr val="7692B1"/>
            </a:solidFill>
            <a:prstDash val="dash"/>
          </a:ln>
        </p:spPr>
      </p:sp>
      <p:sp>
        <p:nvSpPr>
          <p:cNvPr id="615" name="ST-MTM skeleton: source 615"/>
          <p:cNvSpPr/>
          <p:nvPr/>
        </p:nvSpPr>
        <p:spPr>
          <a:xfrm>
            <a:off x="5049012" y="3398853"/>
            <a:ext cx="233172" cy="240944"/>
          </a:xfrm>
          <a:prstGeom prst="rect">
            <a:avLst/>
          </a:prstGeom>
          <a:solidFill>
            <a:srgbClr val="009E73"/>
          </a:solidFill>
          <a:ln w="3778">
            <a:solidFill>
              <a:srgbClr val="FFFFFF"/>
            </a:solidFill>
            <a:prstDash val="solid"/>
          </a:ln>
        </p:spPr>
      </p:sp>
      <p:sp>
        <p:nvSpPr>
          <p:cNvPr id="616" name="ST-MTM hierarchical filling: source 616"/>
          <p:cNvSpPr/>
          <p:nvPr/>
        </p:nvSpPr>
        <p:spPr>
          <a:xfrm>
            <a:off x="5691683" y="3195885"/>
            <a:ext cx="1473098" cy="823"/>
          </a:xfrm>
          <a:prstGeom prst="line">
            <a:avLst/>
          </a:prstGeom>
          <a:solidFill>
            <a:srgbClr val="FFFFFF">
              <a:alpha val="0"/>
            </a:srgbClr>
          </a:solidFill>
          <a:ln w="8687">
            <a:solidFill>
              <a:srgbClr val="7B8790"/>
            </a:solidFill>
            <a:prstDash val="solid"/>
          </a:ln>
        </p:spPr>
      </p:sp>
      <p:sp>
        <p:nvSpPr>
          <p:cNvPr id="617" name="ST-MTM hierarchical filling: source 617"/>
          <p:cNvSpPr/>
          <p:nvPr/>
        </p:nvSpPr>
        <p:spPr>
          <a:xfrm>
            <a:off x="5669745" y="3143215"/>
            <a:ext cx="105339" cy="105339"/>
          </a:xfrm>
          <a:prstGeom prst="diamond">
            <a:avLst/>
          </a:prstGeom>
          <a:solidFill>
            <a:srgbClr val="7B8790"/>
          </a:solidFill>
          <a:ln w="9716">
            <a:solidFill>
              <a:srgbClr val="263238"/>
            </a:solidFill>
            <a:prstDash val="solid"/>
          </a:ln>
        </p:spPr>
      </p:sp>
      <p:sp>
        <p:nvSpPr>
          <p:cNvPr id="618" name="ST-MTM hierarchical filling: source 618"/>
          <p:cNvSpPr/>
          <p:nvPr/>
        </p:nvSpPr>
        <p:spPr>
          <a:xfrm>
            <a:off x="5750415" y="3154737"/>
            <a:ext cx="82296" cy="82296"/>
          </a:xfrm>
          <a:prstGeom prst="ellipse">
            <a:avLst/>
          </a:prstGeom>
          <a:solidFill>
            <a:srgbClr val="0072B2"/>
          </a:solidFill>
          <a:ln w="6858">
            <a:solidFill>
              <a:srgbClr val="263238"/>
            </a:solidFill>
            <a:prstDash val="solid"/>
          </a:ln>
        </p:spPr>
      </p:sp>
      <p:sp>
        <p:nvSpPr>
          <p:cNvPr id="619" name="ST-MTM hierarchical filling: source 619"/>
          <p:cNvSpPr/>
          <p:nvPr/>
        </p:nvSpPr>
        <p:spPr>
          <a:xfrm>
            <a:off x="5816236" y="3143215"/>
            <a:ext cx="105339" cy="105339"/>
          </a:xfrm>
          <a:prstGeom prst="diamond">
            <a:avLst/>
          </a:prstGeom>
          <a:solidFill>
            <a:srgbClr val="0072B2"/>
          </a:solidFill>
          <a:ln w="9716">
            <a:solidFill>
              <a:srgbClr val="263238"/>
            </a:solidFill>
            <a:prstDash val="solid"/>
          </a:ln>
        </p:spPr>
      </p:sp>
      <p:sp>
        <p:nvSpPr>
          <p:cNvPr id="620" name="ST-MTM hierarchical filling: source 620"/>
          <p:cNvSpPr/>
          <p:nvPr/>
        </p:nvSpPr>
        <p:spPr>
          <a:xfrm>
            <a:off x="5905100" y="3154737"/>
            <a:ext cx="82296" cy="82296"/>
          </a:xfrm>
          <a:prstGeom prst="ellipse">
            <a:avLst/>
          </a:prstGeom>
          <a:solidFill>
            <a:srgbClr val="0072B2"/>
          </a:solidFill>
          <a:ln w="6858">
            <a:solidFill>
              <a:srgbClr val="263238"/>
            </a:solidFill>
            <a:prstDash val="solid"/>
          </a:ln>
        </p:spPr>
      </p:sp>
      <p:sp>
        <p:nvSpPr>
          <p:cNvPr id="621" name="ST-MTM hierarchical filling: source 621"/>
          <p:cNvSpPr/>
          <p:nvPr/>
        </p:nvSpPr>
        <p:spPr>
          <a:xfrm>
            <a:off x="5967336" y="3143215"/>
            <a:ext cx="105339" cy="105339"/>
          </a:xfrm>
          <a:prstGeom prst="diamond">
            <a:avLst/>
          </a:prstGeom>
          <a:solidFill>
            <a:srgbClr val="B7BEC5"/>
          </a:solidFill>
          <a:ln w="9716">
            <a:solidFill>
              <a:srgbClr val="263238"/>
            </a:solidFill>
            <a:prstDash val="solid"/>
          </a:ln>
        </p:spPr>
      </p:sp>
      <p:sp>
        <p:nvSpPr>
          <p:cNvPr id="622" name="ST-MTM hierarchical filling: source 622"/>
          <p:cNvSpPr/>
          <p:nvPr/>
        </p:nvSpPr>
        <p:spPr>
          <a:xfrm>
            <a:off x="6057737" y="3154737"/>
            <a:ext cx="82296" cy="82296"/>
          </a:xfrm>
          <a:prstGeom prst="ellipse">
            <a:avLst/>
          </a:prstGeom>
          <a:solidFill>
            <a:srgbClr val="D55E00"/>
          </a:solidFill>
          <a:ln w="6858">
            <a:solidFill>
              <a:srgbClr val="263238"/>
            </a:solidFill>
            <a:prstDash val="solid"/>
          </a:ln>
        </p:spPr>
      </p:sp>
      <p:sp>
        <p:nvSpPr>
          <p:cNvPr id="623" name="ST-MTM hierarchical filling: source 623"/>
          <p:cNvSpPr/>
          <p:nvPr/>
        </p:nvSpPr>
        <p:spPr>
          <a:xfrm>
            <a:off x="6134827" y="3143215"/>
            <a:ext cx="105339" cy="105339"/>
          </a:xfrm>
          <a:prstGeom prst="diamond">
            <a:avLst/>
          </a:prstGeom>
          <a:solidFill>
            <a:srgbClr val="D55E00"/>
          </a:solidFill>
          <a:ln w="9716">
            <a:solidFill>
              <a:srgbClr val="263238"/>
            </a:solidFill>
            <a:prstDash val="solid"/>
          </a:ln>
        </p:spPr>
      </p:sp>
      <p:sp>
        <p:nvSpPr>
          <p:cNvPr id="624" name="ST-MTM hierarchical filling: source 624"/>
          <p:cNvSpPr/>
          <p:nvPr/>
        </p:nvSpPr>
        <p:spPr>
          <a:xfrm>
            <a:off x="6234960" y="3154737"/>
            <a:ext cx="82296" cy="82296"/>
          </a:xfrm>
          <a:prstGeom prst="ellipse">
            <a:avLst/>
          </a:prstGeom>
          <a:solidFill>
            <a:srgbClr val="D55E00"/>
          </a:solidFill>
          <a:ln w="6858">
            <a:solidFill>
              <a:srgbClr val="263238"/>
            </a:solidFill>
            <a:prstDash val="solid"/>
          </a:ln>
        </p:spPr>
      </p:sp>
      <p:sp>
        <p:nvSpPr>
          <p:cNvPr id="625" name="ST-MTM hierarchical filling: source 625"/>
          <p:cNvSpPr/>
          <p:nvPr/>
        </p:nvSpPr>
        <p:spPr>
          <a:xfrm>
            <a:off x="6332279" y="3154737"/>
            <a:ext cx="82296" cy="82296"/>
          </a:xfrm>
          <a:prstGeom prst="ellipse">
            <a:avLst/>
          </a:prstGeom>
          <a:solidFill>
            <a:srgbClr val="B7BEC5"/>
          </a:solidFill>
          <a:ln w="6858">
            <a:solidFill>
              <a:srgbClr val="263238"/>
            </a:solidFill>
            <a:prstDash val="solid"/>
          </a:ln>
        </p:spPr>
      </p:sp>
      <p:sp>
        <p:nvSpPr>
          <p:cNvPr id="626" name="ST-MTM hierarchical filling: source 626"/>
          <p:cNvSpPr/>
          <p:nvPr/>
        </p:nvSpPr>
        <p:spPr>
          <a:xfrm>
            <a:off x="6441377" y="3154737"/>
            <a:ext cx="82296" cy="82296"/>
          </a:xfrm>
          <a:prstGeom prst="ellipse">
            <a:avLst/>
          </a:prstGeom>
          <a:solidFill>
            <a:srgbClr val="B7BEC5"/>
          </a:solidFill>
          <a:ln w="6858">
            <a:solidFill>
              <a:srgbClr val="263238"/>
            </a:solidFill>
            <a:prstDash val="solid"/>
          </a:ln>
        </p:spPr>
      </p:sp>
      <p:sp>
        <p:nvSpPr>
          <p:cNvPr id="627" name="ST-MTM hierarchical filling: source 627"/>
          <p:cNvSpPr/>
          <p:nvPr/>
        </p:nvSpPr>
        <p:spPr>
          <a:xfrm>
            <a:off x="6554322" y="3143215"/>
            <a:ext cx="105339" cy="105339"/>
          </a:xfrm>
          <a:prstGeom prst="diamond">
            <a:avLst/>
          </a:prstGeom>
          <a:solidFill>
            <a:srgbClr val="7B8790"/>
          </a:solidFill>
          <a:ln w="9716">
            <a:solidFill>
              <a:srgbClr val="263238"/>
            </a:solidFill>
            <a:prstDash val="solid"/>
          </a:ln>
        </p:spPr>
      </p:sp>
      <p:sp>
        <p:nvSpPr>
          <p:cNvPr id="628" name="ST-MTM hierarchical filling: source 628"/>
          <p:cNvSpPr/>
          <p:nvPr/>
        </p:nvSpPr>
        <p:spPr>
          <a:xfrm>
            <a:off x="6692358" y="3154737"/>
            <a:ext cx="82296" cy="82296"/>
          </a:xfrm>
          <a:prstGeom prst="ellipse">
            <a:avLst/>
          </a:prstGeom>
          <a:solidFill>
            <a:srgbClr val="009E73"/>
          </a:solidFill>
          <a:ln w="6858">
            <a:solidFill>
              <a:srgbClr val="263238"/>
            </a:solidFill>
            <a:prstDash val="solid"/>
          </a:ln>
        </p:spPr>
      </p:sp>
      <p:sp>
        <p:nvSpPr>
          <p:cNvPr id="629" name="ST-MTM hierarchical filling: source 629"/>
          <p:cNvSpPr/>
          <p:nvPr/>
        </p:nvSpPr>
        <p:spPr>
          <a:xfrm>
            <a:off x="6798643" y="3143215"/>
            <a:ext cx="105339" cy="105339"/>
          </a:xfrm>
          <a:prstGeom prst="diamond">
            <a:avLst/>
          </a:prstGeom>
          <a:solidFill>
            <a:srgbClr val="009E73"/>
          </a:solidFill>
          <a:ln w="9716">
            <a:solidFill>
              <a:srgbClr val="263238"/>
            </a:solidFill>
            <a:prstDash val="solid"/>
          </a:ln>
        </p:spPr>
      </p:sp>
      <p:sp>
        <p:nvSpPr>
          <p:cNvPr id="630" name="ST-MTM hierarchical filling: source 630"/>
          <p:cNvSpPr/>
          <p:nvPr/>
        </p:nvSpPr>
        <p:spPr>
          <a:xfrm>
            <a:off x="6927971" y="3154737"/>
            <a:ext cx="82296" cy="82296"/>
          </a:xfrm>
          <a:prstGeom prst="ellipse">
            <a:avLst/>
          </a:prstGeom>
          <a:solidFill>
            <a:srgbClr val="009E73"/>
          </a:solidFill>
          <a:ln w="6858">
            <a:solidFill>
              <a:srgbClr val="263238"/>
            </a:solidFill>
            <a:prstDash val="solid"/>
          </a:ln>
        </p:spPr>
      </p:sp>
      <p:sp>
        <p:nvSpPr>
          <p:cNvPr id="631" name="ST-MTM hierarchical filling: source 631"/>
          <p:cNvSpPr/>
          <p:nvPr/>
        </p:nvSpPr>
        <p:spPr>
          <a:xfrm>
            <a:off x="7022729" y="3154737"/>
            <a:ext cx="82296" cy="82296"/>
          </a:xfrm>
          <a:prstGeom prst="ellipse">
            <a:avLst/>
          </a:prstGeom>
          <a:solidFill>
            <a:srgbClr val="7B8790"/>
          </a:solidFill>
          <a:ln w="6858">
            <a:solidFill>
              <a:srgbClr val="263238"/>
            </a:solidFill>
            <a:prstDash val="solid"/>
          </a:ln>
        </p:spPr>
      </p:sp>
      <p:sp>
        <p:nvSpPr>
          <p:cNvPr id="632" name="ST-MTM hierarchical filling: source 632"/>
          <p:cNvSpPr/>
          <p:nvPr/>
        </p:nvSpPr>
        <p:spPr>
          <a:xfrm>
            <a:off x="7091877" y="3154737"/>
            <a:ext cx="82296" cy="82296"/>
          </a:xfrm>
          <a:prstGeom prst="ellipse">
            <a:avLst/>
          </a:prstGeom>
          <a:solidFill>
            <a:srgbClr val="7B8790"/>
          </a:solidFill>
          <a:ln w="6858">
            <a:solidFill>
              <a:srgbClr val="263238"/>
            </a:solidFill>
            <a:prstDash val="solid"/>
          </a:ln>
        </p:spPr>
      </p:sp>
      <p:sp>
        <p:nvSpPr>
          <p:cNvPr id="633" name="ST-MTM hierarchical filling: source 633"/>
          <p:cNvSpPr/>
          <p:nvPr/>
        </p:nvSpPr>
        <p:spPr>
          <a:xfrm>
            <a:off x="5691683" y="3348133"/>
            <a:ext cx="64756" cy="164592"/>
          </a:xfrm>
          <a:prstGeom prst="rect">
            <a:avLst/>
          </a:prstGeom>
          <a:solidFill>
            <a:srgbClr val="7B8790"/>
          </a:solidFill>
          <a:ln w="3772">
            <a:solidFill>
              <a:srgbClr val="FFFFFF"/>
            </a:solidFill>
            <a:prstDash val="solid"/>
          </a:ln>
        </p:spPr>
      </p:sp>
      <p:sp>
        <p:nvSpPr>
          <p:cNvPr id="634" name="ST-MTM hierarchical filling: source 634"/>
          <p:cNvSpPr/>
          <p:nvPr/>
        </p:nvSpPr>
        <p:spPr>
          <a:xfrm>
            <a:off x="5753147" y="3348133"/>
            <a:ext cx="80122" cy="164592"/>
          </a:xfrm>
          <a:prstGeom prst="rect">
            <a:avLst/>
          </a:prstGeom>
          <a:solidFill>
            <a:srgbClr val="0072B2"/>
          </a:solidFill>
          <a:ln w="3772">
            <a:solidFill>
              <a:srgbClr val="FFFFFF"/>
            </a:solidFill>
            <a:prstDash val="solid"/>
          </a:ln>
        </p:spPr>
      </p:sp>
      <p:sp>
        <p:nvSpPr>
          <p:cNvPr id="635" name="ST-MTM hierarchical filling: source 635"/>
          <p:cNvSpPr/>
          <p:nvPr/>
        </p:nvSpPr>
        <p:spPr>
          <a:xfrm>
            <a:off x="5829978" y="3348133"/>
            <a:ext cx="81147" cy="164592"/>
          </a:xfrm>
          <a:prstGeom prst="rect">
            <a:avLst/>
          </a:prstGeom>
          <a:solidFill>
            <a:srgbClr val="0072B2"/>
          </a:solidFill>
          <a:ln w="3772">
            <a:solidFill>
              <a:srgbClr val="FFFFFF"/>
            </a:solidFill>
            <a:prstDash val="solid"/>
          </a:ln>
        </p:spPr>
      </p:sp>
      <p:sp>
        <p:nvSpPr>
          <p:cNvPr id="636" name="ST-MTM hierarchical filling: source 636"/>
          <p:cNvSpPr/>
          <p:nvPr/>
        </p:nvSpPr>
        <p:spPr>
          <a:xfrm>
            <a:off x="5907833" y="3348133"/>
            <a:ext cx="80122" cy="164592"/>
          </a:xfrm>
          <a:prstGeom prst="rect">
            <a:avLst/>
          </a:prstGeom>
          <a:solidFill>
            <a:srgbClr val="0072B2"/>
          </a:solidFill>
          <a:ln w="3772">
            <a:solidFill>
              <a:srgbClr val="FFFFFF"/>
            </a:solidFill>
            <a:prstDash val="solid"/>
          </a:ln>
        </p:spPr>
      </p:sp>
      <p:sp>
        <p:nvSpPr>
          <p:cNvPr id="637" name="ST-MTM hierarchical filling: source 637"/>
          <p:cNvSpPr/>
          <p:nvPr/>
        </p:nvSpPr>
        <p:spPr>
          <a:xfrm>
            <a:off x="5984663" y="3348133"/>
            <a:ext cx="73976" cy="164592"/>
          </a:xfrm>
          <a:prstGeom prst="rect">
            <a:avLst/>
          </a:prstGeom>
          <a:solidFill>
            <a:srgbClr val="B7BEC5"/>
          </a:solidFill>
          <a:ln w="3772">
            <a:solidFill>
              <a:srgbClr val="FFFFFF"/>
            </a:solidFill>
            <a:prstDash val="solid"/>
          </a:ln>
        </p:spPr>
      </p:sp>
      <p:sp>
        <p:nvSpPr>
          <p:cNvPr id="638" name="ST-MTM hierarchical filling: source 638"/>
          <p:cNvSpPr/>
          <p:nvPr/>
        </p:nvSpPr>
        <p:spPr>
          <a:xfrm>
            <a:off x="6055348" y="3348133"/>
            <a:ext cx="90366" cy="164592"/>
          </a:xfrm>
          <a:prstGeom prst="rect">
            <a:avLst/>
          </a:prstGeom>
          <a:solidFill>
            <a:srgbClr val="D55E00"/>
          </a:solidFill>
          <a:ln w="3772">
            <a:solidFill>
              <a:srgbClr val="FFFFFF"/>
            </a:solidFill>
            <a:prstDash val="solid"/>
          </a:ln>
        </p:spPr>
      </p:sp>
      <p:sp>
        <p:nvSpPr>
          <p:cNvPr id="639" name="ST-MTM hierarchical filling: source 639"/>
          <p:cNvSpPr/>
          <p:nvPr/>
        </p:nvSpPr>
        <p:spPr>
          <a:xfrm>
            <a:off x="6142423" y="3348133"/>
            <a:ext cx="93440" cy="164592"/>
          </a:xfrm>
          <a:prstGeom prst="rect">
            <a:avLst/>
          </a:prstGeom>
          <a:solidFill>
            <a:srgbClr val="D55E00"/>
          </a:solidFill>
          <a:ln w="3772">
            <a:solidFill>
              <a:srgbClr val="FFFFFF"/>
            </a:solidFill>
            <a:prstDash val="solid"/>
          </a:ln>
        </p:spPr>
      </p:sp>
      <p:sp>
        <p:nvSpPr>
          <p:cNvPr id="640" name="ST-MTM hierarchical filling: source 640"/>
          <p:cNvSpPr/>
          <p:nvPr/>
        </p:nvSpPr>
        <p:spPr>
          <a:xfrm>
            <a:off x="6232570" y="3348133"/>
            <a:ext cx="90366" cy="164592"/>
          </a:xfrm>
          <a:prstGeom prst="rect">
            <a:avLst/>
          </a:prstGeom>
          <a:solidFill>
            <a:srgbClr val="D55E00"/>
          </a:solidFill>
          <a:ln w="3772">
            <a:solidFill>
              <a:srgbClr val="FFFFFF"/>
            </a:solidFill>
            <a:prstDash val="solid"/>
          </a:ln>
        </p:spPr>
      </p:sp>
      <p:sp>
        <p:nvSpPr>
          <p:cNvPr id="641" name="ST-MTM hierarchical filling: source 641"/>
          <p:cNvSpPr/>
          <p:nvPr/>
        </p:nvSpPr>
        <p:spPr>
          <a:xfrm>
            <a:off x="6319645" y="3348133"/>
            <a:ext cx="110855" cy="164592"/>
          </a:xfrm>
          <a:prstGeom prst="rect">
            <a:avLst/>
          </a:prstGeom>
          <a:solidFill>
            <a:srgbClr val="B7BEC5"/>
          </a:solidFill>
          <a:ln w="3772">
            <a:solidFill>
              <a:srgbClr val="FFFFFF"/>
            </a:solidFill>
            <a:prstDash val="solid"/>
          </a:ln>
        </p:spPr>
      </p:sp>
      <p:sp>
        <p:nvSpPr>
          <p:cNvPr id="642" name="ST-MTM hierarchical filling: source 642"/>
          <p:cNvSpPr/>
          <p:nvPr/>
        </p:nvSpPr>
        <p:spPr>
          <a:xfrm>
            <a:off x="6427208" y="3348133"/>
            <a:ext cx="113928" cy="164592"/>
          </a:xfrm>
          <a:prstGeom prst="rect">
            <a:avLst/>
          </a:prstGeom>
          <a:solidFill>
            <a:srgbClr val="B7BEC5"/>
          </a:solidFill>
          <a:ln w="3772">
            <a:solidFill>
              <a:srgbClr val="FFFFFF"/>
            </a:solidFill>
            <a:prstDash val="solid"/>
          </a:ln>
        </p:spPr>
      </p:sp>
      <p:sp>
        <p:nvSpPr>
          <p:cNvPr id="643" name="ST-MTM hierarchical filling: source 643"/>
          <p:cNvSpPr/>
          <p:nvPr/>
        </p:nvSpPr>
        <p:spPr>
          <a:xfrm>
            <a:off x="6537844" y="3348133"/>
            <a:ext cx="141587" cy="164592"/>
          </a:xfrm>
          <a:prstGeom prst="rect">
            <a:avLst/>
          </a:prstGeom>
          <a:solidFill>
            <a:srgbClr val="7B8790"/>
          </a:solidFill>
          <a:ln w="3772">
            <a:solidFill>
              <a:srgbClr val="FFFFFF"/>
            </a:solidFill>
            <a:prstDash val="solid"/>
          </a:ln>
        </p:spPr>
      </p:sp>
      <p:sp>
        <p:nvSpPr>
          <p:cNvPr id="644" name="ST-MTM hierarchical filling: source 644"/>
          <p:cNvSpPr/>
          <p:nvPr/>
        </p:nvSpPr>
        <p:spPr>
          <a:xfrm>
            <a:off x="6676139" y="3348133"/>
            <a:ext cx="118025" cy="164592"/>
          </a:xfrm>
          <a:prstGeom prst="rect">
            <a:avLst/>
          </a:prstGeom>
          <a:solidFill>
            <a:srgbClr val="009E73"/>
          </a:solidFill>
          <a:ln w="3772">
            <a:solidFill>
              <a:srgbClr val="FFFFFF"/>
            </a:solidFill>
            <a:prstDash val="solid"/>
          </a:ln>
        </p:spPr>
      </p:sp>
      <p:sp>
        <p:nvSpPr>
          <p:cNvPr id="645" name="ST-MTM hierarchical filling: source 645"/>
          <p:cNvSpPr/>
          <p:nvPr/>
        </p:nvSpPr>
        <p:spPr>
          <a:xfrm>
            <a:off x="6790873" y="3348133"/>
            <a:ext cx="124172" cy="164592"/>
          </a:xfrm>
          <a:prstGeom prst="rect">
            <a:avLst/>
          </a:prstGeom>
          <a:solidFill>
            <a:srgbClr val="009E73"/>
          </a:solidFill>
          <a:ln w="3772">
            <a:solidFill>
              <a:srgbClr val="FFFFFF"/>
            </a:solidFill>
            <a:prstDash val="solid"/>
          </a:ln>
        </p:spPr>
      </p:sp>
      <p:sp>
        <p:nvSpPr>
          <p:cNvPr id="646" name="ST-MTM hierarchical filling: source 646"/>
          <p:cNvSpPr/>
          <p:nvPr/>
        </p:nvSpPr>
        <p:spPr>
          <a:xfrm>
            <a:off x="6911752" y="3348133"/>
            <a:ext cx="118025" cy="164592"/>
          </a:xfrm>
          <a:prstGeom prst="rect">
            <a:avLst/>
          </a:prstGeom>
          <a:solidFill>
            <a:srgbClr val="009E73"/>
          </a:solidFill>
          <a:ln w="3772">
            <a:solidFill>
              <a:srgbClr val="FFFFFF"/>
            </a:solidFill>
            <a:prstDash val="solid"/>
          </a:ln>
        </p:spPr>
      </p:sp>
      <p:sp>
        <p:nvSpPr>
          <p:cNvPr id="647" name="ST-MTM hierarchical filling: source 647"/>
          <p:cNvSpPr/>
          <p:nvPr/>
        </p:nvSpPr>
        <p:spPr>
          <a:xfrm>
            <a:off x="7026486" y="3348133"/>
            <a:ext cx="78073" cy="164592"/>
          </a:xfrm>
          <a:prstGeom prst="rect">
            <a:avLst/>
          </a:prstGeom>
          <a:solidFill>
            <a:srgbClr val="7B8790"/>
          </a:solidFill>
          <a:ln w="3772">
            <a:solidFill>
              <a:srgbClr val="FFFFFF"/>
            </a:solidFill>
            <a:prstDash val="solid"/>
          </a:ln>
        </p:spPr>
      </p:sp>
      <p:sp>
        <p:nvSpPr>
          <p:cNvPr id="648" name="ST-MTM hierarchical filling: source 648"/>
          <p:cNvSpPr/>
          <p:nvPr/>
        </p:nvSpPr>
        <p:spPr>
          <a:xfrm>
            <a:off x="7101268" y="3348133"/>
            <a:ext cx="66805" cy="164592"/>
          </a:xfrm>
          <a:prstGeom prst="rect">
            <a:avLst/>
          </a:prstGeom>
          <a:solidFill>
            <a:srgbClr val="7B8790"/>
          </a:solidFill>
          <a:ln w="3772">
            <a:solidFill>
              <a:srgbClr val="FFFFFF"/>
            </a:solidFill>
            <a:prstDash val="solid"/>
          </a:ln>
        </p:spPr>
      </p:sp>
      <p:sp>
        <p:nvSpPr>
          <p:cNvPr id="649" name="ST-MTM hierarchical filling: source 649"/>
          <p:cNvSpPr/>
          <p:nvPr/>
        </p:nvSpPr>
        <p:spPr>
          <a:xfrm>
            <a:off x="5691683" y="3348133"/>
            <a:ext cx="1473098" cy="164592"/>
          </a:xfrm>
          <a:prstGeom prst="rect">
            <a:avLst/>
          </a:prstGeom>
          <a:solidFill>
            <a:srgbClr val="FFFFFF">
              <a:alpha val="0"/>
            </a:srgbClr>
          </a:solidFill>
          <a:ln w="8801">
            <a:solidFill>
              <a:srgbClr val="263238"/>
            </a:solidFill>
            <a:prstDash val="solid"/>
          </a:ln>
        </p:spPr>
      </p:sp>
      <p:sp>
        <p:nvSpPr>
          <p:cNvPr id="650" name="ST-MTM temporal row 0: source 650"/>
          <p:cNvSpPr/>
          <p:nvPr/>
        </p:nvSpPr>
        <p:spPr>
          <a:xfrm>
            <a:off x="7513320" y="2857500"/>
            <a:ext cx="1341425" cy="296266"/>
          </a:xfrm>
          <a:prstGeom prst="rect">
            <a:avLst/>
          </a:prstGeom>
          <a:solidFill>
            <a:srgbClr val="FFFFFF">
              <a:alpha val="0"/>
            </a:srgbClr>
          </a:solidFill>
          <a:ln w="7772">
            <a:solidFill>
              <a:srgbClr val="CCDDEC"/>
            </a:solidFill>
            <a:prstDash val="solid"/>
          </a:ln>
        </p:spPr>
      </p:sp>
      <p:sp>
        <p:nvSpPr>
          <p:cNvPr id="651" name="ST-MTM temporal row 0: source 651"/>
          <p:cNvSpPr/>
          <p:nvPr/>
        </p:nvSpPr>
        <p:spPr>
          <a:xfrm>
            <a:off x="7566812" y="2952140"/>
            <a:ext cx="1234440" cy="823"/>
          </a:xfrm>
          <a:prstGeom prst="line">
            <a:avLst/>
          </a:prstGeom>
          <a:solidFill>
            <a:srgbClr val="FFFFFF">
              <a:alpha val="0"/>
            </a:srgbClr>
          </a:solidFill>
          <a:ln w="8687">
            <a:solidFill>
              <a:srgbClr val="7B8790"/>
            </a:solidFill>
            <a:prstDash val="solid"/>
          </a:ln>
        </p:spPr>
      </p:sp>
      <p:sp>
        <p:nvSpPr>
          <p:cNvPr id="652" name="ST-MTM temporal row 0: source 652"/>
          <p:cNvSpPr/>
          <p:nvPr/>
        </p:nvSpPr>
        <p:spPr>
          <a:xfrm>
            <a:off x="7549903" y="2909479"/>
            <a:ext cx="85325" cy="85325"/>
          </a:xfrm>
          <a:prstGeom prst="diamond">
            <a:avLst/>
          </a:prstGeom>
          <a:solidFill>
            <a:srgbClr val="7B8790"/>
          </a:solidFill>
          <a:ln w="9716">
            <a:solidFill>
              <a:srgbClr val="263238"/>
            </a:solidFill>
            <a:prstDash val="solid"/>
          </a:ln>
        </p:spPr>
      </p:sp>
      <p:sp>
        <p:nvSpPr>
          <p:cNvPr id="653" name="ST-MTM temporal row 0: source 653"/>
          <p:cNvSpPr/>
          <p:nvPr/>
        </p:nvSpPr>
        <p:spPr>
          <a:xfrm>
            <a:off x="7617181" y="2918811"/>
            <a:ext cx="66659" cy="66659"/>
          </a:xfrm>
          <a:prstGeom prst="ellipse">
            <a:avLst/>
          </a:prstGeom>
          <a:solidFill>
            <a:srgbClr val="0072B2"/>
          </a:solidFill>
          <a:ln w="6858">
            <a:solidFill>
              <a:srgbClr val="263238"/>
            </a:solidFill>
            <a:prstDash val="solid"/>
          </a:ln>
        </p:spPr>
      </p:sp>
      <p:sp>
        <p:nvSpPr>
          <p:cNvPr id="654" name="ST-MTM temporal row 0: source 654"/>
          <p:cNvSpPr/>
          <p:nvPr/>
        </p:nvSpPr>
        <p:spPr>
          <a:xfrm>
            <a:off x="7672660" y="2909479"/>
            <a:ext cx="85325" cy="85325"/>
          </a:xfrm>
          <a:prstGeom prst="diamond">
            <a:avLst/>
          </a:prstGeom>
          <a:solidFill>
            <a:srgbClr val="0072B2"/>
          </a:solidFill>
          <a:ln w="9716">
            <a:solidFill>
              <a:srgbClr val="263238"/>
            </a:solidFill>
            <a:prstDash val="solid"/>
          </a:ln>
        </p:spPr>
      </p:sp>
      <p:sp>
        <p:nvSpPr>
          <p:cNvPr id="655" name="ST-MTM temporal row 0: source 655"/>
          <p:cNvSpPr/>
          <p:nvPr/>
        </p:nvSpPr>
        <p:spPr>
          <a:xfrm>
            <a:off x="7746805" y="2918811"/>
            <a:ext cx="66659" cy="66659"/>
          </a:xfrm>
          <a:prstGeom prst="ellipse">
            <a:avLst/>
          </a:prstGeom>
          <a:solidFill>
            <a:srgbClr val="0072B2"/>
          </a:solidFill>
          <a:ln w="6858">
            <a:solidFill>
              <a:srgbClr val="263238"/>
            </a:solidFill>
            <a:prstDash val="solid"/>
          </a:ln>
        </p:spPr>
      </p:sp>
      <p:sp>
        <p:nvSpPr>
          <p:cNvPr id="656" name="ST-MTM temporal row 0: source 656"/>
          <p:cNvSpPr/>
          <p:nvPr/>
        </p:nvSpPr>
        <p:spPr>
          <a:xfrm>
            <a:off x="7799281" y="2909479"/>
            <a:ext cx="85325" cy="85325"/>
          </a:xfrm>
          <a:prstGeom prst="diamond">
            <a:avLst/>
          </a:prstGeom>
          <a:solidFill>
            <a:srgbClr val="B7BEC5"/>
          </a:solidFill>
          <a:ln w="9716">
            <a:solidFill>
              <a:srgbClr val="263238"/>
            </a:solidFill>
            <a:prstDash val="solid"/>
          </a:ln>
        </p:spPr>
      </p:sp>
      <p:sp>
        <p:nvSpPr>
          <p:cNvPr id="657" name="ST-MTM temporal row 0: source 657"/>
          <p:cNvSpPr/>
          <p:nvPr/>
        </p:nvSpPr>
        <p:spPr>
          <a:xfrm>
            <a:off x="7874713" y="2918811"/>
            <a:ext cx="66659" cy="66659"/>
          </a:xfrm>
          <a:prstGeom prst="ellipse">
            <a:avLst/>
          </a:prstGeom>
          <a:solidFill>
            <a:srgbClr val="D55E00"/>
          </a:solidFill>
          <a:ln w="6858">
            <a:solidFill>
              <a:srgbClr val="263238"/>
            </a:solidFill>
            <a:prstDash val="solid"/>
          </a:ln>
        </p:spPr>
      </p:sp>
      <p:sp>
        <p:nvSpPr>
          <p:cNvPr id="658" name="ST-MTM temporal row 0: source 658"/>
          <p:cNvSpPr/>
          <p:nvPr/>
        </p:nvSpPr>
        <p:spPr>
          <a:xfrm>
            <a:off x="7939636" y="2909479"/>
            <a:ext cx="85325" cy="85325"/>
          </a:xfrm>
          <a:prstGeom prst="diamond">
            <a:avLst/>
          </a:prstGeom>
          <a:solidFill>
            <a:srgbClr val="D55E00"/>
          </a:solidFill>
          <a:ln w="9716">
            <a:solidFill>
              <a:srgbClr val="263238"/>
            </a:solidFill>
            <a:prstDash val="solid"/>
          </a:ln>
        </p:spPr>
      </p:sp>
      <p:sp>
        <p:nvSpPr>
          <p:cNvPr id="659" name="ST-MTM temporal row 0: source 659"/>
          <p:cNvSpPr/>
          <p:nvPr/>
        </p:nvSpPr>
        <p:spPr>
          <a:xfrm>
            <a:off x="8023224" y="2918811"/>
            <a:ext cx="66659" cy="66659"/>
          </a:xfrm>
          <a:prstGeom prst="ellipse">
            <a:avLst/>
          </a:prstGeom>
          <a:solidFill>
            <a:srgbClr val="D55E00"/>
          </a:solidFill>
          <a:ln w="6858">
            <a:solidFill>
              <a:srgbClr val="263238"/>
            </a:solidFill>
            <a:prstDash val="solid"/>
          </a:ln>
        </p:spPr>
      </p:sp>
      <p:sp>
        <p:nvSpPr>
          <p:cNvPr id="660" name="ST-MTM temporal row 0: source 660"/>
          <p:cNvSpPr/>
          <p:nvPr/>
        </p:nvSpPr>
        <p:spPr>
          <a:xfrm>
            <a:off x="8104776" y="2918811"/>
            <a:ext cx="66659" cy="66659"/>
          </a:xfrm>
          <a:prstGeom prst="ellipse">
            <a:avLst/>
          </a:prstGeom>
          <a:solidFill>
            <a:srgbClr val="B7BEC5"/>
          </a:solidFill>
          <a:ln w="6858">
            <a:solidFill>
              <a:srgbClr val="263238"/>
            </a:solidFill>
            <a:prstDash val="solid"/>
          </a:ln>
        </p:spPr>
      </p:sp>
      <p:sp>
        <p:nvSpPr>
          <p:cNvPr id="661" name="ST-MTM temporal row 0: source 661"/>
          <p:cNvSpPr/>
          <p:nvPr/>
        </p:nvSpPr>
        <p:spPr>
          <a:xfrm>
            <a:off x="8196200" y="2918811"/>
            <a:ext cx="66659" cy="66659"/>
          </a:xfrm>
          <a:prstGeom prst="ellipse">
            <a:avLst/>
          </a:prstGeom>
          <a:solidFill>
            <a:srgbClr val="B7BEC5"/>
          </a:solidFill>
          <a:ln w="6858">
            <a:solidFill>
              <a:srgbClr val="263238"/>
            </a:solidFill>
            <a:prstDash val="solid"/>
          </a:ln>
        </p:spPr>
      </p:sp>
      <p:sp>
        <p:nvSpPr>
          <p:cNvPr id="662" name="ST-MTM temporal row 0: source 662"/>
          <p:cNvSpPr/>
          <p:nvPr/>
        </p:nvSpPr>
        <p:spPr>
          <a:xfrm>
            <a:off x="8291168" y="2909479"/>
            <a:ext cx="85325" cy="85325"/>
          </a:xfrm>
          <a:prstGeom prst="diamond">
            <a:avLst/>
          </a:prstGeom>
          <a:solidFill>
            <a:srgbClr val="7B8790"/>
          </a:solidFill>
          <a:ln w="9716">
            <a:solidFill>
              <a:srgbClr val="263238"/>
            </a:solidFill>
            <a:prstDash val="solid"/>
          </a:ln>
        </p:spPr>
      </p:sp>
      <p:sp>
        <p:nvSpPr>
          <p:cNvPr id="663" name="ST-MTM temporal row 0: source 663"/>
          <p:cNvSpPr/>
          <p:nvPr/>
        </p:nvSpPr>
        <p:spPr>
          <a:xfrm>
            <a:off x="8406519" y="2918811"/>
            <a:ext cx="66659" cy="66659"/>
          </a:xfrm>
          <a:prstGeom prst="ellipse">
            <a:avLst/>
          </a:prstGeom>
          <a:solidFill>
            <a:srgbClr val="009E73"/>
          </a:solidFill>
          <a:ln w="6858">
            <a:solidFill>
              <a:srgbClr val="263238"/>
            </a:solidFill>
            <a:prstDash val="solid"/>
          </a:ln>
        </p:spPr>
      </p:sp>
      <p:sp>
        <p:nvSpPr>
          <p:cNvPr id="664" name="ST-MTM temporal row 0: source 664"/>
          <p:cNvSpPr/>
          <p:nvPr/>
        </p:nvSpPr>
        <p:spPr>
          <a:xfrm>
            <a:off x="8495907" y="2909479"/>
            <a:ext cx="85325" cy="85325"/>
          </a:xfrm>
          <a:prstGeom prst="diamond">
            <a:avLst/>
          </a:prstGeom>
          <a:solidFill>
            <a:srgbClr val="009E73"/>
          </a:solidFill>
          <a:ln w="9716">
            <a:solidFill>
              <a:srgbClr val="263238"/>
            </a:solidFill>
            <a:prstDash val="solid"/>
          </a:ln>
        </p:spPr>
      </p:sp>
      <p:sp>
        <p:nvSpPr>
          <p:cNvPr id="665" name="ST-MTM temporal row 0: source 665"/>
          <p:cNvSpPr/>
          <p:nvPr/>
        </p:nvSpPr>
        <p:spPr>
          <a:xfrm>
            <a:off x="8603960" y="2918811"/>
            <a:ext cx="66659" cy="66659"/>
          </a:xfrm>
          <a:prstGeom prst="ellipse">
            <a:avLst/>
          </a:prstGeom>
          <a:solidFill>
            <a:srgbClr val="009E73"/>
          </a:solidFill>
          <a:ln w="6858">
            <a:solidFill>
              <a:srgbClr val="263238"/>
            </a:solidFill>
            <a:prstDash val="solid"/>
          </a:ln>
        </p:spPr>
      </p:sp>
      <p:sp>
        <p:nvSpPr>
          <p:cNvPr id="666" name="ST-MTM temporal row 0: source 666"/>
          <p:cNvSpPr/>
          <p:nvPr/>
        </p:nvSpPr>
        <p:spPr>
          <a:xfrm>
            <a:off x="8683366" y="2918811"/>
            <a:ext cx="66659" cy="66659"/>
          </a:xfrm>
          <a:prstGeom prst="ellipse">
            <a:avLst/>
          </a:prstGeom>
          <a:solidFill>
            <a:srgbClr val="7B8790"/>
          </a:solidFill>
          <a:ln w="6858">
            <a:solidFill>
              <a:srgbClr val="263238"/>
            </a:solidFill>
            <a:prstDash val="solid"/>
          </a:ln>
        </p:spPr>
      </p:sp>
      <p:sp>
        <p:nvSpPr>
          <p:cNvPr id="667" name="ST-MTM temporal row 0: source 667"/>
          <p:cNvSpPr/>
          <p:nvPr/>
        </p:nvSpPr>
        <p:spPr>
          <a:xfrm>
            <a:off x="8741311" y="2918811"/>
            <a:ext cx="66659" cy="66659"/>
          </a:xfrm>
          <a:prstGeom prst="ellipse">
            <a:avLst/>
          </a:prstGeom>
          <a:solidFill>
            <a:srgbClr val="7B8790"/>
          </a:solidFill>
          <a:ln w="6858">
            <a:solidFill>
              <a:srgbClr val="263238"/>
            </a:solidFill>
            <a:prstDash val="solid"/>
          </a:ln>
        </p:spPr>
      </p:sp>
      <p:sp>
        <p:nvSpPr>
          <p:cNvPr id="668" name="ST-MTM temporal row 0: source 668"/>
          <p:cNvSpPr/>
          <p:nvPr/>
        </p:nvSpPr>
        <p:spPr>
          <a:xfrm>
            <a:off x="7566812" y="3037729"/>
            <a:ext cx="54798" cy="90526"/>
          </a:xfrm>
          <a:prstGeom prst="rect">
            <a:avLst/>
          </a:prstGeom>
          <a:solidFill>
            <a:srgbClr val="7B8790"/>
          </a:solidFill>
          <a:ln w="3772">
            <a:solidFill>
              <a:srgbClr val="FFFFFF"/>
            </a:solidFill>
            <a:prstDash val="solid"/>
          </a:ln>
        </p:spPr>
      </p:sp>
      <p:sp>
        <p:nvSpPr>
          <p:cNvPr id="669" name="ST-MTM temporal row 0: source 669"/>
          <p:cNvSpPr/>
          <p:nvPr/>
        </p:nvSpPr>
        <p:spPr>
          <a:xfrm>
            <a:off x="7618318" y="3037729"/>
            <a:ext cx="67675" cy="90526"/>
          </a:xfrm>
          <a:prstGeom prst="rect">
            <a:avLst/>
          </a:prstGeom>
          <a:solidFill>
            <a:srgbClr val="0072B2"/>
          </a:solidFill>
          <a:ln w="3772">
            <a:solidFill>
              <a:srgbClr val="FFFFFF"/>
            </a:solidFill>
            <a:prstDash val="solid"/>
          </a:ln>
        </p:spPr>
      </p:sp>
      <p:sp>
        <p:nvSpPr>
          <p:cNvPr id="670" name="ST-MTM temporal row 0: source 670"/>
          <p:cNvSpPr/>
          <p:nvPr/>
        </p:nvSpPr>
        <p:spPr>
          <a:xfrm>
            <a:off x="7682702" y="3037729"/>
            <a:ext cx="68533" cy="90526"/>
          </a:xfrm>
          <a:prstGeom prst="rect">
            <a:avLst/>
          </a:prstGeom>
          <a:solidFill>
            <a:srgbClr val="0072B2"/>
          </a:solidFill>
          <a:ln w="3772">
            <a:solidFill>
              <a:srgbClr val="FFFFFF"/>
            </a:solidFill>
            <a:prstDash val="solid"/>
          </a:ln>
        </p:spPr>
      </p:sp>
      <p:sp>
        <p:nvSpPr>
          <p:cNvPr id="671" name="ST-MTM temporal row 0: source 671"/>
          <p:cNvSpPr/>
          <p:nvPr/>
        </p:nvSpPr>
        <p:spPr>
          <a:xfrm>
            <a:off x="7747944" y="3037729"/>
            <a:ext cx="67675" cy="90526"/>
          </a:xfrm>
          <a:prstGeom prst="rect">
            <a:avLst/>
          </a:prstGeom>
          <a:solidFill>
            <a:srgbClr val="0072B2"/>
          </a:solidFill>
          <a:ln w="3772">
            <a:solidFill>
              <a:srgbClr val="FFFFFF"/>
            </a:solidFill>
            <a:prstDash val="solid"/>
          </a:ln>
        </p:spPr>
      </p:sp>
      <p:sp>
        <p:nvSpPr>
          <p:cNvPr id="672" name="ST-MTM temporal row 0: source 672"/>
          <p:cNvSpPr/>
          <p:nvPr/>
        </p:nvSpPr>
        <p:spPr>
          <a:xfrm>
            <a:off x="7812327" y="3037729"/>
            <a:ext cx="62525" cy="90526"/>
          </a:xfrm>
          <a:prstGeom prst="rect">
            <a:avLst/>
          </a:prstGeom>
          <a:solidFill>
            <a:srgbClr val="B7BEC5"/>
          </a:solidFill>
          <a:ln w="3772">
            <a:solidFill>
              <a:srgbClr val="FFFFFF"/>
            </a:solidFill>
            <a:prstDash val="solid"/>
          </a:ln>
        </p:spPr>
      </p:sp>
      <p:sp>
        <p:nvSpPr>
          <p:cNvPr id="673" name="ST-MTM temporal row 0: source 673"/>
          <p:cNvSpPr/>
          <p:nvPr/>
        </p:nvSpPr>
        <p:spPr>
          <a:xfrm>
            <a:off x="7871560" y="3037729"/>
            <a:ext cx="76260" cy="90526"/>
          </a:xfrm>
          <a:prstGeom prst="rect">
            <a:avLst/>
          </a:prstGeom>
          <a:solidFill>
            <a:srgbClr val="D55E00"/>
          </a:solidFill>
          <a:ln w="3772">
            <a:solidFill>
              <a:srgbClr val="FFFFFF"/>
            </a:solidFill>
            <a:prstDash val="solid"/>
          </a:ln>
        </p:spPr>
      </p:sp>
      <p:sp>
        <p:nvSpPr>
          <p:cNvPr id="674" name="ST-MTM temporal row 0: source 674"/>
          <p:cNvSpPr/>
          <p:nvPr/>
        </p:nvSpPr>
        <p:spPr>
          <a:xfrm>
            <a:off x="7944527" y="3037729"/>
            <a:ext cx="78835" cy="90526"/>
          </a:xfrm>
          <a:prstGeom prst="rect">
            <a:avLst/>
          </a:prstGeom>
          <a:solidFill>
            <a:srgbClr val="D55E00"/>
          </a:solidFill>
          <a:ln w="3772">
            <a:solidFill>
              <a:srgbClr val="FFFFFF"/>
            </a:solidFill>
            <a:prstDash val="solid"/>
          </a:ln>
        </p:spPr>
      </p:sp>
      <p:sp>
        <p:nvSpPr>
          <p:cNvPr id="675" name="ST-MTM temporal row 0: source 675"/>
          <p:cNvSpPr/>
          <p:nvPr/>
        </p:nvSpPr>
        <p:spPr>
          <a:xfrm>
            <a:off x="8020069" y="3037729"/>
            <a:ext cx="76260" cy="90526"/>
          </a:xfrm>
          <a:prstGeom prst="rect">
            <a:avLst/>
          </a:prstGeom>
          <a:solidFill>
            <a:srgbClr val="D55E00"/>
          </a:solidFill>
          <a:ln w="3772">
            <a:solidFill>
              <a:srgbClr val="FFFFFF"/>
            </a:solidFill>
            <a:prstDash val="solid"/>
          </a:ln>
        </p:spPr>
      </p:sp>
      <p:sp>
        <p:nvSpPr>
          <p:cNvPr id="676" name="ST-MTM temporal row 0: source 676"/>
          <p:cNvSpPr/>
          <p:nvPr/>
        </p:nvSpPr>
        <p:spPr>
          <a:xfrm>
            <a:off x="8093038" y="3037729"/>
            <a:ext cx="93428" cy="90526"/>
          </a:xfrm>
          <a:prstGeom prst="rect">
            <a:avLst/>
          </a:prstGeom>
          <a:solidFill>
            <a:srgbClr val="B7BEC5"/>
          </a:solidFill>
          <a:ln w="3772">
            <a:solidFill>
              <a:srgbClr val="FFFFFF"/>
            </a:solidFill>
            <a:prstDash val="solid"/>
          </a:ln>
        </p:spPr>
      </p:sp>
      <p:sp>
        <p:nvSpPr>
          <p:cNvPr id="677" name="ST-MTM temporal row 0: source 677"/>
          <p:cNvSpPr/>
          <p:nvPr/>
        </p:nvSpPr>
        <p:spPr>
          <a:xfrm>
            <a:off x="8183174" y="3037729"/>
            <a:ext cx="96004" cy="90526"/>
          </a:xfrm>
          <a:prstGeom prst="rect">
            <a:avLst/>
          </a:prstGeom>
          <a:solidFill>
            <a:srgbClr val="B7BEC5"/>
          </a:solidFill>
          <a:ln w="3772">
            <a:solidFill>
              <a:srgbClr val="FFFFFF"/>
            </a:solidFill>
            <a:prstDash val="solid"/>
          </a:ln>
        </p:spPr>
      </p:sp>
      <p:sp>
        <p:nvSpPr>
          <p:cNvPr id="678" name="ST-MTM temporal row 0: source 678"/>
          <p:cNvSpPr/>
          <p:nvPr/>
        </p:nvSpPr>
        <p:spPr>
          <a:xfrm>
            <a:off x="8275885" y="3037729"/>
            <a:ext cx="119182" cy="90526"/>
          </a:xfrm>
          <a:prstGeom prst="rect">
            <a:avLst/>
          </a:prstGeom>
          <a:solidFill>
            <a:srgbClr val="7B8790"/>
          </a:solidFill>
          <a:ln w="3772">
            <a:solidFill>
              <a:srgbClr val="FFFFFF"/>
            </a:solidFill>
            <a:prstDash val="solid"/>
          </a:ln>
        </p:spPr>
      </p:sp>
      <p:sp>
        <p:nvSpPr>
          <p:cNvPr id="679" name="ST-MTM temporal row 0: source 679"/>
          <p:cNvSpPr/>
          <p:nvPr/>
        </p:nvSpPr>
        <p:spPr>
          <a:xfrm>
            <a:off x="8391776" y="3037729"/>
            <a:ext cx="99437" cy="90526"/>
          </a:xfrm>
          <a:prstGeom prst="rect">
            <a:avLst/>
          </a:prstGeom>
          <a:solidFill>
            <a:srgbClr val="009E73"/>
          </a:solidFill>
          <a:ln w="3772">
            <a:solidFill>
              <a:srgbClr val="FFFFFF"/>
            </a:solidFill>
            <a:prstDash val="solid"/>
          </a:ln>
        </p:spPr>
      </p:sp>
      <p:sp>
        <p:nvSpPr>
          <p:cNvPr id="680" name="ST-MTM temporal row 0: source 680"/>
          <p:cNvSpPr/>
          <p:nvPr/>
        </p:nvSpPr>
        <p:spPr>
          <a:xfrm>
            <a:off x="8487921" y="3037729"/>
            <a:ext cx="104588" cy="90526"/>
          </a:xfrm>
          <a:prstGeom prst="rect">
            <a:avLst/>
          </a:prstGeom>
          <a:solidFill>
            <a:srgbClr val="009E73"/>
          </a:solidFill>
          <a:ln w="3772">
            <a:solidFill>
              <a:srgbClr val="FFFFFF"/>
            </a:solidFill>
            <a:prstDash val="solid"/>
          </a:ln>
        </p:spPr>
      </p:sp>
      <p:sp>
        <p:nvSpPr>
          <p:cNvPr id="681" name="ST-MTM temporal row 0: source 681"/>
          <p:cNvSpPr/>
          <p:nvPr/>
        </p:nvSpPr>
        <p:spPr>
          <a:xfrm>
            <a:off x="8589217" y="3037729"/>
            <a:ext cx="99437" cy="90526"/>
          </a:xfrm>
          <a:prstGeom prst="rect">
            <a:avLst/>
          </a:prstGeom>
          <a:solidFill>
            <a:srgbClr val="009E73"/>
          </a:solidFill>
          <a:ln w="3772">
            <a:solidFill>
              <a:srgbClr val="FFFFFF"/>
            </a:solidFill>
            <a:prstDash val="solid"/>
          </a:ln>
        </p:spPr>
      </p:sp>
      <p:sp>
        <p:nvSpPr>
          <p:cNvPr id="682" name="ST-MTM temporal row 0: source 682"/>
          <p:cNvSpPr/>
          <p:nvPr/>
        </p:nvSpPr>
        <p:spPr>
          <a:xfrm>
            <a:off x="8685363" y="3037729"/>
            <a:ext cx="65958" cy="90526"/>
          </a:xfrm>
          <a:prstGeom prst="rect">
            <a:avLst/>
          </a:prstGeom>
          <a:solidFill>
            <a:srgbClr val="7B8790"/>
          </a:solidFill>
          <a:ln w="3772">
            <a:solidFill>
              <a:srgbClr val="FFFFFF"/>
            </a:solidFill>
            <a:prstDash val="solid"/>
          </a:ln>
        </p:spPr>
      </p:sp>
      <p:sp>
        <p:nvSpPr>
          <p:cNvPr id="683" name="ST-MTM temporal row 0: source 683"/>
          <p:cNvSpPr/>
          <p:nvPr/>
        </p:nvSpPr>
        <p:spPr>
          <a:xfrm>
            <a:off x="8748029" y="3037729"/>
            <a:ext cx="56516" cy="90526"/>
          </a:xfrm>
          <a:prstGeom prst="rect">
            <a:avLst/>
          </a:prstGeom>
          <a:solidFill>
            <a:srgbClr val="7B8790"/>
          </a:solidFill>
          <a:ln w="3772">
            <a:solidFill>
              <a:srgbClr val="FFFFFF"/>
            </a:solidFill>
            <a:prstDash val="solid"/>
          </a:ln>
        </p:spPr>
      </p:sp>
      <p:sp>
        <p:nvSpPr>
          <p:cNvPr id="684" name="ST-MTM temporal row 0: source 684"/>
          <p:cNvSpPr/>
          <p:nvPr/>
        </p:nvSpPr>
        <p:spPr>
          <a:xfrm>
            <a:off x="7566812" y="3037729"/>
            <a:ext cx="1234440" cy="90526"/>
          </a:xfrm>
          <a:prstGeom prst="rect">
            <a:avLst/>
          </a:prstGeom>
          <a:solidFill>
            <a:srgbClr val="FFFFFF">
              <a:alpha val="0"/>
            </a:srgbClr>
          </a:solidFill>
          <a:ln w="8801">
            <a:solidFill>
              <a:srgbClr val="263238"/>
            </a:solidFill>
            <a:prstDash val="solid"/>
          </a:ln>
        </p:spPr>
      </p:sp>
      <p:sp>
        <p:nvSpPr>
          <p:cNvPr id="685" name="ST-MTM temporal row 1: source 685"/>
          <p:cNvSpPr/>
          <p:nvPr/>
        </p:nvSpPr>
        <p:spPr>
          <a:xfrm>
            <a:off x="7513320" y="3181350"/>
            <a:ext cx="1341425" cy="296266"/>
          </a:xfrm>
          <a:prstGeom prst="rect">
            <a:avLst/>
          </a:prstGeom>
          <a:solidFill>
            <a:srgbClr val="FFFFFF">
              <a:alpha val="0"/>
            </a:srgbClr>
          </a:solidFill>
          <a:ln w="7772">
            <a:solidFill>
              <a:srgbClr val="CCDDEC"/>
            </a:solidFill>
            <a:prstDash val="solid"/>
          </a:ln>
        </p:spPr>
      </p:sp>
      <p:sp>
        <p:nvSpPr>
          <p:cNvPr id="686" name="ST-MTM temporal row 1: source 686"/>
          <p:cNvSpPr/>
          <p:nvPr/>
        </p:nvSpPr>
        <p:spPr>
          <a:xfrm>
            <a:off x="7566812" y="3275990"/>
            <a:ext cx="1234440" cy="823"/>
          </a:xfrm>
          <a:prstGeom prst="line">
            <a:avLst/>
          </a:prstGeom>
          <a:solidFill>
            <a:srgbClr val="FFFFFF">
              <a:alpha val="0"/>
            </a:srgbClr>
          </a:solidFill>
          <a:ln w="8687">
            <a:solidFill>
              <a:srgbClr val="7B8790"/>
            </a:solidFill>
            <a:prstDash val="solid"/>
          </a:ln>
        </p:spPr>
      </p:sp>
      <p:sp>
        <p:nvSpPr>
          <p:cNvPr id="687" name="ST-MTM temporal row 1: source 687"/>
          <p:cNvSpPr/>
          <p:nvPr/>
        </p:nvSpPr>
        <p:spPr>
          <a:xfrm>
            <a:off x="7549903" y="3233329"/>
            <a:ext cx="85325" cy="85325"/>
          </a:xfrm>
          <a:prstGeom prst="diamond">
            <a:avLst/>
          </a:prstGeom>
          <a:solidFill>
            <a:srgbClr val="7B8790"/>
          </a:solidFill>
          <a:ln w="9716">
            <a:solidFill>
              <a:srgbClr val="263238"/>
            </a:solidFill>
            <a:prstDash val="solid"/>
          </a:ln>
        </p:spPr>
      </p:sp>
      <p:sp>
        <p:nvSpPr>
          <p:cNvPr id="688" name="ST-MTM temporal row 1: source 688"/>
          <p:cNvSpPr/>
          <p:nvPr/>
        </p:nvSpPr>
        <p:spPr>
          <a:xfrm>
            <a:off x="7617181" y="3242661"/>
            <a:ext cx="66659" cy="66659"/>
          </a:xfrm>
          <a:prstGeom prst="ellipse">
            <a:avLst/>
          </a:prstGeom>
          <a:solidFill>
            <a:srgbClr val="0072B2"/>
          </a:solidFill>
          <a:ln w="6858">
            <a:solidFill>
              <a:srgbClr val="263238"/>
            </a:solidFill>
            <a:prstDash val="solid"/>
          </a:ln>
        </p:spPr>
      </p:sp>
      <p:sp>
        <p:nvSpPr>
          <p:cNvPr id="689" name="ST-MTM temporal row 1: source 689"/>
          <p:cNvSpPr/>
          <p:nvPr/>
        </p:nvSpPr>
        <p:spPr>
          <a:xfrm>
            <a:off x="7672660" y="3233329"/>
            <a:ext cx="85325" cy="85325"/>
          </a:xfrm>
          <a:prstGeom prst="diamond">
            <a:avLst/>
          </a:prstGeom>
          <a:solidFill>
            <a:srgbClr val="0072B2"/>
          </a:solidFill>
          <a:ln w="9716">
            <a:solidFill>
              <a:srgbClr val="263238"/>
            </a:solidFill>
            <a:prstDash val="solid"/>
          </a:ln>
        </p:spPr>
      </p:sp>
      <p:sp>
        <p:nvSpPr>
          <p:cNvPr id="690" name="ST-MTM temporal row 1: source 690"/>
          <p:cNvSpPr/>
          <p:nvPr/>
        </p:nvSpPr>
        <p:spPr>
          <a:xfrm>
            <a:off x="7746805" y="3242661"/>
            <a:ext cx="66659" cy="66659"/>
          </a:xfrm>
          <a:prstGeom prst="ellipse">
            <a:avLst/>
          </a:prstGeom>
          <a:solidFill>
            <a:srgbClr val="0072B2"/>
          </a:solidFill>
          <a:ln w="6858">
            <a:solidFill>
              <a:srgbClr val="263238"/>
            </a:solidFill>
            <a:prstDash val="solid"/>
          </a:ln>
        </p:spPr>
      </p:sp>
      <p:sp>
        <p:nvSpPr>
          <p:cNvPr id="691" name="ST-MTM temporal row 1: source 691"/>
          <p:cNvSpPr/>
          <p:nvPr/>
        </p:nvSpPr>
        <p:spPr>
          <a:xfrm>
            <a:off x="7799281" y="3233329"/>
            <a:ext cx="85325" cy="85325"/>
          </a:xfrm>
          <a:prstGeom prst="diamond">
            <a:avLst/>
          </a:prstGeom>
          <a:solidFill>
            <a:srgbClr val="B7BEC5"/>
          </a:solidFill>
          <a:ln w="9716">
            <a:solidFill>
              <a:srgbClr val="263238"/>
            </a:solidFill>
            <a:prstDash val="solid"/>
          </a:ln>
        </p:spPr>
      </p:sp>
      <p:sp>
        <p:nvSpPr>
          <p:cNvPr id="692" name="ST-MTM temporal row 1: source 692"/>
          <p:cNvSpPr/>
          <p:nvPr/>
        </p:nvSpPr>
        <p:spPr>
          <a:xfrm>
            <a:off x="7874713" y="3242661"/>
            <a:ext cx="66659" cy="66659"/>
          </a:xfrm>
          <a:prstGeom prst="ellipse">
            <a:avLst/>
          </a:prstGeom>
          <a:solidFill>
            <a:srgbClr val="D55E00"/>
          </a:solidFill>
          <a:ln w="6858">
            <a:solidFill>
              <a:srgbClr val="263238"/>
            </a:solidFill>
            <a:prstDash val="solid"/>
          </a:ln>
        </p:spPr>
      </p:sp>
      <p:sp>
        <p:nvSpPr>
          <p:cNvPr id="693" name="ST-MTM temporal row 1: source 693"/>
          <p:cNvSpPr/>
          <p:nvPr/>
        </p:nvSpPr>
        <p:spPr>
          <a:xfrm>
            <a:off x="7939636" y="3233329"/>
            <a:ext cx="85325" cy="85325"/>
          </a:xfrm>
          <a:prstGeom prst="diamond">
            <a:avLst/>
          </a:prstGeom>
          <a:solidFill>
            <a:srgbClr val="D55E00"/>
          </a:solidFill>
          <a:ln w="9716">
            <a:solidFill>
              <a:srgbClr val="263238"/>
            </a:solidFill>
            <a:prstDash val="solid"/>
          </a:ln>
        </p:spPr>
      </p:sp>
      <p:sp>
        <p:nvSpPr>
          <p:cNvPr id="694" name="ST-MTM temporal row 1: source 694"/>
          <p:cNvSpPr/>
          <p:nvPr/>
        </p:nvSpPr>
        <p:spPr>
          <a:xfrm>
            <a:off x="8023224" y="3242661"/>
            <a:ext cx="66659" cy="66659"/>
          </a:xfrm>
          <a:prstGeom prst="ellipse">
            <a:avLst/>
          </a:prstGeom>
          <a:solidFill>
            <a:srgbClr val="D55E00"/>
          </a:solidFill>
          <a:ln w="6858">
            <a:solidFill>
              <a:srgbClr val="263238"/>
            </a:solidFill>
            <a:prstDash val="solid"/>
          </a:ln>
        </p:spPr>
      </p:sp>
      <p:sp>
        <p:nvSpPr>
          <p:cNvPr id="695" name="ST-MTM temporal row 1: source 695"/>
          <p:cNvSpPr/>
          <p:nvPr/>
        </p:nvSpPr>
        <p:spPr>
          <a:xfrm>
            <a:off x="8104776" y="3242661"/>
            <a:ext cx="66659" cy="66659"/>
          </a:xfrm>
          <a:prstGeom prst="ellipse">
            <a:avLst/>
          </a:prstGeom>
          <a:solidFill>
            <a:srgbClr val="B7BEC5"/>
          </a:solidFill>
          <a:ln w="6858">
            <a:solidFill>
              <a:srgbClr val="263238"/>
            </a:solidFill>
            <a:prstDash val="solid"/>
          </a:ln>
        </p:spPr>
      </p:sp>
      <p:sp>
        <p:nvSpPr>
          <p:cNvPr id="696" name="ST-MTM temporal row 1: source 696"/>
          <p:cNvSpPr/>
          <p:nvPr/>
        </p:nvSpPr>
        <p:spPr>
          <a:xfrm>
            <a:off x="8196200" y="3242661"/>
            <a:ext cx="66659" cy="66659"/>
          </a:xfrm>
          <a:prstGeom prst="ellipse">
            <a:avLst/>
          </a:prstGeom>
          <a:solidFill>
            <a:srgbClr val="B7BEC5"/>
          </a:solidFill>
          <a:ln w="6858">
            <a:solidFill>
              <a:srgbClr val="263238"/>
            </a:solidFill>
            <a:prstDash val="solid"/>
          </a:ln>
        </p:spPr>
      </p:sp>
      <p:sp>
        <p:nvSpPr>
          <p:cNvPr id="697" name="ST-MTM temporal row 1: source 697"/>
          <p:cNvSpPr/>
          <p:nvPr/>
        </p:nvSpPr>
        <p:spPr>
          <a:xfrm>
            <a:off x="8291168" y="3233329"/>
            <a:ext cx="85325" cy="85325"/>
          </a:xfrm>
          <a:prstGeom prst="diamond">
            <a:avLst/>
          </a:prstGeom>
          <a:solidFill>
            <a:srgbClr val="7B8790"/>
          </a:solidFill>
          <a:ln w="9716">
            <a:solidFill>
              <a:srgbClr val="263238"/>
            </a:solidFill>
            <a:prstDash val="solid"/>
          </a:ln>
        </p:spPr>
      </p:sp>
      <p:sp>
        <p:nvSpPr>
          <p:cNvPr id="698" name="ST-MTM temporal row 1: source 698"/>
          <p:cNvSpPr/>
          <p:nvPr/>
        </p:nvSpPr>
        <p:spPr>
          <a:xfrm>
            <a:off x="8406519" y="3242661"/>
            <a:ext cx="66659" cy="66659"/>
          </a:xfrm>
          <a:prstGeom prst="ellipse">
            <a:avLst/>
          </a:prstGeom>
          <a:solidFill>
            <a:srgbClr val="009E73"/>
          </a:solidFill>
          <a:ln w="6858">
            <a:solidFill>
              <a:srgbClr val="263238"/>
            </a:solidFill>
            <a:prstDash val="solid"/>
          </a:ln>
        </p:spPr>
      </p:sp>
      <p:sp>
        <p:nvSpPr>
          <p:cNvPr id="699" name="ST-MTM temporal row 1: source 699"/>
          <p:cNvSpPr/>
          <p:nvPr/>
        </p:nvSpPr>
        <p:spPr>
          <a:xfrm>
            <a:off x="8495907" y="3233329"/>
            <a:ext cx="85325" cy="85325"/>
          </a:xfrm>
          <a:prstGeom prst="diamond">
            <a:avLst/>
          </a:prstGeom>
          <a:solidFill>
            <a:srgbClr val="009E73"/>
          </a:solidFill>
          <a:ln w="9716">
            <a:solidFill>
              <a:srgbClr val="263238"/>
            </a:solidFill>
            <a:prstDash val="solid"/>
          </a:ln>
        </p:spPr>
      </p:sp>
      <p:sp>
        <p:nvSpPr>
          <p:cNvPr id="700" name="ST-MTM temporal row 1: source 700"/>
          <p:cNvSpPr/>
          <p:nvPr/>
        </p:nvSpPr>
        <p:spPr>
          <a:xfrm>
            <a:off x="8603960" y="3242661"/>
            <a:ext cx="66659" cy="66659"/>
          </a:xfrm>
          <a:prstGeom prst="ellipse">
            <a:avLst/>
          </a:prstGeom>
          <a:solidFill>
            <a:srgbClr val="009E73"/>
          </a:solidFill>
          <a:ln w="6858">
            <a:solidFill>
              <a:srgbClr val="263238"/>
            </a:solidFill>
            <a:prstDash val="solid"/>
          </a:ln>
        </p:spPr>
      </p:sp>
      <p:sp>
        <p:nvSpPr>
          <p:cNvPr id="701" name="ST-MTM temporal row 1: source 701"/>
          <p:cNvSpPr/>
          <p:nvPr/>
        </p:nvSpPr>
        <p:spPr>
          <a:xfrm>
            <a:off x="8683366" y="3242661"/>
            <a:ext cx="66659" cy="66659"/>
          </a:xfrm>
          <a:prstGeom prst="ellipse">
            <a:avLst/>
          </a:prstGeom>
          <a:solidFill>
            <a:srgbClr val="7B8790"/>
          </a:solidFill>
          <a:ln w="6858">
            <a:solidFill>
              <a:srgbClr val="263238"/>
            </a:solidFill>
            <a:prstDash val="solid"/>
          </a:ln>
        </p:spPr>
      </p:sp>
      <p:sp>
        <p:nvSpPr>
          <p:cNvPr id="702" name="ST-MTM temporal row 1: source 702"/>
          <p:cNvSpPr/>
          <p:nvPr/>
        </p:nvSpPr>
        <p:spPr>
          <a:xfrm>
            <a:off x="8741311" y="3242661"/>
            <a:ext cx="66659" cy="66659"/>
          </a:xfrm>
          <a:prstGeom prst="ellipse">
            <a:avLst/>
          </a:prstGeom>
          <a:solidFill>
            <a:srgbClr val="7B8790"/>
          </a:solidFill>
          <a:ln w="6858">
            <a:solidFill>
              <a:srgbClr val="263238"/>
            </a:solidFill>
            <a:prstDash val="solid"/>
          </a:ln>
        </p:spPr>
      </p:sp>
      <p:sp>
        <p:nvSpPr>
          <p:cNvPr id="703" name="ST-MTM temporal row 1: source 703"/>
          <p:cNvSpPr/>
          <p:nvPr/>
        </p:nvSpPr>
        <p:spPr>
          <a:xfrm>
            <a:off x="7566812" y="3361579"/>
            <a:ext cx="54798" cy="90526"/>
          </a:xfrm>
          <a:prstGeom prst="rect">
            <a:avLst/>
          </a:prstGeom>
          <a:solidFill>
            <a:srgbClr val="7B8790"/>
          </a:solidFill>
          <a:ln w="3772">
            <a:solidFill>
              <a:srgbClr val="FFFFFF"/>
            </a:solidFill>
            <a:prstDash val="solid"/>
          </a:ln>
        </p:spPr>
      </p:sp>
      <p:sp>
        <p:nvSpPr>
          <p:cNvPr id="704" name="ST-MTM temporal row 1: source 704"/>
          <p:cNvSpPr/>
          <p:nvPr/>
        </p:nvSpPr>
        <p:spPr>
          <a:xfrm>
            <a:off x="7618318" y="3361579"/>
            <a:ext cx="67675" cy="90526"/>
          </a:xfrm>
          <a:prstGeom prst="rect">
            <a:avLst/>
          </a:prstGeom>
          <a:solidFill>
            <a:srgbClr val="0072B2"/>
          </a:solidFill>
          <a:ln w="3772">
            <a:solidFill>
              <a:srgbClr val="FFFFFF"/>
            </a:solidFill>
            <a:prstDash val="solid"/>
          </a:ln>
        </p:spPr>
      </p:sp>
      <p:sp>
        <p:nvSpPr>
          <p:cNvPr id="705" name="ST-MTM temporal row 1: source 705"/>
          <p:cNvSpPr/>
          <p:nvPr/>
        </p:nvSpPr>
        <p:spPr>
          <a:xfrm>
            <a:off x="7682702" y="3361579"/>
            <a:ext cx="68533" cy="90526"/>
          </a:xfrm>
          <a:prstGeom prst="rect">
            <a:avLst/>
          </a:prstGeom>
          <a:solidFill>
            <a:srgbClr val="0072B2"/>
          </a:solidFill>
          <a:ln w="3772">
            <a:solidFill>
              <a:srgbClr val="FFFFFF"/>
            </a:solidFill>
            <a:prstDash val="solid"/>
          </a:ln>
        </p:spPr>
      </p:sp>
      <p:sp>
        <p:nvSpPr>
          <p:cNvPr id="706" name="ST-MTM temporal row 1: source 706"/>
          <p:cNvSpPr/>
          <p:nvPr/>
        </p:nvSpPr>
        <p:spPr>
          <a:xfrm>
            <a:off x="7747944" y="3361579"/>
            <a:ext cx="67675" cy="90526"/>
          </a:xfrm>
          <a:prstGeom prst="rect">
            <a:avLst/>
          </a:prstGeom>
          <a:solidFill>
            <a:srgbClr val="0072B2"/>
          </a:solidFill>
          <a:ln w="3772">
            <a:solidFill>
              <a:srgbClr val="FFFFFF"/>
            </a:solidFill>
            <a:prstDash val="solid"/>
          </a:ln>
        </p:spPr>
      </p:sp>
      <p:sp>
        <p:nvSpPr>
          <p:cNvPr id="707" name="ST-MTM temporal row 1: source 707"/>
          <p:cNvSpPr/>
          <p:nvPr/>
        </p:nvSpPr>
        <p:spPr>
          <a:xfrm>
            <a:off x="7812327" y="3361579"/>
            <a:ext cx="62525" cy="90526"/>
          </a:xfrm>
          <a:prstGeom prst="rect">
            <a:avLst/>
          </a:prstGeom>
          <a:solidFill>
            <a:srgbClr val="B7BEC5"/>
          </a:solidFill>
          <a:ln w="3772">
            <a:solidFill>
              <a:srgbClr val="FFFFFF"/>
            </a:solidFill>
            <a:prstDash val="solid"/>
          </a:ln>
        </p:spPr>
      </p:sp>
      <p:sp>
        <p:nvSpPr>
          <p:cNvPr id="708" name="ST-MTM temporal row 1: source 708"/>
          <p:cNvSpPr/>
          <p:nvPr/>
        </p:nvSpPr>
        <p:spPr>
          <a:xfrm>
            <a:off x="7871560" y="3361579"/>
            <a:ext cx="76260" cy="90526"/>
          </a:xfrm>
          <a:prstGeom prst="rect">
            <a:avLst/>
          </a:prstGeom>
          <a:solidFill>
            <a:srgbClr val="D55E00"/>
          </a:solidFill>
          <a:ln w="3772">
            <a:solidFill>
              <a:srgbClr val="FFFFFF"/>
            </a:solidFill>
            <a:prstDash val="solid"/>
          </a:ln>
        </p:spPr>
      </p:sp>
      <p:sp>
        <p:nvSpPr>
          <p:cNvPr id="709" name="ST-MTM temporal row 1: source 709"/>
          <p:cNvSpPr/>
          <p:nvPr/>
        </p:nvSpPr>
        <p:spPr>
          <a:xfrm>
            <a:off x="7944527" y="3361579"/>
            <a:ext cx="78835" cy="90526"/>
          </a:xfrm>
          <a:prstGeom prst="rect">
            <a:avLst/>
          </a:prstGeom>
          <a:solidFill>
            <a:srgbClr val="D55E00"/>
          </a:solidFill>
          <a:ln w="3772">
            <a:solidFill>
              <a:srgbClr val="FFFFFF"/>
            </a:solidFill>
            <a:prstDash val="solid"/>
          </a:ln>
        </p:spPr>
      </p:sp>
      <p:sp>
        <p:nvSpPr>
          <p:cNvPr id="710" name="ST-MTM temporal row 1: source 710"/>
          <p:cNvSpPr/>
          <p:nvPr/>
        </p:nvSpPr>
        <p:spPr>
          <a:xfrm>
            <a:off x="8020069" y="3361579"/>
            <a:ext cx="76260" cy="90526"/>
          </a:xfrm>
          <a:prstGeom prst="rect">
            <a:avLst/>
          </a:prstGeom>
          <a:solidFill>
            <a:srgbClr val="D55E00"/>
          </a:solidFill>
          <a:ln w="3772">
            <a:solidFill>
              <a:srgbClr val="FFFFFF"/>
            </a:solidFill>
            <a:prstDash val="solid"/>
          </a:ln>
        </p:spPr>
      </p:sp>
      <p:sp>
        <p:nvSpPr>
          <p:cNvPr id="711" name="ST-MTM temporal row 1: source 711"/>
          <p:cNvSpPr/>
          <p:nvPr/>
        </p:nvSpPr>
        <p:spPr>
          <a:xfrm>
            <a:off x="8093038" y="3361579"/>
            <a:ext cx="93428" cy="90526"/>
          </a:xfrm>
          <a:prstGeom prst="rect">
            <a:avLst/>
          </a:prstGeom>
          <a:solidFill>
            <a:srgbClr val="B7BEC5"/>
          </a:solidFill>
          <a:ln w="3772">
            <a:solidFill>
              <a:srgbClr val="FFFFFF"/>
            </a:solidFill>
            <a:prstDash val="solid"/>
          </a:ln>
        </p:spPr>
      </p:sp>
      <p:sp>
        <p:nvSpPr>
          <p:cNvPr id="712" name="ST-MTM temporal row 1: source 712"/>
          <p:cNvSpPr/>
          <p:nvPr/>
        </p:nvSpPr>
        <p:spPr>
          <a:xfrm>
            <a:off x="8183174" y="3361579"/>
            <a:ext cx="96004" cy="90526"/>
          </a:xfrm>
          <a:prstGeom prst="rect">
            <a:avLst/>
          </a:prstGeom>
          <a:solidFill>
            <a:srgbClr val="B7BEC5"/>
          </a:solidFill>
          <a:ln w="3772">
            <a:solidFill>
              <a:srgbClr val="FFFFFF"/>
            </a:solidFill>
            <a:prstDash val="solid"/>
          </a:ln>
        </p:spPr>
      </p:sp>
      <p:sp>
        <p:nvSpPr>
          <p:cNvPr id="713" name="ST-MTM temporal row 1: source 713"/>
          <p:cNvSpPr/>
          <p:nvPr/>
        </p:nvSpPr>
        <p:spPr>
          <a:xfrm>
            <a:off x="8275885" y="3361579"/>
            <a:ext cx="119182" cy="90526"/>
          </a:xfrm>
          <a:prstGeom prst="rect">
            <a:avLst/>
          </a:prstGeom>
          <a:solidFill>
            <a:srgbClr val="7B8790"/>
          </a:solidFill>
          <a:ln w="3772">
            <a:solidFill>
              <a:srgbClr val="FFFFFF"/>
            </a:solidFill>
            <a:prstDash val="solid"/>
          </a:ln>
        </p:spPr>
      </p:sp>
      <p:sp>
        <p:nvSpPr>
          <p:cNvPr id="714" name="ST-MTM temporal row 1: source 714"/>
          <p:cNvSpPr/>
          <p:nvPr/>
        </p:nvSpPr>
        <p:spPr>
          <a:xfrm>
            <a:off x="8391776" y="3361579"/>
            <a:ext cx="99437" cy="90526"/>
          </a:xfrm>
          <a:prstGeom prst="rect">
            <a:avLst/>
          </a:prstGeom>
          <a:solidFill>
            <a:srgbClr val="009E73"/>
          </a:solidFill>
          <a:ln w="3772">
            <a:solidFill>
              <a:srgbClr val="FFFFFF"/>
            </a:solidFill>
            <a:prstDash val="solid"/>
          </a:ln>
        </p:spPr>
      </p:sp>
      <p:sp>
        <p:nvSpPr>
          <p:cNvPr id="715" name="ST-MTM temporal row 1: source 715"/>
          <p:cNvSpPr/>
          <p:nvPr/>
        </p:nvSpPr>
        <p:spPr>
          <a:xfrm>
            <a:off x="8487921" y="3361579"/>
            <a:ext cx="104588" cy="90526"/>
          </a:xfrm>
          <a:prstGeom prst="rect">
            <a:avLst/>
          </a:prstGeom>
          <a:solidFill>
            <a:srgbClr val="009E73"/>
          </a:solidFill>
          <a:ln w="3772">
            <a:solidFill>
              <a:srgbClr val="FFFFFF"/>
            </a:solidFill>
            <a:prstDash val="solid"/>
          </a:ln>
        </p:spPr>
      </p:sp>
      <p:sp>
        <p:nvSpPr>
          <p:cNvPr id="716" name="ST-MTM temporal row 1: source 716"/>
          <p:cNvSpPr/>
          <p:nvPr/>
        </p:nvSpPr>
        <p:spPr>
          <a:xfrm>
            <a:off x="8589217" y="3361579"/>
            <a:ext cx="99437" cy="90526"/>
          </a:xfrm>
          <a:prstGeom prst="rect">
            <a:avLst/>
          </a:prstGeom>
          <a:solidFill>
            <a:srgbClr val="009E73"/>
          </a:solidFill>
          <a:ln w="3772">
            <a:solidFill>
              <a:srgbClr val="FFFFFF"/>
            </a:solidFill>
            <a:prstDash val="solid"/>
          </a:ln>
        </p:spPr>
      </p:sp>
      <p:sp>
        <p:nvSpPr>
          <p:cNvPr id="717" name="ST-MTM temporal row 1: source 717"/>
          <p:cNvSpPr/>
          <p:nvPr/>
        </p:nvSpPr>
        <p:spPr>
          <a:xfrm>
            <a:off x="8685363" y="3361579"/>
            <a:ext cx="65958" cy="90526"/>
          </a:xfrm>
          <a:prstGeom prst="rect">
            <a:avLst/>
          </a:prstGeom>
          <a:solidFill>
            <a:srgbClr val="7B8790"/>
          </a:solidFill>
          <a:ln w="3772">
            <a:solidFill>
              <a:srgbClr val="FFFFFF"/>
            </a:solidFill>
            <a:prstDash val="solid"/>
          </a:ln>
        </p:spPr>
      </p:sp>
      <p:sp>
        <p:nvSpPr>
          <p:cNvPr id="718" name="ST-MTM temporal row 1: source 718"/>
          <p:cNvSpPr/>
          <p:nvPr/>
        </p:nvSpPr>
        <p:spPr>
          <a:xfrm>
            <a:off x="8748029" y="3361579"/>
            <a:ext cx="56516" cy="90526"/>
          </a:xfrm>
          <a:prstGeom prst="rect">
            <a:avLst/>
          </a:prstGeom>
          <a:solidFill>
            <a:srgbClr val="7B8790"/>
          </a:solidFill>
          <a:ln w="3772">
            <a:solidFill>
              <a:srgbClr val="FFFFFF"/>
            </a:solidFill>
            <a:prstDash val="solid"/>
          </a:ln>
        </p:spPr>
      </p:sp>
      <p:sp>
        <p:nvSpPr>
          <p:cNvPr id="719" name="ST-MTM temporal row 1: source 719"/>
          <p:cNvSpPr/>
          <p:nvPr/>
        </p:nvSpPr>
        <p:spPr>
          <a:xfrm>
            <a:off x="7566812" y="3361579"/>
            <a:ext cx="1234440" cy="90526"/>
          </a:xfrm>
          <a:prstGeom prst="rect">
            <a:avLst/>
          </a:prstGeom>
          <a:solidFill>
            <a:srgbClr val="FFFFFF">
              <a:alpha val="0"/>
            </a:srgbClr>
          </a:solidFill>
          <a:ln w="8801">
            <a:solidFill>
              <a:srgbClr val="263238"/>
            </a:solidFill>
            <a:prstDash val="solid"/>
          </a:ln>
        </p:spPr>
      </p:sp>
      <p:sp>
        <p:nvSpPr>
          <p:cNvPr id="720" name="ST-MTM temporal row 2: source 720"/>
          <p:cNvSpPr/>
          <p:nvPr/>
        </p:nvSpPr>
        <p:spPr>
          <a:xfrm>
            <a:off x="7513320" y="3505200"/>
            <a:ext cx="1341425" cy="296266"/>
          </a:xfrm>
          <a:prstGeom prst="rect">
            <a:avLst/>
          </a:prstGeom>
          <a:solidFill>
            <a:srgbClr val="FFFFFF">
              <a:alpha val="0"/>
            </a:srgbClr>
          </a:solidFill>
          <a:ln w="7772">
            <a:solidFill>
              <a:srgbClr val="CCDDEC"/>
            </a:solidFill>
            <a:prstDash val="solid"/>
          </a:ln>
        </p:spPr>
      </p:sp>
      <p:sp>
        <p:nvSpPr>
          <p:cNvPr id="721" name="ST-MTM temporal row 2: source 721"/>
          <p:cNvSpPr/>
          <p:nvPr/>
        </p:nvSpPr>
        <p:spPr>
          <a:xfrm>
            <a:off x="7566812" y="3599840"/>
            <a:ext cx="1234440" cy="823"/>
          </a:xfrm>
          <a:prstGeom prst="line">
            <a:avLst/>
          </a:prstGeom>
          <a:solidFill>
            <a:srgbClr val="FFFFFF">
              <a:alpha val="0"/>
            </a:srgbClr>
          </a:solidFill>
          <a:ln w="8687">
            <a:solidFill>
              <a:srgbClr val="7B8790"/>
            </a:solidFill>
            <a:prstDash val="solid"/>
          </a:ln>
        </p:spPr>
      </p:sp>
      <p:sp>
        <p:nvSpPr>
          <p:cNvPr id="722" name="ST-MTM temporal row 2: source 722"/>
          <p:cNvSpPr/>
          <p:nvPr/>
        </p:nvSpPr>
        <p:spPr>
          <a:xfrm>
            <a:off x="7549903" y="3557179"/>
            <a:ext cx="85325" cy="85325"/>
          </a:xfrm>
          <a:prstGeom prst="diamond">
            <a:avLst/>
          </a:prstGeom>
          <a:solidFill>
            <a:srgbClr val="7B8790"/>
          </a:solidFill>
          <a:ln w="9716">
            <a:solidFill>
              <a:srgbClr val="263238"/>
            </a:solidFill>
            <a:prstDash val="solid"/>
          </a:ln>
        </p:spPr>
      </p:sp>
      <p:sp>
        <p:nvSpPr>
          <p:cNvPr id="723" name="ST-MTM temporal row 2: source 723"/>
          <p:cNvSpPr/>
          <p:nvPr/>
        </p:nvSpPr>
        <p:spPr>
          <a:xfrm>
            <a:off x="7617181" y="3566511"/>
            <a:ext cx="66659" cy="66659"/>
          </a:xfrm>
          <a:prstGeom prst="ellipse">
            <a:avLst/>
          </a:prstGeom>
          <a:solidFill>
            <a:srgbClr val="0072B2"/>
          </a:solidFill>
          <a:ln w="6858">
            <a:solidFill>
              <a:srgbClr val="263238"/>
            </a:solidFill>
            <a:prstDash val="solid"/>
          </a:ln>
        </p:spPr>
      </p:sp>
      <p:sp>
        <p:nvSpPr>
          <p:cNvPr id="724" name="ST-MTM temporal row 2: source 724"/>
          <p:cNvSpPr/>
          <p:nvPr/>
        </p:nvSpPr>
        <p:spPr>
          <a:xfrm>
            <a:off x="7672660" y="3557179"/>
            <a:ext cx="85325" cy="85325"/>
          </a:xfrm>
          <a:prstGeom prst="diamond">
            <a:avLst/>
          </a:prstGeom>
          <a:solidFill>
            <a:srgbClr val="0072B2"/>
          </a:solidFill>
          <a:ln w="9716">
            <a:solidFill>
              <a:srgbClr val="263238"/>
            </a:solidFill>
            <a:prstDash val="solid"/>
          </a:ln>
        </p:spPr>
      </p:sp>
      <p:sp>
        <p:nvSpPr>
          <p:cNvPr id="725" name="ST-MTM temporal row 2: source 725"/>
          <p:cNvSpPr/>
          <p:nvPr/>
        </p:nvSpPr>
        <p:spPr>
          <a:xfrm>
            <a:off x="7746805" y="3566511"/>
            <a:ext cx="66659" cy="66659"/>
          </a:xfrm>
          <a:prstGeom prst="ellipse">
            <a:avLst/>
          </a:prstGeom>
          <a:solidFill>
            <a:srgbClr val="0072B2"/>
          </a:solidFill>
          <a:ln w="6858">
            <a:solidFill>
              <a:srgbClr val="263238"/>
            </a:solidFill>
            <a:prstDash val="solid"/>
          </a:ln>
        </p:spPr>
      </p:sp>
      <p:sp>
        <p:nvSpPr>
          <p:cNvPr id="726" name="ST-MTM temporal row 2: source 726"/>
          <p:cNvSpPr/>
          <p:nvPr/>
        </p:nvSpPr>
        <p:spPr>
          <a:xfrm>
            <a:off x="7799281" y="3557179"/>
            <a:ext cx="85325" cy="85325"/>
          </a:xfrm>
          <a:prstGeom prst="diamond">
            <a:avLst/>
          </a:prstGeom>
          <a:solidFill>
            <a:srgbClr val="B7BEC5"/>
          </a:solidFill>
          <a:ln w="9716">
            <a:solidFill>
              <a:srgbClr val="263238"/>
            </a:solidFill>
            <a:prstDash val="solid"/>
          </a:ln>
        </p:spPr>
      </p:sp>
      <p:sp>
        <p:nvSpPr>
          <p:cNvPr id="727" name="ST-MTM temporal row 2: source 727"/>
          <p:cNvSpPr/>
          <p:nvPr/>
        </p:nvSpPr>
        <p:spPr>
          <a:xfrm>
            <a:off x="7874713" y="3566511"/>
            <a:ext cx="66659" cy="66659"/>
          </a:xfrm>
          <a:prstGeom prst="ellipse">
            <a:avLst/>
          </a:prstGeom>
          <a:solidFill>
            <a:srgbClr val="D55E00"/>
          </a:solidFill>
          <a:ln w="6858">
            <a:solidFill>
              <a:srgbClr val="263238"/>
            </a:solidFill>
            <a:prstDash val="solid"/>
          </a:ln>
        </p:spPr>
      </p:sp>
      <p:sp>
        <p:nvSpPr>
          <p:cNvPr id="728" name="ST-MTM temporal row 2: source 728"/>
          <p:cNvSpPr/>
          <p:nvPr/>
        </p:nvSpPr>
        <p:spPr>
          <a:xfrm>
            <a:off x="7939636" y="3557179"/>
            <a:ext cx="85325" cy="85325"/>
          </a:xfrm>
          <a:prstGeom prst="diamond">
            <a:avLst/>
          </a:prstGeom>
          <a:solidFill>
            <a:srgbClr val="D55E00"/>
          </a:solidFill>
          <a:ln w="9716">
            <a:solidFill>
              <a:srgbClr val="263238"/>
            </a:solidFill>
            <a:prstDash val="solid"/>
          </a:ln>
        </p:spPr>
      </p:sp>
      <p:sp>
        <p:nvSpPr>
          <p:cNvPr id="729" name="ST-MTM temporal row 2: source 729"/>
          <p:cNvSpPr/>
          <p:nvPr/>
        </p:nvSpPr>
        <p:spPr>
          <a:xfrm>
            <a:off x="8023224" y="3566511"/>
            <a:ext cx="66659" cy="66659"/>
          </a:xfrm>
          <a:prstGeom prst="ellipse">
            <a:avLst/>
          </a:prstGeom>
          <a:solidFill>
            <a:srgbClr val="D55E00"/>
          </a:solidFill>
          <a:ln w="6858">
            <a:solidFill>
              <a:srgbClr val="263238"/>
            </a:solidFill>
            <a:prstDash val="solid"/>
          </a:ln>
        </p:spPr>
      </p:sp>
      <p:sp>
        <p:nvSpPr>
          <p:cNvPr id="730" name="ST-MTM temporal row 2: source 730"/>
          <p:cNvSpPr/>
          <p:nvPr/>
        </p:nvSpPr>
        <p:spPr>
          <a:xfrm>
            <a:off x="8104776" y="3566511"/>
            <a:ext cx="66659" cy="66659"/>
          </a:xfrm>
          <a:prstGeom prst="ellipse">
            <a:avLst/>
          </a:prstGeom>
          <a:solidFill>
            <a:srgbClr val="B7BEC5"/>
          </a:solidFill>
          <a:ln w="6858">
            <a:solidFill>
              <a:srgbClr val="263238"/>
            </a:solidFill>
            <a:prstDash val="solid"/>
          </a:ln>
        </p:spPr>
      </p:sp>
      <p:sp>
        <p:nvSpPr>
          <p:cNvPr id="731" name="ST-MTM temporal row 2: source 731"/>
          <p:cNvSpPr/>
          <p:nvPr/>
        </p:nvSpPr>
        <p:spPr>
          <a:xfrm>
            <a:off x="8196200" y="3566511"/>
            <a:ext cx="66659" cy="66659"/>
          </a:xfrm>
          <a:prstGeom prst="ellipse">
            <a:avLst/>
          </a:prstGeom>
          <a:solidFill>
            <a:srgbClr val="B7BEC5"/>
          </a:solidFill>
          <a:ln w="6858">
            <a:solidFill>
              <a:srgbClr val="263238"/>
            </a:solidFill>
            <a:prstDash val="solid"/>
          </a:ln>
        </p:spPr>
      </p:sp>
      <p:sp>
        <p:nvSpPr>
          <p:cNvPr id="732" name="ST-MTM temporal row 2: source 732"/>
          <p:cNvSpPr/>
          <p:nvPr/>
        </p:nvSpPr>
        <p:spPr>
          <a:xfrm>
            <a:off x="8291168" y="3557179"/>
            <a:ext cx="85325" cy="85325"/>
          </a:xfrm>
          <a:prstGeom prst="diamond">
            <a:avLst/>
          </a:prstGeom>
          <a:solidFill>
            <a:srgbClr val="7B8790"/>
          </a:solidFill>
          <a:ln w="9716">
            <a:solidFill>
              <a:srgbClr val="263238"/>
            </a:solidFill>
            <a:prstDash val="solid"/>
          </a:ln>
        </p:spPr>
      </p:sp>
      <p:sp>
        <p:nvSpPr>
          <p:cNvPr id="733" name="ST-MTM temporal row 2: source 733"/>
          <p:cNvSpPr/>
          <p:nvPr/>
        </p:nvSpPr>
        <p:spPr>
          <a:xfrm>
            <a:off x="8406519" y="3566511"/>
            <a:ext cx="66659" cy="66659"/>
          </a:xfrm>
          <a:prstGeom prst="ellipse">
            <a:avLst/>
          </a:prstGeom>
          <a:solidFill>
            <a:srgbClr val="009E73"/>
          </a:solidFill>
          <a:ln w="6858">
            <a:solidFill>
              <a:srgbClr val="263238"/>
            </a:solidFill>
            <a:prstDash val="solid"/>
          </a:ln>
        </p:spPr>
      </p:sp>
      <p:sp>
        <p:nvSpPr>
          <p:cNvPr id="734" name="ST-MTM temporal row 2: source 734"/>
          <p:cNvSpPr/>
          <p:nvPr/>
        </p:nvSpPr>
        <p:spPr>
          <a:xfrm>
            <a:off x="8495907" y="3557179"/>
            <a:ext cx="85325" cy="85325"/>
          </a:xfrm>
          <a:prstGeom prst="diamond">
            <a:avLst/>
          </a:prstGeom>
          <a:solidFill>
            <a:srgbClr val="009E73"/>
          </a:solidFill>
          <a:ln w="9716">
            <a:solidFill>
              <a:srgbClr val="263238"/>
            </a:solidFill>
            <a:prstDash val="solid"/>
          </a:ln>
        </p:spPr>
      </p:sp>
      <p:sp>
        <p:nvSpPr>
          <p:cNvPr id="735" name="ST-MTM temporal row 2: source 735"/>
          <p:cNvSpPr/>
          <p:nvPr/>
        </p:nvSpPr>
        <p:spPr>
          <a:xfrm>
            <a:off x="8603960" y="3566511"/>
            <a:ext cx="66659" cy="66659"/>
          </a:xfrm>
          <a:prstGeom prst="ellipse">
            <a:avLst/>
          </a:prstGeom>
          <a:solidFill>
            <a:srgbClr val="009E73"/>
          </a:solidFill>
          <a:ln w="6858">
            <a:solidFill>
              <a:srgbClr val="263238"/>
            </a:solidFill>
            <a:prstDash val="solid"/>
          </a:ln>
        </p:spPr>
      </p:sp>
      <p:sp>
        <p:nvSpPr>
          <p:cNvPr id="736" name="ST-MTM temporal row 2: source 736"/>
          <p:cNvSpPr/>
          <p:nvPr/>
        </p:nvSpPr>
        <p:spPr>
          <a:xfrm>
            <a:off x="8683366" y="3566511"/>
            <a:ext cx="66659" cy="66659"/>
          </a:xfrm>
          <a:prstGeom prst="ellipse">
            <a:avLst/>
          </a:prstGeom>
          <a:solidFill>
            <a:srgbClr val="7B8790"/>
          </a:solidFill>
          <a:ln w="6858">
            <a:solidFill>
              <a:srgbClr val="263238"/>
            </a:solidFill>
            <a:prstDash val="solid"/>
          </a:ln>
        </p:spPr>
      </p:sp>
      <p:sp>
        <p:nvSpPr>
          <p:cNvPr id="737" name="ST-MTM temporal row 2: source 737"/>
          <p:cNvSpPr/>
          <p:nvPr/>
        </p:nvSpPr>
        <p:spPr>
          <a:xfrm>
            <a:off x="8741311" y="3566511"/>
            <a:ext cx="66659" cy="66659"/>
          </a:xfrm>
          <a:prstGeom prst="ellipse">
            <a:avLst/>
          </a:prstGeom>
          <a:solidFill>
            <a:srgbClr val="7B8790"/>
          </a:solidFill>
          <a:ln w="6858">
            <a:solidFill>
              <a:srgbClr val="263238"/>
            </a:solidFill>
            <a:prstDash val="solid"/>
          </a:ln>
        </p:spPr>
      </p:sp>
      <p:sp>
        <p:nvSpPr>
          <p:cNvPr id="738" name="ST-MTM temporal row 2: source 738"/>
          <p:cNvSpPr/>
          <p:nvPr/>
        </p:nvSpPr>
        <p:spPr>
          <a:xfrm>
            <a:off x="7566812" y="3685429"/>
            <a:ext cx="54798" cy="90526"/>
          </a:xfrm>
          <a:prstGeom prst="rect">
            <a:avLst/>
          </a:prstGeom>
          <a:solidFill>
            <a:srgbClr val="7B8790"/>
          </a:solidFill>
          <a:ln w="3772">
            <a:solidFill>
              <a:srgbClr val="FFFFFF"/>
            </a:solidFill>
            <a:prstDash val="solid"/>
          </a:ln>
        </p:spPr>
      </p:sp>
      <p:sp>
        <p:nvSpPr>
          <p:cNvPr id="739" name="ST-MTM temporal row 2: source 739"/>
          <p:cNvSpPr/>
          <p:nvPr/>
        </p:nvSpPr>
        <p:spPr>
          <a:xfrm>
            <a:off x="7618318" y="3685429"/>
            <a:ext cx="67675" cy="90526"/>
          </a:xfrm>
          <a:prstGeom prst="rect">
            <a:avLst/>
          </a:prstGeom>
          <a:solidFill>
            <a:srgbClr val="0072B2"/>
          </a:solidFill>
          <a:ln w="3772">
            <a:solidFill>
              <a:srgbClr val="FFFFFF"/>
            </a:solidFill>
            <a:prstDash val="solid"/>
          </a:ln>
        </p:spPr>
      </p:sp>
      <p:sp>
        <p:nvSpPr>
          <p:cNvPr id="740" name="ST-MTM temporal row 2: source 740"/>
          <p:cNvSpPr/>
          <p:nvPr/>
        </p:nvSpPr>
        <p:spPr>
          <a:xfrm>
            <a:off x="7682702" y="3685429"/>
            <a:ext cx="68533" cy="90526"/>
          </a:xfrm>
          <a:prstGeom prst="rect">
            <a:avLst/>
          </a:prstGeom>
          <a:solidFill>
            <a:srgbClr val="0072B2"/>
          </a:solidFill>
          <a:ln w="3772">
            <a:solidFill>
              <a:srgbClr val="FFFFFF"/>
            </a:solidFill>
            <a:prstDash val="solid"/>
          </a:ln>
        </p:spPr>
      </p:sp>
      <p:sp>
        <p:nvSpPr>
          <p:cNvPr id="741" name="ST-MTM temporal row 2: source 741"/>
          <p:cNvSpPr/>
          <p:nvPr/>
        </p:nvSpPr>
        <p:spPr>
          <a:xfrm>
            <a:off x="7747944" y="3685429"/>
            <a:ext cx="67675" cy="90526"/>
          </a:xfrm>
          <a:prstGeom prst="rect">
            <a:avLst/>
          </a:prstGeom>
          <a:solidFill>
            <a:srgbClr val="0072B2"/>
          </a:solidFill>
          <a:ln w="3772">
            <a:solidFill>
              <a:srgbClr val="FFFFFF"/>
            </a:solidFill>
            <a:prstDash val="solid"/>
          </a:ln>
        </p:spPr>
      </p:sp>
      <p:sp>
        <p:nvSpPr>
          <p:cNvPr id="742" name="ST-MTM temporal row 2: source 742"/>
          <p:cNvSpPr/>
          <p:nvPr/>
        </p:nvSpPr>
        <p:spPr>
          <a:xfrm>
            <a:off x="7812327" y="3685429"/>
            <a:ext cx="62525" cy="90526"/>
          </a:xfrm>
          <a:prstGeom prst="rect">
            <a:avLst/>
          </a:prstGeom>
          <a:solidFill>
            <a:srgbClr val="B7BEC5"/>
          </a:solidFill>
          <a:ln w="3772">
            <a:solidFill>
              <a:srgbClr val="FFFFFF"/>
            </a:solidFill>
            <a:prstDash val="solid"/>
          </a:ln>
        </p:spPr>
      </p:sp>
      <p:sp>
        <p:nvSpPr>
          <p:cNvPr id="743" name="ST-MTM temporal row 2: source 743"/>
          <p:cNvSpPr/>
          <p:nvPr/>
        </p:nvSpPr>
        <p:spPr>
          <a:xfrm>
            <a:off x="7871560" y="3685429"/>
            <a:ext cx="76260" cy="90526"/>
          </a:xfrm>
          <a:prstGeom prst="rect">
            <a:avLst/>
          </a:prstGeom>
          <a:solidFill>
            <a:srgbClr val="D55E00"/>
          </a:solidFill>
          <a:ln w="3772">
            <a:solidFill>
              <a:srgbClr val="FFFFFF"/>
            </a:solidFill>
            <a:prstDash val="solid"/>
          </a:ln>
        </p:spPr>
      </p:sp>
      <p:sp>
        <p:nvSpPr>
          <p:cNvPr id="744" name="ST-MTM temporal row 2: source 744"/>
          <p:cNvSpPr/>
          <p:nvPr/>
        </p:nvSpPr>
        <p:spPr>
          <a:xfrm>
            <a:off x="7944527" y="3685429"/>
            <a:ext cx="78835" cy="90526"/>
          </a:xfrm>
          <a:prstGeom prst="rect">
            <a:avLst/>
          </a:prstGeom>
          <a:solidFill>
            <a:srgbClr val="D55E00"/>
          </a:solidFill>
          <a:ln w="3772">
            <a:solidFill>
              <a:srgbClr val="FFFFFF"/>
            </a:solidFill>
            <a:prstDash val="solid"/>
          </a:ln>
        </p:spPr>
      </p:sp>
      <p:sp>
        <p:nvSpPr>
          <p:cNvPr id="745" name="ST-MTM temporal row 2: source 745"/>
          <p:cNvSpPr/>
          <p:nvPr/>
        </p:nvSpPr>
        <p:spPr>
          <a:xfrm>
            <a:off x="8020069" y="3685429"/>
            <a:ext cx="76260" cy="90526"/>
          </a:xfrm>
          <a:prstGeom prst="rect">
            <a:avLst/>
          </a:prstGeom>
          <a:solidFill>
            <a:srgbClr val="D55E00"/>
          </a:solidFill>
          <a:ln w="3772">
            <a:solidFill>
              <a:srgbClr val="FFFFFF"/>
            </a:solidFill>
            <a:prstDash val="solid"/>
          </a:ln>
        </p:spPr>
      </p:sp>
      <p:sp>
        <p:nvSpPr>
          <p:cNvPr id="746" name="ST-MTM temporal row 2: source 746"/>
          <p:cNvSpPr/>
          <p:nvPr/>
        </p:nvSpPr>
        <p:spPr>
          <a:xfrm>
            <a:off x="8093038" y="3685429"/>
            <a:ext cx="93428" cy="90526"/>
          </a:xfrm>
          <a:prstGeom prst="rect">
            <a:avLst/>
          </a:prstGeom>
          <a:solidFill>
            <a:srgbClr val="B7BEC5"/>
          </a:solidFill>
          <a:ln w="3772">
            <a:solidFill>
              <a:srgbClr val="FFFFFF"/>
            </a:solidFill>
            <a:prstDash val="solid"/>
          </a:ln>
        </p:spPr>
      </p:sp>
      <p:sp>
        <p:nvSpPr>
          <p:cNvPr id="747" name="ST-MTM temporal row 2: source 747"/>
          <p:cNvSpPr/>
          <p:nvPr/>
        </p:nvSpPr>
        <p:spPr>
          <a:xfrm>
            <a:off x="8183174" y="3685429"/>
            <a:ext cx="96004" cy="90526"/>
          </a:xfrm>
          <a:prstGeom prst="rect">
            <a:avLst/>
          </a:prstGeom>
          <a:solidFill>
            <a:srgbClr val="B7BEC5"/>
          </a:solidFill>
          <a:ln w="3772">
            <a:solidFill>
              <a:srgbClr val="FFFFFF"/>
            </a:solidFill>
            <a:prstDash val="solid"/>
          </a:ln>
        </p:spPr>
      </p:sp>
      <p:sp>
        <p:nvSpPr>
          <p:cNvPr id="748" name="ST-MTM temporal row 2: source 748"/>
          <p:cNvSpPr/>
          <p:nvPr/>
        </p:nvSpPr>
        <p:spPr>
          <a:xfrm>
            <a:off x="8275885" y="3685429"/>
            <a:ext cx="119182" cy="90526"/>
          </a:xfrm>
          <a:prstGeom prst="rect">
            <a:avLst/>
          </a:prstGeom>
          <a:solidFill>
            <a:srgbClr val="7B8790"/>
          </a:solidFill>
          <a:ln w="3772">
            <a:solidFill>
              <a:srgbClr val="FFFFFF"/>
            </a:solidFill>
            <a:prstDash val="solid"/>
          </a:ln>
        </p:spPr>
      </p:sp>
      <p:sp>
        <p:nvSpPr>
          <p:cNvPr id="749" name="ST-MTM temporal row 2: source 749"/>
          <p:cNvSpPr/>
          <p:nvPr/>
        </p:nvSpPr>
        <p:spPr>
          <a:xfrm>
            <a:off x="8391776" y="3685429"/>
            <a:ext cx="99437" cy="90526"/>
          </a:xfrm>
          <a:prstGeom prst="rect">
            <a:avLst/>
          </a:prstGeom>
          <a:solidFill>
            <a:srgbClr val="009E73"/>
          </a:solidFill>
          <a:ln w="3772">
            <a:solidFill>
              <a:srgbClr val="FFFFFF"/>
            </a:solidFill>
            <a:prstDash val="solid"/>
          </a:ln>
        </p:spPr>
      </p:sp>
      <p:sp>
        <p:nvSpPr>
          <p:cNvPr id="750" name="ST-MTM temporal row 2: source 750"/>
          <p:cNvSpPr/>
          <p:nvPr/>
        </p:nvSpPr>
        <p:spPr>
          <a:xfrm>
            <a:off x="8487921" y="3685429"/>
            <a:ext cx="104588" cy="90526"/>
          </a:xfrm>
          <a:prstGeom prst="rect">
            <a:avLst/>
          </a:prstGeom>
          <a:solidFill>
            <a:srgbClr val="009E73"/>
          </a:solidFill>
          <a:ln w="3772">
            <a:solidFill>
              <a:srgbClr val="FFFFFF"/>
            </a:solidFill>
            <a:prstDash val="solid"/>
          </a:ln>
        </p:spPr>
      </p:sp>
      <p:sp>
        <p:nvSpPr>
          <p:cNvPr id="751" name="ST-MTM temporal row 2: source 751"/>
          <p:cNvSpPr/>
          <p:nvPr/>
        </p:nvSpPr>
        <p:spPr>
          <a:xfrm>
            <a:off x="8589217" y="3685429"/>
            <a:ext cx="99437" cy="90526"/>
          </a:xfrm>
          <a:prstGeom prst="rect">
            <a:avLst/>
          </a:prstGeom>
          <a:solidFill>
            <a:srgbClr val="009E73"/>
          </a:solidFill>
          <a:ln w="3772">
            <a:solidFill>
              <a:srgbClr val="FFFFFF"/>
            </a:solidFill>
            <a:prstDash val="solid"/>
          </a:ln>
        </p:spPr>
      </p:sp>
      <p:sp>
        <p:nvSpPr>
          <p:cNvPr id="752" name="ST-MTM temporal row 2: source 752"/>
          <p:cNvSpPr/>
          <p:nvPr/>
        </p:nvSpPr>
        <p:spPr>
          <a:xfrm>
            <a:off x="8685363" y="3685429"/>
            <a:ext cx="65958" cy="90526"/>
          </a:xfrm>
          <a:prstGeom prst="rect">
            <a:avLst/>
          </a:prstGeom>
          <a:solidFill>
            <a:srgbClr val="7B8790"/>
          </a:solidFill>
          <a:ln w="3772">
            <a:solidFill>
              <a:srgbClr val="FFFFFF"/>
            </a:solidFill>
            <a:prstDash val="solid"/>
          </a:ln>
        </p:spPr>
      </p:sp>
      <p:sp>
        <p:nvSpPr>
          <p:cNvPr id="753" name="ST-MTM temporal row 2: source 753"/>
          <p:cNvSpPr/>
          <p:nvPr/>
        </p:nvSpPr>
        <p:spPr>
          <a:xfrm>
            <a:off x="8748029" y="3685429"/>
            <a:ext cx="56516" cy="90526"/>
          </a:xfrm>
          <a:prstGeom prst="rect">
            <a:avLst/>
          </a:prstGeom>
          <a:solidFill>
            <a:srgbClr val="7B8790"/>
          </a:solidFill>
          <a:ln w="3772">
            <a:solidFill>
              <a:srgbClr val="FFFFFF"/>
            </a:solidFill>
            <a:prstDash val="solid"/>
          </a:ln>
        </p:spPr>
      </p:sp>
      <p:sp>
        <p:nvSpPr>
          <p:cNvPr id="754" name="ST-MTM temporal row 2: source 754"/>
          <p:cNvSpPr/>
          <p:nvPr/>
        </p:nvSpPr>
        <p:spPr>
          <a:xfrm>
            <a:off x="7566812" y="3685429"/>
            <a:ext cx="1234440" cy="90526"/>
          </a:xfrm>
          <a:prstGeom prst="rect">
            <a:avLst/>
          </a:prstGeom>
          <a:solidFill>
            <a:srgbClr val="FFFFFF">
              <a:alpha val="0"/>
            </a:srgbClr>
          </a:solidFill>
          <a:ln w="8801">
            <a:solidFill>
              <a:srgbClr val="263238"/>
            </a:solidFill>
            <a:prstDash val="solid"/>
          </a:ln>
        </p:spPr>
      </p:sp>
      <p:sp>
        <p:nvSpPr>
          <p:cNvPr id="11000" name="Centroid 1">
            <a:extLst>
              <a:ext uri="{FF2B5EF4-FFF2-40B4-BE49-F238E27FC236}">
                <ns2:creationId id="{F07B54FB-EB0B-45C3-86DD-B1AAA1E730F7}"/>
              </a:ext>
            </a:extLst>
          </p:cNvPr>
          <p:cNvSpPr>
            <a:spLocks noGrp="1"/>
          </p:cNvSpPr>
          <p:nvPr/>
        </p:nvSpPr>
        <p:spPr>
          <a:xfrm>
            <a:off x="2600325" y="3600450"/>
            <a:ext cx="266700" cy="171450"/>
          </a:xfrm>
          <a:prstGeom prst="rect">
            <a:avLst/>
          </a:prstGeom>
          <a:noFill/>
          <a:ln w="0">
            <a:noFill/>
          </a:ln>
        </p:spPr>
        <p:txBody>
          <a:bodyPr wrap="none" lIns="0" tIns="0" rIns="0" bIns="0" anchor="ctr">
            <a:noAutofit/>
          </a:bodyPr>
          <a:lstStyle>
            <a:defPPr algn="ctr">
              <a:defRPr sz="975">
                <a:solidFill>
                  <a:srgbClr val="000000"/>
                </a:solidFill>
                <a:latin typeface="Arial"/>
                <a:ea typeface="Arial"/>
                <a:cs typeface="Arial"/>
              </a:defRPr>
            </a:defPPr>
            <a:lvl1pPr algn="ctr">
              <a:defRPr sz="975">
                <a:solidFill>
                  <a:srgbClr val="000000"/>
                </a:solidFill>
                <a:latin typeface="Arial"/>
                <a:ea typeface="Arial"/>
                <a:cs typeface="Arial"/>
              </a:defRPr>
            </a:lvl1pPr>
            <a:lvl2pPr algn="ctr">
              <a:defRPr sz="975">
                <a:solidFill>
                  <a:srgbClr val="000000"/>
                </a:solidFill>
                <a:latin typeface="Arial"/>
                <a:ea typeface="Arial"/>
                <a:cs typeface="Arial"/>
              </a:defRPr>
            </a:lvl2pPr>
            <a:lvl3pPr algn="ctr">
              <a:defRPr sz="975">
                <a:solidFill>
                  <a:srgbClr val="000000"/>
                </a:solidFill>
                <a:latin typeface="Arial"/>
                <a:ea typeface="Arial"/>
                <a:cs typeface="Arial"/>
              </a:defRPr>
            </a:lvl3pPr>
            <a:lvl4pPr algn="ctr">
              <a:defRPr sz="975">
                <a:solidFill>
                  <a:srgbClr val="000000"/>
                </a:solidFill>
                <a:latin typeface="Arial"/>
                <a:ea typeface="Arial"/>
                <a:cs typeface="Arial"/>
              </a:defRPr>
            </a:lvl4pPr>
            <a:lvl5pPr algn="ctr">
              <a:defRPr sz="975">
                <a:solidFill>
                  <a:srgbClr val="000000"/>
                </a:solidFill>
                <a:latin typeface="Arial"/>
                <a:ea typeface="Arial"/>
                <a:cs typeface="Arial"/>
              </a:defRPr>
            </a:lvl5pPr>
            <a:lvl6pPr algn="ctr">
              <a:defRPr sz="975">
                <a:solidFill>
                  <a:srgbClr val="000000"/>
                </a:solidFill>
                <a:latin typeface="Arial"/>
                <a:ea typeface="Arial"/>
                <a:cs typeface="Arial"/>
              </a:defRPr>
            </a:lvl6pPr>
            <a:lvl7pPr algn="ctr">
              <a:defRPr sz="975">
                <a:solidFill>
                  <a:srgbClr val="000000"/>
                </a:solidFill>
                <a:latin typeface="Arial"/>
                <a:ea typeface="Arial"/>
                <a:cs typeface="Arial"/>
              </a:defRPr>
            </a:lvl7pPr>
            <a:lvl8pPr algn="ctr">
              <a:defRPr sz="975">
                <a:solidFill>
                  <a:srgbClr val="000000"/>
                </a:solidFill>
                <a:latin typeface="Arial"/>
                <a:ea typeface="Arial"/>
                <a:cs typeface="Arial"/>
              </a:defRPr>
            </a:lvl8pPr>
            <a:lvl9pPr algn="ctr">
              <a:defRPr sz="975">
                <a:solidFill>
                  <a:srgbClr val="000000"/>
                </a:solidFill>
                <a:latin typeface="Arial"/>
                <a:ea typeface="Arial"/>
                <a:cs typeface="Arial"/>
              </a:defRPr>
            </a:lvl9pPr>
          </a:lstStyle>
          <a:p>
            <a:pPr algn="ctr">
              <a:defRPr sz="975">
                <a:solidFill>
                  <a:srgbClr val="000000"/>
                </a:solidFill>
                <a:latin typeface="Arial"/>
                <a:ea typeface="Arial"/>
                <a:cs typeface="Arial"/>
              </a:defRPr>
            </a:pPr>
            <a:r>
              <a:rPr sz="975">
                <a:solidFill>
                  <a:srgbClr val="000000"/>
                </a:solidFill>
                <a:latin typeface="Arial"/>
                <a:ea typeface="Arial"/>
                <a:cs typeface="Arial"/>
              </a:rPr>
              <a:t>G_A</a:t>
            </a:r>
            <a:r>
              <a:rPr sz="702" baseline="-25000">
                <a:solidFill>
                  <a:srgbClr val="000000"/>
                </a:solidFill>
                <a:latin typeface="Arial"/>
                <a:ea typeface="Arial"/>
                <a:cs typeface="Arial"/>
              </a:rPr>
              <a:t/>
            </a:r>
          </a:p>
        </p:txBody>
      </p:sp>
      <p:sp>
        <p:nvSpPr>
          <p:cNvPr id="11001" name="Centroid 2">
            <a:extLst>
              <a:ext uri="{FF2B5EF4-FFF2-40B4-BE49-F238E27FC236}">
                <ns2:creationId id="{D5BC90EF-5C58-4CCD-96CB-43780D74607E}"/>
              </a:ext>
            </a:extLst>
          </p:cNvPr>
          <p:cNvSpPr>
            <a:spLocks noGrp="1"/>
          </p:cNvSpPr>
          <p:nvPr/>
        </p:nvSpPr>
        <p:spPr>
          <a:xfrm>
            <a:off x="3067050" y="2771775"/>
            <a:ext cx="266700" cy="171450"/>
          </a:xfrm>
          <a:prstGeom prst="rect">
            <a:avLst/>
          </a:prstGeom>
          <a:noFill/>
          <a:ln w="0">
            <a:noFill/>
          </a:ln>
        </p:spPr>
        <p:txBody>
          <a:bodyPr wrap="none" lIns="0" tIns="0" rIns="0" bIns="0" anchor="ctr">
            <a:noAutofit/>
          </a:bodyPr>
          <a:lstStyle>
            <a:defPPr algn="ctr">
              <a:defRPr sz="975">
                <a:solidFill>
                  <a:srgbClr val="000000"/>
                </a:solidFill>
                <a:latin typeface="Arial"/>
                <a:ea typeface="Arial"/>
                <a:cs typeface="Arial"/>
              </a:defRPr>
            </a:defPPr>
            <a:lvl1pPr algn="ctr">
              <a:defRPr sz="975">
                <a:solidFill>
                  <a:srgbClr val="000000"/>
                </a:solidFill>
                <a:latin typeface="Arial"/>
                <a:ea typeface="Arial"/>
                <a:cs typeface="Arial"/>
              </a:defRPr>
            </a:lvl1pPr>
            <a:lvl2pPr algn="ctr">
              <a:defRPr sz="975">
                <a:solidFill>
                  <a:srgbClr val="000000"/>
                </a:solidFill>
                <a:latin typeface="Arial"/>
                <a:ea typeface="Arial"/>
                <a:cs typeface="Arial"/>
              </a:defRPr>
            </a:lvl2pPr>
            <a:lvl3pPr algn="ctr">
              <a:defRPr sz="975">
                <a:solidFill>
                  <a:srgbClr val="000000"/>
                </a:solidFill>
                <a:latin typeface="Arial"/>
                <a:ea typeface="Arial"/>
                <a:cs typeface="Arial"/>
              </a:defRPr>
            </a:lvl3pPr>
            <a:lvl4pPr algn="ctr">
              <a:defRPr sz="975">
                <a:solidFill>
                  <a:srgbClr val="000000"/>
                </a:solidFill>
                <a:latin typeface="Arial"/>
                <a:ea typeface="Arial"/>
                <a:cs typeface="Arial"/>
              </a:defRPr>
            </a:lvl4pPr>
            <a:lvl5pPr algn="ctr">
              <a:defRPr sz="975">
                <a:solidFill>
                  <a:srgbClr val="000000"/>
                </a:solidFill>
                <a:latin typeface="Arial"/>
                <a:ea typeface="Arial"/>
                <a:cs typeface="Arial"/>
              </a:defRPr>
            </a:lvl5pPr>
            <a:lvl6pPr algn="ctr">
              <a:defRPr sz="975">
                <a:solidFill>
                  <a:srgbClr val="000000"/>
                </a:solidFill>
                <a:latin typeface="Arial"/>
                <a:ea typeface="Arial"/>
                <a:cs typeface="Arial"/>
              </a:defRPr>
            </a:lvl6pPr>
            <a:lvl7pPr algn="ctr">
              <a:defRPr sz="975">
                <a:solidFill>
                  <a:srgbClr val="000000"/>
                </a:solidFill>
                <a:latin typeface="Arial"/>
                <a:ea typeface="Arial"/>
                <a:cs typeface="Arial"/>
              </a:defRPr>
            </a:lvl7pPr>
            <a:lvl8pPr algn="ctr">
              <a:defRPr sz="975">
                <a:solidFill>
                  <a:srgbClr val="000000"/>
                </a:solidFill>
                <a:latin typeface="Arial"/>
                <a:ea typeface="Arial"/>
                <a:cs typeface="Arial"/>
              </a:defRPr>
            </a:lvl8pPr>
            <a:lvl9pPr algn="ctr">
              <a:defRPr sz="975">
                <a:solidFill>
                  <a:srgbClr val="000000"/>
                </a:solidFill>
                <a:latin typeface="Arial"/>
                <a:ea typeface="Arial"/>
                <a:cs typeface="Arial"/>
              </a:defRPr>
            </a:lvl9pPr>
          </a:lstStyle>
          <a:p>
            <a:pPr algn="ctr">
              <a:defRPr sz="975">
                <a:solidFill>
                  <a:srgbClr val="000000"/>
                </a:solidFill>
                <a:latin typeface="Arial"/>
                <a:ea typeface="Arial"/>
                <a:cs typeface="Arial"/>
              </a:defRPr>
            </a:pPr>
            <a:r>
              <a:rPr sz="975">
                <a:solidFill>
                  <a:srgbClr val="000000"/>
                </a:solidFill>
                <a:latin typeface="Arial"/>
                <a:ea typeface="Arial"/>
                <a:cs typeface="Arial"/>
              </a:rPr>
              <a:t>G_B</a:t>
            </a:r>
            <a:r>
              <a:rPr sz="702" baseline="-25000">
                <a:solidFill>
                  <a:srgbClr val="000000"/>
                </a:solidFill>
                <a:latin typeface="Arial"/>
                <a:ea typeface="Arial"/>
                <a:cs typeface="Arial"/>
              </a:rPr>
              <a:t/>
            </a:r>
          </a:p>
        </p:txBody>
      </p:sp>
      <p:sp>
        <p:nvSpPr>
          <p:cNvPr id="11002" name="Centroid 3">
            <a:extLst>
              <a:ext uri="{FF2B5EF4-FFF2-40B4-BE49-F238E27FC236}">
                <ns2:creationId id="{53BA0AE7-7D5B-4E51-93B4-055859798847}"/>
              </a:ext>
            </a:extLst>
          </p:cNvPr>
          <p:cNvSpPr>
            <a:spLocks noGrp="1"/>
          </p:cNvSpPr>
          <p:nvPr/>
        </p:nvSpPr>
        <p:spPr>
          <a:xfrm>
            <a:off x="3590925" y="3638550"/>
            <a:ext cx="266700" cy="171450"/>
          </a:xfrm>
          <a:prstGeom prst="rect">
            <a:avLst/>
          </a:prstGeom>
          <a:noFill/>
          <a:ln w="0">
            <a:noFill/>
          </a:ln>
        </p:spPr>
        <p:txBody>
          <a:bodyPr wrap="none" lIns="0" tIns="0" rIns="0" bIns="0" anchor="ctr">
            <a:noAutofit/>
          </a:bodyPr>
          <a:lstStyle>
            <a:defPPr algn="ctr">
              <a:defRPr sz="975">
                <a:solidFill>
                  <a:srgbClr val="000000"/>
                </a:solidFill>
                <a:latin typeface="Arial"/>
                <a:ea typeface="Arial"/>
                <a:cs typeface="Arial"/>
              </a:defRPr>
            </a:defPPr>
            <a:lvl1pPr algn="ctr">
              <a:defRPr sz="975">
                <a:solidFill>
                  <a:srgbClr val="000000"/>
                </a:solidFill>
                <a:latin typeface="Arial"/>
                <a:ea typeface="Arial"/>
                <a:cs typeface="Arial"/>
              </a:defRPr>
            </a:lvl1pPr>
            <a:lvl2pPr algn="ctr">
              <a:defRPr sz="975">
                <a:solidFill>
                  <a:srgbClr val="000000"/>
                </a:solidFill>
                <a:latin typeface="Arial"/>
                <a:ea typeface="Arial"/>
                <a:cs typeface="Arial"/>
              </a:defRPr>
            </a:lvl2pPr>
            <a:lvl3pPr algn="ctr">
              <a:defRPr sz="975">
                <a:solidFill>
                  <a:srgbClr val="000000"/>
                </a:solidFill>
                <a:latin typeface="Arial"/>
                <a:ea typeface="Arial"/>
                <a:cs typeface="Arial"/>
              </a:defRPr>
            </a:lvl3pPr>
            <a:lvl4pPr algn="ctr">
              <a:defRPr sz="975">
                <a:solidFill>
                  <a:srgbClr val="000000"/>
                </a:solidFill>
                <a:latin typeface="Arial"/>
                <a:ea typeface="Arial"/>
                <a:cs typeface="Arial"/>
              </a:defRPr>
            </a:lvl4pPr>
            <a:lvl5pPr algn="ctr">
              <a:defRPr sz="975">
                <a:solidFill>
                  <a:srgbClr val="000000"/>
                </a:solidFill>
                <a:latin typeface="Arial"/>
                <a:ea typeface="Arial"/>
                <a:cs typeface="Arial"/>
              </a:defRPr>
            </a:lvl5pPr>
            <a:lvl6pPr algn="ctr">
              <a:defRPr sz="975">
                <a:solidFill>
                  <a:srgbClr val="000000"/>
                </a:solidFill>
                <a:latin typeface="Arial"/>
                <a:ea typeface="Arial"/>
                <a:cs typeface="Arial"/>
              </a:defRPr>
            </a:lvl6pPr>
            <a:lvl7pPr algn="ctr">
              <a:defRPr sz="975">
                <a:solidFill>
                  <a:srgbClr val="000000"/>
                </a:solidFill>
                <a:latin typeface="Arial"/>
                <a:ea typeface="Arial"/>
                <a:cs typeface="Arial"/>
              </a:defRPr>
            </a:lvl7pPr>
            <a:lvl8pPr algn="ctr">
              <a:defRPr sz="975">
                <a:solidFill>
                  <a:srgbClr val="000000"/>
                </a:solidFill>
                <a:latin typeface="Arial"/>
                <a:ea typeface="Arial"/>
                <a:cs typeface="Arial"/>
              </a:defRPr>
            </a:lvl8pPr>
            <a:lvl9pPr algn="ctr">
              <a:defRPr sz="975">
                <a:solidFill>
                  <a:srgbClr val="000000"/>
                </a:solidFill>
                <a:latin typeface="Arial"/>
                <a:ea typeface="Arial"/>
                <a:cs typeface="Arial"/>
              </a:defRPr>
            </a:lvl9pPr>
          </a:lstStyle>
          <a:p>
            <a:pPr algn="ctr">
              <a:defRPr sz="975">
                <a:solidFill>
                  <a:srgbClr val="000000"/>
                </a:solidFill>
                <a:latin typeface="Arial"/>
                <a:ea typeface="Arial"/>
                <a:cs typeface="Arial"/>
              </a:defRPr>
            </a:pPr>
            <a:r>
              <a:rPr sz="975">
                <a:solidFill>
                  <a:srgbClr val="000000"/>
                </a:solidFill>
                <a:latin typeface="Arial"/>
                <a:ea typeface="Arial"/>
                <a:cs typeface="Arial"/>
              </a:rPr>
              <a:t>G_C</a:t>
            </a:r>
            <a:r>
              <a:rPr sz="702" baseline="-25000">
                <a:solidFill>
                  <a:srgbClr val="000000"/>
                </a:solidFill>
                <a:latin typeface="Arial"/>
                <a:ea typeface="Arial"/>
                <a:cs typeface="Arial"/>
              </a:rPr>
              <a:t/>
            </a:r>
          </a:p>
        </p:txBody>
      </p:sp>
      <p:sp>
        <p:nvSpPr>
          <p:cNvPr id="11003" name="Distance 1–2">
            <a:extLst>
              <a:ext uri="{FF2B5EF4-FFF2-40B4-BE49-F238E27FC236}">
                <ns2:creationId id="{A729EF3D-E55D-4776-B41D-342390E3CB98}"/>
              </a:ext>
            </a:extLst>
          </p:cNvPr>
          <p:cNvSpPr>
            <a:spLocks noGrp="1"/>
          </p:cNvSpPr>
          <p:nvPr/>
        </p:nvSpPr>
        <p:spPr>
          <a:xfrm>
            <a:off x="2847975" y="3181350"/>
            <a:ext cx="266700" cy="161925"/>
          </a:xfrm>
          <a:prstGeom prst="rect">
            <a:avLst/>
          </a:prstGeom>
          <a:solidFill>
            <a:srgbClr val="F7F9FA"/>
          </a:solidFill>
          <a:ln w="0">
            <a:noFill/>
          </a:ln>
        </p:spPr>
        <p:txBody>
          <a:bodyPr wrap="none" lIns="0" tIns="0" rIns="0" bIns="0" anchor="ctr">
            <a:noAutofit/>
          </a:bodyPr>
          <a:lstStyle>
            <a:defPPr algn="ctr">
              <a:defRPr sz="975">
                <a:solidFill>
                  <a:srgbClr val="000000"/>
                </a:solidFill>
                <a:latin typeface="Arial"/>
                <a:ea typeface="Arial"/>
                <a:cs typeface="Arial"/>
              </a:defRPr>
            </a:defPPr>
            <a:lvl1pPr algn="ctr">
              <a:defRPr sz="975">
                <a:solidFill>
                  <a:srgbClr val="000000"/>
                </a:solidFill>
                <a:latin typeface="Arial"/>
                <a:ea typeface="Arial"/>
                <a:cs typeface="Arial"/>
              </a:defRPr>
            </a:lvl1pPr>
            <a:lvl2pPr algn="ctr">
              <a:defRPr sz="975">
                <a:solidFill>
                  <a:srgbClr val="000000"/>
                </a:solidFill>
                <a:latin typeface="Arial"/>
                <a:ea typeface="Arial"/>
                <a:cs typeface="Arial"/>
              </a:defRPr>
            </a:lvl2pPr>
            <a:lvl3pPr algn="ctr">
              <a:defRPr sz="975">
                <a:solidFill>
                  <a:srgbClr val="000000"/>
                </a:solidFill>
                <a:latin typeface="Arial"/>
                <a:ea typeface="Arial"/>
                <a:cs typeface="Arial"/>
              </a:defRPr>
            </a:lvl3pPr>
            <a:lvl4pPr algn="ctr">
              <a:defRPr sz="975">
                <a:solidFill>
                  <a:srgbClr val="000000"/>
                </a:solidFill>
                <a:latin typeface="Arial"/>
                <a:ea typeface="Arial"/>
                <a:cs typeface="Arial"/>
              </a:defRPr>
            </a:lvl4pPr>
            <a:lvl5pPr algn="ctr">
              <a:defRPr sz="975">
                <a:solidFill>
                  <a:srgbClr val="000000"/>
                </a:solidFill>
                <a:latin typeface="Arial"/>
                <a:ea typeface="Arial"/>
                <a:cs typeface="Arial"/>
              </a:defRPr>
            </a:lvl5pPr>
            <a:lvl6pPr algn="ctr">
              <a:defRPr sz="975">
                <a:solidFill>
                  <a:srgbClr val="000000"/>
                </a:solidFill>
                <a:latin typeface="Arial"/>
                <a:ea typeface="Arial"/>
                <a:cs typeface="Arial"/>
              </a:defRPr>
            </a:lvl6pPr>
            <a:lvl7pPr algn="ctr">
              <a:defRPr sz="975">
                <a:solidFill>
                  <a:srgbClr val="000000"/>
                </a:solidFill>
                <a:latin typeface="Arial"/>
                <a:ea typeface="Arial"/>
                <a:cs typeface="Arial"/>
              </a:defRPr>
            </a:lvl7pPr>
            <a:lvl8pPr algn="ctr">
              <a:defRPr sz="975">
                <a:solidFill>
                  <a:srgbClr val="000000"/>
                </a:solidFill>
                <a:latin typeface="Arial"/>
                <a:ea typeface="Arial"/>
                <a:cs typeface="Arial"/>
              </a:defRPr>
            </a:lvl8pPr>
            <a:lvl9pPr algn="ctr">
              <a:defRPr sz="975">
                <a:solidFill>
                  <a:srgbClr val="000000"/>
                </a:solidFill>
                <a:latin typeface="Arial"/>
                <a:ea typeface="Arial"/>
                <a:cs typeface="Arial"/>
              </a:defRPr>
            </a:lvl9pPr>
          </a:lstStyle>
          <a:p>
            <a:pPr algn="ctr">
              <a:defRPr sz="975">
                <a:solidFill>
                  <a:srgbClr val="000000"/>
                </a:solidFill>
                <a:latin typeface="Arial"/>
                <a:ea typeface="Arial"/>
                <a:cs typeface="Arial"/>
              </a:defRPr>
            </a:pPr>
            <a:r>
              <a:rPr sz="975">
                <a:solidFill>
                  <a:srgbClr val="000000"/>
                </a:solidFill>
                <a:latin typeface="Arial"/>
                <a:ea typeface="Arial"/>
                <a:cs typeface="Arial"/>
              </a:rPr>
              <a:t>d_AB</a:t>
            </a:r>
            <a:r>
              <a:rPr sz="702" baseline="-25000">
                <a:solidFill>
                  <a:srgbClr val="000000"/>
                </a:solidFill>
                <a:latin typeface="Arial"/>
                <a:ea typeface="Arial"/>
                <a:cs typeface="Arial"/>
              </a:rPr>
              <a:t/>
            </a:r>
          </a:p>
        </p:txBody>
      </p:sp>
      <p:sp>
        <p:nvSpPr>
          <p:cNvPr id="11004" name="Distance 2–3">
            <a:extLst>
              <a:ext uri="{FF2B5EF4-FFF2-40B4-BE49-F238E27FC236}">
                <ns2:creationId id="{768B69FD-F9FC-430F-8C7A-CACF1040FD36}"/>
              </a:ext>
            </a:extLst>
          </p:cNvPr>
          <p:cNvSpPr>
            <a:spLocks noGrp="1"/>
          </p:cNvSpPr>
          <p:nvPr/>
        </p:nvSpPr>
        <p:spPr>
          <a:xfrm>
            <a:off x="3276600" y="3209925"/>
            <a:ext cx="266700" cy="161925"/>
          </a:xfrm>
          <a:prstGeom prst="rect">
            <a:avLst/>
          </a:prstGeom>
          <a:solidFill>
            <a:srgbClr val="F7F9FA"/>
          </a:solidFill>
          <a:ln w="0">
            <a:noFill/>
          </a:ln>
        </p:spPr>
        <p:txBody>
          <a:bodyPr wrap="none" lIns="0" tIns="0" rIns="0" bIns="0" anchor="ctr">
            <a:noAutofit/>
          </a:bodyPr>
          <a:lstStyle>
            <a:defPPr algn="ctr">
              <a:defRPr sz="975">
                <a:solidFill>
                  <a:srgbClr val="000000"/>
                </a:solidFill>
                <a:latin typeface="Arial"/>
                <a:ea typeface="Arial"/>
                <a:cs typeface="Arial"/>
              </a:defRPr>
            </a:defPPr>
            <a:lvl1pPr algn="ctr">
              <a:defRPr sz="975">
                <a:solidFill>
                  <a:srgbClr val="000000"/>
                </a:solidFill>
                <a:latin typeface="Arial"/>
                <a:ea typeface="Arial"/>
                <a:cs typeface="Arial"/>
              </a:defRPr>
            </a:lvl1pPr>
            <a:lvl2pPr algn="ctr">
              <a:defRPr sz="975">
                <a:solidFill>
                  <a:srgbClr val="000000"/>
                </a:solidFill>
                <a:latin typeface="Arial"/>
                <a:ea typeface="Arial"/>
                <a:cs typeface="Arial"/>
              </a:defRPr>
            </a:lvl2pPr>
            <a:lvl3pPr algn="ctr">
              <a:defRPr sz="975">
                <a:solidFill>
                  <a:srgbClr val="000000"/>
                </a:solidFill>
                <a:latin typeface="Arial"/>
                <a:ea typeface="Arial"/>
                <a:cs typeface="Arial"/>
              </a:defRPr>
            </a:lvl3pPr>
            <a:lvl4pPr algn="ctr">
              <a:defRPr sz="975">
                <a:solidFill>
                  <a:srgbClr val="000000"/>
                </a:solidFill>
                <a:latin typeface="Arial"/>
                <a:ea typeface="Arial"/>
                <a:cs typeface="Arial"/>
              </a:defRPr>
            </a:lvl4pPr>
            <a:lvl5pPr algn="ctr">
              <a:defRPr sz="975">
                <a:solidFill>
                  <a:srgbClr val="000000"/>
                </a:solidFill>
                <a:latin typeface="Arial"/>
                <a:ea typeface="Arial"/>
                <a:cs typeface="Arial"/>
              </a:defRPr>
            </a:lvl5pPr>
            <a:lvl6pPr algn="ctr">
              <a:defRPr sz="975">
                <a:solidFill>
                  <a:srgbClr val="000000"/>
                </a:solidFill>
                <a:latin typeface="Arial"/>
                <a:ea typeface="Arial"/>
                <a:cs typeface="Arial"/>
              </a:defRPr>
            </a:lvl6pPr>
            <a:lvl7pPr algn="ctr">
              <a:defRPr sz="975">
                <a:solidFill>
                  <a:srgbClr val="000000"/>
                </a:solidFill>
                <a:latin typeface="Arial"/>
                <a:ea typeface="Arial"/>
                <a:cs typeface="Arial"/>
              </a:defRPr>
            </a:lvl7pPr>
            <a:lvl8pPr algn="ctr">
              <a:defRPr sz="975">
                <a:solidFill>
                  <a:srgbClr val="000000"/>
                </a:solidFill>
                <a:latin typeface="Arial"/>
                <a:ea typeface="Arial"/>
                <a:cs typeface="Arial"/>
              </a:defRPr>
            </a:lvl8pPr>
            <a:lvl9pPr algn="ctr">
              <a:defRPr sz="975">
                <a:solidFill>
                  <a:srgbClr val="000000"/>
                </a:solidFill>
                <a:latin typeface="Arial"/>
                <a:ea typeface="Arial"/>
                <a:cs typeface="Arial"/>
              </a:defRPr>
            </a:lvl9pPr>
          </a:lstStyle>
          <a:p>
            <a:pPr algn="ctr">
              <a:defRPr sz="975">
                <a:solidFill>
                  <a:srgbClr val="000000"/>
                </a:solidFill>
                <a:latin typeface="Arial"/>
                <a:ea typeface="Arial"/>
                <a:cs typeface="Arial"/>
              </a:defRPr>
            </a:pPr>
            <a:r>
              <a:rPr sz="975">
                <a:solidFill>
                  <a:srgbClr val="000000"/>
                </a:solidFill>
                <a:latin typeface="Arial"/>
                <a:ea typeface="Arial"/>
                <a:cs typeface="Arial"/>
              </a:rPr>
              <a:t>d_BC</a:t>
            </a:r>
            <a:r>
              <a:rPr sz="702" baseline="-25000">
                <a:solidFill>
                  <a:srgbClr val="000000"/>
                </a:solidFill>
                <a:latin typeface="Arial"/>
                <a:ea typeface="Arial"/>
                <a:cs typeface="Arial"/>
              </a:rPr>
              <a:t/>
            </a:r>
          </a:p>
        </p:txBody>
      </p:sp>
      <p:sp>
        <p:nvSpPr>
          <p:cNvPr id="11005" name="Distance 1–3">
            <a:extLst>
              <a:ext uri="{FF2B5EF4-FFF2-40B4-BE49-F238E27FC236}">
                <ns2:creationId id="{EAF936F1-72B0-49E5-8BA5-0756666AF281}"/>
              </a:ext>
            </a:extLst>
          </p:cNvPr>
          <p:cNvSpPr>
            <a:spLocks noGrp="1"/>
          </p:cNvSpPr>
          <p:nvPr/>
        </p:nvSpPr>
        <p:spPr>
          <a:xfrm>
            <a:off x="3057525" y="3429000"/>
            <a:ext cx="266700" cy="161925"/>
          </a:xfrm>
          <a:prstGeom prst="rect">
            <a:avLst/>
          </a:prstGeom>
          <a:solidFill>
            <a:srgbClr val="F7F9FA"/>
          </a:solidFill>
          <a:ln w="0">
            <a:noFill/>
          </a:ln>
        </p:spPr>
        <p:txBody>
          <a:bodyPr wrap="none" lIns="0" tIns="0" rIns="0" bIns="0" anchor="ctr">
            <a:noAutofit/>
          </a:bodyPr>
          <a:lstStyle>
            <a:defPPr algn="ctr">
              <a:defRPr sz="975">
                <a:solidFill>
                  <a:srgbClr val="000000"/>
                </a:solidFill>
                <a:latin typeface="Arial"/>
                <a:ea typeface="Arial"/>
                <a:cs typeface="Arial"/>
              </a:defRPr>
            </a:defPPr>
            <a:lvl1pPr algn="ctr">
              <a:defRPr sz="975">
                <a:solidFill>
                  <a:srgbClr val="000000"/>
                </a:solidFill>
                <a:latin typeface="Arial"/>
                <a:ea typeface="Arial"/>
                <a:cs typeface="Arial"/>
              </a:defRPr>
            </a:lvl1pPr>
            <a:lvl2pPr algn="ctr">
              <a:defRPr sz="975">
                <a:solidFill>
                  <a:srgbClr val="000000"/>
                </a:solidFill>
                <a:latin typeface="Arial"/>
                <a:ea typeface="Arial"/>
                <a:cs typeface="Arial"/>
              </a:defRPr>
            </a:lvl2pPr>
            <a:lvl3pPr algn="ctr">
              <a:defRPr sz="975">
                <a:solidFill>
                  <a:srgbClr val="000000"/>
                </a:solidFill>
                <a:latin typeface="Arial"/>
                <a:ea typeface="Arial"/>
                <a:cs typeface="Arial"/>
              </a:defRPr>
            </a:lvl3pPr>
            <a:lvl4pPr algn="ctr">
              <a:defRPr sz="975">
                <a:solidFill>
                  <a:srgbClr val="000000"/>
                </a:solidFill>
                <a:latin typeface="Arial"/>
                <a:ea typeface="Arial"/>
                <a:cs typeface="Arial"/>
              </a:defRPr>
            </a:lvl4pPr>
            <a:lvl5pPr algn="ctr">
              <a:defRPr sz="975">
                <a:solidFill>
                  <a:srgbClr val="000000"/>
                </a:solidFill>
                <a:latin typeface="Arial"/>
                <a:ea typeface="Arial"/>
                <a:cs typeface="Arial"/>
              </a:defRPr>
            </a:lvl5pPr>
            <a:lvl6pPr algn="ctr">
              <a:defRPr sz="975">
                <a:solidFill>
                  <a:srgbClr val="000000"/>
                </a:solidFill>
                <a:latin typeface="Arial"/>
                <a:ea typeface="Arial"/>
                <a:cs typeface="Arial"/>
              </a:defRPr>
            </a:lvl6pPr>
            <a:lvl7pPr algn="ctr">
              <a:defRPr sz="975">
                <a:solidFill>
                  <a:srgbClr val="000000"/>
                </a:solidFill>
                <a:latin typeface="Arial"/>
                <a:ea typeface="Arial"/>
                <a:cs typeface="Arial"/>
              </a:defRPr>
            </a:lvl7pPr>
            <a:lvl8pPr algn="ctr">
              <a:defRPr sz="975">
                <a:solidFill>
                  <a:srgbClr val="000000"/>
                </a:solidFill>
                <a:latin typeface="Arial"/>
                <a:ea typeface="Arial"/>
                <a:cs typeface="Arial"/>
              </a:defRPr>
            </a:lvl8pPr>
            <a:lvl9pPr algn="ctr">
              <a:defRPr sz="975">
                <a:solidFill>
                  <a:srgbClr val="000000"/>
                </a:solidFill>
                <a:latin typeface="Arial"/>
                <a:ea typeface="Arial"/>
                <a:cs typeface="Arial"/>
              </a:defRPr>
            </a:lvl9pPr>
          </a:lstStyle>
          <a:p>
            <a:pPr algn="ctr">
              <a:defRPr sz="975">
                <a:solidFill>
                  <a:srgbClr val="000000"/>
                </a:solidFill>
                <a:latin typeface="Arial"/>
                <a:ea typeface="Arial"/>
                <a:cs typeface="Arial"/>
              </a:defRPr>
            </a:pPr>
            <a:r>
              <a:rPr sz="975">
                <a:solidFill>
                  <a:srgbClr val="000000"/>
                </a:solidFill>
                <a:latin typeface="Arial"/>
                <a:ea typeface="Arial"/>
                <a:cs typeface="Arial"/>
              </a:rPr>
              <a:t>d_AC</a:t>
            </a:r>
            <a:r>
              <a:rPr sz="702" baseline="-25000">
                <a:solidFill>
                  <a:srgbClr val="000000"/>
                </a:solidFill>
                <a:latin typeface="Arial"/>
                <a:ea typeface="Arial"/>
                <a:cs typeface="Arial"/>
              </a:rPr>
              <a:t/>
            </a:r>
          </a:p>
        </p:txBody>
      </p:sp>
    </p:spTree>
  </p:cSld>
  <p:clrMapOvr>
    <a:masterClrMapping/>
  </p:clrMapOvr>
</p:sld>
</file>

<file path=ppt/main_figures/Fig2/ppt/tableStyles.xml><?xml version="1.0" encoding="utf-8"?>
<a:tblStyleLst xmlns:a="http://schemas.openxmlformats.org/drawingml/2006/main" def="{5C22544A-7EE6-4342-B048-85BDC9FD1C3A}"/>
</file>

<file path=ppt/main_figures/Fig2/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Arial"/>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Arial"/>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main_figures/Fig2/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Arial"/>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Arial"/>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main_figures/Fig2/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main_figures/Fig3/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ppt/main_figures/Fig3/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2026-10-16T07:52:12.5540000Z</dcterms:created>
  <dcterms:modified xsi:type="dcterms:W3CDTF">2026-10-16T07:52:12.5540000Z</dcterms:modified>
</coreProperties>
</file>

<file path=ppt/main_figures/Fig3/ppt/_rels/presentation.xml.rels><?xml version='1.0' encoding='UTF-8' standalone='yes'?>
<Relationships xmlns="http://schemas.openxmlformats.org/package/2006/relationships"><Relationship Id="rId7" Type="http://schemas.openxmlformats.org/officeDocument/2006/relationships/tableStyles" Target="tableStyles.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 Type="http://schemas.openxmlformats.org/officeDocument/2006/relationships/slideMaster" Target="slideMasters/slideMaster1.xml"/></Relationships>
</file>

<file path=ppt/main_figures/Fig3/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main_figures/Fig3/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main_figures/Fig3/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3/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main_figures/Fig3/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RG-MTM (Reference-Guided Merge Tree Maps, 参考引导合并树图), four-feature model illustration. The conflict path H&gt;theta is shown. Colors identify branches, rather than quantitative scalar values. No feature letters are shown on the 2D field. The 2D grid, minima and merge tree are retained from the previous version.</a:t>
            </a:r>
          </a:p>
          <a:p/>
          <a:p>
            <a:r>
              <a:t>Original hierarchy T=((A,B)_8,(C,D)_1)_10; leaf values A1.2, B3.8, C-3, D-0.8. References q=(A0,C2,D4,B6), canvas[-1,7], equal widths0.8, eccentricity radius0, and minimum gap1.4. The larger illustrative gap makes packing error visible; these are model-example settings, not empirical paper defaults. Capacity is7.4 on a canvas of length8. All24 orders are evaluated using the paper's closed-form fixed-order positional cost. Free optimum tau_free0.3; original-tree optimum tau_star3.8 (ABCD or CDAB); initial BADC cost6.0. The depicted initial anchors are B0,A2.2,D4.4,C6.6, and the best ABCD anchors are A0,B2.2,C4.4,D6.6. Both sets satisfy exact widths, gaps and containment. The reference and layout rows share a coordinate scale. In every position comparison, solid axes and filled feature boxes denote true spatial reference coordinates q_i, while dashed axes and capped point markers denote selected layout coordinates u_i. The boxes are reference glyphs drawn at q_i for correspondence; they are not a claim that a feasible rendered interval can remain at q_i. The actual rendering still allocates area-scaled intervals at u_i. Tree drawings with mapping axes are embedded horizontally at those u_i coordinates, so each leaf projects vertically onto its dashed marker. Embedding a tree at a chosen layout does not mean that T intrinsically determines geographic coordinates. Free anchors A-0.3,C1.9,D4.1,B6.3 attain the positive free optimum. The free cost is not forced to zero by dropping hierarchy: widths, gaps and canvas remain. The displayed tau_free dimension uses A; tau_star and the initial-row dimension use B. No visible u_i=q_i assertion is used.</a:t>
            </a:r>
          </a:p>
          <a:p/>
          <a:p>
            <a:r>
              <a:t>H=3.5 exceeds theta0.5. The free panel is labelled Geometry only and the constrained panel Geometry + hierarchy, with q_i and u_i marked locally. The formula beneath the free panel defines tau_free alone; H=tau_star-tau_free appears immediately left of the actual downward decision arrow, and H&gt;theta appears to its right. Scalar eligibility kappa3 permits the AB gap2 and retains the CD gap9. Expand/Retain marks use one neutral charcoal color distinct from all branch colors. Both callout leaders approach their rings diagonally outside the tree edges. The operation label reads Flatten then prune. All straight lines are geometrically clipped at diamond boundaries, preventing tree edges and projection baselines from passing through diamond interiors regardless of shape ordering. The spatial direction d uses neutral charcoal rather than a feature color. Threshold-and-prune is a hierarchy policy, not a guarantee of an optimal position-topology frontier. The same relaxed Tprime is drawn in stages3 and4. It permits ACDB. The chosen illustrative final layout attains the relaxed certificate0.3 and is feasible under the position budget0.3+beta0.2=0.5. The method's general final construction is budget-constrained multi-objective optimization, not an assertion that every chosen layout attains the certificate. Both displayed centres and anchors use the same values in this model illustration. The Tprime leaf x-coordinates are embedded at u_i, with direct dashed vertical projections. The solid reference-box axis below uses q_i, and the actual B residual is dimensioned. The x difference between the tree embedding and reference boxes shows the nonzero residual. All tree chains have exposed short connecting segments; regular nodes provide scalar context rather than independent geographic anchors. The solid/dashed position grammar concerns coordinate-comparison axes; within the scalar-filling graph, its own legend distinguishes the dashed LCA-path algorithm from the solid corrected scalar function.</a:t>
            </a:r>
          </a:p>
          <a:p/>
          <a:p>
            <a:r>
              <a:t>Filling uses original T, not Tprime, as merge-level ground truth. With order ACDB, the gap bounds C_k are8,1,8 and the fixed-leaf term does not dominate. Optimal delta_star1 gives barriers9,2,9; initial adjacent LCA filling gives10,1,10. Scalar values at extrema remain unchanged. The horizontal positions of extrema are the same selected final anchors as the interval layout; barriers lie between adjacent intervals. The plot uses its real scalar scale. The profile connects consecutive extrema and barriers with monotone cubic interpolation with zero endpoint slopes. This smooth interpolation retains every horizontal critical position and every endpoint scalar value, hence every pairwise merge maximum and error. The previously abrupt rising segment represents scalar values increasing from the blue extremum to the first merge barrier, not an extra topology edge. Each curve is trimmed at the visible node boundaries. Burnt-orange dashed lines represent initial LCA filling, dark-blue solid lines represent correction. Diamonds identify extrema and barrier levels. Eight colored ordinary sample circles lie on the optimized curve, with the same horizontal positions, order and branch colors as the circles in the projection row. Each lies at the exact midpoint parameter of one monotone cubic segment; it is a regular sample rather than an additional critical point.</a:t>
            </a:r>
          </a:p>
          <a:p/>
          <a:p>
            <a:r>
              <a:t>Error annotation witness: the selected leaf pair is A,B, identified by blue and orange swatches beside T and matching colored endpoints of a full-span bracket below the profile. The range extends from u_A=-0.3 to u_B=6.3, not merely across one adjacent gap. m_T(A,B)=8. The maximum over that ENTIRE span is10 in the baseline and9 after correction. The orange delta_LCA dimension runs from the original-pair target8 to the baseline pairwise maximum10; the blue delta_star dimension runs from8 to9. These differences2 and1 equal the respective largest errors over all six original-tree leaf pairs. They are witnesses of global pairwise merge error, not differences between the two plotted curves. The corrected AC,AD,CB,DB merge levels also differ from10 by1, and CD differs from1 by1. The full pairwise definition is d_top=max_ij |max_[u_i,u_j] psi - m_T(i,j)|. Outer root endpoints are not part of this pairwise metric.</a:t>
            </a:r>
          </a:p>
          <a:p/>
          <a:p>
            <a:r>
              <a:t>The critical-diamond and regular-circle row preserves optimized profile coordinates, sample classes, order and branch colors. The first rendered strip uses the exact same intervals as the final layout. Four temporal examples retain the previous area widths and orders ACDB,ACDB,ADCB,CDAB, while repacking their intervals using the new common gap1.4. The first strip matches the filling output. Every final output column is exactly its source strip rotated counterclockwise90 degrees. Color transitions are appearance-only and columns meet without white seams. These time examples are illustrative, not measured outcomes.</a:t>
            </a:r>
          </a:p>
          <a:p/>
          <a:p>
            <a:r>
              <a:t>Scientific sources: local 01_项目代码与结果/CD-MTM/paper/pacificvis2027-content-draft/distortion_analysis.tex (free certificate and optimal filling), supplement_proofs.tex (fixed-order cost and labelled pairwise merge error), method.tex (budget-constrained layout and original-tree correction), pipeline_algorithm.tex, and domain_filling.tex. The method name in the diagram follows the user's requested RG-MTM rename; the local draft retains its earlier CD-MTM name.</a:t>
            </a:r>
          </a:p>
          <a:p>
            <a:r>
              <a:t>Final-map display revision, 2026-10-26: retain the original four upper time-step layouts and all original labels. Only the lower temporal map has continuous color ribbons, using cubic interpolation of feature positions and widths derived from the original schematic. The interpolated display is illustrative, with no added observations or new scientific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main_figures/Fig3/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main_figures/Fig3/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Lst>
  <p:sldSz cx="24955500" cy="7915275"/>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main_figures/Fig3/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main_figures/Fig3/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main_figures/Fig3/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main_figures/Fig3/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main_figures/Fig3/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main_figures/Fig3/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main_figures/Fig3/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p:sp>
        <p:nvSpPr>
          <p:cNvPr id="3" name="Title"/>
          <p:cNvSpPr>
            <a:spLocks noGrp="1"/>
          </p:cNvSpPr>
          <p:nvPr>
            <p:ph type="title"/>
          </p:nvPr>
        </p:nvSpPr>
        <p:spPr>
          <a:xfrm>
            <a:off x="2495550" y="3238500"/>
            <a:ext cx="19964400" cy="1238250"/>
          </a:xfrm>
          <a:prstGeom prst="rect">
            <a:avLst/>
          </a:prstGeom>
          <a:noFill/>
          <a:ln>
            <a:noFill/>
            <a:prstDash val="solid"/>
          </a:ln>
        </p:spPr>
        <p:txBody>
          <a:bodyPr wrap="square" lIns="0" tIns="0" rIns="0" bIns="0" anchor="ctr">
            <a:normAutofit/>
          </a:bodyPr>
          <a:lstStyle>
            <a:defPPr algn="ctr">
              <a:defRPr sz="6000" b="1">
                <a:solidFill>
                  <a:schemeClr val="tx1"/>
                </a:solidFill>
                <a:latin typeface="Arial" panose="020B0604020202090204"/>
                <a:ea typeface="Arial" panose="020B0604020202090204"/>
                <a:cs typeface="Arial" panose="020B0604020202090204"/>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p:txBody>
      </p:sp>
      <p:sp>
        <p:nvSpPr>
          <p:cNvPr id="2" name="Subtitle"/>
          <p:cNvSpPr>
            <a:spLocks noGrp="1"/>
          </p:cNvSpPr>
          <p:nvPr>
            <p:ph type="subTitle" idx="1"/>
          </p:nvPr>
        </p:nvSpPr>
        <p:spPr>
          <a:xfrm>
            <a:off x="3743325" y="4714875"/>
            <a:ext cx="17468850" cy="952500"/>
          </a:xfrm>
          <a:prstGeom prst="rect">
            <a:avLst/>
          </a:prstGeom>
          <a:noFill/>
          <a:ln>
            <a:noFill/>
            <a:prstDash val="solid"/>
          </a:ln>
        </p:spPr>
        <p:txBody>
          <a:bodyPr wrap="square" lIns="0" tIns="0" rIns="0" bIns="0" anchor="ctr">
            <a:normAutofit/>
          </a:bodyPr>
          <a:lstStyle>
            <a:defPPr algn="ctr">
              <a:defRPr sz="2625" b="0">
                <a:solidFill>
                  <a:schemeClr val="tx1"/>
                </a:solidFill>
                <a:latin typeface="Arial" panose="020B0604020202090204"/>
                <a:ea typeface="Arial" panose="020B0604020202090204"/>
                <a:cs typeface="Arial" panose="020B0604020202090204"/>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p:txBody>
      </p:sp>
    </p:spTree>
  </p:cSld>
  <p:clrMapOvr>
    <a:masterClrMapping/>
  </p:clrMapOvr>
</p:sldLayout>
</file>

<file path=ppt/main_figures/Fig3/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p:sp>
        <p:nvSpPr>
          <p:cNvPr id="2" name="Section title"/>
          <p:cNvSpPr>
            <a:spLocks noGrp="1"/>
          </p:cNvSpPr>
          <p:nvPr>
            <p:ph type="title"/>
          </p:nvPr>
        </p:nvSpPr>
        <p:spPr>
          <a:xfrm>
            <a:off x="2495550" y="3571875"/>
            <a:ext cx="19964400" cy="1428750"/>
          </a:xfrm>
          <a:prstGeom prst="rect">
            <a:avLst/>
          </a:prstGeom>
          <a:noFill/>
          <a:ln>
            <a:noFill/>
            <a:prstDash val="solid"/>
          </a:ln>
        </p:spPr>
        <p:txBody>
          <a:bodyPr wrap="square" lIns="0" tIns="0" rIns="0" bIns="0" anchor="ctr">
            <a:normAutofit/>
          </a:bodyPr>
          <a:lstStyle>
            <a:defPPr algn="ctr">
              <a:defRPr sz="5250" b="1">
                <a:solidFill>
                  <a:schemeClr val="tx1"/>
                </a:solidFill>
                <a:latin typeface="Arial" panose="020B0604020202090204"/>
                <a:ea typeface="Arial" panose="020B0604020202090204"/>
                <a:cs typeface="Arial" panose="020B0604020202090204"/>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p:txBody>
      </p:sp>
    </p:spTree>
  </p:cSld>
  <p:clrMapOvr>
    <a:masterClrMapping/>
  </p:clrMapOvr>
</p:sldLayout>
</file>

<file path=ppt/main_figures/Fig3/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p:sp>
        <p:nvSpPr>
          <p:cNvPr id="3" name="Title"/>
          <p:cNvSpPr>
            <a:spLocks noGrp="1"/>
          </p:cNvSpPr>
          <p:nvPr>
            <p:ph type="title"/>
          </p:nvPr>
        </p:nvSpPr>
        <p:spPr>
          <a:xfrm>
            <a:off x="1403747" y="666750"/>
            <a:ext cx="22148006" cy="1047750"/>
          </a:xfrm>
          <a:prstGeom prst="rect">
            <a:avLst/>
          </a:prstGeom>
          <a:noFill/>
          <a:ln>
            <a:noFill/>
            <a:prstDash val="solid"/>
          </a:ln>
        </p:spPr>
        <p:txBody>
          <a:bodyPr wrap="square" lIns="0" tIns="0" rIns="0" bIns="0" anchor="t">
            <a:normAutofit/>
          </a:bodyPr>
          <a:lstStyle>
            <a:defPPr algn="l">
              <a:defRPr sz="4125" b="1">
                <a:solidFill>
                  <a:schemeClr val="tx1"/>
                </a:solidFill>
                <a:latin typeface="Arial" panose="020B0604020202090204"/>
                <a:ea typeface="Arial" panose="020B0604020202090204"/>
                <a:cs typeface="Arial" panose="020B0604020202090204"/>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p:txBody>
      </p:sp>
      <p:sp>
        <p:nvSpPr>
          <p:cNvPr id="2" name="Body"/>
          <p:cNvSpPr>
            <a:spLocks noGrp="1"/>
          </p:cNvSpPr>
          <p:nvPr>
            <p:ph type="body" idx="1"/>
          </p:nvPr>
        </p:nvSpPr>
        <p:spPr>
          <a:xfrm>
            <a:off x="1403747" y="2381250"/>
            <a:ext cx="22148006" cy="5334000"/>
          </a:xfrm>
          <a:prstGeom prst="rect">
            <a:avLst/>
          </a:prstGeom>
          <a:noFill/>
          <a:ln>
            <a:noFill/>
            <a:prstDash val="solid"/>
          </a:ln>
        </p:spPr>
        <p:txBody>
          <a:bodyPr wrap="square" lIns="0" tIns="0" rIns="0" bIns="0" anchor="t">
            <a:normAutofit/>
          </a:bodyPr>
          <a:lstStyle>
            <a:defPPr algn="l">
              <a:defRPr sz="2815" b="0">
                <a:solidFill>
                  <a:schemeClr val="tx1"/>
                </a:solidFill>
                <a:latin typeface="Arial" panose="020B0604020202090204"/>
                <a:ea typeface="Arial" panose="020B0604020202090204"/>
                <a:cs typeface="Arial" panose="020B0604020202090204"/>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p:txBody>
      </p:sp>
    </p:spTree>
  </p:cSld>
  <p:clrMapOvr>
    <a:masterClrMapping/>
  </p:clrMapOvr>
</p:sldLayout>
</file>

<file path=ppt/main_figures/Fig3/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p:sp>
        <p:nvSpPr>
          <p:cNvPr id="4" name="Title"/>
          <p:cNvSpPr>
            <a:spLocks noGrp="1"/>
          </p:cNvSpPr>
          <p:nvPr>
            <p:ph type="title"/>
          </p:nvPr>
        </p:nvSpPr>
        <p:spPr>
          <a:xfrm>
            <a:off x="1403747" y="666750"/>
            <a:ext cx="22148006" cy="1047750"/>
          </a:xfrm>
          <a:prstGeom prst="rect">
            <a:avLst/>
          </a:prstGeom>
          <a:noFill/>
          <a:ln>
            <a:noFill/>
            <a:prstDash val="solid"/>
          </a:ln>
        </p:spPr>
        <p:txBody>
          <a:bodyPr wrap="square" lIns="0" tIns="0" rIns="0" bIns="0" anchor="t">
            <a:normAutofit/>
          </a:bodyPr>
          <a:lstStyle>
            <a:defPPr algn="l">
              <a:defRPr sz="4125" b="1">
                <a:solidFill>
                  <a:schemeClr val="tx1"/>
                </a:solidFill>
                <a:latin typeface="Arial" panose="020B0604020202090204"/>
                <a:ea typeface="Arial" panose="020B0604020202090204"/>
                <a:cs typeface="Arial" panose="020B0604020202090204"/>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p:txBody>
      </p:sp>
      <p:sp>
        <p:nvSpPr>
          <p:cNvPr id="2" name="Left column"/>
          <p:cNvSpPr>
            <a:spLocks noGrp="1"/>
          </p:cNvSpPr>
          <p:nvPr>
            <p:ph type="body" idx="1"/>
          </p:nvPr>
        </p:nvSpPr>
        <p:spPr>
          <a:xfrm>
            <a:off x="1403747" y="2381250"/>
            <a:ext cx="10294144" cy="5334000"/>
          </a:xfrm>
          <a:prstGeom prst="rect">
            <a:avLst/>
          </a:prstGeom>
          <a:noFill/>
          <a:ln>
            <a:noFill/>
            <a:prstDash val="solid"/>
          </a:ln>
        </p:spPr>
        <p:txBody>
          <a:bodyPr wrap="square" lIns="0" tIns="0" rIns="0" bIns="0" anchor="t">
            <a:normAutofit/>
          </a:bodyPr>
          <a:lstStyle>
            <a:defPPr algn="l">
              <a:defRPr sz="2625" b="0">
                <a:solidFill>
                  <a:schemeClr val="tx1"/>
                </a:solidFill>
                <a:latin typeface="Arial" panose="020B0604020202090204"/>
                <a:ea typeface="Arial" panose="020B0604020202090204"/>
                <a:cs typeface="Arial" panose="020B0604020202090204"/>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p:txBody>
      </p:sp>
      <p:sp>
        <p:nvSpPr>
          <p:cNvPr id="3" name="Right column"/>
          <p:cNvSpPr>
            <a:spLocks noGrp="1"/>
          </p:cNvSpPr>
          <p:nvPr>
            <p:ph type="body" idx="2"/>
          </p:nvPr>
        </p:nvSpPr>
        <p:spPr>
          <a:xfrm>
            <a:off x="13257609" y="2381250"/>
            <a:ext cx="10294144" cy="5334000"/>
          </a:xfrm>
          <a:prstGeom prst="rect">
            <a:avLst/>
          </a:prstGeom>
          <a:noFill/>
          <a:ln>
            <a:noFill/>
            <a:prstDash val="solid"/>
          </a:ln>
        </p:spPr>
        <p:txBody>
          <a:bodyPr wrap="square" lIns="0" tIns="0" rIns="0" bIns="0" anchor="t">
            <a:normAutofit/>
          </a:bodyPr>
          <a:lstStyle>
            <a:defPPr algn="l">
              <a:defRPr sz="2625" b="0">
                <a:solidFill>
                  <a:schemeClr val="tx1"/>
                </a:solidFill>
                <a:latin typeface="Arial" panose="020B0604020202090204"/>
                <a:ea typeface="Arial" panose="020B0604020202090204"/>
                <a:cs typeface="Arial" panose="020B0604020202090204"/>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p:txBody>
      </p:sp>
    </p:spTree>
  </p:cSld>
  <p:clrMapOvr>
    <a:masterClrMapping/>
  </p:clrMapOvr>
</p:sldLayout>
</file>

<file path=ppt/main_figures/Fig3/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p:sp>
        <p:nvSpPr>
          <p:cNvPr id="3" name="Title"/>
          <p:cNvSpPr>
            <a:spLocks noGrp="1"/>
          </p:cNvSpPr>
          <p:nvPr>
            <p:ph type="title"/>
          </p:nvPr>
        </p:nvSpPr>
        <p:spPr>
          <a:xfrm>
            <a:off x="1403747" y="666750"/>
            <a:ext cx="22148006" cy="1047750"/>
          </a:xfrm>
          <a:prstGeom prst="rect">
            <a:avLst/>
          </a:prstGeom>
          <a:noFill/>
          <a:ln>
            <a:noFill/>
            <a:prstDash val="solid"/>
          </a:ln>
        </p:spPr>
        <p:txBody>
          <a:bodyPr wrap="square" lIns="0" tIns="0" rIns="0" bIns="0" anchor="t">
            <a:normAutofit/>
          </a:bodyPr>
          <a:lstStyle>
            <a:defPPr algn="l">
              <a:defRPr sz="4125" b="1">
                <a:solidFill>
                  <a:schemeClr val="tx1"/>
                </a:solidFill>
                <a:latin typeface="Arial" panose="020B0604020202090204"/>
                <a:ea typeface="Arial" panose="020B0604020202090204"/>
                <a:cs typeface="Arial" panose="020B0604020202090204"/>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p:txBody>
      </p:sp>
      <p:sp>
        <p:nvSpPr>
          <p:cNvPr id="2" name="Left column"/>
          <p:cNvSpPr>
            <a:spLocks noGrp="1"/>
          </p:cNvSpPr>
          <p:nvPr>
            <p:ph type="body" idx="1"/>
          </p:nvPr>
        </p:nvSpPr>
        <p:spPr>
          <a:xfrm>
            <a:off x="1403747" y="2381250"/>
            <a:ext cx="10294144" cy="5334000"/>
          </a:xfrm>
          <a:prstGeom prst="rect">
            <a:avLst/>
          </a:prstGeom>
          <a:noFill/>
          <a:ln>
            <a:noFill/>
            <a:prstDash val="solid"/>
          </a:ln>
        </p:spPr>
        <p:txBody>
          <a:bodyPr wrap="square" lIns="0" tIns="0" rIns="0" bIns="0" anchor="t">
            <a:normAutofit/>
          </a:bodyPr>
          <a:lstStyle>
            <a:defPPr algn="l">
              <a:defRPr sz="2815" b="0">
                <a:solidFill>
                  <a:schemeClr val="tx1"/>
                </a:solidFill>
                <a:latin typeface="Arial" panose="020B0604020202090204"/>
                <a:ea typeface="Arial" panose="020B0604020202090204"/>
                <a:cs typeface="Arial" panose="020B0604020202090204"/>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p:txBody>
      </p:sp>
    </p:spTree>
  </p:cSld>
  <p:clrMapOvr>
    <a:masterClrMapping/>
  </p:clrMapOvr>
</p:sldLayout>
</file>

<file path=ppt/main_figures/Fig3/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p:spTree>
  </p:cSld>
  <p:clrMapOvr>
    <a:masterClrMapping/>
  </p:clrMapOvr>
</p:sldLayout>
</file>

<file path=ppt/main_figures/Fig3/ppt/slideMasters/_rels/slideMaster1.xml.rels><?xml version='1.0' encoding='UTF-8' standalone='yes'?>
<Relationships xmlns="http://schemas.openxmlformats.org/package/2006/relationships"><Relationship Id="rId7" Type="http://schemas.openxmlformats.org/officeDocument/2006/relationships/theme" Target="../theme/theme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main_figures/Fig3/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Arial" panose="020B0604020202090204"/>
          <a:ea typeface="Arial" panose="020B0604020202090204"/>
          <a:cs typeface="Arial" panose="020B0604020202090204"/>
        </a:defRPr>
      </a:lvl1pPr>
    </p:titleStyle>
    <p:bodyStyle>
      <a:lvl1pPr marL="228600" indent="-228600" algn="l">
        <a:lnSpc>
          <a:spcPct val="90000"/>
        </a:lnSpc>
        <a:spcBef>
          <a:spcPts val="1000"/>
        </a:spcBef>
        <a:buChar char="•"/>
        <a:defRPr sz="2800">
          <a:solidFill>
            <a:schemeClr val="tx1"/>
          </a:solidFill>
          <a:latin typeface="Arial" panose="020B0604020202090204"/>
          <a:ea typeface="Arial" panose="020B0604020202090204"/>
          <a:cs typeface="Arial" panose="020B0604020202090204"/>
        </a:defRPr>
      </a:lvl1pPr>
      <a:lvl2pPr marL="685800" indent="-228600" algn="l">
        <a:lnSpc>
          <a:spcPct val="90000"/>
        </a:lnSpc>
        <a:spcBef>
          <a:spcPts val="500"/>
        </a:spcBef>
        <a:buChar char="•"/>
        <a:defRPr sz="2400">
          <a:solidFill>
            <a:schemeClr val="tx1"/>
          </a:solidFill>
          <a:latin typeface="Arial" panose="020B0604020202090204"/>
          <a:ea typeface="Arial" panose="020B0604020202090204"/>
          <a:cs typeface="Arial" panose="020B0604020202090204"/>
        </a:defRPr>
      </a:lvl2pPr>
      <a:lvl3pPr marL="1143000" indent="-228600" algn="l">
        <a:lnSpc>
          <a:spcPct val="90000"/>
        </a:lnSpc>
        <a:spcBef>
          <a:spcPts val="500"/>
        </a:spcBef>
        <a:buChar char="•"/>
        <a:defRPr sz="2000">
          <a:solidFill>
            <a:schemeClr val="tx1"/>
          </a:solidFill>
          <a:latin typeface="Arial" panose="020B0604020202090204"/>
          <a:ea typeface="Arial" panose="020B0604020202090204"/>
          <a:cs typeface="Arial" panose="020B0604020202090204"/>
        </a:defRPr>
      </a:lvl3pPr>
      <a:lvl4pPr marL="1600200" indent="-228600" algn="l">
        <a:lnSpc>
          <a:spcPct val="90000"/>
        </a:lnSpc>
        <a:spcBef>
          <a:spcPts val="500"/>
        </a:spcBef>
        <a:buChar char="•"/>
        <a:defRPr sz="1800">
          <a:solidFill>
            <a:schemeClr val="tx1"/>
          </a:solidFill>
          <a:latin typeface="Arial" panose="020B0604020202090204"/>
          <a:ea typeface="Arial" panose="020B0604020202090204"/>
          <a:cs typeface="Arial" panose="020B0604020202090204"/>
        </a:defRPr>
      </a:lvl4pPr>
      <a:lvl5pPr marL="2057400" indent="-228600" algn="l">
        <a:lnSpc>
          <a:spcPct val="90000"/>
        </a:lnSpc>
        <a:spcBef>
          <a:spcPts val="500"/>
        </a:spcBef>
        <a:buChar char="•"/>
        <a:defRPr sz="1800">
          <a:solidFill>
            <a:schemeClr val="tx1"/>
          </a:solidFill>
          <a:latin typeface="Arial" panose="020B0604020202090204"/>
          <a:ea typeface="Arial" panose="020B0604020202090204"/>
          <a:cs typeface="Arial" panose="020B0604020202090204"/>
        </a:defRPr>
      </a:lvl5pPr>
      <a:lvl6pPr marL="2514600" indent="-228600" algn="l">
        <a:lnSpc>
          <a:spcPct val="90000"/>
        </a:lnSpc>
        <a:spcBef>
          <a:spcPts val="500"/>
        </a:spcBef>
        <a:buChar char="•"/>
        <a:defRPr sz="1800">
          <a:solidFill>
            <a:schemeClr val="tx1"/>
          </a:solidFill>
          <a:latin typeface="Arial" panose="020B0604020202090204"/>
          <a:ea typeface="Arial" panose="020B0604020202090204"/>
          <a:cs typeface="Arial" panose="020B0604020202090204"/>
        </a:defRPr>
      </a:lvl6pPr>
      <a:lvl7pPr marL="2971800" indent="-228600" algn="l">
        <a:lnSpc>
          <a:spcPct val="90000"/>
        </a:lnSpc>
        <a:spcBef>
          <a:spcPts val="500"/>
        </a:spcBef>
        <a:buChar char="•"/>
        <a:defRPr sz="1800">
          <a:solidFill>
            <a:schemeClr val="tx1"/>
          </a:solidFill>
          <a:latin typeface="Arial" panose="020B0604020202090204"/>
          <a:ea typeface="Arial" panose="020B0604020202090204"/>
          <a:cs typeface="Arial" panose="020B0604020202090204"/>
        </a:defRPr>
      </a:lvl7pPr>
      <a:lvl8pPr marL="3429000" indent="-228600" algn="l">
        <a:lnSpc>
          <a:spcPct val="90000"/>
        </a:lnSpc>
        <a:spcBef>
          <a:spcPts val="500"/>
        </a:spcBef>
        <a:buChar char="•"/>
        <a:defRPr sz="1800">
          <a:solidFill>
            <a:schemeClr val="tx1"/>
          </a:solidFill>
          <a:latin typeface="Arial" panose="020B0604020202090204"/>
          <a:ea typeface="Arial" panose="020B0604020202090204"/>
          <a:cs typeface="Arial" panose="020B0604020202090204"/>
        </a:defRPr>
      </a:lvl8pPr>
      <a:lvl9pPr marL="3886200" indent="-228600" algn="l">
        <a:lnSpc>
          <a:spcPct val="90000"/>
        </a:lnSpc>
        <a:spcBef>
          <a:spcPts val="500"/>
        </a:spcBef>
        <a:buChar char="•"/>
        <a:defRPr sz="1800">
          <a:solidFill>
            <a:schemeClr val="tx1"/>
          </a:solidFill>
          <a:latin typeface="Arial" panose="020B0604020202090204"/>
          <a:ea typeface="Arial" panose="020B0604020202090204"/>
          <a:cs typeface="Arial" panose="020B0604020202090204"/>
        </a:defRPr>
      </a:lvl9pPr>
    </p:bodyStyle>
    <p:otherStyle>
      <a:lvl1pPr marL="0" algn="l">
        <a:buNone/>
        <a:defRPr sz="1800">
          <a:solidFill>
            <a:schemeClr val="tx1"/>
          </a:solidFill>
          <a:latin typeface="Arial" panose="020B0604020202090204"/>
          <a:ea typeface="Arial" panose="020B0604020202090204"/>
          <a:cs typeface="Arial" panose="020B0604020202090204"/>
        </a:defRPr>
      </a:lvl1pPr>
      <a:lvl2pPr marL="457200" algn="l">
        <a:buNone/>
        <a:defRPr sz="1800">
          <a:solidFill>
            <a:schemeClr val="tx1"/>
          </a:solidFill>
          <a:latin typeface="Arial" panose="020B0604020202090204"/>
          <a:ea typeface="Arial" panose="020B0604020202090204"/>
          <a:cs typeface="Arial" panose="020B0604020202090204"/>
        </a:defRPr>
      </a:lvl2pPr>
      <a:lvl3pPr marL="914400" algn="l">
        <a:buNone/>
        <a:defRPr sz="1800">
          <a:solidFill>
            <a:schemeClr val="tx1"/>
          </a:solidFill>
          <a:latin typeface="Arial" panose="020B0604020202090204"/>
          <a:ea typeface="Arial" panose="020B0604020202090204"/>
          <a:cs typeface="Arial" panose="020B0604020202090204"/>
        </a:defRPr>
      </a:lvl3pPr>
      <a:lvl4pPr marL="1371600" algn="l">
        <a:buNone/>
        <a:defRPr sz="1800">
          <a:solidFill>
            <a:schemeClr val="tx1"/>
          </a:solidFill>
          <a:latin typeface="Arial" panose="020B0604020202090204"/>
          <a:ea typeface="Arial" panose="020B0604020202090204"/>
          <a:cs typeface="Arial" panose="020B0604020202090204"/>
        </a:defRPr>
      </a:lvl4pPr>
      <a:lvl5pPr marL="1828800" algn="l">
        <a:buNone/>
        <a:defRPr sz="1800">
          <a:solidFill>
            <a:schemeClr val="tx1"/>
          </a:solidFill>
          <a:latin typeface="Arial" panose="020B0604020202090204"/>
          <a:ea typeface="Arial" panose="020B0604020202090204"/>
          <a:cs typeface="Arial" panose="020B0604020202090204"/>
        </a:defRPr>
      </a:lvl5pPr>
      <a:lvl6pPr marL="2286000" algn="l">
        <a:buNone/>
        <a:defRPr sz="1800">
          <a:solidFill>
            <a:schemeClr val="tx1"/>
          </a:solidFill>
          <a:latin typeface="Arial" panose="020B0604020202090204"/>
          <a:ea typeface="Arial" panose="020B0604020202090204"/>
          <a:cs typeface="Arial" panose="020B0604020202090204"/>
        </a:defRPr>
      </a:lvl6pPr>
      <a:lvl7pPr marL="2743200" algn="l">
        <a:buNone/>
        <a:defRPr sz="1800">
          <a:solidFill>
            <a:schemeClr val="tx1"/>
          </a:solidFill>
          <a:latin typeface="Arial" panose="020B0604020202090204"/>
          <a:ea typeface="Arial" panose="020B0604020202090204"/>
          <a:cs typeface="Arial" panose="020B0604020202090204"/>
        </a:defRPr>
      </a:lvl7pPr>
      <a:lvl8pPr marL="3200400" algn="l">
        <a:buNone/>
        <a:defRPr sz="1800">
          <a:solidFill>
            <a:schemeClr val="tx1"/>
          </a:solidFill>
          <a:latin typeface="Arial" panose="020B0604020202090204"/>
          <a:ea typeface="Arial" panose="020B0604020202090204"/>
          <a:cs typeface="Arial" panose="020B0604020202090204"/>
        </a:defRPr>
      </a:lvl8pPr>
      <a:lvl9pPr marL="3657600" algn="l">
        <a:buNone/>
        <a:defRPr sz="1800">
          <a:solidFill>
            <a:schemeClr val="tx1"/>
          </a:solidFill>
          <a:latin typeface="Arial" panose="020B0604020202090204"/>
          <a:ea typeface="Arial" panose="020B0604020202090204"/>
          <a:cs typeface="Arial" panose="020B0604020202090204"/>
        </a:defRPr>
      </a:lvl9pPr>
    </p:otherStyle>
  </p:txStyles>
</p:sldMaster>
</file>

<file path=ppt/main_figures/Fig3/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3/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main_figures/Fig3/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grpSp>
        <p:nvGrpSpPr>
          <p:cNvPr id="2" name="structure"/>
          <p:cNvGrpSpPr/>
          <p:nvPr/>
        </p:nvGrpSpPr>
        <p:grpSpPr>
          <a:xfrm>
            <a:off x="0" y="0"/>
            <a:ext cx="24955500" cy="8572500"/>
            <a:chOff x="0" y="0"/>
            <a:chExt cx="24955500" cy="8572500"/>
          </a:xfrm>
        </p:grpSpPr>
        <p:sp>
          <p:nvSpPr>
            <p:cNvPr id="3" name="four:structure:substep-frame:4"/>
            <p:cNvSpPr>
              <a:spLocks noGrp="1"/>
            </p:cNvSpPr>
            <p:nvPr/>
          </p:nvSpPr>
          <p:spPr>
            <a:xfrm>
              <a:off x="266700" y="209550"/>
              <a:ext cx="2571750" cy="7534275"/>
            </a:xfrm>
            <a:prstGeom prst="roundRect">
              <a:avLst>
                <a:gd name="adj" fmla="val 4444"/>
              </a:avLst>
            </a:prstGeom>
            <a:solidFill>
              <a:srgbClr val="F7F9FA"/>
            </a:solidFill>
            <a:ln w="12383">
              <a:solidFill>
                <a:srgbClr val="A9CDDF"/>
              </a:solidFill>
              <a:prstDash val="solid"/>
            </a:ln>
          </p:spPr>
        </p:sp>
        <p:sp>
          <p:nvSpPr>
            <p:cNvPr id="4" name="four:structure:substep-frame:5"/>
            <p:cNvSpPr>
              <a:spLocks noGrp="1"/>
            </p:cNvSpPr>
            <p:nvPr/>
          </p:nvSpPr>
          <p:spPr>
            <a:xfrm>
              <a:off x="266700" y="209550"/>
              <a:ext cx="2571750" cy="581025"/>
            </a:xfrm>
            <a:prstGeom prst="roundRect">
              <a:avLst>
                <a:gd name="adj" fmla="val 19672"/>
              </a:avLst>
            </a:prstGeom>
            <a:solidFill>
              <a:srgbClr val="E7EDF0"/>
            </a:solidFill>
            <a:ln w="0">
              <a:noFill/>
              <a:prstDash val="solid"/>
            </a:ln>
          </p:spPr>
        </p:sp>
        <p:sp>
          <p:nvSpPr>
            <p:cNvPr id="5" name="four:structure:rect:6"/>
            <p:cNvSpPr>
              <a:spLocks noGrp="1"/>
            </p:cNvSpPr>
            <p:nvPr/>
          </p:nvSpPr>
          <p:spPr>
            <a:xfrm>
              <a:off x="266700" y="533400"/>
              <a:ext cx="2571750" cy="257175"/>
            </a:xfrm>
            <a:prstGeom prst="rect">
              <a:avLst/>
            </a:prstGeom>
            <a:solidFill>
              <a:srgbClr val="E7EDF0"/>
            </a:solidFill>
            <a:ln w="0">
              <a:noFill/>
              <a:prstDash val="solid"/>
            </a:ln>
          </p:spPr>
        </p:sp>
        <p:sp>
          <p:nvSpPr>
            <p:cNvPr id="6" name="four:structure:regular-node:7"/>
            <p:cNvSpPr>
              <a:spLocks noGrp="1"/>
            </p:cNvSpPr>
            <p:nvPr/>
          </p:nvSpPr>
          <p:spPr>
            <a:xfrm>
              <a:off x="352425" y="323850"/>
              <a:ext cx="342900" cy="342900"/>
            </a:xfrm>
            <a:prstGeom prst="ellipse">
              <a:avLst/>
            </a:prstGeom>
            <a:solidFill>
              <a:srgbClr val="E7EDF0"/>
            </a:solidFill>
            <a:ln w="0">
              <a:noFill/>
              <a:prstDash val="solid"/>
            </a:ln>
          </p:spPr>
        </p:sp>
        <p:sp>
          <p:nvSpPr>
            <p:cNvPr id="7" name="four:structure:textbox:8"/>
            <p:cNvSpPr>
              <a:spLocks noGrp="1"/>
            </p:cNvSpPr>
            <p:nvPr/>
          </p:nvSpPr>
          <p:spPr>
            <a:xfrm>
              <a:off x="276225" y="295275"/>
              <a:ext cx="438150" cy="381000"/>
            </a:xfrm>
            <a:prstGeom prst="rect">
              <a:avLst/>
            </a:prstGeom>
            <a:noFill/>
            <a:ln w="0">
              <a:noFill/>
              <a:prstDash val="solid"/>
            </a:ln>
          </p:spPr>
          <p:txBody>
            <a:bodyPr wrap="none" lIns="0" tIns="0" rIns="0" bIns="0" anchor="ctr">
              <a:normAutofit/>
            </a:bodyPr>
            <a:lstStyle>
              <a:defPPr algn="ctr">
                <a:defRPr sz="1875" b="1">
                  <a:solidFill>
                    <a:srgbClr val="263238"/>
                  </a:solidFill>
                  <a:latin typeface="Arial" panose="020B0604020202090204"/>
                  <a:ea typeface="Arial" panose="020B0604020202090204"/>
                  <a:cs typeface="Arial" panose="020B0604020202090204"/>
                </a:defRPr>
              </a:defPPr>
            </a:lstStyle>
            <a:p>
              <a:pPr algn="ctr">
                <a:defRPr sz="1875" b="1">
                  <a:solidFill>
                    <a:srgbClr val="263238"/>
                  </a:solidFill>
                  <a:latin typeface="Arial" panose="020B0604020202090204"/>
                  <a:ea typeface="Arial" panose="020B0604020202090204"/>
                  <a:cs typeface="Arial" panose="020B0604020202090204"/>
                </a:defRPr>
              </a:pPr>
              <a:r>
                <a:rPr sz="1500" b="1">
                  <a:solidFill>
                    <a:srgbClr val="263238"/>
                  </a:solidFill>
                  <a:latin typeface="Arial" panose="020B0604020202090204"/>
                  <a:ea typeface="Arial" panose="020B0604020202090204"/>
                  <a:cs typeface="Arial" panose="020B0604020202090204"/>
                </a:rPr>
                <a:t>(a)</a:t>
              </a:r>
              <a:endParaRPr sz="1500" b="1">
                <a:solidFill>
                  <a:srgbClr val="263238"/>
                </a:solidFill>
                <a:latin typeface="Arial" panose="020B0604020202090204"/>
                <a:ea typeface="Arial" panose="020B0604020202090204"/>
                <a:cs typeface="Arial" panose="020B0604020202090204"/>
              </a:endParaRPr>
            </a:p>
          </p:txBody>
        </p:sp>
        <p:sp>
          <p:nvSpPr>
            <p:cNvPr id="8" name="four:structure:textbox:9"/>
            <p:cNvSpPr>
              <a:spLocks noGrp="1"/>
            </p:cNvSpPr>
            <p:nvPr/>
          </p:nvSpPr>
          <p:spPr>
            <a:xfrm>
              <a:off x="781050" y="285750"/>
              <a:ext cx="2103120" cy="409575"/>
            </a:xfrm>
            <a:prstGeom prst="rect">
              <a:avLst/>
            </a:prstGeom>
            <a:noFill/>
            <a:ln w="0">
              <a:noFill/>
              <a:prstDash val="solid"/>
            </a:ln>
          </p:spPr>
          <p:txBody>
            <a:bodyPr wrap="none" lIns="0" tIns="0" rIns="0" bIns="0" anchor="ctr">
              <a:normAutofit/>
            </a:bodyPr>
            <a:lstStyle>
              <a:defPPr algn="l">
                <a:defRPr sz="1875" b="1">
                  <a:solidFill>
                    <a:srgbClr val="263238"/>
                  </a:solidFill>
                  <a:latin typeface="Arial" panose="020B0604020202090204"/>
                  <a:ea typeface="Arial" panose="020B0604020202090204"/>
                  <a:cs typeface="Arial" panose="020B0604020202090204"/>
                </a:defRPr>
              </a:defPPr>
            </a:lstStyle>
            <a:p>
              <a:pPr algn="l">
                <a:defRPr sz="1875" b="1">
                  <a:solidFill>
                    <a:srgbClr val="263238"/>
                  </a:solidFill>
                  <a:latin typeface="Arial" panose="020B0604020202090204"/>
                  <a:ea typeface="Arial" panose="020B0604020202090204"/>
                  <a:cs typeface="Arial" panose="020B0604020202090204"/>
                </a:defRPr>
              </a:pPr>
              <a:r>
                <a:rPr sz="1500" b="1">
                  <a:solidFill>
                    <a:srgbClr val="263238"/>
                  </a:solidFill>
                  <a:latin typeface="Arial" panose="020B0604020202090204"/>
                  <a:ea typeface="Arial" panose="020B0604020202090204"/>
                  <a:cs typeface="Arial" panose="020B0604020202090204"/>
                </a:rPr>
                <a:t>Scalar fields (2D / 3D)</a:t>
              </a:r>
              <a:endParaRPr sz="1500" b="1">
                <a:solidFill>
                  <a:srgbClr val="263238"/>
                </a:solidFill>
                <a:latin typeface="Arial" panose="020B0604020202090204"/>
                <a:ea typeface="Arial" panose="020B0604020202090204"/>
                <a:cs typeface="Arial" panose="020B0604020202090204"/>
              </a:endParaRPr>
            </a:p>
          </p:txBody>
        </p:sp>
        <p:sp>
          <p:nvSpPr>
            <p:cNvPr id="9" name="four:structure:substep-frame:10"/>
            <p:cNvSpPr>
              <a:spLocks noGrp="1"/>
            </p:cNvSpPr>
            <p:nvPr/>
          </p:nvSpPr>
          <p:spPr>
            <a:xfrm>
              <a:off x="3162300" y="209550"/>
              <a:ext cx="4762500" cy="7534275"/>
            </a:xfrm>
            <a:prstGeom prst="roundRect">
              <a:avLst>
                <a:gd name="adj" fmla="val 2400"/>
              </a:avLst>
            </a:prstGeom>
            <a:solidFill>
              <a:srgbClr val="F7F9FA"/>
            </a:solidFill>
            <a:ln w="12383">
              <a:solidFill>
                <a:srgbClr val="A9CDDF"/>
              </a:solidFill>
              <a:prstDash val="solid"/>
            </a:ln>
          </p:spPr>
        </p:sp>
        <p:sp>
          <p:nvSpPr>
            <p:cNvPr id="10" name="four:structure:substep-frame:11"/>
            <p:cNvSpPr>
              <a:spLocks noGrp="1"/>
            </p:cNvSpPr>
            <p:nvPr/>
          </p:nvSpPr>
          <p:spPr>
            <a:xfrm>
              <a:off x="3162300" y="209550"/>
              <a:ext cx="4762500" cy="581025"/>
            </a:xfrm>
            <a:prstGeom prst="roundRect">
              <a:avLst>
                <a:gd name="adj" fmla="val 19672"/>
              </a:avLst>
            </a:prstGeom>
            <a:solidFill>
              <a:srgbClr val="E7EDF0"/>
            </a:solidFill>
            <a:ln w="0">
              <a:noFill/>
              <a:prstDash val="solid"/>
            </a:ln>
          </p:spPr>
        </p:sp>
        <p:sp>
          <p:nvSpPr>
            <p:cNvPr id="11" name="four:structure:rect:12"/>
            <p:cNvSpPr>
              <a:spLocks noGrp="1"/>
            </p:cNvSpPr>
            <p:nvPr/>
          </p:nvSpPr>
          <p:spPr>
            <a:xfrm>
              <a:off x="3162300" y="533400"/>
              <a:ext cx="4762500" cy="257175"/>
            </a:xfrm>
            <a:prstGeom prst="rect">
              <a:avLst/>
            </a:prstGeom>
            <a:solidFill>
              <a:srgbClr val="E7EDF0"/>
            </a:solidFill>
            <a:ln w="0">
              <a:noFill/>
              <a:prstDash val="solid"/>
            </a:ln>
          </p:spPr>
        </p:sp>
        <p:sp>
          <p:nvSpPr>
            <p:cNvPr id="12" name="four:structure:regular-node:13"/>
            <p:cNvSpPr>
              <a:spLocks noGrp="1"/>
            </p:cNvSpPr>
            <p:nvPr/>
          </p:nvSpPr>
          <p:spPr>
            <a:xfrm>
              <a:off x="3248025" y="323850"/>
              <a:ext cx="342900" cy="342900"/>
            </a:xfrm>
            <a:prstGeom prst="ellipse">
              <a:avLst/>
            </a:prstGeom>
            <a:solidFill>
              <a:srgbClr val="E7EDF0"/>
            </a:solidFill>
            <a:ln w="0">
              <a:noFill/>
              <a:prstDash val="solid"/>
            </a:ln>
          </p:spPr>
        </p:sp>
        <p:sp>
          <p:nvSpPr>
            <p:cNvPr id="13" name="four:structure:textbox:14"/>
            <p:cNvSpPr>
              <a:spLocks noGrp="1"/>
            </p:cNvSpPr>
            <p:nvPr/>
          </p:nvSpPr>
          <p:spPr>
            <a:xfrm>
              <a:off x="3171825" y="295275"/>
              <a:ext cx="438150" cy="381000"/>
            </a:xfrm>
            <a:prstGeom prst="rect">
              <a:avLst/>
            </a:prstGeom>
            <a:noFill/>
            <a:ln w="0">
              <a:noFill/>
              <a:prstDash val="solid"/>
            </a:ln>
          </p:spPr>
          <p:txBody>
            <a:bodyPr wrap="none" lIns="0" tIns="0" rIns="0" bIns="0" anchor="ctr">
              <a:normAutofit/>
            </a:bodyPr>
            <a:lstStyle>
              <a:defPPr algn="ctr">
                <a:defRPr sz="1875" b="1">
                  <a:solidFill>
                    <a:srgbClr val="263238"/>
                  </a:solidFill>
                  <a:latin typeface="Arial" panose="020B0604020202090204"/>
                  <a:ea typeface="Arial" panose="020B0604020202090204"/>
                  <a:cs typeface="Arial" panose="020B0604020202090204"/>
                </a:defRPr>
              </a:defPPr>
            </a:lstStyle>
            <a:p>
              <a:pPr algn="ctr">
                <a:defRPr sz="1875" b="1">
                  <a:solidFill>
                    <a:srgbClr val="263238"/>
                  </a:solidFill>
                  <a:latin typeface="Arial" panose="020B0604020202090204"/>
                  <a:ea typeface="Arial" panose="020B0604020202090204"/>
                  <a:cs typeface="Arial" panose="020B0604020202090204"/>
                </a:defRPr>
              </a:pPr>
              <a:r>
                <a:rPr sz="1500" b="1">
                  <a:solidFill>
                    <a:srgbClr val="263238"/>
                  </a:solidFill>
                  <a:latin typeface="Arial" panose="020B0604020202090204"/>
                  <a:ea typeface="Arial" panose="020B0604020202090204"/>
                  <a:cs typeface="Arial" panose="020B0604020202090204"/>
                </a:rPr>
                <a:t>(b)</a:t>
              </a:r>
              <a:endParaRPr sz="1500" b="1">
                <a:solidFill>
                  <a:srgbClr val="263238"/>
                </a:solidFill>
                <a:latin typeface="Arial" panose="020B0604020202090204"/>
                <a:ea typeface="Arial" panose="020B0604020202090204"/>
                <a:cs typeface="Arial" panose="020B0604020202090204"/>
              </a:endParaRPr>
            </a:p>
          </p:txBody>
        </p:sp>
        <p:sp>
          <p:nvSpPr>
            <p:cNvPr id="14" name="four:structure:textbox:15"/>
            <p:cNvSpPr>
              <a:spLocks noGrp="1"/>
            </p:cNvSpPr>
            <p:nvPr/>
          </p:nvSpPr>
          <p:spPr>
            <a:xfrm>
              <a:off x="3676650" y="285750"/>
              <a:ext cx="4171950" cy="409575"/>
            </a:xfrm>
            <a:prstGeom prst="rect">
              <a:avLst/>
            </a:prstGeom>
            <a:noFill/>
            <a:ln w="0">
              <a:noFill/>
              <a:prstDash val="solid"/>
            </a:ln>
          </p:spPr>
          <p:txBody>
            <a:bodyPr wrap="none" lIns="0" tIns="0" rIns="0" bIns="0" anchor="ctr">
              <a:normAutofit/>
            </a:bodyPr>
            <a:lstStyle>
              <a:defPPr algn="l">
                <a:defRPr sz="1875" b="1">
                  <a:solidFill>
                    <a:srgbClr val="263238"/>
                  </a:solidFill>
                  <a:latin typeface="Arial" panose="020B0604020202090204"/>
                  <a:ea typeface="Arial" panose="020B0604020202090204"/>
                  <a:cs typeface="Arial" panose="020B0604020202090204"/>
                </a:defRPr>
              </a:defPPr>
            </a:lstStyle>
            <a:p>
              <a:pPr algn="l">
                <a:defRPr sz="1875" b="1">
                  <a:solidFill>
                    <a:srgbClr val="263238"/>
                  </a:solidFill>
                  <a:latin typeface="Arial" panose="020B0604020202090204"/>
                  <a:ea typeface="Arial" panose="020B0604020202090204"/>
                  <a:cs typeface="Arial" panose="020B0604020202090204"/>
                </a:defRPr>
              </a:pPr>
              <a:r>
                <a:rPr sz="1875" b="1">
                  <a:solidFill>
                    <a:srgbClr val="263238"/>
                  </a:solidFill>
                  <a:latin typeface="Arial" panose="020B0604020202090204"/>
                  <a:ea typeface="Arial" panose="020B0604020202090204"/>
                  <a:cs typeface="Arial" panose="020B0604020202090204"/>
                </a:rPr>
                <a:t>Topology analysis</a:t>
              </a:r>
              <a:endParaRPr sz="1875" b="1">
                <a:solidFill>
                  <a:srgbClr val="263238"/>
                </a:solidFill>
                <a:latin typeface="Arial" panose="020B0604020202090204"/>
                <a:ea typeface="Arial" panose="020B0604020202090204"/>
                <a:cs typeface="Arial" panose="020B0604020202090204"/>
              </a:endParaRPr>
            </a:p>
          </p:txBody>
        </p:sp>
        <p:sp>
          <p:nvSpPr>
            <p:cNvPr id="15" name="four:structure:substep-frame:16"/>
            <p:cNvSpPr>
              <a:spLocks noGrp="1"/>
            </p:cNvSpPr>
            <p:nvPr/>
          </p:nvSpPr>
          <p:spPr>
            <a:xfrm>
              <a:off x="8248650" y="209550"/>
              <a:ext cx="6858000" cy="7534275"/>
            </a:xfrm>
            <a:prstGeom prst="roundRect">
              <a:avLst>
                <a:gd name="adj" fmla="val 1667"/>
              </a:avLst>
            </a:prstGeom>
            <a:solidFill>
              <a:srgbClr val="F7F9FA"/>
            </a:solidFill>
            <a:ln w="12383">
              <a:solidFill>
                <a:srgbClr val="A9CDDF"/>
              </a:solidFill>
              <a:prstDash val="solid"/>
            </a:ln>
          </p:spPr>
        </p:sp>
        <p:sp>
          <p:nvSpPr>
            <p:cNvPr id="16" name="four:structure:substep-frame:17"/>
            <p:cNvSpPr>
              <a:spLocks noGrp="1"/>
            </p:cNvSpPr>
            <p:nvPr/>
          </p:nvSpPr>
          <p:spPr>
            <a:xfrm>
              <a:off x="8248650" y="209550"/>
              <a:ext cx="6858000" cy="581025"/>
            </a:xfrm>
            <a:prstGeom prst="roundRect">
              <a:avLst>
                <a:gd name="adj" fmla="val 19672"/>
              </a:avLst>
            </a:prstGeom>
            <a:solidFill>
              <a:srgbClr val="E7EDF0"/>
            </a:solidFill>
            <a:ln w="0">
              <a:noFill/>
              <a:prstDash val="solid"/>
            </a:ln>
          </p:spPr>
        </p:sp>
        <p:sp>
          <p:nvSpPr>
            <p:cNvPr id="17" name="four:structure:rect:18"/>
            <p:cNvSpPr>
              <a:spLocks noGrp="1"/>
            </p:cNvSpPr>
            <p:nvPr/>
          </p:nvSpPr>
          <p:spPr>
            <a:xfrm>
              <a:off x="8248650" y="533400"/>
              <a:ext cx="6858000" cy="257175"/>
            </a:xfrm>
            <a:prstGeom prst="rect">
              <a:avLst/>
            </a:prstGeom>
            <a:solidFill>
              <a:srgbClr val="E7EDF0"/>
            </a:solidFill>
            <a:ln w="0">
              <a:noFill/>
              <a:prstDash val="solid"/>
            </a:ln>
          </p:spPr>
        </p:sp>
        <p:sp>
          <p:nvSpPr>
            <p:cNvPr id="18" name="four:structure:regular-node:19"/>
            <p:cNvSpPr>
              <a:spLocks noGrp="1"/>
            </p:cNvSpPr>
            <p:nvPr/>
          </p:nvSpPr>
          <p:spPr>
            <a:xfrm>
              <a:off x="8334375" y="323850"/>
              <a:ext cx="342900" cy="342900"/>
            </a:xfrm>
            <a:prstGeom prst="ellipse">
              <a:avLst/>
            </a:prstGeom>
            <a:solidFill>
              <a:srgbClr val="E7EDF0"/>
            </a:solidFill>
            <a:ln w="0">
              <a:noFill/>
              <a:prstDash val="solid"/>
            </a:ln>
          </p:spPr>
        </p:sp>
        <p:sp>
          <p:nvSpPr>
            <p:cNvPr id="19" name="four:structure:textbox:20"/>
            <p:cNvSpPr>
              <a:spLocks noGrp="1"/>
            </p:cNvSpPr>
            <p:nvPr/>
          </p:nvSpPr>
          <p:spPr>
            <a:xfrm>
              <a:off x="8258175" y="295275"/>
              <a:ext cx="438150" cy="381000"/>
            </a:xfrm>
            <a:prstGeom prst="rect">
              <a:avLst/>
            </a:prstGeom>
            <a:noFill/>
            <a:ln w="0">
              <a:noFill/>
              <a:prstDash val="solid"/>
            </a:ln>
          </p:spPr>
          <p:txBody>
            <a:bodyPr wrap="none" lIns="0" tIns="0" rIns="0" bIns="0" anchor="ctr">
              <a:normAutofit/>
            </a:bodyPr>
            <a:lstStyle>
              <a:defPPr algn="ctr">
                <a:defRPr sz="1875" b="1">
                  <a:solidFill>
                    <a:srgbClr val="263238"/>
                  </a:solidFill>
                  <a:latin typeface="Arial" panose="020B0604020202090204"/>
                  <a:ea typeface="Arial" panose="020B0604020202090204"/>
                  <a:cs typeface="Arial" panose="020B0604020202090204"/>
                </a:defRPr>
              </a:defPPr>
            </a:lstStyle>
            <a:p>
              <a:pPr algn="ctr">
                <a:defRPr sz="1875" b="1">
                  <a:solidFill>
                    <a:srgbClr val="263238"/>
                  </a:solidFill>
                  <a:latin typeface="Arial" panose="020B0604020202090204"/>
                  <a:ea typeface="Arial" panose="020B0604020202090204"/>
                  <a:cs typeface="Arial" panose="020B0604020202090204"/>
                </a:defRPr>
              </a:pPr>
              <a:r>
                <a:rPr sz="1500" b="1">
                  <a:solidFill>
                    <a:srgbClr val="263238"/>
                  </a:solidFill>
                  <a:latin typeface="Arial" panose="020B0604020202090204"/>
                  <a:ea typeface="Arial" panose="020B0604020202090204"/>
                  <a:cs typeface="Arial" panose="020B0604020202090204"/>
                </a:rPr>
                <a:t>(c)</a:t>
              </a:r>
              <a:endParaRPr sz="1500" b="1">
                <a:solidFill>
                  <a:srgbClr val="263238"/>
                </a:solidFill>
                <a:latin typeface="Arial" panose="020B0604020202090204"/>
                <a:ea typeface="Arial" panose="020B0604020202090204"/>
                <a:cs typeface="Arial" panose="020B0604020202090204"/>
              </a:endParaRPr>
            </a:p>
          </p:txBody>
        </p:sp>
        <p:sp>
          <p:nvSpPr>
            <p:cNvPr id="20" name="four:structure:textbox:21"/>
            <p:cNvSpPr>
              <a:spLocks noGrp="1"/>
            </p:cNvSpPr>
            <p:nvPr/>
          </p:nvSpPr>
          <p:spPr>
            <a:xfrm>
              <a:off x="8763000" y="285750"/>
              <a:ext cx="6267450" cy="409575"/>
            </a:xfrm>
            <a:prstGeom prst="rect">
              <a:avLst/>
            </a:prstGeom>
            <a:noFill/>
            <a:ln w="0">
              <a:noFill/>
              <a:prstDash val="solid"/>
            </a:ln>
          </p:spPr>
          <p:txBody>
            <a:bodyPr wrap="none" lIns="0" tIns="0" rIns="0" bIns="0" anchor="ctr">
              <a:normAutofit/>
            </a:bodyPr>
            <a:lstStyle>
              <a:defPPr algn="l">
                <a:defRPr sz="1875" b="1">
                  <a:solidFill>
                    <a:srgbClr val="263238"/>
                  </a:solidFill>
                  <a:latin typeface="Arial" panose="020B0604020202090204"/>
                  <a:ea typeface="Arial" panose="020B0604020202090204"/>
                  <a:cs typeface="Arial" panose="020B0604020202090204"/>
                </a:defRPr>
              </a:defPPr>
            </a:lstStyle>
            <a:p>
              <a:pPr algn="l">
                <a:defRPr sz="1875" b="1">
                  <a:solidFill>
                    <a:srgbClr val="263238"/>
                  </a:solidFill>
                  <a:latin typeface="Arial" panose="020B0604020202090204"/>
                  <a:ea typeface="Arial" panose="020B0604020202090204"/>
                  <a:cs typeface="Arial" panose="020B0604020202090204"/>
                </a:defRPr>
              </a:pPr>
              <a:r>
                <a:rPr sz="1875" b="1">
                  <a:solidFill>
                    <a:srgbClr val="263238"/>
                  </a:solidFill>
                  <a:latin typeface="Arial" panose="020B0604020202090204"/>
                  <a:ea typeface="Arial" panose="020B0604020202090204"/>
                  <a:cs typeface="Arial" panose="020B0604020202090204"/>
                </a:rPr>
                <a:t>Certificate and relaxation</a:t>
              </a:r>
              <a:endParaRPr sz="1875" b="1">
                <a:solidFill>
                  <a:srgbClr val="263238"/>
                </a:solidFill>
                <a:latin typeface="Arial" panose="020B0604020202090204"/>
                <a:ea typeface="Arial" panose="020B0604020202090204"/>
                <a:cs typeface="Arial" panose="020B0604020202090204"/>
              </a:endParaRPr>
            </a:p>
          </p:txBody>
        </p:sp>
        <p:sp>
          <p:nvSpPr>
            <p:cNvPr id="21" name="four:structure:substep-frame:22"/>
            <p:cNvSpPr>
              <a:spLocks noGrp="1"/>
            </p:cNvSpPr>
            <p:nvPr/>
          </p:nvSpPr>
          <p:spPr>
            <a:xfrm>
              <a:off x="15430500" y="209550"/>
              <a:ext cx="4762500" cy="7534275"/>
            </a:xfrm>
            <a:prstGeom prst="roundRect">
              <a:avLst>
                <a:gd name="adj" fmla="val 2400"/>
              </a:avLst>
            </a:prstGeom>
            <a:solidFill>
              <a:srgbClr val="F7F9FA"/>
            </a:solidFill>
            <a:ln w="12383">
              <a:solidFill>
                <a:srgbClr val="A9CDDF"/>
              </a:solidFill>
              <a:prstDash val="solid"/>
            </a:ln>
          </p:spPr>
        </p:sp>
        <p:sp>
          <p:nvSpPr>
            <p:cNvPr id="22" name="four:structure:substep-frame:23"/>
            <p:cNvSpPr>
              <a:spLocks noGrp="1"/>
            </p:cNvSpPr>
            <p:nvPr/>
          </p:nvSpPr>
          <p:spPr>
            <a:xfrm>
              <a:off x="15430500" y="209550"/>
              <a:ext cx="4762500" cy="581025"/>
            </a:xfrm>
            <a:prstGeom prst="roundRect">
              <a:avLst>
                <a:gd name="adj" fmla="val 19672"/>
              </a:avLst>
            </a:prstGeom>
            <a:solidFill>
              <a:srgbClr val="E7EDF0"/>
            </a:solidFill>
            <a:ln w="0">
              <a:noFill/>
              <a:prstDash val="solid"/>
            </a:ln>
          </p:spPr>
        </p:sp>
        <p:sp>
          <p:nvSpPr>
            <p:cNvPr id="23" name="four:structure:rect:24"/>
            <p:cNvSpPr>
              <a:spLocks noGrp="1"/>
            </p:cNvSpPr>
            <p:nvPr/>
          </p:nvSpPr>
          <p:spPr>
            <a:xfrm>
              <a:off x="15430500" y="533400"/>
              <a:ext cx="4762500" cy="257175"/>
            </a:xfrm>
            <a:prstGeom prst="rect">
              <a:avLst/>
            </a:prstGeom>
            <a:solidFill>
              <a:srgbClr val="E7EDF0"/>
            </a:solidFill>
            <a:ln w="0">
              <a:noFill/>
              <a:prstDash val="solid"/>
            </a:ln>
          </p:spPr>
        </p:sp>
        <p:sp>
          <p:nvSpPr>
            <p:cNvPr id="24" name="four:structure:regular-node:25"/>
            <p:cNvSpPr>
              <a:spLocks noGrp="1"/>
            </p:cNvSpPr>
            <p:nvPr/>
          </p:nvSpPr>
          <p:spPr>
            <a:xfrm>
              <a:off x="15516225" y="323850"/>
              <a:ext cx="342900" cy="342900"/>
            </a:xfrm>
            <a:prstGeom prst="ellipse">
              <a:avLst/>
            </a:prstGeom>
            <a:solidFill>
              <a:srgbClr val="E7EDF0"/>
            </a:solidFill>
            <a:ln w="0">
              <a:noFill/>
              <a:prstDash val="solid"/>
            </a:ln>
          </p:spPr>
        </p:sp>
        <p:sp>
          <p:nvSpPr>
            <p:cNvPr id="25" name="four:structure:textbox:26"/>
            <p:cNvSpPr>
              <a:spLocks noGrp="1"/>
            </p:cNvSpPr>
            <p:nvPr/>
          </p:nvSpPr>
          <p:spPr>
            <a:xfrm>
              <a:off x="15440025" y="295275"/>
              <a:ext cx="438150" cy="381000"/>
            </a:xfrm>
            <a:prstGeom prst="rect">
              <a:avLst/>
            </a:prstGeom>
            <a:noFill/>
            <a:ln w="0">
              <a:noFill/>
              <a:prstDash val="solid"/>
            </a:ln>
          </p:spPr>
          <p:txBody>
            <a:bodyPr wrap="none" lIns="0" tIns="0" rIns="0" bIns="0" anchor="ctr">
              <a:normAutofit/>
            </a:bodyPr>
            <a:lstStyle>
              <a:defPPr algn="ctr">
                <a:defRPr sz="1875" b="1">
                  <a:solidFill>
                    <a:srgbClr val="263238"/>
                  </a:solidFill>
                  <a:latin typeface="Arial" panose="020B0604020202090204"/>
                  <a:ea typeface="Arial" panose="020B0604020202090204"/>
                  <a:cs typeface="Arial" panose="020B0604020202090204"/>
                </a:defRPr>
              </a:defPPr>
            </a:lstStyle>
            <a:p>
              <a:pPr algn="ctr">
                <a:defRPr sz="1875" b="1">
                  <a:solidFill>
                    <a:srgbClr val="263238"/>
                  </a:solidFill>
                  <a:latin typeface="Arial" panose="020B0604020202090204"/>
                  <a:ea typeface="Arial" panose="020B0604020202090204"/>
                  <a:cs typeface="Arial" panose="020B0604020202090204"/>
                </a:defRPr>
              </a:pPr>
              <a:r>
                <a:rPr sz="1500" b="1">
                  <a:solidFill>
                    <a:srgbClr val="263238"/>
                  </a:solidFill>
                  <a:latin typeface="Arial" panose="020B0604020202090204"/>
                  <a:ea typeface="Arial" panose="020B0604020202090204"/>
                  <a:cs typeface="Arial" panose="020B0604020202090204"/>
                </a:rPr>
                <a:t>(d)</a:t>
              </a:r>
              <a:endParaRPr sz="1500" b="1">
                <a:solidFill>
                  <a:srgbClr val="263238"/>
                </a:solidFill>
                <a:latin typeface="Arial" panose="020B0604020202090204"/>
                <a:ea typeface="Arial" panose="020B0604020202090204"/>
                <a:cs typeface="Arial" panose="020B0604020202090204"/>
              </a:endParaRPr>
            </a:p>
          </p:txBody>
        </p:sp>
        <p:sp>
          <p:nvSpPr>
            <p:cNvPr id="26" name="four:structure:textbox:27"/>
            <p:cNvSpPr>
              <a:spLocks noGrp="1"/>
            </p:cNvSpPr>
            <p:nvPr/>
          </p:nvSpPr>
          <p:spPr>
            <a:xfrm>
              <a:off x="15944850" y="285750"/>
              <a:ext cx="4171950" cy="409575"/>
            </a:xfrm>
            <a:prstGeom prst="rect">
              <a:avLst/>
            </a:prstGeom>
            <a:noFill/>
            <a:ln w="0">
              <a:noFill/>
              <a:prstDash val="solid"/>
            </a:ln>
          </p:spPr>
          <p:txBody>
            <a:bodyPr wrap="none" lIns="0" tIns="0" rIns="0" bIns="0" anchor="ctr">
              <a:normAutofit/>
            </a:bodyPr>
            <a:lstStyle>
              <a:defPPr algn="l">
                <a:defRPr sz="1875" b="1">
                  <a:solidFill>
                    <a:srgbClr val="263238"/>
                  </a:solidFill>
                  <a:latin typeface="Arial" panose="020B0604020202090204"/>
                  <a:ea typeface="Arial" panose="020B0604020202090204"/>
                  <a:cs typeface="Arial" panose="020B0604020202090204"/>
                </a:defRPr>
              </a:defPPr>
            </a:lstStyle>
            <a:p>
              <a:pPr algn="l">
                <a:defRPr sz="1875" b="1">
                  <a:solidFill>
                    <a:srgbClr val="263238"/>
                  </a:solidFill>
                  <a:latin typeface="Arial" panose="020B0604020202090204"/>
                  <a:ea typeface="Arial" panose="020B0604020202090204"/>
                  <a:cs typeface="Arial" panose="020B0604020202090204"/>
                </a:defRPr>
              </a:pPr>
              <a:r>
                <a:rPr sz="1875" b="1">
                  <a:solidFill>
                    <a:srgbClr val="263238"/>
                  </a:solidFill>
                  <a:latin typeface="Arial" panose="020B0604020202090204"/>
                  <a:ea typeface="Arial" panose="020B0604020202090204"/>
                  <a:cs typeface="Arial" panose="020B0604020202090204"/>
                </a:rPr>
                <a:t>Layout and optimal filling</a:t>
              </a:r>
              <a:endParaRPr sz="1875" b="1">
                <a:solidFill>
                  <a:srgbClr val="263238"/>
                </a:solidFill>
                <a:latin typeface="Arial" panose="020B0604020202090204"/>
                <a:ea typeface="Arial" panose="020B0604020202090204"/>
                <a:cs typeface="Arial" panose="020B0604020202090204"/>
              </a:endParaRPr>
            </a:p>
          </p:txBody>
        </p:sp>
        <p:sp>
          <p:nvSpPr>
            <p:cNvPr id="27" name="four:structure:substep-frame:28"/>
            <p:cNvSpPr>
              <a:spLocks noGrp="1"/>
            </p:cNvSpPr>
            <p:nvPr/>
          </p:nvSpPr>
          <p:spPr>
            <a:xfrm>
              <a:off x="20516850" y="209550"/>
              <a:ext cx="4171950" cy="7534275"/>
            </a:xfrm>
            <a:prstGeom prst="roundRect">
              <a:avLst>
                <a:gd name="adj" fmla="val 2740"/>
              </a:avLst>
            </a:prstGeom>
            <a:solidFill>
              <a:srgbClr val="F7F9FA"/>
            </a:solidFill>
            <a:ln w="12383">
              <a:solidFill>
                <a:srgbClr val="A9CDDF"/>
              </a:solidFill>
              <a:prstDash val="solid"/>
            </a:ln>
          </p:spPr>
        </p:sp>
        <p:sp>
          <p:nvSpPr>
            <p:cNvPr id="28" name="four:structure:substep-frame:29"/>
            <p:cNvSpPr>
              <a:spLocks noGrp="1"/>
            </p:cNvSpPr>
            <p:nvPr/>
          </p:nvSpPr>
          <p:spPr>
            <a:xfrm>
              <a:off x="20516850" y="209550"/>
              <a:ext cx="4171950" cy="581025"/>
            </a:xfrm>
            <a:prstGeom prst="roundRect">
              <a:avLst>
                <a:gd name="adj" fmla="val 19672"/>
              </a:avLst>
            </a:prstGeom>
            <a:solidFill>
              <a:srgbClr val="E7EDF0"/>
            </a:solidFill>
            <a:ln w="0">
              <a:noFill/>
              <a:prstDash val="solid"/>
            </a:ln>
          </p:spPr>
        </p:sp>
        <p:sp>
          <p:nvSpPr>
            <p:cNvPr id="29" name="four:structure:rect:30"/>
            <p:cNvSpPr>
              <a:spLocks noGrp="1"/>
            </p:cNvSpPr>
            <p:nvPr/>
          </p:nvSpPr>
          <p:spPr>
            <a:xfrm>
              <a:off x="20516850" y="533400"/>
              <a:ext cx="4171950" cy="257175"/>
            </a:xfrm>
            <a:prstGeom prst="rect">
              <a:avLst/>
            </a:prstGeom>
            <a:solidFill>
              <a:srgbClr val="E7EDF0"/>
            </a:solidFill>
            <a:ln w="0">
              <a:noFill/>
              <a:prstDash val="solid"/>
            </a:ln>
          </p:spPr>
        </p:sp>
        <p:sp>
          <p:nvSpPr>
            <p:cNvPr id="30" name="four:structure:regular-node:31"/>
            <p:cNvSpPr>
              <a:spLocks noGrp="1"/>
            </p:cNvSpPr>
            <p:nvPr/>
          </p:nvSpPr>
          <p:spPr>
            <a:xfrm>
              <a:off x="20602575" y="323850"/>
              <a:ext cx="342900" cy="342900"/>
            </a:xfrm>
            <a:prstGeom prst="ellipse">
              <a:avLst/>
            </a:prstGeom>
            <a:solidFill>
              <a:srgbClr val="E7EDF0"/>
            </a:solidFill>
            <a:ln w="0">
              <a:noFill/>
              <a:prstDash val="solid"/>
            </a:ln>
          </p:spPr>
        </p:sp>
        <p:sp>
          <p:nvSpPr>
            <p:cNvPr id="31" name="four:structure:textbox:32"/>
            <p:cNvSpPr>
              <a:spLocks noGrp="1"/>
            </p:cNvSpPr>
            <p:nvPr/>
          </p:nvSpPr>
          <p:spPr>
            <a:xfrm>
              <a:off x="20526375" y="295275"/>
              <a:ext cx="438150" cy="381000"/>
            </a:xfrm>
            <a:prstGeom prst="rect">
              <a:avLst/>
            </a:prstGeom>
            <a:noFill/>
            <a:ln w="0">
              <a:noFill/>
              <a:prstDash val="solid"/>
            </a:ln>
          </p:spPr>
          <p:txBody>
            <a:bodyPr wrap="none" lIns="0" tIns="0" rIns="0" bIns="0" anchor="ctr">
              <a:normAutofit/>
            </a:bodyPr>
            <a:lstStyle>
              <a:defPPr algn="ctr">
                <a:defRPr sz="1875" b="1">
                  <a:solidFill>
                    <a:srgbClr val="263238"/>
                  </a:solidFill>
                  <a:latin typeface="Arial" panose="020B0604020202090204"/>
                  <a:ea typeface="Arial" panose="020B0604020202090204"/>
                  <a:cs typeface="Arial" panose="020B0604020202090204"/>
                </a:defRPr>
              </a:defPPr>
            </a:lstStyle>
            <a:p>
              <a:pPr algn="ctr">
                <a:defRPr sz="1875" b="1">
                  <a:solidFill>
                    <a:srgbClr val="263238"/>
                  </a:solidFill>
                  <a:latin typeface="Arial" panose="020B0604020202090204"/>
                  <a:ea typeface="Arial" panose="020B0604020202090204"/>
                  <a:cs typeface="Arial" panose="020B0604020202090204"/>
                </a:defRPr>
              </a:pPr>
              <a:r>
                <a:rPr sz="1500" b="1">
                  <a:solidFill>
                    <a:srgbClr val="263238"/>
                  </a:solidFill>
                  <a:latin typeface="Arial" panose="020B0604020202090204"/>
                  <a:ea typeface="Arial" panose="020B0604020202090204"/>
                  <a:cs typeface="Arial" panose="020B0604020202090204"/>
                </a:rPr>
                <a:t>(e)</a:t>
              </a:r>
              <a:endParaRPr sz="1500" b="1">
                <a:solidFill>
                  <a:srgbClr val="263238"/>
                </a:solidFill>
                <a:latin typeface="Arial" panose="020B0604020202090204"/>
                <a:ea typeface="Arial" panose="020B0604020202090204"/>
                <a:cs typeface="Arial" panose="020B0604020202090204"/>
              </a:endParaRPr>
            </a:p>
          </p:txBody>
        </p:sp>
        <p:sp>
          <p:nvSpPr>
            <p:cNvPr id="32" name="four:structure:textbox:33"/>
            <p:cNvSpPr>
              <a:spLocks noGrp="1"/>
            </p:cNvSpPr>
            <p:nvPr/>
          </p:nvSpPr>
          <p:spPr>
            <a:xfrm>
              <a:off x="21031200" y="285750"/>
              <a:ext cx="3581400" cy="409575"/>
            </a:xfrm>
            <a:prstGeom prst="rect">
              <a:avLst/>
            </a:prstGeom>
            <a:noFill/>
            <a:ln w="0">
              <a:noFill/>
              <a:prstDash val="solid"/>
            </a:ln>
          </p:spPr>
          <p:txBody>
            <a:bodyPr wrap="none" lIns="0" tIns="0" rIns="0" bIns="0" anchor="ctr">
              <a:normAutofit/>
            </a:bodyPr>
            <a:lstStyle>
              <a:defPPr algn="l">
                <a:defRPr sz="1875" b="1">
                  <a:solidFill>
                    <a:srgbClr val="263238"/>
                  </a:solidFill>
                  <a:latin typeface="Arial" panose="020B0604020202090204"/>
                  <a:ea typeface="Arial" panose="020B0604020202090204"/>
                  <a:cs typeface="Arial" panose="020B0604020202090204"/>
                </a:defRPr>
              </a:defPPr>
            </a:lstStyle>
            <a:p>
              <a:pPr algn="l">
                <a:defRPr sz="1875" b="1">
                  <a:solidFill>
                    <a:srgbClr val="263238"/>
                  </a:solidFill>
                  <a:latin typeface="Arial" panose="020B0604020202090204"/>
                  <a:ea typeface="Arial" panose="020B0604020202090204"/>
                  <a:cs typeface="Arial" panose="020B0604020202090204"/>
                </a:defRPr>
              </a:pPr>
              <a:r>
                <a:rPr sz="1875" b="1">
                  <a:solidFill>
                    <a:srgbClr val="263238"/>
                  </a:solidFill>
                  <a:latin typeface="Arial" panose="020B0604020202090204"/>
                  <a:ea typeface="Arial" panose="020B0604020202090204"/>
                  <a:cs typeface="Arial" panose="020B0604020202090204"/>
                </a:rPr>
                <a:t>Temporal output</a:t>
              </a:r>
              <a:endParaRPr sz="1875" b="1">
                <a:solidFill>
                  <a:srgbClr val="263238"/>
                </a:solidFill>
                <a:latin typeface="Arial" panose="020B0604020202090204"/>
                <a:ea typeface="Arial" panose="020B0604020202090204"/>
                <a:cs typeface="Arial" panose="020B0604020202090204"/>
              </a:endParaRPr>
            </a:p>
          </p:txBody>
        </p:sp>
        <p:sp>
          <p:nvSpPr>
            <p:cNvPr id="33" name="four:structure:chevron:34"/>
            <p:cNvSpPr>
              <a:spLocks noGrp="1"/>
            </p:cNvSpPr>
            <p:nvPr/>
          </p:nvSpPr>
          <p:spPr>
            <a:xfrm>
              <a:off x="2924175" y="381000"/>
              <a:ext cx="152400" cy="238125"/>
            </a:xfrm>
            <a:prstGeom prst="chevron">
              <a:avLst/>
            </a:prstGeom>
            <a:solidFill>
              <a:srgbClr val="A3B3BF"/>
            </a:solidFill>
            <a:ln w="0">
              <a:noFill/>
              <a:prstDash val="solid"/>
            </a:ln>
          </p:spPr>
        </p:sp>
        <p:sp>
          <p:nvSpPr>
            <p:cNvPr id="34" name="four:structure:chevron:35"/>
            <p:cNvSpPr>
              <a:spLocks noGrp="1"/>
            </p:cNvSpPr>
            <p:nvPr/>
          </p:nvSpPr>
          <p:spPr>
            <a:xfrm>
              <a:off x="8010525" y="381000"/>
              <a:ext cx="152400" cy="238125"/>
            </a:xfrm>
            <a:prstGeom prst="chevron">
              <a:avLst/>
            </a:prstGeom>
            <a:solidFill>
              <a:srgbClr val="A3B3BF"/>
            </a:solidFill>
            <a:ln w="0">
              <a:noFill/>
              <a:prstDash val="solid"/>
            </a:ln>
          </p:spPr>
        </p:sp>
        <p:sp>
          <p:nvSpPr>
            <p:cNvPr id="35" name="four:structure:chevron:36"/>
            <p:cNvSpPr>
              <a:spLocks noGrp="1"/>
            </p:cNvSpPr>
            <p:nvPr/>
          </p:nvSpPr>
          <p:spPr>
            <a:xfrm>
              <a:off x="15192375" y="381000"/>
              <a:ext cx="152400" cy="238125"/>
            </a:xfrm>
            <a:prstGeom prst="chevron">
              <a:avLst/>
            </a:prstGeom>
            <a:solidFill>
              <a:srgbClr val="A3B3BF"/>
            </a:solidFill>
            <a:ln w="0">
              <a:noFill/>
              <a:prstDash val="solid"/>
            </a:ln>
          </p:spPr>
        </p:sp>
        <p:sp>
          <p:nvSpPr>
            <p:cNvPr id="36" name="four:structure:chevron:37"/>
            <p:cNvSpPr>
              <a:spLocks noGrp="1"/>
            </p:cNvSpPr>
            <p:nvPr/>
          </p:nvSpPr>
          <p:spPr>
            <a:xfrm>
              <a:off x="20278725" y="381000"/>
              <a:ext cx="152400" cy="238125"/>
            </a:xfrm>
            <a:prstGeom prst="chevron">
              <a:avLst/>
            </a:prstGeom>
            <a:solidFill>
              <a:srgbClr val="A3B3BF"/>
            </a:solidFill>
            <a:ln w="0">
              <a:noFill/>
              <a:prstDash val="solid"/>
            </a:ln>
          </p:spPr>
        </p:sp>
      </p:grpSp>
      <p:grpSp>
        <p:nvGrpSpPr>
          <p:cNvPr id="37" name="substep-backgrounds"/>
          <p:cNvGrpSpPr/>
          <p:nvPr/>
        </p:nvGrpSpPr>
        <p:grpSpPr>
          <a:xfrm>
            <a:off x="-66675" y="0"/>
            <a:ext cx="24955500" cy="8572500"/>
            <a:chOff x="0" y="0"/>
            <a:chExt cx="24955500" cy="8572500"/>
          </a:xfrm>
        </p:grpSpPr>
        <p:sp>
          <p:nvSpPr>
            <p:cNvPr id="38" name="four:substep-backgrounds:substep-frame:38"/>
            <p:cNvSpPr>
              <a:spLocks noGrp="1"/>
            </p:cNvSpPr>
            <p:nvPr/>
          </p:nvSpPr>
          <p:spPr>
            <a:xfrm>
              <a:off x="371475" y="1266825"/>
              <a:ext cx="2362200" cy="3019425"/>
            </a:xfrm>
            <a:prstGeom prst="roundRect">
              <a:avLst>
                <a:gd name="adj" fmla="val 4839"/>
              </a:avLst>
            </a:prstGeom>
            <a:solidFill>
              <a:srgbClr val="FFFFFF"/>
            </a:solidFill>
            <a:ln w="7620">
              <a:solidFill>
                <a:srgbClr val="D2DFE8"/>
              </a:solidFill>
              <a:prstDash val="solid"/>
            </a:ln>
          </p:spPr>
        </p:sp>
        <p:sp>
          <p:nvSpPr>
            <p:cNvPr id="39" name="four:substep-backgrounds:substep-frame:39"/>
            <p:cNvSpPr>
              <a:spLocks noGrp="1"/>
            </p:cNvSpPr>
            <p:nvPr/>
          </p:nvSpPr>
          <p:spPr>
            <a:xfrm>
              <a:off x="3305175" y="4333875"/>
              <a:ext cx="4476750" cy="3333750"/>
            </a:xfrm>
            <a:prstGeom prst="roundRect">
              <a:avLst>
                <a:gd name="adj" fmla="val 3429"/>
              </a:avLst>
            </a:prstGeom>
            <a:solidFill>
              <a:srgbClr val="FFFFFF"/>
            </a:solidFill>
            <a:ln w="7620">
              <a:solidFill>
                <a:srgbClr val="D2DFE8"/>
              </a:solidFill>
              <a:prstDash val="solid"/>
            </a:ln>
          </p:spPr>
        </p:sp>
        <p:sp>
          <p:nvSpPr>
            <p:cNvPr id="40" name="four:substep-backgrounds:substep-frame:40"/>
            <p:cNvSpPr>
              <a:spLocks noGrp="1"/>
            </p:cNvSpPr>
            <p:nvPr/>
          </p:nvSpPr>
          <p:spPr>
            <a:xfrm>
              <a:off x="3324225" y="4714875"/>
              <a:ext cx="1990725" cy="2895600"/>
            </a:xfrm>
            <a:prstGeom prst="roundRect">
              <a:avLst>
                <a:gd name="adj" fmla="val 5742"/>
              </a:avLst>
            </a:prstGeom>
            <a:solidFill>
              <a:srgbClr val="F7F9FA"/>
            </a:solidFill>
            <a:ln w="7620">
              <a:noFill/>
              <a:prstDash val="solid"/>
            </a:ln>
          </p:spPr>
        </p:sp>
        <p:sp>
          <p:nvSpPr>
            <p:cNvPr id="41" name="four:substep-backgrounds:substep-frame:41"/>
            <p:cNvSpPr>
              <a:spLocks noGrp="1"/>
            </p:cNvSpPr>
            <p:nvPr/>
          </p:nvSpPr>
          <p:spPr>
            <a:xfrm>
              <a:off x="5705475" y="4714875"/>
              <a:ext cx="2076450" cy="2895600"/>
            </a:xfrm>
            <a:prstGeom prst="roundRect">
              <a:avLst>
                <a:gd name="adj" fmla="val 5505"/>
              </a:avLst>
            </a:prstGeom>
            <a:solidFill>
              <a:srgbClr val="F7F9FA"/>
            </a:solidFill>
            <a:ln w="7620">
              <a:noFill/>
              <a:prstDash val="solid"/>
            </a:ln>
          </p:spPr>
        </p:sp>
        <p:sp>
          <p:nvSpPr>
            <p:cNvPr id="42" name="four:substep-backgrounds:substep-frame:42"/>
            <p:cNvSpPr>
              <a:spLocks noGrp="1"/>
            </p:cNvSpPr>
            <p:nvPr/>
          </p:nvSpPr>
          <p:spPr>
            <a:xfrm>
              <a:off x="3305175" y="962025"/>
              <a:ext cx="4476750" cy="3314700"/>
            </a:xfrm>
            <a:prstGeom prst="roundRect">
              <a:avLst>
                <a:gd name="adj" fmla="val 3448"/>
              </a:avLst>
            </a:prstGeom>
            <a:solidFill>
              <a:srgbClr val="FFFFFF"/>
            </a:solidFill>
            <a:ln w="7620">
              <a:solidFill>
                <a:srgbClr val="D2DFE8"/>
              </a:solidFill>
              <a:prstDash val="solid"/>
            </a:ln>
          </p:spPr>
        </p:sp>
        <p:sp>
          <p:nvSpPr>
            <p:cNvPr id="43" name="four:substep-backgrounds:substep-frame:43"/>
            <p:cNvSpPr>
              <a:spLocks noGrp="1"/>
            </p:cNvSpPr>
            <p:nvPr/>
          </p:nvSpPr>
          <p:spPr>
            <a:xfrm>
              <a:off x="8401050" y="962025"/>
              <a:ext cx="6553200" cy="3143250"/>
            </a:xfrm>
            <a:prstGeom prst="roundRect">
              <a:avLst>
                <a:gd name="adj" fmla="val 3636"/>
              </a:avLst>
            </a:prstGeom>
            <a:solidFill>
              <a:srgbClr val="FFFFFF"/>
            </a:solidFill>
            <a:ln w="7620">
              <a:solidFill>
                <a:srgbClr val="D2DFE8"/>
              </a:solidFill>
              <a:prstDash val="solid"/>
            </a:ln>
          </p:spPr>
        </p:sp>
        <p:sp>
          <p:nvSpPr>
            <p:cNvPr id="44" name="four:substep-backgrounds:substep-frame:44"/>
            <p:cNvSpPr>
              <a:spLocks noGrp="1"/>
            </p:cNvSpPr>
            <p:nvPr/>
          </p:nvSpPr>
          <p:spPr>
            <a:xfrm>
              <a:off x="8534400" y="1352550"/>
              <a:ext cx="3028950" cy="2219325"/>
            </a:xfrm>
            <a:prstGeom prst="roundRect">
              <a:avLst>
                <a:gd name="adj" fmla="val 5150"/>
              </a:avLst>
            </a:prstGeom>
            <a:solidFill>
              <a:srgbClr val="F7F9FA"/>
            </a:solidFill>
            <a:ln w="7620">
              <a:noFill/>
              <a:prstDash val="solid"/>
            </a:ln>
          </p:spPr>
        </p:sp>
        <p:sp>
          <p:nvSpPr>
            <p:cNvPr id="45" name="four:substep-backgrounds:substep-frame:45"/>
            <p:cNvSpPr>
              <a:spLocks noGrp="1"/>
            </p:cNvSpPr>
            <p:nvPr/>
          </p:nvSpPr>
          <p:spPr>
            <a:xfrm>
              <a:off x="11811000" y="1352550"/>
              <a:ext cx="3009900" cy="2219325"/>
            </a:xfrm>
            <a:prstGeom prst="roundRect">
              <a:avLst>
                <a:gd name="adj" fmla="val 5150"/>
              </a:avLst>
            </a:prstGeom>
            <a:solidFill>
              <a:srgbClr val="F7F9FA"/>
            </a:solidFill>
            <a:ln w="7620">
              <a:noFill/>
              <a:prstDash val="solid"/>
            </a:ln>
          </p:spPr>
        </p:sp>
        <p:sp>
          <p:nvSpPr>
            <p:cNvPr id="46" name="four:substep-backgrounds:substep-frame:46"/>
            <p:cNvSpPr>
              <a:spLocks noGrp="1"/>
            </p:cNvSpPr>
            <p:nvPr/>
          </p:nvSpPr>
          <p:spPr>
            <a:xfrm>
              <a:off x="8401050" y="4772025"/>
              <a:ext cx="6553200" cy="2895600"/>
            </a:xfrm>
            <a:prstGeom prst="roundRect">
              <a:avLst>
                <a:gd name="adj" fmla="val 3947"/>
              </a:avLst>
            </a:prstGeom>
            <a:solidFill>
              <a:srgbClr val="FFFFFF"/>
            </a:solidFill>
            <a:ln w="7620">
              <a:solidFill>
                <a:srgbClr val="D2DFE8"/>
              </a:solidFill>
              <a:prstDash val="solid"/>
            </a:ln>
          </p:spPr>
        </p:sp>
        <p:sp>
          <p:nvSpPr>
            <p:cNvPr id="47" name="four:substep-backgrounds:substep-frame:47"/>
            <p:cNvSpPr>
              <a:spLocks noGrp="1"/>
            </p:cNvSpPr>
            <p:nvPr/>
          </p:nvSpPr>
          <p:spPr>
            <a:xfrm>
              <a:off x="15582900" y="962025"/>
              <a:ext cx="4457700" cy="3076575"/>
            </a:xfrm>
            <a:prstGeom prst="roundRect">
              <a:avLst>
                <a:gd name="adj" fmla="val 3715"/>
              </a:avLst>
            </a:prstGeom>
            <a:solidFill>
              <a:srgbClr val="FFFFFF"/>
            </a:solidFill>
            <a:ln w="7620">
              <a:solidFill>
                <a:srgbClr val="D2DFE8"/>
              </a:solidFill>
              <a:prstDash val="solid"/>
            </a:ln>
          </p:spPr>
        </p:sp>
        <p:sp>
          <p:nvSpPr>
            <p:cNvPr id="48" name="four:substep-backgrounds:substep-frame:48"/>
            <p:cNvSpPr>
              <a:spLocks noGrp="1"/>
            </p:cNvSpPr>
            <p:nvPr/>
          </p:nvSpPr>
          <p:spPr>
            <a:xfrm>
              <a:off x="15582900" y="4191000"/>
              <a:ext cx="4457700" cy="3476625"/>
            </a:xfrm>
            <a:prstGeom prst="roundRect">
              <a:avLst>
                <a:gd name="adj" fmla="val 3288"/>
              </a:avLst>
            </a:prstGeom>
            <a:solidFill>
              <a:srgbClr val="FFFFFF"/>
            </a:solidFill>
            <a:ln w="7620">
              <a:solidFill>
                <a:srgbClr val="D2DFE8"/>
              </a:solidFill>
              <a:prstDash val="solid"/>
            </a:ln>
          </p:spPr>
        </p:sp>
        <p:sp>
          <p:nvSpPr>
            <p:cNvPr id="49" name="four:substep-backgrounds:substep-frame:49"/>
            <p:cNvSpPr>
              <a:spLocks noGrp="1"/>
            </p:cNvSpPr>
            <p:nvPr/>
          </p:nvSpPr>
          <p:spPr>
            <a:xfrm>
              <a:off x="20669250" y="962025"/>
              <a:ext cx="3867150" cy="3305175"/>
            </a:xfrm>
            <a:prstGeom prst="roundRect">
              <a:avLst>
                <a:gd name="adj" fmla="val 3458"/>
              </a:avLst>
            </a:prstGeom>
            <a:solidFill>
              <a:srgbClr val="FFFFFF"/>
            </a:solidFill>
            <a:ln w="7620">
              <a:solidFill>
                <a:srgbClr val="D2DFE8"/>
              </a:solidFill>
              <a:prstDash val="solid"/>
            </a:ln>
          </p:spPr>
        </p:sp>
        <p:sp>
          <p:nvSpPr>
            <p:cNvPr id="50" name="four:substep-backgrounds:substep-frame:50"/>
            <p:cNvSpPr>
              <a:spLocks noGrp="1"/>
            </p:cNvSpPr>
            <p:nvPr/>
          </p:nvSpPr>
          <p:spPr>
            <a:xfrm>
              <a:off x="21936075" y="4419600"/>
              <a:ext cx="1428750" cy="704850"/>
            </a:xfrm>
            <a:prstGeom prst="roundRect">
              <a:avLst>
                <a:gd name="adj" fmla="val 16216"/>
              </a:avLst>
            </a:prstGeom>
            <a:solidFill>
              <a:srgbClr val="F7F9FA"/>
            </a:solidFill>
            <a:ln w="7620">
              <a:noFill/>
              <a:prstDash val="solid"/>
            </a:ln>
          </p:spPr>
        </p:sp>
        <p:sp>
          <p:nvSpPr>
            <p:cNvPr id="51" name="four:substep-backgrounds:substep-frame:51"/>
            <p:cNvSpPr>
              <a:spLocks noGrp="1"/>
            </p:cNvSpPr>
            <p:nvPr/>
          </p:nvSpPr>
          <p:spPr>
            <a:xfrm>
              <a:off x="20669250" y="5334000"/>
              <a:ext cx="3867150" cy="2333625"/>
            </a:xfrm>
            <a:prstGeom prst="roundRect">
              <a:avLst>
                <a:gd name="adj" fmla="val 4898"/>
              </a:avLst>
            </a:prstGeom>
            <a:solidFill>
              <a:srgbClr val="FFFFFF"/>
            </a:solidFill>
            <a:ln w="7620">
              <a:solidFill>
                <a:srgbClr val="D2DFE8"/>
              </a:solidFill>
              <a:prstDash val="solid"/>
            </a:ln>
          </p:spPr>
        </p:sp>
      </p:grpSp>
      <p:grpSp>
        <p:nvGrpSpPr>
          <p:cNvPr id="52" name="scalar-input"/>
          <p:cNvGrpSpPr/>
          <p:nvPr/>
        </p:nvGrpSpPr>
        <p:grpSpPr>
          <a:xfrm>
            <a:off x="0" y="0"/>
            <a:ext cx="24955500" cy="8572500"/>
            <a:chOff x="0" y="0"/>
            <a:chExt cx="24955500" cy="8572500"/>
          </a:xfrm>
        </p:grpSpPr>
        <p:sp>
          <p:nvSpPr>
            <p:cNvPr id="53" name="four:scalar-input:textbox:52"/>
            <p:cNvSpPr>
              <a:spLocks noGrp="1"/>
            </p:cNvSpPr>
            <p:nvPr/>
          </p:nvSpPr>
          <p:spPr>
            <a:xfrm>
              <a:off x="447675" y="1438275"/>
              <a:ext cx="2190750" cy="304800"/>
            </a:xfrm>
            <a:prstGeom prst="rect">
              <a:avLst/>
            </a:prstGeom>
            <a:noFill/>
            <a:ln w="0">
              <a:noFill/>
              <a:prstDash val="solid"/>
            </a:ln>
          </p:spPr>
          <p:txBody>
            <a:bodyPr wrap="none" lIns="0" tIns="0" rIns="0" bIns="0" anchor="ctr">
              <a:normAutofit fontScale="93672"/>
            </a:bodyPr>
            <a:lstStyle>
              <a:defPPr algn="l">
                <a:defRPr sz="1500" b="1">
                  <a:solidFill>
                    <a:srgbClr val="263238"/>
                  </a:solidFill>
                  <a:latin typeface="Arial" panose="020B0604020202090204"/>
                  <a:ea typeface="Arial" panose="020B0604020202090204"/>
                  <a:cs typeface="Arial" panose="020B0604020202090204"/>
                </a:defRPr>
              </a:defPPr>
            </a:lstStyle>
            <a:p>
              <a:pPr algn="l">
                <a:defRPr sz="1500" b="1">
                  <a:solidFill>
                    <a:srgbClr val="263238"/>
                  </a:solidFill>
                  <a:latin typeface="Arial" panose="020B0604020202090204"/>
                  <a:ea typeface="Arial" panose="020B0604020202090204"/>
                  <a:cs typeface="Arial" panose="020B0604020202090204"/>
                </a:defRPr>
              </a:pPr>
              <a:r>
                <a:rPr sz="1240" b="1">
                  <a:solidFill>
                    <a:srgbClr val="263238"/>
                  </a:solidFill>
                  <a:latin typeface="Arial" panose="020B0604020202090204"/>
                  <a:ea typeface="Arial" panose="020B0604020202090204"/>
                  <a:cs typeface="Arial" panose="020B0604020202090204"/>
                </a:rPr>
                <a:t>2D time-varying scalar fields</a:t>
              </a:r>
              <a:endParaRPr sz="1240" b="1">
                <a:solidFill>
                  <a:srgbClr val="263238"/>
                </a:solidFill>
                <a:latin typeface="Arial" panose="020B0604020202090204"/>
                <a:ea typeface="Arial" panose="020B0604020202090204"/>
                <a:cs typeface="Arial" panose="020B0604020202090204"/>
              </a:endParaRPr>
            </a:p>
          </p:txBody>
        </p:sp>
        <p:sp>
          <p:nvSpPr>
            <p:cNvPr id="54" name="four:scalar-input:rect:53"/>
            <p:cNvSpPr>
              <a:spLocks noGrp="1"/>
            </p:cNvSpPr>
            <p:nvPr/>
          </p:nvSpPr>
          <p:spPr>
            <a:xfrm>
              <a:off x="561975" y="1905000"/>
              <a:ext cx="2095500" cy="1885950"/>
            </a:xfrm>
            <a:prstGeom prst="rect">
              <a:avLst/>
            </a:prstGeom>
            <a:solidFill>
              <a:srgbClr val="E0E1E3"/>
            </a:solidFill>
            <a:ln w="8573">
              <a:solidFill>
                <a:srgbClr val="263238"/>
              </a:solidFill>
              <a:prstDash val="solid"/>
            </a:ln>
          </p:spPr>
        </p:sp>
        <p:sp>
          <p:nvSpPr>
            <p:cNvPr id="55" name="four:scalar-input:rect:54"/>
            <p:cNvSpPr>
              <a:spLocks noGrp="1"/>
            </p:cNvSpPr>
            <p:nvPr/>
          </p:nvSpPr>
          <p:spPr>
            <a:xfrm>
              <a:off x="495300" y="1971675"/>
              <a:ext cx="2095500" cy="1885950"/>
            </a:xfrm>
            <a:prstGeom prst="rect">
              <a:avLst/>
            </a:prstGeom>
            <a:solidFill>
              <a:srgbClr val="E0E1E3"/>
            </a:solidFill>
            <a:ln w="8573">
              <a:solidFill>
                <a:srgbClr val="263238"/>
              </a:solidFill>
              <a:prstDash val="solid"/>
            </a:ln>
          </p:spPr>
        </p:sp>
        <p:sp>
          <p:nvSpPr>
            <p:cNvPr id="56" name="four:scalar-input:rect:55"/>
            <p:cNvSpPr>
              <a:spLocks noGrp="1"/>
            </p:cNvSpPr>
            <p:nvPr/>
          </p:nvSpPr>
          <p:spPr>
            <a:xfrm>
              <a:off x="428625" y="2038350"/>
              <a:ext cx="2095500" cy="1885950"/>
            </a:xfrm>
            <a:prstGeom prst="rect">
              <a:avLst/>
            </a:prstGeom>
            <a:solidFill>
              <a:srgbClr val="E0E1E3"/>
            </a:solidFill>
            <a:ln w="8573">
              <a:solidFill>
                <a:srgbClr val="263238"/>
              </a:solidFill>
              <a:prstDash val="solid"/>
            </a:ln>
          </p:spPr>
        </p:sp>
        <p:sp>
          <p:nvSpPr>
            <p:cNvPr id="57" name="four:scalar-input:grid-cell:56"/>
            <p:cNvSpPr>
              <a:spLocks noGrp="1"/>
            </p:cNvSpPr>
            <p:nvPr/>
          </p:nvSpPr>
          <p:spPr>
            <a:xfrm>
              <a:off x="361950" y="2105025"/>
              <a:ext cx="104966" cy="104966"/>
            </a:xfrm>
            <a:prstGeom prst="rect">
              <a:avLst/>
            </a:prstGeom>
            <a:solidFill>
              <a:srgbClr val="DCE8ED"/>
            </a:solidFill>
            <a:ln w="0">
              <a:noFill/>
              <a:prstDash val="solid"/>
            </a:ln>
          </p:spPr>
        </p:sp>
        <p:sp>
          <p:nvSpPr>
            <p:cNvPr id="58" name="four:scalar-input:grid-cell:57"/>
            <p:cNvSpPr>
              <a:spLocks noGrp="1"/>
            </p:cNvSpPr>
            <p:nvPr/>
          </p:nvSpPr>
          <p:spPr>
            <a:xfrm>
              <a:off x="466725" y="2105025"/>
              <a:ext cx="104966" cy="104966"/>
            </a:xfrm>
            <a:prstGeom prst="rect">
              <a:avLst/>
            </a:prstGeom>
            <a:solidFill>
              <a:srgbClr val="DCE8ED"/>
            </a:solidFill>
            <a:ln w="0">
              <a:noFill/>
              <a:prstDash val="solid"/>
            </a:ln>
          </p:spPr>
        </p:sp>
        <p:sp>
          <p:nvSpPr>
            <p:cNvPr id="59" name="four:scalar-input:grid-cell:58"/>
            <p:cNvSpPr>
              <a:spLocks noGrp="1"/>
            </p:cNvSpPr>
            <p:nvPr/>
          </p:nvSpPr>
          <p:spPr>
            <a:xfrm>
              <a:off x="571500" y="2105025"/>
              <a:ext cx="104966" cy="104966"/>
            </a:xfrm>
            <a:prstGeom prst="rect">
              <a:avLst/>
            </a:prstGeom>
            <a:solidFill>
              <a:srgbClr val="DCE8ED"/>
            </a:solidFill>
            <a:ln w="0">
              <a:noFill/>
              <a:prstDash val="solid"/>
            </a:ln>
          </p:spPr>
        </p:sp>
        <p:sp>
          <p:nvSpPr>
            <p:cNvPr id="60" name="four:scalar-input:grid-cell:59"/>
            <p:cNvSpPr>
              <a:spLocks noGrp="1"/>
            </p:cNvSpPr>
            <p:nvPr/>
          </p:nvSpPr>
          <p:spPr>
            <a:xfrm>
              <a:off x="676275" y="2105025"/>
              <a:ext cx="104966" cy="104966"/>
            </a:xfrm>
            <a:prstGeom prst="rect">
              <a:avLst/>
            </a:prstGeom>
            <a:solidFill>
              <a:srgbClr val="DCE8ED"/>
            </a:solidFill>
            <a:ln w="0">
              <a:noFill/>
              <a:prstDash val="solid"/>
            </a:ln>
          </p:spPr>
        </p:sp>
        <p:sp>
          <p:nvSpPr>
            <p:cNvPr id="61" name="four:scalar-input:grid-cell:60"/>
            <p:cNvSpPr>
              <a:spLocks noGrp="1"/>
            </p:cNvSpPr>
            <p:nvPr/>
          </p:nvSpPr>
          <p:spPr>
            <a:xfrm>
              <a:off x="781050" y="2105025"/>
              <a:ext cx="104966" cy="104966"/>
            </a:xfrm>
            <a:prstGeom prst="rect">
              <a:avLst/>
            </a:prstGeom>
            <a:solidFill>
              <a:srgbClr val="DCE8ED"/>
            </a:solidFill>
            <a:ln w="0">
              <a:noFill/>
              <a:prstDash val="solid"/>
            </a:ln>
          </p:spPr>
        </p:sp>
        <p:sp>
          <p:nvSpPr>
            <p:cNvPr id="62" name="four:scalar-input:grid-cell:61"/>
            <p:cNvSpPr>
              <a:spLocks noGrp="1"/>
            </p:cNvSpPr>
            <p:nvPr/>
          </p:nvSpPr>
          <p:spPr>
            <a:xfrm>
              <a:off x="885825" y="2105025"/>
              <a:ext cx="104966" cy="104966"/>
            </a:xfrm>
            <a:prstGeom prst="rect">
              <a:avLst/>
            </a:prstGeom>
            <a:solidFill>
              <a:srgbClr val="DCE8ED"/>
            </a:solidFill>
            <a:ln w="0">
              <a:noFill/>
              <a:prstDash val="solid"/>
            </a:ln>
          </p:spPr>
        </p:sp>
        <p:sp>
          <p:nvSpPr>
            <p:cNvPr id="63" name="four:scalar-input:grid-cell:62"/>
            <p:cNvSpPr>
              <a:spLocks noGrp="1"/>
            </p:cNvSpPr>
            <p:nvPr/>
          </p:nvSpPr>
          <p:spPr>
            <a:xfrm>
              <a:off x="990600" y="2105025"/>
              <a:ext cx="104966" cy="104966"/>
            </a:xfrm>
            <a:prstGeom prst="rect">
              <a:avLst/>
            </a:prstGeom>
            <a:solidFill>
              <a:srgbClr val="DCE8ED"/>
            </a:solidFill>
            <a:ln w="0">
              <a:noFill/>
              <a:prstDash val="solid"/>
            </a:ln>
          </p:spPr>
        </p:sp>
        <p:sp>
          <p:nvSpPr>
            <p:cNvPr id="64" name="four:scalar-input:grid-cell:63"/>
            <p:cNvSpPr>
              <a:spLocks noGrp="1"/>
            </p:cNvSpPr>
            <p:nvPr/>
          </p:nvSpPr>
          <p:spPr>
            <a:xfrm>
              <a:off x="1095375" y="2105025"/>
              <a:ext cx="104966" cy="104966"/>
            </a:xfrm>
            <a:prstGeom prst="rect">
              <a:avLst/>
            </a:prstGeom>
            <a:solidFill>
              <a:srgbClr val="DCE8ED"/>
            </a:solidFill>
            <a:ln w="0">
              <a:noFill/>
              <a:prstDash val="solid"/>
            </a:ln>
          </p:spPr>
        </p:sp>
        <p:sp>
          <p:nvSpPr>
            <p:cNvPr id="65" name="four:scalar-input:grid-cell:64"/>
            <p:cNvSpPr>
              <a:spLocks noGrp="1"/>
            </p:cNvSpPr>
            <p:nvPr/>
          </p:nvSpPr>
          <p:spPr>
            <a:xfrm>
              <a:off x="1200150" y="2105025"/>
              <a:ext cx="104966" cy="104966"/>
            </a:xfrm>
            <a:prstGeom prst="rect">
              <a:avLst/>
            </a:prstGeom>
            <a:solidFill>
              <a:srgbClr val="D4B4CC"/>
            </a:solidFill>
            <a:ln w="0">
              <a:noFill/>
              <a:prstDash val="solid"/>
            </a:ln>
          </p:spPr>
        </p:sp>
        <p:sp>
          <p:nvSpPr>
            <p:cNvPr id="66" name="four:scalar-input:grid-cell:65"/>
            <p:cNvSpPr>
              <a:spLocks noGrp="1"/>
            </p:cNvSpPr>
            <p:nvPr/>
          </p:nvSpPr>
          <p:spPr>
            <a:xfrm>
              <a:off x="1304925" y="2105025"/>
              <a:ext cx="104966" cy="104966"/>
            </a:xfrm>
            <a:prstGeom prst="rect">
              <a:avLst/>
            </a:prstGeom>
            <a:solidFill>
              <a:srgbClr val="D4B4CC"/>
            </a:solidFill>
            <a:ln w="0">
              <a:noFill/>
              <a:prstDash val="solid"/>
            </a:ln>
          </p:spPr>
        </p:sp>
        <p:sp>
          <p:nvSpPr>
            <p:cNvPr id="67" name="four:scalar-input:grid-cell:66"/>
            <p:cNvSpPr>
              <a:spLocks noGrp="1"/>
            </p:cNvSpPr>
            <p:nvPr/>
          </p:nvSpPr>
          <p:spPr>
            <a:xfrm>
              <a:off x="1409700" y="2105025"/>
              <a:ext cx="104966" cy="104966"/>
            </a:xfrm>
            <a:prstGeom prst="rect">
              <a:avLst/>
            </a:prstGeom>
            <a:solidFill>
              <a:srgbClr val="D4B4CC"/>
            </a:solidFill>
            <a:ln w="0">
              <a:noFill/>
              <a:prstDash val="solid"/>
            </a:ln>
          </p:spPr>
        </p:sp>
        <p:sp>
          <p:nvSpPr>
            <p:cNvPr id="68" name="four:scalar-input:grid-cell:67"/>
            <p:cNvSpPr>
              <a:spLocks noGrp="1"/>
            </p:cNvSpPr>
            <p:nvPr/>
          </p:nvSpPr>
          <p:spPr>
            <a:xfrm>
              <a:off x="1514475" y="2105025"/>
              <a:ext cx="104966" cy="104966"/>
            </a:xfrm>
            <a:prstGeom prst="rect">
              <a:avLst/>
            </a:prstGeom>
            <a:solidFill>
              <a:srgbClr val="CC79A7"/>
            </a:solidFill>
            <a:ln w="0">
              <a:noFill/>
              <a:prstDash val="solid"/>
            </a:ln>
          </p:spPr>
        </p:sp>
        <p:sp>
          <p:nvSpPr>
            <p:cNvPr id="69" name="four:scalar-input:grid-cell:68"/>
            <p:cNvSpPr>
              <a:spLocks noGrp="1"/>
            </p:cNvSpPr>
            <p:nvPr/>
          </p:nvSpPr>
          <p:spPr>
            <a:xfrm>
              <a:off x="1619250" y="2105025"/>
              <a:ext cx="104966" cy="104966"/>
            </a:xfrm>
            <a:prstGeom prst="rect">
              <a:avLst/>
            </a:prstGeom>
            <a:solidFill>
              <a:srgbClr val="CC79A7"/>
            </a:solidFill>
            <a:ln w="0">
              <a:noFill/>
              <a:prstDash val="solid"/>
            </a:ln>
          </p:spPr>
        </p:sp>
        <p:sp>
          <p:nvSpPr>
            <p:cNvPr id="70" name="four:scalar-input:grid-cell:69"/>
            <p:cNvSpPr>
              <a:spLocks noGrp="1"/>
            </p:cNvSpPr>
            <p:nvPr/>
          </p:nvSpPr>
          <p:spPr>
            <a:xfrm>
              <a:off x="1724025" y="2105025"/>
              <a:ext cx="104966" cy="104966"/>
            </a:xfrm>
            <a:prstGeom prst="rect">
              <a:avLst/>
            </a:prstGeom>
            <a:solidFill>
              <a:srgbClr val="CC79A7"/>
            </a:solidFill>
            <a:ln w="0">
              <a:noFill/>
              <a:prstDash val="solid"/>
            </a:ln>
          </p:spPr>
        </p:sp>
        <p:sp>
          <p:nvSpPr>
            <p:cNvPr id="71" name="four:scalar-input:grid-cell:70"/>
            <p:cNvSpPr>
              <a:spLocks noGrp="1"/>
            </p:cNvSpPr>
            <p:nvPr/>
          </p:nvSpPr>
          <p:spPr>
            <a:xfrm>
              <a:off x="1828800" y="2105025"/>
              <a:ext cx="104966" cy="104966"/>
            </a:xfrm>
            <a:prstGeom prst="rect">
              <a:avLst/>
            </a:prstGeom>
            <a:solidFill>
              <a:srgbClr val="CC79A7"/>
            </a:solidFill>
            <a:ln w="0">
              <a:noFill/>
              <a:prstDash val="solid"/>
            </a:ln>
          </p:spPr>
        </p:sp>
        <p:sp>
          <p:nvSpPr>
            <p:cNvPr id="72" name="four:scalar-input:grid-cell:71"/>
            <p:cNvSpPr>
              <a:spLocks noGrp="1"/>
            </p:cNvSpPr>
            <p:nvPr/>
          </p:nvSpPr>
          <p:spPr>
            <a:xfrm>
              <a:off x="1933575" y="2105025"/>
              <a:ext cx="104966" cy="104966"/>
            </a:xfrm>
            <a:prstGeom prst="rect">
              <a:avLst/>
            </a:prstGeom>
            <a:solidFill>
              <a:srgbClr val="CC79A7"/>
            </a:solidFill>
            <a:ln w="0">
              <a:noFill/>
              <a:prstDash val="solid"/>
            </a:ln>
          </p:spPr>
        </p:sp>
        <p:sp>
          <p:nvSpPr>
            <p:cNvPr id="73" name="four:scalar-input:grid-cell:72"/>
            <p:cNvSpPr>
              <a:spLocks noGrp="1"/>
            </p:cNvSpPr>
            <p:nvPr/>
          </p:nvSpPr>
          <p:spPr>
            <a:xfrm>
              <a:off x="2038350" y="2105025"/>
              <a:ext cx="104966" cy="104966"/>
            </a:xfrm>
            <a:prstGeom prst="rect">
              <a:avLst/>
            </a:prstGeom>
            <a:solidFill>
              <a:srgbClr val="CC79A7"/>
            </a:solidFill>
            <a:ln w="0">
              <a:noFill/>
              <a:prstDash val="solid"/>
            </a:ln>
          </p:spPr>
        </p:sp>
        <p:sp>
          <p:nvSpPr>
            <p:cNvPr id="74" name="four:scalar-input:grid-cell:73"/>
            <p:cNvSpPr>
              <a:spLocks noGrp="1"/>
            </p:cNvSpPr>
            <p:nvPr/>
          </p:nvSpPr>
          <p:spPr>
            <a:xfrm>
              <a:off x="2143125" y="2105025"/>
              <a:ext cx="104966" cy="104966"/>
            </a:xfrm>
            <a:prstGeom prst="rect">
              <a:avLst/>
            </a:prstGeom>
            <a:solidFill>
              <a:srgbClr val="CC79A7"/>
            </a:solidFill>
            <a:ln w="0">
              <a:noFill/>
              <a:prstDash val="solid"/>
            </a:ln>
          </p:spPr>
        </p:sp>
        <p:sp>
          <p:nvSpPr>
            <p:cNvPr id="75" name="four:scalar-input:grid-cell:74"/>
            <p:cNvSpPr>
              <a:spLocks noGrp="1"/>
            </p:cNvSpPr>
            <p:nvPr/>
          </p:nvSpPr>
          <p:spPr>
            <a:xfrm>
              <a:off x="2247900" y="2105025"/>
              <a:ext cx="104966" cy="104966"/>
            </a:xfrm>
            <a:prstGeom prst="rect">
              <a:avLst/>
            </a:prstGeom>
            <a:solidFill>
              <a:srgbClr val="CC79A7"/>
            </a:solidFill>
            <a:ln w="0">
              <a:noFill/>
              <a:prstDash val="solid"/>
            </a:ln>
          </p:spPr>
        </p:sp>
        <p:sp>
          <p:nvSpPr>
            <p:cNvPr id="76" name="four:scalar-input:grid-cell:75"/>
            <p:cNvSpPr>
              <a:spLocks noGrp="1"/>
            </p:cNvSpPr>
            <p:nvPr/>
          </p:nvSpPr>
          <p:spPr>
            <a:xfrm>
              <a:off x="2352675" y="2105025"/>
              <a:ext cx="104966" cy="104966"/>
            </a:xfrm>
            <a:prstGeom prst="rect">
              <a:avLst/>
            </a:prstGeom>
            <a:solidFill>
              <a:srgbClr val="CC79A7"/>
            </a:solidFill>
            <a:ln w="0">
              <a:noFill/>
              <a:prstDash val="solid"/>
            </a:ln>
          </p:spPr>
        </p:sp>
        <p:sp>
          <p:nvSpPr>
            <p:cNvPr id="77" name="four:scalar-input:grid-cell:76"/>
            <p:cNvSpPr>
              <a:spLocks noGrp="1"/>
            </p:cNvSpPr>
            <p:nvPr/>
          </p:nvSpPr>
          <p:spPr>
            <a:xfrm>
              <a:off x="361950" y="2209800"/>
              <a:ext cx="104966" cy="104966"/>
            </a:xfrm>
            <a:prstGeom prst="rect">
              <a:avLst/>
            </a:prstGeom>
            <a:solidFill>
              <a:srgbClr val="DCE8ED"/>
            </a:solidFill>
            <a:ln w="0">
              <a:noFill/>
              <a:prstDash val="solid"/>
            </a:ln>
          </p:spPr>
        </p:sp>
        <p:sp>
          <p:nvSpPr>
            <p:cNvPr id="78" name="four:scalar-input:grid-cell:77"/>
            <p:cNvSpPr>
              <a:spLocks noGrp="1"/>
            </p:cNvSpPr>
            <p:nvPr/>
          </p:nvSpPr>
          <p:spPr>
            <a:xfrm>
              <a:off x="466725" y="2209800"/>
              <a:ext cx="104966" cy="104966"/>
            </a:xfrm>
            <a:prstGeom prst="rect">
              <a:avLst/>
            </a:prstGeom>
            <a:solidFill>
              <a:srgbClr val="DCE8ED"/>
            </a:solidFill>
            <a:ln w="0">
              <a:noFill/>
              <a:prstDash val="solid"/>
            </a:ln>
          </p:spPr>
        </p:sp>
        <p:sp>
          <p:nvSpPr>
            <p:cNvPr id="79" name="four:scalar-input:grid-cell:78"/>
            <p:cNvSpPr>
              <a:spLocks noGrp="1"/>
            </p:cNvSpPr>
            <p:nvPr/>
          </p:nvSpPr>
          <p:spPr>
            <a:xfrm>
              <a:off x="571500" y="2209800"/>
              <a:ext cx="104966" cy="104966"/>
            </a:xfrm>
            <a:prstGeom prst="rect">
              <a:avLst/>
            </a:prstGeom>
            <a:solidFill>
              <a:srgbClr val="DCE8ED"/>
            </a:solidFill>
            <a:ln w="0">
              <a:noFill/>
              <a:prstDash val="solid"/>
            </a:ln>
          </p:spPr>
        </p:sp>
        <p:sp>
          <p:nvSpPr>
            <p:cNvPr id="80" name="four:scalar-input:grid-cell:79"/>
            <p:cNvSpPr>
              <a:spLocks noGrp="1"/>
            </p:cNvSpPr>
            <p:nvPr/>
          </p:nvSpPr>
          <p:spPr>
            <a:xfrm>
              <a:off x="676275" y="2209800"/>
              <a:ext cx="104966" cy="104966"/>
            </a:xfrm>
            <a:prstGeom prst="rect">
              <a:avLst/>
            </a:prstGeom>
            <a:solidFill>
              <a:srgbClr val="D4B4CC"/>
            </a:solidFill>
            <a:ln w="0">
              <a:noFill/>
              <a:prstDash val="solid"/>
            </a:ln>
          </p:spPr>
        </p:sp>
        <p:sp>
          <p:nvSpPr>
            <p:cNvPr id="81" name="four:scalar-input:grid-cell:80"/>
            <p:cNvSpPr>
              <a:spLocks noGrp="1"/>
            </p:cNvSpPr>
            <p:nvPr/>
          </p:nvSpPr>
          <p:spPr>
            <a:xfrm>
              <a:off x="781050" y="2209800"/>
              <a:ext cx="104966" cy="104966"/>
            </a:xfrm>
            <a:prstGeom prst="rect">
              <a:avLst/>
            </a:prstGeom>
            <a:solidFill>
              <a:srgbClr val="D4B4CC"/>
            </a:solidFill>
            <a:ln w="0">
              <a:noFill/>
              <a:prstDash val="solid"/>
            </a:ln>
          </p:spPr>
        </p:sp>
        <p:sp>
          <p:nvSpPr>
            <p:cNvPr id="82" name="four:scalar-input:grid-cell:81"/>
            <p:cNvSpPr>
              <a:spLocks noGrp="1"/>
            </p:cNvSpPr>
            <p:nvPr/>
          </p:nvSpPr>
          <p:spPr>
            <a:xfrm>
              <a:off x="885825" y="2209800"/>
              <a:ext cx="104966" cy="104966"/>
            </a:xfrm>
            <a:prstGeom prst="rect">
              <a:avLst/>
            </a:prstGeom>
            <a:solidFill>
              <a:srgbClr val="D4B4CC"/>
            </a:solidFill>
            <a:ln w="0">
              <a:noFill/>
              <a:prstDash val="solid"/>
            </a:ln>
          </p:spPr>
        </p:sp>
        <p:sp>
          <p:nvSpPr>
            <p:cNvPr id="83" name="four:scalar-input:grid-cell:82"/>
            <p:cNvSpPr>
              <a:spLocks noGrp="1"/>
            </p:cNvSpPr>
            <p:nvPr/>
          </p:nvSpPr>
          <p:spPr>
            <a:xfrm>
              <a:off x="990600" y="2209800"/>
              <a:ext cx="104966" cy="104966"/>
            </a:xfrm>
            <a:prstGeom prst="rect">
              <a:avLst/>
            </a:prstGeom>
            <a:solidFill>
              <a:srgbClr val="D4B4CC"/>
            </a:solidFill>
            <a:ln w="0">
              <a:noFill/>
              <a:prstDash val="solid"/>
            </a:ln>
          </p:spPr>
        </p:sp>
        <p:sp>
          <p:nvSpPr>
            <p:cNvPr id="84" name="four:scalar-input:grid-cell:83"/>
            <p:cNvSpPr>
              <a:spLocks noGrp="1"/>
            </p:cNvSpPr>
            <p:nvPr/>
          </p:nvSpPr>
          <p:spPr>
            <a:xfrm>
              <a:off x="1095375" y="2209800"/>
              <a:ext cx="104966" cy="104966"/>
            </a:xfrm>
            <a:prstGeom prst="rect">
              <a:avLst/>
            </a:prstGeom>
            <a:solidFill>
              <a:srgbClr val="D4B4CC"/>
            </a:solidFill>
            <a:ln w="0">
              <a:noFill/>
              <a:prstDash val="solid"/>
            </a:ln>
          </p:spPr>
        </p:sp>
        <p:sp>
          <p:nvSpPr>
            <p:cNvPr id="85" name="four:scalar-input:grid-cell:84"/>
            <p:cNvSpPr>
              <a:spLocks noGrp="1"/>
            </p:cNvSpPr>
            <p:nvPr/>
          </p:nvSpPr>
          <p:spPr>
            <a:xfrm>
              <a:off x="1200150" y="2209800"/>
              <a:ext cx="104966" cy="104966"/>
            </a:xfrm>
            <a:prstGeom prst="rect">
              <a:avLst/>
            </a:prstGeom>
            <a:solidFill>
              <a:srgbClr val="D4B4CC"/>
            </a:solidFill>
            <a:ln w="0">
              <a:noFill/>
              <a:prstDash val="solid"/>
            </a:ln>
          </p:spPr>
        </p:sp>
        <p:sp>
          <p:nvSpPr>
            <p:cNvPr id="86" name="four:scalar-input:grid-cell:85"/>
            <p:cNvSpPr>
              <a:spLocks noGrp="1"/>
            </p:cNvSpPr>
            <p:nvPr/>
          </p:nvSpPr>
          <p:spPr>
            <a:xfrm>
              <a:off x="1304925" y="2209800"/>
              <a:ext cx="104966" cy="104966"/>
            </a:xfrm>
            <a:prstGeom prst="rect">
              <a:avLst/>
            </a:prstGeom>
            <a:solidFill>
              <a:srgbClr val="D4B4CC"/>
            </a:solidFill>
            <a:ln w="0">
              <a:noFill/>
              <a:prstDash val="solid"/>
            </a:ln>
          </p:spPr>
        </p:sp>
        <p:sp>
          <p:nvSpPr>
            <p:cNvPr id="87" name="four:scalar-input:grid-cell:86"/>
            <p:cNvSpPr>
              <a:spLocks noGrp="1"/>
            </p:cNvSpPr>
            <p:nvPr/>
          </p:nvSpPr>
          <p:spPr>
            <a:xfrm>
              <a:off x="1409700" y="2209800"/>
              <a:ext cx="104966" cy="104966"/>
            </a:xfrm>
            <a:prstGeom prst="rect">
              <a:avLst/>
            </a:prstGeom>
            <a:solidFill>
              <a:srgbClr val="CC79A7"/>
            </a:solidFill>
            <a:ln w="0">
              <a:noFill/>
              <a:prstDash val="solid"/>
            </a:ln>
          </p:spPr>
        </p:sp>
        <p:sp>
          <p:nvSpPr>
            <p:cNvPr id="88" name="four:scalar-input:grid-cell:87"/>
            <p:cNvSpPr>
              <a:spLocks noGrp="1"/>
            </p:cNvSpPr>
            <p:nvPr/>
          </p:nvSpPr>
          <p:spPr>
            <a:xfrm>
              <a:off x="1514475" y="2209800"/>
              <a:ext cx="104966" cy="104966"/>
            </a:xfrm>
            <a:prstGeom prst="rect">
              <a:avLst/>
            </a:prstGeom>
            <a:solidFill>
              <a:srgbClr val="CC79A7"/>
            </a:solidFill>
            <a:ln w="0">
              <a:noFill/>
              <a:prstDash val="solid"/>
            </a:ln>
          </p:spPr>
        </p:sp>
        <p:sp>
          <p:nvSpPr>
            <p:cNvPr id="89" name="four:scalar-input:grid-cell:88"/>
            <p:cNvSpPr>
              <a:spLocks noGrp="1"/>
            </p:cNvSpPr>
            <p:nvPr/>
          </p:nvSpPr>
          <p:spPr>
            <a:xfrm>
              <a:off x="1619250" y="2209800"/>
              <a:ext cx="104966" cy="104966"/>
            </a:xfrm>
            <a:prstGeom prst="rect">
              <a:avLst/>
            </a:prstGeom>
            <a:solidFill>
              <a:srgbClr val="CC79A7"/>
            </a:solidFill>
            <a:ln w="0">
              <a:noFill/>
              <a:prstDash val="solid"/>
            </a:ln>
          </p:spPr>
        </p:sp>
        <p:sp>
          <p:nvSpPr>
            <p:cNvPr id="90" name="four:scalar-input:grid-cell:89"/>
            <p:cNvSpPr>
              <a:spLocks noGrp="1"/>
            </p:cNvSpPr>
            <p:nvPr/>
          </p:nvSpPr>
          <p:spPr>
            <a:xfrm>
              <a:off x="1724025" y="2209800"/>
              <a:ext cx="104966" cy="104966"/>
            </a:xfrm>
            <a:prstGeom prst="rect">
              <a:avLst/>
            </a:prstGeom>
            <a:solidFill>
              <a:srgbClr val="CC79A7"/>
            </a:solidFill>
            <a:ln w="0">
              <a:noFill/>
              <a:prstDash val="solid"/>
            </a:ln>
          </p:spPr>
        </p:sp>
        <p:sp>
          <p:nvSpPr>
            <p:cNvPr id="91" name="four:scalar-input:grid-cell:90"/>
            <p:cNvSpPr>
              <a:spLocks noGrp="1"/>
            </p:cNvSpPr>
            <p:nvPr/>
          </p:nvSpPr>
          <p:spPr>
            <a:xfrm>
              <a:off x="1828800" y="2209800"/>
              <a:ext cx="104966" cy="104966"/>
            </a:xfrm>
            <a:prstGeom prst="rect">
              <a:avLst/>
            </a:prstGeom>
            <a:solidFill>
              <a:srgbClr val="CC79A7"/>
            </a:solidFill>
            <a:ln w="0">
              <a:noFill/>
              <a:prstDash val="solid"/>
            </a:ln>
          </p:spPr>
        </p:sp>
        <p:sp>
          <p:nvSpPr>
            <p:cNvPr id="92" name="four:scalar-input:grid-cell:91"/>
            <p:cNvSpPr>
              <a:spLocks noGrp="1"/>
            </p:cNvSpPr>
            <p:nvPr/>
          </p:nvSpPr>
          <p:spPr>
            <a:xfrm>
              <a:off x="1933575" y="2209800"/>
              <a:ext cx="104966" cy="104966"/>
            </a:xfrm>
            <a:prstGeom prst="rect">
              <a:avLst/>
            </a:prstGeom>
            <a:solidFill>
              <a:srgbClr val="CC79A7"/>
            </a:solidFill>
            <a:ln w="0">
              <a:noFill/>
              <a:prstDash val="solid"/>
            </a:ln>
          </p:spPr>
        </p:sp>
        <p:sp>
          <p:nvSpPr>
            <p:cNvPr id="93" name="four:scalar-input:grid-cell:92"/>
            <p:cNvSpPr>
              <a:spLocks noGrp="1"/>
            </p:cNvSpPr>
            <p:nvPr/>
          </p:nvSpPr>
          <p:spPr>
            <a:xfrm>
              <a:off x="2038350" y="2209800"/>
              <a:ext cx="104966" cy="104966"/>
            </a:xfrm>
            <a:prstGeom prst="rect">
              <a:avLst/>
            </a:prstGeom>
            <a:solidFill>
              <a:srgbClr val="CC79A7"/>
            </a:solidFill>
            <a:ln w="0">
              <a:noFill/>
              <a:prstDash val="solid"/>
            </a:ln>
          </p:spPr>
        </p:sp>
        <p:sp>
          <p:nvSpPr>
            <p:cNvPr id="94" name="four:scalar-input:grid-cell:93"/>
            <p:cNvSpPr>
              <a:spLocks noGrp="1"/>
            </p:cNvSpPr>
            <p:nvPr/>
          </p:nvSpPr>
          <p:spPr>
            <a:xfrm>
              <a:off x="2143125" y="2209800"/>
              <a:ext cx="104966" cy="104966"/>
            </a:xfrm>
            <a:prstGeom prst="rect">
              <a:avLst/>
            </a:prstGeom>
            <a:solidFill>
              <a:srgbClr val="CC79A7"/>
            </a:solidFill>
            <a:ln w="0">
              <a:noFill/>
              <a:prstDash val="solid"/>
            </a:ln>
          </p:spPr>
        </p:sp>
        <p:sp>
          <p:nvSpPr>
            <p:cNvPr id="95" name="four:scalar-input:grid-cell:94"/>
            <p:cNvSpPr>
              <a:spLocks noGrp="1"/>
            </p:cNvSpPr>
            <p:nvPr/>
          </p:nvSpPr>
          <p:spPr>
            <a:xfrm>
              <a:off x="2247900" y="2209800"/>
              <a:ext cx="104966" cy="104966"/>
            </a:xfrm>
            <a:prstGeom prst="rect">
              <a:avLst/>
            </a:prstGeom>
            <a:solidFill>
              <a:srgbClr val="CC79A7"/>
            </a:solidFill>
            <a:ln w="0">
              <a:noFill/>
              <a:prstDash val="solid"/>
            </a:ln>
          </p:spPr>
        </p:sp>
        <p:sp>
          <p:nvSpPr>
            <p:cNvPr id="96" name="four:scalar-input:grid-cell:95"/>
            <p:cNvSpPr>
              <a:spLocks noGrp="1"/>
            </p:cNvSpPr>
            <p:nvPr/>
          </p:nvSpPr>
          <p:spPr>
            <a:xfrm>
              <a:off x="2352675" y="2209800"/>
              <a:ext cx="104966" cy="104966"/>
            </a:xfrm>
            <a:prstGeom prst="rect">
              <a:avLst/>
            </a:prstGeom>
            <a:solidFill>
              <a:srgbClr val="CC79A7"/>
            </a:solidFill>
            <a:ln w="0">
              <a:noFill/>
              <a:prstDash val="solid"/>
            </a:ln>
          </p:spPr>
        </p:sp>
        <p:sp>
          <p:nvSpPr>
            <p:cNvPr id="97" name="four:scalar-input:grid-cell:96"/>
            <p:cNvSpPr>
              <a:spLocks noGrp="1"/>
            </p:cNvSpPr>
            <p:nvPr/>
          </p:nvSpPr>
          <p:spPr>
            <a:xfrm>
              <a:off x="361950" y="2314575"/>
              <a:ext cx="104966" cy="104966"/>
            </a:xfrm>
            <a:prstGeom prst="rect">
              <a:avLst/>
            </a:prstGeom>
            <a:solidFill>
              <a:srgbClr val="D4B4CC"/>
            </a:solidFill>
            <a:ln w="0">
              <a:noFill/>
              <a:prstDash val="solid"/>
            </a:ln>
          </p:spPr>
        </p:sp>
        <p:sp>
          <p:nvSpPr>
            <p:cNvPr id="98" name="four:scalar-input:grid-cell:97"/>
            <p:cNvSpPr>
              <a:spLocks noGrp="1"/>
            </p:cNvSpPr>
            <p:nvPr/>
          </p:nvSpPr>
          <p:spPr>
            <a:xfrm>
              <a:off x="466725" y="2314575"/>
              <a:ext cx="104966" cy="104966"/>
            </a:xfrm>
            <a:prstGeom prst="rect">
              <a:avLst/>
            </a:prstGeom>
            <a:solidFill>
              <a:srgbClr val="D4B4CC"/>
            </a:solidFill>
            <a:ln w="0">
              <a:noFill/>
              <a:prstDash val="solid"/>
            </a:ln>
          </p:spPr>
        </p:sp>
        <p:sp>
          <p:nvSpPr>
            <p:cNvPr id="99" name="four:scalar-input:grid-cell:98"/>
            <p:cNvSpPr>
              <a:spLocks noGrp="1"/>
            </p:cNvSpPr>
            <p:nvPr/>
          </p:nvSpPr>
          <p:spPr>
            <a:xfrm>
              <a:off x="571500" y="2314575"/>
              <a:ext cx="104966" cy="104966"/>
            </a:xfrm>
            <a:prstGeom prst="rect">
              <a:avLst/>
            </a:prstGeom>
            <a:solidFill>
              <a:srgbClr val="D4B4CC"/>
            </a:solidFill>
            <a:ln w="0">
              <a:noFill/>
              <a:prstDash val="solid"/>
            </a:ln>
          </p:spPr>
        </p:sp>
        <p:sp>
          <p:nvSpPr>
            <p:cNvPr id="100" name="four:scalar-input:grid-cell:99"/>
            <p:cNvSpPr>
              <a:spLocks noGrp="1"/>
            </p:cNvSpPr>
            <p:nvPr/>
          </p:nvSpPr>
          <p:spPr>
            <a:xfrm>
              <a:off x="676275" y="2314575"/>
              <a:ext cx="104966" cy="104966"/>
            </a:xfrm>
            <a:prstGeom prst="rect">
              <a:avLst/>
            </a:prstGeom>
            <a:solidFill>
              <a:srgbClr val="D4B4CC"/>
            </a:solidFill>
            <a:ln w="0">
              <a:noFill/>
              <a:prstDash val="solid"/>
            </a:ln>
          </p:spPr>
        </p:sp>
        <p:sp>
          <p:nvSpPr>
            <p:cNvPr id="101" name="four:scalar-input:grid-cell:100"/>
            <p:cNvSpPr>
              <a:spLocks noGrp="1"/>
            </p:cNvSpPr>
            <p:nvPr/>
          </p:nvSpPr>
          <p:spPr>
            <a:xfrm>
              <a:off x="781050" y="2314575"/>
              <a:ext cx="104966" cy="104966"/>
            </a:xfrm>
            <a:prstGeom prst="rect">
              <a:avLst/>
            </a:prstGeom>
            <a:solidFill>
              <a:srgbClr val="D4B4CC"/>
            </a:solidFill>
            <a:ln w="0">
              <a:noFill/>
              <a:prstDash val="solid"/>
            </a:ln>
          </p:spPr>
        </p:sp>
        <p:sp>
          <p:nvSpPr>
            <p:cNvPr id="102" name="four:scalar-input:grid-cell:101"/>
            <p:cNvSpPr>
              <a:spLocks noGrp="1"/>
            </p:cNvSpPr>
            <p:nvPr/>
          </p:nvSpPr>
          <p:spPr>
            <a:xfrm>
              <a:off x="885825" y="2314575"/>
              <a:ext cx="104966" cy="104966"/>
            </a:xfrm>
            <a:prstGeom prst="rect">
              <a:avLst/>
            </a:prstGeom>
            <a:solidFill>
              <a:srgbClr val="D4B4CC"/>
            </a:solidFill>
            <a:ln w="0">
              <a:noFill/>
              <a:prstDash val="solid"/>
            </a:ln>
          </p:spPr>
        </p:sp>
        <p:sp>
          <p:nvSpPr>
            <p:cNvPr id="103" name="four:scalar-input:grid-cell:102"/>
            <p:cNvSpPr>
              <a:spLocks noGrp="1"/>
            </p:cNvSpPr>
            <p:nvPr/>
          </p:nvSpPr>
          <p:spPr>
            <a:xfrm>
              <a:off x="990600" y="2314575"/>
              <a:ext cx="104966" cy="104966"/>
            </a:xfrm>
            <a:prstGeom prst="rect">
              <a:avLst/>
            </a:prstGeom>
            <a:solidFill>
              <a:srgbClr val="D4B4CC"/>
            </a:solidFill>
            <a:ln w="0">
              <a:noFill/>
              <a:prstDash val="solid"/>
            </a:ln>
          </p:spPr>
        </p:sp>
        <p:sp>
          <p:nvSpPr>
            <p:cNvPr id="104" name="four:scalar-input:grid-cell:103"/>
            <p:cNvSpPr>
              <a:spLocks noGrp="1"/>
            </p:cNvSpPr>
            <p:nvPr/>
          </p:nvSpPr>
          <p:spPr>
            <a:xfrm>
              <a:off x="1095375" y="2314575"/>
              <a:ext cx="104966" cy="104966"/>
            </a:xfrm>
            <a:prstGeom prst="rect">
              <a:avLst/>
            </a:prstGeom>
            <a:solidFill>
              <a:srgbClr val="D4B4CC"/>
            </a:solidFill>
            <a:ln w="0">
              <a:noFill/>
              <a:prstDash val="solid"/>
            </a:ln>
          </p:spPr>
        </p:sp>
        <p:sp>
          <p:nvSpPr>
            <p:cNvPr id="105" name="four:scalar-input:grid-cell:104"/>
            <p:cNvSpPr>
              <a:spLocks noGrp="1"/>
            </p:cNvSpPr>
            <p:nvPr/>
          </p:nvSpPr>
          <p:spPr>
            <a:xfrm>
              <a:off x="1200150" y="2314575"/>
              <a:ext cx="104966" cy="104966"/>
            </a:xfrm>
            <a:prstGeom prst="rect">
              <a:avLst/>
            </a:prstGeom>
            <a:solidFill>
              <a:srgbClr val="D4B4CC"/>
            </a:solidFill>
            <a:ln w="0">
              <a:noFill/>
              <a:prstDash val="solid"/>
            </a:ln>
          </p:spPr>
        </p:sp>
        <p:sp>
          <p:nvSpPr>
            <p:cNvPr id="106" name="four:scalar-input:grid-cell:105"/>
            <p:cNvSpPr>
              <a:spLocks noGrp="1"/>
            </p:cNvSpPr>
            <p:nvPr/>
          </p:nvSpPr>
          <p:spPr>
            <a:xfrm>
              <a:off x="1304925" y="2314575"/>
              <a:ext cx="104966" cy="104966"/>
            </a:xfrm>
            <a:prstGeom prst="rect">
              <a:avLst/>
            </a:prstGeom>
            <a:solidFill>
              <a:srgbClr val="CC79A7"/>
            </a:solidFill>
            <a:ln w="0">
              <a:noFill/>
              <a:prstDash val="solid"/>
            </a:ln>
          </p:spPr>
        </p:sp>
        <p:sp>
          <p:nvSpPr>
            <p:cNvPr id="107" name="four:scalar-input:grid-cell:106"/>
            <p:cNvSpPr>
              <a:spLocks noGrp="1"/>
            </p:cNvSpPr>
            <p:nvPr/>
          </p:nvSpPr>
          <p:spPr>
            <a:xfrm>
              <a:off x="1409700" y="2314575"/>
              <a:ext cx="104966" cy="104966"/>
            </a:xfrm>
            <a:prstGeom prst="rect">
              <a:avLst/>
            </a:prstGeom>
            <a:solidFill>
              <a:srgbClr val="CC79A7"/>
            </a:solidFill>
            <a:ln w="0">
              <a:noFill/>
              <a:prstDash val="solid"/>
            </a:ln>
          </p:spPr>
        </p:sp>
        <p:sp>
          <p:nvSpPr>
            <p:cNvPr id="108" name="four:scalar-input:grid-cell:107"/>
            <p:cNvSpPr>
              <a:spLocks noGrp="1"/>
            </p:cNvSpPr>
            <p:nvPr/>
          </p:nvSpPr>
          <p:spPr>
            <a:xfrm>
              <a:off x="1514475" y="2314575"/>
              <a:ext cx="104966" cy="104966"/>
            </a:xfrm>
            <a:prstGeom prst="rect">
              <a:avLst/>
            </a:prstGeom>
            <a:solidFill>
              <a:srgbClr val="CC79A7"/>
            </a:solidFill>
            <a:ln w="0">
              <a:noFill/>
              <a:prstDash val="solid"/>
            </a:ln>
          </p:spPr>
        </p:sp>
        <p:sp>
          <p:nvSpPr>
            <p:cNvPr id="109" name="four:scalar-input:grid-cell:108"/>
            <p:cNvSpPr>
              <a:spLocks noGrp="1"/>
            </p:cNvSpPr>
            <p:nvPr/>
          </p:nvSpPr>
          <p:spPr>
            <a:xfrm>
              <a:off x="1619250" y="2314575"/>
              <a:ext cx="104966" cy="104966"/>
            </a:xfrm>
            <a:prstGeom prst="rect">
              <a:avLst/>
            </a:prstGeom>
            <a:solidFill>
              <a:srgbClr val="CC79A7"/>
            </a:solidFill>
            <a:ln w="0">
              <a:noFill/>
              <a:prstDash val="solid"/>
            </a:ln>
          </p:spPr>
        </p:sp>
        <p:sp>
          <p:nvSpPr>
            <p:cNvPr id="110" name="four:scalar-input:grid-cell:109"/>
            <p:cNvSpPr>
              <a:spLocks noGrp="1"/>
            </p:cNvSpPr>
            <p:nvPr/>
          </p:nvSpPr>
          <p:spPr>
            <a:xfrm>
              <a:off x="1724025" y="2314575"/>
              <a:ext cx="104966" cy="104966"/>
            </a:xfrm>
            <a:prstGeom prst="rect">
              <a:avLst/>
            </a:prstGeom>
            <a:solidFill>
              <a:srgbClr val="CC79A7"/>
            </a:solidFill>
            <a:ln w="0">
              <a:noFill/>
              <a:prstDash val="solid"/>
            </a:ln>
          </p:spPr>
        </p:sp>
        <p:sp>
          <p:nvSpPr>
            <p:cNvPr id="111" name="four:scalar-input:grid-cell:110"/>
            <p:cNvSpPr>
              <a:spLocks noGrp="1"/>
            </p:cNvSpPr>
            <p:nvPr/>
          </p:nvSpPr>
          <p:spPr>
            <a:xfrm>
              <a:off x="1828800" y="2314575"/>
              <a:ext cx="104966" cy="104966"/>
            </a:xfrm>
            <a:prstGeom prst="rect">
              <a:avLst/>
            </a:prstGeom>
            <a:solidFill>
              <a:srgbClr val="CC79A7"/>
            </a:solidFill>
            <a:ln w="0">
              <a:noFill/>
              <a:prstDash val="solid"/>
            </a:ln>
          </p:spPr>
        </p:sp>
        <p:sp>
          <p:nvSpPr>
            <p:cNvPr id="112" name="four:scalar-input:grid-cell:111"/>
            <p:cNvSpPr>
              <a:spLocks noGrp="1"/>
            </p:cNvSpPr>
            <p:nvPr/>
          </p:nvSpPr>
          <p:spPr>
            <a:xfrm>
              <a:off x="1933575" y="2314575"/>
              <a:ext cx="104966" cy="104966"/>
            </a:xfrm>
            <a:prstGeom prst="rect">
              <a:avLst/>
            </a:prstGeom>
            <a:solidFill>
              <a:srgbClr val="CC79A7"/>
            </a:solidFill>
            <a:ln w="0">
              <a:noFill/>
              <a:prstDash val="solid"/>
            </a:ln>
          </p:spPr>
        </p:sp>
        <p:sp>
          <p:nvSpPr>
            <p:cNvPr id="113" name="four:scalar-input:grid-cell:112"/>
            <p:cNvSpPr>
              <a:spLocks noGrp="1"/>
            </p:cNvSpPr>
            <p:nvPr/>
          </p:nvSpPr>
          <p:spPr>
            <a:xfrm>
              <a:off x="2038350" y="2314575"/>
              <a:ext cx="104966" cy="104966"/>
            </a:xfrm>
            <a:prstGeom prst="rect">
              <a:avLst/>
            </a:prstGeom>
            <a:solidFill>
              <a:srgbClr val="CC79A7"/>
            </a:solidFill>
            <a:ln w="0">
              <a:noFill/>
              <a:prstDash val="solid"/>
            </a:ln>
          </p:spPr>
        </p:sp>
        <p:sp>
          <p:nvSpPr>
            <p:cNvPr id="114" name="four:scalar-input:grid-cell:113"/>
            <p:cNvSpPr>
              <a:spLocks noGrp="1"/>
            </p:cNvSpPr>
            <p:nvPr/>
          </p:nvSpPr>
          <p:spPr>
            <a:xfrm>
              <a:off x="2143125" y="2314575"/>
              <a:ext cx="104966" cy="104966"/>
            </a:xfrm>
            <a:prstGeom prst="rect">
              <a:avLst/>
            </a:prstGeom>
            <a:solidFill>
              <a:srgbClr val="CC79A7"/>
            </a:solidFill>
            <a:ln w="0">
              <a:noFill/>
              <a:prstDash val="solid"/>
            </a:ln>
          </p:spPr>
        </p:sp>
        <p:sp>
          <p:nvSpPr>
            <p:cNvPr id="115" name="four:scalar-input:grid-cell:114"/>
            <p:cNvSpPr>
              <a:spLocks noGrp="1"/>
            </p:cNvSpPr>
            <p:nvPr/>
          </p:nvSpPr>
          <p:spPr>
            <a:xfrm>
              <a:off x="2247900" y="2314575"/>
              <a:ext cx="104966" cy="104966"/>
            </a:xfrm>
            <a:prstGeom prst="rect">
              <a:avLst/>
            </a:prstGeom>
            <a:solidFill>
              <a:srgbClr val="CC79A7"/>
            </a:solidFill>
            <a:ln w="0">
              <a:noFill/>
              <a:prstDash val="solid"/>
            </a:ln>
          </p:spPr>
        </p:sp>
        <p:sp>
          <p:nvSpPr>
            <p:cNvPr id="116" name="four:scalar-input:grid-cell:115"/>
            <p:cNvSpPr>
              <a:spLocks noGrp="1"/>
            </p:cNvSpPr>
            <p:nvPr/>
          </p:nvSpPr>
          <p:spPr>
            <a:xfrm>
              <a:off x="2352675" y="2314575"/>
              <a:ext cx="104966" cy="104966"/>
            </a:xfrm>
            <a:prstGeom prst="rect">
              <a:avLst/>
            </a:prstGeom>
            <a:solidFill>
              <a:srgbClr val="CC79A7"/>
            </a:solidFill>
            <a:ln w="0">
              <a:noFill/>
              <a:prstDash val="solid"/>
            </a:ln>
          </p:spPr>
        </p:sp>
        <p:sp>
          <p:nvSpPr>
            <p:cNvPr id="117" name="four:scalar-input:grid-cell:116"/>
            <p:cNvSpPr>
              <a:spLocks noGrp="1"/>
            </p:cNvSpPr>
            <p:nvPr/>
          </p:nvSpPr>
          <p:spPr>
            <a:xfrm>
              <a:off x="361950" y="2419350"/>
              <a:ext cx="104966" cy="104966"/>
            </a:xfrm>
            <a:prstGeom prst="rect">
              <a:avLst/>
            </a:prstGeom>
            <a:solidFill>
              <a:srgbClr val="D4B4CC"/>
            </a:solidFill>
            <a:ln w="0">
              <a:noFill/>
              <a:prstDash val="solid"/>
            </a:ln>
          </p:spPr>
        </p:sp>
        <p:sp>
          <p:nvSpPr>
            <p:cNvPr id="118" name="four:scalar-input:grid-cell:117"/>
            <p:cNvSpPr>
              <a:spLocks noGrp="1"/>
            </p:cNvSpPr>
            <p:nvPr/>
          </p:nvSpPr>
          <p:spPr>
            <a:xfrm>
              <a:off x="466725" y="2419350"/>
              <a:ext cx="104966" cy="104966"/>
            </a:xfrm>
            <a:prstGeom prst="rect">
              <a:avLst/>
            </a:prstGeom>
            <a:solidFill>
              <a:srgbClr val="D4B4CC"/>
            </a:solidFill>
            <a:ln w="0">
              <a:noFill/>
              <a:prstDash val="solid"/>
            </a:ln>
          </p:spPr>
        </p:sp>
        <p:sp>
          <p:nvSpPr>
            <p:cNvPr id="119" name="four:scalar-input:grid-cell:118"/>
            <p:cNvSpPr>
              <a:spLocks noGrp="1"/>
            </p:cNvSpPr>
            <p:nvPr/>
          </p:nvSpPr>
          <p:spPr>
            <a:xfrm>
              <a:off x="571500" y="2419350"/>
              <a:ext cx="104966" cy="104966"/>
            </a:xfrm>
            <a:prstGeom prst="rect">
              <a:avLst/>
            </a:prstGeom>
            <a:solidFill>
              <a:srgbClr val="0072B2"/>
            </a:solidFill>
            <a:ln w="0">
              <a:noFill/>
              <a:prstDash val="solid"/>
            </a:ln>
          </p:spPr>
        </p:sp>
        <p:sp>
          <p:nvSpPr>
            <p:cNvPr id="120" name="four:scalar-input:grid-cell:119"/>
            <p:cNvSpPr>
              <a:spLocks noGrp="1"/>
            </p:cNvSpPr>
            <p:nvPr/>
          </p:nvSpPr>
          <p:spPr>
            <a:xfrm>
              <a:off x="676275" y="2419350"/>
              <a:ext cx="104966" cy="104966"/>
            </a:xfrm>
            <a:prstGeom prst="rect">
              <a:avLst/>
            </a:prstGeom>
            <a:solidFill>
              <a:srgbClr val="0072B2"/>
            </a:solidFill>
            <a:ln w="0">
              <a:noFill/>
              <a:prstDash val="solid"/>
            </a:ln>
          </p:spPr>
        </p:sp>
        <p:sp>
          <p:nvSpPr>
            <p:cNvPr id="121" name="four:scalar-input:grid-cell:120"/>
            <p:cNvSpPr>
              <a:spLocks noGrp="1"/>
            </p:cNvSpPr>
            <p:nvPr/>
          </p:nvSpPr>
          <p:spPr>
            <a:xfrm>
              <a:off x="781050" y="2419350"/>
              <a:ext cx="104966" cy="104966"/>
            </a:xfrm>
            <a:prstGeom prst="rect">
              <a:avLst/>
            </a:prstGeom>
            <a:solidFill>
              <a:srgbClr val="0072B2"/>
            </a:solidFill>
            <a:ln w="0">
              <a:noFill/>
              <a:prstDash val="solid"/>
            </a:ln>
          </p:spPr>
        </p:sp>
        <p:sp>
          <p:nvSpPr>
            <p:cNvPr id="122" name="four:scalar-input:grid-cell:121"/>
            <p:cNvSpPr>
              <a:spLocks noGrp="1"/>
            </p:cNvSpPr>
            <p:nvPr/>
          </p:nvSpPr>
          <p:spPr>
            <a:xfrm>
              <a:off x="885825" y="2419350"/>
              <a:ext cx="104966" cy="104966"/>
            </a:xfrm>
            <a:prstGeom prst="rect">
              <a:avLst/>
            </a:prstGeom>
            <a:solidFill>
              <a:srgbClr val="0072B2"/>
            </a:solidFill>
            <a:ln w="0">
              <a:noFill/>
              <a:prstDash val="solid"/>
            </a:ln>
          </p:spPr>
        </p:sp>
        <p:sp>
          <p:nvSpPr>
            <p:cNvPr id="123" name="four:scalar-input:grid-cell:122"/>
            <p:cNvSpPr>
              <a:spLocks noGrp="1"/>
            </p:cNvSpPr>
            <p:nvPr/>
          </p:nvSpPr>
          <p:spPr>
            <a:xfrm>
              <a:off x="990600" y="2419350"/>
              <a:ext cx="104966" cy="104966"/>
            </a:xfrm>
            <a:prstGeom prst="rect">
              <a:avLst/>
            </a:prstGeom>
            <a:solidFill>
              <a:srgbClr val="D4B4CC"/>
            </a:solidFill>
            <a:ln w="0">
              <a:noFill/>
              <a:prstDash val="solid"/>
            </a:ln>
          </p:spPr>
        </p:sp>
        <p:sp>
          <p:nvSpPr>
            <p:cNvPr id="124" name="four:scalar-input:grid-cell:123"/>
            <p:cNvSpPr>
              <a:spLocks noGrp="1"/>
            </p:cNvSpPr>
            <p:nvPr/>
          </p:nvSpPr>
          <p:spPr>
            <a:xfrm>
              <a:off x="1095375" y="2419350"/>
              <a:ext cx="104966" cy="104966"/>
            </a:xfrm>
            <a:prstGeom prst="rect">
              <a:avLst/>
            </a:prstGeom>
            <a:solidFill>
              <a:srgbClr val="D4B4CC"/>
            </a:solidFill>
            <a:ln w="0">
              <a:noFill/>
              <a:prstDash val="solid"/>
            </a:ln>
          </p:spPr>
        </p:sp>
        <p:sp>
          <p:nvSpPr>
            <p:cNvPr id="125" name="four:scalar-input:grid-cell:124"/>
            <p:cNvSpPr>
              <a:spLocks noGrp="1"/>
            </p:cNvSpPr>
            <p:nvPr/>
          </p:nvSpPr>
          <p:spPr>
            <a:xfrm>
              <a:off x="1200150" y="2419350"/>
              <a:ext cx="104966" cy="104966"/>
            </a:xfrm>
            <a:prstGeom prst="rect">
              <a:avLst/>
            </a:prstGeom>
            <a:solidFill>
              <a:srgbClr val="CC79A7"/>
            </a:solidFill>
            <a:ln w="0">
              <a:noFill/>
              <a:prstDash val="solid"/>
            </a:ln>
          </p:spPr>
        </p:sp>
        <p:sp>
          <p:nvSpPr>
            <p:cNvPr id="126" name="four:scalar-input:grid-cell:125"/>
            <p:cNvSpPr>
              <a:spLocks noGrp="1"/>
            </p:cNvSpPr>
            <p:nvPr/>
          </p:nvSpPr>
          <p:spPr>
            <a:xfrm>
              <a:off x="1304925" y="2419350"/>
              <a:ext cx="104966" cy="104966"/>
            </a:xfrm>
            <a:prstGeom prst="rect">
              <a:avLst/>
            </a:prstGeom>
            <a:solidFill>
              <a:srgbClr val="CC79A7"/>
            </a:solidFill>
            <a:ln w="0">
              <a:noFill/>
              <a:prstDash val="solid"/>
            </a:ln>
          </p:spPr>
        </p:sp>
        <p:sp>
          <p:nvSpPr>
            <p:cNvPr id="127" name="four:scalar-input:grid-cell:126"/>
            <p:cNvSpPr>
              <a:spLocks noGrp="1"/>
            </p:cNvSpPr>
            <p:nvPr/>
          </p:nvSpPr>
          <p:spPr>
            <a:xfrm>
              <a:off x="1409700" y="2419350"/>
              <a:ext cx="104966" cy="104966"/>
            </a:xfrm>
            <a:prstGeom prst="rect">
              <a:avLst/>
            </a:prstGeom>
            <a:solidFill>
              <a:srgbClr val="CC79A7"/>
            </a:solidFill>
            <a:ln w="0">
              <a:noFill/>
              <a:prstDash val="solid"/>
            </a:ln>
          </p:spPr>
        </p:sp>
        <p:sp>
          <p:nvSpPr>
            <p:cNvPr id="128" name="four:scalar-input:grid-cell:127"/>
            <p:cNvSpPr>
              <a:spLocks noGrp="1"/>
            </p:cNvSpPr>
            <p:nvPr/>
          </p:nvSpPr>
          <p:spPr>
            <a:xfrm>
              <a:off x="1514475" y="2419350"/>
              <a:ext cx="104966" cy="104966"/>
            </a:xfrm>
            <a:prstGeom prst="rect">
              <a:avLst/>
            </a:prstGeom>
            <a:solidFill>
              <a:srgbClr val="CC79A7"/>
            </a:solidFill>
            <a:ln w="0">
              <a:noFill/>
              <a:prstDash val="solid"/>
            </a:ln>
          </p:spPr>
        </p:sp>
        <p:sp>
          <p:nvSpPr>
            <p:cNvPr id="129" name="four:scalar-input:grid-cell:128"/>
            <p:cNvSpPr>
              <a:spLocks noGrp="1"/>
            </p:cNvSpPr>
            <p:nvPr/>
          </p:nvSpPr>
          <p:spPr>
            <a:xfrm>
              <a:off x="1619250" y="2419350"/>
              <a:ext cx="104966" cy="104966"/>
            </a:xfrm>
            <a:prstGeom prst="rect">
              <a:avLst/>
            </a:prstGeom>
            <a:solidFill>
              <a:srgbClr val="CC79A7"/>
            </a:solidFill>
            <a:ln w="0">
              <a:noFill/>
              <a:prstDash val="solid"/>
            </a:ln>
          </p:spPr>
        </p:sp>
        <p:sp>
          <p:nvSpPr>
            <p:cNvPr id="130" name="four:scalar-input:grid-cell:129"/>
            <p:cNvSpPr>
              <a:spLocks noGrp="1"/>
            </p:cNvSpPr>
            <p:nvPr/>
          </p:nvSpPr>
          <p:spPr>
            <a:xfrm>
              <a:off x="1724025" y="2419350"/>
              <a:ext cx="104966" cy="104966"/>
            </a:xfrm>
            <a:prstGeom prst="rect">
              <a:avLst/>
            </a:prstGeom>
            <a:solidFill>
              <a:srgbClr val="CC79A7"/>
            </a:solidFill>
            <a:ln w="0">
              <a:noFill/>
              <a:prstDash val="solid"/>
            </a:ln>
          </p:spPr>
        </p:sp>
        <p:sp>
          <p:nvSpPr>
            <p:cNvPr id="131" name="four:scalar-input:grid-cell:130"/>
            <p:cNvSpPr>
              <a:spLocks noGrp="1"/>
            </p:cNvSpPr>
            <p:nvPr/>
          </p:nvSpPr>
          <p:spPr>
            <a:xfrm>
              <a:off x="1828800" y="2419350"/>
              <a:ext cx="104966" cy="104966"/>
            </a:xfrm>
            <a:prstGeom prst="rect">
              <a:avLst/>
            </a:prstGeom>
            <a:solidFill>
              <a:srgbClr val="CC79A7"/>
            </a:solidFill>
            <a:ln w="0">
              <a:noFill/>
              <a:prstDash val="solid"/>
            </a:ln>
          </p:spPr>
        </p:sp>
        <p:sp>
          <p:nvSpPr>
            <p:cNvPr id="132" name="four:scalar-input:grid-cell:131"/>
            <p:cNvSpPr>
              <a:spLocks noGrp="1"/>
            </p:cNvSpPr>
            <p:nvPr/>
          </p:nvSpPr>
          <p:spPr>
            <a:xfrm>
              <a:off x="1933575" y="2419350"/>
              <a:ext cx="104966" cy="104966"/>
            </a:xfrm>
            <a:prstGeom prst="rect">
              <a:avLst/>
            </a:prstGeom>
            <a:solidFill>
              <a:srgbClr val="CC79A7"/>
            </a:solidFill>
            <a:ln w="0">
              <a:noFill/>
              <a:prstDash val="solid"/>
            </a:ln>
          </p:spPr>
        </p:sp>
        <p:sp>
          <p:nvSpPr>
            <p:cNvPr id="133" name="four:scalar-input:grid-cell:132"/>
            <p:cNvSpPr>
              <a:spLocks noGrp="1"/>
            </p:cNvSpPr>
            <p:nvPr/>
          </p:nvSpPr>
          <p:spPr>
            <a:xfrm>
              <a:off x="2038350" y="2419350"/>
              <a:ext cx="104966" cy="104966"/>
            </a:xfrm>
            <a:prstGeom prst="rect">
              <a:avLst/>
            </a:prstGeom>
            <a:solidFill>
              <a:srgbClr val="CC79A7"/>
            </a:solidFill>
            <a:ln w="0">
              <a:noFill/>
              <a:prstDash val="solid"/>
            </a:ln>
          </p:spPr>
        </p:sp>
        <p:sp>
          <p:nvSpPr>
            <p:cNvPr id="134" name="four:scalar-input:grid-cell:133"/>
            <p:cNvSpPr>
              <a:spLocks noGrp="1"/>
            </p:cNvSpPr>
            <p:nvPr/>
          </p:nvSpPr>
          <p:spPr>
            <a:xfrm>
              <a:off x="2143125" y="2419350"/>
              <a:ext cx="104966" cy="104966"/>
            </a:xfrm>
            <a:prstGeom prst="rect">
              <a:avLst/>
            </a:prstGeom>
            <a:solidFill>
              <a:srgbClr val="CC79A7"/>
            </a:solidFill>
            <a:ln w="0">
              <a:noFill/>
              <a:prstDash val="solid"/>
            </a:ln>
          </p:spPr>
        </p:sp>
        <p:sp>
          <p:nvSpPr>
            <p:cNvPr id="135" name="four:scalar-input:grid-cell:134"/>
            <p:cNvSpPr>
              <a:spLocks noGrp="1"/>
            </p:cNvSpPr>
            <p:nvPr/>
          </p:nvSpPr>
          <p:spPr>
            <a:xfrm>
              <a:off x="2247900" y="2419350"/>
              <a:ext cx="104966" cy="104966"/>
            </a:xfrm>
            <a:prstGeom prst="rect">
              <a:avLst/>
            </a:prstGeom>
            <a:solidFill>
              <a:srgbClr val="CC79A7"/>
            </a:solidFill>
            <a:ln w="0">
              <a:noFill/>
              <a:prstDash val="solid"/>
            </a:ln>
          </p:spPr>
        </p:sp>
        <p:sp>
          <p:nvSpPr>
            <p:cNvPr id="136" name="four:scalar-input:grid-cell:135"/>
            <p:cNvSpPr>
              <a:spLocks noGrp="1"/>
            </p:cNvSpPr>
            <p:nvPr/>
          </p:nvSpPr>
          <p:spPr>
            <a:xfrm>
              <a:off x="2352675" y="2419350"/>
              <a:ext cx="104966" cy="104966"/>
            </a:xfrm>
            <a:prstGeom prst="rect">
              <a:avLst/>
            </a:prstGeom>
            <a:solidFill>
              <a:srgbClr val="D4B4CC"/>
            </a:solidFill>
            <a:ln w="0">
              <a:noFill/>
              <a:prstDash val="solid"/>
            </a:ln>
          </p:spPr>
        </p:sp>
        <p:sp>
          <p:nvSpPr>
            <p:cNvPr id="137" name="four:scalar-input:grid-cell:136"/>
            <p:cNvSpPr>
              <a:spLocks noGrp="1"/>
            </p:cNvSpPr>
            <p:nvPr/>
          </p:nvSpPr>
          <p:spPr>
            <a:xfrm>
              <a:off x="361950" y="2524125"/>
              <a:ext cx="104966" cy="104966"/>
            </a:xfrm>
            <a:prstGeom prst="rect">
              <a:avLst/>
            </a:prstGeom>
            <a:solidFill>
              <a:srgbClr val="D4B4CC"/>
            </a:solidFill>
            <a:ln w="0">
              <a:noFill/>
              <a:prstDash val="solid"/>
            </a:ln>
          </p:spPr>
        </p:sp>
        <p:sp>
          <p:nvSpPr>
            <p:cNvPr id="138" name="four:scalar-input:grid-cell:137"/>
            <p:cNvSpPr>
              <a:spLocks noGrp="1"/>
            </p:cNvSpPr>
            <p:nvPr/>
          </p:nvSpPr>
          <p:spPr>
            <a:xfrm>
              <a:off x="466725" y="2524125"/>
              <a:ext cx="104966" cy="104966"/>
            </a:xfrm>
            <a:prstGeom prst="rect">
              <a:avLst/>
            </a:prstGeom>
            <a:solidFill>
              <a:srgbClr val="0072B2"/>
            </a:solidFill>
            <a:ln w="0">
              <a:noFill/>
              <a:prstDash val="solid"/>
            </a:ln>
          </p:spPr>
        </p:sp>
        <p:sp>
          <p:nvSpPr>
            <p:cNvPr id="139" name="four:scalar-input:grid-cell:138"/>
            <p:cNvSpPr>
              <a:spLocks noGrp="1"/>
            </p:cNvSpPr>
            <p:nvPr/>
          </p:nvSpPr>
          <p:spPr>
            <a:xfrm>
              <a:off x="571500" y="2524125"/>
              <a:ext cx="104966" cy="104966"/>
            </a:xfrm>
            <a:prstGeom prst="rect">
              <a:avLst/>
            </a:prstGeom>
            <a:solidFill>
              <a:srgbClr val="0072B2"/>
            </a:solidFill>
            <a:ln w="0">
              <a:noFill/>
              <a:prstDash val="solid"/>
            </a:ln>
          </p:spPr>
        </p:sp>
        <p:sp>
          <p:nvSpPr>
            <p:cNvPr id="140" name="four:scalar-input:grid-cell:139"/>
            <p:cNvSpPr>
              <a:spLocks noGrp="1"/>
            </p:cNvSpPr>
            <p:nvPr/>
          </p:nvSpPr>
          <p:spPr>
            <a:xfrm>
              <a:off x="676275" y="2524125"/>
              <a:ext cx="104966" cy="104966"/>
            </a:xfrm>
            <a:prstGeom prst="rect">
              <a:avLst/>
            </a:prstGeom>
            <a:solidFill>
              <a:srgbClr val="0072B2"/>
            </a:solidFill>
            <a:ln w="0">
              <a:noFill/>
              <a:prstDash val="solid"/>
            </a:ln>
          </p:spPr>
        </p:sp>
        <p:sp>
          <p:nvSpPr>
            <p:cNvPr id="141" name="four:scalar-input:grid-cell:140"/>
            <p:cNvSpPr>
              <a:spLocks noGrp="1"/>
            </p:cNvSpPr>
            <p:nvPr/>
          </p:nvSpPr>
          <p:spPr>
            <a:xfrm>
              <a:off x="781050" y="2524125"/>
              <a:ext cx="104966" cy="104966"/>
            </a:xfrm>
            <a:prstGeom prst="rect">
              <a:avLst/>
            </a:prstGeom>
            <a:solidFill>
              <a:srgbClr val="0072B2"/>
            </a:solidFill>
            <a:ln w="0">
              <a:noFill/>
              <a:prstDash val="solid"/>
            </a:ln>
          </p:spPr>
        </p:sp>
        <p:sp>
          <p:nvSpPr>
            <p:cNvPr id="142" name="four:scalar-input:grid-cell:141"/>
            <p:cNvSpPr>
              <a:spLocks noGrp="1"/>
            </p:cNvSpPr>
            <p:nvPr/>
          </p:nvSpPr>
          <p:spPr>
            <a:xfrm>
              <a:off x="885825" y="2524125"/>
              <a:ext cx="104966" cy="104966"/>
            </a:xfrm>
            <a:prstGeom prst="rect">
              <a:avLst/>
            </a:prstGeom>
            <a:solidFill>
              <a:srgbClr val="0072B2"/>
            </a:solidFill>
            <a:ln w="0">
              <a:noFill/>
              <a:prstDash val="solid"/>
            </a:ln>
          </p:spPr>
        </p:sp>
        <p:sp>
          <p:nvSpPr>
            <p:cNvPr id="143" name="four:scalar-input:grid-cell:142"/>
            <p:cNvSpPr>
              <a:spLocks noGrp="1"/>
            </p:cNvSpPr>
            <p:nvPr/>
          </p:nvSpPr>
          <p:spPr>
            <a:xfrm>
              <a:off x="990600" y="2524125"/>
              <a:ext cx="104966" cy="104966"/>
            </a:xfrm>
            <a:prstGeom prst="rect">
              <a:avLst/>
            </a:prstGeom>
            <a:solidFill>
              <a:srgbClr val="0072B2"/>
            </a:solidFill>
            <a:ln w="0">
              <a:noFill/>
              <a:prstDash val="solid"/>
            </a:ln>
          </p:spPr>
        </p:sp>
        <p:sp>
          <p:nvSpPr>
            <p:cNvPr id="144" name="four:scalar-input:grid-cell:143"/>
            <p:cNvSpPr>
              <a:spLocks noGrp="1"/>
            </p:cNvSpPr>
            <p:nvPr/>
          </p:nvSpPr>
          <p:spPr>
            <a:xfrm>
              <a:off x="1095375" y="2524125"/>
              <a:ext cx="104966" cy="104966"/>
            </a:xfrm>
            <a:prstGeom prst="rect">
              <a:avLst/>
            </a:prstGeom>
            <a:solidFill>
              <a:srgbClr val="D4B4CC"/>
            </a:solidFill>
            <a:ln w="0">
              <a:noFill/>
              <a:prstDash val="solid"/>
            </a:ln>
          </p:spPr>
        </p:sp>
        <p:sp>
          <p:nvSpPr>
            <p:cNvPr id="145" name="four:scalar-input:grid-cell:144"/>
            <p:cNvSpPr>
              <a:spLocks noGrp="1"/>
            </p:cNvSpPr>
            <p:nvPr/>
          </p:nvSpPr>
          <p:spPr>
            <a:xfrm>
              <a:off x="1200150" y="2524125"/>
              <a:ext cx="104966" cy="104966"/>
            </a:xfrm>
            <a:prstGeom prst="rect">
              <a:avLst/>
            </a:prstGeom>
            <a:solidFill>
              <a:srgbClr val="CC79A7"/>
            </a:solidFill>
            <a:ln w="0">
              <a:noFill/>
              <a:prstDash val="solid"/>
            </a:ln>
          </p:spPr>
        </p:sp>
        <p:sp>
          <p:nvSpPr>
            <p:cNvPr id="146" name="four:scalar-input:grid-cell:145"/>
            <p:cNvSpPr>
              <a:spLocks noGrp="1"/>
            </p:cNvSpPr>
            <p:nvPr/>
          </p:nvSpPr>
          <p:spPr>
            <a:xfrm>
              <a:off x="1304925" y="2524125"/>
              <a:ext cx="104966" cy="104966"/>
            </a:xfrm>
            <a:prstGeom prst="rect">
              <a:avLst/>
            </a:prstGeom>
            <a:solidFill>
              <a:srgbClr val="CC79A7"/>
            </a:solidFill>
            <a:ln w="0">
              <a:noFill/>
              <a:prstDash val="solid"/>
            </a:ln>
          </p:spPr>
        </p:sp>
        <p:sp>
          <p:nvSpPr>
            <p:cNvPr id="147" name="four:scalar-input:grid-cell:146"/>
            <p:cNvSpPr>
              <a:spLocks noGrp="1"/>
            </p:cNvSpPr>
            <p:nvPr/>
          </p:nvSpPr>
          <p:spPr>
            <a:xfrm>
              <a:off x="1409700" y="2524125"/>
              <a:ext cx="104966" cy="104966"/>
            </a:xfrm>
            <a:prstGeom prst="rect">
              <a:avLst/>
            </a:prstGeom>
            <a:solidFill>
              <a:srgbClr val="CC79A7"/>
            </a:solidFill>
            <a:ln w="0">
              <a:noFill/>
              <a:prstDash val="solid"/>
            </a:ln>
          </p:spPr>
        </p:sp>
        <p:sp>
          <p:nvSpPr>
            <p:cNvPr id="148" name="four:scalar-input:grid-cell:147"/>
            <p:cNvSpPr>
              <a:spLocks noGrp="1"/>
            </p:cNvSpPr>
            <p:nvPr/>
          </p:nvSpPr>
          <p:spPr>
            <a:xfrm>
              <a:off x="1514475" y="2524125"/>
              <a:ext cx="104966" cy="104966"/>
            </a:xfrm>
            <a:prstGeom prst="rect">
              <a:avLst/>
            </a:prstGeom>
            <a:solidFill>
              <a:srgbClr val="CC79A7"/>
            </a:solidFill>
            <a:ln w="0">
              <a:noFill/>
              <a:prstDash val="solid"/>
            </a:ln>
          </p:spPr>
        </p:sp>
        <p:sp>
          <p:nvSpPr>
            <p:cNvPr id="149" name="four:scalar-input:grid-cell:148"/>
            <p:cNvSpPr>
              <a:spLocks noGrp="1"/>
            </p:cNvSpPr>
            <p:nvPr/>
          </p:nvSpPr>
          <p:spPr>
            <a:xfrm>
              <a:off x="1619250" y="2524125"/>
              <a:ext cx="104966" cy="104966"/>
            </a:xfrm>
            <a:prstGeom prst="rect">
              <a:avLst/>
            </a:prstGeom>
            <a:solidFill>
              <a:srgbClr val="CC79A7"/>
            </a:solidFill>
            <a:ln w="0">
              <a:noFill/>
              <a:prstDash val="solid"/>
            </a:ln>
          </p:spPr>
        </p:sp>
        <p:sp>
          <p:nvSpPr>
            <p:cNvPr id="150" name="four:scalar-input:grid-cell:149"/>
            <p:cNvSpPr>
              <a:spLocks noGrp="1"/>
            </p:cNvSpPr>
            <p:nvPr/>
          </p:nvSpPr>
          <p:spPr>
            <a:xfrm>
              <a:off x="1724025" y="2524125"/>
              <a:ext cx="104966" cy="104966"/>
            </a:xfrm>
            <a:prstGeom prst="rect">
              <a:avLst/>
            </a:prstGeom>
            <a:solidFill>
              <a:srgbClr val="CC79A7"/>
            </a:solidFill>
            <a:ln w="0">
              <a:noFill/>
              <a:prstDash val="solid"/>
            </a:ln>
          </p:spPr>
        </p:sp>
        <p:sp>
          <p:nvSpPr>
            <p:cNvPr id="151" name="four:scalar-input:grid-cell:150"/>
            <p:cNvSpPr>
              <a:spLocks noGrp="1"/>
            </p:cNvSpPr>
            <p:nvPr/>
          </p:nvSpPr>
          <p:spPr>
            <a:xfrm>
              <a:off x="1828800" y="2524125"/>
              <a:ext cx="104966" cy="104966"/>
            </a:xfrm>
            <a:prstGeom prst="rect">
              <a:avLst/>
            </a:prstGeom>
            <a:solidFill>
              <a:srgbClr val="CC79A7"/>
            </a:solidFill>
            <a:ln w="0">
              <a:noFill/>
              <a:prstDash val="solid"/>
            </a:ln>
          </p:spPr>
        </p:sp>
        <p:sp>
          <p:nvSpPr>
            <p:cNvPr id="152" name="four:scalar-input:grid-cell:151"/>
            <p:cNvSpPr>
              <a:spLocks noGrp="1"/>
            </p:cNvSpPr>
            <p:nvPr/>
          </p:nvSpPr>
          <p:spPr>
            <a:xfrm>
              <a:off x="1933575" y="2524125"/>
              <a:ext cx="104966" cy="104966"/>
            </a:xfrm>
            <a:prstGeom prst="rect">
              <a:avLst/>
            </a:prstGeom>
            <a:solidFill>
              <a:srgbClr val="CC79A7"/>
            </a:solidFill>
            <a:ln w="0">
              <a:noFill/>
              <a:prstDash val="solid"/>
            </a:ln>
          </p:spPr>
        </p:sp>
        <p:sp>
          <p:nvSpPr>
            <p:cNvPr id="153" name="four:scalar-input:grid-cell:152"/>
            <p:cNvSpPr>
              <a:spLocks noGrp="1"/>
            </p:cNvSpPr>
            <p:nvPr/>
          </p:nvSpPr>
          <p:spPr>
            <a:xfrm>
              <a:off x="2038350" y="2524125"/>
              <a:ext cx="104966" cy="104966"/>
            </a:xfrm>
            <a:prstGeom prst="rect">
              <a:avLst/>
            </a:prstGeom>
            <a:solidFill>
              <a:srgbClr val="CC79A7"/>
            </a:solidFill>
            <a:ln w="0">
              <a:noFill/>
              <a:prstDash val="solid"/>
            </a:ln>
          </p:spPr>
        </p:sp>
        <p:sp>
          <p:nvSpPr>
            <p:cNvPr id="154" name="four:scalar-input:grid-cell:153"/>
            <p:cNvSpPr>
              <a:spLocks noGrp="1"/>
            </p:cNvSpPr>
            <p:nvPr/>
          </p:nvSpPr>
          <p:spPr>
            <a:xfrm>
              <a:off x="2143125" y="2524125"/>
              <a:ext cx="104966" cy="104966"/>
            </a:xfrm>
            <a:prstGeom prst="rect">
              <a:avLst/>
            </a:prstGeom>
            <a:solidFill>
              <a:srgbClr val="CC79A7"/>
            </a:solidFill>
            <a:ln w="0">
              <a:noFill/>
              <a:prstDash val="solid"/>
            </a:ln>
          </p:spPr>
        </p:sp>
        <p:sp>
          <p:nvSpPr>
            <p:cNvPr id="155" name="four:scalar-input:grid-cell:154"/>
            <p:cNvSpPr>
              <a:spLocks noGrp="1"/>
            </p:cNvSpPr>
            <p:nvPr/>
          </p:nvSpPr>
          <p:spPr>
            <a:xfrm>
              <a:off x="2247900" y="2524125"/>
              <a:ext cx="104966" cy="104966"/>
            </a:xfrm>
            <a:prstGeom prst="rect">
              <a:avLst/>
            </a:prstGeom>
            <a:solidFill>
              <a:srgbClr val="CC79A7"/>
            </a:solidFill>
            <a:ln w="0">
              <a:noFill/>
              <a:prstDash val="solid"/>
            </a:ln>
          </p:spPr>
        </p:sp>
        <p:sp>
          <p:nvSpPr>
            <p:cNvPr id="156" name="four:scalar-input:grid-cell:155"/>
            <p:cNvSpPr>
              <a:spLocks noGrp="1"/>
            </p:cNvSpPr>
            <p:nvPr/>
          </p:nvSpPr>
          <p:spPr>
            <a:xfrm>
              <a:off x="2352675" y="2524125"/>
              <a:ext cx="104966" cy="104966"/>
            </a:xfrm>
            <a:prstGeom prst="rect">
              <a:avLst/>
            </a:prstGeom>
            <a:solidFill>
              <a:srgbClr val="D4B4CC"/>
            </a:solidFill>
            <a:ln w="0">
              <a:noFill/>
              <a:prstDash val="solid"/>
            </a:ln>
          </p:spPr>
        </p:sp>
        <p:sp>
          <p:nvSpPr>
            <p:cNvPr id="157" name="four:scalar-input:grid-cell:156"/>
            <p:cNvSpPr>
              <a:spLocks noGrp="1"/>
            </p:cNvSpPr>
            <p:nvPr/>
          </p:nvSpPr>
          <p:spPr>
            <a:xfrm>
              <a:off x="361950" y="2628900"/>
              <a:ext cx="104966" cy="104966"/>
            </a:xfrm>
            <a:prstGeom prst="rect">
              <a:avLst/>
            </a:prstGeom>
            <a:solidFill>
              <a:srgbClr val="0072B2"/>
            </a:solidFill>
            <a:ln w="0">
              <a:noFill/>
              <a:prstDash val="solid"/>
            </a:ln>
          </p:spPr>
        </p:sp>
        <p:sp>
          <p:nvSpPr>
            <p:cNvPr id="158" name="four:scalar-input:grid-cell:157"/>
            <p:cNvSpPr>
              <a:spLocks noGrp="1"/>
            </p:cNvSpPr>
            <p:nvPr/>
          </p:nvSpPr>
          <p:spPr>
            <a:xfrm>
              <a:off x="466725" y="2628900"/>
              <a:ext cx="104966" cy="104966"/>
            </a:xfrm>
            <a:prstGeom prst="rect">
              <a:avLst/>
            </a:prstGeom>
            <a:solidFill>
              <a:srgbClr val="0072B2"/>
            </a:solidFill>
            <a:ln w="0">
              <a:noFill/>
              <a:prstDash val="solid"/>
            </a:ln>
          </p:spPr>
        </p:sp>
        <p:sp>
          <p:nvSpPr>
            <p:cNvPr id="159" name="four:scalar-input:grid-cell:158"/>
            <p:cNvSpPr>
              <a:spLocks noGrp="1"/>
            </p:cNvSpPr>
            <p:nvPr/>
          </p:nvSpPr>
          <p:spPr>
            <a:xfrm>
              <a:off x="571500" y="2628900"/>
              <a:ext cx="104966" cy="104966"/>
            </a:xfrm>
            <a:prstGeom prst="rect">
              <a:avLst/>
            </a:prstGeom>
            <a:solidFill>
              <a:srgbClr val="0072B2"/>
            </a:solidFill>
            <a:ln w="0">
              <a:noFill/>
              <a:prstDash val="solid"/>
            </a:ln>
          </p:spPr>
        </p:sp>
        <p:sp>
          <p:nvSpPr>
            <p:cNvPr id="160" name="four:scalar-input:grid-cell:159"/>
            <p:cNvSpPr>
              <a:spLocks noGrp="1"/>
            </p:cNvSpPr>
            <p:nvPr/>
          </p:nvSpPr>
          <p:spPr>
            <a:xfrm>
              <a:off x="676275" y="2628900"/>
              <a:ext cx="104966" cy="104966"/>
            </a:xfrm>
            <a:prstGeom prst="rect">
              <a:avLst/>
            </a:prstGeom>
            <a:solidFill>
              <a:srgbClr val="0072B2"/>
            </a:solidFill>
            <a:ln w="0">
              <a:noFill/>
              <a:prstDash val="solid"/>
            </a:ln>
          </p:spPr>
        </p:sp>
        <p:sp>
          <p:nvSpPr>
            <p:cNvPr id="161" name="four:scalar-input:grid-cell:160"/>
            <p:cNvSpPr>
              <a:spLocks noGrp="1"/>
            </p:cNvSpPr>
            <p:nvPr/>
          </p:nvSpPr>
          <p:spPr>
            <a:xfrm>
              <a:off x="781050" y="2628900"/>
              <a:ext cx="104966" cy="104966"/>
            </a:xfrm>
            <a:prstGeom prst="rect">
              <a:avLst/>
            </a:prstGeom>
            <a:solidFill>
              <a:srgbClr val="0072B2"/>
            </a:solidFill>
            <a:ln w="0">
              <a:noFill/>
              <a:prstDash val="solid"/>
            </a:ln>
          </p:spPr>
        </p:sp>
        <p:sp>
          <p:nvSpPr>
            <p:cNvPr id="162" name="four:scalar-input:grid-cell:161"/>
            <p:cNvSpPr>
              <a:spLocks noGrp="1"/>
            </p:cNvSpPr>
            <p:nvPr/>
          </p:nvSpPr>
          <p:spPr>
            <a:xfrm>
              <a:off x="885825" y="2628900"/>
              <a:ext cx="104966" cy="104966"/>
            </a:xfrm>
            <a:prstGeom prst="rect">
              <a:avLst/>
            </a:prstGeom>
            <a:solidFill>
              <a:srgbClr val="0072B2"/>
            </a:solidFill>
            <a:ln w="0">
              <a:noFill/>
              <a:prstDash val="solid"/>
            </a:ln>
          </p:spPr>
        </p:sp>
        <p:sp>
          <p:nvSpPr>
            <p:cNvPr id="163" name="four:scalar-input:grid-cell:162"/>
            <p:cNvSpPr>
              <a:spLocks noGrp="1"/>
            </p:cNvSpPr>
            <p:nvPr/>
          </p:nvSpPr>
          <p:spPr>
            <a:xfrm>
              <a:off x="990600" y="2628900"/>
              <a:ext cx="104966" cy="104966"/>
            </a:xfrm>
            <a:prstGeom prst="rect">
              <a:avLst/>
            </a:prstGeom>
            <a:solidFill>
              <a:srgbClr val="0072B2"/>
            </a:solidFill>
            <a:ln w="0">
              <a:noFill/>
              <a:prstDash val="solid"/>
            </a:ln>
          </p:spPr>
        </p:sp>
        <p:sp>
          <p:nvSpPr>
            <p:cNvPr id="164" name="four:scalar-input:grid-cell:163"/>
            <p:cNvSpPr>
              <a:spLocks noGrp="1"/>
            </p:cNvSpPr>
            <p:nvPr/>
          </p:nvSpPr>
          <p:spPr>
            <a:xfrm>
              <a:off x="1095375" y="2628900"/>
              <a:ext cx="104966" cy="104966"/>
            </a:xfrm>
            <a:prstGeom prst="rect">
              <a:avLst/>
            </a:prstGeom>
            <a:solidFill>
              <a:srgbClr val="0072B2"/>
            </a:solidFill>
            <a:ln w="0">
              <a:noFill/>
              <a:prstDash val="solid"/>
            </a:ln>
          </p:spPr>
        </p:sp>
        <p:sp>
          <p:nvSpPr>
            <p:cNvPr id="165" name="four:scalar-input:grid-cell:164"/>
            <p:cNvSpPr>
              <a:spLocks noGrp="1"/>
            </p:cNvSpPr>
            <p:nvPr/>
          </p:nvSpPr>
          <p:spPr>
            <a:xfrm>
              <a:off x="1200150" y="2628900"/>
              <a:ext cx="104966" cy="104966"/>
            </a:xfrm>
            <a:prstGeom prst="rect">
              <a:avLst/>
            </a:prstGeom>
            <a:solidFill>
              <a:srgbClr val="D4B4CC"/>
            </a:solidFill>
            <a:ln w="0">
              <a:noFill/>
              <a:prstDash val="solid"/>
            </a:ln>
          </p:spPr>
        </p:sp>
        <p:sp>
          <p:nvSpPr>
            <p:cNvPr id="166" name="four:scalar-input:grid-cell:165"/>
            <p:cNvSpPr>
              <a:spLocks noGrp="1"/>
            </p:cNvSpPr>
            <p:nvPr/>
          </p:nvSpPr>
          <p:spPr>
            <a:xfrm>
              <a:off x="1304925" y="2628900"/>
              <a:ext cx="104966" cy="104966"/>
            </a:xfrm>
            <a:prstGeom prst="rect">
              <a:avLst/>
            </a:prstGeom>
            <a:solidFill>
              <a:srgbClr val="CC79A7"/>
            </a:solidFill>
            <a:ln w="0">
              <a:noFill/>
              <a:prstDash val="solid"/>
            </a:ln>
          </p:spPr>
        </p:sp>
        <p:sp>
          <p:nvSpPr>
            <p:cNvPr id="167" name="four:scalar-input:grid-cell:166"/>
            <p:cNvSpPr>
              <a:spLocks noGrp="1"/>
            </p:cNvSpPr>
            <p:nvPr/>
          </p:nvSpPr>
          <p:spPr>
            <a:xfrm>
              <a:off x="1409700" y="2628900"/>
              <a:ext cx="104966" cy="104966"/>
            </a:xfrm>
            <a:prstGeom prst="rect">
              <a:avLst/>
            </a:prstGeom>
            <a:solidFill>
              <a:srgbClr val="CC79A7"/>
            </a:solidFill>
            <a:ln w="0">
              <a:noFill/>
              <a:prstDash val="solid"/>
            </a:ln>
          </p:spPr>
        </p:sp>
        <p:sp>
          <p:nvSpPr>
            <p:cNvPr id="168" name="four:scalar-input:grid-cell:167"/>
            <p:cNvSpPr>
              <a:spLocks noGrp="1"/>
            </p:cNvSpPr>
            <p:nvPr/>
          </p:nvSpPr>
          <p:spPr>
            <a:xfrm>
              <a:off x="1514475" y="2628900"/>
              <a:ext cx="104966" cy="104966"/>
            </a:xfrm>
            <a:prstGeom prst="rect">
              <a:avLst/>
            </a:prstGeom>
            <a:solidFill>
              <a:srgbClr val="CC79A7"/>
            </a:solidFill>
            <a:ln w="0">
              <a:noFill/>
              <a:prstDash val="solid"/>
            </a:ln>
          </p:spPr>
        </p:sp>
        <p:sp>
          <p:nvSpPr>
            <p:cNvPr id="169" name="four:scalar-input:grid-cell:168"/>
            <p:cNvSpPr>
              <a:spLocks noGrp="1"/>
            </p:cNvSpPr>
            <p:nvPr/>
          </p:nvSpPr>
          <p:spPr>
            <a:xfrm>
              <a:off x="1619250" y="2628900"/>
              <a:ext cx="104966" cy="104966"/>
            </a:xfrm>
            <a:prstGeom prst="rect">
              <a:avLst/>
            </a:prstGeom>
            <a:solidFill>
              <a:srgbClr val="CC79A7"/>
            </a:solidFill>
            <a:ln w="0">
              <a:noFill/>
              <a:prstDash val="solid"/>
            </a:ln>
          </p:spPr>
        </p:sp>
        <p:sp>
          <p:nvSpPr>
            <p:cNvPr id="170" name="four:scalar-input:grid-cell:169"/>
            <p:cNvSpPr>
              <a:spLocks noGrp="1"/>
            </p:cNvSpPr>
            <p:nvPr/>
          </p:nvSpPr>
          <p:spPr>
            <a:xfrm>
              <a:off x="1724025" y="2628900"/>
              <a:ext cx="104966" cy="104966"/>
            </a:xfrm>
            <a:prstGeom prst="rect">
              <a:avLst/>
            </a:prstGeom>
            <a:solidFill>
              <a:srgbClr val="CC79A7"/>
            </a:solidFill>
            <a:ln w="0">
              <a:noFill/>
              <a:prstDash val="solid"/>
            </a:ln>
          </p:spPr>
        </p:sp>
        <p:sp>
          <p:nvSpPr>
            <p:cNvPr id="171" name="four:scalar-input:grid-cell:170"/>
            <p:cNvSpPr>
              <a:spLocks noGrp="1"/>
            </p:cNvSpPr>
            <p:nvPr/>
          </p:nvSpPr>
          <p:spPr>
            <a:xfrm>
              <a:off x="1828800" y="2628900"/>
              <a:ext cx="104966" cy="104966"/>
            </a:xfrm>
            <a:prstGeom prst="rect">
              <a:avLst/>
            </a:prstGeom>
            <a:solidFill>
              <a:srgbClr val="CC79A7"/>
            </a:solidFill>
            <a:ln w="0">
              <a:noFill/>
              <a:prstDash val="solid"/>
            </a:ln>
          </p:spPr>
        </p:sp>
        <p:sp>
          <p:nvSpPr>
            <p:cNvPr id="172" name="four:scalar-input:grid-cell:171"/>
            <p:cNvSpPr>
              <a:spLocks noGrp="1"/>
            </p:cNvSpPr>
            <p:nvPr/>
          </p:nvSpPr>
          <p:spPr>
            <a:xfrm>
              <a:off x="1933575" y="2628900"/>
              <a:ext cx="104966" cy="104966"/>
            </a:xfrm>
            <a:prstGeom prst="rect">
              <a:avLst/>
            </a:prstGeom>
            <a:solidFill>
              <a:srgbClr val="CC79A7"/>
            </a:solidFill>
            <a:ln w="0">
              <a:noFill/>
              <a:prstDash val="solid"/>
            </a:ln>
          </p:spPr>
        </p:sp>
        <p:sp>
          <p:nvSpPr>
            <p:cNvPr id="173" name="four:scalar-input:grid-cell:172"/>
            <p:cNvSpPr>
              <a:spLocks noGrp="1"/>
            </p:cNvSpPr>
            <p:nvPr/>
          </p:nvSpPr>
          <p:spPr>
            <a:xfrm>
              <a:off x="2038350" y="2628900"/>
              <a:ext cx="104966" cy="104966"/>
            </a:xfrm>
            <a:prstGeom prst="rect">
              <a:avLst/>
            </a:prstGeom>
            <a:solidFill>
              <a:srgbClr val="D4B4CC"/>
            </a:solidFill>
            <a:ln w="0">
              <a:noFill/>
              <a:prstDash val="solid"/>
            </a:ln>
          </p:spPr>
        </p:sp>
        <p:sp>
          <p:nvSpPr>
            <p:cNvPr id="174" name="four:scalar-input:grid-cell:173"/>
            <p:cNvSpPr>
              <a:spLocks noGrp="1"/>
            </p:cNvSpPr>
            <p:nvPr/>
          </p:nvSpPr>
          <p:spPr>
            <a:xfrm>
              <a:off x="2143125" y="2628900"/>
              <a:ext cx="104966" cy="104966"/>
            </a:xfrm>
            <a:prstGeom prst="rect">
              <a:avLst/>
            </a:prstGeom>
            <a:solidFill>
              <a:srgbClr val="D4B4CC"/>
            </a:solidFill>
            <a:ln w="0">
              <a:noFill/>
              <a:prstDash val="solid"/>
            </a:ln>
          </p:spPr>
        </p:sp>
        <p:sp>
          <p:nvSpPr>
            <p:cNvPr id="175" name="four:scalar-input:grid-cell:174"/>
            <p:cNvSpPr>
              <a:spLocks noGrp="1"/>
            </p:cNvSpPr>
            <p:nvPr/>
          </p:nvSpPr>
          <p:spPr>
            <a:xfrm>
              <a:off x="2247900" y="2628900"/>
              <a:ext cx="104966" cy="104966"/>
            </a:xfrm>
            <a:prstGeom prst="rect">
              <a:avLst/>
            </a:prstGeom>
            <a:solidFill>
              <a:srgbClr val="D4B4CC"/>
            </a:solidFill>
            <a:ln w="0">
              <a:noFill/>
              <a:prstDash val="solid"/>
            </a:ln>
          </p:spPr>
        </p:sp>
        <p:sp>
          <p:nvSpPr>
            <p:cNvPr id="176" name="four:scalar-input:grid-cell:175"/>
            <p:cNvSpPr>
              <a:spLocks noGrp="1"/>
            </p:cNvSpPr>
            <p:nvPr/>
          </p:nvSpPr>
          <p:spPr>
            <a:xfrm>
              <a:off x="2352675" y="2628900"/>
              <a:ext cx="104966" cy="104966"/>
            </a:xfrm>
            <a:prstGeom prst="rect">
              <a:avLst/>
            </a:prstGeom>
            <a:solidFill>
              <a:srgbClr val="D4B4CC"/>
            </a:solidFill>
            <a:ln w="0">
              <a:noFill/>
              <a:prstDash val="solid"/>
            </a:ln>
          </p:spPr>
        </p:sp>
        <p:sp>
          <p:nvSpPr>
            <p:cNvPr id="177" name="four:scalar-input:grid-cell:176"/>
            <p:cNvSpPr>
              <a:spLocks noGrp="1"/>
            </p:cNvSpPr>
            <p:nvPr/>
          </p:nvSpPr>
          <p:spPr>
            <a:xfrm>
              <a:off x="361950" y="2733675"/>
              <a:ext cx="104966" cy="104966"/>
            </a:xfrm>
            <a:prstGeom prst="rect">
              <a:avLst/>
            </a:prstGeom>
            <a:solidFill>
              <a:srgbClr val="0072B2"/>
            </a:solidFill>
            <a:ln w="0">
              <a:noFill/>
              <a:prstDash val="solid"/>
            </a:ln>
          </p:spPr>
        </p:sp>
        <p:sp>
          <p:nvSpPr>
            <p:cNvPr id="178" name="four:scalar-input:grid-cell:177"/>
            <p:cNvSpPr>
              <a:spLocks noGrp="1"/>
            </p:cNvSpPr>
            <p:nvPr/>
          </p:nvSpPr>
          <p:spPr>
            <a:xfrm>
              <a:off x="466725" y="2733675"/>
              <a:ext cx="104966" cy="104966"/>
            </a:xfrm>
            <a:prstGeom prst="rect">
              <a:avLst/>
            </a:prstGeom>
            <a:solidFill>
              <a:srgbClr val="0072B2"/>
            </a:solidFill>
            <a:ln w="0">
              <a:noFill/>
              <a:prstDash val="solid"/>
            </a:ln>
          </p:spPr>
        </p:sp>
        <p:sp>
          <p:nvSpPr>
            <p:cNvPr id="179" name="four:scalar-input:grid-cell:178"/>
            <p:cNvSpPr>
              <a:spLocks noGrp="1"/>
            </p:cNvSpPr>
            <p:nvPr/>
          </p:nvSpPr>
          <p:spPr>
            <a:xfrm>
              <a:off x="571500" y="2733675"/>
              <a:ext cx="104966" cy="104966"/>
            </a:xfrm>
            <a:prstGeom prst="rect">
              <a:avLst/>
            </a:prstGeom>
            <a:solidFill>
              <a:srgbClr val="0072B2"/>
            </a:solidFill>
            <a:ln w="0">
              <a:noFill/>
              <a:prstDash val="solid"/>
            </a:ln>
          </p:spPr>
        </p:sp>
        <p:sp>
          <p:nvSpPr>
            <p:cNvPr id="180" name="four:scalar-input:grid-cell:179"/>
            <p:cNvSpPr>
              <a:spLocks noGrp="1"/>
            </p:cNvSpPr>
            <p:nvPr/>
          </p:nvSpPr>
          <p:spPr>
            <a:xfrm>
              <a:off x="676275" y="2733675"/>
              <a:ext cx="104966" cy="104966"/>
            </a:xfrm>
            <a:prstGeom prst="rect">
              <a:avLst/>
            </a:prstGeom>
            <a:solidFill>
              <a:srgbClr val="0072B2"/>
            </a:solidFill>
            <a:ln w="0">
              <a:noFill/>
              <a:prstDash val="solid"/>
            </a:ln>
          </p:spPr>
        </p:sp>
        <p:sp>
          <p:nvSpPr>
            <p:cNvPr id="181" name="four:scalar-input:grid-cell:180"/>
            <p:cNvSpPr>
              <a:spLocks noGrp="1"/>
            </p:cNvSpPr>
            <p:nvPr/>
          </p:nvSpPr>
          <p:spPr>
            <a:xfrm>
              <a:off x="781050" y="2733675"/>
              <a:ext cx="104966" cy="104966"/>
            </a:xfrm>
            <a:prstGeom prst="rect">
              <a:avLst/>
            </a:prstGeom>
            <a:solidFill>
              <a:srgbClr val="0072B2"/>
            </a:solidFill>
            <a:ln w="0">
              <a:noFill/>
              <a:prstDash val="solid"/>
            </a:ln>
          </p:spPr>
        </p:sp>
        <p:sp>
          <p:nvSpPr>
            <p:cNvPr id="182" name="four:scalar-input:grid-cell:181"/>
            <p:cNvSpPr>
              <a:spLocks noGrp="1"/>
            </p:cNvSpPr>
            <p:nvPr/>
          </p:nvSpPr>
          <p:spPr>
            <a:xfrm>
              <a:off x="885825" y="2733675"/>
              <a:ext cx="104966" cy="104966"/>
            </a:xfrm>
            <a:prstGeom prst="rect">
              <a:avLst/>
            </a:prstGeom>
            <a:solidFill>
              <a:srgbClr val="0072B2"/>
            </a:solidFill>
            <a:ln w="0">
              <a:noFill/>
              <a:prstDash val="solid"/>
            </a:ln>
          </p:spPr>
        </p:sp>
        <p:sp>
          <p:nvSpPr>
            <p:cNvPr id="183" name="four:scalar-input:grid-cell:182"/>
            <p:cNvSpPr>
              <a:spLocks noGrp="1"/>
            </p:cNvSpPr>
            <p:nvPr/>
          </p:nvSpPr>
          <p:spPr>
            <a:xfrm>
              <a:off x="990600" y="2733675"/>
              <a:ext cx="104966" cy="104966"/>
            </a:xfrm>
            <a:prstGeom prst="rect">
              <a:avLst/>
            </a:prstGeom>
            <a:solidFill>
              <a:srgbClr val="0072B2"/>
            </a:solidFill>
            <a:ln w="0">
              <a:noFill/>
              <a:prstDash val="solid"/>
            </a:ln>
          </p:spPr>
        </p:sp>
        <p:sp>
          <p:nvSpPr>
            <p:cNvPr id="184" name="four:scalar-input:grid-cell:183"/>
            <p:cNvSpPr>
              <a:spLocks noGrp="1"/>
            </p:cNvSpPr>
            <p:nvPr/>
          </p:nvSpPr>
          <p:spPr>
            <a:xfrm>
              <a:off x="1095375" y="2733675"/>
              <a:ext cx="104966" cy="104966"/>
            </a:xfrm>
            <a:prstGeom prst="rect">
              <a:avLst/>
            </a:prstGeom>
            <a:solidFill>
              <a:srgbClr val="0072B2"/>
            </a:solidFill>
            <a:ln w="0">
              <a:noFill/>
              <a:prstDash val="solid"/>
            </a:ln>
          </p:spPr>
        </p:sp>
        <p:sp>
          <p:nvSpPr>
            <p:cNvPr id="185" name="four:scalar-input:grid-cell:184"/>
            <p:cNvSpPr>
              <a:spLocks noGrp="1"/>
            </p:cNvSpPr>
            <p:nvPr/>
          </p:nvSpPr>
          <p:spPr>
            <a:xfrm>
              <a:off x="1200150" y="2733675"/>
              <a:ext cx="104966" cy="104966"/>
            </a:xfrm>
            <a:prstGeom prst="rect">
              <a:avLst/>
            </a:prstGeom>
            <a:solidFill>
              <a:srgbClr val="D4B4CC"/>
            </a:solidFill>
            <a:ln w="0">
              <a:noFill/>
              <a:prstDash val="solid"/>
            </a:ln>
          </p:spPr>
        </p:sp>
        <p:sp>
          <p:nvSpPr>
            <p:cNvPr id="186" name="four:scalar-input:grid-cell:185"/>
            <p:cNvSpPr>
              <a:spLocks noGrp="1"/>
            </p:cNvSpPr>
            <p:nvPr/>
          </p:nvSpPr>
          <p:spPr>
            <a:xfrm>
              <a:off x="1304925" y="2733675"/>
              <a:ext cx="104966" cy="104966"/>
            </a:xfrm>
            <a:prstGeom prst="rect">
              <a:avLst/>
            </a:prstGeom>
            <a:solidFill>
              <a:srgbClr val="D4B4CC"/>
            </a:solidFill>
            <a:ln w="0">
              <a:noFill/>
              <a:prstDash val="solid"/>
            </a:ln>
          </p:spPr>
        </p:sp>
        <p:sp>
          <p:nvSpPr>
            <p:cNvPr id="187" name="four:scalar-input:grid-cell:186"/>
            <p:cNvSpPr>
              <a:spLocks noGrp="1"/>
            </p:cNvSpPr>
            <p:nvPr/>
          </p:nvSpPr>
          <p:spPr>
            <a:xfrm>
              <a:off x="1409700" y="2733675"/>
              <a:ext cx="104966" cy="104966"/>
            </a:xfrm>
            <a:prstGeom prst="rect">
              <a:avLst/>
            </a:prstGeom>
            <a:solidFill>
              <a:srgbClr val="D4B4CC"/>
            </a:solidFill>
            <a:ln w="0">
              <a:noFill/>
              <a:prstDash val="solid"/>
            </a:ln>
          </p:spPr>
        </p:sp>
        <p:sp>
          <p:nvSpPr>
            <p:cNvPr id="188" name="four:scalar-input:grid-cell:187"/>
            <p:cNvSpPr>
              <a:spLocks noGrp="1"/>
            </p:cNvSpPr>
            <p:nvPr/>
          </p:nvSpPr>
          <p:spPr>
            <a:xfrm>
              <a:off x="1514475" y="2733675"/>
              <a:ext cx="104966" cy="104966"/>
            </a:xfrm>
            <a:prstGeom prst="rect">
              <a:avLst/>
            </a:prstGeom>
            <a:solidFill>
              <a:srgbClr val="D4B4CC"/>
            </a:solidFill>
            <a:ln w="0">
              <a:noFill/>
              <a:prstDash val="solid"/>
            </a:ln>
          </p:spPr>
        </p:sp>
        <p:sp>
          <p:nvSpPr>
            <p:cNvPr id="189" name="four:scalar-input:grid-cell:188"/>
            <p:cNvSpPr>
              <a:spLocks noGrp="1"/>
            </p:cNvSpPr>
            <p:nvPr/>
          </p:nvSpPr>
          <p:spPr>
            <a:xfrm>
              <a:off x="1619250" y="2733675"/>
              <a:ext cx="104966" cy="104966"/>
            </a:xfrm>
            <a:prstGeom prst="rect">
              <a:avLst/>
            </a:prstGeom>
            <a:solidFill>
              <a:srgbClr val="D4B4CC"/>
            </a:solidFill>
            <a:ln w="0">
              <a:noFill/>
              <a:prstDash val="solid"/>
            </a:ln>
          </p:spPr>
        </p:sp>
        <p:sp>
          <p:nvSpPr>
            <p:cNvPr id="190" name="four:scalar-input:grid-cell:189"/>
            <p:cNvSpPr>
              <a:spLocks noGrp="1"/>
            </p:cNvSpPr>
            <p:nvPr/>
          </p:nvSpPr>
          <p:spPr>
            <a:xfrm>
              <a:off x="1724025" y="2733675"/>
              <a:ext cx="104966" cy="104966"/>
            </a:xfrm>
            <a:prstGeom prst="rect">
              <a:avLst/>
            </a:prstGeom>
            <a:solidFill>
              <a:srgbClr val="D4B4CC"/>
            </a:solidFill>
            <a:ln w="0">
              <a:noFill/>
              <a:prstDash val="solid"/>
            </a:ln>
          </p:spPr>
        </p:sp>
        <p:sp>
          <p:nvSpPr>
            <p:cNvPr id="191" name="four:scalar-input:grid-cell:190"/>
            <p:cNvSpPr>
              <a:spLocks noGrp="1"/>
            </p:cNvSpPr>
            <p:nvPr/>
          </p:nvSpPr>
          <p:spPr>
            <a:xfrm>
              <a:off x="1828800" y="2733675"/>
              <a:ext cx="104966" cy="104966"/>
            </a:xfrm>
            <a:prstGeom prst="rect">
              <a:avLst/>
            </a:prstGeom>
            <a:solidFill>
              <a:srgbClr val="D4B4CC"/>
            </a:solidFill>
            <a:ln w="0">
              <a:noFill/>
              <a:prstDash val="solid"/>
            </a:ln>
          </p:spPr>
        </p:sp>
        <p:sp>
          <p:nvSpPr>
            <p:cNvPr id="192" name="four:scalar-input:grid-cell:191"/>
            <p:cNvSpPr>
              <a:spLocks noGrp="1"/>
            </p:cNvSpPr>
            <p:nvPr/>
          </p:nvSpPr>
          <p:spPr>
            <a:xfrm>
              <a:off x="1933575" y="2733675"/>
              <a:ext cx="104966" cy="104966"/>
            </a:xfrm>
            <a:prstGeom prst="rect">
              <a:avLst/>
            </a:prstGeom>
            <a:solidFill>
              <a:srgbClr val="D4B4CC"/>
            </a:solidFill>
            <a:ln w="0">
              <a:noFill/>
              <a:prstDash val="solid"/>
            </a:ln>
          </p:spPr>
        </p:sp>
        <p:sp>
          <p:nvSpPr>
            <p:cNvPr id="193" name="four:scalar-input:grid-cell:192"/>
            <p:cNvSpPr>
              <a:spLocks noGrp="1"/>
            </p:cNvSpPr>
            <p:nvPr/>
          </p:nvSpPr>
          <p:spPr>
            <a:xfrm>
              <a:off x="2038350" y="2733675"/>
              <a:ext cx="104966" cy="104966"/>
            </a:xfrm>
            <a:prstGeom prst="rect">
              <a:avLst/>
            </a:prstGeom>
            <a:solidFill>
              <a:srgbClr val="D4B4CC"/>
            </a:solidFill>
            <a:ln w="0">
              <a:noFill/>
              <a:prstDash val="solid"/>
            </a:ln>
          </p:spPr>
        </p:sp>
        <p:sp>
          <p:nvSpPr>
            <p:cNvPr id="194" name="four:scalar-input:grid-cell:193"/>
            <p:cNvSpPr>
              <a:spLocks noGrp="1"/>
            </p:cNvSpPr>
            <p:nvPr/>
          </p:nvSpPr>
          <p:spPr>
            <a:xfrm>
              <a:off x="2143125" y="2733675"/>
              <a:ext cx="104966" cy="104966"/>
            </a:xfrm>
            <a:prstGeom prst="rect">
              <a:avLst/>
            </a:prstGeom>
            <a:solidFill>
              <a:srgbClr val="D4B4CC"/>
            </a:solidFill>
            <a:ln w="0">
              <a:noFill/>
              <a:prstDash val="solid"/>
            </a:ln>
          </p:spPr>
        </p:sp>
        <p:sp>
          <p:nvSpPr>
            <p:cNvPr id="195" name="four:scalar-input:grid-cell:194"/>
            <p:cNvSpPr>
              <a:spLocks noGrp="1"/>
            </p:cNvSpPr>
            <p:nvPr/>
          </p:nvSpPr>
          <p:spPr>
            <a:xfrm>
              <a:off x="2247900" y="2733675"/>
              <a:ext cx="104966" cy="104966"/>
            </a:xfrm>
            <a:prstGeom prst="rect">
              <a:avLst/>
            </a:prstGeom>
            <a:solidFill>
              <a:srgbClr val="D4B4CC"/>
            </a:solidFill>
            <a:ln w="0">
              <a:noFill/>
              <a:prstDash val="solid"/>
            </a:ln>
          </p:spPr>
        </p:sp>
        <p:sp>
          <p:nvSpPr>
            <p:cNvPr id="196" name="four:scalar-input:grid-cell:195"/>
            <p:cNvSpPr>
              <a:spLocks noGrp="1"/>
            </p:cNvSpPr>
            <p:nvPr/>
          </p:nvSpPr>
          <p:spPr>
            <a:xfrm>
              <a:off x="2352675" y="2733675"/>
              <a:ext cx="104966" cy="104966"/>
            </a:xfrm>
            <a:prstGeom prst="rect">
              <a:avLst/>
            </a:prstGeom>
            <a:solidFill>
              <a:srgbClr val="DCE8ED"/>
            </a:solidFill>
            <a:ln w="0">
              <a:noFill/>
              <a:prstDash val="solid"/>
            </a:ln>
          </p:spPr>
        </p:sp>
        <p:sp>
          <p:nvSpPr>
            <p:cNvPr id="197" name="four:scalar-input:grid-cell:196"/>
            <p:cNvSpPr>
              <a:spLocks noGrp="1"/>
            </p:cNvSpPr>
            <p:nvPr/>
          </p:nvSpPr>
          <p:spPr>
            <a:xfrm>
              <a:off x="361950" y="2838450"/>
              <a:ext cx="104966" cy="104966"/>
            </a:xfrm>
            <a:prstGeom prst="rect">
              <a:avLst/>
            </a:prstGeom>
            <a:solidFill>
              <a:srgbClr val="0072B2"/>
            </a:solidFill>
            <a:ln w="0">
              <a:noFill/>
              <a:prstDash val="solid"/>
            </a:ln>
          </p:spPr>
        </p:sp>
        <p:sp>
          <p:nvSpPr>
            <p:cNvPr id="198" name="four:scalar-input:grid-cell:197"/>
            <p:cNvSpPr>
              <a:spLocks noGrp="1"/>
            </p:cNvSpPr>
            <p:nvPr/>
          </p:nvSpPr>
          <p:spPr>
            <a:xfrm>
              <a:off x="466725" y="2838450"/>
              <a:ext cx="104966" cy="104966"/>
            </a:xfrm>
            <a:prstGeom prst="rect">
              <a:avLst/>
            </a:prstGeom>
            <a:solidFill>
              <a:srgbClr val="0072B2"/>
            </a:solidFill>
            <a:ln w="0">
              <a:noFill/>
              <a:prstDash val="solid"/>
            </a:ln>
          </p:spPr>
        </p:sp>
        <p:sp>
          <p:nvSpPr>
            <p:cNvPr id="199" name="four:scalar-input:grid-cell:198"/>
            <p:cNvSpPr>
              <a:spLocks noGrp="1"/>
            </p:cNvSpPr>
            <p:nvPr/>
          </p:nvSpPr>
          <p:spPr>
            <a:xfrm>
              <a:off x="571500" y="2838450"/>
              <a:ext cx="104966" cy="104966"/>
            </a:xfrm>
            <a:prstGeom prst="rect">
              <a:avLst/>
            </a:prstGeom>
            <a:solidFill>
              <a:srgbClr val="0072B2"/>
            </a:solidFill>
            <a:ln w="0">
              <a:noFill/>
              <a:prstDash val="solid"/>
            </a:ln>
          </p:spPr>
        </p:sp>
        <p:sp>
          <p:nvSpPr>
            <p:cNvPr id="200" name="four:scalar-input:grid-cell:199"/>
            <p:cNvSpPr>
              <a:spLocks noGrp="1"/>
            </p:cNvSpPr>
            <p:nvPr/>
          </p:nvSpPr>
          <p:spPr>
            <a:xfrm>
              <a:off x="676275" y="2838450"/>
              <a:ext cx="104966" cy="104966"/>
            </a:xfrm>
            <a:prstGeom prst="rect">
              <a:avLst/>
            </a:prstGeom>
            <a:solidFill>
              <a:srgbClr val="0072B2"/>
            </a:solidFill>
            <a:ln w="0">
              <a:noFill/>
              <a:prstDash val="solid"/>
            </a:ln>
          </p:spPr>
        </p:sp>
        <p:sp>
          <p:nvSpPr>
            <p:cNvPr id="201" name="four:scalar-input:grid-cell:200"/>
            <p:cNvSpPr>
              <a:spLocks noGrp="1"/>
            </p:cNvSpPr>
            <p:nvPr/>
          </p:nvSpPr>
          <p:spPr>
            <a:xfrm>
              <a:off x="781050" y="2838450"/>
              <a:ext cx="104966" cy="104966"/>
            </a:xfrm>
            <a:prstGeom prst="rect">
              <a:avLst/>
            </a:prstGeom>
            <a:solidFill>
              <a:srgbClr val="0072B2"/>
            </a:solidFill>
            <a:ln w="0">
              <a:noFill/>
              <a:prstDash val="solid"/>
            </a:ln>
          </p:spPr>
        </p:sp>
        <p:sp>
          <p:nvSpPr>
            <p:cNvPr id="202" name="four:scalar-input:grid-cell:201"/>
            <p:cNvSpPr>
              <a:spLocks noGrp="1"/>
            </p:cNvSpPr>
            <p:nvPr/>
          </p:nvSpPr>
          <p:spPr>
            <a:xfrm>
              <a:off x="885825" y="2838450"/>
              <a:ext cx="104966" cy="104966"/>
            </a:xfrm>
            <a:prstGeom prst="rect">
              <a:avLst/>
            </a:prstGeom>
            <a:solidFill>
              <a:srgbClr val="0072B2"/>
            </a:solidFill>
            <a:ln w="0">
              <a:noFill/>
              <a:prstDash val="solid"/>
            </a:ln>
          </p:spPr>
        </p:sp>
        <p:sp>
          <p:nvSpPr>
            <p:cNvPr id="203" name="four:scalar-input:grid-cell:202"/>
            <p:cNvSpPr>
              <a:spLocks noGrp="1"/>
            </p:cNvSpPr>
            <p:nvPr/>
          </p:nvSpPr>
          <p:spPr>
            <a:xfrm>
              <a:off x="990600" y="2838450"/>
              <a:ext cx="104966" cy="104966"/>
            </a:xfrm>
            <a:prstGeom prst="rect">
              <a:avLst/>
            </a:prstGeom>
            <a:solidFill>
              <a:srgbClr val="0072B2"/>
            </a:solidFill>
            <a:ln w="0">
              <a:noFill/>
              <a:prstDash val="solid"/>
            </a:ln>
          </p:spPr>
        </p:sp>
        <p:sp>
          <p:nvSpPr>
            <p:cNvPr id="204" name="four:scalar-input:grid-cell:203"/>
            <p:cNvSpPr>
              <a:spLocks noGrp="1"/>
            </p:cNvSpPr>
            <p:nvPr/>
          </p:nvSpPr>
          <p:spPr>
            <a:xfrm>
              <a:off x="1095375" y="2838450"/>
              <a:ext cx="104966" cy="104966"/>
            </a:xfrm>
            <a:prstGeom prst="rect">
              <a:avLst/>
            </a:prstGeom>
            <a:solidFill>
              <a:srgbClr val="D4B4CC"/>
            </a:solidFill>
            <a:ln w="0">
              <a:noFill/>
              <a:prstDash val="solid"/>
            </a:ln>
          </p:spPr>
        </p:sp>
        <p:sp>
          <p:nvSpPr>
            <p:cNvPr id="205" name="four:scalar-input:grid-cell:204"/>
            <p:cNvSpPr>
              <a:spLocks noGrp="1"/>
            </p:cNvSpPr>
            <p:nvPr/>
          </p:nvSpPr>
          <p:spPr>
            <a:xfrm>
              <a:off x="1200150" y="2838450"/>
              <a:ext cx="104966" cy="104966"/>
            </a:xfrm>
            <a:prstGeom prst="rect">
              <a:avLst/>
            </a:prstGeom>
            <a:solidFill>
              <a:srgbClr val="D4B4CC"/>
            </a:solidFill>
            <a:ln w="0">
              <a:noFill/>
              <a:prstDash val="solid"/>
            </a:ln>
          </p:spPr>
        </p:sp>
        <p:sp>
          <p:nvSpPr>
            <p:cNvPr id="206" name="four:scalar-input:grid-cell:205"/>
            <p:cNvSpPr>
              <a:spLocks noGrp="1"/>
            </p:cNvSpPr>
            <p:nvPr/>
          </p:nvSpPr>
          <p:spPr>
            <a:xfrm>
              <a:off x="1304925" y="2838450"/>
              <a:ext cx="104966" cy="104966"/>
            </a:xfrm>
            <a:prstGeom prst="rect">
              <a:avLst/>
            </a:prstGeom>
            <a:solidFill>
              <a:srgbClr val="D4B4CC"/>
            </a:solidFill>
            <a:ln w="0">
              <a:noFill/>
              <a:prstDash val="solid"/>
            </a:ln>
          </p:spPr>
        </p:sp>
        <p:sp>
          <p:nvSpPr>
            <p:cNvPr id="207" name="four:scalar-input:grid-cell:206"/>
            <p:cNvSpPr>
              <a:spLocks noGrp="1"/>
            </p:cNvSpPr>
            <p:nvPr/>
          </p:nvSpPr>
          <p:spPr>
            <a:xfrm>
              <a:off x="1409700" y="2838450"/>
              <a:ext cx="104966" cy="104966"/>
            </a:xfrm>
            <a:prstGeom prst="rect">
              <a:avLst/>
            </a:prstGeom>
            <a:solidFill>
              <a:srgbClr val="D4B4CC"/>
            </a:solidFill>
            <a:ln w="0">
              <a:noFill/>
              <a:prstDash val="solid"/>
            </a:ln>
          </p:spPr>
        </p:sp>
        <p:sp>
          <p:nvSpPr>
            <p:cNvPr id="208" name="four:scalar-input:grid-cell:207"/>
            <p:cNvSpPr>
              <a:spLocks noGrp="1"/>
            </p:cNvSpPr>
            <p:nvPr/>
          </p:nvSpPr>
          <p:spPr>
            <a:xfrm>
              <a:off x="1514475" y="2838450"/>
              <a:ext cx="104966" cy="104966"/>
            </a:xfrm>
            <a:prstGeom prst="rect">
              <a:avLst/>
            </a:prstGeom>
            <a:solidFill>
              <a:srgbClr val="D4B4CC"/>
            </a:solidFill>
            <a:ln w="0">
              <a:noFill/>
              <a:prstDash val="solid"/>
            </a:ln>
          </p:spPr>
        </p:sp>
        <p:sp>
          <p:nvSpPr>
            <p:cNvPr id="209" name="four:scalar-input:grid-cell:208"/>
            <p:cNvSpPr>
              <a:spLocks noGrp="1"/>
            </p:cNvSpPr>
            <p:nvPr/>
          </p:nvSpPr>
          <p:spPr>
            <a:xfrm>
              <a:off x="1619250" y="2838450"/>
              <a:ext cx="104966" cy="104966"/>
            </a:xfrm>
            <a:prstGeom prst="rect">
              <a:avLst/>
            </a:prstGeom>
            <a:solidFill>
              <a:srgbClr val="D4B4CC"/>
            </a:solidFill>
            <a:ln w="0">
              <a:noFill/>
              <a:prstDash val="solid"/>
            </a:ln>
          </p:spPr>
        </p:sp>
        <p:sp>
          <p:nvSpPr>
            <p:cNvPr id="210" name="four:scalar-input:grid-cell:209"/>
            <p:cNvSpPr>
              <a:spLocks noGrp="1"/>
            </p:cNvSpPr>
            <p:nvPr/>
          </p:nvSpPr>
          <p:spPr>
            <a:xfrm>
              <a:off x="1724025" y="2838450"/>
              <a:ext cx="104966" cy="104966"/>
            </a:xfrm>
            <a:prstGeom prst="rect">
              <a:avLst/>
            </a:prstGeom>
            <a:solidFill>
              <a:srgbClr val="D4B4CC"/>
            </a:solidFill>
            <a:ln w="0">
              <a:noFill/>
              <a:prstDash val="solid"/>
            </a:ln>
          </p:spPr>
        </p:sp>
        <p:sp>
          <p:nvSpPr>
            <p:cNvPr id="211" name="four:scalar-input:grid-cell:210"/>
            <p:cNvSpPr>
              <a:spLocks noGrp="1"/>
            </p:cNvSpPr>
            <p:nvPr/>
          </p:nvSpPr>
          <p:spPr>
            <a:xfrm>
              <a:off x="1828800" y="2838450"/>
              <a:ext cx="104966" cy="104966"/>
            </a:xfrm>
            <a:prstGeom prst="rect">
              <a:avLst/>
            </a:prstGeom>
            <a:solidFill>
              <a:srgbClr val="D4B4CC"/>
            </a:solidFill>
            <a:ln w="0">
              <a:noFill/>
              <a:prstDash val="solid"/>
            </a:ln>
          </p:spPr>
        </p:sp>
        <p:sp>
          <p:nvSpPr>
            <p:cNvPr id="212" name="four:scalar-input:grid-cell:211"/>
            <p:cNvSpPr>
              <a:spLocks noGrp="1"/>
            </p:cNvSpPr>
            <p:nvPr/>
          </p:nvSpPr>
          <p:spPr>
            <a:xfrm>
              <a:off x="1933575" y="2838450"/>
              <a:ext cx="104966" cy="104966"/>
            </a:xfrm>
            <a:prstGeom prst="rect">
              <a:avLst/>
            </a:prstGeom>
            <a:solidFill>
              <a:srgbClr val="D4B4CC"/>
            </a:solidFill>
            <a:ln w="0">
              <a:noFill/>
              <a:prstDash val="solid"/>
            </a:ln>
          </p:spPr>
        </p:sp>
        <p:sp>
          <p:nvSpPr>
            <p:cNvPr id="213" name="four:scalar-input:grid-cell:212"/>
            <p:cNvSpPr>
              <a:spLocks noGrp="1"/>
            </p:cNvSpPr>
            <p:nvPr/>
          </p:nvSpPr>
          <p:spPr>
            <a:xfrm>
              <a:off x="2038350" y="2838450"/>
              <a:ext cx="104966" cy="104966"/>
            </a:xfrm>
            <a:prstGeom prst="rect">
              <a:avLst/>
            </a:prstGeom>
            <a:solidFill>
              <a:srgbClr val="DCE8ED"/>
            </a:solidFill>
            <a:ln w="0">
              <a:noFill/>
              <a:prstDash val="solid"/>
            </a:ln>
          </p:spPr>
        </p:sp>
        <p:sp>
          <p:nvSpPr>
            <p:cNvPr id="214" name="four:scalar-input:grid-cell:213"/>
            <p:cNvSpPr>
              <a:spLocks noGrp="1"/>
            </p:cNvSpPr>
            <p:nvPr/>
          </p:nvSpPr>
          <p:spPr>
            <a:xfrm>
              <a:off x="2143125" y="2838450"/>
              <a:ext cx="104966" cy="104966"/>
            </a:xfrm>
            <a:prstGeom prst="rect">
              <a:avLst/>
            </a:prstGeom>
            <a:solidFill>
              <a:srgbClr val="DCE8ED"/>
            </a:solidFill>
            <a:ln w="0">
              <a:noFill/>
              <a:prstDash val="solid"/>
            </a:ln>
          </p:spPr>
        </p:sp>
        <p:sp>
          <p:nvSpPr>
            <p:cNvPr id="215" name="four:scalar-input:grid-cell:214"/>
            <p:cNvSpPr>
              <a:spLocks noGrp="1"/>
            </p:cNvSpPr>
            <p:nvPr/>
          </p:nvSpPr>
          <p:spPr>
            <a:xfrm>
              <a:off x="2247900" y="2838450"/>
              <a:ext cx="104966" cy="104966"/>
            </a:xfrm>
            <a:prstGeom prst="rect">
              <a:avLst/>
            </a:prstGeom>
            <a:solidFill>
              <a:srgbClr val="DCE8ED"/>
            </a:solidFill>
            <a:ln w="0">
              <a:noFill/>
              <a:prstDash val="solid"/>
            </a:ln>
          </p:spPr>
        </p:sp>
        <p:sp>
          <p:nvSpPr>
            <p:cNvPr id="216" name="four:scalar-input:grid-cell:215"/>
            <p:cNvSpPr>
              <a:spLocks noGrp="1"/>
            </p:cNvSpPr>
            <p:nvPr/>
          </p:nvSpPr>
          <p:spPr>
            <a:xfrm>
              <a:off x="2352675" y="2838450"/>
              <a:ext cx="104966" cy="104966"/>
            </a:xfrm>
            <a:prstGeom prst="rect">
              <a:avLst/>
            </a:prstGeom>
            <a:solidFill>
              <a:srgbClr val="DCE8ED"/>
            </a:solidFill>
            <a:ln w="0">
              <a:noFill/>
              <a:prstDash val="solid"/>
            </a:ln>
          </p:spPr>
        </p:sp>
        <p:sp>
          <p:nvSpPr>
            <p:cNvPr id="217" name="four:scalar-input:grid-cell:216"/>
            <p:cNvSpPr>
              <a:spLocks noGrp="1"/>
            </p:cNvSpPr>
            <p:nvPr/>
          </p:nvSpPr>
          <p:spPr>
            <a:xfrm>
              <a:off x="361950" y="2943225"/>
              <a:ext cx="104966" cy="104966"/>
            </a:xfrm>
            <a:prstGeom prst="rect">
              <a:avLst/>
            </a:prstGeom>
            <a:solidFill>
              <a:srgbClr val="0072B2"/>
            </a:solidFill>
            <a:ln w="0">
              <a:noFill/>
              <a:prstDash val="solid"/>
            </a:ln>
          </p:spPr>
        </p:sp>
        <p:sp>
          <p:nvSpPr>
            <p:cNvPr id="218" name="four:scalar-input:grid-cell:217"/>
            <p:cNvSpPr>
              <a:spLocks noGrp="1"/>
            </p:cNvSpPr>
            <p:nvPr/>
          </p:nvSpPr>
          <p:spPr>
            <a:xfrm>
              <a:off x="466725" y="2943225"/>
              <a:ext cx="104966" cy="104966"/>
            </a:xfrm>
            <a:prstGeom prst="rect">
              <a:avLst/>
            </a:prstGeom>
            <a:solidFill>
              <a:srgbClr val="0072B2"/>
            </a:solidFill>
            <a:ln w="0">
              <a:noFill/>
              <a:prstDash val="solid"/>
            </a:ln>
          </p:spPr>
        </p:sp>
        <p:sp>
          <p:nvSpPr>
            <p:cNvPr id="219" name="four:scalar-input:grid-cell:218"/>
            <p:cNvSpPr>
              <a:spLocks noGrp="1"/>
            </p:cNvSpPr>
            <p:nvPr/>
          </p:nvSpPr>
          <p:spPr>
            <a:xfrm>
              <a:off x="571500" y="2943225"/>
              <a:ext cx="104966" cy="104966"/>
            </a:xfrm>
            <a:prstGeom prst="rect">
              <a:avLst/>
            </a:prstGeom>
            <a:solidFill>
              <a:srgbClr val="0072B2"/>
            </a:solidFill>
            <a:ln w="0">
              <a:noFill/>
              <a:prstDash val="solid"/>
            </a:ln>
          </p:spPr>
        </p:sp>
        <p:sp>
          <p:nvSpPr>
            <p:cNvPr id="220" name="four:scalar-input:grid-cell:219"/>
            <p:cNvSpPr>
              <a:spLocks noGrp="1"/>
            </p:cNvSpPr>
            <p:nvPr/>
          </p:nvSpPr>
          <p:spPr>
            <a:xfrm>
              <a:off x="676275" y="2943225"/>
              <a:ext cx="104966" cy="104966"/>
            </a:xfrm>
            <a:prstGeom prst="rect">
              <a:avLst/>
            </a:prstGeom>
            <a:solidFill>
              <a:srgbClr val="0072B2"/>
            </a:solidFill>
            <a:ln w="0">
              <a:noFill/>
              <a:prstDash val="solid"/>
            </a:ln>
          </p:spPr>
        </p:sp>
        <p:sp>
          <p:nvSpPr>
            <p:cNvPr id="221" name="four:scalar-input:grid-cell:220"/>
            <p:cNvSpPr>
              <a:spLocks noGrp="1"/>
            </p:cNvSpPr>
            <p:nvPr/>
          </p:nvSpPr>
          <p:spPr>
            <a:xfrm>
              <a:off x="781050" y="2943225"/>
              <a:ext cx="104966" cy="104966"/>
            </a:xfrm>
            <a:prstGeom prst="rect">
              <a:avLst/>
            </a:prstGeom>
            <a:solidFill>
              <a:srgbClr val="0072B2"/>
            </a:solidFill>
            <a:ln w="0">
              <a:noFill/>
              <a:prstDash val="solid"/>
            </a:ln>
          </p:spPr>
        </p:sp>
        <p:sp>
          <p:nvSpPr>
            <p:cNvPr id="222" name="four:scalar-input:grid-cell:221"/>
            <p:cNvSpPr>
              <a:spLocks noGrp="1"/>
            </p:cNvSpPr>
            <p:nvPr/>
          </p:nvSpPr>
          <p:spPr>
            <a:xfrm>
              <a:off x="885825" y="2943225"/>
              <a:ext cx="104966" cy="104966"/>
            </a:xfrm>
            <a:prstGeom prst="rect">
              <a:avLst/>
            </a:prstGeom>
            <a:solidFill>
              <a:srgbClr val="0072B2"/>
            </a:solidFill>
            <a:ln w="0">
              <a:noFill/>
              <a:prstDash val="solid"/>
            </a:ln>
          </p:spPr>
        </p:sp>
        <p:sp>
          <p:nvSpPr>
            <p:cNvPr id="223" name="four:scalar-input:grid-cell:222"/>
            <p:cNvSpPr>
              <a:spLocks noGrp="1"/>
            </p:cNvSpPr>
            <p:nvPr/>
          </p:nvSpPr>
          <p:spPr>
            <a:xfrm>
              <a:off x="990600" y="2943225"/>
              <a:ext cx="104966" cy="104966"/>
            </a:xfrm>
            <a:prstGeom prst="rect">
              <a:avLst/>
            </a:prstGeom>
            <a:solidFill>
              <a:srgbClr val="D4B4CC"/>
            </a:solidFill>
            <a:ln w="0">
              <a:noFill/>
              <a:prstDash val="solid"/>
            </a:ln>
          </p:spPr>
        </p:sp>
        <p:sp>
          <p:nvSpPr>
            <p:cNvPr id="224" name="four:scalar-input:grid-cell:223"/>
            <p:cNvSpPr>
              <a:spLocks noGrp="1"/>
            </p:cNvSpPr>
            <p:nvPr/>
          </p:nvSpPr>
          <p:spPr>
            <a:xfrm>
              <a:off x="1095375" y="2943225"/>
              <a:ext cx="104966" cy="104966"/>
            </a:xfrm>
            <a:prstGeom prst="rect">
              <a:avLst/>
            </a:prstGeom>
            <a:solidFill>
              <a:srgbClr val="D4B4CC"/>
            </a:solidFill>
            <a:ln w="0">
              <a:noFill/>
              <a:prstDash val="solid"/>
            </a:ln>
          </p:spPr>
        </p:sp>
        <p:sp>
          <p:nvSpPr>
            <p:cNvPr id="225" name="four:scalar-input:grid-cell:224"/>
            <p:cNvSpPr>
              <a:spLocks noGrp="1"/>
            </p:cNvSpPr>
            <p:nvPr/>
          </p:nvSpPr>
          <p:spPr>
            <a:xfrm>
              <a:off x="1200150" y="2943225"/>
              <a:ext cx="104966" cy="104966"/>
            </a:xfrm>
            <a:prstGeom prst="rect">
              <a:avLst/>
            </a:prstGeom>
            <a:solidFill>
              <a:srgbClr val="D4B4CC"/>
            </a:solidFill>
            <a:ln w="0">
              <a:noFill/>
              <a:prstDash val="solid"/>
            </a:ln>
          </p:spPr>
        </p:sp>
        <p:sp>
          <p:nvSpPr>
            <p:cNvPr id="226" name="four:scalar-input:grid-cell:225"/>
            <p:cNvSpPr>
              <a:spLocks noGrp="1"/>
            </p:cNvSpPr>
            <p:nvPr/>
          </p:nvSpPr>
          <p:spPr>
            <a:xfrm>
              <a:off x="1304925" y="2943225"/>
              <a:ext cx="104966" cy="104966"/>
            </a:xfrm>
            <a:prstGeom prst="rect">
              <a:avLst/>
            </a:prstGeom>
            <a:solidFill>
              <a:srgbClr val="D4B4CC"/>
            </a:solidFill>
            <a:ln w="0">
              <a:noFill/>
              <a:prstDash val="solid"/>
            </a:ln>
          </p:spPr>
        </p:sp>
        <p:sp>
          <p:nvSpPr>
            <p:cNvPr id="227" name="four:scalar-input:grid-cell:226"/>
            <p:cNvSpPr>
              <a:spLocks noGrp="1"/>
            </p:cNvSpPr>
            <p:nvPr/>
          </p:nvSpPr>
          <p:spPr>
            <a:xfrm>
              <a:off x="1409700" y="2943225"/>
              <a:ext cx="104966" cy="104966"/>
            </a:xfrm>
            <a:prstGeom prst="rect">
              <a:avLst/>
            </a:prstGeom>
            <a:solidFill>
              <a:srgbClr val="DCE8ED"/>
            </a:solidFill>
            <a:ln w="0">
              <a:noFill/>
              <a:prstDash val="solid"/>
            </a:ln>
          </p:spPr>
        </p:sp>
        <p:sp>
          <p:nvSpPr>
            <p:cNvPr id="228" name="four:scalar-input:grid-cell:227"/>
            <p:cNvSpPr>
              <a:spLocks noGrp="1"/>
            </p:cNvSpPr>
            <p:nvPr/>
          </p:nvSpPr>
          <p:spPr>
            <a:xfrm>
              <a:off x="1514475" y="2943225"/>
              <a:ext cx="104966" cy="104966"/>
            </a:xfrm>
            <a:prstGeom prst="rect">
              <a:avLst/>
            </a:prstGeom>
            <a:solidFill>
              <a:srgbClr val="DCE8ED"/>
            </a:solidFill>
            <a:ln w="0">
              <a:noFill/>
              <a:prstDash val="solid"/>
            </a:ln>
          </p:spPr>
        </p:sp>
        <p:sp>
          <p:nvSpPr>
            <p:cNvPr id="229" name="four:scalar-input:grid-cell:228"/>
            <p:cNvSpPr>
              <a:spLocks noGrp="1"/>
            </p:cNvSpPr>
            <p:nvPr/>
          </p:nvSpPr>
          <p:spPr>
            <a:xfrm>
              <a:off x="1619250" y="2943225"/>
              <a:ext cx="104966" cy="104966"/>
            </a:xfrm>
            <a:prstGeom prst="rect">
              <a:avLst/>
            </a:prstGeom>
            <a:solidFill>
              <a:srgbClr val="DCE8ED"/>
            </a:solidFill>
            <a:ln w="0">
              <a:noFill/>
              <a:prstDash val="solid"/>
            </a:ln>
          </p:spPr>
        </p:sp>
        <p:sp>
          <p:nvSpPr>
            <p:cNvPr id="230" name="four:scalar-input:grid-cell:229"/>
            <p:cNvSpPr>
              <a:spLocks noGrp="1"/>
            </p:cNvSpPr>
            <p:nvPr/>
          </p:nvSpPr>
          <p:spPr>
            <a:xfrm>
              <a:off x="1724025" y="2943225"/>
              <a:ext cx="104966" cy="104966"/>
            </a:xfrm>
            <a:prstGeom prst="rect">
              <a:avLst/>
            </a:prstGeom>
            <a:solidFill>
              <a:srgbClr val="DCE8ED"/>
            </a:solidFill>
            <a:ln w="0">
              <a:noFill/>
              <a:prstDash val="solid"/>
            </a:ln>
          </p:spPr>
        </p:sp>
        <p:sp>
          <p:nvSpPr>
            <p:cNvPr id="231" name="four:scalar-input:grid-cell:230"/>
            <p:cNvSpPr>
              <a:spLocks noGrp="1"/>
            </p:cNvSpPr>
            <p:nvPr/>
          </p:nvSpPr>
          <p:spPr>
            <a:xfrm>
              <a:off x="1828800" y="2943225"/>
              <a:ext cx="104966" cy="104966"/>
            </a:xfrm>
            <a:prstGeom prst="rect">
              <a:avLst/>
            </a:prstGeom>
            <a:solidFill>
              <a:srgbClr val="DCE8ED"/>
            </a:solidFill>
            <a:ln w="0">
              <a:noFill/>
              <a:prstDash val="solid"/>
            </a:ln>
          </p:spPr>
        </p:sp>
        <p:sp>
          <p:nvSpPr>
            <p:cNvPr id="232" name="four:scalar-input:grid-cell:231"/>
            <p:cNvSpPr>
              <a:spLocks noGrp="1"/>
            </p:cNvSpPr>
            <p:nvPr/>
          </p:nvSpPr>
          <p:spPr>
            <a:xfrm>
              <a:off x="1933575" y="2943225"/>
              <a:ext cx="104966" cy="104966"/>
            </a:xfrm>
            <a:prstGeom prst="rect">
              <a:avLst/>
            </a:prstGeom>
            <a:solidFill>
              <a:srgbClr val="DCE8ED"/>
            </a:solidFill>
            <a:ln w="0">
              <a:noFill/>
              <a:prstDash val="solid"/>
            </a:ln>
          </p:spPr>
        </p:sp>
        <p:sp>
          <p:nvSpPr>
            <p:cNvPr id="233" name="four:scalar-input:grid-cell:232"/>
            <p:cNvSpPr>
              <a:spLocks noGrp="1"/>
            </p:cNvSpPr>
            <p:nvPr/>
          </p:nvSpPr>
          <p:spPr>
            <a:xfrm>
              <a:off x="2038350" y="2943225"/>
              <a:ext cx="104966" cy="104966"/>
            </a:xfrm>
            <a:prstGeom prst="rect">
              <a:avLst/>
            </a:prstGeom>
            <a:solidFill>
              <a:srgbClr val="DCE8ED"/>
            </a:solidFill>
            <a:ln w="0">
              <a:noFill/>
              <a:prstDash val="solid"/>
            </a:ln>
          </p:spPr>
        </p:sp>
        <p:sp>
          <p:nvSpPr>
            <p:cNvPr id="234" name="four:scalar-input:grid-cell:233"/>
            <p:cNvSpPr>
              <a:spLocks noGrp="1"/>
            </p:cNvSpPr>
            <p:nvPr/>
          </p:nvSpPr>
          <p:spPr>
            <a:xfrm>
              <a:off x="2143125" y="2943225"/>
              <a:ext cx="104966" cy="104966"/>
            </a:xfrm>
            <a:prstGeom prst="rect">
              <a:avLst/>
            </a:prstGeom>
            <a:solidFill>
              <a:srgbClr val="DCE8ED"/>
            </a:solidFill>
            <a:ln w="0">
              <a:noFill/>
              <a:prstDash val="solid"/>
            </a:ln>
          </p:spPr>
        </p:sp>
        <p:sp>
          <p:nvSpPr>
            <p:cNvPr id="235" name="four:scalar-input:grid-cell:234"/>
            <p:cNvSpPr>
              <a:spLocks noGrp="1"/>
            </p:cNvSpPr>
            <p:nvPr/>
          </p:nvSpPr>
          <p:spPr>
            <a:xfrm>
              <a:off x="2247900" y="2943225"/>
              <a:ext cx="104966" cy="104966"/>
            </a:xfrm>
            <a:prstGeom prst="rect">
              <a:avLst/>
            </a:prstGeom>
            <a:solidFill>
              <a:srgbClr val="DCE8ED"/>
            </a:solidFill>
            <a:ln w="0">
              <a:noFill/>
              <a:prstDash val="solid"/>
            </a:ln>
          </p:spPr>
        </p:sp>
        <p:sp>
          <p:nvSpPr>
            <p:cNvPr id="236" name="four:scalar-input:grid-cell:235"/>
            <p:cNvSpPr>
              <a:spLocks noGrp="1"/>
            </p:cNvSpPr>
            <p:nvPr/>
          </p:nvSpPr>
          <p:spPr>
            <a:xfrm>
              <a:off x="2352675" y="2943225"/>
              <a:ext cx="104966" cy="104966"/>
            </a:xfrm>
            <a:prstGeom prst="rect">
              <a:avLst/>
            </a:prstGeom>
            <a:solidFill>
              <a:srgbClr val="DCE8ED"/>
            </a:solidFill>
            <a:ln w="0">
              <a:noFill/>
              <a:prstDash val="solid"/>
            </a:ln>
          </p:spPr>
        </p:sp>
        <p:sp>
          <p:nvSpPr>
            <p:cNvPr id="237" name="four:scalar-input:grid-cell:236"/>
            <p:cNvSpPr>
              <a:spLocks noGrp="1"/>
            </p:cNvSpPr>
            <p:nvPr/>
          </p:nvSpPr>
          <p:spPr>
            <a:xfrm>
              <a:off x="361950" y="3048000"/>
              <a:ext cx="104966" cy="104966"/>
            </a:xfrm>
            <a:prstGeom prst="rect">
              <a:avLst/>
            </a:prstGeom>
            <a:solidFill>
              <a:srgbClr val="0072B2"/>
            </a:solidFill>
            <a:ln w="0">
              <a:noFill/>
              <a:prstDash val="solid"/>
            </a:ln>
          </p:spPr>
        </p:sp>
        <p:sp>
          <p:nvSpPr>
            <p:cNvPr id="238" name="four:scalar-input:grid-cell:237"/>
            <p:cNvSpPr>
              <a:spLocks noGrp="1"/>
            </p:cNvSpPr>
            <p:nvPr/>
          </p:nvSpPr>
          <p:spPr>
            <a:xfrm>
              <a:off x="466725" y="3048000"/>
              <a:ext cx="104966" cy="104966"/>
            </a:xfrm>
            <a:prstGeom prst="rect">
              <a:avLst/>
            </a:prstGeom>
            <a:solidFill>
              <a:srgbClr val="0072B2"/>
            </a:solidFill>
            <a:ln w="0">
              <a:noFill/>
              <a:prstDash val="solid"/>
            </a:ln>
          </p:spPr>
        </p:sp>
        <p:sp>
          <p:nvSpPr>
            <p:cNvPr id="239" name="four:scalar-input:grid-cell:238"/>
            <p:cNvSpPr>
              <a:spLocks noGrp="1"/>
            </p:cNvSpPr>
            <p:nvPr/>
          </p:nvSpPr>
          <p:spPr>
            <a:xfrm>
              <a:off x="571500" y="3048000"/>
              <a:ext cx="104966" cy="104966"/>
            </a:xfrm>
            <a:prstGeom prst="rect">
              <a:avLst/>
            </a:prstGeom>
            <a:solidFill>
              <a:srgbClr val="0072B2"/>
            </a:solidFill>
            <a:ln w="0">
              <a:noFill/>
              <a:prstDash val="solid"/>
            </a:ln>
          </p:spPr>
        </p:sp>
        <p:sp>
          <p:nvSpPr>
            <p:cNvPr id="240" name="four:scalar-input:grid-cell:239"/>
            <p:cNvSpPr>
              <a:spLocks noGrp="1"/>
            </p:cNvSpPr>
            <p:nvPr/>
          </p:nvSpPr>
          <p:spPr>
            <a:xfrm>
              <a:off x="676275" y="3048000"/>
              <a:ext cx="104966" cy="104966"/>
            </a:xfrm>
            <a:prstGeom prst="rect">
              <a:avLst/>
            </a:prstGeom>
            <a:solidFill>
              <a:srgbClr val="0072B2"/>
            </a:solidFill>
            <a:ln w="0">
              <a:noFill/>
              <a:prstDash val="solid"/>
            </a:ln>
          </p:spPr>
        </p:sp>
        <p:sp>
          <p:nvSpPr>
            <p:cNvPr id="241" name="four:scalar-input:grid-cell:240"/>
            <p:cNvSpPr>
              <a:spLocks noGrp="1"/>
            </p:cNvSpPr>
            <p:nvPr/>
          </p:nvSpPr>
          <p:spPr>
            <a:xfrm>
              <a:off x="781050" y="3048000"/>
              <a:ext cx="104966" cy="104966"/>
            </a:xfrm>
            <a:prstGeom prst="rect">
              <a:avLst/>
            </a:prstGeom>
            <a:solidFill>
              <a:srgbClr val="0072B2"/>
            </a:solidFill>
            <a:ln w="0">
              <a:noFill/>
              <a:prstDash val="solid"/>
            </a:ln>
          </p:spPr>
        </p:sp>
        <p:sp>
          <p:nvSpPr>
            <p:cNvPr id="242" name="four:scalar-input:grid-cell:241"/>
            <p:cNvSpPr>
              <a:spLocks noGrp="1"/>
            </p:cNvSpPr>
            <p:nvPr/>
          </p:nvSpPr>
          <p:spPr>
            <a:xfrm>
              <a:off x="885825" y="3048000"/>
              <a:ext cx="104966" cy="104966"/>
            </a:xfrm>
            <a:prstGeom prst="rect">
              <a:avLst/>
            </a:prstGeom>
            <a:solidFill>
              <a:srgbClr val="D4B4CC"/>
            </a:solidFill>
            <a:ln w="0">
              <a:noFill/>
              <a:prstDash val="solid"/>
            </a:ln>
          </p:spPr>
        </p:sp>
        <p:sp>
          <p:nvSpPr>
            <p:cNvPr id="243" name="four:scalar-input:grid-cell:242"/>
            <p:cNvSpPr>
              <a:spLocks noGrp="1"/>
            </p:cNvSpPr>
            <p:nvPr/>
          </p:nvSpPr>
          <p:spPr>
            <a:xfrm>
              <a:off x="990600" y="3048000"/>
              <a:ext cx="104966" cy="104966"/>
            </a:xfrm>
            <a:prstGeom prst="rect">
              <a:avLst/>
            </a:prstGeom>
            <a:solidFill>
              <a:srgbClr val="D4B4CC"/>
            </a:solidFill>
            <a:ln w="0">
              <a:noFill/>
              <a:prstDash val="solid"/>
            </a:ln>
          </p:spPr>
        </p:sp>
        <p:sp>
          <p:nvSpPr>
            <p:cNvPr id="244" name="four:scalar-input:grid-cell:243"/>
            <p:cNvSpPr>
              <a:spLocks noGrp="1"/>
            </p:cNvSpPr>
            <p:nvPr/>
          </p:nvSpPr>
          <p:spPr>
            <a:xfrm>
              <a:off x="1095375" y="3048000"/>
              <a:ext cx="104966" cy="104966"/>
            </a:xfrm>
            <a:prstGeom prst="rect">
              <a:avLst/>
            </a:prstGeom>
            <a:solidFill>
              <a:srgbClr val="D4B4CC"/>
            </a:solidFill>
            <a:ln w="0">
              <a:noFill/>
              <a:prstDash val="solid"/>
            </a:ln>
          </p:spPr>
        </p:sp>
        <p:sp>
          <p:nvSpPr>
            <p:cNvPr id="245" name="four:scalar-input:grid-cell:244"/>
            <p:cNvSpPr>
              <a:spLocks noGrp="1"/>
            </p:cNvSpPr>
            <p:nvPr/>
          </p:nvSpPr>
          <p:spPr>
            <a:xfrm>
              <a:off x="1200150" y="3048000"/>
              <a:ext cx="104966" cy="104966"/>
            </a:xfrm>
            <a:prstGeom prst="rect">
              <a:avLst/>
            </a:prstGeom>
            <a:solidFill>
              <a:srgbClr val="DCE8ED"/>
            </a:solidFill>
            <a:ln w="0">
              <a:noFill/>
              <a:prstDash val="solid"/>
            </a:ln>
          </p:spPr>
        </p:sp>
        <p:sp>
          <p:nvSpPr>
            <p:cNvPr id="246" name="four:scalar-input:grid-cell:245"/>
            <p:cNvSpPr>
              <a:spLocks noGrp="1"/>
            </p:cNvSpPr>
            <p:nvPr/>
          </p:nvSpPr>
          <p:spPr>
            <a:xfrm>
              <a:off x="1304925" y="3048000"/>
              <a:ext cx="104966" cy="104966"/>
            </a:xfrm>
            <a:prstGeom prst="rect">
              <a:avLst/>
            </a:prstGeom>
            <a:solidFill>
              <a:srgbClr val="DCE8ED"/>
            </a:solidFill>
            <a:ln w="0">
              <a:noFill/>
              <a:prstDash val="solid"/>
            </a:ln>
          </p:spPr>
        </p:sp>
        <p:sp>
          <p:nvSpPr>
            <p:cNvPr id="247" name="four:scalar-input:grid-cell:246"/>
            <p:cNvSpPr>
              <a:spLocks noGrp="1"/>
            </p:cNvSpPr>
            <p:nvPr/>
          </p:nvSpPr>
          <p:spPr>
            <a:xfrm>
              <a:off x="1409700" y="3048000"/>
              <a:ext cx="104966" cy="104966"/>
            </a:xfrm>
            <a:prstGeom prst="rect">
              <a:avLst/>
            </a:prstGeom>
            <a:solidFill>
              <a:srgbClr val="DCE8ED"/>
            </a:solidFill>
            <a:ln w="0">
              <a:noFill/>
              <a:prstDash val="solid"/>
            </a:ln>
          </p:spPr>
        </p:sp>
        <p:sp>
          <p:nvSpPr>
            <p:cNvPr id="248" name="four:scalar-input:grid-cell:247"/>
            <p:cNvSpPr>
              <a:spLocks noGrp="1"/>
            </p:cNvSpPr>
            <p:nvPr/>
          </p:nvSpPr>
          <p:spPr>
            <a:xfrm>
              <a:off x="1514475" y="3048000"/>
              <a:ext cx="104966" cy="104966"/>
            </a:xfrm>
            <a:prstGeom prst="rect">
              <a:avLst/>
            </a:prstGeom>
            <a:solidFill>
              <a:srgbClr val="DCE8ED"/>
            </a:solidFill>
            <a:ln w="0">
              <a:noFill/>
              <a:prstDash val="solid"/>
            </a:ln>
          </p:spPr>
        </p:sp>
        <p:sp>
          <p:nvSpPr>
            <p:cNvPr id="249" name="four:scalar-input:grid-cell:248"/>
            <p:cNvSpPr>
              <a:spLocks noGrp="1"/>
            </p:cNvSpPr>
            <p:nvPr/>
          </p:nvSpPr>
          <p:spPr>
            <a:xfrm>
              <a:off x="1619250" y="3048000"/>
              <a:ext cx="104966" cy="104966"/>
            </a:xfrm>
            <a:prstGeom prst="rect">
              <a:avLst/>
            </a:prstGeom>
            <a:solidFill>
              <a:srgbClr val="81C9BA"/>
            </a:solidFill>
            <a:ln w="0">
              <a:noFill/>
              <a:prstDash val="solid"/>
            </a:ln>
          </p:spPr>
        </p:sp>
        <p:sp>
          <p:nvSpPr>
            <p:cNvPr id="250" name="four:scalar-input:grid-cell:249"/>
            <p:cNvSpPr>
              <a:spLocks noGrp="1"/>
            </p:cNvSpPr>
            <p:nvPr/>
          </p:nvSpPr>
          <p:spPr>
            <a:xfrm>
              <a:off x="1724025" y="3048000"/>
              <a:ext cx="104966" cy="104966"/>
            </a:xfrm>
            <a:prstGeom prst="rect">
              <a:avLst/>
            </a:prstGeom>
            <a:solidFill>
              <a:srgbClr val="81C9BA"/>
            </a:solidFill>
            <a:ln w="0">
              <a:noFill/>
              <a:prstDash val="solid"/>
            </a:ln>
          </p:spPr>
        </p:sp>
        <p:sp>
          <p:nvSpPr>
            <p:cNvPr id="251" name="four:scalar-input:grid-cell:250"/>
            <p:cNvSpPr>
              <a:spLocks noGrp="1"/>
            </p:cNvSpPr>
            <p:nvPr/>
          </p:nvSpPr>
          <p:spPr>
            <a:xfrm>
              <a:off x="1828800" y="3048000"/>
              <a:ext cx="104966" cy="104966"/>
            </a:xfrm>
            <a:prstGeom prst="rect">
              <a:avLst/>
            </a:prstGeom>
            <a:solidFill>
              <a:srgbClr val="81C9BA"/>
            </a:solidFill>
            <a:ln w="0">
              <a:noFill/>
              <a:prstDash val="solid"/>
            </a:ln>
          </p:spPr>
        </p:sp>
        <p:sp>
          <p:nvSpPr>
            <p:cNvPr id="252" name="four:scalar-input:grid-cell:251"/>
            <p:cNvSpPr>
              <a:spLocks noGrp="1"/>
            </p:cNvSpPr>
            <p:nvPr/>
          </p:nvSpPr>
          <p:spPr>
            <a:xfrm>
              <a:off x="1933575" y="3048000"/>
              <a:ext cx="104966" cy="104966"/>
            </a:xfrm>
            <a:prstGeom prst="rect">
              <a:avLst/>
            </a:prstGeom>
            <a:solidFill>
              <a:srgbClr val="81C9BA"/>
            </a:solidFill>
            <a:ln w="0">
              <a:noFill/>
              <a:prstDash val="solid"/>
            </a:ln>
          </p:spPr>
        </p:sp>
        <p:sp>
          <p:nvSpPr>
            <p:cNvPr id="253" name="four:scalar-input:grid-cell:252"/>
            <p:cNvSpPr>
              <a:spLocks noGrp="1"/>
            </p:cNvSpPr>
            <p:nvPr/>
          </p:nvSpPr>
          <p:spPr>
            <a:xfrm>
              <a:off x="2038350" y="3048000"/>
              <a:ext cx="104966" cy="104966"/>
            </a:xfrm>
            <a:prstGeom prst="rect">
              <a:avLst/>
            </a:prstGeom>
            <a:solidFill>
              <a:srgbClr val="81C9BA"/>
            </a:solidFill>
            <a:ln w="0">
              <a:noFill/>
              <a:prstDash val="solid"/>
            </a:ln>
          </p:spPr>
        </p:sp>
        <p:sp>
          <p:nvSpPr>
            <p:cNvPr id="254" name="four:scalar-input:grid-cell:253"/>
            <p:cNvSpPr>
              <a:spLocks noGrp="1"/>
            </p:cNvSpPr>
            <p:nvPr/>
          </p:nvSpPr>
          <p:spPr>
            <a:xfrm>
              <a:off x="2143125" y="3048000"/>
              <a:ext cx="104966" cy="104966"/>
            </a:xfrm>
            <a:prstGeom prst="rect">
              <a:avLst/>
            </a:prstGeom>
            <a:solidFill>
              <a:srgbClr val="81C9BA"/>
            </a:solidFill>
            <a:ln w="0">
              <a:noFill/>
              <a:prstDash val="solid"/>
            </a:ln>
          </p:spPr>
        </p:sp>
        <p:sp>
          <p:nvSpPr>
            <p:cNvPr id="255" name="four:scalar-input:grid-cell:254"/>
            <p:cNvSpPr>
              <a:spLocks noGrp="1"/>
            </p:cNvSpPr>
            <p:nvPr/>
          </p:nvSpPr>
          <p:spPr>
            <a:xfrm>
              <a:off x="2247900" y="3048000"/>
              <a:ext cx="104966" cy="104966"/>
            </a:xfrm>
            <a:prstGeom prst="rect">
              <a:avLst/>
            </a:prstGeom>
            <a:solidFill>
              <a:srgbClr val="DCE8ED"/>
            </a:solidFill>
            <a:ln w="0">
              <a:noFill/>
              <a:prstDash val="solid"/>
            </a:ln>
          </p:spPr>
        </p:sp>
        <p:sp>
          <p:nvSpPr>
            <p:cNvPr id="256" name="four:scalar-input:grid-cell:255"/>
            <p:cNvSpPr>
              <a:spLocks noGrp="1"/>
            </p:cNvSpPr>
            <p:nvPr/>
          </p:nvSpPr>
          <p:spPr>
            <a:xfrm>
              <a:off x="2352675" y="3048000"/>
              <a:ext cx="104966" cy="104966"/>
            </a:xfrm>
            <a:prstGeom prst="rect">
              <a:avLst/>
            </a:prstGeom>
            <a:solidFill>
              <a:srgbClr val="DCE8ED"/>
            </a:solidFill>
            <a:ln w="0">
              <a:noFill/>
              <a:prstDash val="solid"/>
            </a:ln>
          </p:spPr>
        </p:sp>
        <p:sp>
          <p:nvSpPr>
            <p:cNvPr id="257" name="four:scalar-input:grid-cell:256"/>
            <p:cNvSpPr>
              <a:spLocks noGrp="1"/>
            </p:cNvSpPr>
            <p:nvPr/>
          </p:nvSpPr>
          <p:spPr>
            <a:xfrm>
              <a:off x="361950" y="3152775"/>
              <a:ext cx="104966" cy="104966"/>
            </a:xfrm>
            <a:prstGeom prst="rect">
              <a:avLst/>
            </a:prstGeom>
            <a:solidFill>
              <a:srgbClr val="D4B4CC"/>
            </a:solidFill>
            <a:ln w="0">
              <a:noFill/>
              <a:prstDash val="solid"/>
            </a:ln>
          </p:spPr>
        </p:sp>
        <p:sp>
          <p:nvSpPr>
            <p:cNvPr id="258" name="four:scalar-input:grid-cell:257"/>
            <p:cNvSpPr>
              <a:spLocks noGrp="1"/>
            </p:cNvSpPr>
            <p:nvPr/>
          </p:nvSpPr>
          <p:spPr>
            <a:xfrm>
              <a:off x="466725" y="3152775"/>
              <a:ext cx="104966" cy="104966"/>
            </a:xfrm>
            <a:prstGeom prst="rect">
              <a:avLst/>
            </a:prstGeom>
            <a:solidFill>
              <a:srgbClr val="0072B2"/>
            </a:solidFill>
            <a:ln w="0">
              <a:noFill/>
              <a:prstDash val="solid"/>
            </a:ln>
          </p:spPr>
        </p:sp>
        <p:sp>
          <p:nvSpPr>
            <p:cNvPr id="259" name="four:scalar-input:grid-cell:258"/>
            <p:cNvSpPr>
              <a:spLocks noGrp="1"/>
            </p:cNvSpPr>
            <p:nvPr/>
          </p:nvSpPr>
          <p:spPr>
            <a:xfrm>
              <a:off x="571500" y="3152775"/>
              <a:ext cx="104966" cy="104966"/>
            </a:xfrm>
            <a:prstGeom prst="rect">
              <a:avLst/>
            </a:prstGeom>
            <a:solidFill>
              <a:srgbClr val="0072B2"/>
            </a:solidFill>
            <a:ln w="0">
              <a:noFill/>
              <a:prstDash val="solid"/>
            </a:ln>
          </p:spPr>
        </p:sp>
        <p:sp>
          <p:nvSpPr>
            <p:cNvPr id="260" name="four:scalar-input:grid-cell:259"/>
            <p:cNvSpPr>
              <a:spLocks noGrp="1"/>
            </p:cNvSpPr>
            <p:nvPr/>
          </p:nvSpPr>
          <p:spPr>
            <a:xfrm>
              <a:off x="676275" y="3152775"/>
              <a:ext cx="104966" cy="104966"/>
            </a:xfrm>
            <a:prstGeom prst="rect">
              <a:avLst/>
            </a:prstGeom>
            <a:solidFill>
              <a:srgbClr val="D4B4CC"/>
            </a:solidFill>
            <a:ln w="0">
              <a:noFill/>
              <a:prstDash val="solid"/>
            </a:ln>
          </p:spPr>
        </p:sp>
        <p:sp>
          <p:nvSpPr>
            <p:cNvPr id="261" name="four:scalar-input:grid-cell:260"/>
            <p:cNvSpPr>
              <a:spLocks noGrp="1"/>
            </p:cNvSpPr>
            <p:nvPr/>
          </p:nvSpPr>
          <p:spPr>
            <a:xfrm>
              <a:off x="781050" y="3152775"/>
              <a:ext cx="104966" cy="104966"/>
            </a:xfrm>
            <a:prstGeom prst="rect">
              <a:avLst/>
            </a:prstGeom>
            <a:solidFill>
              <a:srgbClr val="D4B4CC"/>
            </a:solidFill>
            <a:ln w="0">
              <a:noFill/>
              <a:prstDash val="solid"/>
            </a:ln>
          </p:spPr>
        </p:sp>
        <p:sp>
          <p:nvSpPr>
            <p:cNvPr id="262" name="four:scalar-input:grid-cell:261"/>
            <p:cNvSpPr>
              <a:spLocks noGrp="1"/>
            </p:cNvSpPr>
            <p:nvPr/>
          </p:nvSpPr>
          <p:spPr>
            <a:xfrm>
              <a:off x="885825" y="3152775"/>
              <a:ext cx="104966" cy="104966"/>
            </a:xfrm>
            <a:prstGeom prst="rect">
              <a:avLst/>
            </a:prstGeom>
            <a:solidFill>
              <a:srgbClr val="D4B4CC"/>
            </a:solidFill>
            <a:ln w="0">
              <a:noFill/>
              <a:prstDash val="solid"/>
            </a:ln>
          </p:spPr>
        </p:sp>
        <p:sp>
          <p:nvSpPr>
            <p:cNvPr id="263" name="four:scalar-input:grid-cell:262"/>
            <p:cNvSpPr>
              <a:spLocks noGrp="1"/>
            </p:cNvSpPr>
            <p:nvPr/>
          </p:nvSpPr>
          <p:spPr>
            <a:xfrm>
              <a:off x="990600" y="3152775"/>
              <a:ext cx="104966" cy="104966"/>
            </a:xfrm>
            <a:prstGeom prst="rect">
              <a:avLst/>
            </a:prstGeom>
            <a:solidFill>
              <a:srgbClr val="D4B4CC"/>
            </a:solidFill>
            <a:ln w="0">
              <a:noFill/>
              <a:prstDash val="solid"/>
            </a:ln>
          </p:spPr>
        </p:sp>
        <p:sp>
          <p:nvSpPr>
            <p:cNvPr id="264" name="four:scalar-input:grid-cell:263"/>
            <p:cNvSpPr>
              <a:spLocks noGrp="1"/>
            </p:cNvSpPr>
            <p:nvPr/>
          </p:nvSpPr>
          <p:spPr>
            <a:xfrm>
              <a:off x="1095375" y="3152775"/>
              <a:ext cx="104966" cy="104966"/>
            </a:xfrm>
            <a:prstGeom prst="rect">
              <a:avLst/>
            </a:prstGeom>
            <a:solidFill>
              <a:srgbClr val="DCE8ED"/>
            </a:solidFill>
            <a:ln w="0">
              <a:noFill/>
              <a:prstDash val="solid"/>
            </a:ln>
          </p:spPr>
        </p:sp>
        <p:sp>
          <p:nvSpPr>
            <p:cNvPr id="265" name="four:scalar-input:grid-cell:264"/>
            <p:cNvSpPr>
              <a:spLocks noGrp="1"/>
            </p:cNvSpPr>
            <p:nvPr/>
          </p:nvSpPr>
          <p:spPr>
            <a:xfrm>
              <a:off x="1200150" y="3152775"/>
              <a:ext cx="104966" cy="104966"/>
            </a:xfrm>
            <a:prstGeom prst="rect">
              <a:avLst/>
            </a:prstGeom>
            <a:solidFill>
              <a:srgbClr val="DCE8ED"/>
            </a:solidFill>
            <a:ln w="0">
              <a:noFill/>
              <a:prstDash val="solid"/>
            </a:ln>
          </p:spPr>
        </p:sp>
        <p:sp>
          <p:nvSpPr>
            <p:cNvPr id="266" name="four:scalar-input:grid-cell:265"/>
            <p:cNvSpPr>
              <a:spLocks noGrp="1"/>
            </p:cNvSpPr>
            <p:nvPr/>
          </p:nvSpPr>
          <p:spPr>
            <a:xfrm>
              <a:off x="1304925" y="3152775"/>
              <a:ext cx="104966" cy="104966"/>
            </a:xfrm>
            <a:prstGeom prst="rect">
              <a:avLst/>
            </a:prstGeom>
            <a:solidFill>
              <a:srgbClr val="81C9BA"/>
            </a:solidFill>
            <a:ln w="0">
              <a:noFill/>
              <a:prstDash val="solid"/>
            </a:ln>
          </p:spPr>
        </p:sp>
        <p:sp>
          <p:nvSpPr>
            <p:cNvPr id="267" name="four:scalar-input:grid-cell:266"/>
            <p:cNvSpPr>
              <a:spLocks noGrp="1"/>
            </p:cNvSpPr>
            <p:nvPr/>
          </p:nvSpPr>
          <p:spPr>
            <a:xfrm>
              <a:off x="1409700" y="3152775"/>
              <a:ext cx="104966" cy="104966"/>
            </a:xfrm>
            <a:prstGeom prst="rect">
              <a:avLst/>
            </a:prstGeom>
            <a:solidFill>
              <a:srgbClr val="81C9BA"/>
            </a:solidFill>
            <a:ln w="0">
              <a:noFill/>
              <a:prstDash val="solid"/>
            </a:ln>
          </p:spPr>
        </p:sp>
        <p:sp>
          <p:nvSpPr>
            <p:cNvPr id="268" name="four:scalar-input:grid-cell:267"/>
            <p:cNvSpPr>
              <a:spLocks noGrp="1"/>
            </p:cNvSpPr>
            <p:nvPr/>
          </p:nvSpPr>
          <p:spPr>
            <a:xfrm>
              <a:off x="1514475" y="3152775"/>
              <a:ext cx="104966" cy="104966"/>
            </a:xfrm>
            <a:prstGeom prst="rect">
              <a:avLst/>
            </a:prstGeom>
            <a:solidFill>
              <a:srgbClr val="81C9BA"/>
            </a:solidFill>
            <a:ln w="0">
              <a:noFill/>
              <a:prstDash val="solid"/>
            </a:ln>
          </p:spPr>
        </p:sp>
        <p:sp>
          <p:nvSpPr>
            <p:cNvPr id="269" name="four:scalar-input:grid-cell:268"/>
            <p:cNvSpPr>
              <a:spLocks noGrp="1"/>
            </p:cNvSpPr>
            <p:nvPr/>
          </p:nvSpPr>
          <p:spPr>
            <a:xfrm>
              <a:off x="1619250" y="3152775"/>
              <a:ext cx="104966" cy="104966"/>
            </a:xfrm>
            <a:prstGeom prst="rect">
              <a:avLst/>
            </a:prstGeom>
            <a:solidFill>
              <a:srgbClr val="81C9BA"/>
            </a:solidFill>
            <a:ln w="0">
              <a:noFill/>
              <a:prstDash val="solid"/>
            </a:ln>
          </p:spPr>
        </p:sp>
        <p:sp>
          <p:nvSpPr>
            <p:cNvPr id="270" name="four:scalar-input:grid-cell:269"/>
            <p:cNvSpPr>
              <a:spLocks noGrp="1"/>
            </p:cNvSpPr>
            <p:nvPr/>
          </p:nvSpPr>
          <p:spPr>
            <a:xfrm>
              <a:off x="1724025" y="3152775"/>
              <a:ext cx="104966" cy="104966"/>
            </a:xfrm>
            <a:prstGeom prst="rect">
              <a:avLst/>
            </a:prstGeom>
            <a:solidFill>
              <a:srgbClr val="81C9BA"/>
            </a:solidFill>
            <a:ln w="0">
              <a:noFill/>
              <a:prstDash val="solid"/>
            </a:ln>
          </p:spPr>
        </p:sp>
        <p:sp>
          <p:nvSpPr>
            <p:cNvPr id="271" name="four:scalar-input:grid-cell:270"/>
            <p:cNvSpPr>
              <a:spLocks noGrp="1"/>
            </p:cNvSpPr>
            <p:nvPr/>
          </p:nvSpPr>
          <p:spPr>
            <a:xfrm>
              <a:off x="1828800" y="3152775"/>
              <a:ext cx="104966" cy="104966"/>
            </a:xfrm>
            <a:prstGeom prst="rect">
              <a:avLst/>
            </a:prstGeom>
            <a:solidFill>
              <a:srgbClr val="81C9BA"/>
            </a:solidFill>
            <a:ln w="0">
              <a:noFill/>
              <a:prstDash val="solid"/>
            </a:ln>
          </p:spPr>
        </p:sp>
        <p:sp>
          <p:nvSpPr>
            <p:cNvPr id="272" name="four:scalar-input:grid-cell:271"/>
            <p:cNvSpPr>
              <a:spLocks noGrp="1"/>
            </p:cNvSpPr>
            <p:nvPr/>
          </p:nvSpPr>
          <p:spPr>
            <a:xfrm>
              <a:off x="1933575" y="3152775"/>
              <a:ext cx="104966" cy="104966"/>
            </a:xfrm>
            <a:prstGeom prst="rect">
              <a:avLst/>
            </a:prstGeom>
            <a:solidFill>
              <a:srgbClr val="81C9BA"/>
            </a:solidFill>
            <a:ln w="0">
              <a:noFill/>
              <a:prstDash val="solid"/>
            </a:ln>
          </p:spPr>
        </p:sp>
        <p:sp>
          <p:nvSpPr>
            <p:cNvPr id="273" name="four:scalar-input:grid-cell:272"/>
            <p:cNvSpPr>
              <a:spLocks noGrp="1"/>
            </p:cNvSpPr>
            <p:nvPr/>
          </p:nvSpPr>
          <p:spPr>
            <a:xfrm>
              <a:off x="2038350" y="3152775"/>
              <a:ext cx="104966" cy="104966"/>
            </a:xfrm>
            <a:prstGeom prst="rect">
              <a:avLst/>
            </a:prstGeom>
            <a:solidFill>
              <a:srgbClr val="81C9BA"/>
            </a:solidFill>
            <a:ln w="0">
              <a:noFill/>
              <a:prstDash val="solid"/>
            </a:ln>
          </p:spPr>
        </p:sp>
        <p:sp>
          <p:nvSpPr>
            <p:cNvPr id="274" name="four:scalar-input:grid-cell:273"/>
            <p:cNvSpPr>
              <a:spLocks noGrp="1"/>
            </p:cNvSpPr>
            <p:nvPr/>
          </p:nvSpPr>
          <p:spPr>
            <a:xfrm>
              <a:off x="2143125" y="3152775"/>
              <a:ext cx="104966" cy="104966"/>
            </a:xfrm>
            <a:prstGeom prst="rect">
              <a:avLst/>
            </a:prstGeom>
            <a:solidFill>
              <a:srgbClr val="81C9BA"/>
            </a:solidFill>
            <a:ln w="0">
              <a:noFill/>
              <a:prstDash val="solid"/>
            </a:ln>
          </p:spPr>
        </p:sp>
        <p:sp>
          <p:nvSpPr>
            <p:cNvPr id="275" name="four:scalar-input:grid-cell:274"/>
            <p:cNvSpPr>
              <a:spLocks noGrp="1"/>
            </p:cNvSpPr>
            <p:nvPr/>
          </p:nvSpPr>
          <p:spPr>
            <a:xfrm>
              <a:off x="2247900" y="3152775"/>
              <a:ext cx="104966" cy="104966"/>
            </a:xfrm>
            <a:prstGeom prst="rect">
              <a:avLst/>
            </a:prstGeom>
            <a:solidFill>
              <a:srgbClr val="81C9BA"/>
            </a:solidFill>
            <a:ln w="0">
              <a:noFill/>
              <a:prstDash val="solid"/>
            </a:ln>
          </p:spPr>
        </p:sp>
        <p:sp>
          <p:nvSpPr>
            <p:cNvPr id="276" name="four:scalar-input:grid-cell:275"/>
            <p:cNvSpPr>
              <a:spLocks noGrp="1"/>
            </p:cNvSpPr>
            <p:nvPr/>
          </p:nvSpPr>
          <p:spPr>
            <a:xfrm>
              <a:off x="2352675" y="3152775"/>
              <a:ext cx="104966" cy="104966"/>
            </a:xfrm>
            <a:prstGeom prst="rect">
              <a:avLst/>
            </a:prstGeom>
            <a:solidFill>
              <a:srgbClr val="DCE8ED"/>
            </a:solidFill>
            <a:ln w="0">
              <a:noFill/>
              <a:prstDash val="solid"/>
            </a:ln>
          </p:spPr>
        </p:sp>
        <p:sp>
          <p:nvSpPr>
            <p:cNvPr id="277" name="four:scalar-input:grid-cell:276"/>
            <p:cNvSpPr>
              <a:spLocks noGrp="1"/>
            </p:cNvSpPr>
            <p:nvPr/>
          </p:nvSpPr>
          <p:spPr>
            <a:xfrm>
              <a:off x="361950" y="3257550"/>
              <a:ext cx="104966" cy="104966"/>
            </a:xfrm>
            <a:prstGeom prst="rect">
              <a:avLst/>
            </a:prstGeom>
            <a:solidFill>
              <a:srgbClr val="D4B4CC"/>
            </a:solidFill>
            <a:ln w="0">
              <a:noFill/>
              <a:prstDash val="solid"/>
            </a:ln>
          </p:spPr>
        </p:sp>
        <p:sp>
          <p:nvSpPr>
            <p:cNvPr id="278" name="four:scalar-input:grid-cell:277"/>
            <p:cNvSpPr>
              <a:spLocks noGrp="1"/>
            </p:cNvSpPr>
            <p:nvPr/>
          </p:nvSpPr>
          <p:spPr>
            <a:xfrm>
              <a:off x="466725" y="3257550"/>
              <a:ext cx="104966" cy="104966"/>
            </a:xfrm>
            <a:prstGeom prst="rect">
              <a:avLst/>
            </a:prstGeom>
            <a:solidFill>
              <a:srgbClr val="D4B4CC"/>
            </a:solidFill>
            <a:ln w="0">
              <a:noFill/>
              <a:prstDash val="solid"/>
            </a:ln>
          </p:spPr>
        </p:sp>
        <p:sp>
          <p:nvSpPr>
            <p:cNvPr id="279" name="four:scalar-input:grid-cell:278"/>
            <p:cNvSpPr>
              <a:spLocks noGrp="1"/>
            </p:cNvSpPr>
            <p:nvPr/>
          </p:nvSpPr>
          <p:spPr>
            <a:xfrm>
              <a:off x="571500" y="3257550"/>
              <a:ext cx="104966" cy="104966"/>
            </a:xfrm>
            <a:prstGeom prst="rect">
              <a:avLst/>
            </a:prstGeom>
            <a:solidFill>
              <a:srgbClr val="D4B4CC"/>
            </a:solidFill>
            <a:ln w="0">
              <a:noFill/>
              <a:prstDash val="solid"/>
            </a:ln>
          </p:spPr>
        </p:sp>
        <p:sp>
          <p:nvSpPr>
            <p:cNvPr id="280" name="four:scalar-input:grid-cell:279"/>
            <p:cNvSpPr>
              <a:spLocks noGrp="1"/>
            </p:cNvSpPr>
            <p:nvPr/>
          </p:nvSpPr>
          <p:spPr>
            <a:xfrm>
              <a:off x="676275" y="3257550"/>
              <a:ext cx="104966" cy="104966"/>
            </a:xfrm>
            <a:prstGeom prst="rect">
              <a:avLst/>
            </a:prstGeom>
            <a:solidFill>
              <a:srgbClr val="D4B4CC"/>
            </a:solidFill>
            <a:ln w="0">
              <a:noFill/>
              <a:prstDash val="solid"/>
            </a:ln>
          </p:spPr>
        </p:sp>
        <p:sp>
          <p:nvSpPr>
            <p:cNvPr id="281" name="four:scalar-input:grid-cell:280"/>
            <p:cNvSpPr>
              <a:spLocks noGrp="1"/>
            </p:cNvSpPr>
            <p:nvPr/>
          </p:nvSpPr>
          <p:spPr>
            <a:xfrm>
              <a:off x="781050" y="3257550"/>
              <a:ext cx="104966" cy="104966"/>
            </a:xfrm>
            <a:prstGeom prst="rect">
              <a:avLst/>
            </a:prstGeom>
            <a:solidFill>
              <a:srgbClr val="D4B4CC"/>
            </a:solidFill>
            <a:ln w="0">
              <a:noFill/>
              <a:prstDash val="solid"/>
            </a:ln>
          </p:spPr>
        </p:sp>
        <p:sp>
          <p:nvSpPr>
            <p:cNvPr id="282" name="four:scalar-input:grid-cell:281"/>
            <p:cNvSpPr>
              <a:spLocks noGrp="1"/>
            </p:cNvSpPr>
            <p:nvPr/>
          </p:nvSpPr>
          <p:spPr>
            <a:xfrm>
              <a:off x="885825" y="3257550"/>
              <a:ext cx="104966" cy="104966"/>
            </a:xfrm>
            <a:prstGeom prst="rect">
              <a:avLst/>
            </a:prstGeom>
            <a:solidFill>
              <a:srgbClr val="DCE8ED"/>
            </a:solidFill>
            <a:ln w="0">
              <a:noFill/>
              <a:prstDash val="solid"/>
            </a:ln>
          </p:spPr>
        </p:sp>
        <p:sp>
          <p:nvSpPr>
            <p:cNvPr id="283" name="four:scalar-input:grid-cell:282"/>
            <p:cNvSpPr>
              <a:spLocks noGrp="1"/>
            </p:cNvSpPr>
            <p:nvPr/>
          </p:nvSpPr>
          <p:spPr>
            <a:xfrm>
              <a:off x="990600" y="3257550"/>
              <a:ext cx="104966" cy="104966"/>
            </a:xfrm>
            <a:prstGeom prst="rect">
              <a:avLst/>
            </a:prstGeom>
            <a:solidFill>
              <a:srgbClr val="DCE8ED"/>
            </a:solidFill>
            <a:ln w="0">
              <a:noFill/>
              <a:prstDash val="solid"/>
            </a:ln>
          </p:spPr>
        </p:sp>
        <p:sp>
          <p:nvSpPr>
            <p:cNvPr id="284" name="four:scalar-input:grid-cell:283"/>
            <p:cNvSpPr>
              <a:spLocks noGrp="1"/>
            </p:cNvSpPr>
            <p:nvPr/>
          </p:nvSpPr>
          <p:spPr>
            <a:xfrm>
              <a:off x="1095375" y="3257550"/>
              <a:ext cx="104966" cy="104966"/>
            </a:xfrm>
            <a:prstGeom prst="rect">
              <a:avLst/>
            </a:prstGeom>
            <a:solidFill>
              <a:srgbClr val="81C9BA"/>
            </a:solidFill>
            <a:ln w="0">
              <a:noFill/>
              <a:prstDash val="solid"/>
            </a:ln>
          </p:spPr>
        </p:sp>
        <p:sp>
          <p:nvSpPr>
            <p:cNvPr id="285" name="four:scalar-input:grid-cell:284"/>
            <p:cNvSpPr>
              <a:spLocks noGrp="1"/>
            </p:cNvSpPr>
            <p:nvPr/>
          </p:nvSpPr>
          <p:spPr>
            <a:xfrm>
              <a:off x="1200150" y="3257550"/>
              <a:ext cx="104966" cy="104966"/>
            </a:xfrm>
            <a:prstGeom prst="rect">
              <a:avLst/>
            </a:prstGeom>
            <a:solidFill>
              <a:srgbClr val="81C9BA"/>
            </a:solidFill>
            <a:ln w="0">
              <a:noFill/>
              <a:prstDash val="solid"/>
            </a:ln>
          </p:spPr>
        </p:sp>
        <p:sp>
          <p:nvSpPr>
            <p:cNvPr id="286" name="four:scalar-input:grid-cell:285"/>
            <p:cNvSpPr>
              <a:spLocks noGrp="1"/>
            </p:cNvSpPr>
            <p:nvPr/>
          </p:nvSpPr>
          <p:spPr>
            <a:xfrm>
              <a:off x="1304925" y="3257550"/>
              <a:ext cx="104966" cy="104966"/>
            </a:xfrm>
            <a:prstGeom prst="rect">
              <a:avLst/>
            </a:prstGeom>
            <a:solidFill>
              <a:srgbClr val="81C9BA"/>
            </a:solidFill>
            <a:ln w="0">
              <a:noFill/>
              <a:prstDash val="solid"/>
            </a:ln>
          </p:spPr>
        </p:sp>
        <p:sp>
          <p:nvSpPr>
            <p:cNvPr id="287" name="four:scalar-input:grid-cell:286"/>
            <p:cNvSpPr>
              <a:spLocks noGrp="1"/>
            </p:cNvSpPr>
            <p:nvPr/>
          </p:nvSpPr>
          <p:spPr>
            <a:xfrm>
              <a:off x="1409700" y="3257550"/>
              <a:ext cx="104966" cy="104966"/>
            </a:xfrm>
            <a:prstGeom prst="rect">
              <a:avLst/>
            </a:prstGeom>
            <a:solidFill>
              <a:srgbClr val="81C9BA"/>
            </a:solidFill>
            <a:ln w="0">
              <a:noFill/>
              <a:prstDash val="solid"/>
            </a:ln>
          </p:spPr>
        </p:sp>
        <p:sp>
          <p:nvSpPr>
            <p:cNvPr id="288" name="four:scalar-input:grid-cell:287"/>
            <p:cNvSpPr>
              <a:spLocks noGrp="1"/>
            </p:cNvSpPr>
            <p:nvPr/>
          </p:nvSpPr>
          <p:spPr>
            <a:xfrm>
              <a:off x="1514475" y="3257550"/>
              <a:ext cx="104966" cy="104966"/>
            </a:xfrm>
            <a:prstGeom prst="rect">
              <a:avLst/>
            </a:prstGeom>
            <a:solidFill>
              <a:srgbClr val="81C9BA"/>
            </a:solidFill>
            <a:ln w="0">
              <a:noFill/>
              <a:prstDash val="solid"/>
            </a:ln>
          </p:spPr>
        </p:sp>
        <p:sp>
          <p:nvSpPr>
            <p:cNvPr id="289" name="four:scalar-input:grid-cell:288"/>
            <p:cNvSpPr>
              <a:spLocks noGrp="1"/>
            </p:cNvSpPr>
            <p:nvPr/>
          </p:nvSpPr>
          <p:spPr>
            <a:xfrm>
              <a:off x="1619250" y="3257550"/>
              <a:ext cx="104966" cy="104966"/>
            </a:xfrm>
            <a:prstGeom prst="rect">
              <a:avLst/>
            </a:prstGeom>
            <a:solidFill>
              <a:srgbClr val="81C9BA"/>
            </a:solidFill>
            <a:ln w="0">
              <a:noFill/>
              <a:prstDash val="solid"/>
            </a:ln>
          </p:spPr>
        </p:sp>
        <p:sp>
          <p:nvSpPr>
            <p:cNvPr id="290" name="four:scalar-input:grid-cell:289"/>
            <p:cNvSpPr>
              <a:spLocks noGrp="1"/>
            </p:cNvSpPr>
            <p:nvPr/>
          </p:nvSpPr>
          <p:spPr>
            <a:xfrm>
              <a:off x="1724025" y="3257550"/>
              <a:ext cx="104966" cy="104966"/>
            </a:xfrm>
            <a:prstGeom prst="rect">
              <a:avLst/>
            </a:prstGeom>
            <a:solidFill>
              <a:srgbClr val="81C9BA"/>
            </a:solidFill>
            <a:ln w="0">
              <a:noFill/>
              <a:prstDash val="solid"/>
            </a:ln>
          </p:spPr>
        </p:sp>
        <p:sp>
          <p:nvSpPr>
            <p:cNvPr id="291" name="four:scalar-input:grid-cell:290"/>
            <p:cNvSpPr>
              <a:spLocks noGrp="1"/>
            </p:cNvSpPr>
            <p:nvPr/>
          </p:nvSpPr>
          <p:spPr>
            <a:xfrm>
              <a:off x="1828800" y="3257550"/>
              <a:ext cx="104966" cy="104966"/>
            </a:xfrm>
            <a:prstGeom prst="rect">
              <a:avLst/>
            </a:prstGeom>
            <a:solidFill>
              <a:srgbClr val="009E73"/>
            </a:solidFill>
            <a:ln w="0">
              <a:noFill/>
              <a:prstDash val="solid"/>
            </a:ln>
          </p:spPr>
        </p:sp>
        <p:sp>
          <p:nvSpPr>
            <p:cNvPr id="292" name="four:scalar-input:grid-cell:291"/>
            <p:cNvSpPr>
              <a:spLocks noGrp="1"/>
            </p:cNvSpPr>
            <p:nvPr/>
          </p:nvSpPr>
          <p:spPr>
            <a:xfrm>
              <a:off x="1933575" y="3257550"/>
              <a:ext cx="104966" cy="104966"/>
            </a:xfrm>
            <a:prstGeom prst="rect">
              <a:avLst/>
            </a:prstGeom>
            <a:solidFill>
              <a:srgbClr val="81C9BA"/>
            </a:solidFill>
            <a:ln w="0">
              <a:noFill/>
              <a:prstDash val="solid"/>
            </a:ln>
          </p:spPr>
        </p:sp>
        <p:sp>
          <p:nvSpPr>
            <p:cNvPr id="293" name="four:scalar-input:grid-cell:292"/>
            <p:cNvSpPr>
              <a:spLocks noGrp="1"/>
            </p:cNvSpPr>
            <p:nvPr/>
          </p:nvSpPr>
          <p:spPr>
            <a:xfrm>
              <a:off x="2038350" y="3257550"/>
              <a:ext cx="104966" cy="104966"/>
            </a:xfrm>
            <a:prstGeom prst="rect">
              <a:avLst/>
            </a:prstGeom>
            <a:solidFill>
              <a:srgbClr val="81C9BA"/>
            </a:solidFill>
            <a:ln w="0">
              <a:noFill/>
              <a:prstDash val="solid"/>
            </a:ln>
          </p:spPr>
        </p:sp>
        <p:sp>
          <p:nvSpPr>
            <p:cNvPr id="294" name="four:scalar-input:grid-cell:293"/>
            <p:cNvSpPr>
              <a:spLocks noGrp="1"/>
            </p:cNvSpPr>
            <p:nvPr/>
          </p:nvSpPr>
          <p:spPr>
            <a:xfrm>
              <a:off x="2143125" y="3257550"/>
              <a:ext cx="104966" cy="104966"/>
            </a:xfrm>
            <a:prstGeom prst="rect">
              <a:avLst/>
            </a:prstGeom>
            <a:solidFill>
              <a:srgbClr val="81C9BA"/>
            </a:solidFill>
            <a:ln w="0">
              <a:noFill/>
              <a:prstDash val="solid"/>
            </a:ln>
          </p:spPr>
        </p:sp>
        <p:sp>
          <p:nvSpPr>
            <p:cNvPr id="295" name="four:scalar-input:grid-cell:294"/>
            <p:cNvSpPr>
              <a:spLocks noGrp="1"/>
            </p:cNvSpPr>
            <p:nvPr/>
          </p:nvSpPr>
          <p:spPr>
            <a:xfrm>
              <a:off x="2247900" y="3257550"/>
              <a:ext cx="104966" cy="104966"/>
            </a:xfrm>
            <a:prstGeom prst="rect">
              <a:avLst/>
            </a:prstGeom>
            <a:solidFill>
              <a:srgbClr val="81C9BA"/>
            </a:solidFill>
            <a:ln w="0">
              <a:noFill/>
              <a:prstDash val="solid"/>
            </a:ln>
          </p:spPr>
        </p:sp>
        <p:sp>
          <p:nvSpPr>
            <p:cNvPr id="296" name="four:scalar-input:grid-cell:295"/>
            <p:cNvSpPr>
              <a:spLocks noGrp="1"/>
            </p:cNvSpPr>
            <p:nvPr/>
          </p:nvSpPr>
          <p:spPr>
            <a:xfrm>
              <a:off x="2352675" y="3257550"/>
              <a:ext cx="104966" cy="104966"/>
            </a:xfrm>
            <a:prstGeom prst="rect">
              <a:avLst/>
            </a:prstGeom>
            <a:solidFill>
              <a:srgbClr val="DCE8ED"/>
            </a:solidFill>
            <a:ln w="0">
              <a:noFill/>
              <a:prstDash val="solid"/>
            </a:ln>
          </p:spPr>
        </p:sp>
        <p:sp>
          <p:nvSpPr>
            <p:cNvPr id="297" name="four:scalar-input:grid-cell:296"/>
            <p:cNvSpPr>
              <a:spLocks noGrp="1"/>
            </p:cNvSpPr>
            <p:nvPr/>
          </p:nvSpPr>
          <p:spPr>
            <a:xfrm>
              <a:off x="361950" y="3362325"/>
              <a:ext cx="104966" cy="104966"/>
            </a:xfrm>
            <a:prstGeom prst="rect">
              <a:avLst/>
            </a:prstGeom>
            <a:solidFill>
              <a:srgbClr val="D4B4CC"/>
            </a:solidFill>
            <a:ln w="0">
              <a:noFill/>
              <a:prstDash val="solid"/>
            </a:ln>
          </p:spPr>
        </p:sp>
        <p:sp>
          <p:nvSpPr>
            <p:cNvPr id="298" name="four:scalar-input:grid-cell:297"/>
            <p:cNvSpPr>
              <a:spLocks noGrp="1"/>
            </p:cNvSpPr>
            <p:nvPr/>
          </p:nvSpPr>
          <p:spPr>
            <a:xfrm>
              <a:off x="466725" y="3362325"/>
              <a:ext cx="104966" cy="104966"/>
            </a:xfrm>
            <a:prstGeom prst="rect">
              <a:avLst/>
            </a:prstGeom>
            <a:solidFill>
              <a:srgbClr val="D4B4CC"/>
            </a:solidFill>
            <a:ln w="0">
              <a:noFill/>
              <a:prstDash val="solid"/>
            </a:ln>
          </p:spPr>
        </p:sp>
        <p:sp>
          <p:nvSpPr>
            <p:cNvPr id="299" name="four:scalar-input:grid-cell:298"/>
            <p:cNvSpPr>
              <a:spLocks noGrp="1"/>
            </p:cNvSpPr>
            <p:nvPr/>
          </p:nvSpPr>
          <p:spPr>
            <a:xfrm>
              <a:off x="571500" y="3362325"/>
              <a:ext cx="104966" cy="104966"/>
            </a:xfrm>
            <a:prstGeom prst="rect">
              <a:avLst/>
            </a:prstGeom>
            <a:solidFill>
              <a:srgbClr val="D4B4CC"/>
            </a:solidFill>
            <a:ln w="0">
              <a:noFill/>
              <a:prstDash val="solid"/>
            </a:ln>
          </p:spPr>
        </p:sp>
        <p:sp>
          <p:nvSpPr>
            <p:cNvPr id="300" name="four:scalar-input:grid-cell:299"/>
            <p:cNvSpPr>
              <a:spLocks noGrp="1"/>
            </p:cNvSpPr>
            <p:nvPr/>
          </p:nvSpPr>
          <p:spPr>
            <a:xfrm>
              <a:off x="676275" y="3362325"/>
              <a:ext cx="104966" cy="104966"/>
            </a:xfrm>
            <a:prstGeom prst="rect">
              <a:avLst/>
            </a:prstGeom>
            <a:solidFill>
              <a:srgbClr val="DCE8ED"/>
            </a:solidFill>
            <a:ln w="0">
              <a:noFill/>
              <a:prstDash val="solid"/>
            </a:ln>
          </p:spPr>
        </p:sp>
        <p:sp>
          <p:nvSpPr>
            <p:cNvPr id="301" name="four:scalar-input:grid-cell:300"/>
            <p:cNvSpPr>
              <a:spLocks noGrp="1"/>
            </p:cNvSpPr>
            <p:nvPr/>
          </p:nvSpPr>
          <p:spPr>
            <a:xfrm>
              <a:off x="781050" y="3362325"/>
              <a:ext cx="104966" cy="104966"/>
            </a:xfrm>
            <a:prstGeom prst="rect">
              <a:avLst/>
            </a:prstGeom>
            <a:solidFill>
              <a:srgbClr val="DCE8ED"/>
            </a:solidFill>
            <a:ln w="0">
              <a:noFill/>
              <a:prstDash val="solid"/>
            </a:ln>
          </p:spPr>
        </p:sp>
        <p:sp>
          <p:nvSpPr>
            <p:cNvPr id="302" name="four:scalar-input:grid-cell:301"/>
            <p:cNvSpPr>
              <a:spLocks noGrp="1"/>
            </p:cNvSpPr>
            <p:nvPr/>
          </p:nvSpPr>
          <p:spPr>
            <a:xfrm>
              <a:off x="885825" y="3362325"/>
              <a:ext cx="104966" cy="104966"/>
            </a:xfrm>
            <a:prstGeom prst="rect">
              <a:avLst/>
            </a:prstGeom>
            <a:solidFill>
              <a:srgbClr val="81C9BA"/>
            </a:solidFill>
            <a:ln w="0">
              <a:noFill/>
              <a:prstDash val="solid"/>
            </a:ln>
          </p:spPr>
        </p:sp>
        <p:sp>
          <p:nvSpPr>
            <p:cNvPr id="303" name="four:scalar-input:grid-cell:302"/>
            <p:cNvSpPr>
              <a:spLocks noGrp="1"/>
            </p:cNvSpPr>
            <p:nvPr/>
          </p:nvSpPr>
          <p:spPr>
            <a:xfrm>
              <a:off x="990600" y="3362325"/>
              <a:ext cx="104966" cy="104966"/>
            </a:xfrm>
            <a:prstGeom prst="rect">
              <a:avLst/>
            </a:prstGeom>
            <a:solidFill>
              <a:srgbClr val="81C9BA"/>
            </a:solidFill>
            <a:ln w="0">
              <a:noFill/>
              <a:prstDash val="solid"/>
            </a:ln>
          </p:spPr>
        </p:sp>
        <p:sp>
          <p:nvSpPr>
            <p:cNvPr id="304" name="four:scalar-input:grid-cell:303"/>
            <p:cNvSpPr>
              <a:spLocks noGrp="1"/>
            </p:cNvSpPr>
            <p:nvPr/>
          </p:nvSpPr>
          <p:spPr>
            <a:xfrm>
              <a:off x="1095375" y="3362325"/>
              <a:ext cx="104966" cy="104966"/>
            </a:xfrm>
            <a:prstGeom prst="rect">
              <a:avLst/>
            </a:prstGeom>
            <a:solidFill>
              <a:srgbClr val="81C9BA"/>
            </a:solidFill>
            <a:ln w="0">
              <a:noFill/>
              <a:prstDash val="solid"/>
            </a:ln>
          </p:spPr>
        </p:sp>
        <p:sp>
          <p:nvSpPr>
            <p:cNvPr id="305" name="four:scalar-input:grid-cell:304"/>
            <p:cNvSpPr>
              <a:spLocks noGrp="1"/>
            </p:cNvSpPr>
            <p:nvPr/>
          </p:nvSpPr>
          <p:spPr>
            <a:xfrm>
              <a:off x="1200150" y="3362325"/>
              <a:ext cx="104966" cy="104966"/>
            </a:xfrm>
            <a:prstGeom prst="rect">
              <a:avLst/>
            </a:prstGeom>
            <a:solidFill>
              <a:srgbClr val="81C9BA"/>
            </a:solidFill>
            <a:ln w="0">
              <a:noFill/>
              <a:prstDash val="solid"/>
            </a:ln>
          </p:spPr>
        </p:sp>
        <p:sp>
          <p:nvSpPr>
            <p:cNvPr id="306" name="four:scalar-input:grid-cell:305"/>
            <p:cNvSpPr>
              <a:spLocks noGrp="1"/>
            </p:cNvSpPr>
            <p:nvPr/>
          </p:nvSpPr>
          <p:spPr>
            <a:xfrm>
              <a:off x="1304925" y="3362325"/>
              <a:ext cx="104966" cy="104966"/>
            </a:xfrm>
            <a:prstGeom prst="rect">
              <a:avLst/>
            </a:prstGeom>
            <a:solidFill>
              <a:srgbClr val="81C9BA"/>
            </a:solidFill>
            <a:ln w="0">
              <a:noFill/>
              <a:prstDash val="solid"/>
            </a:ln>
          </p:spPr>
        </p:sp>
        <p:sp>
          <p:nvSpPr>
            <p:cNvPr id="307" name="four:scalar-input:grid-cell:306"/>
            <p:cNvSpPr>
              <a:spLocks noGrp="1"/>
            </p:cNvSpPr>
            <p:nvPr/>
          </p:nvSpPr>
          <p:spPr>
            <a:xfrm>
              <a:off x="1409700" y="3362325"/>
              <a:ext cx="104966" cy="104966"/>
            </a:xfrm>
            <a:prstGeom prst="rect">
              <a:avLst/>
            </a:prstGeom>
            <a:solidFill>
              <a:srgbClr val="81C9BA"/>
            </a:solidFill>
            <a:ln w="0">
              <a:noFill/>
              <a:prstDash val="solid"/>
            </a:ln>
          </p:spPr>
        </p:sp>
        <p:sp>
          <p:nvSpPr>
            <p:cNvPr id="308" name="four:scalar-input:grid-cell:307"/>
            <p:cNvSpPr>
              <a:spLocks noGrp="1"/>
            </p:cNvSpPr>
            <p:nvPr/>
          </p:nvSpPr>
          <p:spPr>
            <a:xfrm>
              <a:off x="1514475" y="3362325"/>
              <a:ext cx="104966" cy="104966"/>
            </a:xfrm>
            <a:prstGeom prst="rect">
              <a:avLst/>
            </a:prstGeom>
            <a:solidFill>
              <a:srgbClr val="81C9BA"/>
            </a:solidFill>
            <a:ln w="0">
              <a:noFill/>
              <a:prstDash val="solid"/>
            </a:ln>
          </p:spPr>
        </p:sp>
        <p:sp>
          <p:nvSpPr>
            <p:cNvPr id="309" name="four:scalar-input:grid-cell:308"/>
            <p:cNvSpPr>
              <a:spLocks noGrp="1"/>
            </p:cNvSpPr>
            <p:nvPr/>
          </p:nvSpPr>
          <p:spPr>
            <a:xfrm>
              <a:off x="1619250" y="3362325"/>
              <a:ext cx="104966" cy="104966"/>
            </a:xfrm>
            <a:prstGeom prst="rect">
              <a:avLst/>
            </a:prstGeom>
            <a:solidFill>
              <a:srgbClr val="81C9BA"/>
            </a:solidFill>
            <a:ln w="0">
              <a:noFill/>
              <a:prstDash val="solid"/>
            </a:ln>
          </p:spPr>
        </p:sp>
        <p:sp>
          <p:nvSpPr>
            <p:cNvPr id="310" name="four:scalar-input:grid-cell:309"/>
            <p:cNvSpPr>
              <a:spLocks noGrp="1"/>
            </p:cNvSpPr>
            <p:nvPr/>
          </p:nvSpPr>
          <p:spPr>
            <a:xfrm>
              <a:off x="1724025" y="3362325"/>
              <a:ext cx="104966" cy="104966"/>
            </a:xfrm>
            <a:prstGeom prst="rect">
              <a:avLst/>
            </a:prstGeom>
            <a:solidFill>
              <a:srgbClr val="009E73"/>
            </a:solidFill>
            <a:ln w="0">
              <a:noFill/>
              <a:prstDash val="solid"/>
            </a:ln>
          </p:spPr>
        </p:sp>
        <p:sp>
          <p:nvSpPr>
            <p:cNvPr id="311" name="four:scalar-input:grid-cell:310"/>
            <p:cNvSpPr>
              <a:spLocks noGrp="1"/>
            </p:cNvSpPr>
            <p:nvPr/>
          </p:nvSpPr>
          <p:spPr>
            <a:xfrm>
              <a:off x="1828800" y="3362325"/>
              <a:ext cx="104966" cy="104966"/>
            </a:xfrm>
            <a:prstGeom prst="rect">
              <a:avLst/>
            </a:prstGeom>
            <a:solidFill>
              <a:srgbClr val="009E73"/>
            </a:solidFill>
            <a:ln w="0">
              <a:noFill/>
              <a:prstDash val="solid"/>
            </a:ln>
          </p:spPr>
        </p:sp>
        <p:sp>
          <p:nvSpPr>
            <p:cNvPr id="312" name="four:scalar-input:grid-cell:311"/>
            <p:cNvSpPr>
              <a:spLocks noGrp="1"/>
            </p:cNvSpPr>
            <p:nvPr/>
          </p:nvSpPr>
          <p:spPr>
            <a:xfrm>
              <a:off x="1933575" y="3362325"/>
              <a:ext cx="104966" cy="104966"/>
            </a:xfrm>
            <a:prstGeom prst="rect">
              <a:avLst/>
            </a:prstGeom>
            <a:solidFill>
              <a:srgbClr val="009E73"/>
            </a:solidFill>
            <a:ln w="0">
              <a:noFill/>
              <a:prstDash val="solid"/>
            </a:ln>
          </p:spPr>
        </p:sp>
        <p:sp>
          <p:nvSpPr>
            <p:cNvPr id="313" name="four:scalar-input:grid-cell:312"/>
            <p:cNvSpPr>
              <a:spLocks noGrp="1"/>
            </p:cNvSpPr>
            <p:nvPr/>
          </p:nvSpPr>
          <p:spPr>
            <a:xfrm>
              <a:off x="2038350" y="3362325"/>
              <a:ext cx="104966" cy="104966"/>
            </a:xfrm>
            <a:prstGeom prst="rect">
              <a:avLst/>
            </a:prstGeom>
            <a:solidFill>
              <a:srgbClr val="009E73"/>
            </a:solidFill>
            <a:ln w="0">
              <a:noFill/>
              <a:prstDash val="solid"/>
            </a:ln>
          </p:spPr>
        </p:sp>
        <p:sp>
          <p:nvSpPr>
            <p:cNvPr id="314" name="four:scalar-input:grid-cell:313"/>
            <p:cNvSpPr>
              <a:spLocks noGrp="1"/>
            </p:cNvSpPr>
            <p:nvPr/>
          </p:nvSpPr>
          <p:spPr>
            <a:xfrm>
              <a:off x="2143125" y="3362325"/>
              <a:ext cx="104966" cy="104966"/>
            </a:xfrm>
            <a:prstGeom prst="rect">
              <a:avLst/>
            </a:prstGeom>
            <a:solidFill>
              <a:srgbClr val="81C9BA"/>
            </a:solidFill>
            <a:ln w="0">
              <a:noFill/>
              <a:prstDash val="solid"/>
            </a:ln>
          </p:spPr>
        </p:sp>
        <p:sp>
          <p:nvSpPr>
            <p:cNvPr id="315" name="four:scalar-input:grid-cell:314"/>
            <p:cNvSpPr>
              <a:spLocks noGrp="1"/>
            </p:cNvSpPr>
            <p:nvPr/>
          </p:nvSpPr>
          <p:spPr>
            <a:xfrm>
              <a:off x="2247900" y="3362325"/>
              <a:ext cx="104966" cy="104966"/>
            </a:xfrm>
            <a:prstGeom prst="rect">
              <a:avLst/>
            </a:prstGeom>
            <a:solidFill>
              <a:srgbClr val="81C9BA"/>
            </a:solidFill>
            <a:ln w="0">
              <a:noFill/>
              <a:prstDash val="solid"/>
            </a:ln>
          </p:spPr>
        </p:sp>
        <p:sp>
          <p:nvSpPr>
            <p:cNvPr id="316" name="four:scalar-input:grid-cell:315"/>
            <p:cNvSpPr>
              <a:spLocks noGrp="1"/>
            </p:cNvSpPr>
            <p:nvPr/>
          </p:nvSpPr>
          <p:spPr>
            <a:xfrm>
              <a:off x="2352675" y="3362325"/>
              <a:ext cx="104966" cy="104966"/>
            </a:xfrm>
            <a:prstGeom prst="rect">
              <a:avLst/>
            </a:prstGeom>
            <a:solidFill>
              <a:srgbClr val="81C9BA"/>
            </a:solidFill>
            <a:ln w="0">
              <a:noFill/>
              <a:prstDash val="solid"/>
            </a:ln>
          </p:spPr>
        </p:sp>
        <p:sp>
          <p:nvSpPr>
            <p:cNvPr id="317" name="four:scalar-input:grid-cell:316"/>
            <p:cNvSpPr>
              <a:spLocks noGrp="1"/>
            </p:cNvSpPr>
            <p:nvPr/>
          </p:nvSpPr>
          <p:spPr>
            <a:xfrm>
              <a:off x="361950" y="3467100"/>
              <a:ext cx="104966" cy="104966"/>
            </a:xfrm>
            <a:prstGeom prst="rect">
              <a:avLst/>
            </a:prstGeom>
            <a:solidFill>
              <a:srgbClr val="DCE8ED"/>
            </a:solidFill>
            <a:ln w="0">
              <a:noFill/>
              <a:prstDash val="solid"/>
            </a:ln>
          </p:spPr>
        </p:sp>
        <p:sp>
          <p:nvSpPr>
            <p:cNvPr id="318" name="four:scalar-input:grid-cell:317"/>
            <p:cNvSpPr>
              <a:spLocks noGrp="1"/>
            </p:cNvSpPr>
            <p:nvPr/>
          </p:nvSpPr>
          <p:spPr>
            <a:xfrm>
              <a:off x="466725" y="3467100"/>
              <a:ext cx="104966" cy="104966"/>
            </a:xfrm>
            <a:prstGeom prst="rect">
              <a:avLst/>
            </a:prstGeom>
            <a:solidFill>
              <a:srgbClr val="DCE8ED"/>
            </a:solidFill>
            <a:ln w="0">
              <a:noFill/>
              <a:prstDash val="solid"/>
            </a:ln>
          </p:spPr>
        </p:sp>
        <p:sp>
          <p:nvSpPr>
            <p:cNvPr id="319" name="four:scalar-input:grid-cell:318"/>
            <p:cNvSpPr>
              <a:spLocks noGrp="1"/>
            </p:cNvSpPr>
            <p:nvPr/>
          </p:nvSpPr>
          <p:spPr>
            <a:xfrm>
              <a:off x="571500" y="3467100"/>
              <a:ext cx="104966" cy="104966"/>
            </a:xfrm>
            <a:prstGeom prst="rect">
              <a:avLst/>
            </a:prstGeom>
            <a:solidFill>
              <a:srgbClr val="DCE8ED"/>
            </a:solidFill>
            <a:ln w="0">
              <a:noFill/>
              <a:prstDash val="solid"/>
            </a:ln>
          </p:spPr>
        </p:sp>
        <p:sp>
          <p:nvSpPr>
            <p:cNvPr id="320" name="four:scalar-input:grid-cell:319"/>
            <p:cNvSpPr>
              <a:spLocks noGrp="1"/>
            </p:cNvSpPr>
            <p:nvPr/>
          </p:nvSpPr>
          <p:spPr>
            <a:xfrm>
              <a:off x="676275" y="3467100"/>
              <a:ext cx="104966" cy="104966"/>
            </a:xfrm>
            <a:prstGeom prst="rect">
              <a:avLst/>
            </a:prstGeom>
            <a:solidFill>
              <a:srgbClr val="DCE8ED"/>
            </a:solidFill>
            <a:ln w="0">
              <a:noFill/>
              <a:prstDash val="solid"/>
            </a:ln>
          </p:spPr>
        </p:sp>
        <p:sp>
          <p:nvSpPr>
            <p:cNvPr id="321" name="four:scalar-input:grid-cell:320"/>
            <p:cNvSpPr>
              <a:spLocks noGrp="1"/>
            </p:cNvSpPr>
            <p:nvPr/>
          </p:nvSpPr>
          <p:spPr>
            <a:xfrm>
              <a:off x="781050" y="3467100"/>
              <a:ext cx="104966" cy="104966"/>
            </a:xfrm>
            <a:prstGeom prst="rect">
              <a:avLst/>
            </a:prstGeom>
            <a:solidFill>
              <a:srgbClr val="DCE8ED"/>
            </a:solidFill>
            <a:ln w="0">
              <a:noFill/>
              <a:prstDash val="solid"/>
            </a:ln>
          </p:spPr>
        </p:sp>
        <p:sp>
          <p:nvSpPr>
            <p:cNvPr id="322" name="four:scalar-input:grid-cell:321"/>
            <p:cNvSpPr>
              <a:spLocks noGrp="1"/>
            </p:cNvSpPr>
            <p:nvPr/>
          </p:nvSpPr>
          <p:spPr>
            <a:xfrm>
              <a:off x="885825" y="3467100"/>
              <a:ext cx="104966" cy="104966"/>
            </a:xfrm>
            <a:prstGeom prst="rect">
              <a:avLst/>
            </a:prstGeom>
            <a:solidFill>
              <a:srgbClr val="81C9BA"/>
            </a:solidFill>
            <a:ln w="0">
              <a:noFill/>
              <a:prstDash val="solid"/>
            </a:ln>
          </p:spPr>
        </p:sp>
        <p:sp>
          <p:nvSpPr>
            <p:cNvPr id="323" name="four:scalar-input:grid-cell:322"/>
            <p:cNvSpPr>
              <a:spLocks noGrp="1"/>
            </p:cNvSpPr>
            <p:nvPr/>
          </p:nvSpPr>
          <p:spPr>
            <a:xfrm>
              <a:off x="990600" y="3467100"/>
              <a:ext cx="104966" cy="104966"/>
            </a:xfrm>
            <a:prstGeom prst="rect">
              <a:avLst/>
            </a:prstGeom>
            <a:solidFill>
              <a:srgbClr val="81C9BA"/>
            </a:solidFill>
            <a:ln w="0">
              <a:noFill/>
              <a:prstDash val="solid"/>
            </a:ln>
          </p:spPr>
        </p:sp>
        <p:sp>
          <p:nvSpPr>
            <p:cNvPr id="324" name="four:scalar-input:grid-cell:323"/>
            <p:cNvSpPr>
              <a:spLocks noGrp="1"/>
            </p:cNvSpPr>
            <p:nvPr/>
          </p:nvSpPr>
          <p:spPr>
            <a:xfrm>
              <a:off x="1095375" y="3467100"/>
              <a:ext cx="104966" cy="104966"/>
            </a:xfrm>
            <a:prstGeom prst="rect">
              <a:avLst/>
            </a:prstGeom>
            <a:solidFill>
              <a:srgbClr val="81C9BA"/>
            </a:solidFill>
            <a:ln w="0">
              <a:noFill/>
              <a:prstDash val="solid"/>
            </a:ln>
          </p:spPr>
        </p:sp>
        <p:sp>
          <p:nvSpPr>
            <p:cNvPr id="325" name="four:scalar-input:grid-cell:324"/>
            <p:cNvSpPr>
              <a:spLocks noGrp="1"/>
            </p:cNvSpPr>
            <p:nvPr/>
          </p:nvSpPr>
          <p:spPr>
            <a:xfrm>
              <a:off x="1200150" y="3467100"/>
              <a:ext cx="104966" cy="104966"/>
            </a:xfrm>
            <a:prstGeom prst="rect">
              <a:avLst/>
            </a:prstGeom>
            <a:solidFill>
              <a:srgbClr val="81C9BA"/>
            </a:solidFill>
            <a:ln w="0">
              <a:noFill/>
              <a:prstDash val="solid"/>
            </a:ln>
          </p:spPr>
        </p:sp>
        <p:sp>
          <p:nvSpPr>
            <p:cNvPr id="326" name="four:scalar-input:grid-cell:325"/>
            <p:cNvSpPr>
              <a:spLocks noGrp="1"/>
            </p:cNvSpPr>
            <p:nvPr/>
          </p:nvSpPr>
          <p:spPr>
            <a:xfrm>
              <a:off x="1304925" y="3467100"/>
              <a:ext cx="104966" cy="104966"/>
            </a:xfrm>
            <a:prstGeom prst="rect">
              <a:avLst/>
            </a:prstGeom>
            <a:solidFill>
              <a:srgbClr val="D55E00"/>
            </a:solidFill>
            <a:ln w="0">
              <a:noFill/>
              <a:prstDash val="solid"/>
            </a:ln>
          </p:spPr>
        </p:sp>
        <p:sp>
          <p:nvSpPr>
            <p:cNvPr id="327" name="four:scalar-input:grid-cell:326"/>
            <p:cNvSpPr>
              <a:spLocks noGrp="1"/>
            </p:cNvSpPr>
            <p:nvPr/>
          </p:nvSpPr>
          <p:spPr>
            <a:xfrm>
              <a:off x="1409700" y="3467100"/>
              <a:ext cx="104966" cy="104966"/>
            </a:xfrm>
            <a:prstGeom prst="rect">
              <a:avLst/>
            </a:prstGeom>
            <a:solidFill>
              <a:srgbClr val="D55E00"/>
            </a:solidFill>
            <a:ln w="0">
              <a:noFill/>
              <a:prstDash val="solid"/>
            </a:ln>
          </p:spPr>
        </p:sp>
        <p:sp>
          <p:nvSpPr>
            <p:cNvPr id="328" name="four:scalar-input:grid-cell:327"/>
            <p:cNvSpPr>
              <a:spLocks noGrp="1"/>
            </p:cNvSpPr>
            <p:nvPr/>
          </p:nvSpPr>
          <p:spPr>
            <a:xfrm>
              <a:off x="1514475" y="3467100"/>
              <a:ext cx="104966" cy="104966"/>
            </a:xfrm>
            <a:prstGeom prst="rect">
              <a:avLst/>
            </a:prstGeom>
            <a:solidFill>
              <a:srgbClr val="81C9BA"/>
            </a:solidFill>
            <a:ln w="0">
              <a:noFill/>
              <a:prstDash val="solid"/>
            </a:ln>
          </p:spPr>
        </p:sp>
        <p:sp>
          <p:nvSpPr>
            <p:cNvPr id="329" name="four:scalar-input:grid-cell:328"/>
            <p:cNvSpPr>
              <a:spLocks noGrp="1"/>
            </p:cNvSpPr>
            <p:nvPr/>
          </p:nvSpPr>
          <p:spPr>
            <a:xfrm>
              <a:off x="1619250" y="3467100"/>
              <a:ext cx="104966" cy="104966"/>
            </a:xfrm>
            <a:prstGeom prst="rect">
              <a:avLst/>
            </a:prstGeom>
            <a:solidFill>
              <a:srgbClr val="009E73"/>
            </a:solidFill>
            <a:ln w="0">
              <a:noFill/>
              <a:prstDash val="solid"/>
            </a:ln>
          </p:spPr>
        </p:sp>
        <p:sp>
          <p:nvSpPr>
            <p:cNvPr id="330" name="four:scalar-input:grid-cell:329"/>
            <p:cNvSpPr>
              <a:spLocks noGrp="1"/>
            </p:cNvSpPr>
            <p:nvPr/>
          </p:nvSpPr>
          <p:spPr>
            <a:xfrm>
              <a:off x="1724025" y="3467100"/>
              <a:ext cx="104966" cy="104966"/>
            </a:xfrm>
            <a:prstGeom prst="rect">
              <a:avLst/>
            </a:prstGeom>
            <a:solidFill>
              <a:srgbClr val="009E73"/>
            </a:solidFill>
            <a:ln w="0">
              <a:noFill/>
              <a:prstDash val="solid"/>
            </a:ln>
          </p:spPr>
        </p:sp>
        <p:sp>
          <p:nvSpPr>
            <p:cNvPr id="331" name="four:scalar-input:grid-cell:330"/>
            <p:cNvSpPr>
              <a:spLocks noGrp="1"/>
            </p:cNvSpPr>
            <p:nvPr/>
          </p:nvSpPr>
          <p:spPr>
            <a:xfrm>
              <a:off x="1828800" y="3467100"/>
              <a:ext cx="104966" cy="104966"/>
            </a:xfrm>
            <a:prstGeom prst="rect">
              <a:avLst/>
            </a:prstGeom>
            <a:solidFill>
              <a:srgbClr val="009E73"/>
            </a:solidFill>
            <a:ln w="0">
              <a:noFill/>
              <a:prstDash val="solid"/>
            </a:ln>
          </p:spPr>
        </p:sp>
        <p:sp>
          <p:nvSpPr>
            <p:cNvPr id="332" name="four:scalar-input:grid-cell:331"/>
            <p:cNvSpPr>
              <a:spLocks noGrp="1"/>
            </p:cNvSpPr>
            <p:nvPr/>
          </p:nvSpPr>
          <p:spPr>
            <a:xfrm>
              <a:off x="1933575" y="3467100"/>
              <a:ext cx="104966" cy="104966"/>
            </a:xfrm>
            <a:prstGeom prst="rect">
              <a:avLst/>
            </a:prstGeom>
            <a:solidFill>
              <a:srgbClr val="009E73"/>
            </a:solidFill>
            <a:ln w="0">
              <a:noFill/>
              <a:prstDash val="solid"/>
            </a:ln>
          </p:spPr>
        </p:sp>
        <p:sp>
          <p:nvSpPr>
            <p:cNvPr id="333" name="four:scalar-input:grid-cell:332"/>
            <p:cNvSpPr>
              <a:spLocks noGrp="1"/>
            </p:cNvSpPr>
            <p:nvPr/>
          </p:nvSpPr>
          <p:spPr>
            <a:xfrm>
              <a:off x="2038350" y="3467100"/>
              <a:ext cx="104966" cy="104966"/>
            </a:xfrm>
            <a:prstGeom prst="rect">
              <a:avLst/>
            </a:prstGeom>
            <a:solidFill>
              <a:srgbClr val="009E73"/>
            </a:solidFill>
            <a:ln w="0">
              <a:noFill/>
              <a:prstDash val="solid"/>
            </a:ln>
          </p:spPr>
        </p:sp>
        <p:sp>
          <p:nvSpPr>
            <p:cNvPr id="334" name="four:scalar-input:grid-cell:333"/>
            <p:cNvSpPr>
              <a:spLocks noGrp="1"/>
            </p:cNvSpPr>
            <p:nvPr/>
          </p:nvSpPr>
          <p:spPr>
            <a:xfrm>
              <a:off x="2143125" y="3467100"/>
              <a:ext cx="104966" cy="104966"/>
            </a:xfrm>
            <a:prstGeom prst="rect">
              <a:avLst/>
            </a:prstGeom>
            <a:solidFill>
              <a:srgbClr val="81C9BA"/>
            </a:solidFill>
            <a:ln w="0">
              <a:noFill/>
              <a:prstDash val="solid"/>
            </a:ln>
          </p:spPr>
        </p:sp>
        <p:sp>
          <p:nvSpPr>
            <p:cNvPr id="335" name="four:scalar-input:grid-cell:334"/>
            <p:cNvSpPr>
              <a:spLocks noGrp="1"/>
            </p:cNvSpPr>
            <p:nvPr/>
          </p:nvSpPr>
          <p:spPr>
            <a:xfrm>
              <a:off x="2247900" y="3467100"/>
              <a:ext cx="104966" cy="104966"/>
            </a:xfrm>
            <a:prstGeom prst="rect">
              <a:avLst/>
            </a:prstGeom>
            <a:solidFill>
              <a:srgbClr val="81C9BA"/>
            </a:solidFill>
            <a:ln w="0">
              <a:noFill/>
              <a:prstDash val="solid"/>
            </a:ln>
          </p:spPr>
        </p:sp>
        <p:sp>
          <p:nvSpPr>
            <p:cNvPr id="336" name="four:scalar-input:grid-cell:335"/>
            <p:cNvSpPr>
              <a:spLocks noGrp="1"/>
            </p:cNvSpPr>
            <p:nvPr/>
          </p:nvSpPr>
          <p:spPr>
            <a:xfrm>
              <a:off x="2352675" y="3467100"/>
              <a:ext cx="104966" cy="104966"/>
            </a:xfrm>
            <a:prstGeom prst="rect">
              <a:avLst/>
            </a:prstGeom>
            <a:solidFill>
              <a:srgbClr val="81C9BA"/>
            </a:solidFill>
            <a:ln w="0">
              <a:noFill/>
              <a:prstDash val="solid"/>
            </a:ln>
          </p:spPr>
        </p:sp>
        <p:sp>
          <p:nvSpPr>
            <p:cNvPr id="337" name="four:scalar-input:grid-cell:336"/>
            <p:cNvSpPr>
              <a:spLocks noGrp="1"/>
            </p:cNvSpPr>
            <p:nvPr/>
          </p:nvSpPr>
          <p:spPr>
            <a:xfrm>
              <a:off x="361950" y="3571875"/>
              <a:ext cx="104966" cy="104966"/>
            </a:xfrm>
            <a:prstGeom prst="rect">
              <a:avLst/>
            </a:prstGeom>
            <a:solidFill>
              <a:srgbClr val="DCE8ED"/>
            </a:solidFill>
            <a:ln w="0">
              <a:noFill/>
              <a:prstDash val="solid"/>
            </a:ln>
          </p:spPr>
        </p:sp>
        <p:sp>
          <p:nvSpPr>
            <p:cNvPr id="338" name="four:scalar-input:grid-cell:337"/>
            <p:cNvSpPr>
              <a:spLocks noGrp="1"/>
            </p:cNvSpPr>
            <p:nvPr/>
          </p:nvSpPr>
          <p:spPr>
            <a:xfrm>
              <a:off x="466725" y="3571875"/>
              <a:ext cx="104966" cy="104966"/>
            </a:xfrm>
            <a:prstGeom prst="rect">
              <a:avLst/>
            </a:prstGeom>
            <a:solidFill>
              <a:srgbClr val="DCE8ED"/>
            </a:solidFill>
            <a:ln w="0">
              <a:noFill/>
              <a:prstDash val="solid"/>
            </a:ln>
          </p:spPr>
        </p:sp>
        <p:sp>
          <p:nvSpPr>
            <p:cNvPr id="339" name="four:scalar-input:grid-cell:338"/>
            <p:cNvSpPr>
              <a:spLocks noGrp="1"/>
            </p:cNvSpPr>
            <p:nvPr/>
          </p:nvSpPr>
          <p:spPr>
            <a:xfrm>
              <a:off x="571500" y="3571875"/>
              <a:ext cx="104966" cy="104966"/>
            </a:xfrm>
            <a:prstGeom prst="rect">
              <a:avLst/>
            </a:prstGeom>
            <a:solidFill>
              <a:srgbClr val="DCE8ED"/>
            </a:solidFill>
            <a:ln w="0">
              <a:noFill/>
              <a:prstDash val="solid"/>
            </a:ln>
          </p:spPr>
        </p:sp>
        <p:sp>
          <p:nvSpPr>
            <p:cNvPr id="340" name="four:scalar-input:grid-cell:339"/>
            <p:cNvSpPr>
              <a:spLocks noGrp="1"/>
            </p:cNvSpPr>
            <p:nvPr/>
          </p:nvSpPr>
          <p:spPr>
            <a:xfrm>
              <a:off x="676275" y="3571875"/>
              <a:ext cx="104966" cy="104966"/>
            </a:xfrm>
            <a:prstGeom prst="rect">
              <a:avLst/>
            </a:prstGeom>
            <a:solidFill>
              <a:srgbClr val="DCE8ED"/>
            </a:solidFill>
            <a:ln w="0">
              <a:noFill/>
              <a:prstDash val="solid"/>
            </a:ln>
          </p:spPr>
        </p:sp>
        <p:sp>
          <p:nvSpPr>
            <p:cNvPr id="341" name="four:scalar-input:grid-cell:340"/>
            <p:cNvSpPr>
              <a:spLocks noGrp="1"/>
            </p:cNvSpPr>
            <p:nvPr/>
          </p:nvSpPr>
          <p:spPr>
            <a:xfrm>
              <a:off x="781050" y="3571875"/>
              <a:ext cx="104966" cy="104966"/>
            </a:xfrm>
            <a:prstGeom prst="rect">
              <a:avLst/>
            </a:prstGeom>
            <a:solidFill>
              <a:srgbClr val="81C9BA"/>
            </a:solidFill>
            <a:ln w="0">
              <a:noFill/>
              <a:prstDash val="solid"/>
            </a:ln>
          </p:spPr>
        </p:sp>
        <p:sp>
          <p:nvSpPr>
            <p:cNvPr id="342" name="four:scalar-input:grid-cell:341"/>
            <p:cNvSpPr>
              <a:spLocks noGrp="1"/>
            </p:cNvSpPr>
            <p:nvPr/>
          </p:nvSpPr>
          <p:spPr>
            <a:xfrm>
              <a:off x="885825" y="3571875"/>
              <a:ext cx="104966" cy="104966"/>
            </a:xfrm>
            <a:prstGeom prst="rect">
              <a:avLst/>
            </a:prstGeom>
            <a:solidFill>
              <a:srgbClr val="81C9BA"/>
            </a:solidFill>
            <a:ln w="0">
              <a:noFill/>
              <a:prstDash val="solid"/>
            </a:ln>
          </p:spPr>
        </p:sp>
        <p:sp>
          <p:nvSpPr>
            <p:cNvPr id="343" name="four:scalar-input:grid-cell:342"/>
            <p:cNvSpPr>
              <a:spLocks noGrp="1"/>
            </p:cNvSpPr>
            <p:nvPr/>
          </p:nvSpPr>
          <p:spPr>
            <a:xfrm>
              <a:off x="990600" y="3571875"/>
              <a:ext cx="104966" cy="104966"/>
            </a:xfrm>
            <a:prstGeom prst="rect">
              <a:avLst/>
            </a:prstGeom>
            <a:solidFill>
              <a:srgbClr val="81C9BA"/>
            </a:solidFill>
            <a:ln w="0">
              <a:noFill/>
              <a:prstDash val="solid"/>
            </a:ln>
          </p:spPr>
        </p:sp>
        <p:sp>
          <p:nvSpPr>
            <p:cNvPr id="344" name="four:scalar-input:grid-cell:343"/>
            <p:cNvSpPr>
              <a:spLocks noGrp="1"/>
            </p:cNvSpPr>
            <p:nvPr/>
          </p:nvSpPr>
          <p:spPr>
            <a:xfrm>
              <a:off x="1095375" y="3571875"/>
              <a:ext cx="104966" cy="104966"/>
            </a:xfrm>
            <a:prstGeom prst="rect">
              <a:avLst/>
            </a:prstGeom>
            <a:solidFill>
              <a:srgbClr val="81C9BA"/>
            </a:solidFill>
            <a:ln w="0">
              <a:noFill/>
              <a:prstDash val="solid"/>
            </a:ln>
          </p:spPr>
        </p:sp>
        <p:sp>
          <p:nvSpPr>
            <p:cNvPr id="345" name="four:scalar-input:grid-cell:344"/>
            <p:cNvSpPr>
              <a:spLocks noGrp="1"/>
            </p:cNvSpPr>
            <p:nvPr/>
          </p:nvSpPr>
          <p:spPr>
            <a:xfrm>
              <a:off x="1200150" y="3571875"/>
              <a:ext cx="104966" cy="104966"/>
            </a:xfrm>
            <a:prstGeom prst="rect">
              <a:avLst/>
            </a:prstGeom>
            <a:solidFill>
              <a:srgbClr val="D55E00"/>
            </a:solidFill>
            <a:ln w="0">
              <a:noFill/>
              <a:prstDash val="solid"/>
            </a:ln>
          </p:spPr>
        </p:sp>
        <p:sp>
          <p:nvSpPr>
            <p:cNvPr id="346" name="four:scalar-input:grid-cell:345"/>
            <p:cNvSpPr>
              <a:spLocks noGrp="1"/>
            </p:cNvSpPr>
            <p:nvPr/>
          </p:nvSpPr>
          <p:spPr>
            <a:xfrm>
              <a:off x="1304925" y="3571875"/>
              <a:ext cx="104966" cy="104966"/>
            </a:xfrm>
            <a:prstGeom prst="rect">
              <a:avLst/>
            </a:prstGeom>
            <a:solidFill>
              <a:srgbClr val="D55E00"/>
            </a:solidFill>
            <a:ln w="0">
              <a:noFill/>
              <a:prstDash val="solid"/>
            </a:ln>
          </p:spPr>
        </p:sp>
        <p:sp>
          <p:nvSpPr>
            <p:cNvPr id="347" name="four:scalar-input:grid-cell:346"/>
            <p:cNvSpPr>
              <a:spLocks noGrp="1"/>
            </p:cNvSpPr>
            <p:nvPr/>
          </p:nvSpPr>
          <p:spPr>
            <a:xfrm>
              <a:off x="1409700" y="3571875"/>
              <a:ext cx="104966" cy="104966"/>
            </a:xfrm>
            <a:prstGeom prst="rect">
              <a:avLst/>
            </a:prstGeom>
            <a:solidFill>
              <a:srgbClr val="D55E00"/>
            </a:solidFill>
            <a:ln w="0">
              <a:noFill/>
              <a:prstDash val="solid"/>
            </a:ln>
          </p:spPr>
        </p:sp>
        <p:sp>
          <p:nvSpPr>
            <p:cNvPr id="348" name="four:scalar-input:grid-cell:347"/>
            <p:cNvSpPr>
              <a:spLocks noGrp="1"/>
            </p:cNvSpPr>
            <p:nvPr/>
          </p:nvSpPr>
          <p:spPr>
            <a:xfrm>
              <a:off x="1514475" y="3571875"/>
              <a:ext cx="104966" cy="104966"/>
            </a:xfrm>
            <a:prstGeom prst="rect">
              <a:avLst/>
            </a:prstGeom>
            <a:solidFill>
              <a:srgbClr val="D55E00"/>
            </a:solidFill>
            <a:ln w="0">
              <a:noFill/>
              <a:prstDash val="solid"/>
            </a:ln>
          </p:spPr>
        </p:sp>
        <p:sp>
          <p:nvSpPr>
            <p:cNvPr id="349" name="four:scalar-input:grid-cell:348"/>
            <p:cNvSpPr>
              <a:spLocks noGrp="1"/>
            </p:cNvSpPr>
            <p:nvPr/>
          </p:nvSpPr>
          <p:spPr>
            <a:xfrm>
              <a:off x="1619250" y="3571875"/>
              <a:ext cx="104966" cy="104966"/>
            </a:xfrm>
            <a:prstGeom prst="rect">
              <a:avLst/>
            </a:prstGeom>
            <a:solidFill>
              <a:srgbClr val="81C9BA"/>
            </a:solidFill>
            <a:ln w="0">
              <a:noFill/>
              <a:prstDash val="solid"/>
            </a:ln>
          </p:spPr>
        </p:sp>
        <p:sp>
          <p:nvSpPr>
            <p:cNvPr id="350" name="four:scalar-input:grid-cell:349"/>
            <p:cNvSpPr>
              <a:spLocks noGrp="1"/>
            </p:cNvSpPr>
            <p:nvPr/>
          </p:nvSpPr>
          <p:spPr>
            <a:xfrm>
              <a:off x="1724025" y="3571875"/>
              <a:ext cx="104966" cy="104966"/>
            </a:xfrm>
            <a:prstGeom prst="rect">
              <a:avLst/>
            </a:prstGeom>
            <a:solidFill>
              <a:srgbClr val="009E73"/>
            </a:solidFill>
            <a:ln w="0">
              <a:noFill/>
              <a:prstDash val="solid"/>
            </a:ln>
          </p:spPr>
        </p:sp>
        <p:sp>
          <p:nvSpPr>
            <p:cNvPr id="351" name="four:scalar-input:grid-cell:350"/>
            <p:cNvSpPr>
              <a:spLocks noGrp="1"/>
            </p:cNvSpPr>
            <p:nvPr/>
          </p:nvSpPr>
          <p:spPr>
            <a:xfrm>
              <a:off x="1828800" y="3571875"/>
              <a:ext cx="104966" cy="104966"/>
            </a:xfrm>
            <a:prstGeom prst="rect">
              <a:avLst/>
            </a:prstGeom>
            <a:solidFill>
              <a:srgbClr val="009E73"/>
            </a:solidFill>
            <a:ln w="0">
              <a:noFill/>
              <a:prstDash val="solid"/>
            </a:ln>
          </p:spPr>
        </p:sp>
        <p:sp>
          <p:nvSpPr>
            <p:cNvPr id="352" name="four:scalar-input:grid-cell:351"/>
            <p:cNvSpPr>
              <a:spLocks noGrp="1"/>
            </p:cNvSpPr>
            <p:nvPr/>
          </p:nvSpPr>
          <p:spPr>
            <a:xfrm>
              <a:off x="1933575" y="3571875"/>
              <a:ext cx="104966" cy="104966"/>
            </a:xfrm>
            <a:prstGeom prst="rect">
              <a:avLst/>
            </a:prstGeom>
            <a:solidFill>
              <a:srgbClr val="009E73"/>
            </a:solidFill>
            <a:ln w="0">
              <a:noFill/>
              <a:prstDash val="solid"/>
            </a:ln>
          </p:spPr>
        </p:sp>
        <p:sp>
          <p:nvSpPr>
            <p:cNvPr id="353" name="four:scalar-input:grid-cell:352"/>
            <p:cNvSpPr>
              <a:spLocks noGrp="1"/>
            </p:cNvSpPr>
            <p:nvPr/>
          </p:nvSpPr>
          <p:spPr>
            <a:xfrm>
              <a:off x="2038350" y="3571875"/>
              <a:ext cx="104966" cy="104966"/>
            </a:xfrm>
            <a:prstGeom prst="rect">
              <a:avLst/>
            </a:prstGeom>
            <a:solidFill>
              <a:srgbClr val="81C9BA"/>
            </a:solidFill>
            <a:ln w="0">
              <a:noFill/>
              <a:prstDash val="solid"/>
            </a:ln>
          </p:spPr>
        </p:sp>
        <p:sp>
          <p:nvSpPr>
            <p:cNvPr id="354" name="four:scalar-input:grid-cell:353"/>
            <p:cNvSpPr>
              <a:spLocks noGrp="1"/>
            </p:cNvSpPr>
            <p:nvPr/>
          </p:nvSpPr>
          <p:spPr>
            <a:xfrm>
              <a:off x="2143125" y="3571875"/>
              <a:ext cx="104966" cy="104966"/>
            </a:xfrm>
            <a:prstGeom prst="rect">
              <a:avLst/>
            </a:prstGeom>
            <a:solidFill>
              <a:srgbClr val="81C9BA"/>
            </a:solidFill>
            <a:ln w="0">
              <a:noFill/>
              <a:prstDash val="solid"/>
            </a:ln>
          </p:spPr>
        </p:sp>
        <p:sp>
          <p:nvSpPr>
            <p:cNvPr id="355" name="four:scalar-input:grid-cell:354"/>
            <p:cNvSpPr>
              <a:spLocks noGrp="1"/>
            </p:cNvSpPr>
            <p:nvPr/>
          </p:nvSpPr>
          <p:spPr>
            <a:xfrm>
              <a:off x="2247900" y="3571875"/>
              <a:ext cx="104966" cy="104966"/>
            </a:xfrm>
            <a:prstGeom prst="rect">
              <a:avLst/>
            </a:prstGeom>
            <a:solidFill>
              <a:srgbClr val="81C9BA"/>
            </a:solidFill>
            <a:ln w="0">
              <a:noFill/>
              <a:prstDash val="solid"/>
            </a:ln>
          </p:spPr>
        </p:sp>
        <p:sp>
          <p:nvSpPr>
            <p:cNvPr id="356" name="four:scalar-input:grid-cell:355"/>
            <p:cNvSpPr>
              <a:spLocks noGrp="1"/>
            </p:cNvSpPr>
            <p:nvPr/>
          </p:nvSpPr>
          <p:spPr>
            <a:xfrm>
              <a:off x="2352675" y="3571875"/>
              <a:ext cx="104966" cy="104966"/>
            </a:xfrm>
            <a:prstGeom prst="rect">
              <a:avLst/>
            </a:prstGeom>
            <a:solidFill>
              <a:srgbClr val="DCE8ED"/>
            </a:solidFill>
            <a:ln w="0">
              <a:noFill/>
              <a:prstDash val="solid"/>
            </a:ln>
          </p:spPr>
        </p:sp>
        <p:sp>
          <p:nvSpPr>
            <p:cNvPr id="357" name="four:scalar-input:grid-cell:356"/>
            <p:cNvSpPr>
              <a:spLocks noGrp="1"/>
            </p:cNvSpPr>
            <p:nvPr/>
          </p:nvSpPr>
          <p:spPr>
            <a:xfrm>
              <a:off x="361950" y="3676650"/>
              <a:ext cx="104966" cy="104966"/>
            </a:xfrm>
            <a:prstGeom prst="rect">
              <a:avLst/>
            </a:prstGeom>
            <a:solidFill>
              <a:srgbClr val="DCE8ED"/>
            </a:solidFill>
            <a:ln w="0">
              <a:noFill/>
              <a:prstDash val="solid"/>
            </a:ln>
          </p:spPr>
        </p:sp>
        <p:sp>
          <p:nvSpPr>
            <p:cNvPr id="358" name="four:scalar-input:grid-cell:357"/>
            <p:cNvSpPr>
              <a:spLocks noGrp="1"/>
            </p:cNvSpPr>
            <p:nvPr/>
          </p:nvSpPr>
          <p:spPr>
            <a:xfrm>
              <a:off x="466725" y="3676650"/>
              <a:ext cx="104966" cy="104966"/>
            </a:xfrm>
            <a:prstGeom prst="rect">
              <a:avLst/>
            </a:prstGeom>
            <a:solidFill>
              <a:srgbClr val="DCE8ED"/>
            </a:solidFill>
            <a:ln w="0">
              <a:noFill/>
              <a:prstDash val="solid"/>
            </a:ln>
          </p:spPr>
        </p:sp>
        <p:sp>
          <p:nvSpPr>
            <p:cNvPr id="359" name="four:scalar-input:grid-cell:358"/>
            <p:cNvSpPr>
              <a:spLocks noGrp="1"/>
            </p:cNvSpPr>
            <p:nvPr/>
          </p:nvSpPr>
          <p:spPr>
            <a:xfrm>
              <a:off x="571500" y="3676650"/>
              <a:ext cx="104966" cy="104966"/>
            </a:xfrm>
            <a:prstGeom prst="rect">
              <a:avLst/>
            </a:prstGeom>
            <a:solidFill>
              <a:srgbClr val="DCE8ED"/>
            </a:solidFill>
            <a:ln w="0">
              <a:noFill/>
              <a:prstDash val="solid"/>
            </a:ln>
          </p:spPr>
        </p:sp>
        <p:sp>
          <p:nvSpPr>
            <p:cNvPr id="360" name="four:scalar-input:grid-cell:359"/>
            <p:cNvSpPr>
              <a:spLocks noGrp="1"/>
            </p:cNvSpPr>
            <p:nvPr/>
          </p:nvSpPr>
          <p:spPr>
            <a:xfrm>
              <a:off x="676275" y="3676650"/>
              <a:ext cx="104966" cy="104966"/>
            </a:xfrm>
            <a:prstGeom prst="rect">
              <a:avLst/>
            </a:prstGeom>
            <a:solidFill>
              <a:srgbClr val="DCE8ED"/>
            </a:solidFill>
            <a:ln w="0">
              <a:noFill/>
              <a:prstDash val="solid"/>
            </a:ln>
          </p:spPr>
        </p:sp>
        <p:sp>
          <p:nvSpPr>
            <p:cNvPr id="361" name="four:scalar-input:grid-cell:360"/>
            <p:cNvSpPr>
              <a:spLocks noGrp="1"/>
            </p:cNvSpPr>
            <p:nvPr/>
          </p:nvSpPr>
          <p:spPr>
            <a:xfrm>
              <a:off x="781050" y="3676650"/>
              <a:ext cx="104966" cy="104966"/>
            </a:xfrm>
            <a:prstGeom prst="rect">
              <a:avLst/>
            </a:prstGeom>
            <a:solidFill>
              <a:srgbClr val="81C9BA"/>
            </a:solidFill>
            <a:ln w="0">
              <a:noFill/>
              <a:prstDash val="solid"/>
            </a:ln>
          </p:spPr>
        </p:sp>
        <p:sp>
          <p:nvSpPr>
            <p:cNvPr id="362" name="four:scalar-input:grid-cell:361"/>
            <p:cNvSpPr>
              <a:spLocks noGrp="1"/>
            </p:cNvSpPr>
            <p:nvPr/>
          </p:nvSpPr>
          <p:spPr>
            <a:xfrm>
              <a:off x="885825" y="3676650"/>
              <a:ext cx="104966" cy="104966"/>
            </a:xfrm>
            <a:prstGeom prst="rect">
              <a:avLst/>
            </a:prstGeom>
            <a:solidFill>
              <a:srgbClr val="81C9BA"/>
            </a:solidFill>
            <a:ln w="0">
              <a:noFill/>
              <a:prstDash val="solid"/>
            </a:ln>
          </p:spPr>
        </p:sp>
        <p:sp>
          <p:nvSpPr>
            <p:cNvPr id="363" name="four:scalar-input:grid-cell:362"/>
            <p:cNvSpPr>
              <a:spLocks noGrp="1"/>
            </p:cNvSpPr>
            <p:nvPr/>
          </p:nvSpPr>
          <p:spPr>
            <a:xfrm>
              <a:off x="990600" y="3676650"/>
              <a:ext cx="104966" cy="104966"/>
            </a:xfrm>
            <a:prstGeom prst="rect">
              <a:avLst/>
            </a:prstGeom>
            <a:solidFill>
              <a:srgbClr val="81C9BA"/>
            </a:solidFill>
            <a:ln w="0">
              <a:noFill/>
              <a:prstDash val="solid"/>
            </a:ln>
          </p:spPr>
        </p:sp>
        <p:sp>
          <p:nvSpPr>
            <p:cNvPr id="364" name="four:scalar-input:grid-cell:363"/>
            <p:cNvSpPr>
              <a:spLocks noGrp="1"/>
            </p:cNvSpPr>
            <p:nvPr/>
          </p:nvSpPr>
          <p:spPr>
            <a:xfrm>
              <a:off x="1095375" y="3676650"/>
              <a:ext cx="104966" cy="104966"/>
            </a:xfrm>
            <a:prstGeom prst="rect">
              <a:avLst/>
            </a:prstGeom>
            <a:solidFill>
              <a:srgbClr val="81C9BA"/>
            </a:solidFill>
            <a:ln w="0">
              <a:noFill/>
              <a:prstDash val="solid"/>
            </a:ln>
          </p:spPr>
        </p:sp>
        <p:sp>
          <p:nvSpPr>
            <p:cNvPr id="365" name="four:scalar-input:grid-cell:364"/>
            <p:cNvSpPr>
              <a:spLocks noGrp="1"/>
            </p:cNvSpPr>
            <p:nvPr/>
          </p:nvSpPr>
          <p:spPr>
            <a:xfrm>
              <a:off x="1200150" y="3676650"/>
              <a:ext cx="104966" cy="104966"/>
            </a:xfrm>
            <a:prstGeom prst="rect">
              <a:avLst/>
            </a:prstGeom>
            <a:solidFill>
              <a:srgbClr val="D55E00"/>
            </a:solidFill>
            <a:ln w="0">
              <a:noFill/>
              <a:prstDash val="solid"/>
            </a:ln>
          </p:spPr>
        </p:sp>
        <p:sp>
          <p:nvSpPr>
            <p:cNvPr id="366" name="four:scalar-input:grid-cell:365"/>
            <p:cNvSpPr>
              <a:spLocks noGrp="1"/>
            </p:cNvSpPr>
            <p:nvPr/>
          </p:nvSpPr>
          <p:spPr>
            <a:xfrm>
              <a:off x="1304925" y="3676650"/>
              <a:ext cx="104966" cy="104966"/>
            </a:xfrm>
            <a:prstGeom prst="rect">
              <a:avLst/>
            </a:prstGeom>
            <a:solidFill>
              <a:srgbClr val="D55E00"/>
            </a:solidFill>
            <a:ln w="0">
              <a:noFill/>
              <a:prstDash val="solid"/>
            </a:ln>
          </p:spPr>
        </p:sp>
        <p:sp>
          <p:nvSpPr>
            <p:cNvPr id="367" name="four:scalar-input:grid-cell:366"/>
            <p:cNvSpPr>
              <a:spLocks noGrp="1"/>
            </p:cNvSpPr>
            <p:nvPr/>
          </p:nvSpPr>
          <p:spPr>
            <a:xfrm>
              <a:off x="1409700" y="3676650"/>
              <a:ext cx="104966" cy="104966"/>
            </a:xfrm>
            <a:prstGeom prst="rect">
              <a:avLst/>
            </a:prstGeom>
            <a:solidFill>
              <a:srgbClr val="D55E00"/>
            </a:solidFill>
            <a:ln w="0">
              <a:noFill/>
              <a:prstDash val="solid"/>
            </a:ln>
          </p:spPr>
        </p:sp>
        <p:sp>
          <p:nvSpPr>
            <p:cNvPr id="368" name="four:scalar-input:grid-cell:367"/>
            <p:cNvSpPr>
              <a:spLocks noGrp="1"/>
            </p:cNvSpPr>
            <p:nvPr/>
          </p:nvSpPr>
          <p:spPr>
            <a:xfrm>
              <a:off x="1514475" y="3676650"/>
              <a:ext cx="104966" cy="104966"/>
            </a:xfrm>
            <a:prstGeom prst="rect">
              <a:avLst/>
            </a:prstGeom>
            <a:solidFill>
              <a:srgbClr val="D55E00"/>
            </a:solidFill>
            <a:ln w="0">
              <a:noFill/>
              <a:prstDash val="solid"/>
            </a:ln>
          </p:spPr>
        </p:sp>
        <p:sp>
          <p:nvSpPr>
            <p:cNvPr id="369" name="four:scalar-input:grid-cell:368"/>
            <p:cNvSpPr>
              <a:spLocks noGrp="1"/>
            </p:cNvSpPr>
            <p:nvPr/>
          </p:nvSpPr>
          <p:spPr>
            <a:xfrm>
              <a:off x="1619250" y="3676650"/>
              <a:ext cx="104966" cy="104966"/>
            </a:xfrm>
            <a:prstGeom prst="rect">
              <a:avLst/>
            </a:prstGeom>
            <a:solidFill>
              <a:srgbClr val="81C9BA"/>
            </a:solidFill>
            <a:ln w="0">
              <a:noFill/>
              <a:prstDash val="solid"/>
            </a:ln>
          </p:spPr>
        </p:sp>
        <p:sp>
          <p:nvSpPr>
            <p:cNvPr id="370" name="four:scalar-input:grid-cell:369"/>
            <p:cNvSpPr>
              <a:spLocks noGrp="1"/>
            </p:cNvSpPr>
            <p:nvPr/>
          </p:nvSpPr>
          <p:spPr>
            <a:xfrm>
              <a:off x="1724025" y="3676650"/>
              <a:ext cx="104966" cy="104966"/>
            </a:xfrm>
            <a:prstGeom prst="rect">
              <a:avLst/>
            </a:prstGeom>
            <a:solidFill>
              <a:srgbClr val="81C9BA"/>
            </a:solidFill>
            <a:ln w="0">
              <a:noFill/>
              <a:prstDash val="solid"/>
            </a:ln>
          </p:spPr>
        </p:sp>
        <p:sp>
          <p:nvSpPr>
            <p:cNvPr id="371" name="four:scalar-input:grid-cell:370"/>
            <p:cNvSpPr>
              <a:spLocks noGrp="1"/>
            </p:cNvSpPr>
            <p:nvPr/>
          </p:nvSpPr>
          <p:spPr>
            <a:xfrm>
              <a:off x="1828800" y="3676650"/>
              <a:ext cx="104966" cy="104966"/>
            </a:xfrm>
            <a:prstGeom prst="rect">
              <a:avLst/>
            </a:prstGeom>
            <a:solidFill>
              <a:srgbClr val="81C9BA"/>
            </a:solidFill>
            <a:ln w="0">
              <a:noFill/>
              <a:prstDash val="solid"/>
            </a:ln>
          </p:spPr>
        </p:sp>
        <p:sp>
          <p:nvSpPr>
            <p:cNvPr id="372" name="four:scalar-input:grid-cell:371"/>
            <p:cNvSpPr>
              <a:spLocks noGrp="1"/>
            </p:cNvSpPr>
            <p:nvPr/>
          </p:nvSpPr>
          <p:spPr>
            <a:xfrm>
              <a:off x="1933575" y="3676650"/>
              <a:ext cx="104966" cy="104966"/>
            </a:xfrm>
            <a:prstGeom prst="rect">
              <a:avLst/>
            </a:prstGeom>
            <a:solidFill>
              <a:srgbClr val="81C9BA"/>
            </a:solidFill>
            <a:ln w="0">
              <a:noFill/>
              <a:prstDash val="solid"/>
            </a:ln>
          </p:spPr>
        </p:sp>
        <p:sp>
          <p:nvSpPr>
            <p:cNvPr id="373" name="four:scalar-input:grid-cell:372"/>
            <p:cNvSpPr>
              <a:spLocks noGrp="1"/>
            </p:cNvSpPr>
            <p:nvPr/>
          </p:nvSpPr>
          <p:spPr>
            <a:xfrm>
              <a:off x="2038350" y="3676650"/>
              <a:ext cx="104966" cy="104966"/>
            </a:xfrm>
            <a:prstGeom prst="rect">
              <a:avLst/>
            </a:prstGeom>
            <a:solidFill>
              <a:srgbClr val="81C9BA"/>
            </a:solidFill>
            <a:ln w="0">
              <a:noFill/>
              <a:prstDash val="solid"/>
            </a:ln>
          </p:spPr>
        </p:sp>
        <p:sp>
          <p:nvSpPr>
            <p:cNvPr id="374" name="four:scalar-input:grid-cell:373"/>
            <p:cNvSpPr>
              <a:spLocks noGrp="1"/>
            </p:cNvSpPr>
            <p:nvPr/>
          </p:nvSpPr>
          <p:spPr>
            <a:xfrm>
              <a:off x="2143125" y="3676650"/>
              <a:ext cx="104966" cy="104966"/>
            </a:xfrm>
            <a:prstGeom prst="rect">
              <a:avLst/>
            </a:prstGeom>
            <a:solidFill>
              <a:srgbClr val="81C9BA"/>
            </a:solidFill>
            <a:ln w="0">
              <a:noFill/>
              <a:prstDash val="solid"/>
            </a:ln>
          </p:spPr>
        </p:sp>
        <p:sp>
          <p:nvSpPr>
            <p:cNvPr id="375" name="four:scalar-input:grid-cell:374"/>
            <p:cNvSpPr>
              <a:spLocks noGrp="1"/>
            </p:cNvSpPr>
            <p:nvPr/>
          </p:nvSpPr>
          <p:spPr>
            <a:xfrm>
              <a:off x="2247900" y="3676650"/>
              <a:ext cx="104966" cy="104966"/>
            </a:xfrm>
            <a:prstGeom prst="rect">
              <a:avLst/>
            </a:prstGeom>
            <a:solidFill>
              <a:srgbClr val="81C9BA"/>
            </a:solidFill>
            <a:ln w="0">
              <a:noFill/>
              <a:prstDash val="solid"/>
            </a:ln>
          </p:spPr>
        </p:sp>
        <p:sp>
          <p:nvSpPr>
            <p:cNvPr id="376" name="four:scalar-input:grid-cell:375"/>
            <p:cNvSpPr>
              <a:spLocks noGrp="1"/>
            </p:cNvSpPr>
            <p:nvPr/>
          </p:nvSpPr>
          <p:spPr>
            <a:xfrm>
              <a:off x="2352675" y="3676650"/>
              <a:ext cx="104966" cy="104966"/>
            </a:xfrm>
            <a:prstGeom prst="rect">
              <a:avLst/>
            </a:prstGeom>
            <a:solidFill>
              <a:srgbClr val="DCE8ED"/>
            </a:solidFill>
            <a:ln w="0">
              <a:noFill/>
              <a:prstDash val="solid"/>
            </a:ln>
          </p:spPr>
        </p:sp>
        <p:sp>
          <p:nvSpPr>
            <p:cNvPr id="377" name="four:scalar-input:grid-cell:376"/>
            <p:cNvSpPr>
              <a:spLocks noGrp="1"/>
            </p:cNvSpPr>
            <p:nvPr/>
          </p:nvSpPr>
          <p:spPr>
            <a:xfrm>
              <a:off x="361950" y="3781425"/>
              <a:ext cx="104966" cy="104966"/>
            </a:xfrm>
            <a:prstGeom prst="rect">
              <a:avLst/>
            </a:prstGeom>
            <a:solidFill>
              <a:srgbClr val="DCE8ED"/>
            </a:solidFill>
            <a:ln w="0">
              <a:noFill/>
              <a:prstDash val="solid"/>
            </a:ln>
          </p:spPr>
        </p:sp>
        <p:sp>
          <p:nvSpPr>
            <p:cNvPr id="378" name="four:scalar-input:grid-cell:377"/>
            <p:cNvSpPr>
              <a:spLocks noGrp="1"/>
            </p:cNvSpPr>
            <p:nvPr/>
          </p:nvSpPr>
          <p:spPr>
            <a:xfrm>
              <a:off x="466725" y="3781425"/>
              <a:ext cx="104966" cy="104966"/>
            </a:xfrm>
            <a:prstGeom prst="rect">
              <a:avLst/>
            </a:prstGeom>
            <a:solidFill>
              <a:srgbClr val="DCE8ED"/>
            </a:solidFill>
            <a:ln w="0">
              <a:noFill/>
              <a:prstDash val="solid"/>
            </a:ln>
          </p:spPr>
        </p:sp>
        <p:sp>
          <p:nvSpPr>
            <p:cNvPr id="379" name="four:scalar-input:grid-cell:378"/>
            <p:cNvSpPr>
              <a:spLocks noGrp="1"/>
            </p:cNvSpPr>
            <p:nvPr/>
          </p:nvSpPr>
          <p:spPr>
            <a:xfrm>
              <a:off x="571500" y="3781425"/>
              <a:ext cx="104966" cy="104966"/>
            </a:xfrm>
            <a:prstGeom prst="rect">
              <a:avLst/>
            </a:prstGeom>
            <a:solidFill>
              <a:srgbClr val="DCE8ED"/>
            </a:solidFill>
            <a:ln w="0">
              <a:noFill/>
              <a:prstDash val="solid"/>
            </a:ln>
          </p:spPr>
        </p:sp>
        <p:sp>
          <p:nvSpPr>
            <p:cNvPr id="380" name="four:scalar-input:grid-cell:379"/>
            <p:cNvSpPr>
              <a:spLocks noGrp="1"/>
            </p:cNvSpPr>
            <p:nvPr/>
          </p:nvSpPr>
          <p:spPr>
            <a:xfrm>
              <a:off x="676275" y="3781425"/>
              <a:ext cx="104966" cy="104966"/>
            </a:xfrm>
            <a:prstGeom prst="rect">
              <a:avLst/>
            </a:prstGeom>
            <a:solidFill>
              <a:srgbClr val="DCE8ED"/>
            </a:solidFill>
            <a:ln w="0">
              <a:noFill/>
              <a:prstDash val="solid"/>
            </a:ln>
          </p:spPr>
        </p:sp>
        <p:sp>
          <p:nvSpPr>
            <p:cNvPr id="381" name="four:scalar-input:grid-cell:380"/>
            <p:cNvSpPr>
              <a:spLocks noGrp="1"/>
            </p:cNvSpPr>
            <p:nvPr/>
          </p:nvSpPr>
          <p:spPr>
            <a:xfrm>
              <a:off x="781050" y="3781425"/>
              <a:ext cx="104966" cy="104966"/>
            </a:xfrm>
            <a:prstGeom prst="rect">
              <a:avLst/>
            </a:prstGeom>
            <a:solidFill>
              <a:srgbClr val="DCE8ED"/>
            </a:solidFill>
            <a:ln w="0">
              <a:noFill/>
              <a:prstDash val="solid"/>
            </a:ln>
          </p:spPr>
        </p:sp>
        <p:sp>
          <p:nvSpPr>
            <p:cNvPr id="382" name="four:scalar-input:grid-cell:381"/>
            <p:cNvSpPr>
              <a:spLocks noGrp="1"/>
            </p:cNvSpPr>
            <p:nvPr/>
          </p:nvSpPr>
          <p:spPr>
            <a:xfrm>
              <a:off x="885825" y="3781425"/>
              <a:ext cx="104966" cy="104966"/>
            </a:xfrm>
            <a:prstGeom prst="rect">
              <a:avLst/>
            </a:prstGeom>
            <a:solidFill>
              <a:srgbClr val="81C9BA"/>
            </a:solidFill>
            <a:ln w="0">
              <a:noFill/>
              <a:prstDash val="solid"/>
            </a:ln>
          </p:spPr>
        </p:sp>
        <p:sp>
          <p:nvSpPr>
            <p:cNvPr id="383" name="four:scalar-input:grid-cell:382"/>
            <p:cNvSpPr>
              <a:spLocks noGrp="1"/>
            </p:cNvSpPr>
            <p:nvPr/>
          </p:nvSpPr>
          <p:spPr>
            <a:xfrm>
              <a:off x="990600" y="3781425"/>
              <a:ext cx="104966" cy="104966"/>
            </a:xfrm>
            <a:prstGeom prst="rect">
              <a:avLst/>
            </a:prstGeom>
            <a:solidFill>
              <a:srgbClr val="81C9BA"/>
            </a:solidFill>
            <a:ln w="0">
              <a:noFill/>
              <a:prstDash val="solid"/>
            </a:ln>
          </p:spPr>
        </p:sp>
        <p:sp>
          <p:nvSpPr>
            <p:cNvPr id="384" name="four:scalar-input:grid-cell:383"/>
            <p:cNvSpPr>
              <a:spLocks noGrp="1"/>
            </p:cNvSpPr>
            <p:nvPr/>
          </p:nvSpPr>
          <p:spPr>
            <a:xfrm>
              <a:off x="1095375" y="3781425"/>
              <a:ext cx="104966" cy="104966"/>
            </a:xfrm>
            <a:prstGeom prst="rect">
              <a:avLst/>
            </a:prstGeom>
            <a:solidFill>
              <a:srgbClr val="81C9BA"/>
            </a:solidFill>
            <a:ln w="0">
              <a:noFill/>
              <a:prstDash val="solid"/>
            </a:ln>
          </p:spPr>
        </p:sp>
        <p:sp>
          <p:nvSpPr>
            <p:cNvPr id="385" name="four:scalar-input:grid-cell:384"/>
            <p:cNvSpPr>
              <a:spLocks noGrp="1"/>
            </p:cNvSpPr>
            <p:nvPr/>
          </p:nvSpPr>
          <p:spPr>
            <a:xfrm>
              <a:off x="1200150" y="3781425"/>
              <a:ext cx="104966" cy="104966"/>
            </a:xfrm>
            <a:prstGeom prst="rect">
              <a:avLst/>
            </a:prstGeom>
            <a:solidFill>
              <a:srgbClr val="81C9BA"/>
            </a:solidFill>
            <a:ln w="0">
              <a:noFill/>
              <a:prstDash val="solid"/>
            </a:ln>
          </p:spPr>
        </p:sp>
        <p:sp>
          <p:nvSpPr>
            <p:cNvPr id="386" name="four:scalar-input:grid-cell:385"/>
            <p:cNvSpPr>
              <a:spLocks noGrp="1"/>
            </p:cNvSpPr>
            <p:nvPr/>
          </p:nvSpPr>
          <p:spPr>
            <a:xfrm>
              <a:off x="1304925" y="3781425"/>
              <a:ext cx="104966" cy="104966"/>
            </a:xfrm>
            <a:prstGeom prst="rect">
              <a:avLst/>
            </a:prstGeom>
            <a:solidFill>
              <a:srgbClr val="D55E00"/>
            </a:solidFill>
            <a:ln w="0">
              <a:noFill/>
              <a:prstDash val="solid"/>
            </a:ln>
          </p:spPr>
        </p:sp>
        <p:sp>
          <p:nvSpPr>
            <p:cNvPr id="387" name="four:scalar-input:grid-cell:386"/>
            <p:cNvSpPr>
              <a:spLocks noGrp="1"/>
            </p:cNvSpPr>
            <p:nvPr/>
          </p:nvSpPr>
          <p:spPr>
            <a:xfrm>
              <a:off x="1409700" y="3781425"/>
              <a:ext cx="104966" cy="104966"/>
            </a:xfrm>
            <a:prstGeom prst="rect">
              <a:avLst/>
            </a:prstGeom>
            <a:solidFill>
              <a:srgbClr val="D55E00"/>
            </a:solidFill>
            <a:ln w="0">
              <a:noFill/>
              <a:prstDash val="solid"/>
            </a:ln>
          </p:spPr>
        </p:sp>
        <p:sp>
          <p:nvSpPr>
            <p:cNvPr id="388" name="four:scalar-input:grid-cell:387"/>
            <p:cNvSpPr>
              <a:spLocks noGrp="1"/>
            </p:cNvSpPr>
            <p:nvPr/>
          </p:nvSpPr>
          <p:spPr>
            <a:xfrm>
              <a:off x="1514475" y="3781425"/>
              <a:ext cx="104966" cy="104966"/>
            </a:xfrm>
            <a:prstGeom prst="rect">
              <a:avLst/>
            </a:prstGeom>
            <a:solidFill>
              <a:srgbClr val="81C9BA"/>
            </a:solidFill>
            <a:ln w="0">
              <a:noFill/>
              <a:prstDash val="solid"/>
            </a:ln>
          </p:spPr>
        </p:sp>
        <p:sp>
          <p:nvSpPr>
            <p:cNvPr id="389" name="four:scalar-input:grid-cell:388"/>
            <p:cNvSpPr>
              <a:spLocks noGrp="1"/>
            </p:cNvSpPr>
            <p:nvPr/>
          </p:nvSpPr>
          <p:spPr>
            <a:xfrm>
              <a:off x="1619250" y="3781425"/>
              <a:ext cx="104966" cy="104966"/>
            </a:xfrm>
            <a:prstGeom prst="rect">
              <a:avLst/>
            </a:prstGeom>
            <a:solidFill>
              <a:srgbClr val="81C9BA"/>
            </a:solidFill>
            <a:ln w="0">
              <a:noFill/>
              <a:prstDash val="solid"/>
            </a:ln>
          </p:spPr>
        </p:sp>
        <p:sp>
          <p:nvSpPr>
            <p:cNvPr id="390" name="four:scalar-input:grid-cell:389"/>
            <p:cNvSpPr>
              <a:spLocks noGrp="1"/>
            </p:cNvSpPr>
            <p:nvPr/>
          </p:nvSpPr>
          <p:spPr>
            <a:xfrm>
              <a:off x="1724025" y="3781425"/>
              <a:ext cx="104966" cy="104966"/>
            </a:xfrm>
            <a:prstGeom prst="rect">
              <a:avLst/>
            </a:prstGeom>
            <a:solidFill>
              <a:srgbClr val="81C9BA"/>
            </a:solidFill>
            <a:ln w="0">
              <a:noFill/>
              <a:prstDash val="solid"/>
            </a:ln>
          </p:spPr>
        </p:sp>
        <p:sp>
          <p:nvSpPr>
            <p:cNvPr id="391" name="four:scalar-input:grid-cell:390"/>
            <p:cNvSpPr>
              <a:spLocks noGrp="1"/>
            </p:cNvSpPr>
            <p:nvPr/>
          </p:nvSpPr>
          <p:spPr>
            <a:xfrm>
              <a:off x="1828800" y="3781425"/>
              <a:ext cx="104966" cy="104966"/>
            </a:xfrm>
            <a:prstGeom prst="rect">
              <a:avLst/>
            </a:prstGeom>
            <a:solidFill>
              <a:srgbClr val="81C9BA"/>
            </a:solidFill>
            <a:ln w="0">
              <a:noFill/>
              <a:prstDash val="solid"/>
            </a:ln>
          </p:spPr>
        </p:sp>
        <p:sp>
          <p:nvSpPr>
            <p:cNvPr id="392" name="four:scalar-input:grid-cell:391"/>
            <p:cNvSpPr>
              <a:spLocks noGrp="1"/>
            </p:cNvSpPr>
            <p:nvPr/>
          </p:nvSpPr>
          <p:spPr>
            <a:xfrm>
              <a:off x="1933575" y="3781425"/>
              <a:ext cx="104966" cy="104966"/>
            </a:xfrm>
            <a:prstGeom prst="rect">
              <a:avLst/>
            </a:prstGeom>
            <a:solidFill>
              <a:srgbClr val="81C9BA"/>
            </a:solidFill>
            <a:ln w="0">
              <a:noFill/>
              <a:prstDash val="solid"/>
            </a:ln>
          </p:spPr>
        </p:sp>
        <p:sp>
          <p:nvSpPr>
            <p:cNvPr id="393" name="four:scalar-input:grid-cell:392"/>
            <p:cNvSpPr>
              <a:spLocks noGrp="1"/>
            </p:cNvSpPr>
            <p:nvPr/>
          </p:nvSpPr>
          <p:spPr>
            <a:xfrm>
              <a:off x="2038350" y="3781425"/>
              <a:ext cx="104966" cy="104966"/>
            </a:xfrm>
            <a:prstGeom prst="rect">
              <a:avLst/>
            </a:prstGeom>
            <a:solidFill>
              <a:srgbClr val="81C9BA"/>
            </a:solidFill>
            <a:ln w="0">
              <a:noFill/>
              <a:prstDash val="solid"/>
            </a:ln>
          </p:spPr>
        </p:sp>
        <p:sp>
          <p:nvSpPr>
            <p:cNvPr id="394" name="four:scalar-input:grid-cell:393"/>
            <p:cNvSpPr>
              <a:spLocks noGrp="1"/>
            </p:cNvSpPr>
            <p:nvPr/>
          </p:nvSpPr>
          <p:spPr>
            <a:xfrm>
              <a:off x="2143125" y="3781425"/>
              <a:ext cx="104966" cy="104966"/>
            </a:xfrm>
            <a:prstGeom prst="rect">
              <a:avLst/>
            </a:prstGeom>
            <a:solidFill>
              <a:srgbClr val="81C9BA"/>
            </a:solidFill>
            <a:ln w="0">
              <a:noFill/>
              <a:prstDash val="solid"/>
            </a:ln>
          </p:spPr>
        </p:sp>
        <p:sp>
          <p:nvSpPr>
            <p:cNvPr id="395" name="four:scalar-input:grid-cell:394"/>
            <p:cNvSpPr>
              <a:spLocks noGrp="1"/>
            </p:cNvSpPr>
            <p:nvPr/>
          </p:nvSpPr>
          <p:spPr>
            <a:xfrm>
              <a:off x="2247900" y="3781425"/>
              <a:ext cx="104966" cy="104966"/>
            </a:xfrm>
            <a:prstGeom prst="rect">
              <a:avLst/>
            </a:prstGeom>
            <a:solidFill>
              <a:srgbClr val="DCE8ED"/>
            </a:solidFill>
            <a:ln w="0">
              <a:noFill/>
              <a:prstDash val="solid"/>
            </a:ln>
          </p:spPr>
        </p:sp>
        <p:sp>
          <p:nvSpPr>
            <p:cNvPr id="396" name="four:scalar-input:grid-cell:395"/>
            <p:cNvSpPr>
              <a:spLocks noGrp="1"/>
            </p:cNvSpPr>
            <p:nvPr/>
          </p:nvSpPr>
          <p:spPr>
            <a:xfrm>
              <a:off x="2352675" y="3781425"/>
              <a:ext cx="104966" cy="104966"/>
            </a:xfrm>
            <a:prstGeom prst="rect">
              <a:avLst/>
            </a:prstGeom>
            <a:solidFill>
              <a:srgbClr val="DCE8ED"/>
            </a:solidFill>
            <a:ln w="0">
              <a:noFill/>
              <a:prstDash val="solid"/>
            </a:ln>
          </p:spPr>
        </p:sp>
        <p:sp>
          <p:nvSpPr>
            <p:cNvPr id="397" name="four:scalar-input:grid-cell:396"/>
            <p:cNvSpPr>
              <a:spLocks noGrp="1"/>
            </p:cNvSpPr>
            <p:nvPr/>
          </p:nvSpPr>
          <p:spPr>
            <a:xfrm>
              <a:off x="361950" y="3886200"/>
              <a:ext cx="104966" cy="104966"/>
            </a:xfrm>
            <a:prstGeom prst="rect">
              <a:avLst/>
            </a:prstGeom>
            <a:solidFill>
              <a:srgbClr val="DCE8ED"/>
            </a:solidFill>
            <a:ln w="0">
              <a:noFill/>
              <a:prstDash val="solid"/>
            </a:ln>
          </p:spPr>
        </p:sp>
        <p:sp>
          <p:nvSpPr>
            <p:cNvPr id="398" name="four:scalar-input:grid-cell:397"/>
            <p:cNvSpPr>
              <a:spLocks noGrp="1"/>
            </p:cNvSpPr>
            <p:nvPr/>
          </p:nvSpPr>
          <p:spPr>
            <a:xfrm>
              <a:off x="466725" y="3886200"/>
              <a:ext cx="104966" cy="104966"/>
            </a:xfrm>
            <a:prstGeom prst="rect">
              <a:avLst/>
            </a:prstGeom>
            <a:solidFill>
              <a:srgbClr val="DCE8ED"/>
            </a:solidFill>
            <a:ln w="0">
              <a:noFill/>
              <a:prstDash val="solid"/>
            </a:ln>
          </p:spPr>
        </p:sp>
        <p:sp>
          <p:nvSpPr>
            <p:cNvPr id="399" name="four:scalar-input:grid-cell:398"/>
            <p:cNvSpPr>
              <a:spLocks noGrp="1"/>
            </p:cNvSpPr>
            <p:nvPr/>
          </p:nvSpPr>
          <p:spPr>
            <a:xfrm>
              <a:off x="571500" y="3886200"/>
              <a:ext cx="104966" cy="104966"/>
            </a:xfrm>
            <a:prstGeom prst="rect">
              <a:avLst/>
            </a:prstGeom>
            <a:solidFill>
              <a:srgbClr val="DCE8ED"/>
            </a:solidFill>
            <a:ln w="0">
              <a:noFill/>
              <a:prstDash val="solid"/>
            </a:ln>
          </p:spPr>
        </p:sp>
        <p:sp>
          <p:nvSpPr>
            <p:cNvPr id="400" name="four:scalar-input:grid-cell:399"/>
            <p:cNvSpPr>
              <a:spLocks noGrp="1"/>
            </p:cNvSpPr>
            <p:nvPr/>
          </p:nvSpPr>
          <p:spPr>
            <a:xfrm>
              <a:off x="676275" y="3886200"/>
              <a:ext cx="104966" cy="104966"/>
            </a:xfrm>
            <a:prstGeom prst="rect">
              <a:avLst/>
            </a:prstGeom>
            <a:solidFill>
              <a:srgbClr val="DCE8ED"/>
            </a:solidFill>
            <a:ln w="0">
              <a:noFill/>
              <a:prstDash val="solid"/>
            </a:ln>
          </p:spPr>
        </p:sp>
        <p:sp>
          <p:nvSpPr>
            <p:cNvPr id="401" name="four:scalar-input:grid-cell:400"/>
            <p:cNvSpPr>
              <a:spLocks noGrp="1"/>
            </p:cNvSpPr>
            <p:nvPr/>
          </p:nvSpPr>
          <p:spPr>
            <a:xfrm>
              <a:off x="781050" y="3886200"/>
              <a:ext cx="104966" cy="104966"/>
            </a:xfrm>
            <a:prstGeom prst="rect">
              <a:avLst/>
            </a:prstGeom>
            <a:solidFill>
              <a:srgbClr val="DCE8ED"/>
            </a:solidFill>
            <a:ln w="0">
              <a:noFill/>
              <a:prstDash val="solid"/>
            </a:ln>
          </p:spPr>
        </p:sp>
        <p:sp>
          <p:nvSpPr>
            <p:cNvPr id="402" name="four:scalar-input:grid-cell:401"/>
            <p:cNvSpPr>
              <a:spLocks noGrp="1"/>
            </p:cNvSpPr>
            <p:nvPr/>
          </p:nvSpPr>
          <p:spPr>
            <a:xfrm>
              <a:off x="885825" y="3886200"/>
              <a:ext cx="104966" cy="104966"/>
            </a:xfrm>
            <a:prstGeom prst="rect">
              <a:avLst/>
            </a:prstGeom>
            <a:solidFill>
              <a:srgbClr val="81C9BA"/>
            </a:solidFill>
            <a:ln w="0">
              <a:noFill/>
              <a:prstDash val="solid"/>
            </a:ln>
          </p:spPr>
        </p:sp>
        <p:sp>
          <p:nvSpPr>
            <p:cNvPr id="403" name="four:scalar-input:grid-cell:402"/>
            <p:cNvSpPr>
              <a:spLocks noGrp="1"/>
            </p:cNvSpPr>
            <p:nvPr/>
          </p:nvSpPr>
          <p:spPr>
            <a:xfrm>
              <a:off x="990600" y="3886200"/>
              <a:ext cx="104966" cy="104966"/>
            </a:xfrm>
            <a:prstGeom prst="rect">
              <a:avLst/>
            </a:prstGeom>
            <a:solidFill>
              <a:srgbClr val="81C9BA"/>
            </a:solidFill>
            <a:ln w="0">
              <a:noFill/>
              <a:prstDash val="solid"/>
            </a:ln>
          </p:spPr>
        </p:sp>
        <p:sp>
          <p:nvSpPr>
            <p:cNvPr id="404" name="four:scalar-input:grid-cell:403"/>
            <p:cNvSpPr>
              <a:spLocks noGrp="1"/>
            </p:cNvSpPr>
            <p:nvPr/>
          </p:nvSpPr>
          <p:spPr>
            <a:xfrm>
              <a:off x="1095375" y="3886200"/>
              <a:ext cx="104966" cy="104966"/>
            </a:xfrm>
            <a:prstGeom prst="rect">
              <a:avLst/>
            </a:prstGeom>
            <a:solidFill>
              <a:srgbClr val="81C9BA"/>
            </a:solidFill>
            <a:ln w="0">
              <a:noFill/>
              <a:prstDash val="solid"/>
            </a:ln>
          </p:spPr>
        </p:sp>
        <p:sp>
          <p:nvSpPr>
            <p:cNvPr id="405" name="four:scalar-input:grid-cell:404"/>
            <p:cNvSpPr>
              <a:spLocks noGrp="1"/>
            </p:cNvSpPr>
            <p:nvPr/>
          </p:nvSpPr>
          <p:spPr>
            <a:xfrm>
              <a:off x="1200150" y="3886200"/>
              <a:ext cx="104966" cy="104966"/>
            </a:xfrm>
            <a:prstGeom prst="rect">
              <a:avLst/>
            </a:prstGeom>
            <a:solidFill>
              <a:srgbClr val="81C9BA"/>
            </a:solidFill>
            <a:ln w="0">
              <a:noFill/>
              <a:prstDash val="solid"/>
            </a:ln>
          </p:spPr>
        </p:sp>
        <p:sp>
          <p:nvSpPr>
            <p:cNvPr id="406" name="four:scalar-input:grid-cell:405"/>
            <p:cNvSpPr>
              <a:spLocks noGrp="1"/>
            </p:cNvSpPr>
            <p:nvPr/>
          </p:nvSpPr>
          <p:spPr>
            <a:xfrm>
              <a:off x="1304925" y="3886200"/>
              <a:ext cx="104966" cy="104966"/>
            </a:xfrm>
            <a:prstGeom prst="rect">
              <a:avLst/>
            </a:prstGeom>
            <a:solidFill>
              <a:srgbClr val="81C9BA"/>
            </a:solidFill>
            <a:ln w="0">
              <a:noFill/>
              <a:prstDash val="solid"/>
            </a:ln>
          </p:spPr>
        </p:sp>
        <p:sp>
          <p:nvSpPr>
            <p:cNvPr id="407" name="four:scalar-input:grid-cell:406"/>
            <p:cNvSpPr>
              <a:spLocks noGrp="1"/>
            </p:cNvSpPr>
            <p:nvPr/>
          </p:nvSpPr>
          <p:spPr>
            <a:xfrm>
              <a:off x="1409700" y="3886200"/>
              <a:ext cx="104966" cy="104966"/>
            </a:xfrm>
            <a:prstGeom prst="rect">
              <a:avLst/>
            </a:prstGeom>
            <a:solidFill>
              <a:srgbClr val="81C9BA"/>
            </a:solidFill>
            <a:ln w="0">
              <a:noFill/>
              <a:prstDash val="solid"/>
            </a:ln>
          </p:spPr>
        </p:sp>
        <p:sp>
          <p:nvSpPr>
            <p:cNvPr id="408" name="four:scalar-input:grid-cell:407"/>
            <p:cNvSpPr>
              <a:spLocks noGrp="1"/>
            </p:cNvSpPr>
            <p:nvPr/>
          </p:nvSpPr>
          <p:spPr>
            <a:xfrm>
              <a:off x="1514475" y="3886200"/>
              <a:ext cx="104966" cy="104966"/>
            </a:xfrm>
            <a:prstGeom prst="rect">
              <a:avLst/>
            </a:prstGeom>
            <a:solidFill>
              <a:srgbClr val="81C9BA"/>
            </a:solidFill>
            <a:ln w="0">
              <a:noFill/>
              <a:prstDash val="solid"/>
            </a:ln>
          </p:spPr>
        </p:sp>
        <p:sp>
          <p:nvSpPr>
            <p:cNvPr id="409" name="four:scalar-input:grid-cell:408"/>
            <p:cNvSpPr>
              <a:spLocks noGrp="1"/>
            </p:cNvSpPr>
            <p:nvPr/>
          </p:nvSpPr>
          <p:spPr>
            <a:xfrm>
              <a:off x="1619250" y="3886200"/>
              <a:ext cx="104966" cy="104966"/>
            </a:xfrm>
            <a:prstGeom prst="rect">
              <a:avLst/>
            </a:prstGeom>
            <a:solidFill>
              <a:srgbClr val="81C9BA"/>
            </a:solidFill>
            <a:ln w="0">
              <a:noFill/>
              <a:prstDash val="solid"/>
            </a:ln>
          </p:spPr>
        </p:sp>
        <p:sp>
          <p:nvSpPr>
            <p:cNvPr id="410" name="four:scalar-input:grid-cell:409"/>
            <p:cNvSpPr>
              <a:spLocks noGrp="1"/>
            </p:cNvSpPr>
            <p:nvPr/>
          </p:nvSpPr>
          <p:spPr>
            <a:xfrm>
              <a:off x="1724025" y="3886200"/>
              <a:ext cx="104966" cy="104966"/>
            </a:xfrm>
            <a:prstGeom prst="rect">
              <a:avLst/>
            </a:prstGeom>
            <a:solidFill>
              <a:srgbClr val="81C9BA"/>
            </a:solidFill>
            <a:ln w="0">
              <a:noFill/>
              <a:prstDash val="solid"/>
            </a:ln>
          </p:spPr>
        </p:sp>
        <p:sp>
          <p:nvSpPr>
            <p:cNvPr id="411" name="four:scalar-input:grid-cell:410"/>
            <p:cNvSpPr>
              <a:spLocks noGrp="1"/>
            </p:cNvSpPr>
            <p:nvPr/>
          </p:nvSpPr>
          <p:spPr>
            <a:xfrm>
              <a:off x="1828800" y="3886200"/>
              <a:ext cx="104966" cy="104966"/>
            </a:xfrm>
            <a:prstGeom prst="rect">
              <a:avLst/>
            </a:prstGeom>
            <a:solidFill>
              <a:srgbClr val="81C9BA"/>
            </a:solidFill>
            <a:ln w="0">
              <a:noFill/>
              <a:prstDash val="solid"/>
            </a:ln>
          </p:spPr>
        </p:sp>
        <p:sp>
          <p:nvSpPr>
            <p:cNvPr id="412" name="four:scalar-input:grid-cell:411"/>
            <p:cNvSpPr>
              <a:spLocks noGrp="1"/>
            </p:cNvSpPr>
            <p:nvPr/>
          </p:nvSpPr>
          <p:spPr>
            <a:xfrm>
              <a:off x="1933575" y="3886200"/>
              <a:ext cx="104966" cy="104966"/>
            </a:xfrm>
            <a:prstGeom prst="rect">
              <a:avLst/>
            </a:prstGeom>
            <a:solidFill>
              <a:srgbClr val="81C9BA"/>
            </a:solidFill>
            <a:ln w="0">
              <a:noFill/>
              <a:prstDash val="solid"/>
            </a:ln>
          </p:spPr>
        </p:sp>
        <p:sp>
          <p:nvSpPr>
            <p:cNvPr id="413" name="four:scalar-input:grid-cell:412"/>
            <p:cNvSpPr>
              <a:spLocks noGrp="1"/>
            </p:cNvSpPr>
            <p:nvPr/>
          </p:nvSpPr>
          <p:spPr>
            <a:xfrm>
              <a:off x="2038350" y="3886200"/>
              <a:ext cx="104966" cy="104966"/>
            </a:xfrm>
            <a:prstGeom prst="rect">
              <a:avLst/>
            </a:prstGeom>
            <a:solidFill>
              <a:srgbClr val="DCE8ED"/>
            </a:solidFill>
            <a:ln w="0">
              <a:noFill/>
              <a:prstDash val="solid"/>
            </a:ln>
          </p:spPr>
        </p:sp>
        <p:sp>
          <p:nvSpPr>
            <p:cNvPr id="414" name="four:scalar-input:grid-cell:413"/>
            <p:cNvSpPr>
              <a:spLocks noGrp="1"/>
            </p:cNvSpPr>
            <p:nvPr/>
          </p:nvSpPr>
          <p:spPr>
            <a:xfrm>
              <a:off x="2143125" y="3886200"/>
              <a:ext cx="104966" cy="104966"/>
            </a:xfrm>
            <a:prstGeom prst="rect">
              <a:avLst/>
            </a:prstGeom>
            <a:solidFill>
              <a:srgbClr val="DCE8ED"/>
            </a:solidFill>
            <a:ln w="0">
              <a:noFill/>
              <a:prstDash val="solid"/>
            </a:ln>
          </p:spPr>
        </p:sp>
        <p:sp>
          <p:nvSpPr>
            <p:cNvPr id="415" name="four:scalar-input:grid-cell:414"/>
            <p:cNvSpPr>
              <a:spLocks noGrp="1"/>
            </p:cNvSpPr>
            <p:nvPr/>
          </p:nvSpPr>
          <p:spPr>
            <a:xfrm>
              <a:off x="2247900" y="3886200"/>
              <a:ext cx="104966" cy="104966"/>
            </a:xfrm>
            <a:prstGeom prst="rect">
              <a:avLst/>
            </a:prstGeom>
            <a:solidFill>
              <a:srgbClr val="DCE8ED"/>
            </a:solidFill>
            <a:ln w="0">
              <a:noFill/>
              <a:prstDash val="solid"/>
            </a:ln>
          </p:spPr>
        </p:sp>
        <p:sp>
          <p:nvSpPr>
            <p:cNvPr id="416" name="four:scalar-input:grid-cell:415"/>
            <p:cNvSpPr>
              <a:spLocks noGrp="1"/>
            </p:cNvSpPr>
            <p:nvPr/>
          </p:nvSpPr>
          <p:spPr>
            <a:xfrm>
              <a:off x="2352675" y="3886200"/>
              <a:ext cx="104966" cy="104966"/>
            </a:xfrm>
            <a:prstGeom prst="rect">
              <a:avLst/>
            </a:prstGeom>
            <a:solidFill>
              <a:srgbClr val="DCE8ED"/>
            </a:solidFill>
            <a:ln w="0">
              <a:noFill/>
              <a:prstDash val="solid"/>
            </a:ln>
          </p:spPr>
        </p:sp>
        <p:sp>
          <p:nvSpPr>
            <p:cNvPr id="417" name="four:scalar-input:line:416"/>
            <p:cNvSpPr>
              <a:spLocks noGrp="1"/>
            </p:cNvSpPr>
            <p:nvPr/>
          </p:nvSpPr>
          <p:spPr>
            <a:xfrm>
              <a:off x="361950" y="2105025"/>
              <a:ext cx="953" cy="1885950"/>
            </a:xfrm>
            <a:custGeom>
              <a:avLst/>
              <a:gdLst/>
              <a:ahLst/>
              <a:cxnLst/>
              <a:pathLst>
                <a:path w="953" h="1885950">
                  <a:moveTo>
                    <a:pt x="0" y="0"/>
                  </a:moveTo>
                  <a:lnTo>
                    <a:pt x="0" y="1885950"/>
                  </a:lnTo>
                </a:path>
              </a:pathLst>
            </a:custGeom>
            <a:noFill/>
            <a:ln w="4286">
              <a:solidFill>
                <a:srgbClr val="7B8790">
                  <a:alpha val="35000"/>
                </a:srgbClr>
              </a:solidFill>
              <a:prstDash val="solid"/>
            </a:ln>
          </p:spPr>
        </p:sp>
        <p:sp>
          <p:nvSpPr>
            <p:cNvPr id="418" name="four:scalar-input:line:417"/>
            <p:cNvSpPr>
              <a:spLocks noGrp="1"/>
            </p:cNvSpPr>
            <p:nvPr/>
          </p:nvSpPr>
          <p:spPr>
            <a:xfrm>
              <a:off x="466725" y="2105025"/>
              <a:ext cx="953" cy="1885950"/>
            </a:xfrm>
            <a:custGeom>
              <a:avLst/>
              <a:gdLst/>
              <a:ahLst/>
              <a:cxnLst/>
              <a:pathLst>
                <a:path w="953" h="1885950">
                  <a:moveTo>
                    <a:pt x="0" y="0"/>
                  </a:moveTo>
                  <a:lnTo>
                    <a:pt x="0" y="1885950"/>
                  </a:lnTo>
                </a:path>
              </a:pathLst>
            </a:custGeom>
            <a:noFill/>
            <a:ln w="4286">
              <a:solidFill>
                <a:srgbClr val="7B8790">
                  <a:alpha val="35000"/>
                </a:srgbClr>
              </a:solidFill>
              <a:prstDash val="solid"/>
            </a:ln>
          </p:spPr>
        </p:sp>
        <p:sp>
          <p:nvSpPr>
            <p:cNvPr id="419" name="four:scalar-input:line:418"/>
            <p:cNvSpPr>
              <a:spLocks noGrp="1"/>
            </p:cNvSpPr>
            <p:nvPr/>
          </p:nvSpPr>
          <p:spPr>
            <a:xfrm>
              <a:off x="571500" y="2105025"/>
              <a:ext cx="953" cy="1885950"/>
            </a:xfrm>
            <a:custGeom>
              <a:avLst/>
              <a:gdLst/>
              <a:ahLst/>
              <a:cxnLst/>
              <a:pathLst>
                <a:path w="953" h="1885950">
                  <a:moveTo>
                    <a:pt x="0" y="0"/>
                  </a:moveTo>
                  <a:lnTo>
                    <a:pt x="0" y="1885950"/>
                  </a:lnTo>
                </a:path>
              </a:pathLst>
            </a:custGeom>
            <a:noFill/>
            <a:ln w="4286">
              <a:solidFill>
                <a:srgbClr val="7B8790">
                  <a:alpha val="35000"/>
                </a:srgbClr>
              </a:solidFill>
              <a:prstDash val="solid"/>
            </a:ln>
          </p:spPr>
        </p:sp>
        <p:sp>
          <p:nvSpPr>
            <p:cNvPr id="420" name="four:scalar-input:line:419"/>
            <p:cNvSpPr>
              <a:spLocks noGrp="1"/>
            </p:cNvSpPr>
            <p:nvPr/>
          </p:nvSpPr>
          <p:spPr>
            <a:xfrm>
              <a:off x="676275" y="2105025"/>
              <a:ext cx="953" cy="1885950"/>
            </a:xfrm>
            <a:custGeom>
              <a:avLst/>
              <a:gdLst/>
              <a:ahLst/>
              <a:cxnLst/>
              <a:pathLst>
                <a:path w="953" h="1885950">
                  <a:moveTo>
                    <a:pt x="0" y="0"/>
                  </a:moveTo>
                  <a:lnTo>
                    <a:pt x="0" y="1885950"/>
                  </a:lnTo>
                </a:path>
              </a:pathLst>
            </a:custGeom>
            <a:noFill/>
            <a:ln w="4286">
              <a:solidFill>
                <a:srgbClr val="7B8790">
                  <a:alpha val="35000"/>
                </a:srgbClr>
              </a:solidFill>
              <a:prstDash val="solid"/>
            </a:ln>
          </p:spPr>
        </p:sp>
        <p:sp>
          <p:nvSpPr>
            <p:cNvPr id="421" name="four:scalar-input:line:420"/>
            <p:cNvSpPr>
              <a:spLocks noGrp="1"/>
            </p:cNvSpPr>
            <p:nvPr/>
          </p:nvSpPr>
          <p:spPr>
            <a:xfrm>
              <a:off x="781050" y="2105025"/>
              <a:ext cx="953" cy="1885950"/>
            </a:xfrm>
            <a:custGeom>
              <a:avLst/>
              <a:gdLst/>
              <a:ahLst/>
              <a:cxnLst/>
              <a:pathLst>
                <a:path w="953" h="1885950">
                  <a:moveTo>
                    <a:pt x="0" y="0"/>
                  </a:moveTo>
                  <a:lnTo>
                    <a:pt x="0" y="1885950"/>
                  </a:lnTo>
                </a:path>
              </a:pathLst>
            </a:custGeom>
            <a:noFill/>
            <a:ln w="4286">
              <a:solidFill>
                <a:srgbClr val="7B8790">
                  <a:alpha val="35000"/>
                </a:srgbClr>
              </a:solidFill>
              <a:prstDash val="solid"/>
            </a:ln>
          </p:spPr>
        </p:sp>
        <p:sp>
          <p:nvSpPr>
            <p:cNvPr id="422" name="four:scalar-input:line:421"/>
            <p:cNvSpPr>
              <a:spLocks noGrp="1"/>
            </p:cNvSpPr>
            <p:nvPr/>
          </p:nvSpPr>
          <p:spPr>
            <a:xfrm>
              <a:off x="885825" y="2105025"/>
              <a:ext cx="953" cy="1885950"/>
            </a:xfrm>
            <a:custGeom>
              <a:avLst/>
              <a:gdLst/>
              <a:ahLst/>
              <a:cxnLst/>
              <a:pathLst>
                <a:path w="953" h="1885950">
                  <a:moveTo>
                    <a:pt x="0" y="0"/>
                  </a:moveTo>
                  <a:lnTo>
                    <a:pt x="0" y="1885950"/>
                  </a:lnTo>
                </a:path>
              </a:pathLst>
            </a:custGeom>
            <a:noFill/>
            <a:ln w="4286">
              <a:solidFill>
                <a:srgbClr val="7B8790">
                  <a:alpha val="35000"/>
                </a:srgbClr>
              </a:solidFill>
              <a:prstDash val="solid"/>
            </a:ln>
          </p:spPr>
        </p:sp>
        <p:sp>
          <p:nvSpPr>
            <p:cNvPr id="423" name="four:scalar-input:line:422"/>
            <p:cNvSpPr>
              <a:spLocks noGrp="1"/>
            </p:cNvSpPr>
            <p:nvPr/>
          </p:nvSpPr>
          <p:spPr>
            <a:xfrm>
              <a:off x="990600" y="2105025"/>
              <a:ext cx="953" cy="1885950"/>
            </a:xfrm>
            <a:custGeom>
              <a:avLst/>
              <a:gdLst/>
              <a:ahLst/>
              <a:cxnLst/>
              <a:pathLst>
                <a:path w="953" h="1885950">
                  <a:moveTo>
                    <a:pt x="0" y="0"/>
                  </a:moveTo>
                  <a:lnTo>
                    <a:pt x="0" y="1885950"/>
                  </a:lnTo>
                </a:path>
              </a:pathLst>
            </a:custGeom>
            <a:noFill/>
            <a:ln w="4286">
              <a:solidFill>
                <a:srgbClr val="7B8790">
                  <a:alpha val="35000"/>
                </a:srgbClr>
              </a:solidFill>
              <a:prstDash val="solid"/>
            </a:ln>
          </p:spPr>
        </p:sp>
        <p:sp>
          <p:nvSpPr>
            <p:cNvPr id="424" name="four:scalar-input:line:423"/>
            <p:cNvSpPr>
              <a:spLocks noGrp="1"/>
            </p:cNvSpPr>
            <p:nvPr/>
          </p:nvSpPr>
          <p:spPr>
            <a:xfrm>
              <a:off x="1095375" y="2105025"/>
              <a:ext cx="953" cy="1885950"/>
            </a:xfrm>
            <a:custGeom>
              <a:avLst/>
              <a:gdLst/>
              <a:ahLst/>
              <a:cxnLst/>
              <a:pathLst>
                <a:path w="953" h="1885950">
                  <a:moveTo>
                    <a:pt x="0" y="0"/>
                  </a:moveTo>
                  <a:lnTo>
                    <a:pt x="0" y="1885950"/>
                  </a:lnTo>
                </a:path>
              </a:pathLst>
            </a:custGeom>
            <a:noFill/>
            <a:ln w="4286">
              <a:solidFill>
                <a:srgbClr val="7B8790">
                  <a:alpha val="35000"/>
                </a:srgbClr>
              </a:solidFill>
              <a:prstDash val="solid"/>
            </a:ln>
          </p:spPr>
        </p:sp>
        <p:sp>
          <p:nvSpPr>
            <p:cNvPr id="425" name="four:scalar-input:line:424"/>
            <p:cNvSpPr>
              <a:spLocks noGrp="1"/>
            </p:cNvSpPr>
            <p:nvPr/>
          </p:nvSpPr>
          <p:spPr>
            <a:xfrm>
              <a:off x="1200150" y="2105025"/>
              <a:ext cx="953" cy="1885950"/>
            </a:xfrm>
            <a:custGeom>
              <a:avLst/>
              <a:gdLst/>
              <a:ahLst/>
              <a:cxnLst/>
              <a:pathLst>
                <a:path w="953" h="1885950">
                  <a:moveTo>
                    <a:pt x="0" y="0"/>
                  </a:moveTo>
                  <a:lnTo>
                    <a:pt x="0" y="1885950"/>
                  </a:lnTo>
                </a:path>
              </a:pathLst>
            </a:custGeom>
            <a:noFill/>
            <a:ln w="4286">
              <a:solidFill>
                <a:srgbClr val="7B8790">
                  <a:alpha val="35000"/>
                </a:srgbClr>
              </a:solidFill>
              <a:prstDash val="solid"/>
            </a:ln>
          </p:spPr>
        </p:sp>
        <p:sp>
          <p:nvSpPr>
            <p:cNvPr id="426" name="four:scalar-input:line:425"/>
            <p:cNvSpPr>
              <a:spLocks noGrp="1"/>
            </p:cNvSpPr>
            <p:nvPr/>
          </p:nvSpPr>
          <p:spPr>
            <a:xfrm>
              <a:off x="1304925" y="2105025"/>
              <a:ext cx="953" cy="1885950"/>
            </a:xfrm>
            <a:custGeom>
              <a:avLst/>
              <a:gdLst/>
              <a:ahLst/>
              <a:cxnLst/>
              <a:pathLst>
                <a:path w="953" h="1885950">
                  <a:moveTo>
                    <a:pt x="0" y="0"/>
                  </a:moveTo>
                  <a:lnTo>
                    <a:pt x="0" y="1885950"/>
                  </a:lnTo>
                </a:path>
              </a:pathLst>
            </a:custGeom>
            <a:noFill/>
            <a:ln w="4286">
              <a:solidFill>
                <a:srgbClr val="7B8790">
                  <a:alpha val="35000"/>
                </a:srgbClr>
              </a:solidFill>
              <a:prstDash val="solid"/>
            </a:ln>
          </p:spPr>
        </p:sp>
        <p:sp>
          <p:nvSpPr>
            <p:cNvPr id="427" name="four:scalar-input:line:426"/>
            <p:cNvSpPr>
              <a:spLocks noGrp="1"/>
            </p:cNvSpPr>
            <p:nvPr/>
          </p:nvSpPr>
          <p:spPr>
            <a:xfrm>
              <a:off x="1409700" y="2105025"/>
              <a:ext cx="953" cy="1885950"/>
            </a:xfrm>
            <a:custGeom>
              <a:avLst/>
              <a:gdLst/>
              <a:ahLst/>
              <a:cxnLst/>
              <a:pathLst>
                <a:path w="953" h="1885950">
                  <a:moveTo>
                    <a:pt x="0" y="0"/>
                  </a:moveTo>
                  <a:lnTo>
                    <a:pt x="0" y="1885950"/>
                  </a:lnTo>
                </a:path>
              </a:pathLst>
            </a:custGeom>
            <a:noFill/>
            <a:ln w="4286">
              <a:solidFill>
                <a:srgbClr val="7B8790">
                  <a:alpha val="35000"/>
                </a:srgbClr>
              </a:solidFill>
              <a:prstDash val="solid"/>
            </a:ln>
          </p:spPr>
        </p:sp>
        <p:sp>
          <p:nvSpPr>
            <p:cNvPr id="428" name="four:scalar-input:line:427"/>
            <p:cNvSpPr>
              <a:spLocks noGrp="1"/>
            </p:cNvSpPr>
            <p:nvPr/>
          </p:nvSpPr>
          <p:spPr>
            <a:xfrm>
              <a:off x="1514475" y="2105025"/>
              <a:ext cx="953" cy="1885950"/>
            </a:xfrm>
            <a:custGeom>
              <a:avLst/>
              <a:gdLst/>
              <a:ahLst/>
              <a:cxnLst/>
              <a:pathLst>
                <a:path w="953" h="1885950">
                  <a:moveTo>
                    <a:pt x="0" y="0"/>
                  </a:moveTo>
                  <a:lnTo>
                    <a:pt x="0" y="1885950"/>
                  </a:lnTo>
                </a:path>
              </a:pathLst>
            </a:custGeom>
            <a:noFill/>
            <a:ln w="4286">
              <a:solidFill>
                <a:srgbClr val="7B8790">
                  <a:alpha val="35000"/>
                </a:srgbClr>
              </a:solidFill>
              <a:prstDash val="solid"/>
            </a:ln>
          </p:spPr>
        </p:sp>
        <p:sp>
          <p:nvSpPr>
            <p:cNvPr id="429" name="four:scalar-input:line:428"/>
            <p:cNvSpPr>
              <a:spLocks noGrp="1"/>
            </p:cNvSpPr>
            <p:nvPr/>
          </p:nvSpPr>
          <p:spPr>
            <a:xfrm>
              <a:off x="1619250" y="2105025"/>
              <a:ext cx="953" cy="1885950"/>
            </a:xfrm>
            <a:custGeom>
              <a:avLst/>
              <a:gdLst/>
              <a:ahLst/>
              <a:cxnLst/>
              <a:pathLst>
                <a:path w="953" h="1885950">
                  <a:moveTo>
                    <a:pt x="0" y="0"/>
                  </a:moveTo>
                  <a:lnTo>
                    <a:pt x="0" y="1885950"/>
                  </a:lnTo>
                </a:path>
              </a:pathLst>
            </a:custGeom>
            <a:noFill/>
            <a:ln w="4286">
              <a:solidFill>
                <a:srgbClr val="7B8790">
                  <a:alpha val="35000"/>
                </a:srgbClr>
              </a:solidFill>
              <a:prstDash val="solid"/>
            </a:ln>
          </p:spPr>
        </p:sp>
        <p:sp>
          <p:nvSpPr>
            <p:cNvPr id="430" name="four:scalar-input:line:429"/>
            <p:cNvSpPr>
              <a:spLocks noGrp="1"/>
            </p:cNvSpPr>
            <p:nvPr/>
          </p:nvSpPr>
          <p:spPr>
            <a:xfrm>
              <a:off x="1724025" y="2105025"/>
              <a:ext cx="953" cy="1885950"/>
            </a:xfrm>
            <a:custGeom>
              <a:avLst/>
              <a:gdLst/>
              <a:ahLst/>
              <a:cxnLst/>
              <a:pathLst>
                <a:path w="953" h="1885950">
                  <a:moveTo>
                    <a:pt x="0" y="0"/>
                  </a:moveTo>
                  <a:lnTo>
                    <a:pt x="0" y="1885950"/>
                  </a:lnTo>
                </a:path>
              </a:pathLst>
            </a:custGeom>
            <a:noFill/>
            <a:ln w="4286">
              <a:solidFill>
                <a:srgbClr val="7B8790">
                  <a:alpha val="35000"/>
                </a:srgbClr>
              </a:solidFill>
              <a:prstDash val="solid"/>
            </a:ln>
          </p:spPr>
        </p:sp>
        <p:sp>
          <p:nvSpPr>
            <p:cNvPr id="431" name="four:scalar-input:line:430"/>
            <p:cNvSpPr>
              <a:spLocks noGrp="1"/>
            </p:cNvSpPr>
            <p:nvPr/>
          </p:nvSpPr>
          <p:spPr>
            <a:xfrm>
              <a:off x="1828800" y="2105025"/>
              <a:ext cx="953" cy="1885950"/>
            </a:xfrm>
            <a:custGeom>
              <a:avLst/>
              <a:gdLst/>
              <a:ahLst/>
              <a:cxnLst/>
              <a:pathLst>
                <a:path w="953" h="1885950">
                  <a:moveTo>
                    <a:pt x="0" y="0"/>
                  </a:moveTo>
                  <a:lnTo>
                    <a:pt x="0" y="1885950"/>
                  </a:lnTo>
                </a:path>
              </a:pathLst>
            </a:custGeom>
            <a:noFill/>
            <a:ln w="4286">
              <a:solidFill>
                <a:srgbClr val="7B8790">
                  <a:alpha val="35000"/>
                </a:srgbClr>
              </a:solidFill>
              <a:prstDash val="solid"/>
            </a:ln>
          </p:spPr>
        </p:sp>
        <p:sp>
          <p:nvSpPr>
            <p:cNvPr id="432" name="four:scalar-input:line:431"/>
            <p:cNvSpPr>
              <a:spLocks noGrp="1"/>
            </p:cNvSpPr>
            <p:nvPr/>
          </p:nvSpPr>
          <p:spPr>
            <a:xfrm>
              <a:off x="1933575" y="2105025"/>
              <a:ext cx="953" cy="1885950"/>
            </a:xfrm>
            <a:custGeom>
              <a:avLst/>
              <a:gdLst/>
              <a:ahLst/>
              <a:cxnLst/>
              <a:pathLst>
                <a:path w="953" h="1885950">
                  <a:moveTo>
                    <a:pt x="0" y="0"/>
                  </a:moveTo>
                  <a:lnTo>
                    <a:pt x="0" y="1885950"/>
                  </a:lnTo>
                </a:path>
              </a:pathLst>
            </a:custGeom>
            <a:noFill/>
            <a:ln w="4286">
              <a:solidFill>
                <a:srgbClr val="7B8790">
                  <a:alpha val="35000"/>
                </a:srgbClr>
              </a:solidFill>
              <a:prstDash val="solid"/>
            </a:ln>
          </p:spPr>
        </p:sp>
        <p:sp>
          <p:nvSpPr>
            <p:cNvPr id="433" name="four:scalar-input:line:432"/>
            <p:cNvSpPr>
              <a:spLocks noGrp="1"/>
            </p:cNvSpPr>
            <p:nvPr/>
          </p:nvSpPr>
          <p:spPr>
            <a:xfrm>
              <a:off x="2038350" y="2105025"/>
              <a:ext cx="953" cy="1885950"/>
            </a:xfrm>
            <a:custGeom>
              <a:avLst/>
              <a:gdLst/>
              <a:ahLst/>
              <a:cxnLst/>
              <a:pathLst>
                <a:path w="953" h="1885950">
                  <a:moveTo>
                    <a:pt x="0" y="0"/>
                  </a:moveTo>
                  <a:lnTo>
                    <a:pt x="0" y="1885950"/>
                  </a:lnTo>
                </a:path>
              </a:pathLst>
            </a:custGeom>
            <a:noFill/>
            <a:ln w="4286">
              <a:solidFill>
                <a:srgbClr val="7B8790">
                  <a:alpha val="35000"/>
                </a:srgbClr>
              </a:solidFill>
              <a:prstDash val="solid"/>
            </a:ln>
          </p:spPr>
        </p:sp>
        <p:sp>
          <p:nvSpPr>
            <p:cNvPr id="434" name="four:scalar-input:line:433"/>
            <p:cNvSpPr>
              <a:spLocks noGrp="1"/>
            </p:cNvSpPr>
            <p:nvPr/>
          </p:nvSpPr>
          <p:spPr>
            <a:xfrm>
              <a:off x="2143125" y="2105025"/>
              <a:ext cx="953" cy="1885950"/>
            </a:xfrm>
            <a:custGeom>
              <a:avLst/>
              <a:gdLst/>
              <a:ahLst/>
              <a:cxnLst/>
              <a:pathLst>
                <a:path w="953" h="1885950">
                  <a:moveTo>
                    <a:pt x="0" y="0"/>
                  </a:moveTo>
                  <a:lnTo>
                    <a:pt x="0" y="1885950"/>
                  </a:lnTo>
                </a:path>
              </a:pathLst>
            </a:custGeom>
            <a:noFill/>
            <a:ln w="4286">
              <a:solidFill>
                <a:srgbClr val="7B8790">
                  <a:alpha val="35000"/>
                </a:srgbClr>
              </a:solidFill>
              <a:prstDash val="solid"/>
            </a:ln>
          </p:spPr>
        </p:sp>
        <p:sp>
          <p:nvSpPr>
            <p:cNvPr id="435" name="four:scalar-input:line:434"/>
            <p:cNvSpPr>
              <a:spLocks noGrp="1"/>
            </p:cNvSpPr>
            <p:nvPr/>
          </p:nvSpPr>
          <p:spPr>
            <a:xfrm>
              <a:off x="2247900" y="2105025"/>
              <a:ext cx="953" cy="1885950"/>
            </a:xfrm>
            <a:custGeom>
              <a:avLst/>
              <a:gdLst/>
              <a:ahLst/>
              <a:cxnLst/>
              <a:pathLst>
                <a:path w="953" h="1885950">
                  <a:moveTo>
                    <a:pt x="0" y="0"/>
                  </a:moveTo>
                  <a:lnTo>
                    <a:pt x="0" y="1885950"/>
                  </a:lnTo>
                </a:path>
              </a:pathLst>
            </a:custGeom>
            <a:noFill/>
            <a:ln w="4286">
              <a:solidFill>
                <a:srgbClr val="7B8790">
                  <a:alpha val="35000"/>
                </a:srgbClr>
              </a:solidFill>
              <a:prstDash val="solid"/>
            </a:ln>
          </p:spPr>
        </p:sp>
        <p:sp>
          <p:nvSpPr>
            <p:cNvPr id="436" name="four:scalar-input:line:435"/>
            <p:cNvSpPr>
              <a:spLocks noGrp="1"/>
            </p:cNvSpPr>
            <p:nvPr/>
          </p:nvSpPr>
          <p:spPr>
            <a:xfrm>
              <a:off x="2352675" y="2105025"/>
              <a:ext cx="953" cy="1885950"/>
            </a:xfrm>
            <a:custGeom>
              <a:avLst/>
              <a:gdLst/>
              <a:ahLst/>
              <a:cxnLst/>
              <a:pathLst>
                <a:path w="953" h="1885950">
                  <a:moveTo>
                    <a:pt x="0" y="0"/>
                  </a:moveTo>
                  <a:lnTo>
                    <a:pt x="0" y="1885950"/>
                  </a:lnTo>
                </a:path>
              </a:pathLst>
            </a:custGeom>
            <a:noFill/>
            <a:ln w="4286">
              <a:solidFill>
                <a:srgbClr val="7B8790">
                  <a:alpha val="35000"/>
                </a:srgbClr>
              </a:solidFill>
              <a:prstDash val="solid"/>
            </a:ln>
          </p:spPr>
        </p:sp>
        <p:sp>
          <p:nvSpPr>
            <p:cNvPr id="437" name="four:scalar-input:line:436"/>
            <p:cNvSpPr>
              <a:spLocks noGrp="1"/>
            </p:cNvSpPr>
            <p:nvPr/>
          </p:nvSpPr>
          <p:spPr>
            <a:xfrm>
              <a:off x="2457450" y="2105025"/>
              <a:ext cx="953" cy="1885950"/>
            </a:xfrm>
            <a:custGeom>
              <a:avLst/>
              <a:gdLst/>
              <a:ahLst/>
              <a:cxnLst/>
              <a:pathLst>
                <a:path w="953" h="1885950">
                  <a:moveTo>
                    <a:pt x="0" y="0"/>
                  </a:moveTo>
                  <a:lnTo>
                    <a:pt x="0" y="1885950"/>
                  </a:lnTo>
                </a:path>
              </a:pathLst>
            </a:custGeom>
            <a:noFill/>
            <a:ln w="4286">
              <a:solidFill>
                <a:srgbClr val="7B8790">
                  <a:alpha val="35000"/>
                </a:srgbClr>
              </a:solidFill>
              <a:prstDash val="solid"/>
            </a:ln>
          </p:spPr>
        </p:sp>
        <p:sp>
          <p:nvSpPr>
            <p:cNvPr id="438" name="four:scalar-input:line:437"/>
            <p:cNvSpPr>
              <a:spLocks noGrp="1"/>
            </p:cNvSpPr>
            <p:nvPr/>
          </p:nvSpPr>
          <p:spPr>
            <a:xfrm>
              <a:off x="361950" y="2105025"/>
              <a:ext cx="2095500" cy="953"/>
            </a:xfrm>
            <a:custGeom>
              <a:avLst/>
              <a:gdLst/>
              <a:ahLst/>
              <a:cxnLst/>
              <a:pathLst>
                <a:path w="2095500" h="953">
                  <a:moveTo>
                    <a:pt x="0" y="0"/>
                  </a:moveTo>
                  <a:lnTo>
                    <a:pt x="2095500" y="0"/>
                  </a:lnTo>
                </a:path>
              </a:pathLst>
            </a:custGeom>
            <a:noFill/>
            <a:ln w="4286">
              <a:solidFill>
                <a:srgbClr val="7B8790">
                  <a:alpha val="35000"/>
                </a:srgbClr>
              </a:solidFill>
              <a:prstDash val="solid"/>
            </a:ln>
          </p:spPr>
        </p:sp>
        <p:sp>
          <p:nvSpPr>
            <p:cNvPr id="439" name="four:scalar-input:line:438"/>
            <p:cNvSpPr>
              <a:spLocks noGrp="1"/>
            </p:cNvSpPr>
            <p:nvPr/>
          </p:nvSpPr>
          <p:spPr>
            <a:xfrm>
              <a:off x="361950" y="2209800"/>
              <a:ext cx="2095500" cy="953"/>
            </a:xfrm>
            <a:custGeom>
              <a:avLst/>
              <a:gdLst/>
              <a:ahLst/>
              <a:cxnLst/>
              <a:pathLst>
                <a:path w="2095500" h="953">
                  <a:moveTo>
                    <a:pt x="0" y="0"/>
                  </a:moveTo>
                  <a:lnTo>
                    <a:pt x="2095500" y="0"/>
                  </a:lnTo>
                </a:path>
              </a:pathLst>
            </a:custGeom>
            <a:noFill/>
            <a:ln w="4286">
              <a:solidFill>
                <a:srgbClr val="7B8790">
                  <a:alpha val="35000"/>
                </a:srgbClr>
              </a:solidFill>
              <a:prstDash val="solid"/>
            </a:ln>
          </p:spPr>
        </p:sp>
        <p:sp>
          <p:nvSpPr>
            <p:cNvPr id="440" name="four:scalar-input:line:439"/>
            <p:cNvSpPr>
              <a:spLocks noGrp="1"/>
            </p:cNvSpPr>
            <p:nvPr/>
          </p:nvSpPr>
          <p:spPr>
            <a:xfrm>
              <a:off x="361950" y="2314575"/>
              <a:ext cx="2095500" cy="953"/>
            </a:xfrm>
            <a:custGeom>
              <a:avLst/>
              <a:gdLst/>
              <a:ahLst/>
              <a:cxnLst/>
              <a:pathLst>
                <a:path w="2095500" h="953">
                  <a:moveTo>
                    <a:pt x="0" y="0"/>
                  </a:moveTo>
                  <a:lnTo>
                    <a:pt x="2095500" y="0"/>
                  </a:lnTo>
                </a:path>
              </a:pathLst>
            </a:custGeom>
            <a:noFill/>
            <a:ln w="4286">
              <a:solidFill>
                <a:srgbClr val="7B8790">
                  <a:alpha val="35000"/>
                </a:srgbClr>
              </a:solidFill>
              <a:prstDash val="solid"/>
            </a:ln>
          </p:spPr>
        </p:sp>
        <p:sp>
          <p:nvSpPr>
            <p:cNvPr id="441" name="four:scalar-input:line:440"/>
            <p:cNvSpPr>
              <a:spLocks noGrp="1"/>
            </p:cNvSpPr>
            <p:nvPr/>
          </p:nvSpPr>
          <p:spPr>
            <a:xfrm>
              <a:off x="361950" y="2419350"/>
              <a:ext cx="2095500" cy="953"/>
            </a:xfrm>
            <a:custGeom>
              <a:avLst/>
              <a:gdLst/>
              <a:ahLst/>
              <a:cxnLst/>
              <a:pathLst>
                <a:path w="2095500" h="953">
                  <a:moveTo>
                    <a:pt x="0" y="0"/>
                  </a:moveTo>
                  <a:lnTo>
                    <a:pt x="2095500" y="0"/>
                  </a:lnTo>
                </a:path>
              </a:pathLst>
            </a:custGeom>
            <a:noFill/>
            <a:ln w="4286">
              <a:solidFill>
                <a:srgbClr val="7B8790">
                  <a:alpha val="35000"/>
                </a:srgbClr>
              </a:solidFill>
              <a:prstDash val="solid"/>
            </a:ln>
          </p:spPr>
        </p:sp>
        <p:sp>
          <p:nvSpPr>
            <p:cNvPr id="442" name="four:scalar-input:line:441"/>
            <p:cNvSpPr>
              <a:spLocks noGrp="1"/>
            </p:cNvSpPr>
            <p:nvPr/>
          </p:nvSpPr>
          <p:spPr>
            <a:xfrm>
              <a:off x="361950" y="2524125"/>
              <a:ext cx="2095500" cy="953"/>
            </a:xfrm>
            <a:custGeom>
              <a:avLst/>
              <a:gdLst/>
              <a:ahLst/>
              <a:cxnLst/>
              <a:pathLst>
                <a:path w="2095500" h="953">
                  <a:moveTo>
                    <a:pt x="0" y="0"/>
                  </a:moveTo>
                  <a:lnTo>
                    <a:pt x="2095500" y="0"/>
                  </a:lnTo>
                </a:path>
              </a:pathLst>
            </a:custGeom>
            <a:noFill/>
            <a:ln w="4286">
              <a:solidFill>
                <a:srgbClr val="7B8790">
                  <a:alpha val="35000"/>
                </a:srgbClr>
              </a:solidFill>
              <a:prstDash val="solid"/>
            </a:ln>
          </p:spPr>
        </p:sp>
        <p:sp>
          <p:nvSpPr>
            <p:cNvPr id="443" name="four:scalar-input:line:442"/>
            <p:cNvSpPr>
              <a:spLocks noGrp="1"/>
            </p:cNvSpPr>
            <p:nvPr/>
          </p:nvSpPr>
          <p:spPr>
            <a:xfrm>
              <a:off x="361950" y="2628900"/>
              <a:ext cx="2095500" cy="953"/>
            </a:xfrm>
            <a:custGeom>
              <a:avLst/>
              <a:gdLst/>
              <a:ahLst/>
              <a:cxnLst/>
              <a:pathLst>
                <a:path w="2095500" h="953">
                  <a:moveTo>
                    <a:pt x="0" y="0"/>
                  </a:moveTo>
                  <a:lnTo>
                    <a:pt x="2095500" y="0"/>
                  </a:lnTo>
                </a:path>
              </a:pathLst>
            </a:custGeom>
            <a:noFill/>
            <a:ln w="4286">
              <a:solidFill>
                <a:srgbClr val="7B8790">
                  <a:alpha val="35000"/>
                </a:srgbClr>
              </a:solidFill>
              <a:prstDash val="solid"/>
            </a:ln>
          </p:spPr>
        </p:sp>
        <p:sp>
          <p:nvSpPr>
            <p:cNvPr id="444" name="four:scalar-input:line:443"/>
            <p:cNvSpPr>
              <a:spLocks noGrp="1"/>
            </p:cNvSpPr>
            <p:nvPr/>
          </p:nvSpPr>
          <p:spPr>
            <a:xfrm>
              <a:off x="361950" y="2733675"/>
              <a:ext cx="2095500" cy="953"/>
            </a:xfrm>
            <a:custGeom>
              <a:avLst/>
              <a:gdLst/>
              <a:ahLst/>
              <a:cxnLst/>
              <a:pathLst>
                <a:path w="2095500" h="953">
                  <a:moveTo>
                    <a:pt x="0" y="0"/>
                  </a:moveTo>
                  <a:lnTo>
                    <a:pt x="2095500" y="0"/>
                  </a:lnTo>
                </a:path>
              </a:pathLst>
            </a:custGeom>
            <a:noFill/>
            <a:ln w="4286">
              <a:solidFill>
                <a:srgbClr val="7B8790">
                  <a:alpha val="35000"/>
                </a:srgbClr>
              </a:solidFill>
              <a:prstDash val="solid"/>
            </a:ln>
          </p:spPr>
        </p:sp>
        <p:sp>
          <p:nvSpPr>
            <p:cNvPr id="445" name="four:scalar-input:line:444"/>
            <p:cNvSpPr>
              <a:spLocks noGrp="1"/>
            </p:cNvSpPr>
            <p:nvPr/>
          </p:nvSpPr>
          <p:spPr>
            <a:xfrm>
              <a:off x="361950" y="2838450"/>
              <a:ext cx="2095500" cy="953"/>
            </a:xfrm>
            <a:custGeom>
              <a:avLst/>
              <a:gdLst/>
              <a:ahLst/>
              <a:cxnLst/>
              <a:pathLst>
                <a:path w="2095500" h="953">
                  <a:moveTo>
                    <a:pt x="0" y="0"/>
                  </a:moveTo>
                  <a:lnTo>
                    <a:pt x="2095500" y="0"/>
                  </a:lnTo>
                </a:path>
              </a:pathLst>
            </a:custGeom>
            <a:noFill/>
            <a:ln w="4286">
              <a:solidFill>
                <a:srgbClr val="7B8790">
                  <a:alpha val="35000"/>
                </a:srgbClr>
              </a:solidFill>
              <a:prstDash val="solid"/>
            </a:ln>
          </p:spPr>
        </p:sp>
        <p:sp>
          <p:nvSpPr>
            <p:cNvPr id="446" name="four:scalar-input:line:445"/>
            <p:cNvSpPr>
              <a:spLocks noGrp="1"/>
            </p:cNvSpPr>
            <p:nvPr/>
          </p:nvSpPr>
          <p:spPr>
            <a:xfrm>
              <a:off x="361950" y="2943225"/>
              <a:ext cx="2095500" cy="953"/>
            </a:xfrm>
            <a:custGeom>
              <a:avLst/>
              <a:gdLst/>
              <a:ahLst/>
              <a:cxnLst/>
              <a:pathLst>
                <a:path w="2095500" h="953">
                  <a:moveTo>
                    <a:pt x="0" y="0"/>
                  </a:moveTo>
                  <a:lnTo>
                    <a:pt x="2095500" y="0"/>
                  </a:lnTo>
                </a:path>
              </a:pathLst>
            </a:custGeom>
            <a:noFill/>
            <a:ln w="4286">
              <a:solidFill>
                <a:srgbClr val="7B8790">
                  <a:alpha val="35000"/>
                </a:srgbClr>
              </a:solidFill>
              <a:prstDash val="solid"/>
            </a:ln>
          </p:spPr>
        </p:sp>
        <p:sp>
          <p:nvSpPr>
            <p:cNvPr id="447" name="four:scalar-input:line:446"/>
            <p:cNvSpPr>
              <a:spLocks noGrp="1"/>
            </p:cNvSpPr>
            <p:nvPr/>
          </p:nvSpPr>
          <p:spPr>
            <a:xfrm>
              <a:off x="361950" y="3048000"/>
              <a:ext cx="2095500" cy="953"/>
            </a:xfrm>
            <a:custGeom>
              <a:avLst/>
              <a:gdLst/>
              <a:ahLst/>
              <a:cxnLst/>
              <a:pathLst>
                <a:path w="2095500" h="953">
                  <a:moveTo>
                    <a:pt x="0" y="0"/>
                  </a:moveTo>
                  <a:lnTo>
                    <a:pt x="2095500" y="0"/>
                  </a:lnTo>
                </a:path>
              </a:pathLst>
            </a:custGeom>
            <a:noFill/>
            <a:ln w="4286">
              <a:solidFill>
                <a:srgbClr val="7B8790">
                  <a:alpha val="35000"/>
                </a:srgbClr>
              </a:solidFill>
              <a:prstDash val="solid"/>
            </a:ln>
          </p:spPr>
        </p:sp>
        <p:sp>
          <p:nvSpPr>
            <p:cNvPr id="448" name="four:scalar-input:line:447"/>
            <p:cNvSpPr>
              <a:spLocks noGrp="1"/>
            </p:cNvSpPr>
            <p:nvPr/>
          </p:nvSpPr>
          <p:spPr>
            <a:xfrm>
              <a:off x="361950" y="3152775"/>
              <a:ext cx="2095500" cy="953"/>
            </a:xfrm>
            <a:custGeom>
              <a:avLst/>
              <a:gdLst/>
              <a:ahLst/>
              <a:cxnLst/>
              <a:pathLst>
                <a:path w="2095500" h="953">
                  <a:moveTo>
                    <a:pt x="0" y="0"/>
                  </a:moveTo>
                  <a:lnTo>
                    <a:pt x="2095500" y="0"/>
                  </a:lnTo>
                </a:path>
              </a:pathLst>
            </a:custGeom>
            <a:noFill/>
            <a:ln w="4286">
              <a:solidFill>
                <a:srgbClr val="7B8790">
                  <a:alpha val="35000"/>
                </a:srgbClr>
              </a:solidFill>
              <a:prstDash val="solid"/>
            </a:ln>
          </p:spPr>
        </p:sp>
        <p:sp>
          <p:nvSpPr>
            <p:cNvPr id="449" name="four:scalar-input:line:448"/>
            <p:cNvSpPr>
              <a:spLocks noGrp="1"/>
            </p:cNvSpPr>
            <p:nvPr/>
          </p:nvSpPr>
          <p:spPr>
            <a:xfrm>
              <a:off x="361950" y="3257550"/>
              <a:ext cx="2095500" cy="953"/>
            </a:xfrm>
            <a:custGeom>
              <a:avLst/>
              <a:gdLst/>
              <a:ahLst/>
              <a:cxnLst/>
              <a:pathLst>
                <a:path w="2095500" h="953">
                  <a:moveTo>
                    <a:pt x="0" y="0"/>
                  </a:moveTo>
                  <a:lnTo>
                    <a:pt x="2095500" y="0"/>
                  </a:lnTo>
                </a:path>
              </a:pathLst>
            </a:custGeom>
            <a:noFill/>
            <a:ln w="4286">
              <a:solidFill>
                <a:srgbClr val="7B8790">
                  <a:alpha val="35000"/>
                </a:srgbClr>
              </a:solidFill>
              <a:prstDash val="solid"/>
            </a:ln>
          </p:spPr>
        </p:sp>
        <p:sp>
          <p:nvSpPr>
            <p:cNvPr id="450" name="four:scalar-input:line:449"/>
            <p:cNvSpPr>
              <a:spLocks noGrp="1"/>
            </p:cNvSpPr>
            <p:nvPr/>
          </p:nvSpPr>
          <p:spPr>
            <a:xfrm>
              <a:off x="361950" y="3362325"/>
              <a:ext cx="2095500" cy="953"/>
            </a:xfrm>
            <a:custGeom>
              <a:avLst/>
              <a:gdLst/>
              <a:ahLst/>
              <a:cxnLst/>
              <a:pathLst>
                <a:path w="2095500" h="953">
                  <a:moveTo>
                    <a:pt x="0" y="0"/>
                  </a:moveTo>
                  <a:lnTo>
                    <a:pt x="2095500" y="0"/>
                  </a:lnTo>
                </a:path>
              </a:pathLst>
            </a:custGeom>
            <a:noFill/>
            <a:ln w="4286">
              <a:solidFill>
                <a:srgbClr val="7B8790">
                  <a:alpha val="35000"/>
                </a:srgbClr>
              </a:solidFill>
              <a:prstDash val="solid"/>
            </a:ln>
          </p:spPr>
        </p:sp>
        <p:sp>
          <p:nvSpPr>
            <p:cNvPr id="451" name="four:scalar-input:line:450"/>
            <p:cNvSpPr>
              <a:spLocks noGrp="1"/>
            </p:cNvSpPr>
            <p:nvPr/>
          </p:nvSpPr>
          <p:spPr>
            <a:xfrm>
              <a:off x="361950" y="3467100"/>
              <a:ext cx="2095500" cy="953"/>
            </a:xfrm>
            <a:custGeom>
              <a:avLst/>
              <a:gdLst/>
              <a:ahLst/>
              <a:cxnLst/>
              <a:pathLst>
                <a:path w="2095500" h="953">
                  <a:moveTo>
                    <a:pt x="0" y="0"/>
                  </a:moveTo>
                  <a:lnTo>
                    <a:pt x="2095500" y="0"/>
                  </a:lnTo>
                </a:path>
              </a:pathLst>
            </a:custGeom>
            <a:noFill/>
            <a:ln w="4286">
              <a:solidFill>
                <a:srgbClr val="7B8790">
                  <a:alpha val="35000"/>
                </a:srgbClr>
              </a:solidFill>
              <a:prstDash val="solid"/>
            </a:ln>
          </p:spPr>
        </p:sp>
        <p:sp>
          <p:nvSpPr>
            <p:cNvPr id="452" name="four:scalar-input:line:451"/>
            <p:cNvSpPr>
              <a:spLocks noGrp="1"/>
            </p:cNvSpPr>
            <p:nvPr/>
          </p:nvSpPr>
          <p:spPr>
            <a:xfrm>
              <a:off x="361950" y="3571875"/>
              <a:ext cx="2095500" cy="953"/>
            </a:xfrm>
            <a:custGeom>
              <a:avLst/>
              <a:gdLst/>
              <a:ahLst/>
              <a:cxnLst/>
              <a:pathLst>
                <a:path w="2095500" h="953">
                  <a:moveTo>
                    <a:pt x="0" y="0"/>
                  </a:moveTo>
                  <a:lnTo>
                    <a:pt x="2095500" y="0"/>
                  </a:lnTo>
                </a:path>
              </a:pathLst>
            </a:custGeom>
            <a:noFill/>
            <a:ln w="4286">
              <a:solidFill>
                <a:srgbClr val="7B8790">
                  <a:alpha val="35000"/>
                </a:srgbClr>
              </a:solidFill>
              <a:prstDash val="solid"/>
            </a:ln>
          </p:spPr>
        </p:sp>
        <p:sp>
          <p:nvSpPr>
            <p:cNvPr id="453" name="four:scalar-input:line:452"/>
            <p:cNvSpPr>
              <a:spLocks noGrp="1"/>
            </p:cNvSpPr>
            <p:nvPr/>
          </p:nvSpPr>
          <p:spPr>
            <a:xfrm>
              <a:off x="361950" y="3676650"/>
              <a:ext cx="2095500" cy="953"/>
            </a:xfrm>
            <a:custGeom>
              <a:avLst/>
              <a:gdLst/>
              <a:ahLst/>
              <a:cxnLst/>
              <a:pathLst>
                <a:path w="2095500" h="953">
                  <a:moveTo>
                    <a:pt x="0" y="0"/>
                  </a:moveTo>
                  <a:lnTo>
                    <a:pt x="2095500" y="0"/>
                  </a:lnTo>
                </a:path>
              </a:pathLst>
            </a:custGeom>
            <a:noFill/>
            <a:ln w="4286">
              <a:solidFill>
                <a:srgbClr val="7B8790">
                  <a:alpha val="35000"/>
                </a:srgbClr>
              </a:solidFill>
              <a:prstDash val="solid"/>
            </a:ln>
          </p:spPr>
        </p:sp>
        <p:sp>
          <p:nvSpPr>
            <p:cNvPr id="454" name="four:scalar-input:line:453"/>
            <p:cNvSpPr>
              <a:spLocks noGrp="1"/>
            </p:cNvSpPr>
            <p:nvPr/>
          </p:nvSpPr>
          <p:spPr>
            <a:xfrm>
              <a:off x="361950" y="3781425"/>
              <a:ext cx="2095500" cy="953"/>
            </a:xfrm>
            <a:custGeom>
              <a:avLst/>
              <a:gdLst/>
              <a:ahLst/>
              <a:cxnLst/>
              <a:pathLst>
                <a:path w="2095500" h="953">
                  <a:moveTo>
                    <a:pt x="0" y="0"/>
                  </a:moveTo>
                  <a:lnTo>
                    <a:pt x="2095500" y="0"/>
                  </a:lnTo>
                </a:path>
              </a:pathLst>
            </a:custGeom>
            <a:noFill/>
            <a:ln w="4286">
              <a:solidFill>
                <a:srgbClr val="7B8790">
                  <a:alpha val="35000"/>
                </a:srgbClr>
              </a:solidFill>
              <a:prstDash val="solid"/>
            </a:ln>
          </p:spPr>
        </p:sp>
        <p:sp>
          <p:nvSpPr>
            <p:cNvPr id="455" name="four:scalar-input:line:454"/>
            <p:cNvSpPr>
              <a:spLocks noGrp="1"/>
            </p:cNvSpPr>
            <p:nvPr/>
          </p:nvSpPr>
          <p:spPr>
            <a:xfrm>
              <a:off x="361950" y="3886200"/>
              <a:ext cx="2095500" cy="953"/>
            </a:xfrm>
            <a:custGeom>
              <a:avLst/>
              <a:gdLst/>
              <a:ahLst/>
              <a:cxnLst/>
              <a:pathLst>
                <a:path w="2095500" h="953">
                  <a:moveTo>
                    <a:pt x="0" y="0"/>
                  </a:moveTo>
                  <a:lnTo>
                    <a:pt x="2095500" y="0"/>
                  </a:lnTo>
                </a:path>
              </a:pathLst>
            </a:custGeom>
            <a:noFill/>
            <a:ln w="4286">
              <a:solidFill>
                <a:srgbClr val="7B8790">
                  <a:alpha val="35000"/>
                </a:srgbClr>
              </a:solidFill>
              <a:prstDash val="solid"/>
            </a:ln>
          </p:spPr>
        </p:sp>
        <p:sp>
          <p:nvSpPr>
            <p:cNvPr id="456" name="four:scalar-input:line:455"/>
            <p:cNvSpPr>
              <a:spLocks noGrp="1"/>
            </p:cNvSpPr>
            <p:nvPr/>
          </p:nvSpPr>
          <p:spPr>
            <a:xfrm>
              <a:off x="361950" y="3990975"/>
              <a:ext cx="2095500" cy="953"/>
            </a:xfrm>
            <a:custGeom>
              <a:avLst/>
              <a:gdLst/>
              <a:ahLst/>
              <a:cxnLst/>
              <a:pathLst>
                <a:path w="2095500" h="953">
                  <a:moveTo>
                    <a:pt x="0" y="0"/>
                  </a:moveTo>
                  <a:lnTo>
                    <a:pt x="2095500" y="0"/>
                  </a:lnTo>
                </a:path>
              </a:pathLst>
            </a:custGeom>
            <a:noFill/>
            <a:ln w="4286">
              <a:solidFill>
                <a:srgbClr val="7B8790">
                  <a:alpha val="35000"/>
                </a:srgbClr>
              </a:solidFill>
              <a:prstDash val="solid"/>
            </a:ln>
          </p:spPr>
        </p:sp>
        <p:sp>
          <p:nvSpPr>
            <p:cNvPr id="457" name="four:scalar-input:grid-border:456"/>
            <p:cNvSpPr>
              <a:spLocks noGrp="1"/>
            </p:cNvSpPr>
            <p:nvPr/>
          </p:nvSpPr>
          <p:spPr>
            <a:xfrm>
              <a:off x="361950" y="2105025"/>
              <a:ext cx="2095500" cy="1885950"/>
            </a:xfrm>
            <a:prstGeom prst="rect">
              <a:avLst/>
            </a:prstGeom>
            <a:noFill/>
            <a:ln w="11906">
              <a:solidFill>
                <a:srgbClr val="263238"/>
              </a:solidFill>
              <a:prstDash val="solid"/>
            </a:ln>
          </p:spPr>
        </p:sp>
        <p:sp>
          <p:nvSpPr>
            <p:cNvPr id="458" name="four:scalar-input:regular-node:457"/>
            <p:cNvSpPr>
              <a:spLocks noGrp="1"/>
            </p:cNvSpPr>
            <p:nvPr/>
          </p:nvSpPr>
          <p:spPr>
            <a:xfrm>
              <a:off x="460095" y="2851013"/>
              <a:ext cx="49530" cy="49530"/>
            </a:xfrm>
            <a:prstGeom prst="ellipse">
              <a:avLst/>
            </a:prstGeom>
            <a:solidFill>
              <a:srgbClr val="263238"/>
            </a:solidFill>
            <a:ln w="0">
              <a:noFill/>
              <a:prstDash val="solid"/>
            </a:ln>
          </p:spPr>
        </p:sp>
        <p:sp>
          <p:nvSpPr>
            <p:cNvPr id="459" name="four:scalar-input:regular-node:458"/>
            <p:cNvSpPr>
              <a:spLocks noGrp="1"/>
            </p:cNvSpPr>
            <p:nvPr/>
          </p:nvSpPr>
          <p:spPr>
            <a:xfrm>
              <a:off x="1917281" y="2321146"/>
              <a:ext cx="49530" cy="49530"/>
            </a:xfrm>
            <a:prstGeom prst="ellipse">
              <a:avLst/>
            </a:prstGeom>
            <a:solidFill>
              <a:srgbClr val="263238"/>
            </a:solidFill>
            <a:ln w="0">
              <a:noFill/>
              <a:prstDash val="solid"/>
            </a:ln>
          </p:spPr>
        </p:sp>
        <p:sp>
          <p:nvSpPr>
            <p:cNvPr id="460" name="four:scalar-input:regular-node:459"/>
            <p:cNvSpPr>
              <a:spLocks noGrp="1"/>
            </p:cNvSpPr>
            <p:nvPr/>
          </p:nvSpPr>
          <p:spPr>
            <a:xfrm>
              <a:off x="1381928" y="3645847"/>
              <a:ext cx="49530" cy="49530"/>
            </a:xfrm>
            <a:prstGeom prst="ellipse">
              <a:avLst/>
            </a:prstGeom>
            <a:solidFill>
              <a:srgbClr val="263238"/>
            </a:solidFill>
            <a:ln w="0">
              <a:noFill/>
              <a:prstDash val="solid"/>
            </a:ln>
          </p:spPr>
        </p:sp>
        <p:sp>
          <p:nvSpPr>
            <p:cNvPr id="461" name="four:scalar-input:regular-node:460"/>
            <p:cNvSpPr>
              <a:spLocks noGrp="1"/>
            </p:cNvSpPr>
            <p:nvPr/>
          </p:nvSpPr>
          <p:spPr>
            <a:xfrm>
              <a:off x="1867657" y="3469225"/>
              <a:ext cx="49530" cy="49530"/>
            </a:xfrm>
            <a:prstGeom prst="ellipse">
              <a:avLst/>
            </a:prstGeom>
            <a:solidFill>
              <a:srgbClr val="263238"/>
            </a:solidFill>
            <a:ln w="0">
              <a:noFill/>
              <a:prstDash val="solid"/>
            </a:ln>
          </p:spPr>
        </p:sp>
        <p:sp>
          <p:nvSpPr>
            <p:cNvPr id="462" name="four:scalar-input:line:461"/>
            <p:cNvSpPr>
              <a:spLocks noGrp="1"/>
            </p:cNvSpPr>
            <p:nvPr/>
          </p:nvSpPr>
          <p:spPr>
            <a:xfrm>
              <a:off x="428625" y="1790700"/>
              <a:ext cx="190500" cy="228600"/>
            </a:xfrm>
            <a:custGeom>
              <a:avLst/>
              <a:gdLst/>
              <a:ahLst/>
              <a:cxnLst/>
              <a:pathLst>
                <a:path w="190500" h="228600">
                  <a:moveTo>
                    <a:pt x="0" y="228600"/>
                  </a:moveTo>
                  <a:lnTo>
                    <a:pt x="190500" y="0"/>
                  </a:lnTo>
                </a:path>
              </a:pathLst>
            </a:custGeom>
            <a:noFill/>
            <a:ln w="15240">
              <a:solidFill>
                <a:srgbClr val="263238"/>
              </a:solidFill>
              <a:prstDash val="solid"/>
            </a:ln>
          </p:spPr>
        </p:sp>
        <p:sp>
          <p:nvSpPr>
            <p:cNvPr id="463" name="four:scalar-input:polygon:462"/>
            <p:cNvSpPr>
              <a:spLocks noGrp="1"/>
            </p:cNvSpPr>
            <p:nvPr/>
          </p:nvSpPr>
          <p:spPr>
            <a:xfrm>
              <a:off x="535927" y="1790700"/>
              <a:ext cx="83198" cy="89454"/>
            </a:xfrm>
            <a:custGeom>
              <a:avLst/>
              <a:gdLst/>
              <a:ahLst/>
              <a:cxnLst/>
              <a:pathLst>
                <a:path w="83198" h="89454">
                  <a:moveTo>
                    <a:pt x="83198" y="0"/>
                  </a:moveTo>
                  <a:lnTo>
                    <a:pt x="0" y="42257"/>
                  </a:lnTo>
                  <a:lnTo>
                    <a:pt x="56636" y="89454"/>
                  </a:lnTo>
                  <a:close/>
                </a:path>
              </a:pathLst>
            </a:custGeom>
            <a:solidFill>
              <a:srgbClr val="263238"/>
            </a:solidFill>
            <a:ln w="0">
              <a:noFill/>
              <a:prstDash val="solid"/>
            </a:ln>
          </p:spPr>
        </p:sp>
        <p:sp>
          <p:nvSpPr>
            <p:cNvPr id="464" name="four:scalar-input:textbox:463"/>
            <p:cNvSpPr>
              <a:spLocks noGrp="1"/>
            </p:cNvSpPr>
            <p:nvPr/>
          </p:nvSpPr>
          <p:spPr>
            <a:xfrm>
              <a:off x="304800" y="1714500"/>
              <a:ext cx="171450" cy="342900"/>
            </a:xfrm>
            <a:prstGeom prst="rect">
              <a:avLst/>
            </a:prstGeom>
            <a:noFill/>
            <a:ln w="0">
              <a:noFill/>
              <a:prstDash val="solid"/>
            </a:ln>
          </p:spPr>
          <p:txBody>
            <a:bodyPr wrap="none" lIns="0" tIns="0" rIns="0" bIns="0" anchor="ctr">
              <a:normAutofit/>
            </a:bodyPr>
            <a:lstStyle>
              <a:defPPr algn="ctr">
                <a:defRPr sz="1725" b="0">
                  <a:solidFill>
                    <a:srgbClr val="263238"/>
                  </a:solidFill>
                  <a:latin typeface="Arial" panose="020B0604020202090204"/>
                  <a:ea typeface="Arial" panose="020B0604020202090204"/>
                  <a:cs typeface="Arial" panose="020B0604020202090204"/>
                </a:defRPr>
              </a:defPPr>
            </a:lstStyle>
            <a:p>
              <a:pPr algn="ctr">
                <a:defRPr sz="1725" b="0">
                  <a:solidFill>
                    <a:srgbClr val="263238"/>
                  </a:solidFill>
                  <a:latin typeface="Arial" panose="020B0604020202090204"/>
                  <a:ea typeface="Arial" panose="020B0604020202090204"/>
                  <a:cs typeface="Arial" panose="020B0604020202090204"/>
                </a:defRPr>
              </a:pPr>
              <a:r>
                <a:rPr sz="1725" b="0">
                  <a:solidFill>
                    <a:srgbClr val="263238"/>
                  </a:solidFill>
                  <a:latin typeface="Arial" panose="020B0604020202090204"/>
                  <a:ea typeface="Arial" panose="020B0604020202090204"/>
                  <a:cs typeface="Arial" panose="020B0604020202090204"/>
                </a:rPr>
                <a:t>t</a:t>
              </a:r>
              <a:endParaRPr sz="1725" b="0">
                <a:solidFill>
                  <a:srgbClr val="263238"/>
                </a:solidFill>
                <a:latin typeface="Arial" panose="020B0604020202090204"/>
                <a:ea typeface="Arial" panose="020B0604020202090204"/>
                <a:cs typeface="Arial" panose="020B0604020202090204"/>
              </a:endParaRPr>
            </a:p>
          </p:txBody>
        </p:sp>
      </p:grpSp>
      <p:grpSp>
        <p:nvGrpSpPr>
          <p:cNvPr id="465" name="topology-swaps"/>
          <p:cNvGrpSpPr/>
          <p:nvPr/>
        </p:nvGrpSpPr>
        <p:grpSpPr>
          <a:xfrm>
            <a:off x="0" y="0"/>
            <a:ext cx="24955500" cy="8572500"/>
            <a:chOff x="0" y="0"/>
            <a:chExt cx="24955500" cy="8572500"/>
          </a:xfrm>
        </p:grpSpPr>
        <p:sp>
          <p:nvSpPr>
            <p:cNvPr id="466" name="four:topology-swaps:textbox:464"/>
            <p:cNvSpPr>
              <a:spLocks noGrp="1"/>
            </p:cNvSpPr>
            <p:nvPr/>
          </p:nvSpPr>
          <p:spPr>
            <a:xfrm>
              <a:off x="3371850" y="4371975"/>
              <a:ext cx="4352925" cy="304800"/>
            </a:xfrm>
            <a:prstGeom prst="rect">
              <a:avLst/>
            </a:prstGeom>
            <a:noFill/>
            <a:ln w="0">
              <a:noFill/>
              <a:prstDash val="solid"/>
            </a:ln>
          </p:spPr>
          <p:txBody>
            <a:bodyPr wrap="none" lIns="0" tIns="0" rIns="0" bIns="0" anchor="ctr">
              <a:normAutofit/>
            </a:bodyPr>
            <a:lstStyle>
              <a:defPPr algn="l">
                <a:defRPr sz="1800" b="1">
                  <a:solidFill>
                    <a:srgbClr val="263238"/>
                  </a:solidFill>
                  <a:latin typeface="Arial" panose="020B0604020202090204"/>
                  <a:ea typeface="Arial" panose="020B0604020202090204"/>
                  <a:cs typeface="Arial" panose="020B0604020202090204"/>
                </a:defRPr>
              </a:defPPr>
            </a:lstStyle>
            <a:p>
              <a:pPr algn="l">
                <a:defRPr sz="1800" b="1">
                  <a:solidFill>
                    <a:srgbClr val="263238"/>
                  </a:solidFill>
                  <a:latin typeface="Arial" panose="020B0604020202090204"/>
                  <a:ea typeface="Arial" panose="020B0604020202090204"/>
                  <a:cs typeface="Arial" panose="020B0604020202090204"/>
                </a:defRPr>
              </a:pPr>
              <a:r>
                <a:rPr sz="1800" b="1">
                  <a:solidFill>
                    <a:srgbClr val="263238"/>
                  </a:solidFill>
                  <a:latin typeface="Arial" panose="020B0604020202090204"/>
                  <a:ea typeface="Arial" panose="020B0604020202090204"/>
                  <a:cs typeface="Arial" panose="020B0604020202090204"/>
                </a:rPr>
                <a:t>Topology-preserving reordering</a:t>
              </a:r>
              <a:endParaRPr sz="1800" b="1">
                <a:solidFill>
                  <a:srgbClr val="263238"/>
                </a:solidFill>
                <a:latin typeface="Arial" panose="020B0604020202090204"/>
                <a:ea typeface="Arial" panose="020B0604020202090204"/>
                <a:cs typeface="Arial" panose="020B0604020202090204"/>
              </a:endParaRPr>
            </a:p>
          </p:txBody>
        </p:sp>
        <p:sp>
          <p:nvSpPr>
            <p:cNvPr id="467" name="four:topology-swaps:textbox:465"/>
            <p:cNvSpPr>
              <a:spLocks noGrp="1"/>
            </p:cNvSpPr>
            <p:nvPr/>
          </p:nvSpPr>
          <p:spPr>
            <a:xfrm>
              <a:off x="3352800" y="4724400"/>
              <a:ext cx="1876425" cy="257175"/>
            </a:xfrm>
            <a:prstGeom prst="rect">
              <a:avLst/>
            </a:prstGeom>
            <a:noFill/>
            <a:ln w="0">
              <a:noFill/>
              <a:prstDash val="solid"/>
            </a:ln>
          </p:spPr>
          <p:txBody>
            <a:bodyPr wrap="none" lIns="0" tIns="0" rIns="0" bIns="0" anchor="ctr">
              <a:normAutofit/>
            </a:bodyPr>
            <a:lstStyle>
              <a:defPPr algn="ctr">
                <a:defRPr sz="1575" b="0">
                  <a:solidFill>
                    <a:srgbClr val="7B8790"/>
                  </a:solidFill>
                  <a:latin typeface="Arial" panose="020B0604020202090204"/>
                  <a:ea typeface="Arial" panose="020B0604020202090204"/>
                  <a:cs typeface="Arial" panose="020B0604020202090204"/>
                </a:defRPr>
              </a:defPPr>
            </a:lstStyle>
            <a:p>
              <a:pPr algn="ctr">
                <a:defRPr sz="1575" b="0">
                  <a:solidFill>
                    <a:srgbClr val="7B8790"/>
                  </a:solidFill>
                  <a:latin typeface="Arial" panose="020B0604020202090204"/>
                  <a:ea typeface="Arial" panose="020B0604020202090204"/>
                  <a:cs typeface="Arial" panose="020B0604020202090204"/>
                </a:defRPr>
              </a:pPr>
              <a:r>
                <a:rPr sz="1575" b="0">
                  <a:solidFill>
                    <a:srgbClr val="7B8790"/>
                  </a:solidFill>
                  <a:latin typeface="Arial" panose="020B0604020202090204"/>
                  <a:ea typeface="Arial" panose="020B0604020202090204"/>
                  <a:cs typeface="Arial" panose="020B0604020202090204"/>
                </a:rPr>
                <a:t>Initial</a:t>
              </a:r>
              <a:endParaRPr sz="1575" b="0">
                <a:solidFill>
                  <a:srgbClr val="7B8790"/>
                </a:solidFill>
                <a:latin typeface="Arial" panose="020B0604020202090204"/>
                <a:ea typeface="Arial" panose="020B0604020202090204"/>
                <a:cs typeface="Arial" panose="020B0604020202090204"/>
              </a:endParaRPr>
            </a:p>
          </p:txBody>
        </p:sp>
        <p:sp>
          <p:nvSpPr>
            <p:cNvPr id="468" name="four:topology-swaps:textbox:466"/>
            <p:cNvSpPr>
              <a:spLocks noGrp="1"/>
            </p:cNvSpPr>
            <p:nvPr/>
          </p:nvSpPr>
          <p:spPr>
            <a:xfrm>
              <a:off x="5915025" y="4724400"/>
              <a:ext cx="1876425" cy="257175"/>
            </a:xfrm>
            <a:prstGeom prst="rect">
              <a:avLst/>
            </a:prstGeom>
            <a:noFill/>
            <a:ln w="0">
              <a:noFill/>
              <a:prstDash val="solid"/>
            </a:ln>
          </p:spPr>
          <p:txBody>
            <a:bodyPr wrap="none" lIns="0" tIns="0" rIns="0" bIns="0" anchor="ctr">
              <a:normAutofit/>
            </a:bodyPr>
            <a:lstStyle>
              <a:defPPr algn="ctr">
                <a:defRPr sz="1575" b="0">
                  <a:solidFill>
                    <a:srgbClr val="7B8790"/>
                  </a:solidFill>
                  <a:latin typeface="Arial" panose="020B0604020202090204"/>
                  <a:ea typeface="Arial" panose="020B0604020202090204"/>
                  <a:cs typeface="Arial" panose="020B0604020202090204"/>
                </a:defRPr>
              </a:defPPr>
            </a:lstStyle>
            <a:p>
              <a:pPr algn="ctr">
                <a:defRPr sz="1575" b="0">
                  <a:solidFill>
                    <a:srgbClr val="7B8790"/>
                  </a:solidFill>
                  <a:latin typeface="Arial" panose="020B0604020202090204"/>
                  <a:ea typeface="Arial" panose="020B0604020202090204"/>
                  <a:cs typeface="Arial" panose="020B0604020202090204"/>
                </a:defRPr>
              </a:pPr>
              <a:r>
                <a:rPr sz="1575" b="0">
                  <a:solidFill>
                    <a:srgbClr val="7B8790"/>
                  </a:solidFill>
                  <a:latin typeface="Arial" panose="020B0604020202090204"/>
                  <a:ea typeface="Arial" panose="020B0604020202090204"/>
                  <a:cs typeface="Arial" panose="020B0604020202090204"/>
                </a:rPr>
                <a:t>Best under T</a:t>
              </a:r>
              <a:endParaRPr sz="1575" b="0">
                <a:solidFill>
                  <a:srgbClr val="7B8790"/>
                </a:solidFill>
                <a:latin typeface="Arial" panose="020B0604020202090204"/>
                <a:ea typeface="Arial" panose="020B0604020202090204"/>
                <a:cs typeface="Arial" panose="020B0604020202090204"/>
              </a:endParaRPr>
            </a:p>
          </p:txBody>
        </p:sp>
        <p:sp>
          <p:nvSpPr>
            <p:cNvPr id="469" name="four:topology-swaps:line:467"/>
            <p:cNvSpPr>
              <a:spLocks noGrp="1"/>
            </p:cNvSpPr>
            <p:nvPr/>
          </p:nvSpPr>
          <p:spPr>
            <a:xfrm>
              <a:off x="4373880" y="5086350"/>
              <a:ext cx="953" cy="282892"/>
            </a:xfrm>
            <a:custGeom>
              <a:avLst/>
              <a:gdLst/>
              <a:ahLst/>
              <a:cxnLst/>
              <a:pathLst>
                <a:path w="953" h="282892">
                  <a:moveTo>
                    <a:pt x="0" y="58424"/>
                  </a:moveTo>
                  <a:lnTo>
                    <a:pt x="0" y="224469"/>
                  </a:lnTo>
                </a:path>
              </a:pathLst>
            </a:custGeom>
            <a:noFill/>
            <a:ln w="10478">
              <a:solidFill>
                <a:srgbClr val="263238"/>
              </a:solidFill>
              <a:prstDash val="solid"/>
            </a:ln>
          </p:spPr>
        </p:sp>
        <p:sp>
          <p:nvSpPr>
            <p:cNvPr id="470" name="four:topology-swaps:regular-node:468"/>
            <p:cNvSpPr>
              <a:spLocks noGrp="1"/>
            </p:cNvSpPr>
            <p:nvPr/>
          </p:nvSpPr>
          <p:spPr>
            <a:xfrm>
              <a:off x="4356135" y="5174240"/>
              <a:ext cx="35490" cy="35490"/>
            </a:xfrm>
            <a:prstGeom prst="ellipse">
              <a:avLst/>
            </a:prstGeom>
            <a:solidFill>
              <a:srgbClr val="DCE8ED"/>
            </a:solidFill>
            <a:ln w="6668">
              <a:solidFill>
                <a:srgbClr val="263238"/>
              </a:solidFill>
              <a:prstDash val="solid"/>
            </a:ln>
          </p:spPr>
        </p:sp>
        <p:sp>
          <p:nvSpPr>
            <p:cNvPr id="471" name="four:topology-swaps:regular-node:469"/>
            <p:cNvSpPr>
              <a:spLocks noGrp="1"/>
            </p:cNvSpPr>
            <p:nvPr/>
          </p:nvSpPr>
          <p:spPr>
            <a:xfrm>
              <a:off x="4356135" y="5245863"/>
              <a:ext cx="35490" cy="35490"/>
            </a:xfrm>
            <a:prstGeom prst="ellipse">
              <a:avLst/>
            </a:prstGeom>
            <a:solidFill>
              <a:srgbClr val="DCE8ED"/>
            </a:solidFill>
            <a:ln w="6668">
              <a:solidFill>
                <a:srgbClr val="263238"/>
              </a:solidFill>
              <a:prstDash val="solid"/>
            </a:ln>
          </p:spPr>
        </p:sp>
        <p:sp>
          <p:nvSpPr>
            <p:cNvPr id="472" name="four:topology-swaps:critical-node:470"/>
            <p:cNvSpPr>
              <a:spLocks noGrp="1"/>
            </p:cNvSpPr>
            <p:nvPr/>
          </p:nvSpPr>
          <p:spPr>
            <a:xfrm>
              <a:off x="4322124" y="5034594"/>
              <a:ext cx="103513" cy="103513"/>
            </a:xfrm>
            <a:prstGeom prst="diamond">
              <a:avLst/>
            </a:prstGeom>
            <a:solidFill>
              <a:srgbClr val="DCE8ED"/>
            </a:solidFill>
            <a:ln w="10478">
              <a:solidFill>
                <a:srgbClr val="263238"/>
              </a:solidFill>
              <a:prstDash val="solid"/>
            </a:ln>
          </p:spPr>
        </p:sp>
        <p:sp>
          <p:nvSpPr>
            <p:cNvPr id="473" name="four:topology-swaps:critical-node:471"/>
            <p:cNvSpPr>
              <a:spLocks noGrp="1"/>
            </p:cNvSpPr>
            <p:nvPr/>
          </p:nvSpPr>
          <p:spPr>
            <a:xfrm>
              <a:off x="4322124" y="5317486"/>
              <a:ext cx="103513" cy="103513"/>
            </a:xfrm>
            <a:prstGeom prst="diamond">
              <a:avLst/>
            </a:prstGeom>
            <a:solidFill>
              <a:srgbClr val="DCE8ED"/>
            </a:solidFill>
            <a:ln w="10478">
              <a:solidFill>
                <a:srgbClr val="263238"/>
              </a:solidFill>
              <a:prstDash val="solid"/>
            </a:ln>
          </p:spPr>
        </p:sp>
        <p:sp>
          <p:nvSpPr>
            <p:cNvPr id="474" name="four:topology-swaps:line:472"/>
            <p:cNvSpPr>
              <a:spLocks noGrp="1"/>
            </p:cNvSpPr>
            <p:nvPr/>
          </p:nvSpPr>
          <p:spPr>
            <a:xfrm>
              <a:off x="3870960" y="5369243"/>
              <a:ext cx="1005840" cy="953"/>
            </a:xfrm>
            <a:custGeom>
              <a:avLst/>
              <a:gdLst/>
              <a:ahLst/>
              <a:cxnLst/>
              <a:pathLst>
                <a:path w="1005840" h="953">
                  <a:moveTo>
                    <a:pt x="0" y="0"/>
                  </a:moveTo>
                  <a:lnTo>
                    <a:pt x="444496" y="0"/>
                  </a:lnTo>
                  <a:moveTo>
                    <a:pt x="561344" y="0"/>
                  </a:moveTo>
                  <a:lnTo>
                    <a:pt x="1005840" y="0"/>
                  </a:lnTo>
                </a:path>
              </a:pathLst>
            </a:custGeom>
            <a:noFill/>
            <a:ln w="10478">
              <a:solidFill>
                <a:srgbClr val="263238"/>
              </a:solidFill>
              <a:prstDash val="solid"/>
            </a:ln>
          </p:spPr>
        </p:sp>
        <p:sp>
          <p:nvSpPr>
            <p:cNvPr id="475" name="four:topology-swaps:line:473"/>
            <p:cNvSpPr>
              <a:spLocks noGrp="1"/>
            </p:cNvSpPr>
            <p:nvPr/>
          </p:nvSpPr>
          <p:spPr>
            <a:xfrm>
              <a:off x="3870960" y="5369243"/>
              <a:ext cx="953" cy="308610"/>
            </a:xfrm>
            <a:custGeom>
              <a:avLst/>
              <a:gdLst/>
              <a:ahLst/>
              <a:cxnLst/>
              <a:pathLst>
                <a:path w="953" h="308610">
                  <a:moveTo>
                    <a:pt x="0" y="0"/>
                  </a:moveTo>
                  <a:lnTo>
                    <a:pt x="0" y="228005"/>
                  </a:lnTo>
                </a:path>
              </a:pathLst>
            </a:custGeom>
            <a:noFill/>
            <a:ln w="10478">
              <a:solidFill>
                <a:srgbClr val="263238"/>
              </a:solidFill>
              <a:prstDash val="solid"/>
            </a:ln>
          </p:spPr>
        </p:sp>
        <p:sp>
          <p:nvSpPr>
            <p:cNvPr id="476" name="four:topology-swaps:regular-node:474"/>
            <p:cNvSpPr>
              <a:spLocks noGrp="1"/>
            </p:cNvSpPr>
            <p:nvPr/>
          </p:nvSpPr>
          <p:spPr>
            <a:xfrm>
              <a:off x="3845821" y="5461440"/>
              <a:ext cx="50278" cy="50278"/>
            </a:xfrm>
            <a:prstGeom prst="ellipse">
              <a:avLst/>
            </a:prstGeom>
            <a:solidFill>
              <a:srgbClr val="D4B4CC"/>
            </a:solidFill>
            <a:ln w="6668">
              <a:solidFill>
                <a:srgbClr val="263238"/>
              </a:solidFill>
              <a:prstDash val="solid"/>
            </a:ln>
          </p:spPr>
        </p:sp>
        <p:sp>
          <p:nvSpPr>
            <p:cNvPr id="477" name="four:topology-swaps:line:475"/>
            <p:cNvSpPr>
              <a:spLocks noGrp="1"/>
            </p:cNvSpPr>
            <p:nvPr/>
          </p:nvSpPr>
          <p:spPr>
            <a:xfrm>
              <a:off x="4876800" y="5369243"/>
              <a:ext cx="953" cy="745808"/>
            </a:xfrm>
            <a:custGeom>
              <a:avLst/>
              <a:gdLst/>
              <a:ahLst/>
              <a:cxnLst/>
              <a:pathLst>
                <a:path w="953" h="745808">
                  <a:moveTo>
                    <a:pt x="0" y="0"/>
                  </a:moveTo>
                  <a:lnTo>
                    <a:pt x="0" y="665202"/>
                  </a:lnTo>
                </a:path>
              </a:pathLst>
            </a:custGeom>
            <a:noFill/>
            <a:ln w="10478">
              <a:solidFill>
                <a:srgbClr val="263238"/>
              </a:solidFill>
              <a:prstDash val="solid"/>
            </a:ln>
          </p:spPr>
        </p:sp>
        <p:sp>
          <p:nvSpPr>
            <p:cNvPr id="478" name="four:topology-swaps:regular-node:476"/>
            <p:cNvSpPr>
              <a:spLocks noGrp="1"/>
            </p:cNvSpPr>
            <p:nvPr/>
          </p:nvSpPr>
          <p:spPr>
            <a:xfrm>
              <a:off x="4851661" y="5559681"/>
              <a:ext cx="50278" cy="50278"/>
            </a:xfrm>
            <a:prstGeom prst="ellipse">
              <a:avLst/>
            </a:prstGeom>
            <a:solidFill>
              <a:srgbClr val="81C9BA"/>
            </a:solidFill>
            <a:ln w="6668">
              <a:solidFill>
                <a:srgbClr val="263238"/>
              </a:solidFill>
              <a:prstDash val="solid"/>
            </a:ln>
          </p:spPr>
        </p:sp>
        <p:sp>
          <p:nvSpPr>
            <p:cNvPr id="479" name="four:topology-swaps:regular-node:477"/>
            <p:cNvSpPr>
              <a:spLocks noGrp="1"/>
            </p:cNvSpPr>
            <p:nvPr/>
          </p:nvSpPr>
          <p:spPr>
            <a:xfrm>
              <a:off x="4851661" y="5800396"/>
              <a:ext cx="50278" cy="50278"/>
            </a:xfrm>
            <a:prstGeom prst="ellipse">
              <a:avLst/>
            </a:prstGeom>
            <a:solidFill>
              <a:srgbClr val="81C9BA"/>
            </a:solidFill>
            <a:ln w="6668">
              <a:solidFill>
                <a:srgbClr val="263238"/>
              </a:solidFill>
              <a:prstDash val="solid"/>
            </a:ln>
          </p:spPr>
        </p:sp>
        <p:sp>
          <p:nvSpPr>
            <p:cNvPr id="480" name="four:topology-swaps:critical-node:478"/>
            <p:cNvSpPr>
              <a:spLocks noGrp="1"/>
            </p:cNvSpPr>
            <p:nvPr/>
          </p:nvSpPr>
          <p:spPr>
            <a:xfrm>
              <a:off x="3797022" y="5603915"/>
              <a:ext cx="147876" cy="147876"/>
            </a:xfrm>
            <a:prstGeom prst="diamond">
              <a:avLst/>
            </a:prstGeom>
            <a:solidFill>
              <a:srgbClr val="D4B4CC"/>
            </a:solidFill>
            <a:ln w="10478">
              <a:solidFill>
                <a:srgbClr val="263238"/>
              </a:solidFill>
              <a:prstDash val="solid"/>
            </a:ln>
          </p:spPr>
        </p:sp>
        <p:sp>
          <p:nvSpPr>
            <p:cNvPr id="481" name="four:topology-swaps:critical-node:479"/>
            <p:cNvSpPr>
              <a:spLocks noGrp="1"/>
            </p:cNvSpPr>
            <p:nvPr/>
          </p:nvSpPr>
          <p:spPr>
            <a:xfrm>
              <a:off x="4802862" y="6041112"/>
              <a:ext cx="147876" cy="147876"/>
            </a:xfrm>
            <a:prstGeom prst="diamond">
              <a:avLst/>
            </a:prstGeom>
            <a:solidFill>
              <a:srgbClr val="81C9BA"/>
            </a:solidFill>
            <a:ln w="10478">
              <a:solidFill>
                <a:srgbClr val="263238"/>
              </a:solidFill>
              <a:prstDash val="solid"/>
            </a:ln>
          </p:spPr>
        </p:sp>
        <p:sp>
          <p:nvSpPr>
            <p:cNvPr id="482" name="four:topology-swaps:line:480"/>
            <p:cNvSpPr>
              <a:spLocks noGrp="1"/>
            </p:cNvSpPr>
            <p:nvPr/>
          </p:nvSpPr>
          <p:spPr>
            <a:xfrm>
              <a:off x="3619500" y="5677853"/>
              <a:ext cx="502920" cy="953"/>
            </a:xfrm>
            <a:custGeom>
              <a:avLst/>
              <a:gdLst/>
              <a:ahLst/>
              <a:cxnLst/>
              <a:pathLst>
                <a:path w="502920" h="953">
                  <a:moveTo>
                    <a:pt x="0" y="0"/>
                  </a:moveTo>
                  <a:lnTo>
                    <a:pt x="170855" y="0"/>
                  </a:lnTo>
                  <a:moveTo>
                    <a:pt x="332065" y="0"/>
                  </a:moveTo>
                  <a:lnTo>
                    <a:pt x="502920" y="0"/>
                  </a:lnTo>
                </a:path>
              </a:pathLst>
            </a:custGeom>
            <a:noFill/>
            <a:ln w="10478">
              <a:solidFill>
                <a:srgbClr val="263238"/>
              </a:solidFill>
              <a:prstDash val="solid"/>
            </a:ln>
          </p:spPr>
        </p:sp>
        <p:sp>
          <p:nvSpPr>
            <p:cNvPr id="483" name="four:topology-swaps:line:481"/>
            <p:cNvSpPr>
              <a:spLocks noGrp="1"/>
            </p:cNvSpPr>
            <p:nvPr/>
          </p:nvSpPr>
          <p:spPr>
            <a:xfrm>
              <a:off x="4625340" y="6115050"/>
              <a:ext cx="502920" cy="953"/>
            </a:xfrm>
            <a:custGeom>
              <a:avLst/>
              <a:gdLst/>
              <a:ahLst/>
              <a:cxnLst/>
              <a:pathLst>
                <a:path w="502920" h="953">
                  <a:moveTo>
                    <a:pt x="0" y="0"/>
                  </a:moveTo>
                  <a:lnTo>
                    <a:pt x="170855" y="0"/>
                  </a:lnTo>
                  <a:moveTo>
                    <a:pt x="332065" y="0"/>
                  </a:moveTo>
                  <a:lnTo>
                    <a:pt x="502920" y="0"/>
                  </a:lnTo>
                </a:path>
              </a:pathLst>
            </a:custGeom>
            <a:noFill/>
            <a:ln w="10478">
              <a:solidFill>
                <a:srgbClr val="263238"/>
              </a:solidFill>
              <a:prstDash val="solid"/>
            </a:ln>
          </p:spPr>
        </p:sp>
        <p:sp>
          <p:nvSpPr>
            <p:cNvPr id="484" name="four:topology-swaps:line:482"/>
            <p:cNvSpPr>
              <a:spLocks noGrp="1"/>
            </p:cNvSpPr>
            <p:nvPr/>
          </p:nvSpPr>
          <p:spPr>
            <a:xfrm>
              <a:off x="3619500" y="5677853"/>
              <a:ext cx="953" cy="694372"/>
            </a:xfrm>
            <a:custGeom>
              <a:avLst/>
              <a:gdLst/>
              <a:ahLst/>
              <a:cxnLst/>
              <a:pathLst>
                <a:path w="953" h="694372">
                  <a:moveTo>
                    <a:pt x="0" y="0"/>
                  </a:moveTo>
                  <a:lnTo>
                    <a:pt x="0" y="613767"/>
                  </a:lnTo>
                </a:path>
              </a:pathLst>
            </a:custGeom>
            <a:noFill/>
            <a:ln w="10478">
              <a:solidFill>
                <a:srgbClr val="263238"/>
              </a:solidFill>
              <a:prstDash val="solid"/>
            </a:ln>
          </p:spPr>
        </p:sp>
        <p:sp>
          <p:nvSpPr>
            <p:cNvPr id="485" name="four:topology-swaps:regular-node:483"/>
            <p:cNvSpPr>
              <a:spLocks noGrp="1"/>
            </p:cNvSpPr>
            <p:nvPr/>
          </p:nvSpPr>
          <p:spPr>
            <a:xfrm>
              <a:off x="3594361" y="5851146"/>
              <a:ext cx="50278" cy="50278"/>
            </a:xfrm>
            <a:prstGeom prst="ellipse">
              <a:avLst/>
            </a:prstGeom>
            <a:solidFill>
              <a:srgbClr val="CC79A7"/>
            </a:solidFill>
            <a:ln w="6668">
              <a:solidFill>
                <a:srgbClr val="263238"/>
              </a:solidFill>
              <a:prstDash val="solid"/>
            </a:ln>
          </p:spPr>
        </p:sp>
        <p:sp>
          <p:nvSpPr>
            <p:cNvPr id="486" name="four:topology-swaps:regular-node:484"/>
            <p:cNvSpPr>
              <a:spLocks noGrp="1"/>
            </p:cNvSpPr>
            <p:nvPr/>
          </p:nvSpPr>
          <p:spPr>
            <a:xfrm>
              <a:off x="3594361" y="6074716"/>
              <a:ext cx="50278" cy="50278"/>
            </a:xfrm>
            <a:prstGeom prst="ellipse">
              <a:avLst/>
            </a:prstGeom>
            <a:solidFill>
              <a:srgbClr val="CC79A7"/>
            </a:solidFill>
            <a:ln w="6668">
              <a:solidFill>
                <a:srgbClr val="263238"/>
              </a:solidFill>
              <a:prstDash val="solid"/>
            </a:ln>
          </p:spPr>
        </p:sp>
        <p:sp>
          <p:nvSpPr>
            <p:cNvPr id="487" name="four:topology-swaps:critical-node:485"/>
            <p:cNvSpPr>
              <a:spLocks noGrp="1"/>
            </p:cNvSpPr>
            <p:nvPr/>
          </p:nvSpPr>
          <p:spPr>
            <a:xfrm>
              <a:off x="3545562" y="6298287"/>
              <a:ext cx="147876" cy="147876"/>
            </a:xfrm>
            <a:prstGeom prst="diamond">
              <a:avLst/>
            </a:prstGeom>
            <a:solidFill>
              <a:srgbClr val="CC79A7"/>
            </a:solidFill>
            <a:ln w="10478">
              <a:solidFill>
                <a:srgbClr val="263238"/>
              </a:solidFill>
              <a:prstDash val="solid"/>
            </a:ln>
          </p:spPr>
        </p:sp>
        <p:sp>
          <p:nvSpPr>
            <p:cNvPr id="488" name="four:topology-swaps:line:486"/>
            <p:cNvSpPr>
              <a:spLocks noGrp="1"/>
            </p:cNvSpPr>
            <p:nvPr/>
          </p:nvSpPr>
          <p:spPr>
            <a:xfrm>
              <a:off x="4122420" y="5677853"/>
              <a:ext cx="953" cy="694372"/>
            </a:xfrm>
            <a:custGeom>
              <a:avLst/>
              <a:gdLst/>
              <a:ahLst/>
              <a:cxnLst/>
              <a:pathLst>
                <a:path w="953" h="694372">
                  <a:moveTo>
                    <a:pt x="0" y="0"/>
                  </a:moveTo>
                  <a:lnTo>
                    <a:pt x="0" y="613767"/>
                  </a:lnTo>
                </a:path>
              </a:pathLst>
            </a:custGeom>
            <a:noFill/>
            <a:ln w="10478">
              <a:solidFill>
                <a:srgbClr val="263238"/>
              </a:solidFill>
              <a:prstDash val="solid"/>
            </a:ln>
          </p:spPr>
        </p:sp>
        <p:sp>
          <p:nvSpPr>
            <p:cNvPr id="489" name="four:topology-swaps:regular-node:487"/>
            <p:cNvSpPr>
              <a:spLocks noGrp="1"/>
            </p:cNvSpPr>
            <p:nvPr/>
          </p:nvSpPr>
          <p:spPr>
            <a:xfrm>
              <a:off x="4097281" y="5851146"/>
              <a:ext cx="50278" cy="50278"/>
            </a:xfrm>
            <a:prstGeom prst="ellipse">
              <a:avLst/>
            </a:prstGeom>
            <a:solidFill>
              <a:srgbClr val="0072B2"/>
            </a:solidFill>
            <a:ln w="6668">
              <a:solidFill>
                <a:srgbClr val="263238"/>
              </a:solidFill>
              <a:prstDash val="solid"/>
            </a:ln>
          </p:spPr>
        </p:sp>
        <p:sp>
          <p:nvSpPr>
            <p:cNvPr id="490" name="four:topology-swaps:regular-node:488"/>
            <p:cNvSpPr>
              <a:spLocks noGrp="1"/>
            </p:cNvSpPr>
            <p:nvPr/>
          </p:nvSpPr>
          <p:spPr>
            <a:xfrm>
              <a:off x="4097281" y="6074716"/>
              <a:ext cx="50278" cy="50278"/>
            </a:xfrm>
            <a:prstGeom prst="ellipse">
              <a:avLst/>
            </a:prstGeom>
            <a:solidFill>
              <a:srgbClr val="0072B2"/>
            </a:solidFill>
            <a:ln w="6668">
              <a:solidFill>
                <a:srgbClr val="263238"/>
              </a:solidFill>
              <a:prstDash val="solid"/>
            </a:ln>
          </p:spPr>
        </p:sp>
        <p:sp>
          <p:nvSpPr>
            <p:cNvPr id="491" name="four:topology-swaps:critical-node:489"/>
            <p:cNvSpPr>
              <a:spLocks noGrp="1"/>
            </p:cNvSpPr>
            <p:nvPr/>
          </p:nvSpPr>
          <p:spPr>
            <a:xfrm>
              <a:off x="4048482" y="6298287"/>
              <a:ext cx="147876" cy="147876"/>
            </a:xfrm>
            <a:prstGeom prst="diamond">
              <a:avLst/>
            </a:prstGeom>
            <a:solidFill>
              <a:srgbClr val="0072B2"/>
            </a:solidFill>
            <a:ln w="10478">
              <a:solidFill>
                <a:srgbClr val="263238"/>
              </a:solidFill>
              <a:prstDash val="solid"/>
            </a:ln>
          </p:spPr>
        </p:sp>
        <p:sp>
          <p:nvSpPr>
            <p:cNvPr id="492" name="four:topology-swaps:line:490"/>
            <p:cNvSpPr>
              <a:spLocks noGrp="1"/>
            </p:cNvSpPr>
            <p:nvPr/>
          </p:nvSpPr>
          <p:spPr>
            <a:xfrm>
              <a:off x="4625340" y="6115050"/>
              <a:ext cx="953" cy="257175"/>
            </a:xfrm>
            <a:custGeom>
              <a:avLst/>
              <a:gdLst/>
              <a:ahLst/>
              <a:cxnLst/>
              <a:pathLst>
                <a:path w="953" h="257175">
                  <a:moveTo>
                    <a:pt x="0" y="0"/>
                  </a:moveTo>
                  <a:lnTo>
                    <a:pt x="0" y="176570"/>
                  </a:lnTo>
                </a:path>
              </a:pathLst>
            </a:custGeom>
            <a:noFill/>
            <a:ln w="10478">
              <a:solidFill>
                <a:srgbClr val="263238"/>
              </a:solidFill>
              <a:prstDash val="solid"/>
            </a:ln>
          </p:spPr>
        </p:sp>
        <p:sp>
          <p:nvSpPr>
            <p:cNvPr id="493" name="four:topology-swaps:regular-node:491"/>
            <p:cNvSpPr>
              <a:spLocks noGrp="1"/>
            </p:cNvSpPr>
            <p:nvPr/>
          </p:nvSpPr>
          <p:spPr>
            <a:xfrm>
              <a:off x="4600201" y="6181530"/>
              <a:ext cx="50278" cy="50278"/>
            </a:xfrm>
            <a:prstGeom prst="ellipse">
              <a:avLst/>
            </a:prstGeom>
            <a:solidFill>
              <a:srgbClr val="009E73"/>
            </a:solidFill>
            <a:ln w="6668">
              <a:solidFill>
                <a:srgbClr val="263238"/>
              </a:solidFill>
              <a:prstDash val="solid"/>
            </a:ln>
          </p:spPr>
        </p:sp>
        <p:sp>
          <p:nvSpPr>
            <p:cNvPr id="494" name="four:topology-swaps:critical-node:492"/>
            <p:cNvSpPr>
              <a:spLocks noGrp="1"/>
            </p:cNvSpPr>
            <p:nvPr/>
          </p:nvSpPr>
          <p:spPr>
            <a:xfrm>
              <a:off x="4551402" y="6298287"/>
              <a:ext cx="147876" cy="147876"/>
            </a:xfrm>
            <a:prstGeom prst="diamond">
              <a:avLst/>
            </a:prstGeom>
            <a:solidFill>
              <a:srgbClr val="009E73"/>
            </a:solidFill>
            <a:ln w="10478">
              <a:solidFill>
                <a:srgbClr val="263238"/>
              </a:solidFill>
              <a:prstDash val="solid"/>
            </a:ln>
          </p:spPr>
        </p:sp>
        <p:sp>
          <p:nvSpPr>
            <p:cNvPr id="495" name="four:topology-swaps:line:493"/>
            <p:cNvSpPr>
              <a:spLocks noGrp="1"/>
            </p:cNvSpPr>
            <p:nvPr/>
          </p:nvSpPr>
          <p:spPr>
            <a:xfrm>
              <a:off x="5128260" y="6115050"/>
              <a:ext cx="953" cy="257175"/>
            </a:xfrm>
            <a:custGeom>
              <a:avLst/>
              <a:gdLst/>
              <a:ahLst/>
              <a:cxnLst/>
              <a:pathLst>
                <a:path w="953" h="257175">
                  <a:moveTo>
                    <a:pt x="0" y="0"/>
                  </a:moveTo>
                  <a:lnTo>
                    <a:pt x="0" y="176570"/>
                  </a:lnTo>
                </a:path>
              </a:pathLst>
            </a:custGeom>
            <a:noFill/>
            <a:ln w="10478">
              <a:solidFill>
                <a:srgbClr val="263238"/>
              </a:solidFill>
              <a:prstDash val="solid"/>
            </a:ln>
          </p:spPr>
        </p:sp>
        <p:sp>
          <p:nvSpPr>
            <p:cNvPr id="496" name="four:topology-swaps:regular-node:494"/>
            <p:cNvSpPr>
              <a:spLocks noGrp="1"/>
            </p:cNvSpPr>
            <p:nvPr/>
          </p:nvSpPr>
          <p:spPr>
            <a:xfrm>
              <a:off x="5103121" y="6181530"/>
              <a:ext cx="50278" cy="50278"/>
            </a:xfrm>
            <a:prstGeom prst="ellipse">
              <a:avLst/>
            </a:prstGeom>
            <a:solidFill>
              <a:srgbClr val="D55E00"/>
            </a:solidFill>
            <a:ln w="6668">
              <a:solidFill>
                <a:srgbClr val="263238"/>
              </a:solidFill>
              <a:prstDash val="solid"/>
            </a:ln>
          </p:spPr>
        </p:sp>
        <p:sp>
          <p:nvSpPr>
            <p:cNvPr id="497" name="four:topology-swaps:critical-node:495"/>
            <p:cNvSpPr>
              <a:spLocks noGrp="1"/>
            </p:cNvSpPr>
            <p:nvPr/>
          </p:nvSpPr>
          <p:spPr>
            <a:xfrm>
              <a:off x="5054322" y="6298287"/>
              <a:ext cx="147876" cy="147876"/>
            </a:xfrm>
            <a:prstGeom prst="diamond">
              <a:avLst/>
            </a:prstGeom>
            <a:solidFill>
              <a:srgbClr val="D55E00"/>
            </a:solidFill>
            <a:ln w="10478">
              <a:solidFill>
                <a:srgbClr val="263238"/>
              </a:solidFill>
              <a:prstDash val="solid"/>
            </a:ln>
          </p:spPr>
        </p:sp>
        <p:sp>
          <p:nvSpPr>
            <p:cNvPr id="498" name="four:topology-swaps:line:496"/>
            <p:cNvSpPr>
              <a:spLocks noGrp="1"/>
            </p:cNvSpPr>
            <p:nvPr/>
          </p:nvSpPr>
          <p:spPr>
            <a:xfrm>
              <a:off x="6821805" y="5086350"/>
              <a:ext cx="953" cy="282892"/>
            </a:xfrm>
            <a:custGeom>
              <a:avLst/>
              <a:gdLst/>
              <a:ahLst/>
              <a:cxnLst/>
              <a:pathLst>
                <a:path w="953" h="282892">
                  <a:moveTo>
                    <a:pt x="0" y="58424"/>
                  </a:moveTo>
                  <a:lnTo>
                    <a:pt x="0" y="224469"/>
                  </a:lnTo>
                </a:path>
              </a:pathLst>
            </a:custGeom>
            <a:noFill/>
            <a:ln w="10478">
              <a:solidFill>
                <a:srgbClr val="263238"/>
              </a:solidFill>
              <a:prstDash val="solid"/>
            </a:ln>
          </p:spPr>
        </p:sp>
        <p:sp>
          <p:nvSpPr>
            <p:cNvPr id="499" name="four:topology-swaps:regular-node:497"/>
            <p:cNvSpPr>
              <a:spLocks noGrp="1"/>
            </p:cNvSpPr>
            <p:nvPr/>
          </p:nvSpPr>
          <p:spPr>
            <a:xfrm>
              <a:off x="6804060" y="5174240"/>
              <a:ext cx="35490" cy="35490"/>
            </a:xfrm>
            <a:prstGeom prst="ellipse">
              <a:avLst/>
            </a:prstGeom>
            <a:solidFill>
              <a:srgbClr val="DCE8ED"/>
            </a:solidFill>
            <a:ln w="6668">
              <a:solidFill>
                <a:srgbClr val="263238"/>
              </a:solidFill>
              <a:prstDash val="solid"/>
            </a:ln>
          </p:spPr>
        </p:sp>
        <p:sp>
          <p:nvSpPr>
            <p:cNvPr id="500" name="four:topology-swaps:regular-node:498"/>
            <p:cNvSpPr>
              <a:spLocks noGrp="1"/>
            </p:cNvSpPr>
            <p:nvPr/>
          </p:nvSpPr>
          <p:spPr>
            <a:xfrm>
              <a:off x="6804060" y="5245863"/>
              <a:ext cx="35490" cy="35490"/>
            </a:xfrm>
            <a:prstGeom prst="ellipse">
              <a:avLst/>
            </a:prstGeom>
            <a:solidFill>
              <a:srgbClr val="DCE8ED"/>
            </a:solidFill>
            <a:ln w="6668">
              <a:solidFill>
                <a:srgbClr val="263238"/>
              </a:solidFill>
              <a:prstDash val="solid"/>
            </a:ln>
          </p:spPr>
        </p:sp>
        <p:sp>
          <p:nvSpPr>
            <p:cNvPr id="501" name="four:topology-swaps:critical-node:499"/>
            <p:cNvSpPr>
              <a:spLocks noGrp="1"/>
            </p:cNvSpPr>
            <p:nvPr/>
          </p:nvSpPr>
          <p:spPr>
            <a:xfrm>
              <a:off x="6770049" y="5034594"/>
              <a:ext cx="103513" cy="103513"/>
            </a:xfrm>
            <a:prstGeom prst="diamond">
              <a:avLst/>
            </a:prstGeom>
            <a:solidFill>
              <a:srgbClr val="DCE8ED"/>
            </a:solidFill>
            <a:ln w="10478">
              <a:solidFill>
                <a:srgbClr val="263238"/>
              </a:solidFill>
              <a:prstDash val="solid"/>
            </a:ln>
          </p:spPr>
        </p:sp>
        <p:sp>
          <p:nvSpPr>
            <p:cNvPr id="502" name="four:topology-swaps:critical-node:500"/>
            <p:cNvSpPr>
              <a:spLocks noGrp="1"/>
            </p:cNvSpPr>
            <p:nvPr/>
          </p:nvSpPr>
          <p:spPr>
            <a:xfrm>
              <a:off x="6770049" y="5317486"/>
              <a:ext cx="103513" cy="103513"/>
            </a:xfrm>
            <a:prstGeom prst="diamond">
              <a:avLst/>
            </a:prstGeom>
            <a:solidFill>
              <a:srgbClr val="DCE8ED"/>
            </a:solidFill>
            <a:ln w="10478">
              <a:solidFill>
                <a:srgbClr val="263238"/>
              </a:solidFill>
              <a:prstDash val="solid"/>
            </a:ln>
          </p:spPr>
        </p:sp>
        <p:sp>
          <p:nvSpPr>
            <p:cNvPr id="503" name="four:topology-swaps:line:501"/>
            <p:cNvSpPr>
              <a:spLocks noGrp="1"/>
            </p:cNvSpPr>
            <p:nvPr/>
          </p:nvSpPr>
          <p:spPr>
            <a:xfrm>
              <a:off x="6318885" y="5369243"/>
              <a:ext cx="1005840" cy="953"/>
            </a:xfrm>
            <a:custGeom>
              <a:avLst/>
              <a:gdLst/>
              <a:ahLst/>
              <a:cxnLst/>
              <a:pathLst>
                <a:path w="1005840" h="953">
                  <a:moveTo>
                    <a:pt x="0" y="0"/>
                  </a:moveTo>
                  <a:lnTo>
                    <a:pt x="444496" y="0"/>
                  </a:lnTo>
                  <a:moveTo>
                    <a:pt x="561344" y="0"/>
                  </a:moveTo>
                  <a:lnTo>
                    <a:pt x="1005840" y="0"/>
                  </a:lnTo>
                </a:path>
              </a:pathLst>
            </a:custGeom>
            <a:noFill/>
            <a:ln w="10478">
              <a:solidFill>
                <a:srgbClr val="263238"/>
              </a:solidFill>
              <a:prstDash val="solid"/>
            </a:ln>
          </p:spPr>
        </p:sp>
        <p:sp>
          <p:nvSpPr>
            <p:cNvPr id="504" name="four:topology-swaps:line:502"/>
            <p:cNvSpPr>
              <a:spLocks noGrp="1"/>
            </p:cNvSpPr>
            <p:nvPr/>
          </p:nvSpPr>
          <p:spPr>
            <a:xfrm>
              <a:off x="6318885" y="5369243"/>
              <a:ext cx="953" cy="308610"/>
            </a:xfrm>
            <a:custGeom>
              <a:avLst/>
              <a:gdLst/>
              <a:ahLst/>
              <a:cxnLst/>
              <a:pathLst>
                <a:path w="953" h="308610">
                  <a:moveTo>
                    <a:pt x="0" y="0"/>
                  </a:moveTo>
                  <a:lnTo>
                    <a:pt x="0" y="228005"/>
                  </a:lnTo>
                </a:path>
              </a:pathLst>
            </a:custGeom>
            <a:noFill/>
            <a:ln w="10478">
              <a:solidFill>
                <a:srgbClr val="263238"/>
              </a:solidFill>
              <a:prstDash val="solid"/>
            </a:ln>
          </p:spPr>
        </p:sp>
        <p:sp>
          <p:nvSpPr>
            <p:cNvPr id="505" name="four:topology-swaps:regular-node:503"/>
            <p:cNvSpPr>
              <a:spLocks noGrp="1"/>
            </p:cNvSpPr>
            <p:nvPr/>
          </p:nvSpPr>
          <p:spPr>
            <a:xfrm>
              <a:off x="6293746" y="5461440"/>
              <a:ext cx="50278" cy="50278"/>
            </a:xfrm>
            <a:prstGeom prst="ellipse">
              <a:avLst/>
            </a:prstGeom>
            <a:solidFill>
              <a:srgbClr val="D4B4CC"/>
            </a:solidFill>
            <a:ln w="6668">
              <a:solidFill>
                <a:srgbClr val="263238"/>
              </a:solidFill>
              <a:prstDash val="solid"/>
            </a:ln>
          </p:spPr>
        </p:sp>
        <p:sp>
          <p:nvSpPr>
            <p:cNvPr id="506" name="four:topology-swaps:line:504"/>
            <p:cNvSpPr>
              <a:spLocks noGrp="1"/>
            </p:cNvSpPr>
            <p:nvPr/>
          </p:nvSpPr>
          <p:spPr>
            <a:xfrm>
              <a:off x="7324725" y="5369243"/>
              <a:ext cx="953" cy="745808"/>
            </a:xfrm>
            <a:custGeom>
              <a:avLst/>
              <a:gdLst/>
              <a:ahLst/>
              <a:cxnLst/>
              <a:pathLst>
                <a:path w="953" h="745808">
                  <a:moveTo>
                    <a:pt x="0" y="0"/>
                  </a:moveTo>
                  <a:lnTo>
                    <a:pt x="0" y="665202"/>
                  </a:lnTo>
                </a:path>
              </a:pathLst>
            </a:custGeom>
            <a:noFill/>
            <a:ln w="10478">
              <a:solidFill>
                <a:srgbClr val="263238"/>
              </a:solidFill>
              <a:prstDash val="solid"/>
            </a:ln>
          </p:spPr>
        </p:sp>
        <p:sp>
          <p:nvSpPr>
            <p:cNvPr id="507" name="four:topology-swaps:regular-node:505"/>
            <p:cNvSpPr>
              <a:spLocks noGrp="1"/>
            </p:cNvSpPr>
            <p:nvPr/>
          </p:nvSpPr>
          <p:spPr>
            <a:xfrm>
              <a:off x="7299586" y="5559681"/>
              <a:ext cx="50278" cy="50278"/>
            </a:xfrm>
            <a:prstGeom prst="ellipse">
              <a:avLst/>
            </a:prstGeom>
            <a:solidFill>
              <a:srgbClr val="81C9BA"/>
            </a:solidFill>
            <a:ln w="6668">
              <a:solidFill>
                <a:srgbClr val="263238"/>
              </a:solidFill>
              <a:prstDash val="solid"/>
            </a:ln>
          </p:spPr>
        </p:sp>
        <p:sp>
          <p:nvSpPr>
            <p:cNvPr id="508" name="four:topology-swaps:regular-node:506"/>
            <p:cNvSpPr>
              <a:spLocks noGrp="1"/>
            </p:cNvSpPr>
            <p:nvPr/>
          </p:nvSpPr>
          <p:spPr>
            <a:xfrm>
              <a:off x="7299586" y="5800396"/>
              <a:ext cx="50278" cy="50278"/>
            </a:xfrm>
            <a:prstGeom prst="ellipse">
              <a:avLst/>
            </a:prstGeom>
            <a:solidFill>
              <a:srgbClr val="81C9BA"/>
            </a:solidFill>
            <a:ln w="6668">
              <a:solidFill>
                <a:srgbClr val="263238"/>
              </a:solidFill>
              <a:prstDash val="solid"/>
            </a:ln>
          </p:spPr>
        </p:sp>
        <p:sp>
          <p:nvSpPr>
            <p:cNvPr id="509" name="four:topology-swaps:critical-node:507"/>
            <p:cNvSpPr>
              <a:spLocks noGrp="1"/>
            </p:cNvSpPr>
            <p:nvPr/>
          </p:nvSpPr>
          <p:spPr>
            <a:xfrm>
              <a:off x="6244947" y="5603915"/>
              <a:ext cx="147876" cy="147876"/>
            </a:xfrm>
            <a:prstGeom prst="diamond">
              <a:avLst/>
            </a:prstGeom>
            <a:solidFill>
              <a:srgbClr val="D4B4CC"/>
            </a:solidFill>
            <a:ln w="10478">
              <a:solidFill>
                <a:srgbClr val="263238"/>
              </a:solidFill>
              <a:prstDash val="solid"/>
            </a:ln>
          </p:spPr>
        </p:sp>
        <p:sp>
          <p:nvSpPr>
            <p:cNvPr id="510" name="four:topology-swaps:critical-node:508"/>
            <p:cNvSpPr>
              <a:spLocks noGrp="1"/>
            </p:cNvSpPr>
            <p:nvPr/>
          </p:nvSpPr>
          <p:spPr>
            <a:xfrm>
              <a:off x="7250787" y="6041112"/>
              <a:ext cx="147876" cy="147876"/>
            </a:xfrm>
            <a:prstGeom prst="diamond">
              <a:avLst/>
            </a:prstGeom>
            <a:solidFill>
              <a:srgbClr val="81C9BA"/>
            </a:solidFill>
            <a:ln w="10478">
              <a:solidFill>
                <a:srgbClr val="263238"/>
              </a:solidFill>
              <a:prstDash val="solid"/>
            </a:ln>
          </p:spPr>
        </p:sp>
        <p:sp>
          <p:nvSpPr>
            <p:cNvPr id="511" name="four:topology-swaps:line:509"/>
            <p:cNvSpPr>
              <a:spLocks noGrp="1"/>
            </p:cNvSpPr>
            <p:nvPr/>
          </p:nvSpPr>
          <p:spPr>
            <a:xfrm>
              <a:off x="6067425" y="5677853"/>
              <a:ext cx="502920" cy="953"/>
            </a:xfrm>
            <a:custGeom>
              <a:avLst/>
              <a:gdLst/>
              <a:ahLst/>
              <a:cxnLst/>
              <a:pathLst>
                <a:path w="502920" h="953">
                  <a:moveTo>
                    <a:pt x="0" y="0"/>
                  </a:moveTo>
                  <a:lnTo>
                    <a:pt x="170855" y="0"/>
                  </a:lnTo>
                  <a:moveTo>
                    <a:pt x="332065" y="0"/>
                  </a:moveTo>
                  <a:lnTo>
                    <a:pt x="502920" y="0"/>
                  </a:lnTo>
                </a:path>
              </a:pathLst>
            </a:custGeom>
            <a:noFill/>
            <a:ln w="10478">
              <a:solidFill>
                <a:srgbClr val="263238"/>
              </a:solidFill>
              <a:prstDash val="solid"/>
            </a:ln>
          </p:spPr>
        </p:sp>
        <p:sp>
          <p:nvSpPr>
            <p:cNvPr id="512" name="four:topology-swaps:line:510"/>
            <p:cNvSpPr>
              <a:spLocks noGrp="1"/>
            </p:cNvSpPr>
            <p:nvPr/>
          </p:nvSpPr>
          <p:spPr>
            <a:xfrm>
              <a:off x="7073265" y="6115050"/>
              <a:ext cx="502920" cy="953"/>
            </a:xfrm>
            <a:custGeom>
              <a:avLst/>
              <a:gdLst/>
              <a:ahLst/>
              <a:cxnLst/>
              <a:pathLst>
                <a:path w="502920" h="953">
                  <a:moveTo>
                    <a:pt x="0" y="0"/>
                  </a:moveTo>
                  <a:lnTo>
                    <a:pt x="170855" y="0"/>
                  </a:lnTo>
                  <a:moveTo>
                    <a:pt x="332065" y="0"/>
                  </a:moveTo>
                  <a:lnTo>
                    <a:pt x="502920" y="0"/>
                  </a:lnTo>
                </a:path>
              </a:pathLst>
            </a:custGeom>
            <a:noFill/>
            <a:ln w="10478">
              <a:solidFill>
                <a:srgbClr val="263238"/>
              </a:solidFill>
              <a:prstDash val="solid"/>
            </a:ln>
          </p:spPr>
        </p:sp>
        <p:sp>
          <p:nvSpPr>
            <p:cNvPr id="513" name="four:topology-swaps:line:511"/>
            <p:cNvSpPr>
              <a:spLocks noGrp="1"/>
            </p:cNvSpPr>
            <p:nvPr/>
          </p:nvSpPr>
          <p:spPr>
            <a:xfrm>
              <a:off x="6067425" y="5677853"/>
              <a:ext cx="953" cy="694372"/>
            </a:xfrm>
            <a:custGeom>
              <a:avLst/>
              <a:gdLst/>
              <a:ahLst/>
              <a:cxnLst/>
              <a:pathLst>
                <a:path w="953" h="694372">
                  <a:moveTo>
                    <a:pt x="0" y="0"/>
                  </a:moveTo>
                  <a:lnTo>
                    <a:pt x="0" y="613767"/>
                  </a:lnTo>
                </a:path>
              </a:pathLst>
            </a:custGeom>
            <a:noFill/>
            <a:ln w="10478">
              <a:solidFill>
                <a:srgbClr val="263238"/>
              </a:solidFill>
              <a:prstDash val="solid"/>
            </a:ln>
          </p:spPr>
        </p:sp>
        <p:sp>
          <p:nvSpPr>
            <p:cNvPr id="514" name="four:topology-swaps:regular-node:512"/>
            <p:cNvSpPr>
              <a:spLocks noGrp="1"/>
            </p:cNvSpPr>
            <p:nvPr/>
          </p:nvSpPr>
          <p:spPr>
            <a:xfrm>
              <a:off x="6042286" y="5851146"/>
              <a:ext cx="50278" cy="50278"/>
            </a:xfrm>
            <a:prstGeom prst="ellipse">
              <a:avLst/>
            </a:prstGeom>
            <a:solidFill>
              <a:srgbClr val="0072B2"/>
            </a:solidFill>
            <a:ln w="6668">
              <a:solidFill>
                <a:srgbClr val="263238"/>
              </a:solidFill>
              <a:prstDash val="solid"/>
            </a:ln>
          </p:spPr>
        </p:sp>
        <p:sp>
          <p:nvSpPr>
            <p:cNvPr id="515" name="four:topology-swaps:regular-node:513"/>
            <p:cNvSpPr>
              <a:spLocks noGrp="1"/>
            </p:cNvSpPr>
            <p:nvPr/>
          </p:nvSpPr>
          <p:spPr>
            <a:xfrm>
              <a:off x="6042286" y="6074716"/>
              <a:ext cx="50278" cy="50278"/>
            </a:xfrm>
            <a:prstGeom prst="ellipse">
              <a:avLst/>
            </a:prstGeom>
            <a:solidFill>
              <a:srgbClr val="0072B2"/>
            </a:solidFill>
            <a:ln w="6668">
              <a:solidFill>
                <a:srgbClr val="263238"/>
              </a:solidFill>
              <a:prstDash val="solid"/>
            </a:ln>
          </p:spPr>
        </p:sp>
        <p:sp>
          <p:nvSpPr>
            <p:cNvPr id="516" name="four:topology-swaps:critical-node:514"/>
            <p:cNvSpPr>
              <a:spLocks noGrp="1"/>
            </p:cNvSpPr>
            <p:nvPr/>
          </p:nvSpPr>
          <p:spPr>
            <a:xfrm>
              <a:off x="5993487" y="6298287"/>
              <a:ext cx="147876" cy="147876"/>
            </a:xfrm>
            <a:prstGeom prst="diamond">
              <a:avLst/>
            </a:prstGeom>
            <a:solidFill>
              <a:srgbClr val="0072B2"/>
            </a:solidFill>
            <a:ln w="10478">
              <a:solidFill>
                <a:srgbClr val="263238"/>
              </a:solidFill>
              <a:prstDash val="solid"/>
            </a:ln>
          </p:spPr>
        </p:sp>
        <p:sp>
          <p:nvSpPr>
            <p:cNvPr id="517" name="four:topology-swaps:line:515"/>
            <p:cNvSpPr>
              <a:spLocks noGrp="1"/>
            </p:cNvSpPr>
            <p:nvPr/>
          </p:nvSpPr>
          <p:spPr>
            <a:xfrm>
              <a:off x="6570345" y="5677853"/>
              <a:ext cx="953" cy="694372"/>
            </a:xfrm>
            <a:custGeom>
              <a:avLst/>
              <a:gdLst/>
              <a:ahLst/>
              <a:cxnLst/>
              <a:pathLst>
                <a:path w="953" h="694372">
                  <a:moveTo>
                    <a:pt x="0" y="0"/>
                  </a:moveTo>
                  <a:lnTo>
                    <a:pt x="0" y="613767"/>
                  </a:lnTo>
                </a:path>
              </a:pathLst>
            </a:custGeom>
            <a:noFill/>
            <a:ln w="10478">
              <a:solidFill>
                <a:srgbClr val="263238"/>
              </a:solidFill>
              <a:prstDash val="solid"/>
            </a:ln>
          </p:spPr>
        </p:sp>
        <p:sp>
          <p:nvSpPr>
            <p:cNvPr id="518" name="four:topology-swaps:regular-node:516"/>
            <p:cNvSpPr>
              <a:spLocks noGrp="1"/>
            </p:cNvSpPr>
            <p:nvPr/>
          </p:nvSpPr>
          <p:spPr>
            <a:xfrm>
              <a:off x="6545206" y="5851146"/>
              <a:ext cx="50278" cy="50278"/>
            </a:xfrm>
            <a:prstGeom prst="ellipse">
              <a:avLst/>
            </a:prstGeom>
            <a:solidFill>
              <a:srgbClr val="CC79A7"/>
            </a:solidFill>
            <a:ln w="6668">
              <a:solidFill>
                <a:srgbClr val="263238"/>
              </a:solidFill>
              <a:prstDash val="solid"/>
            </a:ln>
          </p:spPr>
        </p:sp>
        <p:sp>
          <p:nvSpPr>
            <p:cNvPr id="519" name="four:topology-swaps:regular-node:517"/>
            <p:cNvSpPr>
              <a:spLocks noGrp="1"/>
            </p:cNvSpPr>
            <p:nvPr/>
          </p:nvSpPr>
          <p:spPr>
            <a:xfrm>
              <a:off x="6545206" y="6074716"/>
              <a:ext cx="50278" cy="50278"/>
            </a:xfrm>
            <a:prstGeom prst="ellipse">
              <a:avLst/>
            </a:prstGeom>
            <a:solidFill>
              <a:srgbClr val="CC79A7"/>
            </a:solidFill>
            <a:ln w="6668">
              <a:solidFill>
                <a:srgbClr val="263238"/>
              </a:solidFill>
              <a:prstDash val="solid"/>
            </a:ln>
          </p:spPr>
        </p:sp>
        <p:sp>
          <p:nvSpPr>
            <p:cNvPr id="520" name="four:topology-swaps:critical-node:518"/>
            <p:cNvSpPr>
              <a:spLocks noGrp="1"/>
            </p:cNvSpPr>
            <p:nvPr/>
          </p:nvSpPr>
          <p:spPr>
            <a:xfrm>
              <a:off x="6496407" y="6298287"/>
              <a:ext cx="147876" cy="147876"/>
            </a:xfrm>
            <a:prstGeom prst="diamond">
              <a:avLst/>
            </a:prstGeom>
            <a:solidFill>
              <a:srgbClr val="CC79A7"/>
            </a:solidFill>
            <a:ln w="10478">
              <a:solidFill>
                <a:srgbClr val="263238"/>
              </a:solidFill>
              <a:prstDash val="solid"/>
            </a:ln>
          </p:spPr>
        </p:sp>
        <p:sp>
          <p:nvSpPr>
            <p:cNvPr id="521" name="four:topology-swaps:line:519"/>
            <p:cNvSpPr>
              <a:spLocks noGrp="1"/>
            </p:cNvSpPr>
            <p:nvPr/>
          </p:nvSpPr>
          <p:spPr>
            <a:xfrm>
              <a:off x="7073265" y="6115050"/>
              <a:ext cx="953" cy="257175"/>
            </a:xfrm>
            <a:custGeom>
              <a:avLst/>
              <a:gdLst/>
              <a:ahLst/>
              <a:cxnLst/>
              <a:pathLst>
                <a:path w="953" h="257175">
                  <a:moveTo>
                    <a:pt x="0" y="0"/>
                  </a:moveTo>
                  <a:lnTo>
                    <a:pt x="0" y="176570"/>
                  </a:lnTo>
                </a:path>
              </a:pathLst>
            </a:custGeom>
            <a:noFill/>
            <a:ln w="10478">
              <a:solidFill>
                <a:srgbClr val="263238"/>
              </a:solidFill>
              <a:prstDash val="solid"/>
            </a:ln>
          </p:spPr>
        </p:sp>
        <p:sp>
          <p:nvSpPr>
            <p:cNvPr id="522" name="four:topology-swaps:regular-node:520"/>
            <p:cNvSpPr>
              <a:spLocks noGrp="1"/>
            </p:cNvSpPr>
            <p:nvPr/>
          </p:nvSpPr>
          <p:spPr>
            <a:xfrm>
              <a:off x="7048126" y="6181530"/>
              <a:ext cx="50278" cy="50278"/>
            </a:xfrm>
            <a:prstGeom prst="ellipse">
              <a:avLst/>
            </a:prstGeom>
            <a:solidFill>
              <a:srgbClr val="D55E00"/>
            </a:solidFill>
            <a:ln w="6668">
              <a:solidFill>
                <a:srgbClr val="263238"/>
              </a:solidFill>
              <a:prstDash val="solid"/>
            </a:ln>
          </p:spPr>
        </p:sp>
        <p:sp>
          <p:nvSpPr>
            <p:cNvPr id="523" name="four:topology-swaps:critical-node:521"/>
            <p:cNvSpPr>
              <a:spLocks noGrp="1"/>
            </p:cNvSpPr>
            <p:nvPr/>
          </p:nvSpPr>
          <p:spPr>
            <a:xfrm>
              <a:off x="6999327" y="6298287"/>
              <a:ext cx="147876" cy="147876"/>
            </a:xfrm>
            <a:prstGeom prst="diamond">
              <a:avLst/>
            </a:prstGeom>
            <a:solidFill>
              <a:srgbClr val="D55E00"/>
            </a:solidFill>
            <a:ln w="10478">
              <a:solidFill>
                <a:srgbClr val="263238"/>
              </a:solidFill>
              <a:prstDash val="solid"/>
            </a:ln>
          </p:spPr>
        </p:sp>
        <p:sp>
          <p:nvSpPr>
            <p:cNvPr id="524" name="four:topology-swaps:line:522"/>
            <p:cNvSpPr>
              <a:spLocks noGrp="1"/>
            </p:cNvSpPr>
            <p:nvPr/>
          </p:nvSpPr>
          <p:spPr>
            <a:xfrm>
              <a:off x="7576185" y="6115050"/>
              <a:ext cx="953" cy="257175"/>
            </a:xfrm>
            <a:custGeom>
              <a:avLst/>
              <a:gdLst/>
              <a:ahLst/>
              <a:cxnLst/>
              <a:pathLst>
                <a:path w="953" h="257175">
                  <a:moveTo>
                    <a:pt x="0" y="0"/>
                  </a:moveTo>
                  <a:lnTo>
                    <a:pt x="0" y="176570"/>
                  </a:lnTo>
                </a:path>
              </a:pathLst>
            </a:custGeom>
            <a:noFill/>
            <a:ln w="10478">
              <a:solidFill>
                <a:srgbClr val="263238"/>
              </a:solidFill>
              <a:prstDash val="solid"/>
            </a:ln>
          </p:spPr>
        </p:sp>
        <p:sp>
          <p:nvSpPr>
            <p:cNvPr id="525" name="four:topology-swaps:regular-node:523"/>
            <p:cNvSpPr>
              <a:spLocks noGrp="1"/>
            </p:cNvSpPr>
            <p:nvPr/>
          </p:nvSpPr>
          <p:spPr>
            <a:xfrm>
              <a:off x="7551046" y="6181530"/>
              <a:ext cx="50278" cy="50278"/>
            </a:xfrm>
            <a:prstGeom prst="ellipse">
              <a:avLst/>
            </a:prstGeom>
            <a:solidFill>
              <a:srgbClr val="009E73"/>
            </a:solidFill>
            <a:ln w="6668">
              <a:solidFill>
                <a:srgbClr val="263238"/>
              </a:solidFill>
              <a:prstDash val="solid"/>
            </a:ln>
          </p:spPr>
        </p:sp>
        <p:sp>
          <p:nvSpPr>
            <p:cNvPr id="526" name="four:topology-swaps:critical-node:524"/>
            <p:cNvSpPr>
              <a:spLocks noGrp="1"/>
            </p:cNvSpPr>
            <p:nvPr/>
          </p:nvSpPr>
          <p:spPr>
            <a:xfrm>
              <a:off x="7502247" y="6298287"/>
              <a:ext cx="147876" cy="147876"/>
            </a:xfrm>
            <a:prstGeom prst="diamond">
              <a:avLst/>
            </a:prstGeom>
            <a:solidFill>
              <a:srgbClr val="009E73"/>
            </a:solidFill>
            <a:ln w="10478">
              <a:solidFill>
                <a:srgbClr val="263238"/>
              </a:solidFill>
              <a:prstDash val="solid"/>
            </a:ln>
          </p:spPr>
        </p:sp>
        <p:sp>
          <p:nvSpPr>
            <p:cNvPr id="527" name="four:topology-swaps:rightArrow:525"/>
            <p:cNvSpPr>
              <a:spLocks noGrp="1"/>
            </p:cNvSpPr>
            <p:nvPr/>
          </p:nvSpPr>
          <p:spPr>
            <a:xfrm>
              <a:off x="5381625" y="5610225"/>
              <a:ext cx="371475" cy="276225"/>
            </a:xfrm>
            <a:prstGeom prst="rightArrow">
              <a:avLst/>
            </a:prstGeom>
            <a:solidFill>
              <a:srgbClr val="91A5B4"/>
            </a:solidFill>
            <a:ln w="0">
              <a:noFill/>
              <a:prstDash val="solid"/>
            </a:ln>
          </p:spPr>
        </p:sp>
        <p:sp>
          <p:nvSpPr>
            <p:cNvPr id="528" name="four:topology-swaps:textbox:526"/>
            <p:cNvSpPr>
              <a:spLocks noGrp="1"/>
            </p:cNvSpPr>
            <p:nvPr/>
          </p:nvSpPr>
          <p:spPr>
            <a:xfrm>
              <a:off x="5238750" y="5257800"/>
              <a:ext cx="657225" cy="257175"/>
            </a:xfrm>
            <a:prstGeom prst="rect">
              <a:avLst/>
            </a:prstGeom>
            <a:noFill/>
            <a:ln w="0">
              <a:noFill/>
              <a:prstDash val="solid"/>
            </a:ln>
          </p:spPr>
          <p:txBody>
            <a:bodyPr wrap="none" lIns="0" tIns="0" rIns="0" bIns="0" anchor="ctr">
              <a:normAutofit/>
            </a:bodyPr>
            <a:lstStyle>
              <a:defPPr algn="ctr">
                <a:defRPr sz="1500" b="1">
                  <a:solidFill>
                    <a:srgbClr val="7B8790"/>
                  </a:solidFill>
                  <a:latin typeface="Arial" panose="020B0604020202090204"/>
                  <a:ea typeface="Arial" panose="020B0604020202090204"/>
                  <a:cs typeface="Arial" panose="020B0604020202090204"/>
                </a:defRPr>
              </a:defPPr>
            </a:lstStyle>
            <a:p>
              <a:pPr algn="ctr">
                <a:defRPr sz="1500" b="1">
                  <a:solidFill>
                    <a:srgbClr val="7B8790"/>
                  </a:solidFill>
                  <a:latin typeface="Arial" panose="020B0604020202090204"/>
                  <a:ea typeface="Arial" panose="020B0604020202090204"/>
                  <a:cs typeface="Arial" panose="020B0604020202090204"/>
                </a:defRPr>
              </a:pPr>
              <a:r>
                <a:rPr sz="1500" b="1">
                  <a:solidFill>
                    <a:srgbClr val="7B8790"/>
                  </a:solidFill>
                  <a:latin typeface="Arial" panose="020B0604020202090204"/>
                  <a:ea typeface="Arial" panose="020B0604020202090204"/>
                  <a:cs typeface="Arial" panose="020B0604020202090204"/>
                </a:rPr>
                <a:t>Swap</a:t>
              </a:r>
              <a:endParaRPr sz="1500" b="1">
                <a:solidFill>
                  <a:srgbClr val="7B8790"/>
                </a:solidFill>
                <a:latin typeface="Arial" panose="020B0604020202090204"/>
                <a:ea typeface="Arial" panose="020B0604020202090204"/>
                <a:cs typeface="Arial" panose="020B0604020202090204"/>
              </a:endParaRPr>
            </a:p>
          </p:txBody>
        </p:sp>
        <p:sp>
          <p:nvSpPr>
            <p:cNvPr id="529" name="four:topology-swaps:line:527"/>
            <p:cNvSpPr>
              <a:spLocks noGrp="1"/>
            </p:cNvSpPr>
            <p:nvPr/>
          </p:nvSpPr>
          <p:spPr>
            <a:xfrm>
              <a:off x="3505200" y="6581775"/>
              <a:ext cx="1733550" cy="953"/>
            </a:xfrm>
            <a:custGeom>
              <a:avLst/>
              <a:gdLst/>
              <a:ahLst/>
              <a:cxnLst/>
              <a:pathLst>
                <a:path w="1733550" h="953">
                  <a:moveTo>
                    <a:pt x="0" y="0"/>
                  </a:moveTo>
                  <a:lnTo>
                    <a:pt x="1733550" y="0"/>
                  </a:lnTo>
                </a:path>
              </a:pathLst>
            </a:custGeom>
            <a:noFill/>
            <a:ln w="10478">
              <a:solidFill>
                <a:srgbClr val="263238"/>
              </a:solidFill>
              <a:prstDash val="dash"/>
            </a:ln>
          </p:spPr>
        </p:sp>
        <p:sp>
          <p:nvSpPr>
            <p:cNvPr id="530" name="four:topology-swaps:polygon:528"/>
            <p:cNvSpPr>
              <a:spLocks noGrp="1"/>
            </p:cNvSpPr>
            <p:nvPr/>
          </p:nvSpPr>
          <p:spPr>
            <a:xfrm>
              <a:off x="5181600" y="6557201"/>
              <a:ext cx="57150" cy="49149"/>
            </a:xfrm>
            <a:custGeom>
              <a:avLst/>
              <a:gdLst/>
              <a:ahLst/>
              <a:cxnLst/>
              <a:pathLst>
                <a:path w="57150" h="49149">
                  <a:moveTo>
                    <a:pt x="57150" y="24574"/>
                  </a:moveTo>
                  <a:lnTo>
                    <a:pt x="0" y="0"/>
                  </a:lnTo>
                  <a:lnTo>
                    <a:pt x="0" y="49149"/>
                  </a:lnTo>
                  <a:close/>
                </a:path>
              </a:pathLst>
            </a:custGeom>
            <a:solidFill>
              <a:srgbClr val="263238"/>
            </a:solidFill>
            <a:ln w="0">
              <a:noFill/>
              <a:prstDash val="solid"/>
            </a:ln>
          </p:spPr>
        </p:sp>
        <p:sp>
          <p:nvSpPr>
            <p:cNvPr id="531" name="four:topology-swaps:textbox:529"/>
            <p:cNvSpPr>
              <a:spLocks noGrp="1"/>
            </p:cNvSpPr>
            <p:nvPr/>
          </p:nvSpPr>
          <p:spPr>
            <a:xfrm>
              <a:off x="3324225" y="6391275"/>
              <a:ext cx="266700" cy="342900"/>
            </a:xfrm>
            <a:prstGeom prst="rect">
              <a:avLst/>
            </a:prstGeom>
            <a:noFill/>
            <a:ln w="0">
              <a:noFill/>
              <a:prstDash val="solid"/>
            </a:ln>
          </p:spPr>
          <p:txBody>
            <a:bodyPr wrap="none" lIns="0" tIns="0" rIns="0" bIns="0" anchor="ctr">
              <a:normAutofit/>
            </a:bodyPr>
            <a:lstStyle>
              <a:defPPr algn="ctr">
                <a:defRPr sz="1650" b="0">
                  <a:solidFill>
                    <a:srgbClr val="7B8790"/>
                  </a:solidFill>
                  <a:latin typeface="Arial" panose="020B0604020202090204"/>
                  <a:ea typeface="Arial" panose="020B0604020202090204"/>
                  <a:cs typeface="Arial" panose="020B0604020202090204"/>
                </a:defRPr>
              </a:defPPr>
            </a:lstStyle>
            <a:p>
              <a:pPr algn="ctr">
                <a:defRPr sz="1650" b="0">
                  <a:solidFill>
                    <a:srgbClr val="7B8790"/>
                  </a:solidFill>
                  <a:latin typeface="Arial" panose="020B0604020202090204"/>
                  <a:ea typeface="Arial" panose="020B0604020202090204"/>
                  <a:cs typeface="Arial" panose="020B0604020202090204"/>
                </a:defRPr>
              </a:pPr>
              <a:r>
                <a:rPr sz="1650" b="0">
                  <a:solidFill>
                    <a:srgbClr val="7B8790"/>
                  </a:solidFill>
                  <a:latin typeface="Arial" panose="020B0604020202090204"/>
                  <a:ea typeface="Arial" panose="020B0604020202090204"/>
                  <a:cs typeface="Arial" panose="020B0604020202090204"/>
                </a:rPr>
                <a:t>u</a:t>
              </a:r>
              <a:r>
                <a:rPr sz="1190" b="0" baseline="-25000">
                  <a:solidFill>
                    <a:srgbClr val="7B8790"/>
                  </a:solidFill>
                  <a:latin typeface="Arial" panose="020B0604020202090204"/>
                  <a:ea typeface="Arial" panose="020B0604020202090204"/>
                  <a:cs typeface="Arial" panose="020B0604020202090204"/>
                </a:rPr>
                <a:t>i</a:t>
              </a:r>
              <a:endParaRPr sz="1190" b="0" baseline="-25000">
                <a:solidFill>
                  <a:srgbClr val="7B8790"/>
                </a:solidFill>
                <a:latin typeface="Arial" panose="020B0604020202090204"/>
                <a:ea typeface="Arial" panose="020B0604020202090204"/>
                <a:cs typeface="Arial" panose="020B0604020202090204"/>
              </a:endParaRPr>
            </a:p>
          </p:txBody>
        </p:sp>
        <p:sp>
          <p:nvSpPr>
            <p:cNvPr id="532" name="four:topology-swaps:line:530"/>
            <p:cNvSpPr>
              <a:spLocks noGrp="1"/>
            </p:cNvSpPr>
            <p:nvPr/>
          </p:nvSpPr>
          <p:spPr>
            <a:xfrm>
              <a:off x="4122420" y="6448425"/>
              <a:ext cx="953" cy="228600"/>
            </a:xfrm>
            <a:custGeom>
              <a:avLst/>
              <a:gdLst/>
              <a:ahLst/>
              <a:cxnLst/>
              <a:pathLst>
                <a:path w="953" h="228600">
                  <a:moveTo>
                    <a:pt x="0" y="4405"/>
                  </a:moveTo>
                  <a:lnTo>
                    <a:pt x="0" y="228600"/>
                  </a:lnTo>
                </a:path>
              </a:pathLst>
            </a:custGeom>
            <a:noFill/>
            <a:ln w="13335">
              <a:solidFill>
                <a:srgbClr val="0072B2"/>
              </a:solidFill>
              <a:prstDash val="dash"/>
            </a:ln>
          </p:spPr>
        </p:sp>
        <p:sp>
          <p:nvSpPr>
            <p:cNvPr id="533" name="four:topology-swaps:line:531"/>
            <p:cNvSpPr>
              <a:spLocks noGrp="1"/>
            </p:cNvSpPr>
            <p:nvPr/>
          </p:nvSpPr>
          <p:spPr>
            <a:xfrm>
              <a:off x="4093845" y="6486525"/>
              <a:ext cx="57150" cy="953"/>
            </a:xfrm>
            <a:custGeom>
              <a:avLst/>
              <a:gdLst/>
              <a:ahLst/>
              <a:cxnLst/>
              <a:pathLst>
                <a:path w="57150" h="953">
                  <a:moveTo>
                    <a:pt x="0" y="0"/>
                  </a:moveTo>
                  <a:lnTo>
                    <a:pt x="57150" y="0"/>
                  </a:lnTo>
                </a:path>
              </a:pathLst>
            </a:custGeom>
            <a:noFill/>
            <a:ln w="14288">
              <a:solidFill>
                <a:srgbClr val="0072B2"/>
              </a:solidFill>
              <a:prstDash val="solid"/>
            </a:ln>
          </p:spPr>
        </p:sp>
        <p:sp>
          <p:nvSpPr>
            <p:cNvPr id="534" name="four:topology-swaps:regular-node:532"/>
            <p:cNvSpPr>
              <a:spLocks noGrp="1"/>
            </p:cNvSpPr>
            <p:nvPr/>
          </p:nvSpPr>
          <p:spPr>
            <a:xfrm>
              <a:off x="4104323" y="6563678"/>
              <a:ext cx="36195" cy="36195"/>
            </a:xfrm>
            <a:prstGeom prst="ellipse">
              <a:avLst/>
            </a:prstGeom>
            <a:solidFill>
              <a:srgbClr val="0072B2"/>
            </a:solidFill>
            <a:ln w="0">
              <a:noFill/>
              <a:prstDash val="solid"/>
            </a:ln>
          </p:spPr>
        </p:sp>
        <p:sp>
          <p:nvSpPr>
            <p:cNvPr id="535" name="four:topology-swaps:line:533"/>
            <p:cNvSpPr>
              <a:spLocks noGrp="1"/>
            </p:cNvSpPr>
            <p:nvPr/>
          </p:nvSpPr>
          <p:spPr>
            <a:xfrm>
              <a:off x="3619500" y="6696075"/>
              <a:ext cx="502920" cy="200025"/>
            </a:xfrm>
            <a:custGeom>
              <a:avLst/>
              <a:gdLst/>
              <a:ahLst/>
              <a:cxnLst/>
              <a:pathLst>
                <a:path w="502920" h="200025">
                  <a:moveTo>
                    <a:pt x="502920" y="0"/>
                  </a:moveTo>
                  <a:lnTo>
                    <a:pt x="0" y="200025"/>
                  </a:lnTo>
                </a:path>
              </a:pathLst>
            </a:custGeom>
            <a:noFill/>
            <a:ln w="10478">
              <a:solidFill>
                <a:srgbClr val="0072B2">
                  <a:alpha val="60000"/>
                </a:srgbClr>
              </a:solidFill>
              <a:prstDash val="solid"/>
            </a:ln>
          </p:spPr>
        </p:sp>
        <p:sp>
          <p:nvSpPr>
            <p:cNvPr id="536" name="four:topology-swaps:line:534"/>
            <p:cNvSpPr>
              <a:spLocks noGrp="1"/>
            </p:cNvSpPr>
            <p:nvPr/>
          </p:nvSpPr>
          <p:spPr>
            <a:xfrm>
              <a:off x="5128260" y="6448425"/>
              <a:ext cx="953" cy="228600"/>
            </a:xfrm>
            <a:custGeom>
              <a:avLst/>
              <a:gdLst/>
              <a:ahLst/>
              <a:cxnLst/>
              <a:pathLst>
                <a:path w="953" h="228600">
                  <a:moveTo>
                    <a:pt x="0" y="4405"/>
                  </a:moveTo>
                  <a:lnTo>
                    <a:pt x="0" y="228600"/>
                  </a:lnTo>
                </a:path>
              </a:pathLst>
            </a:custGeom>
            <a:noFill/>
            <a:ln w="13335">
              <a:solidFill>
                <a:srgbClr val="D55E00"/>
              </a:solidFill>
              <a:prstDash val="dash"/>
            </a:ln>
          </p:spPr>
        </p:sp>
        <p:sp>
          <p:nvSpPr>
            <p:cNvPr id="537" name="four:topology-swaps:line:535"/>
            <p:cNvSpPr>
              <a:spLocks noGrp="1"/>
            </p:cNvSpPr>
            <p:nvPr/>
          </p:nvSpPr>
          <p:spPr>
            <a:xfrm>
              <a:off x="5099685" y="6486525"/>
              <a:ext cx="57150" cy="953"/>
            </a:xfrm>
            <a:custGeom>
              <a:avLst/>
              <a:gdLst/>
              <a:ahLst/>
              <a:cxnLst/>
              <a:pathLst>
                <a:path w="57150" h="953">
                  <a:moveTo>
                    <a:pt x="0" y="0"/>
                  </a:moveTo>
                  <a:lnTo>
                    <a:pt x="57150" y="0"/>
                  </a:lnTo>
                </a:path>
              </a:pathLst>
            </a:custGeom>
            <a:noFill/>
            <a:ln w="14288">
              <a:solidFill>
                <a:srgbClr val="D55E00"/>
              </a:solidFill>
              <a:prstDash val="solid"/>
            </a:ln>
          </p:spPr>
        </p:sp>
        <p:sp>
          <p:nvSpPr>
            <p:cNvPr id="538" name="four:topology-swaps:regular-node:536"/>
            <p:cNvSpPr>
              <a:spLocks noGrp="1"/>
            </p:cNvSpPr>
            <p:nvPr/>
          </p:nvSpPr>
          <p:spPr>
            <a:xfrm>
              <a:off x="5110163" y="6563678"/>
              <a:ext cx="36195" cy="36195"/>
            </a:xfrm>
            <a:prstGeom prst="ellipse">
              <a:avLst/>
            </a:prstGeom>
            <a:solidFill>
              <a:srgbClr val="D55E00"/>
            </a:solidFill>
            <a:ln w="0">
              <a:noFill/>
              <a:prstDash val="solid"/>
            </a:ln>
          </p:spPr>
        </p:sp>
        <p:sp>
          <p:nvSpPr>
            <p:cNvPr id="539" name="four:topology-swaps:line:537"/>
            <p:cNvSpPr>
              <a:spLocks noGrp="1"/>
            </p:cNvSpPr>
            <p:nvPr/>
          </p:nvSpPr>
          <p:spPr>
            <a:xfrm>
              <a:off x="4076700" y="6696075"/>
              <a:ext cx="1051560" cy="200025"/>
            </a:xfrm>
            <a:custGeom>
              <a:avLst/>
              <a:gdLst/>
              <a:ahLst/>
              <a:cxnLst/>
              <a:pathLst>
                <a:path w="1051560" h="200025">
                  <a:moveTo>
                    <a:pt x="1051560" y="0"/>
                  </a:moveTo>
                  <a:lnTo>
                    <a:pt x="0" y="200025"/>
                  </a:lnTo>
                </a:path>
              </a:pathLst>
            </a:custGeom>
            <a:noFill/>
            <a:ln w="10478">
              <a:solidFill>
                <a:srgbClr val="D55E00">
                  <a:alpha val="60000"/>
                </a:srgbClr>
              </a:solidFill>
              <a:prstDash val="solid"/>
            </a:ln>
          </p:spPr>
        </p:sp>
        <p:sp>
          <p:nvSpPr>
            <p:cNvPr id="540" name="four:topology-swaps:line:538"/>
            <p:cNvSpPr>
              <a:spLocks noGrp="1"/>
            </p:cNvSpPr>
            <p:nvPr/>
          </p:nvSpPr>
          <p:spPr>
            <a:xfrm>
              <a:off x="4625340" y="6448425"/>
              <a:ext cx="953" cy="228600"/>
            </a:xfrm>
            <a:custGeom>
              <a:avLst/>
              <a:gdLst/>
              <a:ahLst/>
              <a:cxnLst/>
              <a:pathLst>
                <a:path w="953" h="228600">
                  <a:moveTo>
                    <a:pt x="0" y="4405"/>
                  </a:moveTo>
                  <a:lnTo>
                    <a:pt x="0" y="228600"/>
                  </a:lnTo>
                </a:path>
              </a:pathLst>
            </a:custGeom>
            <a:noFill/>
            <a:ln w="13335">
              <a:solidFill>
                <a:srgbClr val="009E73"/>
              </a:solidFill>
              <a:prstDash val="dash"/>
            </a:ln>
          </p:spPr>
        </p:sp>
        <p:sp>
          <p:nvSpPr>
            <p:cNvPr id="541" name="four:topology-swaps:line:539"/>
            <p:cNvSpPr>
              <a:spLocks noGrp="1"/>
            </p:cNvSpPr>
            <p:nvPr/>
          </p:nvSpPr>
          <p:spPr>
            <a:xfrm>
              <a:off x="4596765" y="6486525"/>
              <a:ext cx="57150" cy="953"/>
            </a:xfrm>
            <a:custGeom>
              <a:avLst/>
              <a:gdLst/>
              <a:ahLst/>
              <a:cxnLst/>
              <a:pathLst>
                <a:path w="57150" h="953">
                  <a:moveTo>
                    <a:pt x="0" y="0"/>
                  </a:moveTo>
                  <a:lnTo>
                    <a:pt x="57150" y="0"/>
                  </a:lnTo>
                </a:path>
              </a:pathLst>
            </a:custGeom>
            <a:noFill/>
            <a:ln w="14288">
              <a:solidFill>
                <a:srgbClr val="009E73"/>
              </a:solidFill>
              <a:prstDash val="solid"/>
            </a:ln>
          </p:spPr>
        </p:sp>
        <p:sp>
          <p:nvSpPr>
            <p:cNvPr id="542" name="four:topology-swaps:regular-node:540"/>
            <p:cNvSpPr>
              <a:spLocks noGrp="1"/>
            </p:cNvSpPr>
            <p:nvPr/>
          </p:nvSpPr>
          <p:spPr>
            <a:xfrm>
              <a:off x="4607243" y="6563678"/>
              <a:ext cx="36195" cy="36195"/>
            </a:xfrm>
            <a:prstGeom prst="ellipse">
              <a:avLst/>
            </a:prstGeom>
            <a:solidFill>
              <a:srgbClr val="009E73"/>
            </a:solidFill>
            <a:ln w="0">
              <a:noFill/>
              <a:prstDash val="solid"/>
            </a:ln>
          </p:spPr>
        </p:sp>
        <p:sp>
          <p:nvSpPr>
            <p:cNvPr id="543" name="four:topology-swaps:line:541"/>
            <p:cNvSpPr>
              <a:spLocks noGrp="1"/>
            </p:cNvSpPr>
            <p:nvPr/>
          </p:nvSpPr>
          <p:spPr>
            <a:xfrm>
              <a:off x="4533900" y="6696075"/>
              <a:ext cx="91440" cy="200025"/>
            </a:xfrm>
            <a:custGeom>
              <a:avLst/>
              <a:gdLst/>
              <a:ahLst/>
              <a:cxnLst/>
              <a:pathLst>
                <a:path w="91440" h="200025">
                  <a:moveTo>
                    <a:pt x="91440" y="0"/>
                  </a:moveTo>
                  <a:lnTo>
                    <a:pt x="0" y="200025"/>
                  </a:lnTo>
                </a:path>
              </a:pathLst>
            </a:custGeom>
            <a:noFill/>
            <a:ln w="10478">
              <a:solidFill>
                <a:srgbClr val="009E73">
                  <a:alpha val="60000"/>
                </a:srgbClr>
              </a:solidFill>
              <a:prstDash val="solid"/>
            </a:ln>
          </p:spPr>
        </p:sp>
        <p:sp>
          <p:nvSpPr>
            <p:cNvPr id="544" name="four:topology-swaps:line:542"/>
            <p:cNvSpPr>
              <a:spLocks noGrp="1"/>
            </p:cNvSpPr>
            <p:nvPr/>
          </p:nvSpPr>
          <p:spPr>
            <a:xfrm>
              <a:off x="3619500" y="6448425"/>
              <a:ext cx="953" cy="228600"/>
            </a:xfrm>
            <a:custGeom>
              <a:avLst/>
              <a:gdLst/>
              <a:ahLst/>
              <a:cxnLst/>
              <a:pathLst>
                <a:path w="953" h="228600">
                  <a:moveTo>
                    <a:pt x="0" y="4405"/>
                  </a:moveTo>
                  <a:lnTo>
                    <a:pt x="0" y="228600"/>
                  </a:lnTo>
                </a:path>
              </a:pathLst>
            </a:custGeom>
            <a:noFill/>
            <a:ln w="13335">
              <a:solidFill>
                <a:srgbClr val="CC79A7"/>
              </a:solidFill>
              <a:prstDash val="dash"/>
            </a:ln>
          </p:spPr>
        </p:sp>
        <p:sp>
          <p:nvSpPr>
            <p:cNvPr id="545" name="four:topology-swaps:line:543"/>
            <p:cNvSpPr>
              <a:spLocks noGrp="1"/>
            </p:cNvSpPr>
            <p:nvPr/>
          </p:nvSpPr>
          <p:spPr>
            <a:xfrm>
              <a:off x="3590925" y="6486525"/>
              <a:ext cx="57150" cy="953"/>
            </a:xfrm>
            <a:custGeom>
              <a:avLst/>
              <a:gdLst/>
              <a:ahLst/>
              <a:cxnLst/>
              <a:pathLst>
                <a:path w="57150" h="953">
                  <a:moveTo>
                    <a:pt x="0" y="0"/>
                  </a:moveTo>
                  <a:lnTo>
                    <a:pt x="57150" y="0"/>
                  </a:lnTo>
                </a:path>
              </a:pathLst>
            </a:custGeom>
            <a:noFill/>
            <a:ln w="14288">
              <a:solidFill>
                <a:srgbClr val="CC79A7"/>
              </a:solidFill>
              <a:prstDash val="solid"/>
            </a:ln>
          </p:spPr>
        </p:sp>
        <p:sp>
          <p:nvSpPr>
            <p:cNvPr id="546" name="four:topology-swaps:regular-node:544"/>
            <p:cNvSpPr>
              <a:spLocks noGrp="1"/>
            </p:cNvSpPr>
            <p:nvPr/>
          </p:nvSpPr>
          <p:spPr>
            <a:xfrm>
              <a:off x="3601403" y="6563678"/>
              <a:ext cx="36195" cy="36195"/>
            </a:xfrm>
            <a:prstGeom prst="ellipse">
              <a:avLst/>
            </a:prstGeom>
            <a:solidFill>
              <a:srgbClr val="CC79A7"/>
            </a:solidFill>
            <a:ln w="0">
              <a:noFill/>
              <a:prstDash val="solid"/>
            </a:ln>
          </p:spPr>
        </p:sp>
        <p:sp>
          <p:nvSpPr>
            <p:cNvPr id="547" name="four:topology-swaps:line:545"/>
            <p:cNvSpPr>
              <a:spLocks noGrp="1"/>
            </p:cNvSpPr>
            <p:nvPr/>
          </p:nvSpPr>
          <p:spPr>
            <a:xfrm>
              <a:off x="3619500" y="6696075"/>
              <a:ext cx="1371600" cy="200025"/>
            </a:xfrm>
            <a:custGeom>
              <a:avLst/>
              <a:gdLst/>
              <a:ahLst/>
              <a:cxnLst/>
              <a:pathLst>
                <a:path w="1371600" h="200025">
                  <a:moveTo>
                    <a:pt x="0" y="0"/>
                  </a:moveTo>
                  <a:lnTo>
                    <a:pt x="1371600" y="200025"/>
                  </a:lnTo>
                </a:path>
              </a:pathLst>
            </a:custGeom>
            <a:noFill/>
            <a:ln w="10478">
              <a:solidFill>
                <a:srgbClr val="CC79A7">
                  <a:alpha val="60000"/>
                </a:srgbClr>
              </a:solidFill>
              <a:prstDash val="solid"/>
            </a:ln>
          </p:spPr>
        </p:sp>
        <p:sp>
          <p:nvSpPr>
            <p:cNvPr id="548" name="four:topology-swaps:line:546"/>
            <p:cNvSpPr>
              <a:spLocks noGrp="1"/>
            </p:cNvSpPr>
            <p:nvPr/>
          </p:nvSpPr>
          <p:spPr>
            <a:xfrm>
              <a:off x="3505200" y="7010400"/>
              <a:ext cx="1733550" cy="953"/>
            </a:xfrm>
            <a:custGeom>
              <a:avLst/>
              <a:gdLst/>
              <a:ahLst/>
              <a:cxnLst/>
              <a:pathLst>
                <a:path w="1733550" h="953">
                  <a:moveTo>
                    <a:pt x="0" y="0"/>
                  </a:moveTo>
                  <a:lnTo>
                    <a:pt x="1733550" y="0"/>
                  </a:lnTo>
                </a:path>
              </a:pathLst>
            </a:custGeom>
            <a:noFill/>
            <a:ln w="12383">
              <a:solidFill>
                <a:srgbClr val="263238"/>
              </a:solidFill>
              <a:prstDash val="solid"/>
            </a:ln>
          </p:spPr>
        </p:sp>
        <p:sp>
          <p:nvSpPr>
            <p:cNvPr id="549" name="four:topology-swaps:polygon:547"/>
            <p:cNvSpPr>
              <a:spLocks noGrp="1"/>
            </p:cNvSpPr>
            <p:nvPr/>
          </p:nvSpPr>
          <p:spPr>
            <a:xfrm>
              <a:off x="5181600" y="6985826"/>
              <a:ext cx="57150" cy="49149"/>
            </a:xfrm>
            <a:custGeom>
              <a:avLst/>
              <a:gdLst/>
              <a:ahLst/>
              <a:cxnLst/>
              <a:pathLst>
                <a:path w="57150" h="49149">
                  <a:moveTo>
                    <a:pt x="57150" y="24574"/>
                  </a:moveTo>
                  <a:lnTo>
                    <a:pt x="0" y="0"/>
                  </a:lnTo>
                  <a:lnTo>
                    <a:pt x="0" y="49149"/>
                  </a:lnTo>
                  <a:close/>
                </a:path>
              </a:pathLst>
            </a:custGeom>
            <a:solidFill>
              <a:srgbClr val="263238"/>
            </a:solidFill>
            <a:ln w="0">
              <a:noFill/>
              <a:prstDash val="solid"/>
            </a:ln>
          </p:spPr>
        </p:sp>
        <p:sp>
          <p:nvSpPr>
            <p:cNvPr id="550" name="four:topology-swaps:textbox:548"/>
            <p:cNvSpPr>
              <a:spLocks noGrp="1"/>
            </p:cNvSpPr>
            <p:nvPr/>
          </p:nvSpPr>
          <p:spPr>
            <a:xfrm>
              <a:off x="3324225" y="6819900"/>
              <a:ext cx="266700" cy="342900"/>
            </a:xfrm>
            <a:prstGeom prst="rect">
              <a:avLst/>
            </a:prstGeom>
            <a:noFill/>
            <a:ln w="0">
              <a:noFill/>
              <a:prstDash val="solid"/>
            </a:ln>
          </p:spPr>
          <p:txBody>
            <a:bodyPr wrap="none" lIns="0" tIns="0" rIns="0" bIns="0" anchor="ctr">
              <a:normAutofit/>
            </a:bodyPr>
            <a:lstStyle>
              <a:defPPr algn="ctr">
                <a:defRPr sz="1650" b="0">
                  <a:solidFill>
                    <a:srgbClr val="7B8790"/>
                  </a:solidFill>
                  <a:latin typeface="Arial" panose="020B0604020202090204"/>
                  <a:ea typeface="Arial" panose="020B0604020202090204"/>
                  <a:cs typeface="Arial" panose="020B0604020202090204"/>
                </a:defRPr>
              </a:defPPr>
            </a:lstStyle>
            <a:p>
              <a:pPr algn="ctr">
                <a:defRPr sz="1650" b="0">
                  <a:solidFill>
                    <a:srgbClr val="7B8790"/>
                  </a:solidFill>
                  <a:latin typeface="Arial" panose="020B0604020202090204"/>
                  <a:ea typeface="Arial" panose="020B0604020202090204"/>
                  <a:cs typeface="Arial" panose="020B0604020202090204"/>
                </a:defRPr>
              </a:pPr>
              <a:r>
                <a:rPr sz="1650" b="0">
                  <a:solidFill>
                    <a:srgbClr val="7B8790"/>
                  </a:solidFill>
                  <a:latin typeface="Arial" panose="020B0604020202090204"/>
                  <a:ea typeface="Arial" panose="020B0604020202090204"/>
                  <a:cs typeface="Arial" panose="020B0604020202090204"/>
                </a:rPr>
                <a:t>q</a:t>
              </a:r>
              <a:r>
                <a:rPr sz="1190" b="0" baseline="-25000">
                  <a:solidFill>
                    <a:srgbClr val="7B8790"/>
                  </a:solidFill>
                  <a:latin typeface="Arial" panose="020B0604020202090204"/>
                  <a:ea typeface="Arial" panose="020B0604020202090204"/>
                  <a:cs typeface="Arial" panose="020B0604020202090204"/>
                </a:rPr>
                <a:t>i</a:t>
              </a:r>
              <a:endParaRPr sz="1190" b="0" baseline="-25000">
                <a:solidFill>
                  <a:srgbClr val="7B8790"/>
                </a:solidFill>
                <a:latin typeface="Arial" panose="020B0604020202090204"/>
                <a:ea typeface="Arial" panose="020B0604020202090204"/>
                <a:cs typeface="Arial" panose="020B0604020202090204"/>
              </a:endParaRPr>
            </a:p>
          </p:txBody>
        </p:sp>
        <p:sp>
          <p:nvSpPr>
            <p:cNvPr id="551" name="four:topology-swaps:interval-A:549"/>
            <p:cNvSpPr>
              <a:spLocks noGrp="1"/>
            </p:cNvSpPr>
            <p:nvPr/>
          </p:nvSpPr>
          <p:spPr>
            <a:xfrm>
              <a:off x="3528060" y="6905625"/>
              <a:ext cx="182880" cy="209550"/>
            </a:xfrm>
            <a:prstGeom prst="rect">
              <a:avLst/>
            </a:prstGeom>
            <a:solidFill>
              <a:srgbClr val="0072B2"/>
            </a:solidFill>
            <a:ln w="7620">
              <a:solidFill>
                <a:srgbClr val="263238"/>
              </a:solidFill>
              <a:prstDash val="solid"/>
            </a:ln>
          </p:spPr>
        </p:sp>
        <p:sp>
          <p:nvSpPr>
            <p:cNvPr id="552" name="four:topology-swaps:regular-node:550"/>
            <p:cNvSpPr>
              <a:spLocks noGrp="1"/>
            </p:cNvSpPr>
            <p:nvPr/>
          </p:nvSpPr>
          <p:spPr>
            <a:xfrm>
              <a:off x="3599498" y="6990398"/>
              <a:ext cx="40005" cy="40005"/>
            </a:xfrm>
            <a:prstGeom prst="ellipse">
              <a:avLst/>
            </a:prstGeom>
            <a:solidFill>
              <a:srgbClr val="263238"/>
            </a:solidFill>
            <a:ln w="0">
              <a:noFill/>
              <a:prstDash val="solid"/>
            </a:ln>
          </p:spPr>
        </p:sp>
        <p:sp>
          <p:nvSpPr>
            <p:cNvPr id="553" name="four:topology-swaps:interval-C:551"/>
            <p:cNvSpPr>
              <a:spLocks noGrp="1"/>
            </p:cNvSpPr>
            <p:nvPr/>
          </p:nvSpPr>
          <p:spPr>
            <a:xfrm>
              <a:off x="3985260" y="6905625"/>
              <a:ext cx="182880" cy="209550"/>
            </a:xfrm>
            <a:prstGeom prst="rect">
              <a:avLst/>
            </a:prstGeom>
            <a:solidFill>
              <a:srgbClr val="D55E00"/>
            </a:solidFill>
            <a:ln w="7620">
              <a:solidFill>
                <a:srgbClr val="263238"/>
              </a:solidFill>
              <a:prstDash val="solid"/>
            </a:ln>
          </p:spPr>
        </p:sp>
        <p:sp>
          <p:nvSpPr>
            <p:cNvPr id="554" name="four:topology-swaps:regular-node:552"/>
            <p:cNvSpPr>
              <a:spLocks noGrp="1"/>
            </p:cNvSpPr>
            <p:nvPr/>
          </p:nvSpPr>
          <p:spPr>
            <a:xfrm>
              <a:off x="4056698" y="6990398"/>
              <a:ext cx="40005" cy="40005"/>
            </a:xfrm>
            <a:prstGeom prst="ellipse">
              <a:avLst/>
            </a:prstGeom>
            <a:solidFill>
              <a:srgbClr val="263238"/>
            </a:solidFill>
            <a:ln w="0">
              <a:noFill/>
              <a:prstDash val="solid"/>
            </a:ln>
          </p:spPr>
        </p:sp>
        <p:sp>
          <p:nvSpPr>
            <p:cNvPr id="555" name="four:topology-swaps:interval-D:553"/>
            <p:cNvSpPr>
              <a:spLocks noGrp="1"/>
            </p:cNvSpPr>
            <p:nvPr/>
          </p:nvSpPr>
          <p:spPr>
            <a:xfrm>
              <a:off x="4442460" y="6905625"/>
              <a:ext cx="182880" cy="209550"/>
            </a:xfrm>
            <a:prstGeom prst="rect">
              <a:avLst/>
            </a:prstGeom>
            <a:solidFill>
              <a:srgbClr val="009E73"/>
            </a:solidFill>
            <a:ln w="7620">
              <a:solidFill>
                <a:srgbClr val="263238"/>
              </a:solidFill>
              <a:prstDash val="solid"/>
            </a:ln>
          </p:spPr>
        </p:sp>
        <p:sp>
          <p:nvSpPr>
            <p:cNvPr id="556" name="four:topology-swaps:regular-node:554"/>
            <p:cNvSpPr>
              <a:spLocks noGrp="1"/>
            </p:cNvSpPr>
            <p:nvPr/>
          </p:nvSpPr>
          <p:spPr>
            <a:xfrm>
              <a:off x="4513898" y="6990398"/>
              <a:ext cx="40005" cy="40005"/>
            </a:xfrm>
            <a:prstGeom prst="ellipse">
              <a:avLst/>
            </a:prstGeom>
            <a:solidFill>
              <a:srgbClr val="263238"/>
            </a:solidFill>
            <a:ln w="0">
              <a:noFill/>
              <a:prstDash val="solid"/>
            </a:ln>
          </p:spPr>
        </p:sp>
        <p:sp>
          <p:nvSpPr>
            <p:cNvPr id="557" name="four:topology-swaps:interval-B:555"/>
            <p:cNvSpPr>
              <a:spLocks noGrp="1"/>
            </p:cNvSpPr>
            <p:nvPr/>
          </p:nvSpPr>
          <p:spPr>
            <a:xfrm>
              <a:off x="4899660" y="6905625"/>
              <a:ext cx="182880" cy="209550"/>
            </a:xfrm>
            <a:prstGeom prst="rect">
              <a:avLst/>
            </a:prstGeom>
            <a:solidFill>
              <a:srgbClr val="CC79A7"/>
            </a:solidFill>
            <a:ln w="7620">
              <a:solidFill>
                <a:srgbClr val="263238"/>
              </a:solidFill>
              <a:prstDash val="solid"/>
            </a:ln>
          </p:spPr>
        </p:sp>
        <p:sp>
          <p:nvSpPr>
            <p:cNvPr id="558" name="four:topology-swaps:regular-node:556"/>
            <p:cNvSpPr>
              <a:spLocks noGrp="1"/>
            </p:cNvSpPr>
            <p:nvPr/>
          </p:nvSpPr>
          <p:spPr>
            <a:xfrm>
              <a:off x="4971098" y="6990398"/>
              <a:ext cx="40005" cy="40005"/>
            </a:xfrm>
            <a:prstGeom prst="ellipse">
              <a:avLst/>
            </a:prstGeom>
            <a:solidFill>
              <a:srgbClr val="263238"/>
            </a:solidFill>
            <a:ln w="0">
              <a:noFill/>
              <a:prstDash val="solid"/>
            </a:ln>
          </p:spPr>
        </p:sp>
        <p:sp>
          <p:nvSpPr>
            <p:cNvPr id="559" name="four:topology-swaps:line:557"/>
            <p:cNvSpPr>
              <a:spLocks noGrp="1"/>
            </p:cNvSpPr>
            <p:nvPr/>
          </p:nvSpPr>
          <p:spPr>
            <a:xfrm>
              <a:off x="3619500" y="6696075"/>
              <a:ext cx="953" cy="171450"/>
            </a:xfrm>
            <a:custGeom>
              <a:avLst/>
              <a:gdLst/>
              <a:ahLst/>
              <a:cxnLst/>
              <a:pathLst>
                <a:path w="953" h="171450">
                  <a:moveTo>
                    <a:pt x="0" y="0"/>
                  </a:moveTo>
                  <a:lnTo>
                    <a:pt x="0" y="171450"/>
                  </a:lnTo>
                </a:path>
              </a:pathLst>
            </a:custGeom>
            <a:noFill/>
            <a:ln w="9525">
              <a:solidFill>
                <a:srgbClr val="CC79A7">
                  <a:alpha val="85000"/>
                </a:srgbClr>
              </a:solidFill>
              <a:prstDash val="dash"/>
            </a:ln>
          </p:spPr>
        </p:sp>
        <p:sp>
          <p:nvSpPr>
            <p:cNvPr id="560" name="four:topology-swaps:line:558"/>
            <p:cNvSpPr>
              <a:spLocks noGrp="1"/>
            </p:cNvSpPr>
            <p:nvPr/>
          </p:nvSpPr>
          <p:spPr>
            <a:xfrm>
              <a:off x="3619500" y="7153275"/>
              <a:ext cx="953" cy="266700"/>
            </a:xfrm>
            <a:custGeom>
              <a:avLst/>
              <a:gdLst/>
              <a:ahLst/>
              <a:cxnLst/>
              <a:pathLst>
                <a:path w="953" h="266700">
                  <a:moveTo>
                    <a:pt x="0" y="0"/>
                  </a:moveTo>
                  <a:lnTo>
                    <a:pt x="0" y="266700"/>
                  </a:lnTo>
                </a:path>
              </a:pathLst>
            </a:custGeom>
            <a:noFill/>
            <a:ln w="9525">
              <a:solidFill>
                <a:srgbClr val="CC79A7">
                  <a:alpha val="85000"/>
                </a:srgbClr>
              </a:solidFill>
              <a:prstDash val="dash"/>
            </a:ln>
          </p:spPr>
        </p:sp>
        <p:sp>
          <p:nvSpPr>
            <p:cNvPr id="561" name="four:topology-swaps:line:559"/>
            <p:cNvSpPr>
              <a:spLocks noGrp="1"/>
            </p:cNvSpPr>
            <p:nvPr/>
          </p:nvSpPr>
          <p:spPr>
            <a:xfrm>
              <a:off x="4991100" y="7124700"/>
              <a:ext cx="953" cy="295275"/>
            </a:xfrm>
            <a:custGeom>
              <a:avLst/>
              <a:gdLst/>
              <a:ahLst/>
              <a:cxnLst/>
              <a:pathLst>
                <a:path w="953" h="295275">
                  <a:moveTo>
                    <a:pt x="0" y="0"/>
                  </a:moveTo>
                  <a:lnTo>
                    <a:pt x="0" y="295275"/>
                  </a:lnTo>
                </a:path>
              </a:pathLst>
            </a:custGeom>
            <a:noFill/>
            <a:ln w="9525">
              <a:solidFill>
                <a:srgbClr val="CC79A7"/>
              </a:solidFill>
              <a:prstDash val="solid"/>
            </a:ln>
          </p:spPr>
        </p:sp>
        <p:sp>
          <p:nvSpPr>
            <p:cNvPr id="562" name="four:topology-swaps:line:560"/>
            <p:cNvSpPr>
              <a:spLocks noGrp="1"/>
            </p:cNvSpPr>
            <p:nvPr/>
          </p:nvSpPr>
          <p:spPr>
            <a:xfrm>
              <a:off x="3619500" y="7419975"/>
              <a:ext cx="1371600" cy="953"/>
            </a:xfrm>
            <a:custGeom>
              <a:avLst/>
              <a:gdLst/>
              <a:ahLst/>
              <a:cxnLst/>
              <a:pathLst>
                <a:path w="1371600" h="953">
                  <a:moveTo>
                    <a:pt x="0" y="0"/>
                  </a:moveTo>
                  <a:lnTo>
                    <a:pt x="1371600" y="0"/>
                  </a:lnTo>
                </a:path>
              </a:pathLst>
            </a:custGeom>
            <a:noFill/>
            <a:ln w="17145">
              <a:solidFill>
                <a:srgbClr val="CC79A7"/>
              </a:solidFill>
              <a:prstDash val="solid"/>
            </a:ln>
          </p:spPr>
        </p:sp>
        <p:sp>
          <p:nvSpPr>
            <p:cNvPr id="563" name="four:topology-swaps:polygon:561"/>
            <p:cNvSpPr>
              <a:spLocks noGrp="1"/>
            </p:cNvSpPr>
            <p:nvPr/>
          </p:nvSpPr>
          <p:spPr>
            <a:xfrm>
              <a:off x="4933950" y="7395401"/>
              <a:ext cx="57150" cy="49149"/>
            </a:xfrm>
            <a:custGeom>
              <a:avLst/>
              <a:gdLst/>
              <a:ahLst/>
              <a:cxnLst/>
              <a:pathLst>
                <a:path w="57150" h="49149">
                  <a:moveTo>
                    <a:pt x="57150" y="24574"/>
                  </a:moveTo>
                  <a:lnTo>
                    <a:pt x="0" y="0"/>
                  </a:lnTo>
                  <a:lnTo>
                    <a:pt x="0" y="49149"/>
                  </a:lnTo>
                  <a:close/>
                </a:path>
              </a:pathLst>
            </a:custGeom>
            <a:solidFill>
              <a:srgbClr val="CC79A7"/>
            </a:solidFill>
            <a:ln w="0">
              <a:noFill/>
              <a:prstDash val="solid"/>
            </a:ln>
          </p:spPr>
        </p:sp>
        <p:sp>
          <p:nvSpPr>
            <p:cNvPr id="564" name="four:topology-swaps:polygon:562"/>
            <p:cNvSpPr>
              <a:spLocks noGrp="1"/>
            </p:cNvSpPr>
            <p:nvPr/>
          </p:nvSpPr>
          <p:spPr>
            <a:xfrm>
              <a:off x="3619500" y="7395401"/>
              <a:ext cx="57150" cy="49149"/>
            </a:xfrm>
            <a:custGeom>
              <a:avLst/>
              <a:gdLst/>
              <a:ahLst/>
              <a:cxnLst/>
              <a:pathLst>
                <a:path w="57150" h="49149">
                  <a:moveTo>
                    <a:pt x="0" y="24574"/>
                  </a:moveTo>
                  <a:lnTo>
                    <a:pt x="57150" y="49149"/>
                  </a:lnTo>
                  <a:lnTo>
                    <a:pt x="57150" y="0"/>
                  </a:lnTo>
                  <a:close/>
                </a:path>
              </a:pathLst>
            </a:custGeom>
            <a:solidFill>
              <a:srgbClr val="CC79A7"/>
            </a:solidFill>
            <a:ln w="0">
              <a:noFill/>
              <a:prstDash val="solid"/>
            </a:ln>
          </p:spPr>
        </p:sp>
        <p:sp>
          <p:nvSpPr>
            <p:cNvPr id="565" name="four:topology-swaps:textbox:563"/>
            <p:cNvSpPr>
              <a:spLocks noGrp="1"/>
            </p:cNvSpPr>
            <p:nvPr/>
          </p:nvSpPr>
          <p:spPr>
            <a:xfrm>
              <a:off x="3876675" y="7086600"/>
              <a:ext cx="857250" cy="342900"/>
            </a:xfrm>
            <a:prstGeom prst="rect">
              <a:avLst/>
            </a:prstGeom>
            <a:noFill/>
            <a:ln w="0">
              <a:noFill/>
              <a:prstDash val="solid"/>
            </a:ln>
          </p:spPr>
          <p:txBody>
            <a:bodyPr wrap="none" lIns="0" tIns="0" rIns="0" bIns="0" anchor="ctr">
              <a:normAutofit/>
            </a:bodyPr>
            <a:lstStyle>
              <a:defPPr algn="ctr">
                <a:defRPr sz="1800" b="0">
                  <a:solidFill>
                    <a:srgbClr val="CC79A7"/>
                  </a:solidFill>
                  <a:latin typeface="Arial" panose="020B0604020202090204"/>
                  <a:ea typeface="Arial" panose="020B0604020202090204"/>
                  <a:cs typeface="Arial" panose="020B0604020202090204"/>
                </a:defRPr>
              </a:defPPr>
            </a:lstStyle>
            <a:p>
              <a:pPr algn="ctr">
                <a:defRPr sz="1800" b="0">
                  <a:solidFill>
                    <a:srgbClr val="CC79A7"/>
                  </a:solidFill>
                  <a:latin typeface="Arial" panose="020B0604020202090204"/>
                  <a:ea typeface="Arial" panose="020B0604020202090204"/>
                  <a:cs typeface="Arial" panose="020B0604020202090204"/>
                </a:defRPr>
              </a:pPr>
              <a:r>
                <a:rPr sz="1800" b="0">
                  <a:solidFill>
                    <a:srgbClr val="CC79A7"/>
                  </a:solidFill>
                  <a:latin typeface="Arial" panose="020B0604020202090204"/>
                  <a:ea typeface="Arial" panose="020B0604020202090204"/>
                  <a:cs typeface="Arial" panose="020B0604020202090204"/>
                </a:rPr>
                <a:t>τ(π)</a:t>
              </a:r>
              <a:endParaRPr sz="1800" b="0">
                <a:solidFill>
                  <a:srgbClr val="CC79A7"/>
                </a:solidFill>
                <a:latin typeface="Arial" panose="020B0604020202090204"/>
                <a:ea typeface="Arial" panose="020B0604020202090204"/>
                <a:cs typeface="Arial" panose="020B0604020202090204"/>
              </a:endParaRPr>
            </a:p>
          </p:txBody>
        </p:sp>
        <p:sp>
          <p:nvSpPr>
            <p:cNvPr id="566" name="four:topology-swaps:line:564"/>
            <p:cNvSpPr>
              <a:spLocks noGrp="1"/>
            </p:cNvSpPr>
            <p:nvPr/>
          </p:nvSpPr>
          <p:spPr>
            <a:xfrm>
              <a:off x="5953125" y="6581775"/>
              <a:ext cx="1733550" cy="953"/>
            </a:xfrm>
            <a:custGeom>
              <a:avLst/>
              <a:gdLst/>
              <a:ahLst/>
              <a:cxnLst/>
              <a:pathLst>
                <a:path w="1733550" h="953">
                  <a:moveTo>
                    <a:pt x="0" y="0"/>
                  </a:moveTo>
                  <a:lnTo>
                    <a:pt x="1733550" y="0"/>
                  </a:lnTo>
                </a:path>
              </a:pathLst>
            </a:custGeom>
            <a:noFill/>
            <a:ln w="10478">
              <a:solidFill>
                <a:srgbClr val="263238"/>
              </a:solidFill>
              <a:prstDash val="dash"/>
            </a:ln>
          </p:spPr>
        </p:sp>
        <p:sp>
          <p:nvSpPr>
            <p:cNvPr id="567" name="four:topology-swaps:polygon:565"/>
            <p:cNvSpPr>
              <a:spLocks noGrp="1"/>
            </p:cNvSpPr>
            <p:nvPr/>
          </p:nvSpPr>
          <p:spPr>
            <a:xfrm>
              <a:off x="7629525" y="6557201"/>
              <a:ext cx="57150" cy="49149"/>
            </a:xfrm>
            <a:custGeom>
              <a:avLst/>
              <a:gdLst/>
              <a:ahLst/>
              <a:cxnLst/>
              <a:pathLst>
                <a:path w="57150" h="49149">
                  <a:moveTo>
                    <a:pt x="57150" y="24574"/>
                  </a:moveTo>
                  <a:lnTo>
                    <a:pt x="0" y="0"/>
                  </a:lnTo>
                  <a:lnTo>
                    <a:pt x="0" y="49149"/>
                  </a:lnTo>
                  <a:close/>
                </a:path>
              </a:pathLst>
            </a:custGeom>
            <a:solidFill>
              <a:srgbClr val="263238"/>
            </a:solidFill>
            <a:ln w="0">
              <a:noFill/>
              <a:prstDash val="solid"/>
            </a:ln>
          </p:spPr>
        </p:sp>
        <p:sp>
          <p:nvSpPr>
            <p:cNvPr id="568" name="four:topology-swaps:textbox:566"/>
            <p:cNvSpPr>
              <a:spLocks noGrp="1"/>
            </p:cNvSpPr>
            <p:nvPr/>
          </p:nvSpPr>
          <p:spPr>
            <a:xfrm>
              <a:off x="5772150" y="6391275"/>
              <a:ext cx="266700" cy="342900"/>
            </a:xfrm>
            <a:prstGeom prst="rect">
              <a:avLst/>
            </a:prstGeom>
            <a:noFill/>
            <a:ln w="0">
              <a:noFill/>
              <a:prstDash val="solid"/>
            </a:ln>
          </p:spPr>
          <p:txBody>
            <a:bodyPr wrap="none" lIns="0" tIns="0" rIns="0" bIns="0" anchor="ctr">
              <a:normAutofit/>
            </a:bodyPr>
            <a:lstStyle>
              <a:defPPr algn="ctr">
                <a:defRPr sz="1650" b="0">
                  <a:solidFill>
                    <a:srgbClr val="7B8790"/>
                  </a:solidFill>
                  <a:latin typeface="Arial" panose="020B0604020202090204"/>
                  <a:ea typeface="Arial" panose="020B0604020202090204"/>
                  <a:cs typeface="Arial" panose="020B0604020202090204"/>
                </a:defRPr>
              </a:defPPr>
            </a:lstStyle>
            <a:p>
              <a:pPr algn="ctr">
                <a:defRPr sz="1650" b="0">
                  <a:solidFill>
                    <a:srgbClr val="7B8790"/>
                  </a:solidFill>
                  <a:latin typeface="Arial" panose="020B0604020202090204"/>
                  <a:ea typeface="Arial" panose="020B0604020202090204"/>
                  <a:cs typeface="Arial" panose="020B0604020202090204"/>
                </a:defRPr>
              </a:pPr>
              <a:r>
                <a:rPr sz="1650" b="0">
                  <a:solidFill>
                    <a:srgbClr val="7B8790"/>
                  </a:solidFill>
                  <a:latin typeface="Arial" panose="020B0604020202090204"/>
                  <a:ea typeface="Arial" panose="020B0604020202090204"/>
                  <a:cs typeface="Arial" panose="020B0604020202090204"/>
                </a:rPr>
                <a:t>u</a:t>
              </a:r>
              <a:r>
                <a:rPr sz="1190" b="0" baseline="-25000">
                  <a:solidFill>
                    <a:srgbClr val="7B8790"/>
                  </a:solidFill>
                  <a:latin typeface="Arial" panose="020B0604020202090204"/>
                  <a:ea typeface="Arial" panose="020B0604020202090204"/>
                  <a:cs typeface="Arial" panose="020B0604020202090204"/>
                </a:rPr>
                <a:t>i</a:t>
              </a:r>
              <a:endParaRPr sz="1190" b="0" baseline="-25000">
                <a:solidFill>
                  <a:srgbClr val="7B8790"/>
                </a:solidFill>
                <a:latin typeface="Arial" panose="020B0604020202090204"/>
                <a:ea typeface="Arial" panose="020B0604020202090204"/>
                <a:cs typeface="Arial" panose="020B0604020202090204"/>
              </a:endParaRPr>
            </a:p>
          </p:txBody>
        </p:sp>
        <p:sp>
          <p:nvSpPr>
            <p:cNvPr id="569" name="four:topology-swaps:line:567"/>
            <p:cNvSpPr>
              <a:spLocks noGrp="1"/>
            </p:cNvSpPr>
            <p:nvPr/>
          </p:nvSpPr>
          <p:spPr>
            <a:xfrm>
              <a:off x="6067425" y="6448425"/>
              <a:ext cx="953" cy="228600"/>
            </a:xfrm>
            <a:custGeom>
              <a:avLst/>
              <a:gdLst/>
              <a:ahLst/>
              <a:cxnLst/>
              <a:pathLst>
                <a:path w="953" h="228600">
                  <a:moveTo>
                    <a:pt x="0" y="4405"/>
                  </a:moveTo>
                  <a:lnTo>
                    <a:pt x="0" y="228600"/>
                  </a:lnTo>
                </a:path>
              </a:pathLst>
            </a:custGeom>
            <a:noFill/>
            <a:ln w="13335">
              <a:solidFill>
                <a:srgbClr val="0072B2"/>
              </a:solidFill>
              <a:prstDash val="dash"/>
            </a:ln>
          </p:spPr>
        </p:sp>
        <p:sp>
          <p:nvSpPr>
            <p:cNvPr id="570" name="four:topology-swaps:line:568"/>
            <p:cNvSpPr>
              <a:spLocks noGrp="1"/>
            </p:cNvSpPr>
            <p:nvPr/>
          </p:nvSpPr>
          <p:spPr>
            <a:xfrm>
              <a:off x="6038850" y="6486525"/>
              <a:ext cx="57150" cy="953"/>
            </a:xfrm>
            <a:custGeom>
              <a:avLst/>
              <a:gdLst/>
              <a:ahLst/>
              <a:cxnLst/>
              <a:pathLst>
                <a:path w="57150" h="953">
                  <a:moveTo>
                    <a:pt x="0" y="0"/>
                  </a:moveTo>
                  <a:lnTo>
                    <a:pt x="57150" y="0"/>
                  </a:lnTo>
                </a:path>
              </a:pathLst>
            </a:custGeom>
            <a:noFill/>
            <a:ln w="14288">
              <a:solidFill>
                <a:srgbClr val="0072B2"/>
              </a:solidFill>
              <a:prstDash val="solid"/>
            </a:ln>
          </p:spPr>
        </p:sp>
        <p:sp>
          <p:nvSpPr>
            <p:cNvPr id="571" name="four:topology-swaps:regular-node:569"/>
            <p:cNvSpPr>
              <a:spLocks noGrp="1"/>
            </p:cNvSpPr>
            <p:nvPr/>
          </p:nvSpPr>
          <p:spPr>
            <a:xfrm>
              <a:off x="6049328" y="6563678"/>
              <a:ext cx="36195" cy="36195"/>
            </a:xfrm>
            <a:prstGeom prst="ellipse">
              <a:avLst/>
            </a:prstGeom>
            <a:solidFill>
              <a:srgbClr val="0072B2"/>
            </a:solidFill>
            <a:ln w="0">
              <a:noFill/>
              <a:prstDash val="solid"/>
            </a:ln>
          </p:spPr>
        </p:sp>
        <p:sp>
          <p:nvSpPr>
            <p:cNvPr id="572" name="four:topology-swaps:line:570"/>
            <p:cNvSpPr>
              <a:spLocks noGrp="1"/>
            </p:cNvSpPr>
            <p:nvPr/>
          </p:nvSpPr>
          <p:spPr>
            <a:xfrm>
              <a:off x="6067425" y="6696075"/>
              <a:ext cx="953" cy="200025"/>
            </a:xfrm>
            <a:custGeom>
              <a:avLst/>
              <a:gdLst/>
              <a:ahLst/>
              <a:cxnLst/>
              <a:pathLst>
                <a:path w="953" h="200025">
                  <a:moveTo>
                    <a:pt x="0" y="0"/>
                  </a:moveTo>
                  <a:lnTo>
                    <a:pt x="0" y="200025"/>
                  </a:lnTo>
                </a:path>
              </a:pathLst>
            </a:custGeom>
            <a:noFill/>
            <a:ln w="10478">
              <a:solidFill>
                <a:srgbClr val="0072B2">
                  <a:alpha val="60000"/>
                </a:srgbClr>
              </a:solidFill>
              <a:prstDash val="solid"/>
            </a:ln>
          </p:spPr>
        </p:sp>
        <p:sp>
          <p:nvSpPr>
            <p:cNvPr id="573" name="four:topology-swaps:line:571"/>
            <p:cNvSpPr>
              <a:spLocks noGrp="1"/>
            </p:cNvSpPr>
            <p:nvPr/>
          </p:nvSpPr>
          <p:spPr>
            <a:xfrm>
              <a:off x="7073265" y="6448425"/>
              <a:ext cx="953" cy="228600"/>
            </a:xfrm>
            <a:custGeom>
              <a:avLst/>
              <a:gdLst/>
              <a:ahLst/>
              <a:cxnLst/>
              <a:pathLst>
                <a:path w="953" h="228600">
                  <a:moveTo>
                    <a:pt x="0" y="4405"/>
                  </a:moveTo>
                  <a:lnTo>
                    <a:pt x="0" y="228600"/>
                  </a:lnTo>
                </a:path>
              </a:pathLst>
            </a:custGeom>
            <a:noFill/>
            <a:ln w="13335">
              <a:solidFill>
                <a:srgbClr val="D55E00"/>
              </a:solidFill>
              <a:prstDash val="dash"/>
            </a:ln>
          </p:spPr>
        </p:sp>
        <p:sp>
          <p:nvSpPr>
            <p:cNvPr id="574" name="four:topology-swaps:line:572"/>
            <p:cNvSpPr>
              <a:spLocks noGrp="1"/>
            </p:cNvSpPr>
            <p:nvPr/>
          </p:nvSpPr>
          <p:spPr>
            <a:xfrm>
              <a:off x="7044690" y="6486525"/>
              <a:ext cx="57150" cy="953"/>
            </a:xfrm>
            <a:custGeom>
              <a:avLst/>
              <a:gdLst/>
              <a:ahLst/>
              <a:cxnLst/>
              <a:pathLst>
                <a:path w="57150" h="953">
                  <a:moveTo>
                    <a:pt x="0" y="0"/>
                  </a:moveTo>
                  <a:lnTo>
                    <a:pt x="57150" y="0"/>
                  </a:lnTo>
                </a:path>
              </a:pathLst>
            </a:custGeom>
            <a:noFill/>
            <a:ln w="14288">
              <a:solidFill>
                <a:srgbClr val="D55E00"/>
              </a:solidFill>
              <a:prstDash val="solid"/>
            </a:ln>
          </p:spPr>
        </p:sp>
        <p:sp>
          <p:nvSpPr>
            <p:cNvPr id="575" name="four:topology-swaps:regular-node:573"/>
            <p:cNvSpPr>
              <a:spLocks noGrp="1"/>
            </p:cNvSpPr>
            <p:nvPr/>
          </p:nvSpPr>
          <p:spPr>
            <a:xfrm>
              <a:off x="7055168" y="6563678"/>
              <a:ext cx="36195" cy="36195"/>
            </a:xfrm>
            <a:prstGeom prst="ellipse">
              <a:avLst/>
            </a:prstGeom>
            <a:solidFill>
              <a:srgbClr val="D55E00"/>
            </a:solidFill>
            <a:ln w="0">
              <a:noFill/>
              <a:prstDash val="solid"/>
            </a:ln>
          </p:spPr>
        </p:sp>
        <p:sp>
          <p:nvSpPr>
            <p:cNvPr id="576" name="four:topology-swaps:line:574"/>
            <p:cNvSpPr>
              <a:spLocks noGrp="1"/>
            </p:cNvSpPr>
            <p:nvPr/>
          </p:nvSpPr>
          <p:spPr>
            <a:xfrm>
              <a:off x="6524625" y="6696075"/>
              <a:ext cx="548640" cy="200025"/>
            </a:xfrm>
            <a:custGeom>
              <a:avLst/>
              <a:gdLst/>
              <a:ahLst/>
              <a:cxnLst/>
              <a:pathLst>
                <a:path w="548640" h="200025">
                  <a:moveTo>
                    <a:pt x="548640" y="0"/>
                  </a:moveTo>
                  <a:lnTo>
                    <a:pt x="0" y="200025"/>
                  </a:lnTo>
                </a:path>
              </a:pathLst>
            </a:custGeom>
            <a:noFill/>
            <a:ln w="10478">
              <a:solidFill>
                <a:srgbClr val="D55E00">
                  <a:alpha val="60000"/>
                </a:srgbClr>
              </a:solidFill>
              <a:prstDash val="solid"/>
            </a:ln>
          </p:spPr>
        </p:sp>
        <p:sp>
          <p:nvSpPr>
            <p:cNvPr id="577" name="four:topology-swaps:line:575"/>
            <p:cNvSpPr>
              <a:spLocks noGrp="1"/>
            </p:cNvSpPr>
            <p:nvPr/>
          </p:nvSpPr>
          <p:spPr>
            <a:xfrm>
              <a:off x="7576185" y="6448425"/>
              <a:ext cx="953" cy="228600"/>
            </a:xfrm>
            <a:custGeom>
              <a:avLst/>
              <a:gdLst/>
              <a:ahLst/>
              <a:cxnLst/>
              <a:pathLst>
                <a:path w="953" h="228600">
                  <a:moveTo>
                    <a:pt x="0" y="4405"/>
                  </a:moveTo>
                  <a:lnTo>
                    <a:pt x="0" y="228600"/>
                  </a:lnTo>
                </a:path>
              </a:pathLst>
            </a:custGeom>
            <a:noFill/>
            <a:ln w="13335">
              <a:solidFill>
                <a:srgbClr val="009E73"/>
              </a:solidFill>
              <a:prstDash val="dash"/>
            </a:ln>
          </p:spPr>
        </p:sp>
        <p:sp>
          <p:nvSpPr>
            <p:cNvPr id="578" name="four:topology-swaps:line:576"/>
            <p:cNvSpPr>
              <a:spLocks noGrp="1"/>
            </p:cNvSpPr>
            <p:nvPr/>
          </p:nvSpPr>
          <p:spPr>
            <a:xfrm>
              <a:off x="7547610" y="6486525"/>
              <a:ext cx="57150" cy="953"/>
            </a:xfrm>
            <a:custGeom>
              <a:avLst/>
              <a:gdLst/>
              <a:ahLst/>
              <a:cxnLst/>
              <a:pathLst>
                <a:path w="57150" h="953">
                  <a:moveTo>
                    <a:pt x="0" y="0"/>
                  </a:moveTo>
                  <a:lnTo>
                    <a:pt x="57150" y="0"/>
                  </a:lnTo>
                </a:path>
              </a:pathLst>
            </a:custGeom>
            <a:noFill/>
            <a:ln w="14288">
              <a:solidFill>
                <a:srgbClr val="009E73"/>
              </a:solidFill>
              <a:prstDash val="solid"/>
            </a:ln>
          </p:spPr>
        </p:sp>
        <p:sp>
          <p:nvSpPr>
            <p:cNvPr id="579" name="four:topology-swaps:regular-node:577"/>
            <p:cNvSpPr>
              <a:spLocks noGrp="1"/>
            </p:cNvSpPr>
            <p:nvPr/>
          </p:nvSpPr>
          <p:spPr>
            <a:xfrm>
              <a:off x="7558088" y="6563678"/>
              <a:ext cx="36195" cy="36195"/>
            </a:xfrm>
            <a:prstGeom prst="ellipse">
              <a:avLst/>
            </a:prstGeom>
            <a:solidFill>
              <a:srgbClr val="009E73"/>
            </a:solidFill>
            <a:ln w="0">
              <a:noFill/>
              <a:prstDash val="solid"/>
            </a:ln>
          </p:spPr>
        </p:sp>
        <p:sp>
          <p:nvSpPr>
            <p:cNvPr id="580" name="four:topology-swaps:line:578"/>
            <p:cNvSpPr>
              <a:spLocks noGrp="1"/>
            </p:cNvSpPr>
            <p:nvPr/>
          </p:nvSpPr>
          <p:spPr>
            <a:xfrm>
              <a:off x="6981825" y="6696075"/>
              <a:ext cx="594360" cy="200025"/>
            </a:xfrm>
            <a:custGeom>
              <a:avLst/>
              <a:gdLst/>
              <a:ahLst/>
              <a:cxnLst/>
              <a:pathLst>
                <a:path w="594360" h="200025">
                  <a:moveTo>
                    <a:pt x="594360" y="0"/>
                  </a:moveTo>
                  <a:lnTo>
                    <a:pt x="0" y="200025"/>
                  </a:lnTo>
                </a:path>
              </a:pathLst>
            </a:custGeom>
            <a:noFill/>
            <a:ln w="10478">
              <a:solidFill>
                <a:srgbClr val="009E73">
                  <a:alpha val="60000"/>
                </a:srgbClr>
              </a:solidFill>
              <a:prstDash val="solid"/>
            </a:ln>
          </p:spPr>
        </p:sp>
        <p:sp>
          <p:nvSpPr>
            <p:cNvPr id="581" name="four:topology-swaps:line:579"/>
            <p:cNvSpPr>
              <a:spLocks noGrp="1"/>
            </p:cNvSpPr>
            <p:nvPr/>
          </p:nvSpPr>
          <p:spPr>
            <a:xfrm>
              <a:off x="6570345" y="6448425"/>
              <a:ext cx="953" cy="228600"/>
            </a:xfrm>
            <a:custGeom>
              <a:avLst/>
              <a:gdLst/>
              <a:ahLst/>
              <a:cxnLst/>
              <a:pathLst>
                <a:path w="953" h="228600">
                  <a:moveTo>
                    <a:pt x="0" y="4405"/>
                  </a:moveTo>
                  <a:lnTo>
                    <a:pt x="0" y="228600"/>
                  </a:lnTo>
                </a:path>
              </a:pathLst>
            </a:custGeom>
            <a:noFill/>
            <a:ln w="13335">
              <a:solidFill>
                <a:srgbClr val="CC79A7"/>
              </a:solidFill>
              <a:prstDash val="dash"/>
            </a:ln>
          </p:spPr>
        </p:sp>
        <p:sp>
          <p:nvSpPr>
            <p:cNvPr id="582" name="four:topology-swaps:line:580"/>
            <p:cNvSpPr>
              <a:spLocks noGrp="1"/>
            </p:cNvSpPr>
            <p:nvPr/>
          </p:nvSpPr>
          <p:spPr>
            <a:xfrm>
              <a:off x="6541770" y="6486525"/>
              <a:ext cx="57150" cy="953"/>
            </a:xfrm>
            <a:custGeom>
              <a:avLst/>
              <a:gdLst/>
              <a:ahLst/>
              <a:cxnLst/>
              <a:pathLst>
                <a:path w="57150" h="953">
                  <a:moveTo>
                    <a:pt x="0" y="0"/>
                  </a:moveTo>
                  <a:lnTo>
                    <a:pt x="57150" y="0"/>
                  </a:lnTo>
                </a:path>
              </a:pathLst>
            </a:custGeom>
            <a:noFill/>
            <a:ln w="14288">
              <a:solidFill>
                <a:srgbClr val="CC79A7"/>
              </a:solidFill>
              <a:prstDash val="solid"/>
            </a:ln>
          </p:spPr>
        </p:sp>
        <p:sp>
          <p:nvSpPr>
            <p:cNvPr id="583" name="four:topology-swaps:regular-node:581"/>
            <p:cNvSpPr>
              <a:spLocks noGrp="1"/>
            </p:cNvSpPr>
            <p:nvPr/>
          </p:nvSpPr>
          <p:spPr>
            <a:xfrm>
              <a:off x="6552248" y="6563678"/>
              <a:ext cx="36195" cy="36195"/>
            </a:xfrm>
            <a:prstGeom prst="ellipse">
              <a:avLst/>
            </a:prstGeom>
            <a:solidFill>
              <a:srgbClr val="CC79A7"/>
            </a:solidFill>
            <a:ln w="0">
              <a:noFill/>
              <a:prstDash val="solid"/>
            </a:ln>
          </p:spPr>
        </p:sp>
        <p:sp>
          <p:nvSpPr>
            <p:cNvPr id="584" name="four:topology-swaps:line:582"/>
            <p:cNvSpPr>
              <a:spLocks noGrp="1"/>
            </p:cNvSpPr>
            <p:nvPr/>
          </p:nvSpPr>
          <p:spPr>
            <a:xfrm>
              <a:off x="6570345" y="6696075"/>
              <a:ext cx="868680" cy="200025"/>
            </a:xfrm>
            <a:custGeom>
              <a:avLst/>
              <a:gdLst/>
              <a:ahLst/>
              <a:cxnLst/>
              <a:pathLst>
                <a:path w="868680" h="200025">
                  <a:moveTo>
                    <a:pt x="0" y="0"/>
                  </a:moveTo>
                  <a:lnTo>
                    <a:pt x="868680" y="200025"/>
                  </a:lnTo>
                </a:path>
              </a:pathLst>
            </a:custGeom>
            <a:noFill/>
            <a:ln w="10478">
              <a:solidFill>
                <a:srgbClr val="CC79A7">
                  <a:alpha val="60000"/>
                </a:srgbClr>
              </a:solidFill>
              <a:prstDash val="solid"/>
            </a:ln>
          </p:spPr>
        </p:sp>
        <p:sp>
          <p:nvSpPr>
            <p:cNvPr id="585" name="four:topology-swaps:line:583"/>
            <p:cNvSpPr>
              <a:spLocks noGrp="1"/>
            </p:cNvSpPr>
            <p:nvPr/>
          </p:nvSpPr>
          <p:spPr>
            <a:xfrm>
              <a:off x="5953125" y="7010400"/>
              <a:ext cx="1733550" cy="953"/>
            </a:xfrm>
            <a:custGeom>
              <a:avLst/>
              <a:gdLst/>
              <a:ahLst/>
              <a:cxnLst/>
              <a:pathLst>
                <a:path w="1733550" h="953">
                  <a:moveTo>
                    <a:pt x="0" y="0"/>
                  </a:moveTo>
                  <a:lnTo>
                    <a:pt x="1733550" y="0"/>
                  </a:lnTo>
                </a:path>
              </a:pathLst>
            </a:custGeom>
            <a:noFill/>
            <a:ln w="12383">
              <a:solidFill>
                <a:srgbClr val="263238"/>
              </a:solidFill>
              <a:prstDash val="solid"/>
            </a:ln>
          </p:spPr>
        </p:sp>
        <p:sp>
          <p:nvSpPr>
            <p:cNvPr id="586" name="four:topology-swaps:polygon:584"/>
            <p:cNvSpPr>
              <a:spLocks noGrp="1"/>
            </p:cNvSpPr>
            <p:nvPr/>
          </p:nvSpPr>
          <p:spPr>
            <a:xfrm>
              <a:off x="7629525" y="6985826"/>
              <a:ext cx="57150" cy="49149"/>
            </a:xfrm>
            <a:custGeom>
              <a:avLst/>
              <a:gdLst/>
              <a:ahLst/>
              <a:cxnLst/>
              <a:pathLst>
                <a:path w="57150" h="49149">
                  <a:moveTo>
                    <a:pt x="57150" y="24574"/>
                  </a:moveTo>
                  <a:lnTo>
                    <a:pt x="0" y="0"/>
                  </a:lnTo>
                  <a:lnTo>
                    <a:pt x="0" y="49149"/>
                  </a:lnTo>
                  <a:close/>
                </a:path>
              </a:pathLst>
            </a:custGeom>
            <a:solidFill>
              <a:srgbClr val="263238"/>
            </a:solidFill>
            <a:ln w="0">
              <a:noFill/>
              <a:prstDash val="solid"/>
            </a:ln>
          </p:spPr>
        </p:sp>
        <p:sp>
          <p:nvSpPr>
            <p:cNvPr id="587" name="four:topology-swaps:textbox:585"/>
            <p:cNvSpPr>
              <a:spLocks noGrp="1"/>
            </p:cNvSpPr>
            <p:nvPr/>
          </p:nvSpPr>
          <p:spPr>
            <a:xfrm>
              <a:off x="5772150" y="6819900"/>
              <a:ext cx="266700" cy="342900"/>
            </a:xfrm>
            <a:prstGeom prst="rect">
              <a:avLst/>
            </a:prstGeom>
            <a:noFill/>
            <a:ln w="0">
              <a:noFill/>
              <a:prstDash val="solid"/>
            </a:ln>
          </p:spPr>
          <p:txBody>
            <a:bodyPr wrap="none" lIns="0" tIns="0" rIns="0" bIns="0" anchor="ctr">
              <a:normAutofit/>
            </a:bodyPr>
            <a:lstStyle>
              <a:defPPr algn="ctr">
                <a:defRPr sz="1650" b="0">
                  <a:solidFill>
                    <a:srgbClr val="7B8790"/>
                  </a:solidFill>
                  <a:latin typeface="Arial" panose="020B0604020202090204"/>
                  <a:ea typeface="Arial" panose="020B0604020202090204"/>
                  <a:cs typeface="Arial" panose="020B0604020202090204"/>
                </a:defRPr>
              </a:defPPr>
            </a:lstStyle>
            <a:p>
              <a:pPr algn="ctr">
                <a:defRPr sz="1650" b="0">
                  <a:solidFill>
                    <a:srgbClr val="7B8790"/>
                  </a:solidFill>
                  <a:latin typeface="Arial" panose="020B0604020202090204"/>
                  <a:ea typeface="Arial" panose="020B0604020202090204"/>
                  <a:cs typeface="Arial" panose="020B0604020202090204"/>
                </a:defRPr>
              </a:pPr>
              <a:r>
                <a:rPr sz="1650" b="0">
                  <a:solidFill>
                    <a:srgbClr val="7B8790"/>
                  </a:solidFill>
                  <a:latin typeface="Arial" panose="020B0604020202090204"/>
                  <a:ea typeface="Arial" panose="020B0604020202090204"/>
                  <a:cs typeface="Arial" panose="020B0604020202090204"/>
                </a:rPr>
                <a:t>q</a:t>
              </a:r>
              <a:r>
                <a:rPr sz="1190" b="0" baseline="-25000">
                  <a:solidFill>
                    <a:srgbClr val="7B8790"/>
                  </a:solidFill>
                  <a:latin typeface="Arial" panose="020B0604020202090204"/>
                  <a:ea typeface="Arial" panose="020B0604020202090204"/>
                  <a:cs typeface="Arial" panose="020B0604020202090204"/>
                </a:rPr>
                <a:t>i</a:t>
              </a:r>
              <a:endParaRPr sz="1190" b="0" baseline="-25000">
                <a:solidFill>
                  <a:srgbClr val="7B8790"/>
                </a:solidFill>
                <a:latin typeface="Arial" panose="020B0604020202090204"/>
                <a:ea typeface="Arial" panose="020B0604020202090204"/>
                <a:cs typeface="Arial" panose="020B0604020202090204"/>
              </a:endParaRPr>
            </a:p>
          </p:txBody>
        </p:sp>
        <p:sp>
          <p:nvSpPr>
            <p:cNvPr id="588" name="four:topology-swaps:interval-A:586"/>
            <p:cNvSpPr>
              <a:spLocks noGrp="1"/>
            </p:cNvSpPr>
            <p:nvPr/>
          </p:nvSpPr>
          <p:spPr>
            <a:xfrm>
              <a:off x="5975985" y="6905625"/>
              <a:ext cx="182880" cy="209550"/>
            </a:xfrm>
            <a:prstGeom prst="rect">
              <a:avLst/>
            </a:prstGeom>
            <a:solidFill>
              <a:srgbClr val="0072B2"/>
            </a:solidFill>
            <a:ln w="7620">
              <a:solidFill>
                <a:srgbClr val="263238"/>
              </a:solidFill>
              <a:prstDash val="solid"/>
            </a:ln>
          </p:spPr>
        </p:sp>
        <p:sp>
          <p:nvSpPr>
            <p:cNvPr id="589" name="four:topology-swaps:regular-node:587"/>
            <p:cNvSpPr>
              <a:spLocks noGrp="1"/>
            </p:cNvSpPr>
            <p:nvPr/>
          </p:nvSpPr>
          <p:spPr>
            <a:xfrm>
              <a:off x="6047423" y="6990398"/>
              <a:ext cx="40005" cy="40005"/>
            </a:xfrm>
            <a:prstGeom prst="ellipse">
              <a:avLst/>
            </a:prstGeom>
            <a:solidFill>
              <a:srgbClr val="263238"/>
            </a:solidFill>
            <a:ln w="0">
              <a:noFill/>
              <a:prstDash val="solid"/>
            </a:ln>
          </p:spPr>
        </p:sp>
        <p:sp>
          <p:nvSpPr>
            <p:cNvPr id="590" name="four:topology-swaps:interval-C:588"/>
            <p:cNvSpPr>
              <a:spLocks noGrp="1"/>
            </p:cNvSpPr>
            <p:nvPr/>
          </p:nvSpPr>
          <p:spPr>
            <a:xfrm>
              <a:off x="6433185" y="6905625"/>
              <a:ext cx="182880" cy="209550"/>
            </a:xfrm>
            <a:prstGeom prst="rect">
              <a:avLst/>
            </a:prstGeom>
            <a:solidFill>
              <a:srgbClr val="D55E00"/>
            </a:solidFill>
            <a:ln w="7620">
              <a:solidFill>
                <a:srgbClr val="263238"/>
              </a:solidFill>
              <a:prstDash val="solid"/>
            </a:ln>
          </p:spPr>
        </p:sp>
        <p:sp>
          <p:nvSpPr>
            <p:cNvPr id="591" name="four:topology-swaps:regular-node:589"/>
            <p:cNvSpPr>
              <a:spLocks noGrp="1"/>
            </p:cNvSpPr>
            <p:nvPr/>
          </p:nvSpPr>
          <p:spPr>
            <a:xfrm>
              <a:off x="6504623" y="6990398"/>
              <a:ext cx="40005" cy="40005"/>
            </a:xfrm>
            <a:prstGeom prst="ellipse">
              <a:avLst/>
            </a:prstGeom>
            <a:solidFill>
              <a:srgbClr val="263238"/>
            </a:solidFill>
            <a:ln w="0">
              <a:noFill/>
              <a:prstDash val="solid"/>
            </a:ln>
          </p:spPr>
        </p:sp>
        <p:sp>
          <p:nvSpPr>
            <p:cNvPr id="592" name="four:topology-swaps:interval-D:590"/>
            <p:cNvSpPr>
              <a:spLocks noGrp="1"/>
            </p:cNvSpPr>
            <p:nvPr/>
          </p:nvSpPr>
          <p:spPr>
            <a:xfrm>
              <a:off x="6890385" y="6905625"/>
              <a:ext cx="182880" cy="209550"/>
            </a:xfrm>
            <a:prstGeom prst="rect">
              <a:avLst/>
            </a:prstGeom>
            <a:solidFill>
              <a:srgbClr val="009E73"/>
            </a:solidFill>
            <a:ln w="7620">
              <a:solidFill>
                <a:srgbClr val="263238"/>
              </a:solidFill>
              <a:prstDash val="solid"/>
            </a:ln>
          </p:spPr>
        </p:sp>
        <p:sp>
          <p:nvSpPr>
            <p:cNvPr id="593" name="four:topology-swaps:regular-node:591"/>
            <p:cNvSpPr>
              <a:spLocks noGrp="1"/>
            </p:cNvSpPr>
            <p:nvPr/>
          </p:nvSpPr>
          <p:spPr>
            <a:xfrm>
              <a:off x="6961823" y="6990398"/>
              <a:ext cx="40005" cy="40005"/>
            </a:xfrm>
            <a:prstGeom prst="ellipse">
              <a:avLst/>
            </a:prstGeom>
            <a:solidFill>
              <a:srgbClr val="263238"/>
            </a:solidFill>
            <a:ln w="0">
              <a:noFill/>
              <a:prstDash val="solid"/>
            </a:ln>
          </p:spPr>
        </p:sp>
        <p:sp>
          <p:nvSpPr>
            <p:cNvPr id="594" name="four:topology-swaps:interval-B:592"/>
            <p:cNvSpPr>
              <a:spLocks noGrp="1"/>
            </p:cNvSpPr>
            <p:nvPr/>
          </p:nvSpPr>
          <p:spPr>
            <a:xfrm>
              <a:off x="7347585" y="6905625"/>
              <a:ext cx="182880" cy="209550"/>
            </a:xfrm>
            <a:prstGeom prst="rect">
              <a:avLst/>
            </a:prstGeom>
            <a:solidFill>
              <a:srgbClr val="CC79A7"/>
            </a:solidFill>
            <a:ln w="7620">
              <a:solidFill>
                <a:srgbClr val="263238"/>
              </a:solidFill>
              <a:prstDash val="solid"/>
            </a:ln>
          </p:spPr>
        </p:sp>
        <p:sp>
          <p:nvSpPr>
            <p:cNvPr id="595" name="four:topology-swaps:regular-node:593"/>
            <p:cNvSpPr>
              <a:spLocks noGrp="1"/>
            </p:cNvSpPr>
            <p:nvPr/>
          </p:nvSpPr>
          <p:spPr>
            <a:xfrm>
              <a:off x="7419023" y="6990398"/>
              <a:ext cx="40005" cy="40005"/>
            </a:xfrm>
            <a:prstGeom prst="ellipse">
              <a:avLst/>
            </a:prstGeom>
            <a:solidFill>
              <a:srgbClr val="263238"/>
            </a:solidFill>
            <a:ln w="0">
              <a:noFill/>
              <a:prstDash val="solid"/>
            </a:ln>
          </p:spPr>
        </p:sp>
        <p:sp>
          <p:nvSpPr>
            <p:cNvPr id="596" name="four:topology-swaps:line:594"/>
            <p:cNvSpPr>
              <a:spLocks noGrp="1"/>
            </p:cNvSpPr>
            <p:nvPr/>
          </p:nvSpPr>
          <p:spPr>
            <a:xfrm>
              <a:off x="6570345" y="6696075"/>
              <a:ext cx="953" cy="171450"/>
            </a:xfrm>
            <a:custGeom>
              <a:avLst/>
              <a:gdLst/>
              <a:ahLst/>
              <a:cxnLst/>
              <a:pathLst>
                <a:path w="953" h="171450">
                  <a:moveTo>
                    <a:pt x="0" y="0"/>
                  </a:moveTo>
                  <a:lnTo>
                    <a:pt x="0" y="171450"/>
                  </a:lnTo>
                </a:path>
              </a:pathLst>
            </a:custGeom>
            <a:noFill/>
            <a:ln w="9525">
              <a:solidFill>
                <a:srgbClr val="CC79A7">
                  <a:alpha val="85000"/>
                </a:srgbClr>
              </a:solidFill>
              <a:prstDash val="dash"/>
            </a:ln>
          </p:spPr>
        </p:sp>
        <p:sp>
          <p:nvSpPr>
            <p:cNvPr id="597" name="four:topology-swaps:line:595"/>
            <p:cNvSpPr>
              <a:spLocks noGrp="1"/>
            </p:cNvSpPr>
            <p:nvPr/>
          </p:nvSpPr>
          <p:spPr>
            <a:xfrm>
              <a:off x="6570345" y="7153275"/>
              <a:ext cx="953" cy="266700"/>
            </a:xfrm>
            <a:custGeom>
              <a:avLst/>
              <a:gdLst/>
              <a:ahLst/>
              <a:cxnLst/>
              <a:pathLst>
                <a:path w="953" h="266700">
                  <a:moveTo>
                    <a:pt x="0" y="0"/>
                  </a:moveTo>
                  <a:lnTo>
                    <a:pt x="0" y="266700"/>
                  </a:lnTo>
                </a:path>
              </a:pathLst>
            </a:custGeom>
            <a:noFill/>
            <a:ln w="9525">
              <a:solidFill>
                <a:srgbClr val="CC79A7">
                  <a:alpha val="85000"/>
                </a:srgbClr>
              </a:solidFill>
              <a:prstDash val="dash"/>
            </a:ln>
          </p:spPr>
        </p:sp>
        <p:sp>
          <p:nvSpPr>
            <p:cNvPr id="598" name="four:topology-swaps:line:596"/>
            <p:cNvSpPr>
              <a:spLocks noGrp="1"/>
            </p:cNvSpPr>
            <p:nvPr/>
          </p:nvSpPr>
          <p:spPr>
            <a:xfrm>
              <a:off x="7439025" y="7124700"/>
              <a:ext cx="953" cy="295275"/>
            </a:xfrm>
            <a:custGeom>
              <a:avLst/>
              <a:gdLst/>
              <a:ahLst/>
              <a:cxnLst/>
              <a:pathLst>
                <a:path w="953" h="295275">
                  <a:moveTo>
                    <a:pt x="0" y="0"/>
                  </a:moveTo>
                  <a:lnTo>
                    <a:pt x="0" y="295275"/>
                  </a:lnTo>
                </a:path>
              </a:pathLst>
            </a:custGeom>
            <a:noFill/>
            <a:ln w="9525">
              <a:solidFill>
                <a:srgbClr val="CC79A7"/>
              </a:solidFill>
              <a:prstDash val="solid"/>
            </a:ln>
          </p:spPr>
        </p:sp>
        <p:sp>
          <p:nvSpPr>
            <p:cNvPr id="599" name="four:topology-swaps:line:597"/>
            <p:cNvSpPr>
              <a:spLocks noGrp="1"/>
            </p:cNvSpPr>
            <p:nvPr/>
          </p:nvSpPr>
          <p:spPr>
            <a:xfrm>
              <a:off x="6570345" y="7419975"/>
              <a:ext cx="868680" cy="953"/>
            </a:xfrm>
            <a:custGeom>
              <a:avLst/>
              <a:gdLst/>
              <a:ahLst/>
              <a:cxnLst/>
              <a:pathLst>
                <a:path w="868680" h="953">
                  <a:moveTo>
                    <a:pt x="0" y="0"/>
                  </a:moveTo>
                  <a:lnTo>
                    <a:pt x="868680" y="0"/>
                  </a:lnTo>
                </a:path>
              </a:pathLst>
            </a:custGeom>
            <a:noFill/>
            <a:ln w="17145">
              <a:solidFill>
                <a:srgbClr val="CC79A7"/>
              </a:solidFill>
              <a:prstDash val="solid"/>
            </a:ln>
          </p:spPr>
        </p:sp>
        <p:sp>
          <p:nvSpPr>
            <p:cNvPr id="600" name="four:topology-swaps:polygon:598"/>
            <p:cNvSpPr>
              <a:spLocks noGrp="1"/>
            </p:cNvSpPr>
            <p:nvPr/>
          </p:nvSpPr>
          <p:spPr>
            <a:xfrm>
              <a:off x="7381875" y="7395401"/>
              <a:ext cx="57150" cy="49149"/>
            </a:xfrm>
            <a:custGeom>
              <a:avLst/>
              <a:gdLst/>
              <a:ahLst/>
              <a:cxnLst/>
              <a:pathLst>
                <a:path w="57150" h="49149">
                  <a:moveTo>
                    <a:pt x="57150" y="24574"/>
                  </a:moveTo>
                  <a:lnTo>
                    <a:pt x="0" y="0"/>
                  </a:lnTo>
                  <a:lnTo>
                    <a:pt x="0" y="49149"/>
                  </a:lnTo>
                  <a:close/>
                </a:path>
              </a:pathLst>
            </a:custGeom>
            <a:solidFill>
              <a:srgbClr val="CC79A7"/>
            </a:solidFill>
            <a:ln w="0">
              <a:noFill/>
              <a:prstDash val="solid"/>
            </a:ln>
          </p:spPr>
        </p:sp>
        <p:sp>
          <p:nvSpPr>
            <p:cNvPr id="601" name="four:topology-swaps:polygon:599"/>
            <p:cNvSpPr>
              <a:spLocks noGrp="1"/>
            </p:cNvSpPr>
            <p:nvPr/>
          </p:nvSpPr>
          <p:spPr>
            <a:xfrm>
              <a:off x="6570345" y="7395401"/>
              <a:ext cx="57150" cy="49149"/>
            </a:xfrm>
            <a:custGeom>
              <a:avLst/>
              <a:gdLst/>
              <a:ahLst/>
              <a:cxnLst/>
              <a:pathLst>
                <a:path w="57150" h="49149">
                  <a:moveTo>
                    <a:pt x="0" y="24574"/>
                  </a:moveTo>
                  <a:lnTo>
                    <a:pt x="57150" y="49149"/>
                  </a:lnTo>
                  <a:lnTo>
                    <a:pt x="57150" y="0"/>
                  </a:lnTo>
                  <a:close/>
                </a:path>
              </a:pathLst>
            </a:custGeom>
            <a:solidFill>
              <a:srgbClr val="CC79A7"/>
            </a:solidFill>
            <a:ln w="0">
              <a:noFill/>
              <a:prstDash val="solid"/>
            </a:ln>
          </p:spPr>
        </p:sp>
        <p:sp>
          <p:nvSpPr>
            <p:cNvPr id="602" name="four:topology-swaps:textbox:600"/>
            <p:cNvSpPr>
              <a:spLocks noGrp="1"/>
            </p:cNvSpPr>
            <p:nvPr/>
          </p:nvSpPr>
          <p:spPr>
            <a:xfrm>
              <a:off x="6576060" y="7086600"/>
              <a:ext cx="857250" cy="342900"/>
            </a:xfrm>
            <a:prstGeom prst="rect">
              <a:avLst/>
            </a:prstGeom>
            <a:noFill/>
            <a:ln w="0">
              <a:noFill/>
              <a:prstDash val="solid"/>
            </a:ln>
          </p:spPr>
          <p:txBody>
            <a:bodyPr wrap="none" lIns="0" tIns="0" rIns="0" bIns="0" anchor="ctr">
              <a:normAutofit/>
            </a:bodyPr>
            <a:lstStyle>
              <a:defPPr algn="ctr">
                <a:defRPr sz="1800" b="0">
                  <a:solidFill>
                    <a:srgbClr val="CC79A7"/>
                  </a:solidFill>
                  <a:latin typeface="Arial" panose="020B0604020202090204"/>
                  <a:ea typeface="Arial" panose="020B0604020202090204"/>
                  <a:cs typeface="Arial" panose="020B0604020202090204"/>
                </a:defRPr>
              </a:defPPr>
            </a:lstStyle>
            <a:p>
              <a:pPr algn="ctr">
                <a:defRPr sz="1800" b="0">
                  <a:solidFill>
                    <a:srgbClr val="CC79A7"/>
                  </a:solidFill>
                  <a:latin typeface="Arial" panose="020B0604020202090204"/>
                  <a:ea typeface="Arial" panose="020B0604020202090204"/>
                  <a:cs typeface="Arial" panose="020B0604020202090204"/>
                </a:defRPr>
              </a:pPr>
              <a:r>
                <a:rPr sz="1800" b="0">
                  <a:solidFill>
                    <a:srgbClr val="CC79A7"/>
                  </a:solidFill>
                  <a:latin typeface="Arial" panose="020B0604020202090204"/>
                  <a:ea typeface="Arial" panose="020B0604020202090204"/>
                  <a:cs typeface="Arial" panose="020B0604020202090204"/>
                </a:rPr>
                <a:t>τ</a:t>
              </a:r>
              <a:r>
                <a:rPr sz="1295" b="0" baseline="32000">
                  <a:solidFill>
                    <a:srgbClr val="CC79A7"/>
                  </a:solidFill>
                  <a:latin typeface="Arial" panose="020B0604020202090204"/>
                  <a:ea typeface="Arial" panose="020B0604020202090204"/>
                  <a:cs typeface="Arial" panose="020B0604020202090204"/>
                </a:rPr>
                <a:t>*</a:t>
              </a:r>
              <a:endParaRPr sz="1295" b="0" baseline="32000">
                <a:solidFill>
                  <a:srgbClr val="CC79A7"/>
                </a:solidFill>
                <a:latin typeface="Arial" panose="020B0604020202090204"/>
                <a:ea typeface="Arial" panose="020B0604020202090204"/>
                <a:cs typeface="Arial" panose="020B0604020202090204"/>
              </a:endParaRPr>
            </a:p>
          </p:txBody>
        </p:sp>
      </p:grpSp>
      <p:grpSp>
        <p:nvGrpSpPr>
          <p:cNvPr id="603" name="空间投影：2D与3D（可编辑）"/>
          <p:cNvGrpSpPr/>
          <p:nvPr/>
        </p:nvGrpSpPr>
        <p:grpSpPr>
          <a:xfrm>
            <a:off x="0" y="0"/>
            <a:ext cx="24955500" cy="8572500"/>
            <a:chOff x="0" y="0"/>
            <a:chExt cx="24955500" cy="8572500"/>
          </a:xfrm>
        </p:grpSpPr>
        <p:sp>
          <p:nvSpPr>
            <p:cNvPr id="604" name="addition:spatial:3257"/>
            <p:cNvSpPr>
              <a:spLocks noGrp="1"/>
            </p:cNvSpPr>
            <p:nvPr/>
          </p:nvSpPr>
          <p:spPr>
            <a:xfrm>
              <a:off x="3374136" y="1006983"/>
              <a:ext cx="3931920" cy="320040"/>
            </a:xfrm>
            <a:prstGeom prst="rect">
              <a:avLst/>
            </a:prstGeom>
            <a:noFill/>
          </p:spPr>
          <p:txBody>
            <a:bodyPr wrap="none" lIns="0" tIns="0" rIns="0" bIns="0">
              <a:spAutoFit/>
            </a:bodyPr>
            <a:lstStyle/>
            <a:p>
              <a:r>
                <a:rPr sz="1600" b="1">
                  <a:solidFill>
                    <a:srgbClr val="263238"/>
                  </a:solidFill>
                  <a:latin typeface="Arial" panose="020B0604020202090204"/>
                  <a:ea typeface="Arial" panose="020B0604020202090204"/>
                  <a:cs typeface="Arial" panose="020B0604020202090204"/>
                </a:rPr>
                <a:t>Spatial projection</a:t>
              </a:r>
              <a:endParaRPr sz="1600" b="1">
                <a:solidFill>
                  <a:srgbClr val="263238"/>
                </a:solidFill>
                <a:latin typeface="Arial" panose="020B0604020202090204"/>
                <a:ea typeface="Arial" panose="020B0604020202090204"/>
                <a:cs typeface="Arial" panose="020B0604020202090204"/>
              </a:endParaRPr>
            </a:p>
          </p:txBody>
        </p:sp>
        <p:sp>
          <p:nvSpPr>
            <p:cNvPr id="605" name="addition:spatial:3258"/>
            <p:cNvSpPr>
              <a:spLocks noGrp="1"/>
            </p:cNvSpPr>
            <p:nvPr/>
          </p:nvSpPr>
          <p:spPr>
            <a:xfrm>
              <a:off x="3566160" y="1327023"/>
              <a:ext cx="1664208" cy="228600"/>
            </a:xfrm>
            <a:prstGeom prst="rect">
              <a:avLst/>
            </a:prstGeom>
            <a:noFill/>
          </p:spPr>
          <p:txBody>
            <a:bodyPr wrap="none" lIns="0" tIns="0" rIns="0" bIns="0">
              <a:spAutoFit/>
            </a:bodyPr>
            <a:lstStyle/>
            <a:p>
              <a:pPr algn="ctr">
                <a:buNone/>
              </a:pPr>
              <a:r>
                <a:rPr sz="1180" b="1">
                  <a:solidFill>
                    <a:srgbClr val="263238"/>
                  </a:solidFill>
                  <a:latin typeface="Arial" panose="020B0604020202090204"/>
                  <a:ea typeface="Arial" panose="020B0604020202090204"/>
                  <a:cs typeface="Arial" panose="020B0604020202090204"/>
                </a:rPr>
                <a:t>2D projection</a:t>
              </a:r>
              <a:endParaRPr sz="1180" b="1">
                <a:solidFill>
                  <a:srgbClr val="263238"/>
                </a:solidFill>
                <a:latin typeface="Arial" panose="020B0604020202090204"/>
                <a:ea typeface="Arial" panose="020B0604020202090204"/>
                <a:cs typeface="Arial" panose="020B0604020202090204"/>
              </a:endParaRPr>
            </a:p>
          </p:txBody>
        </p:sp>
        <p:sp>
          <p:nvSpPr>
            <p:cNvPr id="606" name="addition:spatial:3259"/>
            <p:cNvSpPr>
              <a:spLocks noGrp="1"/>
            </p:cNvSpPr>
            <p:nvPr/>
          </p:nvSpPr>
          <p:spPr>
            <a:xfrm>
              <a:off x="5833872" y="1327023"/>
              <a:ext cx="1664208" cy="228600"/>
            </a:xfrm>
            <a:prstGeom prst="rect">
              <a:avLst/>
            </a:prstGeom>
            <a:noFill/>
          </p:spPr>
          <p:txBody>
            <a:bodyPr wrap="none" lIns="0" tIns="0" rIns="0" bIns="0">
              <a:spAutoFit/>
            </a:bodyPr>
            <a:lstStyle/>
            <a:p>
              <a:pPr algn="ctr">
                <a:buNone/>
              </a:pPr>
              <a:r>
                <a:rPr sz="1180" b="1">
                  <a:solidFill>
                    <a:srgbClr val="263238"/>
                  </a:solidFill>
                  <a:latin typeface="Arial" panose="020B0604020202090204"/>
                  <a:ea typeface="Arial" panose="020B0604020202090204"/>
                  <a:cs typeface="Arial" panose="020B0604020202090204"/>
                </a:rPr>
                <a:t>3D projection</a:t>
              </a:r>
              <a:endParaRPr sz="1180" b="1">
                <a:solidFill>
                  <a:srgbClr val="263238"/>
                </a:solidFill>
                <a:latin typeface="Arial" panose="020B0604020202090204"/>
                <a:ea typeface="Arial" panose="020B0604020202090204"/>
                <a:cs typeface="Arial" panose="020B0604020202090204"/>
              </a:endParaRPr>
            </a:p>
          </p:txBody>
        </p:sp>
        <p:sp>
          <p:nvSpPr>
            <p:cNvPr id="607" name="addition:spatial:3260"/>
            <p:cNvSpPr>
              <a:spLocks noGrp="1"/>
            </p:cNvSpPr>
            <p:nvPr/>
          </p:nvSpPr>
          <p:spPr>
            <a:xfrm>
              <a:off x="5550408" y="1345311"/>
              <a:ext cx="0" cy="2798064"/>
            </a:xfrm>
            <a:prstGeom prst="line">
              <a:avLst/>
            </a:prstGeom>
            <a:ln w="13335">
              <a:solidFill>
                <a:srgbClr val="87BBD6"/>
              </a:solidFill>
              <a:prstDash val="dash"/>
            </a:ln>
          </p:spPr>
        </p:sp>
        <p:sp>
          <p:nvSpPr>
            <p:cNvPr id="608" name="addition:spatial:3572"/>
            <p:cNvSpPr>
              <a:spLocks noGrp="1"/>
            </p:cNvSpPr>
            <p:nvPr/>
          </p:nvSpPr>
          <p:spPr>
            <a:xfrm>
              <a:off x="5715000" y="3878199"/>
              <a:ext cx="1783079" cy="0"/>
            </a:xfrm>
            <a:prstGeom prst="line">
              <a:avLst/>
            </a:prstGeom>
            <a:ln w="14350">
              <a:solidFill>
                <a:srgbClr val="263238"/>
              </a:solidFill>
            </a:ln>
          </p:spPr>
        </p:sp>
        <p:sp>
          <p:nvSpPr>
            <p:cNvPr id="609" name="addition:spatial:3573"/>
            <p:cNvSpPr>
              <a:spLocks noGrp="1"/>
            </p:cNvSpPr>
            <p:nvPr/>
          </p:nvSpPr>
          <p:spPr>
            <a:xfrm flipH="1" flipV="1">
              <a:off x="7415783" y="3837051"/>
              <a:ext cx="82296" cy="41148"/>
            </a:xfrm>
            <a:prstGeom prst="line">
              <a:avLst/>
            </a:prstGeom>
            <a:ln w="11176">
              <a:solidFill>
                <a:srgbClr val="263238"/>
              </a:solidFill>
            </a:ln>
          </p:spPr>
        </p:sp>
        <p:sp>
          <p:nvSpPr>
            <p:cNvPr id="610" name="addition:spatial:3574"/>
            <p:cNvSpPr>
              <a:spLocks noGrp="1"/>
            </p:cNvSpPr>
            <p:nvPr/>
          </p:nvSpPr>
          <p:spPr>
            <a:xfrm flipH="1">
              <a:off x="7415783" y="3878199"/>
              <a:ext cx="82296" cy="41148"/>
            </a:xfrm>
            <a:prstGeom prst="line">
              <a:avLst/>
            </a:prstGeom>
            <a:ln w="11176">
              <a:solidFill>
                <a:srgbClr val="263238"/>
              </a:solidFill>
            </a:ln>
          </p:spPr>
        </p:sp>
        <p:sp>
          <p:nvSpPr>
            <p:cNvPr id="611" name="addition:spatial:3575"/>
            <p:cNvSpPr>
              <a:spLocks noGrp="1"/>
            </p:cNvSpPr>
            <p:nvPr/>
          </p:nvSpPr>
          <p:spPr>
            <a:xfrm>
              <a:off x="5833872" y="3731895"/>
              <a:ext cx="274320" cy="274320"/>
            </a:xfrm>
            <a:prstGeom prst="rect">
              <a:avLst/>
            </a:prstGeom>
            <a:solidFill>
              <a:srgbClr val="0977B4"/>
            </a:solidFill>
            <a:ln w="8636">
              <a:solidFill>
                <a:srgbClr val="263238"/>
              </a:solidFill>
            </a:ln>
          </p:spPr>
          <p:txBody>
            <a:bodyPr anchor="ctr"/>
            <a:lstStyle/>
            <a:p>
              <a:pPr algn="ctr">
                <a:buNone/>
              </a:pPr>
            </a:p>
          </p:txBody>
        </p:sp>
        <p:sp>
          <p:nvSpPr>
            <p:cNvPr id="612" name="addition:spatial:3576"/>
            <p:cNvSpPr>
              <a:spLocks noGrp="1"/>
            </p:cNvSpPr>
            <p:nvPr/>
          </p:nvSpPr>
          <p:spPr>
            <a:xfrm>
              <a:off x="5950915" y="3848938"/>
              <a:ext cx="40233" cy="40233"/>
            </a:xfrm>
            <a:prstGeom prst="ellipse">
              <a:avLst/>
            </a:prstGeom>
            <a:solidFill>
              <a:srgbClr val="263238"/>
            </a:solidFill>
            <a:ln>
              <a:noFill/>
            </a:ln>
          </p:spPr>
          <p:txBody>
            <a:bodyPr anchor="ctr"/>
            <a:lstStyle/>
            <a:p>
              <a:pPr algn="ctr">
                <a:buNone/>
              </a:pPr>
            </a:p>
          </p:txBody>
        </p:sp>
        <p:sp>
          <p:nvSpPr>
            <p:cNvPr id="613" name="addition:spatial:3577"/>
            <p:cNvSpPr>
              <a:spLocks noGrp="1"/>
            </p:cNvSpPr>
            <p:nvPr/>
          </p:nvSpPr>
          <p:spPr>
            <a:xfrm>
              <a:off x="6245352" y="3731895"/>
              <a:ext cx="274320" cy="274320"/>
            </a:xfrm>
            <a:prstGeom prst="rect">
              <a:avLst/>
            </a:prstGeom>
            <a:solidFill>
              <a:srgbClr val="EEBF99"/>
            </a:solidFill>
            <a:ln w="8636">
              <a:solidFill>
                <a:srgbClr val="263238"/>
              </a:solidFill>
            </a:ln>
          </p:spPr>
          <p:txBody>
            <a:bodyPr anchor="ctr"/>
            <a:lstStyle/>
            <a:p>
              <a:pPr algn="ctr">
                <a:buNone/>
              </a:pPr>
            </a:p>
          </p:txBody>
        </p:sp>
        <p:sp>
          <p:nvSpPr>
            <p:cNvPr id="614" name="addition:spatial:3578"/>
            <p:cNvSpPr>
              <a:spLocks noGrp="1"/>
            </p:cNvSpPr>
            <p:nvPr/>
          </p:nvSpPr>
          <p:spPr>
            <a:xfrm>
              <a:off x="6362395" y="3848938"/>
              <a:ext cx="40233" cy="40233"/>
            </a:xfrm>
            <a:prstGeom prst="ellipse">
              <a:avLst/>
            </a:prstGeom>
            <a:solidFill>
              <a:srgbClr val="263238"/>
            </a:solidFill>
            <a:ln>
              <a:noFill/>
            </a:ln>
          </p:spPr>
          <p:txBody>
            <a:bodyPr anchor="ctr"/>
            <a:lstStyle/>
            <a:p>
              <a:pPr algn="ctr">
                <a:buNone/>
              </a:pPr>
            </a:p>
          </p:txBody>
        </p:sp>
        <p:sp>
          <p:nvSpPr>
            <p:cNvPr id="615" name="addition:spatial:3579"/>
            <p:cNvSpPr>
              <a:spLocks noGrp="1"/>
            </p:cNvSpPr>
            <p:nvPr/>
          </p:nvSpPr>
          <p:spPr>
            <a:xfrm>
              <a:off x="6656832" y="3731895"/>
              <a:ext cx="274320" cy="274320"/>
            </a:xfrm>
            <a:prstGeom prst="rect">
              <a:avLst/>
            </a:prstGeom>
            <a:solidFill>
              <a:srgbClr val="9EDAC9"/>
            </a:solidFill>
            <a:ln w="8636">
              <a:solidFill>
                <a:srgbClr val="263238"/>
              </a:solidFill>
            </a:ln>
          </p:spPr>
          <p:txBody>
            <a:bodyPr anchor="ctr"/>
            <a:lstStyle/>
            <a:p>
              <a:pPr algn="ctr">
                <a:buNone/>
              </a:pPr>
            </a:p>
          </p:txBody>
        </p:sp>
        <p:sp>
          <p:nvSpPr>
            <p:cNvPr id="616" name="addition:spatial:3580"/>
            <p:cNvSpPr>
              <a:spLocks noGrp="1"/>
            </p:cNvSpPr>
            <p:nvPr/>
          </p:nvSpPr>
          <p:spPr>
            <a:xfrm>
              <a:off x="6773875" y="3848938"/>
              <a:ext cx="40233" cy="40233"/>
            </a:xfrm>
            <a:prstGeom prst="ellipse">
              <a:avLst/>
            </a:prstGeom>
            <a:solidFill>
              <a:srgbClr val="263238"/>
            </a:solidFill>
            <a:ln>
              <a:noFill/>
            </a:ln>
          </p:spPr>
          <p:txBody>
            <a:bodyPr anchor="ctr"/>
            <a:lstStyle/>
            <a:p>
              <a:pPr algn="ctr">
                <a:buNone/>
              </a:pPr>
            </a:p>
          </p:txBody>
        </p:sp>
        <p:sp>
          <p:nvSpPr>
            <p:cNvPr id="617" name="addition:spatial:3581"/>
            <p:cNvSpPr>
              <a:spLocks noGrp="1"/>
            </p:cNvSpPr>
            <p:nvPr/>
          </p:nvSpPr>
          <p:spPr>
            <a:xfrm>
              <a:off x="7068312" y="3731895"/>
              <a:ext cx="274320" cy="274320"/>
            </a:xfrm>
            <a:prstGeom prst="rect">
              <a:avLst/>
            </a:prstGeom>
            <a:solidFill>
              <a:srgbClr val="CD7EAA"/>
            </a:solidFill>
            <a:ln w="8636">
              <a:solidFill>
                <a:srgbClr val="263238"/>
              </a:solidFill>
            </a:ln>
          </p:spPr>
          <p:txBody>
            <a:bodyPr anchor="ctr"/>
            <a:lstStyle/>
            <a:p>
              <a:pPr algn="ctr">
                <a:buNone/>
              </a:pPr>
            </a:p>
          </p:txBody>
        </p:sp>
        <p:sp>
          <p:nvSpPr>
            <p:cNvPr id="618" name="addition:spatial:3582"/>
            <p:cNvSpPr>
              <a:spLocks noGrp="1"/>
            </p:cNvSpPr>
            <p:nvPr/>
          </p:nvSpPr>
          <p:spPr>
            <a:xfrm>
              <a:off x="7185355" y="3848938"/>
              <a:ext cx="40233" cy="40233"/>
            </a:xfrm>
            <a:prstGeom prst="ellipse">
              <a:avLst/>
            </a:prstGeom>
            <a:solidFill>
              <a:srgbClr val="263238"/>
            </a:solidFill>
            <a:ln>
              <a:noFill/>
            </a:ln>
          </p:spPr>
          <p:txBody>
            <a:bodyPr anchor="ctr"/>
            <a:lstStyle/>
            <a:p>
              <a:pPr algn="ctr">
                <a:buNone/>
              </a:pPr>
            </a:p>
          </p:txBody>
        </p:sp>
        <p:sp>
          <p:nvSpPr>
            <p:cNvPr id="619" name="addition:spatial:3583"/>
            <p:cNvSpPr>
              <a:spLocks noGrp="1"/>
            </p:cNvSpPr>
            <p:nvPr/>
          </p:nvSpPr>
          <p:spPr>
            <a:xfrm>
              <a:off x="7488936" y="3759327"/>
              <a:ext cx="182880" cy="310896"/>
            </a:xfrm>
            <a:prstGeom prst="rect">
              <a:avLst/>
            </a:prstGeom>
            <a:noFill/>
          </p:spPr>
          <p:txBody>
            <a:bodyPr wrap="none" lIns="0" tIns="0" rIns="0" bIns="0">
              <a:spAutoFit/>
            </a:bodyPr>
            <a:lstStyle/>
            <a:p>
              <a:r>
                <a:rPr sz="1500" b="0">
                  <a:solidFill>
                    <a:srgbClr val="263238"/>
                  </a:solidFill>
                  <a:latin typeface="Arial" panose="020B0604020202090204"/>
                  <a:ea typeface="Arial" panose="020B0604020202090204"/>
                  <a:cs typeface="Arial" panose="020B0604020202090204"/>
                </a:rPr>
                <a:t>d</a:t>
              </a:r>
              <a:endParaRPr sz="1500" b="0">
                <a:solidFill>
                  <a:srgbClr val="263238"/>
                </a:solidFill>
                <a:latin typeface="Arial" panose="020B0604020202090204"/>
                <a:ea typeface="Arial" panose="020B0604020202090204"/>
                <a:cs typeface="Arial" panose="020B0604020202090204"/>
              </a:endParaRPr>
            </a:p>
          </p:txBody>
        </p:sp>
        <p:sp>
          <p:nvSpPr>
            <p:cNvPr id="620" name="addition:spatial:2"/>
            <p:cNvSpPr>
              <a:spLocks noGrp="1"/>
            </p:cNvSpPr>
            <p:nvPr/>
          </p:nvSpPr>
          <p:spPr>
            <a:xfrm>
              <a:off x="5648325" y="1666875"/>
              <a:ext cx="1922526" cy="1525859"/>
            </a:xfrm>
            <a:custGeom>
              <a:avLst/>
              <a:gdLst/>
              <a:ahLst/>
              <a:cxnLst/>
              <a:rect l="l" t="t" r="r" b="b"/>
              <a:pathLst>
                <a:path w="1450" h="902">
                  <a:moveTo>
                    <a:pt x="0" y="0"/>
                  </a:moveTo>
                  <a:moveTo>
                    <a:pt x="109" y="817"/>
                  </a:moveTo>
                  <a:lnTo>
                    <a:pt x="969" y="902"/>
                  </a:lnTo>
                  <a:lnTo>
                    <a:pt x="1450" y="513"/>
                  </a:lnTo>
                  <a:lnTo>
                    <a:pt x="645" y="542"/>
                  </a:lnTo>
                  <a:close/>
                </a:path>
              </a:pathLst>
            </a:custGeom>
            <a:solidFill>
              <a:srgbClr val="D3EAFC">
                <a:alpha val="19000"/>
              </a:srgbClr>
            </a:solidFill>
            <a:ln>
              <a:noFill/>
            </a:ln>
          </p:spPr>
          <p:txBody>
            <a:bodyPr anchor="ctr"/>
            <a:lstStyle/>
            <a:p>
              <a:pPr algn="ctr">
                <a:buNone/>
              </a:pPr>
            </a:p>
          </p:txBody>
        </p:sp>
        <p:sp>
          <p:nvSpPr>
            <p:cNvPr id="621" name="addition:spatial:3"/>
            <p:cNvSpPr>
              <a:spLocks noGrp="1"/>
            </p:cNvSpPr>
            <p:nvPr/>
          </p:nvSpPr>
          <p:spPr>
            <a:xfrm>
              <a:off x="5648325" y="1666875"/>
              <a:ext cx="1922526" cy="544708"/>
            </a:xfrm>
            <a:custGeom>
              <a:avLst/>
              <a:gdLst/>
              <a:ahLst/>
              <a:cxnLst/>
              <a:rect l="l" t="t" r="r" b="b"/>
              <a:pathLst>
                <a:path w="1450" h="322">
                  <a:moveTo>
                    <a:pt x="0" y="0"/>
                  </a:moveTo>
                  <a:moveTo>
                    <a:pt x="109" y="322"/>
                  </a:moveTo>
                  <a:lnTo>
                    <a:pt x="967" y="322"/>
                  </a:lnTo>
                  <a:lnTo>
                    <a:pt x="1450" y="47"/>
                  </a:lnTo>
                  <a:lnTo>
                    <a:pt x="645" y="47"/>
                  </a:lnTo>
                  <a:close/>
                </a:path>
              </a:pathLst>
            </a:custGeom>
            <a:solidFill>
              <a:srgbClr val="D7ECFD">
                <a:alpha val="15000"/>
              </a:srgbClr>
            </a:solidFill>
            <a:ln>
              <a:noFill/>
            </a:ln>
          </p:spPr>
          <p:txBody>
            <a:bodyPr anchor="ctr"/>
            <a:lstStyle/>
            <a:p>
              <a:pPr algn="ctr">
                <a:buNone/>
              </a:pPr>
            </a:p>
          </p:txBody>
        </p:sp>
        <p:sp>
          <p:nvSpPr>
            <p:cNvPr id="622" name="addition:spatial:4"/>
            <p:cNvSpPr>
              <a:spLocks noGrp="1"/>
            </p:cNvSpPr>
            <p:nvPr/>
          </p:nvSpPr>
          <p:spPr>
            <a:xfrm>
              <a:off x="5648325" y="1666875"/>
              <a:ext cx="1922526" cy="1529243"/>
            </a:xfrm>
            <a:custGeom>
              <a:avLst/>
              <a:gdLst/>
              <a:ahLst/>
              <a:cxnLst/>
              <a:rect l="l" t="t" r="r" b="b"/>
              <a:pathLst>
                <a:path w="1450" h="904">
                  <a:moveTo>
                    <a:pt x="0" y="0"/>
                  </a:moveTo>
                  <a:moveTo>
                    <a:pt x="968" y="323"/>
                  </a:moveTo>
                  <a:lnTo>
                    <a:pt x="1450" y="47"/>
                  </a:lnTo>
                  <a:lnTo>
                    <a:pt x="1450" y="512"/>
                  </a:lnTo>
                  <a:lnTo>
                    <a:pt x="968" y="904"/>
                  </a:lnTo>
                  <a:close/>
                </a:path>
              </a:pathLst>
            </a:custGeom>
            <a:solidFill>
              <a:srgbClr val="DDEEFF">
                <a:alpha val="20000"/>
              </a:srgbClr>
            </a:solidFill>
            <a:ln>
              <a:noFill/>
            </a:ln>
          </p:spPr>
          <p:txBody>
            <a:bodyPr anchor="ctr"/>
            <a:lstStyle/>
            <a:p>
              <a:pPr algn="ctr">
                <a:buNone/>
              </a:pPr>
            </a:p>
          </p:txBody>
        </p:sp>
        <p:sp>
          <p:nvSpPr>
            <p:cNvPr id="623" name="addition:spatial:5"/>
            <p:cNvSpPr>
              <a:spLocks noGrp="1"/>
            </p:cNvSpPr>
            <p:nvPr/>
          </p:nvSpPr>
          <p:spPr>
            <a:xfrm>
              <a:off x="5648325" y="1666875"/>
              <a:ext cx="885688" cy="796762"/>
            </a:xfrm>
            <a:custGeom>
              <a:avLst/>
              <a:gdLst/>
              <a:ahLst/>
              <a:cxnLst/>
              <a:rect l="l" t="t" r="r" b="b"/>
              <a:pathLst>
                <a:path w="668" h="471">
                  <a:moveTo>
                    <a:pt x="0" y="0"/>
                  </a:moveTo>
                  <a:moveTo>
                    <a:pt x="665" y="378"/>
                  </a:moveTo>
                  <a:lnTo>
                    <a:pt x="660" y="385"/>
                  </a:lnTo>
                  <a:lnTo>
                    <a:pt x="658" y="392"/>
                  </a:lnTo>
                  <a:lnTo>
                    <a:pt x="663" y="400"/>
                  </a:lnTo>
                  <a:lnTo>
                    <a:pt x="668" y="409"/>
                  </a:lnTo>
                  <a:lnTo>
                    <a:pt x="667" y="418"/>
                  </a:lnTo>
                  <a:lnTo>
                    <a:pt x="656" y="423"/>
                  </a:lnTo>
                  <a:lnTo>
                    <a:pt x="639" y="424"/>
                  </a:lnTo>
                  <a:lnTo>
                    <a:pt x="624" y="425"/>
                  </a:lnTo>
                  <a:lnTo>
                    <a:pt x="615" y="428"/>
                  </a:lnTo>
                  <a:lnTo>
                    <a:pt x="610" y="434"/>
                  </a:lnTo>
                  <a:lnTo>
                    <a:pt x="604" y="441"/>
                  </a:lnTo>
                  <a:lnTo>
                    <a:pt x="596" y="447"/>
                  </a:lnTo>
                  <a:lnTo>
                    <a:pt x="587" y="453"/>
                  </a:lnTo>
                  <a:lnTo>
                    <a:pt x="578" y="460"/>
                  </a:lnTo>
                  <a:lnTo>
                    <a:pt x="567" y="467"/>
                  </a:lnTo>
                  <a:lnTo>
                    <a:pt x="555" y="471"/>
                  </a:lnTo>
                  <a:lnTo>
                    <a:pt x="541" y="469"/>
                  </a:lnTo>
                  <a:lnTo>
                    <a:pt x="528" y="460"/>
                  </a:lnTo>
                  <a:lnTo>
                    <a:pt x="518" y="452"/>
                  </a:lnTo>
                  <a:lnTo>
                    <a:pt x="508" y="449"/>
                  </a:lnTo>
                  <a:lnTo>
                    <a:pt x="496" y="451"/>
                  </a:lnTo>
                  <a:lnTo>
                    <a:pt x="484" y="453"/>
                  </a:lnTo>
                  <a:lnTo>
                    <a:pt x="474" y="450"/>
                  </a:lnTo>
                  <a:lnTo>
                    <a:pt x="468" y="443"/>
                  </a:lnTo>
                  <a:lnTo>
                    <a:pt x="464" y="436"/>
                  </a:lnTo>
                  <a:lnTo>
                    <a:pt x="458" y="431"/>
                  </a:lnTo>
                  <a:lnTo>
                    <a:pt x="448" y="429"/>
                  </a:lnTo>
                  <a:lnTo>
                    <a:pt x="436" y="427"/>
                  </a:lnTo>
                  <a:lnTo>
                    <a:pt x="427" y="423"/>
                  </a:lnTo>
                  <a:lnTo>
                    <a:pt x="423" y="416"/>
                  </a:lnTo>
                  <a:lnTo>
                    <a:pt x="420" y="409"/>
                  </a:lnTo>
                  <a:lnTo>
                    <a:pt x="416" y="402"/>
                  </a:lnTo>
                  <a:lnTo>
                    <a:pt x="415" y="394"/>
                  </a:lnTo>
                  <a:lnTo>
                    <a:pt x="421" y="386"/>
                  </a:lnTo>
                  <a:lnTo>
                    <a:pt x="434" y="378"/>
                  </a:lnTo>
                  <a:lnTo>
                    <a:pt x="448" y="372"/>
                  </a:lnTo>
                  <a:lnTo>
                    <a:pt x="455" y="366"/>
                  </a:lnTo>
                  <a:lnTo>
                    <a:pt x="451" y="359"/>
                  </a:lnTo>
                  <a:lnTo>
                    <a:pt x="442" y="350"/>
                  </a:lnTo>
                  <a:lnTo>
                    <a:pt x="436" y="340"/>
                  </a:lnTo>
                  <a:lnTo>
                    <a:pt x="439" y="332"/>
                  </a:lnTo>
                  <a:lnTo>
                    <a:pt x="448" y="327"/>
                  </a:lnTo>
                  <a:lnTo>
                    <a:pt x="458" y="323"/>
                  </a:lnTo>
                  <a:lnTo>
                    <a:pt x="464" y="318"/>
                  </a:lnTo>
                  <a:lnTo>
                    <a:pt x="469" y="311"/>
                  </a:lnTo>
                  <a:lnTo>
                    <a:pt x="477" y="306"/>
                  </a:lnTo>
                  <a:lnTo>
                    <a:pt x="486" y="305"/>
                  </a:lnTo>
                  <a:lnTo>
                    <a:pt x="497" y="305"/>
                  </a:lnTo>
                  <a:lnTo>
                    <a:pt x="505" y="304"/>
                  </a:lnTo>
                  <a:lnTo>
                    <a:pt x="513" y="301"/>
                  </a:lnTo>
                  <a:lnTo>
                    <a:pt x="521" y="299"/>
                  </a:lnTo>
                  <a:lnTo>
                    <a:pt x="530" y="301"/>
                  </a:lnTo>
                  <a:lnTo>
                    <a:pt x="538" y="306"/>
                  </a:lnTo>
                  <a:lnTo>
                    <a:pt x="546" y="309"/>
                  </a:lnTo>
                  <a:lnTo>
                    <a:pt x="555" y="306"/>
                  </a:lnTo>
                  <a:lnTo>
                    <a:pt x="568" y="298"/>
                  </a:lnTo>
                  <a:lnTo>
                    <a:pt x="583" y="292"/>
                  </a:lnTo>
                  <a:lnTo>
                    <a:pt x="595" y="293"/>
                  </a:lnTo>
                  <a:lnTo>
                    <a:pt x="603" y="301"/>
                  </a:lnTo>
                  <a:lnTo>
                    <a:pt x="606" y="312"/>
                  </a:lnTo>
                  <a:lnTo>
                    <a:pt x="609" y="321"/>
                  </a:lnTo>
                  <a:lnTo>
                    <a:pt x="614" y="328"/>
                  </a:lnTo>
                  <a:lnTo>
                    <a:pt x="621" y="333"/>
                  </a:lnTo>
                  <a:lnTo>
                    <a:pt x="626" y="340"/>
                  </a:lnTo>
                  <a:lnTo>
                    <a:pt x="630" y="346"/>
                  </a:lnTo>
                  <a:lnTo>
                    <a:pt x="637" y="352"/>
                  </a:lnTo>
                  <a:lnTo>
                    <a:pt x="647" y="357"/>
                  </a:lnTo>
                  <a:lnTo>
                    <a:pt x="659" y="363"/>
                  </a:lnTo>
                  <a:lnTo>
                    <a:pt x="666" y="370"/>
                  </a:lnTo>
                  <a:close/>
                </a:path>
              </a:pathLst>
            </a:custGeom>
            <a:solidFill>
              <a:srgbClr val="A7CEE4">
                <a:alpha val="12900"/>
              </a:srgbClr>
            </a:solidFill>
            <a:ln>
              <a:noFill/>
            </a:ln>
          </p:spPr>
          <p:txBody>
            <a:bodyPr anchor="ctr"/>
            <a:lstStyle/>
            <a:p>
              <a:pPr algn="ctr">
                <a:buNone/>
              </a:pPr>
            </a:p>
          </p:txBody>
        </p:sp>
        <p:sp>
          <p:nvSpPr>
            <p:cNvPr id="624" name="addition:spatial:6"/>
            <p:cNvSpPr>
              <a:spLocks noGrp="1"/>
            </p:cNvSpPr>
            <p:nvPr/>
          </p:nvSpPr>
          <p:spPr>
            <a:xfrm>
              <a:off x="5648325" y="1666875"/>
              <a:ext cx="845911" cy="778154"/>
            </a:xfrm>
            <a:custGeom>
              <a:avLst/>
              <a:gdLst/>
              <a:ahLst/>
              <a:cxnLst/>
              <a:rect l="l" t="t" r="r" b="b"/>
              <a:pathLst>
                <a:path w="638" h="460">
                  <a:moveTo>
                    <a:pt x="0" y="0"/>
                  </a:moveTo>
                  <a:moveTo>
                    <a:pt x="629" y="383"/>
                  </a:moveTo>
                  <a:lnTo>
                    <a:pt x="630" y="389"/>
                  </a:lnTo>
                  <a:lnTo>
                    <a:pt x="629" y="395"/>
                  </a:lnTo>
                  <a:lnTo>
                    <a:pt x="629" y="401"/>
                  </a:lnTo>
                  <a:lnTo>
                    <a:pt x="633" y="409"/>
                  </a:lnTo>
                  <a:lnTo>
                    <a:pt x="638" y="417"/>
                  </a:lnTo>
                  <a:lnTo>
                    <a:pt x="637" y="425"/>
                  </a:lnTo>
                  <a:lnTo>
                    <a:pt x="628" y="428"/>
                  </a:lnTo>
                  <a:lnTo>
                    <a:pt x="613" y="428"/>
                  </a:lnTo>
                  <a:lnTo>
                    <a:pt x="599" y="426"/>
                  </a:lnTo>
                  <a:lnTo>
                    <a:pt x="591" y="428"/>
                  </a:lnTo>
                  <a:lnTo>
                    <a:pt x="587" y="433"/>
                  </a:lnTo>
                  <a:lnTo>
                    <a:pt x="583" y="440"/>
                  </a:lnTo>
                  <a:lnTo>
                    <a:pt x="577" y="446"/>
                  </a:lnTo>
                  <a:lnTo>
                    <a:pt x="569" y="449"/>
                  </a:lnTo>
                  <a:lnTo>
                    <a:pt x="560" y="453"/>
                  </a:lnTo>
                  <a:lnTo>
                    <a:pt x="550" y="457"/>
                  </a:lnTo>
                  <a:lnTo>
                    <a:pt x="540" y="460"/>
                  </a:lnTo>
                  <a:lnTo>
                    <a:pt x="528" y="459"/>
                  </a:lnTo>
                  <a:lnTo>
                    <a:pt x="518" y="454"/>
                  </a:lnTo>
                  <a:lnTo>
                    <a:pt x="509" y="448"/>
                  </a:lnTo>
                  <a:lnTo>
                    <a:pt x="500" y="446"/>
                  </a:lnTo>
                  <a:lnTo>
                    <a:pt x="489" y="446"/>
                  </a:lnTo>
                  <a:lnTo>
                    <a:pt x="478" y="446"/>
                  </a:lnTo>
                  <a:lnTo>
                    <a:pt x="469" y="442"/>
                  </a:lnTo>
                  <a:lnTo>
                    <a:pt x="466" y="435"/>
                  </a:lnTo>
                  <a:lnTo>
                    <a:pt x="465" y="427"/>
                  </a:lnTo>
                  <a:lnTo>
                    <a:pt x="461" y="422"/>
                  </a:lnTo>
                  <a:lnTo>
                    <a:pt x="451" y="420"/>
                  </a:lnTo>
                  <a:lnTo>
                    <a:pt x="439" y="419"/>
                  </a:lnTo>
                  <a:lnTo>
                    <a:pt x="427" y="416"/>
                  </a:lnTo>
                  <a:lnTo>
                    <a:pt x="422" y="410"/>
                  </a:lnTo>
                  <a:lnTo>
                    <a:pt x="420" y="403"/>
                  </a:lnTo>
                  <a:lnTo>
                    <a:pt x="420" y="397"/>
                  </a:lnTo>
                  <a:lnTo>
                    <a:pt x="422" y="390"/>
                  </a:lnTo>
                  <a:lnTo>
                    <a:pt x="426" y="383"/>
                  </a:lnTo>
                  <a:lnTo>
                    <a:pt x="436" y="377"/>
                  </a:lnTo>
                  <a:lnTo>
                    <a:pt x="448" y="372"/>
                  </a:lnTo>
                  <a:lnTo>
                    <a:pt x="455" y="368"/>
                  </a:lnTo>
                  <a:lnTo>
                    <a:pt x="455" y="362"/>
                  </a:lnTo>
                  <a:lnTo>
                    <a:pt x="450" y="354"/>
                  </a:lnTo>
                  <a:lnTo>
                    <a:pt x="448" y="346"/>
                  </a:lnTo>
                  <a:lnTo>
                    <a:pt x="453" y="340"/>
                  </a:lnTo>
                  <a:lnTo>
                    <a:pt x="463" y="337"/>
                  </a:lnTo>
                  <a:lnTo>
                    <a:pt x="473" y="334"/>
                  </a:lnTo>
                  <a:lnTo>
                    <a:pt x="479" y="330"/>
                  </a:lnTo>
                  <a:lnTo>
                    <a:pt x="483" y="323"/>
                  </a:lnTo>
                  <a:lnTo>
                    <a:pt x="488" y="316"/>
                  </a:lnTo>
                  <a:lnTo>
                    <a:pt x="496" y="313"/>
                  </a:lnTo>
                  <a:lnTo>
                    <a:pt x="506" y="314"/>
                  </a:lnTo>
                  <a:lnTo>
                    <a:pt x="515" y="316"/>
                  </a:lnTo>
                  <a:lnTo>
                    <a:pt x="523" y="317"/>
                  </a:lnTo>
                  <a:lnTo>
                    <a:pt x="530" y="317"/>
                  </a:lnTo>
                  <a:lnTo>
                    <a:pt x="537" y="319"/>
                  </a:lnTo>
                  <a:lnTo>
                    <a:pt x="543" y="323"/>
                  </a:lnTo>
                  <a:lnTo>
                    <a:pt x="549" y="325"/>
                  </a:lnTo>
                  <a:lnTo>
                    <a:pt x="557" y="323"/>
                  </a:lnTo>
                  <a:lnTo>
                    <a:pt x="568" y="318"/>
                  </a:lnTo>
                  <a:lnTo>
                    <a:pt x="581" y="313"/>
                  </a:lnTo>
                  <a:lnTo>
                    <a:pt x="591" y="314"/>
                  </a:lnTo>
                  <a:lnTo>
                    <a:pt x="595" y="321"/>
                  </a:lnTo>
                  <a:lnTo>
                    <a:pt x="595" y="331"/>
                  </a:lnTo>
                  <a:lnTo>
                    <a:pt x="596" y="339"/>
                  </a:lnTo>
                  <a:lnTo>
                    <a:pt x="600" y="344"/>
                  </a:lnTo>
                  <a:lnTo>
                    <a:pt x="607" y="349"/>
                  </a:lnTo>
                  <a:lnTo>
                    <a:pt x="612" y="354"/>
                  </a:lnTo>
                  <a:lnTo>
                    <a:pt x="614" y="360"/>
                  </a:lnTo>
                  <a:lnTo>
                    <a:pt x="615" y="366"/>
                  </a:lnTo>
                  <a:lnTo>
                    <a:pt x="619" y="371"/>
                  </a:lnTo>
                  <a:lnTo>
                    <a:pt x="624" y="377"/>
                  </a:lnTo>
                  <a:close/>
                </a:path>
              </a:pathLst>
            </a:custGeom>
            <a:solidFill>
              <a:srgbClr val="59A3CD">
                <a:alpha val="12900"/>
              </a:srgbClr>
            </a:solidFill>
            <a:ln>
              <a:noFill/>
            </a:ln>
          </p:spPr>
          <p:txBody>
            <a:bodyPr anchor="ctr"/>
            <a:lstStyle/>
            <a:p>
              <a:pPr algn="ctr">
                <a:buNone/>
              </a:pPr>
            </a:p>
          </p:txBody>
        </p:sp>
        <p:sp>
          <p:nvSpPr>
            <p:cNvPr id="625" name="addition:spatial:7"/>
            <p:cNvSpPr>
              <a:spLocks noGrp="1"/>
            </p:cNvSpPr>
            <p:nvPr/>
          </p:nvSpPr>
          <p:spPr>
            <a:xfrm>
              <a:off x="5648325" y="1666875"/>
              <a:ext cx="827349" cy="771388"/>
            </a:xfrm>
            <a:custGeom>
              <a:avLst/>
              <a:gdLst/>
              <a:ahLst/>
              <a:cxnLst/>
              <a:rect l="l" t="t" r="r" b="b"/>
              <a:pathLst>
                <a:path w="624" h="456">
                  <a:moveTo>
                    <a:pt x="0" y="0"/>
                  </a:moveTo>
                  <a:moveTo>
                    <a:pt x="610" y="388"/>
                  </a:moveTo>
                  <a:lnTo>
                    <a:pt x="609" y="393"/>
                  </a:lnTo>
                  <a:lnTo>
                    <a:pt x="614" y="399"/>
                  </a:lnTo>
                  <a:lnTo>
                    <a:pt x="621" y="406"/>
                  </a:lnTo>
                  <a:lnTo>
                    <a:pt x="624" y="412"/>
                  </a:lnTo>
                  <a:lnTo>
                    <a:pt x="620" y="418"/>
                  </a:lnTo>
                  <a:lnTo>
                    <a:pt x="609" y="420"/>
                  </a:lnTo>
                  <a:lnTo>
                    <a:pt x="598" y="422"/>
                  </a:lnTo>
                  <a:lnTo>
                    <a:pt x="590" y="424"/>
                  </a:lnTo>
                  <a:lnTo>
                    <a:pt x="585" y="427"/>
                  </a:lnTo>
                  <a:lnTo>
                    <a:pt x="579" y="430"/>
                  </a:lnTo>
                  <a:lnTo>
                    <a:pt x="573" y="433"/>
                  </a:lnTo>
                  <a:lnTo>
                    <a:pt x="567" y="436"/>
                  </a:lnTo>
                  <a:lnTo>
                    <a:pt x="562" y="442"/>
                  </a:lnTo>
                  <a:lnTo>
                    <a:pt x="556" y="450"/>
                  </a:lnTo>
                  <a:lnTo>
                    <a:pt x="548" y="456"/>
                  </a:lnTo>
                  <a:lnTo>
                    <a:pt x="538" y="456"/>
                  </a:lnTo>
                  <a:lnTo>
                    <a:pt x="528" y="452"/>
                  </a:lnTo>
                  <a:lnTo>
                    <a:pt x="519" y="447"/>
                  </a:lnTo>
                  <a:lnTo>
                    <a:pt x="510" y="444"/>
                  </a:lnTo>
                  <a:lnTo>
                    <a:pt x="502" y="445"/>
                  </a:lnTo>
                  <a:lnTo>
                    <a:pt x="492" y="447"/>
                  </a:lnTo>
                  <a:lnTo>
                    <a:pt x="484" y="445"/>
                  </a:lnTo>
                  <a:lnTo>
                    <a:pt x="478" y="440"/>
                  </a:lnTo>
                  <a:lnTo>
                    <a:pt x="475" y="434"/>
                  </a:lnTo>
                  <a:lnTo>
                    <a:pt x="470" y="430"/>
                  </a:lnTo>
                  <a:lnTo>
                    <a:pt x="464" y="428"/>
                  </a:lnTo>
                  <a:lnTo>
                    <a:pt x="456" y="426"/>
                  </a:lnTo>
                  <a:lnTo>
                    <a:pt x="449" y="423"/>
                  </a:lnTo>
                  <a:lnTo>
                    <a:pt x="444" y="420"/>
                  </a:lnTo>
                  <a:lnTo>
                    <a:pt x="439" y="416"/>
                  </a:lnTo>
                  <a:lnTo>
                    <a:pt x="433" y="411"/>
                  </a:lnTo>
                  <a:lnTo>
                    <a:pt x="427" y="407"/>
                  </a:lnTo>
                  <a:lnTo>
                    <a:pt x="428" y="400"/>
                  </a:lnTo>
                  <a:lnTo>
                    <a:pt x="436" y="394"/>
                  </a:lnTo>
                  <a:lnTo>
                    <a:pt x="449" y="388"/>
                  </a:lnTo>
                  <a:lnTo>
                    <a:pt x="457" y="384"/>
                  </a:lnTo>
                  <a:lnTo>
                    <a:pt x="458" y="379"/>
                  </a:lnTo>
                  <a:lnTo>
                    <a:pt x="454" y="373"/>
                  </a:lnTo>
                  <a:lnTo>
                    <a:pt x="450" y="367"/>
                  </a:lnTo>
                  <a:lnTo>
                    <a:pt x="451" y="361"/>
                  </a:lnTo>
                  <a:lnTo>
                    <a:pt x="457" y="357"/>
                  </a:lnTo>
                  <a:lnTo>
                    <a:pt x="462" y="353"/>
                  </a:lnTo>
                  <a:lnTo>
                    <a:pt x="465" y="348"/>
                  </a:lnTo>
                  <a:lnTo>
                    <a:pt x="468" y="342"/>
                  </a:lnTo>
                  <a:lnTo>
                    <a:pt x="473" y="338"/>
                  </a:lnTo>
                  <a:lnTo>
                    <a:pt x="481" y="335"/>
                  </a:lnTo>
                  <a:lnTo>
                    <a:pt x="488" y="334"/>
                  </a:lnTo>
                  <a:lnTo>
                    <a:pt x="494" y="332"/>
                  </a:lnTo>
                  <a:lnTo>
                    <a:pt x="500" y="329"/>
                  </a:lnTo>
                  <a:lnTo>
                    <a:pt x="506" y="328"/>
                  </a:lnTo>
                  <a:lnTo>
                    <a:pt x="514" y="330"/>
                  </a:lnTo>
                  <a:lnTo>
                    <a:pt x="520" y="335"/>
                  </a:lnTo>
                  <a:lnTo>
                    <a:pt x="526" y="339"/>
                  </a:lnTo>
                  <a:lnTo>
                    <a:pt x="531" y="338"/>
                  </a:lnTo>
                  <a:lnTo>
                    <a:pt x="539" y="333"/>
                  </a:lnTo>
                  <a:lnTo>
                    <a:pt x="548" y="326"/>
                  </a:lnTo>
                  <a:lnTo>
                    <a:pt x="558" y="324"/>
                  </a:lnTo>
                  <a:lnTo>
                    <a:pt x="565" y="327"/>
                  </a:lnTo>
                  <a:lnTo>
                    <a:pt x="570" y="333"/>
                  </a:lnTo>
                  <a:lnTo>
                    <a:pt x="574" y="339"/>
                  </a:lnTo>
                  <a:lnTo>
                    <a:pt x="579" y="344"/>
                  </a:lnTo>
                  <a:lnTo>
                    <a:pt x="583" y="349"/>
                  </a:lnTo>
                  <a:lnTo>
                    <a:pt x="586" y="354"/>
                  </a:lnTo>
                  <a:lnTo>
                    <a:pt x="587" y="360"/>
                  </a:lnTo>
                  <a:lnTo>
                    <a:pt x="590" y="365"/>
                  </a:lnTo>
                  <a:lnTo>
                    <a:pt x="597" y="368"/>
                  </a:lnTo>
                  <a:lnTo>
                    <a:pt x="606" y="372"/>
                  </a:lnTo>
                  <a:lnTo>
                    <a:pt x="612" y="377"/>
                  </a:lnTo>
                  <a:lnTo>
                    <a:pt x="612" y="383"/>
                  </a:lnTo>
                  <a:close/>
                </a:path>
              </a:pathLst>
            </a:custGeom>
            <a:solidFill>
              <a:srgbClr val="0675B4">
                <a:alpha val="10500"/>
              </a:srgbClr>
            </a:solidFill>
            <a:ln>
              <a:noFill/>
            </a:ln>
          </p:spPr>
          <p:txBody>
            <a:bodyPr anchor="ctr"/>
            <a:lstStyle/>
            <a:p>
              <a:pPr algn="ctr">
                <a:buNone/>
              </a:pPr>
            </a:p>
          </p:txBody>
        </p:sp>
        <p:sp>
          <p:nvSpPr>
            <p:cNvPr id="626" name="addition:spatial:8"/>
            <p:cNvSpPr>
              <a:spLocks noGrp="1"/>
            </p:cNvSpPr>
            <p:nvPr/>
          </p:nvSpPr>
          <p:spPr>
            <a:xfrm>
              <a:off x="5648325" y="1666875"/>
              <a:ext cx="698739" cy="671581"/>
            </a:xfrm>
            <a:custGeom>
              <a:avLst/>
              <a:gdLst/>
              <a:ahLst/>
              <a:cxnLst/>
              <a:rect l="l" t="t" r="r" b="b"/>
              <a:pathLst>
                <a:path w="527" h="397">
                  <a:moveTo>
                    <a:pt x="0" y="0"/>
                  </a:moveTo>
                  <a:moveTo>
                    <a:pt x="518" y="368"/>
                  </a:moveTo>
                  <a:lnTo>
                    <a:pt x="520" y="370"/>
                  </a:lnTo>
                  <a:lnTo>
                    <a:pt x="523" y="373"/>
                  </a:lnTo>
                  <a:lnTo>
                    <a:pt x="523" y="375"/>
                  </a:lnTo>
                  <a:lnTo>
                    <a:pt x="522" y="377"/>
                  </a:lnTo>
                  <a:lnTo>
                    <a:pt x="521" y="379"/>
                  </a:lnTo>
                  <a:lnTo>
                    <a:pt x="520" y="382"/>
                  </a:lnTo>
                  <a:lnTo>
                    <a:pt x="520" y="384"/>
                  </a:lnTo>
                  <a:lnTo>
                    <a:pt x="518" y="386"/>
                  </a:lnTo>
                  <a:lnTo>
                    <a:pt x="515" y="387"/>
                  </a:lnTo>
                  <a:lnTo>
                    <a:pt x="512" y="388"/>
                  </a:lnTo>
                  <a:lnTo>
                    <a:pt x="510" y="389"/>
                  </a:lnTo>
                  <a:lnTo>
                    <a:pt x="508" y="391"/>
                  </a:lnTo>
                  <a:lnTo>
                    <a:pt x="506" y="392"/>
                  </a:lnTo>
                  <a:lnTo>
                    <a:pt x="503" y="392"/>
                  </a:lnTo>
                  <a:lnTo>
                    <a:pt x="499" y="390"/>
                  </a:lnTo>
                  <a:lnTo>
                    <a:pt x="496" y="389"/>
                  </a:lnTo>
                  <a:lnTo>
                    <a:pt x="494" y="390"/>
                  </a:lnTo>
                  <a:lnTo>
                    <a:pt x="491" y="393"/>
                  </a:lnTo>
                  <a:lnTo>
                    <a:pt x="488" y="396"/>
                  </a:lnTo>
                  <a:lnTo>
                    <a:pt x="484" y="397"/>
                  </a:lnTo>
                  <a:lnTo>
                    <a:pt x="480" y="395"/>
                  </a:lnTo>
                  <a:lnTo>
                    <a:pt x="477" y="394"/>
                  </a:lnTo>
                  <a:lnTo>
                    <a:pt x="474" y="392"/>
                  </a:lnTo>
                  <a:lnTo>
                    <a:pt x="471" y="390"/>
                  </a:lnTo>
                  <a:lnTo>
                    <a:pt x="469" y="388"/>
                  </a:lnTo>
                  <a:lnTo>
                    <a:pt x="468" y="385"/>
                  </a:lnTo>
                  <a:lnTo>
                    <a:pt x="466" y="383"/>
                  </a:lnTo>
                  <a:lnTo>
                    <a:pt x="464" y="381"/>
                  </a:lnTo>
                  <a:lnTo>
                    <a:pt x="460" y="380"/>
                  </a:lnTo>
                  <a:lnTo>
                    <a:pt x="456" y="379"/>
                  </a:lnTo>
                  <a:lnTo>
                    <a:pt x="453" y="378"/>
                  </a:lnTo>
                  <a:lnTo>
                    <a:pt x="453" y="375"/>
                  </a:lnTo>
                  <a:lnTo>
                    <a:pt x="454" y="373"/>
                  </a:lnTo>
                  <a:lnTo>
                    <a:pt x="453" y="370"/>
                  </a:lnTo>
                  <a:lnTo>
                    <a:pt x="451" y="368"/>
                  </a:lnTo>
                  <a:lnTo>
                    <a:pt x="447" y="366"/>
                  </a:lnTo>
                  <a:lnTo>
                    <a:pt x="446" y="363"/>
                  </a:lnTo>
                  <a:lnTo>
                    <a:pt x="448" y="361"/>
                  </a:lnTo>
                  <a:lnTo>
                    <a:pt x="453" y="359"/>
                  </a:lnTo>
                  <a:lnTo>
                    <a:pt x="457" y="358"/>
                  </a:lnTo>
                  <a:lnTo>
                    <a:pt x="460" y="357"/>
                  </a:lnTo>
                  <a:lnTo>
                    <a:pt x="462" y="355"/>
                  </a:lnTo>
                  <a:lnTo>
                    <a:pt x="465" y="354"/>
                  </a:lnTo>
                  <a:lnTo>
                    <a:pt x="467" y="352"/>
                  </a:lnTo>
                  <a:lnTo>
                    <a:pt x="469" y="350"/>
                  </a:lnTo>
                  <a:lnTo>
                    <a:pt x="471" y="348"/>
                  </a:lnTo>
                  <a:lnTo>
                    <a:pt x="472" y="344"/>
                  </a:lnTo>
                  <a:lnTo>
                    <a:pt x="475" y="341"/>
                  </a:lnTo>
                  <a:lnTo>
                    <a:pt x="479" y="341"/>
                  </a:lnTo>
                  <a:lnTo>
                    <a:pt x="484" y="342"/>
                  </a:lnTo>
                  <a:lnTo>
                    <a:pt x="488" y="344"/>
                  </a:lnTo>
                  <a:lnTo>
                    <a:pt x="491" y="345"/>
                  </a:lnTo>
                  <a:lnTo>
                    <a:pt x="494" y="344"/>
                  </a:lnTo>
                  <a:lnTo>
                    <a:pt x="498" y="343"/>
                  </a:lnTo>
                  <a:lnTo>
                    <a:pt x="501" y="343"/>
                  </a:lnTo>
                  <a:lnTo>
                    <a:pt x="503" y="345"/>
                  </a:lnTo>
                  <a:lnTo>
                    <a:pt x="505" y="347"/>
                  </a:lnTo>
                  <a:lnTo>
                    <a:pt x="508" y="348"/>
                  </a:lnTo>
                  <a:lnTo>
                    <a:pt x="510" y="349"/>
                  </a:lnTo>
                  <a:lnTo>
                    <a:pt x="513" y="349"/>
                  </a:lnTo>
                  <a:lnTo>
                    <a:pt x="516" y="350"/>
                  </a:lnTo>
                  <a:lnTo>
                    <a:pt x="518" y="352"/>
                  </a:lnTo>
                  <a:lnTo>
                    <a:pt x="521" y="353"/>
                  </a:lnTo>
                  <a:lnTo>
                    <a:pt x="524" y="354"/>
                  </a:lnTo>
                  <a:lnTo>
                    <a:pt x="527" y="356"/>
                  </a:lnTo>
                  <a:lnTo>
                    <a:pt x="527" y="358"/>
                  </a:lnTo>
                  <a:lnTo>
                    <a:pt x="523" y="361"/>
                  </a:lnTo>
                  <a:lnTo>
                    <a:pt x="519" y="364"/>
                  </a:lnTo>
                  <a:lnTo>
                    <a:pt x="517" y="366"/>
                  </a:lnTo>
                  <a:close/>
                </a:path>
              </a:pathLst>
            </a:custGeom>
            <a:solidFill>
              <a:srgbClr val="59A3CD">
                <a:alpha val="9600"/>
              </a:srgbClr>
            </a:solidFill>
            <a:ln>
              <a:noFill/>
            </a:ln>
          </p:spPr>
          <p:txBody>
            <a:bodyPr anchor="ctr"/>
            <a:lstStyle/>
            <a:p>
              <a:pPr algn="ctr">
                <a:buNone/>
              </a:pPr>
            </a:p>
          </p:txBody>
        </p:sp>
        <p:sp>
          <p:nvSpPr>
            <p:cNvPr id="627" name="addition:spatial:9"/>
            <p:cNvSpPr>
              <a:spLocks noGrp="1"/>
            </p:cNvSpPr>
            <p:nvPr/>
          </p:nvSpPr>
          <p:spPr>
            <a:xfrm>
              <a:off x="5648325" y="1666875"/>
              <a:ext cx="735863" cy="636057"/>
            </a:xfrm>
            <a:custGeom>
              <a:avLst/>
              <a:gdLst/>
              <a:ahLst/>
              <a:cxnLst/>
              <a:rect l="l" t="t" r="r" b="b"/>
              <a:pathLst>
                <a:path w="555" h="376">
                  <a:moveTo>
                    <a:pt x="0" y="0"/>
                  </a:moveTo>
                  <a:moveTo>
                    <a:pt x="555" y="348"/>
                  </a:moveTo>
                  <a:lnTo>
                    <a:pt x="555" y="350"/>
                  </a:lnTo>
                  <a:lnTo>
                    <a:pt x="554" y="353"/>
                  </a:lnTo>
                  <a:lnTo>
                    <a:pt x="552" y="354"/>
                  </a:lnTo>
                  <a:lnTo>
                    <a:pt x="552" y="357"/>
                  </a:lnTo>
                  <a:lnTo>
                    <a:pt x="553" y="359"/>
                  </a:lnTo>
                  <a:lnTo>
                    <a:pt x="554" y="362"/>
                  </a:lnTo>
                  <a:lnTo>
                    <a:pt x="552" y="364"/>
                  </a:lnTo>
                  <a:lnTo>
                    <a:pt x="548" y="365"/>
                  </a:lnTo>
                  <a:lnTo>
                    <a:pt x="543" y="364"/>
                  </a:lnTo>
                  <a:lnTo>
                    <a:pt x="540" y="365"/>
                  </a:lnTo>
                  <a:lnTo>
                    <a:pt x="538" y="366"/>
                  </a:lnTo>
                  <a:lnTo>
                    <a:pt x="536" y="368"/>
                  </a:lnTo>
                  <a:lnTo>
                    <a:pt x="534" y="369"/>
                  </a:lnTo>
                  <a:lnTo>
                    <a:pt x="531" y="371"/>
                  </a:lnTo>
                  <a:lnTo>
                    <a:pt x="528" y="372"/>
                  </a:lnTo>
                  <a:lnTo>
                    <a:pt x="525" y="375"/>
                  </a:lnTo>
                  <a:lnTo>
                    <a:pt x="521" y="376"/>
                  </a:lnTo>
                  <a:lnTo>
                    <a:pt x="517" y="376"/>
                  </a:lnTo>
                  <a:lnTo>
                    <a:pt x="514" y="374"/>
                  </a:lnTo>
                  <a:lnTo>
                    <a:pt x="511" y="371"/>
                  </a:lnTo>
                  <a:lnTo>
                    <a:pt x="508" y="369"/>
                  </a:lnTo>
                  <a:lnTo>
                    <a:pt x="505" y="369"/>
                  </a:lnTo>
                  <a:lnTo>
                    <a:pt x="501" y="369"/>
                  </a:lnTo>
                  <a:lnTo>
                    <a:pt x="498" y="369"/>
                  </a:lnTo>
                  <a:lnTo>
                    <a:pt x="495" y="367"/>
                  </a:lnTo>
                  <a:lnTo>
                    <a:pt x="494" y="365"/>
                  </a:lnTo>
                  <a:lnTo>
                    <a:pt x="493" y="363"/>
                  </a:lnTo>
                  <a:lnTo>
                    <a:pt x="491" y="362"/>
                  </a:lnTo>
                  <a:lnTo>
                    <a:pt x="487" y="361"/>
                  </a:lnTo>
                  <a:lnTo>
                    <a:pt x="484" y="359"/>
                  </a:lnTo>
                  <a:lnTo>
                    <a:pt x="483" y="357"/>
                  </a:lnTo>
                  <a:lnTo>
                    <a:pt x="482" y="355"/>
                  </a:lnTo>
                  <a:lnTo>
                    <a:pt x="481" y="353"/>
                  </a:lnTo>
                  <a:lnTo>
                    <a:pt x="481" y="351"/>
                  </a:lnTo>
                  <a:lnTo>
                    <a:pt x="481" y="348"/>
                  </a:lnTo>
                  <a:lnTo>
                    <a:pt x="485" y="346"/>
                  </a:lnTo>
                  <a:lnTo>
                    <a:pt x="490" y="344"/>
                  </a:lnTo>
                  <a:lnTo>
                    <a:pt x="494" y="343"/>
                  </a:lnTo>
                  <a:lnTo>
                    <a:pt x="495" y="341"/>
                  </a:lnTo>
                  <a:lnTo>
                    <a:pt x="493" y="338"/>
                  </a:lnTo>
                  <a:lnTo>
                    <a:pt x="491" y="335"/>
                  </a:lnTo>
                  <a:lnTo>
                    <a:pt x="491" y="332"/>
                  </a:lnTo>
                  <a:lnTo>
                    <a:pt x="494" y="331"/>
                  </a:lnTo>
                  <a:lnTo>
                    <a:pt x="497" y="330"/>
                  </a:lnTo>
                  <a:lnTo>
                    <a:pt x="500" y="328"/>
                  </a:lnTo>
                  <a:lnTo>
                    <a:pt x="502" y="327"/>
                  </a:lnTo>
                  <a:lnTo>
                    <a:pt x="504" y="325"/>
                  </a:lnTo>
                  <a:lnTo>
                    <a:pt x="507" y="325"/>
                  </a:lnTo>
                  <a:lnTo>
                    <a:pt x="510" y="325"/>
                  </a:lnTo>
                  <a:lnTo>
                    <a:pt x="513" y="325"/>
                  </a:lnTo>
                  <a:lnTo>
                    <a:pt x="516" y="325"/>
                  </a:lnTo>
                  <a:lnTo>
                    <a:pt x="518" y="324"/>
                  </a:lnTo>
                  <a:lnTo>
                    <a:pt x="521" y="324"/>
                  </a:lnTo>
                  <a:lnTo>
                    <a:pt x="523" y="326"/>
                  </a:lnTo>
                  <a:lnTo>
                    <a:pt x="525" y="327"/>
                  </a:lnTo>
                  <a:lnTo>
                    <a:pt x="527" y="328"/>
                  </a:lnTo>
                  <a:lnTo>
                    <a:pt x="530" y="326"/>
                  </a:lnTo>
                  <a:lnTo>
                    <a:pt x="535" y="324"/>
                  </a:lnTo>
                  <a:lnTo>
                    <a:pt x="539" y="324"/>
                  </a:lnTo>
                  <a:lnTo>
                    <a:pt x="541" y="326"/>
                  </a:lnTo>
                  <a:lnTo>
                    <a:pt x="542" y="329"/>
                  </a:lnTo>
                  <a:lnTo>
                    <a:pt x="542" y="332"/>
                  </a:lnTo>
                  <a:lnTo>
                    <a:pt x="543" y="334"/>
                  </a:lnTo>
                  <a:lnTo>
                    <a:pt x="544" y="336"/>
                  </a:lnTo>
                  <a:lnTo>
                    <a:pt x="545" y="338"/>
                  </a:lnTo>
                  <a:lnTo>
                    <a:pt x="546" y="340"/>
                  </a:lnTo>
                  <a:lnTo>
                    <a:pt x="547" y="342"/>
                  </a:lnTo>
                  <a:lnTo>
                    <a:pt x="549" y="344"/>
                  </a:lnTo>
                  <a:lnTo>
                    <a:pt x="552" y="346"/>
                  </a:lnTo>
                  <a:close/>
                </a:path>
              </a:pathLst>
            </a:custGeom>
            <a:solidFill>
              <a:srgbClr val="59A3CD">
                <a:alpha val="9600"/>
              </a:srgbClr>
            </a:solidFill>
            <a:ln>
              <a:noFill/>
            </a:ln>
          </p:spPr>
          <p:txBody>
            <a:bodyPr anchor="ctr"/>
            <a:lstStyle/>
            <a:p>
              <a:pPr algn="ctr">
                <a:buNone/>
              </a:pPr>
            </a:p>
          </p:txBody>
        </p:sp>
        <p:sp>
          <p:nvSpPr>
            <p:cNvPr id="628" name="addition:spatial:10"/>
            <p:cNvSpPr>
              <a:spLocks noGrp="1"/>
            </p:cNvSpPr>
            <p:nvPr/>
          </p:nvSpPr>
          <p:spPr>
            <a:xfrm>
              <a:off x="5648325" y="1666875"/>
              <a:ext cx="786247" cy="651281"/>
            </a:xfrm>
            <a:custGeom>
              <a:avLst/>
              <a:gdLst/>
              <a:ahLst/>
              <a:cxnLst/>
              <a:rect l="l" t="t" r="r" b="b"/>
              <a:pathLst>
                <a:path w="593" h="385">
                  <a:moveTo>
                    <a:pt x="0" y="0"/>
                  </a:moveTo>
                  <a:moveTo>
                    <a:pt x="592" y="354"/>
                  </a:moveTo>
                  <a:lnTo>
                    <a:pt x="593" y="356"/>
                  </a:lnTo>
                  <a:lnTo>
                    <a:pt x="593" y="359"/>
                  </a:lnTo>
                  <a:lnTo>
                    <a:pt x="591" y="361"/>
                  </a:lnTo>
                  <a:lnTo>
                    <a:pt x="590" y="364"/>
                  </a:lnTo>
                  <a:lnTo>
                    <a:pt x="589" y="366"/>
                  </a:lnTo>
                  <a:lnTo>
                    <a:pt x="587" y="368"/>
                  </a:lnTo>
                  <a:lnTo>
                    <a:pt x="584" y="369"/>
                  </a:lnTo>
                  <a:lnTo>
                    <a:pt x="581" y="370"/>
                  </a:lnTo>
                  <a:lnTo>
                    <a:pt x="579" y="371"/>
                  </a:lnTo>
                  <a:lnTo>
                    <a:pt x="578" y="374"/>
                  </a:lnTo>
                  <a:lnTo>
                    <a:pt x="576" y="376"/>
                  </a:lnTo>
                  <a:lnTo>
                    <a:pt x="573" y="377"/>
                  </a:lnTo>
                  <a:lnTo>
                    <a:pt x="569" y="377"/>
                  </a:lnTo>
                  <a:lnTo>
                    <a:pt x="565" y="376"/>
                  </a:lnTo>
                  <a:lnTo>
                    <a:pt x="563" y="378"/>
                  </a:lnTo>
                  <a:lnTo>
                    <a:pt x="560" y="381"/>
                  </a:lnTo>
                  <a:lnTo>
                    <a:pt x="556" y="384"/>
                  </a:lnTo>
                  <a:lnTo>
                    <a:pt x="552" y="385"/>
                  </a:lnTo>
                  <a:lnTo>
                    <a:pt x="548" y="383"/>
                  </a:lnTo>
                  <a:lnTo>
                    <a:pt x="545" y="381"/>
                  </a:lnTo>
                  <a:lnTo>
                    <a:pt x="542" y="378"/>
                  </a:lnTo>
                  <a:lnTo>
                    <a:pt x="539" y="377"/>
                  </a:lnTo>
                  <a:lnTo>
                    <a:pt x="537" y="375"/>
                  </a:lnTo>
                  <a:lnTo>
                    <a:pt x="534" y="373"/>
                  </a:lnTo>
                  <a:lnTo>
                    <a:pt x="532" y="372"/>
                  </a:lnTo>
                  <a:lnTo>
                    <a:pt x="530" y="371"/>
                  </a:lnTo>
                  <a:lnTo>
                    <a:pt x="525" y="371"/>
                  </a:lnTo>
                  <a:lnTo>
                    <a:pt x="521" y="370"/>
                  </a:lnTo>
                  <a:lnTo>
                    <a:pt x="518" y="369"/>
                  </a:lnTo>
                  <a:lnTo>
                    <a:pt x="517" y="366"/>
                  </a:lnTo>
                  <a:lnTo>
                    <a:pt x="519" y="363"/>
                  </a:lnTo>
                  <a:lnTo>
                    <a:pt x="520" y="361"/>
                  </a:lnTo>
                  <a:lnTo>
                    <a:pt x="519" y="358"/>
                  </a:lnTo>
                  <a:lnTo>
                    <a:pt x="517" y="356"/>
                  </a:lnTo>
                  <a:lnTo>
                    <a:pt x="516" y="354"/>
                  </a:lnTo>
                  <a:lnTo>
                    <a:pt x="518" y="351"/>
                  </a:lnTo>
                  <a:lnTo>
                    <a:pt x="522" y="349"/>
                  </a:lnTo>
                  <a:lnTo>
                    <a:pt x="525" y="347"/>
                  </a:lnTo>
                  <a:lnTo>
                    <a:pt x="527" y="345"/>
                  </a:lnTo>
                  <a:lnTo>
                    <a:pt x="527" y="343"/>
                  </a:lnTo>
                  <a:lnTo>
                    <a:pt x="528" y="341"/>
                  </a:lnTo>
                  <a:lnTo>
                    <a:pt x="529" y="339"/>
                  </a:lnTo>
                  <a:lnTo>
                    <a:pt x="531" y="336"/>
                  </a:lnTo>
                  <a:lnTo>
                    <a:pt x="531" y="333"/>
                  </a:lnTo>
                  <a:lnTo>
                    <a:pt x="532" y="330"/>
                  </a:lnTo>
                  <a:lnTo>
                    <a:pt x="534" y="327"/>
                  </a:lnTo>
                  <a:lnTo>
                    <a:pt x="538" y="327"/>
                  </a:lnTo>
                  <a:lnTo>
                    <a:pt x="542" y="329"/>
                  </a:lnTo>
                  <a:lnTo>
                    <a:pt x="546" y="331"/>
                  </a:lnTo>
                  <a:lnTo>
                    <a:pt x="549" y="331"/>
                  </a:lnTo>
                  <a:lnTo>
                    <a:pt x="551" y="330"/>
                  </a:lnTo>
                  <a:lnTo>
                    <a:pt x="553" y="328"/>
                  </a:lnTo>
                  <a:lnTo>
                    <a:pt x="555" y="327"/>
                  </a:lnTo>
                  <a:lnTo>
                    <a:pt x="558" y="328"/>
                  </a:lnTo>
                  <a:lnTo>
                    <a:pt x="560" y="329"/>
                  </a:lnTo>
                  <a:lnTo>
                    <a:pt x="563" y="329"/>
                  </a:lnTo>
                  <a:lnTo>
                    <a:pt x="566" y="329"/>
                  </a:lnTo>
                  <a:lnTo>
                    <a:pt x="569" y="329"/>
                  </a:lnTo>
                  <a:lnTo>
                    <a:pt x="572" y="330"/>
                  </a:lnTo>
                  <a:lnTo>
                    <a:pt x="574" y="332"/>
                  </a:lnTo>
                  <a:lnTo>
                    <a:pt x="576" y="334"/>
                  </a:lnTo>
                  <a:lnTo>
                    <a:pt x="579" y="335"/>
                  </a:lnTo>
                  <a:lnTo>
                    <a:pt x="582" y="337"/>
                  </a:lnTo>
                  <a:lnTo>
                    <a:pt x="583" y="339"/>
                  </a:lnTo>
                  <a:lnTo>
                    <a:pt x="582" y="343"/>
                  </a:lnTo>
                  <a:lnTo>
                    <a:pt x="580" y="346"/>
                  </a:lnTo>
                  <a:lnTo>
                    <a:pt x="579" y="348"/>
                  </a:lnTo>
                  <a:lnTo>
                    <a:pt x="582" y="350"/>
                  </a:lnTo>
                  <a:lnTo>
                    <a:pt x="587" y="351"/>
                  </a:lnTo>
                  <a:close/>
                </a:path>
              </a:pathLst>
            </a:custGeom>
            <a:solidFill>
              <a:srgbClr val="59A3CD">
                <a:alpha val="9600"/>
              </a:srgbClr>
            </a:solidFill>
            <a:ln>
              <a:noFill/>
            </a:ln>
          </p:spPr>
          <p:txBody>
            <a:bodyPr anchor="ctr"/>
            <a:lstStyle/>
            <a:p>
              <a:pPr algn="ctr">
                <a:buNone/>
              </a:pPr>
            </a:p>
          </p:txBody>
        </p:sp>
        <p:sp>
          <p:nvSpPr>
            <p:cNvPr id="629" name="addition:spatial:11"/>
            <p:cNvSpPr>
              <a:spLocks noGrp="1"/>
            </p:cNvSpPr>
            <p:nvPr/>
          </p:nvSpPr>
          <p:spPr>
            <a:xfrm>
              <a:off x="5648325" y="1666875"/>
              <a:ext cx="828675" cy="686806"/>
            </a:xfrm>
            <a:custGeom>
              <a:avLst/>
              <a:gdLst/>
              <a:ahLst/>
              <a:cxnLst/>
              <a:rect l="l" t="t" r="r" b="b"/>
              <a:pathLst>
                <a:path w="625" h="406">
                  <a:moveTo>
                    <a:pt x="0" y="0"/>
                  </a:moveTo>
                  <a:moveTo>
                    <a:pt x="625" y="376"/>
                  </a:moveTo>
                  <a:lnTo>
                    <a:pt x="625" y="379"/>
                  </a:lnTo>
                  <a:lnTo>
                    <a:pt x="624" y="382"/>
                  </a:lnTo>
                  <a:lnTo>
                    <a:pt x="623" y="384"/>
                  </a:lnTo>
                  <a:lnTo>
                    <a:pt x="622" y="387"/>
                  </a:lnTo>
                  <a:lnTo>
                    <a:pt x="618" y="389"/>
                  </a:lnTo>
                  <a:lnTo>
                    <a:pt x="613" y="390"/>
                  </a:lnTo>
                  <a:lnTo>
                    <a:pt x="608" y="390"/>
                  </a:lnTo>
                  <a:lnTo>
                    <a:pt x="605" y="391"/>
                  </a:lnTo>
                  <a:lnTo>
                    <a:pt x="605" y="394"/>
                  </a:lnTo>
                  <a:lnTo>
                    <a:pt x="605" y="399"/>
                  </a:lnTo>
                  <a:lnTo>
                    <a:pt x="604" y="402"/>
                  </a:lnTo>
                  <a:lnTo>
                    <a:pt x="600" y="404"/>
                  </a:lnTo>
                  <a:lnTo>
                    <a:pt x="596" y="404"/>
                  </a:lnTo>
                  <a:lnTo>
                    <a:pt x="591" y="404"/>
                  </a:lnTo>
                  <a:lnTo>
                    <a:pt x="587" y="405"/>
                  </a:lnTo>
                  <a:lnTo>
                    <a:pt x="584" y="406"/>
                  </a:lnTo>
                  <a:lnTo>
                    <a:pt x="580" y="406"/>
                  </a:lnTo>
                  <a:lnTo>
                    <a:pt x="576" y="405"/>
                  </a:lnTo>
                  <a:lnTo>
                    <a:pt x="573" y="403"/>
                  </a:lnTo>
                  <a:lnTo>
                    <a:pt x="570" y="403"/>
                  </a:lnTo>
                  <a:lnTo>
                    <a:pt x="567" y="402"/>
                  </a:lnTo>
                  <a:lnTo>
                    <a:pt x="564" y="402"/>
                  </a:lnTo>
                  <a:lnTo>
                    <a:pt x="562" y="400"/>
                  </a:lnTo>
                  <a:lnTo>
                    <a:pt x="560" y="398"/>
                  </a:lnTo>
                  <a:lnTo>
                    <a:pt x="558" y="396"/>
                  </a:lnTo>
                  <a:lnTo>
                    <a:pt x="555" y="396"/>
                  </a:lnTo>
                  <a:lnTo>
                    <a:pt x="550" y="396"/>
                  </a:lnTo>
                  <a:lnTo>
                    <a:pt x="545" y="396"/>
                  </a:lnTo>
                  <a:lnTo>
                    <a:pt x="543" y="394"/>
                  </a:lnTo>
                  <a:lnTo>
                    <a:pt x="544" y="390"/>
                  </a:lnTo>
                  <a:lnTo>
                    <a:pt x="547" y="386"/>
                  </a:lnTo>
                  <a:lnTo>
                    <a:pt x="549" y="383"/>
                  </a:lnTo>
                  <a:lnTo>
                    <a:pt x="549" y="381"/>
                  </a:lnTo>
                  <a:lnTo>
                    <a:pt x="549" y="378"/>
                  </a:lnTo>
                  <a:lnTo>
                    <a:pt x="549" y="376"/>
                  </a:lnTo>
                  <a:lnTo>
                    <a:pt x="550" y="374"/>
                  </a:lnTo>
                  <a:lnTo>
                    <a:pt x="549" y="371"/>
                  </a:lnTo>
                  <a:lnTo>
                    <a:pt x="548" y="368"/>
                  </a:lnTo>
                  <a:lnTo>
                    <a:pt x="546" y="365"/>
                  </a:lnTo>
                  <a:lnTo>
                    <a:pt x="546" y="363"/>
                  </a:lnTo>
                  <a:lnTo>
                    <a:pt x="549" y="361"/>
                  </a:lnTo>
                  <a:lnTo>
                    <a:pt x="552" y="359"/>
                  </a:lnTo>
                  <a:lnTo>
                    <a:pt x="554" y="357"/>
                  </a:lnTo>
                  <a:lnTo>
                    <a:pt x="555" y="355"/>
                  </a:lnTo>
                  <a:lnTo>
                    <a:pt x="555" y="351"/>
                  </a:lnTo>
                  <a:lnTo>
                    <a:pt x="557" y="349"/>
                  </a:lnTo>
                  <a:lnTo>
                    <a:pt x="561" y="350"/>
                  </a:lnTo>
                  <a:lnTo>
                    <a:pt x="566" y="351"/>
                  </a:lnTo>
                  <a:lnTo>
                    <a:pt x="569" y="353"/>
                  </a:lnTo>
                  <a:lnTo>
                    <a:pt x="572" y="352"/>
                  </a:lnTo>
                  <a:lnTo>
                    <a:pt x="574" y="351"/>
                  </a:lnTo>
                  <a:lnTo>
                    <a:pt x="577" y="349"/>
                  </a:lnTo>
                  <a:lnTo>
                    <a:pt x="580" y="347"/>
                  </a:lnTo>
                  <a:lnTo>
                    <a:pt x="583" y="347"/>
                  </a:lnTo>
                  <a:lnTo>
                    <a:pt x="587" y="346"/>
                  </a:lnTo>
                  <a:lnTo>
                    <a:pt x="592" y="345"/>
                  </a:lnTo>
                  <a:lnTo>
                    <a:pt x="596" y="346"/>
                  </a:lnTo>
                  <a:lnTo>
                    <a:pt x="599" y="348"/>
                  </a:lnTo>
                  <a:lnTo>
                    <a:pt x="600" y="352"/>
                  </a:lnTo>
                  <a:lnTo>
                    <a:pt x="601" y="356"/>
                  </a:lnTo>
                  <a:lnTo>
                    <a:pt x="603" y="358"/>
                  </a:lnTo>
                  <a:lnTo>
                    <a:pt x="607" y="358"/>
                  </a:lnTo>
                  <a:lnTo>
                    <a:pt x="612" y="359"/>
                  </a:lnTo>
                  <a:lnTo>
                    <a:pt x="615" y="361"/>
                  </a:lnTo>
                  <a:lnTo>
                    <a:pt x="615" y="364"/>
                  </a:lnTo>
                  <a:lnTo>
                    <a:pt x="616" y="367"/>
                  </a:lnTo>
                  <a:lnTo>
                    <a:pt x="617" y="369"/>
                  </a:lnTo>
                  <a:lnTo>
                    <a:pt x="620" y="371"/>
                  </a:lnTo>
                  <a:lnTo>
                    <a:pt x="624" y="373"/>
                  </a:lnTo>
                  <a:close/>
                </a:path>
              </a:pathLst>
            </a:custGeom>
            <a:solidFill>
              <a:srgbClr val="59A3CD">
                <a:alpha val="9600"/>
              </a:srgbClr>
            </a:solidFill>
            <a:ln>
              <a:noFill/>
            </a:ln>
          </p:spPr>
          <p:txBody>
            <a:bodyPr anchor="ctr"/>
            <a:lstStyle/>
            <a:p>
              <a:pPr algn="ctr">
                <a:buNone/>
              </a:pPr>
            </a:p>
          </p:txBody>
        </p:sp>
        <p:sp>
          <p:nvSpPr>
            <p:cNvPr id="630" name="addition:spatial:12"/>
            <p:cNvSpPr>
              <a:spLocks noGrp="1"/>
            </p:cNvSpPr>
            <p:nvPr/>
          </p:nvSpPr>
          <p:spPr>
            <a:xfrm>
              <a:off x="5648325" y="1666875"/>
              <a:ext cx="806135" cy="727405"/>
            </a:xfrm>
            <a:custGeom>
              <a:avLst/>
              <a:gdLst/>
              <a:ahLst/>
              <a:cxnLst/>
              <a:rect l="l" t="t" r="r" b="b"/>
              <a:pathLst>
                <a:path w="608" h="430">
                  <a:moveTo>
                    <a:pt x="0" y="0"/>
                  </a:moveTo>
                  <a:moveTo>
                    <a:pt x="596" y="400"/>
                  </a:moveTo>
                  <a:lnTo>
                    <a:pt x="595" y="403"/>
                  </a:lnTo>
                  <a:lnTo>
                    <a:pt x="594" y="405"/>
                  </a:lnTo>
                  <a:lnTo>
                    <a:pt x="593" y="407"/>
                  </a:lnTo>
                  <a:lnTo>
                    <a:pt x="592" y="410"/>
                  </a:lnTo>
                  <a:lnTo>
                    <a:pt x="592" y="413"/>
                  </a:lnTo>
                  <a:lnTo>
                    <a:pt x="594" y="416"/>
                  </a:lnTo>
                  <a:lnTo>
                    <a:pt x="594" y="420"/>
                  </a:lnTo>
                  <a:lnTo>
                    <a:pt x="592" y="422"/>
                  </a:lnTo>
                  <a:lnTo>
                    <a:pt x="587" y="423"/>
                  </a:lnTo>
                  <a:lnTo>
                    <a:pt x="582" y="423"/>
                  </a:lnTo>
                  <a:lnTo>
                    <a:pt x="578" y="424"/>
                  </a:lnTo>
                  <a:lnTo>
                    <a:pt x="576" y="426"/>
                  </a:lnTo>
                  <a:lnTo>
                    <a:pt x="574" y="429"/>
                  </a:lnTo>
                  <a:lnTo>
                    <a:pt x="571" y="430"/>
                  </a:lnTo>
                  <a:lnTo>
                    <a:pt x="567" y="429"/>
                  </a:lnTo>
                  <a:lnTo>
                    <a:pt x="563" y="427"/>
                  </a:lnTo>
                  <a:lnTo>
                    <a:pt x="559" y="426"/>
                  </a:lnTo>
                  <a:lnTo>
                    <a:pt x="556" y="427"/>
                  </a:lnTo>
                  <a:lnTo>
                    <a:pt x="553" y="428"/>
                  </a:lnTo>
                  <a:lnTo>
                    <a:pt x="549" y="429"/>
                  </a:lnTo>
                  <a:lnTo>
                    <a:pt x="545" y="429"/>
                  </a:lnTo>
                  <a:lnTo>
                    <a:pt x="541" y="429"/>
                  </a:lnTo>
                  <a:lnTo>
                    <a:pt x="536" y="429"/>
                  </a:lnTo>
                  <a:lnTo>
                    <a:pt x="530" y="429"/>
                  </a:lnTo>
                  <a:lnTo>
                    <a:pt x="527" y="427"/>
                  </a:lnTo>
                  <a:lnTo>
                    <a:pt x="525" y="423"/>
                  </a:lnTo>
                  <a:lnTo>
                    <a:pt x="526" y="419"/>
                  </a:lnTo>
                  <a:lnTo>
                    <a:pt x="527" y="415"/>
                  </a:lnTo>
                  <a:lnTo>
                    <a:pt x="525" y="413"/>
                  </a:lnTo>
                  <a:lnTo>
                    <a:pt x="520" y="412"/>
                  </a:lnTo>
                  <a:lnTo>
                    <a:pt x="514" y="411"/>
                  </a:lnTo>
                  <a:lnTo>
                    <a:pt x="510" y="408"/>
                  </a:lnTo>
                  <a:lnTo>
                    <a:pt x="510" y="406"/>
                  </a:lnTo>
                  <a:lnTo>
                    <a:pt x="510" y="403"/>
                  </a:lnTo>
                  <a:lnTo>
                    <a:pt x="508" y="400"/>
                  </a:lnTo>
                  <a:lnTo>
                    <a:pt x="506" y="398"/>
                  </a:lnTo>
                  <a:lnTo>
                    <a:pt x="505" y="395"/>
                  </a:lnTo>
                  <a:lnTo>
                    <a:pt x="505" y="392"/>
                  </a:lnTo>
                  <a:lnTo>
                    <a:pt x="508" y="390"/>
                  </a:lnTo>
                  <a:lnTo>
                    <a:pt x="510" y="387"/>
                  </a:lnTo>
                  <a:lnTo>
                    <a:pt x="511" y="385"/>
                  </a:lnTo>
                  <a:lnTo>
                    <a:pt x="514" y="383"/>
                  </a:lnTo>
                  <a:lnTo>
                    <a:pt x="518" y="381"/>
                  </a:lnTo>
                  <a:lnTo>
                    <a:pt x="524" y="381"/>
                  </a:lnTo>
                  <a:lnTo>
                    <a:pt x="530" y="382"/>
                  </a:lnTo>
                  <a:lnTo>
                    <a:pt x="533" y="380"/>
                  </a:lnTo>
                  <a:lnTo>
                    <a:pt x="534" y="377"/>
                  </a:lnTo>
                  <a:lnTo>
                    <a:pt x="536" y="372"/>
                  </a:lnTo>
                  <a:lnTo>
                    <a:pt x="539" y="369"/>
                  </a:lnTo>
                  <a:lnTo>
                    <a:pt x="544" y="368"/>
                  </a:lnTo>
                  <a:lnTo>
                    <a:pt x="550" y="369"/>
                  </a:lnTo>
                  <a:lnTo>
                    <a:pt x="555" y="370"/>
                  </a:lnTo>
                  <a:lnTo>
                    <a:pt x="560" y="370"/>
                  </a:lnTo>
                  <a:lnTo>
                    <a:pt x="565" y="371"/>
                  </a:lnTo>
                  <a:lnTo>
                    <a:pt x="569" y="372"/>
                  </a:lnTo>
                  <a:lnTo>
                    <a:pt x="573" y="374"/>
                  </a:lnTo>
                  <a:lnTo>
                    <a:pt x="576" y="376"/>
                  </a:lnTo>
                  <a:lnTo>
                    <a:pt x="580" y="377"/>
                  </a:lnTo>
                  <a:lnTo>
                    <a:pt x="585" y="376"/>
                  </a:lnTo>
                  <a:lnTo>
                    <a:pt x="589" y="377"/>
                  </a:lnTo>
                  <a:lnTo>
                    <a:pt x="591" y="379"/>
                  </a:lnTo>
                  <a:lnTo>
                    <a:pt x="592" y="382"/>
                  </a:lnTo>
                  <a:lnTo>
                    <a:pt x="593" y="384"/>
                  </a:lnTo>
                  <a:lnTo>
                    <a:pt x="597" y="386"/>
                  </a:lnTo>
                  <a:lnTo>
                    <a:pt x="603" y="387"/>
                  </a:lnTo>
                  <a:lnTo>
                    <a:pt x="607" y="388"/>
                  </a:lnTo>
                  <a:lnTo>
                    <a:pt x="608" y="391"/>
                  </a:lnTo>
                  <a:lnTo>
                    <a:pt x="604" y="395"/>
                  </a:lnTo>
                  <a:lnTo>
                    <a:pt x="600" y="398"/>
                  </a:lnTo>
                  <a:close/>
                </a:path>
              </a:pathLst>
            </a:custGeom>
            <a:solidFill>
              <a:srgbClr val="59A3CD">
                <a:alpha val="9600"/>
              </a:srgbClr>
            </a:solidFill>
            <a:ln>
              <a:noFill/>
            </a:ln>
          </p:spPr>
          <p:txBody>
            <a:bodyPr anchor="ctr"/>
            <a:lstStyle/>
            <a:p>
              <a:pPr algn="ctr">
                <a:buNone/>
              </a:pPr>
            </a:p>
          </p:txBody>
        </p:sp>
        <p:sp>
          <p:nvSpPr>
            <p:cNvPr id="631" name="addition:spatial:13"/>
            <p:cNvSpPr>
              <a:spLocks noGrp="1"/>
            </p:cNvSpPr>
            <p:nvPr/>
          </p:nvSpPr>
          <p:spPr>
            <a:xfrm>
              <a:off x="5648325" y="1666875"/>
              <a:ext cx="737189" cy="732480"/>
            </a:xfrm>
            <a:custGeom>
              <a:avLst/>
              <a:gdLst/>
              <a:ahLst/>
              <a:cxnLst/>
              <a:rect l="l" t="t" r="r" b="b"/>
              <a:pathLst>
                <a:path w="556" h="433">
                  <a:moveTo>
                    <a:pt x="0" y="0"/>
                  </a:moveTo>
                  <a:moveTo>
                    <a:pt x="553" y="403"/>
                  </a:moveTo>
                  <a:lnTo>
                    <a:pt x="551" y="406"/>
                  </a:lnTo>
                  <a:lnTo>
                    <a:pt x="549" y="408"/>
                  </a:lnTo>
                  <a:lnTo>
                    <a:pt x="546" y="410"/>
                  </a:lnTo>
                  <a:lnTo>
                    <a:pt x="545" y="413"/>
                  </a:lnTo>
                  <a:lnTo>
                    <a:pt x="545" y="415"/>
                  </a:lnTo>
                  <a:lnTo>
                    <a:pt x="543" y="418"/>
                  </a:lnTo>
                  <a:lnTo>
                    <a:pt x="540" y="419"/>
                  </a:lnTo>
                  <a:lnTo>
                    <a:pt x="537" y="421"/>
                  </a:lnTo>
                  <a:lnTo>
                    <a:pt x="536" y="424"/>
                  </a:lnTo>
                  <a:lnTo>
                    <a:pt x="536" y="428"/>
                  </a:lnTo>
                  <a:lnTo>
                    <a:pt x="535" y="431"/>
                  </a:lnTo>
                  <a:lnTo>
                    <a:pt x="532" y="433"/>
                  </a:lnTo>
                  <a:lnTo>
                    <a:pt x="527" y="432"/>
                  </a:lnTo>
                  <a:lnTo>
                    <a:pt x="522" y="430"/>
                  </a:lnTo>
                  <a:lnTo>
                    <a:pt x="518" y="428"/>
                  </a:lnTo>
                  <a:lnTo>
                    <a:pt x="516" y="428"/>
                  </a:lnTo>
                  <a:lnTo>
                    <a:pt x="513" y="429"/>
                  </a:lnTo>
                  <a:lnTo>
                    <a:pt x="510" y="430"/>
                  </a:lnTo>
                  <a:lnTo>
                    <a:pt x="508" y="430"/>
                  </a:lnTo>
                  <a:lnTo>
                    <a:pt x="505" y="430"/>
                  </a:lnTo>
                  <a:lnTo>
                    <a:pt x="501" y="431"/>
                  </a:lnTo>
                  <a:lnTo>
                    <a:pt x="497" y="432"/>
                  </a:lnTo>
                  <a:lnTo>
                    <a:pt x="494" y="431"/>
                  </a:lnTo>
                  <a:lnTo>
                    <a:pt x="491" y="429"/>
                  </a:lnTo>
                  <a:lnTo>
                    <a:pt x="490" y="426"/>
                  </a:lnTo>
                  <a:lnTo>
                    <a:pt x="488" y="423"/>
                  </a:lnTo>
                  <a:lnTo>
                    <a:pt x="485" y="422"/>
                  </a:lnTo>
                  <a:lnTo>
                    <a:pt x="481" y="421"/>
                  </a:lnTo>
                  <a:lnTo>
                    <a:pt x="478" y="419"/>
                  </a:lnTo>
                  <a:lnTo>
                    <a:pt x="478" y="416"/>
                  </a:lnTo>
                  <a:lnTo>
                    <a:pt x="480" y="413"/>
                  </a:lnTo>
                  <a:lnTo>
                    <a:pt x="481" y="410"/>
                  </a:lnTo>
                  <a:lnTo>
                    <a:pt x="480" y="408"/>
                  </a:lnTo>
                  <a:lnTo>
                    <a:pt x="476" y="406"/>
                  </a:lnTo>
                  <a:lnTo>
                    <a:pt x="472" y="403"/>
                  </a:lnTo>
                  <a:lnTo>
                    <a:pt x="469" y="401"/>
                  </a:lnTo>
                  <a:lnTo>
                    <a:pt x="468" y="398"/>
                  </a:lnTo>
                  <a:lnTo>
                    <a:pt x="468" y="395"/>
                  </a:lnTo>
                  <a:lnTo>
                    <a:pt x="468" y="392"/>
                  </a:lnTo>
                  <a:lnTo>
                    <a:pt x="469" y="389"/>
                  </a:lnTo>
                  <a:lnTo>
                    <a:pt x="473" y="388"/>
                  </a:lnTo>
                  <a:lnTo>
                    <a:pt x="478" y="387"/>
                  </a:lnTo>
                  <a:lnTo>
                    <a:pt x="483" y="387"/>
                  </a:lnTo>
                  <a:lnTo>
                    <a:pt x="485" y="386"/>
                  </a:lnTo>
                  <a:lnTo>
                    <a:pt x="486" y="383"/>
                  </a:lnTo>
                  <a:lnTo>
                    <a:pt x="487" y="379"/>
                  </a:lnTo>
                  <a:lnTo>
                    <a:pt x="490" y="377"/>
                  </a:lnTo>
                  <a:lnTo>
                    <a:pt x="494" y="377"/>
                  </a:lnTo>
                  <a:lnTo>
                    <a:pt x="498" y="377"/>
                  </a:lnTo>
                  <a:lnTo>
                    <a:pt x="502" y="377"/>
                  </a:lnTo>
                  <a:lnTo>
                    <a:pt x="506" y="375"/>
                  </a:lnTo>
                  <a:lnTo>
                    <a:pt x="510" y="373"/>
                  </a:lnTo>
                  <a:lnTo>
                    <a:pt x="514" y="371"/>
                  </a:lnTo>
                  <a:lnTo>
                    <a:pt x="518" y="372"/>
                  </a:lnTo>
                  <a:lnTo>
                    <a:pt x="523" y="374"/>
                  </a:lnTo>
                  <a:lnTo>
                    <a:pt x="526" y="375"/>
                  </a:lnTo>
                  <a:lnTo>
                    <a:pt x="530" y="377"/>
                  </a:lnTo>
                  <a:lnTo>
                    <a:pt x="533" y="379"/>
                  </a:lnTo>
                  <a:lnTo>
                    <a:pt x="535" y="382"/>
                  </a:lnTo>
                  <a:lnTo>
                    <a:pt x="536" y="385"/>
                  </a:lnTo>
                  <a:lnTo>
                    <a:pt x="538" y="386"/>
                  </a:lnTo>
                  <a:lnTo>
                    <a:pt x="543" y="386"/>
                  </a:lnTo>
                  <a:lnTo>
                    <a:pt x="549" y="386"/>
                  </a:lnTo>
                  <a:lnTo>
                    <a:pt x="554" y="386"/>
                  </a:lnTo>
                  <a:lnTo>
                    <a:pt x="556" y="389"/>
                  </a:lnTo>
                  <a:lnTo>
                    <a:pt x="555" y="392"/>
                  </a:lnTo>
                  <a:lnTo>
                    <a:pt x="553" y="395"/>
                  </a:lnTo>
                  <a:lnTo>
                    <a:pt x="552" y="398"/>
                  </a:lnTo>
                  <a:lnTo>
                    <a:pt x="553" y="401"/>
                  </a:lnTo>
                  <a:close/>
                </a:path>
              </a:pathLst>
            </a:custGeom>
            <a:solidFill>
              <a:srgbClr val="59A3CD">
                <a:alpha val="9600"/>
              </a:srgbClr>
            </a:solidFill>
            <a:ln>
              <a:noFill/>
            </a:ln>
          </p:spPr>
          <p:txBody>
            <a:bodyPr anchor="ctr"/>
            <a:lstStyle/>
            <a:p>
              <a:pPr algn="ctr">
                <a:buNone/>
              </a:pPr>
            </a:p>
          </p:txBody>
        </p:sp>
        <p:sp>
          <p:nvSpPr>
            <p:cNvPr id="632" name="addition:spatial:14"/>
            <p:cNvSpPr>
              <a:spLocks noGrp="1"/>
            </p:cNvSpPr>
            <p:nvPr/>
          </p:nvSpPr>
          <p:spPr>
            <a:xfrm>
              <a:off x="5648325" y="1666875"/>
              <a:ext cx="674873" cy="708797"/>
            </a:xfrm>
            <a:custGeom>
              <a:avLst/>
              <a:gdLst/>
              <a:ahLst/>
              <a:cxnLst/>
              <a:rect l="l" t="t" r="r" b="b"/>
              <a:pathLst>
                <a:path w="509" h="419">
                  <a:moveTo>
                    <a:pt x="0" y="0"/>
                  </a:moveTo>
                  <a:moveTo>
                    <a:pt x="508" y="393"/>
                  </a:moveTo>
                  <a:lnTo>
                    <a:pt x="507" y="395"/>
                  </a:lnTo>
                  <a:lnTo>
                    <a:pt x="505" y="397"/>
                  </a:lnTo>
                  <a:lnTo>
                    <a:pt x="502" y="399"/>
                  </a:lnTo>
                  <a:lnTo>
                    <a:pt x="500" y="400"/>
                  </a:lnTo>
                  <a:lnTo>
                    <a:pt x="500" y="402"/>
                  </a:lnTo>
                  <a:lnTo>
                    <a:pt x="502" y="405"/>
                  </a:lnTo>
                  <a:lnTo>
                    <a:pt x="504" y="409"/>
                  </a:lnTo>
                  <a:lnTo>
                    <a:pt x="503" y="412"/>
                  </a:lnTo>
                  <a:lnTo>
                    <a:pt x="500" y="413"/>
                  </a:lnTo>
                  <a:lnTo>
                    <a:pt x="497" y="413"/>
                  </a:lnTo>
                  <a:lnTo>
                    <a:pt x="494" y="414"/>
                  </a:lnTo>
                  <a:lnTo>
                    <a:pt x="491" y="414"/>
                  </a:lnTo>
                  <a:lnTo>
                    <a:pt x="489" y="414"/>
                  </a:lnTo>
                  <a:lnTo>
                    <a:pt x="486" y="414"/>
                  </a:lnTo>
                  <a:lnTo>
                    <a:pt x="484" y="413"/>
                  </a:lnTo>
                  <a:lnTo>
                    <a:pt x="482" y="414"/>
                  </a:lnTo>
                  <a:lnTo>
                    <a:pt x="480" y="416"/>
                  </a:lnTo>
                  <a:lnTo>
                    <a:pt x="477" y="418"/>
                  </a:lnTo>
                  <a:lnTo>
                    <a:pt x="474" y="419"/>
                  </a:lnTo>
                  <a:lnTo>
                    <a:pt x="472" y="417"/>
                  </a:lnTo>
                  <a:lnTo>
                    <a:pt x="470" y="416"/>
                  </a:lnTo>
                  <a:lnTo>
                    <a:pt x="467" y="415"/>
                  </a:lnTo>
                  <a:lnTo>
                    <a:pt x="464" y="415"/>
                  </a:lnTo>
                  <a:lnTo>
                    <a:pt x="460" y="415"/>
                  </a:lnTo>
                  <a:lnTo>
                    <a:pt x="457" y="414"/>
                  </a:lnTo>
                  <a:lnTo>
                    <a:pt x="455" y="412"/>
                  </a:lnTo>
                  <a:lnTo>
                    <a:pt x="455" y="409"/>
                  </a:lnTo>
                  <a:lnTo>
                    <a:pt x="454" y="406"/>
                  </a:lnTo>
                  <a:lnTo>
                    <a:pt x="453" y="404"/>
                  </a:lnTo>
                  <a:lnTo>
                    <a:pt x="452" y="402"/>
                  </a:lnTo>
                  <a:lnTo>
                    <a:pt x="450" y="401"/>
                  </a:lnTo>
                  <a:lnTo>
                    <a:pt x="449" y="399"/>
                  </a:lnTo>
                  <a:lnTo>
                    <a:pt x="447" y="397"/>
                  </a:lnTo>
                  <a:lnTo>
                    <a:pt x="443" y="395"/>
                  </a:lnTo>
                  <a:lnTo>
                    <a:pt x="439" y="393"/>
                  </a:lnTo>
                  <a:lnTo>
                    <a:pt x="437" y="390"/>
                  </a:lnTo>
                  <a:lnTo>
                    <a:pt x="439" y="388"/>
                  </a:lnTo>
                  <a:lnTo>
                    <a:pt x="442" y="386"/>
                  </a:lnTo>
                  <a:lnTo>
                    <a:pt x="446" y="385"/>
                  </a:lnTo>
                  <a:lnTo>
                    <a:pt x="448" y="383"/>
                  </a:lnTo>
                  <a:lnTo>
                    <a:pt x="448" y="381"/>
                  </a:lnTo>
                  <a:lnTo>
                    <a:pt x="449" y="378"/>
                  </a:lnTo>
                  <a:lnTo>
                    <a:pt x="451" y="377"/>
                  </a:lnTo>
                  <a:lnTo>
                    <a:pt x="454" y="376"/>
                  </a:lnTo>
                  <a:lnTo>
                    <a:pt x="457" y="375"/>
                  </a:lnTo>
                  <a:lnTo>
                    <a:pt x="459" y="374"/>
                  </a:lnTo>
                  <a:lnTo>
                    <a:pt x="462" y="372"/>
                  </a:lnTo>
                  <a:lnTo>
                    <a:pt x="464" y="370"/>
                  </a:lnTo>
                  <a:lnTo>
                    <a:pt x="467" y="369"/>
                  </a:lnTo>
                  <a:lnTo>
                    <a:pt x="470" y="368"/>
                  </a:lnTo>
                  <a:lnTo>
                    <a:pt x="473" y="367"/>
                  </a:lnTo>
                  <a:lnTo>
                    <a:pt x="477" y="366"/>
                  </a:lnTo>
                  <a:lnTo>
                    <a:pt x="480" y="365"/>
                  </a:lnTo>
                  <a:lnTo>
                    <a:pt x="484" y="366"/>
                  </a:lnTo>
                  <a:lnTo>
                    <a:pt x="486" y="369"/>
                  </a:lnTo>
                  <a:lnTo>
                    <a:pt x="488" y="373"/>
                  </a:lnTo>
                  <a:lnTo>
                    <a:pt x="490" y="375"/>
                  </a:lnTo>
                  <a:lnTo>
                    <a:pt x="492" y="375"/>
                  </a:lnTo>
                  <a:lnTo>
                    <a:pt x="496" y="374"/>
                  </a:lnTo>
                  <a:lnTo>
                    <a:pt x="500" y="373"/>
                  </a:lnTo>
                  <a:lnTo>
                    <a:pt x="502" y="374"/>
                  </a:lnTo>
                  <a:lnTo>
                    <a:pt x="504" y="376"/>
                  </a:lnTo>
                  <a:lnTo>
                    <a:pt x="505" y="378"/>
                  </a:lnTo>
                  <a:lnTo>
                    <a:pt x="507" y="379"/>
                  </a:lnTo>
                  <a:lnTo>
                    <a:pt x="509" y="381"/>
                  </a:lnTo>
                  <a:lnTo>
                    <a:pt x="509" y="384"/>
                  </a:lnTo>
                  <a:lnTo>
                    <a:pt x="508" y="386"/>
                  </a:lnTo>
                  <a:lnTo>
                    <a:pt x="507" y="389"/>
                  </a:lnTo>
                  <a:lnTo>
                    <a:pt x="507" y="391"/>
                  </a:lnTo>
                  <a:close/>
                </a:path>
              </a:pathLst>
            </a:custGeom>
            <a:solidFill>
              <a:srgbClr val="59A3CD">
                <a:alpha val="9600"/>
              </a:srgbClr>
            </a:solidFill>
            <a:ln>
              <a:noFill/>
            </a:ln>
          </p:spPr>
          <p:txBody>
            <a:bodyPr anchor="ctr"/>
            <a:lstStyle/>
            <a:p>
              <a:pPr algn="ctr">
                <a:buNone/>
              </a:pPr>
            </a:p>
          </p:txBody>
        </p:sp>
        <p:sp>
          <p:nvSpPr>
            <p:cNvPr id="633" name="addition:spatial:15"/>
            <p:cNvSpPr>
              <a:spLocks noGrp="1"/>
            </p:cNvSpPr>
            <p:nvPr/>
          </p:nvSpPr>
          <p:spPr>
            <a:xfrm>
              <a:off x="5648325" y="1666875"/>
              <a:ext cx="771662" cy="717255"/>
            </a:xfrm>
            <a:custGeom>
              <a:avLst/>
              <a:gdLst/>
              <a:ahLst/>
              <a:cxnLst/>
              <a:rect l="l" t="t" r="r" b="b"/>
              <a:pathLst>
                <a:path w="582" h="424">
                  <a:moveTo>
                    <a:pt x="0" y="0"/>
                  </a:moveTo>
                  <a:moveTo>
                    <a:pt x="574" y="389"/>
                  </a:moveTo>
                  <a:lnTo>
                    <a:pt x="577" y="391"/>
                  </a:lnTo>
                  <a:lnTo>
                    <a:pt x="579" y="394"/>
                  </a:lnTo>
                  <a:lnTo>
                    <a:pt x="577" y="397"/>
                  </a:lnTo>
                  <a:lnTo>
                    <a:pt x="574" y="399"/>
                  </a:lnTo>
                  <a:lnTo>
                    <a:pt x="572" y="402"/>
                  </a:lnTo>
                  <a:lnTo>
                    <a:pt x="572" y="405"/>
                  </a:lnTo>
                  <a:lnTo>
                    <a:pt x="573" y="408"/>
                  </a:lnTo>
                  <a:lnTo>
                    <a:pt x="572" y="411"/>
                  </a:lnTo>
                  <a:lnTo>
                    <a:pt x="569" y="413"/>
                  </a:lnTo>
                  <a:lnTo>
                    <a:pt x="565" y="415"/>
                  </a:lnTo>
                  <a:lnTo>
                    <a:pt x="561" y="416"/>
                  </a:lnTo>
                  <a:lnTo>
                    <a:pt x="558" y="417"/>
                  </a:lnTo>
                  <a:lnTo>
                    <a:pt x="554" y="417"/>
                  </a:lnTo>
                  <a:lnTo>
                    <a:pt x="550" y="416"/>
                  </a:lnTo>
                  <a:lnTo>
                    <a:pt x="546" y="414"/>
                  </a:lnTo>
                  <a:lnTo>
                    <a:pt x="542" y="414"/>
                  </a:lnTo>
                  <a:lnTo>
                    <a:pt x="539" y="416"/>
                  </a:lnTo>
                  <a:lnTo>
                    <a:pt x="535" y="420"/>
                  </a:lnTo>
                  <a:lnTo>
                    <a:pt x="531" y="424"/>
                  </a:lnTo>
                  <a:lnTo>
                    <a:pt x="525" y="424"/>
                  </a:lnTo>
                  <a:lnTo>
                    <a:pt x="521" y="422"/>
                  </a:lnTo>
                  <a:lnTo>
                    <a:pt x="518" y="419"/>
                  </a:lnTo>
                  <a:lnTo>
                    <a:pt x="514" y="416"/>
                  </a:lnTo>
                  <a:lnTo>
                    <a:pt x="510" y="415"/>
                  </a:lnTo>
                  <a:lnTo>
                    <a:pt x="506" y="414"/>
                  </a:lnTo>
                  <a:lnTo>
                    <a:pt x="503" y="411"/>
                  </a:lnTo>
                  <a:lnTo>
                    <a:pt x="501" y="408"/>
                  </a:lnTo>
                  <a:lnTo>
                    <a:pt x="498" y="406"/>
                  </a:lnTo>
                  <a:lnTo>
                    <a:pt x="495" y="404"/>
                  </a:lnTo>
                  <a:lnTo>
                    <a:pt x="491" y="402"/>
                  </a:lnTo>
                  <a:lnTo>
                    <a:pt x="488" y="399"/>
                  </a:lnTo>
                  <a:lnTo>
                    <a:pt x="488" y="397"/>
                  </a:lnTo>
                  <a:lnTo>
                    <a:pt x="487" y="394"/>
                  </a:lnTo>
                  <a:lnTo>
                    <a:pt x="485" y="391"/>
                  </a:lnTo>
                  <a:lnTo>
                    <a:pt x="480" y="389"/>
                  </a:lnTo>
                  <a:lnTo>
                    <a:pt x="475" y="385"/>
                  </a:lnTo>
                  <a:lnTo>
                    <a:pt x="474" y="382"/>
                  </a:lnTo>
                  <a:lnTo>
                    <a:pt x="478" y="379"/>
                  </a:lnTo>
                  <a:lnTo>
                    <a:pt x="485" y="378"/>
                  </a:lnTo>
                  <a:lnTo>
                    <a:pt x="492" y="376"/>
                  </a:lnTo>
                  <a:lnTo>
                    <a:pt x="495" y="375"/>
                  </a:lnTo>
                  <a:lnTo>
                    <a:pt x="497" y="372"/>
                  </a:lnTo>
                  <a:lnTo>
                    <a:pt x="499" y="370"/>
                  </a:lnTo>
                  <a:lnTo>
                    <a:pt x="502" y="367"/>
                  </a:lnTo>
                  <a:lnTo>
                    <a:pt x="505" y="365"/>
                  </a:lnTo>
                  <a:lnTo>
                    <a:pt x="507" y="362"/>
                  </a:lnTo>
                  <a:lnTo>
                    <a:pt x="510" y="359"/>
                  </a:lnTo>
                  <a:lnTo>
                    <a:pt x="514" y="357"/>
                  </a:lnTo>
                  <a:lnTo>
                    <a:pt x="520" y="356"/>
                  </a:lnTo>
                  <a:lnTo>
                    <a:pt x="526" y="357"/>
                  </a:lnTo>
                  <a:lnTo>
                    <a:pt x="531" y="358"/>
                  </a:lnTo>
                  <a:lnTo>
                    <a:pt x="535" y="358"/>
                  </a:lnTo>
                  <a:lnTo>
                    <a:pt x="540" y="356"/>
                  </a:lnTo>
                  <a:lnTo>
                    <a:pt x="545" y="355"/>
                  </a:lnTo>
                  <a:lnTo>
                    <a:pt x="549" y="357"/>
                  </a:lnTo>
                  <a:lnTo>
                    <a:pt x="552" y="360"/>
                  </a:lnTo>
                  <a:lnTo>
                    <a:pt x="554" y="364"/>
                  </a:lnTo>
                  <a:lnTo>
                    <a:pt x="556" y="365"/>
                  </a:lnTo>
                  <a:lnTo>
                    <a:pt x="561" y="365"/>
                  </a:lnTo>
                  <a:lnTo>
                    <a:pt x="566" y="365"/>
                  </a:lnTo>
                  <a:lnTo>
                    <a:pt x="570" y="365"/>
                  </a:lnTo>
                  <a:lnTo>
                    <a:pt x="574" y="366"/>
                  </a:lnTo>
                  <a:lnTo>
                    <a:pt x="577" y="368"/>
                  </a:lnTo>
                  <a:lnTo>
                    <a:pt x="580" y="370"/>
                  </a:lnTo>
                  <a:lnTo>
                    <a:pt x="582" y="373"/>
                  </a:lnTo>
                  <a:lnTo>
                    <a:pt x="581" y="377"/>
                  </a:lnTo>
                  <a:lnTo>
                    <a:pt x="578" y="380"/>
                  </a:lnTo>
                  <a:lnTo>
                    <a:pt x="573" y="384"/>
                  </a:lnTo>
                  <a:lnTo>
                    <a:pt x="571" y="386"/>
                  </a:lnTo>
                  <a:close/>
                </a:path>
              </a:pathLst>
            </a:custGeom>
            <a:solidFill>
              <a:srgbClr val="59A3CD">
                <a:alpha val="9600"/>
              </a:srgbClr>
            </a:solidFill>
            <a:ln>
              <a:noFill/>
            </a:ln>
          </p:spPr>
          <p:txBody>
            <a:bodyPr anchor="ctr"/>
            <a:lstStyle/>
            <a:p>
              <a:pPr algn="ctr">
                <a:buNone/>
              </a:pPr>
            </a:p>
          </p:txBody>
        </p:sp>
        <p:sp>
          <p:nvSpPr>
            <p:cNvPr id="634" name="addition:spatial:16"/>
            <p:cNvSpPr>
              <a:spLocks noGrp="1"/>
            </p:cNvSpPr>
            <p:nvPr/>
          </p:nvSpPr>
          <p:spPr>
            <a:xfrm>
              <a:off x="5648325" y="1666875"/>
              <a:ext cx="800832" cy="729097"/>
            </a:xfrm>
            <a:custGeom>
              <a:avLst/>
              <a:gdLst/>
              <a:ahLst/>
              <a:cxnLst/>
              <a:rect l="l" t="t" r="r" b="b"/>
              <a:pathLst>
                <a:path w="604" h="431">
                  <a:moveTo>
                    <a:pt x="0" y="0"/>
                  </a:moveTo>
                  <a:moveTo>
                    <a:pt x="598" y="383"/>
                  </a:moveTo>
                  <a:lnTo>
                    <a:pt x="603" y="387"/>
                  </a:lnTo>
                  <a:lnTo>
                    <a:pt x="604" y="392"/>
                  </a:lnTo>
                  <a:lnTo>
                    <a:pt x="604" y="396"/>
                  </a:lnTo>
                  <a:lnTo>
                    <a:pt x="603" y="400"/>
                  </a:lnTo>
                  <a:lnTo>
                    <a:pt x="601" y="405"/>
                  </a:lnTo>
                  <a:lnTo>
                    <a:pt x="598" y="408"/>
                  </a:lnTo>
                  <a:lnTo>
                    <a:pt x="591" y="410"/>
                  </a:lnTo>
                  <a:lnTo>
                    <a:pt x="581" y="410"/>
                  </a:lnTo>
                  <a:lnTo>
                    <a:pt x="573" y="410"/>
                  </a:lnTo>
                  <a:lnTo>
                    <a:pt x="569" y="412"/>
                  </a:lnTo>
                  <a:lnTo>
                    <a:pt x="568" y="417"/>
                  </a:lnTo>
                  <a:lnTo>
                    <a:pt x="567" y="424"/>
                  </a:lnTo>
                  <a:lnTo>
                    <a:pt x="562" y="429"/>
                  </a:lnTo>
                  <a:lnTo>
                    <a:pt x="555" y="430"/>
                  </a:lnTo>
                  <a:lnTo>
                    <a:pt x="548" y="429"/>
                  </a:lnTo>
                  <a:lnTo>
                    <a:pt x="541" y="429"/>
                  </a:lnTo>
                  <a:lnTo>
                    <a:pt x="534" y="430"/>
                  </a:lnTo>
                  <a:lnTo>
                    <a:pt x="527" y="431"/>
                  </a:lnTo>
                  <a:lnTo>
                    <a:pt x="520" y="430"/>
                  </a:lnTo>
                  <a:lnTo>
                    <a:pt x="514" y="427"/>
                  </a:lnTo>
                  <a:lnTo>
                    <a:pt x="508" y="425"/>
                  </a:lnTo>
                  <a:lnTo>
                    <a:pt x="503" y="423"/>
                  </a:lnTo>
                  <a:lnTo>
                    <a:pt x="497" y="422"/>
                  </a:lnTo>
                  <a:lnTo>
                    <a:pt x="492" y="420"/>
                  </a:lnTo>
                  <a:lnTo>
                    <a:pt x="489" y="416"/>
                  </a:lnTo>
                  <a:lnTo>
                    <a:pt x="488" y="412"/>
                  </a:lnTo>
                  <a:lnTo>
                    <a:pt x="484" y="409"/>
                  </a:lnTo>
                  <a:lnTo>
                    <a:pt x="477" y="409"/>
                  </a:lnTo>
                  <a:lnTo>
                    <a:pt x="467" y="409"/>
                  </a:lnTo>
                  <a:lnTo>
                    <a:pt x="460" y="406"/>
                  </a:lnTo>
                  <a:lnTo>
                    <a:pt x="458" y="402"/>
                  </a:lnTo>
                  <a:lnTo>
                    <a:pt x="462" y="396"/>
                  </a:lnTo>
                  <a:lnTo>
                    <a:pt x="468" y="391"/>
                  </a:lnTo>
                  <a:lnTo>
                    <a:pt x="471" y="387"/>
                  </a:lnTo>
                  <a:lnTo>
                    <a:pt x="473" y="383"/>
                  </a:lnTo>
                  <a:lnTo>
                    <a:pt x="474" y="379"/>
                  </a:lnTo>
                  <a:lnTo>
                    <a:pt x="477" y="376"/>
                  </a:lnTo>
                  <a:lnTo>
                    <a:pt x="480" y="372"/>
                  </a:lnTo>
                  <a:lnTo>
                    <a:pt x="480" y="368"/>
                  </a:lnTo>
                  <a:lnTo>
                    <a:pt x="478" y="363"/>
                  </a:lnTo>
                  <a:lnTo>
                    <a:pt x="478" y="358"/>
                  </a:lnTo>
                  <a:lnTo>
                    <a:pt x="481" y="354"/>
                  </a:lnTo>
                  <a:lnTo>
                    <a:pt x="487" y="352"/>
                  </a:lnTo>
                  <a:lnTo>
                    <a:pt x="493" y="351"/>
                  </a:lnTo>
                  <a:lnTo>
                    <a:pt x="496" y="348"/>
                  </a:lnTo>
                  <a:lnTo>
                    <a:pt x="498" y="343"/>
                  </a:lnTo>
                  <a:lnTo>
                    <a:pt x="501" y="338"/>
                  </a:lnTo>
                  <a:lnTo>
                    <a:pt x="506" y="336"/>
                  </a:lnTo>
                  <a:lnTo>
                    <a:pt x="513" y="339"/>
                  </a:lnTo>
                  <a:lnTo>
                    <a:pt x="519" y="342"/>
                  </a:lnTo>
                  <a:lnTo>
                    <a:pt x="524" y="344"/>
                  </a:lnTo>
                  <a:lnTo>
                    <a:pt x="528" y="344"/>
                  </a:lnTo>
                  <a:lnTo>
                    <a:pt x="533" y="342"/>
                  </a:lnTo>
                  <a:lnTo>
                    <a:pt x="537" y="340"/>
                  </a:lnTo>
                  <a:lnTo>
                    <a:pt x="543" y="340"/>
                  </a:lnTo>
                  <a:lnTo>
                    <a:pt x="548" y="339"/>
                  </a:lnTo>
                  <a:lnTo>
                    <a:pt x="555" y="337"/>
                  </a:lnTo>
                  <a:lnTo>
                    <a:pt x="563" y="337"/>
                  </a:lnTo>
                  <a:lnTo>
                    <a:pt x="568" y="339"/>
                  </a:lnTo>
                  <a:lnTo>
                    <a:pt x="571" y="345"/>
                  </a:lnTo>
                  <a:lnTo>
                    <a:pt x="571" y="351"/>
                  </a:lnTo>
                  <a:lnTo>
                    <a:pt x="571" y="356"/>
                  </a:lnTo>
                  <a:lnTo>
                    <a:pt x="576" y="359"/>
                  </a:lnTo>
                  <a:lnTo>
                    <a:pt x="583" y="360"/>
                  </a:lnTo>
                  <a:lnTo>
                    <a:pt x="589" y="363"/>
                  </a:lnTo>
                  <a:lnTo>
                    <a:pt x="591" y="367"/>
                  </a:lnTo>
                  <a:lnTo>
                    <a:pt x="590" y="372"/>
                  </a:lnTo>
                  <a:lnTo>
                    <a:pt x="590" y="376"/>
                  </a:lnTo>
                  <a:lnTo>
                    <a:pt x="593" y="379"/>
                  </a:lnTo>
                  <a:close/>
                </a:path>
              </a:pathLst>
            </a:custGeom>
            <a:solidFill>
              <a:srgbClr val="0675B4">
                <a:alpha val="11100"/>
              </a:srgbClr>
            </a:solidFill>
            <a:ln>
              <a:noFill/>
            </a:ln>
          </p:spPr>
          <p:txBody>
            <a:bodyPr anchor="ctr"/>
            <a:lstStyle/>
            <a:p>
              <a:pPr algn="ctr">
                <a:buNone/>
              </a:pPr>
            </a:p>
          </p:txBody>
        </p:sp>
        <p:sp>
          <p:nvSpPr>
            <p:cNvPr id="635" name="addition:spatial:17"/>
            <p:cNvSpPr>
              <a:spLocks noGrp="1"/>
            </p:cNvSpPr>
            <p:nvPr/>
          </p:nvSpPr>
          <p:spPr>
            <a:xfrm>
              <a:off x="5648325" y="1666875"/>
              <a:ext cx="719953" cy="668198"/>
            </a:xfrm>
            <a:custGeom>
              <a:avLst/>
              <a:gdLst/>
              <a:ahLst/>
              <a:cxnLst/>
              <a:rect l="l" t="t" r="r" b="b"/>
              <a:pathLst>
                <a:path w="543" h="395">
                  <a:moveTo>
                    <a:pt x="0" y="0"/>
                  </a:moveTo>
                  <a:moveTo>
                    <a:pt x="543" y="370"/>
                  </a:moveTo>
                  <a:lnTo>
                    <a:pt x="542" y="373"/>
                  </a:lnTo>
                  <a:lnTo>
                    <a:pt x="539" y="375"/>
                  </a:lnTo>
                  <a:lnTo>
                    <a:pt x="536" y="377"/>
                  </a:lnTo>
                  <a:lnTo>
                    <a:pt x="534" y="378"/>
                  </a:lnTo>
                  <a:lnTo>
                    <a:pt x="532" y="380"/>
                  </a:lnTo>
                  <a:lnTo>
                    <a:pt x="529" y="381"/>
                  </a:lnTo>
                  <a:lnTo>
                    <a:pt x="527" y="382"/>
                  </a:lnTo>
                  <a:lnTo>
                    <a:pt x="525" y="384"/>
                  </a:lnTo>
                  <a:lnTo>
                    <a:pt x="524" y="386"/>
                  </a:lnTo>
                  <a:lnTo>
                    <a:pt x="524" y="389"/>
                  </a:lnTo>
                  <a:lnTo>
                    <a:pt x="523" y="392"/>
                  </a:lnTo>
                  <a:lnTo>
                    <a:pt x="520" y="393"/>
                  </a:lnTo>
                  <a:lnTo>
                    <a:pt x="516" y="393"/>
                  </a:lnTo>
                  <a:lnTo>
                    <a:pt x="512" y="392"/>
                  </a:lnTo>
                  <a:lnTo>
                    <a:pt x="509" y="392"/>
                  </a:lnTo>
                  <a:lnTo>
                    <a:pt x="507" y="394"/>
                  </a:lnTo>
                  <a:lnTo>
                    <a:pt x="504" y="395"/>
                  </a:lnTo>
                  <a:lnTo>
                    <a:pt x="501" y="395"/>
                  </a:lnTo>
                  <a:lnTo>
                    <a:pt x="499" y="393"/>
                  </a:lnTo>
                  <a:lnTo>
                    <a:pt x="497" y="391"/>
                  </a:lnTo>
                  <a:lnTo>
                    <a:pt x="495" y="390"/>
                  </a:lnTo>
                  <a:lnTo>
                    <a:pt x="493" y="389"/>
                  </a:lnTo>
                  <a:lnTo>
                    <a:pt x="490" y="389"/>
                  </a:lnTo>
                  <a:lnTo>
                    <a:pt x="488" y="389"/>
                  </a:lnTo>
                  <a:lnTo>
                    <a:pt x="486" y="388"/>
                  </a:lnTo>
                  <a:lnTo>
                    <a:pt x="483" y="388"/>
                  </a:lnTo>
                  <a:lnTo>
                    <a:pt x="480" y="387"/>
                  </a:lnTo>
                  <a:lnTo>
                    <a:pt x="477" y="386"/>
                  </a:lnTo>
                  <a:lnTo>
                    <a:pt x="476" y="384"/>
                  </a:lnTo>
                  <a:lnTo>
                    <a:pt x="477" y="381"/>
                  </a:lnTo>
                  <a:lnTo>
                    <a:pt x="480" y="378"/>
                  </a:lnTo>
                  <a:lnTo>
                    <a:pt x="482" y="376"/>
                  </a:lnTo>
                  <a:lnTo>
                    <a:pt x="481" y="374"/>
                  </a:lnTo>
                  <a:lnTo>
                    <a:pt x="479" y="372"/>
                  </a:lnTo>
                  <a:lnTo>
                    <a:pt x="478" y="370"/>
                  </a:lnTo>
                  <a:lnTo>
                    <a:pt x="478" y="368"/>
                  </a:lnTo>
                  <a:lnTo>
                    <a:pt x="479" y="366"/>
                  </a:lnTo>
                  <a:lnTo>
                    <a:pt x="479" y="365"/>
                  </a:lnTo>
                  <a:lnTo>
                    <a:pt x="479" y="362"/>
                  </a:lnTo>
                  <a:lnTo>
                    <a:pt x="478" y="360"/>
                  </a:lnTo>
                  <a:lnTo>
                    <a:pt x="479" y="358"/>
                  </a:lnTo>
                  <a:lnTo>
                    <a:pt x="480" y="356"/>
                  </a:lnTo>
                  <a:lnTo>
                    <a:pt x="482" y="355"/>
                  </a:lnTo>
                  <a:lnTo>
                    <a:pt x="483" y="353"/>
                  </a:lnTo>
                  <a:lnTo>
                    <a:pt x="484" y="351"/>
                  </a:lnTo>
                  <a:lnTo>
                    <a:pt x="486" y="350"/>
                  </a:lnTo>
                  <a:lnTo>
                    <a:pt x="489" y="350"/>
                  </a:lnTo>
                  <a:lnTo>
                    <a:pt x="493" y="352"/>
                  </a:lnTo>
                  <a:lnTo>
                    <a:pt x="496" y="353"/>
                  </a:lnTo>
                  <a:lnTo>
                    <a:pt x="497" y="352"/>
                  </a:lnTo>
                  <a:lnTo>
                    <a:pt x="499" y="349"/>
                  </a:lnTo>
                  <a:lnTo>
                    <a:pt x="501" y="347"/>
                  </a:lnTo>
                  <a:lnTo>
                    <a:pt x="504" y="345"/>
                  </a:lnTo>
                  <a:lnTo>
                    <a:pt x="507" y="345"/>
                  </a:lnTo>
                  <a:lnTo>
                    <a:pt x="510" y="346"/>
                  </a:lnTo>
                  <a:lnTo>
                    <a:pt x="513" y="347"/>
                  </a:lnTo>
                  <a:lnTo>
                    <a:pt x="516" y="348"/>
                  </a:lnTo>
                  <a:lnTo>
                    <a:pt x="518" y="349"/>
                  </a:lnTo>
                  <a:lnTo>
                    <a:pt x="520" y="351"/>
                  </a:lnTo>
                  <a:lnTo>
                    <a:pt x="522" y="353"/>
                  </a:lnTo>
                  <a:lnTo>
                    <a:pt x="524" y="355"/>
                  </a:lnTo>
                  <a:lnTo>
                    <a:pt x="527" y="356"/>
                  </a:lnTo>
                  <a:lnTo>
                    <a:pt x="530" y="357"/>
                  </a:lnTo>
                  <a:lnTo>
                    <a:pt x="532" y="359"/>
                  </a:lnTo>
                  <a:lnTo>
                    <a:pt x="532" y="361"/>
                  </a:lnTo>
                  <a:lnTo>
                    <a:pt x="532" y="363"/>
                  </a:lnTo>
                  <a:lnTo>
                    <a:pt x="533" y="365"/>
                  </a:lnTo>
                  <a:lnTo>
                    <a:pt x="536" y="366"/>
                  </a:lnTo>
                  <a:lnTo>
                    <a:pt x="540" y="368"/>
                  </a:lnTo>
                  <a:close/>
                </a:path>
              </a:pathLst>
            </a:custGeom>
            <a:solidFill>
              <a:srgbClr val="0072B2">
                <a:alpha val="10800"/>
              </a:srgbClr>
            </a:solidFill>
            <a:ln>
              <a:noFill/>
            </a:ln>
          </p:spPr>
          <p:txBody>
            <a:bodyPr anchor="ctr"/>
            <a:lstStyle/>
            <a:p>
              <a:pPr algn="ctr">
                <a:buNone/>
              </a:pPr>
            </a:p>
          </p:txBody>
        </p:sp>
        <p:sp>
          <p:nvSpPr>
            <p:cNvPr id="636" name="addition:spatial:18"/>
            <p:cNvSpPr>
              <a:spLocks noGrp="1"/>
            </p:cNvSpPr>
            <p:nvPr/>
          </p:nvSpPr>
          <p:spPr>
            <a:xfrm>
              <a:off x="5648325" y="1666875"/>
              <a:ext cx="757077" cy="647898"/>
            </a:xfrm>
            <a:custGeom>
              <a:avLst/>
              <a:gdLst/>
              <a:ahLst/>
              <a:cxnLst/>
              <a:rect l="l" t="t" r="r" b="b"/>
              <a:pathLst>
                <a:path w="571" h="383">
                  <a:moveTo>
                    <a:pt x="0" y="0"/>
                  </a:moveTo>
                  <a:moveTo>
                    <a:pt x="571" y="363"/>
                  </a:moveTo>
                  <a:lnTo>
                    <a:pt x="570" y="365"/>
                  </a:lnTo>
                  <a:lnTo>
                    <a:pt x="568" y="366"/>
                  </a:lnTo>
                  <a:lnTo>
                    <a:pt x="568" y="368"/>
                  </a:lnTo>
                  <a:lnTo>
                    <a:pt x="569" y="369"/>
                  </a:lnTo>
                  <a:lnTo>
                    <a:pt x="570" y="371"/>
                  </a:lnTo>
                  <a:lnTo>
                    <a:pt x="570" y="373"/>
                  </a:lnTo>
                  <a:lnTo>
                    <a:pt x="569" y="375"/>
                  </a:lnTo>
                  <a:lnTo>
                    <a:pt x="568" y="376"/>
                  </a:lnTo>
                  <a:lnTo>
                    <a:pt x="566" y="377"/>
                  </a:lnTo>
                  <a:lnTo>
                    <a:pt x="565" y="378"/>
                  </a:lnTo>
                  <a:lnTo>
                    <a:pt x="562" y="378"/>
                  </a:lnTo>
                  <a:lnTo>
                    <a:pt x="560" y="378"/>
                  </a:lnTo>
                  <a:lnTo>
                    <a:pt x="557" y="377"/>
                  </a:lnTo>
                  <a:lnTo>
                    <a:pt x="556" y="377"/>
                  </a:lnTo>
                  <a:lnTo>
                    <a:pt x="555" y="378"/>
                  </a:lnTo>
                  <a:lnTo>
                    <a:pt x="553" y="381"/>
                  </a:lnTo>
                  <a:lnTo>
                    <a:pt x="551" y="383"/>
                  </a:lnTo>
                  <a:lnTo>
                    <a:pt x="549" y="383"/>
                  </a:lnTo>
                  <a:lnTo>
                    <a:pt x="546" y="382"/>
                  </a:lnTo>
                  <a:lnTo>
                    <a:pt x="544" y="381"/>
                  </a:lnTo>
                  <a:lnTo>
                    <a:pt x="542" y="380"/>
                  </a:lnTo>
                  <a:lnTo>
                    <a:pt x="539" y="380"/>
                  </a:lnTo>
                  <a:lnTo>
                    <a:pt x="537" y="379"/>
                  </a:lnTo>
                  <a:lnTo>
                    <a:pt x="535" y="378"/>
                  </a:lnTo>
                  <a:lnTo>
                    <a:pt x="534" y="377"/>
                  </a:lnTo>
                  <a:lnTo>
                    <a:pt x="532" y="375"/>
                  </a:lnTo>
                  <a:lnTo>
                    <a:pt x="530" y="374"/>
                  </a:lnTo>
                  <a:lnTo>
                    <a:pt x="528" y="373"/>
                  </a:lnTo>
                  <a:lnTo>
                    <a:pt x="527" y="372"/>
                  </a:lnTo>
                  <a:lnTo>
                    <a:pt x="527" y="370"/>
                  </a:lnTo>
                  <a:lnTo>
                    <a:pt x="526" y="369"/>
                  </a:lnTo>
                  <a:lnTo>
                    <a:pt x="524" y="368"/>
                  </a:lnTo>
                  <a:lnTo>
                    <a:pt x="521" y="367"/>
                  </a:lnTo>
                  <a:lnTo>
                    <a:pt x="518" y="365"/>
                  </a:lnTo>
                  <a:lnTo>
                    <a:pt x="517" y="363"/>
                  </a:lnTo>
                  <a:lnTo>
                    <a:pt x="519" y="362"/>
                  </a:lnTo>
                  <a:lnTo>
                    <a:pt x="522" y="360"/>
                  </a:lnTo>
                  <a:lnTo>
                    <a:pt x="525" y="359"/>
                  </a:lnTo>
                  <a:lnTo>
                    <a:pt x="527" y="358"/>
                  </a:lnTo>
                  <a:lnTo>
                    <a:pt x="527" y="357"/>
                  </a:lnTo>
                  <a:lnTo>
                    <a:pt x="528" y="355"/>
                  </a:lnTo>
                  <a:lnTo>
                    <a:pt x="530" y="354"/>
                  </a:lnTo>
                  <a:lnTo>
                    <a:pt x="531" y="353"/>
                  </a:lnTo>
                  <a:lnTo>
                    <a:pt x="532" y="351"/>
                  </a:lnTo>
                  <a:lnTo>
                    <a:pt x="533" y="349"/>
                  </a:lnTo>
                  <a:lnTo>
                    <a:pt x="535" y="348"/>
                  </a:lnTo>
                  <a:lnTo>
                    <a:pt x="537" y="347"/>
                  </a:lnTo>
                  <a:lnTo>
                    <a:pt x="540" y="347"/>
                  </a:lnTo>
                  <a:lnTo>
                    <a:pt x="542" y="347"/>
                  </a:lnTo>
                  <a:lnTo>
                    <a:pt x="544" y="346"/>
                  </a:lnTo>
                  <a:lnTo>
                    <a:pt x="546" y="345"/>
                  </a:lnTo>
                  <a:lnTo>
                    <a:pt x="549" y="344"/>
                  </a:lnTo>
                  <a:lnTo>
                    <a:pt x="551" y="345"/>
                  </a:lnTo>
                  <a:lnTo>
                    <a:pt x="553" y="347"/>
                  </a:lnTo>
                  <a:lnTo>
                    <a:pt x="554" y="349"/>
                  </a:lnTo>
                  <a:lnTo>
                    <a:pt x="556" y="350"/>
                  </a:lnTo>
                  <a:lnTo>
                    <a:pt x="557" y="349"/>
                  </a:lnTo>
                  <a:lnTo>
                    <a:pt x="560" y="349"/>
                  </a:lnTo>
                  <a:lnTo>
                    <a:pt x="562" y="349"/>
                  </a:lnTo>
                  <a:lnTo>
                    <a:pt x="564" y="349"/>
                  </a:lnTo>
                  <a:lnTo>
                    <a:pt x="566" y="350"/>
                  </a:lnTo>
                  <a:lnTo>
                    <a:pt x="568" y="351"/>
                  </a:lnTo>
                  <a:lnTo>
                    <a:pt x="569" y="352"/>
                  </a:lnTo>
                  <a:lnTo>
                    <a:pt x="570" y="354"/>
                  </a:lnTo>
                  <a:lnTo>
                    <a:pt x="568" y="356"/>
                  </a:lnTo>
                  <a:lnTo>
                    <a:pt x="567" y="358"/>
                  </a:lnTo>
                  <a:lnTo>
                    <a:pt x="566" y="359"/>
                  </a:lnTo>
                  <a:lnTo>
                    <a:pt x="568" y="361"/>
                  </a:lnTo>
                  <a:lnTo>
                    <a:pt x="570" y="362"/>
                  </a:lnTo>
                  <a:close/>
                </a:path>
              </a:pathLst>
            </a:custGeom>
            <a:solidFill>
              <a:srgbClr val="0072B2">
                <a:alpha val="10800"/>
              </a:srgbClr>
            </a:solidFill>
            <a:ln>
              <a:noFill/>
            </a:ln>
          </p:spPr>
          <p:txBody>
            <a:bodyPr anchor="ctr"/>
            <a:lstStyle/>
            <a:p>
              <a:pPr algn="ctr">
                <a:buNone/>
              </a:pPr>
            </a:p>
          </p:txBody>
        </p:sp>
        <p:sp>
          <p:nvSpPr>
            <p:cNvPr id="637" name="addition:spatial:19"/>
            <p:cNvSpPr>
              <a:spLocks noGrp="1"/>
            </p:cNvSpPr>
            <p:nvPr/>
          </p:nvSpPr>
          <p:spPr>
            <a:xfrm>
              <a:off x="5648325" y="1666875"/>
              <a:ext cx="806135" cy="710489"/>
            </a:xfrm>
            <a:custGeom>
              <a:avLst/>
              <a:gdLst/>
              <a:ahLst/>
              <a:cxnLst/>
              <a:rect l="l" t="t" r="r" b="b"/>
              <a:pathLst>
                <a:path w="608" h="420">
                  <a:moveTo>
                    <a:pt x="0" y="0"/>
                  </a:moveTo>
                  <a:moveTo>
                    <a:pt x="606" y="394"/>
                  </a:moveTo>
                  <a:lnTo>
                    <a:pt x="601" y="396"/>
                  </a:lnTo>
                  <a:lnTo>
                    <a:pt x="597" y="398"/>
                  </a:lnTo>
                  <a:lnTo>
                    <a:pt x="596" y="400"/>
                  </a:lnTo>
                  <a:lnTo>
                    <a:pt x="596" y="402"/>
                  </a:lnTo>
                  <a:lnTo>
                    <a:pt x="595" y="404"/>
                  </a:lnTo>
                  <a:lnTo>
                    <a:pt x="594" y="406"/>
                  </a:lnTo>
                  <a:lnTo>
                    <a:pt x="591" y="407"/>
                  </a:lnTo>
                  <a:lnTo>
                    <a:pt x="589" y="409"/>
                  </a:lnTo>
                  <a:lnTo>
                    <a:pt x="587" y="410"/>
                  </a:lnTo>
                  <a:lnTo>
                    <a:pt x="586" y="413"/>
                  </a:lnTo>
                  <a:lnTo>
                    <a:pt x="583" y="414"/>
                  </a:lnTo>
                  <a:lnTo>
                    <a:pt x="581" y="415"/>
                  </a:lnTo>
                  <a:lnTo>
                    <a:pt x="577" y="416"/>
                  </a:lnTo>
                  <a:lnTo>
                    <a:pt x="575" y="417"/>
                  </a:lnTo>
                  <a:lnTo>
                    <a:pt x="572" y="419"/>
                  </a:lnTo>
                  <a:lnTo>
                    <a:pt x="569" y="420"/>
                  </a:lnTo>
                  <a:lnTo>
                    <a:pt x="566" y="419"/>
                  </a:lnTo>
                  <a:lnTo>
                    <a:pt x="564" y="416"/>
                  </a:lnTo>
                  <a:lnTo>
                    <a:pt x="562" y="413"/>
                  </a:lnTo>
                  <a:lnTo>
                    <a:pt x="560" y="412"/>
                  </a:lnTo>
                  <a:lnTo>
                    <a:pt x="557" y="413"/>
                  </a:lnTo>
                  <a:lnTo>
                    <a:pt x="554" y="415"/>
                  </a:lnTo>
                  <a:lnTo>
                    <a:pt x="551" y="416"/>
                  </a:lnTo>
                  <a:lnTo>
                    <a:pt x="548" y="415"/>
                  </a:lnTo>
                  <a:lnTo>
                    <a:pt x="546" y="414"/>
                  </a:lnTo>
                  <a:lnTo>
                    <a:pt x="544" y="412"/>
                  </a:lnTo>
                  <a:lnTo>
                    <a:pt x="542" y="411"/>
                  </a:lnTo>
                  <a:lnTo>
                    <a:pt x="541" y="409"/>
                  </a:lnTo>
                  <a:lnTo>
                    <a:pt x="541" y="406"/>
                  </a:lnTo>
                  <a:lnTo>
                    <a:pt x="542" y="404"/>
                  </a:lnTo>
                  <a:lnTo>
                    <a:pt x="542" y="402"/>
                  </a:lnTo>
                  <a:lnTo>
                    <a:pt x="541" y="400"/>
                  </a:lnTo>
                  <a:lnTo>
                    <a:pt x="538" y="398"/>
                  </a:lnTo>
                  <a:lnTo>
                    <a:pt x="537" y="396"/>
                  </a:lnTo>
                  <a:lnTo>
                    <a:pt x="538" y="394"/>
                  </a:lnTo>
                  <a:lnTo>
                    <a:pt x="540" y="392"/>
                  </a:lnTo>
                  <a:lnTo>
                    <a:pt x="541" y="391"/>
                  </a:lnTo>
                  <a:lnTo>
                    <a:pt x="539" y="388"/>
                  </a:lnTo>
                  <a:lnTo>
                    <a:pt x="537" y="386"/>
                  </a:lnTo>
                  <a:lnTo>
                    <a:pt x="535" y="383"/>
                  </a:lnTo>
                  <a:lnTo>
                    <a:pt x="535" y="380"/>
                  </a:lnTo>
                  <a:lnTo>
                    <a:pt x="538" y="379"/>
                  </a:lnTo>
                  <a:lnTo>
                    <a:pt x="541" y="378"/>
                  </a:lnTo>
                  <a:lnTo>
                    <a:pt x="543" y="377"/>
                  </a:lnTo>
                  <a:lnTo>
                    <a:pt x="546" y="377"/>
                  </a:lnTo>
                  <a:lnTo>
                    <a:pt x="549" y="376"/>
                  </a:lnTo>
                  <a:lnTo>
                    <a:pt x="552" y="376"/>
                  </a:lnTo>
                  <a:lnTo>
                    <a:pt x="554" y="376"/>
                  </a:lnTo>
                  <a:lnTo>
                    <a:pt x="556" y="375"/>
                  </a:lnTo>
                  <a:lnTo>
                    <a:pt x="557" y="372"/>
                  </a:lnTo>
                  <a:lnTo>
                    <a:pt x="560" y="369"/>
                  </a:lnTo>
                  <a:lnTo>
                    <a:pt x="563" y="368"/>
                  </a:lnTo>
                  <a:lnTo>
                    <a:pt x="566" y="370"/>
                  </a:lnTo>
                  <a:lnTo>
                    <a:pt x="570" y="371"/>
                  </a:lnTo>
                  <a:lnTo>
                    <a:pt x="573" y="372"/>
                  </a:lnTo>
                  <a:lnTo>
                    <a:pt x="576" y="372"/>
                  </a:lnTo>
                  <a:lnTo>
                    <a:pt x="580" y="371"/>
                  </a:lnTo>
                  <a:lnTo>
                    <a:pt x="583" y="372"/>
                  </a:lnTo>
                  <a:lnTo>
                    <a:pt x="586" y="374"/>
                  </a:lnTo>
                  <a:lnTo>
                    <a:pt x="587" y="377"/>
                  </a:lnTo>
                  <a:lnTo>
                    <a:pt x="588" y="379"/>
                  </a:lnTo>
                  <a:lnTo>
                    <a:pt x="590" y="380"/>
                  </a:lnTo>
                  <a:lnTo>
                    <a:pt x="593" y="382"/>
                  </a:lnTo>
                  <a:lnTo>
                    <a:pt x="595" y="383"/>
                  </a:lnTo>
                  <a:lnTo>
                    <a:pt x="596" y="385"/>
                  </a:lnTo>
                  <a:lnTo>
                    <a:pt x="599" y="386"/>
                  </a:lnTo>
                  <a:lnTo>
                    <a:pt x="602" y="388"/>
                  </a:lnTo>
                  <a:lnTo>
                    <a:pt x="606" y="389"/>
                  </a:lnTo>
                  <a:lnTo>
                    <a:pt x="608" y="392"/>
                  </a:lnTo>
                  <a:close/>
                </a:path>
              </a:pathLst>
            </a:custGeom>
            <a:solidFill>
              <a:srgbClr val="0072B2">
                <a:alpha val="10800"/>
              </a:srgbClr>
            </a:solidFill>
            <a:ln>
              <a:noFill/>
            </a:ln>
          </p:spPr>
          <p:txBody>
            <a:bodyPr anchor="ctr"/>
            <a:lstStyle/>
            <a:p>
              <a:pPr algn="ctr">
                <a:buNone/>
              </a:pPr>
            </a:p>
          </p:txBody>
        </p:sp>
        <p:sp>
          <p:nvSpPr>
            <p:cNvPr id="638" name="addition:spatial:20"/>
            <p:cNvSpPr>
              <a:spLocks noGrp="1"/>
            </p:cNvSpPr>
            <p:nvPr/>
          </p:nvSpPr>
          <p:spPr>
            <a:xfrm>
              <a:off x="5648325" y="1666875"/>
              <a:ext cx="737189" cy="729097"/>
            </a:xfrm>
            <a:custGeom>
              <a:avLst/>
              <a:gdLst/>
              <a:ahLst/>
              <a:cxnLst/>
              <a:rect l="l" t="t" r="r" b="b"/>
              <a:pathLst>
                <a:path w="556" h="431">
                  <a:moveTo>
                    <a:pt x="0" y="0"/>
                  </a:moveTo>
                  <a:moveTo>
                    <a:pt x="554" y="407"/>
                  </a:moveTo>
                  <a:lnTo>
                    <a:pt x="556" y="410"/>
                  </a:lnTo>
                  <a:lnTo>
                    <a:pt x="555" y="411"/>
                  </a:lnTo>
                  <a:lnTo>
                    <a:pt x="552" y="413"/>
                  </a:lnTo>
                  <a:lnTo>
                    <a:pt x="549" y="414"/>
                  </a:lnTo>
                  <a:lnTo>
                    <a:pt x="548" y="416"/>
                  </a:lnTo>
                  <a:lnTo>
                    <a:pt x="548" y="417"/>
                  </a:lnTo>
                  <a:lnTo>
                    <a:pt x="547" y="419"/>
                  </a:lnTo>
                  <a:lnTo>
                    <a:pt x="545" y="420"/>
                  </a:lnTo>
                  <a:lnTo>
                    <a:pt x="542" y="421"/>
                  </a:lnTo>
                  <a:lnTo>
                    <a:pt x="540" y="422"/>
                  </a:lnTo>
                  <a:lnTo>
                    <a:pt x="538" y="423"/>
                  </a:lnTo>
                  <a:lnTo>
                    <a:pt x="536" y="424"/>
                  </a:lnTo>
                  <a:lnTo>
                    <a:pt x="534" y="425"/>
                  </a:lnTo>
                  <a:lnTo>
                    <a:pt x="531" y="426"/>
                  </a:lnTo>
                  <a:lnTo>
                    <a:pt x="528" y="426"/>
                  </a:lnTo>
                  <a:lnTo>
                    <a:pt x="526" y="428"/>
                  </a:lnTo>
                  <a:lnTo>
                    <a:pt x="523" y="430"/>
                  </a:lnTo>
                  <a:lnTo>
                    <a:pt x="519" y="431"/>
                  </a:lnTo>
                  <a:lnTo>
                    <a:pt x="516" y="429"/>
                  </a:lnTo>
                  <a:lnTo>
                    <a:pt x="514" y="427"/>
                  </a:lnTo>
                  <a:lnTo>
                    <a:pt x="512" y="424"/>
                  </a:lnTo>
                  <a:lnTo>
                    <a:pt x="511" y="422"/>
                  </a:lnTo>
                  <a:lnTo>
                    <a:pt x="508" y="422"/>
                  </a:lnTo>
                  <a:lnTo>
                    <a:pt x="505" y="423"/>
                  </a:lnTo>
                  <a:lnTo>
                    <a:pt x="503" y="422"/>
                  </a:lnTo>
                  <a:lnTo>
                    <a:pt x="500" y="422"/>
                  </a:lnTo>
                  <a:lnTo>
                    <a:pt x="499" y="420"/>
                  </a:lnTo>
                  <a:lnTo>
                    <a:pt x="497" y="419"/>
                  </a:lnTo>
                  <a:lnTo>
                    <a:pt x="495" y="418"/>
                  </a:lnTo>
                  <a:lnTo>
                    <a:pt x="493" y="417"/>
                  </a:lnTo>
                  <a:lnTo>
                    <a:pt x="494" y="415"/>
                  </a:lnTo>
                  <a:lnTo>
                    <a:pt x="495" y="413"/>
                  </a:lnTo>
                  <a:lnTo>
                    <a:pt x="495" y="411"/>
                  </a:lnTo>
                  <a:lnTo>
                    <a:pt x="494" y="409"/>
                  </a:lnTo>
                  <a:lnTo>
                    <a:pt x="493" y="407"/>
                  </a:lnTo>
                  <a:lnTo>
                    <a:pt x="494" y="406"/>
                  </a:lnTo>
                  <a:lnTo>
                    <a:pt x="497" y="404"/>
                  </a:lnTo>
                  <a:lnTo>
                    <a:pt x="500" y="403"/>
                  </a:lnTo>
                  <a:lnTo>
                    <a:pt x="502" y="402"/>
                  </a:lnTo>
                  <a:lnTo>
                    <a:pt x="502" y="400"/>
                  </a:lnTo>
                  <a:lnTo>
                    <a:pt x="501" y="398"/>
                  </a:lnTo>
                  <a:lnTo>
                    <a:pt x="500" y="395"/>
                  </a:lnTo>
                  <a:lnTo>
                    <a:pt x="500" y="393"/>
                  </a:lnTo>
                  <a:lnTo>
                    <a:pt x="502" y="392"/>
                  </a:lnTo>
                  <a:lnTo>
                    <a:pt x="505" y="391"/>
                  </a:lnTo>
                  <a:lnTo>
                    <a:pt x="507" y="390"/>
                  </a:lnTo>
                  <a:lnTo>
                    <a:pt x="509" y="389"/>
                  </a:lnTo>
                  <a:lnTo>
                    <a:pt x="512" y="390"/>
                  </a:lnTo>
                  <a:lnTo>
                    <a:pt x="515" y="391"/>
                  </a:lnTo>
                  <a:lnTo>
                    <a:pt x="517" y="391"/>
                  </a:lnTo>
                  <a:lnTo>
                    <a:pt x="518" y="390"/>
                  </a:lnTo>
                  <a:lnTo>
                    <a:pt x="520" y="389"/>
                  </a:lnTo>
                  <a:lnTo>
                    <a:pt x="522" y="387"/>
                  </a:lnTo>
                  <a:lnTo>
                    <a:pt x="525" y="387"/>
                  </a:lnTo>
                  <a:lnTo>
                    <a:pt x="527" y="388"/>
                  </a:lnTo>
                  <a:lnTo>
                    <a:pt x="528" y="390"/>
                  </a:lnTo>
                  <a:lnTo>
                    <a:pt x="531" y="390"/>
                  </a:lnTo>
                  <a:lnTo>
                    <a:pt x="534" y="390"/>
                  </a:lnTo>
                  <a:lnTo>
                    <a:pt x="537" y="389"/>
                  </a:lnTo>
                  <a:lnTo>
                    <a:pt x="540" y="390"/>
                  </a:lnTo>
                  <a:lnTo>
                    <a:pt x="541" y="392"/>
                  </a:lnTo>
                  <a:lnTo>
                    <a:pt x="542" y="394"/>
                  </a:lnTo>
                  <a:lnTo>
                    <a:pt x="542" y="396"/>
                  </a:lnTo>
                  <a:lnTo>
                    <a:pt x="543" y="398"/>
                  </a:lnTo>
                  <a:lnTo>
                    <a:pt x="544" y="400"/>
                  </a:lnTo>
                  <a:lnTo>
                    <a:pt x="544" y="401"/>
                  </a:lnTo>
                  <a:lnTo>
                    <a:pt x="545" y="403"/>
                  </a:lnTo>
                  <a:lnTo>
                    <a:pt x="547" y="404"/>
                  </a:lnTo>
                  <a:lnTo>
                    <a:pt x="550" y="406"/>
                  </a:lnTo>
                  <a:close/>
                </a:path>
              </a:pathLst>
            </a:custGeom>
            <a:solidFill>
              <a:srgbClr val="0072B2">
                <a:alpha val="10800"/>
              </a:srgbClr>
            </a:solidFill>
            <a:ln>
              <a:noFill/>
            </a:ln>
          </p:spPr>
          <p:txBody>
            <a:bodyPr anchor="ctr"/>
            <a:lstStyle/>
            <a:p>
              <a:pPr algn="ctr">
                <a:buNone/>
              </a:pPr>
            </a:p>
          </p:txBody>
        </p:sp>
        <p:sp>
          <p:nvSpPr>
            <p:cNvPr id="639" name="addition:spatial:21"/>
            <p:cNvSpPr>
              <a:spLocks noGrp="1"/>
            </p:cNvSpPr>
            <p:nvPr/>
          </p:nvSpPr>
          <p:spPr>
            <a:xfrm>
              <a:off x="5648325" y="1666875"/>
              <a:ext cx="1360353" cy="1080958"/>
            </a:xfrm>
            <a:custGeom>
              <a:avLst/>
              <a:gdLst/>
              <a:ahLst/>
              <a:cxnLst/>
              <a:rect l="l" t="t" r="r" b="b"/>
              <a:pathLst>
                <a:path w="1026" h="639">
                  <a:moveTo>
                    <a:pt x="0" y="0"/>
                  </a:moveTo>
                  <a:moveTo>
                    <a:pt x="1004" y="555"/>
                  </a:moveTo>
                  <a:lnTo>
                    <a:pt x="1010" y="562"/>
                  </a:lnTo>
                  <a:lnTo>
                    <a:pt x="1019" y="570"/>
                  </a:lnTo>
                  <a:lnTo>
                    <a:pt x="1026" y="580"/>
                  </a:lnTo>
                  <a:lnTo>
                    <a:pt x="1023" y="587"/>
                  </a:lnTo>
                  <a:lnTo>
                    <a:pt x="1009" y="592"/>
                  </a:lnTo>
                  <a:lnTo>
                    <a:pt x="991" y="593"/>
                  </a:lnTo>
                  <a:lnTo>
                    <a:pt x="978" y="594"/>
                  </a:lnTo>
                  <a:lnTo>
                    <a:pt x="972" y="599"/>
                  </a:lnTo>
                  <a:lnTo>
                    <a:pt x="970" y="606"/>
                  </a:lnTo>
                  <a:lnTo>
                    <a:pt x="966" y="614"/>
                  </a:lnTo>
                  <a:lnTo>
                    <a:pt x="958" y="619"/>
                  </a:lnTo>
                  <a:lnTo>
                    <a:pt x="950" y="624"/>
                  </a:lnTo>
                  <a:lnTo>
                    <a:pt x="941" y="629"/>
                  </a:lnTo>
                  <a:lnTo>
                    <a:pt x="931" y="635"/>
                  </a:lnTo>
                  <a:lnTo>
                    <a:pt x="920" y="639"/>
                  </a:lnTo>
                  <a:lnTo>
                    <a:pt x="908" y="639"/>
                  </a:lnTo>
                  <a:lnTo>
                    <a:pt x="896" y="635"/>
                  </a:lnTo>
                  <a:lnTo>
                    <a:pt x="885" y="632"/>
                  </a:lnTo>
                  <a:lnTo>
                    <a:pt x="874" y="632"/>
                  </a:lnTo>
                  <a:lnTo>
                    <a:pt x="862" y="635"/>
                  </a:lnTo>
                  <a:lnTo>
                    <a:pt x="851" y="634"/>
                  </a:lnTo>
                  <a:lnTo>
                    <a:pt x="843" y="628"/>
                  </a:lnTo>
                  <a:lnTo>
                    <a:pt x="840" y="618"/>
                  </a:lnTo>
                  <a:lnTo>
                    <a:pt x="837" y="610"/>
                  </a:lnTo>
                  <a:lnTo>
                    <a:pt x="830" y="607"/>
                  </a:lnTo>
                  <a:lnTo>
                    <a:pt x="818" y="608"/>
                  </a:lnTo>
                  <a:lnTo>
                    <a:pt x="804" y="608"/>
                  </a:lnTo>
                  <a:lnTo>
                    <a:pt x="793" y="606"/>
                  </a:lnTo>
                  <a:lnTo>
                    <a:pt x="787" y="600"/>
                  </a:lnTo>
                  <a:lnTo>
                    <a:pt x="784" y="593"/>
                  </a:lnTo>
                  <a:lnTo>
                    <a:pt x="782" y="585"/>
                  </a:lnTo>
                  <a:lnTo>
                    <a:pt x="781" y="578"/>
                  </a:lnTo>
                  <a:lnTo>
                    <a:pt x="786" y="570"/>
                  </a:lnTo>
                  <a:lnTo>
                    <a:pt x="796" y="562"/>
                  </a:lnTo>
                  <a:lnTo>
                    <a:pt x="805" y="555"/>
                  </a:lnTo>
                  <a:lnTo>
                    <a:pt x="808" y="549"/>
                  </a:lnTo>
                  <a:lnTo>
                    <a:pt x="804" y="542"/>
                  </a:lnTo>
                  <a:lnTo>
                    <a:pt x="797" y="534"/>
                  </a:lnTo>
                  <a:lnTo>
                    <a:pt x="797" y="526"/>
                  </a:lnTo>
                  <a:lnTo>
                    <a:pt x="804" y="520"/>
                  </a:lnTo>
                  <a:lnTo>
                    <a:pt x="814" y="516"/>
                  </a:lnTo>
                  <a:lnTo>
                    <a:pt x="820" y="511"/>
                  </a:lnTo>
                  <a:lnTo>
                    <a:pt x="821" y="503"/>
                  </a:lnTo>
                  <a:lnTo>
                    <a:pt x="821" y="494"/>
                  </a:lnTo>
                  <a:lnTo>
                    <a:pt x="825" y="486"/>
                  </a:lnTo>
                  <a:lnTo>
                    <a:pt x="834" y="483"/>
                  </a:lnTo>
                  <a:lnTo>
                    <a:pt x="844" y="482"/>
                  </a:lnTo>
                  <a:lnTo>
                    <a:pt x="854" y="483"/>
                  </a:lnTo>
                  <a:lnTo>
                    <a:pt x="863" y="482"/>
                  </a:lnTo>
                  <a:lnTo>
                    <a:pt x="871" y="483"/>
                  </a:lnTo>
                  <a:lnTo>
                    <a:pt x="879" y="485"/>
                  </a:lnTo>
                  <a:lnTo>
                    <a:pt x="887" y="489"/>
                  </a:lnTo>
                  <a:lnTo>
                    <a:pt x="894" y="488"/>
                  </a:lnTo>
                  <a:lnTo>
                    <a:pt x="902" y="482"/>
                  </a:lnTo>
                  <a:lnTo>
                    <a:pt x="913" y="473"/>
                  </a:lnTo>
                  <a:lnTo>
                    <a:pt x="926" y="468"/>
                  </a:lnTo>
                  <a:lnTo>
                    <a:pt x="936" y="471"/>
                  </a:lnTo>
                  <a:lnTo>
                    <a:pt x="942" y="480"/>
                  </a:lnTo>
                  <a:lnTo>
                    <a:pt x="946" y="489"/>
                  </a:lnTo>
                  <a:lnTo>
                    <a:pt x="952" y="496"/>
                  </a:lnTo>
                  <a:lnTo>
                    <a:pt x="962" y="499"/>
                  </a:lnTo>
                  <a:lnTo>
                    <a:pt x="971" y="503"/>
                  </a:lnTo>
                  <a:lnTo>
                    <a:pt x="977" y="509"/>
                  </a:lnTo>
                  <a:lnTo>
                    <a:pt x="980" y="517"/>
                  </a:lnTo>
                  <a:lnTo>
                    <a:pt x="983" y="523"/>
                  </a:lnTo>
                  <a:lnTo>
                    <a:pt x="989" y="529"/>
                  </a:lnTo>
                  <a:lnTo>
                    <a:pt x="996" y="535"/>
                  </a:lnTo>
                  <a:lnTo>
                    <a:pt x="1001" y="541"/>
                  </a:lnTo>
                  <a:lnTo>
                    <a:pt x="1003" y="548"/>
                  </a:lnTo>
                  <a:close/>
                </a:path>
              </a:pathLst>
            </a:custGeom>
            <a:solidFill>
              <a:srgbClr val="F5DAC5">
                <a:alpha val="12900"/>
              </a:srgbClr>
            </a:solidFill>
            <a:ln>
              <a:noFill/>
            </a:ln>
          </p:spPr>
          <p:txBody>
            <a:bodyPr anchor="ctr"/>
            <a:lstStyle/>
            <a:p>
              <a:pPr algn="ctr">
                <a:buNone/>
              </a:pPr>
            </a:p>
          </p:txBody>
        </p:sp>
        <p:sp>
          <p:nvSpPr>
            <p:cNvPr id="640" name="addition:spatial:22"/>
            <p:cNvSpPr>
              <a:spLocks noGrp="1"/>
            </p:cNvSpPr>
            <p:nvPr/>
          </p:nvSpPr>
          <p:spPr>
            <a:xfrm>
              <a:off x="5648325" y="1666875"/>
              <a:ext cx="1312621" cy="1074191"/>
            </a:xfrm>
            <a:custGeom>
              <a:avLst/>
              <a:gdLst/>
              <a:ahLst/>
              <a:cxnLst/>
              <a:rect l="l" t="t" r="r" b="b"/>
              <a:pathLst>
                <a:path w="990" h="635">
                  <a:moveTo>
                    <a:pt x="0" y="0"/>
                  </a:moveTo>
                  <a:moveTo>
                    <a:pt x="983" y="560"/>
                  </a:moveTo>
                  <a:lnTo>
                    <a:pt x="986" y="566"/>
                  </a:lnTo>
                  <a:lnTo>
                    <a:pt x="990" y="573"/>
                  </a:lnTo>
                  <a:lnTo>
                    <a:pt x="989" y="579"/>
                  </a:lnTo>
                  <a:lnTo>
                    <a:pt x="984" y="585"/>
                  </a:lnTo>
                  <a:lnTo>
                    <a:pt x="977" y="589"/>
                  </a:lnTo>
                  <a:lnTo>
                    <a:pt x="973" y="594"/>
                  </a:lnTo>
                  <a:lnTo>
                    <a:pt x="971" y="600"/>
                  </a:lnTo>
                  <a:lnTo>
                    <a:pt x="969" y="606"/>
                  </a:lnTo>
                  <a:lnTo>
                    <a:pt x="961" y="610"/>
                  </a:lnTo>
                  <a:lnTo>
                    <a:pt x="950" y="610"/>
                  </a:lnTo>
                  <a:lnTo>
                    <a:pt x="938" y="608"/>
                  </a:lnTo>
                  <a:lnTo>
                    <a:pt x="930" y="609"/>
                  </a:lnTo>
                  <a:lnTo>
                    <a:pt x="926" y="615"/>
                  </a:lnTo>
                  <a:lnTo>
                    <a:pt x="921" y="624"/>
                  </a:lnTo>
                  <a:lnTo>
                    <a:pt x="913" y="632"/>
                  </a:lnTo>
                  <a:lnTo>
                    <a:pt x="904" y="635"/>
                  </a:lnTo>
                  <a:lnTo>
                    <a:pt x="893" y="635"/>
                  </a:lnTo>
                  <a:lnTo>
                    <a:pt x="882" y="633"/>
                  </a:lnTo>
                  <a:lnTo>
                    <a:pt x="872" y="631"/>
                  </a:lnTo>
                  <a:lnTo>
                    <a:pt x="863" y="628"/>
                  </a:lnTo>
                  <a:lnTo>
                    <a:pt x="855" y="622"/>
                  </a:lnTo>
                  <a:lnTo>
                    <a:pt x="850" y="615"/>
                  </a:lnTo>
                  <a:lnTo>
                    <a:pt x="844" y="610"/>
                  </a:lnTo>
                  <a:lnTo>
                    <a:pt x="836" y="610"/>
                  </a:lnTo>
                  <a:lnTo>
                    <a:pt x="824" y="611"/>
                  </a:lnTo>
                  <a:lnTo>
                    <a:pt x="814" y="611"/>
                  </a:lnTo>
                  <a:lnTo>
                    <a:pt x="808" y="606"/>
                  </a:lnTo>
                  <a:lnTo>
                    <a:pt x="807" y="599"/>
                  </a:lnTo>
                  <a:lnTo>
                    <a:pt x="806" y="593"/>
                  </a:lnTo>
                  <a:lnTo>
                    <a:pt x="801" y="588"/>
                  </a:lnTo>
                  <a:lnTo>
                    <a:pt x="792" y="585"/>
                  </a:lnTo>
                  <a:lnTo>
                    <a:pt x="784" y="580"/>
                  </a:lnTo>
                  <a:lnTo>
                    <a:pt x="783" y="573"/>
                  </a:lnTo>
                  <a:lnTo>
                    <a:pt x="788" y="566"/>
                  </a:lnTo>
                  <a:lnTo>
                    <a:pt x="795" y="560"/>
                  </a:lnTo>
                  <a:lnTo>
                    <a:pt x="801" y="554"/>
                  </a:lnTo>
                  <a:lnTo>
                    <a:pt x="806" y="549"/>
                  </a:lnTo>
                  <a:lnTo>
                    <a:pt x="811" y="544"/>
                  </a:lnTo>
                  <a:lnTo>
                    <a:pt x="817" y="539"/>
                  </a:lnTo>
                  <a:lnTo>
                    <a:pt x="822" y="535"/>
                  </a:lnTo>
                  <a:lnTo>
                    <a:pt x="822" y="529"/>
                  </a:lnTo>
                  <a:lnTo>
                    <a:pt x="818" y="520"/>
                  </a:lnTo>
                  <a:lnTo>
                    <a:pt x="816" y="510"/>
                  </a:lnTo>
                  <a:lnTo>
                    <a:pt x="820" y="503"/>
                  </a:lnTo>
                  <a:lnTo>
                    <a:pt x="830" y="501"/>
                  </a:lnTo>
                  <a:lnTo>
                    <a:pt x="842" y="503"/>
                  </a:lnTo>
                  <a:lnTo>
                    <a:pt x="852" y="503"/>
                  </a:lnTo>
                  <a:lnTo>
                    <a:pt x="858" y="501"/>
                  </a:lnTo>
                  <a:lnTo>
                    <a:pt x="863" y="497"/>
                  </a:lnTo>
                  <a:lnTo>
                    <a:pt x="870" y="494"/>
                  </a:lnTo>
                  <a:lnTo>
                    <a:pt x="877" y="495"/>
                  </a:lnTo>
                  <a:lnTo>
                    <a:pt x="884" y="497"/>
                  </a:lnTo>
                  <a:lnTo>
                    <a:pt x="891" y="499"/>
                  </a:lnTo>
                  <a:lnTo>
                    <a:pt x="897" y="498"/>
                  </a:lnTo>
                  <a:lnTo>
                    <a:pt x="904" y="496"/>
                  </a:lnTo>
                  <a:lnTo>
                    <a:pt x="912" y="497"/>
                  </a:lnTo>
                  <a:lnTo>
                    <a:pt x="918" y="499"/>
                  </a:lnTo>
                  <a:lnTo>
                    <a:pt x="926" y="501"/>
                  </a:lnTo>
                  <a:lnTo>
                    <a:pt x="936" y="500"/>
                  </a:lnTo>
                  <a:lnTo>
                    <a:pt x="947" y="500"/>
                  </a:lnTo>
                  <a:lnTo>
                    <a:pt x="956" y="503"/>
                  </a:lnTo>
                  <a:lnTo>
                    <a:pt x="958" y="511"/>
                  </a:lnTo>
                  <a:lnTo>
                    <a:pt x="955" y="521"/>
                  </a:lnTo>
                  <a:lnTo>
                    <a:pt x="950" y="530"/>
                  </a:lnTo>
                  <a:lnTo>
                    <a:pt x="952" y="536"/>
                  </a:lnTo>
                  <a:lnTo>
                    <a:pt x="959" y="539"/>
                  </a:lnTo>
                  <a:lnTo>
                    <a:pt x="969" y="543"/>
                  </a:lnTo>
                  <a:lnTo>
                    <a:pt x="976" y="548"/>
                  </a:lnTo>
                  <a:lnTo>
                    <a:pt x="980" y="554"/>
                  </a:lnTo>
                  <a:close/>
                </a:path>
              </a:pathLst>
            </a:custGeom>
            <a:solidFill>
              <a:srgbClr val="ECB78D">
                <a:alpha val="12900"/>
              </a:srgbClr>
            </a:solidFill>
            <a:ln>
              <a:noFill/>
            </a:ln>
          </p:spPr>
          <p:txBody>
            <a:bodyPr anchor="ctr"/>
            <a:lstStyle/>
            <a:p>
              <a:pPr algn="ctr">
                <a:buNone/>
              </a:pPr>
            </a:p>
          </p:txBody>
        </p:sp>
        <p:sp>
          <p:nvSpPr>
            <p:cNvPr id="641" name="addition:spatial:23"/>
            <p:cNvSpPr>
              <a:spLocks noGrp="1"/>
            </p:cNvSpPr>
            <p:nvPr/>
          </p:nvSpPr>
          <p:spPr>
            <a:xfrm>
              <a:off x="5648325" y="1666875"/>
              <a:ext cx="1282126" cy="1058967"/>
            </a:xfrm>
            <a:custGeom>
              <a:avLst/>
              <a:gdLst/>
              <a:ahLst/>
              <a:cxnLst/>
              <a:rect l="l" t="t" r="r" b="b"/>
              <a:pathLst>
                <a:path w="967" h="626">
                  <a:moveTo>
                    <a:pt x="0" y="0"/>
                  </a:moveTo>
                  <a:moveTo>
                    <a:pt x="957" y="565"/>
                  </a:moveTo>
                  <a:lnTo>
                    <a:pt x="960" y="570"/>
                  </a:lnTo>
                  <a:lnTo>
                    <a:pt x="958" y="576"/>
                  </a:lnTo>
                  <a:lnTo>
                    <a:pt x="951" y="580"/>
                  </a:lnTo>
                  <a:lnTo>
                    <a:pt x="943" y="583"/>
                  </a:lnTo>
                  <a:lnTo>
                    <a:pt x="938" y="587"/>
                  </a:lnTo>
                  <a:lnTo>
                    <a:pt x="939" y="593"/>
                  </a:lnTo>
                  <a:lnTo>
                    <a:pt x="941" y="600"/>
                  </a:lnTo>
                  <a:lnTo>
                    <a:pt x="940" y="606"/>
                  </a:lnTo>
                  <a:lnTo>
                    <a:pt x="936" y="611"/>
                  </a:lnTo>
                  <a:lnTo>
                    <a:pt x="931" y="615"/>
                  </a:lnTo>
                  <a:lnTo>
                    <a:pt x="925" y="618"/>
                  </a:lnTo>
                  <a:lnTo>
                    <a:pt x="919" y="621"/>
                  </a:lnTo>
                  <a:lnTo>
                    <a:pt x="911" y="621"/>
                  </a:lnTo>
                  <a:lnTo>
                    <a:pt x="903" y="618"/>
                  </a:lnTo>
                  <a:lnTo>
                    <a:pt x="896" y="614"/>
                  </a:lnTo>
                  <a:lnTo>
                    <a:pt x="890" y="612"/>
                  </a:lnTo>
                  <a:lnTo>
                    <a:pt x="886" y="615"/>
                  </a:lnTo>
                  <a:lnTo>
                    <a:pt x="880" y="622"/>
                  </a:lnTo>
                  <a:lnTo>
                    <a:pt x="873" y="626"/>
                  </a:lnTo>
                  <a:lnTo>
                    <a:pt x="866" y="626"/>
                  </a:lnTo>
                  <a:lnTo>
                    <a:pt x="860" y="623"/>
                  </a:lnTo>
                  <a:lnTo>
                    <a:pt x="855" y="619"/>
                  </a:lnTo>
                  <a:lnTo>
                    <a:pt x="849" y="617"/>
                  </a:lnTo>
                  <a:lnTo>
                    <a:pt x="841" y="616"/>
                  </a:lnTo>
                  <a:lnTo>
                    <a:pt x="833" y="614"/>
                  </a:lnTo>
                  <a:lnTo>
                    <a:pt x="828" y="610"/>
                  </a:lnTo>
                  <a:lnTo>
                    <a:pt x="825" y="604"/>
                  </a:lnTo>
                  <a:lnTo>
                    <a:pt x="822" y="599"/>
                  </a:lnTo>
                  <a:lnTo>
                    <a:pt x="818" y="594"/>
                  </a:lnTo>
                  <a:lnTo>
                    <a:pt x="814" y="589"/>
                  </a:lnTo>
                  <a:lnTo>
                    <a:pt x="813" y="584"/>
                  </a:lnTo>
                  <a:lnTo>
                    <a:pt x="814" y="579"/>
                  </a:lnTo>
                  <a:lnTo>
                    <a:pt x="813" y="574"/>
                  </a:lnTo>
                  <a:lnTo>
                    <a:pt x="807" y="570"/>
                  </a:lnTo>
                  <a:lnTo>
                    <a:pt x="796" y="565"/>
                  </a:lnTo>
                  <a:lnTo>
                    <a:pt x="785" y="559"/>
                  </a:lnTo>
                  <a:lnTo>
                    <a:pt x="782" y="553"/>
                  </a:lnTo>
                  <a:lnTo>
                    <a:pt x="787" y="547"/>
                  </a:lnTo>
                  <a:lnTo>
                    <a:pt x="797" y="544"/>
                  </a:lnTo>
                  <a:lnTo>
                    <a:pt x="805" y="541"/>
                  </a:lnTo>
                  <a:lnTo>
                    <a:pt x="809" y="537"/>
                  </a:lnTo>
                  <a:lnTo>
                    <a:pt x="812" y="532"/>
                  </a:lnTo>
                  <a:lnTo>
                    <a:pt x="817" y="529"/>
                  </a:lnTo>
                  <a:lnTo>
                    <a:pt x="823" y="526"/>
                  </a:lnTo>
                  <a:lnTo>
                    <a:pt x="829" y="523"/>
                  </a:lnTo>
                  <a:lnTo>
                    <a:pt x="834" y="519"/>
                  </a:lnTo>
                  <a:lnTo>
                    <a:pt x="839" y="514"/>
                  </a:lnTo>
                  <a:lnTo>
                    <a:pt x="845" y="510"/>
                  </a:lnTo>
                  <a:lnTo>
                    <a:pt x="854" y="508"/>
                  </a:lnTo>
                  <a:lnTo>
                    <a:pt x="863" y="509"/>
                  </a:lnTo>
                  <a:lnTo>
                    <a:pt x="871" y="508"/>
                  </a:lnTo>
                  <a:lnTo>
                    <a:pt x="879" y="504"/>
                  </a:lnTo>
                  <a:lnTo>
                    <a:pt x="888" y="500"/>
                  </a:lnTo>
                  <a:lnTo>
                    <a:pt x="897" y="498"/>
                  </a:lnTo>
                  <a:lnTo>
                    <a:pt x="905" y="503"/>
                  </a:lnTo>
                  <a:lnTo>
                    <a:pt x="911" y="511"/>
                  </a:lnTo>
                  <a:lnTo>
                    <a:pt x="914" y="518"/>
                  </a:lnTo>
                  <a:lnTo>
                    <a:pt x="919" y="522"/>
                  </a:lnTo>
                  <a:lnTo>
                    <a:pt x="926" y="523"/>
                  </a:lnTo>
                  <a:lnTo>
                    <a:pt x="934" y="523"/>
                  </a:lnTo>
                  <a:lnTo>
                    <a:pt x="941" y="524"/>
                  </a:lnTo>
                  <a:lnTo>
                    <a:pt x="948" y="527"/>
                  </a:lnTo>
                  <a:lnTo>
                    <a:pt x="954" y="529"/>
                  </a:lnTo>
                  <a:lnTo>
                    <a:pt x="961" y="532"/>
                  </a:lnTo>
                  <a:lnTo>
                    <a:pt x="967" y="536"/>
                  </a:lnTo>
                  <a:lnTo>
                    <a:pt x="967" y="542"/>
                  </a:lnTo>
                  <a:lnTo>
                    <a:pt x="962" y="549"/>
                  </a:lnTo>
                  <a:lnTo>
                    <a:pt x="956" y="555"/>
                  </a:lnTo>
                  <a:lnTo>
                    <a:pt x="954" y="560"/>
                  </a:lnTo>
                  <a:close/>
                </a:path>
              </a:pathLst>
            </a:custGeom>
            <a:solidFill>
              <a:srgbClr val="E18B48">
                <a:alpha val="10500"/>
              </a:srgbClr>
            </a:solidFill>
            <a:ln>
              <a:noFill/>
            </a:ln>
          </p:spPr>
          <p:txBody>
            <a:bodyPr anchor="ctr"/>
            <a:lstStyle/>
            <a:p>
              <a:pPr algn="ctr">
                <a:buNone/>
              </a:pPr>
            </a:p>
          </p:txBody>
        </p:sp>
        <p:sp>
          <p:nvSpPr>
            <p:cNvPr id="642" name="addition:spatial:24"/>
            <p:cNvSpPr>
              <a:spLocks noGrp="1"/>
            </p:cNvSpPr>
            <p:nvPr/>
          </p:nvSpPr>
          <p:spPr>
            <a:xfrm>
              <a:off x="5648325" y="1666875"/>
              <a:ext cx="1169426" cy="967618"/>
            </a:xfrm>
            <a:custGeom>
              <a:avLst/>
              <a:gdLst/>
              <a:ahLst/>
              <a:cxnLst/>
              <a:rect l="l" t="t" r="r" b="b"/>
              <a:pathLst>
                <a:path w="882" h="572">
                  <a:moveTo>
                    <a:pt x="0" y="0"/>
                  </a:moveTo>
                  <a:moveTo>
                    <a:pt x="875" y="546"/>
                  </a:moveTo>
                  <a:lnTo>
                    <a:pt x="873" y="548"/>
                  </a:lnTo>
                  <a:lnTo>
                    <a:pt x="874" y="549"/>
                  </a:lnTo>
                  <a:lnTo>
                    <a:pt x="877" y="552"/>
                  </a:lnTo>
                  <a:lnTo>
                    <a:pt x="880" y="555"/>
                  </a:lnTo>
                  <a:lnTo>
                    <a:pt x="880" y="558"/>
                  </a:lnTo>
                  <a:lnTo>
                    <a:pt x="878" y="560"/>
                  </a:lnTo>
                  <a:lnTo>
                    <a:pt x="876" y="561"/>
                  </a:lnTo>
                  <a:lnTo>
                    <a:pt x="874" y="562"/>
                  </a:lnTo>
                  <a:lnTo>
                    <a:pt x="872" y="564"/>
                  </a:lnTo>
                  <a:lnTo>
                    <a:pt x="870" y="566"/>
                  </a:lnTo>
                  <a:lnTo>
                    <a:pt x="867" y="566"/>
                  </a:lnTo>
                  <a:lnTo>
                    <a:pt x="864" y="566"/>
                  </a:lnTo>
                  <a:lnTo>
                    <a:pt x="862" y="567"/>
                  </a:lnTo>
                  <a:lnTo>
                    <a:pt x="860" y="568"/>
                  </a:lnTo>
                  <a:lnTo>
                    <a:pt x="858" y="569"/>
                  </a:lnTo>
                  <a:lnTo>
                    <a:pt x="855" y="570"/>
                  </a:lnTo>
                  <a:lnTo>
                    <a:pt x="852" y="569"/>
                  </a:lnTo>
                  <a:lnTo>
                    <a:pt x="850" y="567"/>
                  </a:lnTo>
                  <a:lnTo>
                    <a:pt x="847" y="568"/>
                  </a:lnTo>
                  <a:lnTo>
                    <a:pt x="844" y="570"/>
                  </a:lnTo>
                  <a:lnTo>
                    <a:pt x="840" y="572"/>
                  </a:lnTo>
                  <a:lnTo>
                    <a:pt x="835" y="572"/>
                  </a:lnTo>
                  <a:lnTo>
                    <a:pt x="833" y="571"/>
                  </a:lnTo>
                  <a:lnTo>
                    <a:pt x="831" y="567"/>
                  </a:lnTo>
                  <a:lnTo>
                    <a:pt x="830" y="564"/>
                  </a:lnTo>
                  <a:lnTo>
                    <a:pt x="828" y="562"/>
                  </a:lnTo>
                  <a:lnTo>
                    <a:pt x="826" y="561"/>
                  </a:lnTo>
                  <a:lnTo>
                    <a:pt x="824" y="559"/>
                  </a:lnTo>
                  <a:lnTo>
                    <a:pt x="823" y="557"/>
                  </a:lnTo>
                  <a:lnTo>
                    <a:pt x="821" y="555"/>
                  </a:lnTo>
                  <a:lnTo>
                    <a:pt x="817" y="554"/>
                  </a:lnTo>
                  <a:lnTo>
                    <a:pt x="813" y="553"/>
                  </a:lnTo>
                  <a:lnTo>
                    <a:pt x="810" y="551"/>
                  </a:lnTo>
                  <a:lnTo>
                    <a:pt x="810" y="548"/>
                  </a:lnTo>
                  <a:lnTo>
                    <a:pt x="812" y="546"/>
                  </a:lnTo>
                  <a:lnTo>
                    <a:pt x="813" y="544"/>
                  </a:lnTo>
                  <a:lnTo>
                    <a:pt x="813" y="541"/>
                  </a:lnTo>
                  <a:lnTo>
                    <a:pt x="812" y="539"/>
                  </a:lnTo>
                  <a:lnTo>
                    <a:pt x="811" y="536"/>
                  </a:lnTo>
                  <a:lnTo>
                    <a:pt x="814" y="534"/>
                  </a:lnTo>
                  <a:lnTo>
                    <a:pt x="818" y="533"/>
                  </a:lnTo>
                  <a:lnTo>
                    <a:pt x="822" y="533"/>
                  </a:lnTo>
                  <a:lnTo>
                    <a:pt x="825" y="532"/>
                  </a:lnTo>
                  <a:lnTo>
                    <a:pt x="827" y="530"/>
                  </a:lnTo>
                  <a:lnTo>
                    <a:pt x="829" y="528"/>
                  </a:lnTo>
                  <a:lnTo>
                    <a:pt x="831" y="526"/>
                  </a:lnTo>
                  <a:lnTo>
                    <a:pt x="833" y="524"/>
                  </a:lnTo>
                  <a:lnTo>
                    <a:pt x="836" y="522"/>
                  </a:lnTo>
                  <a:lnTo>
                    <a:pt x="838" y="520"/>
                  </a:lnTo>
                  <a:lnTo>
                    <a:pt x="842" y="518"/>
                  </a:lnTo>
                  <a:lnTo>
                    <a:pt x="846" y="518"/>
                  </a:lnTo>
                  <a:lnTo>
                    <a:pt x="849" y="520"/>
                  </a:lnTo>
                  <a:lnTo>
                    <a:pt x="853" y="523"/>
                  </a:lnTo>
                  <a:lnTo>
                    <a:pt x="855" y="525"/>
                  </a:lnTo>
                  <a:lnTo>
                    <a:pt x="858" y="525"/>
                  </a:lnTo>
                  <a:lnTo>
                    <a:pt x="861" y="523"/>
                  </a:lnTo>
                  <a:lnTo>
                    <a:pt x="865" y="523"/>
                  </a:lnTo>
                  <a:lnTo>
                    <a:pt x="867" y="524"/>
                  </a:lnTo>
                  <a:lnTo>
                    <a:pt x="868" y="526"/>
                  </a:lnTo>
                  <a:lnTo>
                    <a:pt x="870" y="528"/>
                  </a:lnTo>
                  <a:lnTo>
                    <a:pt x="873" y="529"/>
                  </a:lnTo>
                  <a:lnTo>
                    <a:pt x="876" y="529"/>
                  </a:lnTo>
                  <a:lnTo>
                    <a:pt x="878" y="530"/>
                  </a:lnTo>
                  <a:lnTo>
                    <a:pt x="879" y="532"/>
                  </a:lnTo>
                  <a:lnTo>
                    <a:pt x="880" y="535"/>
                  </a:lnTo>
                  <a:lnTo>
                    <a:pt x="881" y="537"/>
                  </a:lnTo>
                  <a:lnTo>
                    <a:pt x="882" y="539"/>
                  </a:lnTo>
                  <a:lnTo>
                    <a:pt x="882" y="541"/>
                  </a:lnTo>
                  <a:lnTo>
                    <a:pt x="879" y="544"/>
                  </a:lnTo>
                  <a:close/>
                </a:path>
              </a:pathLst>
            </a:custGeom>
            <a:solidFill>
              <a:srgbClr val="ECB78D">
                <a:alpha val="9600"/>
              </a:srgbClr>
            </a:solidFill>
            <a:ln>
              <a:noFill/>
            </a:ln>
          </p:spPr>
          <p:txBody>
            <a:bodyPr anchor="ctr"/>
            <a:lstStyle/>
            <a:p>
              <a:pPr algn="ctr">
                <a:buNone/>
              </a:pPr>
            </a:p>
          </p:txBody>
        </p:sp>
        <p:sp>
          <p:nvSpPr>
            <p:cNvPr id="643" name="addition:spatial:25"/>
            <p:cNvSpPr>
              <a:spLocks noGrp="1"/>
            </p:cNvSpPr>
            <p:nvPr/>
          </p:nvSpPr>
          <p:spPr>
            <a:xfrm>
              <a:off x="5648325" y="1666875"/>
              <a:ext cx="1209203" cy="933785"/>
            </a:xfrm>
            <a:custGeom>
              <a:avLst/>
              <a:gdLst/>
              <a:ahLst/>
              <a:cxnLst/>
              <a:rect l="l" t="t" r="r" b="b"/>
              <a:pathLst>
                <a:path w="912" h="552">
                  <a:moveTo>
                    <a:pt x="0" y="0"/>
                  </a:moveTo>
                  <a:moveTo>
                    <a:pt x="909" y="526"/>
                  </a:moveTo>
                  <a:lnTo>
                    <a:pt x="911" y="528"/>
                  </a:lnTo>
                  <a:lnTo>
                    <a:pt x="912" y="531"/>
                  </a:lnTo>
                  <a:lnTo>
                    <a:pt x="910" y="533"/>
                  </a:lnTo>
                  <a:lnTo>
                    <a:pt x="906" y="534"/>
                  </a:lnTo>
                  <a:lnTo>
                    <a:pt x="902" y="535"/>
                  </a:lnTo>
                  <a:lnTo>
                    <a:pt x="899" y="537"/>
                  </a:lnTo>
                  <a:lnTo>
                    <a:pt x="898" y="539"/>
                  </a:lnTo>
                  <a:lnTo>
                    <a:pt x="897" y="541"/>
                  </a:lnTo>
                  <a:lnTo>
                    <a:pt x="896" y="543"/>
                  </a:lnTo>
                  <a:lnTo>
                    <a:pt x="894" y="545"/>
                  </a:lnTo>
                  <a:lnTo>
                    <a:pt x="892" y="547"/>
                  </a:lnTo>
                  <a:lnTo>
                    <a:pt x="890" y="550"/>
                  </a:lnTo>
                  <a:lnTo>
                    <a:pt x="888" y="552"/>
                  </a:lnTo>
                  <a:lnTo>
                    <a:pt x="884" y="552"/>
                  </a:lnTo>
                  <a:lnTo>
                    <a:pt x="881" y="550"/>
                  </a:lnTo>
                  <a:lnTo>
                    <a:pt x="877" y="548"/>
                  </a:lnTo>
                  <a:lnTo>
                    <a:pt x="875" y="546"/>
                  </a:lnTo>
                  <a:lnTo>
                    <a:pt x="873" y="547"/>
                  </a:lnTo>
                  <a:lnTo>
                    <a:pt x="870" y="549"/>
                  </a:lnTo>
                  <a:lnTo>
                    <a:pt x="867" y="550"/>
                  </a:lnTo>
                  <a:lnTo>
                    <a:pt x="865" y="549"/>
                  </a:lnTo>
                  <a:lnTo>
                    <a:pt x="863" y="547"/>
                  </a:lnTo>
                  <a:lnTo>
                    <a:pt x="862" y="546"/>
                  </a:lnTo>
                  <a:lnTo>
                    <a:pt x="859" y="546"/>
                  </a:lnTo>
                  <a:lnTo>
                    <a:pt x="856" y="545"/>
                  </a:lnTo>
                  <a:lnTo>
                    <a:pt x="853" y="545"/>
                  </a:lnTo>
                  <a:lnTo>
                    <a:pt x="852" y="543"/>
                  </a:lnTo>
                  <a:lnTo>
                    <a:pt x="851" y="541"/>
                  </a:lnTo>
                  <a:lnTo>
                    <a:pt x="849" y="539"/>
                  </a:lnTo>
                  <a:lnTo>
                    <a:pt x="848" y="537"/>
                  </a:lnTo>
                  <a:lnTo>
                    <a:pt x="847" y="535"/>
                  </a:lnTo>
                  <a:lnTo>
                    <a:pt x="849" y="532"/>
                  </a:lnTo>
                  <a:lnTo>
                    <a:pt x="851" y="530"/>
                  </a:lnTo>
                  <a:lnTo>
                    <a:pt x="853" y="528"/>
                  </a:lnTo>
                  <a:lnTo>
                    <a:pt x="851" y="526"/>
                  </a:lnTo>
                  <a:lnTo>
                    <a:pt x="847" y="524"/>
                  </a:lnTo>
                  <a:lnTo>
                    <a:pt x="844" y="522"/>
                  </a:lnTo>
                  <a:lnTo>
                    <a:pt x="842" y="519"/>
                  </a:lnTo>
                  <a:lnTo>
                    <a:pt x="843" y="517"/>
                  </a:lnTo>
                  <a:lnTo>
                    <a:pt x="846" y="515"/>
                  </a:lnTo>
                  <a:lnTo>
                    <a:pt x="847" y="514"/>
                  </a:lnTo>
                  <a:lnTo>
                    <a:pt x="848" y="512"/>
                  </a:lnTo>
                  <a:lnTo>
                    <a:pt x="850" y="510"/>
                  </a:lnTo>
                  <a:lnTo>
                    <a:pt x="852" y="509"/>
                  </a:lnTo>
                  <a:lnTo>
                    <a:pt x="855" y="509"/>
                  </a:lnTo>
                  <a:lnTo>
                    <a:pt x="857" y="508"/>
                  </a:lnTo>
                  <a:lnTo>
                    <a:pt x="859" y="506"/>
                  </a:lnTo>
                  <a:lnTo>
                    <a:pt x="861" y="505"/>
                  </a:lnTo>
                  <a:lnTo>
                    <a:pt x="864" y="504"/>
                  </a:lnTo>
                  <a:lnTo>
                    <a:pt x="867" y="504"/>
                  </a:lnTo>
                  <a:lnTo>
                    <a:pt x="870" y="505"/>
                  </a:lnTo>
                  <a:lnTo>
                    <a:pt x="872" y="504"/>
                  </a:lnTo>
                  <a:lnTo>
                    <a:pt x="875" y="502"/>
                  </a:lnTo>
                  <a:lnTo>
                    <a:pt x="879" y="500"/>
                  </a:lnTo>
                  <a:lnTo>
                    <a:pt x="883" y="499"/>
                  </a:lnTo>
                  <a:lnTo>
                    <a:pt x="886" y="500"/>
                  </a:lnTo>
                  <a:lnTo>
                    <a:pt x="889" y="503"/>
                  </a:lnTo>
                  <a:lnTo>
                    <a:pt x="890" y="506"/>
                  </a:lnTo>
                  <a:lnTo>
                    <a:pt x="892" y="508"/>
                  </a:lnTo>
                  <a:lnTo>
                    <a:pt x="895" y="509"/>
                  </a:lnTo>
                  <a:lnTo>
                    <a:pt x="897" y="511"/>
                  </a:lnTo>
                  <a:lnTo>
                    <a:pt x="899" y="512"/>
                  </a:lnTo>
                  <a:lnTo>
                    <a:pt x="901" y="514"/>
                  </a:lnTo>
                  <a:lnTo>
                    <a:pt x="905" y="514"/>
                  </a:lnTo>
                  <a:lnTo>
                    <a:pt x="908" y="515"/>
                  </a:lnTo>
                  <a:lnTo>
                    <a:pt x="911" y="517"/>
                  </a:lnTo>
                  <a:lnTo>
                    <a:pt x="912" y="519"/>
                  </a:lnTo>
                  <a:lnTo>
                    <a:pt x="911" y="522"/>
                  </a:lnTo>
                  <a:lnTo>
                    <a:pt x="909" y="524"/>
                  </a:lnTo>
                  <a:close/>
                </a:path>
              </a:pathLst>
            </a:custGeom>
            <a:solidFill>
              <a:srgbClr val="ECB78D">
                <a:alpha val="9600"/>
              </a:srgbClr>
            </a:solidFill>
            <a:ln>
              <a:noFill/>
            </a:ln>
          </p:spPr>
          <p:txBody>
            <a:bodyPr anchor="ctr"/>
            <a:lstStyle/>
            <a:p>
              <a:pPr algn="ctr">
                <a:buNone/>
              </a:pPr>
            </a:p>
          </p:txBody>
        </p:sp>
        <p:sp>
          <p:nvSpPr>
            <p:cNvPr id="644" name="addition:spatial:26"/>
            <p:cNvSpPr>
              <a:spLocks noGrp="1"/>
            </p:cNvSpPr>
            <p:nvPr/>
          </p:nvSpPr>
          <p:spPr>
            <a:xfrm>
              <a:off x="5648325" y="1666875"/>
              <a:ext cx="1255608" cy="945627"/>
            </a:xfrm>
            <a:custGeom>
              <a:avLst/>
              <a:gdLst/>
              <a:ahLst/>
              <a:cxnLst/>
              <a:rect l="l" t="t" r="r" b="b"/>
              <a:pathLst>
                <a:path w="947" h="559">
                  <a:moveTo>
                    <a:pt x="0" y="0"/>
                  </a:moveTo>
                  <a:moveTo>
                    <a:pt x="946" y="532"/>
                  </a:moveTo>
                  <a:lnTo>
                    <a:pt x="945" y="534"/>
                  </a:lnTo>
                  <a:lnTo>
                    <a:pt x="942" y="536"/>
                  </a:lnTo>
                  <a:lnTo>
                    <a:pt x="938" y="538"/>
                  </a:lnTo>
                  <a:lnTo>
                    <a:pt x="936" y="539"/>
                  </a:lnTo>
                  <a:lnTo>
                    <a:pt x="936" y="542"/>
                  </a:lnTo>
                  <a:lnTo>
                    <a:pt x="936" y="545"/>
                  </a:lnTo>
                  <a:lnTo>
                    <a:pt x="935" y="547"/>
                  </a:lnTo>
                  <a:lnTo>
                    <a:pt x="932" y="549"/>
                  </a:lnTo>
                  <a:lnTo>
                    <a:pt x="929" y="549"/>
                  </a:lnTo>
                  <a:lnTo>
                    <a:pt x="926" y="550"/>
                  </a:lnTo>
                  <a:lnTo>
                    <a:pt x="924" y="553"/>
                  </a:lnTo>
                  <a:lnTo>
                    <a:pt x="923" y="556"/>
                  </a:lnTo>
                  <a:lnTo>
                    <a:pt x="921" y="559"/>
                  </a:lnTo>
                  <a:lnTo>
                    <a:pt x="917" y="559"/>
                  </a:lnTo>
                  <a:lnTo>
                    <a:pt x="914" y="559"/>
                  </a:lnTo>
                  <a:lnTo>
                    <a:pt x="911" y="557"/>
                  </a:lnTo>
                  <a:lnTo>
                    <a:pt x="908" y="556"/>
                  </a:lnTo>
                  <a:lnTo>
                    <a:pt x="905" y="556"/>
                  </a:lnTo>
                  <a:lnTo>
                    <a:pt x="903" y="555"/>
                  </a:lnTo>
                  <a:lnTo>
                    <a:pt x="901" y="553"/>
                  </a:lnTo>
                  <a:lnTo>
                    <a:pt x="899" y="552"/>
                  </a:lnTo>
                  <a:lnTo>
                    <a:pt x="896" y="553"/>
                  </a:lnTo>
                  <a:lnTo>
                    <a:pt x="893" y="555"/>
                  </a:lnTo>
                  <a:lnTo>
                    <a:pt x="889" y="556"/>
                  </a:lnTo>
                  <a:lnTo>
                    <a:pt x="886" y="555"/>
                  </a:lnTo>
                  <a:lnTo>
                    <a:pt x="885" y="552"/>
                  </a:lnTo>
                  <a:lnTo>
                    <a:pt x="886" y="549"/>
                  </a:lnTo>
                  <a:lnTo>
                    <a:pt x="885" y="546"/>
                  </a:lnTo>
                  <a:lnTo>
                    <a:pt x="883" y="545"/>
                  </a:lnTo>
                  <a:lnTo>
                    <a:pt x="881" y="543"/>
                  </a:lnTo>
                  <a:lnTo>
                    <a:pt x="880" y="541"/>
                  </a:lnTo>
                  <a:lnTo>
                    <a:pt x="880" y="538"/>
                  </a:lnTo>
                  <a:lnTo>
                    <a:pt x="881" y="536"/>
                  </a:lnTo>
                  <a:lnTo>
                    <a:pt x="881" y="534"/>
                  </a:lnTo>
                  <a:lnTo>
                    <a:pt x="880" y="532"/>
                  </a:lnTo>
                  <a:lnTo>
                    <a:pt x="879" y="529"/>
                  </a:lnTo>
                  <a:lnTo>
                    <a:pt x="879" y="527"/>
                  </a:lnTo>
                  <a:lnTo>
                    <a:pt x="879" y="525"/>
                  </a:lnTo>
                  <a:lnTo>
                    <a:pt x="878" y="522"/>
                  </a:lnTo>
                  <a:lnTo>
                    <a:pt x="877" y="519"/>
                  </a:lnTo>
                  <a:lnTo>
                    <a:pt x="875" y="516"/>
                  </a:lnTo>
                  <a:lnTo>
                    <a:pt x="876" y="514"/>
                  </a:lnTo>
                  <a:lnTo>
                    <a:pt x="880" y="513"/>
                  </a:lnTo>
                  <a:lnTo>
                    <a:pt x="885" y="514"/>
                  </a:lnTo>
                  <a:lnTo>
                    <a:pt x="889" y="514"/>
                  </a:lnTo>
                  <a:lnTo>
                    <a:pt x="891" y="513"/>
                  </a:lnTo>
                  <a:lnTo>
                    <a:pt x="892" y="511"/>
                  </a:lnTo>
                  <a:lnTo>
                    <a:pt x="894" y="509"/>
                  </a:lnTo>
                  <a:lnTo>
                    <a:pt x="896" y="507"/>
                  </a:lnTo>
                  <a:lnTo>
                    <a:pt x="899" y="507"/>
                  </a:lnTo>
                  <a:lnTo>
                    <a:pt x="902" y="506"/>
                  </a:lnTo>
                  <a:lnTo>
                    <a:pt x="905" y="505"/>
                  </a:lnTo>
                  <a:lnTo>
                    <a:pt x="908" y="504"/>
                  </a:lnTo>
                  <a:lnTo>
                    <a:pt x="912" y="504"/>
                  </a:lnTo>
                  <a:lnTo>
                    <a:pt x="915" y="506"/>
                  </a:lnTo>
                  <a:lnTo>
                    <a:pt x="918" y="507"/>
                  </a:lnTo>
                  <a:lnTo>
                    <a:pt x="921" y="508"/>
                  </a:lnTo>
                  <a:lnTo>
                    <a:pt x="925" y="508"/>
                  </a:lnTo>
                  <a:lnTo>
                    <a:pt x="928" y="509"/>
                  </a:lnTo>
                  <a:lnTo>
                    <a:pt x="931" y="511"/>
                  </a:lnTo>
                  <a:lnTo>
                    <a:pt x="931" y="514"/>
                  </a:lnTo>
                  <a:lnTo>
                    <a:pt x="931" y="518"/>
                  </a:lnTo>
                  <a:lnTo>
                    <a:pt x="932" y="519"/>
                  </a:lnTo>
                  <a:lnTo>
                    <a:pt x="936" y="520"/>
                  </a:lnTo>
                  <a:lnTo>
                    <a:pt x="941" y="520"/>
                  </a:lnTo>
                  <a:lnTo>
                    <a:pt x="945" y="522"/>
                  </a:lnTo>
                  <a:lnTo>
                    <a:pt x="946" y="524"/>
                  </a:lnTo>
                  <a:lnTo>
                    <a:pt x="947" y="527"/>
                  </a:lnTo>
                  <a:lnTo>
                    <a:pt x="947" y="529"/>
                  </a:lnTo>
                  <a:close/>
                </a:path>
              </a:pathLst>
            </a:custGeom>
            <a:solidFill>
              <a:srgbClr val="ECB78D">
                <a:alpha val="9600"/>
              </a:srgbClr>
            </a:solidFill>
            <a:ln>
              <a:noFill/>
            </a:ln>
          </p:spPr>
          <p:txBody>
            <a:bodyPr anchor="ctr"/>
            <a:lstStyle/>
            <a:p>
              <a:pPr algn="ctr">
                <a:buNone/>
              </a:pPr>
            </a:p>
          </p:txBody>
        </p:sp>
        <p:sp>
          <p:nvSpPr>
            <p:cNvPr id="645" name="addition:spatial:27"/>
            <p:cNvSpPr>
              <a:spLocks noGrp="1"/>
            </p:cNvSpPr>
            <p:nvPr/>
          </p:nvSpPr>
          <p:spPr>
            <a:xfrm>
              <a:off x="5648325" y="1666875"/>
              <a:ext cx="1287429" cy="984534"/>
            </a:xfrm>
            <a:custGeom>
              <a:avLst/>
              <a:gdLst/>
              <a:ahLst/>
              <a:cxnLst/>
              <a:rect l="l" t="t" r="r" b="b"/>
              <a:pathLst>
                <a:path w="971" h="582">
                  <a:moveTo>
                    <a:pt x="0" y="0"/>
                  </a:moveTo>
                  <a:moveTo>
                    <a:pt x="962" y="553"/>
                  </a:moveTo>
                  <a:lnTo>
                    <a:pt x="961" y="555"/>
                  </a:lnTo>
                  <a:lnTo>
                    <a:pt x="962" y="558"/>
                  </a:lnTo>
                  <a:lnTo>
                    <a:pt x="963" y="560"/>
                  </a:lnTo>
                  <a:lnTo>
                    <a:pt x="964" y="563"/>
                  </a:lnTo>
                  <a:lnTo>
                    <a:pt x="964" y="565"/>
                  </a:lnTo>
                  <a:lnTo>
                    <a:pt x="964" y="568"/>
                  </a:lnTo>
                  <a:lnTo>
                    <a:pt x="964" y="572"/>
                  </a:lnTo>
                  <a:lnTo>
                    <a:pt x="963" y="574"/>
                  </a:lnTo>
                  <a:lnTo>
                    <a:pt x="960" y="576"/>
                  </a:lnTo>
                  <a:lnTo>
                    <a:pt x="956" y="575"/>
                  </a:lnTo>
                  <a:lnTo>
                    <a:pt x="952" y="575"/>
                  </a:lnTo>
                  <a:lnTo>
                    <a:pt x="949" y="575"/>
                  </a:lnTo>
                  <a:lnTo>
                    <a:pt x="948" y="577"/>
                  </a:lnTo>
                  <a:lnTo>
                    <a:pt x="946" y="579"/>
                  </a:lnTo>
                  <a:lnTo>
                    <a:pt x="944" y="581"/>
                  </a:lnTo>
                  <a:lnTo>
                    <a:pt x="941" y="580"/>
                  </a:lnTo>
                  <a:lnTo>
                    <a:pt x="938" y="579"/>
                  </a:lnTo>
                  <a:lnTo>
                    <a:pt x="935" y="578"/>
                  </a:lnTo>
                  <a:lnTo>
                    <a:pt x="932" y="580"/>
                  </a:lnTo>
                  <a:lnTo>
                    <a:pt x="929" y="581"/>
                  </a:lnTo>
                  <a:lnTo>
                    <a:pt x="925" y="582"/>
                  </a:lnTo>
                  <a:lnTo>
                    <a:pt x="921" y="581"/>
                  </a:lnTo>
                  <a:lnTo>
                    <a:pt x="918" y="580"/>
                  </a:lnTo>
                  <a:lnTo>
                    <a:pt x="915" y="578"/>
                  </a:lnTo>
                  <a:lnTo>
                    <a:pt x="912" y="577"/>
                  </a:lnTo>
                  <a:lnTo>
                    <a:pt x="910" y="574"/>
                  </a:lnTo>
                  <a:lnTo>
                    <a:pt x="909" y="571"/>
                  </a:lnTo>
                  <a:lnTo>
                    <a:pt x="910" y="567"/>
                  </a:lnTo>
                  <a:lnTo>
                    <a:pt x="909" y="565"/>
                  </a:lnTo>
                  <a:lnTo>
                    <a:pt x="906" y="563"/>
                  </a:lnTo>
                  <a:lnTo>
                    <a:pt x="900" y="563"/>
                  </a:lnTo>
                  <a:lnTo>
                    <a:pt x="895" y="561"/>
                  </a:lnTo>
                  <a:lnTo>
                    <a:pt x="893" y="559"/>
                  </a:lnTo>
                  <a:lnTo>
                    <a:pt x="893" y="556"/>
                  </a:lnTo>
                  <a:lnTo>
                    <a:pt x="895" y="553"/>
                  </a:lnTo>
                  <a:lnTo>
                    <a:pt x="895" y="551"/>
                  </a:lnTo>
                  <a:lnTo>
                    <a:pt x="895" y="548"/>
                  </a:lnTo>
                  <a:lnTo>
                    <a:pt x="895" y="545"/>
                  </a:lnTo>
                  <a:lnTo>
                    <a:pt x="897" y="543"/>
                  </a:lnTo>
                  <a:lnTo>
                    <a:pt x="900" y="541"/>
                  </a:lnTo>
                  <a:lnTo>
                    <a:pt x="902" y="540"/>
                  </a:lnTo>
                  <a:lnTo>
                    <a:pt x="904" y="538"/>
                  </a:lnTo>
                  <a:lnTo>
                    <a:pt x="906" y="535"/>
                  </a:lnTo>
                  <a:lnTo>
                    <a:pt x="909" y="534"/>
                  </a:lnTo>
                  <a:lnTo>
                    <a:pt x="913" y="534"/>
                  </a:lnTo>
                  <a:lnTo>
                    <a:pt x="916" y="533"/>
                  </a:lnTo>
                  <a:lnTo>
                    <a:pt x="919" y="531"/>
                  </a:lnTo>
                  <a:lnTo>
                    <a:pt x="920" y="527"/>
                  </a:lnTo>
                  <a:lnTo>
                    <a:pt x="922" y="523"/>
                  </a:lnTo>
                  <a:lnTo>
                    <a:pt x="926" y="521"/>
                  </a:lnTo>
                  <a:lnTo>
                    <a:pt x="930" y="522"/>
                  </a:lnTo>
                  <a:lnTo>
                    <a:pt x="935" y="524"/>
                  </a:lnTo>
                  <a:lnTo>
                    <a:pt x="938" y="527"/>
                  </a:lnTo>
                  <a:lnTo>
                    <a:pt x="941" y="528"/>
                  </a:lnTo>
                  <a:lnTo>
                    <a:pt x="944" y="528"/>
                  </a:lnTo>
                  <a:lnTo>
                    <a:pt x="947" y="529"/>
                  </a:lnTo>
                  <a:lnTo>
                    <a:pt x="949" y="530"/>
                  </a:lnTo>
                  <a:lnTo>
                    <a:pt x="952" y="531"/>
                  </a:lnTo>
                  <a:lnTo>
                    <a:pt x="955" y="531"/>
                  </a:lnTo>
                  <a:lnTo>
                    <a:pt x="959" y="531"/>
                  </a:lnTo>
                  <a:lnTo>
                    <a:pt x="962" y="532"/>
                  </a:lnTo>
                  <a:lnTo>
                    <a:pt x="963" y="534"/>
                  </a:lnTo>
                  <a:lnTo>
                    <a:pt x="963" y="537"/>
                  </a:lnTo>
                  <a:lnTo>
                    <a:pt x="964" y="539"/>
                  </a:lnTo>
                  <a:lnTo>
                    <a:pt x="966" y="541"/>
                  </a:lnTo>
                  <a:lnTo>
                    <a:pt x="969" y="543"/>
                  </a:lnTo>
                  <a:lnTo>
                    <a:pt x="971" y="545"/>
                  </a:lnTo>
                  <a:lnTo>
                    <a:pt x="970" y="548"/>
                  </a:lnTo>
                  <a:lnTo>
                    <a:pt x="966" y="551"/>
                  </a:lnTo>
                  <a:close/>
                </a:path>
              </a:pathLst>
            </a:custGeom>
            <a:solidFill>
              <a:srgbClr val="ECB78D">
                <a:alpha val="9600"/>
              </a:srgbClr>
            </a:solidFill>
            <a:ln>
              <a:noFill/>
            </a:ln>
          </p:spPr>
          <p:txBody>
            <a:bodyPr anchor="ctr"/>
            <a:lstStyle/>
            <a:p>
              <a:pPr algn="ctr">
                <a:buNone/>
              </a:pPr>
            </a:p>
          </p:txBody>
        </p:sp>
        <p:sp>
          <p:nvSpPr>
            <p:cNvPr id="646" name="addition:spatial:28"/>
            <p:cNvSpPr>
              <a:spLocks noGrp="1"/>
            </p:cNvSpPr>
            <p:nvPr/>
          </p:nvSpPr>
          <p:spPr>
            <a:xfrm>
              <a:off x="5648325" y="1666875"/>
              <a:ext cx="1268867" cy="1028517"/>
            </a:xfrm>
            <a:custGeom>
              <a:avLst/>
              <a:gdLst/>
              <a:ahLst/>
              <a:cxnLst/>
              <a:rect l="l" t="t" r="r" b="b"/>
              <a:pathLst>
                <a:path w="957" h="608">
                  <a:moveTo>
                    <a:pt x="0" y="0"/>
                  </a:moveTo>
                  <a:moveTo>
                    <a:pt x="946" y="577"/>
                  </a:moveTo>
                  <a:lnTo>
                    <a:pt x="949" y="579"/>
                  </a:lnTo>
                  <a:lnTo>
                    <a:pt x="950" y="582"/>
                  </a:lnTo>
                  <a:lnTo>
                    <a:pt x="948" y="584"/>
                  </a:lnTo>
                  <a:lnTo>
                    <a:pt x="946" y="586"/>
                  </a:lnTo>
                  <a:lnTo>
                    <a:pt x="944" y="589"/>
                  </a:lnTo>
                  <a:lnTo>
                    <a:pt x="944" y="591"/>
                  </a:lnTo>
                  <a:lnTo>
                    <a:pt x="944" y="594"/>
                  </a:lnTo>
                  <a:lnTo>
                    <a:pt x="942" y="597"/>
                  </a:lnTo>
                  <a:lnTo>
                    <a:pt x="940" y="599"/>
                  </a:lnTo>
                  <a:lnTo>
                    <a:pt x="937" y="600"/>
                  </a:lnTo>
                  <a:lnTo>
                    <a:pt x="934" y="602"/>
                  </a:lnTo>
                  <a:lnTo>
                    <a:pt x="932" y="604"/>
                  </a:lnTo>
                  <a:lnTo>
                    <a:pt x="928" y="605"/>
                  </a:lnTo>
                  <a:lnTo>
                    <a:pt x="924" y="603"/>
                  </a:lnTo>
                  <a:lnTo>
                    <a:pt x="920" y="601"/>
                  </a:lnTo>
                  <a:lnTo>
                    <a:pt x="917" y="599"/>
                  </a:lnTo>
                  <a:lnTo>
                    <a:pt x="914" y="601"/>
                  </a:lnTo>
                  <a:lnTo>
                    <a:pt x="911" y="604"/>
                  </a:lnTo>
                  <a:lnTo>
                    <a:pt x="907" y="607"/>
                  </a:lnTo>
                  <a:lnTo>
                    <a:pt x="903" y="608"/>
                  </a:lnTo>
                  <a:lnTo>
                    <a:pt x="899" y="607"/>
                  </a:lnTo>
                  <a:lnTo>
                    <a:pt x="896" y="605"/>
                  </a:lnTo>
                  <a:lnTo>
                    <a:pt x="892" y="603"/>
                  </a:lnTo>
                  <a:lnTo>
                    <a:pt x="889" y="602"/>
                  </a:lnTo>
                  <a:lnTo>
                    <a:pt x="886" y="600"/>
                  </a:lnTo>
                  <a:lnTo>
                    <a:pt x="884" y="597"/>
                  </a:lnTo>
                  <a:lnTo>
                    <a:pt x="882" y="594"/>
                  </a:lnTo>
                  <a:lnTo>
                    <a:pt x="880" y="592"/>
                  </a:lnTo>
                  <a:lnTo>
                    <a:pt x="876" y="591"/>
                  </a:lnTo>
                  <a:lnTo>
                    <a:pt x="872" y="589"/>
                  </a:lnTo>
                  <a:lnTo>
                    <a:pt x="870" y="587"/>
                  </a:lnTo>
                  <a:lnTo>
                    <a:pt x="871" y="584"/>
                  </a:lnTo>
                  <a:lnTo>
                    <a:pt x="871" y="581"/>
                  </a:lnTo>
                  <a:lnTo>
                    <a:pt x="869" y="579"/>
                  </a:lnTo>
                  <a:lnTo>
                    <a:pt x="864" y="577"/>
                  </a:lnTo>
                  <a:lnTo>
                    <a:pt x="859" y="574"/>
                  </a:lnTo>
                  <a:lnTo>
                    <a:pt x="857" y="571"/>
                  </a:lnTo>
                  <a:lnTo>
                    <a:pt x="860" y="568"/>
                  </a:lnTo>
                  <a:lnTo>
                    <a:pt x="864" y="566"/>
                  </a:lnTo>
                  <a:lnTo>
                    <a:pt x="869" y="565"/>
                  </a:lnTo>
                  <a:lnTo>
                    <a:pt x="873" y="563"/>
                  </a:lnTo>
                  <a:lnTo>
                    <a:pt x="875" y="562"/>
                  </a:lnTo>
                  <a:lnTo>
                    <a:pt x="879" y="560"/>
                  </a:lnTo>
                  <a:lnTo>
                    <a:pt x="882" y="559"/>
                  </a:lnTo>
                  <a:lnTo>
                    <a:pt x="885" y="557"/>
                  </a:lnTo>
                  <a:lnTo>
                    <a:pt x="886" y="554"/>
                  </a:lnTo>
                  <a:lnTo>
                    <a:pt x="888" y="550"/>
                  </a:lnTo>
                  <a:lnTo>
                    <a:pt x="891" y="548"/>
                  </a:lnTo>
                  <a:lnTo>
                    <a:pt x="896" y="547"/>
                  </a:lnTo>
                  <a:lnTo>
                    <a:pt x="902" y="548"/>
                  </a:lnTo>
                  <a:lnTo>
                    <a:pt x="906" y="549"/>
                  </a:lnTo>
                  <a:lnTo>
                    <a:pt x="911" y="549"/>
                  </a:lnTo>
                  <a:lnTo>
                    <a:pt x="915" y="547"/>
                  </a:lnTo>
                  <a:lnTo>
                    <a:pt x="920" y="546"/>
                  </a:lnTo>
                  <a:lnTo>
                    <a:pt x="924" y="547"/>
                  </a:lnTo>
                  <a:lnTo>
                    <a:pt x="927" y="551"/>
                  </a:lnTo>
                  <a:lnTo>
                    <a:pt x="929" y="553"/>
                  </a:lnTo>
                  <a:lnTo>
                    <a:pt x="932" y="555"/>
                  </a:lnTo>
                  <a:lnTo>
                    <a:pt x="935" y="556"/>
                  </a:lnTo>
                  <a:lnTo>
                    <a:pt x="939" y="556"/>
                  </a:lnTo>
                  <a:lnTo>
                    <a:pt x="942" y="557"/>
                  </a:lnTo>
                  <a:lnTo>
                    <a:pt x="945" y="558"/>
                  </a:lnTo>
                  <a:lnTo>
                    <a:pt x="949" y="559"/>
                  </a:lnTo>
                  <a:lnTo>
                    <a:pt x="953" y="560"/>
                  </a:lnTo>
                  <a:lnTo>
                    <a:pt x="957" y="562"/>
                  </a:lnTo>
                  <a:lnTo>
                    <a:pt x="957" y="565"/>
                  </a:lnTo>
                  <a:lnTo>
                    <a:pt x="953" y="569"/>
                  </a:lnTo>
                  <a:lnTo>
                    <a:pt x="948" y="572"/>
                  </a:lnTo>
                  <a:lnTo>
                    <a:pt x="945" y="575"/>
                  </a:lnTo>
                  <a:close/>
                </a:path>
              </a:pathLst>
            </a:custGeom>
            <a:solidFill>
              <a:srgbClr val="ECB78D">
                <a:alpha val="9600"/>
              </a:srgbClr>
            </a:solidFill>
            <a:ln>
              <a:noFill/>
            </a:ln>
          </p:spPr>
          <p:txBody>
            <a:bodyPr anchor="ctr"/>
            <a:lstStyle/>
            <a:p>
              <a:pPr algn="ctr">
                <a:buNone/>
              </a:pPr>
            </a:p>
          </p:txBody>
        </p:sp>
        <p:sp>
          <p:nvSpPr>
            <p:cNvPr id="647" name="addition:spatial:29"/>
            <p:cNvSpPr>
              <a:spLocks noGrp="1"/>
            </p:cNvSpPr>
            <p:nvPr/>
          </p:nvSpPr>
          <p:spPr>
            <a:xfrm>
              <a:off x="5648325" y="1666875"/>
              <a:ext cx="1201247" cy="1033592"/>
            </a:xfrm>
            <a:custGeom>
              <a:avLst/>
              <a:gdLst/>
              <a:ahLst/>
              <a:cxnLst/>
              <a:rect l="l" t="t" r="r" b="b"/>
              <a:pathLst>
                <a:path w="906" h="611">
                  <a:moveTo>
                    <a:pt x="0" y="0"/>
                  </a:moveTo>
                  <a:moveTo>
                    <a:pt x="900" y="580"/>
                  </a:moveTo>
                  <a:lnTo>
                    <a:pt x="903" y="582"/>
                  </a:lnTo>
                  <a:lnTo>
                    <a:pt x="905" y="585"/>
                  </a:lnTo>
                  <a:lnTo>
                    <a:pt x="906" y="588"/>
                  </a:lnTo>
                  <a:lnTo>
                    <a:pt x="905" y="590"/>
                  </a:lnTo>
                  <a:lnTo>
                    <a:pt x="902" y="592"/>
                  </a:lnTo>
                  <a:lnTo>
                    <a:pt x="900" y="593"/>
                  </a:lnTo>
                  <a:lnTo>
                    <a:pt x="900" y="596"/>
                  </a:lnTo>
                  <a:lnTo>
                    <a:pt x="901" y="600"/>
                  </a:lnTo>
                  <a:lnTo>
                    <a:pt x="899" y="602"/>
                  </a:lnTo>
                  <a:lnTo>
                    <a:pt x="896" y="603"/>
                  </a:lnTo>
                  <a:lnTo>
                    <a:pt x="891" y="602"/>
                  </a:lnTo>
                  <a:lnTo>
                    <a:pt x="887" y="601"/>
                  </a:lnTo>
                  <a:lnTo>
                    <a:pt x="885" y="602"/>
                  </a:lnTo>
                  <a:lnTo>
                    <a:pt x="882" y="603"/>
                  </a:lnTo>
                  <a:lnTo>
                    <a:pt x="880" y="605"/>
                  </a:lnTo>
                  <a:lnTo>
                    <a:pt x="877" y="606"/>
                  </a:lnTo>
                  <a:lnTo>
                    <a:pt x="874" y="607"/>
                  </a:lnTo>
                  <a:lnTo>
                    <a:pt x="870" y="609"/>
                  </a:lnTo>
                  <a:lnTo>
                    <a:pt x="866" y="611"/>
                  </a:lnTo>
                  <a:lnTo>
                    <a:pt x="862" y="611"/>
                  </a:lnTo>
                  <a:lnTo>
                    <a:pt x="858" y="610"/>
                  </a:lnTo>
                  <a:lnTo>
                    <a:pt x="855" y="606"/>
                  </a:lnTo>
                  <a:lnTo>
                    <a:pt x="854" y="602"/>
                  </a:lnTo>
                  <a:lnTo>
                    <a:pt x="851" y="600"/>
                  </a:lnTo>
                  <a:lnTo>
                    <a:pt x="847" y="600"/>
                  </a:lnTo>
                  <a:lnTo>
                    <a:pt x="843" y="600"/>
                  </a:lnTo>
                  <a:lnTo>
                    <a:pt x="840" y="598"/>
                  </a:lnTo>
                  <a:lnTo>
                    <a:pt x="838" y="595"/>
                  </a:lnTo>
                  <a:lnTo>
                    <a:pt x="837" y="593"/>
                  </a:lnTo>
                  <a:lnTo>
                    <a:pt x="836" y="591"/>
                  </a:lnTo>
                  <a:lnTo>
                    <a:pt x="833" y="589"/>
                  </a:lnTo>
                  <a:lnTo>
                    <a:pt x="829" y="587"/>
                  </a:lnTo>
                  <a:lnTo>
                    <a:pt x="827" y="585"/>
                  </a:lnTo>
                  <a:lnTo>
                    <a:pt x="827" y="582"/>
                  </a:lnTo>
                  <a:lnTo>
                    <a:pt x="826" y="580"/>
                  </a:lnTo>
                  <a:lnTo>
                    <a:pt x="826" y="577"/>
                  </a:lnTo>
                  <a:lnTo>
                    <a:pt x="826" y="574"/>
                  </a:lnTo>
                  <a:lnTo>
                    <a:pt x="829" y="572"/>
                  </a:lnTo>
                  <a:lnTo>
                    <a:pt x="834" y="570"/>
                  </a:lnTo>
                  <a:lnTo>
                    <a:pt x="840" y="569"/>
                  </a:lnTo>
                  <a:lnTo>
                    <a:pt x="843" y="568"/>
                  </a:lnTo>
                  <a:lnTo>
                    <a:pt x="844" y="566"/>
                  </a:lnTo>
                  <a:lnTo>
                    <a:pt x="843" y="562"/>
                  </a:lnTo>
                  <a:lnTo>
                    <a:pt x="843" y="558"/>
                  </a:lnTo>
                  <a:lnTo>
                    <a:pt x="845" y="556"/>
                  </a:lnTo>
                  <a:lnTo>
                    <a:pt x="849" y="555"/>
                  </a:lnTo>
                  <a:lnTo>
                    <a:pt x="853" y="554"/>
                  </a:lnTo>
                  <a:lnTo>
                    <a:pt x="857" y="553"/>
                  </a:lnTo>
                  <a:lnTo>
                    <a:pt x="860" y="552"/>
                  </a:lnTo>
                  <a:lnTo>
                    <a:pt x="863" y="551"/>
                  </a:lnTo>
                  <a:lnTo>
                    <a:pt x="867" y="552"/>
                  </a:lnTo>
                  <a:lnTo>
                    <a:pt x="871" y="553"/>
                  </a:lnTo>
                  <a:lnTo>
                    <a:pt x="874" y="553"/>
                  </a:lnTo>
                  <a:lnTo>
                    <a:pt x="877" y="553"/>
                  </a:lnTo>
                  <a:lnTo>
                    <a:pt x="880" y="553"/>
                  </a:lnTo>
                  <a:lnTo>
                    <a:pt x="882" y="554"/>
                  </a:lnTo>
                  <a:lnTo>
                    <a:pt x="884" y="557"/>
                  </a:lnTo>
                  <a:lnTo>
                    <a:pt x="885" y="559"/>
                  </a:lnTo>
                  <a:lnTo>
                    <a:pt x="888" y="559"/>
                  </a:lnTo>
                  <a:lnTo>
                    <a:pt x="893" y="557"/>
                  </a:lnTo>
                  <a:lnTo>
                    <a:pt x="898" y="557"/>
                  </a:lnTo>
                  <a:lnTo>
                    <a:pt x="902" y="558"/>
                  </a:lnTo>
                  <a:lnTo>
                    <a:pt x="902" y="561"/>
                  </a:lnTo>
                  <a:lnTo>
                    <a:pt x="901" y="565"/>
                  </a:lnTo>
                  <a:lnTo>
                    <a:pt x="900" y="568"/>
                  </a:lnTo>
                  <a:lnTo>
                    <a:pt x="900" y="570"/>
                  </a:lnTo>
                  <a:lnTo>
                    <a:pt x="900" y="573"/>
                  </a:lnTo>
                  <a:lnTo>
                    <a:pt x="900" y="575"/>
                  </a:lnTo>
                  <a:lnTo>
                    <a:pt x="899" y="577"/>
                  </a:lnTo>
                  <a:close/>
                </a:path>
              </a:pathLst>
            </a:custGeom>
            <a:solidFill>
              <a:srgbClr val="ECB78D">
                <a:alpha val="9600"/>
              </a:srgbClr>
            </a:solidFill>
            <a:ln>
              <a:noFill/>
            </a:ln>
          </p:spPr>
          <p:txBody>
            <a:bodyPr anchor="ctr"/>
            <a:lstStyle/>
            <a:p>
              <a:pPr algn="ctr">
                <a:buNone/>
              </a:pPr>
            </a:p>
          </p:txBody>
        </p:sp>
        <p:sp>
          <p:nvSpPr>
            <p:cNvPr id="648" name="addition:spatial:30"/>
            <p:cNvSpPr>
              <a:spLocks noGrp="1"/>
            </p:cNvSpPr>
            <p:nvPr/>
          </p:nvSpPr>
          <p:spPr>
            <a:xfrm>
              <a:off x="5648325" y="1666875"/>
              <a:ext cx="1156167" cy="1006526"/>
            </a:xfrm>
            <a:custGeom>
              <a:avLst/>
              <a:gdLst/>
              <a:ahLst/>
              <a:cxnLst/>
              <a:rect l="l" t="t" r="r" b="b"/>
              <a:pathLst>
                <a:path w="872" h="595">
                  <a:moveTo>
                    <a:pt x="0" y="0"/>
                  </a:moveTo>
                  <a:moveTo>
                    <a:pt x="869" y="569"/>
                  </a:moveTo>
                  <a:lnTo>
                    <a:pt x="871" y="572"/>
                  </a:lnTo>
                  <a:lnTo>
                    <a:pt x="872" y="574"/>
                  </a:lnTo>
                  <a:lnTo>
                    <a:pt x="870" y="576"/>
                  </a:lnTo>
                  <a:lnTo>
                    <a:pt x="869" y="578"/>
                  </a:lnTo>
                  <a:lnTo>
                    <a:pt x="867" y="580"/>
                  </a:lnTo>
                  <a:lnTo>
                    <a:pt x="865" y="582"/>
                  </a:lnTo>
                  <a:lnTo>
                    <a:pt x="861" y="582"/>
                  </a:lnTo>
                  <a:lnTo>
                    <a:pt x="858" y="583"/>
                  </a:lnTo>
                  <a:lnTo>
                    <a:pt x="855" y="583"/>
                  </a:lnTo>
                  <a:lnTo>
                    <a:pt x="854" y="586"/>
                  </a:lnTo>
                  <a:lnTo>
                    <a:pt x="854" y="589"/>
                  </a:lnTo>
                  <a:lnTo>
                    <a:pt x="853" y="592"/>
                  </a:lnTo>
                  <a:lnTo>
                    <a:pt x="850" y="594"/>
                  </a:lnTo>
                  <a:lnTo>
                    <a:pt x="846" y="594"/>
                  </a:lnTo>
                  <a:lnTo>
                    <a:pt x="843" y="593"/>
                  </a:lnTo>
                  <a:lnTo>
                    <a:pt x="839" y="593"/>
                  </a:lnTo>
                  <a:lnTo>
                    <a:pt x="836" y="594"/>
                  </a:lnTo>
                  <a:lnTo>
                    <a:pt x="833" y="595"/>
                  </a:lnTo>
                  <a:lnTo>
                    <a:pt x="830" y="594"/>
                  </a:lnTo>
                  <a:lnTo>
                    <a:pt x="828" y="592"/>
                  </a:lnTo>
                  <a:lnTo>
                    <a:pt x="825" y="591"/>
                  </a:lnTo>
                  <a:lnTo>
                    <a:pt x="823" y="590"/>
                  </a:lnTo>
                  <a:lnTo>
                    <a:pt x="821" y="589"/>
                  </a:lnTo>
                  <a:lnTo>
                    <a:pt x="819" y="588"/>
                  </a:lnTo>
                  <a:lnTo>
                    <a:pt x="817" y="586"/>
                  </a:lnTo>
                  <a:lnTo>
                    <a:pt x="816" y="585"/>
                  </a:lnTo>
                  <a:lnTo>
                    <a:pt x="814" y="584"/>
                  </a:lnTo>
                  <a:lnTo>
                    <a:pt x="810" y="584"/>
                  </a:lnTo>
                  <a:lnTo>
                    <a:pt x="806" y="584"/>
                  </a:lnTo>
                  <a:lnTo>
                    <a:pt x="804" y="582"/>
                  </a:lnTo>
                  <a:lnTo>
                    <a:pt x="805" y="579"/>
                  </a:lnTo>
                  <a:lnTo>
                    <a:pt x="808" y="576"/>
                  </a:lnTo>
                  <a:lnTo>
                    <a:pt x="810" y="573"/>
                  </a:lnTo>
                  <a:lnTo>
                    <a:pt x="811" y="571"/>
                  </a:lnTo>
                  <a:lnTo>
                    <a:pt x="811" y="569"/>
                  </a:lnTo>
                  <a:lnTo>
                    <a:pt x="810" y="567"/>
                  </a:lnTo>
                  <a:lnTo>
                    <a:pt x="811" y="566"/>
                  </a:lnTo>
                  <a:lnTo>
                    <a:pt x="812" y="564"/>
                  </a:lnTo>
                  <a:lnTo>
                    <a:pt x="812" y="561"/>
                  </a:lnTo>
                  <a:lnTo>
                    <a:pt x="811" y="559"/>
                  </a:lnTo>
                  <a:lnTo>
                    <a:pt x="811" y="557"/>
                  </a:lnTo>
                  <a:lnTo>
                    <a:pt x="813" y="555"/>
                  </a:lnTo>
                  <a:lnTo>
                    <a:pt x="816" y="554"/>
                  </a:lnTo>
                  <a:lnTo>
                    <a:pt x="818" y="552"/>
                  </a:lnTo>
                  <a:lnTo>
                    <a:pt x="819" y="550"/>
                  </a:lnTo>
                  <a:lnTo>
                    <a:pt x="819" y="548"/>
                  </a:lnTo>
                  <a:lnTo>
                    <a:pt x="821" y="546"/>
                  </a:lnTo>
                  <a:lnTo>
                    <a:pt x="824" y="546"/>
                  </a:lnTo>
                  <a:lnTo>
                    <a:pt x="827" y="548"/>
                  </a:lnTo>
                  <a:lnTo>
                    <a:pt x="830" y="550"/>
                  </a:lnTo>
                  <a:lnTo>
                    <a:pt x="832" y="550"/>
                  </a:lnTo>
                  <a:lnTo>
                    <a:pt x="834" y="549"/>
                  </a:lnTo>
                  <a:lnTo>
                    <a:pt x="836" y="547"/>
                  </a:lnTo>
                  <a:lnTo>
                    <a:pt x="839" y="546"/>
                  </a:lnTo>
                  <a:lnTo>
                    <a:pt x="841" y="545"/>
                  </a:lnTo>
                  <a:lnTo>
                    <a:pt x="844" y="545"/>
                  </a:lnTo>
                  <a:lnTo>
                    <a:pt x="847" y="545"/>
                  </a:lnTo>
                  <a:lnTo>
                    <a:pt x="850" y="546"/>
                  </a:lnTo>
                  <a:lnTo>
                    <a:pt x="852" y="548"/>
                  </a:lnTo>
                  <a:lnTo>
                    <a:pt x="853" y="551"/>
                  </a:lnTo>
                  <a:lnTo>
                    <a:pt x="854" y="554"/>
                  </a:lnTo>
                  <a:lnTo>
                    <a:pt x="855" y="556"/>
                  </a:lnTo>
                  <a:lnTo>
                    <a:pt x="858" y="556"/>
                  </a:lnTo>
                  <a:lnTo>
                    <a:pt x="861" y="557"/>
                  </a:lnTo>
                  <a:lnTo>
                    <a:pt x="864" y="559"/>
                  </a:lnTo>
                  <a:lnTo>
                    <a:pt x="864" y="561"/>
                  </a:lnTo>
                  <a:lnTo>
                    <a:pt x="864" y="564"/>
                  </a:lnTo>
                  <a:lnTo>
                    <a:pt x="864" y="566"/>
                  </a:lnTo>
                  <a:lnTo>
                    <a:pt x="866" y="567"/>
                  </a:lnTo>
                  <a:close/>
                </a:path>
              </a:pathLst>
            </a:custGeom>
            <a:solidFill>
              <a:srgbClr val="ECB78D">
                <a:alpha val="9600"/>
              </a:srgbClr>
            </a:solidFill>
            <a:ln>
              <a:noFill/>
            </a:ln>
          </p:spPr>
          <p:txBody>
            <a:bodyPr anchor="ctr"/>
            <a:lstStyle/>
            <a:p>
              <a:pPr algn="ctr">
                <a:buNone/>
              </a:pPr>
            </a:p>
          </p:txBody>
        </p:sp>
        <p:sp>
          <p:nvSpPr>
            <p:cNvPr id="649" name="addition:spatial:31"/>
            <p:cNvSpPr>
              <a:spLocks noGrp="1"/>
            </p:cNvSpPr>
            <p:nvPr/>
          </p:nvSpPr>
          <p:spPr>
            <a:xfrm>
              <a:off x="5648325" y="1666875"/>
              <a:ext cx="1242350" cy="1018367"/>
            </a:xfrm>
            <a:custGeom>
              <a:avLst/>
              <a:gdLst/>
              <a:ahLst/>
              <a:cxnLst/>
              <a:rect l="l" t="t" r="r" b="b"/>
              <a:pathLst>
                <a:path w="937" h="602">
                  <a:moveTo>
                    <a:pt x="0" y="0"/>
                  </a:moveTo>
                  <a:moveTo>
                    <a:pt x="929" y="565"/>
                  </a:moveTo>
                  <a:lnTo>
                    <a:pt x="935" y="568"/>
                  </a:lnTo>
                  <a:lnTo>
                    <a:pt x="937" y="571"/>
                  </a:lnTo>
                  <a:lnTo>
                    <a:pt x="936" y="574"/>
                  </a:lnTo>
                  <a:lnTo>
                    <a:pt x="933" y="576"/>
                  </a:lnTo>
                  <a:lnTo>
                    <a:pt x="930" y="579"/>
                  </a:lnTo>
                  <a:lnTo>
                    <a:pt x="930" y="581"/>
                  </a:lnTo>
                  <a:lnTo>
                    <a:pt x="930" y="584"/>
                  </a:lnTo>
                  <a:lnTo>
                    <a:pt x="928" y="587"/>
                  </a:lnTo>
                  <a:lnTo>
                    <a:pt x="924" y="588"/>
                  </a:lnTo>
                  <a:lnTo>
                    <a:pt x="920" y="589"/>
                  </a:lnTo>
                  <a:lnTo>
                    <a:pt x="916" y="589"/>
                  </a:lnTo>
                  <a:lnTo>
                    <a:pt x="913" y="591"/>
                  </a:lnTo>
                  <a:lnTo>
                    <a:pt x="910" y="592"/>
                  </a:lnTo>
                  <a:lnTo>
                    <a:pt x="906" y="592"/>
                  </a:lnTo>
                  <a:lnTo>
                    <a:pt x="902" y="592"/>
                  </a:lnTo>
                  <a:lnTo>
                    <a:pt x="899" y="593"/>
                  </a:lnTo>
                  <a:lnTo>
                    <a:pt x="895" y="596"/>
                  </a:lnTo>
                  <a:lnTo>
                    <a:pt x="890" y="600"/>
                  </a:lnTo>
                  <a:lnTo>
                    <a:pt x="885" y="602"/>
                  </a:lnTo>
                  <a:lnTo>
                    <a:pt x="880" y="600"/>
                  </a:lnTo>
                  <a:lnTo>
                    <a:pt x="876" y="596"/>
                  </a:lnTo>
                  <a:lnTo>
                    <a:pt x="873" y="592"/>
                  </a:lnTo>
                  <a:lnTo>
                    <a:pt x="870" y="590"/>
                  </a:lnTo>
                  <a:lnTo>
                    <a:pt x="866" y="589"/>
                  </a:lnTo>
                  <a:lnTo>
                    <a:pt x="862" y="588"/>
                  </a:lnTo>
                  <a:lnTo>
                    <a:pt x="858" y="586"/>
                  </a:lnTo>
                  <a:lnTo>
                    <a:pt x="855" y="584"/>
                  </a:lnTo>
                  <a:lnTo>
                    <a:pt x="852" y="582"/>
                  </a:lnTo>
                  <a:lnTo>
                    <a:pt x="848" y="581"/>
                  </a:lnTo>
                  <a:lnTo>
                    <a:pt x="844" y="579"/>
                  </a:lnTo>
                  <a:lnTo>
                    <a:pt x="842" y="577"/>
                  </a:lnTo>
                  <a:lnTo>
                    <a:pt x="842" y="574"/>
                  </a:lnTo>
                  <a:lnTo>
                    <a:pt x="842" y="571"/>
                  </a:lnTo>
                  <a:lnTo>
                    <a:pt x="841" y="568"/>
                  </a:lnTo>
                  <a:lnTo>
                    <a:pt x="839" y="565"/>
                  </a:lnTo>
                  <a:lnTo>
                    <a:pt x="837" y="562"/>
                  </a:lnTo>
                  <a:lnTo>
                    <a:pt x="839" y="559"/>
                  </a:lnTo>
                  <a:lnTo>
                    <a:pt x="845" y="557"/>
                  </a:lnTo>
                  <a:lnTo>
                    <a:pt x="852" y="556"/>
                  </a:lnTo>
                  <a:lnTo>
                    <a:pt x="857" y="555"/>
                  </a:lnTo>
                  <a:lnTo>
                    <a:pt x="858" y="552"/>
                  </a:lnTo>
                  <a:lnTo>
                    <a:pt x="858" y="549"/>
                  </a:lnTo>
                  <a:lnTo>
                    <a:pt x="858" y="545"/>
                  </a:lnTo>
                  <a:lnTo>
                    <a:pt x="860" y="543"/>
                  </a:lnTo>
                  <a:lnTo>
                    <a:pt x="863" y="540"/>
                  </a:lnTo>
                  <a:lnTo>
                    <a:pt x="866" y="538"/>
                  </a:lnTo>
                  <a:lnTo>
                    <a:pt x="869" y="535"/>
                  </a:lnTo>
                  <a:lnTo>
                    <a:pt x="874" y="534"/>
                  </a:lnTo>
                  <a:lnTo>
                    <a:pt x="879" y="535"/>
                  </a:lnTo>
                  <a:lnTo>
                    <a:pt x="884" y="537"/>
                  </a:lnTo>
                  <a:lnTo>
                    <a:pt x="888" y="538"/>
                  </a:lnTo>
                  <a:lnTo>
                    <a:pt x="891" y="537"/>
                  </a:lnTo>
                  <a:lnTo>
                    <a:pt x="894" y="536"/>
                  </a:lnTo>
                  <a:lnTo>
                    <a:pt x="898" y="534"/>
                  </a:lnTo>
                  <a:lnTo>
                    <a:pt x="901" y="536"/>
                  </a:lnTo>
                  <a:lnTo>
                    <a:pt x="904" y="538"/>
                  </a:lnTo>
                  <a:lnTo>
                    <a:pt x="906" y="541"/>
                  </a:lnTo>
                  <a:lnTo>
                    <a:pt x="909" y="541"/>
                  </a:lnTo>
                  <a:lnTo>
                    <a:pt x="914" y="540"/>
                  </a:lnTo>
                  <a:lnTo>
                    <a:pt x="919" y="539"/>
                  </a:lnTo>
                  <a:lnTo>
                    <a:pt x="923" y="541"/>
                  </a:lnTo>
                  <a:lnTo>
                    <a:pt x="925" y="543"/>
                  </a:lnTo>
                  <a:lnTo>
                    <a:pt x="926" y="546"/>
                  </a:lnTo>
                  <a:lnTo>
                    <a:pt x="927" y="549"/>
                  </a:lnTo>
                  <a:lnTo>
                    <a:pt x="928" y="552"/>
                  </a:lnTo>
                  <a:lnTo>
                    <a:pt x="927" y="555"/>
                  </a:lnTo>
                  <a:lnTo>
                    <a:pt x="925" y="558"/>
                  </a:lnTo>
                  <a:lnTo>
                    <a:pt x="923" y="561"/>
                  </a:lnTo>
                  <a:lnTo>
                    <a:pt x="924" y="563"/>
                  </a:lnTo>
                  <a:close/>
                </a:path>
              </a:pathLst>
            </a:custGeom>
            <a:solidFill>
              <a:srgbClr val="ECB78D">
                <a:alpha val="9600"/>
              </a:srgbClr>
            </a:solidFill>
            <a:ln>
              <a:noFill/>
            </a:ln>
          </p:spPr>
          <p:txBody>
            <a:bodyPr anchor="ctr"/>
            <a:lstStyle/>
            <a:p>
              <a:pPr algn="ctr">
                <a:buNone/>
              </a:pPr>
            </a:p>
          </p:txBody>
        </p:sp>
        <p:sp>
          <p:nvSpPr>
            <p:cNvPr id="650" name="addition:spatial:32"/>
            <p:cNvSpPr>
              <a:spLocks noGrp="1"/>
            </p:cNvSpPr>
            <p:nvPr/>
          </p:nvSpPr>
          <p:spPr>
            <a:xfrm>
              <a:off x="5648325" y="1666875"/>
              <a:ext cx="1272845" cy="1031900"/>
            </a:xfrm>
            <a:custGeom>
              <a:avLst/>
              <a:gdLst/>
              <a:ahLst/>
              <a:cxnLst/>
              <a:rect l="l" t="t" r="r" b="b"/>
              <a:pathLst>
                <a:path w="960" h="610">
                  <a:moveTo>
                    <a:pt x="0" y="0"/>
                  </a:moveTo>
                  <a:moveTo>
                    <a:pt x="953" y="560"/>
                  </a:moveTo>
                  <a:lnTo>
                    <a:pt x="954" y="564"/>
                  </a:lnTo>
                  <a:lnTo>
                    <a:pt x="953" y="568"/>
                  </a:lnTo>
                  <a:lnTo>
                    <a:pt x="950" y="572"/>
                  </a:lnTo>
                  <a:lnTo>
                    <a:pt x="945" y="575"/>
                  </a:lnTo>
                  <a:lnTo>
                    <a:pt x="941" y="578"/>
                  </a:lnTo>
                  <a:lnTo>
                    <a:pt x="938" y="581"/>
                  </a:lnTo>
                  <a:lnTo>
                    <a:pt x="935" y="585"/>
                  </a:lnTo>
                  <a:lnTo>
                    <a:pt x="931" y="588"/>
                  </a:lnTo>
                  <a:lnTo>
                    <a:pt x="925" y="590"/>
                  </a:lnTo>
                  <a:lnTo>
                    <a:pt x="920" y="592"/>
                  </a:lnTo>
                  <a:lnTo>
                    <a:pt x="917" y="596"/>
                  </a:lnTo>
                  <a:lnTo>
                    <a:pt x="915" y="602"/>
                  </a:lnTo>
                  <a:lnTo>
                    <a:pt x="912" y="608"/>
                  </a:lnTo>
                  <a:lnTo>
                    <a:pt x="906" y="610"/>
                  </a:lnTo>
                  <a:lnTo>
                    <a:pt x="898" y="608"/>
                  </a:lnTo>
                  <a:lnTo>
                    <a:pt x="891" y="603"/>
                  </a:lnTo>
                  <a:lnTo>
                    <a:pt x="886" y="600"/>
                  </a:lnTo>
                  <a:lnTo>
                    <a:pt x="881" y="599"/>
                  </a:lnTo>
                  <a:lnTo>
                    <a:pt x="877" y="599"/>
                  </a:lnTo>
                  <a:lnTo>
                    <a:pt x="872" y="600"/>
                  </a:lnTo>
                  <a:lnTo>
                    <a:pt x="868" y="599"/>
                  </a:lnTo>
                  <a:lnTo>
                    <a:pt x="863" y="599"/>
                  </a:lnTo>
                  <a:lnTo>
                    <a:pt x="858" y="599"/>
                  </a:lnTo>
                  <a:lnTo>
                    <a:pt x="852" y="599"/>
                  </a:lnTo>
                  <a:lnTo>
                    <a:pt x="847" y="598"/>
                  </a:lnTo>
                  <a:lnTo>
                    <a:pt x="845" y="594"/>
                  </a:lnTo>
                  <a:lnTo>
                    <a:pt x="844" y="589"/>
                  </a:lnTo>
                  <a:lnTo>
                    <a:pt x="843" y="585"/>
                  </a:lnTo>
                  <a:lnTo>
                    <a:pt x="839" y="583"/>
                  </a:lnTo>
                  <a:lnTo>
                    <a:pt x="833" y="580"/>
                  </a:lnTo>
                  <a:lnTo>
                    <a:pt x="830" y="577"/>
                  </a:lnTo>
                  <a:lnTo>
                    <a:pt x="832" y="572"/>
                  </a:lnTo>
                  <a:lnTo>
                    <a:pt x="837" y="567"/>
                  </a:lnTo>
                  <a:lnTo>
                    <a:pt x="842" y="563"/>
                  </a:lnTo>
                  <a:lnTo>
                    <a:pt x="842" y="560"/>
                  </a:lnTo>
                  <a:lnTo>
                    <a:pt x="838" y="556"/>
                  </a:lnTo>
                  <a:lnTo>
                    <a:pt x="833" y="552"/>
                  </a:lnTo>
                  <a:lnTo>
                    <a:pt x="830" y="548"/>
                  </a:lnTo>
                  <a:lnTo>
                    <a:pt x="829" y="543"/>
                  </a:lnTo>
                  <a:lnTo>
                    <a:pt x="830" y="539"/>
                  </a:lnTo>
                  <a:lnTo>
                    <a:pt x="830" y="535"/>
                  </a:lnTo>
                  <a:lnTo>
                    <a:pt x="832" y="531"/>
                  </a:lnTo>
                  <a:lnTo>
                    <a:pt x="837" y="529"/>
                  </a:lnTo>
                  <a:lnTo>
                    <a:pt x="845" y="529"/>
                  </a:lnTo>
                  <a:lnTo>
                    <a:pt x="851" y="529"/>
                  </a:lnTo>
                  <a:lnTo>
                    <a:pt x="856" y="528"/>
                  </a:lnTo>
                  <a:lnTo>
                    <a:pt x="858" y="524"/>
                  </a:lnTo>
                  <a:lnTo>
                    <a:pt x="860" y="520"/>
                  </a:lnTo>
                  <a:lnTo>
                    <a:pt x="864" y="517"/>
                  </a:lnTo>
                  <a:lnTo>
                    <a:pt x="870" y="517"/>
                  </a:lnTo>
                  <a:lnTo>
                    <a:pt x="875" y="519"/>
                  </a:lnTo>
                  <a:lnTo>
                    <a:pt x="881" y="519"/>
                  </a:lnTo>
                  <a:lnTo>
                    <a:pt x="886" y="517"/>
                  </a:lnTo>
                  <a:lnTo>
                    <a:pt x="893" y="514"/>
                  </a:lnTo>
                  <a:lnTo>
                    <a:pt x="900" y="512"/>
                  </a:lnTo>
                  <a:lnTo>
                    <a:pt x="906" y="514"/>
                  </a:lnTo>
                  <a:lnTo>
                    <a:pt x="912" y="517"/>
                  </a:lnTo>
                  <a:lnTo>
                    <a:pt x="917" y="519"/>
                  </a:lnTo>
                  <a:lnTo>
                    <a:pt x="922" y="522"/>
                  </a:lnTo>
                  <a:lnTo>
                    <a:pt x="926" y="526"/>
                  </a:lnTo>
                  <a:lnTo>
                    <a:pt x="928" y="531"/>
                  </a:lnTo>
                  <a:lnTo>
                    <a:pt x="929" y="536"/>
                  </a:lnTo>
                  <a:lnTo>
                    <a:pt x="931" y="539"/>
                  </a:lnTo>
                  <a:lnTo>
                    <a:pt x="938" y="540"/>
                  </a:lnTo>
                  <a:lnTo>
                    <a:pt x="948" y="541"/>
                  </a:lnTo>
                  <a:lnTo>
                    <a:pt x="957" y="543"/>
                  </a:lnTo>
                  <a:lnTo>
                    <a:pt x="960" y="547"/>
                  </a:lnTo>
                  <a:lnTo>
                    <a:pt x="958" y="551"/>
                  </a:lnTo>
                  <a:lnTo>
                    <a:pt x="955" y="556"/>
                  </a:lnTo>
                  <a:close/>
                </a:path>
              </a:pathLst>
            </a:custGeom>
            <a:solidFill>
              <a:srgbClr val="E18B48">
                <a:alpha val="11100"/>
              </a:srgbClr>
            </a:solidFill>
            <a:ln>
              <a:noFill/>
            </a:ln>
          </p:spPr>
          <p:txBody>
            <a:bodyPr anchor="ctr"/>
            <a:lstStyle/>
            <a:p>
              <a:pPr algn="ctr">
                <a:buNone/>
              </a:pPr>
            </a:p>
          </p:txBody>
        </p:sp>
        <p:sp>
          <p:nvSpPr>
            <p:cNvPr id="651" name="addition:spatial:33"/>
            <p:cNvSpPr>
              <a:spLocks noGrp="1"/>
            </p:cNvSpPr>
            <p:nvPr/>
          </p:nvSpPr>
          <p:spPr>
            <a:xfrm>
              <a:off x="5648325" y="1666875"/>
              <a:ext cx="1186663" cy="969310"/>
            </a:xfrm>
            <a:custGeom>
              <a:avLst/>
              <a:gdLst/>
              <a:ahLst/>
              <a:cxnLst/>
              <a:rect l="l" t="t" r="r" b="b"/>
              <a:pathLst>
                <a:path w="895" h="573">
                  <a:moveTo>
                    <a:pt x="0" y="0"/>
                  </a:moveTo>
                  <a:moveTo>
                    <a:pt x="893" y="548"/>
                  </a:moveTo>
                  <a:lnTo>
                    <a:pt x="895" y="550"/>
                  </a:lnTo>
                  <a:lnTo>
                    <a:pt x="895" y="552"/>
                  </a:lnTo>
                  <a:lnTo>
                    <a:pt x="894" y="554"/>
                  </a:lnTo>
                  <a:lnTo>
                    <a:pt x="893" y="556"/>
                  </a:lnTo>
                  <a:lnTo>
                    <a:pt x="891" y="558"/>
                  </a:lnTo>
                  <a:lnTo>
                    <a:pt x="889" y="559"/>
                  </a:lnTo>
                  <a:lnTo>
                    <a:pt x="887" y="560"/>
                  </a:lnTo>
                  <a:lnTo>
                    <a:pt x="884" y="561"/>
                  </a:lnTo>
                  <a:lnTo>
                    <a:pt x="882" y="562"/>
                  </a:lnTo>
                  <a:lnTo>
                    <a:pt x="881" y="564"/>
                  </a:lnTo>
                  <a:lnTo>
                    <a:pt x="880" y="567"/>
                  </a:lnTo>
                  <a:lnTo>
                    <a:pt x="878" y="568"/>
                  </a:lnTo>
                  <a:lnTo>
                    <a:pt x="875" y="569"/>
                  </a:lnTo>
                  <a:lnTo>
                    <a:pt x="872" y="568"/>
                  </a:lnTo>
                  <a:lnTo>
                    <a:pt x="869" y="568"/>
                  </a:lnTo>
                  <a:lnTo>
                    <a:pt x="867" y="570"/>
                  </a:lnTo>
                  <a:lnTo>
                    <a:pt x="864" y="572"/>
                  </a:lnTo>
                  <a:lnTo>
                    <a:pt x="861" y="573"/>
                  </a:lnTo>
                  <a:lnTo>
                    <a:pt x="857" y="573"/>
                  </a:lnTo>
                  <a:lnTo>
                    <a:pt x="855" y="571"/>
                  </a:lnTo>
                  <a:lnTo>
                    <a:pt x="853" y="569"/>
                  </a:lnTo>
                  <a:lnTo>
                    <a:pt x="850" y="567"/>
                  </a:lnTo>
                  <a:lnTo>
                    <a:pt x="848" y="566"/>
                  </a:lnTo>
                  <a:lnTo>
                    <a:pt x="847" y="564"/>
                  </a:lnTo>
                  <a:lnTo>
                    <a:pt x="845" y="563"/>
                  </a:lnTo>
                  <a:lnTo>
                    <a:pt x="843" y="562"/>
                  </a:lnTo>
                  <a:lnTo>
                    <a:pt x="840" y="562"/>
                  </a:lnTo>
                  <a:lnTo>
                    <a:pt x="836" y="562"/>
                  </a:lnTo>
                  <a:lnTo>
                    <a:pt x="833" y="561"/>
                  </a:lnTo>
                  <a:lnTo>
                    <a:pt x="832" y="559"/>
                  </a:lnTo>
                  <a:lnTo>
                    <a:pt x="833" y="556"/>
                  </a:lnTo>
                  <a:lnTo>
                    <a:pt x="835" y="554"/>
                  </a:lnTo>
                  <a:lnTo>
                    <a:pt x="836" y="552"/>
                  </a:lnTo>
                  <a:lnTo>
                    <a:pt x="835" y="550"/>
                  </a:lnTo>
                  <a:lnTo>
                    <a:pt x="835" y="548"/>
                  </a:lnTo>
                  <a:lnTo>
                    <a:pt x="835" y="546"/>
                  </a:lnTo>
                  <a:lnTo>
                    <a:pt x="837" y="544"/>
                  </a:lnTo>
                  <a:lnTo>
                    <a:pt x="839" y="542"/>
                  </a:lnTo>
                  <a:lnTo>
                    <a:pt x="841" y="541"/>
                  </a:lnTo>
                  <a:lnTo>
                    <a:pt x="841" y="539"/>
                  </a:lnTo>
                  <a:lnTo>
                    <a:pt x="841" y="537"/>
                  </a:lnTo>
                  <a:lnTo>
                    <a:pt x="843" y="535"/>
                  </a:lnTo>
                  <a:lnTo>
                    <a:pt x="844" y="533"/>
                  </a:lnTo>
                  <a:lnTo>
                    <a:pt x="845" y="531"/>
                  </a:lnTo>
                  <a:lnTo>
                    <a:pt x="845" y="529"/>
                  </a:lnTo>
                  <a:lnTo>
                    <a:pt x="846" y="526"/>
                  </a:lnTo>
                  <a:lnTo>
                    <a:pt x="849" y="525"/>
                  </a:lnTo>
                  <a:lnTo>
                    <a:pt x="852" y="526"/>
                  </a:lnTo>
                  <a:lnTo>
                    <a:pt x="856" y="528"/>
                  </a:lnTo>
                  <a:lnTo>
                    <a:pt x="858" y="530"/>
                  </a:lnTo>
                  <a:lnTo>
                    <a:pt x="860" y="529"/>
                  </a:lnTo>
                  <a:lnTo>
                    <a:pt x="861" y="528"/>
                  </a:lnTo>
                  <a:lnTo>
                    <a:pt x="863" y="526"/>
                  </a:lnTo>
                  <a:lnTo>
                    <a:pt x="866" y="526"/>
                  </a:lnTo>
                  <a:lnTo>
                    <a:pt x="868" y="526"/>
                  </a:lnTo>
                  <a:lnTo>
                    <a:pt x="870" y="526"/>
                  </a:lnTo>
                  <a:lnTo>
                    <a:pt x="872" y="526"/>
                  </a:lnTo>
                  <a:lnTo>
                    <a:pt x="875" y="527"/>
                  </a:lnTo>
                  <a:lnTo>
                    <a:pt x="877" y="528"/>
                  </a:lnTo>
                  <a:lnTo>
                    <a:pt x="879" y="530"/>
                  </a:lnTo>
                  <a:lnTo>
                    <a:pt x="880" y="532"/>
                  </a:lnTo>
                  <a:lnTo>
                    <a:pt x="882" y="533"/>
                  </a:lnTo>
                  <a:lnTo>
                    <a:pt x="884" y="534"/>
                  </a:lnTo>
                  <a:lnTo>
                    <a:pt x="886" y="536"/>
                  </a:lnTo>
                  <a:lnTo>
                    <a:pt x="887" y="538"/>
                  </a:lnTo>
                  <a:lnTo>
                    <a:pt x="885" y="541"/>
                  </a:lnTo>
                  <a:lnTo>
                    <a:pt x="884" y="543"/>
                  </a:lnTo>
                  <a:lnTo>
                    <a:pt x="885" y="544"/>
                  </a:lnTo>
                  <a:lnTo>
                    <a:pt x="889" y="546"/>
                  </a:lnTo>
                  <a:close/>
                </a:path>
              </a:pathLst>
            </a:custGeom>
            <a:solidFill>
              <a:srgbClr val="DE8036">
                <a:alpha val="10800"/>
              </a:srgbClr>
            </a:solidFill>
            <a:ln>
              <a:noFill/>
            </a:ln>
          </p:spPr>
          <p:txBody>
            <a:bodyPr anchor="ctr"/>
            <a:lstStyle/>
            <a:p>
              <a:pPr algn="ctr">
                <a:buNone/>
              </a:pPr>
            </a:p>
          </p:txBody>
        </p:sp>
        <p:sp>
          <p:nvSpPr>
            <p:cNvPr id="652" name="addition:spatial:34"/>
            <p:cNvSpPr>
              <a:spLocks noGrp="1"/>
            </p:cNvSpPr>
            <p:nvPr/>
          </p:nvSpPr>
          <p:spPr>
            <a:xfrm>
              <a:off x="5648325" y="1666875"/>
              <a:ext cx="1231743" cy="947318"/>
            </a:xfrm>
            <a:custGeom>
              <a:avLst/>
              <a:gdLst/>
              <a:ahLst/>
              <a:cxnLst/>
              <a:rect l="l" t="t" r="r" b="b"/>
              <a:pathLst>
                <a:path w="929" h="560">
                  <a:moveTo>
                    <a:pt x="0" y="0"/>
                  </a:moveTo>
                  <a:moveTo>
                    <a:pt x="928" y="541"/>
                  </a:moveTo>
                  <a:lnTo>
                    <a:pt x="929" y="543"/>
                  </a:lnTo>
                  <a:lnTo>
                    <a:pt x="929" y="544"/>
                  </a:lnTo>
                  <a:lnTo>
                    <a:pt x="927" y="546"/>
                  </a:lnTo>
                  <a:lnTo>
                    <a:pt x="926" y="547"/>
                  </a:lnTo>
                  <a:lnTo>
                    <a:pt x="924" y="548"/>
                  </a:lnTo>
                  <a:lnTo>
                    <a:pt x="923" y="550"/>
                  </a:lnTo>
                  <a:lnTo>
                    <a:pt x="923" y="551"/>
                  </a:lnTo>
                  <a:lnTo>
                    <a:pt x="922" y="552"/>
                  </a:lnTo>
                  <a:lnTo>
                    <a:pt x="919" y="553"/>
                  </a:lnTo>
                  <a:lnTo>
                    <a:pt x="916" y="553"/>
                  </a:lnTo>
                  <a:lnTo>
                    <a:pt x="914" y="553"/>
                  </a:lnTo>
                  <a:lnTo>
                    <a:pt x="913" y="555"/>
                  </a:lnTo>
                  <a:lnTo>
                    <a:pt x="912" y="557"/>
                  </a:lnTo>
                  <a:lnTo>
                    <a:pt x="910" y="559"/>
                  </a:lnTo>
                  <a:lnTo>
                    <a:pt x="908" y="560"/>
                  </a:lnTo>
                  <a:lnTo>
                    <a:pt x="905" y="560"/>
                  </a:lnTo>
                  <a:lnTo>
                    <a:pt x="903" y="559"/>
                  </a:lnTo>
                  <a:lnTo>
                    <a:pt x="900" y="558"/>
                  </a:lnTo>
                  <a:lnTo>
                    <a:pt x="898" y="558"/>
                  </a:lnTo>
                  <a:lnTo>
                    <a:pt x="896" y="557"/>
                  </a:lnTo>
                  <a:lnTo>
                    <a:pt x="895" y="555"/>
                  </a:lnTo>
                  <a:lnTo>
                    <a:pt x="894" y="554"/>
                  </a:lnTo>
                  <a:lnTo>
                    <a:pt x="892" y="554"/>
                  </a:lnTo>
                  <a:lnTo>
                    <a:pt x="889" y="555"/>
                  </a:lnTo>
                  <a:lnTo>
                    <a:pt x="887" y="555"/>
                  </a:lnTo>
                  <a:lnTo>
                    <a:pt x="885" y="554"/>
                  </a:lnTo>
                  <a:lnTo>
                    <a:pt x="884" y="553"/>
                  </a:lnTo>
                  <a:lnTo>
                    <a:pt x="884" y="551"/>
                  </a:lnTo>
                  <a:lnTo>
                    <a:pt x="884" y="550"/>
                  </a:lnTo>
                  <a:lnTo>
                    <a:pt x="882" y="549"/>
                  </a:lnTo>
                  <a:lnTo>
                    <a:pt x="880" y="548"/>
                  </a:lnTo>
                  <a:lnTo>
                    <a:pt x="879" y="546"/>
                  </a:lnTo>
                  <a:lnTo>
                    <a:pt x="880" y="544"/>
                  </a:lnTo>
                  <a:lnTo>
                    <a:pt x="882" y="543"/>
                  </a:lnTo>
                  <a:lnTo>
                    <a:pt x="884" y="541"/>
                  </a:lnTo>
                  <a:lnTo>
                    <a:pt x="884" y="540"/>
                  </a:lnTo>
                  <a:lnTo>
                    <a:pt x="885" y="538"/>
                  </a:lnTo>
                  <a:lnTo>
                    <a:pt x="885" y="537"/>
                  </a:lnTo>
                  <a:lnTo>
                    <a:pt x="886" y="536"/>
                  </a:lnTo>
                  <a:lnTo>
                    <a:pt x="886" y="534"/>
                  </a:lnTo>
                  <a:lnTo>
                    <a:pt x="885" y="532"/>
                  </a:lnTo>
                  <a:lnTo>
                    <a:pt x="884" y="530"/>
                  </a:lnTo>
                  <a:lnTo>
                    <a:pt x="884" y="528"/>
                  </a:lnTo>
                  <a:lnTo>
                    <a:pt x="886" y="527"/>
                  </a:lnTo>
                  <a:lnTo>
                    <a:pt x="889" y="527"/>
                  </a:lnTo>
                  <a:lnTo>
                    <a:pt x="892" y="528"/>
                  </a:lnTo>
                  <a:lnTo>
                    <a:pt x="893" y="527"/>
                  </a:lnTo>
                  <a:lnTo>
                    <a:pt x="894" y="526"/>
                  </a:lnTo>
                  <a:lnTo>
                    <a:pt x="896" y="525"/>
                  </a:lnTo>
                  <a:lnTo>
                    <a:pt x="897" y="525"/>
                  </a:lnTo>
                  <a:lnTo>
                    <a:pt x="899" y="525"/>
                  </a:lnTo>
                  <a:lnTo>
                    <a:pt x="901" y="525"/>
                  </a:lnTo>
                  <a:lnTo>
                    <a:pt x="902" y="525"/>
                  </a:lnTo>
                  <a:lnTo>
                    <a:pt x="904" y="524"/>
                  </a:lnTo>
                  <a:lnTo>
                    <a:pt x="906" y="524"/>
                  </a:lnTo>
                  <a:lnTo>
                    <a:pt x="908" y="525"/>
                  </a:lnTo>
                  <a:lnTo>
                    <a:pt x="910" y="525"/>
                  </a:lnTo>
                  <a:lnTo>
                    <a:pt x="913" y="525"/>
                  </a:lnTo>
                  <a:lnTo>
                    <a:pt x="915" y="525"/>
                  </a:lnTo>
                  <a:lnTo>
                    <a:pt x="918" y="526"/>
                  </a:lnTo>
                  <a:lnTo>
                    <a:pt x="919" y="528"/>
                  </a:lnTo>
                  <a:lnTo>
                    <a:pt x="918" y="530"/>
                  </a:lnTo>
                  <a:lnTo>
                    <a:pt x="918" y="533"/>
                  </a:lnTo>
                  <a:lnTo>
                    <a:pt x="918" y="534"/>
                  </a:lnTo>
                  <a:lnTo>
                    <a:pt x="920" y="535"/>
                  </a:lnTo>
                  <a:lnTo>
                    <a:pt x="923" y="535"/>
                  </a:lnTo>
                  <a:lnTo>
                    <a:pt x="926" y="536"/>
                  </a:lnTo>
                  <a:lnTo>
                    <a:pt x="927" y="538"/>
                  </a:lnTo>
                  <a:lnTo>
                    <a:pt x="928" y="539"/>
                  </a:lnTo>
                  <a:close/>
                </a:path>
              </a:pathLst>
            </a:custGeom>
            <a:solidFill>
              <a:srgbClr val="DE8036">
                <a:alpha val="10800"/>
              </a:srgbClr>
            </a:solidFill>
            <a:ln>
              <a:noFill/>
            </a:ln>
          </p:spPr>
          <p:txBody>
            <a:bodyPr anchor="ctr"/>
            <a:lstStyle/>
            <a:p>
              <a:pPr algn="ctr">
                <a:buNone/>
              </a:pPr>
            </a:p>
          </p:txBody>
        </p:sp>
        <p:sp>
          <p:nvSpPr>
            <p:cNvPr id="653" name="addition:spatial:35"/>
            <p:cNvSpPr>
              <a:spLocks noGrp="1"/>
            </p:cNvSpPr>
            <p:nvPr/>
          </p:nvSpPr>
          <p:spPr>
            <a:xfrm>
              <a:off x="5648325" y="1666875"/>
              <a:ext cx="1267541" cy="1009909"/>
            </a:xfrm>
            <a:custGeom>
              <a:avLst/>
              <a:gdLst/>
              <a:ahLst/>
              <a:cxnLst/>
              <a:rect l="l" t="t" r="r" b="b"/>
              <a:pathLst>
                <a:path w="956" h="597">
                  <a:moveTo>
                    <a:pt x="0" y="0"/>
                  </a:moveTo>
                  <a:moveTo>
                    <a:pt x="953" y="571"/>
                  </a:moveTo>
                  <a:lnTo>
                    <a:pt x="952" y="573"/>
                  </a:lnTo>
                  <a:lnTo>
                    <a:pt x="953" y="575"/>
                  </a:lnTo>
                  <a:lnTo>
                    <a:pt x="954" y="577"/>
                  </a:lnTo>
                  <a:lnTo>
                    <a:pt x="953" y="579"/>
                  </a:lnTo>
                  <a:lnTo>
                    <a:pt x="951" y="581"/>
                  </a:lnTo>
                  <a:lnTo>
                    <a:pt x="947" y="582"/>
                  </a:lnTo>
                  <a:lnTo>
                    <a:pt x="945" y="583"/>
                  </a:lnTo>
                  <a:lnTo>
                    <a:pt x="943" y="584"/>
                  </a:lnTo>
                  <a:lnTo>
                    <a:pt x="941" y="586"/>
                  </a:lnTo>
                  <a:lnTo>
                    <a:pt x="938" y="587"/>
                  </a:lnTo>
                  <a:lnTo>
                    <a:pt x="936" y="588"/>
                  </a:lnTo>
                  <a:lnTo>
                    <a:pt x="934" y="590"/>
                  </a:lnTo>
                  <a:lnTo>
                    <a:pt x="932" y="592"/>
                  </a:lnTo>
                  <a:lnTo>
                    <a:pt x="930" y="595"/>
                  </a:lnTo>
                  <a:lnTo>
                    <a:pt x="927" y="597"/>
                  </a:lnTo>
                  <a:lnTo>
                    <a:pt x="924" y="596"/>
                  </a:lnTo>
                  <a:lnTo>
                    <a:pt x="920" y="594"/>
                  </a:lnTo>
                  <a:lnTo>
                    <a:pt x="917" y="591"/>
                  </a:lnTo>
                  <a:lnTo>
                    <a:pt x="915" y="590"/>
                  </a:lnTo>
                  <a:lnTo>
                    <a:pt x="912" y="591"/>
                  </a:lnTo>
                  <a:lnTo>
                    <a:pt x="910" y="591"/>
                  </a:lnTo>
                  <a:lnTo>
                    <a:pt x="907" y="591"/>
                  </a:lnTo>
                  <a:lnTo>
                    <a:pt x="905" y="590"/>
                  </a:lnTo>
                  <a:lnTo>
                    <a:pt x="903" y="589"/>
                  </a:lnTo>
                  <a:lnTo>
                    <a:pt x="901" y="588"/>
                  </a:lnTo>
                  <a:lnTo>
                    <a:pt x="898" y="588"/>
                  </a:lnTo>
                  <a:lnTo>
                    <a:pt x="896" y="586"/>
                  </a:lnTo>
                  <a:lnTo>
                    <a:pt x="895" y="584"/>
                  </a:lnTo>
                  <a:lnTo>
                    <a:pt x="895" y="582"/>
                  </a:lnTo>
                  <a:lnTo>
                    <a:pt x="894" y="581"/>
                  </a:lnTo>
                  <a:lnTo>
                    <a:pt x="892" y="579"/>
                  </a:lnTo>
                  <a:lnTo>
                    <a:pt x="890" y="577"/>
                  </a:lnTo>
                  <a:lnTo>
                    <a:pt x="891" y="575"/>
                  </a:lnTo>
                  <a:lnTo>
                    <a:pt x="894" y="573"/>
                  </a:lnTo>
                  <a:lnTo>
                    <a:pt x="897" y="571"/>
                  </a:lnTo>
                  <a:lnTo>
                    <a:pt x="899" y="569"/>
                  </a:lnTo>
                  <a:lnTo>
                    <a:pt x="898" y="567"/>
                  </a:lnTo>
                  <a:lnTo>
                    <a:pt x="896" y="565"/>
                  </a:lnTo>
                  <a:lnTo>
                    <a:pt x="894" y="563"/>
                  </a:lnTo>
                  <a:lnTo>
                    <a:pt x="894" y="560"/>
                  </a:lnTo>
                  <a:lnTo>
                    <a:pt x="895" y="558"/>
                  </a:lnTo>
                  <a:lnTo>
                    <a:pt x="896" y="557"/>
                  </a:lnTo>
                  <a:lnTo>
                    <a:pt x="897" y="555"/>
                  </a:lnTo>
                  <a:lnTo>
                    <a:pt x="899" y="553"/>
                  </a:lnTo>
                  <a:lnTo>
                    <a:pt x="902" y="553"/>
                  </a:lnTo>
                  <a:lnTo>
                    <a:pt x="905" y="553"/>
                  </a:lnTo>
                  <a:lnTo>
                    <a:pt x="908" y="553"/>
                  </a:lnTo>
                  <a:lnTo>
                    <a:pt x="909" y="552"/>
                  </a:lnTo>
                  <a:lnTo>
                    <a:pt x="910" y="550"/>
                  </a:lnTo>
                  <a:lnTo>
                    <a:pt x="912" y="549"/>
                  </a:lnTo>
                  <a:lnTo>
                    <a:pt x="915" y="549"/>
                  </a:lnTo>
                  <a:lnTo>
                    <a:pt x="917" y="550"/>
                  </a:lnTo>
                  <a:lnTo>
                    <a:pt x="920" y="551"/>
                  </a:lnTo>
                  <a:lnTo>
                    <a:pt x="922" y="550"/>
                  </a:lnTo>
                  <a:lnTo>
                    <a:pt x="925" y="549"/>
                  </a:lnTo>
                  <a:lnTo>
                    <a:pt x="929" y="547"/>
                  </a:lnTo>
                  <a:lnTo>
                    <a:pt x="932" y="547"/>
                  </a:lnTo>
                  <a:lnTo>
                    <a:pt x="935" y="549"/>
                  </a:lnTo>
                  <a:lnTo>
                    <a:pt x="937" y="551"/>
                  </a:lnTo>
                  <a:lnTo>
                    <a:pt x="938" y="553"/>
                  </a:lnTo>
                  <a:lnTo>
                    <a:pt x="940" y="555"/>
                  </a:lnTo>
                  <a:lnTo>
                    <a:pt x="941" y="557"/>
                  </a:lnTo>
                  <a:lnTo>
                    <a:pt x="942" y="559"/>
                  </a:lnTo>
                  <a:lnTo>
                    <a:pt x="942" y="561"/>
                  </a:lnTo>
                  <a:lnTo>
                    <a:pt x="945" y="562"/>
                  </a:lnTo>
                  <a:lnTo>
                    <a:pt x="949" y="563"/>
                  </a:lnTo>
                  <a:lnTo>
                    <a:pt x="953" y="564"/>
                  </a:lnTo>
                  <a:lnTo>
                    <a:pt x="956" y="566"/>
                  </a:lnTo>
                  <a:lnTo>
                    <a:pt x="955" y="569"/>
                  </a:lnTo>
                  <a:close/>
                </a:path>
              </a:pathLst>
            </a:custGeom>
            <a:solidFill>
              <a:srgbClr val="DE8036">
                <a:alpha val="10800"/>
              </a:srgbClr>
            </a:solidFill>
            <a:ln>
              <a:noFill/>
            </a:ln>
          </p:spPr>
          <p:txBody>
            <a:bodyPr anchor="ctr"/>
            <a:lstStyle/>
            <a:p>
              <a:pPr algn="ctr">
                <a:buNone/>
              </a:pPr>
            </a:p>
          </p:txBody>
        </p:sp>
        <p:sp>
          <p:nvSpPr>
            <p:cNvPr id="654" name="addition:spatial:36"/>
            <p:cNvSpPr>
              <a:spLocks noGrp="1"/>
            </p:cNvSpPr>
            <p:nvPr/>
          </p:nvSpPr>
          <p:spPr>
            <a:xfrm>
              <a:off x="5648325" y="1666875"/>
              <a:ext cx="1205225" cy="1020059"/>
            </a:xfrm>
            <a:custGeom>
              <a:avLst/>
              <a:gdLst/>
              <a:ahLst/>
              <a:cxnLst/>
              <a:rect l="l" t="t" r="r" b="b"/>
              <a:pathLst>
                <a:path w="909" h="603">
                  <a:moveTo>
                    <a:pt x="0" y="0"/>
                  </a:moveTo>
                  <a:moveTo>
                    <a:pt x="908" y="584"/>
                  </a:moveTo>
                  <a:lnTo>
                    <a:pt x="905" y="585"/>
                  </a:lnTo>
                  <a:lnTo>
                    <a:pt x="902" y="587"/>
                  </a:lnTo>
                  <a:lnTo>
                    <a:pt x="899" y="588"/>
                  </a:lnTo>
                  <a:lnTo>
                    <a:pt x="899" y="589"/>
                  </a:lnTo>
                  <a:lnTo>
                    <a:pt x="900" y="592"/>
                  </a:lnTo>
                  <a:lnTo>
                    <a:pt x="901" y="594"/>
                  </a:lnTo>
                  <a:lnTo>
                    <a:pt x="899" y="595"/>
                  </a:lnTo>
                  <a:lnTo>
                    <a:pt x="897" y="596"/>
                  </a:lnTo>
                  <a:lnTo>
                    <a:pt x="894" y="597"/>
                  </a:lnTo>
                  <a:lnTo>
                    <a:pt x="893" y="598"/>
                  </a:lnTo>
                  <a:lnTo>
                    <a:pt x="892" y="600"/>
                  </a:lnTo>
                  <a:lnTo>
                    <a:pt x="890" y="602"/>
                  </a:lnTo>
                  <a:lnTo>
                    <a:pt x="888" y="603"/>
                  </a:lnTo>
                  <a:lnTo>
                    <a:pt x="885" y="603"/>
                  </a:lnTo>
                  <a:lnTo>
                    <a:pt x="883" y="602"/>
                  </a:lnTo>
                  <a:lnTo>
                    <a:pt x="881" y="602"/>
                  </a:lnTo>
                  <a:lnTo>
                    <a:pt x="879" y="602"/>
                  </a:lnTo>
                  <a:lnTo>
                    <a:pt x="877" y="601"/>
                  </a:lnTo>
                  <a:lnTo>
                    <a:pt x="875" y="600"/>
                  </a:lnTo>
                  <a:lnTo>
                    <a:pt x="874" y="599"/>
                  </a:lnTo>
                  <a:lnTo>
                    <a:pt x="872" y="600"/>
                  </a:lnTo>
                  <a:lnTo>
                    <a:pt x="869" y="601"/>
                  </a:lnTo>
                  <a:lnTo>
                    <a:pt x="866" y="603"/>
                  </a:lnTo>
                  <a:lnTo>
                    <a:pt x="863" y="602"/>
                  </a:lnTo>
                  <a:lnTo>
                    <a:pt x="862" y="601"/>
                  </a:lnTo>
                  <a:lnTo>
                    <a:pt x="861" y="598"/>
                  </a:lnTo>
                  <a:lnTo>
                    <a:pt x="861" y="596"/>
                  </a:lnTo>
                  <a:lnTo>
                    <a:pt x="860" y="595"/>
                  </a:lnTo>
                  <a:lnTo>
                    <a:pt x="859" y="593"/>
                  </a:lnTo>
                  <a:lnTo>
                    <a:pt x="857" y="592"/>
                  </a:lnTo>
                  <a:lnTo>
                    <a:pt x="857" y="590"/>
                  </a:lnTo>
                  <a:lnTo>
                    <a:pt x="857" y="588"/>
                  </a:lnTo>
                  <a:lnTo>
                    <a:pt x="856" y="587"/>
                  </a:lnTo>
                  <a:lnTo>
                    <a:pt x="855" y="585"/>
                  </a:lnTo>
                  <a:lnTo>
                    <a:pt x="853" y="584"/>
                  </a:lnTo>
                  <a:lnTo>
                    <a:pt x="853" y="582"/>
                  </a:lnTo>
                  <a:lnTo>
                    <a:pt x="854" y="580"/>
                  </a:lnTo>
                  <a:lnTo>
                    <a:pt x="854" y="579"/>
                  </a:lnTo>
                  <a:lnTo>
                    <a:pt x="852" y="577"/>
                  </a:lnTo>
                  <a:lnTo>
                    <a:pt x="851" y="574"/>
                  </a:lnTo>
                  <a:lnTo>
                    <a:pt x="851" y="572"/>
                  </a:lnTo>
                  <a:lnTo>
                    <a:pt x="853" y="571"/>
                  </a:lnTo>
                  <a:lnTo>
                    <a:pt x="857" y="571"/>
                  </a:lnTo>
                  <a:lnTo>
                    <a:pt x="861" y="572"/>
                  </a:lnTo>
                  <a:lnTo>
                    <a:pt x="863" y="571"/>
                  </a:lnTo>
                  <a:lnTo>
                    <a:pt x="864" y="570"/>
                  </a:lnTo>
                  <a:lnTo>
                    <a:pt x="865" y="568"/>
                  </a:lnTo>
                  <a:lnTo>
                    <a:pt x="867" y="567"/>
                  </a:lnTo>
                  <a:lnTo>
                    <a:pt x="869" y="566"/>
                  </a:lnTo>
                  <a:lnTo>
                    <a:pt x="871" y="565"/>
                  </a:lnTo>
                  <a:lnTo>
                    <a:pt x="874" y="564"/>
                  </a:lnTo>
                  <a:lnTo>
                    <a:pt x="876" y="563"/>
                  </a:lnTo>
                  <a:lnTo>
                    <a:pt x="879" y="563"/>
                  </a:lnTo>
                  <a:lnTo>
                    <a:pt x="882" y="564"/>
                  </a:lnTo>
                  <a:lnTo>
                    <a:pt x="884" y="566"/>
                  </a:lnTo>
                  <a:lnTo>
                    <a:pt x="887" y="566"/>
                  </a:lnTo>
                  <a:lnTo>
                    <a:pt x="890" y="566"/>
                  </a:lnTo>
                  <a:lnTo>
                    <a:pt x="893" y="566"/>
                  </a:lnTo>
                  <a:lnTo>
                    <a:pt x="895" y="567"/>
                  </a:lnTo>
                  <a:lnTo>
                    <a:pt x="896" y="569"/>
                  </a:lnTo>
                  <a:lnTo>
                    <a:pt x="896" y="572"/>
                  </a:lnTo>
                  <a:lnTo>
                    <a:pt x="897" y="573"/>
                  </a:lnTo>
                  <a:lnTo>
                    <a:pt x="900" y="574"/>
                  </a:lnTo>
                  <a:lnTo>
                    <a:pt x="903" y="574"/>
                  </a:lnTo>
                  <a:lnTo>
                    <a:pt x="906" y="575"/>
                  </a:lnTo>
                  <a:lnTo>
                    <a:pt x="907" y="576"/>
                  </a:lnTo>
                  <a:lnTo>
                    <a:pt x="908" y="578"/>
                  </a:lnTo>
                  <a:lnTo>
                    <a:pt x="909" y="580"/>
                  </a:lnTo>
                  <a:lnTo>
                    <a:pt x="909" y="582"/>
                  </a:lnTo>
                  <a:close/>
                </a:path>
              </a:pathLst>
            </a:custGeom>
            <a:solidFill>
              <a:srgbClr val="DE8036">
                <a:alpha val="10800"/>
              </a:srgbClr>
            </a:solidFill>
            <a:ln>
              <a:noFill/>
            </a:ln>
          </p:spPr>
          <p:txBody>
            <a:bodyPr anchor="ctr"/>
            <a:lstStyle/>
            <a:p>
              <a:pPr algn="ctr">
                <a:buNone/>
              </a:pPr>
            </a:p>
          </p:txBody>
        </p:sp>
        <p:sp>
          <p:nvSpPr>
            <p:cNvPr id="655" name="addition:spatial:37"/>
            <p:cNvSpPr>
              <a:spLocks noGrp="1"/>
            </p:cNvSpPr>
            <p:nvPr/>
          </p:nvSpPr>
          <p:spPr>
            <a:xfrm>
              <a:off x="5648325" y="1666875"/>
              <a:ext cx="1868165" cy="612374"/>
            </a:xfrm>
            <a:custGeom>
              <a:avLst/>
              <a:gdLst/>
              <a:ahLst/>
              <a:cxnLst/>
              <a:rect l="l" t="t" r="r" b="b"/>
              <a:pathLst>
                <a:path w="1409" h="362">
                  <a:moveTo>
                    <a:pt x="0" y="0"/>
                  </a:moveTo>
                  <a:moveTo>
                    <a:pt x="1405" y="262"/>
                  </a:moveTo>
                  <a:lnTo>
                    <a:pt x="1409" y="271"/>
                  </a:lnTo>
                  <a:lnTo>
                    <a:pt x="1409" y="279"/>
                  </a:lnTo>
                  <a:lnTo>
                    <a:pt x="1402" y="287"/>
                  </a:lnTo>
                  <a:lnTo>
                    <a:pt x="1391" y="293"/>
                  </a:lnTo>
                  <a:lnTo>
                    <a:pt x="1383" y="299"/>
                  </a:lnTo>
                  <a:lnTo>
                    <a:pt x="1379" y="306"/>
                  </a:lnTo>
                  <a:lnTo>
                    <a:pt x="1376" y="315"/>
                  </a:lnTo>
                  <a:lnTo>
                    <a:pt x="1368" y="321"/>
                  </a:lnTo>
                  <a:lnTo>
                    <a:pt x="1354" y="323"/>
                  </a:lnTo>
                  <a:lnTo>
                    <a:pt x="1337" y="323"/>
                  </a:lnTo>
                  <a:lnTo>
                    <a:pt x="1325" y="325"/>
                  </a:lnTo>
                  <a:lnTo>
                    <a:pt x="1319" y="333"/>
                  </a:lnTo>
                  <a:lnTo>
                    <a:pt x="1313" y="345"/>
                  </a:lnTo>
                  <a:lnTo>
                    <a:pt x="1305" y="357"/>
                  </a:lnTo>
                  <a:lnTo>
                    <a:pt x="1291" y="362"/>
                  </a:lnTo>
                  <a:lnTo>
                    <a:pt x="1276" y="361"/>
                  </a:lnTo>
                  <a:lnTo>
                    <a:pt x="1261" y="357"/>
                  </a:lnTo>
                  <a:lnTo>
                    <a:pt x="1248" y="353"/>
                  </a:lnTo>
                  <a:lnTo>
                    <a:pt x="1236" y="350"/>
                  </a:lnTo>
                  <a:lnTo>
                    <a:pt x="1225" y="344"/>
                  </a:lnTo>
                  <a:lnTo>
                    <a:pt x="1216" y="337"/>
                  </a:lnTo>
                  <a:lnTo>
                    <a:pt x="1209" y="332"/>
                  </a:lnTo>
                  <a:lnTo>
                    <a:pt x="1198" y="331"/>
                  </a:lnTo>
                  <a:lnTo>
                    <a:pt x="1184" y="334"/>
                  </a:lnTo>
                  <a:lnTo>
                    <a:pt x="1169" y="335"/>
                  </a:lnTo>
                  <a:lnTo>
                    <a:pt x="1159" y="331"/>
                  </a:lnTo>
                  <a:lnTo>
                    <a:pt x="1156" y="322"/>
                  </a:lnTo>
                  <a:lnTo>
                    <a:pt x="1156" y="313"/>
                  </a:lnTo>
                  <a:lnTo>
                    <a:pt x="1152" y="306"/>
                  </a:lnTo>
                  <a:lnTo>
                    <a:pt x="1141" y="302"/>
                  </a:lnTo>
                  <a:lnTo>
                    <a:pt x="1130" y="296"/>
                  </a:lnTo>
                  <a:lnTo>
                    <a:pt x="1126" y="288"/>
                  </a:lnTo>
                  <a:lnTo>
                    <a:pt x="1132" y="279"/>
                  </a:lnTo>
                  <a:lnTo>
                    <a:pt x="1143" y="270"/>
                  </a:lnTo>
                  <a:lnTo>
                    <a:pt x="1151" y="262"/>
                  </a:lnTo>
                  <a:lnTo>
                    <a:pt x="1155" y="255"/>
                  </a:lnTo>
                  <a:lnTo>
                    <a:pt x="1157" y="248"/>
                  </a:lnTo>
                  <a:lnTo>
                    <a:pt x="1161" y="241"/>
                  </a:lnTo>
                  <a:lnTo>
                    <a:pt x="1164" y="234"/>
                  </a:lnTo>
                  <a:lnTo>
                    <a:pt x="1163" y="226"/>
                  </a:lnTo>
                  <a:lnTo>
                    <a:pt x="1157" y="215"/>
                  </a:lnTo>
                  <a:lnTo>
                    <a:pt x="1151" y="202"/>
                  </a:lnTo>
                  <a:lnTo>
                    <a:pt x="1155" y="193"/>
                  </a:lnTo>
                  <a:lnTo>
                    <a:pt x="1167" y="189"/>
                  </a:lnTo>
                  <a:lnTo>
                    <a:pt x="1185" y="191"/>
                  </a:lnTo>
                  <a:lnTo>
                    <a:pt x="1199" y="193"/>
                  </a:lnTo>
                  <a:lnTo>
                    <a:pt x="1208" y="191"/>
                  </a:lnTo>
                  <a:lnTo>
                    <a:pt x="1213" y="184"/>
                  </a:lnTo>
                  <a:lnTo>
                    <a:pt x="1220" y="178"/>
                  </a:lnTo>
                  <a:lnTo>
                    <a:pt x="1230" y="177"/>
                  </a:lnTo>
                  <a:lnTo>
                    <a:pt x="1240" y="179"/>
                  </a:lnTo>
                  <a:lnTo>
                    <a:pt x="1250" y="180"/>
                  </a:lnTo>
                  <a:lnTo>
                    <a:pt x="1259" y="179"/>
                  </a:lnTo>
                  <a:lnTo>
                    <a:pt x="1270" y="175"/>
                  </a:lnTo>
                  <a:lnTo>
                    <a:pt x="1281" y="174"/>
                  </a:lnTo>
                  <a:lnTo>
                    <a:pt x="1292" y="176"/>
                  </a:lnTo>
                  <a:lnTo>
                    <a:pt x="1304" y="178"/>
                  </a:lnTo>
                  <a:lnTo>
                    <a:pt x="1317" y="179"/>
                  </a:lnTo>
                  <a:lnTo>
                    <a:pt x="1332" y="179"/>
                  </a:lnTo>
                  <a:lnTo>
                    <a:pt x="1345" y="183"/>
                  </a:lnTo>
                  <a:lnTo>
                    <a:pt x="1352" y="192"/>
                  </a:lnTo>
                  <a:lnTo>
                    <a:pt x="1350" y="206"/>
                  </a:lnTo>
                  <a:lnTo>
                    <a:pt x="1346" y="218"/>
                  </a:lnTo>
                  <a:lnTo>
                    <a:pt x="1348" y="225"/>
                  </a:lnTo>
                  <a:lnTo>
                    <a:pt x="1361" y="229"/>
                  </a:lnTo>
                  <a:lnTo>
                    <a:pt x="1379" y="232"/>
                  </a:lnTo>
                  <a:lnTo>
                    <a:pt x="1393" y="238"/>
                  </a:lnTo>
                  <a:lnTo>
                    <a:pt x="1400" y="245"/>
                  </a:lnTo>
                  <a:lnTo>
                    <a:pt x="1403" y="254"/>
                  </a:lnTo>
                  <a:close/>
                </a:path>
              </a:pathLst>
            </a:custGeom>
            <a:solidFill>
              <a:srgbClr val="C5E9DF">
                <a:alpha val="12900"/>
              </a:srgbClr>
            </a:solidFill>
            <a:ln>
              <a:noFill/>
            </a:ln>
          </p:spPr>
          <p:txBody>
            <a:bodyPr anchor="ctr"/>
            <a:lstStyle/>
            <a:p>
              <a:pPr algn="ctr">
                <a:buNone/>
              </a:pPr>
            </a:p>
          </p:txBody>
        </p:sp>
        <p:sp>
          <p:nvSpPr>
            <p:cNvPr id="656" name="addition:spatial:38"/>
            <p:cNvSpPr>
              <a:spLocks noGrp="1"/>
            </p:cNvSpPr>
            <p:nvPr/>
          </p:nvSpPr>
          <p:spPr>
            <a:xfrm>
              <a:off x="5648325" y="1666875"/>
              <a:ext cx="1812478" cy="580233"/>
            </a:xfrm>
            <a:custGeom>
              <a:avLst/>
              <a:gdLst/>
              <a:ahLst/>
              <a:cxnLst/>
              <a:rect l="l" t="t" r="r" b="b"/>
              <a:pathLst>
                <a:path w="1367" h="343">
                  <a:moveTo>
                    <a:pt x="0" y="0"/>
                  </a:moveTo>
                  <a:moveTo>
                    <a:pt x="1352" y="267"/>
                  </a:moveTo>
                  <a:lnTo>
                    <a:pt x="1347" y="273"/>
                  </a:lnTo>
                  <a:lnTo>
                    <a:pt x="1345" y="279"/>
                  </a:lnTo>
                  <a:lnTo>
                    <a:pt x="1344" y="286"/>
                  </a:lnTo>
                  <a:lnTo>
                    <a:pt x="1342" y="292"/>
                  </a:lnTo>
                  <a:lnTo>
                    <a:pt x="1339" y="298"/>
                  </a:lnTo>
                  <a:lnTo>
                    <a:pt x="1339" y="305"/>
                  </a:lnTo>
                  <a:lnTo>
                    <a:pt x="1343" y="315"/>
                  </a:lnTo>
                  <a:lnTo>
                    <a:pt x="1345" y="325"/>
                  </a:lnTo>
                  <a:lnTo>
                    <a:pt x="1340" y="332"/>
                  </a:lnTo>
                  <a:lnTo>
                    <a:pt x="1328" y="333"/>
                  </a:lnTo>
                  <a:lnTo>
                    <a:pt x="1313" y="330"/>
                  </a:lnTo>
                  <a:lnTo>
                    <a:pt x="1301" y="327"/>
                  </a:lnTo>
                  <a:lnTo>
                    <a:pt x="1293" y="328"/>
                  </a:lnTo>
                  <a:lnTo>
                    <a:pt x="1288" y="333"/>
                  </a:lnTo>
                  <a:lnTo>
                    <a:pt x="1282" y="338"/>
                  </a:lnTo>
                  <a:lnTo>
                    <a:pt x="1274" y="340"/>
                  </a:lnTo>
                  <a:lnTo>
                    <a:pt x="1266" y="340"/>
                  </a:lnTo>
                  <a:lnTo>
                    <a:pt x="1257" y="339"/>
                  </a:lnTo>
                  <a:lnTo>
                    <a:pt x="1248" y="341"/>
                  </a:lnTo>
                  <a:lnTo>
                    <a:pt x="1238" y="343"/>
                  </a:lnTo>
                  <a:lnTo>
                    <a:pt x="1228" y="343"/>
                  </a:lnTo>
                  <a:lnTo>
                    <a:pt x="1219" y="339"/>
                  </a:lnTo>
                  <a:lnTo>
                    <a:pt x="1210" y="335"/>
                  </a:lnTo>
                  <a:lnTo>
                    <a:pt x="1200" y="333"/>
                  </a:lnTo>
                  <a:lnTo>
                    <a:pt x="1187" y="331"/>
                  </a:lnTo>
                  <a:lnTo>
                    <a:pt x="1177" y="327"/>
                  </a:lnTo>
                  <a:lnTo>
                    <a:pt x="1173" y="319"/>
                  </a:lnTo>
                  <a:lnTo>
                    <a:pt x="1175" y="308"/>
                  </a:lnTo>
                  <a:lnTo>
                    <a:pt x="1179" y="299"/>
                  </a:lnTo>
                  <a:lnTo>
                    <a:pt x="1176" y="293"/>
                  </a:lnTo>
                  <a:lnTo>
                    <a:pt x="1164" y="290"/>
                  </a:lnTo>
                  <a:lnTo>
                    <a:pt x="1148" y="287"/>
                  </a:lnTo>
                  <a:lnTo>
                    <a:pt x="1136" y="281"/>
                  </a:lnTo>
                  <a:lnTo>
                    <a:pt x="1130" y="274"/>
                  </a:lnTo>
                  <a:lnTo>
                    <a:pt x="1129" y="267"/>
                  </a:lnTo>
                  <a:lnTo>
                    <a:pt x="1129" y="260"/>
                  </a:lnTo>
                  <a:lnTo>
                    <a:pt x="1129" y="252"/>
                  </a:lnTo>
                  <a:lnTo>
                    <a:pt x="1133" y="246"/>
                  </a:lnTo>
                  <a:lnTo>
                    <a:pt x="1142" y="240"/>
                  </a:lnTo>
                  <a:lnTo>
                    <a:pt x="1153" y="236"/>
                  </a:lnTo>
                  <a:lnTo>
                    <a:pt x="1161" y="232"/>
                  </a:lnTo>
                  <a:lnTo>
                    <a:pt x="1164" y="225"/>
                  </a:lnTo>
                  <a:lnTo>
                    <a:pt x="1166" y="217"/>
                  </a:lnTo>
                  <a:lnTo>
                    <a:pt x="1172" y="211"/>
                  </a:lnTo>
                  <a:lnTo>
                    <a:pt x="1184" y="209"/>
                  </a:lnTo>
                  <a:lnTo>
                    <a:pt x="1197" y="210"/>
                  </a:lnTo>
                  <a:lnTo>
                    <a:pt x="1208" y="208"/>
                  </a:lnTo>
                  <a:lnTo>
                    <a:pt x="1215" y="201"/>
                  </a:lnTo>
                  <a:lnTo>
                    <a:pt x="1221" y="191"/>
                  </a:lnTo>
                  <a:lnTo>
                    <a:pt x="1231" y="183"/>
                  </a:lnTo>
                  <a:lnTo>
                    <a:pt x="1243" y="181"/>
                  </a:lnTo>
                  <a:lnTo>
                    <a:pt x="1256" y="184"/>
                  </a:lnTo>
                  <a:lnTo>
                    <a:pt x="1267" y="188"/>
                  </a:lnTo>
                  <a:lnTo>
                    <a:pt x="1278" y="192"/>
                  </a:lnTo>
                  <a:lnTo>
                    <a:pt x="1287" y="196"/>
                  </a:lnTo>
                  <a:lnTo>
                    <a:pt x="1295" y="201"/>
                  </a:lnTo>
                  <a:lnTo>
                    <a:pt x="1301" y="207"/>
                  </a:lnTo>
                  <a:lnTo>
                    <a:pt x="1307" y="211"/>
                  </a:lnTo>
                  <a:lnTo>
                    <a:pt x="1317" y="210"/>
                  </a:lnTo>
                  <a:lnTo>
                    <a:pt x="1331" y="208"/>
                  </a:lnTo>
                  <a:lnTo>
                    <a:pt x="1345" y="207"/>
                  </a:lnTo>
                  <a:lnTo>
                    <a:pt x="1353" y="211"/>
                  </a:lnTo>
                  <a:lnTo>
                    <a:pt x="1353" y="219"/>
                  </a:lnTo>
                  <a:lnTo>
                    <a:pt x="1351" y="228"/>
                  </a:lnTo>
                  <a:lnTo>
                    <a:pt x="1352" y="235"/>
                  </a:lnTo>
                  <a:lnTo>
                    <a:pt x="1359" y="240"/>
                  </a:lnTo>
                  <a:lnTo>
                    <a:pt x="1365" y="246"/>
                  </a:lnTo>
                  <a:lnTo>
                    <a:pt x="1367" y="253"/>
                  </a:lnTo>
                  <a:lnTo>
                    <a:pt x="1361" y="260"/>
                  </a:lnTo>
                  <a:close/>
                </a:path>
              </a:pathLst>
            </a:custGeom>
            <a:solidFill>
              <a:srgbClr val="86D1BC">
                <a:alpha val="12900"/>
              </a:srgbClr>
            </a:solidFill>
            <a:ln>
              <a:noFill/>
            </a:ln>
          </p:spPr>
          <p:txBody>
            <a:bodyPr anchor="ctr"/>
            <a:lstStyle/>
            <a:p>
              <a:pPr algn="ctr">
                <a:buNone/>
              </a:pPr>
            </a:p>
          </p:txBody>
        </p:sp>
        <p:sp>
          <p:nvSpPr>
            <p:cNvPr id="657" name="addition:spatial:39"/>
            <p:cNvSpPr>
              <a:spLocks noGrp="1"/>
            </p:cNvSpPr>
            <p:nvPr/>
          </p:nvSpPr>
          <p:spPr>
            <a:xfrm>
              <a:off x="5648325" y="1666875"/>
              <a:ext cx="1788612" cy="573466"/>
            </a:xfrm>
            <a:custGeom>
              <a:avLst/>
              <a:gdLst/>
              <a:ahLst/>
              <a:cxnLst/>
              <a:rect l="l" t="t" r="r" b="b"/>
              <a:pathLst>
                <a:path w="1349" h="339">
                  <a:moveTo>
                    <a:pt x="0" y="0"/>
                  </a:moveTo>
                  <a:moveTo>
                    <a:pt x="1349" y="272"/>
                  </a:moveTo>
                  <a:lnTo>
                    <a:pt x="1341" y="278"/>
                  </a:lnTo>
                  <a:lnTo>
                    <a:pt x="1329" y="283"/>
                  </a:lnTo>
                  <a:lnTo>
                    <a:pt x="1320" y="287"/>
                  </a:lnTo>
                  <a:lnTo>
                    <a:pt x="1318" y="292"/>
                  </a:lnTo>
                  <a:lnTo>
                    <a:pt x="1320" y="298"/>
                  </a:lnTo>
                  <a:lnTo>
                    <a:pt x="1322" y="305"/>
                  </a:lnTo>
                  <a:lnTo>
                    <a:pt x="1320" y="312"/>
                  </a:lnTo>
                  <a:lnTo>
                    <a:pt x="1317" y="318"/>
                  </a:lnTo>
                  <a:lnTo>
                    <a:pt x="1313" y="324"/>
                  </a:lnTo>
                  <a:lnTo>
                    <a:pt x="1309" y="330"/>
                  </a:lnTo>
                  <a:lnTo>
                    <a:pt x="1302" y="334"/>
                  </a:lnTo>
                  <a:lnTo>
                    <a:pt x="1292" y="334"/>
                  </a:lnTo>
                  <a:lnTo>
                    <a:pt x="1280" y="330"/>
                  </a:lnTo>
                  <a:lnTo>
                    <a:pt x="1271" y="326"/>
                  </a:lnTo>
                  <a:lnTo>
                    <a:pt x="1265" y="327"/>
                  </a:lnTo>
                  <a:lnTo>
                    <a:pt x="1260" y="332"/>
                  </a:lnTo>
                  <a:lnTo>
                    <a:pt x="1254" y="338"/>
                  </a:lnTo>
                  <a:lnTo>
                    <a:pt x="1247" y="339"/>
                  </a:lnTo>
                  <a:lnTo>
                    <a:pt x="1240" y="337"/>
                  </a:lnTo>
                  <a:lnTo>
                    <a:pt x="1233" y="333"/>
                  </a:lnTo>
                  <a:lnTo>
                    <a:pt x="1226" y="332"/>
                  </a:lnTo>
                  <a:lnTo>
                    <a:pt x="1217" y="333"/>
                  </a:lnTo>
                  <a:lnTo>
                    <a:pt x="1207" y="334"/>
                  </a:lnTo>
                  <a:lnTo>
                    <a:pt x="1198" y="332"/>
                  </a:lnTo>
                  <a:lnTo>
                    <a:pt x="1191" y="327"/>
                  </a:lnTo>
                  <a:lnTo>
                    <a:pt x="1186" y="322"/>
                  </a:lnTo>
                  <a:lnTo>
                    <a:pt x="1180" y="317"/>
                  </a:lnTo>
                  <a:lnTo>
                    <a:pt x="1175" y="312"/>
                  </a:lnTo>
                  <a:lnTo>
                    <a:pt x="1173" y="305"/>
                  </a:lnTo>
                  <a:lnTo>
                    <a:pt x="1175" y="298"/>
                  </a:lnTo>
                  <a:lnTo>
                    <a:pt x="1177" y="291"/>
                  </a:lnTo>
                  <a:lnTo>
                    <a:pt x="1174" y="286"/>
                  </a:lnTo>
                  <a:lnTo>
                    <a:pt x="1163" y="283"/>
                  </a:lnTo>
                  <a:lnTo>
                    <a:pt x="1148" y="278"/>
                  </a:lnTo>
                  <a:lnTo>
                    <a:pt x="1137" y="272"/>
                  </a:lnTo>
                  <a:lnTo>
                    <a:pt x="1136" y="265"/>
                  </a:lnTo>
                  <a:lnTo>
                    <a:pt x="1141" y="259"/>
                  </a:lnTo>
                  <a:lnTo>
                    <a:pt x="1148" y="254"/>
                  </a:lnTo>
                  <a:lnTo>
                    <a:pt x="1151" y="249"/>
                  </a:lnTo>
                  <a:lnTo>
                    <a:pt x="1153" y="243"/>
                  </a:lnTo>
                  <a:lnTo>
                    <a:pt x="1157" y="238"/>
                  </a:lnTo>
                  <a:lnTo>
                    <a:pt x="1165" y="234"/>
                  </a:lnTo>
                  <a:lnTo>
                    <a:pt x="1173" y="231"/>
                  </a:lnTo>
                  <a:lnTo>
                    <a:pt x="1179" y="228"/>
                  </a:lnTo>
                  <a:lnTo>
                    <a:pt x="1184" y="223"/>
                  </a:lnTo>
                  <a:lnTo>
                    <a:pt x="1191" y="218"/>
                  </a:lnTo>
                  <a:lnTo>
                    <a:pt x="1199" y="216"/>
                  </a:lnTo>
                  <a:lnTo>
                    <a:pt x="1209" y="216"/>
                  </a:lnTo>
                  <a:lnTo>
                    <a:pt x="1218" y="214"/>
                  </a:lnTo>
                  <a:lnTo>
                    <a:pt x="1226" y="209"/>
                  </a:lnTo>
                  <a:lnTo>
                    <a:pt x="1234" y="201"/>
                  </a:lnTo>
                  <a:lnTo>
                    <a:pt x="1245" y="195"/>
                  </a:lnTo>
                  <a:lnTo>
                    <a:pt x="1256" y="194"/>
                  </a:lnTo>
                  <a:lnTo>
                    <a:pt x="1266" y="201"/>
                  </a:lnTo>
                  <a:lnTo>
                    <a:pt x="1274" y="210"/>
                  </a:lnTo>
                  <a:lnTo>
                    <a:pt x="1281" y="216"/>
                  </a:lnTo>
                  <a:lnTo>
                    <a:pt x="1288" y="219"/>
                  </a:lnTo>
                  <a:lnTo>
                    <a:pt x="1296" y="220"/>
                  </a:lnTo>
                  <a:lnTo>
                    <a:pt x="1304" y="222"/>
                  </a:lnTo>
                  <a:lnTo>
                    <a:pt x="1311" y="224"/>
                  </a:lnTo>
                  <a:lnTo>
                    <a:pt x="1318" y="227"/>
                  </a:lnTo>
                  <a:lnTo>
                    <a:pt x="1328" y="228"/>
                  </a:lnTo>
                  <a:lnTo>
                    <a:pt x="1338" y="230"/>
                  </a:lnTo>
                  <a:lnTo>
                    <a:pt x="1344" y="235"/>
                  </a:lnTo>
                  <a:lnTo>
                    <a:pt x="1344" y="242"/>
                  </a:lnTo>
                  <a:lnTo>
                    <a:pt x="1340" y="249"/>
                  </a:lnTo>
                  <a:lnTo>
                    <a:pt x="1339" y="255"/>
                  </a:lnTo>
                  <a:lnTo>
                    <a:pt x="1343" y="260"/>
                  </a:lnTo>
                  <a:lnTo>
                    <a:pt x="1348" y="266"/>
                  </a:lnTo>
                  <a:close/>
                </a:path>
              </a:pathLst>
            </a:custGeom>
            <a:solidFill>
              <a:srgbClr val="56BFA2">
                <a:alpha val="10500"/>
              </a:srgbClr>
            </a:solidFill>
            <a:ln>
              <a:noFill/>
            </a:ln>
          </p:spPr>
          <p:txBody>
            <a:bodyPr anchor="ctr"/>
            <a:lstStyle/>
            <a:p>
              <a:pPr algn="ctr">
                <a:buNone/>
              </a:pPr>
            </a:p>
          </p:txBody>
        </p:sp>
        <p:sp>
          <p:nvSpPr>
            <p:cNvPr id="658" name="addition:spatial:40"/>
            <p:cNvSpPr>
              <a:spLocks noGrp="1"/>
            </p:cNvSpPr>
            <p:nvPr/>
          </p:nvSpPr>
          <p:spPr>
            <a:xfrm>
              <a:off x="5648325" y="1666875"/>
              <a:ext cx="1656024" cy="473659"/>
            </a:xfrm>
            <a:custGeom>
              <a:avLst/>
              <a:gdLst/>
              <a:ahLst/>
              <a:cxnLst/>
              <a:rect l="l" t="t" r="r" b="b"/>
              <a:pathLst>
                <a:path w="1249" h="280">
                  <a:moveTo>
                    <a:pt x="0" y="0"/>
                  </a:moveTo>
                  <a:moveTo>
                    <a:pt x="1243" y="251"/>
                  </a:moveTo>
                  <a:lnTo>
                    <a:pt x="1246" y="253"/>
                  </a:lnTo>
                  <a:lnTo>
                    <a:pt x="1248" y="256"/>
                  </a:lnTo>
                  <a:lnTo>
                    <a:pt x="1249" y="259"/>
                  </a:lnTo>
                  <a:lnTo>
                    <a:pt x="1249" y="261"/>
                  </a:lnTo>
                  <a:lnTo>
                    <a:pt x="1249" y="264"/>
                  </a:lnTo>
                  <a:lnTo>
                    <a:pt x="1248" y="267"/>
                  </a:lnTo>
                  <a:lnTo>
                    <a:pt x="1247" y="269"/>
                  </a:lnTo>
                  <a:lnTo>
                    <a:pt x="1243" y="270"/>
                  </a:lnTo>
                  <a:lnTo>
                    <a:pt x="1238" y="270"/>
                  </a:lnTo>
                  <a:lnTo>
                    <a:pt x="1232" y="269"/>
                  </a:lnTo>
                  <a:lnTo>
                    <a:pt x="1229" y="269"/>
                  </a:lnTo>
                  <a:lnTo>
                    <a:pt x="1228" y="272"/>
                  </a:lnTo>
                  <a:lnTo>
                    <a:pt x="1227" y="276"/>
                  </a:lnTo>
                  <a:lnTo>
                    <a:pt x="1224" y="279"/>
                  </a:lnTo>
                  <a:lnTo>
                    <a:pt x="1220" y="280"/>
                  </a:lnTo>
                  <a:lnTo>
                    <a:pt x="1216" y="279"/>
                  </a:lnTo>
                  <a:lnTo>
                    <a:pt x="1212" y="279"/>
                  </a:lnTo>
                  <a:lnTo>
                    <a:pt x="1208" y="280"/>
                  </a:lnTo>
                  <a:lnTo>
                    <a:pt x="1203" y="280"/>
                  </a:lnTo>
                  <a:lnTo>
                    <a:pt x="1199" y="279"/>
                  </a:lnTo>
                  <a:lnTo>
                    <a:pt x="1195" y="278"/>
                  </a:lnTo>
                  <a:lnTo>
                    <a:pt x="1192" y="276"/>
                  </a:lnTo>
                  <a:lnTo>
                    <a:pt x="1188" y="275"/>
                  </a:lnTo>
                  <a:lnTo>
                    <a:pt x="1184" y="274"/>
                  </a:lnTo>
                  <a:lnTo>
                    <a:pt x="1181" y="272"/>
                  </a:lnTo>
                  <a:lnTo>
                    <a:pt x="1180" y="270"/>
                  </a:lnTo>
                  <a:lnTo>
                    <a:pt x="1179" y="267"/>
                  </a:lnTo>
                  <a:lnTo>
                    <a:pt x="1178" y="265"/>
                  </a:lnTo>
                  <a:lnTo>
                    <a:pt x="1174" y="264"/>
                  </a:lnTo>
                  <a:lnTo>
                    <a:pt x="1168" y="263"/>
                  </a:lnTo>
                  <a:lnTo>
                    <a:pt x="1162" y="262"/>
                  </a:lnTo>
                  <a:lnTo>
                    <a:pt x="1160" y="260"/>
                  </a:lnTo>
                  <a:lnTo>
                    <a:pt x="1162" y="257"/>
                  </a:lnTo>
                  <a:lnTo>
                    <a:pt x="1165" y="254"/>
                  </a:lnTo>
                  <a:lnTo>
                    <a:pt x="1167" y="251"/>
                  </a:lnTo>
                  <a:lnTo>
                    <a:pt x="1169" y="249"/>
                  </a:lnTo>
                  <a:lnTo>
                    <a:pt x="1171" y="246"/>
                  </a:lnTo>
                  <a:lnTo>
                    <a:pt x="1173" y="244"/>
                  </a:lnTo>
                  <a:lnTo>
                    <a:pt x="1176" y="242"/>
                  </a:lnTo>
                  <a:lnTo>
                    <a:pt x="1177" y="240"/>
                  </a:lnTo>
                  <a:lnTo>
                    <a:pt x="1177" y="237"/>
                  </a:lnTo>
                  <a:lnTo>
                    <a:pt x="1177" y="234"/>
                  </a:lnTo>
                  <a:lnTo>
                    <a:pt x="1179" y="232"/>
                  </a:lnTo>
                  <a:lnTo>
                    <a:pt x="1183" y="231"/>
                  </a:lnTo>
                  <a:lnTo>
                    <a:pt x="1187" y="230"/>
                  </a:lnTo>
                  <a:lnTo>
                    <a:pt x="1190" y="229"/>
                  </a:lnTo>
                  <a:lnTo>
                    <a:pt x="1192" y="226"/>
                  </a:lnTo>
                  <a:lnTo>
                    <a:pt x="1194" y="223"/>
                  </a:lnTo>
                  <a:lnTo>
                    <a:pt x="1197" y="221"/>
                  </a:lnTo>
                  <a:lnTo>
                    <a:pt x="1201" y="222"/>
                  </a:lnTo>
                  <a:lnTo>
                    <a:pt x="1205" y="225"/>
                  </a:lnTo>
                  <a:lnTo>
                    <a:pt x="1209" y="227"/>
                  </a:lnTo>
                  <a:lnTo>
                    <a:pt x="1211" y="227"/>
                  </a:lnTo>
                  <a:lnTo>
                    <a:pt x="1214" y="227"/>
                  </a:lnTo>
                  <a:lnTo>
                    <a:pt x="1217" y="226"/>
                  </a:lnTo>
                  <a:lnTo>
                    <a:pt x="1220" y="226"/>
                  </a:lnTo>
                  <a:lnTo>
                    <a:pt x="1223" y="226"/>
                  </a:lnTo>
                  <a:lnTo>
                    <a:pt x="1227" y="225"/>
                  </a:lnTo>
                  <a:lnTo>
                    <a:pt x="1231" y="225"/>
                  </a:lnTo>
                  <a:lnTo>
                    <a:pt x="1235" y="226"/>
                  </a:lnTo>
                  <a:lnTo>
                    <a:pt x="1236" y="229"/>
                  </a:lnTo>
                  <a:lnTo>
                    <a:pt x="1236" y="233"/>
                  </a:lnTo>
                  <a:lnTo>
                    <a:pt x="1235" y="236"/>
                  </a:lnTo>
                  <a:lnTo>
                    <a:pt x="1237" y="238"/>
                  </a:lnTo>
                  <a:lnTo>
                    <a:pt x="1240" y="239"/>
                  </a:lnTo>
                  <a:lnTo>
                    <a:pt x="1243" y="241"/>
                  </a:lnTo>
                  <a:lnTo>
                    <a:pt x="1245" y="244"/>
                  </a:lnTo>
                  <a:lnTo>
                    <a:pt x="1243" y="246"/>
                  </a:lnTo>
                  <a:lnTo>
                    <a:pt x="1242" y="249"/>
                  </a:lnTo>
                  <a:close/>
                </a:path>
              </a:pathLst>
            </a:custGeom>
            <a:solidFill>
              <a:srgbClr val="86D1BC">
                <a:alpha val="9600"/>
              </a:srgbClr>
            </a:solidFill>
            <a:ln>
              <a:noFill/>
            </a:ln>
          </p:spPr>
          <p:txBody>
            <a:bodyPr anchor="ctr"/>
            <a:lstStyle/>
            <a:p>
              <a:pPr algn="ctr">
                <a:buNone/>
              </a:pPr>
            </a:p>
          </p:txBody>
        </p:sp>
        <p:sp>
          <p:nvSpPr>
            <p:cNvPr id="659" name="addition:spatial:41"/>
            <p:cNvSpPr>
              <a:spLocks noGrp="1"/>
            </p:cNvSpPr>
            <p:nvPr/>
          </p:nvSpPr>
          <p:spPr>
            <a:xfrm>
              <a:off x="5648325" y="1666875"/>
              <a:ext cx="1703756" cy="436443"/>
            </a:xfrm>
            <a:custGeom>
              <a:avLst/>
              <a:gdLst/>
              <a:ahLst/>
              <a:cxnLst/>
              <a:rect l="l" t="t" r="r" b="b"/>
              <a:pathLst>
                <a:path w="1285" h="258">
                  <a:moveTo>
                    <a:pt x="0" y="0"/>
                  </a:moveTo>
                  <a:moveTo>
                    <a:pt x="1280" y="229"/>
                  </a:moveTo>
                  <a:lnTo>
                    <a:pt x="1281" y="231"/>
                  </a:lnTo>
                  <a:lnTo>
                    <a:pt x="1283" y="234"/>
                  </a:lnTo>
                  <a:lnTo>
                    <a:pt x="1285" y="237"/>
                  </a:lnTo>
                  <a:lnTo>
                    <a:pt x="1284" y="240"/>
                  </a:lnTo>
                  <a:lnTo>
                    <a:pt x="1280" y="241"/>
                  </a:lnTo>
                  <a:lnTo>
                    <a:pt x="1274" y="242"/>
                  </a:lnTo>
                  <a:lnTo>
                    <a:pt x="1269" y="242"/>
                  </a:lnTo>
                  <a:lnTo>
                    <a:pt x="1266" y="243"/>
                  </a:lnTo>
                  <a:lnTo>
                    <a:pt x="1265" y="246"/>
                  </a:lnTo>
                  <a:lnTo>
                    <a:pt x="1264" y="249"/>
                  </a:lnTo>
                  <a:lnTo>
                    <a:pt x="1262" y="251"/>
                  </a:lnTo>
                  <a:lnTo>
                    <a:pt x="1259" y="253"/>
                  </a:lnTo>
                  <a:lnTo>
                    <a:pt x="1256" y="255"/>
                  </a:lnTo>
                  <a:lnTo>
                    <a:pt x="1253" y="257"/>
                  </a:lnTo>
                  <a:lnTo>
                    <a:pt x="1249" y="258"/>
                  </a:lnTo>
                  <a:lnTo>
                    <a:pt x="1244" y="258"/>
                  </a:lnTo>
                  <a:lnTo>
                    <a:pt x="1240" y="256"/>
                  </a:lnTo>
                  <a:lnTo>
                    <a:pt x="1236" y="254"/>
                  </a:lnTo>
                  <a:lnTo>
                    <a:pt x="1233" y="253"/>
                  </a:lnTo>
                  <a:lnTo>
                    <a:pt x="1229" y="254"/>
                  </a:lnTo>
                  <a:lnTo>
                    <a:pt x="1226" y="255"/>
                  </a:lnTo>
                  <a:lnTo>
                    <a:pt x="1222" y="254"/>
                  </a:lnTo>
                  <a:lnTo>
                    <a:pt x="1221" y="251"/>
                  </a:lnTo>
                  <a:lnTo>
                    <a:pt x="1220" y="249"/>
                  </a:lnTo>
                  <a:lnTo>
                    <a:pt x="1218" y="247"/>
                  </a:lnTo>
                  <a:lnTo>
                    <a:pt x="1214" y="247"/>
                  </a:lnTo>
                  <a:lnTo>
                    <a:pt x="1210" y="247"/>
                  </a:lnTo>
                  <a:lnTo>
                    <a:pt x="1206" y="246"/>
                  </a:lnTo>
                  <a:lnTo>
                    <a:pt x="1204" y="244"/>
                  </a:lnTo>
                  <a:lnTo>
                    <a:pt x="1203" y="242"/>
                  </a:lnTo>
                  <a:lnTo>
                    <a:pt x="1203" y="239"/>
                  </a:lnTo>
                  <a:lnTo>
                    <a:pt x="1203" y="236"/>
                  </a:lnTo>
                  <a:lnTo>
                    <a:pt x="1204" y="234"/>
                  </a:lnTo>
                  <a:lnTo>
                    <a:pt x="1207" y="231"/>
                  </a:lnTo>
                  <a:lnTo>
                    <a:pt x="1211" y="229"/>
                  </a:lnTo>
                  <a:lnTo>
                    <a:pt x="1212" y="227"/>
                  </a:lnTo>
                  <a:lnTo>
                    <a:pt x="1211" y="225"/>
                  </a:lnTo>
                  <a:lnTo>
                    <a:pt x="1208" y="222"/>
                  </a:lnTo>
                  <a:lnTo>
                    <a:pt x="1206" y="219"/>
                  </a:lnTo>
                  <a:lnTo>
                    <a:pt x="1207" y="216"/>
                  </a:lnTo>
                  <a:lnTo>
                    <a:pt x="1210" y="215"/>
                  </a:lnTo>
                  <a:lnTo>
                    <a:pt x="1213" y="213"/>
                  </a:lnTo>
                  <a:lnTo>
                    <a:pt x="1214" y="211"/>
                  </a:lnTo>
                  <a:lnTo>
                    <a:pt x="1215" y="209"/>
                  </a:lnTo>
                  <a:lnTo>
                    <a:pt x="1216" y="206"/>
                  </a:lnTo>
                  <a:lnTo>
                    <a:pt x="1219" y="205"/>
                  </a:lnTo>
                  <a:lnTo>
                    <a:pt x="1223" y="205"/>
                  </a:lnTo>
                  <a:lnTo>
                    <a:pt x="1226" y="205"/>
                  </a:lnTo>
                  <a:lnTo>
                    <a:pt x="1229" y="205"/>
                  </a:lnTo>
                  <a:lnTo>
                    <a:pt x="1231" y="204"/>
                  </a:lnTo>
                  <a:lnTo>
                    <a:pt x="1234" y="204"/>
                  </a:lnTo>
                  <a:lnTo>
                    <a:pt x="1237" y="205"/>
                  </a:lnTo>
                  <a:lnTo>
                    <a:pt x="1240" y="206"/>
                  </a:lnTo>
                  <a:lnTo>
                    <a:pt x="1243" y="204"/>
                  </a:lnTo>
                  <a:lnTo>
                    <a:pt x="1246" y="201"/>
                  </a:lnTo>
                  <a:lnTo>
                    <a:pt x="1251" y="199"/>
                  </a:lnTo>
                  <a:lnTo>
                    <a:pt x="1255" y="199"/>
                  </a:lnTo>
                  <a:lnTo>
                    <a:pt x="1258" y="202"/>
                  </a:lnTo>
                  <a:lnTo>
                    <a:pt x="1259" y="206"/>
                  </a:lnTo>
                  <a:lnTo>
                    <a:pt x="1260" y="209"/>
                  </a:lnTo>
                  <a:lnTo>
                    <a:pt x="1263" y="211"/>
                  </a:lnTo>
                  <a:lnTo>
                    <a:pt x="1266" y="212"/>
                  </a:lnTo>
                  <a:lnTo>
                    <a:pt x="1269" y="214"/>
                  </a:lnTo>
                  <a:lnTo>
                    <a:pt x="1271" y="216"/>
                  </a:lnTo>
                  <a:lnTo>
                    <a:pt x="1272" y="218"/>
                  </a:lnTo>
                  <a:lnTo>
                    <a:pt x="1275" y="220"/>
                  </a:lnTo>
                  <a:lnTo>
                    <a:pt x="1278" y="222"/>
                  </a:lnTo>
                  <a:lnTo>
                    <a:pt x="1280" y="224"/>
                  </a:lnTo>
                  <a:lnTo>
                    <a:pt x="1281" y="226"/>
                  </a:lnTo>
                  <a:close/>
                </a:path>
              </a:pathLst>
            </a:custGeom>
            <a:solidFill>
              <a:srgbClr val="86D1BC">
                <a:alpha val="9600"/>
              </a:srgbClr>
            </a:solidFill>
            <a:ln>
              <a:noFill/>
            </a:ln>
          </p:spPr>
          <p:txBody>
            <a:bodyPr anchor="ctr"/>
            <a:lstStyle/>
            <a:p>
              <a:pPr algn="ctr">
                <a:buNone/>
              </a:pPr>
            </a:p>
          </p:txBody>
        </p:sp>
        <p:sp>
          <p:nvSpPr>
            <p:cNvPr id="660" name="addition:spatial:42"/>
            <p:cNvSpPr>
              <a:spLocks noGrp="1"/>
            </p:cNvSpPr>
            <p:nvPr/>
          </p:nvSpPr>
          <p:spPr>
            <a:xfrm>
              <a:off x="5648325" y="1666875"/>
              <a:ext cx="1755465" cy="449976"/>
            </a:xfrm>
            <a:custGeom>
              <a:avLst/>
              <a:gdLst/>
              <a:ahLst/>
              <a:cxnLst/>
              <a:rect l="l" t="t" r="r" b="b"/>
              <a:pathLst>
                <a:path w="1324" h="266">
                  <a:moveTo>
                    <a:pt x="0" y="0"/>
                  </a:moveTo>
                  <a:moveTo>
                    <a:pt x="1315" y="235"/>
                  </a:moveTo>
                  <a:lnTo>
                    <a:pt x="1319" y="238"/>
                  </a:lnTo>
                  <a:lnTo>
                    <a:pt x="1323" y="241"/>
                  </a:lnTo>
                  <a:lnTo>
                    <a:pt x="1324" y="244"/>
                  </a:lnTo>
                  <a:lnTo>
                    <a:pt x="1322" y="246"/>
                  </a:lnTo>
                  <a:lnTo>
                    <a:pt x="1320" y="248"/>
                  </a:lnTo>
                  <a:lnTo>
                    <a:pt x="1317" y="250"/>
                  </a:lnTo>
                  <a:lnTo>
                    <a:pt x="1314" y="252"/>
                  </a:lnTo>
                  <a:lnTo>
                    <a:pt x="1310" y="253"/>
                  </a:lnTo>
                  <a:lnTo>
                    <a:pt x="1306" y="253"/>
                  </a:lnTo>
                  <a:lnTo>
                    <a:pt x="1303" y="254"/>
                  </a:lnTo>
                  <a:lnTo>
                    <a:pt x="1301" y="256"/>
                  </a:lnTo>
                  <a:lnTo>
                    <a:pt x="1300" y="260"/>
                  </a:lnTo>
                  <a:lnTo>
                    <a:pt x="1298" y="263"/>
                  </a:lnTo>
                  <a:lnTo>
                    <a:pt x="1294" y="265"/>
                  </a:lnTo>
                  <a:lnTo>
                    <a:pt x="1290" y="265"/>
                  </a:lnTo>
                  <a:lnTo>
                    <a:pt x="1285" y="264"/>
                  </a:lnTo>
                  <a:lnTo>
                    <a:pt x="1281" y="263"/>
                  </a:lnTo>
                  <a:lnTo>
                    <a:pt x="1277" y="265"/>
                  </a:lnTo>
                  <a:lnTo>
                    <a:pt x="1273" y="266"/>
                  </a:lnTo>
                  <a:lnTo>
                    <a:pt x="1269" y="266"/>
                  </a:lnTo>
                  <a:lnTo>
                    <a:pt x="1265" y="264"/>
                  </a:lnTo>
                  <a:lnTo>
                    <a:pt x="1262" y="261"/>
                  </a:lnTo>
                  <a:lnTo>
                    <a:pt x="1260" y="259"/>
                  </a:lnTo>
                  <a:lnTo>
                    <a:pt x="1257" y="257"/>
                  </a:lnTo>
                  <a:lnTo>
                    <a:pt x="1254" y="256"/>
                  </a:lnTo>
                  <a:lnTo>
                    <a:pt x="1252" y="254"/>
                  </a:lnTo>
                  <a:lnTo>
                    <a:pt x="1250" y="252"/>
                  </a:lnTo>
                  <a:lnTo>
                    <a:pt x="1247" y="251"/>
                  </a:lnTo>
                  <a:lnTo>
                    <a:pt x="1242" y="250"/>
                  </a:lnTo>
                  <a:lnTo>
                    <a:pt x="1237" y="249"/>
                  </a:lnTo>
                  <a:lnTo>
                    <a:pt x="1234" y="247"/>
                  </a:lnTo>
                  <a:lnTo>
                    <a:pt x="1235" y="244"/>
                  </a:lnTo>
                  <a:lnTo>
                    <a:pt x="1239" y="240"/>
                  </a:lnTo>
                  <a:lnTo>
                    <a:pt x="1243" y="237"/>
                  </a:lnTo>
                  <a:lnTo>
                    <a:pt x="1244" y="235"/>
                  </a:lnTo>
                  <a:lnTo>
                    <a:pt x="1244" y="233"/>
                  </a:lnTo>
                  <a:lnTo>
                    <a:pt x="1244" y="230"/>
                  </a:lnTo>
                  <a:lnTo>
                    <a:pt x="1245" y="227"/>
                  </a:lnTo>
                  <a:lnTo>
                    <a:pt x="1247" y="225"/>
                  </a:lnTo>
                  <a:lnTo>
                    <a:pt x="1249" y="223"/>
                  </a:lnTo>
                  <a:lnTo>
                    <a:pt x="1250" y="220"/>
                  </a:lnTo>
                  <a:lnTo>
                    <a:pt x="1250" y="218"/>
                  </a:lnTo>
                  <a:lnTo>
                    <a:pt x="1252" y="215"/>
                  </a:lnTo>
                  <a:lnTo>
                    <a:pt x="1255" y="214"/>
                  </a:lnTo>
                  <a:lnTo>
                    <a:pt x="1258" y="212"/>
                  </a:lnTo>
                  <a:lnTo>
                    <a:pt x="1260" y="210"/>
                  </a:lnTo>
                  <a:lnTo>
                    <a:pt x="1262" y="207"/>
                  </a:lnTo>
                  <a:lnTo>
                    <a:pt x="1264" y="205"/>
                  </a:lnTo>
                  <a:lnTo>
                    <a:pt x="1268" y="205"/>
                  </a:lnTo>
                  <a:lnTo>
                    <a:pt x="1272" y="207"/>
                  </a:lnTo>
                  <a:lnTo>
                    <a:pt x="1276" y="210"/>
                  </a:lnTo>
                  <a:lnTo>
                    <a:pt x="1278" y="212"/>
                  </a:lnTo>
                  <a:lnTo>
                    <a:pt x="1280" y="210"/>
                  </a:lnTo>
                  <a:lnTo>
                    <a:pt x="1283" y="208"/>
                  </a:lnTo>
                  <a:lnTo>
                    <a:pt x="1287" y="206"/>
                  </a:lnTo>
                  <a:lnTo>
                    <a:pt x="1290" y="206"/>
                  </a:lnTo>
                  <a:lnTo>
                    <a:pt x="1293" y="207"/>
                  </a:lnTo>
                  <a:lnTo>
                    <a:pt x="1297" y="207"/>
                  </a:lnTo>
                  <a:lnTo>
                    <a:pt x="1300" y="208"/>
                  </a:lnTo>
                  <a:lnTo>
                    <a:pt x="1303" y="210"/>
                  </a:lnTo>
                  <a:lnTo>
                    <a:pt x="1304" y="213"/>
                  </a:lnTo>
                  <a:lnTo>
                    <a:pt x="1305" y="217"/>
                  </a:lnTo>
                  <a:lnTo>
                    <a:pt x="1306" y="219"/>
                  </a:lnTo>
                  <a:lnTo>
                    <a:pt x="1308" y="221"/>
                  </a:lnTo>
                  <a:lnTo>
                    <a:pt x="1312" y="222"/>
                  </a:lnTo>
                  <a:lnTo>
                    <a:pt x="1315" y="225"/>
                  </a:lnTo>
                  <a:lnTo>
                    <a:pt x="1315" y="227"/>
                  </a:lnTo>
                  <a:lnTo>
                    <a:pt x="1313" y="230"/>
                  </a:lnTo>
                  <a:lnTo>
                    <a:pt x="1312" y="233"/>
                  </a:lnTo>
                  <a:close/>
                </a:path>
              </a:pathLst>
            </a:custGeom>
            <a:solidFill>
              <a:srgbClr val="86D1BC">
                <a:alpha val="9600"/>
              </a:srgbClr>
            </a:solidFill>
            <a:ln>
              <a:noFill/>
            </a:ln>
          </p:spPr>
          <p:txBody>
            <a:bodyPr anchor="ctr"/>
            <a:lstStyle/>
            <a:p>
              <a:pPr algn="ctr">
                <a:buNone/>
              </a:pPr>
            </a:p>
          </p:txBody>
        </p:sp>
        <p:sp>
          <p:nvSpPr>
            <p:cNvPr id="661" name="addition:spatial:43"/>
            <p:cNvSpPr>
              <a:spLocks noGrp="1"/>
            </p:cNvSpPr>
            <p:nvPr/>
          </p:nvSpPr>
          <p:spPr>
            <a:xfrm>
              <a:off x="5648325" y="1666875"/>
              <a:ext cx="1800545" cy="493959"/>
            </a:xfrm>
            <a:custGeom>
              <a:avLst/>
              <a:gdLst/>
              <a:ahLst/>
              <a:cxnLst/>
              <a:rect l="l" t="t" r="r" b="b"/>
              <a:pathLst>
                <a:path w="1358" h="292">
                  <a:moveTo>
                    <a:pt x="0" y="0"/>
                  </a:moveTo>
                  <a:moveTo>
                    <a:pt x="1358" y="259"/>
                  </a:moveTo>
                  <a:lnTo>
                    <a:pt x="1357" y="262"/>
                  </a:lnTo>
                  <a:lnTo>
                    <a:pt x="1356" y="265"/>
                  </a:lnTo>
                  <a:lnTo>
                    <a:pt x="1356" y="268"/>
                  </a:lnTo>
                  <a:lnTo>
                    <a:pt x="1355" y="271"/>
                  </a:lnTo>
                  <a:lnTo>
                    <a:pt x="1352" y="274"/>
                  </a:lnTo>
                  <a:lnTo>
                    <a:pt x="1346" y="275"/>
                  </a:lnTo>
                  <a:lnTo>
                    <a:pt x="1340" y="275"/>
                  </a:lnTo>
                  <a:lnTo>
                    <a:pt x="1336" y="276"/>
                  </a:lnTo>
                  <a:lnTo>
                    <a:pt x="1335" y="279"/>
                  </a:lnTo>
                  <a:lnTo>
                    <a:pt x="1335" y="283"/>
                  </a:lnTo>
                  <a:lnTo>
                    <a:pt x="1334" y="288"/>
                  </a:lnTo>
                  <a:lnTo>
                    <a:pt x="1331" y="290"/>
                  </a:lnTo>
                  <a:lnTo>
                    <a:pt x="1326" y="291"/>
                  </a:lnTo>
                  <a:lnTo>
                    <a:pt x="1321" y="291"/>
                  </a:lnTo>
                  <a:lnTo>
                    <a:pt x="1317" y="291"/>
                  </a:lnTo>
                  <a:lnTo>
                    <a:pt x="1312" y="292"/>
                  </a:lnTo>
                  <a:lnTo>
                    <a:pt x="1308" y="292"/>
                  </a:lnTo>
                  <a:lnTo>
                    <a:pt x="1304" y="290"/>
                  </a:lnTo>
                  <a:lnTo>
                    <a:pt x="1301" y="288"/>
                  </a:lnTo>
                  <a:lnTo>
                    <a:pt x="1297" y="288"/>
                  </a:lnTo>
                  <a:lnTo>
                    <a:pt x="1294" y="288"/>
                  </a:lnTo>
                  <a:lnTo>
                    <a:pt x="1290" y="288"/>
                  </a:lnTo>
                  <a:lnTo>
                    <a:pt x="1287" y="287"/>
                  </a:lnTo>
                  <a:lnTo>
                    <a:pt x="1286" y="284"/>
                  </a:lnTo>
                  <a:lnTo>
                    <a:pt x="1284" y="281"/>
                  </a:lnTo>
                  <a:lnTo>
                    <a:pt x="1281" y="280"/>
                  </a:lnTo>
                  <a:lnTo>
                    <a:pt x="1276" y="281"/>
                  </a:lnTo>
                  <a:lnTo>
                    <a:pt x="1270" y="280"/>
                  </a:lnTo>
                  <a:lnTo>
                    <a:pt x="1267" y="278"/>
                  </a:lnTo>
                  <a:lnTo>
                    <a:pt x="1267" y="275"/>
                  </a:lnTo>
                  <a:lnTo>
                    <a:pt x="1270" y="271"/>
                  </a:lnTo>
                  <a:lnTo>
                    <a:pt x="1272" y="267"/>
                  </a:lnTo>
                  <a:lnTo>
                    <a:pt x="1273" y="265"/>
                  </a:lnTo>
                  <a:lnTo>
                    <a:pt x="1274" y="262"/>
                  </a:lnTo>
                  <a:lnTo>
                    <a:pt x="1275" y="259"/>
                  </a:lnTo>
                  <a:lnTo>
                    <a:pt x="1276" y="257"/>
                  </a:lnTo>
                  <a:lnTo>
                    <a:pt x="1275" y="254"/>
                  </a:lnTo>
                  <a:lnTo>
                    <a:pt x="1273" y="251"/>
                  </a:lnTo>
                  <a:lnTo>
                    <a:pt x="1270" y="248"/>
                  </a:lnTo>
                  <a:lnTo>
                    <a:pt x="1270" y="244"/>
                  </a:lnTo>
                  <a:lnTo>
                    <a:pt x="1272" y="242"/>
                  </a:lnTo>
                  <a:lnTo>
                    <a:pt x="1277" y="241"/>
                  </a:lnTo>
                  <a:lnTo>
                    <a:pt x="1280" y="239"/>
                  </a:lnTo>
                  <a:lnTo>
                    <a:pt x="1281" y="237"/>
                  </a:lnTo>
                  <a:lnTo>
                    <a:pt x="1282" y="233"/>
                  </a:lnTo>
                  <a:lnTo>
                    <a:pt x="1284" y="231"/>
                  </a:lnTo>
                  <a:lnTo>
                    <a:pt x="1287" y="230"/>
                  </a:lnTo>
                  <a:lnTo>
                    <a:pt x="1292" y="232"/>
                  </a:lnTo>
                  <a:lnTo>
                    <a:pt x="1296" y="233"/>
                  </a:lnTo>
                  <a:lnTo>
                    <a:pt x="1299" y="233"/>
                  </a:lnTo>
                  <a:lnTo>
                    <a:pt x="1301" y="231"/>
                  </a:lnTo>
                  <a:lnTo>
                    <a:pt x="1304" y="230"/>
                  </a:lnTo>
                  <a:lnTo>
                    <a:pt x="1308" y="229"/>
                  </a:lnTo>
                  <a:lnTo>
                    <a:pt x="1312" y="228"/>
                  </a:lnTo>
                  <a:lnTo>
                    <a:pt x="1316" y="227"/>
                  </a:lnTo>
                  <a:lnTo>
                    <a:pt x="1321" y="225"/>
                  </a:lnTo>
                  <a:lnTo>
                    <a:pt x="1326" y="225"/>
                  </a:lnTo>
                  <a:lnTo>
                    <a:pt x="1329" y="228"/>
                  </a:lnTo>
                  <a:lnTo>
                    <a:pt x="1331" y="233"/>
                  </a:lnTo>
                  <a:lnTo>
                    <a:pt x="1331" y="237"/>
                  </a:lnTo>
                  <a:lnTo>
                    <a:pt x="1333" y="240"/>
                  </a:lnTo>
                  <a:lnTo>
                    <a:pt x="1337" y="241"/>
                  </a:lnTo>
                  <a:lnTo>
                    <a:pt x="1343" y="241"/>
                  </a:lnTo>
                  <a:lnTo>
                    <a:pt x="1346" y="243"/>
                  </a:lnTo>
                  <a:lnTo>
                    <a:pt x="1348" y="246"/>
                  </a:lnTo>
                  <a:lnTo>
                    <a:pt x="1349" y="249"/>
                  </a:lnTo>
                  <a:lnTo>
                    <a:pt x="1350" y="251"/>
                  </a:lnTo>
                  <a:lnTo>
                    <a:pt x="1353" y="254"/>
                  </a:lnTo>
                  <a:lnTo>
                    <a:pt x="1356" y="256"/>
                  </a:lnTo>
                  <a:close/>
                </a:path>
              </a:pathLst>
            </a:custGeom>
            <a:solidFill>
              <a:srgbClr val="86D1BC">
                <a:alpha val="9600"/>
              </a:srgbClr>
            </a:solidFill>
            <a:ln>
              <a:noFill/>
            </a:ln>
          </p:spPr>
          <p:txBody>
            <a:bodyPr anchor="ctr"/>
            <a:lstStyle/>
            <a:p>
              <a:pPr algn="ctr">
                <a:buNone/>
              </a:pPr>
            </a:p>
          </p:txBody>
        </p:sp>
        <p:sp>
          <p:nvSpPr>
            <p:cNvPr id="662" name="addition:spatial:44"/>
            <p:cNvSpPr>
              <a:spLocks noGrp="1"/>
            </p:cNvSpPr>
            <p:nvPr/>
          </p:nvSpPr>
          <p:spPr>
            <a:xfrm>
              <a:off x="5648325" y="1666875"/>
              <a:ext cx="1778005" cy="548091"/>
            </a:xfrm>
            <a:custGeom>
              <a:avLst/>
              <a:gdLst/>
              <a:ahLst/>
              <a:cxnLst/>
              <a:rect l="l" t="t" r="r" b="b"/>
              <a:pathLst>
                <a:path w="1341" h="324">
                  <a:moveTo>
                    <a:pt x="0" y="0"/>
                  </a:moveTo>
                  <a:moveTo>
                    <a:pt x="1341" y="286"/>
                  </a:moveTo>
                  <a:lnTo>
                    <a:pt x="1339" y="289"/>
                  </a:lnTo>
                  <a:lnTo>
                    <a:pt x="1338" y="292"/>
                  </a:lnTo>
                  <a:lnTo>
                    <a:pt x="1337" y="295"/>
                  </a:lnTo>
                  <a:lnTo>
                    <a:pt x="1335" y="298"/>
                  </a:lnTo>
                  <a:lnTo>
                    <a:pt x="1332" y="300"/>
                  </a:lnTo>
                  <a:lnTo>
                    <a:pt x="1328" y="302"/>
                  </a:lnTo>
                  <a:lnTo>
                    <a:pt x="1324" y="304"/>
                  </a:lnTo>
                  <a:lnTo>
                    <a:pt x="1321" y="306"/>
                  </a:lnTo>
                  <a:lnTo>
                    <a:pt x="1319" y="309"/>
                  </a:lnTo>
                  <a:lnTo>
                    <a:pt x="1316" y="311"/>
                  </a:lnTo>
                  <a:lnTo>
                    <a:pt x="1311" y="312"/>
                  </a:lnTo>
                  <a:lnTo>
                    <a:pt x="1305" y="312"/>
                  </a:lnTo>
                  <a:lnTo>
                    <a:pt x="1300" y="313"/>
                  </a:lnTo>
                  <a:lnTo>
                    <a:pt x="1297" y="316"/>
                  </a:lnTo>
                  <a:lnTo>
                    <a:pt x="1293" y="320"/>
                  </a:lnTo>
                  <a:lnTo>
                    <a:pt x="1288" y="324"/>
                  </a:lnTo>
                  <a:lnTo>
                    <a:pt x="1282" y="324"/>
                  </a:lnTo>
                  <a:lnTo>
                    <a:pt x="1276" y="321"/>
                  </a:lnTo>
                  <a:lnTo>
                    <a:pt x="1272" y="317"/>
                  </a:lnTo>
                  <a:lnTo>
                    <a:pt x="1267" y="315"/>
                  </a:lnTo>
                  <a:lnTo>
                    <a:pt x="1263" y="314"/>
                  </a:lnTo>
                  <a:lnTo>
                    <a:pt x="1259" y="313"/>
                  </a:lnTo>
                  <a:lnTo>
                    <a:pt x="1256" y="311"/>
                  </a:lnTo>
                  <a:lnTo>
                    <a:pt x="1252" y="310"/>
                  </a:lnTo>
                  <a:lnTo>
                    <a:pt x="1248" y="310"/>
                  </a:lnTo>
                  <a:lnTo>
                    <a:pt x="1242" y="310"/>
                  </a:lnTo>
                  <a:lnTo>
                    <a:pt x="1236" y="309"/>
                  </a:lnTo>
                  <a:lnTo>
                    <a:pt x="1233" y="307"/>
                  </a:lnTo>
                  <a:lnTo>
                    <a:pt x="1234" y="303"/>
                  </a:lnTo>
                  <a:lnTo>
                    <a:pt x="1235" y="300"/>
                  </a:lnTo>
                  <a:lnTo>
                    <a:pt x="1235" y="297"/>
                  </a:lnTo>
                  <a:lnTo>
                    <a:pt x="1232" y="295"/>
                  </a:lnTo>
                  <a:lnTo>
                    <a:pt x="1229" y="292"/>
                  </a:lnTo>
                  <a:lnTo>
                    <a:pt x="1229" y="289"/>
                  </a:lnTo>
                  <a:lnTo>
                    <a:pt x="1233" y="286"/>
                  </a:lnTo>
                  <a:lnTo>
                    <a:pt x="1238" y="283"/>
                  </a:lnTo>
                  <a:lnTo>
                    <a:pt x="1242" y="281"/>
                  </a:lnTo>
                  <a:lnTo>
                    <a:pt x="1242" y="279"/>
                  </a:lnTo>
                  <a:lnTo>
                    <a:pt x="1241" y="276"/>
                  </a:lnTo>
                  <a:lnTo>
                    <a:pt x="1241" y="273"/>
                  </a:lnTo>
                  <a:lnTo>
                    <a:pt x="1242" y="270"/>
                  </a:lnTo>
                  <a:lnTo>
                    <a:pt x="1242" y="266"/>
                  </a:lnTo>
                  <a:lnTo>
                    <a:pt x="1243" y="263"/>
                  </a:lnTo>
                  <a:lnTo>
                    <a:pt x="1244" y="259"/>
                  </a:lnTo>
                  <a:lnTo>
                    <a:pt x="1247" y="257"/>
                  </a:lnTo>
                  <a:lnTo>
                    <a:pt x="1253" y="257"/>
                  </a:lnTo>
                  <a:lnTo>
                    <a:pt x="1260" y="259"/>
                  </a:lnTo>
                  <a:lnTo>
                    <a:pt x="1265" y="261"/>
                  </a:lnTo>
                  <a:lnTo>
                    <a:pt x="1268" y="260"/>
                  </a:lnTo>
                  <a:lnTo>
                    <a:pt x="1270" y="257"/>
                  </a:lnTo>
                  <a:lnTo>
                    <a:pt x="1273" y="254"/>
                  </a:lnTo>
                  <a:lnTo>
                    <a:pt x="1277" y="254"/>
                  </a:lnTo>
                  <a:lnTo>
                    <a:pt x="1281" y="255"/>
                  </a:lnTo>
                  <a:lnTo>
                    <a:pt x="1285" y="256"/>
                  </a:lnTo>
                  <a:lnTo>
                    <a:pt x="1289" y="256"/>
                  </a:lnTo>
                  <a:lnTo>
                    <a:pt x="1294" y="255"/>
                  </a:lnTo>
                  <a:lnTo>
                    <a:pt x="1299" y="255"/>
                  </a:lnTo>
                  <a:lnTo>
                    <a:pt x="1304" y="256"/>
                  </a:lnTo>
                  <a:lnTo>
                    <a:pt x="1307" y="258"/>
                  </a:lnTo>
                  <a:lnTo>
                    <a:pt x="1312" y="260"/>
                  </a:lnTo>
                  <a:lnTo>
                    <a:pt x="1316" y="261"/>
                  </a:lnTo>
                  <a:lnTo>
                    <a:pt x="1320" y="264"/>
                  </a:lnTo>
                  <a:lnTo>
                    <a:pt x="1321" y="267"/>
                  </a:lnTo>
                  <a:lnTo>
                    <a:pt x="1319" y="271"/>
                  </a:lnTo>
                  <a:lnTo>
                    <a:pt x="1318" y="275"/>
                  </a:lnTo>
                  <a:lnTo>
                    <a:pt x="1320" y="277"/>
                  </a:lnTo>
                  <a:lnTo>
                    <a:pt x="1327" y="278"/>
                  </a:lnTo>
                  <a:lnTo>
                    <a:pt x="1335" y="280"/>
                  </a:lnTo>
                  <a:lnTo>
                    <a:pt x="1341" y="283"/>
                  </a:lnTo>
                  <a:close/>
                </a:path>
              </a:pathLst>
            </a:custGeom>
            <a:solidFill>
              <a:srgbClr val="86D1BC">
                <a:alpha val="9600"/>
              </a:srgbClr>
            </a:solidFill>
            <a:ln>
              <a:noFill/>
            </a:ln>
          </p:spPr>
          <p:txBody>
            <a:bodyPr anchor="ctr"/>
            <a:lstStyle/>
            <a:p>
              <a:pPr algn="ctr">
                <a:buNone/>
              </a:pPr>
            </a:p>
          </p:txBody>
        </p:sp>
        <p:sp>
          <p:nvSpPr>
            <p:cNvPr id="663" name="addition:spatial:45"/>
            <p:cNvSpPr>
              <a:spLocks noGrp="1"/>
            </p:cNvSpPr>
            <p:nvPr/>
          </p:nvSpPr>
          <p:spPr>
            <a:xfrm>
              <a:off x="5648325" y="1666875"/>
              <a:ext cx="1705082" cy="544708"/>
            </a:xfrm>
            <a:custGeom>
              <a:avLst/>
              <a:gdLst/>
              <a:ahLst/>
              <a:cxnLst/>
              <a:rect l="l" t="t" r="r" b="b"/>
              <a:pathLst>
                <a:path w="1286" h="322">
                  <a:moveTo>
                    <a:pt x="0" y="0"/>
                  </a:moveTo>
                  <a:moveTo>
                    <a:pt x="1281" y="289"/>
                  </a:moveTo>
                  <a:lnTo>
                    <a:pt x="1284" y="292"/>
                  </a:lnTo>
                  <a:lnTo>
                    <a:pt x="1286" y="296"/>
                  </a:lnTo>
                  <a:lnTo>
                    <a:pt x="1286" y="299"/>
                  </a:lnTo>
                  <a:lnTo>
                    <a:pt x="1282" y="301"/>
                  </a:lnTo>
                  <a:lnTo>
                    <a:pt x="1276" y="302"/>
                  </a:lnTo>
                  <a:lnTo>
                    <a:pt x="1269" y="303"/>
                  </a:lnTo>
                  <a:lnTo>
                    <a:pt x="1265" y="304"/>
                  </a:lnTo>
                  <a:lnTo>
                    <a:pt x="1265" y="307"/>
                  </a:lnTo>
                  <a:lnTo>
                    <a:pt x="1264" y="311"/>
                  </a:lnTo>
                  <a:lnTo>
                    <a:pt x="1262" y="314"/>
                  </a:lnTo>
                  <a:lnTo>
                    <a:pt x="1259" y="316"/>
                  </a:lnTo>
                  <a:lnTo>
                    <a:pt x="1254" y="317"/>
                  </a:lnTo>
                  <a:lnTo>
                    <a:pt x="1250" y="318"/>
                  </a:lnTo>
                  <a:lnTo>
                    <a:pt x="1246" y="320"/>
                  </a:lnTo>
                  <a:lnTo>
                    <a:pt x="1242" y="322"/>
                  </a:lnTo>
                  <a:lnTo>
                    <a:pt x="1237" y="322"/>
                  </a:lnTo>
                  <a:lnTo>
                    <a:pt x="1232" y="321"/>
                  </a:lnTo>
                  <a:lnTo>
                    <a:pt x="1228" y="321"/>
                  </a:lnTo>
                  <a:lnTo>
                    <a:pt x="1223" y="321"/>
                  </a:lnTo>
                  <a:lnTo>
                    <a:pt x="1219" y="321"/>
                  </a:lnTo>
                  <a:lnTo>
                    <a:pt x="1215" y="320"/>
                  </a:lnTo>
                  <a:lnTo>
                    <a:pt x="1213" y="316"/>
                  </a:lnTo>
                  <a:lnTo>
                    <a:pt x="1212" y="312"/>
                  </a:lnTo>
                  <a:lnTo>
                    <a:pt x="1210" y="310"/>
                  </a:lnTo>
                  <a:lnTo>
                    <a:pt x="1206" y="311"/>
                  </a:lnTo>
                  <a:lnTo>
                    <a:pt x="1200" y="312"/>
                  </a:lnTo>
                  <a:lnTo>
                    <a:pt x="1194" y="312"/>
                  </a:lnTo>
                  <a:lnTo>
                    <a:pt x="1190" y="310"/>
                  </a:lnTo>
                  <a:lnTo>
                    <a:pt x="1190" y="307"/>
                  </a:lnTo>
                  <a:lnTo>
                    <a:pt x="1190" y="304"/>
                  </a:lnTo>
                  <a:lnTo>
                    <a:pt x="1190" y="301"/>
                  </a:lnTo>
                  <a:lnTo>
                    <a:pt x="1190" y="298"/>
                  </a:lnTo>
                  <a:lnTo>
                    <a:pt x="1192" y="295"/>
                  </a:lnTo>
                  <a:lnTo>
                    <a:pt x="1194" y="292"/>
                  </a:lnTo>
                  <a:lnTo>
                    <a:pt x="1196" y="289"/>
                  </a:lnTo>
                  <a:lnTo>
                    <a:pt x="1196" y="287"/>
                  </a:lnTo>
                  <a:lnTo>
                    <a:pt x="1194" y="284"/>
                  </a:lnTo>
                  <a:lnTo>
                    <a:pt x="1192" y="281"/>
                  </a:lnTo>
                  <a:lnTo>
                    <a:pt x="1194" y="278"/>
                  </a:lnTo>
                  <a:lnTo>
                    <a:pt x="1197" y="276"/>
                  </a:lnTo>
                  <a:lnTo>
                    <a:pt x="1200" y="274"/>
                  </a:lnTo>
                  <a:lnTo>
                    <a:pt x="1201" y="271"/>
                  </a:lnTo>
                  <a:lnTo>
                    <a:pt x="1200" y="267"/>
                  </a:lnTo>
                  <a:lnTo>
                    <a:pt x="1200" y="263"/>
                  </a:lnTo>
                  <a:lnTo>
                    <a:pt x="1202" y="261"/>
                  </a:lnTo>
                  <a:lnTo>
                    <a:pt x="1207" y="260"/>
                  </a:lnTo>
                  <a:lnTo>
                    <a:pt x="1212" y="261"/>
                  </a:lnTo>
                  <a:lnTo>
                    <a:pt x="1216" y="262"/>
                  </a:lnTo>
                  <a:lnTo>
                    <a:pt x="1219" y="262"/>
                  </a:lnTo>
                  <a:lnTo>
                    <a:pt x="1222" y="262"/>
                  </a:lnTo>
                  <a:lnTo>
                    <a:pt x="1226" y="262"/>
                  </a:lnTo>
                  <a:lnTo>
                    <a:pt x="1229" y="262"/>
                  </a:lnTo>
                  <a:lnTo>
                    <a:pt x="1232" y="260"/>
                  </a:lnTo>
                  <a:lnTo>
                    <a:pt x="1236" y="257"/>
                  </a:lnTo>
                  <a:lnTo>
                    <a:pt x="1240" y="255"/>
                  </a:lnTo>
                  <a:lnTo>
                    <a:pt x="1245" y="254"/>
                  </a:lnTo>
                  <a:lnTo>
                    <a:pt x="1249" y="257"/>
                  </a:lnTo>
                  <a:lnTo>
                    <a:pt x="1251" y="261"/>
                  </a:lnTo>
                  <a:lnTo>
                    <a:pt x="1253" y="264"/>
                  </a:lnTo>
                  <a:lnTo>
                    <a:pt x="1257" y="266"/>
                  </a:lnTo>
                  <a:lnTo>
                    <a:pt x="1261" y="266"/>
                  </a:lnTo>
                  <a:lnTo>
                    <a:pt x="1266" y="268"/>
                  </a:lnTo>
                  <a:lnTo>
                    <a:pt x="1268" y="271"/>
                  </a:lnTo>
                  <a:lnTo>
                    <a:pt x="1268" y="274"/>
                  </a:lnTo>
                  <a:lnTo>
                    <a:pt x="1269" y="277"/>
                  </a:lnTo>
                  <a:lnTo>
                    <a:pt x="1271" y="279"/>
                  </a:lnTo>
                  <a:lnTo>
                    <a:pt x="1275" y="281"/>
                  </a:lnTo>
                  <a:lnTo>
                    <a:pt x="1277" y="284"/>
                  </a:lnTo>
                  <a:lnTo>
                    <a:pt x="1279" y="286"/>
                  </a:lnTo>
                  <a:close/>
                </a:path>
              </a:pathLst>
            </a:custGeom>
            <a:solidFill>
              <a:srgbClr val="86D1BC">
                <a:alpha val="9600"/>
              </a:srgbClr>
            </a:solidFill>
            <a:ln>
              <a:noFill/>
            </a:ln>
          </p:spPr>
          <p:txBody>
            <a:bodyPr anchor="ctr"/>
            <a:lstStyle/>
            <a:p>
              <a:pPr algn="ctr">
                <a:buNone/>
              </a:pPr>
            </a:p>
          </p:txBody>
        </p:sp>
        <p:sp>
          <p:nvSpPr>
            <p:cNvPr id="664" name="addition:spatial:46"/>
            <p:cNvSpPr>
              <a:spLocks noGrp="1"/>
            </p:cNvSpPr>
            <p:nvPr/>
          </p:nvSpPr>
          <p:spPr>
            <a:xfrm>
              <a:off x="5648325" y="1666875"/>
              <a:ext cx="1637462" cy="514259"/>
            </a:xfrm>
            <a:custGeom>
              <a:avLst/>
              <a:gdLst/>
              <a:ahLst/>
              <a:cxnLst/>
              <a:rect l="l" t="t" r="r" b="b"/>
              <a:pathLst>
                <a:path w="1235" h="304">
                  <a:moveTo>
                    <a:pt x="0" y="0"/>
                  </a:moveTo>
                  <a:moveTo>
                    <a:pt x="1234" y="278"/>
                  </a:moveTo>
                  <a:lnTo>
                    <a:pt x="1232" y="280"/>
                  </a:lnTo>
                  <a:lnTo>
                    <a:pt x="1230" y="282"/>
                  </a:lnTo>
                  <a:lnTo>
                    <a:pt x="1228" y="285"/>
                  </a:lnTo>
                  <a:lnTo>
                    <a:pt x="1225" y="287"/>
                  </a:lnTo>
                  <a:lnTo>
                    <a:pt x="1222" y="288"/>
                  </a:lnTo>
                  <a:lnTo>
                    <a:pt x="1218" y="289"/>
                  </a:lnTo>
                  <a:lnTo>
                    <a:pt x="1217" y="291"/>
                  </a:lnTo>
                  <a:lnTo>
                    <a:pt x="1218" y="295"/>
                  </a:lnTo>
                  <a:lnTo>
                    <a:pt x="1218" y="299"/>
                  </a:lnTo>
                  <a:lnTo>
                    <a:pt x="1217" y="302"/>
                  </a:lnTo>
                  <a:lnTo>
                    <a:pt x="1214" y="304"/>
                  </a:lnTo>
                  <a:lnTo>
                    <a:pt x="1209" y="303"/>
                  </a:lnTo>
                  <a:lnTo>
                    <a:pt x="1205" y="302"/>
                  </a:lnTo>
                  <a:lnTo>
                    <a:pt x="1202" y="302"/>
                  </a:lnTo>
                  <a:lnTo>
                    <a:pt x="1199" y="303"/>
                  </a:lnTo>
                  <a:lnTo>
                    <a:pt x="1197" y="304"/>
                  </a:lnTo>
                  <a:lnTo>
                    <a:pt x="1194" y="304"/>
                  </a:lnTo>
                  <a:lnTo>
                    <a:pt x="1191" y="303"/>
                  </a:lnTo>
                  <a:lnTo>
                    <a:pt x="1189" y="302"/>
                  </a:lnTo>
                  <a:lnTo>
                    <a:pt x="1186" y="302"/>
                  </a:lnTo>
                  <a:lnTo>
                    <a:pt x="1183" y="303"/>
                  </a:lnTo>
                  <a:lnTo>
                    <a:pt x="1181" y="302"/>
                  </a:lnTo>
                  <a:lnTo>
                    <a:pt x="1179" y="300"/>
                  </a:lnTo>
                  <a:lnTo>
                    <a:pt x="1177" y="299"/>
                  </a:lnTo>
                  <a:lnTo>
                    <a:pt x="1173" y="299"/>
                  </a:lnTo>
                  <a:lnTo>
                    <a:pt x="1169" y="299"/>
                  </a:lnTo>
                  <a:lnTo>
                    <a:pt x="1165" y="298"/>
                  </a:lnTo>
                  <a:lnTo>
                    <a:pt x="1163" y="296"/>
                  </a:lnTo>
                  <a:lnTo>
                    <a:pt x="1165" y="292"/>
                  </a:lnTo>
                  <a:lnTo>
                    <a:pt x="1167" y="288"/>
                  </a:lnTo>
                  <a:lnTo>
                    <a:pt x="1169" y="286"/>
                  </a:lnTo>
                  <a:lnTo>
                    <a:pt x="1167" y="284"/>
                  </a:lnTo>
                  <a:lnTo>
                    <a:pt x="1165" y="282"/>
                  </a:lnTo>
                  <a:lnTo>
                    <a:pt x="1162" y="280"/>
                  </a:lnTo>
                  <a:lnTo>
                    <a:pt x="1161" y="278"/>
                  </a:lnTo>
                  <a:lnTo>
                    <a:pt x="1160" y="275"/>
                  </a:lnTo>
                  <a:lnTo>
                    <a:pt x="1158" y="273"/>
                  </a:lnTo>
                  <a:lnTo>
                    <a:pt x="1157" y="270"/>
                  </a:lnTo>
                  <a:lnTo>
                    <a:pt x="1157" y="267"/>
                  </a:lnTo>
                  <a:lnTo>
                    <a:pt x="1159" y="265"/>
                  </a:lnTo>
                  <a:lnTo>
                    <a:pt x="1162" y="264"/>
                  </a:lnTo>
                  <a:lnTo>
                    <a:pt x="1165" y="263"/>
                  </a:lnTo>
                  <a:lnTo>
                    <a:pt x="1166" y="260"/>
                  </a:lnTo>
                  <a:lnTo>
                    <a:pt x="1166" y="258"/>
                  </a:lnTo>
                  <a:lnTo>
                    <a:pt x="1168" y="256"/>
                  </a:lnTo>
                  <a:lnTo>
                    <a:pt x="1172" y="256"/>
                  </a:lnTo>
                  <a:lnTo>
                    <a:pt x="1176" y="257"/>
                  </a:lnTo>
                  <a:lnTo>
                    <a:pt x="1179" y="257"/>
                  </a:lnTo>
                  <a:lnTo>
                    <a:pt x="1182" y="256"/>
                  </a:lnTo>
                  <a:lnTo>
                    <a:pt x="1184" y="253"/>
                  </a:lnTo>
                  <a:lnTo>
                    <a:pt x="1187" y="250"/>
                  </a:lnTo>
                  <a:lnTo>
                    <a:pt x="1190" y="249"/>
                  </a:lnTo>
                  <a:lnTo>
                    <a:pt x="1194" y="248"/>
                  </a:lnTo>
                  <a:lnTo>
                    <a:pt x="1198" y="248"/>
                  </a:lnTo>
                  <a:lnTo>
                    <a:pt x="1202" y="249"/>
                  </a:lnTo>
                  <a:lnTo>
                    <a:pt x="1206" y="250"/>
                  </a:lnTo>
                  <a:lnTo>
                    <a:pt x="1209" y="253"/>
                  </a:lnTo>
                  <a:lnTo>
                    <a:pt x="1210" y="256"/>
                  </a:lnTo>
                  <a:lnTo>
                    <a:pt x="1212" y="259"/>
                  </a:lnTo>
                  <a:lnTo>
                    <a:pt x="1215" y="260"/>
                  </a:lnTo>
                  <a:lnTo>
                    <a:pt x="1219" y="260"/>
                  </a:lnTo>
                  <a:lnTo>
                    <a:pt x="1224" y="260"/>
                  </a:lnTo>
                  <a:lnTo>
                    <a:pt x="1227" y="261"/>
                  </a:lnTo>
                  <a:lnTo>
                    <a:pt x="1228" y="264"/>
                  </a:lnTo>
                  <a:lnTo>
                    <a:pt x="1228" y="266"/>
                  </a:lnTo>
                  <a:lnTo>
                    <a:pt x="1229" y="269"/>
                  </a:lnTo>
                  <a:lnTo>
                    <a:pt x="1232" y="270"/>
                  </a:lnTo>
                  <a:lnTo>
                    <a:pt x="1234" y="272"/>
                  </a:lnTo>
                  <a:lnTo>
                    <a:pt x="1235" y="275"/>
                  </a:lnTo>
                  <a:close/>
                </a:path>
              </a:pathLst>
            </a:custGeom>
            <a:solidFill>
              <a:srgbClr val="86D1BC">
                <a:alpha val="9600"/>
              </a:srgbClr>
            </a:solidFill>
            <a:ln>
              <a:noFill/>
            </a:ln>
          </p:spPr>
          <p:txBody>
            <a:bodyPr anchor="ctr"/>
            <a:lstStyle/>
            <a:p>
              <a:pPr algn="ctr">
                <a:buNone/>
              </a:pPr>
            </a:p>
          </p:txBody>
        </p:sp>
        <p:sp>
          <p:nvSpPr>
            <p:cNvPr id="665" name="addition:spatial:47"/>
            <p:cNvSpPr>
              <a:spLocks noGrp="1"/>
            </p:cNvSpPr>
            <p:nvPr/>
          </p:nvSpPr>
          <p:spPr>
            <a:xfrm>
              <a:off x="5648325" y="1666875"/>
              <a:ext cx="1743532" cy="522717"/>
            </a:xfrm>
            <a:custGeom>
              <a:avLst/>
              <a:gdLst/>
              <a:ahLst/>
              <a:cxnLst/>
              <a:rect l="l" t="t" r="r" b="b"/>
              <a:pathLst>
                <a:path w="1315" h="309">
                  <a:moveTo>
                    <a:pt x="0" y="0"/>
                  </a:moveTo>
                  <a:moveTo>
                    <a:pt x="1307" y="273"/>
                  </a:moveTo>
                  <a:lnTo>
                    <a:pt x="1303" y="276"/>
                  </a:lnTo>
                  <a:lnTo>
                    <a:pt x="1299" y="278"/>
                  </a:lnTo>
                  <a:lnTo>
                    <a:pt x="1296" y="281"/>
                  </a:lnTo>
                  <a:lnTo>
                    <a:pt x="1298" y="284"/>
                  </a:lnTo>
                  <a:lnTo>
                    <a:pt x="1302" y="288"/>
                  </a:lnTo>
                  <a:lnTo>
                    <a:pt x="1304" y="293"/>
                  </a:lnTo>
                  <a:lnTo>
                    <a:pt x="1302" y="296"/>
                  </a:lnTo>
                  <a:lnTo>
                    <a:pt x="1296" y="297"/>
                  </a:lnTo>
                  <a:lnTo>
                    <a:pt x="1291" y="298"/>
                  </a:lnTo>
                  <a:lnTo>
                    <a:pt x="1287" y="300"/>
                  </a:lnTo>
                  <a:lnTo>
                    <a:pt x="1285" y="302"/>
                  </a:lnTo>
                  <a:lnTo>
                    <a:pt x="1282" y="305"/>
                  </a:lnTo>
                  <a:lnTo>
                    <a:pt x="1278" y="306"/>
                  </a:lnTo>
                  <a:lnTo>
                    <a:pt x="1273" y="306"/>
                  </a:lnTo>
                  <a:lnTo>
                    <a:pt x="1269" y="305"/>
                  </a:lnTo>
                  <a:lnTo>
                    <a:pt x="1265" y="304"/>
                  </a:lnTo>
                  <a:lnTo>
                    <a:pt x="1261" y="305"/>
                  </a:lnTo>
                  <a:lnTo>
                    <a:pt x="1257" y="305"/>
                  </a:lnTo>
                  <a:lnTo>
                    <a:pt x="1254" y="305"/>
                  </a:lnTo>
                  <a:lnTo>
                    <a:pt x="1250" y="304"/>
                  </a:lnTo>
                  <a:lnTo>
                    <a:pt x="1245" y="305"/>
                  </a:lnTo>
                  <a:lnTo>
                    <a:pt x="1239" y="307"/>
                  </a:lnTo>
                  <a:lnTo>
                    <a:pt x="1232" y="309"/>
                  </a:lnTo>
                  <a:lnTo>
                    <a:pt x="1226" y="307"/>
                  </a:lnTo>
                  <a:lnTo>
                    <a:pt x="1224" y="303"/>
                  </a:lnTo>
                  <a:lnTo>
                    <a:pt x="1225" y="298"/>
                  </a:lnTo>
                  <a:lnTo>
                    <a:pt x="1225" y="293"/>
                  </a:lnTo>
                  <a:lnTo>
                    <a:pt x="1222" y="291"/>
                  </a:lnTo>
                  <a:lnTo>
                    <a:pt x="1218" y="289"/>
                  </a:lnTo>
                  <a:lnTo>
                    <a:pt x="1213" y="287"/>
                  </a:lnTo>
                  <a:lnTo>
                    <a:pt x="1210" y="285"/>
                  </a:lnTo>
                  <a:lnTo>
                    <a:pt x="1208" y="282"/>
                  </a:lnTo>
                  <a:lnTo>
                    <a:pt x="1206" y="279"/>
                  </a:lnTo>
                  <a:lnTo>
                    <a:pt x="1202" y="276"/>
                  </a:lnTo>
                  <a:lnTo>
                    <a:pt x="1199" y="273"/>
                  </a:lnTo>
                  <a:lnTo>
                    <a:pt x="1198" y="270"/>
                  </a:lnTo>
                  <a:lnTo>
                    <a:pt x="1200" y="267"/>
                  </a:lnTo>
                  <a:lnTo>
                    <a:pt x="1202" y="264"/>
                  </a:lnTo>
                  <a:lnTo>
                    <a:pt x="1202" y="261"/>
                  </a:lnTo>
                  <a:lnTo>
                    <a:pt x="1201" y="257"/>
                  </a:lnTo>
                  <a:lnTo>
                    <a:pt x="1203" y="254"/>
                  </a:lnTo>
                  <a:lnTo>
                    <a:pt x="1208" y="252"/>
                  </a:lnTo>
                  <a:lnTo>
                    <a:pt x="1216" y="252"/>
                  </a:lnTo>
                  <a:lnTo>
                    <a:pt x="1223" y="253"/>
                  </a:lnTo>
                  <a:lnTo>
                    <a:pt x="1227" y="251"/>
                  </a:lnTo>
                  <a:lnTo>
                    <a:pt x="1229" y="248"/>
                  </a:lnTo>
                  <a:lnTo>
                    <a:pt x="1230" y="243"/>
                  </a:lnTo>
                  <a:lnTo>
                    <a:pt x="1234" y="240"/>
                  </a:lnTo>
                  <a:lnTo>
                    <a:pt x="1239" y="238"/>
                  </a:lnTo>
                  <a:lnTo>
                    <a:pt x="1245" y="237"/>
                  </a:lnTo>
                  <a:lnTo>
                    <a:pt x="1250" y="236"/>
                  </a:lnTo>
                  <a:lnTo>
                    <a:pt x="1256" y="235"/>
                  </a:lnTo>
                  <a:lnTo>
                    <a:pt x="1262" y="236"/>
                  </a:lnTo>
                  <a:lnTo>
                    <a:pt x="1267" y="239"/>
                  </a:lnTo>
                  <a:lnTo>
                    <a:pt x="1272" y="242"/>
                  </a:lnTo>
                  <a:lnTo>
                    <a:pt x="1276" y="244"/>
                  </a:lnTo>
                  <a:lnTo>
                    <a:pt x="1281" y="244"/>
                  </a:lnTo>
                  <a:lnTo>
                    <a:pt x="1287" y="243"/>
                  </a:lnTo>
                  <a:lnTo>
                    <a:pt x="1291" y="244"/>
                  </a:lnTo>
                  <a:lnTo>
                    <a:pt x="1294" y="247"/>
                  </a:lnTo>
                  <a:lnTo>
                    <a:pt x="1295" y="250"/>
                  </a:lnTo>
                  <a:lnTo>
                    <a:pt x="1297" y="253"/>
                  </a:lnTo>
                  <a:lnTo>
                    <a:pt x="1302" y="254"/>
                  </a:lnTo>
                  <a:lnTo>
                    <a:pt x="1308" y="254"/>
                  </a:lnTo>
                  <a:lnTo>
                    <a:pt x="1313" y="256"/>
                  </a:lnTo>
                  <a:lnTo>
                    <a:pt x="1315" y="259"/>
                  </a:lnTo>
                  <a:lnTo>
                    <a:pt x="1313" y="263"/>
                  </a:lnTo>
                  <a:lnTo>
                    <a:pt x="1311" y="267"/>
                  </a:lnTo>
                  <a:lnTo>
                    <a:pt x="1309" y="270"/>
                  </a:lnTo>
                  <a:close/>
                </a:path>
              </a:pathLst>
            </a:custGeom>
            <a:solidFill>
              <a:srgbClr val="86D1BC">
                <a:alpha val="9600"/>
              </a:srgbClr>
            </a:solidFill>
            <a:ln>
              <a:noFill/>
            </a:ln>
          </p:spPr>
          <p:txBody>
            <a:bodyPr anchor="ctr"/>
            <a:lstStyle/>
            <a:p>
              <a:pPr algn="ctr">
                <a:buNone/>
              </a:pPr>
            </a:p>
          </p:txBody>
        </p:sp>
        <p:sp>
          <p:nvSpPr>
            <p:cNvPr id="666" name="addition:spatial:48"/>
            <p:cNvSpPr>
              <a:spLocks noGrp="1"/>
            </p:cNvSpPr>
            <p:nvPr/>
          </p:nvSpPr>
          <p:spPr>
            <a:xfrm>
              <a:off x="5648325" y="1666875"/>
              <a:ext cx="1770050" cy="537942"/>
            </a:xfrm>
            <a:custGeom>
              <a:avLst/>
              <a:gdLst/>
              <a:ahLst/>
              <a:cxnLst/>
              <a:rect l="l" t="t" r="r" b="b"/>
              <a:pathLst>
                <a:path w="1335" h="318">
                  <a:moveTo>
                    <a:pt x="0" y="0"/>
                  </a:moveTo>
                  <a:moveTo>
                    <a:pt x="1329" y="267"/>
                  </a:moveTo>
                  <a:lnTo>
                    <a:pt x="1330" y="272"/>
                  </a:lnTo>
                  <a:lnTo>
                    <a:pt x="1327" y="276"/>
                  </a:lnTo>
                  <a:lnTo>
                    <a:pt x="1320" y="280"/>
                  </a:lnTo>
                  <a:lnTo>
                    <a:pt x="1312" y="282"/>
                  </a:lnTo>
                  <a:lnTo>
                    <a:pt x="1308" y="286"/>
                  </a:lnTo>
                  <a:lnTo>
                    <a:pt x="1307" y="290"/>
                  </a:lnTo>
                  <a:lnTo>
                    <a:pt x="1307" y="295"/>
                  </a:lnTo>
                  <a:lnTo>
                    <a:pt x="1305" y="300"/>
                  </a:lnTo>
                  <a:lnTo>
                    <a:pt x="1301" y="304"/>
                  </a:lnTo>
                  <a:lnTo>
                    <a:pt x="1298" y="309"/>
                  </a:lnTo>
                  <a:lnTo>
                    <a:pt x="1294" y="314"/>
                  </a:lnTo>
                  <a:lnTo>
                    <a:pt x="1289" y="318"/>
                  </a:lnTo>
                  <a:lnTo>
                    <a:pt x="1282" y="318"/>
                  </a:lnTo>
                  <a:lnTo>
                    <a:pt x="1273" y="314"/>
                  </a:lnTo>
                  <a:lnTo>
                    <a:pt x="1266" y="310"/>
                  </a:lnTo>
                  <a:lnTo>
                    <a:pt x="1261" y="308"/>
                  </a:lnTo>
                  <a:lnTo>
                    <a:pt x="1257" y="310"/>
                  </a:lnTo>
                  <a:lnTo>
                    <a:pt x="1252" y="314"/>
                  </a:lnTo>
                  <a:lnTo>
                    <a:pt x="1246" y="317"/>
                  </a:lnTo>
                  <a:lnTo>
                    <a:pt x="1240" y="317"/>
                  </a:lnTo>
                  <a:lnTo>
                    <a:pt x="1236" y="314"/>
                  </a:lnTo>
                  <a:lnTo>
                    <a:pt x="1231" y="312"/>
                  </a:lnTo>
                  <a:lnTo>
                    <a:pt x="1225" y="311"/>
                  </a:lnTo>
                  <a:lnTo>
                    <a:pt x="1218" y="311"/>
                  </a:lnTo>
                  <a:lnTo>
                    <a:pt x="1212" y="309"/>
                  </a:lnTo>
                  <a:lnTo>
                    <a:pt x="1208" y="305"/>
                  </a:lnTo>
                  <a:lnTo>
                    <a:pt x="1205" y="301"/>
                  </a:lnTo>
                  <a:lnTo>
                    <a:pt x="1201" y="297"/>
                  </a:lnTo>
                  <a:lnTo>
                    <a:pt x="1196" y="293"/>
                  </a:lnTo>
                  <a:lnTo>
                    <a:pt x="1194" y="289"/>
                  </a:lnTo>
                  <a:lnTo>
                    <a:pt x="1195" y="284"/>
                  </a:lnTo>
                  <a:lnTo>
                    <a:pt x="1199" y="278"/>
                  </a:lnTo>
                  <a:lnTo>
                    <a:pt x="1200" y="274"/>
                  </a:lnTo>
                  <a:lnTo>
                    <a:pt x="1195" y="271"/>
                  </a:lnTo>
                  <a:lnTo>
                    <a:pt x="1185" y="267"/>
                  </a:lnTo>
                  <a:lnTo>
                    <a:pt x="1175" y="262"/>
                  </a:lnTo>
                  <a:lnTo>
                    <a:pt x="1171" y="257"/>
                  </a:lnTo>
                  <a:lnTo>
                    <a:pt x="1174" y="252"/>
                  </a:lnTo>
                  <a:lnTo>
                    <a:pt x="1180" y="248"/>
                  </a:lnTo>
                  <a:lnTo>
                    <a:pt x="1184" y="245"/>
                  </a:lnTo>
                  <a:lnTo>
                    <a:pt x="1188" y="241"/>
                  </a:lnTo>
                  <a:lnTo>
                    <a:pt x="1192" y="238"/>
                  </a:lnTo>
                  <a:lnTo>
                    <a:pt x="1197" y="236"/>
                  </a:lnTo>
                  <a:lnTo>
                    <a:pt x="1204" y="234"/>
                  </a:lnTo>
                  <a:lnTo>
                    <a:pt x="1208" y="232"/>
                  </a:lnTo>
                  <a:lnTo>
                    <a:pt x="1212" y="228"/>
                  </a:lnTo>
                  <a:lnTo>
                    <a:pt x="1216" y="223"/>
                  </a:lnTo>
                  <a:lnTo>
                    <a:pt x="1222" y="221"/>
                  </a:lnTo>
                  <a:lnTo>
                    <a:pt x="1229" y="221"/>
                  </a:lnTo>
                  <a:lnTo>
                    <a:pt x="1237" y="222"/>
                  </a:lnTo>
                  <a:lnTo>
                    <a:pt x="1244" y="220"/>
                  </a:lnTo>
                  <a:lnTo>
                    <a:pt x="1250" y="216"/>
                  </a:lnTo>
                  <a:lnTo>
                    <a:pt x="1258" y="211"/>
                  </a:lnTo>
                  <a:lnTo>
                    <a:pt x="1267" y="209"/>
                  </a:lnTo>
                  <a:lnTo>
                    <a:pt x="1275" y="212"/>
                  </a:lnTo>
                  <a:lnTo>
                    <a:pt x="1281" y="219"/>
                  </a:lnTo>
                  <a:lnTo>
                    <a:pt x="1285" y="225"/>
                  </a:lnTo>
                  <a:lnTo>
                    <a:pt x="1290" y="228"/>
                  </a:lnTo>
                  <a:lnTo>
                    <a:pt x="1295" y="230"/>
                  </a:lnTo>
                  <a:lnTo>
                    <a:pt x="1301" y="232"/>
                  </a:lnTo>
                  <a:lnTo>
                    <a:pt x="1306" y="235"/>
                  </a:lnTo>
                  <a:lnTo>
                    <a:pt x="1311" y="237"/>
                  </a:lnTo>
                  <a:lnTo>
                    <a:pt x="1319" y="238"/>
                  </a:lnTo>
                  <a:lnTo>
                    <a:pt x="1328" y="239"/>
                  </a:lnTo>
                  <a:lnTo>
                    <a:pt x="1334" y="242"/>
                  </a:lnTo>
                  <a:lnTo>
                    <a:pt x="1335" y="247"/>
                  </a:lnTo>
                  <a:lnTo>
                    <a:pt x="1331" y="253"/>
                  </a:lnTo>
                  <a:lnTo>
                    <a:pt x="1326" y="258"/>
                  </a:lnTo>
                  <a:lnTo>
                    <a:pt x="1326" y="263"/>
                  </a:lnTo>
                  <a:close/>
                </a:path>
              </a:pathLst>
            </a:custGeom>
            <a:solidFill>
              <a:srgbClr val="56BFA2">
                <a:alpha val="11100"/>
              </a:srgbClr>
            </a:solidFill>
            <a:ln>
              <a:noFill/>
            </a:ln>
          </p:spPr>
          <p:txBody>
            <a:bodyPr anchor="ctr"/>
            <a:lstStyle/>
            <a:p>
              <a:pPr algn="ctr">
                <a:buNone/>
              </a:pPr>
            </a:p>
          </p:txBody>
        </p:sp>
        <p:sp>
          <p:nvSpPr>
            <p:cNvPr id="667" name="addition:spatial:49"/>
            <p:cNvSpPr>
              <a:spLocks noGrp="1"/>
            </p:cNvSpPr>
            <p:nvPr/>
          </p:nvSpPr>
          <p:spPr>
            <a:xfrm>
              <a:off x="5648325" y="1666875"/>
              <a:ext cx="1675912" cy="475351"/>
            </a:xfrm>
            <a:custGeom>
              <a:avLst/>
              <a:gdLst/>
              <a:ahLst/>
              <a:cxnLst/>
              <a:rect l="l" t="t" r="r" b="b"/>
              <a:pathLst>
                <a:path w="1264" h="281">
                  <a:moveTo>
                    <a:pt x="0" y="0"/>
                  </a:moveTo>
                  <a:moveTo>
                    <a:pt x="1263" y="253"/>
                  </a:moveTo>
                  <a:lnTo>
                    <a:pt x="1264" y="256"/>
                  </a:lnTo>
                  <a:lnTo>
                    <a:pt x="1263" y="258"/>
                  </a:lnTo>
                  <a:lnTo>
                    <a:pt x="1260" y="260"/>
                  </a:lnTo>
                  <a:lnTo>
                    <a:pt x="1258" y="262"/>
                  </a:lnTo>
                  <a:lnTo>
                    <a:pt x="1257" y="264"/>
                  </a:lnTo>
                  <a:lnTo>
                    <a:pt x="1257" y="267"/>
                  </a:lnTo>
                  <a:lnTo>
                    <a:pt x="1256" y="269"/>
                  </a:lnTo>
                  <a:lnTo>
                    <a:pt x="1253" y="270"/>
                  </a:lnTo>
                  <a:lnTo>
                    <a:pt x="1248" y="270"/>
                  </a:lnTo>
                  <a:lnTo>
                    <a:pt x="1245" y="270"/>
                  </a:lnTo>
                  <a:lnTo>
                    <a:pt x="1242" y="271"/>
                  </a:lnTo>
                  <a:lnTo>
                    <a:pt x="1241" y="274"/>
                  </a:lnTo>
                  <a:lnTo>
                    <a:pt x="1239" y="277"/>
                  </a:lnTo>
                  <a:lnTo>
                    <a:pt x="1236" y="279"/>
                  </a:lnTo>
                  <a:lnTo>
                    <a:pt x="1233" y="280"/>
                  </a:lnTo>
                  <a:lnTo>
                    <a:pt x="1229" y="281"/>
                  </a:lnTo>
                  <a:lnTo>
                    <a:pt x="1226" y="281"/>
                  </a:lnTo>
                  <a:lnTo>
                    <a:pt x="1222" y="281"/>
                  </a:lnTo>
                  <a:lnTo>
                    <a:pt x="1218" y="279"/>
                  </a:lnTo>
                  <a:lnTo>
                    <a:pt x="1216" y="277"/>
                  </a:lnTo>
                  <a:lnTo>
                    <a:pt x="1214" y="274"/>
                  </a:lnTo>
                  <a:lnTo>
                    <a:pt x="1211" y="273"/>
                  </a:lnTo>
                  <a:lnTo>
                    <a:pt x="1208" y="273"/>
                  </a:lnTo>
                  <a:lnTo>
                    <a:pt x="1204" y="274"/>
                  </a:lnTo>
                  <a:lnTo>
                    <a:pt x="1201" y="274"/>
                  </a:lnTo>
                  <a:lnTo>
                    <a:pt x="1199" y="272"/>
                  </a:lnTo>
                  <a:lnTo>
                    <a:pt x="1199" y="269"/>
                  </a:lnTo>
                  <a:lnTo>
                    <a:pt x="1198" y="267"/>
                  </a:lnTo>
                  <a:lnTo>
                    <a:pt x="1195" y="266"/>
                  </a:lnTo>
                  <a:lnTo>
                    <a:pt x="1192" y="265"/>
                  </a:lnTo>
                  <a:lnTo>
                    <a:pt x="1190" y="263"/>
                  </a:lnTo>
                  <a:lnTo>
                    <a:pt x="1190" y="261"/>
                  </a:lnTo>
                  <a:lnTo>
                    <a:pt x="1191" y="258"/>
                  </a:lnTo>
                  <a:lnTo>
                    <a:pt x="1193" y="256"/>
                  </a:lnTo>
                  <a:lnTo>
                    <a:pt x="1194" y="253"/>
                  </a:lnTo>
                  <a:lnTo>
                    <a:pt x="1195" y="251"/>
                  </a:lnTo>
                  <a:lnTo>
                    <a:pt x="1198" y="249"/>
                  </a:lnTo>
                  <a:lnTo>
                    <a:pt x="1200" y="248"/>
                  </a:lnTo>
                  <a:lnTo>
                    <a:pt x="1201" y="246"/>
                  </a:lnTo>
                  <a:lnTo>
                    <a:pt x="1200" y="243"/>
                  </a:lnTo>
                  <a:lnTo>
                    <a:pt x="1198" y="240"/>
                  </a:lnTo>
                  <a:lnTo>
                    <a:pt x="1197" y="236"/>
                  </a:lnTo>
                  <a:lnTo>
                    <a:pt x="1198" y="234"/>
                  </a:lnTo>
                  <a:lnTo>
                    <a:pt x="1202" y="233"/>
                  </a:lnTo>
                  <a:lnTo>
                    <a:pt x="1206" y="233"/>
                  </a:lnTo>
                  <a:lnTo>
                    <a:pt x="1209" y="233"/>
                  </a:lnTo>
                  <a:lnTo>
                    <a:pt x="1211" y="231"/>
                  </a:lnTo>
                  <a:lnTo>
                    <a:pt x="1213" y="230"/>
                  </a:lnTo>
                  <a:lnTo>
                    <a:pt x="1215" y="230"/>
                  </a:lnTo>
                  <a:lnTo>
                    <a:pt x="1218" y="230"/>
                  </a:lnTo>
                  <a:lnTo>
                    <a:pt x="1220" y="230"/>
                  </a:lnTo>
                  <a:lnTo>
                    <a:pt x="1222" y="230"/>
                  </a:lnTo>
                  <a:lnTo>
                    <a:pt x="1225" y="229"/>
                  </a:lnTo>
                  <a:lnTo>
                    <a:pt x="1228" y="229"/>
                  </a:lnTo>
                  <a:lnTo>
                    <a:pt x="1230" y="229"/>
                  </a:lnTo>
                  <a:lnTo>
                    <a:pt x="1232" y="230"/>
                  </a:lnTo>
                  <a:lnTo>
                    <a:pt x="1235" y="230"/>
                  </a:lnTo>
                  <a:lnTo>
                    <a:pt x="1240" y="229"/>
                  </a:lnTo>
                  <a:lnTo>
                    <a:pt x="1244" y="229"/>
                  </a:lnTo>
                  <a:lnTo>
                    <a:pt x="1247" y="230"/>
                  </a:lnTo>
                  <a:lnTo>
                    <a:pt x="1248" y="233"/>
                  </a:lnTo>
                  <a:lnTo>
                    <a:pt x="1247" y="237"/>
                  </a:lnTo>
                  <a:lnTo>
                    <a:pt x="1247" y="240"/>
                  </a:lnTo>
                  <a:lnTo>
                    <a:pt x="1248" y="242"/>
                  </a:lnTo>
                  <a:lnTo>
                    <a:pt x="1251" y="243"/>
                  </a:lnTo>
                  <a:lnTo>
                    <a:pt x="1254" y="245"/>
                  </a:lnTo>
                  <a:lnTo>
                    <a:pt x="1256" y="247"/>
                  </a:lnTo>
                  <a:lnTo>
                    <a:pt x="1258" y="249"/>
                  </a:lnTo>
                  <a:lnTo>
                    <a:pt x="1260" y="251"/>
                  </a:lnTo>
                  <a:close/>
                </a:path>
              </a:pathLst>
            </a:custGeom>
            <a:solidFill>
              <a:srgbClr val="41B796">
                <a:alpha val="10800"/>
              </a:srgbClr>
            </a:solidFill>
            <a:ln>
              <a:noFill/>
            </a:ln>
          </p:spPr>
          <p:txBody>
            <a:bodyPr anchor="ctr"/>
            <a:lstStyle/>
            <a:p>
              <a:pPr algn="ctr">
                <a:buNone/>
              </a:pPr>
            </a:p>
          </p:txBody>
        </p:sp>
        <p:sp>
          <p:nvSpPr>
            <p:cNvPr id="668" name="addition:spatial:50"/>
            <p:cNvSpPr>
              <a:spLocks noGrp="1"/>
            </p:cNvSpPr>
            <p:nvPr/>
          </p:nvSpPr>
          <p:spPr>
            <a:xfrm>
              <a:off x="5648325" y="1666875"/>
              <a:ext cx="1730273" cy="449976"/>
            </a:xfrm>
            <a:custGeom>
              <a:avLst/>
              <a:gdLst/>
              <a:ahLst/>
              <a:cxnLst/>
              <a:rect l="l" t="t" r="r" b="b"/>
              <a:pathLst>
                <a:path w="1305" h="266">
                  <a:moveTo>
                    <a:pt x="0" y="0"/>
                  </a:moveTo>
                  <a:moveTo>
                    <a:pt x="1299" y="246"/>
                  </a:moveTo>
                  <a:lnTo>
                    <a:pt x="1302" y="247"/>
                  </a:lnTo>
                  <a:lnTo>
                    <a:pt x="1304" y="250"/>
                  </a:lnTo>
                  <a:lnTo>
                    <a:pt x="1305" y="252"/>
                  </a:lnTo>
                  <a:lnTo>
                    <a:pt x="1303" y="253"/>
                  </a:lnTo>
                  <a:lnTo>
                    <a:pt x="1299" y="254"/>
                  </a:lnTo>
                  <a:lnTo>
                    <a:pt x="1296" y="255"/>
                  </a:lnTo>
                  <a:lnTo>
                    <a:pt x="1294" y="256"/>
                  </a:lnTo>
                  <a:lnTo>
                    <a:pt x="1293" y="257"/>
                  </a:lnTo>
                  <a:lnTo>
                    <a:pt x="1293" y="259"/>
                  </a:lnTo>
                  <a:lnTo>
                    <a:pt x="1291" y="260"/>
                  </a:lnTo>
                  <a:lnTo>
                    <a:pt x="1288" y="261"/>
                  </a:lnTo>
                  <a:lnTo>
                    <a:pt x="1286" y="262"/>
                  </a:lnTo>
                  <a:lnTo>
                    <a:pt x="1284" y="263"/>
                  </a:lnTo>
                  <a:lnTo>
                    <a:pt x="1282" y="264"/>
                  </a:lnTo>
                  <a:lnTo>
                    <a:pt x="1279" y="265"/>
                  </a:lnTo>
                  <a:lnTo>
                    <a:pt x="1276" y="265"/>
                  </a:lnTo>
                  <a:lnTo>
                    <a:pt x="1274" y="265"/>
                  </a:lnTo>
                  <a:lnTo>
                    <a:pt x="1271" y="265"/>
                  </a:lnTo>
                  <a:lnTo>
                    <a:pt x="1268" y="266"/>
                  </a:lnTo>
                  <a:lnTo>
                    <a:pt x="1265" y="266"/>
                  </a:lnTo>
                  <a:lnTo>
                    <a:pt x="1262" y="265"/>
                  </a:lnTo>
                  <a:lnTo>
                    <a:pt x="1261" y="262"/>
                  </a:lnTo>
                  <a:lnTo>
                    <a:pt x="1260" y="260"/>
                  </a:lnTo>
                  <a:lnTo>
                    <a:pt x="1259" y="258"/>
                  </a:lnTo>
                  <a:lnTo>
                    <a:pt x="1256" y="259"/>
                  </a:lnTo>
                  <a:lnTo>
                    <a:pt x="1253" y="259"/>
                  </a:lnTo>
                  <a:lnTo>
                    <a:pt x="1250" y="259"/>
                  </a:lnTo>
                  <a:lnTo>
                    <a:pt x="1248" y="258"/>
                  </a:lnTo>
                  <a:lnTo>
                    <a:pt x="1247" y="256"/>
                  </a:lnTo>
                  <a:lnTo>
                    <a:pt x="1245" y="255"/>
                  </a:lnTo>
                  <a:lnTo>
                    <a:pt x="1244" y="253"/>
                  </a:lnTo>
                  <a:lnTo>
                    <a:pt x="1244" y="251"/>
                  </a:lnTo>
                  <a:lnTo>
                    <a:pt x="1246" y="249"/>
                  </a:lnTo>
                  <a:lnTo>
                    <a:pt x="1248" y="247"/>
                  </a:lnTo>
                  <a:lnTo>
                    <a:pt x="1249" y="246"/>
                  </a:lnTo>
                  <a:lnTo>
                    <a:pt x="1249" y="244"/>
                  </a:lnTo>
                  <a:lnTo>
                    <a:pt x="1248" y="242"/>
                  </a:lnTo>
                  <a:lnTo>
                    <a:pt x="1248" y="240"/>
                  </a:lnTo>
                  <a:lnTo>
                    <a:pt x="1250" y="239"/>
                  </a:lnTo>
                  <a:lnTo>
                    <a:pt x="1253" y="238"/>
                  </a:lnTo>
                  <a:lnTo>
                    <a:pt x="1255" y="237"/>
                  </a:lnTo>
                  <a:lnTo>
                    <a:pt x="1255" y="235"/>
                  </a:lnTo>
                  <a:lnTo>
                    <a:pt x="1254" y="233"/>
                  </a:lnTo>
                  <a:lnTo>
                    <a:pt x="1254" y="230"/>
                  </a:lnTo>
                  <a:lnTo>
                    <a:pt x="1256" y="228"/>
                  </a:lnTo>
                  <a:lnTo>
                    <a:pt x="1258" y="228"/>
                  </a:lnTo>
                  <a:lnTo>
                    <a:pt x="1261" y="228"/>
                  </a:lnTo>
                  <a:lnTo>
                    <a:pt x="1263" y="228"/>
                  </a:lnTo>
                  <a:lnTo>
                    <a:pt x="1265" y="228"/>
                  </a:lnTo>
                  <a:lnTo>
                    <a:pt x="1268" y="228"/>
                  </a:lnTo>
                  <a:lnTo>
                    <a:pt x="1270" y="229"/>
                  </a:lnTo>
                  <a:lnTo>
                    <a:pt x="1271" y="230"/>
                  </a:lnTo>
                  <a:lnTo>
                    <a:pt x="1273" y="229"/>
                  </a:lnTo>
                  <a:lnTo>
                    <a:pt x="1275" y="227"/>
                  </a:lnTo>
                  <a:lnTo>
                    <a:pt x="1278" y="225"/>
                  </a:lnTo>
                  <a:lnTo>
                    <a:pt x="1280" y="225"/>
                  </a:lnTo>
                  <a:lnTo>
                    <a:pt x="1282" y="227"/>
                  </a:lnTo>
                  <a:lnTo>
                    <a:pt x="1283" y="229"/>
                  </a:lnTo>
                  <a:lnTo>
                    <a:pt x="1285" y="230"/>
                  </a:lnTo>
                  <a:lnTo>
                    <a:pt x="1288" y="230"/>
                  </a:lnTo>
                  <a:lnTo>
                    <a:pt x="1290" y="231"/>
                  </a:lnTo>
                  <a:lnTo>
                    <a:pt x="1292" y="232"/>
                  </a:lnTo>
                  <a:lnTo>
                    <a:pt x="1293" y="234"/>
                  </a:lnTo>
                  <a:lnTo>
                    <a:pt x="1293" y="236"/>
                  </a:lnTo>
                  <a:lnTo>
                    <a:pt x="1294" y="238"/>
                  </a:lnTo>
                  <a:lnTo>
                    <a:pt x="1295" y="239"/>
                  </a:lnTo>
                  <a:lnTo>
                    <a:pt x="1296" y="241"/>
                  </a:lnTo>
                  <a:lnTo>
                    <a:pt x="1297" y="243"/>
                  </a:lnTo>
                  <a:lnTo>
                    <a:pt x="1297" y="244"/>
                  </a:lnTo>
                  <a:close/>
                </a:path>
              </a:pathLst>
            </a:custGeom>
            <a:solidFill>
              <a:srgbClr val="41B796">
                <a:alpha val="10800"/>
              </a:srgbClr>
            </a:solidFill>
            <a:ln>
              <a:noFill/>
            </a:ln>
          </p:spPr>
          <p:txBody>
            <a:bodyPr anchor="ctr"/>
            <a:lstStyle/>
            <a:p>
              <a:pPr algn="ctr">
                <a:buNone/>
              </a:pPr>
            </a:p>
          </p:txBody>
        </p:sp>
        <p:sp>
          <p:nvSpPr>
            <p:cNvPr id="669" name="addition:spatial:51"/>
            <p:cNvSpPr>
              <a:spLocks noGrp="1"/>
            </p:cNvSpPr>
            <p:nvPr/>
          </p:nvSpPr>
          <p:spPr>
            <a:xfrm>
              <a:off x="5648325" y="1666875"/>
              <a:ext cx="1772702" cy="517642"/>
            </a:xfrm>
            <a:custGeom>
              <a:avLst/>
              <a:gdLst/>
              <a:ahLst/>
              <a:cxnLst/>
              <a:rect l="l" t="t" r="r" b="b"/>
              <a:pathLst>
                <a:path w="1337" h="306">
                  <a:moveTo>
                    <a:pt x="0" y="0"/>
                  </a:moveTo>
                  <a:moveTo>
                    <a:pt x="1334" y="279"/>
                  </a:moveTo>
                  <a:lnTo>
                    <a:pt x="1329" y="281"/>
                  </a:lnTo>
                  <a:lnTo>
                    <a:pt x="1324" y="283"/>
                  </a:lnTo>
                  <a:lnTo>
                    <a:pt x="1322" y="285"/>
                  </a:lnTo>
                  <a:lnTo>
                    <a:pt x="1323" y="287"/>
                  </a:lnTo>
                  <a:lnTo>
                    <a:pt x="1323" y="290"/>
                  </a:lnTo>
                  <a:lnTo>
                    <a:pt x="1322" y="292"/>
                  </a:lnTo>
                  <a:lnTo>
                    <a:pt x="1320" y="294"/>
                  </a:lnTo>
                  <a:lnTo>
                    <a:pt x="1318" y="296"/>
                  </a:lnTo>
                  <a:lnTo>
                    <a:pt x="1317" y="298"/>
                  </a:lnTo>
                  <a:lnTo>
                    <a:pt x="1315" y="300"/>
                  </a:lnTo>
                  <a:lnTo>
                    <a:pt x="1312" y="302"/>
                  </a:lnTo>
                  <a:lnTo>
                    <a:pt x="1308" y="302"/>
                  </a:lnTo>
                  <a:lnTo>
                    <a:pt x="1305" y="302"/>
                  </a:lnTo>
                  <a:lnTo>
                    <a:pt x="1302" y="303"/>
                  </a:lnTo>
                  <a:lnTo>
                    <a:pt x="1300" y="305"/>
                  </a:lnTo>
                  <a:lnTo>
                    <a:pt x="1297" y="306"/>
                  </a:lnTo>
                  <a:lnTo>
                    <a:pt x="1294" y="305"/>
                  </a:lnTo>
                  <a:lnTo>
                    <a:pt x="1291" y="303"/>
                  </a:lnTo>
                  <a:lnTo>
                    <a:pt x="1289" y="300"/>
                  </a:lnTo>
                  <a:lnTo>
                    <a:pt x="1287" y="299"/>
                  </a:lnTo>
                  <a:lnTo>
                    <a:pt x="1284" y="301"/>
                  </a:lnTo>
                  <a:lnTo>
                    <a:pt x="1281" y="303"/>
                  </a:lnTo>
                  <a:lnTo>
                    <a:pt x="1277" y="304"/>
                  </a:lnTo>
                  <a:lnTo>
                    <a:pt x="1274" y="303"/>
                  </a:lnTo>
                  <a:lnTo>
                    <a:pt x="1271" y="301"/>
                  </a:lnTo>
                  <a:lnTo>
                    <a:pt x="1270" y="299"/>
                  </a:lnTo>
                  <a:lnTo>
                    <a:pt x="1268" y="297"/>
                  </a:lnTo>
                  <a:lnTo>
                    <a:pt x="1267" y="295"/>
                  </a:lnTo>
                  <a:lnTo>
                    <a:pt x="1267" y="292"/>
                  </a:lnTo>
                  <a:lnTo>
                    <a:pt x="1268" y="289"/>
                  </a:lnTo>
                  <a:lnTo>
                    <a:pt x="1268" y="287"/>
                  </a:lnTo>
                  <a:lnTo>
                    <a:pt x="1265" y="285"/>
                  </a:lnTo>
                  <a:lnTo>
                    <a:pt x="1261" y="284"/>
                  </a:lnTo>
                  <a:lnTo>
                    <a:pt x="1259" y="282"/>
                  </a:lnTo>
                  <a:lnTo>
                    <a:pt x="1259" y="279"/>
                  </a:lnTo>
                  <a:lnTo>
                    <a:pt x="1261" y="277"/>
                  </a:lnTo>
                  <a:lnTo>
                    <a:pt x="1262" y="275"/>
                  </a:lnTo>
                  <a:lnTo>
                    <a:pt x="1260" y="273"/>
                  </a:lnTo>
                  <a:lnTo>
                    <a:pt x="1258" y="270"/>
                  </a:lnTo>
                  <a:lnTo>
                    <a:pt x="1256" y="267"/>
                  </a:lnTo>
                  <a:lnTo>
                    <a:pt x="1258" y="265"/>
                  </a:lnTo>
                  <a:lnTo>
                    <a:pt x="1261" y="263"/>
                  </a:lnTo>
                  <a:lnTo>
                    <a:pt x="1264" y="262"/>
                  </a:lnTo>
                  <a:lnTo>
                    <a:pt x="1268" y="262"/>
                  </a:lnTo>
                  <a:lnTo>
                    <a:pt x="1270" y="261"/>
                  </a:lnTo>
                  <a:lnTo>
                    <a:pt x="1273" y="260"/>
                  </a:lnTo>
                  <a:lnTo>
                    <a:pt x="1276" y="260"/>
                  </a:lnTo>
                  <a:lnTo>
                    <a:pt x="1279" y="259"/>
                  </a:lnTo>
                  <a:lnTo>
                    <a:pt x="1281" y="257"/>
                  </a:lnTo>
                  <a:lnTo>
                    <a:pt x="1283" y="254"/>
                  </a:lnTo>
                  <a:lnTo>
                    <a:pt x="1286" y="251"/>
                  </a:lnTo>
                  <a:lnTo>
                    <a:pt x="1290" y="250"/>
                  </a:lnTo>
                  <a:lnTo>
                    <a:pt x="1294" y="251"/>
                  </a:lnTo>
                  <a:lnTo>
                    <a:pt x="1298" y="254"/>
                  </a:lnTo>
                  <a:lnTo>
                    <a:pt x="1301" y="255"/>
                  </a:lnTo>
                  <a:lnTo>
                    <a:pt x="1305" y="256"/>
                  </a:lnTo>
                  <a:lnTo>
                    <a:pt x="1309" y="256"/>
                  </a:lnTo>
                  <a:lnTo>
                    <a:pt x="1312" y="256"/>
                  </a:lnTo>
                  <a:lnTo>
                    <a:pt x="1315" y="259"/>
                  </a:lnTo>
                  <a:lnTo>
                    <a:pt x="1317" y="261"/>
                  </a:lnTo>
                  <a:lnTo>
                    <a:pt x="1319" y="263"/>
                  </a:lnTo>
                  <a:lnTo>
                    <a:pt x="1321" y="264"/>
                  </a:lnTo>
                  <a:lnTo>
                    <a:pt x="1324" y="265"/>
                  </a:lnTo>
                  <a:lnTo>
                    <a:pt x="1326" y="267"/>
                  </a:lnTo>
                  <a:lnTo>
                    <a:pt x="1328" y="269"/>
                  </a:lnTo>
                  <a:lnTo>
                    <a:pt x="1330" y="270"/>
                  </a:lnTo>
                  <a:lnTo>
                    <a:pt x="1333" y="272"/>
                  </a:lnTo>
                  <a:lnTo>
                    <a:pt x="1337" y="274"/>
                  </a:lnTo>
                  <a:lnTo>
                    <a:pt x="1337" y="277"/>
                  </a:lnTo>
                  <a:close/>
                </a:path>
              </a:pathLst>
            </a:custGeom>
            <a:solidFill>
              <a:srgbClr val="41B796">
                <a:alpha val="10800"/>
              </a:srgbClr>
            </a:solidFill>
            <a:ln>
              <a:noFill/>
            </a:ln>
          </p:spPr>
          <p:txBody>
            <a:bodyPr anchor="ctr"/>
            <a:lstStyle/>
            <a:p>
              <a:pPr algn="ctr">
                <a:buNone/>
              </a:pPr>
            </a:p>
          </p:txBody>
        </p:sp>
        <p:sp>
          <p:nvSpPr>
            <p:cNvPr id="670" name="addition:spatial:52"/>
            <p:cNvSpPr>
              <a:spLocks noGrp="1"/>
            </p:cNvSpPr>
            <p:nvPr/>
          </p:nvSpPr>
          <p:spPr>
            <a:xfrm>
              <a:off x="5648325" y="1666875"/>
              <a:ext cx="1689171" cy="536250"/>
            </a:xfrm>
            <a:custGeom>
              <a:avLst/>
              <a:gdLst/>
              <a:ahLst/>
              <a:cxnLst/>
              <a:rect l="l" t="t" r="r" b="b"/>
              <a:pathLst>
                <a:path w="1274" h="317">
                  <a:moveTo>
                    <a:pt x="0" y="0"/>
                  </a:moveTo>
                  <a:moveTo>
                    <a:pt x="1270" y="294"/>
                  </a:moveTo>
                  <a:lnTo>
                    <a:pt x="1272" y="296"/>
                  </a:lnTo>
                  <a:lnTo>
                    <a:pt x="1272" y="298"/>
                  </a:lnTo>
                  <a:lnTo>
                    <a:pt x="1271" y="299"/>
                  </a:lnTo>
                  <a:lnTo>
                    <a:pt x="1269" y="301"/>
                  </a:lnTo>
                  <a:lnTo>
                    <a:pt x="1267" y="302"/>
                  </a:lnTo>
                  <a:lnTo>
                    <a:pt x="1267" y="304"/>
                  </a:lnTo>
                  <a:lnTo>
                    <a:pt x="1268" y="307"/>
                  </a:lnTo>
                  <a:lnTo>
                    <a:pt x="1269" y="310"/>
                  </a:lnTo>
                  <a:lnTo>
                    <a:pt x="1268" y="312"/>
                  </a:lnTo>
                  <a:lnTo>
                    <a:pt x="1265" y="312"/>
                  </a:lnTo>
                  <a:lnTo>
                    <a:pt x="1261" y="312"/>
                  </a:lnTo>
                  <a:lnTo>
                    <a:pt x="1258" y="312"/>
                  </a:lnTo>
                  <a:lnTo>
                    <a:pt x="1256" y="312"/>
                  </a:lnTo>
                  <a:lnTo>
                    <a:pt x="1254" y="312"/>
                  </a:lnTo>
                  <a:lnTo>
                    <a:pt x="1251" y="312"/>
                  </a:lnTo>
                  <a:lnTo>
                    <a:pt x="1249" y="312"/>
                  </a:lnTo>
                  <a:lnTo>
                    <a:pt x="1247" y="313"/>
                  </a:lnTo>
                  <a:lnTo>
                    <a:pt x="1245" y="315"/>
                  </a:lnTo>
                  <a:lnTo>
                    <a:pt x="1242" y="317"/>
                  </a:lnTo>
                  <a:lnTo>
                    <a:pt x="1239" y="317"/>
                  </a:lnTo>
                  <a:lnTo>
                    <a:pt x="1236" y="316"/>
                  </a:lnTo>
                  <a:lnTo>
                    <a:pt x="1234" y="314"/>
                  </a:lnTo>
                  <a:lnTo>
                    <a:pt x="1232" y="312"/>
                  </a:lnTo>
                  <a:lnTo>
                    <a:pt x="1229" y="311"/>
                  </a:lnTo>
                  <a:lnTo>
                    <a:pt x="1225" y="311"/>
                  </a:lnTo>
                  <a:lnTo>
                    <a:pt x="1222" y="310"/>
                  </a:lnTo>
                  <a:lnTo>
                    <a:pt x="1221" y="308"/>
                  </a:lnTo>
                  <a:lnTo>
                    <a:pt x="1221" y="306"/>
                  </a:lnTo>
                  <a:lnTo>
                    <a:pt x="1220" y="304"/>
                  </a:lnTo>
                  <a:lnTo>
                    <a:pt x="1219" y="302"/>
                  </a:lnTo>
                  <a:lnTo>
                    <a:pt x="1216" y="301"/>
                  </a:lnTo>
                  <a:lnTo>
                    <a:pt x="1214" y="299"/>
                  </a:lnTo>
                  <a:lnTo>
                    <a:pt x="1213" y="297"/>
                  </a:lnTo>
                  <a:lnTo>
                    <a:pt x="1211" y="296"/>
                  </a:lnTo>
                  <a:lnTo>
                    <a:pt x="1209" y="294"/>
                  </a:lnTo>
                  <a:lnTo>
                    <a:pt x="1206" y="292"/>
                  </a:lnTo>
                  <a:lnTo>
                    <a:pt x="1205" y="289"/>
                  </a:lnTo>
                  <a:lnTo>
                    <a:pt x="1208" y="287"/>
                  </a:lnTo>
                  <a:lnTo>
                    <a:pt x="1212" y="286"/>
                  </a:lnTo>
                  <a:lnTo>
                    <a:pt x="1217" y="285"/>
                  </a:lnTo>
                  <a:lnTo>
                    <a:pt x="1219" y="284"/>
                  </a:lnTo>
                  <a:lnTo>
                    <a:pt x="1220" y="282"/>
                  </a:lnTo>
                  <a:lnTo>
                    <a:pt x="1220" y="280"/>
                  </a:lnTo>
                  <a:lnTo>
                    <a:pt x="1221" y="278"/>
                  </a:lnTo>
                  <a:lnTo>
                    <a:pt x="1224" y="277"/>
                  </a:lnTo>
                  <a:lnTo>
                    <a:pt x="1227" y="276"/>
                  </a:lnTo>
                  <a:lnTo>
                    <a:pt x="1229" y="275"/>
                  </a:lnTo>
                  <a:lnTo>
                    <a:pt x="1232" y="274"/>
                  </a:lnTo>
                  <a:lnTo>
                    <a:pt x="1235" y="272"/>
                  </a:lnTo>
                  <a:lnTo>
                    <a:pt x="1238" y="272"/>
                  </a:lnTo>
                  <a:lnTo>
                    <a:pt x="1241" y="272"/>
                  </a:lnTo>
                  <a:lnTo>
                    <a:pt x="1244" y="272"/>
                  </a:lnTo>
                  <a:lnTo>
                    <a:pt x="1248" y="271"/>
                  </a:lnTo>
                  <a:lnTo>
                    <a:pt x="1251" y="271"/>
                  </a:lnTo>
                  <a:lnTo>
                    <a:pt x="1254" y="272"/>
                  </a:lnTo>
                  <a:lnTo>
                    <a:pt x="1255" y="274"/>
                  </a:lnTo>
                  <a:lnTo>
                    <a:pt x="1257" y="277"/>
                  </a:lnTo>
                  <a:lnTo>
                    <a:pt x="1258" y="279"/>
                  </a:lnTo>
                  <a:lnTo>
                    <a:pt x="1261" y="278"/>
                  </a:lnTo>
                  <a:lnTo>
                    <a:pt x="1265" y="277"/>
                  </a:lnTo>
                  <a:lnTo>
                    <a:pt x="1269" y="277"/>
                  </a:lnTo>
                  <a:lnTo>
                    <a:pt x="1271" y="278"/>
                  </a:lnTo>
                  <a:lnTo>
                    <a:pt x="1272" y="280"/>
                  </a:lnTo>
                  <a:lnTo>
                    <a:pt x="1273" y="282"/>
                  </a:lnTo>
                  <a:lnTo>
                    <a:pt x="1273" y="284"/>
                  </a:lnTo>
                  <a:lnTo>
                    <a:pt x="1274" y="286"/>
                  </a:lnTo>
                  <a:lnTo>
                    <a:pt x="1273" y="288"/>
                  </a:lnTo>
                  <a:lnTo>
                    <a:pt x="1272" y="290"/>
                  </a:lnTo>
                  <a:lnTo>
                    <a:pt x="1270" y="292"/>
                  </a:lnTo>
                  <a:close/>
                </a:path>
              </a:pathLst>
            </a:custGeom>
            <a:solidFill>
              <a:srgbClr val="41B796">
                <a:alpha val="10800"/>
              </a:srgbClr>
            </a:solidFill>
            <a:ln>
              <a:noFill/>
            </a:ln>
          </p:spPr>
          <p:txBody>
            <a:bodyPr anchor="ctr"/>
            <a:lstStyle/>
            <a:p>
              <a:pPr algn="ctr">
                <a:buNone/>
              </a:pPr>
            </a:p>
          </p:txBody>
        </p:sp>
        <p:sp>
          <p:nvSpPr>
            <p:cNvPr id="671" name="addition:spatial:53"/>
            <p:cNvSpPr>
              <a:spLocks noGrp="1"/>
            </p:cNvSpPr>
            <p:nvPr/>
          </p:nvSpPr>
          <p:spPr>
            <a:xfrm>
              <a:off x="5648325" y="1666875"/>
              <a:ext cx="1921200" cy="740938"/>
            </a:xfrm>
            <a:custGeom>
              <a:avLst/>
              <a:gdLst/>
              <a:ahLst/>
              <a:cxnLst/>
              <a:rect l="l" t="t" r="r" b="b"/>
              <a:pathLst>
                <a:path w="1449" h="438">
                  <a:moveTo>
                    <a:pt x="0" y="0"/>
                  </a:moveTo>
                  <a:moveTo>
                    <a:pt x="1422" y="349"/>
                  </a:moveTo>
                  <a:lnTo>
                    <a:pt x="1435" y="357"/>
                  </a:lnTo>
                  <a:lnTo>
                    <a:pt x="1446" y="366"/>
                  </a:lnTo>
                  <a:lnTo>
                    <a:pt x="1449" y="375"/>
                  </a:lnTo>
                  <a:lnTo>
                    <a:pt x="1439" y="382"/>
                  </a:lnTo>
                  <a:lnTo>
                    <a:pt x="1423" y="385"/>
                  </a:lnTo>
                  <a:lnTo>
                    <a:pt x="1408" y="387"/>
                  </a:lnTo>
                  <a:lnTo>
                    <a:pt x="1401" y="392"/>
                  </a:lnTo>
                  <a:lnTo>
                    <a:pt x="1398" y="399"/>
                  </a:lnTo>
                  <a:lnTo>
                    <a:pt x="1395" y="406"/>
                  </a:lnTo>
                  <a:lnTo>
                    <a:pt x="1387" y="411"/>
                  </a:lnTo>
                  <a:lnTo>
                    <a:pt x="1377" y="414"/>
                  </a:lnTo>
                  <a:lnTo>
                    <a:pt x="1367" y="418"/>
                  </a:lnTo>
                  <a:lnTo>
                    <a:pt x="1358" y="423"/>
                  </a:lnTo>
                  <a:lnTo>
                    <a:pt x="1349" y="429"/>
                  </a:lnTo>
                  <a:lnTo>
                    <a:pt x="1338" y="433"/>
                  </a:lnTo>
                  <a:lnTo>
                    <a:pt x="1325" y="433"/>
                  </a:lnTo>
                  <a:lnTo>
                    <a:pt x="1313" y="432"/>
                  </a:lnTo>
                  <a:lnTo>
                    <a:pt x="1300" y="434"/>
                  </a:lnTo>
                  <a:lnTo>
                    <a:pt x="1287" y="438"/>
                  </a:lnTo>
                  <a:lnTo>
                    <a:pt x="1274" y="438"/>
                  </a:lnTo>
                  <a:lnTo>
                    <a:pt x="1264" y="432"/>
                  </a:lnTo>
                  <a:lnTo>
                    <a:pt x="1258" y="421"/>
                  </a:lnTo>
                  <a:lnTo>
                    <a:pt x="1254" y="409"/>
                  </a:lnTo>
                  <a:lnTo>
                    <a:pt x="1249" y="404"/>
                  </a:lnTo>
                  <a:lnTo>
                    <a:pt x="1238" y="404"/>
                  </a:lnTo>
                  <a:lnTo>
                    <a:pt x="1223" y="406"/>
                  </a:lnTo>
                  <a:lnTo>
                    <a:pt x="1210" y="405"/>
                  </a:lnTo>
                  <a:lnTo>
                    <a:pt x="1201" y="401"/>
                  </a:lnTo>
                  <a:lnTo>
                    <a:pt x="1196" y="394"/>
                  </a:lnTo>
                  <a:lnTo>
                    <a:pt x="1191" y="388"/>
                  </a:lnTo>
                  <a:lnTo>
                    <a:pt x="1187" y="381"/>
                  </a:lnTo>
                  <a:lnTo>
                    <a:pt x="1186" y="373"/>
                  </a:lnTo>
                  <a:lnTo>
                    <a:pt x="1192" y="364"/>
                  </a:lnTo>
                  <a:lnTo>
                    <a:pt x="1201" y="356"/>
                  </a:lnTo>
                  <a:lnTo>
                    <a:pt x="1206" y="349"/>
                  </a:lnTo>
                  <a:lnTo>
                    <a:pt x="1205" y="342"/>
                  </a:lnTo>
                  <a:lnTo>
                    <a:pt x="1201" y="334"/>
                  </a:lnTo>
                  <a:lnTo>
                    <a:pt x="1202" y="327"/>
                  </a:lnTo>
                  <a:lnTo>
                    <a:pt x="1211" y="321"/>
                  </a:lnTo>
                  <a:lnTo>
                    <a:pt x="1223" y="317"/>
                  </a:lnTo>
                  <a:lnTo>
                    <a:pt x="1231" y="312"/>
                  </a:lnTo>
                  <a:lnTo>
                    <a:pt x="1231" y="304"/>
                  </a:lnTo>
                  <a:lnTo>
                    <a:pt x="1228" y="293"/>
                  </a:lnTo>
                  <a:lnTo>
                    <a:pt x="1228" y="282"/>
                  </a:lnTo>
                  <a:lnTo>
                    <a:pt x="1234" y="275"/>
                  </a:lnTo>
                  <a:lnTo>
                    <a:pt x="1246" y="273"/>
                  </a:lnTo>
                  <a:lnTo>
                    <a:pt x="1257" y="273"/>
                  </a:lnTo>
                  <a:lnTo>
                    <a:pt x="1268" y="272"/>
                  </a:lnTo>
                  <a:lnTo>
                    <a:pt x="1277" y="272"/>
                  </a:lnTo>
                  <a:lnTo>
                    <a:pt x="1287" y="275"/>
                  </a:lnTo>
                  <a:lnTo>
                    <a:pt x="1296" y="279"/>
                  </a:lnTo>
                  <a:lnTo>
                    <a:pt x="1303" y="281"/>
                  </a:lnTo>
                  <a:lnTo>
                    <a:pt x="1310" y="277"/>
                  </a:lnTo>
                  <a:lnTo>
                    <a:pt x="1320" y="269"/>
                  </a:lnTo>
                  <a:lnTo>
                    <a:pt x="1331" y="262"/>
                  </a:lnTo>
                  <a:lnTo>
                    <a:pt x="1342" y="262"/>
                  </a:lnTo>
                  <a:lnTo>
                    <a:pt x="1349" y="269"/>
                  </a:lnTo>
                  <a:lnTo>
                    <a:pt x="1355" y="277"/>
                  </a:lnTo>
                  <a:lnTo>
                    <a:pt x="1362" y="282"/>
                  </a:lnTo>
                  <a:lnTo>
                    <a:pt x="1373" y="284"/>
                  </a:lnTo>
                  <a:lnTo>
                    <a:pt x="1386" y="286"/>
                  </a:lnTo>
                  <a:lnTo>
                    <a:pt x="1394" y="291"/>
                  </a:lnTo>
                  <a:lnTo>
                    <a:pt x="1397" y="300"/>
                  </a:lnTo>
                  <a:lnTo>
                    <a:pt x="1397" y="309"/>
                  </a:lnTo>
                  <a:lnTo>
                    <a:pt x="1399" y="316"/>
                  </a:lnTo>
                  <a:lnTo>
                    <a:pt x="1404" y="323"/>
                  </a:lnTo>
                  <a:lnTo>
                    <a:pt x="1409" y="329"/>
                  </a:lnTo>
                  <a:lnTo>
                    <a:pt x="1412" y="336"/>
                  </a:lnTo>
                  <a:lnTo>
                    <a:pt x="1415" y="342"/>
                  </a:lnTo>
                  <a:close/>
                </a:path>
              </a:pathLst>
            </a:custGeom>
            <a:solidFill>
              <a:srgbClr val="EFD4E3">
                <a:alpha val="12900"/>
              </a:srgbClr>
            </a:solidFill>
            <a:ln>
              <a:noFill/>
            </a:ln>
          </p:spPr>
          <p:txBody>
            <a:bodyPr anchor="ctr"/>
            <a:lstStyle/>
            <a:p>
              <a:pPr algn="ctr">
                <a:buNone/>
              </a:pPr>
            </a:p>
          </p:txBody>
        </p:sp>
        <p:sp>
          <p:nvSpPr>
            <p:cNvPr id="672" name="addition:spatial:54"/>
            <p:cNvSpPr>
              <a:spLocks noGrp="1"/>
            </p:cNvSpPr>
            <p:nvPr/>
          </p:nvSpPr>
          <p:spPr>
            <a:xfrm>
              <a:off x="5648325" y="1666875"/>
              <a:ext cx="1852254" cy="725714"/>
            </a:xfrm>
            <a:custGeom>
              <a:avLst/>
              <a:gdLst/>
              <a:ahLst/>
              <a:cxnLst/>
              <a:rect l="l" t="t" r="r" b="b"/>
              <a:pathLst>
                <a:path w="1397" h="429">
                  <a:moveTo>
                    <a:pt x="0" y="0"/>
                  </a:moveTo>
                  <a:moveTo>
                    <a:pt x="1385" y="354"/>
                  </a:moveTo>
                  <a:lnTo>
                    <a:pt x="1388" y="360"/>
                  </a:lnTo>
                  <a:lnTo>
                    <a:pt x="1389" y="366"/>
                  </a:lnTo>
                  <a:lnTo>
                    <a:pt x="1388" y="372"/>
                  </a:lnTo>
                  <a:lnTo>
                    <a:pt x="1387" y="378"/>
                  </a:lnTo>
                  <a:lnTo>
                    <a:pt x="1391" y="385"/>
                  </a:lnTo>
                  <a:lnTo>
                    <a:pt x="1396" y="394"/>
                  </a:lnTo>
                  <a:lnTo>
                    <a:pt x="1397" y="403"/>
                  </a:lnTo>
                  <a:lnTo>
                    <a:pt x="1389" y="407"/>
                  </a:lnTo>
                  <a:lnTo>
                    <a:pt x="1376" y="407"/>
                  </a:lnTo>
                  <a:lnTo>
                    <a:pt x="1362" y="404"/>
                  </a:lnTo>
                  <a:lnTo>
                    <a:pt x="1353" y="403"/>
                  </a:lnTo>
                  <a:lnTo>
                    <a:pt x="1348" y="407"/>
                  </a:lnTo>
                  <a:lnTo>
                    <a:pt x="1345" y="413"/>
                  </a:lnTo>
                  <a:lnTo>
                    <a:pt x="1339" y="419"/>
                  </a:lnTo>
                  <a:lnTo>
                    <a:pt x="1331" y="421"/>
                  </a:lnTo>
                  <a:lnTo>
                    <a:pt x="1323" y="422"/>
                  </a:lnTo>
                  <a:lnTo>
                    <a:pt x="1314" y="425"/>
                  </a:lnTo>
                  <a:lnTo>
                    <a:pt x="1305" y="428"/>
                  </a:lnTo>
                  <a:lnTo>
                    <a:pt x="1294" y="429"/>
                  </a:lnTo>
                  <a:lnTo>
                    <a:pt x="1285" y="426"/>
                  </a:lnTo>
                  <a:lnTo>
                    <a:pt x="1276" y="422"/>
                  </a:lnTo>
                  <a:lnTo>
                    <a:pt x="1267" y="418"/>
                  </a:lnTo>
                  <a:lnTo>
                    <a:pt x="1256" y="417"/>
                  </a:lnTo>
                  <a:lnTo>
                    <a:pt x="1245" y="416"/>
                  </a:lnTo>
                  <a:lnTo>
                    <a:pt x="1236" y="412"/>
                  </a:lnTo>
                  <a:lnTo>
                    <a:pt x="1233" y="404"/>
                  </a:lnTo>
                  <a:lnTo>
                    <a:pt x="1234" y="394"/>
                  </a:lnTo>
                  <a:lnTo>
                    <a:pt x="1233" y="387"/>
                  </a:lnTo>
                  <a:lnTo>
                    <a:pt x="1225" y="384"/>
                  </a:lnTo>
                  <a:lnTo>
                    <a:pt x="1212" y="383"/>
                  </a:lnTo>
                  <a:lnTo>
                    <a:pt x="1198" y="380"/>
                  </a:lnTo>
                  <a:lnTo>
                    <a:pt x="1190" y="375"/>
                  </a:lnTo>
                  <a:lnTo>
                    <a:pt x="1187" y="368"/>
                  </a:lnTo>
                  <a:lnTo>
                    <a:pt x="1187" y="361"/>
                  </a:lnTo>
                  <a:lnTo>
                    <a:pt x="1187" y="354"/>
                  </a:lnTo>
                  <a:lnTo>
                    <a:pt x="1190" y="347"/>
                  </a:lnTo>
                  <a:lnTo>
                    <a:pt x="1197" y="341"/>
                  </a:lnTo>
                  <a:lnTo>
                    <a:pt x="1207" y="336"/>
                  </a:lnTo>
                  <a:lnTo>
                    <a:pt x="1217" y="332"/>
                  </a:lnTo>
                  <a:lnTo>
                    <a:pt x="1221" y="327"/>
                  </a:lnTo>
                  <a:lnTo>
                    <a:pt x="1220" y="320"/>
                  </a:lnTo>
                  <a:lnTo>
                    <a:pt x="1221" y="312"/>
                  </a:lnTo>
                  <a:lnTo>
                    <a:pt x="1227" y="307"/>
                  </a:lnTo>
                  <a:lnTo>
                    <a:pt x="1238" y="304"/>
                  </a:lnTo>
                  <a:lnTo>
                    <a:pt x="1249" y="303"/>
                  </a:lnTo>
                  <a:lnTo>
                    <a:pt x="1256" y="299"/>
                  </a:lnTo>
                  <a:lnTo>
                    <a:pt x="1261" y="292"/>
                  </a:lnTo>
                  <a:lnTo>
                    <a:pt x="1266" y="283"/>
                  </a:lnTo>
                  <a:lnTo>
                    <a:pt x="1275" y="278"/>
                  </a:lnTo>
                  <a:lnTo>
                    <a:pt x="1285" y="278"/>
                  </a:lnTo>
                  <a:lnTo>
                    <a:pt x="1296" y="281"/>
                  </a:lnTo>
                  <a:lnTo>
                    <a:pt x="1305" y="284"/>
                  </a:lnTo>
                  <a:lnTo>
                    <a:pt x="1314" y="287"/>
                  </a:lnTo>
                  <a:lnTo>
                    <a:pt x="1321" y="290"/>
                  </a:lnTo>
                  <a:lnTo>
                    <a:pt x="1327" y="294"/>
                  </a:lnTo>
                  <a:lnTo>
                    <a:pt x="1332" y="298"/>
                  </a:lnTo>
                  <a:lnTo>
                    <a:pt x="1339" y="298"/>
                  </a:lnTo>
                  <a:lnTo>
                    <a:pt x="1349" y="295"/>
                  </a:lnTo>
                  <a:lnTo>
                    <a:pt x="1362" y="291"/>
                  </a:lnTo>
                  <a:lnTo>
                    <a:pt x="1372" y="291"/>
                  </a:lnTo>
                  <a:lnTo>
                    <a:pt x="1377" y="297"/>
                  </a:lnTo>
                  <a:lnTo>
                    <a:pt x="1377" y="305"/>
                  </a:lnTo>
                  <a:lnTo>
                    <a:pt x="1376" y="314"/>
                  </a:lnTo>
                  <a:lnTo>
                    <a:pt x="1379" y="319"/>
                  </a:lnTo>
                  <a:lnTo>
                    <a:pt x="1385" y="323"/>
                  </a:lnTo>
                  <a:lnTo>
                    <a:pt x="1390" y="329"/>
                  </a:lnTo>
                  <a:lnTo>
                    <a:pt x="1390" y="335"/>
                  </a:lnTo>
                  <a:lnTo>
                    <a:pt x="1387" y="342"/>
                  </a:lnTo>
                  <a:lnTo>
                    <a:pt x="1384" y="348"/>
                  </a:lnTo>
                  <a:close/>
                </a:path>
              </a:pathLst>
            </a:custGeom>
            <a:solidFill>
              <a:srgbClr val="DA9FC0">
                <a:alpha val="12900"/>
              </a:srgbClr>
            </a:solidFill>
            <a:ln>
              <a:noFill/>
            </a:ln>
          </p:spPr>
          <p:txBody>
            <a:bodyPr anchor="ctr"/>
            <a:lstStyle/>
            <a:p>
              <a:pPr algn="ctr">
                <a:buNone/>
              </a:pPr>
            </a:p>
          </p:txBody>
        </p:sp>
        <p:sp>
          <p:nvSpPr>
            <p:cNvPr id="673" name="addition:spatial:55"/>
            <p:cNvSpPr>
              <a:spLocks noGrp="1"/>
            </p:cNvSpPr>
            <p:nvPr/>
          </p:nvSpPr>
          <p:spPr>
            <a:xfrm>
              <a:off x="5648325" y="1666875"/>
              <a:ext cx="1856232" cy="725714"/>
            </a:xfrm>
            <a:custGeom>
              <a:avLst/>
              <a:gdLst/>
              <a:ahLst/>
              <a:cxnLst/>
              <a:rect l="l" t="t" r="r" b="b"/>
              <a:pathLst>
                <a:path w="1400" h="429">
                  <a:moveTo>
                    <a:pt x="0" y="0"/>
                  </a:moveTo>
                  <a:moveTo>
                    <a:pt x="1397" y="359"/>
                  </a:moveTo>
                  <a:lnTo>
                    <a:pt x="1392" y="365"/>
                  </a:lnTo>
                  <a:lnTo>
                    <a:pt x="1388" y="370"/>
                  </a:lnTo>
                  <a:lnTo>
                    <a:pt x="1385" y="375"/>
                  </a:lnTo>
                  <a:lnTo>
                    <a:pt x="1380" y="380"/>
                  </a:lnTo>
                  <a:lnTo>
                    <a:pt x="1372" y="384"/>
                  </a:lnTo>
                  <a:lnTo>
                    <a:pt x="1365" y="387"/>
                  </a:lnTo>
                  <a:lnTo>
                    <a:pt x="1361" y="392"/>
                  </a:lnTo>
                  <a:lnTo>
                    <a:pt x="1360" y="398"/>
                  </a:lnTo>
                  <a:lnTo>
                    <a:pt x="1356" y="404"/>
                  </a:lnTo>
                  <a:lnTo>
                    <a:pt x="1349" y="407"/>
                  </a:lnTo>
                  <a:lnTo>
                    <a:pt x="1339" y="408"/>
                  </a:lnTo>
                  <a:lnTo>
                    <a:pt x="1330" y="409"/>
                  </a:lnTo>
                  <a:lnTo>
                    <a:pt x="1324" y="413"/>
                  </a:lnTo>
                  <a:lnTo>
                    <a:pt x="1318" y="420"/>
                  </a:lnTo>
                  <a:lnTo>
                    <a:pt x="1311" y="427"/>
                  </a:lnTo>
                  <a:lnTo>
                    <a:pt x="1302" y="429"/>
                  </a:lnTo>
                  <a:lnTo>
                    <a:pt x="1293" y="425"/>
                  </a:lnTo>
                  <a:lnTo>
                    <a:pt x="1284" y="419"/>
                  </a:lnTo>
                  <a:lnTo>
                    <a:pt x="1278" y="414"/>
                  </a:lnTo>
                  <a:lnTo>
                    <a:pt x="1271" y="412"/>
                  </a:lnTo>
                  <a:lnTo>
                    <a:pt x="1265" y="411"/>
                  </a:lnTo>
                  <a:lnTo>
                    <a:pt x="1259" y="409"/>
                  </a:lnTo>
                  <a:lnTo>
                    <a:pt x="1254" y="407"/>
                  </a:lnTo>
                  <a:lnTo>
                    <a:pt x="1247" y="407"/>
                  </a:lnTo>
                  <a:lnTo>
                    <a:pt x="1237" y="408"/>
                  </a:lnTo>
                  <a:lnTo>
                    <a:pt x="1227" y="408"/>
                  </a:lnTo>
                  <a:lnTo>
                    <a:pt x="1220" y="405"/>
                  </a:lnTo>
                  <a:lnTo>
                    <a:pt x="1219" y="398"/>
                  </a:lnTo>
                  <a:lnTo>
                    <a:pt x="1223" y="391"/>
                  </a:lnTo>
                  <a:lnTo>
                    <a:pt x="1225" y="384"/>
                  </a:lnTo>
                  <a:lnTo>
                    <a:pt x="1222" y="380"/>
                  </a:lnTo>
                  <a:lnTo>
                    <a:pt x="1216" y="375"/>
                  </a:lnTo>
                  <a:lnTo>
                    <a:pt x="1213" y="370"/>
                  </a:lnTo>
                  <a:lnTo>
                    <a:pt x="1215" y="365"/>
                  </a:lnTo>
                  <a:lnTo>
                    <a:pt x="1221" y="359"/>
                  </a:lnTo>
                  <a:lnTo>
                    <a:pt x="1226" y="354"/>
                  </a:lnTo>
                  <a:lnTo>
                    <a:pt x="1227" y="349"/>
                  </a:lnTo>
                  <a:lnTo>
                    <a:pt x="1224" y="344"/>
                  </a:lnTo>
                  <a:lnTo>
                    <a:pt x="1222" y="338"/>
                  </a:lnTo>
                  <a:lnTo>
                    <a:pt x="1222" y="332"/>
                  </a:lnTo>
                  <a:lnTo>
                    <a:pt x="1223" y="327"/>
                  </a:lnTo>
                  <a:lnTo>
                    <a:pt x="1223" y="320"/>
                  </a:lnTo>
                  <a:lnTo>
                    <a:pt x="1224" y="313"/>
                  </a:lnTo>
                  <a:lnTo>
                    <a:pt x="1228" y="308"/>
                  </a:lnTo>
                  <a:lnTo>
                    <a:pt x="1237" y="307"/>
                  </a:lnTo>
                  <a:lnTo>
                    <a:pt x="1248" y="310"/>
                  </a:lnTo>
                  <a:lnTo>
                    <a:pt x="1258" y="313"/>
                  </a:lnTo>
                  <a:lnTo>
                    <a:pt x="1264" y="313"/>
                  </a:lnTo>
                  <a:lnTo>
                    <a:pt x="1267" y="308"/>
                  </a:lnTo>
                  <a:lnTo>
                    <a:pt x="1271" y="301"/>
                  </a:lnTo>
                  <a:lnTo>
                    <a:pt x="1277" y="297"/>
                  </a:lnTo>
                  <a:lnTo>
                    <a:pt x="1285" y="297"/>
                  </a:lnTo>
                  <a:lnTo>
                    <a:pt x="1292" y="298"/>
                  </a:lnTo>
                  <a:lnTo>
                    <a:pt x="1300" y="299"/>
                  </a:lnTo>
                  <a:lnTo>
                    <a:pt x="1308" y="298"/>
                  </a:lnTo>
                  <a:lnTo>
                    <a:pt x="1317" y="297"/>
                  </a:lnTo>
                  <a:lnTo>
                    <a:pt x="1325" y="299"/>
                  </a:lnTo>
                  <a:lnTo>
                    <a:pt x="1332" y="304"/>
                  </a:lnTo>
                  <a:lnTo>
                    <a:pt x="1339" y="308"/>
                  </a:lnTo>
                  <a:lnTo>
                    <a:pt x="1347" y="310"/>
                  </a:lnTo>
                  <a:lnTo>
                    <a:pt x="1355" y="313"/>
                  </a:lnTo>
                  <a:lnTo>
                    <a:pt x="1360" y="319"/>
                  </a:lnTo>
                  <a:lnTo>
                    <a:pt x="1360" y="326"/>
                  </a:lnTo>
                  <a:lnTo>
                    <a:pt x="1358" y="333"/>
                  </a:lnTo>
                  <a:lnTo>
                    <a:pt x="1361" y="338"/>
                  </a:lnTo>
                  <a:lnTo>
                    <a:pt x="1370" y="340"/>
                  </a:lnTo>
                  <a:lnTo>
                    <a:pt x="1384" y="343"/>
                  </a:lnTo>
                  <a:lnTo>
                    <a:pt x="1396" y="347"/>
                  </a:lnTo>
                  <a:lnTo>
                    <a:pt x="1400" y="353"/>
                  </a:lnTo>
                  <a:close/>
                </a:path>
              </a:pathLst>
            </a:custGeom>
            <a:solidFill>
              <a:srgbClr val="CC79A7">
                <a:alpha val="10500"/>
              </a:srgbClr>
            </a:solidFill>
            <a:ln>
              <a:noFill/>
            </a:ln>
          </p:spPr>
          <p:txBody>
            <a:bodyPr anchor="ctr"/>
            <a:lstStyle/>
            <a:p>
              <a:pPr algn="ctr">
                <a:buNone/>
              </a:pPr>
            </a:p>
          </p:txBody>
        </p:sp>
        <p:sp>
          <p:nvSpPr>
            <p:cNvPr id="674" name="addition:spatial:56"/>
            <p:cNvSpPr>
              <a:spLocks noGrp="1"/>
            </p:cNvSpPr>
            <p:nvPr/>
          </p:nvSpPr>
          <p:spPr>
            <a:xfrm>
              <a:off x="5648325" y="1666875"/>
              <a:ext cx="1726296" cy="619140"/>
            </a:xfrm>
            <a:custGeom>
              <a:avLst/>
              <a:gdLst/>
              <a:ahLst/>
              <a:cxnLst/>
              <a:rect l="l" t="t" r="r" b="b"/>
              <a:pathLst>
                <a:path w="1302" h="366">
                  <a:moveTo>
                    <a:pt x="0" y="0"/>
                  </a:moveTo>
                  <a:moveTo>
                    <a:pt x="1294" y="339"/>
                  </a:moveTo>
                  <a:lnTo>
                    <a:pt x="1295" y="341"/>
                  </a:lnTo>
                  <a:lnTo>
                    <a:pt x="1298" y="344"/>
                  </a:lnTo>
                  <a:lnTo>
                    <a:pt x="1301" y="347"/>
                  </a:lnTo>
                  <a:lnTo>
                    <a:pt x="1302" y="350"/>
                  </a:lnTo>
                  <a:lnTo>
                    <a:pt x="1299" y="352"/>
                  </a:lnTo>
                  <a:lnTo>
                    <a:pt x="1294" y="352"/>
                  </a:lnTo>
                  <a:lnTo>
                    <a:pt x="1289" y="353"/>
                  </a:lnTo>
                  <a:lnTo>
                    <a:pt x="1287" y="354"/>
                  </a:lnTo>
                  <a:lnTo>
                    <a:pt x="1286" y="356"/>
                  </a:lnTo>
                  <a:lnTo>
                    <a:pt x="1285" y="358"/>
                  </a:lnTo>
                  <a:lnTo>
                    <a:pt x="1282" y="360"/>
                  </a:lnTo>
                  <a:lnTo>
                    <a:pt x="1279" y="361"/>
                  </a:lnTo>
                  <a:lnTo>
                    <a:pt x="1276" y="362"/>
                  </a:lnTo>
                  <a:lnTo>
                    <a:pt x="1273" y="363"/>
                  </a:lnTo>
                  <a:lnTo>
                    <a:pt x="1270" y="365"/>
                  </a:lnTo>
                  <a:lnTo>
                    <a:pt x="1266" y="366"/>
                  </a:lnTo>
                  <a:lnTo>
                    <a:pt x="1262" y="366"/>
                  </a:lnTo>
                  <a:lnTo>
                    <a:pt x="1259" y="365"/>
                  </a:lnTo>
                  <a:lnTo>
                    <a:pt x="1255" y="365"/>
                  </a:lnTo>
                  <a:lnTo>
                    <a:pt x="1251" y="366"/>
                  </a:lnTo>
                  <a:lnTo>
                    <a:pt x="1247" y="366"/>
                  </a:lnTo>
                  <a:lnTo>
                    <a:pt x="1243" y="364"/>
                  </a:lnTo>
                  <a:lnTo>
                    <a:pt x="1242" y="360"/>
                  </a:lnTo>
                  <a:lnTo>
                    <a:pt x="1241" y="357"/>
                  </a:lnTo>
                  <a:lnTo>
                    <a:pt x="1240" y="355"/>
                  </a:lnTo>
                  <a:lnTo>
                    <a:pt x="1236" y="355"/>
                  </a:lnTo>
                  <a:lnTo>
                    <a:pt x="1231" y="355"/>
                  </a:lnTo>
                  <a:lnTo>
                    <a:pt x="1227" y="355"/>
                  </a:lnTo>
                  <a:lnTo>
                    <a:pt x="1224" y="353"/>
                  </a:lnTo>
                  <a:lnTo>
                    <a:pt x="1223" y="351"/>
                  </a:lnTo>
                  <a:lnTo>
                    <a:pt x="1222" y="349"/>
                  </a:lnTo>
                  <a:lnTo>
                    <a:pt x="1221" y="346"/>
                  </a:lnTo>
                  <a:lnTo>
                    <a:pt x="1221" y="344"/>
                  </a:lnTo>
                  <a:lnTo>
                    <a:pt x="1223" y="342"/>
                  </a:lnTo>
                  <a:lnTo>
                    <a:pt x="1226" y="339"/>
                  </a:lnTo>
                  <a:lnTo>
                    <a:pt x="1228" y="337"/>
                  </a:lnTo>
                  <a:lnTo>
                    <a:pt x="1228" y="335"/>
                  </a:lnTo>
                  <a:lnTo>
                    <a:pt x="1227" y="333"/>
                  </a:lnTo>
                  <a:lnTo>
                    <a:pt x="1228" y="330"/>
                  </a:lnTo>
                  <a:lnTo>
                    <a:pt x="1231" y="328"/>
                  </a:lnTo>
                  <a:lnTo>
                    <a:pt x="1234" y="327"/>
                  </a:lnTo>
                  <a:lnTo>
                    <a:pt x="1237" y="326"/>
                  </a:lnTo>
                  <a:lnTo>
                    <a:pt x="1238" y="324"/>
                  </a:lnTo>
                  <a:lnTo>
                    <a:pt x="1237" y="320"/>
                  </a:lnTo>
                  <a:lnTo>
                    <a:pt x="1238" y="317"/>
                  </a:lnTo>
                  <a:lnTo>
                    <a:pt x="1240" y="315"/>
                  </a:lnTo>
                  <a:lnTo>
                    <a:pt x="1244" y="314"/>
                  </a:lnTo>
                  <a:lnTo>
                    <a:pt x="1248" y="315"/>
                  </a:lnTo>
                  <a:lnTo>
                    <a:pt x="1251" y="315"/>
                  </a:lnTo>
                  <a:lnTo>
                    <a:pt x="1254" y="315"/>
                  </a:lnTo>
                  <a:lnTo>
                    <a:pt x="1257" y="316"/>
                  </a:lnTo>
                  <a:lnTo>
                    <a:pt x="1259" y="317"/>
                  </a:lnTo>
                  <a:lnTo>
                    <a:pt x="1262" y="318"/>
                  </a:lnTo>
                  <a:lnTo>
                    <a:pt x="1264" y="317"/>
                  </a:lnTo>
                  <a:lnTo>
                    <a:pt x="1267" y="315"/>
                  </a:lnTo>
                  <a:lnTo>
                    <a:pt x="1271" y="313"/>
                  </a:lnTo>
                  <a:lnTo>
                    <a:pt x="1274" y="313"/>
                  </a:lnTo>
                  <a:lnTo>
                    <a:pt x="1276" y="315"/>
                  </a:lnTo>
                  <a:lnTo>
                    <a:pt x="1278" y="318"/>
                  </a:lnTo>
                  <a:lnTo>
                    <a:pt x="1279" y="320"/>
                  </a:lnTo>
                  <a:lnTo>
                    <a:pt x="1282" y="321"/>
                  </a:lnTo>
                  <a:lnTo>
                    <a:pt x="1286" y="321"/>
                  </a:lnTo>
                  <a:lnTo>
                    <a:pt x="1289" y="323"/>
                  </a:lnTo>
                  <a:lnTo>
                    <a:pt x="1289" y="326"/>
                  </a:lnTo>
                  <a:lnTo>
                    <a:pt x="1289" y="329"/>
                  </a:lnTo>
                  <a:lnTo>
                    <a:pt x="1289" y="331"/>
                  </a:lnTo>
                  <a:lnTo>
                    <a:pt x="1290" y="333"/>
                  </a:lnTo>
                  <a:lnTo>
                    <a:pt x="1291" y="335"/>
                  </a:lnTo>
                  <a:lnTo>
                    <a:pt x="1293" y="337"/>
                  </a:lnTo>
                  <a:close/>
                </a:path>
              </a:pathLst>
            </a:custGeom>
            <a:solidFill>
              <a:srgbClr val="DA9FC0">
                <a:alpha val="9600"/>
              </a:srgbClr>
            </a:solidFill>
            <a:ln>
              <a:noFill/>
            </a:ln>
          </p:spPr>
          <p:txBody>
            <a:bodyPr anchor="ctr"/>
            <a:lstStyle/>
            <a:p>
              <a:pPr algn="ctr">
                <a:buNone/>
              </a:pPr>
            </a:p>
          </p:txBody>
        </p:sp>
        <p:sp>
          <p:nvSpPr>
            <p:cNvPr id="675" name="addition:spatial:57"/>
            <p:cNvSpPr>
              <a:spLocks noGrp="1"/>
            </p:cNvSpPr>
            <p:nvPr/>
          </p:nvSpPr>
          <p:spPr>
            <a:xfrm>
              <a:off x="5648325" y="1666875"/>
              <a:ext cx="1758117" cy="583616"/>
            </a:xfrm>
            <a:custGeom>
              <a:avLst/>
              <a:gdLst/>
              <a:ahLst/>
              <a:cxnLst/>
              <a:rect l="l" t="t" r="r" b="b"/>
              <a:pathLst>
                <a:path w="1326" h="345">
                  <a:moveTo>
                    <a:pt x="0" y="0"/>
                  </a:moveTo>
                  <a:moveTo>
                    <a:pt x="1326" y="319"/>
                  </a:moveTo>
                  <a:lnTo>
                    <a:pt x="1325" y="321"/>
                  </a:lnTo>
                  <a:lnTo>
                    <a:pt x="1322" y="323"/>
                  </a:lnTo>
                  <a:lnTo>
                    <a:pt x="1320" y="325"/>
                  </a:lnTo>
                  <a:lnTo>
                    <a:pt x="1320" y="327"/>
                  </a:lnTo>
                  <a:lnTo>
                    <a:pt x="1319" y="329"/>
                  </a:lnTo>
                  <a:lnTo>
                    <a:pt x="1317" y="331"/>
                  </a:lnTo>
                  <a:lnTo>
                    <a:pt x="1313" y="332"/>
                  </a:lnTo>
                  <a:lnTo>
                    <a:pt x="1310" y="333"/>
                  </a:lnTo>
                  <a:lnTo>
                    <a:pt x="1308" y="335"/>
                  </a:lnTo>
                  <a:lnTo>
                    <a:pt x="1308" y="338"/>
                  </a:lnTo>
                  <a:lnTo>
                    <a:pt x="1307" y="342"/>
                  </a:lnTo>
                  <a:lnTo>
                    <a:pt x="1305" y="345"/>
                  </a:lnTo>
                  <a:lnTo>
                    <a:pt x="1302" y="345"/>
                  </a:lnTo>
                  <a:lnTo>
                    <a:pt x="1298" y="344"/>
                  </a:lnTo>
                  <a:lnTo>
                    <a:pt x="1294" y="342"/>
                  </a:lnTo>
                  <a:lnTo>
                    <a:pt x="1291" y="342"/>
                  </a:lnTo>
                  <a:lnTo>
                    <a:pt x="1288" y="342"/>
                  </a:lnTo>
                  <a:lnTo>
                    <a:pt x="1286" y="341"/>
                  </a:lnTo>
                  <a:lnTo>
                    <a:pt x="1284" y="341"/>
                  </a:lnTo>
                  <a:lnTo>
                    <a:pt x="1282" y="340"/>
                  </a:lnTo>
                  <a:lnTo>
                    <a:pt x="1279" y="341"/>
                  </a:lnTo>
                  <a:lnTo>
                    <a:pt x="1275" y="342"/>
                  </a:lnTo>
                  <a:lnTo>
                    <a:pt x="1272" y="343"/>
                  </a:lnTo>
                  <a:lnTo>
                    <a:pt x="1270" y="341"/>
                  </a:lnTo>
                  <a:lnTo>
                    <a:pt x="1269" y="339"/>
                  </a:lnTo>
                  <a:lnTo>
                    <a:pt x="1268" y="336"/>
                  </a:lnTo>
                  <a:lnTo>
                    <a:pt x="1266" y="335"/>
                  </a:lnTo>
                  <a:lnTo>
                    <a:pt x="1263" y="334"/>
                  </a:lnTo>
                  <a:lnTo>
                    <a:pt x="1260" y="333"/>
                  </a:lnTo>
                  <a:lnTo>
                    <a:pt x="1259" y="330"/>
                  </a:lnTo>
                  <a:lnTo>
                    <a:pt x="1260" y="327"/>
                  </a:lnTo>
                  <a:lnTo>
                    <a:pt x="1262" y="325"/>
                  </a:lnTo>
                  <a:lnTo>
                    <a:pt x="1263" y="323"/>
                  </a:lnTo>
                  <a:lnTo>
                    <a:pt x="1262" y="321"/>
                  </a:lnTo>
                  <a:lnTo>
                    <a:pt x="1260" y="319"/>
                  </a:lnTo>
                  <a:lnTo>
                    <a:pt x="1258" y="317"/>
                  </a:lnTo>
                  <a:lnTo>
                    <a:pt x="1257" y="314"/>
                  </a:lnTo>
                  <a:lnTo>
                    <a:pt x="1256" y="312"/>
                  </a:lnTo>
                  <a:lnTo>
                    <a:pt x="1254" y="309"/>
                  </a:lnTo>
                  <a:lnTo>
                    <a:pt x="1253" y="306"/>
                  </a:lnTo>
                  <a:lnTo>
                    <a:pt x="1255" y="304"/>
                  </a:lnTo>
                  <a:lnTo>
                    <a:pt x="1259" y="303"/>
                  </a:lnTo>
                  <a:lnTo>
                    <a:pt x="1264" y="304"/>
                  </a:lnTo>
                  <a:lnTo>
                    <a:pt x="1267" y="303"/>
                  </a:lnTo>
                  <a:lnTo>
                    <a:pt x="1268" y="301"/>
                  </a:lnTo>
                  <a:lnTo>
                    <a:pt x="1268" y="299"/>
                  </a:lnTo>
                  <a:lnTo>
                    <a:pt x="1270" y="297"/>
                  </a:lnTo>
                  <a:lnTo>
                    <a:pt x="1273" y="296"/>
                  </a:lnTo>
                  <a:lnTo>
                    <a:pt x="1277" y="296"/>
                  </a:lnTo>
                  <a:lnTo>
                    <a:pt x="1280" y="296"/>
                  </a:lnTo>
                  <a:lnTo>
                    <a:pt x="1282" y="295"/>
                  </a:lnTo>
                  <a:lnTo>
                    <a:pt x="1286" y="293"/>
                  </a:lnTo>
                  <a:lnTo>
                    <a:pt x="1289" y="292"/>
                  </a:lnTo>
                  <a:lnTo>
                    <a:pt x="1293" y="292"/>
                  </a:lnTo>
                  <a:lnTo>
                    <a:pt x="1296" y="293"/>
                  </a:lnTo>
                  <a:lnTo>
                    <a:pt x="1300" y="293"/>
                  </a:lnTo>
                  <a:lnTo>
                    <a:pt x="1304" y="294"/>
                  </a:lnTo>
                  <a:lnTo>
                    <a:pt x="1307" y="296"/>
                  </a:lnTo>
                  <a:lnTo>
                    <a:pt x="1308" y="298"/>
                  </a:lnTo>
                  <a:lnTo>
                    <a:pt x="1309" y="302"/>
                  </a:lnTo>
                  <a:lnTo>
                    <a:pt x="1310" y="304"/>
                  </a:lnTo>
                  <a:lnTo>
                    <a:pt x="1312" y="305"/>
                  </a:lnTo>
                  <a:lnTo>
                    <a:pt x="1317" y="305"/>
                  </a:lnTo>
                  <a:lnTo>
                    <a:pt x="1322" y="305"/>
                  </a:lnTo>
                  <a:lnTo>
                    <a:pt x="1326" y="307"/>
                  </a:lnTo>
                  <a:lnTo>
                    <a:pt x="1326" y="309"/>
                  </a:lnTo>
                  <a:lnTo>
                    <a:pt x="1326" y="312"/>
                  </a:lnTo>
                  <a:lnTo>
                    <a:pt x="1326" y="314"/>
                  </a:lnTo>
                  <a:lnTo>
                    <a:pt x="1326" y="316"/>
                  </a:lnTo>
                  <a:close/>
                </a:path>
              </a:pathLst>
            </a:custGeom>
            <a:solidFill>
              <a:srgbClr val="DA9FC0">
                <a:alpha val="9600"/>
              </a:srgbClr>
            </a:solidFill>
            <a:ln>
              <a:noFill/>
            </a:ln>
          </p:spPr>
          <p:txBody>
            <a:bodyPr anchor="ctr"/>
            <a:lstStyle/>
            <a:p>
              <a:pPr algn="ctr">
                <a:buNone/>
              </a:pPr>
            </a:p>
          </p:txBody>
        </p:sp>
        <p:sp>
          <p:nvSpPr>
            <p:cNvPr id="676" name="addition:spatial:58"/>
            <p:cNvSpPr>
              <a:spLocks noGrp="1"/>
            </p:cNvSpPr>
            <p:nvPr/>
          </p:nvSpPr>
          <p:spPr>
            <a:xfrm>
              <a:off x="5648325" y="1666875"/>
              <a:ext cx="1804523" cy="595457"/>
            </a:xfrm>
            <a:custGeom>
              <a:avLst/>
              <a:gdLst/>
              <a:ahLst/>
              <a:cxnLst/>
              <a:rect l="l" t="t" r="r" b="b"/>
              <a:pathLst>
                <a:path w="1361" h="352">
                  <a:moveTo>
                    <a:pt x="0" y="0"/>
                  </a:moveTo>
                  <a:moveTo>
                    <a:pt x="1359" y="324"/>
                  </a:moveTo>
                  <a:lnTo>
                    <a:pt x="1359" y="327"/>
                  </a:lnTo>
                  <a:lnTo>
                    <a:pt x="1357" y="329"/>
                  </a:lnTo>
                  <a:lnTo>
                    <a:pt x="1353" y="331"/>
                  </a:lnTo>
                  <a:lnTo>
                    <a:pt x="1349" y="332"/>
                  </a:lnTo>
                  <a:lnTo>
                    <a:pt x="1348" y="334"/>
                  </a:lnTo>
                  <a:lnTo>
                    <a:pt x="1349" y="337"/>
                  </a:lnTo>
                  <a:lnTo>
                    <a:pt x="1350" y="341"/>
                  </a:lnTo>
                  <a:lnTo>
                    <a:pt x="1350" y="344"/>
                  </a:lnTo>
                  <a:lnTo>
                    <a:pt x="1348" y="346"/>
                  </a:lnTo>
                  <a:lnTo>
                    <a:pt x="1345" y="348"/>
                  </a:lnTo>
                  <a:lnTo>
                    <a:pt x="1343" y="349"/>
                  </a:lnTo>
                  <a:lnTo>
                    <a:pt x="1340" y="350"/>
                  </a:lnTo>
                  <a:lnTo>
                    <a:pt x="1336" y="350"/>
                  </a:lnTo>
                  <a:lnTo>
                    <a:pt x="1333" y="348"/>
                  </a:lnTo>
                  <a:lnTo>
                    <a:pt x="1330" y="347"/>
                  </a:lnTo>
                  <a:lnTo>
                    <a:pt x="1328" y="347"/>
                  </a:lnTo>
                  <a:lnTo>
                    <a:pt x="1326" y="349"/>
                  </a:lnTo>
                  <a:lnTo>
                    <a:pt x="1323" y="351"/>
                  </a:lnTo>
                  <a:lnTo>
                    <a:pt x="1320" y="352"/>
                  </a:lnTo>
                  <a:lnTo>
                    <a:pt x="1318" y="351"/>
                  </a:lnTo>
                  <a:lnTo>
                    <a:pt x="1315" y="349"/>
                  </a:lnTo>
                  <a:lnTo>
                    <a:pt x="1313" y="348"/>
                  </a:lnTo>
                  <a:lnTo>
                    <a:pt x="1310" y="348"/>
                  </a:lnTo>
                  <a:lnTo>
                    <a:pt x="1306" y="348"/>
                  </a:lnTo>
                  <a:lnTo>
                    <a:pt x="1303" y="348"/>
                  </a:lnTo>
                  <a:lnTo>
                    <a:pt x="1300" y="346"/>
                  </a:lnTo>
                  <a:lnTo>
                    <a:pt x="1299" y="343"/>
                  </a:lnTo>
                  <a:lnTo>
                    <a:pt x="1298" y="340"/>
                  </a:lnTo>
                  <a:lnTo>
                    <a:pt x="1297" y="338"/>
                  </a:lnTo>
                  <a:lnTo>
                    <a:pt x="1296" y="335"/>
                  </a:lnTo>
                  <a:lnTo>
                    <a:pt x="1296" y="333"/>
                  </a:lnTo>
                  <a:lnTo>
                    <a:pt x="1296" y="330"/>
                  </a:lnTo>
                  <a:lnTo>
                    <a:pt x="1295" y="328"/>
                  </a:lnTo>
                  <a:lnTo>
                    <a:pt x="1292" y="327"/>
                  </a:lnTo>
                  <a:lnTo>
                    <a:pt x="1286" y="324"/>
                  </a:lnTo>
                  <a:lnTo>
                    <a:pt x="1283" y="322"/>
                  </a:lnTo>
                  <a:lnTo>
                    <a:pt x="1282" y="319"/>
                  </a:lnTo>
                  <a:lnTo>
                    <a:pt x="1285" y="317"/>
                  </a:lnTo>
                  <a:lnTo>
                    <a:pt x="1289" y="315"/>
                  </a:lnTo>
                  <a:lnTo>
                    <a:pt x="1291" y="313"/>
                  </a:lnTo>
                  <a:lnTo>
                    <a:pt x="1292" y="311"/>
                  </a:lnTo>
                  <a:lnTo>
                    <a:pt x="1293" y="309"/>
                  </a:lnTo>
                  <a:lnTo>
                    <a:pt x="1295" y="307"/>
                  </a:lnTo>
                  <a:lnTo>
                    <a:pt x="1298" y="306"/>
                  </a:lnTo>
                  <a:lnTo>
                    <a:pt x="1301" y="305"/>
                  </a:lnTo>
                  <a:lnTo>
                    <a:pt x="1303" y="303"/>
                  </a:lnTo>
                  <a:lnTo>
                    <a:pt x="1306" y="301"/>
                  </a:lnTo>
                  <a:lnTo>
                    <a:pt x="1309" y="300"/>
                  </a:lnTo>
                  <a:lnTo>
                    <a:pt x="1312" y="299"/>
                  </a:lnTo>
                  <a:lnTo>
                    <a:pt x="1316" y="299"/>
                  </a:lnTo>
                  <a:lnTo>
                    <a:pt x="1319" y="298"/>
                  </a:lnTo>
                  <a:lnTo>
                    <a:pt x="1322" y="295"/>
                  </a:lnTo>
                  <a:lnTo>
                    <a:pt x="1326" y="293"/>
                  </a:lnTo>
                  <a:lnTo>
                    <a:pt x="1331" y="293"/>
                  </a:lnTo>
                  <a:lnTo>
                    <a:pt x="1334" y="296"/>
                  </a:lnTo>
                  <a:lnTo>
                    <a:pt x="1336" y="300"/>
                  </a:lnTo>
                  <a:lnTo>
                    <a:pt x="1338" y="303"/>
                  </a:lnTo>
                  <a:lnTo>
                    <a:pt x="1340" y="304"/>
                  </a:lnTo>
                  <a:lnTo>
                    <a:pt x="1344" y="304"/>
                  </a:lnTo>
                  <a:lnTo>
                    <a:pt x="1347" y="305"/>
                  </a:lnTo>
                  <a:lnTo>
                    <a:pt x="1350" y="305"/>
                  </a:lnTo>
                  <a:lnTo>
                    <a:pt x="1353" y="307"/>
                  </a:lnTo>
                  <a:lnTo>
                    <a:pt x="1355" y="308"/>
                  </a:lnTo>
                  <a:lnTo>
                    <a:pt x="1358" y="309"/>
                  </a:lnTo>
                  <a:lnTo>
                    <a:pt x="1361" y="311"/>
                  </a:lnTo>
                  <a:lnTo>
                    <a:pt x="1360" y="314"/>
                  </a:lnTo>
                  <a:lnTo>
                    <a:pt x="1359" y="317"/>
                  </a:lnTo>
                  <a:lnTo>
                    <a:pt x="1357" y="320"/>
                  </a:lnTo>
                  <a:lnTo>
                    <a:pt x="1358" y="322"/>
                  </a:lnTo>
                  <a:close/>
                </a:path>
              </a:pathLst>
            </a:custGeom>
            <a:solidFill>
              <a:srgbClr val="DA9FC0">
                <a:alpha val="9600"/>
              </a:srgbClr>
            </a:solidFill>
            <a:ln>
              <a:noFill/>
            </a:ln>
          </p:spPr>
          <p:txBody>
            <a:bodyPr anchor="ctr"/>
            <a:lstStyle/>
            <a:p>
              <a:pPr algn="ctr">
                <a:buNone/>
              </a:pPr>
            </a:p>
          </p:txBody>
        </p:sp>
        <p:sp>
          <p:nvSpPr>
            <p:cNvPr id="677" name="addition:spatial:59"/>
            <p:cNvSpPr>
              <a:spLocks noGrp="1"/>
            </p:cNvSpPr>
            <p:nvPr/>
          </p:nvSpPr>
          <p:spPr>
            <a:xfrm>
              <a:off x="5648325" y="1666875"/>
              <a:ext cx="1846951" cy="642823"/>
            </a:xfrm>
            <a:custGeom>
              <a:avLst/>
              <a:gdLst/>
              <a:ahLst/>
              <a:cxnLst/>
              <a:rect l="l" t="t" r="r" b="b"/>
              <a:pathLst>
                <a:path w="1393" h="380">
                  <a:moveTo>
                    <a:pt x="0" y="0"/>
                  </a:moveTo>
                  <a:moveTo>
                    <a:pt x="1392" y="347"/>
                  </a:moveTo>
                  <a:lnTo>
                    <a:pt x="1393" y="350"/>
                  </a:lnTo>
                  <a:lnTo>
                    <a:pt x="1393" y="352"/>
                  </a:lnTo>
                  <a:lnTo>
                    <a:pt x="1392" y="355"/>
                  </a:lnTo>
                  <a:lnTo>
                    <a:pt x="1389" y="357"/>
                  </a:lnTo>
                  <a:lnTo>
                    <a:pt x="1386" y="359"/>
                  </a:lnTo>
                  <a:lnTo>
                    <a:pt x="1384" y="361"/>
                  </a:lnTo>
                  <a:lnTo>
                    <a:pt x="1382" y="364"/>
                  </a:lnTo>
                  <a:lnTo>
                    <a:pt x="1379" y="365"/>
                  </a:lnTo>
                  <a:lnTo>
                    <a:pt x="1375" y="366"/>
                  </a:lnTo>
                  <a:lnTo>
                    <a:pt x="1371" y="367"/>
                  </a:lnTo>
                  <a:lnTo>
                    <a:pt x="1369" y="368"/>
                  </a:lnTo>
                  <a:lnTo>
                    <a:pt x="1367" y="372"/>
                  </a:lnTo>
                  <a:lnTo>
                    <a:pt x="1366" y="377"/>
                  </a:lnTo>
                  <a:lnTo>
                    <a:pt x="1363" y="380"/>
                  </a:lnTo>
                  <a:lnTo>
                    <a:pt x="1358" y="380"/>
                  </a:lnTo>
                  <a:lnTo>
                    <a:pt x="1354" y="378"/>
                  </a:lnTo>
                  <a:lnTo>
                    <a:pt x="1350" y="375"/>
                  </a:lnTo>
                  <a:lnTo>
                    <a:pt x="1346" y="374"/>
                  </a:lnTo>
                  <a:lnTo>
                    <a:pt x="1343" y="374"/>
                  </a:lnTo>
                  <a:lnTo>
                    <a:pt x="1340" y="373"/>
                  </a:lnTo>
                  <a:lnTo>
                    <a:pt x="1337" y="372"/>
                  </a:lnTo>
                  <a:lnTo>
                    <a:pt x="1335" y="371"/>
                  </a:lnTo>
                  <a:lnTo>
                    <a:pt x="1332" y="371"/>
                  </a:lnTo>
                  <a:lnTo>
                    <a:pt x="1328" y="371"/>
                  </a:lnTo>
                  <a:lnTo>
                    <a:pt x="1324" y="371"/>
                  </a:lnTo>
                  <a:lnTo>
                    <a:pt x="1322" y="369"/>
                  </a:lnTo>
                  <a:lnTo>
                    <a:pt x="1321" y="366"/>
                  </a:lnTo>
                  <a:lnTo>
                    <a:pt x="1321" y="364"/>
                  </a:lnTo>
                  <a:lnTo>
                    <a:pt x="1319" y="362"/>
                  </a:lnTo>
                  <a:lnTo>
                    <a:pt x="1315" y="360"/>
                  </a:lnTo>
                  <a:lnTo>
                    <a:pt x="1312" y="358"/>
                  </a:lnTo>
                  <a:lnTo>
                    <a:pt x="1312" y="355"/>
                  </a:lnTo>
                  <a:lnTo>
                    <a:pt x="1316" y="352"/>
                  </a:lnTo>
                  <a:lnTo>
                    <a:pt x="1320" y="349"/>
                  </a:lnTo>
                  <a:lnTo>
                    <a:pt x="1322" y="347"/>
                  </a:lnTo>
                  <a:lnTo>
                    <a:pt x="1321" y="345"/>
                  </a:lnTo>
                  <a:lnTo>
                    <a:pt x="1320" y="342"/>
                  </a:lnTo>
                  <a:lnTo>
                    <a:pt x="1319" y="340"/>
                  </a:lnTo>
                  <a:lnTo>
                    <a:pt x="1318" y="337"/>
                  </a:lnTo>
                  <a:lnTo>
                    <a:pt x="1318" y="334"/>
                  </a:lnTo>
                  <a:lnTo>
                    <a:pt x="1317" y="331"/>
                  </a:lnTo>
                  <a:lnTo>
                    <a:pt x="1317" y="327"/>
                  </a:lnTo>
                  <a:lnTo>
                    <a:pt x="1319" y="325"/>
                  </a:lnTo>
                  <a:lnTo>
                    <a:pt x="1324" y="325"/>
                  </a:lnTo>
                  <a:lnTo>
                    <a:pt x="1328" y="325"/>
                  </a:lnTo>
                  <a:lnTo>
                    <a:pt x="1332" y="325"/>
                  </a:lnTo>
                  <a:lnTo>
                    <a:pt x="1333" y="324"/>
                  </a:lnTo>
                  <a:lnTo>
                    <a:pt x="1335" y="321"/>
                  </a:lnTo>
                  <a:lnTo>
                    <a:pt x="1337" y="319"/>
                  </a:lnTo>
                  <a:lnTo>
                    <a:pt x="1340" y="319"/>
                  </a:lnTo>
                  <a:lnTo>
                    <a:pt x="1343" y="320"/>
                  </a:lnTo>
                  <a:lnTo>
                    <a:pt x="1346" y="321"/>
                  </a:lnTo>
                  <a:lnTo>
                    <a:pt x="1349" y="320"/>
                  </a:lnTo>
                  <a:lnTo>
                    <a:pt x="1353" y="318"/>
                  </a:lnTo>
                  <a:lnTo>
                    <a:pt x="1357" y="317"/>
                  </a:lnTo>
                  <a:lnTo>
                    <a:pt x="1361" y="317"/>
                  </a:lnTo>
                  <a:lnTo>
                    <a:pt x="1364" y="318"/>
                  </a:lnTo>
                  <a:lnTo>
                    <a:pt x="1368" y="319"/>
                  </a:lnTo>
                  <a:lnTo>
                    <a:pt x="1372" y="321"/>
                  </a:lnTo>
                  <a:lnTo>
                    <a:pt x="1374" y="323"/>
                  </a:lnTo>
                  <a:lnTo>
                    <a:pt x="1376" y="326"/>
                  </a:lnTo>
                  <a:lnTo>
                    <a:pt x="1375" y="330"/>
                  </a:lnTo>
                  <a:lnTo>
                    <a:pt x="1375" y="333"/>
                  </a:lnTo>
                  <a:lnTo>
                    <a:pt x="1378" y="335"/>
                  </a:lnTo>
                  <a:lnTo>
                    <a:pt x="1384" y="335"/>
                  </a:lnTo>
                  <a:lnTo>
                    <a:pt x="1389" y="336"/>
                  </a:lnTo>
                  <a:lnTo>
                    <a:pt x="1393" y="338"/>
                  </a:lnTo>
                  <a:lnTo>
                    <a:pt x="1393" y="341"/>
                  </a:lnTo>
                  <a:lnTo>
                    <a:pt x="1392" y="344"/>
                  </a:lnTo>
                  <a:close/>
                </a:path>
              </a:pathLst>
            </a:custGeom>
            <a:solidFill>
              <a:srgbClr val="DA9FC0">
                <a:alpha val="9600"/>
              </a:srgbClr>
            </a:solidFill>
            <a:ln>
              <a:noFill/>
            </a:ln>
          </p:spPr>
          <p:txBody>
            <a:bodyPr anchor="ctr"/>
            <a:lstStyle/>
            <a:p>
              <a:pPr algn="ctr">
                <a:buNone/>
              </a:pPr>
            </a:p>
          </p:txBody>
        </p:sp>
        <p:sp>
          <p:nvSpPr>
            <p:cNvPr id="678" name="addition:spatial:60"/>
            <p:cNvSpPr>
              <a:spLocks noGrp="1"/>
            </p:cNvSpPr>
            <p:nvPr/>
          </p:nvSpPr>
          <p:spPr>
            <a:xfrm>
              <a:off x="5648325" y="1666875"/>
              <a:ext cx="1832366" cy="681731"/>
            </a:xfrm>
            <a:custGeom>
              <a:avLst/>
              <a:gdLst/>
              <a:ahLst/>
              <a:cxnLst/>
              <a:rect l="l" t="t" r="r" b="b"/>
              <a:pathLst>
                <a:path w="1382" h="403">
                  <a:moveTo>
                    <a:pt x="0" y="0"/>
                  </a:moveTo>
                  <a:moveTo>
                    <a:pt x="1381" y="372"/>
                  </a:moveTo>
                  <a:lnTo>
                    <a:pt x="1376" y="374"/>
                  </a:lnTo>
                  <a:lnTo>
                    <a:pt x="1368" y="377"/>
                  </a:lnTo>
                  <a:lnTo>
                    <a:pt x="1363" y="378"/>
                  </a:lnTo>
                  <a:lnTo>
                    <a:pt x="1361" y="380"/>
                  </a:lnTo>
                  <a:lnTo>
                    <a:pt x="1362" y="383"/>
                  </a:lnTo>
                  <a:lnTo>
                    <a:pt x="1362" y="386"/>
                  </a:lnTo>
                  <a:lnTo>
                    <a:pt x="1361" y="389"/>
                  </a:lnTo>
                  <a:lnTo>
                    <a:pt x="1358" y="391"/>
                  </a:lnTo>
                  <a:lnTo>
                    <a:pt x="1355" y="394"/>
                  </a:lnTo>
                  <a:lnTo>
                    <a:pt x="1353" y="397"/>
                  </a:lnTo>
                  <a:lnTo>
                    <a:pt x="1350" y="399"/>
                  </a:lnTo>
                  <a:lnTo>
                    <a:pt x="1345" y="400"/>
                  </a:lnTo>
                  <a:lnTo>
                    <a:pt x="1340" y="399"/>
                  </a:lnTo>
                  <a:lnTo>
                    <a:pt x="1336" y="399"/>
                  </a:lnTo>
                  <a:lnTo>
                    <a:pt x="1333" y="400"/>
                  </a:lnTo>
                  <a:lnTo>
                    <a:pt x="1329" y="402"/>
                  </a:lnTo>
                  <a:lnTo>
                    <a:pt x="1326" y="403"/>
                  </a:lnTo>
                  <a:lnTo>
                    <a:pt x="1322" y="401"/>
                  </a:lnTo>
                  <a:lnTo>
                    <a:pt x="1319" y="398"/>
                  </a:lnTo>
                  <a:lnTo>
                    <a:pt x="1317" y="396"/>
                  </a:lnTo>
                  <a:lnTo>
                    <a:pt x="1314" y="396"/>
                  </a:lnTo>
                  <a:lnTo>
                    <a:pt x="1310" y="397"/>
                  </a:lnTo>
                  <a:lnTo>
                    <a:pt x="1304" y="399"/>
                  </a:lnTo>
                  <a:lnTo>
                    <a:pt x="1300" y="399"/>
                  </a:lnTo>
                  <a:lnTo>
                    <a:pt x="1296" y="398"/>
                  </a:lnTo>
                  <a:lnTo>
                    <a:pt x="1294" y="395"/>
                  </a:lnTo>
                  <a:lnTo>
                    <a:pt x="1292" y="393"/>
                  </a:lnTo>
                  <a:lnTo>
                    <a:pt x="1290" y="390"/>
                  </a:lnTo>
                  <a:lnTo>
                    <a:pt x="1290" y="387"/>
                  </a:lnTo>
                  <a:lnTo>
                    <a:pt x="1291" y="384"/>
                  </a:lnTo>
                  <a:lnTo>
                    <a:pt x="1293" y="381"/>
                  </a:lnTo>
                  <a:lnTo>
                    <a:pt x="1292" y="378"/>
                  </a:lnTo>
                  <a:lnTo>
                    <a:pt x="1287" y="377"/>
                  </a:lnTo>
                  <a:lnTo>
                    <a:pt x="1282" y="374"/>
                  </a:lnTo>
                  <a:lnTo>
                    <a:pt x="1280" y="372"/>
                  </a:lnTo>
                  <a:lnTo>
                    <a:pt x="1280" y="369"/>
                  </a:lnTo>
                  <a:lnTo>
                    <a:pt x="1283" y="366"/>
                  </a:lnTo>
                  <a:lnTo>
                    <a:pt x="1284" y="364"/>
                  </a:lnTo>
                  <a:lnTo>
                    <a:pt x="1282" y="361"/>
                  </a:lnTo>
                  <a:lnTo>
                    <a:pt x="1280" y="358"/>
                  </a:lnTo>
                  <a:lnTo>
                    <a:pt x="1280" y="355"/>
                  </a:lnTo>
                  <a:lnTo>
                    <a:pt x="1283" y="352"/>
                  </a:lnTo>
                  <a:lnTo>
                    <a:pt x="1287" y="351"/>
                  </a:lnTo>
                  <a:lnTo>
                    <a:pt x="1292" y="351"/>
                  </a:lnTo>
                  <a:lnTo>
                    <a:pt x="1295" y="350"/>
                  </a:lnTo>
                  <a:lnTo>
                    <a:pt x="1299" y="349"/>
                  </a:lnTo>
                  <a:lnTo>
                    <a:pt x="1303" y="348"/>
                  </a:lnTo>
                  <a:lnTo>
                    <a:pt x="1307" y="348"/>
                  </a:lnTo>
                  <a:lnTo>
                    <a:pt x="1310" y="347"/>
                  </a:lnTo>
                  <a:lnTo>
                    <a:pt x="1313" y="344"/>
                  </a:lnTo>
                  <a:lnTo>
                    <a:pt x="1316" y="340"/>
                  </a:lnTo>
                  <a:lnTo>
                    <a:pt x="1321" y="337"/>
                  </a:lnTo>
                  <a:lnTo>
                    <a:pt x="1326" y="337"/>
                  </a:lnTo>
                  <a:lnTo>
                    <a:pt x="1331" y="340"/>
                  </a:lnTo>
                  <a:lnTo>
                    <a:pt x="1335" y="343"/>
                  </a:lnTo>
                  <a:lnTo>
                    <a:pt x="1339" y="345"/>
                  </a:lnTo>
                  <a:lnTo>
                    <a:pt x="1344" y="345"/>
                  </a:lnTo>
                  <a:lnTo>
                    <a:pt x="1349" y="346"/>
                  </a:lnTo>
                  <a:lnTo>
                    <a:pt x="1353" y="347"/>
                  </a:lnTo>
                  <a:lnTo>
                    <a:pt x="1356" y="350"/>
                  </a:lnTo>
                  <a:lnTo>
                    <a:pt x="1358" y="352"/>
                  </a:lnTo>
                  <a:lnTo>
                    <a:pt x="1361" y="353"/>
                  </a:lnTo>
                  <a:lnTo>
                    <a:pt x="1365" y="355"/>
                  </a:lnTo>
                  <a:lnTo>
                    <a:pt x="1368" y="357"/>
                  </a:lnTo>
                  <a:lnTo>
                    <a:pt x="1370" y="359"/>
                  </a:lnTo>
                  <a:lnTo>
                    <a:pt x="1371" y="361"/>
                  </a:lnTo>
                  <a:lnTo>
                    <a:pt x="1374" y="364"/>
                  </a:lnTo>
                  <a:lnTo>
                    <a:pt x="1378" y="366"/>
                  </a:lnTo>
                  <a:lnTo>
                    <a:pt x="1382" y="369"/>
                  </a:lnTo>
                  <a:close/>
                </a:path>
              </a:pathLst>
            </a:custGeom>
            <a:solidFill>
              <a:srgbClr val="DA9FC0">
                <a:alpha val="9600"/>
              </a:srgbClr>
            </a:solidFill>
            <a:ln>
              <a:noFill/>
            </a:ln>
          </p:spPr>
          <p:txBody>
            <a:bodyPr anchor="ctr"/>
            <a:lstStyle/>
            <a:p>
              <a:pPr algn="ctr">
                <a:buNone/>
              </a:pPr>
            </a:p>
          </p:txBody>
        </p:sp>
        <p:sp>
          <p:nvSpPr>
            <p:cNvPr id="679" name="addition:spatial:61"/>
            <p:cNvSpPr>
              <a:spLocks noGrp="1"/>
            </p:cNvSpPr>
            <p:nvPr/>
          </p:nvSpPr>
          <p:spPr>
            <a:xfrm>
              <a:off x="5648325" y="1666875"/>
              <a:ext cx="1763420" cy="688497"/>
            </a:xfrm>
            <a:custGeom>
              <a:avLst/>
              <a:gdLst/>
              <a:ahLst/>
              <a:cxnLst/>
              <a:rect l="l" t="t" r="r" b="b"/>
              <a:pathLst>
                <a:path w="1330" h="407">
                  <a:moveTo>
                    <a:pt x="0" y="0"/>
                  </a:moveTo>
                  <a:moveTo>
                    <a:pt x="1330" y="374"/>
                  </a:moveTo>
                  <a:lnTo>
                    <a:pt x="1330" y="377"/>
                  </a:lnTo>
                  <a:lnTo>
                    <a:pt x="1328" y="380"/>
                  </a:lnTo>
                  <a:lnTo>
                    <a:pt x="1326" y="383"/>
                  </a:lnTo>
                  <a:lnTo>
                    <a:pt x="1324" y="385"/>
                  </a:lnTo>
                  <a:lnTo>
                    <a:pt x="1321" y="387"/>
                  </a:lnTo>
                  <a:lnTo>
                    <a:pt x="1318" y="389"/>
                  </a:lnTo>
                  <a:lnTo>
                    <a:pt x="1314" y="390"/>
                  </a:lnTo>
                  <a:lnTo>
                    <a:pt x="1311" y="391"/>
                  </a:lnTo>
                  <a:lnTo>
                    <a:pt x="1309" y="394"/>
                  </a:lnTo>
                  <a:lnTo>
                    <a:pt x="1308" y="397"/>
                  </a:lnTo>
                  <a:lnTo>
                    <a:pt x="1306" y="400"/>
                  </a:lnTo>
                  <a:lnTo>
                    <a:pt x="1302" y="401"/>
                  </a:lnTo>
                  <a:lnTo>
                    <a:pt x="1298" y="401"/>
                  </a:lnTo>
                  <a:lnTo>
                    <a:pt x="1293" y="401"/>
                  </a:lnTo>
                  <a:lnTo>
                    <a:pt x="1290" y="402"/>
                  </a:lnTo>
                  <a:lnTo>
                    <a:pt x="1286" y="405"/>
                  </a:lnTo>
                  <a:lnTo>
                    <a:pt x="1282" y="407"/>
                  </a:lnTo>
                  <a:lnTo>
                    <a:pt x="1278" y="407"/>
                  </a:lnTo>
                  <a:lnTo>
                    <a:pt x="1274" y="405"/>
                  </a:lnTo>
                  <a:lnTo>
                    <a:pt x="1271" y="402"/>
                  </a:lnTo>
                  <a:lnTo>
                    <a:pt x="1268" y="400"/>
                  </a:lnTo>
                  <a:lnTo>
                    <a:pt x="1265" y="398"/>
                  </a:lnTo>
                  <a:lnTo>
                    <a:pt x="1262" y="397"/>
                  </a:lnTo>
                  <a:lnTo>
                    <a:pt x="1260" y="396"/>
                  </a:lnTo>
                  <a:lnTo>
                    <a:pt x="1257" y="395"/>
                  </a:lnTo>
                  <a:lnTo>
                    <a:pt x="1253" y="395"/>
                  </a:lnTo>
                  <a:lnTo>
                    <a:pt x="1248" y="395"/>
                  </a:lnTo>
                  <a:lnTo>
                    <a:pt x="1243" y="394"/>
                  </a:lnTo>
                  <a:lnTo>
                    <a:pt x="1241" y="392"/>
                  </a:lnTo>
                  <a:lnTo>
                    <a:pt x="1242" y="388"/>
                  </a:lnTo>
                  <a:lnTo>
                    <a:pt x="1245" y="385"/>
                  </a:lnTo>
                  <a:lnTo>
                    <a:pt x="1247" y="382"/>
                  </a:lnTo>
                  <a:lnTo>
                    <a:pt x="1246" y="379"/>
                  </a:lnTo>
                  <a:lnTo>
                    <a:pt x="1245" y="377"/>
                  </a:lnTo>
                  <a:lnTo>
                    <a:pt x="1244" y="374"/>
                  </a:lnTo>
                  <a:lnTo>
                    <a:pt x="1246" y="372"/>
                  </a:lnTo>
                  <a:lnTo>
                    <a:pt x="1249" y="370"/>
                  </a:lnTo>
                  <a:lnTo>
                    <a:pt x="1250" y="367"/>
                  </a:lnTo>
                  <a:lnTo>
                    <a:pt x="1251" y="365"/>
                  </a:lnTo>
                  <a:lnTo>
                    <a:pt x="1250" y="362"/>
                  </a:lnTo>
                  <a:lnTo>
                    <a:pt x="1251" y="359"/>
                  </a:lnTo>
                  <a:lnTo>
                    <a:pt x="1252" y="357"/>
                  </a:lnTo>
                  <a:lnTo>
                    <a:pt x="1254" y="355"/>
                  </a:lnTo>
                  <a:lnTo>
                    <a:pt x="1254" y="352"/>
                  </a:lnTo>
                  <a:lnTo>
                    <a:pt x="1255" y="349"/>
                  </a:lnTo>
                  <a:lnTo>
                    <a:pt x="1258" y="347"/>
                  </a:lnTo>
                  <a:lnTo>
                    <a:pt x="1263" y="347"/>
                  </a:lnTo>
                  <a:lnTo>
                    <a:pt x="1268" y="350"/>
                  </a:lnTo>
                  <a:lnTo>
                    <a:pt x="1271" y="352"/>
                  </a:lnTo>
                  <a:lnTo>
                    <a:pt x="1274" y="351"/>
                  </a:lnTo>
                  <a:lnTo>
                    <a:pt x="1276" y="349"/>
                  </a:lnTo>
                  <a:lnTo>
                    <a:pt x="1278" y="346"/>
                  </a:lnTo>
                  <a:lnTo>
                    <a:pt x="1282" y="345"/>
                  </a:lnTo>
                  <a:lnTo>
                    <a:pt x="1285" y="345"/>
                  </a:lnTo>
                  <a:lnTo>
                    <a:pt x="1288" y="345"/>
                  </a:lnTo>
                  <a:lnTo>
                    <a:pt x="1292" y="346"/>
                  </a:lnTo>
                  <a:lnTo>
                    <a:pt x="1296" y="346"/>
                  </a:lnTo>
                  <a:lnTo>
                    <a:pt x="1299" y="347"/>
                  </a:lnTo>
                  <a:lnTo>
                    <a:pt x="1302" y="349"/>
                  </a:lnTo>
                  <a:lnTo>
                    <a:pt x="1304" y="352"/>
                  </a:lnTo>
                  <a:lnTo>
                    <a:pt x="1307" y="354"/>
                  </a:lnTo>
                  <a:lnTo>
                    <a:pt x="1310" y="355"/>
                  </a:lnTo>
                  <a:lnTo>
                    <a:pt x="1314" y="357"/>
                  </a:lnTo>
                  <a:lnTo>
                    <a:pt x="1315" y="360"/>
                  </a:lnTo>
                  <a:lnTo>
                    <a:pt x="1315" y="363"/>
                  </a:lnTo>
                  <a:lnTo>
                    <a:pt x="1314" y="366"/>
                  </a:lnTo>
                  <a:lnTo>
                    <a:pt x="1315" y="368"/>
                  </a:lnTo>
                  <a:lnTo>
                    <a:pt x="1320" y="370"/>
                  </a:lnTo>
                  <a:lnTo>
                    <a:pt x="1326" y="372"/>
                  </a:lnTo>
                  <a:close/>
                </a:path>
              </a:pathLst>
            </a:custGeom>
            <a:solidFill>
              <a:srgbClr val="DA9FC0">
                <a:alpha val="9600"/>
              </a:srgbClr>
            </a:solidFill>
            <a:ln>
              <a:noFill/>
            </a:ln>
          </p:spPr>
          <p:txBody>
            <a:bodyPr anchor="ctr"/>
            <a:lstStyle/>
            <a:p>
              <a:pPr algn="ctr">
                <a:buNone/>
              </a:pPr>
            </a:p>
          </p:txBody>
        </p:sp>
        <p:sp>
          <p:nvSpPr>
            <p:cNvPr id="680" name="addition:spatial:62"/>
            <p:cNvSpPr>
              <a:spLocks noGrp="1"/>
            </p:cNvSpPr>
            <p:nvPr/>
          </p:nvSpPr>
          <p:spPr>
            <a:xfrm>
              <a:off x="5648325" y="1666875"/>
              <a:ext cx="1703756" cy="661431"/>
            </a:xfrm>
            <a:custGeom>
              <a:avLst/>
              <a:gdLst/>
              <a:ahLst/>
              <a:cxnLst/>
              <a:rect l="l" t="t" r="r" b="b"/>
              <a:pathLst>
                <a:path w="1285" h="391">
                  <a:moveTo>
                    <a:pt x="0" y="0"/>
                  </a:moveTo>
                  <a:moveTo>
                    <a:pt x="1281" y="364"/>
                  </a:moveTo>
                  <a:lnTo>
                    <a:pt x="1282" y="366"/>
                  </a:lnTo>
                  <a:lnTo>
                    <a:pt x="1284" y="369"/>
                  </a:lnTo>
                  <a:lnTo>
                    <a:pt x="1285" y="371"/>
                  </a:lnTo>
                  <a:lnTo>
                    <a:pt x="1283" y="374"/>
                  </a:lnTo>
                  <a:lnTo>
                    <a:pt x="1279" y="375"/>
                  </a:lnTo>
                  <a:lnTo>
                    <a:pt x="1274" y="375"/>
                  </a:lnTo>
                  <a:lnTo>
                    <a:pt x="1271" y="376"/>
                  </a:lnTo>
                  <a:lnTo>
                    <a:pt x="1270" y="378"/>
                  </a:lnTo>
                  <a:lnTo>
                    <a:pt x="1268" y="380"/>
                  </a:lnTo>
                  <a:lnTo>
                    <a:pt x="1267" y="382"/>
                  </a:lnTo>
                  <a:lnTo>
                    <a:pt x="1265" y="384"/>
                  </a:lnTo>
                  <a:lnTo>
                    <a:pt x="1263" y="386"/>
                  </a:lnTo>
                  <a:lnTo>
                    <a:pt x="1260" y="389"/>
                  </a:lnTo>
                  <a:lnTo>
                    <a:pt x="1257" y="391"/>
                  </a:lnTo>
                  <a:lnTo>
                    <a:pt x="1254" y="391"/>
                  </a:lnTo>
                  <a:lnTo>
                    <a:pt x="1250" y="390"/>
                  </a:lnTo>
                  <a:lnTo>
                    <a:pt x="1247" y="388"/>
                  </a:lnTo>
                  <a:lnTo>
                    <a:pt x="1244" y="387"/>
                  </a:lnTo>
                  <a:lnTo>
                    <a:pt x="1241" y="387"/>
                  </a:lnTo>
                  <a:lnTo>
                    <a:pt x="1238" y="388"/>
                  </a:lnTo>
                  <a:lnTo>
                    <a:pt x="1235" y="388"/>
                  </a:lnTo>
                  <a:lnTo>
                    <a:pt x="1233" y="386"/>
                  </a:lnTo>
                  <a:lnTo>
                    <a:pt x="1231" y="384"/>
                  </a:lnTo>
                  <a:lnTo>
                    <a:pt x="1230" y="382"/>
                  </a:lnTo>
                  <a:lnTo>
                    <a:pt x="1228" y="382"/>
                  </a:lnTo>
                  <a:lnTo>
                    <a:pt x="1224" y="382"/>
                  </a:lnTo>
                  <a:lnTo>
                    <a:pt x="1221" y="381"/>
                  </a:lnTo>
                  <a:lnTo>
                    <a:pt x="1219" y="380"/>
                  </a:lnTo>
                  <a:lnTo>
                    <a:pt x="1218" y="378"/>
                  </a:lnTo>
                  <a:lnTo>
                    <a:pt x="1216" y="376"/>
                  </a:lnTo>
                  <a:lnTo>
                    <a:pt x="1215" y="374"/>
                  </a:lnTo>
                  <a:lnTo>
                    <a:pt x="1216" y="371"/>
                  </a:lnTo>
                  <a:lnTo>
                    <a:pt x="1218" y="368"/>
                  </a:lnTo>
                  <a:lnTo>
                    <a:pt x="1222" y="366"/>
                  </a:lnTo>
                  <a:lnTo>
                    <a:pt x="1224" y="364"/>
                  </a:lnTo>
                  <a:lnTo>
                    <a:pt x="1223" y="362"/>
                  </a:lnTo>
                  <a:lnTo>
                    <a:pt x="1220" y="360"/>
                  </a:lnTo>
                  <a:lnTo>
                    <a:pt x="1218" y="357"/>
                  </a:lnTo>
                  <a:lnTo>
                    <a:pt x="1218" y="355"/>
                  </a:lnTo>
                  <a:lnTo>
                    <a:pt x="1220" y="353"/>
                  </a:lnTo>
                  <a:lnTo>
                    <a:pt x="1222" y="351"/>
                  </a:lnTo>
                  <a:lnTo>
                    <a:pt x="1223" y="349"/>
                  </a:lnTo>
                  <a:lnTo>
                    <a:pt x="1224" y="347"/>
                  </a:lnTo>
                  <a:lnTo>
                    <a:pt x="1225" y="345"/>
                  </a:lnTo>
                  <a:lnTo>
                    <a:pt x="1227" y="343"/>
                  </a:lnTo>
                  <a:lnTo>
                    <a:pt x="1230" y="343"/>
                  </a:lnTo>
                  <a:lnTo>
                    <a:pt x="1232" y="342"/>
                  </a:lnTo>
                  <a:lnTo>
                    <a:pt x="1234" y="342"/>
                  </a:lnTo>
                  <a:lnTo>
                    <a:pt x="1236" y="341"/>
                  </a:lnTo>
                  <a:lnTo>
                    <a:pt x="1239" y="341"/>
                  </a:lnTo>
                  <a:lnTo>
                    <a:pt x="1242" y="342"/>
                  </a:lnTo>
                  <a:lnTo>
                    <a:pt x="1244" y="343"/>
                  </a:lnTo>
                  <a:lnTo>
                    <a:pt x="1246" y="342"/>
                  </a:lnTo>
                  <a:lnTo>
                    <a:pt x="1249" y="340"/>
                  </a:lnTo>
                  <a:lnTo>
                    <a:pt x="1253" y="337"/>
                  </a:lnTo>
                  <a:lnTo>
                    <a:pt x="1257" y="336"/>
                  </a:lnTo>
                  <a:lnTo>
                    <a:pt x="1259" y="338"/>
                  </a:lnTo>
                  <a:lnTo>
                    <a:pt x="1261" y="341"/>
                  </a:lnTo>
                  <a:lnTo>
                    <a:pt x="1263" y="343"/>
                  </a:lnTo>
                  <a:lnTo>
                    <a:pt x="1265" y="345"/>
                  </a:lnTo>
                  <a:lnTo>
                    <a:pt x="1267" y="347"/>
                  </a:lnTo>
                  <a:lnTo>
                    <a:pt x="1269" y="348"/>
                  </a:lnTo>
                  <a:lnTo>
                    <a:pt x="1271" y="350"/>
                  </a:lnTo>
                  <a:lnTo>
                    <a:pt x="1272" y="352"/>
                  </a:lnTo>
                  <a:lnTo>
                    <a:pt x="1275" y="354"/>
                  </a:lnTo>
                  <a:lnTo>
                    <a:pt x="1278" y="355"/>
                  </a:lnTo>
                  <a:lnTo>
                    <a:pt x="1281" y="357"/>
                  </a:lnTo>
                  <a:lnTo>
                    <a:pt x="1281" y="359"/>
                  </a:lnTo>
                  <a:lnTo>
                    <a:pt x="1281" y="362"/>
                  </a:lnTo>
                  <a:close/>
                </a:path>
              </a:pathLst>
            </a:custGeom>
            <a:solidFill>
              <a:srgbClr val="DA9FC0">
                <a:alpha val="9600"/>
              </a:srgbClr>
            </a:solidFill>
            <a:ln>
              <a:noFill/>
            </a:ln>
          </p:spPr>
          <p:txBody>
            <a:bodyPr anchor="ctr"/>
            <a:lstStyle/>
            <a:p>
              <a:pPr algn="ctr">
                <a:buNone/>
              </a:pPr>
            </a:p>
          </p:txBody>
        </p:sp>
        <p:sp>
          <p:nvSpPr>
            <p:cNvPr id="681" name="addition:spatial:63"/>
            <p:cNvSpPr>
              <a:spLocks noGrp="1"/>
            </p:cNvSpPr>
            <p:nvPr/>
          </p:nvSpPr>
          <p:spPr>
            <a:xfrm>
              <a:off x="5648325" y="1666875"/>
              <a:ext cx="1808500" cy="666506"/>
            </a:xfrm>
            <a:custGeom>
              <a:avLst/>
              <a:gdLst/>
              <a:ahLst/>
              <a:cxnLst/>
              <a:rect l="l" t="t" r="r" b="b"/>
              <a:pathLst>
                <a:path w="1364" h="394">
                  <a:moveTo>
                    <a:pt x="0" y="0"/>
                  </a:moveTo>
                  <a:moveTo>
                    <a:pt x="1359" y="360"/>
                  </a:moveTo>
                  <a:lnTo>
                    <a:pt x="1353" y="362"/>
                  </a:lnTo>
                  <a:lnTo>
                    <a:pt x="1347" y="365"/>
                  </a:lnTo>
                  <a:lnTo>
                    <a:pt x="1346" y="367"/>
                  </a:lnTo>
                  <a:lnTo>
                    <a:pt x="1346" y="370"/>
                  </a:lnTo>
                  <a:lnTo>
                    <a:pt x="1345" y="373"/>
                  </a:lnTo>
                  <a:lnTo>
                    <a:pt x="1343" y="375"/>
                  </a:lnTo>
                  <a:lnTo>
                    <a:pt x="1339" y="378"/>
                  </a:lnTo>
                  <a:lnTo>
                    <a:pt x="1337" y="380"/>
                  </a:lnTo>
                  <a:lnTo>
                    <a:pt x="1335" y="383"/>
                  </a:lnTo>
                  <a:lnTo>
                    <a:pt x="1332" y="386"/>
                  </a:lnTo>
                  <a:lnTo>
                    <a:pt x="1328" y="388"/>
                  </a:lnTo>
                  <a:lnTo>
                    <a:pt x="1324" y="388"/>
                  </a:lnTo>
                  <a:lnTo>
                    <a:pt x="1319" y="389"/>
                  </a:lnTo>
                  <a:lnTo>
                    <a:pt x="1316" y="391"/>
                  </a:lnTo>
                  <a:lnTo>
                    <a:pt x="1312" y="394"/>
                  </a:lnTo>
                  <a:lnTo>
                    <a:pt x="1308" y="394"/>
                  </a:lnTo>
                  <a:lnTo>
                    <a:pt x="1303" y="393"/>
                  </a:lnTo>
                  <a:lnTo>
                    <a:pt x="1299" y="389"/>
                  </a:lnTo>
                  <a:lnTo>
                    <a:pt x="1297" y="385"/>
                  </a:lnTo>
                  <a:lnTo>
                    <a:pt x="1294" y="385"/>
                  </a:lnTo>
                  <a:lnTo>
                    <a:pt x="1290" y="387"/>
                  </a:lnTo>
                  <a:lnTo>
                    <a:pt x="1285" y="389"/>
                  </a:lnTo>
                  <a:lnTo>
                    <a:pt x="1280" y="389"/>
                  </a:lnTo>
                  <a:lnTo>
                    <a:pt x="1277" y="388"/>
                  </a:lnTo>
                  <a:lnTo>
                    <a:pt x="1274" y="387"/>
                  </a:lnTo>
                  <a:lnTo>
                    <a:pt x="1270" y="385"/>
                  </a:lnTo>
                  <a:lnTo>
                    <a:pt x="1267" y="383"/>
                  </a:lnTo>
                  <a:lnTo>
                    <a:pt x="1266" y="380"/>
                  </a:lnTo>
                  <a:lnTo>
                    <a:pt x="1267" y="376"/>
                  </a:lnTo>
                  <a:lnTo>
                    <a:pt x="1268" y="372"/>
                  </a:lnTo>
                  <a:lnTo>
                    <a:pt x="1268" y="370"/>
                  </a:lnTo>
                  <a:lnTo>
                    <a:pt x="1264" y="368"/>
                  </a:lnTo>
                  <a:lnTo>
                    <a:pt x="1260" y="365"/>
                  </a:lnTo>
                  <a:lnTo>
                    <a:pt x="1259" y="363"/>
                  </a:lnTo>
                  <a:lnTo>
                    <a:pt x="1261" y="360"/>
                  </a:lnTo>
                  <a:lnTo>
                    <a:pt x="1263" y="357"/>
                  </a:lnTo>
                  <a:lnTo>
                    <a:pt x="1264" y="355"/>
                  </a:lnTo>
                  <a:lnTo>
                    <a:pt x="1261" y="351"/>
                  </a:lnTo>
                  <a:lnTo>
                    <a:pt x="1257" y="348"/>
                  </a:lnTo>
                  <a:lnTo>
                    <a:pt x="1255" y="344"/>
                  </a:lnTo>
                  <a:lnTo>
                    <a:pt x="1256" y="341"/>
                  </a:lnTo>
                  <a:lnTo>
                    <a:pt x="1260" y="339"/>
                  </a:lnTo>
                  <a:lnTo>
                    <a:pt x="1265" y="338"/>
                  </a:lnTo>
                  <a:lnTo>
                    <a:pt x="1268" y="337"/>
                  </a:lnTo>
                  <a:lnTo>
                    <a:pt x="1272" y="336"/>
                  </a:lnTo>
                  <a:lnTo>
                    <a:pt x="1277" y="336"/>
                  </a:lnTo>
                  <a:lnTo>
                    <a:pt x="1281" y="336"/>
                  </a:lnTo>
                  <a:lnTo>
                    <a:pt x="1284" y="335"/>
                  </a:lnTo>
                  <a:lnTo>
                    <a:pt x="1287" y="332"/>
                  </a:lnTo>
                  <a:lnTo>
                    <a:pt x="1289" y="328"/>
                  </a:lnTo>
                  <a:lnTo>
                    <a:pt x="1293" y="325"/>
                  </a:lnTo>
                  <a:lnTo>
                    <a:pt x="1299" y="324"/>
                  </a:lnTo>
                  <a:lnTo>
                    <a:pt x="1304" y="326"/>
                  </a:lnTo>
                  <a:lnTo>
                    <a:pt x="1308" y="328"/>
                  </a:lnTo>
                  <a:lnTo>
                    <a:pt x="1313" y="329"/>
                  </a:lnTo>
                  <a:lnTo>
                    <a:pt x="1318" y="329"/>
                  </a:lnTo>
                  <a:lnTo>
                    <a:pt x="1324" y="328"/>
                  </a:lnTo>
                  <a:lnTo>
                    <a:pt x="1328" y="330"/>
                  </a:lnTo>
                  <a:lnTo>
                    <a:pt x="1331" y="333"/>
                  </a:lnTo>
                  <a:lnTo>
                    <a:pt x="1334" y="336"/>
                  </a:lnTo>
                  <a:lnTo>
                    <a:pt x="1337" y="339"/>
                  </a:lnTo>
                  <a:lnTo>
                    <a:pt x="1340" y="340"/>
                  </a:lnTo>
                  <a:lnTo>
                    <a:pt x="1343" y="342"/>
                  </a:lnTo>
                  <a:lnTo>
                    <a:pt x="1345" y="345"/>
                  </a:lnTo>
                  <a:lnTo>
                    <a:pt x="1348" y="347"/>
                  </a:lnTo>
                  <a:lnTo>
                    <a:pt x="1352" y="349"/>
                  </a:lnTo>
                  <a:lnTo>
                    <a:pt x="1358" y="350"/>
                  </a:lnTo>
                  <a:lnTo>
                    <a:pt x="1363" y="353"/>
                  </a:lnTo>
                  <a:lnTo>
                    <a:pt x="1364" y="356"/>
                  </a:lnTo>
                  <a:close/>
                </a:path>
              </a:pathLst>
            </a:custGeom>
            <a:solidFill>
              <a:srgbClr val="DA9FC0">
                <a:alpha val="9600"/>
              </a:srgbClr>
            </a:solidFill>
            <a:ln>
              <a:noFill/>
            </a:ln>
          </p:spPr>
          <p:txBody>
            <a:bodyPr anchor="ctr"/>
            <a:lstStyle/>
            <a:p>
              <a:pPr algn="ctr">
                <a:buNone/>
              </a:pPr>
            </a:p>
          </p:txBody>
        </p:sp>
        <p:sp>
          <p:nvSpPr>
            <p:cNvPr id="682" name="addition:spatial:64"/>
            <p:cNvSpPr>
              <a:spLocks noGrp="1"/>
            </p:cNvSpPr>
            <p:nvPr/>
          </p:nvSpPr>
          <p:spPr>
            <a:xfrm>
              <a:off x="5648325" y="1666875"/>
              <a:ext cx="1823085" cy="678348"/>
            </a:xfrm>
            <a:custGeom>
              <a:avLst/>
              <a:gdLst/>
              <a:ahLst/>
              <a:cxnLst/>
              <a:rect l="l" t="t" r="r" b="b"/>
              <a:pathLst>
                <a:path w="1375" h="401">
                  <a:moveTo>
                    <a:pt x="0" y="0"/>
                  </a:moveTo>
                  <a:moveTo>
                    <a:pt x="1371" y="354"/>
                  </a:moveTo>
                  <a:lnTo>
                    <a:pt x="1362" y="358"/>
                  </a:lnTo>
                  <a:lnTo>
                    <a:pt x="1354" y="361"/>
                  </a:lnTo>
                  <a:lnTo>
                    <a:pt x="1351" y="364"/>
                  </a:lnTo>
                  <a:lnTo>
                    <a:pt x="1351" y="368"/>
                  </a:lnTo>
                  <a:lnTo>
                    <a:pt x="1352" y="373"/>
                  </a:lnTo>
                  <a:lnTo>
                    <a:pt x="1352" y="377"/>
                  </a:lnTo>
                  <a:lnTo>
                    <a:pt x="1350" y="381"/>
                  </a:lnTo>
                  <a:lnTo>
                    <a:pt x="1349" y="386"/>
                  </a:lnTo>
                  <a:lnTo>
                    <a:pt x="1347" y="391"/>
                  </a:lnTo>
                  <a:lnTo>
                    <a:pt x="1343" y="395"/>
                  </a:lnTo>
                  <a:lnTo>
                    <a:pt x="1337" y="396"/>
                  </a:lnTo>
                  <a:lnTo>
                    <a:pt x="1329" y="395"/>
                  </a:lnTo>
                  <a:lnTo>
                    <a:pt x="1322" y="393"/>
                  </a:lnTo>
                  <a:lnTo>
                    <a:pt x="1318" y="393"/>
                  </a:lnTo>
                  <a:lnTo>
                    <a:pt x="1314" y="397"/>
                  </a:lnTo>
                  <a:lnTo>
                    <a:pt x="1310" y="400"/>
                  </a:lnTo>
                  <a:lnTo>
                    <a:pt x="1305" y="401"/>
                  </a:lnTo>
                  <a:lnTo>
                    <a:pt x="1300" y="398"/>
                  </a:lnTo>
                  <a:lnTo>
                    <a:pt x="1296" y="395"/>
                  </a:lnTo>
                  <a:lnTo>
                    <a:pt x="1292" y="394"/>
                  </a:lnTo>
                  <a:lnTo>
                    <a:pt x="1286" y="396"/>
                  </a:lnTo>
                  <a:lnTo>
                    <a:pt x="1280" y="398"/>
                  </a:lnTo>
                  <a:lnTo>
                    <a:pt x="1273" y="398"/>
                  </a:lnTo>
                  <a:lnTo>
                    <a:pt x="1268" y="396"/>
                  </a:lnTo>
                  <a:lnTo>
                    <a:pt x="1263" y="393"/>
                  </a:lnTo>
                  <a:lnTo>
                    <a:pt x="1258" y="390"/>
                  </a:lnTo>
                  <a:lnTo>
                    <a:pt x="1254" y="387"/>
                  </a:lnTo>
                  <a:lnTo>
                    <a:pt x="1252" y="382"/>
                  </a:lnTo>
                  <a:lnTo>
                    <a:pt x="1254" y="376"/>
                  </a:lnTo>
                  <a:lnTo>
                    <a:pt x="1257" y="371"/>
                  </a:lnTo>
                  <a:lnTo>
                    <a:pt x="1256" y="367"/>
                  </a:lnTo>
                  <a:lnTo>
                    <a:pt x="1250" y="365"/>
                  </a:lnTo>
                  <a:lnTo>
                    <a:pt x="1240" y="362"/>
                  </a:lnTo>
                  <a:lnTo>
                    <a:pt x="1233" y="358"/>
                  </a:lnTo>
                  <a:lnTo>
                    <a:pt x="1230" y="354"/>
                  </a:lnTo>
                  <a:lnTo>
                    <a:pt x="1232" y="350"/>
                  </a:lnTo>
                  <a:lnTo>
                    <a:pt x="1235" y="346"/>
                  </a:lnTo>
                  <a:lnTo>
                    <a:pt x="1235" y="342"/>
                  </a:lnTo>
                  <a:lnTo>
                    <a:pt x="1235" y="337"/>
                  </a:lnTo>
                  <a:lnTo>
                    <a:pt x="1236" y="333"/>
                  </a:lnTo>
                  <a:lnTo>
                    <a:pt x="1240" y="330"/>
                  </a:lnTo>
                  <a:lnTo>
                    <a:pt x="1245" y="327"/>
                  </a:lnTo>
                  <a:lnTo>
                    <a:pt x="1250" y="325"/>
                  </a:lnTo>
                  <a:lnTo>
                    <a:pt x="1254" y="322"/>
                  </a:lnTo>
                  <a:lnTo>
                    <a:pt x="1258" y="319"/>
                  </a:lnTo>
                  <a:lnTo>
                    <a:pt x="1264" y="318"/>
                  </a:lnTo>
                  <a:lnTo>
                    <a:pt x="1271" y="318"/>
                  </a:lnTo>
                  <a:lnTo>
                    <a:pt x="1277" y="317"/>
                  </a:lnTo>
                  <a:lnTo>
                    <a:pt x="1281" y="314"/>
                  </a:lnTo>
                  <a:lnTo>
                    <a:pt x="1285" y="307"/>
                  </a:lnTo>
                  <a:lnTo>
                    <a:pt x="1291" y="301"/>
                  </a:lnTo>
                  <a:lnTo>
                    <a:pt x="1299" y="299"/>
                  </a:lnTo>
                  <a:lnTo>
                    <a:pt x="1306" y="302"/>
                  </a:lnTo>
                  <a:lnTo>
                    <a:pt x="1313" y="307"/>
                  </a:lnTo>
                  <a:lnTo>
                    <a:pt x="1319" y="311"/>
                  </a:lnTo>
                  <a:lnTo>
                    <a:pt x="1324" y="313"/>
                  </a:lnTo>
                  <a:lnTo>
                    <a:pt x="1330" y="314"/>
                  </a:lnTo>
                  <a:lnTo>
                    <a:pt x="1335" y="316"/>
                  </a:lnTo>
                  <a:lnTo>
                    <a:pt x="1340" y="319"/>
                  </a:lnTo>
                  <a:lnTo>
                    <a:pt x="1344" y="321"/>
                  </a:lnTo>
                  <a:lnTo>
                    <a:pt x="1350" y="322"/>
                  </a:lnTo>
                  <a:lnTo>
                    <a:pt x="1357" y="323"/>
                  </a:lnTo>
                  <a:lnTo>
                    <a:pt x="1362" y="325"/>
                  </a:lnTo>
                  <a:lnTo>
                    <a:pt x="1364" y="330"/>
                  </a:lnTo>
                  <a:lnTo>
                    <a:pt x="1363" y="334"/>
                  </a:lnTo>
                  <a:lnTo>
                    <a:pt x="1364" y="338"/>
                  </a:lnTo>
                  <a:lnTo>
                    <a:pt x="1369" y="341"/>
                  </a:lnTo>
                  <a:lnTo>
                    <a:pt x="1374" y="345"/>
                  </a:lnTo>
                  <a:lnTo>
                    <a:pt x="1375" y="349"/>
                  </a:lnTo>
                  <a:close/>
                </a:path>
              </a:pathLst>
            </a:custGeom>
            <a:solidFill>
              <a:srgbClr val="CC79A7">
                <a:alpha val="11100"/>
              </a:srgbClr>
            </a:solidFill>
            <a:ln>
              <a:noFill/>
            </a:ln>
          </p:spPr>
          <p:txBody>
            <a:bodyPr anchor="ctr"/>
            <a:lstStyle/>
            <a:p>
              <a:pPr algn="ctr">
                <a:buNone/>
              </a:pPr>
            </a:p>
          </p:txBody>
        </p:sp>
        <p:sp>
          <p:nvSpPr>
            <p:cNvPr id="683" name="addition:spatial:65"/>
            <p:cNvSpPr>
              <a:spLocks noGrp="1"/>
            </p:cNvSpPr>
            <p:nvPr/>
          </p:nvSpPr>
          <p:spPr>
            <a:xfrm>
              <a:off x="5648325" y="1666875"/>
              <a:ext cx="1736903" cy="619140"/>
            </a:xfrm>
            <a:custGeom>
              <a:avLst/>
              <a:gdLst/>
              <a:ahLst/>
              <a:cxnLst/>
              <a:rect l="l" t="t" r="r" b="b"/>
              <a:pathLst>
                <a:path w="1310" h="366">
                  <a:moveTo>
                    <a:pt x="0" y="0"/>
                  </a:moveTo>
                  <a:moveTo>
                    <a:pt x="1309" y="341"/>
                  </a:moveTo>
                  <a:lnTo>
                    <a:pt x="1310" y="344"/>
                  </a:lnTo>
                  <a:lnTo>
                    <a:pt x="1309" y="346"/>
                  </a:lnTo>
                  <a:lnTo>
                    <a:pt x="1309" y="348"/>
                  </a:lnTo>
                  <a:lnTo>
                    <a:pt x="1308" y="350"/>
                  </a:lnTo>
                  <a:lnTo>
                    <a:pt x="1306" y="352"/>
                  </a:lnTo>
                  <a:lnTo>
                    <a:pt x="1303" y="353"/>
                  </a:lnTo>
                  <a:lnTo>
                    <a:pt x="1298" y="353"/>
                  </a:lnTo>
                  <a:lnTo>
                    <a:pt x="1295" y="354"/>
                  </a:lnTo>
                  <a:lnTo>
                    <a:pt x="1293" y="355"/>
                  </a:lnTo>
                  <a:lnTo>
                    <a:pt x="1293" y="358"/>
                  </a:lnTo>
                  <a:lnTo>
                    <a:pt x="1293" y="362"/>
                  </a:lnTo>
                  <a:lnTo>
                    <a:pt x="1291" y="364"/>
                  </a:lnTo>
                  <a:lnTo>
                    <a:pt x="1288" y="365"/>
                  </a:lnTo>
                  <a:lnTo>
                    <a:pt x="1284" y="365"/>
                  </a:lnTo>
                  <a:lnTo>
                    <a:pt x="1281" y="365"/>
                  </a:lnTo>
                  <a:lnTo>
                    <a:pt x="1278" y="365"/>
                  </a:lnTo>
                  <a:lnTo>
                    <a:pt x="1275" y="366"/>
                  </a:lnTo>
                  <a:lnTo>
                    <a:pt x="1272" y="365"/>
                  </a:lnTo>
                  <a:lnTo>
                    <a:pt x="1269" y="364"/>
                  </a:lnTo>
                  <a:lnTo>
                    <a:pt x="1266" y="363"/>
                  </a:lnTo>
                  <a:lnTo>
                    <a:pt x="1264" y="363"/>
                  </a:lnTo>
                  <a:lnTo>
                    <a:pt x="1261" y="362"/>
                  </a:lnTo>
                  <a:lnTo>
                    <a:pt x="1259" y="361"/>
                  </a:lnTo>
                  <a:lnTo>
                    <a:pt x="1258" y="359"/>
                  </a:lnTo>
                  <a:lnTo>
                    <a:pt x="1257" y="357"/>
                  </a:lnTo>
                  <a:lnTo>
                    <a:pt x="1255" y="356"/>
                  </a:lnTo>
                  <a:lnTo>
                    <a:pt x="1252" y="356"/>
                  </a:lnTo>
                  <a:lnTo>
                    <a:pt x="1248" y="357"/>
                  </a:lnTo>
                  <a:lnTo>
                    <a:pt x="1244" y="356"/>
                  </a:lnTo>
                  <a:lnTo>
                    <a:pt x="1244" y="353"/>
                  </a:lnTo>
                  <a:lnTo>
                    <a:pt x="1245" y="350"/>
                  </a:lnTo>
                  <a:lnTo>
                    <a:pt x="1248" y="347"/>
                  </a:lnTo>
                  <a:lnTo>
                    <a:pt x="1249" y="345"/>
                  </a:lnTo>
                  <a:lnTo>
                    <a:pt x="1249" y="343"/>
                  </a:lnTo>
                  <a:lnTo>
                    <a:pt x="1250" y="341"/>
                  </a:lnTo>
                  <a:lnTo>
                    <a:pt x="1250" y="339"/>
                  </a:lnTo>
                  <a:lnTo>
                    <a:pt x="1251" y="338"/>
                  </a:lnTo>
                  <a:lnTo>
                    <a:pt x="1250" y="335"/>
                  </a:lnTo>
                  <a:lnTo>
                    <a:pt x="1249" y="333"/>
                  </a:lnTo>
                  <a:lnTo>
                    <a:pt x="1249" y="330"/>
                  </a:lnTo>
                  <a:lnTo>
                    <a:pt x="1250" y="328"/>
                  </a:lnTo>
                  <a:lnTo>
                    <a:pt x="1252" y="327"/>
                  </a:lnTo>
                  <a:lnTo>
                    <a:pt x="1255" y="326"/>
                  </a:lnTo>
                  <a:lnTo>
                    <a:pt x="1256" y="325"/>
                  </a:lnTo>
                  <a:lnTo>
                    <a:pt x="1256" y="322"/>
                  </a:lnTo>
                  <a:lnTo>
                    <a:pt x="1257" y="320"/>
                  </a:lnTo>
                  <a:lnTo>
                    <a:pt x="1260" y="319"/>
                  </a:lnTo>
                  <a:lnTo>
                    <a:pt x="1263" y="320"/>
                  </a:lnTo>
                  <a:lnTo>
                    <a:pt x="1266" y="321"/>
                  </a:lnTo>
                  <a:lnTo>
                    <a:pt x="1268" y="322"/>
                  </a:lnTo>
                  <a:lnTo>
                    <a:pt x="1270" y="321"/>
                  </a:lnTo>
                  <a:lnTo>
                    <a:pt x="1272" y="320"/>
                  </a:lnTo>
                  <a:lnTo>
                    <a:pt x="1274" y="319"/>
                  </a:lnTo>
                  <a:lnTo>
                    <a:pt x="1277" y="318"/>
                  </a:lnTo>
                  <a:lnTo>
                    <a:pt x="1280" y="318"/>
                  </a:lnTo>
                  <a:lnTo>
                    <a:pt x="1283" y="317"/>
                  </a:lnTo>
                  <a:lnTo>
                    <a:pt x="1286" y="317"/>
                  </a:lnTo>
                  <a:lnTo>
                    <a:pt x="1289" y="318"/>
                  </a:lnTo>
                  <a:lnTo>
                    <a:pt x="1291" y="321"/>
                  </a:lnTo>
                  <a:lnTo>
                    <a:pt x="1291" y="324"/>
                  </a:lnTo>
                  <a:lnTo>
                    <a:pt x="1292" y="326"/>
                  </a:lnTo>
                  <a:lnTo>
                    <a:pt x="1294" y="327"/>
                  </a:lnTo>
                  <a:lnTo>
                    <a:pt x="1298" y="328"/>
                  </a:lnTo>
                  <a:lnTo>
                    <a:pt x="1301" y="329"/>
                  </a:lnTo>
                  <a:lnTo>
                    <a:pt x="1302" y="331"/>
                  </a:lnTo>
                  <a:lnTo>
                    <a:pt x="1302" y="334"/>
                  </a:lnTo>
                  <a:lnTo>
                    <a:pt x="1302" y="336"/>
                  </a:lnTo>
                  <a:lnTo>
                    <a:pt x="1304" y="337"/>
                  </a:lnTo>
                  <a:lnTo>
                    <a:pt x="1307" y="339"/>
                  </a:lnTo>
                  <a:close/>
                </a:path>
              </a:pathLst>
            </a:custGeom>
            <a:solidFill>
              <a:srgbClr val="CC79A7">
                <a:alpha val="10800"/>
              </a:srgbClr>
            </a:solidFill>
            <a:ln>
              <a:noFill/>
            </a:ln>
          </p:spPr>
          <p:txBody>
            <a:bodyPr anchor="ctr"/>
            <a:lstStyle/>
            <a:p>
              <a:pPr algn="ctr">
                <a:buNone/>
              </a:pPr>
            </a:p>
          </p:txBody>
        </p:sp>
        <p:sp>
          <p:nvSpPr>
            <p:cNvPr id="684" name="addition:spatial:66"/>
            <p:cNvSpPr>
              <a:spLocks noGrp="1"/>
            </p:cNvSpPr>
            <p:nvPr/>
          </p:nvSpPr>
          <p:spPr>
            <a:xfrm>
              <a:off x="5648325" y="1666875"/>
              <a:ext cx="1778005" cy="597149"/>
            </a:xfrm>
            <a:custGeom>
              <a:avLst/>
              <a:gdLst/>
              <a:ahLst/>
              <a:cxnLst/>
              <a:rect l="l" t="t" r="r" b="b"/>
              <a:pathLst>
                <a:path w="1341" h="353">
                  <a:moveTo>
                    <a:pt x="0" y="0"/>
                  </a:moveTo>
                  <a:moveTo>
                    <a:pt x="1339" y="334"/>
                  </a:moveTo>
                  <a:lnTo>
                    <a:pt x="1337" y="336"/>
                  </a:lnTo>
                  <a:lnTo>
                    <a:pt x="1336" y="337"/>
                  </a:lnTo>
                  <a:lnTo>
                    <a:pt x="1337" y="338"/>
                  </a:lnTo>
                  <a:lnTo>
                    <a:pt x="1339" y="341"/>
                  </a:lnTo>
                  <a:lnTo>
                    <a:pt x="1341" y="343"/>
                  </a:lnTo>
                  <a:lnTo>
                    <a:pt x="1341" y="345"/>
                  </a:lnTo>
                  <a:lnTo>
                    <a:pt x="1339" y="346"/>
                  </a:lnTo>
                  <a:lnTo>
                    <a:pt x="1337" y="347"/>
                  </a:lnTo>
                  <a:lnTo>
                    <a:pt x="1335" y="347"/>
                  </a:lnTo>
                  <a:lnTo>
                    <a:pt x="1333" y="348"/>
                  </a:lnTo>
                  <a:lnTo>
                    <a:pt x="1331" y="348"/>
                  </a:lnTo>
                  <a:lnTo>
                    <a:pt x="1329" y="348"/>
                  </a:lnTo>
                  <a:lnTo>
                    <a:pt x="1327" y="348"/>
                  </a:lnTo>
                  <a:lnTo>
                    <a:pt x="1326" y="349"/>
                  </a:lnTo>
                  <a:lnTo>
                    <a:pt x="1325" y="351"/>
                  </a:lnTo>
                  <a:lnTo>
                    <a:pt x="1323" y="352"/>
                  </a:lnTo>
                  <a:lnTo>
                    <a:pt x="1321" y="353"/>
                  </a:lnTo>
                  <a:lnTo>
                    <a:pt x="1319" y="352"/>
                  </a:lnTo>
                  <a:lnTo>
                    <a:pt x="1317" y="351"/>
                  </a:lnTo>
                  <a:lnTo>
                    <a:pt x="1314" y="351"/>
                  </a:lnTo>
                  <a:lnTo>
                    <a:pt x="1312" y="352"/>
                  </a:lnTo>
                  <a:lnTo>
                    <a:pt x="1309" y="352"/>
                  </a:lnTo>
                  <a:lnTo>
                    <a:pt x="1306" y="352"/>
                  </a:lnTo>
                  <a:lnTo>
                    <a:pt x="1304" y="350"/>
                  </a:lnTo>
                  <a:lnTo>
                    <a:pt x="1304" y="348"/>
                  </a:lnTo>
                  <a:lnTo>
                    <a:pt x="1303" y="346"/>
                  </a:lnTo>
                  <a:lnTo>
                    <a:pt x="1302" y="345"/>
                  </a:lnTo>
                  <a:lnTo>
                    <a:pt x="1300" y="344"/>
                  </a:lnTo>
                  <a:lnTo>
                    <a:pt x="1299" y="342"/>
                  </a:lnTo>
                  <a:lnTo>
                    <a:pt x="1297" y="341"/>
                  </a:lnTo>
                  <a:lnTo>
                    <a:pt x="1295" y="340"/>
                  </a:lnTo>
                  <a:lnTo>
                    <a:pt x="1292" y="339"/>
                  </a:lnTo>
                  <a:lnTo>
                    <a:pt x="1289" y="338"/>
                  </a:lnTo>
                  <a:lnTo>
                    <a:pt x="1288" y="336"/>
                  </a:lnTo>
                  <a:lnTo>
                    <a:pt x="1289" y="334"/>
                  </a:lnTo>
                  <a:lnTo>
                    <a:pt x="1292" y="333"/>
                  </a:lnTo>
                  <a:lnTo>
                    <a:pt x="1294" y="331"/>
                  </a:lnTo>
                  <a:lnTo>
                    <a:pt x="1295" y="330"/>
                  </a:lnTo>
                  <a:lnTo>
                    <a:pt x="1295" y="328"/>
                  </a:lnTo>
                  <a:lnTo>
                    <a:pt x="1295" y="326"/>
                  </a:lnTo>
                  <a:lnTo>
                    <a:pt x="1297" y="325"/>
                  </a:lnTo>
                  <a:lnTo>
                    <a:pt x="1299" y="324"/>
                  </a:lnTo>
                  <a:lnTo>
                    <a:pt x="1301" y="324"/>
                  </a:lnTo>
                  <a:lnTo>
                    <a:pt x="1303" y="323"/>
                  </a:lnTo>
                  <a:lnTo>
                    <a:pt x="1304" y="321"/>
                  </a:lnTo>
                  <a:lnTo>
                    <a:pt x="1305" y="319"/>
                  </a:lnTo>
                  <a:lnTo>
                    <a:pt x="1307" y="318"/>
                  </a:lnTo>
                  <a:lnTo>
                    <a:pt x="1310" y="317"/>
                  </a:lnTo>
                  <a:lnTo>
                    <a:pt x="1312" y="316"/>
                  </a:lnTo>
                  <a:lnTo>
                    <a:pt x="1314" y="315"/>
                  </a:lnTo>
                  <a:lnTo>
                    <a:pt x="1316" y="314"/>
                  </a:lnTo>
                  <a:lnTo>
                    <a:pt x="1319" y="315"/>
                  </a:lnTo>
                  <a:lnTo>
                    <a:pt x="1321" y="317"/>
                  </a:lnTo>
                  <a:lnTo>
                    <a:pt x="1322" y="319"/>
                  </a:lnTo>
                  <a:lnTo>
                    <a:pt x="1324" y="320"/>
                  </a:lnTo>
                  <a:lnTo>
                    <a:pt x="1326" y="320"/>
                  </a:lnTo>
                  <a:lnTo>
                    <a:pt x="1328" y="319"/>
                  </a:lnTo>
                  <a:lnTo>
                    <a:pt x="1331" y="318"/>
                  </a:lnTo>
                  <a:lnTo>
                    <a:pt x="1332" y="319"/>
                  </a:lnTo>
                  <a:lnTo>
                    <a:pt x="1334" y="320"/>
                  </a:lnTo>
                  <a:lnTo>
                    <a:pt x="1335" y="321"/>
                  </a:lnTo>
                  <a:lnTo>
                    <a:pt x="1337" y="322"/>
                  </a:lnTo>
                  <a:lnTo>
                    <a:pt x="1338" y="323"/>
                  </a:lnTo>
                  <a:lnTo>
                    <a:pt x="1339" y="325"/>
                  </a:lnTo>
                  <a:lnTo>
                    <a:pt x="1338" y="326"/>
                  </a:lnTo>
                  <a:lnTo>
                    <a:pt x="1338" y="328"/>
                  </a:lnTo>
                  <a:lnTo>
                    <a:pt x="1339" y="330"/>
                  </a:lnTo>
                  <a:lnTo>
                    <a:pt x="1340" y="331"/>
                  </a:lnTo>
                  <a:lnTo>
                    <a:pt x="1340" y="333"/>
                  </a:lnTo>
                  <a:close/>
                </a:path>
              </a:pathLst>
            </a:custGeom>
            <a:solidFill>
              <a:srgbClr val="CC79A7">
                <a:alpha val="10800"/>
              </a:srgbClr>
            </a:solidFill>
            <a:ln>
              <a:noFill/>
            </a:ln>
          </p:spPr>
          <p:txBody>
            <a:bodyPr anchor="ctr"/>
            <a:lstStyle/>
            <a:p>
              <a:pPr algn="ctr">
                <a:buNone/>
              </a:pPr>
            </a:p>
          </p:txBody>
        </p:sp>
        <p:sp>
          <p:nvSpPr>
            <p:cNvPr id="685" name="addition:spatial:67"/>
            <p:cNvSpPr>
              <a:spLocks noGrp="1"/>
            </p:cNvSpPr>
            <p:nvPr/>
          </p:nvSpPr>
          <p:spPr>
            <a:xfrm>
              <a:off x="5648325" y="1666875"/>
              <a:ext cx="1821759" cy="659740"/>
            </a:xfrm>
            <a:custGeom>
              <a:avLst/>
              <a:gdLst/>
              <a:ahLst/>
              <a:cxnLst/>
              <a:rect l="l" t="t" r="r" b="b"/>
              <a:pathLst>
                <a:path w="1374" h="390">
                  <a:moveTo>
                    <a:pt x="0" y="0"/>
                  </a:moveTo>
                  <a:moveTo>
                    <a:pt x="1367" y="365"/>
                  </a:moveTo>
                  <a:lnTo>
                    <a:pt x="1366" y="367"/>
                  </a:lnTo>
                  <a:lnTo>
                    <a:pt x="1365" y="369"/>
                  </a:lnTo>
                  <a:lnTo>
                    <a:pt x="1364" y="371"/>
                  </a:lnTo>
                  <a:lnTo>
                    <a:pt x="1362" y="373"/>
                  </a:lnTo>
                  <a:lnTo>
                    <a:pt x="1362" y="375"/>
                  </a:lnTo>
                  <a:lnTo>
                    <a:pt x="1362" y="377"/>
                  </a:lnTo>
                  <a:lnTo>
                    <a:pt x="1362" y="380"/>
                  </a:lnTo>
                  <a:lnTo>
                    <a:pt x="1360" y="382"/>
                  </a:lnTo>
                  <a:lnTo>
                    <a:pt x="1357" y="382"/>
                  </a:lnTo>
                  <a:lnTo>
                    <a:pt x="1354" y="383"/>
                  </a:lnTo>
                  <a:lnTo>
                    <a:pt x="1352" y="385"/>
                  </a:lnTo>
                  <a:lnTo>
                    <a:pt x="1351" y="387"/>
                  </a:lnTo>
                  <a:lnTo>
                    <a:pt x="1349" y="390"/>
                  </a:lnTo>
                  <a:lnTo>
                    <a:pt x="1346" y="390"/>
                  </a:lnTo>
                  <a:lnTo>
                    <a:pt x="1343" y="388"/>
                  </a:lnTo>
                  <a:lnTo>
                    <a:pt x="1340" y="386"/>
                  </a:lnTo>
                  <a:lnTo>
                    <a:pt x="1337" y="385"/>
                  </a:lnTo>
                  <a:lnTo>
                    <a:pt x="1335" y="385"/>
                  </a:lnTo>
                  <a:lnTo>
                    <a:pt x="1333" y="386"/>
                  </a:lnTo>
                  <a:lnTo>
                    <a:pt x="1331" y="387"/>
                  </a:lnTo>
                  <a:lnTo>
                    <a:pt x="1328" y="387"/>
                  </a:lnTo>
                  <a:lnTo>
                    <a:pt x="1326" y="387"/>
                  </a:lnTo>
                  <a:lnTo>
                    <a:pt x="1322" y="388"/>
                  </a:lnTo>
                  <a:lnTo>
                    <a:pt x="1319" y="388"/>
                  </a:lnTo>
                  <a:lnTo>
                    <a:pt x="1316" y="386"/>
                  </a:lnTo>
                  <a:lnTo>
                    <a:pt x="1316" y="383"/>
                  </a:lnTo>
                  <a:lnTo>
                    <a:pt x="1316" y="380"/>
                  </a:lnTo>
                  <a:lnTo>
                    <a:pt x="1316" y="378"/>
                  </a:lnTo>
                  <a:lnTo>
                    <a:pt x="1314" y="376"/>
                  </a:lnTo>
                  <a:lnTo>
                    <a:pt x="1311" y="375"/>
                  </a:lnTo>
                  <a:lnTo>
                    <a:pt x="1308" y="374"/>
                  </a:lnTo>
                  <a:lnTo>
                    <a:pt x="1308" y="371"/>
                  </a:lnTo>
                  <a:lnTo>
                    <a:pt x="1309" y="369"/>
                  </a:lnTo>
                  <a:lnTo>
                    <a:pt x="1309" y="367"/>
                  </a:lnTo>
                  <a:lnTo>
                    <a:pt x="1308" y="365"/>
                  </a:lnTo>
                  <a:lnTo>
                    <a:pt x="1305" y="363"/>
                  </a:lnTo>
                  <a:lnTo>
                    <a:pt x="1303" y="361"/>
                  </a:lnTo>
                  <a:lnTo>
                    <a:pt x="1303" y="359"/>
                  </a:lnTo>
                  <a:lnTo>
                    <a:pt x="1303" y="356"/>
                  </a:lnTo>
                  <a:lnTo>
                    <a:pt x="1304" y="354"/>
                  </a:lnTo>
                  <a:lnTo>
                    <a:pt x="1305" y="352"/>
                  </a:lnTo>
                  <a:lnTo>
                    <a:pt x="1307" y="350"/>
                  </a:lnTo>
                  <a:lnTo>
                    <a:pt x="1310" y="350"/>
                  </a:lnTo>
                  <a:lnTo>
                    <a:pt x="1315" y="350"/>
                  </a:lnTo>
                  <a:lnTo>
                    <a:pt x="1318" y="351"/>
                  </a:lnTo>
                  <a:lnTo>
                    <a:pt x="1320" y="349"/>
                  </a:lnTo>
                  <a:lnTo>
                    <a:pt x="1321" y="346"/>
                  </a:lnTo>
                  <a:lnTo>
                    <a:pt x="1322" y="343"/>
                  </a:lnTo>
                  <a:lnTo>
                    <a:pt x="1324" y="341"/>
                  </a:lnTo>
                  <a:lnTo>
                    <a:pt x="1328" y="341"/>
                  </a:lnTo>
                  <a:lnTo>
                    <a:pt x="1331" y="341"/>
                  </a:lnTo>
                  <a:lnTo>
                    <a:pt x="1335" y="342"/>
                  </a:lnTo>
                  <a:lnTo>
                    <a:pt x="1338" y="341"/>
                  </a:lnTo>
                  <a:lnTo>
                    <a:pt x="1342" y="341"/>
                  </a:lnTo>
                  <a:lnTo>
                    <a:pt x="1345" y="342"/>
                  </a:lnTo>
                  <a:lnTo>
                    <a:pt x="1348" y="343"/>
                  </a:lnTo>
                  <a:lnTo>
                    <a:pt x="1351" y="345"/>
                  </a:lnTo>
                  <a:lnTo>
                    <a:pt x="1353" y="345"/>
                  </a:lnTo>
                  <a:lnTo>
                    <a:pt x="1356" y="346"/>
                  </a:lnTo>
                  <a:lnTo>
                    <a:pt x="1358" y="348"/>
                  </a:lnTo>
                  <a:lnTo>
                    <a:pt x="1359" y="350"/>
                  </a:lnTo>
                  <a:lnTo>
                    <a:pt x="1360" y="352"/>
                  </a:lnTo>
                  <a:lnTo>
                    <a:pt x="1362" y="353"/>
                  </a:lnTo>
                  <a:lnTo>
                    <a:pt x="1366" y="354"/>
                  </a:lnTo>
                  <a:lnTo>
                    <a:pt x="1371" y="354"/>
                  </a:lnTo>
                  <a:lnTo>
                    <a:pt x="1374" y="356"/>
                  </a:lnTo>
                  <a:lnTo>
                    <a:pt x="1374" y="358"/>
                  </a:lnTo>
                  <a:lnTo>
                    <a:pt x="1372" y="361"/>
                  </a:lnTo>
                  <a:lnTo>
                    <a:pt x="1369" y="363"/>
                  </a:lnTo>
                  <a:close/>
                </a:path>
              </a:pathLst>
            </a:custGeom>
            <a:solidFill>
              <a:srgbClr val="CC79A7">
                <a:alpha val="10800"/>
              </a:srgbClr>
            </a:solidFill>
            <a:ln>
              <a:noFill/>
            </a:ln>
          </p:spPr>
          <p:txBody>
            <a:bodyPr anchor="ctr"/>
            <a:lstStyle/>
            <a:p>
              <a:pPr algn="ctr">
                <a:buNone/>
              </a:pPr>
            </a:p>
          </p:txBody>
        </p:sp>
        <p:sp>
          <p:nvSpPr>
            <p:cNvPr id="686" name="addition:spatial:68"/>
            <p:cNvSpPr>
              <a:spLocks noGrp="1"/>
            </p:cNvSpPr>
            <p:nvPr/>
          </p:nvSpPr>
          <p:spPr>
            <a:xfrm>
              <a:off x="5648325" y="1666875"/>
              <a:ext cx="1754139" cy="676656"/>
            </a:xfrm>
            <a:custGeom>
              <a:avLst/>
              <a:gdLst/>
              <a:ahLst/>
              <a:cxnLst/>
              <a:rect l="l" t="t" r="r" b="b"/>
              <a:pathLst>
                <a:path w="1323" h="400">
                  <a:moveTo>
                    <a:pt x="0" y="0"/>
                  </a:moveTo>
                  <a:moveTo>
                    <a:pt x="1317" y="379"/>
                  </a:moveTo>
                  <a:lnTo>
                    <a:pt x="1314" y="380"/>
                  </a:lnTo>
                  <a:lnTo>
                    <a:pt x="1314" y="382"/>
                  </a:lnTo>
                  <a:lnTo>
                    <a:pt x="1315" y="384"/>
                  </a:lnTo>
                  <a:lnTo>
                    <a:pt x="1317" y="386"/>
                  </a:lnTo>
                  <a:lnTo>
                    <a:pt x="1316" y="388"/>
                  </a:lnTo>
                  <a:lnTo>
                    <a:pt x="1314" y="389"/>
                  </a:lnTo>
                  <a:lnTo>
                    <a:pt x="1312" y="390"/>
                  </a:lnTo>
                  <a:lnTo>
                    <a:pt x="1311" y="392"/>
                  </a:lnTo>
                  <a:lnTo>
                    <a:pt x="1310" y="393"/>
                  </a:lnTo>
                  <a:lnTo>
                    <a:pt x="1309" y="395"/>
                  </a:lnTo>
                  <a:lnTo>
                    <a:pt x="1307" y="397"/>
                  </a:lnTo>
                  <a:lnTo>
                    <a:pt x="1304" y="397"/>
                  </a:lnTo>
                  <a:lnTo>
                    <a:pt x="1302" y="397"/>
                  </a:lnTo>
                  <a:lnTo>
                    <a:pt x="1300" y="398"/>
                  </a:lnTo>
                  <a:lnTo>
                    <a:pt x="1298" y="398"/>
                  </a:lnTo>
                  <a:lnTo>
                    <a:pt x="1296" y="398"/>
                  </a:lnTo>
                  <a:lnTo>
                    <a:pt x="1294" y="396"/>
                  </a:lnTo>
                  <a:lnTo>
                    <a:pt x="1292" y="395"/>
                  </a:lnTo>
                  <a:lnTo>
                    <a:pt x="1290" y="395"/>
                  </a:lnTo>
                  <a:lnTo>
                    <a:pt x="1288" y="397"/>
                  </a:lnTo>
                  <a:lnTo>
                    <a:pt x="1285" y="399"/>
                  </a:lnTo>
                  <a:lnTo>
                    <a:pt x="1281" y="400"/>
                  </a:lnTo>
                  <a:lnTo>
                    <a:pt x="1279" y="399"/>
                  </a:lnTo>
                  <a:lnTo>
                    <a:pt x="1277" y="397"/>
                  </a:lnTo>
                  <a:lnTo>
                    <a:pt x="1277" y="394"/>
                  </a:lnTo>
                  <a:lnTo>
                    <a:pt x="1275" y="393"/>
                  </a:lnTo>
                  <a:lnTo>
                    <a:pt x="1273" y="392"/>
                  </a:lnTo>
                  <a:lnTo>
                    <a:pt x="1272" y="390"/>
                  </a:lnTo>
                  <a:lnTo>
                    <a:pt x="1271" y="388"/>
                  </a:lnTo>
                  <a:lnTo>
                    <a:pt x="1270" y="387"/>
                  </a:lnTo>
                  <a:lnTo>
                    <a:pt x="1269" y="385"/>
                  </a:lnTo>
                  <a:lnTo>
                    <a:pt x="1267" y="384"/>
                  </a:lnTo>
                  <a:lnTo>
                    <a:pt x="1265" y="382"/>
                  </a:lnTo>
                  <a:lnTo>
                    <a:pt x="1264" y="380"/>
                  </a:lnTo>
                  <a:lnTo>
                    <a:pt x="1265" y="379"/>
                  </a:lnTo>
                  <a:lnTo>
                    <a:pt x="1265" y="377"/>
                  </a:lnTo>
                  <a:lnTo>
                    <a:pt x="1263" y="375"/>
                  </a:lnTo>
                  <a:lnTo>
                    <a:pt x="1261" y="373"/>
                  </a:lnTo>
                  <a:lnTo>
                    <a:pt x="1260" y="371"/>
                  </a:lnTo>
                  <a:lnTo>
                    <a:pt x="1261" y="369"/>
                  </a:lnTo>
                  <a:lnTo>
                    <a:pt x="1265" y="368"/>
                  </a:lnTo>
                  <a:lnTo>
                    <a:pt x="1269" y="368"/>
                  </a:lnTo>
                  <a:lnTo>
                    <a:pt x="1272" y="367"/>
                  </a:lnTo>
                  <a:lnTo>
                    <a:pt x="1273" y="366"/>
                  </a:lnTo>
                  <a:lnTo>
                    <a:pt x="1275" y="365"/>
                  </a:lnTo>
                  <a:lnTo>
                    <a:pt x="1276" y="363"/>
                  </a:lnTo>
                  <a:lnTo>
                    <a:pt x="1278" y="362"/>
                  </a:lnTo>
                  <a:lnTo>
                    <a:pt x="1280" y="361"/>
                  </a:lnTo>
                  <a:lnTo>
                    <a:pt x="1282" y="359"/>
                  </a:lnTo>
                  <a:lnTo>
                    <a:pt x="1285" y="357"/>
                  </a:lnTo>
                  <a:lnTo>
                    <a:pt x="1288" y="356"/>
                  </a:lnTo>
                  <a:lnTo>
                    <a:pt x="1291" y="357"/>
                  </a:lnTo>
                  <a:lnTo>
                    <a:pt x="1294" y="359"/>
                  </a:lnTo>
                  <a:lnTo>
                    <a:pt x="1297" y="360"/>
                  </a:lnTo>
                  <a:lnTo>
                    <a:pt x="1300" y="360"/>
                  </a:lnTo>
                  <a:lnTo>
                    <a:pt x="1303" y="359"/>
                  </a:lnTo>
                  <a:lnTo>
                    <a:pt x="1305" y="360"/>
                  </a:lnTo>
                  <a:lnTo>
                    <a:pt x="1307" y="361"/>
                  </a:lnTo>
                  <a:lnTo>
                    <a:pt x="1308" y="364"/>
                  </a:lnTo>
                  <a:lnTo>
                    <a:pt x="1309" y="365"/>
                  </a:lnTo>
                  <a:lnTo>
                    <a:pt x="1311" y="366"/>
                  </a:lnTo>
                  <a:lnTo>
                    <a:pt x="1314" y="366"/>
                  </a:lnTo>
                  <a:lnTo>
                    <a:pt x="1317" y="367"/>
                  </a:lnTo>
                  <a:lnTo>
                    <a:pt x="1319" y="368"/>
                  </a:lnTo>
                  <a:lnTo>
                    <a:pt x="1320" y="369"/>
                  </a:lnTo>
                  <a:lnTo>
                    <a:pt x="1322" y="371"/>
                  </a:lnTo>
                  <a:lnTo>
                    <a:pt x="1323" y="373"/>
                  </a:lnTo>
                  <a:lnTo>
                    <a:pt x="1323" y="375"/>
                  </a:lnTo>
                  <a:lnTo>
                    <a:pt x="1321" y="377"/>
                  </a:lnTo>
                  <a:close/>
                </a:path>
              </a:pathLst>
            </a:custGeom>
            <a:solidFill>
              <a:srgbClr val="CC79A7">
                <a:alpha val="10800"/>
              </a:srgbClr>
            </a:solidFill>
            <a:ln>
              <a:noFill/>
            </a:ln>
          </p:spPr>
          <p:txBody>
            <a:bodyPr anchor="ctr"/>
            <a:lstStyle/>
            <a:p>
              <a:pPr algn="ctr">
                <a:buNone/>
              </a:pPr>
            </a:p>
          </p:txBody>
        </p:sp>
        <p:sp>
          <p:nvSpPr>
            <p:cNvPr id="687" name="addition:spatial:69"/>
            <p:cNvSpPr>
              <a:spLocks noGrp="1"/>
            </p:cNvSpPr>
            <p:nvPr/>
          </p:nvSpPr>
          <p:spPr>
            <a:xfrm>
              <a:off x="5648325" y="1666875"/>
              <a:ext cx="892317" cy="979460"/>
            </a:xfrm>
            <a:custGeom>
              <a:avLst/>
              <a:gdLst/>
              <a:ahLst/>
              <a:cxnLst/>
              <a:rect l="l" t="t" r="r" b="b"/>
              <a:pathLst>
                <a:path w="673" h="579">
                  <a:moveTo>
                    <a:pt x="0" y="0"/>
                  </a:moveTo>
                  <a:moveTo>
                    <a:pt x="662" y="506"/>
                  </a:moveTo>
                  <a:lnTo>
                    <a:pt x="650" y="512"/>
                  </a:lnTo>
                  <a:lnTo>
                    <a:pt x="640" y="516"/>
                  </a:lnTo>
                  <a:lnTo>
                    <a:pt x="639" y="522"/>
                  </a:lnTo>
                  <a:lnTo>
                    <a:pt x="644" y="529"/>
                  </a:lnTo>
                  <a:lnTo>
                    <a:pt x="649" y="537"/>
                  </a:lnTo>
                  <a:lnTo>
                    <a:pt x="647" y="544"/>
                  </a:lnTo>
                  <a:lnTo>
                    <a:pt x="639" y="549"/>
                  </a:lnTo>
                  <a:lnTo>
                    <a:pt x="629" y="551"/>
                  </a:lnTo>
                  <a:lnTo>
                    <a:pt x="622" y="555"/>
                  </a:lnTo>
                  <a:lnTo>
                    <a:pt x="619" y="562"/>
                  </a:lnTo>
                  <a:lnTo>
                    <a:pt x="615" y="569"/>
                  </a:lnTo>
                  <a:lnTo>
                    <a:pt x="607" y="573"/>
                  </a:lnTo>
                  <a:lnTo>
                    <a:pt x="598" y="573"/>
                  </a:lnTo>
                  <a:lnTo>
                    <a:pt x="589" y="572"/>
                  </a:lnTo>
                  <a:lnTo>
                    <a:pt x="581" y="572"/>
                  </a:lnTo>
                  <a:lnTo>
                    <a:pt x="573" y="573"/>
                  </a:lnTo>
                  <a:lnTo>
                    <a:pt x="566" y="571"/>
                  </a:lnTo>
                  <a:lnTo>
                    <a:pt x="559" y="568"/>
                  </a:lnTo>
                  <a:lnTo>
                    <a:pt x="553" y="564"/>
                  </a:lnTo>
                  <a:lnTo>
                    <a:pt x="546" y="565"/>
                  </a:lnTo>
                  <a:lnTo>
                    <a:pt x="537" y="570"/>
                  </a:lnTo>
                  <a:lnTo>
                    <a:pt x="524" y="577"/>
                  </a:lnTo>
                  <a:lnTo>
                    <a:pt x="513" y="579"/>
                  </a:lnTo>
                  <a:lnTo>
                    <a:pt x="505" y="574"/>
                  </a:lnTo>
                  <a:lnTo>
                    <a:pt x="503" y="564"/>
                  </a:lnTo>
                  <a:lnTo>
                    <a:pt x="501" y="556"/>
                  </a:lnTo>
                  <a:lnTo>
                    <a:pt x="498" y="549"/>
                  </a:lnTo>
                  <a:lnTo>
                    <a:pt x="491" y="545"/>
                  </a:lnTo>
                  <a:lnTo>
                    <a:pt x="485" y="541"/>
                  </a:lnTo>
                  <a:lnTo>
                    <a:pt x="482" y="535"/>
                  </a:lnTo>
                  <a:lnTo>
                    <a:pt x="480" y="529"/>
                  </a:lnTo>
                  <a:lnTo>
                    <a:pt x="476" y="523"/>
                  </a:lnTo>
                  <a:lnTo>
                    <a:pt x="469" y="518"/>
                  </a:lnTo>
                  <a:lnTo>
                    <a:pt x="462" y="512"/>
                  </a:lnTo>
                  <a:lnTo>
                    <a:pt x="460" y="506"/>
                  </a:lnTo>
                  <a:lnTo>
                    <a:pt x="461" y="500"/>
                  </a:lnTo>
                  <a:lnTo>
                    <a:pt x="462" y="494"/>
                  </a:lnTo>
                  <a:lnTo>
                    <a:pt x="459" y="487"/>
                  </a:lnTo>
                  <a:lnTo>
                    <a:pt x="453" y="479"/>
                  </a:lnTo>
                  <a:lnTo>
                    <a:pt x="450" y="471"/>
                  </a:lnTo>
                  <a:lnTo>
                    <a:pt x="457" y="465"/>
                  </a:lnTo>
                  <a:lnTo>
                    <a:pt x="470" y="464"/>
                  </a:lnTo>
                  <a:lnTo>
                    <a:pt x="486" y="465"/>
                  </a:lnTo>
                  <a:lnTo>
                    <a:pt x="496" y="464"/>
                  </a:lnTo>
                  <a:lnTo>
                    <a:pt x="501" y="460"/>
                  </a:lnTo>
                  <a:lnTo>
                    <a:pt x="505" y="453"/>
                  </a:lnTo>
                  <a:lnTo>
                    <a:pt x="510" y="447"/>
                  </a:lnTo>
                  <a:lnTo>
                    <a:pt x="518" y="443"/>
                  </a:lnTo>
                  <a:lnTo>
                    <a:pt x="526" y="439"/>
                  </a:lnTo>
                  <a:lnTo>
                    <a:pt x="535" y="434"/>
                  </a:lnTo>
                  <a:lnTo>
                    <a:pt x="545" y="429"/>
                  </a:lnTo>
                  <a:lnTo>
                    <a:pt x="557" y="428"/>
                  </a:lnTo>
                  <a:lnTo>
                    <a:pt x="568" y="432"/>
                  </a:lnTo>
                  <a:lnTo>
                    <a:pt x="578" y="438"/>
                  </a:lnTo>
                  <a:lnTo>
                    <a:pt x="587" y="442"/>
                  </a:lnTo>
                  <a:lnTo>
                    <a:pt x="597" y="442"/>
                  </a:lnTo>
                  <a:lnTo>
                    <a:pt x="608" y="441"/>
                  </a:lnTo>
                  <a:lnTo>
                    <a:pt x="618" y="442"/>
                  </a:lnTo>
                  <a:lnTo>
                    <a:pt x="624" y="449"/>
                  </a:lnTo>
                  <a:lnTo>
                    <a:pt x="627" y="457"/>
                  </a:lnTo>
                  <a:lnTo>
                    <a:pt x="629" y="463"/>
                  </a:lnTo>
                  <a:lnTo>
                    <a:pt x="637" y="466"/>
                  </a:lnTo>
                  <a:lnTo>
                    <a:pt x="648" y="466"/>
                  </a:lnTo>
                  <a:lnTo>
                    <a:pt x="660" y="468"/>
                  </a:lnTo>
                  <a:lnTo>
                    <a:pt x="667" y="473"/>
                  </a:lnTo>
                  <a:lnTo>
                    <a:pt x="671" y="479"/>
                  </a:lnTo>
                  <a:lnTo>
                    <a:pt x="672" y="486"/>
                  </a:lnTo>
                  <a:lnTo>
                    <a:pt x="673" y="492"/>
                  </a:lnTo>
                  <a:lnTo>
                    <a:pt x="670" y="499"/>
                  </a:lnTo>
                  <a:close/>
                </a:path>
              </a:pathLst>
            </a:custGeom>
            <a:solidFill>
              <a:srgbClr val="A7CEE4">
                <a:alpha val="12900"/>
              </a:srgbClr>
            </a:solidFill>
            <a:ln>
              <a:noFill/>
            </a:ln>
          </p:spPr>
          <p:txBody>
            <a:bodyPr anchor="ctr"/>
            <a:lstStyle/>
            <a:p>
              <a:pPr algn="ctr">
                <a:buNone/>
              </a:pPr>
            </a:p>
          </p:txBody>
        </p:sp>
        <p:sp>
          <p:nvSpPr>
            <p:cNvPr id="688" name="addition:spatial:70"/>
            <p:cNvSpPr>
              <a:spLocks noGrp="1"/>
            </p:cNvSpPr>
            <p:nvPr/>
          </p:nvSpPr>
          <p:spPr>
            <a:xfrm>
              <a:off x="5648325" y="1666875"/>
              <a:ext cx="853867" cy="977768"/>
            </a:xfrm>
            <a:custGeom>
              <a:avLst/>
              <a:gdLst/>
              <a:ahLst/>
              <a:cxnLst/>
              <a:rect l="l" t="t" r="r" b="b"/>
              <a:pathLst>
                <a:path w="644" h="578">
                  <a:moveTo>
                    <a:pt x="0" y="0"/>
                  </a:moveTo>
                  <a:moveTo>
                    <a:pt x="633" y="511"/>
                  </a:moveTo>
                  <a:lnTo>
                    <a:pt x="640" y="516"/>
                  </a:lnTo>
                  <a:lnTo>
                    <a:pt x="644" y="522"/>
                  </a:lnTo>
                  <a:lnTo>
                    <a:pt x="643" y="528"/>
                  </a:lnTo>
                  <a:lnTo>
                    <a:pt x="638" y="532"/>
                  </a:lnTo>
                  <a:lnTo>
                    <a:pt x="633" y="536"/>
                  </a:lnTo>
                  <a:lnTo>
                    <a:pt x="631" y="541"/>
                  </a:lnTo>
                  <a:lnTo>
                    <a:pt x="633" y="548"/>
                  </a:lnTo>
                  <a:lnTo>
                    <a:pt x="631" y="554"/>
                  </a:lnTo>
                  <a:lnTo>
                    <a:pt x="625" y="557"/>
                  </a:lnTo>
                  <a:lnTo>
                    <a:pt x="614" y="556"/>
                  </a:lnTo>
                  <a:lnTo>
                    <a:pt x="603" y="554"/>
                  </a:lnTo>
                  <a:lnTo>
                    <a:pt x="596" y="555"/>
                  </a:lnTo>
                  <a:lnTo>
                    <a:pt x="591" y="558"/>
                  </a:lnTo>
                  <a:lnTo>
                    <a:pt x="586" y="564"/>
                  </a:lnTo>
                  <a:lnTo>
                    <a:pt x="580" y="568"/>
                  </a:lnTo>
                  <a:lnTo>
                    <a:pt x="572" y="571"/>
                  </a:lnTo>
                  <a:lnTo>
                    <a:pt x="564" y="574"/>
                  </a:lnTo>
                  <a:lnTo>
                    <a:pt x="554" y="577"/>
                  </a:lnTo>
                  <a:lnTo>
                    <a:pt x="544" y="578"/>
                  </a:lnTo>
                  <a:lnTo>
                    <a:pt x="535" y="576"/>
                  </a:lnTo>
                  <a:lnTo>
                    <a:pt x="528" y="569"/>
                  </a:lnTo>
                  <a:lnTo>
                    <a:pt x="523" y="561"/>
                  </a:lnTo>
                  <a:lnTo>
                    <a:pt x="517" y="557"/>
                  </a:lnTo>
                  <a:lnTo>
                    <a:pt x="509" y="556"/>
                  </a:lnTo>
                  <a:lnTo>
                    <a:pt x="498" y="556"/>
                  </a:lnTo>
                  <a:lnTo>
                    <a:pt x="489" y="555"/>
                  </a:lnTo>
                  <a:lnTo>
                    <a:pt x="485" y="550"/>
                  </a:lnTo>
                  <a:lnTo>
                    <a:pt x="483" y="544"/>
                  </a:lnTo>
                  <a:lnTo>
                    <a:pt x="481" y="539"/>
                  </a:lnTo>
                  <a:lnTo>
                    <a:pt x="474" y="536"/>
                  </a:lnTo>
                  <a:lnTo>
                    <a:pt x="466" y="532"/>
                  </a:lnTo>
                  <a:lnTo>
                    <a:pt x="459" y="528"/>
                  </a:lnTo>
                  <a:lnTo>
                    <a:pt x="457" y="523"/>
                  </a:lnTo>
                  <a:lnTo>
                    <a:pt x="458" y="517"/>
                  </a:lnTo>
                  <a:lnTo>
                    <a:pt x="459" y="511"/>
                  </a:lnTo>
                  <a:lnTo>
                    <a:pt x="461" y="505"/>
                  </a:lnTo>
                  <a:lnTo>
                    <a:pt x="466" y="500"/>
                  </a:lnTo>
                  <a:lnTo>
                    <a:pt x="475" y="496"/>
                  </a:lnTo>
                  <a:lnTo>
                    <a:pt x="487" y="493"/>
                  </a:lnTo>
                  <a:lnTo>
                    <a:pt x="495" y="490"/>
                  </a:lnTo>
                  <a:lnTo>
                    <a:pt x="496" y="485"/>
                  </a:lnTo>
                  <a:lnTo>
                    <a:pt x="493" y="478"/>
                  </a:lnTo>
                  <a:lnTo>
                    <a:pt x="490" y="469"/>
                  </a:lnTo>
                  <a:lnTo>
                    <a:pt x="494" y="463"/>
                  </a:lnTo>
                  <a:lnTo>
                    <a:pt x="503" y="460"/>
                  </a:lnTo>
                  <a:lnTo>
                    <a:pt x="512" y="459"/>
                  </a:lnTo>
                  <a:lnTo>
                    <a:pt x="521" y="458"/>
                  </a:lnTo>
                  <a:lnTo>
                    <a:pt x="527" y="455"/>
                  </a:lnTo>
                  <a:lnTo>
                    <a:pt x="534" y="452"/>
                  </a:lnTo>
                  <a:lnTo>
                    <a:pt x="542" y="452"/>
                  </a:lnTo>
                  <a:lnTo>
                    <a:pt x="549" y="453"/>
                  </a:lnTo>
                  <a:lnTo>
                    <a:pt x="556" y="455"/>
                  </a:lnTo>
                  <a:lnTo>
                    <a:pt x="562" y="455"/>
                  </a:lnTo>
                  <a:lnTo>
                    <a:pt x="569" y="454"/>
                  </a:lnTo>
                  <a:lnTo>
                    <a:pt x="575" y="455"/>
                  </a:lnTo>
                  <a:lnTo>
                    <a:pt x="580" y="459"/>
                  </a:lnTo>
                  <a:lnTo>
                    <a:pt x="584" y="462"/>
                  </a:lnTo>
                  <a:lnTo>
                    <a:pt x="590" y="463"/>
                  </a:lnTo>
                  <a:lnTo>
                    <a:pt x="600" y="461"/>
                  </a:lnTo>
                  <a:lnTo>
                    <a:pt x="611" y="458"/>
                  </a:lnTo>
                  <a:lnTo>
                    <a:pt x="621" y="460"/>
                  </a:lnTo>
                  <a:lnTo>
                    <a:pt x="624" y="466"/>
                  </a:lnTo>
                  <a:lnTo>
                    <a:pt x="621" y="474"/>
                  </a:lnTo>
                  <a:lnTo>
                    <a:pt x="618" y="482"/>
                  </a:lnTo>
                  <a:lnTo>
                    <a:pt x="618" y="488"/>
                  </a:lnTo>
                  <a:lnTo>
                    <a:pt x="621" y="492"/>
                  </a:lnTo>
                  <a:lnTo>
                    <a:pt x="625" y="497"/>
                  </a:lnTo>
                  <a:lnTo>
                    <a:pt x="627" y="501"/>
                  </a:lnTo>
                  <a:lnTo>
                    <a:pt x="629" y="506"/>
                  </a:lnTo>
                  <a:close/>
                </a:path>
              </a:pathLst>
            </a:custGeom>
            <a:solidFill>
              <a:srgbClr val="59A3CD">
                <a:alpha val="12900"/>
              </a:srgbClr>
            </a:solidFill>
            <a:ln>
              <a:noFill/>
            </a:ln>
          </p:spPr>
          <p:txBody>
            <a:bodyPr anchor="ctr"/>
            <a:lstStyle/>
            <a:p>
              <a:pPr algn="ctr">
                <a:buNone/>
              </a:pPr>
            </a:p>
          </p:txBody>
        </p:sp>
        <p:sp>
          <p:nvSpPr>
            <p:cNvPr id="689" name="addition:spatial:71"/>
            <p:cNvSpPr>
              <a:spLocks noGrp="1"/>
            </p:cNvSpPr>
            <p:nvPr/>
          </p:nvSpPr>
          <p:spPr>
            <a:xfrm>
              <a:off x="5648325" y="1666875"/>
              <a:ext cx="828675" cy="972693"/>
            </a:xfrm>
            <a:custGeom>
              <a:avLst/>
              <a:gdLst/>
              <a:ahLst/>
              <a:cxnLst/>
              <a:rect l="l" t="t" r="r" b="b"/>
              <a:pathLst>
                <a:path w="625" h="575">
                  <a:moveTo>
                    <a:pt x="0" y="0"/>
                  </a:moveTo>
                  <a:moveTo>
                    <a:pt x="622" y="516"/>
                  </a:moveTo>
                  <a:lnTo>
                    <a:pt x="622" y="521"/>
                  </a:lnTo>
                  <a:lnTo>
                    <a:pt x="622" y="525"/>
                  </a:lnTo>
                  <a:lnTo>
                    <a:pt x="624" y="530"/>
                  </a:lnTo>
                  <a:lnTo>
                    <a:pt x="625" y="535"/>
                  </a:lnTo>
                  <a:lnTo>
                    <a:pt x="622" y="540"/>
                  </a:lnTo>
                  <a:lnTo>
                    <a:pt x="617" y="543"/>
                  </a:lnTo>
                  <a:lnTo>
                    <a:pt x="613" y="546"/>
                  </a:lnTo>
                  <a:lnTo>
                    <a:pt x="610" y="550"/>
                  </a:lnTo>
                  <a:lnTo>
                    <a:pt x="607" y="555"/>
                  </a:lnTo>
                  <a:lnTo>
                    <a:pt x="601" y="557"/>
                  </a:lnTo>
                  <a:lnTo>
                    <a:pt x="593" y="556"/>
                  </a:lnTo>
                  <a:lnTo>
                    <a:pt x="584" y="555"/>
                  </a:lnTo>
                  <a:lnTo>
                    <a:pt x="577" y="555"/>
                  </a:lnTo>
                  <a:lnTo>
                    <a:pt x="573" y="559"/>
                  </a:lnTo>
                  <a:lnTo>
                    <a:pt x="569" y="567"/>
                  </a:lnTo>
                  <a:lnTo>
                    <a:pt x="563" y="573"/>
                  </a:lnTo>
                  <a:lnTo>
                    <a:pt x="555" y="575"/>
                  </a:lnTo>
                  <a:lnTo>
                    <a:pt x="546" y="574"/>
                  </a:lnTo>
                  <a:lnTo>
                    <a:pt x="538" y="571"/>
                  </a:lnTo>
                  <a:lnTo>
                    <a:pt x="530" y="568"/>
                  </a:lnTo>
                  <a:lnTo>
                    <a:pt x="523" y="566"/>
                  </a:lnTo>
                  <a:lnTo>
                    <a:pt x="517" y="562"/>
                  </a:lnTo>
                  <a:lnTo>
                    <a:pt x="512" y="558"/>
                  </a:lnTo>
                  <a:lnTo>
                    <a:pt x="508" y="554"/>
                  </a:lnTo>
                  <a:lnTo>
                    <a:pt x="501" y="552"/>
                  </a:lnTo>
                  <a:lnTo>
                    <a:pt x="493" y="552"/>
                  </a:lnTo>
                  <a:lnTo>
                    <a:pt x="485" y="551"/>
                  </a:lnTo>
                  <a:lnTo>
                    <a:pt x="480" y="547"/>
                  </a:lnTo>
                  <a:lnTo>
                    <a:pt x="479" y="542"/>
                  </a:lnTo>
                  <a:lnTo>
                    <a:pt x="479" y="537"/>
                  </a:lnTo>
                  <a:lnTo>
                    <a:pt x="476" y="533"/>
                  </a:lnTo>
                  <a:lnTo>
                    <a:pt x="468" y="530"/>
                  </a:lnTo>
                  <a:lnTo>
                    <a:pt x="461" y="526"/>
                  </a:lnTo>
                  <a:lnTo>
                    <a:pt x="459" y="521"/>
                  </a:lnTo>
                  <a:lnTo>
                    <a:pt x="465" y="516"/>
                  </a:lnTo>
                  <a:lnTo>
                    <a:pt x="473" y="511"/>
                  </a:lnTo>
                  <a:lnTo>
                    <a:pt x="480" y="507"/>
                  </a:lnTo>
                  <a:lnTo>
                    <a:pt x="484" y="504"/>
                  </a:lnTo>
                  <a:lnTo>
                    <a:pt x="488" y="500"/>
                  </a:lnTo>
                  <a:lnTo>
                    <a:pt x="491" y="496"/>
                  </a:lnTo>
                  <a:lnTo>
                    <a:pt x="495" y="493"/>
                  </a:lnTo>
                  <a:lnTo>
                    <a:pt x="496" y="488"/>
                  </a:lnTo>
                  <a:lnTo>
                    <a:pt x="496" y="481"/>
                  </a:lnTo>
                  <a:lnTo>
                    <a:pt x="496" y="474"/>
                  </a:lnTo>
                  <a:lnTo>
                    <a:pt x="500" y="469"/>
                  </a:lnTo>
                  <a:lnTo>
                    <a:pt x="508" y="468"/>
                  </a:lnTo>
                  <a:lnTo>
                    <a:pt x="518" y="470"/>
                  </a:lnTo>
                  <a:lnTo>
                    <a:pt x="526" y="471"/>
                  </a:lnTo>
                  <a:lnTo>
                    <a:pt x="531" y="470"/>
                  </a:lnTo>
                  <a:lnTo>
                    <a:pt x="536" y="466"/>
                  </a:lnTo>
                  <a:lnTo>
                    <a:pt x="541" y="463"/>
                  </a:lnTo>
                  <a:lnTo>
                    <a:pt x="547" y="464"/>
                  </a:lnTo>
                  <a:lnTo>
                    <a:pt x="553" y="467"/>
                  </a:lnTo>
                  <a:lnTo>
                    <a:pt x="558" y="470"/>
                  </a:lnTo>
                  <a:lnTo>
                    <a:pt x="563" y="471"/>
                  </a:lnTo>
                  <a:lnTo>
                    <a:pt x="568" y="470"/>
                  </a:lnTo>
                  <a:lnTo>
                    <a:pt x="574" y="469"/>
                  </a:lnTo>
                  <a:lnTo>
                    <a:pt x="580" y="470"/>
                  </a:lnTo>
                  <a:lnTo>
                    <a:pt x="586" y="472"/>
                  </a:lnTo>
                  <a:lnTo>
                    <a:pt x="593" y="473"/>
                  </a:lnTo>
                  <a:lnTo>
                    <a:pt x="601" y="474"/>
                  </a:lnTo>
                  <a:lnTo>
                    <a:pt x="607" y="477"/>
                  </a:lnTo>
                  <a:lnTo>
                    <a:pt x="608" y="483"/>
                  </a:lnTo>
                  <a:lnTo>
                    <a:pt x="605" y="490"/>
                  </a:lnTo>
                  <a:lnTo>
                    <a:pt x="600" y="497"/>
                  </a:lnTo>
                  <a:lnTo>
                    <a:pt x="600" y="501"/>
                  </a:lnTo>
                  <a:lnTo>
                    <a:pt x="606" y="504"/>
                  </a:lnTo>
                  <a:lnTo>
                    <a:pt x="614" y="507"/>
                  </a:lnTo>
                  <a:lnTo>
                    <a:pt x="620" y="511"/>
                  </a:lnTo>
                  <a:close/>
                </a:path>
              </a:pathLst>
            </a:custGeom>
            <a:solidFill>
              <a:srgbClr val="0675B4">
                <a:alpha val="10500"/>
              </a:srgbClr>
            </a:solidFill>
            <a:ln>
              <a:noFill/>
            </a:ln>
          </p:spPr>
          <p:txBody>
            <a:bodyPr anchor="ctr"/>
            <a:lstStyle/>
            <a:p>
              <a:pPr algn="ctr">
                <a:buNone/>
              </a:pPr>
            </a:p>
          </p:txBody>
        </p:sp>
        <p:sp>
          <p:nvSpPr>
            <p:cNvPr id="690" name="addition:spatial:72"/>
            <p:cNvSpPr>
              <a:spLocks noGrp="1"/>
            </p:cNvSpPr>
            <p:nvPr/>
          </p:nvSpPr>
          <p:spPr>
            <a:xfrm>
              <a:off x="5648325" y="1666875"/>
              <a:ext cx="731886" cy="884728"/>
            </a:xfrm>
            <a:custGeom>
              <a:avLst/>
              <a:gdLst/>
              <a:ahLst/>
              <a:cxnLst/>
              <a:rect l="l" t="t" r="r" b="b"/>
              <a:pathLst>
                <a:path w="552" h="523">
                  <a:moveTo>
                    <a:pt x="0" y="0"/>
                  </a:moveTo>
                  <a:moveTo>
                    <a:pt x="552" y="498"/>
                  </a:moveTo>
                  <a:lnTo>
                    <a:pt x="552" y="501"/>
                  </a:lnTo>
                  <a:lnTo>
                    <a:pt x="550" y="502"/>
                  </a:lnTo>
                  <a:lnTo>
                    <a:pt x="549" y="504"/>
                  </a:lnTo>
                  <a:lnTo>
                    <a:pt x="549" y="506"/>
                  </a:lnTo>
                  <a:lnTo>
                    <a:pt x="550" y="508"/>
                  </a:lnTo>
                  <a:lnTo>
                    <a:pt x="551" y="511"/>
                  </a:lnTo>
                  <a:lnTo>
                    <a:pt x="549" y="513"/>
                  </a:lnTo>
                  <a:lnTo>
                    <a:pt x="545" y="513"/>
                  </a:lnTo>
                  <a:lnTo>
                    <a:pt x="541" y="513"/>
                  </a:lnTo>
                  <a:lnTo>
                    <a:pt x="538" y="513"/>
                  </a:lnTo>
                  <a:lnTo>
                    <a:pt x="536" y="514"/>
                  </a:lnTo>
                  <a:lnTo>
                    <a:pt x="534" y="516"/>
                  </a:lnTo>
                  <a:lnTo>
                    <a:pt x="532" y="517"/>
                  </a:lnTo>
                  <a:lnTo>
                    <a:pt x="530" y="518"/>
                  </a:lnTo>
                  <a:lnTo>
                    <a:pt x="527" y="520"/>
                  </a:lnTo>
                  <a:lnTo>
                    <a:pt x="524" y="522"/>
                  </a:lnTo>
                  <a:lnTo>
                    <a:pt x="521" y="523"/>
                  </a:lnTo>
                  <a:lnTo>
                    <a:pt x="517" y="523"/>
                  </a:lnTo>
                  <a:lnTo>
                    <a:pt x="514" y="521"/>
                  </a:lnTo>
                  <a:lnTo>
                    <a:pt x="511" y="519"/>
                  </a:lnTo>
                  <a:lnTo>
                    <a:pt x="509" y="517"/>
                  </a:lnTo>
                  <a:lnTo>
                    <a:pt x="506" y="516"/>
                  </a:lnTo>
                  <a:lnTo>
                    <a:pt x="503" y="517"/>
                  </a:lnTo>
                  <a:lnTo>
                    <a:pt x="499" y="517"/>
                  </a:lnTo>
                  <a:lnTo>
                    <a:pt x="497" y="515"/>
                  </a:lnTo>
                  <a:lnTo>
                    <a:pt x="496" y="513"/>
                  </a:lnTo>
                  <a:lnTo>
                    <a:pt x="495" y="511"/>
                  </a:lnTo>
                  <a:lnTo>
                    <a:pt x="493" y="510"/>
                  </a:lnTo>
                  <a:lnTo>
                    <a:pt x="490" y="509"/>
                  </a:lnTo>
                  <a:lnTo>
                    <a:pt x="487" y="508"/>
                  </a:lnTo>
                  <a:lnTo>
                    <a:pt x="486" y="507"/>
                  </a:lnTo>
                  <a:lnTo>
                    <a:pt x="485" y="505"/>
                  </a:lnTo>
                  <a:lnTo>
                    <a:pt x="484" y="503"/>
                  </a:lnTo>
                  <a:lnTo>
                    <a:pt x="484" y="501"/>
                  </a:lnTo>
                  <a:lnTo>
                    <a:pt x="484" y="498"/>
                  </a:lnTo>
                  <a:lnTo>
                    <a:pt x="487" y="496"/>
                  </a:lnTo>
                  <a:lnTo>
                    <a:pt x="492" y="495"/>
                  </a:lnTo>
                  <a:lnTo>
                    <a:pt x="495" y="494"/>
                  </a:lnTo>
                  <a:lnTo>
                    <a:pt x="496" y="492"/>
                  </a:lnTo>
                  <a:lnTo>
                    <a:pt x="495" y="490"/>
                  </a:lnTo>
                  <a:lnTo>
                    <a:pt x="493" y="487"/>
                  </a:lnTo>
                  <a:lnTo>
                    <a:pt x="494" y="485"/>
                  </a:lnTo>
                  <a:lnTo>
                    <a:pt x="496" y="483"/>
                  </a:lnTo>
                  <a:lnTo>
                    <a:pt x="499" y="482"/>
                  </a:lnTo>
                  <a:lnTo>
                    <a:pt x="501" y="481"/>
                  </a:lnTo>
                  <a:lnTo>
                    <a:pt x="503" y="480"/>
                  </a:lnTo>
                  <a:lnTo>
                    <a:pt x="505" y="478"/>
                  </a:lnTo>
                  <a:lnTo>
                    <a:pt x="508" y="478"/>
                  </a:lnTo>
                  <a:lnTo>
                    <a:pt x="511" y="478"/>
                  </a:lnTo>
                  <a:lnTo>
                    <a:pt x="513" y="478"/>
                  </a:lnTo>
                  <a:lnTo>
                    <a:pt x="516" y="478"/>
                  </a:lnTo>
                  <a:lnTo>
                    <a:pt x="518" y="477"/>
                  </a:lnTo>
                  <a:lnTo>
                    <a:pt x="520" y="477"/>
                  </a:lnTo>
                  <a:lnTo>
                    <a:pt x="522" y="479"/>
                  </a:lnTo>
                  <a:lnTo>
                    <a:pt x="524" y="480"/>
                  </a:lnTo>
                  <a:lnTo>
                    <a:pt x="526" y="481"/>
                  </a:lnTo>
                  <a:lnTo>
                    <a:pt x="529" y="479"/>
                  </a:lnTo>
                  <a:lnTo>
                    <a:pt x="533" y="478"/>
                  </a:lnTo>
                  <a:lnTo>
                    <a:pt x="537" y="477"/>
                  </a:lnTo>
                  <a:lnTo>
                    <a:pt x="539" y="479"/>
                  </a:lnTo>
                  <a:lnTo>
                    <a:pt x="540" y="481"/>
                  </a:lnTo>
                  <a:lnTo>
                    <a:pt x="540" y="484"/>
                  </a:lnTo>
                  <a:lnTo>
                    <a:pt x="540" y="486"/>
                  </a:lnTo>
                  <a:lnTo>
                    <a:pt x="542" y="488"/>
                  </a:lnTo>
                  <a:lnTo>
                    <a:pt x="543" y="490"/>
                  </a:lnTo>
                  <a:lnTo>
                    <a:pt x="543" y="492"/>
                  </a:lnTo>
                  <a:lnTo>
                    <a:pt x="544" y="493"/>
                  </a:lnTo>
                  <a:lnTo>
                    <a:pt x="546" y="495"/>
                  </a:lnTo>
                  <a:lnTo>
                    <a:pt x="549" y="497"/>
                  </a:lnTo>
                  <a:close/>
                </a:path>
              </a:pathLst>
            </a:custGeom>
            <a:solidFill>
              <a:srgbClr val="59A3CD">
                <a:alpha val="9600"/>
              </a:srgbClr>
            </a:solidFill>
            <a:ln>
              <a:noFill/>
            </a:ln>
          </p:spPr>
          <p:txBody>
            <a:bodyPr anchor="ctr"/>
            <a:lstStyle/>
            <a:p>
              <a:pPr algn="ctr">
                <a:buNone/>
              </a:pPr>
            </a:p>
          </p:txBody>
        </p:sp>
        <p:sp>
          <p:nvSpPr>
            <p:cNvPr id="691" name="addition:spatial:73"/>
            <p:cNvSpPr>
              <a:spLocks noGrp="1"/>
            </p:cNvSpPr>
            <p:nvPr/>
          </p:nvSpPr>
          <p:spPr>
            <a:xfrm>
              <a:off x="5648325" y="1666875"/>
              <a:ext cx="765033" cy="855970"/>
            </a:xfrm>
            <a:custGeom>
              <a:avLst/>
              <a:gdLst/>
              <a:ahLst/>
              <a:cxnLst/>
              <a:rect l="l" t="t" r="r" b="b"/>
              <a:pathLst>
                <a:path w="577" h="506">
                  <a:moveTo>
                    <a:pt x="0" y="0"/>
                  </a:moveTo>
                  <a:moveTo>
                    <a:pt x="575" y="481"/>
                  </a:moveTo>
                  <a:lnTo>
                    <a:pt x="577" y="483"/>
                  </a:lnTo>
                  <a:lnTo>
                    <a:pt x="576" y="485"/>
                  </a:lnTo>
                  <a:lnTo>
                    <a:pt x="575" y="487"/>
                  </a:lnTo>
                  <a:lnTo>
                    <a:pt x="574" y="489"/>
                  </a:lnTo>
                  <a:lnTo>
                    <a:pt x="573" y="491"/>
                  </a:lnTo>
                  <a:lnTo>
                    <a:pt x="572" y="492"/>
                  </a:lnTo>
                  <a:lnTo>
                    <a:pt x="569" y="493"/>
                  </a:lnTo>
                  <a:lnTo>
                    <a:pt x="567" y="494"/>
                  </a:lnTo>
                  <a:lnTo>
                    <a:pt x="565" y="495"/>
                  </a:lnTo>
                  <a:lnTo>
                    <a:pt x="564" y="497"/>
                  </a:lnTo>
                  <a:lnTo>
                    <a:pt x="562" y="499"/>
                  </a:lnTo>
                  <a:lnTo>
                    <a:pt x="560" y="499"/>
                  </a:lnTo>
                  <a:lnTo>
                    <a:pt x="556" y="499"/>
                  </a:lnTo>
                  <a:lnTo>
                    <a:pt x="553" y="499"/>
                  </a:lnTo>
                  <a:lnTo>
                    <a:pt x="551" y="500"/>
                  </a:lnTo>
                  <a:lnTo>
                    <a:pt x="549" y="503"/>
                  </a:lnTo>
                  <a:lnTo>
                    <a:pt x="546" y="505"/>
                  </a:lnTo>
                  <a:lnTo>
                    <a:pt x="542" y="506"/>
                  </a:lnTo>
                  <a:lnTo>
                    <a:pt x="539" y="505"/>
                  </a:lnTo>
                  <a:lnTo>
                    <a:pt x="536" y="502"/>
                  </a:lnTo>
                  <a:lnTo>
                    <a:pt x="534" y="501"/>
                  </a:lnTo>
                  <a:lnTo>
                    <a:pt x="531" y="499"/>
                  </a:lnTo>
                  <a:lnTo>
                    <a:pt x="529" y="498"/>
                  </a:lnTo>
                  <a:lnTo>
                    <a:pt x="527" y="497"/>
                  </a:lnTo>
                  <a:lnTo>
                    <a:pt x="526" y="495"/>
                  </a:lnTo>
                  <a:lnTo>
                    <a:pt x="523" y="495"/>
                  </a:lnTo>
                  <a:lnTo>
                    <a:pt x="520" y="495"/>
                  </a:lnTo>
                  <a:lnTo>
                    <a:pt x="516" y="494"/>
                  </a:lnTo>
                  <a:lnTo>
                    <a:pt x="513" y="493"/>
                  </a:lnTo>
                  <a:lnTo>
                    <a:pt x="513" y="491"/>
                  </a:lnTo>
                  <a:lnTo>
                    <a:pt x="514" y="489"/>
                  </a:lnTo>
                  <a:lnTo>
                    <a:pt x="515" y="487"/>
                  </a:lnTo>
                  <a:lnTo>
                    <a:pt x="514" y="485"/>
                  </a:lnTo>
                  <a:lnTo>
                    <a:pt x="512" y="483"/>
                  </a:lnTo>
                  <a:lnTo>
                    <a:pt x="512" y="481"/>
                  </a:lnTo>
                  <a:lnTo>
                    <a:pt x="513" y="479"/>
                  </a:lnTo>
                  <a:lnTo>
                    <a:pt x="517" y="478"/>
                  </a:lnTo>
                  <a:lnTo>
                    <a:pt x="520" y="476"/>
                  </a:lnTo>
                  <a:lnTo>
                    <a:pt x="521" y="475"/>
                  </a:lnTo>
                  <a:lnTo>
                    <a:pt x="521" y="473"/>
                  </a:lnTo>
                  <a:lnTo>
                    <a:pt x="522" y="471"/>
                  </a:lnTo>
                  <a:lnTo>
                    <a:pt x="523" y="469"/>
                  </a:lnTo>
                  <a:lnTo>
                    <a:pt x="524" y="467"/>
                  </a:lnTo>
                  <a:lnTo>
                    <a:pt x="525" y="465"/>
                  </a:lnTo>
                  <a:lnTo>
                    <a:pt x="525" y="462"/>
                  </a:lnTo>
                  <a:lnTo>
                    <a:pt x="527" y="460"/>
                  </a:lnTo>
                  <a:lnTo>
                    <a:pt x="530" y="460"/>
                  </a:lnTo>
                  <a:lnTo>
                    <a:pt x="534" y="461"/>
                  </a:lnTo>
                  <a:lnTo>
                    <a:pt x="537" y="463"/>
                  </a:lnTo>
                  <a:lnTo>
                    <a:pt x="539" y="464"/>
                  </a:lnTo>
                  <a:lnTo>
                    <a:pt x="541" y="463"/>
                  </a:lnTo>
                  <a:lnTo>
                    <a:pt x="543" y="461"/>
                  </a:lnTo>
                  <a:lnTo>
                    <a:pt x="545" y="460"/>
                  </a:lnTo>
                  <a:lnTo>
                    <a:pt x="547" y="461"/>
                  </a:lnTo>
                  <a:lnTo>
                    <a:pt x="549" y="462"/>
                  </a:lnTo>
                  <a:lnTo>
                    <a:pt x="551" y="462"/>
                  </a:lnTo>
                  <a:lnTo>
                    <a:pt x="554" y="462"/>
                  </a:lnTo>
                  <a:lnTo>
                    <a:pt x="557" y="462"/>
                  </a:lnTo>
                  <a:lnTo>
                    <a:pt x="559" y="463"/>
                  </a:lnTo>
                  <a:lnTo>
                    <a:pt x="561" y="464"/>
                  </a:lnTo>
                  <a:lnTo>
                    <a:pt x="563" y="465"/>
                  </a:lnTo>
                  <a:lnTo>
                    <a:pt x="565" y="466"/>
                  </a:lnTo>
                  <a:lnTo>
                    <a:pt x="567" y="468"/>
                  </a:lnTo>
                  <a:lnTo>
                    <a:pt x="568" y="470"/>
                  </a:lnTo>
                  <a:lnTo>
                    <a:pt x="567" y="472"/>
                  </a:lnTo>
                  <a:lnTo>
                    <a:pt x="565" y="475"/>
                  </a:lnTo>
                  <a:lnTo>
                    <a:pt x="565" y="477"/>
                  </a:lnTo>
                  <a:lnTo>
                    <a:pt x="567" y="478"/>
                  </a:lnTo>
                  <a:lnTo>
                    <a:pt x="572" y="479"/>
                  </a:lnTo>
                  <a:close/>
                </a:path>
              </a:pathLst>
            </a:custGeom>
            <a:solidFill>
              <a:srgbClr val="59A3CD">
                <a:alpha val="9600"/>
              </a:srgbClr>
            </a:solidFill>
            <a:ln>
              <a:noFill/>
            </a:ln>
          </p:spPr>
          <p:txBody>
            <a:bodyPr anchor="ctr"/>
            <a:lstStyle/>
            <a:p>
              <a:pPr algn="ctr">
                <a:buNone/>
              </a:pPr>
            </a:p>
          </p:txBody>
        </p:sp>
        <p:sp>
          <p:nvSpPr>
            <p:cNvPr id="692" name="addition:spatial:74"/>
            <p:cNvSpPr>
              <a:spLocks noGrp="1"/>
            </p:cNvSpPr>
            <p:nvPr/>
          </p:nvSpPr>
          <p:spPr>
            <a:xfrm>
              <a:off x="5648325" y="1666875"/>
              <a:ext cx="807461" cy="862736"/>
            </a:xfrm>
            <a:custGeom>
              <a:avLst/>
              <a:gdLst/>
              <a:ahLst/>
              <a:cxnLst/>
              <a:rect l="l" t="t" r="r" b="b"/>
              <a:pathLst>
                <a:path w="609" h="510">
                  <a:moveTo>
                    <a:pt x="0" y="0"/>
                  </a:moveTo>
                  <a:moveTo>
                    <a:pt x="609" y="486"/>
                  </a:moveTo>
                  <a:lnTo>
                    <a:pt x="609" y="488"/>
                  </a:lnTo>
                  <a:lnTo>
                    <a:pt x="608" y="490"/>
                  </a:lnTo>
                  <a:lnTo>
                    <a:pt x="608" y="492"/>
                  </a:lnTo>
                  <a:lnTo>
                    <a:pt x="607" y="494"/>
                  </a:lnTo>
                  <a:lnTo>
                    <a:pt x="604" y="496"/>
                  </a:lnTo>
                  <a:lnTo>
                    <a:pt x="600" y="497"/>
                  </a:lnTo>
                  <a:lnTo>
                    <a:pt x="596" y="497"/>
                  </a:lnTo>
                  <a:lnTo>
                    <a:pt x="593" y="498"/>
                  </a:lnTo>
                  <a:lnTo>
                    <a:pt x="593" y="500"/>
                  </a:lnTo>
                  <a:lnTo>
                    <a:pt x="593" y="504"/>
                  </a:lnTo>
                  <a:lnTo>
                    <a:pt x="592" y="507"/>
                  </a:lnTo>
                  <a:lnTo>
                    <a:pt x="589" y="508"/>
                  </a:lnTo>
                  <a:lnTo>
                    <a:pt x="586" y="508"/>
                  </a:lnTo>
                  <a:lnTo>
                    <a:pt x="582" y="508"/>
                  </a:lnTo>
                  <a:lnTo>
                    <a:pt x="579" y="509"/>
                  </a:lnTo>
                  <a:lnTo>
                    <a:pt x="576" y="509"/>
                  </a:lnTo>
                  <a:lnTo>
                    <a:pt x="573" y="510"/>
                  </a:lnTo>
                  <a:lnTo>
                    <a:pt x="570" y="509"/>
                  </a:lnTo>
                  <a:lnTo>
                    <a:pt x="568" y="508"/>
                  </a:lnTo>
                  <a:lnTo>
                    <a:pt x="565" y="507"/>
                  </a:lnTo>
                  <a:lnTo>
                    <a:pt x="563" y="507"/>
                  </a:lnTo>
                  <a:lnTo>
                    <a:pt x="560" y="506"/>
                  </a:lnTo>
                  <a:lnTo>
                    <a:pt x="559" y="505"/>
                  </a:lnTo>
                  <a:lnTo>
                    <a:pt x="557" y="503"/>
                  </a:lnTo>
                  <a:lnTo>
                    <a:pt x="556" y="502"/>
                  </a:lnTo>
                  <a:lnTo>
                    <a:pt x="553" y="501"/>
                  </a:lnTo>
                  <a:lnTo>
                    <a:pt x="549" y="502"/>
                  </a:lnTo>
                  <a:lnTo>
                    <a:pt x="545" y="502"/>
                  </a:lnTo>
                  <a:lnTo>
                    <a:pt x="543" y="500"/>
                  </a:lnTo>
                  <a:lnTo>
                    <a:pt x="544" y="497"/>
                  </a:lnTo>
                  <a:lnTo>
                    <a:pt x="547" y="494"/>
                  </a:lnTo>
                  <a:lnTo>
                    <a:pt x="548" y="492"/>
                  </a:lnTo>
                  <a:lnTo>
                    <a:pt x="549" y="490"/>
                  </a:lnTo>
                  <a:lnTo>
                    <a:pt x="548" y="488"/>
                  </a:lnTo>
                  <a:lnTo>
                    <a:pt x="549" y="486"/>
                  </a:lnTo>
                  <a:lnTo>
                    <a:pt x="549" y="484"/>
                  </a:lnTo>
                  <a:lnTo>
                    <a:pt x="549" y="482"/>
                  </a:lnTo>
                  <a:lnTo>
                    <a:pt x="548" y="480"/>
                  </a:lnTo>
                  <a:lnTo>
                    <a:pt x="546" y="477"/>
                  </a:lnTo>
                  <a:lnTo>
                    <a:pt x="546" y="475"/>
                  </a:lnTo>
                  <a:lnTo>
                    <a:pt x="548" y="474"/>
                  </a:lnTo>
                  <a:lnTo>
                    <a:pt x="551" y="473"/>
                  </a:lnTo>
                  <a:lnTo>
                    <a:pt x="553" y="471"/>
                  </a:lnTo>
                  <a:lnTo>
                    <a:pt x="553" y="469"/>
                  </a:lnTo>
                  <a:lnTo>
                    <a:pt x="553" y="466"/>
                  </a:lnTo>
                  <a:lnTo>
                    <a:pt x="555" y="465"/>
                  </a:lnTo>
                  <a:lnTo>
                    <a:pt x="558" y="465"/>
                  </a:lnTo>
                  <a:lnTo>
                    <a:pt x="562" y="466"/>
                  </a:lnTo>
                  <a:lnTo>
                    <a:pt x="565" y="467"/>
                  </a:lnTo>
                  <a:lnTo>
                    <a:pt x="567" y="467"/>
                  </a:lnTo>
                  <a:lnTo>
                    <a:pt x="568" y="466"/>
                  </a:lnTo>
                  <a:lnTo>
                    <a:pt x="570" y="464"/>
                  </a:lnTo>
                  <a:lnTo>
                    <a:pt x="573" y="463"/>
                  </a:lnTo>
                  <a:lnTo>
                    <a:pt x="576" y="463"/>
                  </a:lnTo>
                  <a:lnTo>
                    <a:pt x="579" y="462"/>
                  </a:lnTo>
                  <a:lnTo>
                    <a:pt x="582" y="461"/>
                  </a:lnTo>
                  <a:lnTo>
                    <a:pt x="586" y="462"/>
                  </a:lnTo>
                  <a:lnTo>
                    <a:pt x="588" y="464"/>
                  </a:lnTo>
                  <a:lnTo>
                    <a:pt x="589" y="467"/>
                  </a:lnTo>
                  <a:lnTo>
                    <a:pt x="590" y="470"/>
                  </a:lnTo>
                  <a:lnTo>
                    <a:pt x="592" y="471"/>
                  </a:lnTo>
                  <a:lnTo>
                    <a:pt x="595" y="472"/>
                  </a:lnTo>
                  <a:lnTo>
                    <a:pt x="599" y="473"/>
                  </a:lnTo>
                  <a:lnTo>
                    <a:pt x="601" y="474"/>
                  </a:lnTo>
                  <a:lnTo>
                    <a:pt x="601" y="476"/>
                  </a:lnTo>
                  <a:lnTo>
                    <a:pt x="601" y="479"/>
                  </a:lnTo>
                  <a:lnTo>
                    <a:pt x="603" y="480"/>
                  </a:lnTo>
                  <a:lnTo>
                    <a:pt x="605" y="482"/>
                  </a:lnTo>
                  <a:lnTo>
                    <a:pt x="608" y="484"/>
                  </a:lnTo>
                  <a:close/>
                </a:path>
              </a:pathLst>
            </a:custGeom>
            <a:solidFill>
              <a:srgbClr val="59A3CD">
                <a:alpha val="9600"/>
              </a:srgbClr>
            </a:solidFill>
            <a:ln>
              <a:noFill/>
            </a:ln>
          </p:spPr>
          <p:txBody>
            <a:bodyPr anchor="ctr"/>
            <a:lstStyle/>
            <a:p>
              <a:pPr algn="ctr">
                <a:buNone/>
              </a:pPr>
            </a:p>
          </p:txBody>
        </p:sp>
        <p:sp>
          <p:nvSpPr>
            <p:cNvPr id="693" name="addition:spatial:75"/>
            <p:cNvSpPr>
              <a:spLocks noGrp="1"/>
            </p:cNvSpPr>
            <p:nvPr/>
          </p:nvSpPr>
          <p:spPr>
            <a:xfrm>
              <a:off x="5648325" y="1666875"/>
              <a:ext cx="840608" cy="896569"/>
            </a:xfrm>
            <a:custGeom>
              <a:avLst/>
              <a:gdLst/>
              <a:ahLst/>
              <a:cxnLst/>
              <a:rect l="l" t="t" r="r" b="b"/>
              <a:pathLst>
                <a:path w="634" h="530">
                  <a:moveTo>
                    <a:pt x="0" y="0"/>
                  </a:moveTo>
                  <a:moveTo>
                    <a:pt x="626" y="505"/>
                  </a:moveTo>
                  <a:lnTo>
                    <a:pt x="625" y="507"/>
                  </a:lnTo>
                  <a:lnTo>
                    <a:pt x="624" y="509"/>
                  </a:lnTo>
                  <a:lnTo>
                    <a:pt x="623" y="511"/>
                  </a:lnTo>
                  <a:lnTo>
                    <a:pt x="623" y="513"/>
                  </a:lnTo>
                  <a:lnTo>
                    <a:pt x="623" y="515"/>
                  </a:lnTo>
                  <a:lnTo>
                    <a:pt x="624" y="518"/>
                  </a:lnTo>
                  <a:lnTo>
                    <a:pt x="625" y="521"/>
                  </a:lnTo>
                  <a:lnTo>
                    <a:pt x="623" y="523"/>
                  </a:lnTo>
                  <a:lnTo>
                    <a:pt x="620" y="524"/>
                  </a:lnTo>
                  <a:lnTo>
                    <a:pt x="616" y="524"/>
                  </a:lnTo>
                  <a:lnTo>
                    <a:pt x="613" y="525"/>
                  </a:lnTo>
                  <a:lnTo>
                    <a:pt x="611" y="526"/>
                  </a:lnTo>
                  <a:lnTo>
                    <a:pt x="610" y="528"/>
                  </a:lnTo>
                  <a:lnTo>
                    <a:pt x="608" y="530"/>
                  </a:lnTo>
                  <a:lnTo>
                    <a:pt x="605" y="529"/>
                  </a:lnTo>
                  <a:lnTo>
                    <a:pt x="602" y="527"/>
                  </a:lnTo>
                  <a:lnTo>
                    <a:pt x="600" y="526"/>
                  </a:lnTo>
                  <a:lnTo>
                    <a:pt x="598" y="527"/>
                  </a:lnTo>
                  <a:lnTo>
                    <a:pt x="595" y="528"/>
                  </a:lnTo>
                  <a:lnTo>
                    <a:pt x="592" y="529"/>
                  </a:lnTo>
                  <a:lnTo>
                    <a:pt x="589" y="529"/>
                  </a:lnTo>
                  <a:lnTo>
                    <a:pt x="586" y="529"/>
                  </a:lnTo>
                  <a:lnTo>
                    <a:pt x="583" y="529"/>
                  </a:lnTo>
                  <a:lnTo>
                    <a:pt x="579" y="529"/>
                  </a:lnTo>
                  <a:lnTo>
                    <a:pt x="576" y="527"/>
                  </a:lnTo>
                  <a:lnTo>
                    <a:pt x="575" y="524"/>
                  </a:lnTo>
                  <a:lnTo>
                    <a:pt x="576" y="520"/>
                  </a:lnTo>
                  <a:lnTo>
                    <a:pt x="577" y="517"/>
                  </a:lnTo>
                  <a:lnTo>
                    <a:pt x="575" y="516"/>
                  </a:lnTo>
                  <a:lnTo>
                    <a:pt x="571" y="515"/>
                  </a:lnTo>
                  <a:lnTo>
                    <a:pt x="567" y="514"/>
                  </a:lnTo>
                  <a:lnTo>
                    <a:pt x="565" y="512"/>
                  </a:lnTo>
                  <a:lnTo>
                    <a:pt x="564" y="509"/>
                  </a:lnTo>
                  <a:lnTo>
                    <a:pt x="564" y="507"/>
                  </a:lnTo>
                  <a:lnTo>
                    <a:pt x="563" y="505"/>
                  </a:lnTo>
                  <a:lnTo>
                    <a:pt x="562" y="503"/>
                  </a:lnTo>
                  <a:lnTo>
                    <a:pt x="561" y="500"/>
                  </a:lnTo>
                  <a:lnTo>
                    <a:pt x="561" y="498"/>
                  </a:lnTo>
                  <a:lnTo>
                    <a:pt x="563" y="496"/>
                  </a:lnTo>
                  <a:lnTo>
                    <a:pt x="564" y="494"/>
                  </a:lnTo>
                  <a:lnTo>
                    <a:pt x="566" y="492"/>
                  </a:lnTo>
                  <a:lnTo>
                    <a:pt x="567" y="490"/>
                  </a:lnTo>
                  <a:lnTo>
                    <a:pt x="570" y="489"/>
                  </a:lnTo>
                  <a:lnTo>
                    <a:pt x="575" y="489"/>
                  </a:lnTo>
                  <a:lnTo>
                    <a:pt x="579" y="489"/>
                  </a:lnTo>
                  <a:lnTo>
                    <a:pt x="581" y="488"/>
                  </a:lnTo>
                  <a:lnTo>
                    <a:pt x="582" y="485"/>
                  </a:lnTo>
                  <a:lnTo>
                    <a:pt x="583" y="481"/>
                  </a:lnTo>
                  <a:lnTo>
                    <a:pt x="585" y="478"/>
                  </a:lnTo>
                  <a:lnTo>
                    <a:pt x="589" y="478"/>
                  </a:lnTo>
                  <a:lnTo>
                    <a:pt x="593" y="478"/>
                  </a:lnTo>
                  <a:lnTo>
                    <a:pt x="597" y="479"/>
                  </a:lnTo>
                  <a:lnTo>
                    <a:pt x="600" y="480"/>
                  </a:lnTo>
                  <a:lnTo>
                    <a:pt x="604" y="480"/>
                  </a:lnTo>
                  <a:lnTo>
                    <a:pt x="607" y="482"/>
                  </a:lnTo>
                  <a:lnTo>
                    <a:pt x="609" y="483"/>
                  </a:lnTo>
                  <a:lnTo>
                    <a:pt x="612" y="485"/>
                  </a:lnTo>
                  <a:lnTo>
                    <a:pt x="614" y="485"/>
                  </a:lnTo>
                  <a:lnTo>
                    <a:pt x="618" y="485"/>
                  </a:lnTo>
                  <a:lnTo>
                    <a:pt x="621" y="486"/>
                  </a:lnTo>
                  <a:lnTo>
                    <a:pt x="622" y="487"/>
                  </a:lnTo>
                  <a:lnTo>
                    <a:pt x="623" y="490"/>
                  </a:lnTo>
                  <a:lnTo>
                    <a:pt x="624" y="492"/>
                  </a:lnTo>
                  <a:lnTo>
                    <a:pt x="626" y="493"/>
                  </a:lnTo>
                  <a:lnTo>
                    <a:pt x="630" y="493"/>
                  </a:lnTo>
                  <a:lnTo>
                    <a:pt x="634" y="495"/>
                  </a:lnTo>
                  <a:lnTo>
                    <a:pt x="634" y="497"/>
                  </a:lnTo>
                  <a:lnTo>
                    <a:pt x="632" y="500"/>
                  </a:lnTo>
                  <a:lnTo>
                    <a:pt x="628" y="503"/>
                  </a:lnTo>
                  <a:close/>
                </a:path>
              </a:pathLst>
            </a:custGeom>
            <a:solidFill>
              <a:srgbClr val="59A3CD">
                <a:alpha val="9600"/>
              </a:srgbClr>
            </a:solidFill>
            <a:ln>
              <a:noFill/>
            </a:ln>
          </p:spPr>
          <p:txBody>
            <a:bodyPr anchor="ctr"/>
            <a:lstStyle/>
            <a:p>
              <a:pPr algn="ctr">
                <a:buNone/>
              </a:pPr>
            </a:p>
          </p:txBody>
        </p:sp>
        <p:sp>
          <p:nvSpPr>
            <p:cNvPr id="694" name="addition:spatial:76"/>
            <p:cNvSpPr>
              <a:spLocks noGrp="1"/>
            </p:cNvSpPr>
            <p:nvPr/>
          </p:nvSpPr>
          <p:spPr>
            <a:xfrm>
              <a:off x="5648325" y="1666875"/>
              <a:ext cx="822046" cy="933785"/>
            </a:xfrm>
            <a:custGeom>
              <a:avLst/>
              <a:gdLst/>
              <a:ahLst/>
              <a:cxnLst/>
              <a:rect l="l" t="t" r="r" b="b"/>
              <a:pathLst>
                <a:path w="620" h="552">
                  <a:moveTo>
                    <a:pt x="0" y="0"/>
                  </a:moveTo>
                  <a:moveTo>
                    <a:pt x="616" y="526"/>
                  </a:moveTo>
                  <a:lnTo>
                    <a:pt x="615" y="528"/>
                  </a:lnTo>
                  <a:lnTo>
                    <a:pt x="612" y="530"/>
                  </a:lnTo>
                  <a:lnTo>
                    <a:pt x="610" y="532"/>
                  </a:lnTo>
                  <a:lnTo>
                    <a:pt x="609" y="534"/>
                  </a:lnTo>
                  <a:lnTo>
                    <a:pt x="608" y="537"/>
                  </a:lnTo>
                  <a:lnTo>
                    <a:pt x="606" y="538"/>
                  </a:lnTo>
                  <a:lnTo>
                    <a:pt x="603" y="540"/>
                  </a:lnTo>
                  <a:lnTo>
                    <a:pt x="601" y="541"/>
                  </a:lnTo>
                  <a:lnTo>
                    <a:pt x="600" y="544"/>
                  </a:lnTo>
                  <a:lnTo>
                    <a:pt x="600" y="547"/>
                  </a:lnTo>
                  <a:lnTo>
                    <a:pt x="599" y="551"/>
                  </a:lnTo>
                  <a:lnTo>
                    <a:pt x="595" y="552"/>
                  </a:lnTo>
                  <a:lnTo>
                    <a:pt x="590" y="551"/>
                  </a:lnTo>
                  <a:lnTo>
                    <a:pt x="586" y="549"/>
                  </a:lnTo>
                  <a:lnTo>
                    <a:pt x="582" y="548"/>
                  </a:lnTo>
                  <a:lnTo>
                    <a:pt x="579" y="548"/>
                  </a:lnTo>
                  <a:lnTo>
                    <a:pt x="577" y="549"/>
                  </a:lnTo>
                  <a:lnTo>
                    <a:pt x="574" y="549"/>
                  </a:lnTo>
                  <a:lnTo>
                    <a:pt x="571" y="550"/>
                  </a:lnTo>
                  <a:lnTo>
                    <a:pt x="568" y="550"/>
                  </a:lnTo>
                  <a:lnTo>
                    <a:pt x="565" y="550"/>
                  </a:lnTo>
                  <a:lnTo>
                    <a:pt x="561" y="551"/>
                  </a:lnTo>
                  <a:lnTo>
                    <a:pt x="557" y="550"/>
                  </a:lnTo>
                  <a:lnTo>
                    <a:pt x="555" y="548"/>
                  </a:lnTo>
                  <a:lnTo>
                    <a:pt x="554" y="546"/>
                  </a:lnTo>
                  <a:lnTo>
                    <a:pt x="552" y="544"/>
                  </a:lnTo>
                  <a:lnTo>
                    <a:pt x="549" y="542"/>
                  </a:lnTo>
                  <a:lnTo>
                    <a:pt x="545" y="542"/>
                  </a:lnTo>
                  <a:lnTo>
                    <a:pt x="542" y="540"/>
                  </a:lnTo>
                  <a:lnTo>
                    <a:pt x="542" y="537"/>
                  </a:lnTo>
                  <a:lnTo>
                    <a:pt x="544" y="534"/>
                  </a:lnTo>
                  <a:lnTo>
                    <a:pt x="545" y="532"/>
                  </a:lnTo>
                  <a:lnTo>
                    <a:pt x="544" y="530"/>
                  </a:lnTo>
                  <a:lnTo>
                    <a:pt x="540" y="528"/>
                  </a:lnTo>
                  <a:lnTo>
                    <a:pt x="536" y="526"/>
                  </a:lnTo>
                  <a:lnTo>
                    <a:pt x="534" y="524"/>
                  </a:lnTo>
                  <a:lnTo>
                    <a:pt x="533" y="521"/>
                  </a:lnTo>
                  <a:lnTo>
                    <a:pt x="532" y="519"/>
                  </a:lnTo>
                  <a:lnTo>
                    <a:pt x="532" y="516"/>
                  </a:lnTo>
                  <a:lnTo>
                    <a:pt x="533" y="514"/>
                  </a:lnTo>
                  <a:lnTo>
                    <a:pt x="537" y="512"/>
                  </a:lnTo>
                  <a:lnTo>
                    <a:pt x="542" y="512"/>
                  </a:lnTo>
                  <a:lnTo>
                    <a:pt x="547" y="512"/>
                  </a:lnTo>
                  <a:lnTo>
                    <a:pt x="549" y="510"/>
                  </a:lnTo>
                  <a:lnTo>
                    <a:pt x="550" y="508"/>
                  </a:lnTo>
                  <a:lnTo>
                    <a:pt x="551" y="505"/>
                  </a:lnTo>
                  <a:lnTo>
                    <a:pt x="553" y="503"/>
                  </a:lnTo>
                  <a:lnTo>
                    <a:pt x="558" y="503"/>
                  </a:lnTo>
                  <a:lnTo>
                    <a:pt x="562" y="503"/>
                  </a:lnTo>
                  <a:lnTo>
                    <a:pt x="566" y="503"/>
                  </a:lnTo>
                  <a:lnTo>
                    <a:pt x="569" y="501"/>
                  </a:lnTo>
                  <a:lnTo>
                    <a:pt x="573" y="499"/>
                  </a:lnTo>
                  <a:lnTo>
                    <a:pt x="578" y="498"/>
                  </a:lnTo>
                  <a:lnTo>
                    <a:pt x="582" y="499"/>
                  </a:lnTo>
                  <a:lnTo>
                    <a:pt x="586" y="500"/>
                  </a:lnTo>
                  <a:lnTo>
                    <a:pt x="590" y="501"/>
                  </a:lnTo>
                  <a:lnTo>
                    <a:pt x="594" y="503"/>
                  </a:lnTo>
                  <a:lnTo>
                    <a:pt x="597" y="504"/>
                  </a:lnTo>
                  <a:lnTo>
                    <a:pt x="598" y="507"/>
                  </a:lnTo>
                  <a:lnTo>
                    <a:pt x="599" y="510"/>
                  </a:lnTo>
                  <a:lnTo>
                    <a:pt x="602" y="511"/>
                  </a:lnTo>
                  <a:lnTo>
                    <a:pt x="606" y="511"/>
                  </a:lnTo>
                  <a:lnTo>
                    <a:pt x="612" y="511"/>
                  </a:lnTo>
                  <a:lnTo>
                    <a:pt x="618" y="511"/>
                  </a:lnTo>
                  <a:lnTo>
                    <a:pt x="620" y="513"/>
                  </a:lnTo>
                  <a:lnTo>
                    <a:pt x="619" y="516"/>
                  </a:lnTo>
                  <a:lnTo>
                    <a:pt x="617" y="519"/>
                  </a:lnTo>
                  <a:lnTo>
                    <a:pt x="616" y="521"/>
                  </a:lnTo>
                  <a:lnTo>
                    <a:pt x="616" y="524"/>
                  </a:lnTo>
                  <a:close/>
                </a:path>
              </a:pathLst>
            </a:custGeom>
            <a:solidFill>
              <a:srgbClr val="59A3CD">
                <a:alpha val="9600"/>
              </a:srgbClr>
            </a:solidFill>
            <a:ln>
              <a:noFill/>
            </a:ln>
          </p:spPr>
          <p:txBody>
            <a:bodyPr anchor="ctr"/>
            <a:lstStyle/>
            <a:p>
              <a:pPr algn="ctr">
                <a:buNone/>
              </a:pPr>
            </a:p>
          </p:txBody>
        </p:sp>
        <p:sp>
          <p:nvSpPr>
            <p:cNvPr id="695" name="addition:spatial:77"/>
            <p:cNvSpPr>
              <a:spLocks noGrp="1"/>
            </p:cNvSpPr>
            <p:nvPr/>
          </p:nvSpPr>
          <p:spPr>
            <a:xfrm>
              <a:off x="5648325" y="1666875"/>
              <a:ext cx="758403" cy="937169"/>
            </a:xfrm>
            <a:custGeom>
              <a:avLst/>
              <a:gdLst/>
              <a:ahLst/>
              <a:cxnLst/>
              <a:rect l="l" t="t" r="r" b="b"/>
              <a:pathLst>
                <a:path w="572" h="554">
                  <a:moveTo>
                    <a:pt x="0" y="0"/>
                  </a:moveTo>
                  <a:moveTo>
                    <a:pt x="571" y="528"/>
                  </a:moveTo>
                  <a:lnTo>
                    <a:pt x="571" y="531"/>
                  </a:lnTo>
                  <a:lnTo>
                    <a:pt x="568" y="533"/>
                  </a:lnTo>
                  <a:lnTo>
                    <a:pt x="565" y="534"/>
                  </a:lnTo>
                  <a:lnTo>
                    <a:pt x="562" y="536"/>
                  </a:lnTo>
                  <a:lnTo>
                    <a:pt x="562" y="538"/>
                  </a:lnTo>
                  <a:lnTo>
                    <a:pt x="565" y="541"/>
                  </a:lnTo>
                  <a:lnTo>
                    <a:pt x="566" y="544"/>
                  </a:lnTo>
                  <a:lnTo>
                    <a:pt x="566" y="547"/>
                  </a:lnTo>
                  <a:lnTo>
                    <a:pt x="563" y="548"/>
                  </a:lnTo>
                  <a:lnTo>
                    <a:pt x="559" y="549"/>
                  </a:lnTo>
                  <a:lnTo>
                    <a:pt x="556" y="549"/>
                  </a:lnTo>
                  <a:lnTo>
                    <a:pt x="553" y="550"/>
                  </a:lnTo>
                  <a:lnTo>
                    <a:pt x="551" y="550"/>
                  </a:lnTo>
                  <a:lnTo>
                    <a:pt x="548" y="550"/>
                  </a:lnTo>
                  <a:lnTo>
                    <a:pt x="545" y="549"/>
                  </a:lnTo>
                  <a:lnTo>
                    <a:pt x="543" y="550"/>
                  </a:lnTo>
                  <a:lnTo>
                    <a:pt x="541" y="552"/>
                  </a:lnTo>
                  <a:lnTo>
                    <a:pt x="538" y="554"/>
                  </a:lnTo>
                  <a:lnTo>
                    <a:pt x="535" y="554"/>
                  </a:lnTo>
                  <a:lnTo>
                    <a:pt x="532" y="553"/>
                  </a:lnTo>
                  <a:lnTo>
                    <a:pt x="530" y="551"/>
                  </a:lnTo>
                  <a:lnTo>
                    <a:pt x="527" y="550"/>
                  </a:lnTo>
                  <a:lnTo>
                    <a:pt x="524" y="550"/>
                  </a:lnTo>
                  <a:lnTo>
                    <a:pt x="519" y="551"/>
                  </a:lnTo>
                  <a:lnTo>
                    <a:pt x="516" y="550"/>
                  </a:lnTo>
                  <a:lnTo>
                    <a:pt x="514" y="548"/>
                  </a:lnTo>
                  <a:lnTo>
                    <a:pt x="514" y="544"/>
                  </a:lnTo>
                  <a:lnTo>
                    <a:pt x="513" y="542"/>
                  </a:lnTo>
                  <a:lnTo>
                    <a:pt x="512" y="540"/>
                  </a:lnTo>
                  <a:lnTo>
                    <a:pt x="510" y="538"/>
                  </a:lnTo>
                  <a:lnTo>
                    <a:pt x="509" y="536"/>
                  </a:lnTo>
                  <a:lnTo>
                    <a:pt x="507" y="534"/>
                  </a:lnTo>
                  <a:lnTo>
                    <a:pt x="505" y="532"/>
                  </a:lnTo>
                  <a:lnTo>
                    <a:pt x="501" y="531"/>
                  </a:lnTo>
                  <a:lnTo>
                    <a:pt x="497" y="528"/>
                  </a:lnTo>
                  <a:lnTo>
                    <a:pt x="495" y="526"/>
                  </a:lnTo>
                  <a:lnTo>
                    <a:pt x="496" y="523"/>
                  </a:lnTo>
                  <a:lnTo>
                    <a:pt x="500" y="522"/>
                  </a:lnTo>
                  <a:lnTo>
                    <a:pt x="504" y="520"/>
                  </a:lnTo>
                  <a:lnTo>
                    <a:pt x="506" y="519"/>
                  </a:lnTo>
                  <a:lnTo>
                    <a:pt x="507" y="516"/>
                  </a:lnTo>
                  <a:lnTo>
                    <a:pt x="507" y="514"/>
                  </a:lnTo>
                  <a:lnTo>
                    <a:pt x="509" y="512"/>
                  </a:lnTo>
                  <a:lnTo>
                    <a:pt x="513" y="511"/>
                  </a:lnTo>
                  <a:lnTo>
                    <a:pt x="516" y="511"/>
                  </a:lnTo>
                  <a:lnTo>
                    <a:pt x="519" y="509"/>
                  </a:lnTo>
                  <a:lnTo>
                    <a:pt x="521" y="507"/>
                  </a:lnTo>
                  <a:lnTo>
                    <a:pt x="524" y="506"/>
                  </a:lnTo>
                  <a:lnTo>
                    <a:pt x="527" y="504"/>
                  </a:lnTo>
                  <a:lnTo>
                    <a:pt x="530" y="504"/>
                  </a:lnTo>
                  <a:lnTo>
                    <a:pt x="534" y="503"/>
                  </a:lnTo>
                  <a:lnTo>
                    <a:pt x="538" y="501"/>
                  </a:lnTo>
                  <a:lnTo>
                    <a:pt x="541" y="500"/>
                  </a:lnTo>
                  <a:lnTo>
                    <a:pt x="545" y="501"/>
                  </a:lnTo>
                  <a:lnTo>
                    <a:pt x="548" y="505"/>
                  </a:lnTo>
                  <a:lnTo>
                    <a:pt x="550" y="508"/>
                  </a:lnTo>
                  <a:lnTo>
                    <a:pt x="551" y="510"/>
                  </a:lnTo>
                  <a:lnTo>
                    <a:pt x="554" y="510"/>
                  </a:lnTo>
                  <a:lnTo>
                    <a:pt x="558" y="509"/>
                  </a:lnTo>
                  <a:lnTo>
                    <a:pt x="562" y="509"/>
                  </a:lnTo>
                  <a:lnTo>
                    <a:pt x="565" y="510"/>
                  </a:lnTo>
                  <a:lnTo>
                    <a:pt x="567" y="512"/>
                  </a:lnTo>
                  <a:lnTo>
                    <a:pt x="568" y="513"/>
                  </a:lnTo>
                  <a:lnTo>
                    <a:pt x="570" y="515"/>
                  </a:lnTo>
                  <a:lnTo>
                    <a:pt x="572" y="517"/>
                  </a:lnTo>
                  <a:lnTo>
                    <a:pt x="572" y="519"/>
                  </a:lnTo>
                  <a:lnTo>
                    <a:pt x="571" y="522"/>
                  </a:lnTo>
                  <a:lnTo>
                    <a:pt x="570" y="524"/>
                  </a:lnTo>
                  <a:lnTo>
                    <a:pt x="570" y="526"/>
                  </a:lnTo>
                  <a:close/>
                </a:path>
              </a:pathLst>
            </a:custGeom>
            <a:solidFill>
              <a:srgbClr val="59A3CD">
                <a:alpha val="9600"/>
              </a:srgbClr>
            </a:solidFill>
            <a:ln>
              <a:noFill/>
            </a:ln>
          </p:spPr>
          <p:txBody>
            <a:bodyPr anchor="ctr"/>
            <a:lstStyle/>
            <a:p>
              <a:pPr algn="ctr">
                <a:buNone/>
              </a:pPr>
            </a:p>
          </p:txBody>
        </p:sp>
        <p:sp>
          <p:nvSpPr>
            <p:cNvPr id="696" name="addition:spatial:78"/>
            <p:cNvSpPr>
              <a:spLocks noGrp="1"/>
            </p:cNvSpPr>
            <p:nvPr/>
          </p:nvSpPr>
          <p:spPr>
            <a:xfrm>
              <a:off x="5648325" y="1666875"/>
              <a:ext cx="709346" cy="918561"/>
            </a:xfrm>
            <a:custGeom>
              <a:avLst/>
              <a:gdLst/>
              <a:ahLst/>
              <a:cxnLst/>
              <a:rect l="l" t="t" r="r" b="b"/>
              <a:pathLst>
                <a:path w="535" h="543">
                  <a:moveTo>
                    <a:pt x="0" y="0"/>
                  </a:moveTo>
                  <a:moveTo>
                    <a:pt x="530" y="519"/>
                  </a:moveTo>
                  <a:lnTo>
                    <a:pt x="532" y="521"/>
                  </a:lnTo>
                  <a:lnTo>
                    <a:pt x="533" y="523"/>
                  </a:lnTo>
                  <a:lnTo>
                    <a:pt x="532" y="525"/>
                  </a:lnTo>
                  <a:lnTo>
                    <a:pt x="530" y="526"/>
                  </a:lnTo>
                  <a:lnTo>
                    <a:pt x="529" y="528"/>
                  </a:lnTo>
                  <a:lnTo>
                    <a:pt x="529" y="530"/>
                  </a:lnTo>
                  <a:lnTo>
                    <a:pt x="530" y="532"/>
                  </a:lnTo>
                  <a:lnTo>
                    <a:pt x="529" y="535"/>
                  </a:lnTo>
                  <a:lnTo>
                    <a:pt x="528" y="536"/>
                  </a:lnTo>
                  <a:lnTo>
                    <a:pt x="525" y="537"/>
                  </a:lnTo>
                  <a:lnTo>
                    <a:pt x="523" y="537"/>
                  </a:lnTo>
                  <a:lnTo>
                    <a:pt x="521" y="538"/>
                  </a:lnTo>
                  <a:lnTo>
                    <a:pt x="519" y="538"/>
                  </a:lnTo>
                  <a:lnTo>
                    <a:pt x="516" y="538"/>
                  </a:lnTo>
                  <a:lnTo>
                    <a:pt x="514" y="537"/>
                  </a:lnTo>
                  <a:lnTo>
                    <a:pt x="512" y="536"/>
                  </a:lnTo>
                  <a:lnTo>
                    <a:pt x="511" y="538"/>
                  </a:lnTo>
                  <a:lnTo>
                    <a:pt x="508" y="540"/>
                  </a:lnTo>
                  <a:lnTo>
                    <a:pt x="505" y="543"/>
                  </a:lnTo>
                  <a:lnTo>
                    <a:pt x="503" y="543"/>
                  </a:lnTo>
                  <a:lnTo>
                    <a:pt x="500" y="541"/>
                  </a:lnTo>
                  <a:lnTo>
                    <a:pt x="498" y="539"/>
                  </a:lnTo>
                  <a:lnTo>
                    <a:pt x="496" y="538"/>
                  </a:lnTo>
                  <a:lnTo>
                    <a:pt x="494" y="537"/>
                  </a:lnTo>
                  <a:lnTo>
                    <a:pt x="491" y="536"/>
                  </a:lnTo>
                  <a:lnTo>
                    <a:pt x="489" y="534"/>
                  </a:lnTo>
                  <a:lnTo>
                    <a:pt x="488" y="532"/>
                  </a:lnTo>
                  <a:lnTo>
                    <a:pt x="487" y="531"/>
                  </a:lnTo>
                  <a:lnTo>
                    <a:pt x="485" y="529"/>
                  </a:lnTo>
                  <a:lnTo>
                    <a:pt x="483" y="528"/>
                  </a:lnTo>
                  <a:lnTo>
                    <a:pt x="481" y="527"/>
                  </a:lnTo>
                  <a:lnTo>
                    <a:pt x="481" y="525"/>
                  </a:lnTo>
                  <a:lnTo>
                    <a:pt x="481" y="523"/>
                  </a:lnTo>
                  <a:lnTo>
                    <a:pt x="479" y="521"/>
                  </a:lnTo>
                  <a:lnTo>
                    <a:pt x="476" y="519"/>
                  </a:lnTo>
                  <a:lnTo>
                    <a:pt x="473" y="517"/>
                  </a:lnTo>
                  <a:lnTo>
                    <a:pt x="473" y="515"/>
                  </a:lnTo>
                  <a:lnTo>
                    <a:pt x="475" y="513"/>
                  </a:lnTo>
                  <a:lnTo>
                    <a:pt x="479" y="512"/>
                  </a:lnTo>
                  <a:lnTo>
                    <a:pt x="483" y="511"/>
                  </a:lnTo>
                  <a:lnTo>
                    <a:pt x="485" y="510"/>
                  </a:lnTo>
                  <a:lnTo>
                    <a:pt x="486" y="508"/>
                  </a:lnTo>
                  <a:lnTo>
                    <a:pt x="487" y="507"/>
                  </a:lnTo>
                  <a:lnTo>
                    <a:pt x="489" y="505"/>
                  </a:lnTo>
                  <a:lnTo>
                    <a:pt x="491" y="504"/>
                  </a:lnTo>
                  <a:lnTo>
                    <a:pt x="492" y="502"/>
                  </a:lnTo>
                  <a:lnTo>
                    <a:pt x="494" y="500"/>
                  </a:lnTo>
                  <a:lnTo>
                    <a:pt x="496" y="498"/>
                  </a:lnTo>
                  <a:lnTo>
                    <a:pt x="499" y="498"/>
                  </a:lnTo>
                  <a:lnTo>
                    <a:pt x="503" y="498"/>
                  </a:lnTo>
                  <a:lnTo>
                    <a:pt x="506" y="499"/>
                  </a:lnTo>
                  <a:lnTo>
                    <a:pt x="508" y="499"/>
                  </a:lnTo>
                  <a:lnTo>
                    <a:pt x="511" y="498"/>
                  </a:lnTo>
                  <a:lnTo>
                    <a:pt x="514" y="497"/>
                  </a:lnTo>
                  <a:lnTo>
                    <a:pt x="516" y="498"/>
                  </a:lnTo>
                  <a:lnTo>
                    <a:pt x="518" y="501"/>
                  </a:lnTo>
                  <a:lnTo>
                    <a:pt x="519" y="503"/>
                  </a:lnTo>
                  <a:lnTo>
                    <a:pt x="520" y="504"/>
                  </a:lnTo>
                  <a:lnTo>
                    <a:pt x="523" y="504"/>
                  </a:lnTo>
                  <a:lnTo>
                    <a:pt x="526" y="503"/>
                  </a:lnTo>
                  <a:lnTo>
                    <a:pt x="528" y="504"/>
                  </a:lnTo>
                  <a:lnTo>
                    <a:pt x="530" y="505"/>
                  </a:lnTo>
                  <a:lnTo>
                    <a:pt x="532" y="506"/>
                  </a:lnTo>
                  <a:lnTo>
                    <a:pt x="534" y="507"/>
                  </a:lnTo>
                  <a:lnTo>
                    <a:pt x="535" y="509"/>
                  </a:lnTo>
                  <a:lnTo>
                    <a:pt x="535" y="511"/>
                  </a:lnTo>
                  <a:lnTo>
                    <a:pt x="533" y="514"/>
                  </a:lnTo>
                  <a:lnTo>
                    <a:pt x="530" y="516"/>
                  </a:lnTo>
                  <a:lnTo>
                    <a:pt x="529" y="518"/>
                  </a:lnTo>
                  <a:close/>
                </a:path>
              </a:pathLst>
            </a:custGeom>
            <a:solidFill>
              <a:srgbClr val="59A3CD">
                <a:alpha val="9600"/>
              </a:srgbClr>
            </a:solidFill>
            <a:ln>
              <a:noFill/>
            </a:ln>
          </p:spPr>
          <p:txBody>
            <a:bodyPr anchor="ctr"/>
            <a:lstStyle/>
            <a:p>
              <a:pPr algn="ctr">
                <a:buNone/>
              </a:pPr>
            </a:p>
          </p:txBody>
        </p:sp>
        <p:sp>
          <p:nvSpPr>
            <p:cNvPr id="697" name="addition:spatial:79"/>
            <p:cNvSpPr>
              <a:spLocks noGrp="1"/>
            </p:cNvSpPr>
            <p:nvPr/>
          </p:nvSpPr>
          <p:spPr>
            <a:xfrm>
              <a:off x="5648325" y="1666875"/>
              <a:ext cx="800832" cy="920252"/>
            </a:xfrm>
            <a:custGeom>
              <a:avLst/>
              <a:gdLst/>
              <a:ahLst/>
              <a:cxnLst/>
              <a:rect l="l" t="t" r="r" b="b"/>
              <a:pathLst>
                <a:path w="604" h="544">
                  <a:moveTo>
                    <a:pt x="0" y="0"/>
                  </a:moveTo>
                  <a:moveTo>
                    <a:pt x="602" y="516"/>
                  </a:moveTo>
                  <a:lnTo>
                    <a:pt x="599" y="518"/>
                  </a:lnTo>
                  <a:lnTo>
                    <a:pt x="595" y="520"/>
                  </a:lnTo>
                  <a:lnTo>
                    <a:pt x="593" y="522"/>
                  </a:lnTo>
                  <a:lnTo>
                    <a:pt x="593" y="525"/>
                  </a:lnTo>
                  <a:lnTo>
                    <a:pt x="593" y="528"/>
                  </a:lnTo>
                  <a:lnTo>
                    <a:pt x="592" y="530"/>
                  </a:lnTo>
                  <a:lnTo>
                    <a:pt x="588" y="531"/>
                  </a:lnTo>
                  <a:lnTo>
                    <a:pt x="583" y="532"/>
                  </a:lnTo>
                  <a:lnTo>
                    <a:pt x="580" y="533"/>
                  </a:lnTo>
                  <a:lnTo>
                    <a:pt x="579" y="536"/>
                  </a:lnTo>
                  <a:lnTo>
                    <a:pt x="578" y="540"/>
                  </a:lnTo>
                  <a:lnTo>
                    <a:pt x="576" y="543"/>
                  </a:lnTo>
                  <a:lnTo>
                    <a:pt x="572" y="544"/>
                  </a:lnTo>
                  <a:lnTo>
                    <a:pt x="567" y="543"/>
                  </a:lnTo>
                  <a:lnTo>
                    <a:pt x="563" y="542"/>
                  </a:lnTo>
                  <a:lnTo>
                    <a:pt x="559" y="542"/>
                  </a:lnTo>
                  <a:lnTo>
                    <a:pt x="556" y="541"/>
                  </a:lnTo>
                  <a:lnTo>
                    <a:pt x="553" y="540"/>
                  </a:lnTo>
                  <a:lnTo>
                    <a:pt x="551" y="539"/>
                  </a:lnTo>
                  <a:lnTo>
                    <a:pt x="548" y="538"/>
                  </a:lnTo>
                  <a:lnTo>
                    <a:pt x="545" y="540"/>
                  </a:lnTo>
                  <a:lnTo>
                    <a:pt x="540" y="542"/>
                  </a:lnTo>
                  <a:lnTo>
                    <a:pt x="536" y="543"/>
                  </a:lnTo>
                  <a:lnTo>
                    <a:pt x="533" y="541"/>
                  </a:lnTo>
                  <a:lnTo>
                    <a:pt x="531" y="538"/>
                  </a:lnTo>
                  <a:lnTo>
                    <a:pt x="531" y="535"/>
                  </a:lnTo>
                  <a:lnTo>
                    <a:pt x="529" y="533"/>
                  </a:lnTo>
                  <a:lnTo>
                    <a:pt x="526" y="532"/>
                  </a:lnTo>
                  <a:lnTo>
                    <a:pt x="522" y="530"/>
                  </a:lnTo>
                  <a:lnTo>
                    <a:pt x="521" y="528"/>
                  </a:lnTo>
                  <a:lnTo>
                    <a:pt x="522" y="525"/>
                  </a:lnTo>
                  <a:lnTo>
                    <a:pt x="523" y="522"/>
                  </a:lnTo>
                  <a:lnTo>
                    <a:pt x="523" y="520"/>
                  </a:lnTo>
                  <a:lnTo>
                    <a:pt x="521" y="518"/>
                  </a:lnTo>
                  <a:lnTo>
                    <a:pt x="520" y="516"/>
                  </a:lnTo>
                  <a:lnTo>
                    <a:pt x="519" y="514"/>
                  </a:lnTo>
                  <a:lnTo>
                    <a:pt x="519" y="511"/>
                  </a:lnTo>
                  <a:lnTo>
                    <a:pt x="517" y="509"/>
                  </a:lnTo>
                  <a:lnTo>
                    <a:pt x="514" y="505"/>
                  </a:lnTo>
                  <a:lnTo>
                    <a:pt x="512" y="502"/>
                  </a:lnTo>
                  <a:lnTo>
                    <a:pt x="513" y="499"/>
                  </a:lnTo>
                  <a:lnTo>
                    <a:pt x="519" y="499"/>
                  </a:lnTo>
                  <a:lnTo>
                    <a:pt x="525" y="499"/>
                  </a:lnTo>
                  <a:lnTo>
                    <a:pt x="529" y="499"/>
                  </a:lnTo>
                  <a:lnTo>
                    <a:pt x="531" y="497"/>
                  </a:lnTo>
                  <a:lnTo>
                    <a:pt x="532" y="495"/>
                  </a:lnTo>
                  <a:lnTo>
                    <a:pt x="534" y="493"/>
                  </a:lnTo>
                  <a:lnTo>
                    <a:pt x="537" y="491"/>
                  </a:lnTo>
                  <a:lnTo>
                    <a:pt x="541" y="491"/>
                  </a:lnTo>
                  <a:lnTo>
                    <a:pt x="545" y="490"/>
                  </a:lnTo>
                  <a:lnTo>
                    <a:pt x="548" y="489"/>
                  </a:lnTo>
                  <a:lnTo>
                    <a:pt x="552" y="487"/>
                  </a:lnTo>
                  <a:lnTo>
                    <a:pt x="557" y="487"/>
                  </a:lnTo>
                  <a:lnTo>
                    <a:pt x="561" y="488"/>
                  </a:lnTo>
                  <a:lnTo>
                    <a:pt x="565" y="489"/>
                  </a:lnTo>
                  <a:lnTo>
                    <a:pt x="570" y="489"/>
                  </a:lnTo>
                  <a:lnTo>
                    <a:pt x="575" y="489"/>
                  </a:lnTo>
                  <a:lnTo>
                    <a:pt x="579" y="490"/>
                  </a:lnTo>
                  <a:lnTo>
                    <a:pt x="582" y="493"/>
                  </a:lnTo>
                  <a:lnTo>
                    <a:pt x="582" y="497"/>
                  </a:lnTo>
                  <a:lnTo>
                    <a:pt x="582" y="500"/>
                  </a:lnTo>
                  <a:lnTo>
                    <a:pt x="585" y="501"/>
                  </a:lnTo>
                  <a:lnTo>
                    <a:pt x="590" y="501"/>
                  </a:lnTo>
                  <a:lnTo>
                    <a:pt x="596" y="502"/>
                  </a:lnTo>
                  <a:lnTo>
                    <a:pt x="601" y="503"/>
                  </a:lnTo>
                  <a:lnTo>
                    <a:pt x="603" y="505"/>
                  </a:lnTo>
                  <a:lnTo>
                    <a:pt x="603" y="508"/>
                  </a:lnTo>
                  <a:lnTo>
                    <a:pt x="604" y="511"/>
                  </a:lnTo>
                  <a:lnTo>
                    <a:pt x="604" y="513"/>
                  </a:lnTo>
                  <a:close/>
                </a:path>
              </a:pathLst>
            </a:custGeom>
            <a:solidFill>
              <a:srgbClr val="59A3CD">
                <a:alpha val="9600"/>
              </a:srgbClr>
            </a:solidFill>
            <a:ln>
              <a:noFill/>
            </a:ln>
          </p:spPr>
          <p:txBody>
            <a:bodyPr anchor="ctr"/>
            <a:lstStyle/>
            <a:p>
              <a:pPr algn="ctr">
                <a:buNone/>
              </a:pPr>
            </a:p>
          </p:txBody>
        </p:sp>
        <p:sp>
          <p:nvSpPr>
            <p:cNvPr id="698" name="addition:spatial:80"/>
            <p:cNvSpPr>
              <a:spLocks noGrp="1"/>
            </p:cNvSpPr>
            <p:nvPr/>
          </p:nvSpPr>
          <p:spPr>
            <a:xfrm>
              <a:off x="5648325" y="1666875"/>
              <a:ext cx="828675" cy="935477"/>
            </a:xfrm>
            <a:custGeom>
              <a:avLst/>
              <a:gdLst/>
              <a:ahLst/>
              <a:cxnLst/>
              <a:rect l="l" t="t" r="r" b="b"/>
              <a:pathLst>
                <a:path w="625" h="553">
                  <a:moveTo>
                    <a:pt x="0" y="0"/>
                  </a:moveTo>
                  <a:moveTo>
                    <a:pt x="624" y="511"/>
                  </a:moveTo>
                  <a:lnTo>
                    <a:pt x="617" y="515"/>
                  </a:lnTo>
                  <a:lnTo>
                    <a:pt x="609" y="517"/>
                  </a:lnTo>
                  <a:lnTo>
                    <a:pt x="603" y="520"/>
                  </a:lnTo>
                  <a:lnTo>
                    <a:pt x="602" y="523"/>
                  </a:lnTo>
                  <a:lnTo>
                    <a:pt x="603" y="527"/>
                  </a:lnTo>
                  <a:lnTo>
                    <a:pt x="602" y="531"/>
                  </a:lnTo>
                  <a:lnTo>
                    <a:pt x="599" y="534"/>
                  </a:lnTo>
                  <a:lnTo>
                    <a:pt x="594" y="536"/>
                  </a:lnTo>
                  <a:lnTo>
                    <a:pt x="590" y="538"/>
                  </a:lnTo>
                  <a:lnTo>
                    <a:pt x="587" y="542"/>
                  </a:lnTo>
                  <a:lnTo>
                    <a:pt x="584" y="545"/>
                  </a:lnTo>
                  <a:lnTo>
                    <a:pt x="579" y="547"/>
                  </a:lnTo>
                  <a:lnTo>
                    <a:pt x="574" y="548"/>
                  </a:lnTo>
                  <a:lnTo>
                    <a:pt x="568" y="549"/>
                  </a:lnTo>
                  <a:lnTo>
                    <a:pt x="564" y="551"/>
                  </a:lnTo>
                  <a:lnTo>
                    <a:pt x="559" y="552"/>
                  </a:lnTo>
                  <a:lnTo>
                    <a:pt x="554" y="553"/>
                  </a:lnTo>
                  <a:lnTo>
                    <a:pt x="549" y="550"/>
                  </a:lnTo>
                  <a:lnTo>
                    <a:pt x="545" y="545"/>
                  </a:lnTo>
                  <a:lnTo>
                    <a:pt x="543" y="541"/>
                  </a:lnTo>
                  <a:lnTo>
                    <a:pt x="539" y="542"/>
                  </a:lnTo>
                  <a:lnTo>
                    <a:pt x="534" y="544"/>
                  </a:lnTo>
                  <a:lnTo>
                    <a:pt x="527" y="547"/>
                  </a:lnTo>
                  <a:lnTo>
                    <a:pt x="521" y="547"/>
                  </a:lnTo>
                  <a:lnTo>
                    <a:pt x="518" y="545"/>
                  </a:lnTo>
                  <a:lnTo>
                    <a:pt x="515" y="541"/>
                  </a:lnTo>
                  <a:lnTo>
                    <a:pt x="513" y="538"/>
                  </a:lnTo>
                  <a:lnTo>
                    <a:pt x="510" y="535"/>
                  </a:lnTo>
                  <a:lnTo>
                    <a:pt x="509" y="532"/>
                  </a:lnTo>
                  <a:lnTo>
                    <a:pt x="510" y="527"/>
                  </a:lnTo>
                  <a:lnTo>
                    <a:pt x="511" y="523"/>
                  </a:lnTo>
                  <a:lnTo>
                    <a:pt x="511" y="520"/>
                  </a:lnTo>
                  <a:lnTo>
                    <a:pt x="507" y="518"/>
                  </a:lnTo>
                  <a:lnTo>
                    <a:pt x="503" y="515"/>
                  </a:lnTo>
                  <a:lnTo>
                    <a:pt x="502" y="511"/>
                  </a:lnTo>
                  <a:lnTo>
                    <a:pt x="504" y="508"/>
                  </a:lnTo>
                  <a:lnTo>
                    <a:pt x="507" y="505"/>
                  </a:lnTo>
                  <a:lnTo>
                    <a:pt x="507" y="502"/>
                  </a:lnTo>
                  <a:lnTo>
                    <a:pt x="504" y="497"/>
                  </a:lnTo>
                  <a:lnTo>
                    <a:pt x="499" y="492"/>
                  </a:lnTo>
                  <a:lnTo>
                    <a:pt x="498" y="488"/>
                  </a:lnTo>
                  <a:lnTo>
                    <a:pt x="502" y="485"/>
                  </a:lnTo>
                  <a:lnTo>
                    <a:pt x="508" y="484"/>
                  </a:lnTo>
                  <a:lnTo>
                    <a:pt x="514" y="483"/>
                  </a:lnTo>
                  <a:lnTo>
                    <a:pt x="518" y="482"/>
                  </a:lnTo>
                  <a:lnTo>
                    <a:pt x="523" y="481"/>
                  </a:lnTo>
                  <a:lnTo>
                    <a:pt x="527" y="480"/>
                  </a:lnTo>
                  <a:lnTo>
                    <a:pt x="532" y="480"/>
                  </a:lnTo>
                  <a:lnTo>
                    <a:pt x="535" y="479"/>
                  </a:lnTo>
                  <a:lnTo>
                    <a:pt x="539" y="475"/>
                  </a:lnTo>
                  <a:lnTo>
                    <a:pt x="543" y="470"/>
                  </a:lnTo>
                  <a:lnTo>
                    <a:pt x="548" y="467"/>
                  </a:lnTo>
                  <a:lnTo>
                    <a:pt x="554" y="467"/>
                  </a:lnTo>
                  <a:lnTo>
                    <a:pt x="560" y="471"/>
                  </a:lnTo>
                  <a:lnTo>
                    <a:pt x="565" y="474"/>
                  </a:lnTo>
                  <a:lnTo>
                    <a:pt x="570" y="475"/>
                  </a:lnTo>
                  <a:lnTo>
                    <a:pt x="577" y="474"/>
                  </a:lnTo>
                  <a:lnTo>
                    <a:pt x="583" y="475"/>
                  </a:lnTo>
                  <a:lnTo>
                    <a:pt x="588" y="477"/>
                  </a:lnTo>
                  <a:lnTo>
                    <a:pt x="591" y="481"/>
                  </a:lnTo>
                  <a:lnTo>
                    <a:pt x="593" y="485"/>
                  </a:lnTo>
                  <a:lnTo>
                    <a:pt x="596" y="488"/>
                  </a:lnTo>
                  <a:lnTo>
                    <a:pt x="600" y="490"/>
                  </a:lnTo>
                  <a:lnTo>
                    <a:pt x="604" y="492"/>
                  </a:lnTo>
                  <a:lnTo>
                    <a:pt x="608" y="495"/>
                  </a:lnTo>
                  <a:lnTo>
                    <a:pt x="611" y="498"/>
                  </a:lnTo>
                  <a:lnTo>
                    <a:pt x="616" y="500"/>
                  </a:lnTo>
                  <a:lnTo>
                    <a:pt x="621" y="503"/>
                  </a:lnTo>
                  <a:lnTo>
                    <a:pt x="625" y="507"/>
                  </a:lnTo>
                  <a:close/>
                </a:path>
              </a:pathLst>
            </a:custGeom>
            <a:solidFill>
              <a:srgbClr val="0675B4">
                <a:alpha val="11100"/>
              </a:srgbClr>
            </a:solidFill>
            <a:ln>
              <a:noFill/>
            </a:ln>
          </p:spPr>
          <p:txBody>
            <a:bodyPr anchor="ctr"/>
            <a:lstStyle/>
            <a:p>
              <a:pPr algn="ctr">
                <a:buNone/>
              </a:pPr>
            </a:p>
          </p:txBody>
        </p:sp>
        <p:sp>
          <p:nvSpPr>
            <p:cNvPr id="699" name="addition:spatial:81"/>
            <p:cNvSpPr>
              <a:spLocks noGrp="1"/>
            </p:cNvSpPr>
            <p:nvPr/>
          </p:nvSpPr>
          <p:spPr>
            <a:xfrm>
              <a:off x="5648325" y="1666875"/>
              <a:ext cx="737189" cy="883036"/>
            </a:xfrm>
            <a:custGeom>
              <a:avLst/>
              <a:gdLst/>
              <a:ahLst/>
              <a:cxnLst/>
              <a:rect l="l" t="t" r="r" b="b"/>
              <a:pathLst>
                <a:path w="556" h="522">
                  <a:moveTo>
                    <a:pt x="0" y="0"/>
                  </a:moveTo>
                  <a:moveTo>
                    <a:pt x="556" y="500"/>
                  </a:moveTo>
                  <a:lnTo>
                    <a:pt x="555" y="502"/>
                  </a:lnTo>
                  <a:lnTo>
                    <a:pt x="554" y="504"/>
                  </a:lnTo>
                  <a:lnTo>
                    <a:pt x="553" y="505"/>
                  </a:lnTo>
                  <a:lnTo>
                    <a:pt x="554" y="507"/>
                  </a:lnTo>
                  <a:lnTo>
                    <a:pt x="555" y="509"/>
                  </a:lnTo>
                  <a:lnTo>
                    <a:pt x="555" y="511"/>
                  </a:lnTo>
                  <a:lnTo>
                    <a:pt x="554" y="513"/>
                  </a:lnTo>
                  <a:lnTo>
                    <a:pt x="553" y="514"/>
                  </a:lnTo>
                  <a:lnTo>
                    <a:pt x="551" y="515"/>
                  </a:lnTo>
                  <a:lnTo>
                    <a:pt x="550" y="517"/>
                  </a:lnTo>
                  <a:lnTo>
                    <a:pt x="547" y="517"/>
                  </a:lnTo>
                  <a:lnTo>
                    <a:pt x="545" y="516"/>
                  </a:lnTo>
                  <a:lnTo>
                    <a:pt x="542" y="515"/>
                  </a:lnTo>
                  <a:lnTo>
                    <a:pt x="540" y="515"/>
                  </a:lnTo>
                  <a:lnTo>
                    <a:pt x="539" y="517"/>
                  </a:lnTo>
                  <a:lnTo>
                    <a:pt x="537" y="520"/>
                  </a:lnTo>
                  <a:lnTo>
                    <a:pt x="535" y="522"/>
                  </a:lnTo>
                  <a:lnTo>
                    <a:pt x="532" y="522"/>
                  </a:lnTo>
                  <a:lnTo>
                    <a:pt x="530" y="521"/>
                  </a:lnTo>
                  <a:lnTo>
                    <a:pt x="527" y="520"/>
                  </a:lnTo>
                  <a:lnTo>
                    <a:pt x="525" y="519"/>
                  </a:lnTo>
                  <a:lnTo>
                    <a:pt x="522" y="519"/>
                  </a:lnTo>
                  <a:lnTo>
                    <a:pt x="520" y="518"/>
                  </a:lnTo>
                  <a:lnTo>
                    <a:pt x="518" y="517"/>
                  </a:lnTo>
                  <a:lnTo>
                    <a:pt x="516" y="515"/>
                  </a:lnTo>
                  <a:lnTo>
                    <a:pt x="514" y="514"/>
                  </a:lnTo>
                  <a:lnTo>
                    <a:pt x="512" y="513"/>
                  </a:lnTo>
                  <a:lnTo>
                    <a:pt x="510" y="511"/>
                  </a:lnTo>
                  <a:lnTo>
                    <a:pt x="509" y="510"/>
                  </a:lnTo>
                  <a:lnTo>
                    <a:pt x="509" y="508"/>
                  </a:lnTo>
                  <a:lnTo>
                    <a:pt x="508" y="506"/>
                  </a:lnTo>
                  <a:lnTo>
                    <a:pt x="506" y="505"/>
                  </a:lnTo>
                  <a:lnTo>
                    <a:pt x="503" y="504"/>
                  </a:lnTo>
                  <a:lnTo>
                    <a:pt x="499" y="502"/>
                  </a:lnTo>
                  <a:lnTo>
                    <a:pt x="499" y="500"/>
                  </a:lnTo>
                  <a:lnTo>
                    <a:pt x="500" y="498"/>
                  </a:lnTo>
                  <a:lnTo>
                    <a:pt x="504" y="497"/>
                  </a:lnTo>
                  <a:lnTo>
                    <a:pt x="507" y="495"/>
                  </a:lnTo>
                  <a:lnTo>
                    <a:pt x="509" y="494"/>
                  </a:lnTo>
                  <a:lnTo>
                    <a:pt x="509" y="492"/>
                  </a:lnTo>
                  <a:lnTo>
                    <a:pt x="510" y="491"/>
                  </a:lnTo>
                  <a:lnTo>
                    <a:pt x="512" y="490"/>
                  </a:lnTo>
                  <a:lnTo>
                    <a:pt x="514" y="488"/>
                  </a:lnTo>
                  <a:lnTo>
                    <a:pt x="515" y="486"/>
                  </a:lnTo>
                  <a:lnTo>
                    <a:pt x="516" y="484"/>
                  </a:lnTo>
                  <a:lnTo>
                    <a:pt x="517" y="482"/>
                  </a:lnTo>
                  <a:lnTo>
                    <a:pt x="520" y="482"/>
                  </a:lnTo>
                  <a:lnTo>
                    <a:pt x="523" y="482"/>
                  </a:lnTo>
                  <a:lnTo>
                    <a:pt x="526" y="482"/>
                  </a:lnTo>
                  <a:lnTo>
                    <a:pt x="528" y="481"/>
                  </a:lnTo>
                  <a:lnTo>
                    <a:pt x="530" y="479"/>
                  </a:lnTo>
                  <a:lnTo>
                    <a:pt x="532" y="478"/>
                  </a:lnTo>
                  <a:lnTo>
                    <a:pt x="535" y="479"/>
                  </a:lnTo>
                  <a:lnTo>
                    <a:pt x="537" y="482"/>
                  </a:lnTo>
                  <a:lnTo>
                    <a:pt x="538" y="484"/>
                  </a:lnTo>
                  <a:lnTo>
                    <a:pt x="540" y="485"/>
                  </a:lnTo>
                  <a:lnTo>
                    <a:pt x="542" y="484"/>
                  </a:lnTo>
                  <a:lnTo>
                    <a:pt x="544" y="484"/>
                  </a:lnTo>
                  <a:lnTo>
                    <a:pt x="547" y="484"/>
                  </a:lnTo>
                  <a:lnTo>
                    <a:pt x="549" y="484"/>
                  </a:lnTo>
                  <a:lnTo>
                    <a:pt x="551" y="485"/>
                  </a:lnTo>
                  <a:lnTo>
                    <a:pt x="553" y="486"/>
                  </a:lnTo>
                  <a:lnTo>
                    <a:pt x="555" y="487"/>
                  </a:lnTo>
                  <a:lnTo>
                    <a:pt x="555" y="489"/>
                  </a:lnTo>
                  <a:lnTo>
                    <a:pt x="554" y="492"/>
                  </a:lnTo>
                  <a:lnTo>
                    <a:pt x="552" y="494"/>
                  </a:lnTo>
                  <a:lnTo>
                    <a:pt x="552" y="496"/>
                  </a:lnTo>
                  <a:lnTo>
                    <a:pt x="553" y="497"/>
                  </a:lnTo>
                  <a:lnTo>
                    <a:pt x="555" y="498"/>
                  </a:lnTo>
                  <a:close/>
                </a:path>
              </a:pathLst>
            </a:custGeom>
            <a:solidFill>
              <a:srgbClr val="0072B2">
                <a:alpha val="10800"/>
              </a:srgbClr>
            </a:solidFill>
            <a:ln>
              <a:noFill/>
            </a:ln>
          </p:spPr>
          <p:txBody>
            <a:bodyPr anchor="ctr"/>
            <a:lstStyle/>
            <a:p>
              <a:pPr algn="ctr">
                <a:buNone/>
              </a:pPr>
            </a:p>
          </p:txBody>
        </p:sp>
        <p:sp>
          <p:nvSpPr>
            <p:cNvPr id="700" name="addition:spatial:82"/>
            <p:cNvSpPr>
              <a:spLocks noGrp="1"/>
            </p:cNvSpPr>
            <p:nvPr/>
          </p:nvSpPr>
          <p:spPr>
            <a:xfrm>
              <a:off x="5648325" y="1666875"/>
              <a:ext cx="788899" cy="864428"/>
            </a:xfrm>
            <a:custGeom>
              <a:avLst/>
              <a:gdLst/>
              <a:ahLst/>
              <a:cxnLst/>
              <a:rect l="l" t="t" r="r" b="b"/>
              <a:pathLst>
                <a:path w="595" h="511">
                  <a:moveTo>
                    <a:pt x="0" y="0"/>
                  </a:moveTo>
                  <a:moveTo>
                    <a:pt x="594" y="494"/>
                  </a:moveTo>
                  <a:lnTo>
                    <a:pt x="591" y="496"/>
                  </a:lnTo>
                  <a:lnTo>
                    <a:pt x="588" y="497"/>
                  </a:lnTo>
                  <a:lnTo>
                    <a:pt x="587" y="498"/>
                  </a:lnTo>
                  <a:lnTo>
                    <a:pt x="587" y="499"/>
                  </a:lnTo>
                  <a:lnTo>
                    <a:pt x="587" y="501"/>
                  </a:lnTo>
                  <a:lnTo>
                    <a:pt x="586" y="502"/>
                  </a:lnTo>
                  <a:lnTo>
                    <a:pt x="585" y="503"/>
                  </a:lnTo>
                  <a:lnTo>
                    <a:pt x="583" y="504"/>
                  </a:lnTo>
                  <a:lnTo>
                    <a:pt x="582" y="505"/>
                  </a:lnTo>
                  <a:lnTo>
                    <a:pt x="581" y="506"/>
                  </a:lnTo>
                  <a:lnTo>
                    <a:pt x="579" y="507"/>
                  </a:lnTo>
                  <a:lnTo>
                    <a:pt x="578" y="508"/>
                  </a:lnTo>
                  <a:lnTo>
                    <a:pt x="576" y="508"/>
                  </a:lnTo>
                  <a:lnTo>
                    <a:pt x="574" y="509"/>
                  </a:lnTo>
                  <a:lnTo>
                    <a:pt x="572" y="510"/>
                  </a:lnTo>
                  <a:lnTo>
                    <a:pt x="570" y="511"/>
                  </a:lnTo>
                  <a:lnTo>
                    <a:pt x="568" y="510"/>
                  </a:lnTo>
                  <a:lnTo>
                    <a:pt x="567" y="508"/>
                  </a:lnTo>
                  <a:lnTo>
                    <a:pt x="565" y="507"/>
                  </a:lnTo>
                  <a:lnTo>
                    <a:pt x="564" y="506"/>
                  </a:lnTo>
                  <a:lnTo>
                    <a:pt x="563" y="507"/>
                  </a:lnTo>
                  <a:lnTo>
                    <a:pt x="560" y="508"/>
                  </a:lnTo>
                  <a:lnTo>
                    <a:pt x="558" y="508"/>
                  </a:lnTo>
                  <a:lnTo>
                    <a:pt x="557" y="508"/>
                  </a:lnTo>
                  <a:lnTo>
                    <a:pt x="555" y="507"/>
                  </a:lnTo>
                  <a:lnTo>
                    <a:pt x="554" y="506"/>
                  </a:lnTo>
                  <a:lnTo>
                    <a:pt x="553" y="505"/>
                  </a:lnTo>
                  <a:lnTo>
                    <a:pt x="552" y="504"/>
                  </a:lnTo>
                  <a:lnTo>
                    <a:pt x="552" y="502"/>
                  </a:lnTo>
                  <a:lnTo>
                    <a:pt x="553" y="500"/>
                  </a:lnTo>
                  <a:lnTo>
                    <a:pt x="553" y="499"/>
                  </a:lnTo>
                  <a:lnTo>
                    <a:pt x="552" y="498"/>
                  </a:lnTo>
                  <a:lnTo>
                    <a:pt x="550" y="497"/>
                  </a:lnTo>
                  <a:lnTo>
                    <a:pt x="549" y="496"/>
                  </a:lnTo>
                  <a:lnTo>
                    <a:pt x="550" y="494"/>
                  </a:lnTo>
                  <a:lnTo>
                    <a:pt x="551" y="493"/>
                  </a:lnTo>
                  <a:lnTo>
                    <a:pt x="552" y="492"/>
                  </a:lnTo>
                  <a:lnTo>
                    <a:pt x="551" y="491"/>
                  </a:lnTo>
                  <a:lnTo>
                    <a:pt x="549" y="489"/>
                  </a:lnTo>
                  <a:lnTo>
                    <a:pt x="548" y="487"/>
                  </a:lnTo>
                  <a:lnTo>
                    <a:pt x="548" y="485"/>
                  </a:lnTo>
                  <a:lnTo>
                    <a:pt x="550" y="484"/>
                  </a:lnTo>
                  <a:lnTo>
                    <a:pt x="552" y="484"/>
                  </a:lnTo>
                  <a:lnTo>
                    <a:pt x="554" y="483"/>
                  </a:lnTo>
                  <a:lnTo>
                    <a:pt x="555" y="483"/>
                  </a:lnTo>
                  <a:lnTo>
                    <a:pt x="557" y="483"/>
                  </a:lnTo>
                  <a:lnTo>
                    <a:pt x="559" y="483"/>
                  </a:lnTo>
                  <a:lnTo>
                    <a:pt x="560" y="483"/>
                  </a:lnTo>
                  <a:lnTo>
                    <a:pt x="561" y="482"/>
                  </a:lnTo>
                  <a:lnTo>
                    <a:pt x="563" y="480"/>
                  </a:lnTo>
                  <a:lnTo>
                    <a:pt x="564" y="478"/>
                  </a:lnTo>
                  <a:lnTo>
                    <a:pt x="566" y="478"/>
                  </a:lnTo>
                  <a:lnTo>
                    <a:pt x="568" y="478"/>
                  </a:lnTo>
                  <a:lnTo>
                    <a:pt x="570" y="479"/>
                  </a:lnTo>
                  <a:lnTo>
                    <a:pt x="572" y="480"/>
                  </a:lnTo>
                  <a:lnTo>
                    <a:pt x="575" y="480"/>
                  </a:lnTo>
                  <a:lnTo>
                    <a:pt x="577" y="479"/>
                  </a:lnTo>
                  <a:lnTo>
                    <a:pt x="579" y="480"/>
                  </a:lnTo>
                  <a:lnTo>
                    <a:pt x="581" y="481"/>
                  </a:lnTo>
                  <a:lnTo>
                    <a:pt x="582" y="483"/>
                  </a:lnTo>
                  <a:lnTo>
                    <a:pt x="583" y="484"/>
                  </a:lnTo>
                  <a:lnTo>
                    <a:pt x="584" y="485"/>
                  </a:lnTo>
                  <a:lnTo>
                    <a:pt x="585" y="486"/>
                  </a:lnTo>
                  <a:lnTo>
                    <a:pt x="587" y="487"/>
                  </a:lnTo>
                  <a:lnTo>
                    <a:pt x="588" y="488"/>
                  </a:lnTo>
                  <a:lnTo>
                    <a:pt x="589" y="489"/>
                  </a:lnTo>
                  <a:lnTo>
                    <a:pt x="592" y="490"/>
                  </a:lnTo>
                  <a:lnTo>
                    <a:pt x="594" y="491"/>
                  </a:lnTo>
                  <a:lnTo>
                    <a:pt x="595" y="493"/>
                  </a:lnTo>
                  <a:close/>
                </a:path>
              </a:pathLst>
            </a:custGeom>
            <a:solidFill>
              <a:srgbClr val="0072B2">
                <a:alpha val="10800"/>
              </a:srgbClr>
            </a:solidFill>
            <a:ln>
              <a:noFill/>
            </a:ln>
          </p:spPr>
          <p:txBody>
            <a:bodyPr anchor="ctr"/>
            <a:lstStyle/>
            <a:p>
              <a:pPr algn="ctr">
                <a:buNone/>
              </a:pPr>
            </a:p>
          </p:txBody>
        </p:sp>
        <p:sp>
          <p:nvSpPr>
            <p:cNvPr id="701" name="addition:spatial:83"/>
            <p:cNvSpPr>
              <a:spLocks noGrp="1"/>
            </p:cNvSpPr>
            <p:nvPr/>
          </p:nvSpPr>
          <p:spPr>
            <a:xfrm>
              <a:off x="5648325" y="1666875"/>
              <a:ext cx="820720" cy="920252"/>
            </a:xfrm>
            <a:custGeom>
              <a:avLst/>
              <a:gdLst/>
              <a:ahLst/>
              <a:cxnLst/>
              <a:rect l="l" t="t" r="r" b="b"/>
              <a:pathLst>
                <a:path w="619" h="544">
                  <a:moveTo>
                    <a:pt x="0" y="0"/>
                  </a:moveTo>
                  <a:moveTo>
                    <a:pt x="617" y="521"/>
                  </a:moveTo>
                  <a:lnTo>
                    <a:pt x="619" y="523"/>
                  </a:lnTo>
                  <a:lnTo>
                    <a:pt x="618" y="525"/>
                  </a:lnTo>
                  <a:lnTo>
                    <a:pt x="615" y="526"/>
                  </a:lnTo>
                  <a:lnTo>
                    <a:pt x="612" y="527"/>
                  </a:lnTo>
                  <a:lnTo>
                    <a:pt x="611" y="529"/>
                  </a:lnTo>
                  <a:lnTo>
                    <a:pt x="611" y="531"/>
                  </a:lnTo>
                  <a:lnTo>
                    <a:pt x="610" y="532"/>
                  </a:lnTo>
                  <a:lnTo>
                    <a:pt x="608" y="533"/>
                  </a:lnTo>
                  <a:lnTo>
                    <a:pt x="605" y="534"/>
                  </a:lnTo>
                  <a:lnTo>
                    <a:pt x="603" y="535"/>
                  </a:lnTo>
                  <a:lnTo>
                    <a:pt x="601" y="536"/>
                  </a:lnTo>
                  <a:lnTo>
                    <a:pt x="599" y="537"/>
                  </a:lnTo>
                  <a:lnTo>
                    <a:pt x="597" y="538"/>
                  </a:lnTo>
                  <a:lnTo>
                    <a:pt x="594" y="539"/>
                  </a:lnTo>
                  <a:lnTo>
                    <a:pt x="591" y="540"/>
                  </a:lnTo>
                  <a:lnTo>
                    <a:pt x="589" y="541"/>
                  </a:lnTo>
                  <a:lnTo>
                    <a:pt x="586" y="543"/>
                  </a:lnTo>
                  <a:lnTo>
                    <a:pt x="583" y="544"/>
                  </a:lnTo>
                  <a:lnTo>
                    <a:pt x="580" y="543"/>
                  </a:lnTo>
                  <a:lnTo>
                    <a:pt x="577" y="540"/>
                  </a:lnTo>
                  <a:lnTo>
                    <a:pt x="576" y="537"/>
                  </a:lnTo>
                  <a:lnTo>
                    <a:pt x="574" y="536"/>
                  </a:lnTo>
                  <a:lnTo>
                    <a:pt x="572" y="536"/>
                  </a:lnTo>
                  <a:lnTo>
                    <a:pt x="569" y="536"/>
                  </a:lnTo>
                  <a:lnTo>
                    <a:pt x="566" y="536"/>
                  </a:lnTo>
                  <a:lnTo>
                    <a:pt x="564" y="535"/>
                  </a:lnTo>
                  <a:lnTo>
                    <a:pt x="562" y="534"/>
                  </a:lnTo>
                  <a:lnTo>
                    <a:pt x="560" y="533"/>
                  </a:lnTo>
                  <a:lnTo>
                    <a:pt x="558" y="531"/>
                  </a:lnTo>
                  <a:lnTo>
                    <a:pt x="557" y="530"/>
                  </a:lnTo>
                  <a:lnTo>
                    <a:pt x="557" y="528"/>
                  </a:lnTo>
                  <a:lnTo>
                    <a:pt x="558" y="526"/>
                  </a:lnTo>
                  <a:lnTo>
                    <a:pt x="559" y="524"/>
                  </a:lnTo>
                  <a:lnTo>
                    <a:pt x="558" y="522"/>
                  </a:lnTo>
                  <a:lnTo>
                    <a:pt x="557" y="521"/>
                  </a:lnTo>
                  <a:lnTo>
                    <a:pt x="558" y="519"/>
                  </a:lnTo>
                  <a:lnTo>
                    <a:pt x="560" y="517"/>
                  </a:lnTo>
                  <a:lnTo>
                    <a:pt x="564" y="516"/>
                  </a:lnTo>
                  <a:lnTo>
                    <a:pt x="566" y="515"/>
                  </a:lnTo>
                  <a:lnTo>
                    <a:pt x="566" y="513"/>
                  </a:lnTo>
                  <a:lnTo>
                    <a:pt x="564" y="511"/>
                  </a:lnTo>
                  <a:lnTo>
                    <a:pt x="563" y="508"/>
                  </a:lnTo>
                  <a:lnTo>
                    <a:pt x="564" y="506"/>
                  </a:lnTo>
                  <a:lnTo>
                    <a:pt x="566" y="505"/>
                  </a:lnTo>
                  <a:lnTo>
                    <a:pt x="568" y="504"/>
                  </a:lnTo>
                  <a:lnTo>
                    <a:pt x="570" y="503"/>
                  </a:lnTo>
                  <a:lnTo>
                    <a:pt x="573" y="502"/>
                  </a:lnTo>
                  <a:lnTo>
                    <a:pt x="575" y="503"/>
                  </a:lnTo>
                  <a:lnTo>
                    <a:pt x="578" y="504"/>
                  </a:lnTo>
                  <a:lnTo>
                    <a:pt x="580" y="504"/>
                  </a:lnTo>
                  <a:lnTo>
                    <a:pt x="582" y="503"/>
                  </a:lnTo>
                  <a:lnTo>
                    <a:pt x="583" y="502"/>
                  </a:lnTo>
                  <a:lnTo>
                    <a:pt x="585" y="500"/>
                  </a:lnTo>
                  <a:lnTo>
                    <a:pt x="588" y="500"/>
                  </a:lnTo>
                  <a:lnTo>
                    <a:pt x="590" y="501"/>
                  </a:lnTo>
                  <a:lnTo>
                    <a:pt x="592" y="503"/>
                  </a:lnTo>
                  <a:lnTo>
                    <a:pt x="594" y="503"/>
                  </a:lnTo>
                  <a:lnTo>
                    <a:pt x="597" y="503"/>
                  </a:lnTo>
                  <a:lnTo>
                    <a:pt x="600" y="502"/>
                  </a:lnTo>
                  <a:lnTo>
                    <a:pt x="603" y="503"/>
                  </a:lnTo>
                  <a:lnTo>
                    <a:pt x="604" y="505"/>
                  </a:lnTo>
                  <a:lnTo>
                    <a:pt x="605" y="507"/>
                  </a:lnTo>
                  <a:lnTo>
                    <a:pt x="605" y="509"/>
                  </a:lnTo>
                  <a:lnTo>
                    <a:pt x="606" y="511"/>
                  </a:lnTo>
                  <a:lnTo>
                    <a:pt x="607" y="513"/>
                  </a:lnTo>
                  <a:lnTo>
                    <a:pt x="607" y="514"/>
                  </a:lnTo>
                  <a:lnTo>
                    <a:pt x="608" y="516"/>
                  </a:lnTo>
                  <a:lnTo>
                    <a:pt x="610" y="517"/>
                  </a:lnTo>
                  <a:lnTo>
                    <a:pt x="613" y="519"/>
                  </a:lnTo>
                  <a:close/>
                </a:path>
              </a:pathLst>
            </a:custGeom>
            <a:solidFill>
              <a:srgbClr val="0072B2">
                <a:alpha val="10800"/>
              </a:srgbClr>
            </a:solidFill>
            <a:ln>
              <a:noFill/>
            </a:ln>
          </p:spPr>
          <p:txBody>
            <a:bodyPr anchor="ctr"/>
            <a:lstStyle/>
            <a:p>
              <a:pPr algn="ctr">
                <a:buNone/>
              </a:pPr>
            </a:p>
          </p:txBody>
        </p:sp>
        <p:sp>
          <p:nvSpPr>
            <p:cNvPr id="702" name="addition:spatial:84"/>
            <p:cNvSpPr>
              <a:spLocks noGrp="1"/>
            </p:cNvSpPr>
            <p:nvPr/>
          </p:nvSpPr>
          <p:spPr>
            <a:xfrm>
              <a:off x="5648325" y="1666875"/>
              <a:ext cx="754426" cy="930402"/>
            </a:xfrm>
            <a:custGeom>
              <a:avLst/>
              <a:gdLst/>
              <a:ahLst/>
              <a:cxnLst/>
              <a:rect l="l" t="t" r="r" b="b"/>
              <a:pathLst>
                <a:path w="569" h="550">
                  <a:moveTo>
                    <a:pt x="0" y="0"/>
                  </a:moveTo>
                  <a:moveTo>
                    <a:pt x="567" y="532"/>
                  </a:moveTo>
                  <a:lnTo>
                    <a:pt x="567" y="533"/>
                  </a:lnTo>
                  <a:lnTo>
                    <a:pt x="567" y="535"/>
                  </a:lnTo>
                  <a:lnTo>
                    <a:pt x="567" y="536"/>
                  </a:lnTo>
                  <a:lnTo>
                    <a:pt x="566" y="538"/>
                  </a:lnTo>
                  <a:lnTo>
                    <a:pt x="565" y="539"/>
                  </a:lnTo>
                  <a:lnTo>
                    <a:pt x="565" y="540"/>
                  </a:lnTo>
                  <a:lnTo>
                    <a:pt x="566" y="543"/>
                  </a:lnTo>
                  <a:lnTo>
                    <a:pt x="567" y="545"/>
                  </a:lnTo>
                  <a:lnTo>
                    <a:pt x="566" y="546"/>
                  </a:lnTo>
                  <a:lnTo>
                    <a:pt x="563" y="546"/>
                  </a:lnTo>
                  <a:lnTo>
                    <a:pt x="560" y="546"/>
                  </a:lnTo>
                  <a:lnTo>
                    <a:pt x="557" y="545"/>
                  </a:lnTo>
                  <a:lnTo>
                    <a:pt x="555" y="545"/>
                  </a:lnTo>
                  <a:lnTo>
                    <a:pt x="554" y="546"/>
                  </a:lnTo>
                  <a:lnTo>
                    <a:pt x="553" y="547"/>
                  </a:lnTo>
                  <a:lnTo>
                    <a:pt x="551" y="548"/>
                  </a:lnTo>
                  <a:lnTo>
                    <a:pt x="549" y="548"/>
                  </a:lnTo>
                  <a:lnTo>
                    <a:pt x="547" y="549"/>
                  </a:lnTo>
                  <a:lnTo>
                    <a:pt x="545" y="550"/>
                  </a:lnTo>
                  <a:lnTo>
                    <a:pt x="542" y="550"/>
                  </a:lnTo>
                  <a:lnTo>
                    <a:pt x="540" y="549"/>
                  </a:lnTo>
                  <a:lnTo>
                    <a:pt x="538" y="548"/>
                  </a:lnTo>
                  <a:lnTo>
                    <a:pt x="537" y="546"/>
                  </a:lnTo>
                  <a:lnTo>
                    <a:pt x="534" y="546"/>
                  </a:lnTo>
                  <a:lnTo>
                    <a:pt x="532" y="546"/>
                  </a:lnTo>
                  <a:lnTo>
                    <a:pt x="529" y="545"/>
                  </a:lnTo>
                  <a:lnTo>
                    <a:pt x="528" y="543"/>
                  </a:lnTo>
                  <a:lnTo>
                    <a:pt x="528" y="541"/>
                  </a:lnTo>
                  <a:lnTo>
                    <a:pt x="529" y="539"/>
                  </a:lnTo>
                  <a:lnTo>
                    <a:pt x="528" y="538"/>
                  </a:lnTo>
                  <a:lnTo>
                    <a:pt x="525" y="537"/>
                  </a:lnTo>
                  <a:lnTo>
                    <a:pt x="522" y="536"/>
                  </a:lnTo>
                  <a:lnTo>
                    <a:pt x="519" y="535"/>
                  </a:lnTo>
                  <a:lnTo>
                    <a:pt x="518" y="534"/>
                  </a:lnTo>
                  <a:lnTo>
                    <a:pt x="518" y="532"/>
                  </a:lnTo>
                  <a:lnTo>
                    <a:pt x="518" y="530"/>
                  </a:lnTo>
                  <a:lnTo>
                    <a:pt x="518" y="529"/>
                  </a:lnTo>
                  <a:lnTo>
                    <a:pt x="520" y="527"/>
                  </a:lnTo>
                  <a:lnTo>
                    <a:pt x="523" y="526"/>
                  </a:lnTo>
                  <a:lnTo>
                    <a:pt x="526" y="526"/>
                  </a:lnTo>
                  <a:lnTo>
                    <a:pt x="527" y="525"/>
                  </a:lnTo>
                  <a:lnTo>
                    <a:pt x="527" y="523"/>
                  </a:lnTo>
                  <a:lnTo>
                    <a:pt x="527" y="521"/>
                  </a:lnTo>
                  <a:lnTo>
                    <a:pt x="528" y="519"/>
                  </a:lnTo>
                  <a:lnTo>
                    <a:pt x="531" y="519"/>
                  </a:lnTo>
                  <a:lnTo>
                    <a:pt x="534" y="519"/>
                  </a:lnTo>
                  <a:lnTo>
                    <a:pt x="536" y="518"/>
                  </a:lnTo>
                  <a:lnTo>
                    <a:pt x="538" y="517"/>
                  </a:lnTo>
                  <a:lnTo>
                    <a:pt x="540" y="515"/>
                  </a:lnTo>
                  <a:lnTo>
                    <a:pt x="542" y="514"/>
                  </a:lnTo>
                  <a:lnTo>
                    <a:pt x="544" y="513"/>
                  </a:lnTo>
                  <a:lnTo>
                    <a:pt x="547" y="514"/>
                  </a:lnTo>
                  <a:lnTo>
                    <a:pt x="549" y="515"/>
                  </a:lnTo>
                  <a:lnTo>
                    <a:pt x="552" y="515"/>
                  </a:lnTo>
                  <a:lnTo>
                    <a:pt x="553" y="516"/>
                  </a:lnTo>
                  <a:lnTo>
                    <a:pt x="555" y="517"/>
                  </a:lnTo>
                  <a:lnTo>
                    <a:pt x="556" y="519"/>
                  </a:lnTo>
                  <a:lnTo>
                    <a:pt x="557" y="520"/>
                  </a:lnTo>
                  <a:lnTo>
                    <a:pt x="560" y="519"/>
                  </a:lnTo>
                  <a:lnTo>
                    <a:pt x="563" y="518"/>
                  </a:lnTo>
                  <a:lnTo>
                    <a:pt x="566" y="518"/>
                  </a:lnTo>
                  <a:lnTo>
                    <a:pt x="568" y="519"/>
                  </a:lnTo>
                  <a:lnTo>
                    <a:pt x="568" y="521"/>
                  </a:lnTo>
                  <a:lnTo>
                    <a:pt x="567" y="523"/>
                  </a:lnTo>
                  <a:lnTo>
                    <a:pt x="567" y="525"/>
                  </a:lnTo>
                  <a:lnTo>
                    <a:pt x="568" y="526"/>
                  </a:lnTo>
                  <a:lnTo>
                    <a:pt x="569" y="527"/>
                  </a:lnTo>
                  <a:lnTo>
                    <a:pt x="569" y="529"/>
                  </a:lnTo>
                  <a:lnTo>
                    <a:pt x="568" y="530"/>
                  </a:lnTo>
                  <a:close/>
                </a:path>
              </a:pathLst>
            </a:custGeom>
            <a:solidFill>
              <a:srgbClr val="0072B2">
                <a:alpha val="10800"/>
              </a:srgbClr>
            </a:solidFill>
            <a:ln>
              <a:noFill/>
            </a:ln>
          </p:spPr>
          <p:txBody>
            <a:bodyPr anchor="ctr"/>
            <a:lstStyle/>
            <a:p>
              <a:pPr algn="ctr">
                <a:buNone/>
              </a:pPr>
            </a:p>
          </p:txBody>
        </p:sp>
        <p:sp>
          <p:nvSpPr>
            <p:cNvPr id="703" name="addition:spatial:85"/>
            <p:cNvSpPr>
              <a:spLocks noGrp="1"/>
            </p:cNvSpPr>
            <p:nvPr/>
          </p:nvSpPr>
          <p:spPr>
            <a:xfrm>
              <a:off x="5648325" y="1666875"/>
              <a:ext cx="1569842" cy="950702"/>
            </a:xfrm>
            <a:custGeom>
              <a:avLst/>
              <a:gdLst/>
              <a:ahLst/>
              <a:cxnLst/>
              <a:rect l="l" t="t" r="r" b="b"/>
              <a:pathLst>
                <a:path w="1184" h="562">
                  <a:moveTo>
                    <a:pt x="0" y="0"/>
                  </a:moveTo>
                  <a:moveTo>
                    <a:pt x="1181" y="505"/>
                  </a:moveTo>
                  <a:lnTo>
                    <a:pt x="1176" y="510"/>
                  </a:lnTo>
                  <a:lnTo>
                    <a:pt x="1172" y="516"/>
                  </a:lnTo>
                  <a:lnTo>
                    <a:pt x="1168" y="521"/>
                  </a:lnTo>
                  <a:lnTo>
                    <a:pt x="1159" y="525"/>
                  </a:lnTo>
                  <a:lnTo>
                    <a:pt x="1148" y="527"/>
                  </a:lnTo>
                  <a:lnTo>
                    <a:pt x="1139" y="530"/>
                  </a:lnTo>
                  <a:lnTo>
                    <a:pt x="1136" y="534"/>
                  </a:lnTo>
                  <a:lnTo>
                    <a:pt x="1139" y="542"/>
                  </a:lnTo>
                  <a:lnTo>
                    <a:pt x="1141" y="552"/>
                  </a:lnTo>
                  <a:lnTo>
                    <a:pt x="1138" y="558"/>
                  </a:lnTo>
                  <a:lnTo>
                    <a:pt x="1128" y="561"/>
                  </a:lnTo>
                  <a:lnTo>
                    <a:pt x="1116" y="560"/>
                  </a:lnTo>
                  <a:lnTo>
                    <a:pt x="1105" y="559"/>
                  </a:lnTo>
                  <a:lnTo>
                    <a:pt x="1097" y="560"/>
                  </a:lnTo>
                  <a:lnTo>
                    <a:pt x="1089" y="562"/>
                  </a:lnTo>
                  <a:lnTo>
                    <a:pt x="1082" y="562"/>
                  </a:lnTo>
                  <a:lnTo>
                    <a:pt x="1074" y="561"/>
                  </a:lnTo>
                  <a:lnTo>
                    <a:pt x="1067" y="559"/>
                  </a:lnTo>
                  <a:lnTo>
                    <a:pt x="1060" y="559"/>
                  </a:lnTo>
                  <a:lnTo>
                    <a:pt x="1053" y="560"/>
                  </a:lnTo>
                  <a:lnTo>
                    <a:pt x="1046" y="560"/>
                  </a:lnTo>
                  <a:lnTo>
                    <a:pt x="1039" y="558"/>
                  </a:lnTo>
                  <a:lnTo>
                    <a:pt x="1035" y="554"/>
                  </a:lnTo>
                  <a:lnTo>
                    <a:pt x="1029" y="552"/>
                  </a:lnTo>
                  <a:lnTo>
                    <a:pt x="1019" y="552"/>
                  </a:lnTo>
                  <a:lnTo>
                    <a:pt x="1007" y="553"/>
                  </a:lnTo>
                  <a:lnTo>
                    <a:pt x="997" y="551"/>
                  </a:lnTo>
                  <a:lnTo>
                    <a:pt x="994" y="545"/>
                  </a:lnTo>
                  <a:lnTo>
                    <a:pt x="998" y="536"/>
                  </a:lnTo>
                  <a:lnTo>
                    <a:pt x="1003" y="528"/>
                  </a:lnTo>
                  <a:lnTo>
                    <a:pt x="1005" y="523"/>
                  </a:lnTo>
                  <a:lnTo>
                    <a:pt x="1002" y="519"/>
                  </a:lnTo>
                  <a:lnTo>
                    <a:pt x="996" y="514"/>
                  </a:lnTo>
                  <a:lnTo>
                    <a:pt x="992" y="510"/>
                  </a:lnTo>
                  <a:lnTo>
                    <a:pt x="989" y="505"/>
                  </a:lnTo>
                  <a:lnTo>
                    <a:pt x="984" y="500"/>
                  </a:lnTo>
                  <a:lnTo>
                    <a:pt x="978" y="494"/>
                  </a:lnTo>
                  <a:lnTo>
                    <a:pt x="973" y="488"/>
                  </a:lnTo>
                  <a:lnTo>
                    <a:pt x="975" y="482"/>
                  </a:lnTo>
                  <a:lnTo>
                    <a:pt x="983" y="478"/>
                  </a:lnTo>
                  <a:lnTo>
                    <a:pt x="991" y="476"/>
                  </a:lnTo>
                  <a:lnTo>
                    <a:pt x="996" y="472"/>
                  </a:lnTo>
                  <a:lnTo>
                    <a:pt x="998" y="466"/>
                  </a:lnTo>
                  <a:lnTo>
                    <a:pt x="999" y="460"/>
                  </a:lnTo>
                  <a:lnTo>
                    <a:pt x="1005" y="457"/>
                  </a:lnTo>
                  <a:lnTo>
                    <a:pt x="1016" y="457"/>
                  </a:lnTo>
                  <a:lnTo>
                    <a:pt x="1027" y="459"/>
                  </a:lnTo>
                  <a:lnTo>
                    <a:pt x="1036" y="460"/>
                  </a:lnTo>
                  <a:lnTo>
                    <a:pt x="1042" y="456"/>
                  </a:lnTo>
                  <a:lnTo>
                    <a:pt x="1048" y="450"/>
                  </a:lnTo>
                  <a:lnTo>
                    <a:pt x="1056" y="445"/>
                  </a:lnTo>
                  <a:lnTo>
                    <a:pt x="1065" y="443"/>
                  </a:lnTo>
                  <a:lnTo>
                    <a:pt x="1076" y="441"/>
                  </a:lnTo>
                  <a:lnTo>
                    <a:pt x="1086" y="441"/>
                  </a:lnTo>
                  <a:lnTo>
                    <a:pt x="1097" y="441"/>
                  </a:lnTo>
                  <a:lnTo>
                    <a:pt x="1107" y="444"/>
                  </a:lnTo>
                  <a:lnTo>
                    <a:pt x="1114" y="450"/>
                  </a:lnTo>
                  <a:lnTo>
                    <a:pt x="1118" y="458"/>
                  </a:lnTo>
                  <a:lnTo>
                    <a:pt x="1123" y="464"/>
                  </a:lnTo>
                  <a:lnTo>
                    <a:pt x="1131" y="466"/>
                  </a:lnTo>
                  <a:lnTo>
                    <a:pt x="1143" y="465"/>
                  </a:lnTo>
                  <a:lnTo>
                    <a:pt x="1155" y="466"/>
                  </a:lnTo>
                  <a:lnTo>
                    <a:pt x="1162" y="469"/>
                  </a:lnTo>
                  <a:lnTo>
                    <a:pt x="1165" y="475"/>
                  </a:lnTo>
                  <a:lnTo>
                    <a:pt x="1166" y="480"/>
                  </a:lnTo>
                  <a:lnTo>
                    <a:pt x="1170" y="485"/>
                  </a:lnTo>
                  <a:lnTo>
                    <a:pt x="1177" y="489"/>
                  </a:lnTo>
                  <a:lnTo>
                    <a:pt x="1183" y="494"/>
                  </a:lnTo>
                  <a:lnTo>
                    <a:pt x="1184" y="499"/>
                  </a:lnTo>
                  <a:close/>
                </a:path>
              </a:pathLst>
            </a:custGeom>
            <a:solidFill>
              <a:srgbClr val="F5DAC5">
                <a:alpha val="12900"/>
              </a:srgbClr>
            </a:solidFill>
            <a:ln>
              <a:noFill/>
            </a:ln>
          </p:spPr>
          <p:txBody>
            <a:bodyPr anchor="ctr"/>
            <a:lstStyle/>
            <a:p>
              <a:pPr algn="ctr">
                <a:buNone/>
              </a:pPr>
            </a:p>
          </p:txBody>
        </p:sp>
        <p:sp>
          <p:nvSpPr>
            <p:cNvPr id="704" name="addition:spatial:86"/>
            <p:cNvSpPr>
              <a:spLocks noGrp="1"/>
            </p:cNvSpPr>
            <p:nvPr/>
          </p:nvSpPr>
          <p:spPr>
            <a:xfrm>
              <a:off x="5648325" y="1666875"/>
              <a:ext cx="1543324" cy="952393"/>
            </a:xfrm>
            <a:custGeom>
              <a:avLst/>
              <a:gdLst/>
              <a:ahLst/>
              <a:cxnLst/>
              <a:rect l="l" t="t" r="r" b="b"/>
              <a:pathLst>
                <a:path w="1164" h="563">
                  <a:moveTo>
                    <a:pt x="0" y="0"/>
                  </a:moveTo>
                  <a:moveTo>
                    <a:pt x="1141" y="510"/>
                  </a:moveTo>
                  <a:lnTo>
                    <a:pt x="1140" y="514"/>
                  </a:lnTo>
                  <a:lnTo>
                    <a:pt x="1140" y="518"/>
                  </a:lnTo>
                  <a:lnTo>
                    <a:pt x="1139" y="523"/>
                  </a:lnTo>
                  <a:lnTo>
                    <a:pt x="1136" y="527"/>
                  </a:lnTo>
                  <a:lnTo>
                    <a:pt x="1132" y="531"/>
                  </a:lnTo>
                  <a:lnTo>
                    <a:pt x="1131" y="535"/>
                  </a:lnTo>
                  <a:lnTo>
                    <a:pt x="1130" y="540"/>
                  </a:lnTo>
                  <a:lnTo>
                    <a:pt x="1126" y="545"/>
                  </a:lnTo>
                  <a:lnTo>
                    <a:pt x="1120" y="548"/>
                  </a:lnTo>
                  <a:lnTo>
                    <a:pt x="1113" y="549"/>
                  </a:lnTo>
                  <a:lnTo>
                    <a:pt x="1107" y="552"/>
                  </a:lnTo>
                  <a:lnTo>
                    <a:pt x="1103" y="556"/>
                  </a:lnTo>
                  <a:lnTo>
                    <a:pt x="1099" y="561"/>
                  </a:lnTo>
                  <a:lnTo>
                    <a:pt x="1092" y="563"/>
                  </a:lnTo>
                  <a:lnTo>
                    <a:pt x="1084" y="560"/>
                  </a:lnTo>
                  <a:lnTo>
                    <a:pt x="1076" y="555"/>
                  </a:lnTo>
                  <a:lnTo>
                    <a:pt x="1071" y="551"/>
                  </a:lnTo>
                  <a:lnTo>
                    <a:pt x="1066" y="551"/>
                  </a:lnTo>
                  <a:lnTo>
                    <a:pt x="1060" y="555"/>
                  </a:lnTo>
                  <a:lnTo>
                    <a:pt x="1053" y="558"/>
                  </a:lnTo>
                  <a:lnTo>
                    <a:pt x="1046" y="560"/>
                  </a:lnTo>
                  <a:lnTo>
                    <a:pt x="1039" y="559"/>
                  </a:lnTo>
                  <a:lnTo>
                    <a:pt x="1032" y="558"/>
                  </a:lnTo>
                  <a:lnTo>
                    <a:pt x="1024" y="556"/>
                  </a:lnTo>
                  <a:lnTo>
                    <a:pt x="1018" y="553"/>
                  </a:lnTo>
                  <a:lnTo>
                    <a:pt x="1015" y="548"/>
                  </a:lnTo>
                  <a:lnTo>
                    <a:pt x="1015" y="542"/>
                  </a:lnTo>
                  <a:lnTo>
                    <a:pt x="1014" y="537"/>
                  </a:lnTo>
                  <a:lnTo>
                    <a:pt x="1010" y="533"/>
                  </a:lnTo>
                  <a:lnTo>
                    <a:pt x="1002" y="531"/>
                  </a:lnTo>
                  <a:lnTo>
                    <a:pt x="995" y="528"/>
                  </a:lnTo>
                  <a:lnTo>
                    <a:pt x="992" y="523"/>
                  </a:lnTo>
                  <a:lnTo>
                    <a:pt x="994" y="518"/>
                  </a:lnTo>
                  <a:lnTo>
                    <a:pt x="996" y="514"/>
                  </a:lnTo>
                  <a:lnTo>
                    <a:pt x="994" y="510"/>
                  </a:lnTo>
                  <a:lnTo>
                    <a:pt x="987" y="506"/>
                  </a:lnTo>
                  <a:lnTo>
                    <a:pt x="979" y="500"/>
                  </a:lnTo>
                  <a:lnTo>
                    <a:pt x="976" y="495"/>
                  </a:lnTo>
                  <a:lnTo>
                    <a:pt x="978" y="490"/>
                  </a:lnTo>
                  <a:lnTo>
                    <a:pt x="983" y="487"/>
                  </a:lnTo>
                  <a:lnTo>
                    <a:pt x="989" y="483"/>
                  </a:lnTo>
                  <a:lnTo>
                    <a:pt x="994" y="480"/>
                  </a:lnTo>
                  <a:lnTo>
                    <a:pt x="1002" y="478"/>
                  </a:lnTo>
                  <a:lnTo>
                    <a:pt x="1011" y="478"/>
                  </a:lnTo>
                  <a:lnTo>
                    <a:pt x="1020" y="478"/>
                  </a:lnTo>
                  <a:lnTo>
                    <a:pt x="1025" y="475"/>
                  </a:lnTo>
                  <a:lnTo>
                    <a:pt x="1027" y="470"/>
                  </a:lnTo>
                  <a:lnTo>
                    <a:pt x="1030" y="462"/>
                  </a:lnTo>
                  <a:lnTo>
                    <a:pt x="1036" y="457"/>
                  </a:lnTo>
                  <a:lnTo>
                    <a:pt x="1045" y="456"/>
                  </a:lnTo>
                  <a:lnTo>
                    <a:pt x="1055" y="458"/>
                  </a:lnTo>
                  <a:lnTo>
                    <a:pt x="1064" y="460"/>
                  </a:lnTo>
                  <a:lnTo>
                    <a:pt x="1072" y="460"/>
                  </a:lnTo>
                  <a:lnTo>
                    <a:pt x="1081" y="458"/>
                  </a:lnTo>
                  <a:lnTo>
                    <a:pt x="1090" y="458"/>
                  </a:lnTo>
                  <a:lnTo>
                    <a:pt x="1098" y="461"/>
                  </a:lnTo>
                  <a:lnTo>
                    <a:pt x="1104" y="465"/>
                  </a:lnTo>
                  <a:lnTo>
                    <a:pt x="1110" y="469"/>
                  </a:lnTo>
                  <a:lnTo>
                    <a:pt x="1116" y="471"/>
                  </a:lnTo>
                  <a:lnTo>
                    <a:pt x="1122" y="473"/>
                  </a:lnTo>
                  <a:lnTo>
                    <a:pt x="1127" y="477"/>
                  </a:lnTo>
                  <a:lnTo>
                    <a:pt x="1130" y="480"/>
                  </a:lnTo>
                  <a:lnTo>
                    <a:pt x="1134" y="483"/>
                  </a:lnTo>
                  <a:lnTo>
                    <a:pt x="1143" y="485"/>
                  </a:lnTo>
                  <a:lnTo>
                    <a:pt x="1154" y="486"/>
                  </a:lnTo>
                  <a:lnTo>
                    <a:pt x="1163" y="489"/>
                  </a:lnTo>
                  <a:lnTo>
                    <a:pt x="1164" y="494"/>
                  </a:lnTo>
                  <a:lnTo>
                    <a:pt x="1157" y="500"/>
                  </a:lnTo>
                  <a:lnTo>
                    <a:pt x="1147" y="506"/>
                  </a:lnTo>
                  <a:close/>
                </a:path>
              </a:pathLst>
            </a:custGeom>
            <a:solidFill>
              <a:srgbClr val="ECB78D">
                <a:alpha val="12900"/>
              </a:srgbClr>
            </a:solidFill>
            <a:ln>
              <a:noFill/>
            </a:ln>
          </p:spPr>
          <p:txBody>
            <a:bodyPr anchor="ctr"/>
            <a:lstStyle/>
            <a:p>
              <a:pPr algn="ctr">
                <a:buNone/>
              </a:pPr>
            </a:p>
          </p:txBody>
        </p:sp>
        <p:sp>
          <p:nvSpPr>
            <p:cNvPr id="705" name="addition:spatial:87"/>
            <p:cNvSpPr>
              <a:spLocks noGrp="1"/>
            </p:cNvSpPr>
            <p:nvPr/>
          </p:nvSpPr>
          <p:spPr>
            <a:xfrm>
              <a:off x="5648325" y="1666875"/>
              <a:ext cx="1520784" cy="952393"/>
            </a:xfrm>
            <a:custGeom>
              <a:avLst/>
              <a:gdLst/>
              <a:ahLst/>
              <a:cxnLst/>
              <a:rect l="l" t="t" r="r" b="b"/>
              <a:pathLst>
                <a:path w="1147" h="563">
                  <a:moveTo>
                    <a:pt x="0" y="0"/>
                  </a:moveTo>
                  <a:moveTo>
                    <a:pt x="1132" y="515"/>
                  </a:moveTo>
                  <a:lnTo>
                    <a:pt x="1129" y="519"/>
                  </a:lnTo>
                  <a:lnTo>
                    <a:pt x="1130" y="523"/>
                  </a:lnTo>
                  <a:lnTo>
                    <a:pt x="1131" y="527"/>
                  </a:lnTo>
                  <a:lnTo>
                    <a:pt x="1127" y="530"/>
                  </a:lnTo>
                  <a:lnTo>
                    <a:pt x="1120" y="533"/>
                  </a:lnTo>
                  <a:lnTo>
                    <a:pt x="1115" y="535"/>
                  </a:lnTo>
                  <a:lnTo>
                    <a:pt x="1111" y="539"/>
                  </a:lnTo>
                  <a:lnTo>
                    <a:pt x="1109" y="543"/>
                  </a:lnTo>
                  <a:lnTo>
                    <a:pt x="1105" y="546"/>
                  </a:lnTo>
                  <a:lnTo>
                    <a:pt x="1101" y="549"/>
                  </a:lnTo>
                  <a:lnTo>
                    <a:pt x="1095" y="552"/>
                  </a:lnTo>
                  <a:lnTo>
                    <a:pt x="1091" y="556"/>
                  </a:lnTo>
                  <a:lnTo>
                    <a:pt x="1087" y="560"/>
                  </a:lnTo>
                  <a:lnTo>
                    <a:pt x="1081" y="563"/>
                  </a:lnTo>
                  <a:lnTo>
                    <a:pt x="1073" y="562"/>
                  </a:lnTo>
                  <a:lnTo>
                    <a:pt x="1066" y="558"/>
                  </a:lnTo>
                  <a:lnTo>
                    <a:pt x="1060" y="552"/>
                  </a:lnTo>
                  <a:lnTo>
                    <a:pt x="1055" y="550"/>
                  </a:lnTo>
                  <a:lnTo>
                    <a:pt x="1050" y="552"/>
                  </a:lnTo>
                  <a:lnTo>
                    <a:pt x="1045" y="555"/>
                  </a:lnTo>
                  <a:lnTo>
                    <a:pt x="1038" y="557"/>
                  </a:lnTo>
                  <a:lnTo>
                    <a:pt x="1033" y="556"/>
                  </a:lnTo>
                  <a:lnTo>
                    <a:pt x="1028" y="554"/>
                  </a:lnTo>
                  <a:lnTo>
                    <a:pt x="1023" y="553"/>
                  </a:lnTo>
                  <a:lnTo>
                    <a:pt x="1017" y="551"/>
                  </a:lnTo>
                  <a:lnTo>
                    <a:pt x="1012" y="549"/>
                  </a:lnTo>
                  <a:lnTo>
                    <a:pt x="1009" y="545"/>
                  </a:lnTo>
                  <a:lnTo>
                    <a:pt x="1009" y="541"/>
                  </a:lnTo>
                  <a:lnTo>
                    <a:pt x="1007" y="537"/>
                  </a:lnTo>
                  <a:lnTo>
                    <a:pt x="1004" y="534"/>
                  </a:lnTo>
                  <a:lnTo>
                    <a:pt x="999" y="531"/>
                  </a:lnTo>
                  <a:lnTo>
                    <a:pt x="997" y="527"/>
                  </a:lnTo>
                  <a:lnTo>
                    <a:pt x="999" y="522"/>
                  </a:lnTo>
                  <a:lnTo>
                    <a:pt x="1004" y="518"/>
                  </a:lnTo>
                  <a:lnTo>
                    <a:pt x="1006" y="515"/>
                  </a:lnTo>
                  <a:lnTo>
                    <a:pt x="1002" y="512"/>
                  </a:lnTo>
                  <a:lnTo>
                    <a:pt x="993" y="507"/>
                  </a:lnTo>
                  <a:lnTo>
                    <a:pt x="986" y="502"/>
                  </a:lnTo>
                  <a:lnTo>
                    <a:pt x="985" y="497"/>
                  </a:lnTo>
                  <a:lnTo>
                    <a:pt x="988" y="494"/>
                  </a:lnTo>
                  <a:lnTo>
                    <a:pt x="994" y="491"/>
                  </a:lnTo>
                  <a:lnTo>
                    <a:pt x="998" y="488"/>
                  </a:lnTo>
                  <a:lnTo>
                    <a:pt x="1003" y="486"/>
                  </a:lnTo>
                  <a:lnTo>
                    <a:pt x="1009" y="485"/>
                  </a:lnTo>
                  <a:lnTo>
                    <a:pt x="1016" y="484"/>
                  </a:lnTo>
                  <a:lnTo>
                    <a:pt x="1022" y="484"/>
                  </a:lnTo>
                  <a:lnTo>
                    <a:pt x="1026" y="481"/>
                  </a:lnTo>
                  <a:lnTo>
                    <a:pt x="1029" y="477"/>
                  </a:lnTo>
                  <a:lnTo>
                    <a:pt x="1033" y="472"/>
                  </a:lnTo>
                  <a:lnTo>
                    <a:pt x="1039" y="470"/>
                  </a:lnTo>
                  <a:lnTo>
                    <a:pt x="1047" y="471"/>
                  </a:lnTo>
                  <a:lnTo>
                    <a:pt x="1054" y="473"/>
                  </a:lnTo>
                  <a:lnTo>
                    <a:pt x="1061" y="473"/>
                  </a:lnTo>
                  <a:lnTo>
                    <a:pt x="1068" y="471"/>
                  </a:lnTo>
                  <a:lnTo>
                    <a:pt x="1077" y="468"/>
                  </a:lnTo>
                  <a:lnTo>
                    <a:pt x="1085" y="468"/>
                  </a:lnTo>
                  <a:lnTo>
                    <a:pt x="1092" y="472"/>
                  </a:lnTo>
                  <a:lnTo>
                    <a:pt x="1096" y="477"/>
                  </a:lnTo>
                  <a:lnTo>
                    <a:pt x="1100" y="481"/>
                  </a:lnTo>
                  <a:lnTo>
                    <a:pt x="1104" y="484"/>
                  </a:lnTo>
                  <a:lnTo>
                    <a:pt x="1109" y="487"/>
                  </a:lnTo>
                  <a:lnTo>
                    <a:pt x="1113" y="490"/>
                  </a:lnTo>
                  <a:lnTo>
                    <a:pt x="1117" y="492"/>
                  </a:lnTo>
                  <a:lnTo>
                    <a:pt x="1123" y="494"/>
                  </a:lnTo>
                  <a:lnTo>
                    <a:pt x="1132" y="496"/>
                  </a:lnTo>
                  <a:lnTo>
                    <a:pt x="1141" y="498"/>
                  </a:lnTo>
                  <a:lnTo>
                    <a:pt x="1147" y="501"/>
                  </a:lnTo>
                  <a:lnTo>
                    <a:pt x="1145" y="506"/>
                  </a:lnTo>
                  <a:lnTo>
                    <a:pt x="1139" y="511"/>
                  </a:lnTo>
                  <a:close/>
                </a:path>
              </a:pathLst>
            </a:custGeom>
            <a:solidFill>
              <a:srgbClr val="E18B48">
                <a:alpha val="10500"/>
              </a:srgbClr>
            </a:solidFill>
            <a:ln>
              <a:noFill/>
            </a:ln>
          </p:spPr>
          <p:txBody>
            <a:bodyPr anchor="ctr"/>
            <a:lstStyle/>
            <a:p>
              <a:pPr algn="ctr">
                <a:buNone/>
              </a:pPr>
            </a:p>
          </p:txBody>
        </p:sp>
        <p:sp>
          <p:nvSpPr>
            <p:cNvPr id="706" name="addition:spatial:88"/>
            <p:cNvSpPr>
              <a:spLocks noGrp="1"/>
            </p:cNvSpPr>
            <p:nvPr/>
          </p:nvSpPr>
          <p:spPr>
            <a:xfrm>
              <a:off x="5648325" y="1666875"/>
              <a:ext cx="1414714" cy="877961"/>
            </a:xfrm>
            <a:custGeom>
              <a:avLst/>
              <a:gdLst/>
              <a:ahLst/>
              <a:cxnLst/>
              <a:rect l="l" t="t" r="r" b="b"/>
              <a:pathLst>
                <a:path w="1067" h="519">
                  <a:moveTo>
                    <a:pt x="0" y="0"/>
                  </a:moveTo>
                  <a:moveTo>
                    <a:pt x="1065" y="499"/>
                  </a:moveTo>
                  <a:lnTo>
                    <a:pt x="1066" y="501"/>
                  </a:lnTo>
                  <a:lnTo>
                    <a:pt x="1067" y="503"/>
                  </a:lnTo>
                  <a:lnTo>
                    <a:pt x="1065" y="505"/>
                  </a:lnTo>
                  <a:lnTo>
                    <a:pt x="1061" y="506"/>
                  </a:lnTo>
                  <a:lnTo>
                    <a:pt x="1057" y="506"/>
                  </a:lnTo>
                  <a:lnTo>
                    <a:pt x="1055" y="507"/>
                  </a:lnTo>
                  <a:lnTo>
                    <a:pt x="1054" y="509"/>
                  </a:lnTo>
                  <a:lnTo>
                    <a:pt x="1053" y="511"/>
                  </a:lnTo>
                  <a:lnTo>
                    <a:pt x="1052" y="512"/>
                  </a:lnTo>
                  <a:lnTo>
                    <a:pt x="1050" y="514"/>
                  </a:lnTo>
                  <a:lnTo>
                    <a:pt x="1049" y="515"/>
                  </a:lnTo>
                  <a:lnTo>
                    <a:pt x="1047" y="517"/>
                  </a:lnTo>
                  <a:lnTo>
                    <a:pt x="1045" y="519"/>
                  </a:lnTo>
                  <a:lnTo>
                    <a:pt x="1042" y="519"/>
                  </a:lnTo>
                  <a:lnTo>
                    <a:pt x="1038" y="518"/>
                  </a:lnTo>
                  <a:lnTo>
                    <a:pt x="1035" y="516"/>
                  </a:lnTo>
                  <a:lnTo>
                    <a:pt x="1033" y="515"/>
                  </a:lnTo>
                  <a:lnTo>
                    <a:pt x="1030" y="516"/>
                  </a:lnTo>
                  <a:lnTo>
                    <a:pt x="1028" y="517"/>
                  </a:lnTo>
                  <a:lnTo>
                    <a:pt x="1026" y="517"/>
                  </a:lnTo>
                  <a:lnTo>
                    <a:pt x="1024" y="517"/>
                  </a:lnTo>
                  <a:lnTo>
                    <a:pt x="1022" y="515"/>
                  </a:lnTo>
                  <a:lnTo>
                    <a:pt x="1020" y="515"/>
                  </a:lnTo>
                  <a:lnTo>
                    <a:pt x="1018" y="514"/>
                  </a:lnTo>
                  <a:lnTo>
                    <a:pt x="1015" y="514"/>
                  </a:lnTo>
                  <a:lnTo>
                    <a:pt x="1013" y="514"/>
                  </a:lnTo>
                  <a:lnTo>
                    <a:pt x="1011" y="512"/>
                  </a:lnTo>
                  <a:lnTo>
                    <a:pt x="1010" y="511"/>
                  </a:lnTo>
                  <a:lnTo>
                    <a:pt x="1009" y="509"/>
                  </a:lnTo>
                  <a:lnTo>
                    <a:pt x="1007" y="508"/>
                  </a:lnTo>
                  <a:lnTo>
                    <a:pt x="1007" y="506"/>
                  </a:lnTo>
                  <a:lnTo>
                    <a:pt x="1008" y="504"/>
                  </a:lnTo>
                  <a:lnTo>
                    <a:pt x="1011" y="502"/>
                  </a:lnTo>
                  <a:lnTo>
                    <a:pt x="1012" y="501"/>
                  </a:lnTo>
                  <a:lnTo>
                    <a:pt x="1011" y="499"/>
                  </a:lnTo>
                  <a:lnTo>
                    <a:pt x="1007" y="498"/>
                  </a:lnTo>
                  <a:lnTo>
                    <a:pt x="1004" y="496"/>
                  </a:lnTo>
                  <a:lnTo>
                    <a:pt x="1002" y="494"/>
                  </a:lnTo>
                  <a:lnTo>
                    <a:pt x="1003" y="492"/>
                  </a:lnTo>
                  <a:lnTo>
                    <a:pt x="1005" y="491"/>
                  </a:lnTo>
                  <a:lnTo>
                    <a:pt x="1007" y="490"/>
                  </a:lnTo>
                  <a:lnTo>
                    <a:pt x="1008" y="488"/>
                  </a:lnTo>
                  <a:lnTo>
                    <a:pt x="1010" y="487"/>
                  </a:lnTo>
                  <a:lnTo>
                    <a:pt x="1012" y="486"/>
                  </a:lnTo>
                  <a:lnTo>
                    <a:pt x="1014" y="486"/>
                  </a:lnTo>
                  <a:lnTo>
                    <a:pt x="1016" y="485"/>
                  </a:lnTo>
                  <a:lnTo>
                    <a:pt x="1018" y="484"/>
                  </a:lnTo>
                  <a:lnTo>
                    <a:pt x="1020" y="483"/>
                  </a:lnTo>
                  <a:lnTo>
                    <a:pt x="1022" y="482"/>
                  </a:lnTo>
                  <a:lnTo>
                    <a:pt x="1025" y="483"/>
                  </a:lnTo>
                  <a:lnTo>
                    <a:pt x="1028" y="483"/>
                  </a:lnTo>
                  <a:lnTo>
                    <a:pt x="1030" y="483"/>
                  </a:lnTo>
                  <a:lnTo>
                    <a:pt x="1033" y="481"/>
                  </a:lnTo>
                  <a:lnTo>
                    <a:pt x="1036" y="479"/>
                  </a:lnTo>
                  <a:lnTo>
                    <a:pt x="1040" y="478"/>
                  </a:lnTo>
                  <a:lnTo>
                    <a:pt x="1043" y="480"/>
                  </a:lnTo>
                  <a:lnTo>
                    <a:pt x="1045" y="482"/>
                  </a:lnTo>
                  <a:lnTo>
                    <a:pt x="1047" y="484"/>
                  </a:lnTo>
                  <a:lnTo>
                    <a:pt x="1049" y="485"/>
                  </a:lnTo>
                  <a:lnTo>
                    <a:pt x="1051" y="486"/>
                  </a:lnTo>
                  <a:lnTo>
                    <a:pt x="1053" y="488"/>
                  </a:lnTo>
                  <a:lnTo>
                    <a:pt x="1055" y="489"/>
                  </a:lnTo>
                  <a:lnTo>
                    <a:pt x="1057" y="490"/>
                  </a:lnTo>
                  <a:lnTo>
                    <a:pt x="1060" y="490"/>
                  </a:lnTo>
                  <a:lnTo>
                    <a:pt x="1064" y="491"/>
                  </a:lnTo>
                  <a:lnTo>
                    <a:pt x="1067" y="492"/>
                  </a:lnTo>
                  <a:lnTo>
                    <a:pt x="1067" y="494"/>
                  </a:lnTo>
                  <a:lnTo>
                    <a:pt x="1066" y="496"/>
                  </a:lnTo>
                  <a:lnTo>
                    <a:pt x="1064" y="498"/>
                  </a:lnTo>
                  <a:close/>
                </a:path>
              </a:pathLst>
            </a:custGeom>
            <a:solidFill>
              <a:srgbClr val="ECB78D">
                <a:alpha val="9600"/>
              </a:srgbClr>
            </a:solidFill>
            <a:ln>
              <a:noFill/>
            </a:ln>
          </p:spPr>
          <p:txBody>
            <a:bodyPr anchor="ctr"/>
            <a:lstStyle/>
            <a:p>
              <a:pPr algn="ctr">
                <a:buNone/>
              </a:pPr>
            </a:p>
          </p:txBody>
        </p:sp>
        <p:sp>
          <p:nvSpPr>
            <p:cNvPr id="707" name="addition:spatial:89"/>
            <p:cNvSpPr>
              <a:spLocks noGrp="1"/>
            </p:cNvSpPr>
            <p:nvPr/>
          </p:nvSpPr>
          <p:spPr>
            <a:xfrm>
              <a:off x="5648325" y="1666875"/>
              <a:ext cx="1445209" cy="852587"/>
            </a:xfrm>
            <a:custGeom>
              <a:avLst/>
              <a:gdLst/>
              <a:ahLst/>
              <a:cxnLst/>
              <a:rect l="l" t="t" r="r" b="b"/>
              <a:pathLst>
                <a:path w="1090" h="504">
                  <a:moveTo>
                    <a:pt x="0" y="0"/>
                  </a:moveTo>
                  <a:moveTo>
                    <a:pt x="1089" y="485"/>
                  </a:moveTo>
                  <a:lnTo>
                    <a:pt x="1088" y="486"/>
                  </a:lnTo>
                  <a:lnTo>
                    <a:pt x="1085" y="488"/>
                  </a:lnTo>
                  <a:lnTo>
                    <a:pt x="1082" y="489"/>
                  </a:lnTo>
                  <a:lnTo>
                    <a:pt x="1081" y="490"/>
                  </a:lnTo>
                  <a:lnTo>
                    <a:pt x="1081" y="492"/>
                  </a:lnTo>
                  <a:lnTo>
                    <a:pt x="1081" y="494"/>
                  </a:lnTo>
                  <a:lnTo>
                    <a:pt x="1080" y="496"/>
                  </a:lnTo>
                  <a:lnTo>
                    <a:pt x="1078" y="497"/>
                  </a:lnTo>
                  <a:lnTo>
                    <a:pt x="1074" y="497"/>
                  </a:lnTo>
                  <a:lnTo>
                    <a:pt x="1072" y="498"/>
                  </a:lnTo>
                  <a:lnTo>
                    <a:pt x="1070" y="499"/>
                  </a:lnTo>
                  <a:lnTo>
                    <a:pt x="1069" y="501"/>
                  </a:lnTo>
                  <a:lnTo>
                    <a:pt x="1068" y="503"/>
                  </a:lnTo>
                  <a:lnTo>
                    <a:pt x="1065" y="504"/>
                  </a:lnTo>
                  <a:lnTo>
                    <a:pt x="1062" y="503"/>
                  </a:lnTo>
                  <a:lnTo>
                    <a:pt x="1059" y="502"/>
                  </a:lnTo>
                  <a:lnTo>
                    <a:pt x="1057" y="502"/>
                  </a:lnTo>
                  <a:lnTo>
                    <a:pt x="1054" y="501"/>
                  </a:lnTo>
                  <a:lnTo>
                    <a:pt x="1053" y="501"/>
                  </a:lnTo>
                  <a:lnTo>
                    <a:pt x="1051" y="500"/>
                  </a:lnTo>
                  <a:lnTo>
                    <a:pt x="1049" y="499"/>
                  </a:lnTo>
                  <a:lnTo>
                    <a:pt x="1047" y="500"/>
                  </a:lnTo>
                  <a:lnTo>
                    <a:pt x="1044" y="501"/>
                  </a:lnTo>
                  <a:lnTo>
                    <a:pt x="1040" y="502"/>
                  </a:lnTo>
                  <a:lnTo>
                    <a:pt x="1038" y="501"/>
                  </a:lnTo>
                  <a:lnTo>
                    <a:pt x="1037" y="499"/>
                  </a:lnTo>
                  <a:lnTo>
                    <a:pt x="1038" y="496"/>
                  </a:lnTo>
                  <a:lnTo>
                    <a:pt x="1037" y="495"/>
                  </a:lnTo>
                  <a:lnTo>
                    <a:pt x="1036" y="494"/>
                  </a:lnTo>
                  <a:lnTo>
                    <a:pt x="1034" y="493"/>
                  </a:lnTo>
                  <a:lnTo>
                    <a:pt x="1033" y="491"/>
                  </a:lnTo>
                  <a:lnTo>
                    <a:pt x="1033" y="489"/>
                  </a:lnTo>
                  <a:lnTo>
                    <a:pt x="1034" y="488"/>
                  </a:lnTo>
                  <a:lnTo>
                    <a:pt x="1034" y="486"/>
                  </a:lnTo>
                  <a:lnTo>
                    <a:pt x="1033" y="485"/>
                  </a:lnTo>
                  <a:lnTo>
                    <a:pt x="1032" y="483"/>
                  </a:lnTo>
                  <a:lnTo>
                    <a:pt x="1032" y="482"/>
                  </a:lnTo>
                  <a:lnTo>
                    <a:pt x="1032" y="480"/>
                  </a:lnTo>
                  <a:lnTo>
                    <a:pt x="1032" y="479"/>
                  </a:lnTo>
                  <a:lnTo>
                    <a:pt x="1030" y="476"/>
                  </a:lnTo>
                  <a:lnTo>
                    <a:pt x="1029" y="474"/>
                  </a:lnTo>
                  <a:lnTo>
                    <a:pt x="1030" y="473"/>
                  </a:lnTo>
                  <a:lnTo>
                    <a:pt x="1033" y="472"/>
                  </a:lnTo>
                  <a:lnTo>
                    <a:pt x="1037" y="473"/>
                  </a:lnTo>
                  <a:lnTo>
                    <a:pt x="1041" y="473"/>
                  </a:lnTo>
                  <a:lnTo>
                    <a:pt x="1042" y="472"/>
                  </a:lnTo>
                  <a:lnTo>
                    <a:pt x="1043" y="471"/>
                  </a:lnTo>
                  <a:lnTo>
                    <a:pt x="1045" y="469"/>
                  </a:lnTo>
                  <a:lnTo>
                    <a:pt x="1047" y="468"/>
                  </a:lnTo>
                  <a:lnTo>
                    <a:pt x="1049" y="468"/>
                  </a:lnTo>
                  <a:lnTo>
                    <a:pt x="1051" y="467"/>
                  </a:lnTo>
                  <a:lnTo>
                    <a:pt x="1054" y="467"/>
                  </a:lnTo>
                  <a:lnTo>
                    <a:pt x="1057" y="466"/>
                  </a:lnTo>
                  <a:lnTo>
                    <a:pt x="1060" y="466"/>
                  </a:lnTo>
                  <a:lnTo>
                    <a:pt x="1063" y="467"/>
                  </a:lnTo>
                  <a:lnTo>
                    <a:pt x="1065" y="468"/>
                  </a:lnTo>
                  <a:lnTo>
                    <a:pt x="1068" y="468"/>
                  </a:lnTo>
                  <a:lnTo>
                    <a:pt x="1071" y="468"/>
                  </a:lnTo>
                  <a:lnTo>
                    <a:pt x="1074" y="469"/>
                  </a:lnTo>
                  <a:lnTo>
                    <a:pt x="1076" y="471"/>
                  </a:lnTo>
                  <a:lnTo>
                    <a:pt x="1076" y="473"/>
                  </a:lnTo>
                  <a:lnTo>
                    <a:pt x="1076" y="475"/>
                  </a:lnTo>
                  <a:lnTo>
                    <a:pt x="1078" y="476"/>
                  </a:lnTo>
                  <a:lnTo>
                    <a:pt x="1081" y="477"/>
                  </a:lnTo>
                  <a:lnTo>
                    <a:pt x="1085" y="477"/>
                  </a:lnTo>
                  <a:lnTo>
                    <a:pt x="1088" y="478"/>
                  </a:lnTo>
                  <a:lnTo>
                    <a:pt x="1090" y="480"/>
                  </a:lnTo>
                  <a:lnTo>
                    <a:pt x="1090" y="481"/>
                  </a:lnTo>
                  <a:lnTo>
                    <a:pt x="1090" y="483"/>
                  </a:lnTo>
                  <a:close/>
                </a:path>
              </a:pathLst>
            </a:custGeom>
            <a:solidFill>
              <a:srgbClr val="ECB78D">
                <a:alpha val="9600"/>
              </a:srgbClr>
            </a:solidFill>
            <a:ln>
              <a:noFill/>
            </a:ln>
          </p:spPr>
          <p:txBody>
            <a:bodyPr anchor="ctr"/>
            <a:lstStyle/>
            <a:p>
              <a:pPr algn="ctr">
                <a:buNone/>
              </a:pPr>
            </a:p>
          </p:txBody>
        </p:sp>
        <p:sp>
          <p:nvSpPr>
            <p:cNvPr id="708" name="addition:spatial:90"/>
            <p:cNvSpPr>
              <a:spLocks noGrp="1"/>
            </p:cNvSpPr>
            <p:nvPr/>
          </p:nvSpPr>
          <p:spPr>
            <a:xfrm>
              <a:off x="5648325" y="1666875"/>
              <a:ext cx="1479682" cy="861045"/>
            </a:xfrm>
            <a:custGeom>
              <a:avLst/>
              <a:gdLst/>
              <a:ahLst/>
              <a:cxnLst/>
              <a:rect l="l" t="t" r="r" b="b"/>
              <a:pathLst>
                <a:path w="1116" h="509">
                  <a:moveTo>
                    <a:pt x="0" y="0"/>
                  </a:moveTo>
                  <a:moveTo>
                    <a:pt x="1109" y="489"/>
                  </a:moveTo>
                  <a:lnTo>
                    <a:pt x="1108" y="490"/>
                  </a:lnTo>
                  <a:lnTo>
                    <a:pt x="1109" y="492"/>
                  </a:lnTo>
                  <a:lnTo>
                    <a:pt x="1110" y="494"/>
                  </a:lnTo>
                  <a:lnTo>
                    <a:pt x="1110" y="495"/>
                  </a:lnTo>
                  <a:lnTo>
                    <a:pt x="1110" y="497"/>
                  </a:lnTo>
                  <a:lnTo>
                    <a:pt x="1110" y="499"/>
                  </a:lnTo>
                  <a:lnTo>
                    <a:pt x="1110" y="501"/>
                  </a:lnTo>
                  <a:lnTo>
                    <a:pt x="1110" y="503"/>
                  </a:lnTo>
                  <a:lnTo>
                    <a:pt x="1107" y="504"/>
                  </a:lnTo>
                  <a:lnTo>
                    <a:pt x="1104" y="504"/>
                  </a:lnTo>
                  <a:lnTo>
                    <a:pt x="1101" y="504"/>
                  </a:lnTo>
                  <a:lnTo>
                    <a:pt x="1098" y="504"/>
                  </a:lnTo>
                  <a:lnTo>
                    <a:pt x="1097" y="505"/>
                  </a:lnTo>
                  <a:lnTo>
                    <a:pt x="1096" y="507"/>
                  </a:lnTo>
                  <a:lnTo>
                    <a:pt x="1094" y="508"/>
                  </a:lnTo>
                  <a:lnTo>
                    <a:pt x="1092" y="507"/>
                  </a:lnTo>
                  <a:lnTo>
                    <a:pt x="1089" y="507"/>
                  </a:lnTo>
                  <a:lnTo>
                    <a:pt x="1087" y="506"/>
                  </a:lnTo>
                  <a:lnTo>
                    <a:pt x="1085" y="507"/>
                  </a:lnTo>
                  <a:lnTo>
                    <a:pt x="1082" y="508"/>
                  </a:lnTo>
                  <a:lnTo>
                    <a:pt x="1079" y="509"/>
                  </a:lnTo>
                  <a:lnTo>
                    <a:pt x="1076" y="508"/>
                  </a:lnTo>
                  <a:lnTo>
                    <a:pt x="1073" y="507"/>
                  </a:lnTo>
                  <a:lnTo>
                    <a:pt x="1071" y="506"/>
                  </a:lnTo>
                  <a:lnTo>
                    <a:pt x="1068" y="505"/>
                  </a:lnTo>
                  <a:lnTo>
                    <a:pt x="1067" y="503"/>
                  </a:lnTo>
                  <a:lnTo>
                    <a:pt x="1066" y="501"/>
                  </a:lnTo>
                  <a:lnTo>
                    <a:pt x="1067" y="498"/>
                  </a:lnTo>
                  <a:lnTo>
                    <a:pt x="1066" y="497"/>
                  </a:lnTo>
                  <a:lnTo>
                    <a:pt x="1064" y="496"/>
                  </a:lnTo>
                  <a:lnTo>
                    <a:pt x="1059" y="495"/>
                  </a:lnTo>
                  <a:lnTo>
                    <a:pt x="1055" y="494"/>
                  </a:lnTo>
                  <a:lnTo>
                    <a:pt x="1053" y="493"/>
                  </a:lnTo>
                  <a:lnTo>
                    <a:pt x="1053" y="491"/>
                  </a:lnTo>
                  <a:lnTo>
                    <a:pt x="1054" y="489"/>
                  </a:lnTo>
                  <a:lnTo>
                    <a:pt x="1055" y="487"/>
                  </a:lnTo>
                  <a:lnTo>
                    <a:pt x="1054" y="485"/>
                  </a:lnTo>
                  <a:lnTo>
                    <a:pt x="1055" y="483"/>
                  </a:lnTo>
                  <a:lnTo>
                    <a:pt x="1056" y="482"/>
                  </a:lnTo>
                  <a:lnTo>
                    <a:pt x="1059" y="481"/>
                  </a:lnTo>
                  <a:lnTo>
                    <a:pt x="1061" y="479"/>
                  </a:lnTo>
                  <a:lnTo>
                    <a:pt x="1062" y="478"/>
                  </a:lnTo>
                  <a:lnTo>
                    <a:pt x="1064" y="477"/>
                  </a:lnTo>
                  <a:lnTo>
                    <a:pt x="1066" y="476"/>
                  </a:lnTo>
                  <a:lnTo>
                    <a:pt x="1069" y="475"/>
                  </a:lnTo>
                  <a:lnTo>
                    <a:pt x="1072" y="475"/>
                  </a:lnTo>
                  <a:lnTo>
                    <a:pt x="1074" y="473"/>
                  </a:lnTo>
                  <a:lnTo>
                    <a:pt x="1075" y="471"/>
                  </a:lnTo>
                  <a:lnTo>
                    <a:pt x="1077" y="468"/>
                  </a:lnTo>
                  <a:lnTo>
                    <a:pt x="1080" y="466"/>
                  </a:lnTo>
                  <a:lnTo>
                    <a:pt x="1083" y="467"/>
                  </a:lnTo>
                  <a:lnTo>
                    <a:pt x="1087" y="469"/>
                  </a:lnTo>
                  <a:lnTo>
                    <a:pt x="1089" y="471"/>
                  </a:lnTo>
                  <a:lnTo>
                    <a:pt x="1092" y="471"/>
                  </a:lnTo>
                  <a:lnTo>
                    <a:pt x="1094" y="472"/>
                  </a:lnTo>
                  <a:lnTo>
                    <a:pt x="1097" y="472"/>
                  </a:lnTo>
                  <a:lnTo>
                    <a:pt x="1099" y="473"/>
                  </a:lnTo>
                  <a:lnTo>
                    <a:pt x="1101" y="473"/>
                  </a:lnTo>
                  <a:lnTo>
                    <a:pt x="1103" y="473"/>
                  </a:lnTo>
                  <a:lnTo>
                    <a:pt x="1106" y="473"/>
                  </a:lnTo>
                  <a:lnTo>
                    <a:pt x="1109" y="474"/>
                  </a:lnTo>
                  <a:lnTo>
                    <a:pt x="1110" y="475"/>
                  </a:lnTo>
                  <a:lnTo>
                    <a:pt x="1110" y="477"/>
                  </a:lnTo>
                  <a:lnTo>
                    <a:pt x="1110" y="479"/>
                  </a:lnTo>
                  <a:lnTo>
                    <a:pt x="1112" y="480"/>
                  </a:lnTo>
                  <a:lnTo>
                    <a:pt x="1114" y="482"/>
                  </a:lnTo>
                  <a:lnTo>
                    <a:pt x="1116" y="483"/>
                  </a:lnTo>
                  <a:lnTo>
                    <a:pt x="1115" y="485"/>
                  </a:lnTo>
                  <a:lnTo>
                    <a:pt x="1112" y="487"/>
                  </a:lnTo>
                  <a:close/>
                </a:path>
              </a:pathLst>
            </a:custGeom>
            <a:solidFill>
              <a:srgbClr val="ECB78D">
                <a:alpha val="9600"/>
              </a:srgbClr>
            </a:solidFill>
            <a:ln>
              <a:noFill/>
            </a:ln>
          </p:spPr>
          <p:txBody>
            <a:bodyPr anchor="ctr"/>
            <a:lstStyle/>
            <a:p>
              <a:pPr algn="ctr">
                <a:buNone/>
              </a:pPr>
            </a:p>
          </p:txBody>
        </p:sp>
        <p:sp>
          <p:nvSpPr>
            <p:cNvPr id="709" name="addition:spatial:91"/>
            <p:cNvSpPr>
              <a:spLocks noGrp="1"/>
            </p:cNvSpPr>
            <p:nvPr/>
          </p:nvSpPr>
          <p:spPr>
            <a:xfrm>
              <a:off x="5648325" y="1666875"/>
              <a:ext cx="1514155" cy="891494"/>
            </a:xfrm>
            <a:custGeom>
              <a:avLst/>
              <a:gdLst/>
              <a:ahLst/>
              <a:cxnLst/>
              <a:rect l="l" t="t" r="r" b="b"/>
              <a:pathLst>
                <a:path w="1142" h="527">
                  <a:moveTo>
                    <a:pt x="0" y="0"/>
                  </a:moveTo>
                  <a:moveTo>
                    <a:pt x="1134" y="505"/>
                  </a:moveTo>
                  <a:lnTo>
                    <a:pt x="1136" y="507"/>
                  </a:lnTo>
                  <a:lnTo>
                    <a:pt x="1137" y="509"/>
                  </a:lnTo>
                  <a:lnTo>
                    <a:pt x="1136" y="510"/>
                  </a:lnTo>
                  <a:lnTo>
                    <a:pt x="1134" y="512"/>
                  </a:lnTo>
                  <a:lnTo>
                    <a:pt x="1133" y="514"/>
                  </a:lnTo>
                  <a:lnTo>
                    <a:pt x="1132" y="515"/>
                  </a:lnTo>
                  <a:lnTo>
                    <a:pt x="1132" y="518"/>
                  </a:lnTo>
                  <a:lnTo>
                    <a:pt x="1131" y="519"/>
                  </a:lnTo>
                  <a:lnTo>
                    <a:pt x="1129" y="521"/>
                  </a:lnTo>
                  <a:lnTo>
                    <a:pt x="1127" y="522"/>
                  </a:lnTo>
                  <a:lnTo>
                    <a:pt x="1126" y="523"/>
                  </a:lnTo>
                  <a:lnTo>
                    <a:pt x="1124" y="525"/>
                  </a:lnTo>
                  <a:lnTo>
                    <a:pt x="1121" y="525"/>
                  </a:lnTo>
                  <a:lnTo>
                    <a:pt x="1118" y="524"/>
                  </a:lnTo>
                  <a:lnTo>
                    <a:pt x="1115" y="522"/>
                  </a:lnTo>
                  <a:lnTo>
                    <a:pt x="1113" y="521"/>
                  </a:lnTo>
                  <a:lnTo>
                    <a:pt x="1111" y="522"/>
                  </a:lnTo>
                  <a:lnTo>
                    <a:pt x="1109" y="525"/>
                  </a:lnTo>
                  <a:lnTo>
                    <a:pt x="1106" y="527"/>
                  </a:lnTo>
                  <a:lnTo>
                    <a:pt x="1103" y="527"/>
                  </a:lnTo>
                  <a:lnTo>
                    <a:pt x="1100" y="527"/>
                  </a:lnTo>
                  <a:lnTo>
                    <a:pt x="1098" y="525"/>
                  </a:lnTo>
                  <a:lnTo>
                    <a:pt x="1095" y="524"/>
                  </a:lnTo>
                  <a:lnTo>
                    <a:pt x="1093" y="523"/>
                  </a:lnTo>
                  <a:lnTo>
                    <a:pt x="1090" y="522"/>
                  </a:lnTo>
                  <a:lnTo>
                    <a:pt x="1089" y="520"/>
                  </a:lnTo>
                  <a:lnTo>
                    <a:pt x="1088" y="518"/>
                  </a:lnTo>
                  <a:lnTo>
                    <a:pt x="1086" y="516"/>
                  </a:lnTo>
                  <a:lnTo>
                    <a:pt x="1083" y="515"/>
                  </a:lnTo>
                  <a:lnTo>
                    <a:pt x="1080" y="514"/>
                  </a:lnTo>
                  <a:lnTo>
                    <a:pt x="1079" y="512"/>
                  </a:lnTo>
                  <a:lnTo>
                    <a:pt x="1079" y="510"/>
                  </a:lnTo>
                  <a:lnTo>
                    <a:pt x="1080" y="508"/>
                  </a:lnTo>
                  <a:lnTo>
                    <a:pt x="1078" y="507"/>
                  </a:lnTo>
                  <a:lnTo>
                    <a:pt x="1075" y="505"/>
                  </a:lnTo>
                  <a:lnTo>
                    <a:pt x="1071" y="503"/>
                  </a:lnTo>
                  <a:lnTo>
                    <a:pt x="1070" y="501"/>
                  </a:lnTo>
                  <a:lnTo>
                    <a:pt x="1071" y="499"/>
                  </a:lnTo>
                  <a:lnTo>
                    <a:pt x="1075" y="497"/>
                  </a:lnTo>
                  <a:lnTo>
                    <a:pt x="1078" y="496"/>
                  </a:lnTo>
                  <a:lnTo>
                    <a:pt x="1081" y="495"/>
                  </a:lnTo>
                  <a:lnTo>
                    <a:pt x="1083" y="494"/>
                  </a:lnTo>
                  <a:lnTo>
                    <a:pt x="1085" y="493"/>
                  </a:lnTo>
                  <a:lnTo>
                    <a:pt x="1088" y="492"/>
                  </a:lnTo>
                  <a:lnTo>
                    <a:pt x="1089" y="490"/>
                  </a:lnTo>
                  <a:lnTo>
                    <a:pt x="1091" y="488"/>
                  </a:lnTo>
                  <a:lnTo>
                    <a:pt x="1092" y="486"/>
                  </a:lnTo>
                  <a:lnTo>
                    <a:pt x="1094" y="484"/>
                  </a:lnTo>
                  <a:lnTo>
                    <a:pt x="1098" y="483"/>
                  </a:lnTo>
                  <a:lnTo>
                    <a:pt x="1102" y="484"/>
                  </a:lnTo>
                  <a:lnTo>
                    <a:pt x="1105" y="485"/>
                  </a:lnTo>
                  <a:lnTo>
                    <a:pt x="1108" y="485"/>
                  </a:lnTo>
                  <a:lnTo>
                    <a:pt x="1112" y="483"/>
                  </a:lnTo>
                  <a:lnTo>
                    <a:pt x="1115" y="483"/>
                  </a:lnTo>
                  <a:lnTo>
                    <a:pt x="1118" y="484"/>
                  </a:lnTo>
                  <a:lnTo>
                    <a:pt x="1120" y="486"/>
                  </a:lnTo>
                  <a:lnTo>
                    <a:pt x="1122" y="488"/>
                  </a:lnTo>
                  <a:lnTo>
                    <a:pt x="1124" y="489"/>
                  </a:lnTo>
                  <a:lnTo>
                    <a:pt x="1126" y="490"/>
                  </a:lnTo>
                  <a:lnTo>
                    <a:pt x="1129" y="490"/>
                  </a:lnTo>
                  <a:lnTo>
                    <a:pt x="1131" y="491"/>
                  </a:lnTo>
                  <a:lnTo>
                    <a:pt x="1133" y="491"/>
                  </a:lnTo>
                  <a:lnTo>
                    <a:pt x="1136" y="492"/>
                  </a:lnTo>
                  <a:lnTo>
                    <a:pt x="1139" y="493"/>
                  </a:lnTo>
                  <a:lnTo>
                    <a:pt x="1142" y="494"/>
                  </a:lnTo>
                  <a:lnTo>
                    <a:pt x="1142" y="497"/>
                  </a:lnTo>
                  <a:lnTo>
                    <a:pt x="1139" y="499"/>
                  </a:lnTo>
                  <a:lnTo>
                    <a:pt x="1135" y="502"/>
                  </a:lnTo>
                  <a:lnTo>
                    <a:pt x="1134" y="503"/>
                  </a:lnTo>
                  <a:close/>
                </a:path>
              </a:pathLst>
            </a:custGeom>
            <a:solidFill>
              <a:srgbClr val="ECB78D">
                <a:alpha val="9600"/>
              </a:srgbClr>
            </a:solidFill>
            <a:ln>
              <a:noFill/>
            </a:ln>
          </p:spPr>
          <p:txBody>
            <a:bodyPr anchor="ctr"/>
            <a:lstStyle/>
            <a:p>
              <a:pPr algn="ctr">
                <a:buNone/>
              </a:pPr>
            </a:p>
          </p:txBody>
        </p:sp>
        <p:sp>
          <p:nvSpPr>
            <p:cNvPr id="710" name="addition:spatial:92"/>
            <p:cNvSpPr>
              <a:spLocks noGrp="1"/>
            </p:cNvSpPr>
            <p:nvPr/>
          </p:nvSpPr>
          <p:spPr>
            <a:xfrm>
              <a:off x="5648325" y="1666875"/>
              <a:ext cx="1491615" cy="925327"/>
            </a:xfrm>
            <a:custGeom>
              <a:avLst/>
              <a:gdLst/>
              <a:ahLst/>
              <a:cxnLst/>
              <a:rect l="l" t="t" r="r" b="b"/>
              <a:pathLst>
                <a:path w="1125" h="547">
                  <a:moveTo>
                    <a:pt x="0" y="0"/>
                  </a:moveTo>
                  <a:moveTo>
                    <a:pt x="1119" y="523"/>
                  </a:moveTo>
                  <a:lnTo>
                    <a:pt x="1121" y="524"/>
                  </a:lnTo>
                  <a:lnTo>
                    <a:pt x="1124" y="527"/>
                  </a:lnTo>
                  <a:lnTo>
                    <a:pt x="1125" y="529"/>
                  </a:lnTo>
                  <a:lnTo>
                    <a:pt x="1123" y="530"/>
                  </a:lnTo>
                  <a:lnTo>
                    <a:pt x="1120" y="532"/>
                  </a:lnTo>
                  <a:lnTo>
                    <a:pt x="1119" y="533"/>
                  </a:lnTo>
                  <a:lnTo>
                    <a:pt x="1119" y="535"/>
                  </a:lnTo>
                  <a:lnTo>
                    <a:pt x="1119" y="538"/>
                  </a:lnTo>
                  <a:lnTo>
                    <a:pt x="1118" y="540"/>
                  </a:lnTo>
                  <a:lnTo>
                    <a:pt x="1115" y="540"/>
                  </a:lnTo>
                  <a:lnTo>
                    <a:pt x="1110" y="540"/>
                  </a:lnTo>
                  <a:lnTo>
                    <a:pt x="1106" y="539"/>
                  </a:lnTo>
                  <a:lnTo>
                    <a:pt x="1103" y="539"/>
                  </a:lnTo>
                  <a:lnTo>
                    <a:pt x="1101" y="540"/>
                  </a:lnTo>
                  <a:lnTo>
                    <a:pt x="1098" y="542"/>
                  </a:lnTo>
                  <a:lnTo>
                    <a:pt x="1096" y="542"/>
                  </a:lnTo>
                  <a:lnTo>
                    <a:pt x="1092" y="543"/>
                  </a:lnTo>
                  <a:lnTo>
                    <a:pt x="1089" y="545"/>
                  </a:lnTo>
                  <a:lnTo>
                    <a:pt x="1085" y="546"/>
                  </a:lnTo>
                  <a:lnTo>
                    <a:pt x="1080" y="547"/>
                  </a:lnTo>
                  <a:lnTo>
                    <a:pt x="1076" y="545"/>
                  </a:lnTo>
                  <a:lnTo>
                    <a:pt x="1074" y="543"/>
                  </a:lnTo>
                  <a:lnTo>
                    <a:pt x="1072" y="540"/>
                  </a:lnTo>
                  <a:lnTo>
                    <a:pt x="1069" y="538"/>
                  </a:lnTo>
                  <a:lnTo>
                    <a:pt x="1065" y="538"/>
                  </a:lnTo>
                  <a:lnTo>
                    <a:pt x="1061" y="538"/>
                  </a:lnTo>
                  <a:lnTo>
                    <a:pt x="1058" y="537"/>
                  </a:lnTo>
                  <a:lnTo>
                    <a:pt x="1056" y="535"/>
                  </a:lnTo>
                  <a:lnTo>
                    <a:pt x="1056" y="533"/>
                  </a:lnTo>
                  <a:lnTo>
                    <a:pt x="1054" y="531"/>
                  </a:lnTo>
                  <a:lnTo>
                    <a:pt x="1051" y="530"/>
                  </a:lnTo>
                  <a:lnTo>
                    <a:pt x="1047" y="528"/>
                  </a:lnTo>
                  <a:lnTo>
                    <a:pt x="1045" y="527"/>
                  </a:lnTo>
                  <a:lnTo>
                    <a:pt x="1045" y="525"/>
                  </a:lnTo>
                  <a:lnTo>
                    <a:pt x="1044" y="523"/>
                  </a:lnTo>
                  <a:lnTo>
                    <a:pt x="1044" y="521"/>
                  </a:lnTo>
                  <a:lnTo>
                    <a:pt x="1044" y="518"/>
                  </a:lnTo>
                  <a:lnTo>
                    <a:pt x="1047" y="517"/>
                  </a:lnTo>
                  <a:lnTo>
                    <a:pt x="1052" y="515"/>
                  </a:lnTo>
                  <a:lnTo>
                    <a:pt x="1058" y="515"/>
                  </a:lnTo>
                  <a:lnTo>
                    <a:pt x="1061" y="514"/>
                  </a:lnTo>
                  <a:lnTo>
                    <a:pt x="1062" y="512"/>
                  </a:lnTo>
                  <a:lnTo>
                    <a:pt x="1061" y="509"/>
                  </a:lnTo>
                  <a:lnTo>
                    <a:pt x="1061" y="506"/>
                  </a:lnTo>
                  <a:lnTo>
                    <a:pt x="1064" y="505"/>
                  </a:lnTo>
                  <a:lnTo>
                    <a:pt x="1067" y="504"/>
                  </a:lnTo>
                  <a:lnTo>
                    <a:pt x="1071" y="503"/>
                  </a:lnTo>
                  <a:lnTo>
                    <a:pt x="1075" y="502"/>
                  </a:lnTo>
                  <a:lnTo>
                    <a:pt x="1078" y="501"/>
                  </a:lnTo>
                  <a:lnTo>
                    <a:pt x="1082" y="501"/>
                  </a:lnTo>
                  <a:lnTo>
                    <a:pt x="1086" y="501"/>
                  </a:lnTo>
                  <a:lnTo>
                    <a:pt x="1089" y="502"/>
                  </a:lnTo>
                  <a:lnTo>
                    <a:pt x="1092" y="502"/>
                  </a:lnTo>
                  <a:lnTo>
                    <a:pt x="1095" y="502"/>
                  </a:lnTo>
                  <a:lnTo>
                    <a:pt x="1098" y="502"/>
                  </a:lnTo>
                  <a:lnTo>
                    <a:pt x="1101" y="503"/>
                  </a:lnTo>
                  <a:lnTo>
                    <a:pt x="1102" y="505"/>
                  </a:lnTo>
                  <a:lnTo>
                    <a:pt x="1104" y="507"/>
                  </a:lnTo>
                  <a:lnTo>
                    <a:pt x="1107" y="507"/>
                  </a:lnTo>
                  <a:lnTo>
                    <a:pt x="1112" y="506"/>
                  </a:lnTo>
                  <a:lnTo>
                    <a:pt x="1117" y="505"/>
                  </a:lnTo>
                  <a:lnTo>
                    <a:pt x="1120" y="506"/>
                  </a:lnTo>
                  <a:lnTo>
                    <a:pt x="1121" y="508"/>
                  </a:lnTo>
                  <a:lnTo>
                    <a:pt x="1120" y="511"/>
                  </a:lnTo>
                  <a:lnTo>
                    <a:pt x="1119" y="514"/>
                  </a:lnTo>
                  <a:lnTo>
                    <a:pt x="1119" y="515"/>
                  </a:lnTo>
                  <a:lnTo>
                    <a:pt x="1119" y="517"/>
                  </a:lnTo>
                  <a:lnTo>
                    <a:pt x="1119" y="519"/>
                  </a:lnTo>
                  <a:lnTo>
                    <a:pt x="1118" y="521"/>
                  </a:lnTo>
                  <a:close/>
                </a:path>
              </a:pathLst>
            </a:custGeom>
            <a:solidFill>
              <a:srgbClr val="ECB78D">
                <a:alpha val="9600"/>
              </a:srgbClr>
            </a:solidFill>
            <a:ln>
              <a:noFill/>
            </a:ln>
          </p:spPr>
          <p:txBody>
            <a:bodyPr anchor="ctr"/>
            <a:lstStyle/>
            <a:p>
              <a:pPr algn="ctr">
                <a:buNone/>
              </a:pPr>
            </a:p>
          </p:txBody>
        </p:sp>
        <p:sp>
          <p:nvSpPr>
            <p:cNvPr id="711" name="addition:spatial:93"/>
            <p:cNvSpPr>
              <a:spLocks noGrp="1"/>
            </p:cNvSpPr>
            <p:nvPr/>
          </p:nvSpPr>
          <p:spPr>
            <a:xfrm>
              <a:off x="5648325" y="1666875"/>
              <a:ext cx="1445209" cy="923635"/>
            </a:xfrm>
            <a:custGeom>
              <a:avLst/>
              <a:gdLst/>
              <a:ahLst/>
              <a:cxnLst/>
              <a:rect l="l" t="t" r="r" b="b"/>
              <a:pathLst>
                <a:path w="1090" h="546">
                  <a:moveTo>
                    <a:pt x="0" y="0"/>
                  </a:moveTo>
                  <a:moveTo>
                    <a:pt x="1088" y="525"/>
                  </a:moveTo>
                  <a:lnTo>
                    <a:pt x="1090" y="527"/>
                  </a:lnTo>
                  <a:lnTo>
                    <a:pt x="1090" y="529"/>
                  </a:lnTo>
                  <a:lnTo>
                    <a:pt x="1089" y="531"/>
                  </a:lnTo>
                  <a:lnTo>
                    <a:pt x="1087" y="532"/>
                  </a:lnTo>
                  <a:lnTo>
                    <a:pt x="1085" y="534"/>
                  </a:lnTo>
                  <a:lnTo>
                    <a:pt x="1083" y="535"/>
                  </a:lnTo>
                  <a:lnTo>
                    <a:pt x="1079" y="536"/>
                  </a:lnTo>
                  <a:lnTo>
                    <a:pt x="1075" y="536"/>
                  </a:lnTo>
                  <a:lnTo>
                    <a:pt x="1072" y="537"/>
                  </a:lnTo>
                  <a:lnTo>
                    <a:pt x="1071" y="539"/>
                  </a:lnTo>
                  <a:lnTo>
                    <a:pt x="1071" y="542"/>
                  </a:lnTo>
                  <a:lnTo>
                    <a:pt x="1069" y="545"/>
                  </a:lnTo>
                  <a:lnTo>
                    <a:pt x="1066" y="546"/>
                  </a:lnTo>
                  <a:lnTo>
                    <a:pt x="1062" y="546"/>
                  </a:lnTo>
                  <a:lnTo>
                    <a:pt x="1058" y="545"/>
                  </a:lnTo>
                  <a:lnTo>
                    <a:pt x="1055" y="545"/>
                  </a:lnTo>
                  <a:lnTo>
                    <a:pt x="1052" y="546"/>
                  </a:lnTo>
                  <a:lnTo>
                    <a:pt x="1048" y="546"/>
                  </a:lnTo>
                  <a:lnTo>
                    <a:pt x="1045" y="546"/>
                  </a:lnTo>
                  <a:lnTo>
                    <a:pt x="1042" y="545"/>
                  </a:lnTo>
                  <a:lnTo>
                    <a:pt x="1039" y="543"/>
                  </a:lnTo>
                  <a:lnTo>
                    <a:pt x="1037" y="543"/>
                  </a:lnTo>
                  <a:lnTo>
                    <a:pt x="1034" y="542"/>
                  </a:lnTo>
                  <a:lnTo>
                    <a:pt x="1032" y="541"/>
                  </a:lnTo>
                  <a:lnTo>
                    <a:pt x="1031" y="539"/>
                  </a:lnTo>
                  <a:lnTo>
                    <a:pt x="1029" y="538"/>
                  </a:lnTo>
                  <a:lnTo>
                    <a:pt x="1027" y="537"/>
                  </a:lnTo>
                  <a:lnTo>
                    <a:pt x="1022" y="537"/>
                  </a:lnTo>
                  <a:lnTo>
                    <a:pt x="1018" y="537"/>
                  </a:lnTo>
                  <a:lnTo>
                    <a:pt x="1016" y="535"/>
                  </a:lnTo>
                  <a:lnTo>
                    <a:pt x="1017" y="533"/>
                  </a:lnTo>
                  <a:lnTo>
                    <a:pt x="1020" y="530"/>
                  </a:lnTo>
                  <a:lnTo>
                    <a:pt x="1023" y="528"/>
                  </a:lnTo>
                  <a:lnTo>
                    <a:pt x="1023" y="526"/>
                  </a:lnTo>
                  <a:lnTo>
                    <a:pt x="1023" y="525"/>
                  </a:lnTo>
                  <a:lnTo>
                    <a:pt x="1023" y="523"/>
                  </a:lnTo>
                  <a:lnTo>
                    <a:pt x="1024" y="521"/>
                  </a:lnTo>
                  <a:lnTo>
                    <a:pt x="1024" y="519"/>
                  </a:lnTo>
                  <a:lnTo>
                    <a:pt x="1024" y="518"/>
                  </a:lnTo>
                  <a:lnTo>
                    <a:pt x="1024" y="515"/>
                  </a:lnTo>
                  <a:lnTo>
                    <a:pt x="1024" y="513"/>
                  </a:lnTo>
                  <a:lnTo>
                    <a:pt x="1026" y="512"/>
                  </a:lnTo>
                  <a:lnTo>
                    <a:pt x="1029" y="511"/>
                  </a:lnTo>
                  <a:lnTo>
                    <a:pt x="1031" y="510"/>
                  </a:lnTo>
                  <a:lnTo>
                    <a:pt x="1032" y="508"/>
                  </a:lnTo>
                  <a:lnTo>
                    <a:pt x="1033" y="506"/>
                  </a:lnTo>
                  <a:lnTo>
                    <a:pt x="1035" y="504"/>
                  </a:lnTo>
                  <a:lnTo>
                    <a:pt x="1038" y="504"/>
                  </a:lnTo>
                  <a:lnTo>
                    <a:pt x="1042" y="506"/>
                  </a:lnTo>
                  <a:lnTo>
                    <a:pt x="1045" y="507"/>
                  </a:lnTo>
                  <a:lnTo>
                    <a:pt x="1047" y="508"/>
                  </a:lnTo>
                  <a:lnTo>
                    <a:pt x="1049" y="507"/>
                  </a:lnTo>
                  <a:lnTo>
                    <a:pt x="1051" y="505"/>
                  </a:lnTo>
                  <a:lnTo>
                    <a:pt x="1054" y="504"/>
                  </a:lnTo>
                  <a:lnTo>
                    <a:pt x="1057" y="504"/>
                  </a:lnTo>
                  <a:lnTo>
                    <a:pt x="1060" y="503"/>
                  </a:lnTo>
                  <a:lnTo>
                    <a:pt x="1063" y="503"/>
                  </a:lnTo>
                  <a:lnTo>
                    <a:pt x="1067" y="504"/>
                  </a:lnTo>
                  <a:lnTo>
                    <a:pt x="1069" y="506"/>
                  </a:lnTo>
                  <a:lnTo>
                    <a:pt x="1070" y="508"/>
                  </a:lnTo>
                  <a:lnTo>
                    <a:pt x="1070" y="511"/>
                  </a:lnTo>
                  <a:lnTo>
                    <a:pt x="1072" y="513"/>
                  </a:lnTo>
                  <a:lnTo>
                    <a:pt x="1075" y="513"/>
                  </a:lnTo>
                  <a:lnTo>
                    <a:pt x="1079" y="514"/>
                  </a:lnTo>
                  <a:lnTo>
                    <a:pt x="1081" y="515"/>
                  </a:lnTo>
                  <a:lnTo>
                    <a:pt x="1082" y="517"/>
                  </a:lnTo>
                  <a:lnTo>
                    <a:pt x="1081" y="520"/>
                  </a:lnTo>
                  <a:lnTo>
                    <a:pt x="1082" y="521"/>
                  </a:lnTo>
                  <a:lnTo>
                    <a:pt x="1084" y="523"/>
                  </a:lnTo>
                  <a:close/>
                </a:path>
              </a:pathLst>
            </a:custGeom>
            <a:solidFill>
              <a:srgbClr val="ECB78D">
                <a:alpha val="9600"/>
              </a:srgbClr>
            </a:solidFill>
            <a:ln>
              <a:noFill/>
            </a:ln>
          </p:spPr>
          <p:txBody>
            <a:bodyPr anchor="ctr"/>
            <a:lstStyle/>
            <a:p>
              <a:pPr algn="ctr">
                <a:buNone/>
              </a:pPr>
            </a:p>
          </p:txBody>
        </p:sp>
        <p:sp>
          <p:nvSpPr>
            <p:cNvPr id="712" name="addition:spatial:94"/>
            <p:cNvSpPr>
              <a:spLocks noGrp="1"/>
            </p:cNvSpPr>
            <p:nvPr/>
          </p:nvSpPr>
          <p:spPr>
            <a:xfrm>
              <a:off x="5648325" y="1666875"/>
              <a:ext cx="1393500" cy="910102"/>
            </a:xfrm>
            <a:custGeom>
              <a:avLst/>
              <a:gdLst/>
              <a:ahLst/>
              <a:cxnLst/>
              <a:rect l="l" t="t" r="r" b="b"/>
              <a:pathLst>
                <a:path w="1051" h="538">
                  <a:moveTo>
                    <a:pt x="0" y="0"/>
                  </a:moveTo>
                  <a:moveTo>
                    <a:pt x="1046" y="517"/>
                  </a:moveTo>
                  <a:lnTo>
                    <a:pt x="1049" y="519"/>
                  </a:lnTo>
                  <a:lnTo>
                    <a:pt x="1051" y="521"/>
                  </a:lnTo>
                  <a:lnTo>
                    <a:pt x="1050" y="522"/>
                  </a:lnTo>
                  <a:lnTo>
                    <a:pt x="1048" y="523"/>
                  </a:lnTo>
                  <a:lnTo>
                    <a:pt x="1046" y="525"/>
                  </a:lnTo>
                  <a:lnTo>
                    <a:pt x="1046" y="526"/>
                  </a:lnTo>
                  <a:lnTo>
                    <a:pt x="1046" y="528"/>
                  </a:lnTo>
                  <a:lnTo>
                    <a:pt x="1045" y="529"/>
                  </a:lnTo>
                  <a:lnTo>
                    <a:pt x="1043" y="530"/>
                  </a:lnTo>
                  <a:lnTo>
                    <a:pt x="1041" y="531"/>
                  </a:lnTo>
                  <a:lnTo>
                    <a:pt x="1038" y="531"/>
                  </a:lnTo>
                  <a:lnTo>
                    <a:pt x="1037" y="532"/>
                  </a:lnTo>
                  <a:lnTo>
                    <a:pt x="1035" y="532"/>
                  </a:lnTo>
                  <a:lnTo>
                    <a:pt x="1032" y="532"/>
                  </a:lnTo>
                  <a:lnTo>
                    <a:pt x="1030" y="532"/>
                  </a:lnTo>
                  <a:lnTo>
                    <a:pt x="1028" y="533"/>
                  </a:lnTo>
                  <a:lnTo>
                    <a:pt x="1026" y="535"/>
                  </a:lnTo>
                  <a:lnTo>
                    <a:pt x="1023" y="537"/>
                  </a:lnTo>
                  <a:lnTo>
                    <a:pt x="1020" y="538"/>
                  </a:lnTo>
                  <a:lnTo>
                    <a:pt x="1017" y="537"/>
                  </a:lnTo>
                  <a:lnTo>
                    <a:pt x="1015" y="535"/>
                  </a:lnTo>
                  <a:lnTo>
                    <a:pt x="1013" y="533"/>
                  </a:lnTo>
                  <a:lnTo>
                    <a:pt x="1011" y="531"/>
                  </a:lnTo>
                  <a:lnTo>
                    <a:pt x="1009" y="531"/>
                  </a:lnTo>
                  <a:lnTo>
                    <a:pt x="1006" y="530"/>
                  </a:lnTo>
                  <a:lnTo>
                    <a:pt x="1004" y="529"/>
                  </a:lnTo>
                  <a:lnTo>
                    <a:pt x="1003" y="528"/>
                  </a:lnTo>
                  <a:lnTo>
                    <a:pt x="1001" y="527"/>
                  </a:lnTo>
                  <a:lnTo>
                    <a:pt x="999" y="526"/>
                  </a:lnTo>
                  <a:lnTo>
                    <a:pt x="996" y="525"/>
                  </a:lnTo>
                  <a:lnTo>
                    <a:pt x="995" y="524"/>
                  </a:lnTo>
                  <a:lnTo>
                    <a:pt x="995" y="522"/>
                  </a:lnTo>
                  <a:lnTo>
                    <a:pt x="995" y="520"/>
                  </a:lnTo>
                  <a:lnTo>
                    <a:pt x="994" y="519"/>
                  </a:lnTo>
                  <a:lnTo>
                    <a:pt x="993" y="517"/>
                  </a:lnTo>
                  <a:lnTo>
                    <a:pt x="992" y="515"/>
                  </a:lnTo>
                  <a:lnTo>
                    <a:pt x="993" y="514"/>
                  </a:lnTo>
                  <a:lnTo>
                    <a:pt x="997" y="512"/>
                  </a:lnTo>
                  <a:lnTo>
                    <a:pt x="1001" y="512"/>
                  </a:lnTo>
                  <a:lnTo>
                    <a:pt x="1004" y="511"/>
                  </a:lnTo>
                  <a:lnTo>
                    <a:pt x="1004" y="509"/>
                  </a:lnTo>
                  <a:lnTo>
                    <a:pt x="1004" y="507"/>
                  </a:lnTo>
                  <a:lnTo>
                    <a:pt x="1004" y="505"/>
                  </a:lnTo>
                  <a:lnTo>
                    <a:pt x="1005" y="504"/>
                  </a:lnTo>
                  <a:lnTo>
                    <a:pt x="1007" y="502"/>
                  </a:lnTo>
                  <a:lnTo>
                    <a:pt x="1009" y="501"/>
                  </a:lnTo>
                  <a:lnTo>
                    <a:pt x="1011" y="500"/>
                  </a:lnTo>
                  <a:lnTo>
                    <a:pt x="1013" y="499"/>
                  </a:lnTo>
                  <a:lnTo>
                    <a:pt x="1016" y="499"/>
                  </a:lnTo>
                  <a:lnTo>
                    <a:pt x="1019" y="500"/>
                  </a:lnTo>
                  <a:lnTo>
                    <a:pt x="1022" y="501"/>
                  </a:lnTo>
                  <a:lnTo>
                    <a:pt x="1023" y="501"/>
                  </a:lnTo>
                  <a:lnTo>
                    <a:pt x="1025" y="500"/>
                  </a:lnTo>
                  <a:lnTo>
                    <a:pt x="1028" y="499"/>
                  </a:lnTo>
                  <a:lnTo>
                    <a:pt x="1030" y="500"/>
                  </a:lnTo>
                  <a:lnTo>
                    <a:pt x="1031" y="501"/>
                  </a:lnTo>
                  <a:lnTo>
                    <a:pt x="1032" y="503"/>
                  </a:lnTo>
                  <a:lnTo>
                    <a:pt x="1034" y="503"/>
                  </a:lnTo>
                  <a:lnTo>
                    <a:pt x="1037" y="502"/>
                  </a:lnTo>
                  <a:lnTo>
                    <a:pt x="1040" y="502"/>
                  </a:lnTo>
                  <a:lnTo>
                    <a:pt x="1042" y="503"/>
                  </a:lnTo>
                  <a:lnTo>
                    <a:pt x="1043" y="504"/>
                  </a:lnTo>
                  <a:lnTo>
                    <a:pt x="1044" y="506"/>
                  </a:lnTo>
                  <a:lnTo>
                    <a:pt x="1045" y="507"/>
                  </a:lnTo>
                  <a:lnTo>
                    <a:pt x="1045" y="509"/>
                  </a:lnTo>
                  <a:lnTo>
                    <a:pt x="1045" y="511"/>
                  </a:lnTo>
                  <a:lnTo>
                    <a:pt x="1043" y="513"/>
                  </a:lnTo>
                  <a:lnTo>
                    <a:pt x="1042" y="514"/>
                  </a:lnTo>
                  <a:lnTo>
                    <a:pt x="1043" y="516"/>
                  </a:lnTo>
                  <a:close/>
                </a:path>
              </a:pathLst>
            </a:custGeom>
            <a:solidFill>
              <a:srgbClr val="ECB78D">
                <a:alpha val="9600"/>
              </a:srgbClr>
            </a:solidFill>
            <a:ln>
              <a:noFill/>
            </a:ln>
          </p:spPr>
          <p:txBody>
            <a:bodyPr anchor="ctr"/>
            <a:lstStyle/>
            <a:p>
              <a:pPr algn="ctr">
                <a:buNone/>
              </a:pPr>
            </a:p>
          </p:txBody>
        </p:sp>
        <p:sp>
          <p:nvSpPr>
            <p:cNvPr id="713" name="addition:spatial:95"/>
            <p:cNvSpPr>
              <a:spLocks noGrp="1"/>
            </p:cNvSpPr>
            <p:nvPr/>
          </p:nvSpPr>
          <p:spPr>
            <a:xfrm>
              <a:off x="5648325" y="1666875"/>
              <a:ext cx="1470401" cy="911794"/>
            </a:xfrm>
            <a:custGeom>
              <a:avLst/>
              <a:gdLst/>
              <a:ahLst/>
              <a:cxnLst/>
              <a:rect l="l" t="t" r="r" b="b"/>
              <a:pathLst>
                <a:path w="1109" h="539">
                  <a:moveTo>
                    <a:pt x="0" y="0"/>
                  </a:moveTo>
                  <a:moveTo>
                    <a:pt x="1102" y="514"/>
                  </a:moveTo>
                  <a:lnTo>
                    <a:pt x="1100" y="516"/>
                  </a:lnTo>
                  <a:lnTo>
                    <a:pt x="1100" y="518"/>
                  </a:lnTo>
                  <a:lnTo>
                    <a:pt x="1103" y="520"/>
                  </a:lnTo>
                  <a:lnTo>
                    <a:pt x="1106" y="522"/>
                  </a:lnTo>
                  <a:lnTo>
                    <a:pt x="1107" y="525"/>
                  </a:lnTo>
                  <a:lnTo>
                    <a:pt x="1105" y="527"/>
                  </a:lnTo>
                  <a:lnTo>
                    <a:pt x="1101" y="528"/>
                  </a:lnTo>
                  <a:lnTo>
                    <a:pt x="1097" y="529"/>
                  </a:lnTo>
                  <a:lnTo>
                    <a:pt x="1095" y="530"/>
                  </a:lnTo>
                  <a:lnTo>
                    <a:pt x="1095" y="532"/>
                  </a:lnTo>
                  <a:lnTo>
                    <a:pt x="1093" y="534"/>
                  </a:lnTo>
                  <a:lnTo>
                    <a:pt x="1090" y="535"/>
                  </a:lnTo>
                  <a:lnTo>
                    <a:pt x="1086" y="534"/>
                  </a:lnTo>
                  <a:lnTo>
                    <a:pt x="1082" y="534"/>
                  </a:lnTo>
                  <a:lnTo>
                    <a:pt x="1080" y="534"/>
                  </a:lnTo>
                  <a:lnTo>
                    <a:pt x="1077" y="535"/>
                  </a:lnTo>
                  <a:lnTo>
                    <a:pt x="1074" y="535"/>
                  </a:lnTo>
                  <a:lnTo>
                    <a:pt x="1071" y="535"/>
                  </a:lnTo>
                  <a:lnTo>
                    <a:pt x="1068" y="536"/>
                  </a:lnTo>
                  <a:lnTo>
                    <a:pt x="1064" y="537"/>
                  </a:lnTo>
                  <a:lnTo>
                    <a:pt x="1059" y="538"/>
                  </a:lnTo>
                  <a:lnTo>
                    <a:pt x="1054" y="539"/>
                  </a:lnTo>
                  <a:lnTo>
                    <a:pt x="1050" y="537"/>
                  </a:lnTo>
                  <a:lnTo>
                    <a:pt x="1049" y="534"/>
                  </a:lnTo>
                  <a:lnTo>
                    <a:pt x="1048" y="531"/>
                  </a:lnTo>
                  <a:lnTo>
                    <a:pt x="1047" y="528"/>
                  </a:lnTo>
                  <a:lnTo>
                    <a:pt x="1044" y="527"/>
                  </a:lnTo>
                  <a:lnTo>
                    <a:pt x="1040" y="527"/>
                  </a:lnTo>
                  <a:lnTo>
                    <a:pt x="1036" y="525"/>
                  </a:lnTo>
                  <a:lnTo>
                    <a:pt x="1034" y="524"/>
                  </a:lnTo>
                  <a:lnTo>
                    <a:pt x="1033" y="522"/>
                  </a:lnTo>
                  <a:lnTo>
                    <a:pt x="1031" y="520"/>
                  </a:lnTo>
                  <a:lnTo>
                    <a:pt x="1028" y="518"/>
                  </a:lnTo>
                  <a:lnTo>
                    <a:pt x="1026" y="516"/>
                  </a:lnTo>
                  <a:lnTo>
                    <a:pt x="1025" y="514"/>
                  </a:lnTo>
                  <a:lnTo>
                    <a:pt x="1026" y="512"/>
                  </a:lnTo>
                  <a:lnTo>
                    <a:pt x="1027" y="510"/>
                  </a:lnTo>
                  <a:lnTo>
                    <a:pt x="1027" y="508"/>
                  </a:lnTo>
                  <a:lnTo>
                    <a:pt x="1026" y="505"/>
                  </a:lnTo>
                  <a:lnTo>
                    <a:pt x="1029" y="503"/>
                  </a:lnTo>
                  <a:lnTo>
                    <a:pt x="1033" y="502"/>
                  </a:lnTo>
                  <a:lnTo>
                    <a:pt x="1040" y="502"/>
                  </a:lnTo>
                  <a:lnTo>
                    <a:pt x="1044" y="502"/>
                  </a:lnTo>
                  <a:lnTo>
                    <a:pt x="1046" y="500"/>
                  </a:lnTo>
                  <a:lnTo>
                    <a:pt x="1046" y="498"/>
                  </a:lnTo>
                  <a:lnTo>
                    <a:pt x="1047" y="494"/>
                  </a:lnTo>
                  <a:lnTo>
                    <a:pt x="1050" y="492"/>
                  </a:lnTo>
                  <a:lnTo>
                    <a:pt x="1054" y="491"/>
                  </a:lnTo>
                  <a:lnTo>
                    <a:pt x="1058" y="491"/>
                  </a:lnTo>
                  <a:lnTo>
                    <a:pt x="1062" y="490"/>
                  </a:lnTo>
                  <a:lnTo>
                    <a:pt x="1066" y="490"/>
                  </a:lnTo>
                  <a:lnTo>
                    <a:pt x="1071" y="490"/>
                  </a:lnTo>
                  <a:lnTo>
                    <a:pt x="1074" y="492"/>
                  </a:lnTo>
                  <a:lnTo>
                    <a:pt x="1078" y="494"/>
                  </a:lnTo>
                  <a:lnTo>
                    <a:pt x="1081" y="494"/>
                  </a:lnTo>
                  <a:lnTo>
                    <a:pt x="1084" y="493"/>
                  </a:lnTo>
                  <a:lnTo>
                    <a:pt x="1088" y="493"/>
                  </a:lnTo>
                  <a:lnTo>
                    <a:pt x="1091" y="494"/>
                  </a:lnTo>
                  <a:lnTo>
                    <a:pt x="1093" y="496"/>
                  </a:lnTo>
                  <a:lnTo>
                    <a:pt x="1094" y="498"/>
                  </a:lnTo>
                  <a:lnTo>
                    <a:pt x="1096" y="499"/>
                  </a:lnTo>
                  <a:lnTo>
                    <a:pt x="1100" y="499"/>
                  </a:lnTo>
                  <a:lnTo>
                    <a:pt x="1105" y="499"/>
                  </a:lnTo>
                  <a:lnTo>
                    <a:pt x="1109" y="501"/>
                  </a:lnTo>
                  <a:lnTo>
                    <a:pt x="1109" y="503"/>
                  </a:lnTo>
                  <a:lnTo>
                    <a:pt x="1108" y="506"/>
                  </a:lnTo>
                  <a:lnTo>
                    <a:pt x="1106" y="508"/>
                  </a:lnTo>
                  <a:lnTo>
                    <a:pt x="1105" y="510"/>
                  </a:lnTo>
                  <a:lnTo>
                    <a:pt x="1104" y="512"/>
                  </a:lnTo>
                  <a:close/>
                </a:path>
              </a:pathLst>
            </a:custGeom>
            <a:solidFill>
              <a:srgbClr val="ECB78D">
                <a:alpha val="9600"/>
              </a:srgbClr>
            </a:solidFill>
            <a:ln>
              <a:noFill/>
            </a:ln>
          </p:spPr>
          <p:txBody>
            <a:bodyPr anchor="ctr"/>
            <a:lstStyle/>
            <a:p>
              <a:pPr algn="ctr">
                <a:buNone/>
              </a:pPr>
            </a:p>
          </p:txBody>
        </p:sp>
        <p:sp>
          <p:nvSpPr>
            <p:cNvPr id="714" name="addition:spatial:96"/>
            <p:cNvSpPr>
              <a:spLocks noGrp="1"/>
            </p:cNvSpPr>
            <p:nvPr/>
          </p:nvSpPr>
          <p:spPr>
            <a:xfrm>
              <a:off x="5648325" y="1666875"/>
              <a:ext cx="1494267" cy="928710"/>
            </a:xfrm>
            <a:custGeom>
              <a:avLst/>
              <a:gdLst/>
              <a:ahLst/>
              <a:cxnLst/>
              <a:rect l="l" t="t" r="r" b="b"/>
              <a:pathLst>
                <a:path w="1127" h="549">
                  <a:moveTo>
                    <a:pt x="0" y="0"/>
                  </a:moveTo>
                  <a:moveTo>
                    <a:pt x="1127" y="510"/>
                  </a:moveTo>
                  <a:lnTo>
                    <a:pt x="1126" y="513"/>
                  </a:lnTo>
                  <a:lnTo>
                    <a:pt x="1124" y="516"/>
                  </a:lnTo>
                  <a:lnTo>
                    <a:pt x="1124" y="519"/>
                  </a:lnTo>
                  <a:lnTo>
                    <a:pt x="1124" y="522"/>
                  </a:lnTo>
                  <a:lnTo>
                    <a:pt x="1122" y="525"/>
                  </a:lnTo>
                  <a:lnTo>
                    <a:pt x="1118" y="527"/>
                  </a:lnTo>
                  <a:lnTo>
                    <a:pt x="1114" y="529"/>
                  </a:lnTo>
                  <a:lnTo>
                    <a:pt x="1111" y="531"/>
                  </a:lnTo>
                  <a:lnTo>
                    <a:pt x="1108" y="533"/>
                  </a:lnTo>
                  <a:lnTo>
                    <a:pt x="1105" y="535"/>
                  </a:lnTo>
                  <a:lnTo>
                    <a:pt x="1100" y="536"/>
                  </a:lnTo>
                  <a:lnTo>
                    <a:pt x="1094" y="536"/>
                  </a:lnTo>
                  <a:lnTo>
                    <a:pt x="1089" y="536"/>
                  </a:lnTo>
                  <a:lnTo>
                    <a:pt x="1085" y="539"/>
                  </a:lnTo>
                  <a:lnTo>
                    <a:pt x="1082" y="543"/>
                  </a:lnTo>
                  <a:lnTo>
                    <a:pt x="1077" y="547"/>
                  </a:lnTo>
                  <a:lnTo>
                    <a:pt x="1071" y="549"/>
                  </a:lnTo>
                  <a:lnTo>
                    <a:pt x="1064" y="547"/>
                  </a:lnTo>
                  <a:lnTo>
                    <a:pt x="1059" y="544"/>
                  </a:lnTo>
                  <a:lnTo>
                    <a:pt x="1054" y="541"/>
                  </a:lnTo>
                  <a:lnTo>
                    <a:pt x="1049" y="540"/>
                  </a:lnTo>
                  <a:lnTo>
                    <a:pt x="1045" y="538"/>
                  </a:lnTo>
                  <a:lnTo>
                    <a:pt x="1041" y="536"/>
                  </a:lnTo>
                  <a:lnTo>
                    <a:pt x="1038" y="534"/>
                  </a:lnTo>
                  <a:lnTo>
                    <a:pt x="1034" y="533"/>
                  </a:lnTo>
                  <a:lnTo>
                    <a:pt x="1028" y="533"/>
                  </a:lnTo>
                  <a:lnTo>
                    <a:pt x="1022" y="533"/>
                  </a:lnTo>
                  <a:lnTo>
                    <a:pt x="1018" y="531"/>
                  </a:lnTo>
                  <a:lnTo>
                    <a:pt x="1017" y="528"/>
                  </a:lnTo>
                  <a:lnTo>
                    <a:pt x="1017" y="524"/>
                  </a:lnTo>
                  <a:lnTo>
                    <a:pt x="1017" y="521"/>
                  </a:lnTo>
                  <a:lnTo>
                    <a:pt x="1013" y="519"/>
                  </a:lnTo>
                  <a:lnTo>
                    <a:pt x="1009" y="516"/>
                  </a:lnTo>
                  <a:lnTo>
                    <a:pt x="1008" y="513"/>
                  </a:lnTo>
                  <a:lnTo>
                    <a:pt x="1011" y="510"/>
                  </a:lnTo>
                  <a:lnTo>
                    <a:pt x="1018" y="507"/>
                  </a:lnTo>
                  <a:lnTo>
                    <a:pt x="1024" y="505"/>
                  </a:lnTo>
                  <a:lnTo>
                    <a:pt x="1026" y="502"/>
                  </a:lnTo>
                  <a:lnTo>
                    <a:pt x="1027" y="500"/>
                  </a:lnTo>
                  <a:lnTo>
                    <a:pt x="1027" y="497"/>
                  </a:lnTo>
                  <a:lnTo>
                    <a:pt x="1028" y="494"/>
                  </a:lnTo>
                  <a:lnTo>
                    <a:pt x="1029" y="491"/>
                  </a:lnTo>
                  <a:lnTo>
                    <a:pt x="1030" y="487"/>
                  </a:lnTo>
                  <a:lnTo>
                    <a:pt x="1030" y="483"/>
                  </a:lnTo>
                  <a:lnTo>
                    <a:pt x="1033" y="480"/>
                  </a:lnTo>
                  <a:lnTo>
                    <a:pt x="1039" y="479"/>
                  </a:lnTo>
                  <a:lnTo>
                    <a:pt x="1046" y="481"/>
                  </a:lnTo>
                  <a:lnTo>
                    <a:pt x="1051" y="482"/>
                  </a:lnTo>
                  <a:lnTo>
                    <a:pt x="1055" y="482"/>
                  </a:lnTo>
                  <a:lnTo>
                    <a:pt x="1058" y="480"/>
                  </a:lnTo>
                  <a:lnTo>
                    <a:pt x="1061" y="477"/>
                  </a:lnTo>
                  <a:lnTo>
                    <a:pt x="1065" y="477"/>
                  </a:lnTo>
                  <a:lnTo>
                    <a:pt x="1069" y="478"/>
                  </a:lnTo>
                  <a:lnTo>
                    <a:pt x="1073" y="480"/>
                  </a:lnTo>
                  <a:lnTo>
                    <a:pt x="1077" y="481"/>
                  </a:lnTo>
                  <a:lnTo>
                    <a:pt x="1081" y="480"/>
                  </a:lnTo>
                  <a:lnTo>
                    <a:pt x="1086" y="479"/>
                  </a:lnTo>
                  <a:lnTo>
                    <a:pt x="1091" y="479"/>
                  </a:lnTo>
                  <a:lnTo>
                    <a:pt x="1095" y="481"/>
                  </a:lnTo>
                  <a:lnTo>
                    <a:pt x="1100" y="482"/>
                  </a:lnTo>
                  <a:lnTo>
                    <a:pt x="1104" y="484"/>
                  </a:lnTo>
                  <a:lnTo>
                    <a:pt x="1108" y="486"/>
                  </a:lnTo>
                  <a:lnTo>
                    <a:pt x="1110" y="490"/>
                  </a:lnTo>
                  <a:lnTo>
                    <a:pt x="1108" y="494"/>
                  </a:lnTo>
                  <a:lnTo>
                    <a:pt x="1105" y="498"/>
                  </a:lnTo>
                  <a:lnTo>
                    <a:pt x="1105" y="501"/>
                  </a:lnTo>
                  <a:lnTo>
                    <a:pt x="1110" y="503"/>
                  </a:lnTo>
                  <a:lnTo>
                    <a:pt x="1118" y="504"/>
                  </a:lnTo>
                  <a:lnTo>
                    <a:pt x="1125" y="507"/>
                  </a:lnTo>
                  <a:close/>
                </a:path>
              </a:pathLst>
            </a:custGeom>
            <a:solidFill>
              <a:srgbClr val="E18B48">
                <a:alpha val="11100"/>
              </a:srgbClr>
            </a:solidFill>
            <a:ln>
              <a:noFill/>
            </a:ln>
          </p:spPr>
          <p:txBody>
            <a:bodyPr anchor="ctr"/>
            <a:lstStyle/>
            <a:p>
              <a:pPr algn="ctr">
                <a:buNone/>
              </a:pPr>
            </a:p>
          </p:txBody>
        </p:sp>
        <p:sp>
          <p:nvSpPr>
            <p:cNvPr id="715" name="addition:spatial:97"/>
            <p:cNvSpPr>
              <a:spLocks noGrp="1"/>
            </p:cNvSpPr>
            <p:nvPr/>
          </p:nvSpPr>
          <p:spPr>
            <a:xfrm>
              <a:off x="5648325" y="1666875"/>
              <a:ext cx="1423995" cy="879653"/>
            </a:xfrm>
            <a:custGeom>
              <a:avLst/>
              <a:gdLst/>
              <a:ahLst/>
              <a:cxnLst/>
              <a:rect l="l" t="t" r="r" b="b"/>
              <a:pathLst>
                <a:path w="1074" h="520">
                  <a:moveTo>
                    <a:pt x="0" y="0"/>
                  </a:moveTo>
                  <a:moveTo>
                    <a:pt x="1073" y="501"/>
                  </a:moveTo>
                  <a:lnTo>
                    <a:pt x="1074" y="503"/>
                  </a:lnTo>
                  <a:lnTo>
                    <a:pt x="1074" y="504"/>
                  </a:lnTo>
                  <a:lnTo>
                    <a:pt x="1073" y="506"/>
                  </a:lnTo>
                  <a:lnTo>
                    <a:pt x="1071" y="507"/>
                  </a:lnTo>
                  <a:lnTo>
                    <a:pt x="1069" y="508"/>
                  </a:lnTo>
                  <a:lnTo>
                    <a:pt x="1068" y="509"/>
                  </a:lnTo>
                  <a:lnTo>
                    <a:pt x="1068" y="511"/>
                  </a:lnTo>
                  <a:lnTo>
                    <a:pt x="1066" y="512"/>
                  </a:lnTo>
                  <a:lnTo>
                    <a:pt x="1063" y="512"/>
                  </a:lnTo>
                  <a:lnTo>
                    <a:pt x="1060" y="512"/>
                  </a:lnTo>
                  <a:lnTo>
                    <a:pt x="1058" y="513"/>
                  </a:lnTo>
                  <a:lnTo>
                    <a:pt x="1057" y="514"/>
                  </a:lnTo>
                  <a:lnTo>
                    <a:pt x="1056" y="517"/>
                  </a:lnTo>
                  <a:lnTo>
                    <a:pt x="1054" y="519"/>
                  </a:lnTo>
                  <a:lnTo>
                    <a:pt x="1051" y="520"/>
                  </a:lnTo>
                  <a:lnTo>
                    <a:pt x="1048" y="519"/>
                  </a:lnTo>
                  <a:lnTo>
                    <a:pt x="1046" y="519"/>
                  </a:lnTo>
                  <a:lnTo>
                    <a:pt x="1043" y="518"/>
                  </a:lnTo>
                  <a:lnTo>
                    <a:pt x="1041" y="517"/>
                  </a:lnTo>
                  <a:lnTo>
                    <a:pt x="1039" y="516"/>
                  </a:lnTo>
                  <a:lnTo>
                    <a:pt x="1037" y="515"/>
                  </a:lnTo>
                  <a:lnTo>
                    <a:pt x="1036" y="514"/>
                  </a:lnTo>
                  <a:lnTo>
                    <a:pt x="1034" y="514"/>
                  </a:lnTo>
                  <a:lnTo>
                    <a:pt x="1031" y="514"/>
                  </a:lnTo>
                  <a:lnTo>
                    <a:pt x="1028" y="515"/>
                  </a:lnTo>
                  <a:lnTo>
                    <a:pt x="1026" y="514"/>
                  </a:lnTo>
                  <a:lnTo>
                    <a:pt x="1026" y="512"/>
                  </a:lnTo>
                  <a:lnTo>
                    <a:pt x="1026" y="511"/>
                  </a:lnTo>
                  <a:lnTo>
                    <a:pt x="1025" y="509"/>
                  </a:lnTo>
                  <a:lnTo>
                    <a:pt x="1023" y="508"/>
                  </a:lnTo>
                  <a:lnTo>
                    <a:pt x="1021" y="507"/>
                  </a:lnTo>
                  <a:lnTo>
                    <a:pt x="1020" y="506"/>
                  </a:lnTo>
                  <a:lnTo>
                    <a:pt x="1021" y="504"/>
                  </a:lnTo>
                  <a:lnTo>
                    <a:pt x="1023" y="502"/>
                  </a:lnTo>
                  <a:lnTo>
                    <a:pt x="1025" y="501"/>
                  </a:lnTo>
                  <a:lnTo>
                    <a:pt x="1025" y="500"/>
                  </a:lnTo>
                  <a:lnTo>
                    <a:pt x="1026" y="498"/>
                  </a:lnTo>
                  <a:lnTo>
                    <a:pt x="1026" y="497"/>
                  </a:lnTo>
                  <a:lnTo>
                    <a:pt x="1027" y="496"/>
                  </a:lnTo>
                  <a:lnTo>
                    <a:pt x="1027" y="494"/>
                  </a:lnTo>
                  <a:lnTo>
                    <a:pt x="1026" y="492"/>
                  </a:lnTo>
                  <a:lnTo>
                    <a:pt x="1025" y="490"/>
                  </a:lnTo>
                  <a:lnTo>
                    <a:pt x="1025" y="488"/>
                  </a:lnTo>
                  <a:lnTo>
                    <a:pt x="1028" y="487"/>
                  </a:lnTo>
                  <a:lnTo>
                    <a:pt x="1031" y="488"/>
                  </a:lnTo>
                  <a:lnTo>
                    <a:pt x="1034" y="488"/>
                  </a:lnTo>
                  <a:lnTo>
                    <a:pt x="1035" y="488"/>
                  </a:lnTo>
                  <a:lnTo>
                    <a:pt x="1037" y="486"/>
                  </a:lnTo>
                  <a:lnTo>
                    <a:pt x="1038" y="485"/>
                  </a:lnTo>
                  <a:lnTo>
                    <a:pt x="1040" y="485"/>
                  </a:lnTo>
                  <a:lnTo>
                    <a:pt x="1042" y="485"/>
                  </a:lnTo>
                  <a:lnTo>
                    <a:pt x="1043" y="486"/>
                  </a:lnTo>
                  <a:lnTo>
                    <a:pt x="1045" y="485"/>
                  </a:lnTo>
                  <a:lnTo>
                    <a:pt x="1047" y="485"/>
                  </a:lnTo>
                  <a:lnTo>
                    <a:pt x="1050" y="484"/>
                  </a:lnTo>
                  <a:lnTo>
                    <a:pt x="1052" y="485"/>
                  </a:lnTo>
                  <a:lnTo>
                    <a:pt x="1054" y="485"/>
                  </a:lnTo>
                  <a:lnTo>
                    <a:pt x="1056" y="485"/>
                  </a:lnTo>
                  <a:lnTo>
                    <a:pt x="1059" y="485"/>
                  </a:lnTo>
                  <a:lnTo>
                    <a:pt x="1062" y="486"/>
                  </a:lnTo>
                  <a:lnTo>
                    <a:pt x="1063" y="488"/>
                  </a:lnTo>
                  <a:lnTo>
                    <a:pt x="1063" y="490"/>
                  </a:lnTo>
                  <a:lnTo>
                    <a:pt x="1062" y="493"/>
                  </a:lnTo>
                  <a:lnTo>
                    <a:pt x="1062" y="494"/>
                  </a:lnTo>
                  <a:lnTo>
                    <a:pt x="1065" y="495"/>
                  </a:lnTo>
                  <a:lnTo>
                    <a:pt x="1068" y="495"/>
                  </a:lnTo>
                  <a:lnTo>
                    <a:pt x="1071" y="496"/>
                  </a:lnTo>
                  <a:lnTo>
                    <a:pt x="1072" y="498"/>
                  </a:lnTo>
                  <a:lnTo>
                    <a:pt x="1073" y="499"/>
                  </a:lnTo>
                  <a:close/>
                </a:path>
              </a:pathLst>
            </a:custGeom>
            <a:solidFill>
              <a:srgbClr val="DE8036">
                <a:alpha val="10800"/>
              </a:srgbClr>
            </a:solidFill>
            <a:ln>
              <a:noFill/>
            </a:ln>
          </p:spPr>
          <p:txBody>
            <a:bodyPr anchor="ctr"/>
            <a:lstStyle/>
            <a:p>
              <a:pPr algn="ctr">
                <a:buNone/>
              </a:pPr>
            </a:p>
          </p:txBody>
        </p:sp>
        <p:sp>
          <p:nvSpPr>
            <p:cNvPr id="716" name="addition:spatial:98"/>
            <p:cNvSpPr>
              <a:spLocks noGrp="1"/>
            </p:cNvSpPr>
            <p:nvPr/>
          </p:nvSpPr>
          <p:spPr>
            <a:xfrm>
              <a:off x="5648325" y="1666875"/>
              <a:ext cx="1463772" cy="864428"/>
            </a:xfrm>
            <a:custGeom>
              <a:avLst/>
              <a:gdLst/>
              <a:ahLst/>
              <a:cxnLst/>
              <a:rect l="l" t="t" r="r" b="b"/>
              <a:pathLst>
                <a:path w="1104" h="511">
                  <a:moveTo>
                    <a:pt x="0" y="0"/>
                  </a:moveTo>
                  <a:moveTo>
                    <a:pt x="1103" y="496"/>
                  </a:moveTo>
                  <a:lnTo>
                    <a:pt x="1102" y="497"/>
                  </a:lnTo>
                  <a:lnTo>
                    <a:pt x="1102" y="498"/>
                  </a:lnTo>
                  <a:lnTo>
                    <a:pt x="1103" y="499"/>
                  </a:lnTo>
                  <a:lnTo>
                    <a:pt x="1102" y="501"/>
                  </a:lnTo>
                  <a:lnTo>
                    <a:pt x="1101" y="502"/>
                  </a:lnTo>
                  <a:lnTo>
                    <a:pt x="1099" y="502"/>
                  </a:lnTo>
                  <a:lnTo>
                    <a:pt x="1097" y="503"/>
                  </a:lnTo>
                  <a:lnTo>
                    <a:pt x="1096" y="504"/>
                  </a:lnTo>
                  <a:lnTo>
                    <a:pt x="1094" y="504"/>
                  </a:lnTo>
                  <a:lnTo>
                    <a:pt x="1093" y="505"/>
                  </a:lnTo>
                  <a:lnTo>
                    <a:pt x="1091" y="506"/>
                  </a:lnTo>
                  <a:lnTo>
                    <a:pt x="1090" y="506"/>
                  </a:lnTo>
                  <a:lnTo>
                    <a:pt x="1089" y="508"/>
                  </a:lnTo>
                  <a:lnTo>
                    <a:pt x="1087" y="510"/>
                  </a:lnTo>
                  <a:lnTo>
                    <a:pt x="1085" y="511"/>
                  </a:lnTo>
                  <a:lnTo>
                    <a:pt x="1083" y="510"/>
                  </a:lnTo>
                  <a:lnTo>
                    <a:pt x="1081" y="509"/>
                  </a:lnTo>
                  <a:lnTo>
                    <a:pt x="1079" y="508"/>
                  </a:lnTo>
                  <a:lnTo>
                    <a:pt x="1077" y="507"/>
                  </a:lnTo>
                  <a:lnTo>
                    <a:pt x="1076" y="507"/>
                  </a:lnTo>
                  <a:lnTo>
                    <a:pt x="1074" y="507"/>
                  </a:lnTo>
                  <a:lnTo>
                    <a:pt x="1072" y="507"/>
                  </a:lnTo>
                  <a:lnTo>
                    <a:pt x="1071" y="507"/>
                  </a:lnTo>
                  <a:lnTo>
                    <a:pt x="1070" y="506"/>
                  </a:lnTo>
                  <a:lnTo>
                    <a:pt x="1068" y="506"/>
                  </a:lnTo>
                  <a:lnTo>
                    <a:pt x="1066" y="505"/>
                  </a:lnTo>
                  <a:lnTo>
                    <a:pt x="1065" y="505"/>
                  </a:lnTo>
                  <a:lnTo>
                    <a:pt x="1064" y="504"/>
                  </a:lnTo>
                  <a:lnTo>
                    <a:pt x="1064" y="502"/>
                  </a:lnTo>
                  <a:lnTo>
                    <a:pt x="1063" y="502"/>
                  </a:lnTo>
                  <a:lnTo>
                    <a:pt x="1062" y="501"/>
                  </a:lnTo>
                  <a:lnTo>
                    <a:pt x="1061" y="500"/>
                  </a:lnTo>
                  <a:lnTo>
                    <a:pt x="1061" y="498"/>
                  </a:lnTo>
                  <a:lnTo>
                    <a:pt x="1063" y="497"/>
                  </a:lnTo>
                  <a:lnTo>
                    <a:pt x="1066" y="496"/>
                  </a:lnTo>
                  <a:lnTo>
                    <a:pt x="1067" y="495"/>
                  </a:lnTo>
                  <a:lnTo>
                    <a:pt x="1066" y="494"/>
                  </a:lnTo>
                  <a:lnTo>
                    <a:pt x="1065" y="493"/>
                  </a:lnTo>
                  <a:lnTo>
                    <a:pt x="1064" y="491"/>
                  </a:lnTo>
                  <a:lnTo>
                    <a:pt x="1063" y="490"/>
                  </a:lnTo>
                  <a:lnTo>
                    <a:pt x="1064" y="489"/>
                  </a:lnTo>
                  <a:lnTo>
                    <a:pt x="1065" y="488"/>
                  </a:lnTo>
                  <a:lnTo>
                    <a:pt x="1066" y="487"/>
                  </a:lnTo>
                  <a:lnTo>
                    <a:pt x="1067" y="486"/>
                  </a:lnTo>
                  <a:lnTo>
                    <a:pt x="1069" y="486"/>
                  </a:lnTo>
                  <a:lnTo>
                    <a:pt x="1071" y="486"/>
                  </a:lnTo>
                  <a:lnTo>
                    <a:pt x="1072" y="486"/>
                  </a:lnTo>
                  <a:lnTo>
                    <a:pt x="1073" y="485"/>
                  </a:lnTo>
                  <a:lnTo>
                    <a:pt x="1074" y="484"/>
                  </a:lnTo>
                  <a:lnTo>
                    <a:pt x="1076" y="483"/>
                  </a:lnTo>
                  <a:lnTo>
                    <a:pt x="1077" y="483"/>
                  </a:lnTo>
                  <a:lnTo>
                    <a:pt x="1079" y="484"/>
                  </a:lnTo>
                  <a:lnTo>
                    <a:pt x="1080" y="485"/>
                  </a:lnTo>
                  <a:lnTo>
                    <a:pt x="1082" y="484"/>
                  </a:lnTo>
                  <a:lnTo>
                    <a:pt x="1084" y="483"/>
                  </a:lnTo>
                  <a:lnTo>
                    <a:pt x="1086" y="482"/>
                  </a:lnTo>
                  <a:lnTo>
                    <a:pt x="1089" y="483"/>
                  </a:lnTo>
                  <a:lnTo>
                    <a:pt x="1090" y="483"/>
                  </a:lnTo>
                  <a:lnTo>
                    <a:pt x="1092" y="485"/>
                  </a:lnTo>
                  <a:lnTo>
                    <a:pt x="1093" y="486"/>
                  </a:lnTo>
                  <a:lnTo>
                    <a:pt x="1094" y="487"/>
                  </a:lnTo>
                  <a:lnTo>
                    <a:pt x="1095" y="488"/>
                  </a:lnTo>
                  <a:lnTo>
                    <a:pt x="1095" y="489"/>
                  </a:lnTo>
                  <a:lnTo>
                    <a:pt x="1095" y="490"/>
                  </a:lnTo>
                  <a:lnTo>
                    <a:pt x="1097" y="491"/>
                  </a:lnTo>
                  <a:lnTo>
                    <a:pt x="1100" y="492"/>
                  </a:lnTo>
                  <a:lnTo>
                    <a:pt x="1103" y="492"/>
                  </a:lnTo>
                  <a:lnTo>
                    <a:pt x="1104" y="493"/>
                  </a:lnTo>
                  <a:lnTo>
                    <a:pt x="1104" y="495"/>
                  </a:lnTo>
                  <a:close/>
                </a:path>
              </a:pathLst>
            </a:custGeom>
            <a:solidFill>
              <a:srgbClr val="DE8036">
                <a:alpha val="10800"/>
              </a:srgbClr>
            </a:solidFill>
            <a:ln>
              <a:noFill/>
            </a:ln>
          </p:spPr>
          <p:txBody>
            <a:bodyPr anchor="ctr"/>
            <a:lstStyle/>
            <a:p>
              <a:pPr algn="ctr">
                <a:buNone/>
              </a:pPr>
            </a:p>
          </p:txBody>
        </p:sp>
        <p:sp>
          <p:nvSpPr>
            <p:cNvPr id="717" name="addition:spatial:99"/>
            <p:cNvSpPr>
              <a:spLocks noGrp="1"/>
            </p:cNvSpPr>
            <p:nvPr/>
          </p:nvSpPr>
          <p:spPr>
            <a:xfrm>
              <a:off x="5648325" y="1666875"/>
              <a:ext cx="1494267" cy="905027"/>
            </a:xfrm>
            <a:custGeom>
              <a:avLst/>
              <a:gdLst/>
              <a:ahLst/>
              <a:cxnLst/>
              <a:rect l="l" t="t" r="r" b="b"/>
              <a:pathLst>
                <a:path w="1127" h="535">
                  <a:moveTo>
                    <a:pt x="0" y="0"/>
                  </a:moveTo>
                  <a:moveTo>
                    <a:pt x="1126" y="518"/>
                  </a:moveTo>
                  <a:lnTo>
                    <a:pt x="1123" y="520"/>
                  </a:lnTo>
                  <a:lnTo>
                    <a:pt x="1120" y="521"/>
                  </a:lnTo>
                  <a:lnTo>
                    <a:pt x="1118" y="522"/>
                  </a:lnTo>
                  <a:lnTo>
                    <a:pt x="1118" y="523"/>
                  </a:lnTo>
                  <a:lnTo>
                    <a:pt x="1119" y="525"/>
                  </a:lnTo>
                  <a:lnTo>
                    <a:pt x="1119" y="527"/>
                  </a:lnTo>
                  <a:lnTo>
                    <a:pt x="1118" y="528"/>
                  </a:lnTo>
                  <a:lnTo>
                    <a:pt x="1115" y="529"/>
                  </a:lnTo>
                  <a:lnTo>
                    <a:pt x="1112" y="530"/>
                  </a:lnTo>
                  <a:lnTo>
                    <a:pt x="1111" y="531"/>
                  </a:lnTo>
                  <a:lnTo>
                    <a:pt x="1110" y="533"/>
                  </a:lnTo>
                  <a:lnTo>
                    <a:pt x="1108" y="534"/>
                  </a:lnTo>
                  <a:lnTo>
                    <a:pt x="1106" y="535"/>
                  </a:lnTo>
                  <a:lnTo>
                    <a:pt x="1103" y="535"/>
                  </a:lnTo>
                  <a:lnTo>
                    <a:pt x="1101" y="535"/>
                  </a:lnTo>
                  <a:lnTo>
                    <a:pt x="1099" y="534"/>
                  </a:lnTo>
                  <a:lnTo>
                    <a:pt x="1097" y="534"/>
                  </a:lnTo>
                  <a:lnTo>
                    <a:pt x="1095" y="534"/>
                  </a:lnTo>
                  <a:lnTo>
                    <a:pt x="1093" y="532"/>
                  </a:lnTo>
                  <a:lnTo>
                    <a:pt x="1092" y="532"/>
                  </a:lnTo>
                  <a:lnTo>
                    <a:pt x="1090" y="532"/>
                  </a:lnTo>
                  <a:lnTo>
                    <a:pt x="1087" y="533"/>
                  </a:lnTo>
                  <a:lnTo>
                    <a:pt x="1084" y="535"/>
                  </a:lnTo>
                  <a:lnTo>
                    <a:pt x="1081" y="534"/>
                  </a:lnTo>
                  <a:lnTo>
                    <a:pt x="1080" y="533"/>
                  </a:lnTo>
                  <a:lnTo>
                    <a:pt x="1080" y="531"/>
                  </a:lnTo>
                  <a:lnTo>
                    <a:pt x="1079" y="529"/>
                  </a:lnTo>
                  <a:lnTo>
                    <a:pt x="1078" y="528"/>
                  </a:lnTo>
                  <a:lnTo>
                    <a:pt x="1077" y="526"/>
                  </a:lnTo>
                  <a:lnTo>
                    <a:pt x="1075" y="525"/>
                  </a:lnTo>
                  <a:lnTo>
                    <a:pt x="1075" y="524"/>
                  </a:lnTo>
                  <a:lnTo>
                    <a:pt x="1075" y="522"/>
                  </a:lnTo>
                  <a:lnTo>
                    <a:pt x="1074" y="521"/>
                  </a:lnTo>
                  <a:lnTo>
                    <a:pt x="1073" y="520"/>
                  </a:lnTo>
                  <a:lnTo>
                    <a:pt x="1071" y="518"/>
                  </a:lnTo>
                  <a:lnTo>
                    <a:pt x="1071" y="517"/>
                  </a:lnTo>
                  <a:lnTo>
                    <a:pt x="1072" y="515"/>
                  </a:lnTo>
                  <a:lnTo>
                    <a:pt x="1072" y="514"/>
                  </a:lnTo>
                  <a:lnTo>
                    <a:pt x="1070" y="512"/>
                  </a:lnTo>
                  <a:lnTo>
                    <a:pt x="1069" y="510"/>
                  </a:lnTo>
                  <a:lnTo>
                    <a:pt x="1069" y="508"/>
                  </a:lnTo>
                  <a:lnTo>
                    <a:pt x="1071" y="507"/>
                  </a:lnTo>
                  <a:lnTo>
                    <a:pt x="1075" y="507"/>
                  </a:lnTo>
                  <a:lnTo>
                    <a:pt x="1079" y="507"/>
                  </a:lnTo>
                  <a:lnTo>
                    <a:pt x="1081" y="507"/>
                  </a:lnTo>
                  <a:lnTo>
                    <a:pt x="1082" y="506"/>
                  </a:lnTo>
                  <a:lnTo>
                    <a:pt x="1083" y="505"/>
                  </a:lnTo>
                  <a:lnTo>
                    <a:pt x="1085" y="503"/>
                  </a:lnTo>
                  <a:lnTo>
                    <a:pt x="1087" y="503"/>
                  </a:lnTo>
                  <a:lnTo>
                    <a:pt x="1089" y="502"/>
                  </a:lnTo>
                  <a:lnTo>
                    <a:pt x="1092" y="500"/>
                  </a:lnTo>
                  <a:lnTo>
                    <a:pt x="1094" y="500"/>
                  </a:lnTo>
                  <a:lnTo>
                    <a:pt x="1097" y="500"/>
                  </a:lnTo>
                  <a:lnTo>
                    <a:pt x="1100" y="501"/>
                  </a:lnTo>
                  <a:lnTo>
                    <a:pt x="1102" y="502"/>
                  </a:lnTo>
                  <a:lnTo>
                    <a:pt x="1105" y="503"/>
                  </a:lnTo>
                  <a:lnTo>
                    <a:pt x="1108" y="503"/>
                  </a:lnTo>
                  <a:lnTo>
                    <a:pt x="1111" y="503"/>
                  </a:lnTo>
                  <a:lnTo>
                    <a:pt x="1113" y="504"/>
                  </a:lnTo>
                  <a:lnTo>
                    <a:pt x="1114" y="506"/>
                  </a:lnTo>
                  <a:lnTo>
                    <a:pt x="1114" y="508"/>
                  </a:lnTo>
                  <a:lnTo>
                    <a:pt x="1115" y="509"/>
                  </a:lnTo>
                  <a:lnTo>
                    <a:pt x="1118" y="509"/>
                  </a:lnTo>
                  <a:lnTo>
                    <a:pt x="1121" y="510"/>
                  </a:lnTo>
                  <a:lnTo>
                    <a:pt x="1124" y="510"/>
                  </a:lnTo>
                  <a:lnTo>
                    <a:pt x="1126" y="512"/>
                  </a:lnTo>
                  <a:lnTo>
                    <a:pt x="1126" y="513"/>
                  </a:lnTo>
                  <a:lnTo>
                    <a:pt x="1127" y="515"/>
                  </a:lnTo>
                  <a:lnTo>
                    <a:pt x="1127" y="516"/>
                  </a:lnTo>
                  <a:close/>
                </a:path>
              </a:pathLst>
            </a:custGeom>
            <a:solidFill>
              <a:srgbClr val="DE8036">
                <a:alpha val="10800"/>
              </a:srgbClr>
            </a:solidFill>
            <a:ln>
              <a:noFill/>
            </a:ln>
          </p:spPr>
          <p:txBody>
            <a:bodyPr anchor="ctr"/>
            <a:lstStyle/>
            <a:p>
              <a:pPr algn="ctr">
                <a:buNone/>
              </a:pPr>
            </a:p>
          </p:txBody>
        </p:sp>
        <p:sp>
          <p:nvSpPr>
            <p:cNvPr id="718" name="addition:spatial:100"/>
            <p:cNvSpPr>
              <a:spLocks noGrp="1"/>
            </p:cNvSpPr>
            <p:nvPr/>
          </p:nvSpPr>
          <p:spPr>
            <a:xfrm>
              <a:off x="5648325" y="1666875"/>
              <a:ext cx="1435928" cy="916869"/>
            </a:xfrm>
            <a:custGeom>
              <a:avLst/>
              <a:gdLst/>
              <a:ahLst/>
              <a:cxnLst/>
              <a:rect l="l" t="t" r="r" b="b"/>
              <a:pathLst>
                <a:path w="1083" h="542">
                  <a:moveTo>
                    <a:pt x="0" y="0"/>
                  </a:moveTo>
                  <a:moveTo>
                    <a:pt x="1080" y="528"/>
                  </a:moveTo>
                  <a:lnTo>
                    <a:pt x="1079" y="529"/>
                  </a:lnTo>
                  <a:lnTo>
                    <a:pt x="1079" y="530"/>
                  </a:lnTo>
                  <a:lnTo>
                    <a:pt x="1078" y="531"/>
                  </a:lnTo>
                  <a:lnTo>
                    <a:pt x="1078" y="532"/>
                  </a:lnTo>
                  <a:lnTo>
                    <a:pt x="1077" y="533"/>
                  </a:lnTo>
                  <a:lnTo>
                    <a:pt x="1077" y="535"/>
                  </a:lnTo>
                  <a:lnTo>
                    <a:pt x="1078" y="537"/>
                  </a:lnTo>
                  <a:lnTo>
                    <a:pt x="1079" y="539"/>
                  </a:lnTo>
                  <a:lnTo>
                    <a:pt x="1078" y="540"/>
                  </a:lnTo>
                  <a:lnTo>
                    <a:pt x="1075" y="540"/>
                  </a:lnTo>
                  <a:lnTo>
                    <a:pt x="1072" y="539"/>
                  </a:lnTo>
                  <a:lnTo>
                    <a:pt x="1069" y="539"/>
                  </a:lnTo>
                  <a:lnTo>
                    <a:pt x="1068" y="539"/>
                  </a:lnTo>
                  <a:lnTo>
                    <a:pt x="1067" y="540"/>
                  </a:lnTo>
                  <a:lnTo>
                    <a:pt x="1065" y="541"/>
                  </a:lnTo>
                  <a:lnTo>
                    <a:pt x="1064" y="541"/>
                  </a:lnTo>
                  <a:lnTo>
                    <a:pt x="1062" y="541"/>
                  </a:lnTo>
                  <a:lnTo>
                    <a:pt x="1060" y="541"/>
                  </a:lnTo>
                  <a:lnTo>
                    <a:pt x="1058" y="542"/>
                  </a:lnTo>
                  <a:lnTo>
                    <a:pt x="1056" y="542"/>
                  </a:lnTo>
                  <a:lnTo>
                    <a:pt x="1054" y="542"/>
                  </a:lnTo>
                  <a:lnTo>
                    <a:pt x="1052" y="541"/>
                  </a:lnTo>
                  <a:lnTo>
                    <a:pt x="1050" y="540"/>
                  </a:lnTo>
                  <a:lnTo>
                    <a:pt x="1048" y="540"/>
                  </a:lnTo>
                  <a:lnTo>
                    <a:pt x="1046" y="540"/>
                  </a:lnTo>
                  <a:lnTo>
                    <a:pt x="1043" y="539"/>
                  </a:lnTo>
                  <a:lnTo>
                    <a:pt x="1043" y="537"/>
                  </a:lnTo>
                  <a:lnTo>
                    <a:pt x="1043" y="535"/>
                  </a:lnTo>
                  <a:lnTo>
                    <a:pt x="1044" y="534"/>
                  </a:lnTo>
                  <a:lnTo>
                    <a:pt x="1043" y="533"/>
                  </a:lnTo>
                  <a:lnTo>
                    <a:pt x="1041" y="532"/>
                  </a:lnTo>
                  <a:lnTo>
                    <a:pt x="1037" y="531"/>
                  </a:lnTo>
                  <a:lnTo>
                    <a:pt x="1035" y="530"/>
                  </a:lnTo>
                  <a:lnTo>
                    <a:pt x="1034" y="529"/>
                  </a:lnTo>
                  <a:lnTo>
                    <a:pt x="1033" y="528"/>
                  </a:lnTo>
                  <a:lnTo>
                    <a:pt x="1033" y="526"/>
                  </a:lnTo>
                  <a:lnTo>
                    <a:pt x="1033" y="525"/>
                  </a:lnTo>
                  <a:lnTo>
                    <a:pt x="1034" y="524"/>
                  </a:lnTo>
                  <a:lnTo>
                    <a:pt x="1036" y="523"/>
                  </a:lnTo>
                  <a:lnTo>
                    <a:pt x="1039" y="522"/>
                  </a:lnTo>
                  <a:lnTo>
                    <a:pt x="1040" y="521"/>
                  </a:lnTo>
                  <a:lnTo>
                    <a:pt x="1041" y="520"/>
                  </a:lnTo>
                  <a:lnTo>
                    <a:pt x="1041" y="518"/>
                  </a:lnTo>
                  <a:lnTo>
                    <a:pt x="1042" y="517"/>
                  </a:lnTo>
                  <a:lnTo>
                    <a:pt x="1045" y="517"/>
                  </a:lnTo>
                  <a:lnTo>
                    <a:pt x="1048" y="517"/>
                  </a:lnTo>
                  <a:lnTo>
                    <a:pt x="1050" y="517"/>
                  </a:lnTo>
                  <a:lnTo>
                    <a:pt x="1051" y="515"/>
                  </a:lnTo>
                  <a:lnTo>
                    <a:pt x="1053" y="513"/>
                  </a:lnTo>
                  <a:lnTo>
                    <a:pt x="1055" y="512"/>
                  </a:lnTo>
                  <a:lnTo>
                    <a:pt x="1057" y="511"/>
                  </a:lnTo>
                  <a:lnTo>
                    <a:pt x="1060" y="512"/>
                  </a:lnTo>
                  <a:lnTo>
                    <a:pt x="1062" y="513"/>
                  </a:lnTo>
                  <a:lnTo>
                    <a:pt x="1065" y="514"/>
                  </a:lnTo>
                  <a:lnTo>
                    <a:pt x="1067" y="514"/>
                  </a:lnTo>
                  <a:lnTo>
                    <a:pt x="1068" y="515"/>
                  </a:lnTo>
                  <a:lnTo>
                    <a:pt x="1069" y="516"/>
                  </a:lnTo>
                  <a:lnTo>
                    <a:pt x="1071" y="517"/>
                  </a:lnTo>
                  <a:lnTo>
                    <a:pt x="1073" y="517"/>
                  </a:lnTo>
                  <a:lnTo>
                    <a:pt x="1076" y="517"/>
                  </a:lnTo>
                  <a:lnTo>
                    <a:pt x="1079" y="516"/>
                  </a:lnTo>
                  <a:lnTo>
                    <a:pt x="1080" y="517"/>
                  </a:lnTo>
                  <a:lnTo>
                    <a:pt x="1080" y="519"/>
                  </a:lnTo>
                  <a:lnTo>
                    <a:pt x="1080" y="520"/>
                  </a:lnTo>
                  <a:lnTo>
                    <a:pt x="1080" y="522"/>
                  </a:lnTo>
                  <a:lnTo>
                    <a:pt x="1081" y="523"/>
                  </a:lnTo>
                  <a:lnTo>
                    <a:pt x="1083" y="524"/>
                  </a:lnTo>
                  <a:lnTo>
                    <a:pt x="1083" y="525"/>
                  </a:lnTo>
                  <a:lnTo>
                    <a:pt x="1082" y="526"/>
                  </a:lnTo>
                  <a:close/>
                </a:path>
              </a:pathLst>
            </a:custGeom>
            <a:solidFill>
              <a:srgbClr val="DE8036">
                <a:alpha val="10800"/>
              </a:srgbClr>
            </a:solidFill>
            <a:ln>
              <a:noFill/>
            </a:ln>
          </p:spPr>
          <p:txBody>
            <a:bodyPr anchor="ctr"/>
            <a:lstStyle/>
            <a:p>
              <a:pPr algn="ctr">
                <a:buNone/>
              </a:pPr>
            </a:p>
          </p:txBody>
        </p:sp>
        <p:sp>
          <p:nvSpPr>
            <p:cNvPr id="719" name="addition:spatial:101"/>
            <p:cNvSpPr>
              <a:spLocks noGrp="1"/>
            </p:cNvSpPr>
            <p:nvPr/>
          </p:nvSpPr>
          <p:spPr>
            <a:xfrm>
              <a:off x="5648325" y="1666875"/>
              <a:ext cx="1412062" cy="1434511"/>
            </a:xfrm>
            <a:custGeom>
              <a:avLst/>
              <a:gdLst/>
              <a:ahLst/>
              <a:cxnLst/>
              <a:rect l="l" t="t" r="r" b="b"/>
              <a:pathLst>
                <a:path w="1065" h="848">
                  <a:moveTo>
                    <a:pt x="0" y="0"/>
                  </a:moveTo>
                  <a:moveTo>
                    <a:pt x="203" y="266"/>
                  </a:moveTo>
                  <a:lnTo>
                    <a:pt x="1065" y="266"/>
                  </a:lnTo>
                  <a:lnTo>
                    <a:pt x="1065" y="848"/>
                  </a:lnTo>
                  <a:lnTo>
                    <a:pt x="203" y="762"/>
                  </a:lnTo>
                  <a:close/>
                </a:path>
              </a:pathLst>
            </a:custGeom>
            <a:solidFill>
              <a:srgbClr val="7AB5D7">
                <a:alpha val="4500"/>
              </a:srgbClr>
            </a:solidFill>
            <a:ln w="4286">
              <a:solidFill>
                <a:srgbClr val="338EC1">
                  <a:alpha val="28000"/>
                </a:srgbClr>
              </a:solidFill>
            </a:ln>
          </p:spPr>
          <p:txBody>
            <a:bodyPr anchor="ctr"/>
            <a:lstStyle/>
            <a:p>
              <a:pPr algn="ctr">
                <a:buNone/>
              </a:pPr>
            </a:p>
          </p:txBody>
        </p:sp>
        <p:sp>
          <p:nvSpPr>
            <p:cNvPr id="720" name="addition:spatial:102"/>
            <p:cNvSpPr>
              <a:spLocks noGrp="1"/>
            </p:cNvSpPr>
            <p:nvPr/>
          </p:nvSpPr>
          <p:spPr>
            <a:xfrm>
              <a:off x="5648325" y="1666875"/>
              <a:ext cx="1539347" cy="1341471"/>
            </a:xfrm>
            <a:custGeom>
              <a:avLst/>
              <a:gdLst/>
              <a:ahLst/>
              <a:cxnLst/>
              <a:rect l="l" t="t" r="r" b="b"/>
              <a:pathLst>
                <a:path w="1161" h="793">
                  <a:moveTo>
                    <a:pt x="0" y="0"/>
                  </a:moveTo>
                  <a:moveTo>
                    <a:pt x="299" y="211"/>
                  </a:moveTo>
                  <a:lnTo>
                    <a:pt x="1161" y="211"/>
                  </a:lnTo>
                  <a:lnTo>
                    <a:pt x="1161" y="793"/>
                  </a:lnTo>
                  <a:lnTo>
                    <a:pt x="299" y="707"/>
                  </a:lnTo>
                  <a:close/>
                </a:path>
              </a:pathLst>
            </a:custGeom>
            <a:solidFill>
              <a:srgbClr val="7AB5D7">
                <a:alpha val="4500"/>
              </a:srgbClr>
            </a:solidFill>
            <a:ln w="4286">
              <a:solidFill>
                <a:srgbClr val="338EC1">
                  <a:alpha val="28000"/>
                </a:srgbClr>
              </a:solidFill>
            </a:ln>
          </p:spPr>
          <p:txBody>
            <a:bodyPr anchor="ctr"/>
            <a:lstStyle/>
            <a:p>
              <a:pPr algn="ctr">
                <a:buNone/>
              </a:pPr>
            </a:p>
          </p:txBody>
        </p:sp>
        <p:sp>
          <p:nvSpPr>
            <p:cNvPr id="721" name="addition:spatial:103"/>
            <p:cNvSpPr>
              <a:spLocks noGrp="1"/>
            </p:cNvSpPr>
            <p:nvPr/>
          </p:nvSpPr>
          <p:spPr>
            <a:xfrm>
              <a:off x="5648325" y="1666875"/>
              <a:ext cx="1667957" cy="1246739"/>
            </a:xfrm>
            <a:custGeom>
              <a:avLst/>
              <a:gdLst/>
              <a:ahLst/>
              <a:cxnLst/>
              <a:rect l="l" t="t" r="r" b="b"/>
              <a:pathLst>
                <a:path w="1258" h="737">
                  <a:moveTo>
                    <a:pt x="0" y="0"/>
                  </a:moveTo>
                  <a:moveTo>
                    <a:pt x="396" y="155"/>
                  </a:moveTo>
                  <a:lnTo>
                    <a:pt x="1258" y="155"/>
                  </a:lnTo>
                  <a:lnTo>
                    <a:pt x="1258" y="737"/>
                  </a:lnTo>
                  <a:lnTo>
                    <a:pt x="396" y="651"/>
                  </a:lnTo>
                  <a:close/>
                </a:path>
              </a:pathLst>
            </a:custGeom>
            <a:solidFill>
              <a:srgbClr val="7AB5D7">
                <a:alpha val="4500"/>
              </a:srgbClr>
            </a:solidFill>
            <a:ln w="4286">
              <a:solidFill>
                <a:srgbClr val="338EC1">
                  <a:alpha val="28000"/>
                </a:srgbClr>
              </a:solidFill>
            </a:ln>
          </p:spPr>
          <p:txBody>
            <a:bodyPr anchor="ctr"/>
            <a:lstStyle/>
            <a:p>
              <a:pPr algn="ctr">
                <a:buNone/>
              </a:pPr>
            </a:p>
          </p:txBody>
        </p:sp>
        <p:sp>
          <p:nvSpPr>
            <p:cNvPr id="722" name="addition:spatial:104"/>
            <p:cNvSpPr>
              <a:spLocks noGrp="1"/>
            </p:cNvSpPr>
            <p:nvPr/>
          </p:nvSpPr>
          <p:spPr>
            <a:xfrm>
              <a:off x="5648325" y="1666875"/>
              <a:ext cx="1795242" cy="1153698"/>
            </a:xfrm>
            <a:custGeom>
              <a:avLst/>
              <a:gdLst/>
              <a:ahLst/>
              <a:cxnLst/>
              <a:rect l="l" t="t" r="r" b="b"/>
              <a:pathLst>
                <a:path w="1354" h="682">
                  <a:moveTo>
                    <a:pt x="0" y="0"/>
                  </a:moveTo>
                  <a:moveTo>
                    <a:pt x="492" y="100"/>
                  </a:moveTo>
                  <a:lnTo>
                    <a:pt x="1354" y="100"/>
                  </a:lnTo>
                  <a:lnTo>
                    <a:pt x="1354" y="682"/>
                  </a:lnTo>
                  <a:lnTo>
                    <a:pt x="492" y="596"/>
                  </a:lnTo>
                  <a:close/>
                </a:path>
              </a:pathLst>
            </a:custGeom>
            <a:solidFill>
              <a:srgbClr val="7AB5D7">
                <a:alpha val="4500"/>
              </a:srgbClr>
            </a:solidFill>
            <a:ln w="4286">
              <a:solidFill>
                <a:srgbClr val="338EC1">
                  <a:alpha val="28000"/>
                </a:srgbClr>
              </a:solidFill>
            </a:ln>
          </p:spPr>
          <p:txBody>
            <a:bodyPr anchor="ctr"/>
            <a:lstStyle/>
            <a:p>
              <a:pPr algn="ctr">
                <a:buNone/>
              </a:pPr>
            </a:p>
          </p:txBody>
        </p:sp>
        <p:sp>
          <p:nvSpPr>
            <p:cNvPr id="723" name="addition:spatial:105"/>
            <p:cNvSpPr>
              <a:spLocks noGrp="1"/>
            </p:cNvSpPr>
            <p:nvPr/>
          </p:nvSpPr>
          <p:spPr>
            <a:xfrm>
              <a:off x="5648325" y="1666875"/>
              <a:ext cx="701391" cy="1256889"/>
            </a:xfrm>
            <a:custGeom>
              <a:avLst/>
              <a:gdLst/>
              <a:ahLst/>
              <a:cxnLst/>
              <a:rect l="l" t="t" r="r" b="b"/>
              <a:pathLst>
                <a:path w="529" h="743">
                  <a:moveTo>
                    <a:pt x="0" y="0"/>
                  </a:moveTo>
                  <a:moveTo>
                    <a:pt x="529" y="580"/>
                  </a:moveTo>
                  <a:lnTo>
                    <a:pt x="518" y="596"/>
                  </a:lnTo>
                  <a:lnTo>
                    <a:pt x="493" y="608"/>
                  </a:lnTo>
                  <a:lnTo>
                    <a:pt x="467" y="617"/>
                  </a:lnTo>
                  <a:lnTo>
                    <a:pt x="451" y="626"/>
                  </a:lnTo>
                  <a:lnTo>
                    <a:pt x="449" y="639"/>
                  </a:lnTo>
                  <a:lnTo>
                    <a:pt x="452" y="655"/>
                  </a:lnTo>
                  <a:lnTo>
                    <a:pt x="450" y="672"/>
                  </a:lnTo>
                  <a:lnTo>
                    <a:pt x="441" y="685"/>
                  </a:lnTo>
                  <a:lnTo>
                    <a:pt x="431" y="697"/>
                  </a:lnTo>
                  <a:lnTo>
                    <a:pt x="421" y="711"/>
                  </a:lnTo>
                  <a:lnTo>
                    <a:pt x="410" y="725"/>
                  </a:lnTo>
                  <a:lnTo>
                    <a:pt x="395" y="733"/>
                  </a:lnTo>
                  <a:lnTo>
                    <a:pt x="376" y="732"/>
                  </a:lnTo>
                  <a:lnTo>
                    <a:pt x="358" y="728"/>
                  </a:lnTo>
                  <a:lnTo>
                    <a:pt x="343" y="727"/>
                  </a:lnTo>
                  <a:lnTo>
                    <a:pt x="330" y="734"/>
                  </a:lnTo>
                  <a:lnTo>
                    <a:pt x="317" y="743"/>
                  </a:lnTo>
                  <a:lnTo>
                    <a:pt x="303" y="743"/>
                  </a:lnTo>
                  <a:lnTo>
                    <a:pt x="290" y="732"/>
                  </a:lnTo>
                  <a:lnTo>
                    <a:pt x="281" y="716"/>
                  </a:lnTo>
                  <a:lnTo>
                    <a:pt x="273" y="706"/>
                  </a:lnTo>
                  <a:lnTo>
                    <a:pt x="260" y="709"/>
                  </a:lnTo>
                  <a:lnTo>
                    <a:pt x="241" y="718"/>
                  </a:lnTo>
                  <a:lnTo>
                    <a:pt x="222" y="723"/>
                  </a:lnTo>
                  <a:lnTo>
                    <a:pt x="206" y="719"/>
                  </a:lnTo>
                  <a:lnTo>
                    <a:pt x="196" y="707"/>
                  </a:lnTo>
                  <a:lnTo>
                    <a:pt x="189" y="694"/>
                  </a:lnTo>
                  <a:lnTo>
                    <a:pt x="182" y="680"/>
                  </a:lnTo>
                  <a:lnTo>
                    <a:pt x="178" y="665"/>
                  </a:lnTo>
                  <a:lnTo>
                    <a:pt x="181" y="647"/>
                  </a:lnTo>
                  <a:lnTo>
                    <a:pt x="189" y="629"/>
                  </a:lnTo>
                  <a:lnTo>
                    <a:pt x="193" y="615"/>
                  </a:lnTo>
                  <a:lnTo>
                    <a:pt x="185" y="604"/>
                  </a:lnTo>
                  <a:lnTo>
                    <a:pt x="166" y="594"/>
                  </a:lnTo>
                  <a:lnTo>
                    <a:pt x="149" y="580"/>
                  </a:lnTo>
                  <a:lnTo>
                    <a:pt x="143" y="565"/>
                  </a:lnTo>
                  <a:lnTo>
                    <a:pt x="151" y="551"/>
                  </a:lnTo>
                  <a:lnTo>
                    <a:pt x="160" y="539"/>
                  </a:lnTo>
                  <a:lnTo>
                    <a:pt x="162" y="526"/>
                  </a:lnTo>
                  <a:lnTo>
                    <a:pt x="157" y="509"/>
                  </a:lnTo>
                  <a:lnTo>
                    <a:pt x="153" y="491"/>
                  </a:lnTo>
                  <a:lnTo>
                    <a:pt x="158" y="477"/>
                  </a:lnTo>
                  <a:lnTo>
                    <a:pt x="172" y="469"/>
                  </a:lnTo>
                  <a:lnTo>
                    <a:pt x="190" y="466"/>
                  </a:lnTo>
                  <a:lnTo>
                    <a:pt x="204" y="461"/>
                  </a:lnTo>
                  <a:lnTo>
                    <a:pt x="217" y="456"/>
                  </a:lnTo>
                  <a:lnTo>
                    <a:pt x="231" y="452"/>
                  </a:lnTo>
                  <a:lnTo>
                    <a:pt x="246" y="452"/>
                  </a:lnTo>
                  <a:lnTo>
                    <a:pt x="260" y="451"/>
                  </a:lnTo>
                  <a:lnTo>
                    <a:pt x="272" y="441"/>
                  </a:lnTo>
                  <a:lnTo>
                    <a:pt x="284" y="422"/>
                  </a:lnTo>
                  <a:lnTo>
                    <a:pt x="300" y="402"/>
                  </a:lnTo>
                  <a:lnTo>
                    <a:pt x="320" y="392"/>
                  </a:lnTo>
                  <a:lnTo>
                    <a:pt x="339" y="400"/>
                  </a:lnTo>
                  <a:lnTo>
                    <a:pt x="355" y="419"/>
                  </a:lnTo>
                  <a:lnTo>
                    <a:pt x="369" y="435"/>
                  </a:lnTo>
                  <a:lnTo>
                    <a:pt x="383" y="443"/>
                  </a:lnTo>
                  <a:lnTo>
                    <a:pt x="401" y="446"/>
                  </a:lnTo>
                  <a:lnTo>
                    <a:pt x="418" y="450"/>
                  </a:lnTo>
                  <a:lnTo>
                    <a:pt x="431" y="460"/>
                  </a:lnTo>
                  <a:lnTo>
                    <a:pt x="440" y="473"/>
                  </a:lnTo>
                  <a:lnTo>
                    <a:pt x="450" y="484"/>
                  </a:lnTo>
                  <a:lnTo>
                    <a:pt x="464" y="491"/>
                  </a:lnTo>
                  <a:lnTo>
                    <a:pt x="479" y="500"/>
                  </a:lnTo>
                  <a:lnTo>
                    <a:pt x="488" y="511"/>
                  </a:lnTo>
                  <a:lnTo>
                    <a:pt x="492" y="525"/>
                  </a:lnTo>
                  <a:lnTo>
                    <a:pt x="497" y="538"/>
                  </a:lnTo>
                  <a:lnTo>
                    <a:pt x="508" y="551"/>
                  </a:lnTo>
                  <a:lnTo>
                    <a:pt x="522" y="564"/>
                  </a:lnTo>
                  <a:close/>
                </a:path>
              </a:pathLst>
            </a:custGeom>
            <a:solidFill>
              <a:srgbClr val="A7CEE4">
                <a:alpha val="43000"/>
              </a:srgbClr>
            </a:solidFill>
            <a:ln>
              <a:noFill/>
            </a:ln>
          </p:spPr>
          <p:txBody>
            <a:bodyPr anchor="ctr"/>
            <a:lstStyle/>
            <a:p>
              <a:pPr algn="ctr">
                <a:buNone/>
              </a:pPr>
            </a:p>
          </p:txBody>
        </p:sp>
        <p:sp>
          <p:nvSpPr>
            <p:cNvPr id="724" name="addition:spatial:106"/>
            <p:cNvSpPr>
              <a:spLocks noGrp="1"/>
            </p:cNvSpPr>
            <p:nvPr/>
          </p:nvSpPr>
          <p:spPr>
            <a:xfrm>
              <a:off x="5648325" y="1666875"/>
              <a:ext cx="649681" cy="1238280"/>
            </a:xfrm>
            <a:custGeom>
              <a:avLst/>
              <a:gdLst/>
              <a:ahLst/>
              <a:cxnLst/>
              <a:rect l="l" t="t" r="r" b="b"/>
              <a:pathLst>
                <a:path w="490" h="732">
                  <a:moveTo>
                    <a:pt x="0" y="0"/>
                  </a:moveTo>
                  <a:moveTo>
                    <a:pt x="464" y="585"/>
                  </a:moveTo>
                  <a:lnTo>
                    <a:pt x="458" y="597"/>
                  </a:lnTo>
                  <a:lnTo>
                    <a:pt x="452" y="608"/>
                  </a:lnTo>
                  <a:lnTo>
                    <a:pt x="444" y="618"/>
                  </a:lnTo>
                  <a:lnTo>
                    <a:pt x="434" y="628"/>
                  </a:lnTo>
                  <a:lnTo>
                    <a:pt x="428" y="638"/>
                  </a:lnTo>
                  <a:lnTo>
                    <a:pt x="427" y="651"/>
                  </a:lnTo>
                  <a:lnTo>
                    <a:pt x="426" y="666"/>
                  </a:lnTo>
                  <a:lnTo>
                    <a:pt x="420" y="679"/>
                  </a:lnTo>
                  <a:lnTo>
                    <a:pt x="406" y="685"/>
                  </a:lnTo>
                  <a:lnTo>
                    <a:pt x="391" y="688"/>
                  </a:lnTo>
                  <a:lnTo>
                    <a:pt x="379" y="694"/>
                  </a:lnTo>
                  <a:lnTo>
                    <a:pt x="372" y="707"/>
                  </a:lnTo>
                  <a:lnTo>
                    <a:pt x="365" y="723"/>
                  </a:lnTo>
                  <a:lnTo>
                    <a:pt x="353" y="732"/>
                  </a:lnTo>
                  <a:lnTo>
                    <a:pt x="338" y="729"/>
                  </a:lnTo>
                  <a:lnTo>
                    <a:pt x="323" y="717"/>
                  </a:lnTo>
                  <a:lnTo>
                    <a:pt x="311" y="705"/>
                  </a:lnTo>
                  <a:lnTo>
                    <a:pt x="301" y="701"/>
                  </a:lnTo>
                  <a:lnTo>
                    <a:pt x="291" y="703"/>
                  </a:lnTo>
                  <a:lnTo>
                    <a:pt x="281" y="705"/>
                  </a:lnTo>
                  <a:lnTo>
                    <a:pt x="270" y="705"/>
                  </a:lnTo>
                  <a:lnTo>
                    <a:pt x="259" y="706"/>
                  </a:lnTo>
                  <a:lnTo>
                    <a:pt x="245" y="708"/>
                  </a:lnTo>
                  <a:lnTo>
                    <a:pt x="228" y="711"/>
                  </a:lnTo>
                  <a:lnTo>
                    <a:pt x="214" y="707"/>
                  </a:lnTo>
                  <a:lnTo>
                    <a:pt x="207" y="695"/>
                  </a:lnTo>
                  <a:lnTo>
                    <a:pt x="209" y="677"/>
                  </a:lnTo>
                  <a:lnTo>
                    <a:pt x="212" y="660"/>
                  </a:lnTo>
                  <a:lnTo>
                    <a:pt x="208" y="648"/>
                  </a:lnTo>
                  <a:lnTo>
                    <a:pt x="197" y="641"/>
                  </a:lnTo>
                  <a:lnTo>
                    <a:pt x="184" y="633"/>
                  </a:lnTo>
                  <a:lnTo>
                    <a:pt x="179" y="621"/>
                  </a:lnTo>
                  <a:lnTo>
                    <a:pt x="182" y="608"/>
                  </a:lnTo>
                  <a:lnTo>
                    <a:pt x="188" y="596"/>
                  </a:lnTo>
                  <a:lnTo>
                    <a:pt x="187" y="585"/>
                  </a:lnTo>
                  <a:lnTo>
                    <a:pt x="179" y="574"/>
                  </a:lnTo>
                  <a:lnTo>
                    <a:pt x="169" y="561"/>
                  </a:lnTo>
                  <a:lnTo>
                    <a:pt x="163" y="547"/>
                  </a:lnTo>
                  <a:lnTo>
                    <a:pt x="164" y="534"/>
                  </a:lnTo>
                  <a:lnTo>
                    <a:pt x="165" y="522"/>
                  </a:lnTo>
                  <a:lnTo>
                    <a:pt x="167" y="508"/>
                  </a:lnTo>
                  <a:lnTo>
                    <a:pt x="172" y="496"/>
                  </a:lnTo>
                  <a:lnTo>
                    <a:pt x="184" y="489"/>
                  </a:lnTo>
                  <a:lnTo>
                    <a:pt x="203" y="490"/>
                  </a:lnTo>
                  <a:lnTo>
                    <a:pt x="223" y="495"/>
                  </a:lnTo>
                  <a:lnTo>
                    <a:pt x="236" y="495"/>
                  </a:lnTo>
                  <a:lnTo>
                    <a:pt x="241" y="484"/>
                  </a:lnTo>
                  <a:lnTo>
                    <a:pt x="245" y="466"/>
                  </a:lnTo>
                  <a:lnTo>
                    <a:pt x="253" y="450"/>
                  </a:lnTo>
                  <a:lnTo>
                    <a:pt x="267" y="444"/>
                  </a:lnTo>
                  <a:lnTo>
                    <a:pt x="283" y="446"/>
                  </a:lnTo>
                  <a:lnTo>
                    <a:pt x="298" y="448"/>
                  </a:lnTo>
                  <a:lnTo>
                    <a:pt x="313" y="446"/>
                  </a:lnTo>
                  <a:lnTo>
                    <a:pt x="329" y="444"/>
                  </a:lnTo>
                  <a:lnTo>
                    <a:pt x="345" y="445"/>
                  </a:lnTo>
                  <a:lnTo>
                    <a:pt x="360" y="452"/>
                  </a:lnTo>
                  <a:lnTo>
                    <a:pt x="372" y="462"/>
                  </a:lnTo>
                  <a:lnTo>
                    <a:pt x="385" y="469"/>
                  </a:lnTo>
                  <a:lnTo>
                    <a:pt x="399" y="473"/>
                  </a:lnTo>
                  <a:lnTo>
                    <a:pt x="411" y="480"/>
                  </a:lnTo>
                  <a:lnTo>
                    <a:pt x="418" y="493"/>
                  </a:lnTo>
                  <a:lnTo>
                    <a:pt x="420" y="507"/>
                  </a:lnTo>
                  <a:lnTo>
                    <a:pt x="423" y="518"/>
                  </a:lnTo>
                  <a:lnTo>
                    <a:pt x="436" y="523"/>
                  </a:lnTo>
                  <a:lnTo>
                    <a:pt x="458" y="526"/>
                  </a:lnTo>
                  <a:lnTo>
                    <a:pt x="480" y="531"/>
                  </a:lnTo>
                  <a:lnTo>
                    <a:pt x="490" y="542"/>
                  </a:lnTo>
                  <a:lnTo>
                    <a:pt x="486" y="558"/>
                  </a:lnTo>
                  <a:lnTo>
                    <a:pt x="475" y="572"/>
                  </a:lnTo>
                  <a:close/>
                </a:path>
              </a:pathLst>
            </a:custGeom>
            <a:solidFill>
              <a:srgbClr val="59A3CD">
                <a:alpha val="43000"/>
              </a:srgbClr>
            </a:solidFill>
            <a:ln>
              <a:noFill/>
            </a:ln>
          </p:spPr>
          <p:txBody>
            <a:bodyPr anchor="ctr"/>
            <a:lstStyle/>
            <a:p>
              <a:pPr algn="ctr">
                <a:buNone/>
              </a:pPr>
            </a:p>
          </p:txBody>
        </p:sp>
        <p:sp>
          <p:nvSpPr>
            <p:cNvPr id="725" name="addition:spatial:107"/>
            <p:cNvSpPr>
              <a:spLocks noGrp="1"/>
            </p:cNvSpPr>
            <p:nvPr/>
          </p:nvSpPr>
          <p:spPr>
            <a:xfrm>
              <a:off x="5648325" y="1666875"/>
              <a:ext cx="617860" cy="1216289"/>
            </a:xfrm>
            <a:custGeom>
              <a:avLst/>
              <a:gdLst/>
              <a:ahLst/>
              <a:cxnLst/>
              <a:rect l="l" t="t" r="r" b="b"/>
              <a:pathLst>
                <a:path w="466" h="719">
                  <a:moveTo>
                    <a:pt x="0" y="0"/>
                  </a:moveTo>
                  <a:moveTo>
                    <a:pt x="455" y="590"/>
                  </a:moveTo>
                  <a:lnTo>
                    <a:pt x="437" y="600"/>
                  </a:lnTo>
                  <a:lnTo>
                    <a:pt x="423" y="609"/>
                  </a:lnTo>
                  <a:lnTo>
                    <a:pt x="418" y="618"/>
                  </a:lnTo>
                  <a:lnTo>
                    <a:pt x="418" y="628"/>
                  </a:lnTo>
                  <a:lnTo>
                    <a:pt x="415" y="639"/>
                  </a:lnTo>
                  <a:lnTo>
                    <a:pt x="408" y="648"/>
                  </a:lnTo>
                  <a:lnTo>
                    <a:pt x="400" y="655"/>
                  </a:lnTo>
                  <a:lnTo>
                    <a:pt x="393" y="664"/>
                  </a:lnTo>
                  <a:lnTo>
                    <a:pt x="388" y="676"/>
                  </a:lnTo>
                  <a:lnTo>
                    <a:pt x="381" y="686"/>
                  </a:lnTo>
                  <a:lnTo>
                    <a:pt x="370" y="693"/>
                  </a:lnTo>
                  <a:lnTo>
                    <a:pt x="357" y="695"/>
                  </a:lnTo>
                  <a:lnTo>
                    <a:pt x="345" y="699"/>
                  </a:lnTo>
                  <a:lnTo>
                    <a:pt x="336" y="706"/>
                  </a:lnTo>
                  <a:lnTo>
                    <a:pt x="326" y="716"/>
                  </a:lnTo>
                  <a:lnTo>
                    <a:pt x="315" y="719"/>
                  </a:lnTo>
                  <a:lnTo>
                    <a:pt x="302" y="712"/>
                  </a:lnTo>
                  <a:lnTo>
                    <a:pt x="292" y="698"/>
                  </a:lnTo>
                  <a:lnTo>
                    <a:pt x="285" y="686"/>
                  </a:lnTo>
                  <a:lnTo>
                    <a:pt x="277" y="683"/>
                  </a:lnTo>
                  <a:lnTo>
                    <a:pt x="267" y="689"/>
                  </a:lnTo>
                  <a:lnTo>
                    <a:pt x="254" y="696"/>
                  </a:lnTo>
                  <a:lnTo>
                    <a:pt x="242" y="698"/>
                  </a:lnTo>
                  <a:lnTo>
                    <a:pt x="232" y="695"/>
                  </a:lnTo>
                  <a:lnTo>
                    <a:pt x="223" y="689"/>
                  </a:lnTo>
                  <a:lnTo>
                    <a:pt x="214" y="683"/>
                  </a:lnTo>
                  <a:lnTo>
                    <a:pt x="206" y="675"/>
                  </a:lnTo>
                  <a:lnTo>
                    <a:pt x="203" y="664"/>
                  </a:lnTo>
                  <a:lnTo>
                    <a:pt x="205" y="650"/>
                  </a:lnTo>
                  <a:lnTo>
                    <a:pt x="209" y="637"/>
                  </a:lnTo>
                  <a:lnTo>
                    <a:pt x="208" y="627"/>
                  </a:lnTo>
                  <a:lnTo>
                    <a:pt x="199" y="619"/>
                  </a:lnTo>
                  <a:lnTo>
                    <a:pt x="189" y="611"/>
                  </a:lnTo>
                  <a:lnTo>
                    <a:pt x="185" y="601"/>
                  </a:lnTo>
                  <a:lnTo>
                    <a:pt x="190" y="590"/>
                  </a:lnTo>
                  <a:lnTo>
                    <a:pt x="197" y="581"/>
                  </a:lnTo>
                  <a:lnTo>
                    <a:pt x="198" y="571"/>
                  </a:lnTo>
                  <a:lnTo>
                    <a:pt x="191" y="560"/>
                  </a:lnTo>
                  <a:lnTo>
                    <a:pt x="180" y="546"/>
                  </a:lnTo>
                  <a:lnTo>
                    <a:pt x="175" y="532"/>
                  </a:lnTo>
                  <a:lnTo>
                    <a:pt x="179" y="522"/>
                  </a:lnTo>
                  <a:lnTo>
                    <a:pt x="189" y="515"/>
                  </a:lnTo>
                  <a:lnTo>
                    <a:pt x="199" y="509"/>
                  </a:lnTo>
                  <a:lnTo>
                    <a:pt x="209" y="504"/>
                  </a:lnTo>
                  <a:lnTo>
                    <a:pt x="220" y="501"/>
                  </a:lnTo>
                  <a:lnTo>
                    <a:pt x="232" y="501"/>
                  </a:lnTo>
                  <a:lnTo>
                    <a:pt x="244" y="503"/>
                  </a:lnTo>
                  <a:lnTo>
                    <a:pt x="253" y="500"/>
                  </a:lnTo>
                  <a:lnTo>
                    <a:pt x="259" y="490"/>
                  </a:lnTo>
                  <a:lnTo>
                    <a:pt x="266" y="474"/>
                  </a:lnTo>
                  <a:lnTo>
                    <a:pt x="277" y="461"/>
                  </a:lnTo>
                  <a:lnTo>
                    <a:pt x="290" y="459"/>
                  </a:lnTo>
                  <a:lnTo>
                    <a:pt x="303" y="466"/>
                  </a:lnTo>
                  <a:lnTo>
                    <a:pt x="316" y="474"/>
                  </a:lnTo>
                  <a:lnTo>
                    <a:pt x="328" y="477"/>
                  </a:lnTo>
                  <a:lnTo>
                    <a:pt x="343" y="475"/>
                  </a:lnTo>
                  <a:lnTo>
                    <a:pt x="357" y="475"/>
                  </a:lnTo>
                  <a:lnTo>
                    <a:pt x="369" y="481"/>
                  </a:lnTo>
                  <a:lnTo>
                    <a:pt x="378" y="492"/>
                  </a:lnTo>
                  <a:lnTo>
                    <a:pt x="384" y="504"/>
                  </a:lnTo>
                  <a:lnTo>
                    <a:pt x="392" y="512"/>
                  </a:lnTo>
                  <a:lnTo>
                    <a:pt x="401" y="518"/>
                  </a:lnTo>
                  <a:lnTo>
                    <a:pt x="409" y="526"/>
                  </a:lnTo>
                  <a:lnTo>
                    <a:pt x="414" y="535"/>
                  </a:lnTo>
                  <a:lnTo>
                    <a:pt x="420" y="543"/>
                  </a:lnTo>
                  <a:lnTo>
                    <a:pt x="431" y="550"/>
                  </a:lnTo>
                  <a:lnTo>
                    <a:pt x="448" y="556"/>
                  </a:lnTo>
                  <a:lnTo>
                    <a:pt x="463" y="565"/>
                  </a:lnTo>
                  <a:lnTo>
                    <a:pt x="466" y="577"/>
                  </a:lnTo>
                  <a:close/>
                </a:path>
              </a:pathLst>
            </a:custGeom>
            <a:solidFill>
              <a:srgbClr val="0675B4">
                <a:alpha val="35000"/>
              </a:srgbClr>
            </a:solidFill>
            <a:ln>
              <a:noFill/>
            </a:ln>
          </p:spPr>
          <p:txBody>
            <a:bodyPr anchor="ctr"/>
            <a:lstStyle/>
            <a:p>
              <a:pPr algn="ctr">
                <a:buNone/>
              </a:pPr>
            </a:p>
          </p:txBody>
        </p:sp>
        <p:sp>
          <p:nvSpPr>
            <p:cNvPr id="726" name="addition:spatial:108"/>
            <p:cNvSpPr>
              <a:spLocks noGrp="1"/>
            </p:cNvSpPr>
            <p:nvPr/>
          </p:nvSpPr>
          <p:spPr>
            <a:xfrm>
              <a:off x="5648325" y="1666875"/>
              <a:ext cx="413675" cy="1033592"/>
            </a:xfrm>
            <a:custGeom>
              <a:avLst/>
              <a:gdLst/>
              <a:ahLst/>
              <a:cxnLst/>
              <a:rect l="l" t="t" r="r" b="b"/>
              <a:pathLst>
                <a:path w="312" h="611">
                  <a:moveTo>
                    <a:pt x="0" y="0"/>
                  </a:moveTo>
                  <a:moveTo>
                    <a:pt x="309" y="556"/>
                  </a:moveTo>
                  <a:lnTo>
                    <a:pt x="308" y="561"/>
                  </a:lnTo>
                  <a:lnTo>
                    <a:pt x="305" y="565"/>
                  </a:lnTo>
                  <a:lnTo>
                    <a:pt x="301" y="569"/>
                  </a:lnTo>
                  <a:lnTo>
                    <a:pt x="298" y="572"/>
                  </a:lnTo>
                  <a:lnTo>
                    <a:pt x="296" y="576"/>
                  </a:lnTo>
                  <a:lnTo>
                    <a:pt x="295" y="581"/>
                  </a:lnTo>
                  <a:lnTo>
                    <a:pt x="292" y="585"/>
                  </a:lnTo>
                  <a:lnTo>
                    <a:pt x="287" y="588"/>
                  </a:lnTo>
                  <a:lnTo>
                    <a:pt x="281" y="589"/>
                  </a:lnTo>
                  <a:lnTo>
                    <a:pt x="277" y="591"/>
                  </a:lnTo>
                  <a:lnTo>
                    <a:pt x="275" y="597"/>
                  </a:lnTo>
                  <a:lnTo>
                    <a:pt x="274" y="604"/>
                  </a:lnTo>
                  <a:lnTo>
                    <a:pt x="271" y="610"/>
                  </a:lnTo>
                  <a:lnTo>
                    <a:pt x="265" y="611"/>
                  </a:lnTo>
                  <a:lnTo>
                    <a:pt x="258" y="608"/>
                  </a:lnTo>
                  <a:lnTo>
                    <a:pt x="253" y="604"/>
                  </a:lnTo>
                  <a:lnTo>
                    <a:pt x="248" y="602"/>
                  </a:lnTo>
                  <a:lnTo>
                    <a:pt x="244" y="601"/>
                  </a:lnTo>
                  <a:lnTo>
                    <a:pt x="240" y="600"/>
                  </a:lnTo>
                  <a:lnTo>
                    <a:pt x="237" y="599"/>
                  </a:lnTo>
                  <a:lnTo>
                    <a:pt x="233" y="598"/>
                  </a:lnTo>
                  <a:lnTo>
                    <a:pt x="229" y="599"/>
                  </a:lnTo>
                  <a:lnTo>
                    <a:pt x="223" y="601"/>
                  </a:lnTo>
                  <a:lnTo>
                    <a:pt x="218" y="602"/>
                  </a:lnTo>
                  <a:lnTo>
                    <a:pt x="214" y="599"/>
                  </a:lnTo>
                  <a:lnTo>
                    <a:pt x="213" y="594"/>
                  </a:lnTo>
                  <a:lnTo>
                    <a:pt x="213" y="588"/>
                  </a:lnTo>
                  <a:lnTo>
                    <a:pt x="211" y="584"/>
                  </a:lnTo>
                  <a:lnTo>
                    <a:pt x="207" y="582"/>
                  </a:lnTo>
                  <a:lnTo>
                    <a:pt x="202" y="579"/>
                  </a:lnTo>
                  <a:lnTo>
                    <a:pt x="200" y="575"/>
                  </a:lnTo>
                  <a:lnTo>
                    <a:pt x="202" y="570"/>
                  </a:lnTo>
                  <a:lnTo>
                    <a:pt x="206" y="564"/>
                  </a:lnTo>
                  <a:lnTo>
                    <a:pt x="208" y="560"/>
                  </a:lnTo>
                  <a:lnTo>
                    <a:pt x="207" y="556"/>
                  </a:lnTo>
                  <a:lnTo>
                    <a:pt x="204" y="552"/>
                  </a:lnTo>
                  <a:lnTo>
                    <a:pt x="202" y="548"/>
                  </a:lnTo>
                  <a:lnTo>
                    <a:pt x="201" y="543"/>
                  </a:lnTo>
                  <a:lnTo>
                    <a:pt x="200" y="539"/>
                  </a:lnTo>
                  <a:lnTo>
                    <a:pt x="198" y="533"/>
                  </a:lnTo>
                  <a:lnTo>
                    <a:pt x="197" y="527"/>
                  </a:lnTo>
                  <a:lnTo>
                    <a:pt x="199" y="523"/>
                  </a:lnTo>
                  <a:lnTo>
                    <a:pt x="205" y="522"/>
                  </a:lnTo>
                  <a:lnTo>
                    <a:pt x="213" y="523"/>
                  </a:lnTo>
                  <a:lnTo>
                    <a:pt x="218" y="523"/>
                  </a:lnTo>
                  <a:lnTo>
                    <a:pt x="221" y="521"/>
                  </a:lnTo>
                  <a:lnTo>
                    <a:pt x="223" y="516"/>
                  </a:lnTo>
                  <a:lnTo>
                    <a:pt x="225" y="511"/>
                  </a:lnTo>
                  <a:lnTo>
                    <a:pt x="229" y="509"/>
                  </a:lnTo>
                  <a:lnTo>
                    <a:pt x="234" y="510"/>
                  </a:lnTo>
                  <a:lnTo>
                    <a:pt x="239" y="510"/>
                  </a:lnTo>
                  <a:lnTo>
                    <a:pt x="244" y="509"/>
                  </a:lnTo>
                  <a:lnTo>
                    <a:pt x="249" y="506"/>
                  </a:lnTo>
                  <a:lnTo>
                    <a:pt x="254" y="505"/>
                  </a:lnTo>
                  <a:lnTo>
                    <a:pt x="260" y="505"/>
                  </a:lnTo>
                  <a:lnTo>
                    <a:pt x="265" y="507"/>
                  </a:lnTo>
                  <a:lnTo>
                    <a:pt x="271" y="509"/>
                  </a:lnTo>
                  <a:lnTo>
                    <a:pt x="276" y="510"/>
                  </a:lnTo>
                  <a:lnTo>
                    <a:pt x="281" y="513"/>
                  </a:lnTo>
                  <a:lnTo>
                    <a:pt x="284" y="518"/>
                  </a:lnTo>
                  <a:lnTo>
                    <a:pt x="284" y="525"/>
                  </a:lnTo>
                  <a:lnTo>
                    <a:pt x="285" y="530"/>
                  </a:lnTo>
                  <a:lnTo>
                    <a:pt x="288" y="533"/>
                  </a:lnTo>
                  <a:lnTo>
                    <a:pt x="295" y="534"/>
                  </a:lnTo>
                  <a:lnTo>
                    <a:pt x="304" y="534"/>
                  </a:lnTo>
                  <a:lnTo>
                    <a:pt x="310" y="537"/>
                  </a:lnTo>
                  <a:lnTo>
                    <a:pt x="312" y="542"/>
                  </a:lnTo>
                  <a:lnTo>
                    <a:pt x="311" y="547"/>
                  </a:lnTo>
                  <a:lnTo>
                    <a:pt x="309" y="552"/>
                  </a:lnTo>
                  <a:close/>
                </a:path>
              </a:pathLst>
            </a:custGeom>
            <a:solidFill>
              <a:srgbClr val="59A3CD">
                <a:alpha val="32000"/>
              </a:srgbClr>
            </a:solidFill>
            <a:ln>
              <a:noFill/>
            </a:ln>
          </p:spPr>
          <p:txBody>
            <a:bodyPr anchor="ctr"/>
            <a:lstStyle/>
            <a:p>
              <a:pPr algn="ctr">
                <a:buNone/>
              </a:pPr>
            </a:p>
          </p:txBody>
        </p:sp>
        <p:sp>
          <p:nvSpPr>
            <p:cNvPr id="727" name="addition:spatial:109"/>
            <p:cNvSpPr>
              <a:spLocks noGrp="1"/>
            </p:cNvSpPr>
            <p:nvPr/>
          </p:nvSpPr>
          <p:spPr>
            <a:xfrm>
              <a:off x="5648325" y="1666875"/>
              <a:ext cx="462732" cy="962543"/>
            </a:xfrm>
            <a:custGeom>
              <a:avLst/>
              <a:gdLst/>
              <a:ahLst/>
              <a:cxnLst/>
              <a:rect l="l" t="t" r="r" b="b"/>
              <a:pathLst>
                <a:path w="349" h="569">
                  <a:moveTo>
                    <a:pt x="0" y="0"/>
                  </a:moveTo>
                  <a:moveTo>
                    <a:pt x="345" y="517"/>
                  </a:moveTo>
                  <a:lnTo>
                    <a:pt x="348" y="521"/>
                  </a:lnTo>
                  <a:lnTo>
                    <a:pt x="349" y="526"/>
                  </a:lnTo>
                  <a:lnTo>
                    <a:pt x="348" y="530"/>
                  </a:lnTo>
                  <a:lnTo>
                    <a:pt x="346" y="534"/>
                  </a:lnTo>
                  <a:lnTo>
                    <a:pt x="344" y="539"/>
                  </a:lnTo>
                  <a:lnTo>
                    <a:pt x="343" y="543"/>
                  </a:lnTo>
                  <a:lnTo>
                    <a:pt x="339" y="546"/>
                  </a:lnTo>
                  <a:lnTo>
                    <a:pt x="333" y="547"/>
                  </a:lnTo>
                  <a:lnTo>
                    <a:pt x="326" y="546"/>
                  </a:lnTo>
                  <a:lnTo>
                    <a:pt x="321" y="547"/>
                  </a:lnTo>
                  <a:lnTo>
                    <a:pt x="319" y="550"/>
                  </a:lnTo>
                  <a:lnTo>
                    <a:pt x="318" y="557"/>
                  </a:lnTo>
                  <a:lnTo>
                    <a:pt x="316" y="564"/>
                  </a:lnTo>
                  <a:lnTo>
                    <a:pt x="311" y="568"/>
                  </a:lnTo>
                  <a:lnTo>
                    <a:pt x="305" y="569"/>
                  </a:lnTo>
                  <a:lnTo>
                    <a:pt x="299" y="567"/>
                  </a:lnTo>
                  <a:lnTo>
                    <a:pt x="294" y="567"/>
                  </a:lnTo>
                  <a:lnTo>
                    <a:pt x="288" y="566"/>
                  </a:lnTo>
                  <a:lnTo>
                    <a:pt x="283" y="565"/>
                  </a:lnTo>
                  <a:lnTo>
                    <a:pt x="279" y="562"/>
                  </a:lnTo>
                  <a:lnTo>
                    <a:pt x="275" y="559"/>
                  </a:lnTo>
                  <a:lnTo>
                    <a:pt x="271" y="557"/>
                  </a:lnTo>
                  <a:lnTo>
                    <a:pt x="266" y="557"/>
                  </a:lnTo>
                  <a:lnTo>
                    <a:pt x="261" y="557"/>
                  </a:lnTo>
                  <a:lnTo>
                    <a:pt x="257" y="554"/>
                  </a:lnTo>
                  <a:lnTo>
                    <a:pt x="256" y="550"/>
                  </a:lnTo>
                  <a:lnTo>
                    <a:pt x="255" y="545"/>
                  </a:lnTo>
                  <a:lnTo>
                    <a:pt x="252" y="543"/>
                  </a:lnTo>
                  <a:lnTo>
                    <a:pt x="246" y="542"/>
                  </a:lnTo>
                  <a:lnTo>
                    <a:pt x="240" y="540"/>
                  </a:lnTo>
                  <a:lnTo>
                    <a:pt x="236" y="537"/>
                  </a:lnTo>
                  <a:lnTo>
                    <a:pt x="237" y="531"/>
                  </a:lnTo>
                  <a:lnTo>
                    <a:pt x="241" y="526"/>
                  </a:lnTo>
                  <a:lnTo>
                    <a:pt x="246" y="521"/>
                  </a:lnTo>
                  <a:lnTo>
                    <a:pt x="248" y="517"/>
                  </a:lnTo>
                  <a:lnTo>
                    <a:pt x="250" y="513"/>
                  </a:lnTo>
                  <a:lnTo>
                    <a:pt x="251" y="509"/>
                  </a:lnTo>
                  <a:lnTo>
                    <a:pt x="253" y="506"/>
                  </a:lnTo>
                  <a:lnTo>
                    <a:pt x="254" y="502"/>
                  </a:lnTo>
                  <a:lnTo>
                    <a:pt x="252" y="497"/>
                  </a:lnTo>
                  <a:lnTo>
                    <a:pt x="251" y="491"/>
                  </a:lnTo>
                  <a:lnTo>
                    <a:pt x="251" y="485"/>
                  </a:lnTo>
                  <a:lnTo>
                    <a:pt x="255" y="482"/>
                  </a:lnTo>
                  <a:lnTo>
                    <a:pt x="260" y="481"/>
                  </a:lnTo>
                  <a:lnTo>
                    <a:pt x="265" y="481"/>
                  </a:lnTo>
                  <a:lnTo>
                    <a:pt x="268" y="478"/>
                  </a:lnTo>
                  <a:lnTo>
                    <a:pt x="270" y="473"/>
                  </a:lnTo>
                  <a:lnTo>
                    <a:pt x="273" y="470"/>
                  </a:lnTo>
                  <a:lnTo>
                    <a:pt x="277" y="469"/>
                  </a:lnTo>
                  <a:lnTo>
                    <a:pt x="282" y="472"/>
                  </a:lnTo>
                  <a:lnTo>
                    <a:pt x="286" y="475"/>
                  </a:lnTo>
                  <a:lnTo>
                    <a:pt x="289" y="476"/>
                  </a:lnTo>
                  <a:lnTo>
                    <a:pt x="293" y="474"/>
                  </a:lnTo>
                  <a:lnTo>
                    <a:pt x="296" y="472"/>
                  </a:lnTo>
                  <a:lnTo>
                    <a:pt x="301" y="471"/>
                  </a:lnTo>
                  <a:lnTo>
                    <a:pt x="305" y="471"/>
                  </a:lnTo>
                  <a:lnTo>
                    <a:pt x="310" y="471"/>
                  </a:lnTo>
                  <a:lnTo>
                    <a:pt x="316" y="470"/>
                  </a:lnTo>
                  <a:lnTo>
                    <a:pt x="321" y="470"/>
                  </a:lnTo>
                  <a:lnTo>
                    <a:pt x="325" y="475"/>
                  </a:lnTo>
                  <a:lnTo>
                    <a:pt x="325" y="482"/>
                  </a:lnTo>
                  <a:lnTo>
                    <a:pt x="324" y="489"/>
                  </a:lnTo>
                  <a:lnTo>
                    <a:pt x="324" y="493"/>
                  </a:lnTo>
                  <a:lnTo>
                    <a:pt x="329" y="495"/>
                  </a:lnTo>
                  <a:lnTo>
                    <a:pt x="335" y="497"/>
                  </a:lnTo>
                  <a:lnTo>
                    <a:pt x="339" y="500"/>
                  </a:lnTo>
                  <a:lnTo>
                    <a:pt x="341" y="504"/>
                  </a:lnTo>
                  <a:lnTo>
                    <a:pt x="341" y="509"/>
                  </a:lnTo>
                  <a:lnTo>
                    <a:pt x="342" y="513"/>
                  </a:lnTo>
                  <a:close/>
                </a:path>
              </a:pathLst>
            </a:custGeom>
            <a:solidFill>
              <a:srgbClr val="59A3CD">
                <a:alpha val="32000"/>
              </a:srgbClr>
            </a:solidFill>
            <a:ln>
              <a:noFill/>
            </a:ln>
          </p:spPr>
          <p:txBody>
            <a:bodyPr anchor="ctr"/>
            <a:lstStyle/>
            <a:p>
              <a:pPr algn="ctr">
                <a:buNone/>
              </a:pPr>
            </a:p>
          </p:txBody>
        </p:sp>
        <p:sp>
          <p:nvSpPr>
            <p:cNvPr id="728" name="addition:spatial:110"/>
            <p:cNvSpPr>
              <a:spLocks noGrp="1"/>
            </p:cNvSpPr>
            <p:nvPr/>
          </p:nvSpPr>
          <p:spPr>
            <a:xfrm>
              <a:off x="5648325" y="1666875"/>
              <a:ext cx="542285" cy="992993"/>
            </a:xfrm>
            <a:custGeom>
              <a:avLst/>
              <a:gdLst/>
              <a:ahLst/>
              <a:cxnLst/>
              <a:rect l="l" t="t" r="r" b="b"/>
              <a:pathLst>
                <a:path w="409" h="587">
                  <a:moveTo>
                    <a:pt x="0" y="0"/>
                  </a:moveTo>
                  <a:moveTo>
                    <a:pt x="404" y="528"/>
                  </a:moveTo>
                  <a:lnTo>
                    <a:pt x="399" y="532"/>
                  </a:lnTo>
                  <a:lnTo>
                    <a:pt x="397" y="537"/>
                  </a:lnTo>
                  <a:lnTo>
                    <a:pt x="396" y="541"/>
                  </a:lnTo>
                  <a:lnTo>
                    <a:pt x="395" y="546"/>
                  </a:lnTo>
                  <a:lnTo>
                    <a:pt x="392" y="550"/>
                  </a:lnTo>
                  <a:lnTo>
                    <a:pt x="388" y="553"/>
                  </a:lnTo>
                  <a:lnTo>
                    <a:pt x="384" y="556"/>
                  </a:lnTo>
                  <a:lnTo>
                    <a:pt x="381" y="560"/>
                  </a:lnTo>
                  <a:lnTo>
                    <a:pt x="379" y="564"/>
                  </a:lnTo>
                  <a:lnTo>
                    <a:pt x="375" y="568"/>
                  </a:lnTo>
                  <a:lnTo>
                    <a:pt x="370" y="570"/>
                  </a:lnTo>
                  <a:lnTo>
                    <a:pt x="366" y="573"/>
                  </a:lnTo>
                  <a:lnTo>
                    <a:pt x="362" y="577"/>
                  </a:lnTo>
                  <a:lnTo>
                    <a:pt x="359" y="583"/>
                  </a:lnTo>
                  <a:lnTo>
                    <a:pt x="354" y="587"/>
                  </a:lnTo>
                  <a:lnTo>
                    <a:pt x="348" y="587"/>
                  </a:lnTo>
                  <a:lnTo>
                    <a:pt x="343" y="581"/>
                  </a:lnTo>
                  <a:lnTo>
                    <a:pt x="338" y="574"/>
                  </a:lnTo>
                  <a:lnTo>
                    <a:pt x="335" y="570"/>
                  </a:lnTo>
                  <a:lnTo>
                    <a:pt x="331" y="571"/>
                  </a:lnTo>
                  <a:lnTo>
                    <a:pt x="327" y="573"/>
                  </a:lnTo>
                  <a:lnTo>
                    <a:pt x="322" y="574"/>
                  </a:lnTo>
                  <a:lnTo>
                    <a:pt x="318" y="574"/>
                  </a:lnTo>
                  <a:lnTo>
                    <a:pt x="315" y="572"/>
                  </a:lnTo>
                  <a:lnTo>
                    <a:pt x="311" y="570"/>
                  </a:lnTo>
                  <a:lnTo>
                    <a:pt x="306" y="568"/>
                  </a:lnTo>
                  <a:lnTo>
                    <a:pt x="303" y="565"/>
                  </a:lnTo>
                  <a:lnTo>
                    <a:pt x="302" y="560"/>
                  </a:lnTo>
                  <a:lnTo>
                    <a:pt x="303" y="554"/>
                  </a:lnTo>
                  <a:lnTo>
                    <a:pt x="303" y="550"/>
                  </a:lnTo>
                  <a:lnTo>
                    <a:pt x="300" y="546"/>
                  </a:lnTo>
                  <a:lnTo>
                    <a:pt x="297" y="542"/>
                  </a:lnTo>
                  <a:lnTo>
                    <a:pt x="295" y="538"/>
                  </a:lnTo>
                  <a:lnTo>
                    <a:pt x="298" y="532"/>
                  </a:lnTo>
                  <a:lnTo>
                    <a:pt x="302" y="528"/>
                  </a:lnTo>
                  <a:lnTo>
                    <a:pt x="305" y="524"/>
                  </a:lnTo>
                  <a:lnTo>
                    <a:pt x="304" y="520"/>
                  </a:lnTo>
                  <a:lnTo>
                    <a:pt x="299" y="515"/>
                  </a:lnTo>
                  <a:lnTo>
                    <a:pt x="295" y="508"/>
                  </a:lnTo>
                  <a:lnTo>
                    <a:pt x="294" y="503"/>
                  </a:lnTo>
                  <a:lnTo>
                    <a:pt x="296" y="498"/>
                  </a:lnTo>
                  <a:lnTo>
                    <a:pt x="299" y="494"/>
                  </a:lnTo>
                  <a:lnTo>
                    <a:pt x="302" y="491"/>
                  </a:lnTo>
                  <a:lnTo>
                    <a:pt x="306" y="488"/>
                  </a:lnTo>
                  <a:lnTo>
                    <a:pt x="311" y="487"/>
                  </a:lnTo>
                  <a:lnTo>
                    <a:pt x="316" y="488"/>
                  </a:lnTo>
                  <a:lnTo>
                    <a:pt x="321" y="489"/>
                  </a:lnTo>
                  <a:lnTo>
                    <a:pt x="324" y="487"/>
                  </a:lnTo>
                  <a:lnTo>
                    <a:pt x="326" y="482"/>
                  </a:lnTo>
                  <a:lnTo>
                    <a:pt x="329" y="476"/>
                  </a:lnTo>
                  <a:lnTo>
                    <a:pt x="333" y="474"/>
                  </a:lnTo>
                  <a:lnTo>
                    <a:pt x="338" y="475"/>
                  </a:lnTo>
                  <a:lnTo>
                    <a:pt x="343" y="478"/>
                  </a:lnTo>
                  <a:lnTo>
                    <a:pt x="348" y="478"/>
                  </a:lnTo>
                  <a:lnTo>
                    <a:pt x="353" y="476"/>
                  </a:lnTo>
                  <a:lnTo>
                    <a:pt x="359" y="474"/>
                  </a:lnTo>
                  <a:lnTo>
                    <a:pt x="365" y="475"/>
                  </a:lnTo>
                  <a:lnTo>
                    <a:pt x="370" y="478"/>
                  </a:lnTo>
                  <a:lnTo>
                    <a:pt x="373" y="484"/>
                  </a:lnTo>
                  <a:lnTo>
                    <a:pt x="376" y="489"/>
                  </a:lnTo>
                  <a:lnTo>
                    <a:pt x="379" y="492"/>
                  </a:lnTo>
                  <a:lnTo>
                    <a:pt x="382" y="496"/>
                  </a:lnTo>
                  <a:lnTo>
                    <a:pt x="384" y="501"/>
                  </a:lnTo>
                  <a:lnTo>
                    <a:pt x="385" y="505"/>
                  </a:lnTo>
                  <a:lnTo>
                    <a:pt x="389" y="508"/>
                  </a:lnTo>
                  <a:lnTo>
                    <a:pt x="396" y="510"/>
                  </a:lnTo>
                  <a:lnTo>
                    <a:pt x="404" y="513"/>
                  </a:lnTo>
                  <a:lnTo>
                    <a:pt x="409" y="517"/>
                  </a:lnTo>
                  <a:lnTo>
                    <a:pt x="409" y="523"/>
                  </a:lnTo>
                  <a:close/>
                </a:path>
              </a:pathLst>
            </a:custGeom>
            <a:solidFill>
              <a:srgbClr val="59A3CD">
                <a:alpha val="32000"/>
              </a:srgbClr>
            </a:solidFill>
            <a:ln>
              <a:noFill/>
            </a:ln>
          </p:spPr>
          <p:txBody>
            <a:bodyPr anchor="ctr"/>
            <a:lstStyle/>
            <a:p>
              <a:pPr algn="ctr">
                <a:buNone/>
              </a:pPr>
            </a:p>
          </p:txBody>
        </p:sp>
        <p:sp>
          <p:nvSpPr>
            <p:cNvPr id="729" name="addition:spatial:111"/>
            <p:cNvSpPr>
              <a:spLocks noGrp="1"/>
            </p:cNvSpPr>
            <p:nvPr/>
          </p:nvSpPr>
          <p:spPr>
            <a:xfrm>
              <a:off x="5648325" y="1666875"/>
              <a:ext cx="587365" cy="1069116"/>
            </a:xfrm>
            <a:custGeom>
              <a:avLst/>
              <a:gdLst/>
              <a:ahLst/>
              <a:cxnLst/>
              <a:rect l="l" t="t" r="r" b="b"/>
              <a:pathLst>
                <a:path w="443" h="632">
                  <a:moveTo>
                    <a:pt x="0" y="0"/>
                  </a:moveTo>
                  <a:moveTo>
                    <a:pt x="435" y="571"/>
                  </a:moveTo>
                  <a:lnTo>
                    <a:pt x="436" y="576"/>
                  </a:lnTo>
                  <a:lnTo>
                    <a:pt x="435" y="581"/>
                  </a:lnTo>
                  <a:lnTo>
                    <a:pt x="435" y="586"/>
                  </a:lnTo>
                  <a:lnTo>
                    <a:pt x="437" y="591"/>
                  </a:lnTo>
                  <a:lnTo>
                    <a:pt x="441" y="598"/>
                  </a:lnTo>
                  <a:lnTo>
                    <a:pt x="443" y="605"/>
                  </a:lnTo>
                  <a:lnTo>
                    <a:pt x="440" y="610"/>
                  </a:lnTo>
                  <a:lnTo>
                    <a:pt x="432" y="611"/>
                  </a:lnTo>
                  <a:lnTo>
                    <a:pt x="424" y="609"/>
                  </a:lnTo>
                  <a:lnTo>
                    <a:pt x="418" y="609"/>
                  </a:lnTo>
                  <a:lnTo>
                    <a:pt x="415" y="612"/>
                  </a:lnTo>
                  <a:lnTo>
                    <a:pt x="413" y="616"/>
                  </a:lnTo>
                  <a:lnTo>
                    <a:pt x="410" y="620"/>
                  </a:lnTo>
                  <a:lnTo>
                    <a:pt x="406" y="623"/>
                  </a:lnTo>
                  <a:lnTo>
                    <a:pt x="401" y="625"/>
                  </a:lnTo>
                  <a:lnTo>
                    <a:pt x="396" y="628"/>
                  </a:lnTo>
                  <a:lnTo>
                    <a:pt x="391" y="631"/>
                  </a:lnTo>
                  <a:lnTo>
                    <a:pt x="385" y="632"/>
                  </a:lnTo>
                  <a:lnTo>
                    <a:pt x="379" y="630"/>
                  </a:lnTo>
                  <a:lnTo>
                    <a:pt x="374" y="626"/>
                  </a:lnTo>
                  <a:lnTo>
                    <a:pt x="368" y="624"/>
                  </a:lnTo>
                  <a:lnTo>
                    <a:pt x="362" y="624"/>
                  </a:lnTo>
                  <a:lnTo>
                    <a:pt x="356" y="624"/>
                  </a:lnTo>
                  <a:lnTo>
                    <a:pt x="350" y="621"/>
                  </a:lnTo>
                  <a:lnTo>
                    <a:pt x="347" y="615"/>
                  </a:lnTo>
                  <a:lnTo>
                    <a:pt x="347" y="608"/>
                  </a:lnTo>
                  <a:lnTo>
                    <a:pt x="346" y="602"/>
                  </a:lnTo>
                  <a:lnTo>
                    <a:pt x="342" y="599"/>
                  </a:lnTo>
                  <a:lnTo>
                    <a:pt x="335" y="598"/>
                  </a:lnTo>
                  <a:lnTo>
                    <a:pt x="328" y="596"/>
                  </a:lnTo>
                  <a:lnTo>
                    <a:pt x="323" y="593"/>
                  </a:lnTo>
                  <a:lnTo>
                    <a:pt x="320" y="588"/>
                  </a:lnTo>
                  <a:lnTo>
                    <a:pt x="319" y="582"/>
                  </a:lnTo>
                  <a:lnTo>
                    <a:pt x="319" y="577"/>
                  </a:lnTo>
                  <a:lnTo>
                    <a:pt x="319" y="571"/>
                  </a:lnTo>
                  <a:lnTo>
                    <a:pt x="323" y="566"/>
                  </a:lnTo>
                  <a:lnTo>
                    <a:pt x="330" y="562"/>
                  </a:lnTo>
                  <a:lnTo>
                    <a:pt x="336" y="558"/>
                  </a:lnTo>
                  <a:lnTo>
                    <a:pt x="338" y="554"/>
                  </a:lnTo>
                  <a:lnTo>
                    <a:pt x="337" y="549"/>
                  </a:lnTo>
                  <a:lnTo>
                    <a:pt x="336" y="542"/>
                  </a:lnTo>
                  <a:lnTo>
                    <a:pt x="339" y="537"/>
                  </a:lnTo>
                  <a:lnTo>
                    <a:pt x="345" y="535"/>
                  </a:lnTo>
                  <a:lnTo>
                    <a:pt x="351" y="533"/>
                  </a:lnTo>
                  <a:lnTo>
                    <a:pt x="355" y="530"/>
                  </a:lnTo>
                  <a:lnTo>
                    <a:pt x="357" y="525"/>
                  </a:lnTo>
                  <a:lnTo>
                    <a:pt x="360" y="518"/>
                  </a:lnTo>
                  <a:lnTo>
                    <a:pt x="364" y="513"/>
                  </a:lnTo>
                  <a:lnTo>
                    <a:pt x="370" y="513"/>
                  </a:lnTo>
                  <a:lnTo>
                    <a:pt x="376" y="514"/>
                  </a:lnTo>
                  <a:lnTo>
                    <a:pt x="381" y="515"/>
                  </a:lnTo>
                  <a:lnTo>
                    <a:pt x="386" y="517"/>
                  </a:lnTo>
                  <a:lnTo>
                    <a:pt x="390" y="519"/>
                  </a:lnTo>
                  <a:lnTo>
                    <a:pt x="394" y="522"/>
                  </a:lnTo>
                  <a:lnTo>
                    <a:pt x="397" y="526"/>
                  </a:lnTo>
                  <a:lnTo>
                    <a:pt x="400" y="526"/>
                  </a:lnTo>
                  <a:lnTo>
                    <a:pt x="406" y="523"/>
                  </a:lnTo>
                  <a:lnTo>
                    <a:pt x="413" y="519"/>
                  </a:lnTo>
                  <a:lnTo>
                    <a:pt x="419" y="518"/>
                  </a:lnTo>
                  <a:lnTo>
                    <a:pt x="423" y="521"/>
                  </a:lnTo>
                  <a:lnTo>
                    <a:pt x="423" y="528"/>
                  </a:lnTo>
                  <a:lnTo>
                    <a:pt x="424" y="535"/>
                  </a:lnTo>
                  <a:lnTo>
                    <a:pt x="425" y="539"/>
                  </a:lnTo>
                  <a:lnTo>
                    <a:pt x="429" y="543"/>
                  </a:lnTo>
                  <a:lnTo>
                    <a:pt x="432" y="547"/>
                  </a:lnTo>
                  <a:lnTo>
                    <a:pt x="433" y="552"/>
                  </a:lnTo>
                  <a:lnTo>
                    <a:pt x="432" y="557"/>
                  </a:lnTo>
                  <a:lnTo>
                    <a:pt x="431" y="562"/>
                  </a:lnTo>
                  <a:lnTo>
                    <a:pt x="433" y="567"/>
                  </a:lnTo>
                  <a:close/>
                </a:path>
              </a:pathLst>
            </a:custGeom>
            <a:solidFill>
              <a:srgbClr val="59A3CD">
                <a:alpha val="32000"/>
              </a:srgbClr>
            </a:solidFill>
            <a:ln>
              <a:noFill/>
            </a:ln>
          </p:spPr>
          <p:txBody>
            <a:bodyPr anchor="ctr"/>
            <a:lstStyle/>
            <a:p>
              <a:pPr algn="ctr">
                <a:buNone/>
              </a:pPr>
            </a:p>
          </p:txBody>
        </p:sp>
        <p:sp>
          <p:nvSpPr>
            <p:cNvPr id="730" name="addition:spatial:112"/>
            <p:cNvSpPr>
              <a:spLocks noGrp="1"/>
            </p:cNvSpPr>
            <p:nvPr/>
          </p:nvSpPr>
          <p:spPr>
            <a:xfrm>
              <a:off x="5648325" y="1666875"/>
              <a:ext cx="563499" cy="1145240"/>
            </a:xfrm>
            <a:custGeom>
              <a:avLst/>
              <a:gdLst/>
              <a:ahLst/>
              <a:cxnLst/>
              <a:rect l="l" t="t" r="r" b="b"/>
              <a:pathLst>
                <a:path w="425" h="677">
                  <a:moveTo>
                    <a:pt x="0" y="0"/>
                  </a:moveTo>
                  <a:moveTo>
                    <a:pt x="422" y="619"/>
                  </a:moveTo>
                  <a:lnTo>
                    <a:pt x="417" y="624"/>
                  </a:lnTo>
                  <a:lnTo>
                    <a:pt x="409" y="628"/>
                  </a:lnTo>
                  <a:lnTo>
                    <a:pt x="401" y="632"/>
                  </a:lnTo>
                  <a:lnTo>
                    <a:pt x="398" y="635"/>
                  </a:lnTo>
                  <a:lnTo>
                    <a:pt x="399" y="641"/>
                  </a:lnTo>
                  <a:lnTo>
                    <a:pt x="402" y="648"/>
                  </a:lnTo>
                  <a:lnTo>
                    <a:pt x="403" y="656"/>
                  </a:lnTo>
                  <a:lnTo>
                    <a:pt x="399" y="660"/>
                  </a:lnTo>
                  <a:lnTo>
                    <a:pt x="391" y="662"/>
                  </a:lnTo>
                  <a:lnTo>
                    <a:pt x="384" y="663"/>
                  </a:lnTo>
                  <a:lnTo>
                    <a:pt x="380" y="667"/>
                  </a:lnTo>
                  <a:lnTo>
                    <a:pt x="376" y="672"/>
                  </a:lnTo>
                  <a:lnTo>
                    <a:pt x="372" y="676"/>
                  </a:lnTo>
                  <a:lnTo>
                    <a:pt x="365" y="677"/>
                  </a:lnTo>
                  <a:lnTo>
                    <a:pt x="359" y="675"/>
                  </a:lnTo>
                  <a:lnTo>
                    <a:pt x="353" y="674"/>
                  </a:lnTo>
                  <a:lnTo>
                    <a:pt x="348" y="673"/>
                  </a:lnTo>
                  <a:lnTo>
                    <a:pt x="343" y="673"/>
                  </a:lnTo>
                  <a:lnTo>
                    <a:pt x="339" y="671"/>
                  </a:lnTo>
                  <a:lnTo>
                    <a:pt x="335" y="668"/>
                  </a:lnTo>
                  <a:lnTo>
                    <a:pt x="331" y="667"/>
                  </a:lnTo>
                  <a:lnTo>
                    <a:pt x="325" y="669"/>
                  </a:lnTo>
                  <a:lnTo>
                    <a:pt x="316" y="673"/>
                  </a:lnTo>
                  <a:lnTo>
                    <a:pt x="307" y="675"/>
                  </a:lnTo>
                  <a:lnTo>
                    <a:pt x="301" y="672"/>
                  </a:lnTo>
                  <a:lnTo>
                    <a:pt x="300" y="665"/>
                  </a:lnTo>
                  <a:lnTo>
                    <a:pt x="301" y="657"/>
                  </a:lnTo>
                  <a:lnTo>
                    <a:pt x="301" y="650"/>
                  </a:lnTo>
                  <a:lnTo>
                    <a:pt x="299" y="646"/>
                  </a:lnTo>
                  <a:lnTo>
                    <a:pt x="295" y="642"/>
                  </a:lnTo>
                  <a:lnTo>
                    <a:pt x="291" y="638"/>
                  </a:lnTo>
                  <a:lnTo>
                    <a:pt x="290" y="633"/>
                  </a:lnTo>
                  <a:lnTo>
                    <a:pt x="289" y="628"/>
                  </a:lnTo>
                  <a:lnTo>
                    <a:pt x="285" y="624"/>
                  </a:lnTo>
                  <a:lnTo>
                    <a:pt x="280" y="619"/>
                  </a:lnTo>
                  <a:lnTo>
                    <a:pt x="278" y="614"/>
                  </a:lnTo>
                  <a:lnTo>
                    <a:pt x="278" y="609"/>
                  </a:lnTo>
                  <a:lnTo>
                    <a:pt x="281" y="604"/>
                  </a:lnTo>
                  <a:lnTo>
                    <a:pt x="282" y="599"/>
                  </a:lnTo>
                  <a:lnTo>
                    <a:pt x="280" y="593"/>
                  </a:lnTo>
                  <a:lnTo>
                    <a:pt x="278" y="586"/>
                  </a:lnTo>
                  <a:lnTo>
                    <a:pt x="280" y="581"/>
                  </a:lnTo>
                  <a:lnTo>
                    <a:pt x="288" y="579"/>
                  </a:lnTo>
                  <a:lnTo>
                    <a:pt x="298" y="580"/>
                  </a:lnTo>
                  <a:lnTo>
                    <a:pt x="306" y="581"/>
                  </a:lnTo>
                  <a:lnTo>
                    <a:pt x="311" y="580"/>
                  </a:lnTo>
                  <a:lnTo>
                    <a:pt x="314" y="575"/>
                  </a:lnTo>
                  <a:lnTo>
                    <a:pt x="317" y="569"/>
                  </a:lnTo>
                  <a:lnTo>
                    <a:pt x="322" y="564"/>
                  </a:lnTo>
                  <a:lnTo>
                    <a:pt x="328" y="561"/>
                  </a:lnTo>
                  <a:lnTo>
                    <a:pt x="335" y="559"/>
                  </a:lnTo>
                  <a:lnTo>
                    <a:pt x="342" y="556"/>
                  </a:lnTo>
                  <a:lnTo>
                    <a:pt x="350" y="555"/>
                  </a:lnTo>
                  <a:lnTo>
                    <a:pt x="357" y="557"/>
                  </a:lnTo>
                  <a:lnTo>
                    <a:pt x="364" y="563"/>
                  </a:lnTo>
                  <a:lnTo>
                    <a:pt x="369" y="568"/>
                  </a:lnTo>
                  <a:lnTo>
                    <a:pt x="375" y="571"/>
                  </a:lnTo>
                  <a:lnTo>
                    <a:pt x="382" y="570"/>
                  </a:lnTo>
                  <a:lnTo>
                    <a:pt x="390" y="570"/>
                  </a:lnTo>
                  <a:lnTo>
                    <a:pt x="395" y="574"/>
                  </a:lnTo>
                  <a:lnTo>
                    <a:pt x="397" y="580"/>
                  </a:lnTo>
                  <a:lnTo>
                    <a:pt x="398" y="586"/>
                  </a:lnTo>
                  <a:lnTo>
                    <a:pt x="402" y="589"/>
                  </a:lnTo>
                  <a:lnTo>
                    <a:pt x="408" y="591"/>
                  </a:lnTo>
                  <a:lnTo>
                    <a:pt x="417" y="593"/>
                  </a:lnTo>
                  <a:lnTo>
                    <a:pt x="423" y="597"/>
                  </a:lnTo>
                  <a:lnTo>
                    <a:pt x="425" y="602"/>
                  </a:lnTo>
                  <a:lnTo>
                    <a:pt x="425" y="608"/>
                  </a:lnTo>
                  <a:lnTo>
                    <a:pt x="424" y="613"/>
                  </a:lnTo>
                  <a:close/>
                </a:path>
              </a:pathLst>
            </a:custGeom>
            <a:solidFill>
              <a:srgbClr val="59A3CD">
                <a:alpha val="32000"/>
              </a:srgbClr>
            </a:solidFill>
            <a:ln>
              <a:noFill/>
            </a:ln>
          </p:spPr>
          <p:txBody>
            <a:bodyPr anchor="ctr"/>
            <a:lstStyle/>
            <a:p>
              <a:pPr algn="ctr">
                <a:buNone/>
              </a:pPr>
            </a:p>
          </p:txBody>
        </p:sp>
        <p:sp>
          <p:nvSpPr>
            <p:cNvPr id="731" name="addition:spatial:113"/>
            <p:cNvSpPr>
              <a:spLocks noGrp="1"/>
            </p:cNvSpPr>
            <p:nvPr/>
          </p:nvSpPr>
          <p:spPr>
            <a:xfrm>
              <a:off x="5648325" y="1666875"/>
              <a:ext cx="465384" cy="1155390"/>
            </a:xfrm>
            <a:custGeom>
              <a:avLst/>
              <a:gdLst/>
              <a:ahLst/>
              <a:cxnLst/>
              <a:rect l="l" t="t" r="r" b="b"/>
              <a:pathLst>
                <a:path w="351" h="683">
                  <a:moveTo>
                    <a:pt x="0" y="0"/>
                  </a:moveTo>
                  <a:moveTo>
                    <a:pt x="351" y="624"/>
                  </a:moveTo>
                  <a:lnTo>
                    <a:pt x="350" y="630"/>
                  </a:lnTo>
                  <a:lnTo>
                    <a:pt x="345" y="635"/>
                  </a:lnTo>
                  <a:lnTo>
                    <a:pt x="339" y="639"/>
                  </a:lnTo>
                  <a:lnTo>
                    <a:pt x="334" y="643"/>
                  </a:lnTo>
                  <a:lnTo>
                    <a:pt x="331" y="647"/>
                  </a:lnTo>
                  <a:lnTo>
                    <a:pt x="328" y="651"/>
                  </a:lnTo>
                  <a:lnTo>
                    <a:pt x="323" y="654"/>
                  </a:lnTo>
                  <a:lnTo>
                    <a:pt x="320" y="657"/>
                  </a:lnTo>
                  <a:lnTo>
                    <a:pt x="318" y="663"/>
                  </a:lnTo>
                  <a:lnTo>
                    <a:pt x="317" y="670"/>
                  </a:lnTo>
                  <a:lnTo>
                    <a:pt x="316" y="679"/>
                  </a:lnTo>
                  <a:lnTo>
                    <a:pt x="311" y="683"/>
                  </a:lnTo>
                  <a:lnTo>
                    <a:pt x="304" y="683"/>
                  </a:lnTo>
                  <a:lnTo>
                    <a:pt x="296" y="678"/>
                  </a:lnTo>
                  <a:lnTo>
                    <a:pt x="290" y="675"/>
                  </a:lnTo>
                  <a:lnTo>
                    <a:pt x="285" y="675"/>
                  </a:lnTo>
                  <a:lnTo>
                    <a:pt x="281" y="677"/>
                  </a:lnTo>
                  <a:lnTo>
                    <a:pt x="277" y="679"/>
                  </a:lnTo>
                  <a:lnTo>
                    <a:pt x="272" y="678"/>
                  </a:lnTo>
                  <a:lnTo>
                    <a:pt x="268" y="676"/>
                  </a:lnTo>
                  <a:lnTo>
                    <a:pt x="264" y="674"/>
                  </a:lnTo>
                  <a:lnTo>
                    <a:pt x="260" y="674"/>
                  </a:lnTo>
                  <a:lnTo>
                    <a:pt x="255" y="674"/>
                  </a:lnTo>
                  <a:lnTo>
                    <a:pt x="250" y="672"/>
                  </a:lnTo>
                  <a:lnTo>
                    <a:pt x="247" y="669"/>
                  </a:lnTo>
                  <a:lnTo>
                    <a:pt x="244" y="665"/>
                  </a:lnTo>
                  <a:lnTo>
                    <a:pt x="239" y="663"/>
                  </a:lnTo>
                  <a:lnTo>
                    <a:pt x="233" y="661"/>
                  </a:lnTo>
                  <a:lnTo>
                    <a:pt x="229" y="657"/>
                  </a:lnTo>
                  <a:lnTo>
                    <a:pt x="230" y="651"/>
                  </a:lnTo>
                  <a:lnTo>
                    <a:pt x="234" y="643"/>
                  </a:lnTo>
                  <a:lnTo>
                    <a:pt x="239" y="637"/>
                  </a:lnTo>
                  <a:lnTo>
                    <a:pt x="240" y="632"/>
                  </a:lnTo>
                  <a:lnTo>
                    <a:pt x="235" y="629"/>
                  </a:lnTo>
                  <a:lnTo>
                    <a:pt x="229" y="624"/>
                  </a:lnTo>
                  <a:lnTo>
                    <a:pt x="224" y="619"/>
                  </a:lnTo>
                  <a:lnTo>
                    <a:pt x="223" y="614"/>
                  </a:lnTo>
                  <a:lnTo>
                    <a:pt x="223" y="609"/>
                  </a:lnTo>
                  <a:lnTo>
                    <a:pt x="223" y="603"/>
                  </a:lnTo>
                  <a:lnTo>
                    <a:pt x="223" y="598"/>
                  </a:lnTo>
                  <a:lnTo>
                    <a:pt x="226" y="593"/>
                  </a:lnTo>
                  <a:lnTo>
                    <a:pt x="231" y="591"/>
                  </a:lnTo>
                  <a:lnTo>
                    <a:pt x="237" y="589"/>
                  </a:lnTo>
                  <a:lnTo>
                    <a:pt x="241" y="587"/>
                  </a:lnTo>
                  <a:lnTo>
                    <a:pt x="243" y="582"/>
                  </a:lnTo>
                  <a:lnTo>
                    <a:pt x="245" y="577"/>
                  </a:lnTo>
                  <a:lnTo>
                    <a:pt x="249" y="574"/>
                  </a:lnTo>
                  <a:lnTo>
                    <a:pt x="255" y="575"/>
                  </a:lnTo>
                  <a:lnTo>
                    <a:pt x="262" y="578"/>
                  </a:lnTo>
                  <a:lnTo>
                    <a:pt x="267" y="578"/>
                  </a:lnTo>
                  <a:lnTo>
                    <a:pt x="271" y="573"/>
                  </a:lnTo>
                  <a:lnTo>
                    <a:pt x="276" y="567"/>
                  </a:lnTo>
                  <a:lnTo>
                    <a:pt x="282" y="562"/>
                  </a:lnTo>
                  <a:lnTo>
                    <a:pt x="289" y="561"/>
                  </a:lnTo>
                  <a:lnTo>
                    <a:pt x="295" y="564"/>
                  </a:lnTo>
                  <a:lnTo>
                    <a:pt x="301" y="568"/>
                  </a:lnTo>
                  <a:lnTo>
                    <a:pt x="307" y="571"/>
                  </a:lnTo>
                  <a:lnTo>
                    <a:pt x="311" y="575"/>
                  </a:lnTo>
                  <a:lnTo>
                    <a:pt x="315" y="581"/>
                  </a:lnTo>
                  <a:lnTo>
                    <a:pt x="317" y="587"/>
                  </a:lnTo>
                  <a:lnTo>
                    <a:pt x="320" y="591"/>
                  </a:lnTo>
                  <a:lnTo>
                    <a:pt x="326" y="592"/>
                  </a:lnTo>
                  <a:lnTo>
                    <a:pt x="334" y="592"/>
                  </a:lnTo>
                  <a:lnTo>
                    <a:pt x="342" y="594"/>
                  </a:lnTo>
                  <a:lnTo>
                    <a:pt x="345" y="598"/>
                  </a:lnTo>
                  <a:lnTo>
                    <a:pt x="345" y="604"/>
                  </a:lnTo>
                  <a:lnTo>
                    <a:pt x="343" y="610"/>
                  </a:lnTo>
                  <a:lnTo>
                    <a:pt x="344" y="615"/>
                  </a:lnTo>
                  <a:lnTo>
                    <a:pt x="348" y="619"/>
                  </a:lnTo>
                  <a:close/>
                </a:path>
              </a:pathLst>
            </a:custGeom>
            <a:solidFill>
              <a:srgbClr val="59A3CD">
                <a:alpha val="32000"/>
              </a:srgbClr>
            </a:solidFill>
            <a:ln>
              <a:noFill/>
            </a:ln>
          </p:spPr>
          <p:txBody>
            <a:bodyPr anchor="ctr"/>
            <a:lstStyle/>
            <a:p>
              <a:pPr algn="ctr">
                <a:buNone/>
              </a:pPr>
            </a:p>
          </p:txBody>
        </p:sp>
        <p:sp>
          <p:nvSpPr>
            <p:cNvPr id="732" name="addition:spatial:114"/>
            <p:cNvSpPr>
              <a:spLocks noGrp="1"/>
            </p:cNvSpPr>
            <p:nvPr/>
          </p:nvSpPr>
          <p:spPr>
            <a:xfrm>
              <a:off x="5648325" y="1666875"/>
              <a:ext cx="365943" cy="1113099"/>
            </a:xfrm>
            <a:custGeom>
              <a:avLst/>
              <a:gdLst/>
              <a:ahLst/>
              <a:cxnLst/>
              <a:rect l="l" t="t" r="r" b="b"/>
              <a:pathLst>
                <a:path w="276" h="658">
                  <a:moveTo>
                    <a:pt x="0" y="0"/>
                  </a:moveTo>
                  <a:moveTo>
                    <a:pt x="275" y="604"/>
                  </a:moveTo>
                  <a:lnTo>
                    <a:pt x="274" y="608"/>
                  </a:lnTo>
                  <a:lnTo>
                    <a:pt x="271" y="612"/>
                  </a:lnTo>
                  <a:lnTo>
                    <a:pt x="269" y="615"/>
                  </a:lnTo>
                  <a:lnTo>
                    <a:pt x="271" y="620"/>
                  </a:lnTo>
                  <a:lnTo>
                    <a:pt x="275" y="626"/>
                  </a:lnTo>
                  <a:lnTo>
                    <a:pt x="276" y="632"/>
                  </a:lnTo>
                  <a:lnTo>
                    <a:pt x="275" y="636"/>
                  </a:lnTo>
                  <a:lnTo>
                    <a:pt x="270" y="638"/>
                  </a:lnTo>
                  <a:lnTo>
                    <a:pt x="266" y="640"/>
                  </a:lnTo>
                  <a:lnTo>
                    <a:pt x="262" y="641"/>
                  </a:lnTo>
                  <a:lnTo>
                    <a:pt x="258" y="642"/>
                  </a:lnTo>
                  <a:lnTo>
                    <a:pt x="254" y="642"/>
                  </a:lnTo>
                  <a:lnTo>
                    <a:pt x="250" y="642"/>
                  </a:lnTo>
                  <a:lnTo>
                    <a:pt x="247" y="642"/>
                  </a:lnTo>
                  <a:lnTo>
                    <a:pt x="244" y="646"/>
                  </a:lnTo>
                  <a:lnTo>
                    <a:pt x="241" y="652"/>
                  </a:lnTo>
                  <a:lnTo>
                    <a:pt x="237" y="657"/>
                  </a:lnTo>
                  <a:lnTo>
                    <a:pt x="232" y="658"/>
                  </a:lnTo>
                  <a:lnTo>
                    <a:pt x="227" y="655"/>
                  </a:lnTo>
                  <a:lnTo>
                    <a:pt x="223" y="651"/>
                  </a:lnTo>
                  <a:lnTo>
                    <a:pt x="219" y="648"/>
                  </a:lnTo>
                  <a:lnTo>
                    <a:pt x="213" y="648"/>
                  </a:lnTo>
                  <a:lnTo>
                    <a:pt x="208" y="648"/>
                  </a:lnTo>
                  <a:lnTo>
                    <a:pt x="203" y="646"/>
                  </a:lnTo>
                  <a:lnTo>
                    <a:pt x="201" y="641"/>
                  </a:lnTo>
                  <a:lnTo>
                    <a:pt x="199" y="636"/>
                  </a:lnTo>
                  <a:lnTo>
                    <a:pt x="197" y="632"/>
                  </a:lnTo>
                  <a:lnTo>
                    <a:pt x="193" y="630"/>
                  </a:lnTo>
                  <a:lnTo>
                    <a:pt x="190" y="627"/>
                  </a:lnTo>
                  <a:lnTo>
                    <a:pt x="187" y="623"/>
                  </a:lnTo>
                  <a:lnTo>
                    <a:pt x="185" y="620"/>
                  </a:lnTo>
                  <a:lnTo>
                    <a:pt x="182" y="617"/>
                  </a:lnTo>
                  <a:lnTo>
                    <a:pt x="176" y="613"/>
                  </a:lnTo>
                  <a:lnTo>
                    <a:pt x="172" y="609"/>
                  </a:lnTo>
                  <a:lnTo>
                    <a:pt x="170" y="604"/>
                  </a:lnTo>
                  <a:lnTo>
                    <a:pt x="175" y="599"/>
                  </a:lnTo>
                  <a:lnTo>
                    <a:pt x="182" y="596"/>
                  </a:lnTo>
                  <a:lnTo>
                    <a:pt x="188" y="593"/>
                  </a:lnTo>
                  <a:lnTo>
                    <a:pt x="190" y="590"/>
                  </a:lnTo>
                  <a:lnTo>
                    <a:pt x="190" y="585"/>
                  </a:lnTo>
                  <a:lnTo>
                    <a:pt x="191" y="580"/>
                  </a:lnTo>
                  <a:lnTo>
                    <a:pt x="193" y="577"/>
                  </a:lnTo>
                  <a:lnTo>
                    <a:pt x="197" y="574"/>
                  </a:lnTo>
                  <a:lnTo>
                    <a:pt x="200" y="571"/>
                  </a:lnTo>
                  <a:lnTo>
                    <a:pt x="203" y="567"/>
                  </a:lnTo>
                  <a:lnTo>
                    <a:pt x="206" y="562"/>
                  </a:lnTo>
                  <a:lnTo>
                    <a:pt x="210" y="560"/>
                  </a:lnTo>
                  <a:lnTo>
                    <a:pt x="215" y="559"/>
                  </a:lnTo>
                  <a:lnTo>
                    <a:pt x="219" y="558"/>
                  </a:lnTo>
                  <a:lnTo>
                    <a:pt x="223" y="556"/>
                  </a:lnTo>
                  <a:lnTo>
                    <a:pt x="228" y="553"/>
                  </a:lnTo>
                  <a:lnTo>
                    <a:pt x="232" y="552"/>
                  </a:lnTo>
                  <a:lnTo>
                    <a:pt x="236" y="554"/>
                  </a:lnTo>
                  <a:lnTo>
                    <a:pt x="240" y="560"/>
                  </a:lnTo>
                  <a:lnTo>
                    <a:pt x="242" y="566"/>
                  </a:lnTo>
                  <a:lnTo>
                    <a:pt x="245" y="567"/>
                  </a:lnTo>
                  <a:lnTo>
                    <a:pt x="249" y="565"/>
                  </a:lnTo>
                  <a:lnTo>
                    <a:pt x="254" y="562"/>
                  </a:lnTo>
                  <a:lnTo>
                    <a:pt x="259" y="561"/>
                  </a:lnTo>
                  <a:lnTo>
                    <a:pt x="263" y="563"/>
                  </a:lnTo>
                  <a:lnTo>
                    <a:pt x="265" y="567"/>
                  </a:lnTo>
                  <a:lnTo>
                    <a:pt x="268" y="570"/>
                  </a:lnTo>
                  <a:lnTo>
                    <a:pt x="270" y="574"/>
                  </a:lnTo>
                  <a:lnTo>
                    <a:pt x="271" y="578"/>
                  </a:lnTo>
                  <a:lnTo>
                    <a:pt x="270" y="583"/>
                  </a:lnTo>
                  <a:lnTo>
                    <a:pt x="268" y="589"/>
                  </a:lnTo>
                  <a:lnTo>
                    <a:pt x="268" y="593"/>
                  </a:lnTo>
                  <a:lnTo>
                    <a:pt x="270" y="596"/>
                  </a:lnTo>
                  <a:lnTo>
                    <a:pt x="274" y="600"/>
                  </a:lnTo>
                  <a:close/>
                </a:path>
              </a:pathLst>
            </a:custGeom>
            <a:solidFill>
              <a:srgbClr val="59A3CD">
                <a:alpha val="32000"/>
              </a:srgbClr>
            </a:solidFill>
            <a:ln>
              <a:noFill/>
            </a:ln>
          </p:spPr>
          <p:txBody>
            <a:bodyPr anchor="ctr"/>
            <a:lstStyle/>
            <a:p>
              <a:pPr algn="ctr">
                <a:buNone/>
              </a:pPr>
            </a:p>
          </p:txBody>
        </p:sp>
        <p:sp>
          <p:nvSpPr>
            <p:cNvPr id="733" name="addition:spatial:115"/>
            <p:cNvSpPr>
              <a:spLocks noGrp="1"/>
            </p:cNvSpPr>
            <p:nvPr/>
          </p:nvSpPr>
          <p:spPr>
            <a:xfrm>
              <a:off x="5648325" y="1666875"/>
              <a:ext cx="513116" cy="1130016"/>
            </a:xfrm>
            <a:custGeom>
              <a:avLst/>
              <a:gdLst/>
              <a:ahLst/>
              <a:cxnLst/>
              <a:rect l="l" t="t" r="r" b="b"/>
              <a:pathLst>
                <a:path w="387" h="668">
                  <a:moveTo>
                    <a:pt x="0" y="0"/>
                  </a:moveTo>
                  <a:moveTo>
                    <a:pt x="376" y="596"/>
                  </a:moveTo>
                  <a:lnTo>
                    <a:pt x="383" y="602"/>
                  </a:lnTo>
                  <a:lnTo>
                    <a:pt x="387" y="608"/>
                  </a:lnTo>
                  <a:lnTo>
                    <a:pt x="384" y="613"/>
                  </a:lnTo>
                  <a:lnTo>
                    <a:pt x="379" y="617"/>
                  </a:lnTo>
                  <a:lnTo>
                    <a:pt x="376" y="622"/>
                  </a:lnTo>
                  <a:lnTo>
                    <a:pt x="376" y="628"/>
                  </a:lnTo>
                  <a:lnTo>
                    <a:pt x="377" y="635"/>
                  </a:lnTo>
                  <a:lnTo>
                    <a:pt x="376" y="641"/>
                  </a:lnTo>
                  <a:lnTo>
                    <a:pt x="370" y="644"/>
                  </a:lnTo>
                  <a:lnTo>
                    <a:pt x="363" y="644"/>
                  </a:lnTo>
                  <a:lnTo>
                    <a:pt x="356" y="645"/>
                  </a:lnTo>
                  <a:lnTo>
                    <a:pt x="351" y="646"/>
                  </a:lnTo>
                  <a:lnTo>
                    <a:pt x="346" y="648"/>
                  </a:lnTo>
                  <a:lnTo>
                    <a:pt x="340" y="648"/>
                  </a:lnTo>
                  <a:lnTo>
                    <a:pt x="335" y="648"/>
                  </a:lnTo>
                  <a:lnTo>
                    <a:pt x="329" y="651"/>
                  </a:lnTo>
                  <a:lnTo>
                    <a:pt x="324" y="656"/>
                  </a:lnTo>
                  <a:lnTo>
                    <a:pt x="316" y="664"/>
                  </a:lnTo>
                  <a:lnTo>
                    <a:pt x="308" y="668"/>
                  </a:lnTo>
                  <a:lnTo>
                    <a:pt x="300" y="666"/>
                  </a:lnTo>
                  <a:lnTo>
                    <a:pt x="294" y="659"/>
                  </a:lnTo>
                  <a:lnTo>
                    <a:pt x="290" y="650"/>
                  </a:lnTo>
                  <a:lnTo>
                    <a:pt x="285" y="646"/>
                  </a:lnTo>
                  <a:lnTo>
                    <a:pt x="278" y="644"/>
                  </a:lnTo>
                  <a:lnTo>
                    <a:pt x="271" y="643"/>
                  </a:lnTo>
                  <a:lnTo>
                    <a:pt x="265" y="639"/>
                  </a:lnTo>
                  <a:lnTo>
                    <a:pt x="261" y="634"/>
                  </a:lnTo>
                  <a:lnTo>
                    <a:pt x="258" y="629"/>
                  </a:lnTo>
                  <a:lnTo>
                    <a:pt x="253" y="626"/>
                  </a:lnTo>
                  <a:lnTo>
                    <a:pt x="247" y="622"/>
                  </a:lnTo>
                  <a:lnTo>
                    <a:pt x="242" y="618"/>
                  </a:lnTo>
                  <a:lnTo>
                    <a:pt x="240" y="612"/>
                  </a:lnTo>
                  <a:lnTo>
                    <a:pt x="239" y="607"/>
                  </a:lnTo>
                  <a:lnTo>
                    <a:pt x="236" y="602"/>
                  </a:lnTo>
                  <a:lnTo>
                    <a:pt x="232" y="596"/>
                  </a:lnTo>
                  <a:lnTo>
                    <a:pt x="229" y="590"/>
                  </a:lnTo>
                  <a:lnTo>
                    <a:pt x="232" y="584"/>
                  </a:lnTo>
                  <a:lnTo>
                    <a:pt x="241" y="579"/>
                  </a:lnTo>
                  <a:lnTo>
                    <a:pt x="253" y="577"/>
                  </a:lnTo>
                  <a:lnTo>
                    <a:pt x="261" y="574"/>
                  </a:lnTo>
                  <a:lnTo>
                    <a:pt x="264" y="570"/>
                  </a:lnTo>
                  <a:lnTo>
                    <a:pt x="263" y="563"/>
                  </a:lnTo>
                  <a:lnTo>
                    <a:pt x="263" y="556"/>
                  </a:lnTo>
                  <a:lnTo>
                    <a:pt x="267" y="550"/>
                  </a:lnTo>
                  <a:lnTo>
                    <a:pt x="272" y="546"/>
                  </a:lnTo>
                  <a:lnTo>
                    <a:pt x="278" y="542"/>
                  </a:lnTo>
                  <a:lnTo>
                    <a:pt x="283" y="537"/>
                  </a:lnTo>
                  <a:lnTo>
                    <a:pt x="290" y="534"/>
                  </a:lnTo>
                  <a:lnTo>
                    <a:pt x="297" y="534"/>
                  </a:lnTo>
                  <a:lnTo>
                    <a:pt x="305" y="536"/>
                  </a:lnTo>
                  <a:lnTo>
                    <a:pt x="312" y="538"/>
                  </a:lnTo>
                  <a:lnTo>
                    <a:pt x="317" y="537"/>
                  </a:lnTo>
                  <a:lnTo>
                    <a:pt x="323" y="535"/>
                  </a:lnTo>
                  <a:lnTo>
                    <a:pt x="329" y="533"/>
                  </a:lnTo>
                  <a:lnTo>
                    <a:pt x="334" y="537"/>
                  </a:lnTo>
                  <a:lnTo>
                    <a:pt x="338" y="543"/>
                  </a:lnTo>
                  <a:lnTo>
                    <a:pt x="341" y="548"/>
                  </a:lnTo>
                  <a:lnTo>
                    <a:pt x="345" y="549"/>
                  </a:lnTo>
                  <a:lnTo>
                    <a:pt x="353" y="546"/>
                  </a:lnTo>
                  <a:lnTo>
                    <a:pt x="362" y="544"/>
                  </a:lnTo>
                  <a:lnTo>
                    <a:pt x="369" y="545"/>
                  </a:lnTo>
                  <a:lnTo>
                    <a:pt x="373" y="550"/>
                  </a:lnTo>
                  <a:lnTo>
                    <a:pt x="374" y="556"/>
                  </a:lnTo>
                  <a:lnTo>
                    <a:pt x="375" y="562"/>
                  </a:lnTo>
                  <a:lnTo>
                    <a:pt x="376" y="568"/>
                  </a:lnTo>
                  <a:lnTo>
                    <a:pt x="375" y="575"/>
                  </a:lnTo>
                  <a:lnTo>
                    <a:pt x="372" y="581"/>
                  </a:lnTo>
                  <a:lnTo>
                    <a:pt x="369" y="587"/>
                  </a:lnTo>
                  <a:lnTo>
                    <a:pt x="370" y="591"/>
                  </a:lnTo>
                  <a:close/>
                </a:path>
              </a:pathLst>
            </a:custGeom>
            <a:solidFill>
              <a:srgbClr val="59A3CD">
                <a:alpha val="32000"/>
              </a:srgbClr>
            </a:solidFill>
            <a:ln>
              <a:noFill/>
            </a:ln>
          </p:spPr>
          <p:txBody>
            <a:bodyPr anchor="ctr"/>
            <a:lstStyle/>
            <a:p>
              <a:pPr algn="ctr">
                <a:buNone/>
              </a:pPr>
            </a:p>
          </p:txBody>
        </p:sp>
        <p:sp>
          <p:nvSpPr>
            <p:cNvPr id="734" name="addition:spatial:116"/>
            <p:cNvSpPr>
              <a:spLocks noGrp="1"/>
            </p:cNvSpPr>
            <p:nvPr/>
          </p:nvSpPr>
          <p:spPr>
            <a:xfrm>
              <a:off x="5648325" y="1666875"/>
              <a:ext cx="550240" cy="1180765"/>
            </a:xfrm>
            <a:custGeom>
              <a:avLst/>
              <a:gdLst/>
              <a:ahLst/>
              <a:cxnLst/>
              <a:rect l="l" t="t" r="r" b="b"/>
              <a:pathLst>
                <a:path w="415" h="698">
                  <a:moveTo>
                    <a:pt x="0" y="0"/>
                  </a:moveTo>
                  <a:moveTo>
                    <a:pt x="413" y="585"/>
                  </a:moveTo>
                  <a:lnTo>
                    <a:pt x="415" y="594"/>
                  </a:lnTo>
                  <a:lnTo>
                    <a:pt x="409" y="603"/>
                  </a:lnTo>
                  <a:lnTo>
                    <a:pt x="400" y="610"/>
                  </a:lnTo>
                  <a:lnTo>
                    <a:pt x="396" y="617"/>
                  </a:lnTo>
                  <a:lnTo>
                    <a:pt x="400" y="627"/>
                  </a:lnTo>
                  <a:lnTo>
                    <a:pt x="405" y="640"/>
                  </a:lnTo>
                  <a:lnTo>
                    <a:pt x="407" y="652"/>
                  </a:lnTo>
                  <a:lnTo>
                    <a:pt x="402" y="660"/>
                  </a:lnTo>
                  <a:lnTo>
                    <a:pt x="393" y="665"/>
                  </a:lnTo>
                  <a:lnTo>
                    <a:pt x="384" y="668"/>
                  </a:lnTo>
                  <a:lnTo>
                    <a:pt x="375" y="671"/>
                  </a:lnTo>
                  <a:lnTo>
                    <a:pt x="366" y="672"/>
                  </a:lnTo>
                  <a:lnTo>
                    <a:pt x="356" y="670"/>
                  </a:lnTo>
                  <a:lnTo>
                    <a:pt x="346" y="666"/>
                  </a:lnTo>
                  <a:lnTo>
                    <a:pt x="339" y="666"/>
                  </a:lnTo>
                  <a:lnTo>
                    <a:pt x="333" y="674"/>
                  </a:lnTo>
                  <a:lnTo>
                    <a:pt x="325" y="686"/>
                  </a:lnTo>
                  <a:lnTo>
                    <a:pt x="315" y="696"/>
                  </a:lnTo>
                  <a:lnTo>
                    <a:pt x="304" y="698"/>
                  </a:lnTo>
                  <a:lnTo>
                    <a:pt x="294" y="690"/>
                  </a:lnTo>
                  <a:lnTo>
                    <a:pt x="286" y="681"/>
                  </a:lnTo>
                  <a:lnTo>
                    <a:pt x="277" y="677"/>
                  </a:lnTo>
                  <a:lnTo>
                    <a:pt x="265" y="676"/>
                  </a:lnTo>
                  <a:lnTo>
                    <a:pt x="253" y="674"/>
                  </a:lnTo>
                  <a:lnTo>
                    <a:pt x="244" y="668"/>
                  </a:lnTo>
                  <a:lnTo>
                    <a:pt x="239" y="658"/>
                  </a:lnTo>
                  <a:lnTo>
                    <a:pt x="235" y="648"/>
                  </a:lnTo>
                  <a:lnTo>
                    <a:pt x="229" y="640"/>
                  </a:lnTo>
                  <a:lnTo>
                    <a:pt x="222" y="633"/>
                  </a:lnTo>
                  <a:lnTo>
                    <a:pt x="216" y="626"/>
                  </a:lnTo>
                  <a:lnTo>
                    <a:pt x="213" y="618"/>
                  </a:lnTo>
                  <a:lnTo>
                    <a:pt x="209" y="610"/>
                  </a:lnTo>
                  <a:lnTo>
                    <a:pt x="200" y="602"/>
                  </a:lnTo>
                  <a:lnTo>
                    <a:pt x="187" y="595"/>
                  </a:lnTo>
                  <a:lnTo>
                    <a:pt x="175" y="585"/>
                  </a:lnTo>
                  <a:lnTo>
                    <a:pt x="172" y="574"/>
                  </a:lnTo>
                  <a:lnTo>
                    <a:pt x="182" y="565"/>
                  </a:lnTo>
                  <a:lnTo>
                    <a:pt x="198" y="558"/>
                  </a:lnTo>
                  <a:lnTo>
                    <a:pt x="212" y="553"/>
                  </a:lnTo>
                  <a:lnTo>
                    <a:pt x="218" y="546"/>
                  </a:lnTo>
                  <a:lnTo>
                    <a:pt x="220" y="538"/>
                  </a:lnTo>
                  <a:lnTo>
                    <a:pt x="223" y="529"/>
                  </a:lnTo>
                  <a:lnTo>
                    <a:pt x="230" y="522"/>
                  </a:lnTo>
                  <a:lnTo>
                    <a:pt x="238" y="516"/>
                  </a:lnTo>
                  <a:lnTo>
                    <a:pt x="246" y="509"/>
                  </a:lnTo>
                  <a:lnTo>
                    <a:pt x="252" y="500"/>
                  </a:lnTo>
                  <a:lnTo>
                    <a:pt x="260" y="491"/>
                  </a:lnTo>
                  <a:lnTo>
                    <a:pt x="271" y="487"/>
                  </a:lnTo>
                  <a:lnTo>
                    <a:pt x="283" y="487"/>
                  </a:lnTo>
                  <a:lnTo>
                    <a:pt x="294" y="486"/>
                  </a:lnTo>
                  <a:lnTo>
                    <a:pt x="304" y="482"/>
                  </a:lnTo>
                  <a:lnTo>
                    <a:pt x="315" y="475"/>
                  </a:lnTo>
                  <a:lnTo>
                    <a:pt x="326" y="473"/>
                  </a:lnTo>
                  <a:lnTo>
                    <a:pt x="336" y="480"/>
                  </a:lnTo>
                  <a:lnTo>
                    <a:pt x="343" y="493"/>
                  </a:lnTo>
                  <a:lnTo>
                    <a:pt x="348" y="505"/>
                  </a:lnTo>
                  <a:lnTo>
                    <a:pt x="354" y="510"/>
                  </a:lnTo>
                  <a:lnTo>
                    <a:pt x="364" y="507"/>
                  </a:lnTo>
                  <a:lnTo>
                    <a:pt x="376" y="503"/>
                  </a:lnTo>
                  <a:lnTo>
                    <a:pt x="387" y="503"/>
                  </a:lnTo>
                  <a:lnTo>
                    <a:pt x="396" y="507"/>
                  </a:lnTo>
                  <a:lnTo>
                    <a:pt x="402" y="513"/>
                  </a:lnTo>
                  <a:lnTo>
                    <a:pt x="409" y="520"/>
                  </a:lnTo>
                  <a:lnTo>
                    <a:pt x="414" y="528"/>
                  </a:lnTo>
                  <a:lnTo>
                    <a:pt x="415" y="538"/>
                  </a:lnTo>
                  <a:lnTo>
                    <a:pt x="410" y="550"/>
                  </a:lnTo>
                  <a:lnTo>
                    <a:pt x="403" y="560"/>
                  </a:lnTo>
                  <a:lnTo>
                    <a:pt x="401" y="569"/>
                  </a:lnTo>
                  <a:lnTo>
                    <a:pt x="406" y="577"/>
                  </a:lnTo>
                  <a:close/>
                </a:path>
              </a:pathLst>
            </a:custGeom>
            <a:solidFill>
              <a:srgbClr val="0675B4">
                <a:alpha val="37000"/>
              </a:srgbClr>
            </a:solidFill>
            <a:ln>
              <a:noFill/>
            </a:ln>
          </p:spPr>
          <p:txBody>
            <a:bodyPr anchor="ctr"/>
            <a:lstStyle/>
            <a:p>
              <a:pPr algn="ctr">
                <a:buNone/>
              </a:pPr>
            </a:p>
          </p:txBody>
        </p:sp>
        <p:sp>
          <p:nvSpPr>
            <p:cNvPr id="735" name="addition:spatial:117"/>
            <p:cNvSpPr>
              <a:spLocks noGrp="1"/>
            </p:cNvSpPr>
            <p:nvPr/>
          </p:nvSpPr>
          <p:spPr>
            <a:xfrm>
              <a:off x="5648325" y="1666875"/>
              <a:ext cx="424282" cy="1028517"/>
            </a:xfrm>
            <a:custGeom>
              <a:avLst/>
              <a:gdLst/>
              <a:ahLst/>
              <a:cxnLst/>
              <a:rect l="l" t="t" r="r" b="b"/>
              <a:pathLst>
                <a:path w="320" h="608">
                  <a:moveTo>
                    <a:pt x="0" y="0"/>
                  </a:moveTo>
                  <a:moveTo>
                    <a:pt x="314" y="561"/>
                  </a:moveTo>
                  <a:lnTo>
                    <a:pt x="315" y="565"/>
                  </a:lnTo>
                  <a:lnTo>
                    <a:pt x="315" y="569"/>
                  </a:lnTo>
                  <a:lnTo>
                    <a:pt x="313" y="573"/>
                  </a:lnTo>
                  <a:lnTo>
                    <a:pt x="308" y="575"/>
                  </a:lnTo>
                  <a:lnTo>
                    <a:pt x="303" y="577"/>
                  </a:lnTo>
                  <a:lnTo>
                    <a:pt x="302" y="580"/>
                  </a:lnTo>
                  <a:lnTo>
                    <a:pt x="303" y="586"/>
                  </a:lnTo>
                  <a:lnTo>
                    <a:pt x="304" y="592"/>
                  </a:lnTo>
                  <a:lnTo>
                    <a:pt x="304" y="598"/>
                  </a:lnTo>
                  <a:lnTo>
                    <a:pt x="300" y="601"/>
                  </a:lnTo>
                  <a:lnTo>
                    <a:pt x="296" y="602"/>
                  </a:lnTo>
                  <a:lnTo>
                    <a:pt x="292" y="602"/>
                  </a:lnTo>
                  <a:lnTo>
                    <a:pt x="288" y="603"/>
                  </a:lnTo>
                  <a:lnTo>
                    <a:pt x="284" y="603"/>
                  </a:lnTo>
                  <a:lnTo>
                    <a:pt x="280" y="601"/>
                  </a:lnTo>
                  <a:lnTo>
                    <a:pt x="277" y="599"/>
                  </a:lnTo>
                  <a:lnTo>
                    <a:pt x="274" y="599"/>
                  </a:lnTo>
                  <a:lnTo>
                    <a:pt x="271" y="601"/>
                  </a:lnTo>
                  <a:lnTo>
                    <a:pt x="267" y="605"/>
                  </a:lnTo>
                  <a:lnTo>
                    <a:pt x="263" y="608"/>
                  </a:lnTo>
                  <a:lnTo>
                    <a:pt x="260" y="606"/>
                  </a:lnTo>
                  <a:lnTo>
                    <a:pt x="257" y="602"/>
                  </a:lnTo>
                  <a:lnTo>
                    <a:pt x="255" y="599"/>
                  </a:lnTo>
                  <a:lnTo>
                    <a:pt x="251" y="598"/>
                  </a:lnTo>
                  <a:lnTo>
                    <a:pt x="246" y="598"/>
                  </a:lnTo>
                  <a:lnTo>
                    <a:pt x="241" y="597"/>
                  </a:lnTo>
                  <a:lnTo>
                    <a:pt x="239" y="593"/>
                  </a:lnTo>
                  <a:lnTo>
                    <a:pt x="238" y="588"/>
                  </a:lnTo>
                  <a:lnTo>
                    <a:pt x="239" y="583"/>
                  </a:lnTo>
                  <a:lnTo>
                    <a:pt x="238" y="578"/>
                  </a:lnTo>
                  <a:lnTo>
                    <a:pt x="236" y="575"/>
                  </a:lnTo>
                  <a:lnTo>
                    <a:pt x="235" y="571"/>
                  </a:lnTo>
                  <a:lnTo>
                    <a:pt x="234" y="568"/>
                  </a:lnTo>
                  <a:lnTo>
                    <a:pt x="232" y="564"/>
                  </a:lnTo>
                  <a:lnTo>
                    <a:pt x="228" y="561"/>
                  </a:lnTo>
                  <a:lnTo>
                    <a:pt x="223" y="556"/>
                  </a:lnTo>
                  <a:lnTo>
                    <a:pt x="219" y="551"/>
                  </a:lnTo>
                  <a:lnTo>
                    <a:pt x="219" y="546"/>
                  </a:lnTo>
                  <a:lnTo>
                    <a:pt x="224" y="543"/>
                  </a:lnTo>
                  <a:lnTo>
                    <a:pt x="230" y="541"/>
                  </a:lnTo>
                  <a:lnTo>
                    <a:pt x="234" y="539"/>
                  </a:lnTo>
                  <a:lnTo>
                    <a:pt x="235" y="536"/>
                  </a:lnTo>
                  <a:lnTo>
                    <a:pt x="236" y="532"/>
                  </a:lnTo>
                  <a:lnTo>
                    <a:pt x="238" y="528"/>
                  </a:lnTo>
                  <a:lnTo>
                    <a:pt x="242" y="527"/>
                  </a:lnTo>
                  <a:lnTo>
                    <a:pt x="246" y="526"/>
                  </a:lnTo>
                  <a:lnTo>
                    <a:pt x="250" y="524"/>
                  </a:lnTo>
                  <a:lnTo>
                    <a:pt x="253" y="521"/>
                  </a:lnTo>
                  <a:lnTo>
                    <a:pt x="256" y="517"/>
                  </a:lnTo>
                  <a:lnTo>
                    <a:pt x="261" y="516"/>
                  </a:lnTo>
                  <a:lnTo>
                    <a:pt x="265" y="515"/>
                  </a:lnTo>
                  <a:lnTo>
                    <a:pt x="270" y="514"/>
                  </a:lnTo>
                  <a:lnTo>
                    <a:pt x="275" y="512"/>
                  </a:lnTo>
                  <a:lnTo>
                    <a:pt x="280" y="510"/>
                  </a:lnTo>
                  <a:lnTo>
                    <a:pt x="285" y="511"/>
                  </a:lnTo>
                  <a:lnTo>
                    <a:pt x="289" y="516"/>
                  </a:lnTo>
                  <a:lnTo>
                    <a:pt x="291" y="523"/>
                  </a:lnTo>
                  <a:lnTo>
                    <a:pt x="292" y="528"/>
                  </a:lnTo>
                  <a:lnTo>
                    <a:pt x="295" y="530"/>
                  </a:lnTo>
                  <a:lnTo>
                    <a:pt x="300" y="529"/>
                  </a:lnTo>
                  <a:lnTo>
                    <a:pt x="306" y="529"/>
                  </a:lnTo>
                  <a:lnTo>
                    <a:pt x="310" y="530"/>
                  </a:lnTo>
                  <a:lnTo>
                    <a:pt x="313" y="533"/>
                  </a:lnTo>
                  <a:lnTo>
                    <a:pt x="315" y="536"/>
                  </a:lnTo>
                  <a:lnTo>
                    <a:pt x="317" y="540"/>
                  </a:lnTo>
                  <a:lnTo>
                    <a:pt x="319" y="543"/>
                  </a:lnTo>
                  <a:lnTo>
                    <a:pt x="320" y="548"/>
                  </a:lnTo>
                  <a:lnTo>
                    <a:pt x="317" y="552"/>
                  </a:lnTo>
                  <a:lnTo>
                    <a:pt x="315" y="557"/>
                  </a:lnTo>
                  <a:close/>
                </a:path>
              </a:pathLst>
            </a:custGeom>
            <a:solidFill>
              <a:srgbClr val="0072B2">
                <a:alpha val="36000"/>
              </a:srgbClr>
            </a:solidFill>
            <a:ln>
              <a:noFill/>
            </a:ln>
          </p:spPr>
          <p:txBody>
            <a:bodyPr anchor="ctr"/>
            <a:lstStyle/>
            <a:p>
              <a:pPr algn="ctr">
                <a:buNone/>
              </a:pPr>
            </a:p>
          </p:txBody>
        </p:sp>
        <p:sp>
          <p:nvSpPr>
            <p:cNvPr id="736" name="addition:spatial:118"/>
            <p:cNvSpPr>
              <a:spLocks noGrp="1"/>
            </p:cNvSpPr>
            <p:nvPr/>
          </p:nvSpPr>
          <p:spPr>
            <a:xfrm>
              <a:off x="5648325" y="1666875"/>
              <a:ext cx="495879" cy="987918"/>
            </a:xfrm>
            <a:custGeom>
              <a:avLst/>
              <a:gdLst/>
              <a:ahLst/>
              <a:cxnLst/>
              <a:rect l="l" t="t" r="r" b="b"/>
              <a:pathLst>
                <a:path w="374" h="584">
                  <a:moveTo>
                    <a:pt x="0" y="0"/>
                  </a:moveTo>
                  <a:moveTo>
                    <a:pt x="366" y="547"/>
                  </a:moveTo>
                  <a:lnTo>
                    <a:pt x="363" y="549"/>
                  </a:lnTo>
                  <a:lnTo>
                    <a:pt x="363" y="552"/>
                  </a:lnTo>
                  <a:lnTo>
                    <a:pt x="365" y="555"/>
                  </a:lnTo>
                  <a:lnTo>
                    <a:pt x="367" y="559"/>
                  </a:lnTo>
                  <a:lnTo>
                    <a:pt x="367" y="563"/>
                  </a:lnTo>
                  <a:lnTo>
                    <a:pt x="365" y="565"/>
                  </a:lnTo>
                  <a:lnTo>
                    <a:pt x="362" y="567"/>
                  </a:lnTo>
                  <a:lnTo>
                    <a:pt x="360" y="569"/>
                  </a:lnTo>
                  <a:lnTo>
                    <a:pt x="359" y="572"/>
                  </a:lnTo>
                  <a:lnTo>
                    <a:pt x="357" y="576"/>
                  </a:lnTo>
                  <a:lnTo>
                    <a:pt x="355" y="577"/>
                  </a:lnTo>
                  <a:lnTo>
                    <a:pt x="352" y="578"/>
                  </a:lnTo>
                  <a:lnTo>
                    <a:pt x="349" y="578"/>
                  </a:lnTo>
                  <a:lnTo>
                    <a:pt x="346" y="579"/>
                  </a:lnTo>
                  <a:lnTo>
                    <a:pt x="344" y="580"/>
                  </a:lnTo>
                  <a:lnTo>
                    <a:pt x="341" y="579"/>
                  </a:lnTo>
                  <a:lnTo>
                    <a:pt x="338" y="577"/>
                  </a:lnTo>
                  <a:lnTo>
                    <a:pt x="336" y="576"/>
                  </a:lnTo>
                  <a:lnTo>
                    <a:pt x="334" y="576"/>
                  </a:lnTo>
                  <a:lnTo>
                    <a:pt x="330" y="579"/>
                  </a:lnTo>
                  <a:lnTo>
                    <a:pt x="326" y="583"/>
                  </a:lnTo>
                  <a:lnTo>
                    <a:pt x="322" y="584"/>
                  </a:lnTo>
                  <a:lnTo>
                    <a:pt x="319" y="582"/>
                  </a:lnTo>
                  <a:lnTo>
                    <a:pt x="317" y="578"/>
                  </a:lnTo>
                  <a:lnTo>
                    <a:pt x="316" y="574"/>
                  </a:lnTo>
                  <a:lnTo>
                    <a:pt x="315" y="571"/>
                  </a:lnTo>
                  <a:lnTo>
                    <a:pt x="312" y="568"/>
                  </a:lnTo>
                  <a:lnTo>
                    <a:pt x="310" y="566"/>
                  </a:lnTo>
                  <a:lnTo>
                    <a:pt x="309" y="563"/>
                  </a:lnTo>
                  <a:lnTo>
                    <a:pt x="307" y="560"/>
                  </a:lnTo>
                  <a:lnTo>
                    <a:pt x="305" y="558"/>
                  </a:lnTo>
                  <a:lnTo>
                    <a:pt x="302" y="556"/>
                  </a:lnTo>
                  <a:lnTo>
                    <a:pt x="299" y="553"/>
                  </a:lnTo>
                  <a:lnTo>
                    <a:pt x="298" y="550"/>
                  </a:lnTo>
                  <a:lnTo>
                    <a:pt x="299" y="547"/>
                  </a:lnTo>
                  <a:lnTo>
                    <a:pt x="300" y="544"/>
                  </a:lnTo>
                  <a:lnTo>
                    <a:pt x="298" y="541"/>
                  </a:lnTo>
                  <a:lnTo>
                    <a:pt x="296" y="537"/>
                  </a:lnTo>
                  <a:lnTo>
                    <a:pt x="294" y="533"/>
                  </a:lnTo>
                  <a:lnTo>
                    <a:pt x="296" y="530"/>
                  </a:lnTo>
                  <a:lnTo>
                    <a:pt x="301" y="529"/>
                  </a:lnTo>
                  <a:lnTo>
                    <a:pt x="307" y="529"/>
                  </a:lnTo>
                  <a:lnTo>
                    <a:pt x="310" y="528"/>
                  </a:lnTo>
                  <a:lnTo>
                    <a:pt x="312" y="526"/>
                  </a:lnTo>
                  <a:lnTo>
                    <a:pt x="314" y="523"/>
                  </a:lnTo>
                  <a:lnTo>
                    <a:pt x="315" y="520"/>
                  </a:lnTo>
                  <a:lnTo>
                    <a:pt x="318" y="518"/>
                  </a:lnTo>
                  <a:lnTo>
                    <a:pt x="321" y="515"/>
                  </a:lnTo>
                  <a:lnTo>
                    <a:pt x="324" y="512"/>
                  </a:lnTo>
                  <a:lnTo>
                    <a:pt x="327" y="509"/>
                  </a:lnTo>
                  <a:lnTo>
                    <a:pt x="331" y="509"/>
                  </a:lnTo>
                  <a:lnTo>
                    <a:pt x="335" y="511"/>
                  </a:lnTo>
                  <a:lnTo>
                    <a:pt x="339" y="514"/>
                  </a:lnTo>
                  <a:lnTo>
                    <a:pt x="342" y="516"/>
                  </a:lnTo>
                  <a:lnTo>
                    <a:pt x="346" y="515"/>
                  </a:lnTo>
                  <a:lnTo>
                    <a:pt x="349" y="514"/>
                  </a:lnTo>
                  <a:lnTo>
                    <a:pt x="353" y="515"/>
                  </a:lnTo>
                  <a:lnTo>
                    <a:pt x="355" y="517"/>
                  </a:lnTo>
                  <a:lnTo>
                    <a:pt x="356" y="521"/>
                  </a:lnTo>
                  <a:lnTo>
                    <a:pt x="358" y="524"/>
                  </a:lnTo>
                  <a:lnTo>
                    <a:pt x="360" y="525"/>
                  </a:lnTo>
                  <a:lnTo>
                    <a:pt x="364" y="525"/>
                  </a:lnTo>
                  <a:lnTo>
                    <a:pt x="368" y="526"/>
                  </a:lnTo>
                  <a:lnTo>
                    <a:pt x="370" y="528"/>
                  </a:lnTo>
                  <a:lnTo>
                    <a:pt x="372" y="531"/>
                  </a:lnTo>
                  <a:lnTo>
                    <a:pt x="373" y="534"/>
                  </a:lnTo>
                  <a:lnTo>
                    <a:pt x="374" y="537"/>
                  </a:lnTo>
                  <a:lnTo>
                    <a:pt x="373" y="540"/>
                  </a:lnTo>
                  <a:lnTo>
                    <a:pt x="371" y="544"/>
                  </a:lnTo>
                  <a:close/>
                </a:path>
              </a:pathLst>
            </a:custGeom>
            <a:solidFill>
              <a:srgbClr val="0072B2">
                <a:alpha val="36000"/>
              </a:srgbClr>
            </a:solidFill>
            <a:ln>
              <a:noFill/>
            </a:ln>
          </p:spPr>
          <p:txBody>
            <a:bodyPr anchor="ctr"/>
            <a:lstStyle/>
            <a:p>
              <a:pPr algn="ctr">
                <a:buNone/>
              </a:pPr>
            </a:p>
          </p:txBody>
        </p:sp>
        <p:sp>
          <p:nvSpPr>
            <p:cNvPr id="737" name="addition:spatial:119"/>
            <p:cNvSpPr>
              <a:spLocks noGrp="1"/>
            </p:cNvSpPr>
            <p:nvPr/>
          </p:nvSpPr>
          <p:spPr>
            <a:xfrm>
              <a:off x="5648325" y="1666875"/>
              <a:ext cx="548914" cy="1113099"/>
            </a:xfrm>
            <a:custGeom>
              <a:avLst/>
              <a:gdLst/>
              <a:ahLst/>
              <a:cxnLst/>
              <a:rect l="l" t="t" r="r" b="b"/>
              <a:pathLst>
                <a:path w="414" h="658">
                  <a:moveTo>
                    <a:pt x="0" y="0"/>
                  </a:moveTo>
                  <a:moveTo>
                    <a:pt x="405" y="607"/>
                  </a:moveTo>
                  <a:lnTo>
                    <a:pt x="411" y="611"/>
                  </a:lnTo>
                  <a:lnTo>
                    <a:pt x="414" y="616"/>
                  </a:lnTo>
                  <a:lnTo>
                    <a:pt x="414" y="620"/>
                  </a:lnTo>
                  <a:lnTo>
                    <a:pt x="413" y="624"/>
                  </a:lnTo>
                  <a:lnTo>
                    <a:pt x="412" y="628"/>
                  </a:lnTo>
                  <a:lnTo>
                    <a:pt x="410" y="632"/>
                  </a:lnTo>
                  <a:lnTo>
                    <a:pt x="406" y="634"/>
                  </a:lnTo>
                  <a:lnTo>
                    <a:pt x="401" y="635"/>
                  </a:lnTo>
                  <a:lnTo>
                    <a:pt x="397" y="636"/>
                  </a:lnTo>
                  <a:lnTo>
                    <a:pt x="393" y="638"/>
                  </a:lnTo>
                  <a:lnTo>
                    <a:pt x="392" y="642"/>
                  </a:lnTo>
                  <a:lnTo>
                    <a:pt x="390" y="646"/>
                  </a:lnTo>
                  <a:lnTo>
                    <a:pt x="387" y="649"/>
                  </a:lnTo>
                  <a:lnTo>
                    <a:pt x="382" y="649"/>
                  </a:lnTo>
                  <a:lnTo>
                    <a:pt x="377" y="647"/>
                  </a:lnTo>
                  <a:lnTo>
                    <a:pt x="373" y="648"/>
                  </a:lnTo>
                  <a:lnTo>
                    <a:pt x="368" y="651"/>
                  </a:lnTo>
                  <a:lnTo>
                    <a:pt x="363" y="655"/>
                  </a:lnTo>
                  <a:lnTo>
                    <a:pt x="358" y="658"/>
                  </a:lnTo>
                  <a:lnTo>
                    <a:pt x="352" y="656"/>
                  </a:lnTo>
                  <a:lnTo>
                    <a:pt x="348" y="653"/>
                  </a:lnTo>
                  <a:lnTo>
                    <a:pt x="344" y="649"/>
                  </a:lnTo>
                  <a:lnTo>
                    <a:pt x="340" y="645"/>
                  </a:lnTo>
                  <a:lnTo>
                    <a:pt x="337" y="642"/>
                  </a:lnTo>
                  <a:lnTo>
                    <a:pt x="335" y="638"/>
                  </a:lnTo>
                  <a:lnTo>
                    <a:pt x="333" y="634"/>
                  </a:lnTo>
                  <a:lnTo>
                    <a:pt x="330" y="632"/>
                  </a:lnTo>
                  <a:lnTo>
                    <a:pt x="325" y="631"/>
                  </a:lnTo>
                  <a:lnTo>
                    <a:pt x="317" y="631"/>
                  </a:lnTo>
                  <a:lnTo>
                    <a:pt x="311" y="629"/>
                  </a:lnTo>
                  <a:lnTo>
                    <a:pt x="310" y="625"/>
                  </a:lnTo>
                  <a:lnTo>
                    <a:pt x="311" y="620"/>
                  </a:lnTo>
                  <a:lnTo>
                    <a:pt x="314" y="615"/>
                  </a:lnTo>
                  <a:lnTo>
                    <a:pt x="315" y="611"/>
                  </a:lnTo>
                  <a:lnTo>
                    <a:pt x="314" y="607"/>
                  </a:lnTo>
                  <a:lnTo>
                    <a:pt x="313" y="603"/>
                  </a:lnTo>
                  <a:lnTo>
                    <a:pt x="315" y="598"/>
                  </a:lnTo>
                  <a:lnTo>
                    <a:pt x="319" y="595"/>
                  </a:lnTo>
                  <a:lnTo>
                    <a:pt x="323" y="592"/>
                  </a:lnTo>
                  <a:lnTo>
                    <a:pt x="326" y="589"/>
                  </a:lnTo>
                  <a:lnTo>
                    <a:pt x="328" y="585"/>
                  </a:lnTo>
                  <a:lnTo>
                    <a:pt x="330" y="582"/>
                  </a:lnTo>
                  <a:lnTo>
                    <a:pt x="333" y="579"/>
                  </a:lnTo>
                  <a:lnTo>
                    <a:pt x="336" y="576"/>
                  </a:lnTo>
                  <a:lnTo>
                    <a:pt x="338" y="571"/>
                  </a:lnTo>
                  <a:lnTo>
                    <a:pt x="339" y="565"/>
                  </a:lnTo>
                  <a:lnTo>
                    <a:pt x="341" y="560"/>
                  </a:lnTo>
                  <a:lnTo>
                    <a:pt x="346" y="558"/>
                  </a:lnTo>
                  <a:lnTo>
                    <a:pt x="351" y="560"/>
                  </a:lnTo>
                  <a:lnTo>
                    <a:pt x="357" y="565"/>
                  </a:lnTo>
                  <a:lnTo>
                    <a:pt x="361" y="568"/>
                  </a:lnTo>
                  <a:lnTo>
                    <a:pt x="364" y="568"/>
                  </a:lnTo>
                  <a:lnTo>
                    <a:pt x="368" y="566"/>
                  </a:lnTo>
                  <a:lnTo>
                    <a:pt x="371" y="564"/>
                  </a:lnTo>
                  <a:lnTo>
                    <a:pt x="375" y="564"/>
                  </a:lnTo>
                  <a:lnTo>
                    <a:pt x="378" y="565"/>
                  </a:lnTo>
                  <a:lnTo>
                    <a:pt x="381" y="566"/>
                  </a:lnTo>
                  <a:lnTo>
                    <a:pt x="385" y="566"/>
                  </a:lnTo>
                  <a:lnTo>
                    <a:pt x="390" y="567"/>
                  </a:lnTo>
                  <a:lnTo>
                    <a:pt x="393" y="569"/>
                  </a:lnTo>
                  <a:lnTo>
                    <a:pt x="394" y="573"/>
                  </a:lnTo>
                  <a:lnTo>
                    <a:pt x="396" y="577"/>
                  </a:lnTo>
                  <a:lnTo>
                    <a:pt x="400" y="580"/>
                  </a:lnTo>
                  <a:lnTo>
                    <a:pt x="404" y="582"/>
                  </a:lnTo>
                  <a:lnTo>
                    <a:pt x="406" y="586"/>
                  </a:lnTo>
                  <a:lnTo>
                    <a:pt x="405" y="591"/>
                  </a:lnTo>
                  <a:lnTo>
                    <a:pt x="402" y="596"/>
                  </a:lnTo>
                  <a:lnTo>
                    <a:pt x="399" y="600"/>
                  </a:lnTo>
                  <a:lnTo>
                    <a:pt x="400" y="603"/>
                  </a:lnTo>
                  <a:close/>
                </a:path>
              </a:pathLst>
            </a:custGeom>
            <a:solidFill>
              <a:srgbClr val="0072B2">
                <a:alpha val="36000"/>
              </a:srgbClr>
            </a:solidFill>
            <a:ln>
              <a:noFill/>
            </a:ln>
          </p:spPr>
          <p:txBody>
            <a:bodyPr anchor="ctr"/>
            <a:lstStyle/>
            <a:p>
              <a:pPr algn="ctr">
                <a:buNone/>
              </a:pPr>
            </a:p>
          </p:txBody>
        </p:sp>
        <p:sp>
          <p:nvSpPr>
            <p:cNvPr id="738" name="addition:spatial:120"/>
            <p:cNvSpPr>
              <a:spLocks noGrp="1"/>
            </p:cNvSpPr>
            <p:nvPr/>
          </p:nvSpPr>
          <p:spPr>
            <a:xfrm>
              <a:off x="5648325" y="1666875"/>
              <a:ext cx="458754" cy="1136782"/>
            </a:xfrm>
            <a:custGeom>
              <a:avLst/>
              <a:gdLst/>
              <a:ahLst/>
              <a:cxnLst/>
              <a:rect l="l" t="t" r="r" b="b"/>
              <a:pathLst>
                <a:path w="346" h="672">
                  <a:moveTo>
                    <a:pt x="0" y="0"/>
                  </a:moveTo>
                  <a:moveTo>
                    <a:pt x="341" y="633"/>
                  </a:moveTo>
                  <a:lnTo>
                    <a:pt x="339" y="636"/>
                  </a:lnTo>
                  <a:lnTo>
                    <a:pt x="335" y="639"/>
                  </a:lnTo>
                  <a:lnTo>
                    <a:pt x="331" y="641"/>
                  </a:lnTo>
                  <a:lnTo>
                    <a:pt x="329" y="644"/>
                  </a:lnTo>
                  <a:lnTo>
                    <a:pt x="328" y="647"/>
                  </a:lnTo>
                  <a:lnTo>
                    <a:pt x="330" y="652"/>
                  </a:lnTo>
                  <a:lnTo>
                    <a:pt x="331" y="657"/>
                  </a:lnTo>
                  <a:lnTo>
                    <a:pt x="329" y="660"/>
                  </a:lnTo>
                  <a:lnTo>
                    <a:pt x="324" y="662"/>
                  </a:lnTo>
                  <a:lnTo>
                    <a:pt x="320" y="662"/>
                  </a:lnTo>
                  <a:lnTo>
                    <a:pt x="316" y="664"/>
                  </a:lnTo>
                  <a:lnTo>
                    <a:pt x="314" y="667"/>
                  </a:lnTo>
                  <a:lnTo>
                    <a:pt x="312" y="671"/>
                  </a:lnTo>
                  <a:lnTo>
                    <a:pt x="308" y="672"/>
                  </a:lnTo>
                  <a:lnTo>
                    <a:pt x="304" y="671"/>
                  </a:lnTo>
                  <a:lnTo>
                    <a:pt x="301" y="669"/>
                  </a:lnTo>
                  <a:lnTo>
                    <a:pt x="298" y="668"/>
                  </a:lnTo>
                  <a:lnTo>
                    <a:pt x="295" y="667"/>
                  </a:lnTo>
                  <a:lnTo>
                    <a:pt x="292" y="667"/>
                  </a:lnTo>
                  <a:lnTo>
                    <a:pt x="289" y="666"/>
                  </a:lnTo>
                  <a:lnTo>
                    <a:pt x="287" y="665"/>
                  </a:lnTo>
                  <a:lnTo>
                    <a:pt x="283" y="666"/>
                  </a:lnTo>
                  <a:lnTo>
                    <a:pt x="279" y="668"/>
                  </a:lnTo>
                  <a:lnTo>
                    <a:pt x="273" y="669"/>
                  </a:lnTo>
                  <a:lnTo>
                    <a:pt x="269" y="668"/>
                  </a:lnTo>
                  <a:lnTo>
                    <a:pt x="268" y="664"/>
                  </a:lnTo>
                  <a:lnTo>
                    <a:pt x="268" y="658"/>
                  </a:lnTo>
                  <a:lnTo>
                    <a:pt x="269" y="653"/>
                  </a:lnTo>
                  <a:lnTo>
                    <a:pt x="268" y="650"/>
                  </a:lnTo>
                  <a:lnTo>
                    <a:pt x="265" y="648"/>
                  </a:lnTo>
                  <a:lnTo>
                    <a:pt x="262" y="646"/>
                  </a:lnTo>
                  <a:lnTo>
                    <a:pt x="261" y="642"/>
                  </a:lnTo>
                  <a:lnTo>
                    <a:pt x="261" y="639"/>
                  </a:lnTo>
                  <a:lnTo>
                    <a:pt x="260" y="636"/>
                  </a:lnTo>
                  <a:lnTo>
                    <a:pt x="258" y="633"/>
                  </a:lnTo>
                  <a:lnTo>
                    <a:pt x="256" y="629"/>
                  </a:lnTo>
                  <a:lnTo>
                    <a:pt x="255" y="626"/>
                  </a:lnTo>
                  <a:lnTo>
                    <a:pt x="255" y="622"/>
                  </a:lnTo>
                  <a:lnTo>
                    <a:pt x="256" y="619"/>
                  </a:lnTo>
                  <a:lnTo>
                    <a:pt x="256" y="615"/>
                  </a:lnTo>
                  <a:lnTo>
                    <a:pt x="256" y="611"/>
                  </a:lnTo>
                  <a:lnTo>
                    <a:pt x="257" y="607"/>
                  </a:lnTo>
                  <a:lnTo>
                    <a:pt x="260" y="605"/>
                  </a:lnTo>
                  <a:lnTo>
                    <a:pt x="266" y="606"/>
                  </a:lnTo>
                  <a:lnTo>
                    <a:pt x="272" y="607"/>
                  </a:lnTo>
                  <a:lnTo>
                    <a:pt x="276" y="607"/>
                  </a:lnTo>
                  <a:lnTo>
                    <a:pt x="277" y="604"/>
                  </a:lnTo>
                  <a:lnTo>
                    <a:pt x="279" y="599"/>
                  </a:lnTo>
                  <a:lnTo>
                    <a:pt x="281" y="595"/>
                  </a:lnTo>
                  <a:lnTo>
                    <a:pt x="285" y="593"/>
                  </a:lnTo>
                  <a:lnTo>
                    <a:pt x="289" y="592"/>
                  </a:lnTo>
                  <a:lnTo>
                    <a:pt x="294" y="592"/>
                  </a:lnTo>
                  <a:lnTo>
                    <a:pt x="298" y="591"/>
                  </a:lnTo>
                  <a:lnTo>
                    <a:pt x="303" y="592"/>
                  </a:lnTo>
                  <a:lnTo>
                    <a:pt x="307" y="594"/>
                  </a:lnTo>
                  <a:lnTo>
                    <a:pt x="311" y="598"/>
                  </a:lnTo>
                  <a:lnTo>
                    <a:pt x="314" y="600"/>
                  </a:lnTo>
                  <a:lnTo>
                    <a:pt x="318" y="601"/>
                  </a:lnTo>
                  <a:lnTo>
                    <a:pt x="323" y="601"/>
                  </a:lnTo>
                  <a:lnTo>
                    <a:pt x="326" y="602"/>
                  </a:lnTo>
                  <a:lnTo>
                    <a:pt x="328" y="606"/>
                  </a:lnTo>
                  <a:lnTo>
                    <a:pt x="328" y="610"/>
                  </a:lnTo>
                  <a:lnTo>
                    <a:pt x="330" y="613"/>
                  </a:lnTo>
                  <a:lnTo>
                    <a:pt x="333" y="615"/>
                  </a:lnTo>
                  <a:lnTo>
                    <a:pt x="339" y="616"/>
                  </a:lnTo>
                  <a:lnTo>
                    <a:pt x="344" y="618"/>
                  </a:lnTo>
                  <a:lnTo>
                    <a:pt x="346" y="621"/>
                  </a:lnTo>
                  <a:lnTo>
                    <a:pt x="345" y="625"/>
                  </a:lnTo>
                  <a:lnTo>
                    <a:pt x="343" y="629"/>
                  </a:lnTo>
                  <a:close/>
                </a:path>
              </a:pathLst>
            </a:custGeom>
            <a:solidFill>
              <a:srgbClr val="0072B2">
                <a:alpha val="36000"/>
              </a:srgbClr>
            </a:solidFill>
            <a:ln>
              <a:noFill/>
            </a:ln>
          </p:spPr>
          <p:txBody>
            <a:bodyPr anchor="ctr"/>
            <a:lstStyle/>
            <a:p>
              <a:pPr algn="ctr">
                <a:buNone/>
              </a:pPr>
            </a:p>
          </p:txBody>
        </p:sp>
        <p:sp>
          <p:nvSpPr>
            <p:cNvPr id="739" name="addition:spatial:121"/>
            <p:cNvSpPr>
              <a:spLocks noGrp="1"/>
            </p:cNvSpPr>
            <p:nvPr/>
          </p:nvSpPr>
          <p:spPr>
            <a:xfrm>
              <a:off x="5648325" y="1666875"/>
              <a:ext cx="412349" cy="1021751"/>
            </a:xfrm>
            <a:custGeom>
              <a:avLst/>
              <a:gdLst/>
              <a:ahLst/>
              <a:cxnLst/>
              <a:rect l="l" t="t" r="r" b="b"/>
              <a:pathLst>
                <a:path w="311" h="604">
                  <a:moveTo>
                    <a:pt x="0" y="0"/>
                  </a:moveTo>
                  <a:moveTo>
                    <a:pt x="303" y="565"/>
                  </a:moveTo>
                  <a:lnTo>
                    <a:pt x="307" y="568"/>
                  </a:lnTo>
                  <a:lnTo>
                    <a:pt x="310" y="571"/>
                  </a:lnTo>
                  <a:lnTo>
                    <a:pt x="311" y="575"/>
                  </a:lnTo>
                  <a:lnTo>
                    <a:pt x="309" y="578"/>
                  </a:lnTo>
                  <a:lnTo>
                    <a:pt x="307" y="580"/>
                  </a:lnTo>
                  <a:lnTo>
                    <a:pt x="305" y="582"/>
                  </a:lnTo>
                  <a:lnTo>
                    <a:pt x="304" y="585"/>
                  </a:lnTo>
                  <a:lnTo>
                    <a:pt x="303" y="588"/>
                  </a:lnTo>
                  <a:lnTo>
                    <a:pt x="301" y="590"/>
                  </a:lnTo>
                  <a:lnTo>
                    <a:pt x="299" y="591"/>
                  </a:lnTo>
                  <a:lnTo>
                    <a:pt x="296" y="591"/>
                  </a:lnTo>
                  <a:lnTo>
                    <a:pt x="293" y="593"/>
                  </a:lnTo>
                  <a:lnTo>
                    <a:pt x="291" y="594"/>
                  </a:lnTo>
                  <a:lnTo>
                    <a:pt x="289" y="595"/>
                  </a:lnTo>
                  <a:lnTo>
                    <a:pt x="286" y="596"/>
                  </a:lnTo>
                  <a:lnTo>
                    <a:pt x="283" y="595"/>
                  </a:lnTo>
                  <a:lnTo>
                    <a:pt x="280" y="597"/>
                  </a:lnTo>
                  <a:lnTo>
                    <a:pt x="277" y="600"/>
                  </a:lnTo>
                  <a:lnTo>
                    <a:pt x="273" y="604"/>
                  </a:lnTo>
                  <a:lnTo>
                    <a:pt x="269" y="604"/>
                  </a:lnTo>
                  <a:lnTo>
                    <a:pt x="266" y="602"/>
                  </a:lnTo>
                  <a:lnTo>
                    <a:pt x="264" y="597"/>
                  </a:lnTo>
                  <a:lnTo>
                    <a:pt x="262" y="592"/>
                  </a:lnTo>
                  <a:lnTo>
                    <a:pt x="260" y="590"/>
                  </a:lnTo>
                  <a:lnTo>
                    <a:pt x="257" y="589"/>
                  </a:lnTo>
                  <a:lnTo>
                    <a:pt x="254" y="588"/>
                  </a:lnTo>
                  <a:lnTo>
                    <a:pt x="251" y="586"/>
                  </a:lnTo>
                  <a:lnTo>
                    <a:pt x="249" y="584"/>
                  </a:lnTo>
                  <a:lnTo>
                    <a:pt x="247" y="582"/>
                  </a:lnTo>
                  <a:lnTo>
                    <a:pt x="244" y="580"/>
                  </a:lnTo>
                  <a:lnTo>
                    <a:pt x="241" y="577"/>
                  </a:lnTo>
                  <a:lnTo>
                    <a:pt x="240" y="574"/>
                  </a:lnTo>
                  <a:lnTo>
                    <a:pt x="241" y="571"/>
                  </a:lnTo>
                  <a:lnTo>
                    <a:pt x="242" y="568"/>
                  </a:lnTo>
                  <a:lnTo>
                    <a:pt x="241" y="565"/>
                  </a:lnTo>
                  <a:lnTo>
                    <a:pt x="240" y="561"/>
                  </a:lnTo>
                  <a:lnTo>
                    <a:pt x="240" y="558"/>
                  </a:lnTo>
                  <a:lnTo>
                    <a:pt x="242" y="555"/>
                  </a:lnTo>
                  <a:lnTo>
                    <a:pt x="247" y="553"/>
                  </a:lnTo>
                  <a:lnTo>
                    <a:pt x="251" y="552"/>
                  </a:lnTo>
                  <a:lnTo>
                    <a:pt x="254" y="550"/>
                  </a:lnTo>
                  <a:lnTo>
                    <a:pt x="254" y="547"/>
                  </a:lnTo>
                  <a:lnTo>
                    <a:pt x="254" y="543"/>
                  </a:lnTo>
                  <a:lnTo>
                    <a:pt x="255" y="539"/>
                  </a:lnTo>
                  <a:lnTo>
                    <a:pt x="257" y="536"/>
                  </a:lnTo>
                  <a:lnTo>
                    <a:pt x="259" y="534"/>
                  </a:lnTo>
                  <a:lnTo>
                    <a:pt x="262" y="531"/>
                  </a:lnTo>
                  <a:lnTo>
                    <a:pt x="265" y="529"/>
                  </a:lnTo>
                  <a:lnTo>
                    <a:pt x="268" y="529"/>
                  </a:lnTo>
                  <a:lnTo>
                    <a:pt x="272" y="531"/>
                  </a:lnTo>
                  <a:lnTo>
                    <a:pt x="275" y="534"/>
                  </a:lnTo>
                  <a:lnTo>
                    <a:pt x="277" y="535"/>
                  </a:lnTo>
                  <a:lnTo>
                    <a:pt x="280" y="534"/>
                  </a:lnTo>
                  <a:lnTo>
                    <a:pt x="282" y="531"/>
                  </a:lnTo>
                  <a:lnTo>
                    <a:pt x="285" y="531"/>
                  </a:lnTo>
                  <a:lnTo>
                    <a:pt x="287" y="532"/>
                  </a:lnTo>
                  <a:lnTo>
                    <a:pt x="289" y="535"/>
                  </a:lnTo>
                  <a:lnTo>
                    <a:pt x="290" y="537"/>
                  </a:lnTo>
                  <a:lnTo>
                    <a:pt x="293" y="537"/>
                  </a:lnTo>
                  <a:lnTo>
                    <a:pt x="297" y="537"/>
                  </a:lnTo>
                  <a:lnTo>
                    <a:pt x="300" y="537"/>
                  </a:lnTo>
                  <a:lnTo>
                    <a:pt x="302" y="539"/>
                  </a:lnTo>
                  <a:lnTo>
                    <a:pt x="303" y="543"/>
                  </a:lnTo>
                  <a:lnTo>
                    <a:pt x="304" y="546"/>
                  </a:lnTo>
                  <a:lnTo>
                    <a:pt x="304" y="549"/>
                  </a:lnTo>
                  <a:lnTo>
                    <a:pt x="304" y="553"/>
                  </a:lnTo>
                  <a:lnTo>
                    <a:pt x="303" y="556"/>
                  </a:lnTo>
                  <a:lnTo>
                    <a:pt x="301" y="559"/>
                  </a:lnTo>
                  <a:lnTo>
                    <a:pt x="301" y="562"/>
                  </a:lnTo>
                  <a:close/>
                </a:path>
              </a:pathLst>
            </a:custGeom>
            <a:solidFill>
              <a:srgbClr val="0F7AB7">
                <a:alpha val="32000"/>
              </a:srgbClr>
            </a:solidFill>
            <a:ln>
              <a:noFill/>
            </a:ln>
          </p:spPr>
          <p:txBody>
            <a:bodyPr anchor="ctr"/>
            <a:lstStyle/>
            <a:p>
              <a:pPr algn="ctr">
                <a:buNone/>
              </a:pPr>
            </a:p>
          </p:txBody>
        </p:sp>
        <p:sp>
          <p:nvSpPr>
            <p:cNvPr id="740" name="addition:spatial:122"/>
            <p:cNvSpPr>
              <a:spLocks noGrp="1"/>
            </p:cNvSpPr>
            <p:nvPr/>
          </p:nvSpPr>
          <p:spPr>
            <a:xfrm>
              <a:off x="5648325" y="1666875"/>
              <a:ext cx="518419" cy="1094491"/>
            </a:xfrm>
            <a:custGeom>
              <a:avLst/>
              <a:gdLst/>
              <a:ahLst/>
              <a:cxnLst/>
              <a:rect l="l" t="t" r="r" b="b"/>
              <a:pathLst>
                <a:path w="391" h="647">
                  <a:moveTo>
                    <a:pt x="0" y="0"/>
                  </a:moveTo>
                  <a:moveTo>
                    <a:pt x="391" y="615"/>
                  </a:moveTo>
                  <a:lnTo>
                    <a:pt x="391" y="618"/>
                  </a:lnTo>
                  <a:lnTo>
                    <a:pt x="387" y="621"/>
                  </a:lnTo>
                  <a:lnTo>
                    <a:pt x="382" y="622"/>
                  </a:lnTo>
                  <a:lnTo>
                    <a:pt x="378" y="624"/>
                  </a:lnTo>
                  <a:lnTo>
                    <a:pt x="377" y="626"/>
                  </a:lnTo>
                  <a:lnTo>
                    <a:pt x="377" y="629"/>
                  </a:lnTo>
                  <a:lnTo>
                    <a:pt x="376" y="632"/>
                  </a:lnTo>
                  <a:lnTo>
                    <a:pt x="375" y="635"/>
                  </a:lnTo>
                  <a:lnTo>
                    <a:pt x="372" y="636"/>
                  </a:lnTo>
                  <a:lnTo>
                    <a:pt x="370" y="638"/>
                  </a:lnTo>
                  <a:lnTo>
                    <a:pt x="367" y="641"/>
                  </a:lnTo>
                  <a:lnTo>
                    <a:pt x="365" y="643"/>
                  </a:lnTo>
                  <a:lnTo>
                    <a:pt x="362" y="644"/>
                  </a:lnTo>
                  <a:lnTo>
                    <a:pt x="359" y="644"/>
                  </a:lnTo>
                  <a:lnTo>
                    <a:pt x="355" y="644"/>
                  </a:lnTo>
                  <a:lnTo>
                    <a:pt x="352" y="645"/>
                  </a:lnTo>
                  <a:lnTo>
                    <a:pt x="349" y="647"/>
                  </a:lnTo>
                  <a:lnTo>
                    <a:pt x="346" y="647"/>
                  </a:lnTo>
                  <a:lnTo>
                    <a:pt x="344" y="645"/>
                  </a:lnTo>
                  <a:lnTo>
                    <a:pt x="342" y="641"/>
                  </a:lnTo>
                  <a:lnTo>
                    <a:pt x="340" y="638"/>
                  </a:lnTo>
                  <a:lnTo>
                    <a:pt x="339" y="638"/>
                  </a:lnTo>
                  <a:lnTo>
                    <a:pt x="335" y="639"/>
                  </a:lnTo>
                  <a:lnTo>
                    <a:pt x="331" y="641"/>
                  </a:lnTo>
                  <a:lnTo>
                    <a:pt x="328" y="641"/>
                  </a:lnTo>
                  <a:lnTo>
                    <a:pt x="326" y="639"/>
                  </a:lnTo>
                  <a:lnTo>
                    <a:pt x="324" y="637"/>
                  </a:lnTo>
                  <a:lnTo>
                    <a:pt x="323" y="634"/>
                  </a:lnTo>
                  <a:lnTo>
                    <a:pt x="322" y="631"/>
                  </a:lnTo>
                  <a:lnTo>
                    <a:pt x="322" y="628"/>
                  </a:lnTo>
                  <a:lnTo>
                    <a:pt x="323" y="625"/>
                  </a:lnTo>
                  <a:lnTo>
                    <a:pt x="325" y="622"/>
                  </a:lnTo>
                  <a:lnTo>
                    <a:pt x="325" y="620"/>
                  </a:lnTo>
                  <a:lnTo>
                    <a:pt x="323" y="617"/>
                  </a:lnTo>
                  <a:lnTo>
                    <a:pt x="320" y="615"/>
                  </a:lnTo>
                  <a:lnTo>
                    <a:pt x="319" y="612"/>
                  </a:lnTo>
                  <a:lnTo>
                    <a:pt x="321" y="610"/>
                  </a:lnTo>
                  <a:lnTo>
                    <a:pt x="323" y="607"/>
                  </a:lnTo>
                  <a:lnTo>
                    <a:pt x="324" y="605"/>
                  </a:lnTo>
                  <a:lnTo>
                    <a:pt x="323" y="602"/>
                  </a:lnTo>
                  <a:lnTo>
                    <a:pt x="321" y="598"/>
                  </a:lnTo>
                  <a:lnTo>
                    <a:pt x="320" y="595"/>
                  </a:lnTo>
                  <a:lnTo>
                    <a:pt x="322" y="593"/>
                  </a:lnTo>
                  <a:lnTo>
                    <a:pt x="326" y="592"/>
                  </a:lnTo>
                  <a:lnTo>
                    <a:pt x="329" y="592"/>
                  </a:lnTo>
                  <a:lnTo>
                    <a:pt x="332" y="591"/>
                  </a:lnTo>
                  <a:lnTo>
                    <a:pt x="334" y="590"/>
                  </a:lnTo>
                  <a:lnTo>
                    <a:pt x="337" y="590"/>
                  </a:lnTo>
                  <a:lnTo>
                    <a:pt x="339" y="590"/>
                  </a:lnTo>
                  <a:lnTo>
                    <a:pt x="342" y="590"/>
                  </a:lnTo>
                  <a:lnTo>
                    <a:pt x="344" y="587"/>
                  </a:lnTo>
                  <a:lnTo>
                    <a:pt x="346" y="583"/>
                  </a:lnTo>
                  <a:lnTo>
                    <a:pt x="350" y="581"/>
                  </a:lnTo>
                  <a:lnTo>
                    <a:pt x="353" y="581"/>
                  </a:lnTo>
                  <a:lnTo>
                    <a:pt x="356" y="584"/>
                  </a:lnTo>
                  <a:lnTo>
                    <a:pt x="359" y="587"/>
                  </a:lnTo>
                  <a:lnTo>
                    <a:pt x="361" y="588"/>
                  </a:lnTo>
                  <a:lnTo>
                    <a:pt x="365" y="589"/>
                  </a:lnTo>
                  <a:lnTo>
                    <a:pt x="369" y="589"/>
                  </a:lnTo>
                  <a:lnTo>
                    <a:pt x="371" y="591"/>
                  </a:lnTo>
                  <a:lnTo>
                    <a:pt x="373" y="594"/>
                  </a:lnTo>
                  <a:lnTo>
                    <a:pt x="374" y="597"/>
                  </a:lnTo>
                  <a:lnTo>
                    <a:pt x="376" y="599"/>
                  </a:lnTo>
                  <a:lnTo>
                    <a:pt x="378" y="601"/>
                  </a:lnTo>
                  <a:lnTo>
                    <a:pt x="380" y="603"/>
                  </a:lnTo>
                  <a:lnTo>
                    <a:pt x="382" y="605"/>
                  </a:lnTo>
                  <a:lnTo>
                    <a:pt x="384" y="607"/>
                  </a:lnTo>
                  <a:lnTo>
                    <a:pt x="386" y="609"/>
                  </a:lnTo>
                  <a:lnTo>
                    <a:pt x="389" y="612"/>
                  </a:lnTo>
                  <a:close/>
                </a:path>
              </a:pathLst>
            </a:custGeom>
            <a:solidFill>
              <a:srgbClr val="0F7AB7">
                <a:alpha val="32000"/>
              </a:srgbClr>
            </a:solidFill>
            <a:ln>
              <a:noFill/>
            </a:ln>
          </p:spPr>
          <p:txBody>
            <a:bodyPr anchor="ctr"/>
            <a:lstStyle/>
            <a:p>
              <a:pPr algn="ctr">
                <a:buNone/>
              </a:pPr>
            </a:p>
          </p:txBody>
        </p:sp>
        <p:sp>
          <p:nvSpPr>
            <p:cNvPr id="741" name="addition:spatial:123"/>
            <p:cNvSpPr>
              <a:spLocks noGrp="1"/>
            </p:cNvSpPr>
            <p:nvPr/>
          </p:nvSpPr>
          <p:spPr>
            <a:xfrm>
              <a:off x="5648325" y="1666875"/>
              <a:ext cx="582061" cy="1052200"/>
            </a:xfrm>
            <a:custGeom>
              <a:avLst/>
              <a:gdLst/>
              <a:ahLst/>
              <a:cxnLst/>
              <a:rect l="l" t="t" r="r" b="b"/>
              <a:pathLst>
                <a:path w="439" h="622">
                  <a:moveTo>
                    <a:pt x="0" y="0"/>
                  </a:moveTo>
                  <a:moveTo>
                    <a:pt x="439" y="594"/>
                  </a:moveTo>
                  <a:lnTo>
                    <a:pt x="439" y="597"/>
                  </a:lnTo>
                  <a:lnTo>
                    <a:pt x="437" y="599"/>
                  </a:lnTo>
                  <a:lnTo>
                    <a:pt x="434" y="601"/>
                  </a:lnTo>
                  <a:lnTo>
                    <a:pt x="432" y="603"/>
                  </a:lnTo>
                  <a:lnTo>
                    <a:pt x="431" y="605"/>
                  </a:lnTo>
                  <a:lnTo>
                    <a:pt x="430" y="607"/>
                  </a:lnTo>
                  <a:lnTo>
                    <a:pt x="429" y="609"/>
                  </a:lnTo>
                  <a:lnTo>
                    <a:pt x="428" y="611"/>
                  </a:lnTo>
                  <a:lnTo>
                    <a:pt x="428" y="614"/>
                  </a:lnTo>
                  <a:lnTo>
                    <a:pt x="427" y="617"/>
                  </a:lnTo>
                  <a:lnTo>
                    <a:pt x="426" y="621"/>
                  </a:lnTo>
                  <a:lnTo>
                    <a:pt x="424" y="622"/>
                  </a:lnTo>
                  <a:lnTo>
                    <a:pt x="422" y="622"/>
                  </a:lnTo>
                  <a:lnTo>
                    <a:pt x="419" y="619"/>
                  </a:lnTo>
                  <a:lnTo>
                    <a:pt x="416" y="617"/>
                  </a:lnTo>
                  <a:lnTo>
                    <a:pt x="415" y="618"/>
                  </a:lnTo>
                  <a:lnTo>
                    <a:pt x="413" y="619"/>
                  </a:lnTo>
                  <a:lnTo>
                    <a:pt x="412" y="621"/>
                  </a:lnTo>
                  <a:lnTo>
                    <a:pt x="410" y="621"/>
                  </a:lnTo>
                  <a:lnTo>
                    <a:pt x="408" y="619"/>
                  </a:lnTo>
                  <a:lnTo>
                    <a:pt x="407" y="619"/>
                  </a:lnTo>
                  <a:lnTo>
                    <a:pt x="405" y="618"/>
                  </a:lnTo>
                  <a:lnTo>
                    <a:pt x="403" y="619"/>
                  </a:lnTo>
                  <a:lnTo>
                    <a:pt x="401" y="618"/>
                  </a:lnTo>
                  <a:lnTo>
                    <a:pt x="400" y="616"/>
                  </a:lnTo>
                  <a:lnTo>
                    <a:pt x="398" y="614"/>
                  </a:lnTo>
                  <a:lnTo>
                    <a:pt x="397" y="613"/>
                  </a:lnTo>
                  <a:lnTo>
                    <a:pt x="395" y="611"/>
                  </a:lnTo>
                  <a:lnTo>
                    <a:pt x="393" y="609"/>
                  </a:lnTo>
                  <a:lnTo>
                    <a:pt x="394" y="606"/>
                  </a:lnTo>
                  <a:lnTo>
                    <a:pt x="395" y="603"/>
                  </a:lnTo>
                  <a:lnTo>
                    <a:pt x="397" y="600"/>
                  </a:lnTo>
                  <a:lnTo>
                    <a:pt x="396" y="598"/>
                  </a:lnTo>
                  <a:lnTo>
                    <a:pt x="394" y="596"/>
                  </a:lnTo>
                  <a:lnTo>
                    <a:pt x="391" y="594"/>
                  </a:lnTo>
                  <a:lnTo>
                    <a:pt x="389" y="592"/>
                  </a:lnTo>
                  <a:lnTo>
                    <a:pt x="388" y="589"/>
                  </a:lnTo>
                  <a:lnTo>
                    <a:pt x="389" y="587"/>
                  </a:lnTo>
                  <a:lnTo>
                    <a:pt x="390" y="584"/>
                  </a:lnTo>
                  <a:lnTo>
                    <a:pt x="390" y="582"/>
                  </a:lnTo>
                  <a:lnTo>
                    <a:pt x="391" y="580"/>
                  </a:lnTo>
                  <a:lnTo>
                    <a:pt x="393" y="578"/>
                  </a:lnTo>
                  <a:lnTo>
                    <a:pt x="395" y="578"/>
                  </a:lnTo>
                  <a:lnTo>
                    <a:pt x="397" y="577"/>
                  </a:lnTo>
                  <a:lnTo>
                    <a:pt x="398" y="575"/>
                  </a:lnTo>
                  <a:lnTo>
                    <a:pt x="399" y="572"/>
                  </a:lnTo>
                  <a:lnTo>
                    <a:pt x="400" y="571"/>
                  </a:lnTo>
                  <a:lnTo>
                    <a:pt x="403" y="571"/>
                  </a:lnTo>
                  <a:lnTo>
                    <a:pt x="405" y="571"/>
                  </a:lnTo>
                  <a:lnTo>
                    <a:pt x="407" y="571"/>
                  </a:lnTo>
                  <a:lnTo>
                    <a:pt x="409" y="569"/>
                  </a:lnTo>
                  <a:lnTo>
                    <a:pt x="411" y="566"/>
                  </a:lnTo>
                  <a:lnTo>
                    <a:pt x="414" y="563"/>
                  </a:lnTo>
                  <a:lnTo>
                    <a:pt x="417" y="563"/>
                  </a:lnTo>
                  <a:lnTo>
                    <a:pt x="419" y="566"/>
                  </a:lnTo>
                  <a:lnTo>
                    <a:pt x="421" y="568"/>
                  </a:lnTo>
                  <a:lnTo>
                    <a:pt x="423" y="570"/>
                  </a:lnTo>
                  <a:lnTo>
                    <a:pt x="425" y="572"/>
                  </a:lnTo>
                  <a:lnTo>
                    <a:pt x="426" y="574"/>
                  </a:lnTo>
                  <a:lnTo>
                    <a:pt x="427" y="576"/>
                  </a:lnTo>
                  <a:lnTo>
                    <a:pt x="429" y="578"/>
                  </a:lnTo>
                  <a:lnTo>
                    <a:pt x="431" y="578"/>
                  </a:lnTo>
                  <a:lnTo>
                    <a:pt x="434" y="578"/>
                  </a:lnTo>
                  <a:lnTo>
                    <a:pt x="437" y="579"/>
                  </a:lnTo>
                  <a:lnTo>
                    <a:pt x="438" y="581"/>
                  </a:lnTo>
                  <a:lnTo>
                    <a:pt x="438" y="584"/>
                  </a:lnTo>
                  <a:lnTo>
                    <a:pt x="437" y="587"/>
                  </a:lnTo>
                  <a:lnTo>
                    <a:pt x="437" y="590"/>
                  </a:lnTo>
                  <a:lnTo>
                    <a:pt x="438" y="592"/>
                  </a:lnTo>
                  <a:close/>
                </a:path>
              </a:pathLst>
            </a:custGeom>
            <a:solidFill>
              <a:srgbClr val="59A3CD">
                <a:alpha val="24000"/>
              </a:srgbClr>
            </a:solidFill>
            <a:ln>
              <a:noFill/>
            </a:ln>
          </p:spPr>
          <p:txBody>
            <a:bodyPr anchor="ctr"/>
            <a:lstStyle/>
            <a:p>
              <a:pPr algn="ctr">
                <a:buNone/>
              </a:pPr>
            </a:p>
          </p:txBody>
        </p:sp>
        <p:sp>
          <p:nvSpPr>
            <p:cNvPr id="742" name="addition:spatial:124"/>
            <p:cNvSpPr>
              <a:spLocks noGrp="1"/>
            </p:cNvSpPr>
            <p:nvPr/>
          </p:nvSpPr>
          <p:spPr>
            <a:xfrm>
              <a:off x="5648325" y="1666875"/>
              <a:ext cx="550240" cy="1177381"/>
            </a:xfrm>
            <a:custGeom>
              <a:avLst/>
              <a:gdLst/>
              <a:ahLst/>
              <a:cxnLst/>
              <a:rect l="l" t="t" r="r" b="b"/>
              <a:pathLst>
                <a:path w="415" h="696">
                  <a:moveTo>
                    <a:pt x="0" y="0"/>
                  </a:moveTo>
                  <a:moveTo>
                    <a:pt x="412" y="663"/>
                  </a:moveTo>
                  <a:lnTo>
                    <a:pt x="409" y="666"/>
                  </a:lnTo>
                  <a:lnTo>
                    <a:pt x="407" y="668"/>
                  </a:lnTo>
                  <a:lnTo>
                    <a:pt x="407" y="670"/>
                  </a:lnTo>
                  <a:lnTo>
                    <a:pt x="407" y="673"/>
                  </a:lnTo>
                  <a:lnTo>
                    <a:pt x="406" y="676"/>
                  </a:lnTo>
                  <a:lnTo>
                    <a:pt x="404" y="678"/>
                  </a:lnTo>
                  <a:lnTo>
                    <a:pt x="401" y="679"/>
                  </a:lnTo>
                  <a:lnTo>
                    <a:pt x="399" y="681"/>
                  </a:lnTo>
                  <a:lnTo>
                    <a:pt x="398" y="683"/>
                  </a:lnTo>
                  <a:lnTo>
                    <a:pt x="397" y="686"/>
                  </a:lnTo>
                  <a:lnTo>
                    <a:pt x="395" y="688"/>
                  </a:lnTo>
                  <a:lnTo>
                    <a:pt x="393" y="690"/>
                  </a:lnTo>
                  <a:lnTo>
                    <a:pt x="391" y="692"/>
                  </a:lnTo>
                  <a:lnTo>
                    <a:pt x="388" y="694"/>
                  </a:lnTo>
                  <a:lnTo>
                    <a:pt x="386" y="696"/>
                  </a:lnTo>
                  <a:lnTo>
                    <a:pt x="383" y="696"/>
                  </a:lnTo>
                  <a:lnTo>
                    <a:pt x="381" y="693"/>
                  </a:lnTo>
                  <a:lnTo>
                    <a:pt x="378" y="690"/>
                  </a:lnTo>
                  <a:lnTo>
                    <a:pt x="377" y="687"/>
                  </a:lnTo>
                  <a:lnTo>
                    <a:pt x="375" y="687"/>
                  </a:lnTo>
                  <a:lnTo>
                    <a:pt x="373" y="689"/>
                  </a:lnTo>
                  <a:lnTo>
                    <a:pt x="370" y="691"/>
                  </a:lnTo>
                  <a:lnTo>
                    <a:pt x="368" y="691"/>
                  </a:lnTo>
                  <a:lnTo>
                    <a:pt x="366" y="689"/>
                  </a:lnTo>
                  <a:lnTo>
                    <a:pt x="364" y="687"/>
                  </a:lnTo>
                  <a:lnTo>
                    <a:pt x="363" y="686"/>
                  </a:lnTo>
                  <a:lnTo>
                    <a:pt x="361" y="684"/>
                  </a:lnTo>
                  <a:lnTo>
                    <a:pt x="360" y="682"/>
                  </a:lnTo>
                  <a:lnTo>
                    <a:pt x="360" y="679"/>
                  </a:lnTo>
                  <a:lnTo>
                    <a:pt x="360" y="676"/>
                  </a:lnTo>
                  <a:lnTo>
                    <a:pt x="359" y="673"/>
                  </a:lnTo>
                  <a:lnTo>
                    <a:pt x="358" y="671"/>
                  </a:lnTo>
                  <a:lnTo>
                    <a:pt x="357" y="668"/>
                  </a:lnTo>
                  <a:lnTo>
                    <a:pt x="357" y="666"/>
                  </a:lnTo>
                  <a:lnTo>
                    <a:pt x="359" y="663"/>
                  </a:lnTo>
                  <a:lnTo>
                    <a:pt x="361" y="661"/>
                  </a:lnTo>
                  <a:lnTo>
                    <a:pt x="360" y="658"/>
                  </a:lnTo>
                  <a:lnTo>
                    <a:pt x="358" y="655"/>
                  </a:lnTo>
                  <a:lnTo>
                    <a:pt x="355" y="652"/>
                  </a:lnTo>
                  <a:lnTo>
                    <a:pt x="354" y="648"/>
                  </a:lnTo>
                  <a:lnTo>
                    <a:pt x="355" y="646"/>
                  </a:lnTo>
                  <a:lnTo>
                    <a:pt x="358" y="644"/>
                  </a:lnTo>
                  <a:lnTo>
                    <a:pt x="360" y="643"/>
                  </a:lnTo>
                  <a:lnTo>
                    <a:pt x="362" y="642"/>
                  </a:lnTo>
                  <a:lnTo>
                    <a:pt x="364" y="641"/>
                  </a:lnTo>
                  <a:lnTo>
                    <a:pt x="366" y="640"/>
                  </a:lnTo>
                  <a:lnTo>
                    <a:pt x="369" y="640"/>
                  </a:lnTo>
                  <a:lnTo>
                    <a:pt x="370" y="639"/>
                  </a:lnTo>
                  <a:lnTo>
                    <a:pt x="372" y="637"/>
                  </a:lnTo>
                  <a:lnTo>
                    <a:pt x="373" y="634"/>
                  </a:lnTo>
                  <a:lnTo>
                    <a:pt x="375" y="632"/>
                  </a:lnTo>
                  <a:lnTo>
                    <a:pt x="378" y="632"/>
                  </a:lnTo>
                  <a:lnTo>
                    <a:pt x="381" y="633"/>
                  </a:lnTo>
                  <a:lnTo>
                    <a:pt x="383" y="635"/>
                  </a:lnTo>
                  <a:lnTo>
                    <a:pt x="386" y="634"/>
                  </a:lnTo>
                  <a:lnTo>
                    <a:pt x="389" y="633"/>
                  </a:lnTo>
                  <a:lnTo>
                    <a:pt x="393" y="632"/>
                  </a:lnTo>
                  <a:lnTo>
                    <a:pt x="395" y="634"/>
                  </a:lnTo>
                  <a:lnTo>
                    <a:pt x="397" y="638"/>
                  </a:lnTo>
                  <a:lnTo>
                    <a:pt x="397" y="641"/>
                  </a:lnTo>
                  <a:lnTo>
                    <a:pt x="399" y="644"/>
                  </a:lnTo>
                  <a:lnTo>
                    <a:pt x="401" y="646"/>
                  </a:lnTo>
                  <a:lnTo>
                    <a:pt x="402" y="647"/>
                  </a:lnTo>
                  <a:lnTo>
                    <a:pt x="404" y="649"/>
                  </a:lnTo>
                  <a:lnTo>
                    <a:pt x="406" y="651"/>
                  </a:lnTo>
                  <a:lnTo>
                    <a:pt x="408" y="653"/>
                  </a:lnTo>
                  <a:lnTo>
                    <a:pt x="412" y="654"/>
                  </a:lnTo>
                  <a:lnTo>
                    <a:pt x="414" y="657"/>
                  </a:lnTo>
                  <a:lnTo>
                    <a:pt x="415" y="660"/>
                  </a:lnTo>
                  <a:close/>
                </a:path>
              </a:pathLst>
            </a:custGeom>
            <a:solidFill>
              <a:srgbClr val="59A3CD">
                <a:alpha val="24000"/>
              </a:srgbClr>
            </a:solidFill>
            <a:ln>
              <a:noFill/>
            </a:ln>
          </p:spPr>
          <p:txBody>
            <a:bodyPr anchor="ctr"/>
            <a:lstStyle/>
            <a:p>
              <a:pPr algn="ctr">
                <a:buNone/>
              </a:pPr>
            </a:p>
          </p:txBody>
        </p:sp>
        <p:sp>
          <p:nvSpPr>
            <p:cNvPr id="743" name="addition:spatial:125"/>
            <p:cNvSpPr>
              <a:spLocks noGrp="1"/>
            </p:cNvSpPr>
            <p:nvPr/>
          </p:nvSpPr>
          <p:spPr>
            <a:xfrm>
              <a:off x="5648325" y="1666875"/>
              <a:ext cx="432237" cy="1207831"/>
            </a:xfrm>
            <a:custGeom>
              <a:avLst/>
              <a:gdLst/>
              <a:ahLst/>
              <a:cxnLst/>
              <a:rect l="l" t="t" r="r" b="b"/>
              <a:pathLst>
                <a:path w="326" h="714">
                  <a:moveTo>
                    <a:pt x="0" y="0"/>
                  </a:moveTo>
                  <a:moveTo>
                    <a:pt x="320" y="680"/>
                  </a:moveTo>
                  <a:lnTo>
                    <a:pt x="323" y="683"/>
                  </a:lnTo>
                  <a:lnTo>
                    <a:pt x="324" y="686"/>
                  </a:lnTo>
                  <a:lnTo>
                    <a:pt x="325" y="689"/>
                  </a:lnTo>
                  <a:lnTo>
                    <a:pt x="324" y="691"/>
                  </a:lnTo>
                  <a:lnTo>
                    <a:pt x="324" y="694"/>
                  </a:lnTo>
                  <a:lnTo>
                    <a:pt x="323" y="697"/>
                  </a:lnTo>
                  <a:lnTo>
                    <a:pt x="323" y="699"/>
                  </a:lnTo>
                  <a:lnTo>
                    <a:pt x="321" y="701"/>
                  </a:lnTo>
                  <a:lnTo>
                    <a:pt x="319" y="702"/>
                  </a:lnTo>
                  <a:lnTo>
                    <a:pt x="317" y="703"/>
                  </a:lnTo>
                  <a:lnTo>
                    <a:pt x="316" y="705"/>
                  </a:lnTo>
                  <a:lnTo>
                    <a:pt x="314" y="707"/>
                  </a:lnTo>
                  <a:lnTo>
                    <a:pt x="313" y="709"/>
                  </a:lnTo>
                  <a:lnTo>
                    <a:pt x="311" y="708"/>
                  </a:lnTo>
                  <a:lnTo>
                    <a:pt x="308" y="706"/>
                  </a:lnTo>
                  <a:lnTo>
                    <a:pt x="306" y="705"/>
                  </a:lnTo>
                  <a:lnTo>
                    <a:pt x="305" y="707"/>
                  </a:lnTo>
                  <a:lnTo>
                    <a:pt x="302" y="710"/>
                  </a:lnTo>
                  <a:lnTo>
                    <a:pt x="300" y="713"/>
                  </a:lnTo>
                  <a:lnTo>
                    <a:pt x="297" y="714"/>
                  </a:lnTo>
                  <a:lnTo>
                    <a:pt x="295" y="713"/>
                  </a:lnTo>
                  <a:lnTo>
                    <a:pt x="292" y="710"/>
                  </a:lnTo>
                  <a:lnTo>
                    <a:pt x="290" y="708"/>
                  </a:lnTo>
                  <a:lnTo>
                    <a:pt x="289" y="706"/>
                  </a:lnTo>
                  <a:lnTo>
                    <a:pt x="287" y="703"/>
                  </a:lnTo>
                  <a:lnTo>
                    <a:pt x="286" y="700"/>
                  </a:lnTo>
                  <a:lnTo>
                    <a:pt x="285" y="697"/>
                  </a:lnTo>
                  <a:lnTo>
                    <a:pt x="284" y="696"/>
                  </a:lnTo>
                  <a:lnTo>
                    <a:pt x="281" y="695"/>
                  </a:lnTo>
                  <a:lnTo>
                    <a:pt x="277" y="694"/>
                  </a:lnTo>
                  <a:lnTo>
                    <a:pt x="275" y="692"/>
                  </a:lnTo>
                  <a:lnTo>
                    <a:pt x="275" y="689"/>
                  </a:lnTo>
                  <a:lnTo>
                    <a:pt x="276" y="686"/>
                  </a:lnTo>
                  <a:lnTo>
                    <a:pt x="276" y="683"/>
                  </a:lnTo>
                  <a:lnTo>
                    <a:pt x="274" y="680"/>
                  </a:lnTo>
                  <a:lnTo>
                    <a:pt x="273" y="678"/>
                  </a:lnTo>
                  <a:lnTo>
                    <a:pt x="272" y="674"/>
                  </a:lnTo>
                  <a:lnTo>
                    <a:pt x="274" y="672"/>
                  </a:lnTo>
                  <a:lnTo>
                    <a:pt x="277" y="670"/>
                  </a:lnTo>
                  <a:lnTo>
                    <a:pt x="279" y="668"/>
                  </a:lnTo>
                  <a:lnTo>
                    <a:pt x="281" y="666"/>
                  </a:lnTo>
                  <a:lnTo>
                    <a:pt x="283" y="665"/>
                  </a:lnTo>
                  <a:lnTo>
                    <a:pt x="285" y="663"/>
                  </a:lnTo>
                  <a:lnTo>
                    <a:pt x="286" y="661"/>
                  </a:lnTo>
                  <a:lnTo>
                    <a:pt x="288" y="659"/>
                  </a:lnTo>
                  <a:lnTo>
                    <a:pt x="289" y="655"/>
                  </a:lnTo>
                  <a:lnTo>
                    <a:pt x="289" y="651"/>
                  </a:lnTo>
                  <a:lnTo>
                    <a:pt x="291" y="648"/>
                  </a:lnTo>
                  <a:lnTo>
                    <a:pt x="294" y="648"/>
                  </a:lnTo>
                  <a:lnTo>
                    <a:pt x="298" y="650"/>
                  </a:lnTo>
                  <a:lnTo>
                    <a:pt x="300" y="652"/>
                  </a:lnTo>
                  <a:lnTo>
                    <a:pt x="303" y="653"/>
                  </a:lnTo>
                  <a:lnTo>
                    <a:pt x="305" y="652"/>
                  </a:lnTo>
                  <a:lnTo>
                    <a:pt x="307" y="651"/>
                  </a:lnTo>
                  <a:lnTo>
                    <a:pt x="309" y="652"/>
                  </a:lnTo>
                  <a:lnTo>
                    <a:pt x="311" y="653"/>
                  </a:lnTo>
                  <a:lnTo>
                    <a:pt x="312" y="655"/>
                  </a:lnTo>
                  <a:lnTo>
                    <a:pt x="314" y="656"/>
                  </a:lnTo>
                  <a:lnTo>
                    <a:pt x="316" y="656"/>
                  </a:lnTo>
                  <a:lnTo>
                    <a:pt x="318" y="657"/>
                  </a:lnTo>
                  <a:lnTo>
                    <a:pt x="319" y="659"/>
                  </a:lnTo>
                  <a:lnTo>
                    <a:pt x="320" y="660"/>
                  </a:lnTo>
                  <a:lnTo>
                    <a:pt x="322" y="662"/>
                  </a:lnTo>
                  <a:lnTo>
                    <a:pt x="324" y="663"/>
                  </a:lnTo>
                  <a:lnTo>
                    <a:pt x="326" y="665"/>
                  </a:lnTo>
                  <a:lnTo>
                    <a:pt x="326" y="669"/>
                  </a:lnTo>
                  <a:lnTo>
                    <a:pt x="324" y="672"/>
                  </a:lnTo>
                  <a:lnTo>
                    <a:pt x="321" y="676"/>
                  </a:lnTo>
                  <a:lnTo>
                    <a:pt x="320" y="678"/>
                  </a:lnTo>
                  <a:close/>
                </a:path>
              </a:pathLst>
            </a:custGeom>
            <a:solidFill>
              <a:srgbClr val="59A3CD">
                <a:alpha val="24000"/>
              </a:srgbClr>
            </a:solidFill>
            <a:ln>
              <a:noFill/>
            </a:ln>
          </p:spPr>
          <p:txBody>
            <a:bodyPr anchor="ctr"/>
            <a:lstStyle/>
            <a:p>
              <a:pPr algn="ctr">
                <a:buNone/>
              </a:pPr>
            </a:p>
          </p:txBody>
        </p:sp>
        <p:sp>
          <p:nvSpPr>
            <p:cNvPr id="744" name="addition:spatial:126"/>
            <p:cNvSpPr>
              <a:spLocks noGrp="1"/>
            </p:cNvSpPr>
            <p:nvPr/>
          </p:nvSpPr>
          <p:spPr>
            <a:xfrm>
              <a:off x="5648325" y="1666875"/>
              <a:ext cx="346055" cy="1146932"/>
            </a:xfrm>
            <a:custGeom>
              <a:avLst/>
              <a:gdLst/>
              <a:ahLst/>
              <a:cxnLst/>
              <a:rect l="l" t="t" r="r" b="b"/>
              <a:pathLst>
                <a:path w="261" h="678">
                  <a:moveTo>
                    <a:pt x="0" y="0"/>
                  </a:moveTo>
                  <a:moveTo>
                    <a:pt x="254" y="646"/>
                  </a:moveTo>
                  <a:lnTo>
                    <a:pt x="252" y="648"/>
                  </a:lnTo>
                  <a:lnTo>
                    <a:pt x="253" y="650"/>
                  </a:lnTo>
                  <a:lnTo>
                    <a:pt x="255" y="653"/>
                  </a:lnTo>
                  <a:lnTo>
                    <a:pt x="257" y="657"/>
                  </a:lnTo>
                  <a:lnTo>
                    <a:pt x="257" y="660"/>
                  </a:lnTo>
                  <a:lnTo>
                    <a:pt x="255" y="662"/>
                  </a:lnTo>
                  <a:lnTo>
                    <a:pt x="253" y="664"/>
                  </a:lnTo>
                  <a:lnTo>
                    <a:pt x="251" y="666"/>
                  </a:lnTo>
                  <a:lnTo>
                    <a:pt x="250" y="668"/>
                  </a:lnTo>
                  <a:lnTo>
                    <a:pt x="249" y="670"/>
                  </a:lnTo>
                  <a:lnTo>
                    <a:pt x="247" y="672"/>
                  </a:lnTo>
                  <a:lnTo>
                    <a:pt x="244" y="672"/>
                  </a:lnTo>
                  <a:lnTo>
                    <a:pt x="242" y="672"/>
                  </a:lnTo>
                  <a:lnTo>
                    <a:pt x="240" y="674"/>
                  </a:lnTo>
                  <a:lnTo>
                    <a:pt x="238" y="674"/>
                  </a:lnTo>
                  <a:lnTo>
                    <a:pt x="236" y="674"/>
                  </a:lnTo>
                  <a:lnTo>
                    <a:pt x="234" y="672"/>
                  </a:lnTo>
                  <a:lnTo>
                    <a:pt x="232" y="671"/>
                  </a:lnTo>
                  <a:lnTo>
                    <a:pt x="229" y="672"/>
                  </a:lnTo>
                  <a:lnTo>
                    <a:pt x="227" y="675"/>
                  </a:lnTo>
                  <a:lnTo>
                    <a:pt x="223" y="678"/>
                  </a:lnTo>
                  <a:lnTo>
                    <a:pt x="220" y="678"/>
                  </a:lnTo>
                  <a:lnTo>
                    <a:pt x="217" y="676"/>
                  </a:lnTo>
                  <a:lnTo>
                    <a:pt x="216" y="672"/>
                  </a:lnTo>
                  <a:lnTo>
                    <a:pt x="215" y="669"/>
                  </a:lnTo>
                  <a:lnTo>
                    <a:pt x="214" y="666"/>
                  </a:lnTo>
                  <a:lnTo>
                    <a:pt x="212" y="664"/>
                  </a:lnTo>
                  <a:lnTo>
                    <a:pt x="210" y="662"/>
                  </a:lnTo>
                  <a:lnTo>
                    <a:pt x="209" y="660"/>
                  </a:lnTo>
                  <a:lnTo>
                    <a:pt x="208" y="657"/>
                  </a:lnTo>
                  <a:lnTo>
                    <a:pt x="205" y="656"/>
                  </a:lnTo>
                  <a:lnTo>
                    <a:pt x="202" y="654"/>
                  </a:lnTo>
                  <a:lnTo>
                    <a:pt x="200" y="651"/>
                  </a:lnTo>
                  <a:lnTo>
                    <a:pt x="200" y="649"/>
                  </a:lnTo>
                  <a:lnTo>
                    <a:pt x="201" y="646"/>
                  </a:lnTo>
                  <a:lnTo>
                    <a:pt x="201" y="643"/>
                  </a:lnTo>
                  <a:lnTo>
                    <a:pt x="200" y="641"/>
                  </a:lnTo>
                  <a:lnTo>
                    <a:pt x="198" y="637"/>
                  </a:lnTo>
                  <a:lnTo>
                    <a:pt x="198" y="634"/>
                  </a:lnTo>
                  <a:lnTo>
                    <a:pt x="200" y="632"/>
                  </a:lnTo>
                  <a:lnTo>
                    <a:pt x="204" y="631"/>
                  </a:lnTo>
                  <a:lnTo>
                    <a:pt x="208" y="630"/>
                  </a:lnTo>
                  <a:lnTo>
                    <a:pt x="210" y="629"/>
                  </a:lnTo>
                  <a:lnTo>
                    <a:pt x="212" y="627"/>
                  </a:lnTo>
                  <a:lnTo>
                    <a:pt x="213" y="625"/>
                  </a:lnTo>
                  <a:lnTo>
                    <a:pt x="215" y="623"/>
                  </a:lnTo>
                  <a:lnTo>
                    <a:pt x="217" y="621"/>
                  </a:lnTo>
                  <a:lnTo>
                    <a:pt x="219" y="618"/>
                  </a:lnTo>
                  <a:lnTo>
                    <a:pt x="221" y="615"/>
                  </a:lnTo>
                  <a:lnTo>
                    <a:pt x="224" y="613"/>
                  </a:lnTo>
                  <a:lnTo>
                    <a:pt x="228" y="613"/>
                  </a:lnTo>
                  <a:lnTo>
                    <a:pt x="231" y="615"/>
                  </a:lnTo>
                  <a:lnTo>
                    <a:pt x="234" y="618"/>
                  </a:lnTo>
                  <a:lnTo>
                    <a:pt x="236" y="619"/>
                  </a:lnTo>
                  <a:lnTo>
                    <a:pt x="239" y="619"/>
                  </a:lnTo>
                  <a:lnTo>
                    <a:pt x="242" y="618"/>
                  </a:lnTo>
                  <a:lnTo>
                    <a:pt x="245" y="618"/>
                  </a:lnTo>
                  <a:lnTo>
                    <a:pt x="247" y="621"/>
                  </a:lnTo>
                  <a:lnTo>
                    <a:pt x="248" y="623"/>
                  </a:lnTo>
                  <a:lnTo>
                    <a:pt x="249" y="625"/>
                  </a:lnTo>
                  <a:lnTo>
                    <a:pt x="251" y="626"/>
                  </a:lnTo>
                  <a:lnTo>
                    <a:pt x="254" y="626"/>
                  </a:lnTo>
                  <a:lnTo>
                    <a:pt x="257" y="628"/>
                  </a:lnTo>
                  <a:lnTo>
                    <a:pt x="258" y="630"/>
                  </a:lnTo>
                  <a:lnTo>
                    <a:pt x="259" y="632"/>
                  </a:lnTo>
                  <a:lnTo>
                    <a:pt x="261" y="635"/>
                  </a:lnTo>
                  <a:lnTo>
                    <a:pt x="261" y="637"/>
                  </a:lnTo>
                  <a:lnTo>
                    <a:pt x="261" y="640"/>
                  </a:lnTo>
                  <a:lnTo>
                    <a:pt x="258" y="643"/>
                  </a:lnTo>
                  <a:close/>
                </a:path>
              </a:pathLst>
            </a:custGeom>
            <a:solidFill>
              <a:srgbClr val="59A3CD">
                <a:alpha val="24000"/>
              </a:srgbClr>
            </a:solidFill>
            <a:ln>
              <a:noFill/>
            </a:ln>
          </p:spPr>
          <p:txBody>
            <a:bodyPr anchor="ctr"/>
            <a:lstStyle/>
            <a:p>
              <a:pPr algn="ctr">
                <a:buNone/>
              </a:pPr>
            </a:p>
          </p:txBody>
        </p:sp>
        <p:sp>
          <p:nvSpPr>
            <p:cNvPr id="745" name="addition:spatial:127"/>
            <p:cNvSpPr>
              <a:spLocks noGrp="1"/>
            </p:cNvSpPr>
            <p:nvPr/>
          </p:nvSpPr>
          <p:spPr>
            <a:xfrm>
              <a:off x="5648325" y="1666875"/>
              <a:ext cx="303627" cy="1021751"/>
            </a:xfrm>
            <a:custGeom>
              <a:avLst/>
              <a:gdLst/>
              <a:ahLst/>
              <a:cxnLst/>
              <a:rect l="l" t="t" r="r" b="b"/>
              <a:pathLst>
                <a:path w="229" h="604">
                  <a:moveTo>
                    <a:pt x="0" y="0"/>
                  </a:moveTo>
                  <a:moveTo>
                    <a:pt x="227" y="575"/>
                  </a:moveTo>
                  <a:lnTo>
                    <a:pt x="225" y="577"/>
                  </a:lnTo>
                  <a:lnTo>
                    <a:pt x="224" y="579"/>
                  </a:lnTo>
                  <a:lnTo>
                    <a:pt x="225" y="581"/>
                  </a:lnTo>
                  <a:lnTo>
                    <a:pt x="227" y="585"/>
                  </a:lnTo>
                  <a:lnTo>
                    <a:pt x="229" y="588"/>
                  </a:lnTo>
                  <a:lnTo>
                    <a:pt x="229" y="591"/>
                  </a:lnTo>
                  <a:lnTo>
                    <a:pt x="227" y="593"/>
                  </a:lnTo>
                  <a:lnTo>
                    <a:pt x="224" y="594"/>
                  </a:lnTo>
                  <a:lnTo>
                    <a:pt x="222" y="594"/>
                  </a:lnTo>
                  <a:lnTo>
                    <a:pt x="220" y="595"/>
                  </a:lnTo>
                  <a:lnTo>
                    <a:pt x="218" y="596"/>
                  </a:lnTo>
                  <a:lnTo>
                    <a:pt x="216" y="596"/>
                  </a:lnTo>
                  <a:lnTo>
                    <a:pt x="215" y="597"/>
                  </a:lnTo>
                  <a:lnTo>
                    <a:pt x="213" y="598"/>
                  </a:lnTo>
                  <a:lnTo>
                    <a:pt x="211" y="600"/>
                  </a:lnTo>
                  <a:lnTo>
                    <a:pt x="210" y="603"/>
                  </a:lnTo>
                  <a:lnTo>
                    <a:pt x="207" y="604"/>
                  </a:lnTo>
                  <a:lnTo>
                    <a:pt x="205" y="603"/>
                  </a:lnTo>
                  <a:lnTo>
                    <a:pt x="202" y="602"/>
                  </a:lnTo>
                  <a:lnTo>
                    <a:pt x="200" y="600"/>
                  </a:lnTo>
                  <a:lnTo>
                    <a:pt x="197" y="601"/>
                  </a:lnTo>
                  <a:lnTo>
                    <a:pt x="194" y="602"/>
                  </a:lnTo>
                  <a:lnTo>
                    <a:pt x="191" y="601"/>
                  </a:lnTo>
                  <a:lnTo>
                    <a:pt x="189" y="599"/>
                  </a:lnTo>
                  <a:lnTo>
                    <a:pt x="188" y="595"/>
                  </a:lnTo>
                  <a:lnTo>
                    <a:pt x="188" y="592"/>
                  </a:lnTo>
                  <a:lnTo>
                    <a:pt x="186" y="590"/>
                  </a:lnTo>
                  <a:lnTo>
                    <a:pt x="184" y="589"/>
                  </a:lnTo>
                  <a:lnTo>
                    <a:pt x="182" y="588"/>
                  </a:lnTo>
                  <a:lnTo>
                    <a:pt x="181" y="586"/>
                  </a:lnTo>
                  <a:lnTo>
                    <a:pt x="179" y="584"/>
                  </a:lnTo>
                  <a:lnTo>
                    <a:pt x="176" y="583"/>
                  </a:lnTo>
                  <a:lnTo>
                    <a:pt x="174" y="580"/>
                  </a:lnTo>
                  <a:lnTo>
                    <a:pt x="172" y="578"/>
                  </a:lnTo>
                  <a:lnTo>
                    <a:pt x="173" y="575"/>
                  </a:lnTo>
                  <a:lnTo>
                    <a:pt x="176" y="573"/>
                  </a:lnTo>
                  <a:lnTo>
                    <a:pt x="179" y="571"/>
                  </a:lnTo>
                  <a:lnTo>
                    <a:pt x="181" y="569"/>
                  </a:lnTo>
                  <a:lnTo>
                    <a:pt x="181" y="566"/>
                  </a:lnTo>
                  <a:lnTo>
                    <a:pt x="181" y="564"/>
                  </a:lnTo>
                  <a:lnTo>
                    <a:pt x="182" y="561"/>
                  </a:lnTo>
                  <a:lnTo>
                    <a:pt x="184" y="560"/>
                  </a:lnTo>
                  <a:lnTo>
                    <a:pt x="187" y="559"/>
                  </a:lnTo>
                  <a:lnTo>
                    <a:pt x="188" y="557"/>
                  </a:lnTo>
                  <a:lnTo>
                    <a:pt x="190" y="555"/>
                  </a:lnTo>
                  <a:lnTo>
                    <a:pt x="191" y="552"/>
                  </a:lnTo>
                  <a:lnTo>
                    <a:pt x="193" y="550"/>
                  </a:lnTo>
                  <a:lnTo>
                    <a:pt x="195" y="549"/>
                  </a:lnTo>
                  <a:lnTo>
                    <a:pt x="198" y="548"/>
                  </a:lnTo>
                  <a:lnTo>
                    <a:pt x="200" y="547"/>
                  </a:lnTo>
                  <a:lnTo>
                    <a:pt x="202" y="546"/>
                  </a:lnTo>
                  <a:lnTo>
                    <a:pt x="205" y="547"/>
                  </a:lnTo>
                  <a:lnTo>
                    <a:pt x="207" y="549"/>
                  </a:lnTo>
                  <a:lnTo>
                    <a:pt x="208" y="553"/>
                  </a:lnTo>
                  <a:lnTo>
                    <a:pt x="210" y="554"/>
                  </a:lnTo>
                  <a:lnTo>
                    <a:pt x="212" y="554"/>
                  </a:lnTo>
                  <a:lnTo>
                    <a:pt x="214" y="551"/>
                  </a:lnTo>
                  <a:lnTo>
                    <a:pt x="217" y="550"/>
                  </a:lnTo>
                  <a:lnTo>
                    <a:pt x="219" y="551"/>
                  </a:lnTo>
                  <a:lnTo>
                    <a:pt x="221" y="553"/>
                  </a:lnTo>
                  <a:lnTo>
                    <a:pt x="222" y="555"/>
                  </a:lnTo>
                  <a:lnTo>
                    <a:pt x="223" y="557"/>
                  </a:lnTo>
                  <a:lnTo>
                    <a:pt x="224" y="558"/>
                  </a:lnTo>
                  <a:lnTo>
                    <a:pt x="225" y="561"/>
                  </a:lnTo>
                  <a:lnTo>
                    <a:pt x="225" y="563"/>
                  </a:lnTo>
                  <a:lnTo>
                    <a:pt x="225" y="566"/>
                  </a:lnTo>
                  <a:lnTo>
                    <a:pt x="225" y="568"/>
                  </a:lnTo>
                  <a:lnTo>
                    <a:pt x="226" y="570"/>
                  </a:lnTo>
                  <a:lnTo>
                    <a:pt x="227" y="573"/>
                  </a:lnTo>
                  <a:close/>
                </a:path>
              </a:pathLst>
            </a:custGeom>
            <a:solidFill>
              <a:srgbClr val="59A3CD">
                <a:alpha val="24000"/>
              </a:srgbClr>
            </a:solidFill>
            <a:ln>
              <a:noFill/>
            </a:ln>
          </p:spPr>
          <p:txBody>
            <a:bodyPr anchor="ctr"/>
            <a:lstStyle/>
            <a:p>
              <a:pPr algn="ctr">
                <a:buNone/>
              </a:pPr>
            </a:p>
          </p:txBody>
        </p:sp>
        <p:sp>
          <p:nvSpPr>
            <p:cNvPr id="746" name="addition:spatial:128"/>
            <p:cNvSpPr>
              <a:spLocks noGrp="1"/>
            </p:cNvSpPr>
            <p:nvPr/>
          </p:nvSpPr>
          <p:spPr>
            <a:xfrm>
              <a:off x="5648325" y="1666875"/>
              <a:ext cx="372572" cy="921944"/>
            </a:xfrm>
            <a:custGeom>
              <a:avLst/>
              <a:gdLst/>
              <a:ahLst/>
              <a:cxnLst/>
              <a:rect l="l" t="t" r="r" b="b"/>
              <a:pathLst>
                <a:path w="281" h="545">
                  <a:moveTo>
                    <a:pt x="0" y="0"/>
                  </a:moveTo>
                  <a:moveTo>
                    <a:pt x="275" y="515"/>
                  </a:moveTo>
                  <a:lnTo>
                    <a:pt x="276" y="517"/>
                  </a:lnTo>
                  <a:lnTo>
                    <a:pt x="278" y="520"/>
                  </a:lnTo>
                  <a:lnTo>
                    <a:pt x="280" y="523"/>
                  </a:lnTo>
                  <a:lnTo>
                    <a:pt x="281" y="526"/>
                  </a:lnTo>
                  <a:lnTo>
                    <a:pt x="279" y="528"/>
                  </a:lnTo>
                  <a:lnTo>
                    <a:pt x="277" y="530"/>
                  </a:lnTo>
                  <a:lnTo>
                    <a:pt x="275" y="531"/>
                  </a:lnTo>
                  <a:lnTo>
                    <a:pt x="273" y="533"/>
                  </a:lnTo>
                  <a:lnTo>
                    <a:pt x="271" y="534"/>
                  </a:lnTo>
                  <a:lnTo>
                    <a:pt x="268" y="534"/>
                  </a:lnTo>
                  <a:lnTo>
                    <a:pt x="265" y="534"/>
                  </a:lnTo>
                  <a:lnTo>
                    <a:pt x="263" y="535"/>
                  </a:lnTo>
                  <a:lnTo>
                    <a:pt x="262" y="538"/>
                  </a:lnTo>
                  <a:lnTo>
                    <a:pt x="261" y="542"/>
                  </a:lnTo>
                  <a:lnTo>
                    <a:pt x="258" y="545"/>
                  </a:lnTo>
                  <a:lnTo>
                    <a:pt x="255" y="545"/>
                  </a:lnTo>
                  <a:lnTo>
                    <a:pt x="252" y="543"/>
                  </a:lnTo>
                  <a:lnTo>
                    <a:pt x="249" y="542"/>
                  </a:lnTo>
                  <a:lnTo>
                    <a:pt x="246" y="541"/>
                  </a:lnTo>
                  <a:lnTo>
                    <a:pt x="243" y="542"/>
                  </a:lnTo>
                  <a:lnTo>
                    <a:pt x="240" y="542"/>
                  </a:lnTo>
                  <a:lnTo>
                    <a:pt x="237" y="540"/>
                  </a:lnTo>
                  <a:lnTo>
                    <a:pt x="235" y="538"/>
                  </a:lnTo>
                  <a:lnTo>
                    <a:pt x="233" y="536"/>
                  </a:lnTo>
                  <a:lnTo>
                    <a:pt x="231" y="535"/>
                  </a:lnTo>
                  <a:lnTo>
                    <a:pt x="229" y="533"/>
                  </a:lnTo>
                  <a:lnTo>
                    <a:pt x="227" y="532"/>
                  </a:lnTo>
                  <a:lnTo>
                    <a:pt x="226" y="530"/>
                  </a:lnTo>
                  <a:lnTo>
                    <a:pt x="225" y="528"/>
                  </a:lnTo>
                  <a:lnTo>
                    <a:pt x="222" y="527"/>
                  </a:lnTo>
                  <a:lnTo>
                    <a:pt x="219" y="525"/>
                  </a:lnTo>
                  <a:lnTo>
                    <a:pt x="216" y="523"/>
                  </a:lnTo>
                  <a:lnTo>
                    <a:pt x="216" y="521"/>
                  </a:lnTo>
                  <a:lnTo>
                    <a:pt x="218" y="518"/>
                  </a:lnTo>
                  <a:lnTo>
                    <a:pt x="222" y="515"/>
                  </a:lnTo>
                  <a:lnTo>
                    <a:pt x="225" y="513"/>
                  </a:lnTo>
                  <a:lnTo>
                    <a:pt x="225" y="511"/>
                  </a:lnTo>
                  <a:lnTo>
                    <a:pt x="225" y="508"/>
                  </a:lnTo>
                  <a:lnTo>
                    <a:pt x="226" y="506"/>
                  </a:lnTo>
                  <a:lnTo>
                    <a:pt x="227" y="504"/>
                  </a:lnTo>
                  <a:lnTo>
                    <a:pt x="228" y="502"/>
                  </a:lnTo>
                  <a:lnTo>
                    <a:pt x="229" y="499"/>
                  </a:lnTo>
                  <a:lnTo>
                    <a:pt x="229" y="496"/>
                  </a:lnTo>
                  <a:lnTo>
                    <a:pt x="231" y="494"/>
                  </a:lnTo>
                  <a:lnTo>
                    <a:pt x="233" y="493"/>
                  </a:lnTo>
                  <a:lnTo>
                    <a:pt x="236" y="492"/>
                  </a:lnTo>
                  <a:lnTo>
                    <a:pt x="238" y="491"/>
                  </a:lnTo>
                  <a:lnTo>
                    <a:pt x="240" y="489"/>
                  </a:lnTo>
                  <a:lnTo>
                    <a:pt x="242" y="487"/>
                  </a:lnTo>
                  <a:lnTo>
                    <a:pt x="244" y="486"/>
                  </a:lnTo>
                  <a:lnTo>
                    <a:pt x="247" y="488"/>
                  </a:lnTo>
                  <a:lnTo>
                    <a:pt x="249" y="491"/>
                  </a:lnTo>
                  <a:lnTo>
                    <a:pt x="251" y="493"/>
                  </a:lnTo>
                  <a:lnTo>
                    <a:pt x="253" y="493"/>
                  </a:lnTo>
                  <a:lnTo>
                    <a:pt x="255" y="491"/>
                  </a:lnTo>
                  <a:lnTo>
                    <a:pt x="258" y="489"/>
                  </a:lnTo>
                  <a:lnTo>
                    <a:pt x="260" y="489"/>
                  </a:lnTo>
                  <a:lnTo>
                    <a:pt x="263" y="490"/>
                  </a:lnTo>
                  <a:lnTo>
                    <a:pt x="265" y="491"/>
                  </a:lnTo>
                  <a:lnTo>
                    <a:pt x="267" y="492"/>
                  </a:lnTo>
                  <a:lnTo>
                    <a:pt x="269" y="493"/>
                  </a:lnTo>
                  <a:lnTo>
                    <a:pt x="270" y="496"/>
                  </a:lnTo>
                  <a:lnTo>
                    <a:pt x="269" y="500"/>
                  </a:lnTo>
                  <a:lnTo>
                    <a:pt x="269" y="503"/>
                  </a:lnTo>
                  <a:lnTo>
                    <a:pt x="270" y="505"/>
                  </a:lnTo>
                  <a:lnTo>
                    <a:pt x="273" y="506"/>
                  </a:lnTo>
                  <a:lnTo>
                    <a:pt x="276" y="508"/>
                  </a:lnTo>
                  <a:lnTo>
                    <a:pt x="277" y="510"/>
                  </a:lnTo>
                  <a:lnTo>
                    <a:pt x="276" y="513"/>
                  </a:lnTo>
                  <a:close/>
                </a:path>
              </a:pathLst>
            </a:custGeom>
            <a:solidFill>
              <a:srgbClr val="59A3CD">
                <a:alpha val="24000"/>
              </a:srgbClr>
            </a:solidFill>
            <a:ln>
              <a:noFill/>
            </a:ln>
          </p:spPr>
          <p:txBody>
            <a:bodyPr anchor="ctr"/>
            <a:lstStyle/>
            <a:p>
              <a:pPr algn="ctr">
                <a:buNone/>
              </a:pPr>
            </a:p>
          </p:txBody>
        </p:sp>
        <p:sp>
          <p:nvSpPr>
            <p:cNvPr id="747" name="addition:spatial:129"/>
            <p:cNvSpPr>
              <a:spLocks noGrp="1"/>
            </p:cNvSpPr>
            <p:nvPr/>
          </p:nvSpPr>
          <p:spPr>
            <a:xfrm>
              <a:off x="5648325" y="1666875"/>
              <a:ext cx="472013" cy="876270"/>
            </a:xfrm>
            <a:custGeom>
              <a:avLst/>
              <a:gdLst/>
              <a:ahLst/>
              <a:cxnLst/>
              <a:rect l="l" t="t" r="r" b="b"/>
              <a:pathLst>
                <a:path w="356" h="518">
                  <a:moveTo>
                    <a:pt x="0" y="0"/>
                  </a:moveTo>
                  <a:moveTo>
                    <a:pt x="356" y="488"/>
                  </a:moveTo>
                  <a:lnTo>
                    <a:pt x="353" y="491"/>
                  </a:lnTo>
                  <a:lnTo>
                    <a:pt x="351" y="493"/>
                  </a:lnTo>
                  <a:lnTo>
                    <a:pt x="349" y="495"/>
                  </a:lnTo>
                  <a:lnTo>
                    <a:pt x="350" y="497"/>
                  </a:lnTo>
                  <a:lnTo>
                    <a:pt x="349" y="500"/>
                  </a:lnTo>
                  <a:lnTo>
                    <a:pt x="348" y="502"/>
                  </a:lnTo>
                  <a:lnTo>
                    <a:pt x="345" y="503"/>
                  </a:lnTo>
                  <a:lnTo>
                    <a:pt x="342" y="504"/>
                  </a:lnTo>
                  <a:lnTo>
                    <a:pt x="340" y="505"/>
                  </a:lnTo>
                  <a:lnTo>
                    <a:pt x="339" y="507"/>
                  </a:lnTo>
                  <a:lnTo>
                    <a:pt x="337" y="510"/>
                  </a:lnTo>
                  <a:lnTo>
                    <a:pt x="335" y="511"/>
                  </a:lnTo>
                  <a:lnTo>
                    <a:pt x="332" y="513"/>
                  </a:lnTo>
                  <a:lnTo>
                    <a:pt x="330" y="514"/>
                  </a:lnTo>
                  <a:lnTo>
                    <a:pt x="328" y="517"/>
                  </a:lnTo>
                  <a:lnTo>
                    <a:pt x="325" y="518"/>
                  </a:lnTo>
                  <a:lnTo>
                    <a:pt x="322" y="518"/>
                  </a:lnTo>
                  <a:lnTo>
                    <a:pt x="319" y="515"/>
                  </a:lnTo>
                  <a:lnTo>
                    <a:pt x="317" y="511"/>
                  </a:lnTo>
                  <a:lnTo>
                    <a:pt x="315" y="509"/>
                  </a:lnTo>
                  <a:lnTo>
                    <a:pt x="313" y="509"/>
                  </a:lnTo>
                  <a:lnTo>
                    <a:pt x="311" y="510"/>
                  </a:lnTo>
                  <a:lnTo>
                    <a:pt x="308" y="511"/>
                  </a:lnTo>
                  <a:lnTo>
                    <a:pt x="306" y="511"/>
                  </a:lnTo>
                  <a:lnTo>
                    <a:pt x="304" y="509"/>
                  </a:lnTo>
                  <a:lnTo>
                    <a:pt x="303" y="507"/>
                  </a:lnTo>
                  <a:lnTo>
                    <a:pt x="301" y="506"/>
                  </a:lnTo>
                  <a:lnTo>
                    <a:pt x="299" y="505"/>
                  </a:lnTo>
                  <a:lnTo>
                    <a:pt x="298" y="503"/>
                  </a:lnTo>
                  <a:lnTo>
                    <a:pt x="298" y="500"/>
                  </a:lnTo>
                  <a:lnTo>
                    <a:pt x="298" y="497"/>
                  </a:lnTo>
                  <a:lnTo>
                    <a:pt x="298" y="495"/>
                  </a:lnTo>
                  <a:lnTo>
                    <a:pt x="297" y="493"/>
                  </a:lnTo>
                  <a:lnTo>
                    <a:pt x="296" y="491"/>
                  </a:lnTo>
                  <a:lnTo>
                    <a:pt x="298" y="488"/>
                  </a:lnTo>
                  <a:lnTo>
                    <a:pt x="301" y="486"/>
                  </a:lnTo>
                  <a:lnTo>
                    <a:pt x="303" y="484"/>
                  </a:lnTo>
                  <a:lnTo>
                    <a:pt x="302" y="482"/>
                  </a:lnTo>
                  <a:lnTo>
                    <a:pt x="300" y="479"/>
                  </a:lnTo>
                  <a:lnTo>
                    <a:pt x="298" y="476"/>
                  </a:lnTo>
                  <a:lnTo>
                    <a:pt x="297" y="473"/>
                  </a:lnTo>
                  <a:lnTo>
                    <a:pt x="299" y="471"/>
                  </a:lnTo>
                  <a:lnTo>
                    <a:pt x="301" y="469"/>
                  </a:lnTo>
                  <a:lnTo>
                    <a:pt x="303" y="468"/>
                  </a:lnTo>
                  <a:lnTo>
                    <a:pt x="305" y="467"/>
                  </a:lnTo>
                  <a:lnTo>
                    <a:pt x="307" y="466"/>
                  </a:lnTo>
                  <a:lnTo>
                    <a:pt x="310" y="467"/>
                  </a:lnTo>
                  <a:lnTo>
                    <a:pt x="312" y="467"/>
                  </a:lnTo>
                  <a:lnTo>
                    <a:pt x="314" y="466"/>
                  </a:lnTo>
                  <a:lnTo>
                    <a:pt x="315" y="464"/>
                  </a:lnTo>
                  <a:lnTo>
                    <a:pt x="317" y="462"/>
                  </a:lnTo>
                  <a:lnTo>
                    <a:pt x="319" y="461"/>
                  </a:lnTo>
                  <a:lnTo>
                    <a:pt x="322" y="462"/>
                  </a:lnTo>
                  <a:lnTo>
                    <a:pt x="324" y="463"/>
                  </a:lnTo>
                  <a:lnTo>
                    <a:pt x="326" y="464"/>
                  </a:lnTo>
                  <a:lnTo>
                    <a:pt x="329" y="463"/>
                  </a:lnTo>
                  <a:lnTo>
                    <a:pt x="332" y="462"/>
                  </a:lnTo>
                  <a:lnTo>
                    <a:pt x="336" y="462"/>
                  </a:lnTo>
                  <a:lnTo>
                    <a:pt x="338" y="464"/>
                  </a:lnTo>
                  <a:lnTo>
                    <a:pt x="339" y="467"/>
                  </a:lnTo>
                  <a:lnTo>
                    <a:pt x="340" y="470"/>
                  </a:lnTo>
                  <a:lnTo>
                    <a:pt x="341" y="472"/>
                  </a:lnTo>
                  <a:lnTo>
                    <a:pt x="342" y="474"/>
                  </a:lnTo>
                  <a:lnTo>
                    <a:pt x="344" y="476"/>
                  </a:lnTo>
                  <a:lnTo>
                    <a:pt x="345" y="478"/>
                  </a:lnTo>
                  <a:lnTo>
                    <a:pt x="347" y="480"/>
                  </a:lnTo>
                  <a:lnTo>
                    <a:pt x="350" y="481"/>
                  </a:lnTo>
                  <a:lnTo>
                    <a:pt x="353" y="483"/>
                  </a:lnTo>
                  <a:lnTo>
                    <a:pt x="356" y="485"/>
                  </a:lnTo>
                  <a:close/>
                </a:path>
              </a:pathLst>
            </a:custGeom>
            <a:solidFill>
              <a:srgbClr val="59A3CD">
                <a:alpha val="24000"/>
              </a:srgbClr>
            </a:solidFill>
            <a:ln>
              <a:noFill/>
            </a:ln>
          </p:spPr>
          <p:txBody>
            <a:bodyPr anchor="ctr"/>
            <a:lstStyle/>
            <a:p>
              <a:pPr algn="ctr">
                <a:buNone/>
              </a:pPr>
            </a:p>
          </p:txBody>
        </p:sp>
        <p:sp>
          <p:nvSpPr>
            <p:cNvPr id="748" name="addition:spatial:130"/>
            <p:cNvSpPr>
              <a:spLocks noGrp="1"/>
            </p:cNvSpPr>
            <p:nvPr/>
          </p:nvSpPr>
          <p:spPr>
            <a:xfrm>
              <a:off x="5648325" y="1666875"/>
              <a:ext cx="551566" cy="937169"/>
            </a:xfrm>
            <a:custGeom>
              <a:avLst/>
              <a:gdLst/>
              <a:ahLst/>
              <a:cxnLst/>
              <a:rect l="l" t="t" r="r" b="b"/>
              <a:pathLst>
                <a:path w="416" h="554">
                  <a:moveTo>
                    <a:pt x="0" y="0"/>
                  </a:moveTo>
                  <a:moveTo>
                    <a:pt x="414" y="522"/>
                  </a:moveTo>
                  <a:lnTo>
                    <a:pt x="412" y="525"/>
                  </a:lnTo>
                  <a:lnTo>
                    <a:pt x="411" y="527"/>
                  </a:lnTo>
                  <a:lnTo>
                    <a:pt x="412" y="530"/>
                  </a:lnTo>
                  <a:lnTo>
                    <a:pt x="414" y="533"/>
                  </a:lnTo>
                  <a:lnTo>
                    <a:pt x="416" y="537"/>
                  </a:lnTo>
                  <a:lnTo>
                    <a:pt x="416" y="541"/>
                  </a:lnTo>
                  <a:lnTo>
                    <a:pt x="414" y="543"/>
                  </a:lnTo>
                  <a:lnTo>
                    <a:pt x="412" y="543"/>
                  </a:lnTo>
                  <a:lnTo>
                    <a:pt x="410" y="544"/>
                  </a:lnTo>
                  <a:lnTo>
                    <a:pt x="409" y="545"/>
                  </a:lnTo>
                  <a:lnTo>
                    <a:pt x="407" y="547"/>
                  </a:lnTo>
                  <a:lnTo>
                    <a:pt x="406" y="548"/>
                  </a:lnTo>
                  <a:lnTo>
                    <a:pt x="404" y="548"/>
                  </a:lnTo>
                  <a:lnTo>
                    <a:pt x="403" y="549"/>
                  </a:lnTo>
                  <a:lnTo>
                    <a:pt x="401" y="551"/>
                  </a:lnTo>
                  <a:lnTo>
                    <a:pt x="400" y="553"/>
                  </a:lnTo>
                  <a:lnTo>
                    <a:pt x="398" y="554"/>
                  </a:lnTo>
                  <a:lnTo>
                    <a:pt x="396" y="553"/>
                  </a:lnTo>
                  <a:lnTo>
                    <a:pt x="394" y="552"/>
                  </a:lnTo>
                  <a:lnTo>
                    <a:pt x="392" y="551"/>
                  </a:lnTo>
                  <a:lnTo>
                    <a:pt x="390" y="552"/>
                  </a:lnTo>
                  <a:lnTo>
                    <a:pt x="387" y="554"/>
                  </a:lnTo>
                  <a:lnTo>
                    <a:pt x="385" y="553"/>
                  </a:lnTo>
                  <a:lnTo>
                    <a:pt x="383" y="550"/>
                  </a:lnTo>
                  <a:lnTo>
                    <a:pt x="383" y="546"/>
                  </a:lnTo>
                  <a:lnTo>
                    <a:pt x="383" y="542"/>
                  </a:lnTo>
                  <a:lnTo>
                    <a:pt x="382" y="540"/>
                  </a:lnTo>
                  <a:lnTo>
                    <a:pt x="380" y="538"/>
                  </a:lnTo>
                  <a:lnTo>
                    <a:pt x="378" y="537"/>
                  </a:lnTo>
                  <a:lnTo>
                    <a:pt x="376" y="535"/>
                  </a:lnTo>
                  <a:lnTo>
                    <a:pt x="375" y="533"/>
                  </a:lnTo>
                  <a:lnTo>
                    <a:pt x="373" y="531"/>
                  </a:lnTo>
                  <a:lnTo>
                    <a:pt x="371" y="528"/>
                  </a:lnTo>
                  <a:lnTo>
                    <a:pt x="370" y="525"/>
                  </a:lnTo>
                  <a:lnTo>
                    <a:pt x="370" y="522"/>
                  </a:lnTo>
                  <a:lnTo>
                    <a:pt x="372" y="519"/>
                  </a:lnTo>
                  <a:lnTo>
                    <a:pt x="374" y="517"/>
                  </a:lnTo>
                  <a:lnTo>
                    <a:pt x="375" y="515"/>
                  </a:lnTo>
                  <a:lnTo>
                    <a:pt x="375" y="512"/>
                  </a:lnTo>
                  <a:lnTo>
                    <a:pt x="375" y="509"/>
                  </a:lnTo>
                  <a:lnTo>
                    <a:pt x="376" y="506"/>
                  </a:lnTo>
                  <a:lnTo>
                    <a:pt x="379" y="505"/>
                  </a:lnTo>
                  <a:lnTo>
                    <a:pt x="381" y="504"/>
                  </a:lnTo>
                  <a:lnTo>
                    <a:pt x="383" y="503"/>
                  </a:lnTo>
                  <a:lnTo>
                    <a:pt x="384" y="500"/>
                  </a:lnTo>
                  <a:lnTo>
                    <a:pt x="384" y="497"/>
                  </a:lnTo>
                  <a:lnTo>
                    <a:pt x="386" y="494"/>
                  </a:lnTo>
                  <a:lnTo>
                    <a:pt x="388" y="492"/>
                  </a:lnTo>
                  <a:lnTo>
                    <a:pt x="390" y="491"/>
                  </a:lnTo>
                  <a:lnTo>
                    <a:pt x="392" y="489"/>
                  </a:lnTo>
                  <a:lnTo>
                    <a:pt x="394" y="488"/>
                  </a:lnTo>
                  <a:lnTo>
                    <a:pt x="396" y="489"/>
                  </a:lnTo>
                  <a:lnTo>
                    <a:pt x="398" y="493"/>
                  </a:lnTo>
                  <a:lnTo>
                    <a:pt x="399" y="496"/>
                  </a:lnTo>
                  <a:lnTo>
                    <a:pt x="401" y="498"/>
                  </a:lnTo>
                  <a:lnTo>
                    <a:pt x="402" y="497"/>
                  </a:lnTo>
                  <a:lnTo>
                    <a:pt x="405" y="495"/>
                  </a:lnTo>
                  <a:lnTo>
                    <a:pt x="407" y="494"/>
                  </a:lnTo>
                  <a:lnTo>
                    <a:pt x="408" y="495"/>
                  </a:lnTo>
                  <a:lnTo>
                    <a:pt x="409" y="498"/>
                  </a:lnTo>
                  <a:lnTo>
                    <a:pt x="410" y="500"/>
                  </a:lnTo>
                  <a:lnTo>
                    <a:pt x="411" y="502"/>
                  </a:lnTo>
                  <a:lnTo>
                    <a:pt x="413" y="503"/>
                  </a:lnTo>
                  <a:lnTo>
                    <a:pt x="414" y="505"/>
                  </a:lnTo>
                  <a:lnTo>
                    <a:pt x="414" y="508"/>
                  </a:lnTo>
                  <a:lnTo>
                    <a:pt x="414" y="511"/>
                  </a:lnTo>
                  <a:lnTo>
                    <a:pt x="414" y="514"/>
                  </a:lnTo>
                  <a:lnTo>
                    <a:pt x="414" y="517"/>
                  </a:lnTo>
                  <a:lnTo>
                    <a:pt x="415" y="520"/>
                  </a:lnTo>
                  <a:close/>
                </a:path>
              </a:pathLst>
            </a:custGeom>
            <a:solidFill>
              <a:srgbClr val="59A3CD">
                <a:alpha val="24000"/>
              </a:srgbClr>
            </a:solidFill>
            <a:ln>
              <a:noFill/>
            </a:ln>
          </p:spPr>
          <p:txBody>
            <a:bodyPr anchor="ctr"/>
            <a:lstStyle/>
            <a:p>
              <a:pPr algn="ctr">
                <a:buNone/>
              </a:pPr>
            </a:p>
          </p:txBody>
        </p:sp>
        <p:sp>
          <p:nvSpPr>
            <p:cNvPr id="749" name="addition:spatial:131"/>
            <p:cNvSpPr>
              <a:spLocks noGrp="1"/>
            </p:cNvSpPr>
            <p:nvPr/>
          </p:nvSpPr>
          <p:spPr>
            <a:xfrm>
              <a:off x="5648325" y="1666875"/>
              <a:ext cx="1111087" cy="1260272"/>
            </a:xfrm>
            <a:custGeom>
              <a:avLst/>
              <a:gdLst/>
              <a:ahLst/>
              <a:cxnLst/>
              <a:rect l="l" t="t" r="r" b="b"/>
              <a:pathLst>
                <a:path w="838" h="745">
                  <a:moveTo>
                    <a:pt x="0" y="0"/>
                  </a:moveTo>
                  <a:moveTo>
                    <a:pt x="820" y="596"/>
                  </a:moveTo>
                  <a:lnTo>
                    <a:pt x="825" y="608"/>
                  </a:lnTo>
                  <a:lnTo>
                    <a:pt x="832" y="621"/>
                  </a:lnTo>
                  <a:lnTo>
                    <a:pt x="838" y="635"/>
                  </a:lnTo>
                  <a:lnTo>
                    <a:pt x="836" y="648"/>
                  </a:lnTo>
                  <a:lnTo>
                    <a:pt x="825" y="657"/>
                  </a:lnTo>
                  <a:lnTo>
                    <a:pt x="811" y="664"/>
                  </a:lnTo>
                  <a:lnTo>
                    <a:pt x="802" y="673"/>
                  </a:lnTo>
                  <a:lnTo>
                    <a:pt x="799" y="685"/>
                  </a:lnTo>
                  <a:lnTo>
                    <a:pt x="795" y="699"/>
                  </a:lnTo>
                  <a:lnTo>
                    <a:pt x="784" y="706"/>
                  </a:lnTo>
                  <a:lnTo>
                    <a:pt x="765" y="705"/>
                  </a:lnTo>
                  <a:lnTo>
                    <a:pt x="745" y="700"/>
                  </a:lnTo>
                  <a:lnTo>
                    <a:pt x="730" y="699"/>
                  </a:lnTo>
                  <a:lnTo>
                    <a:pt x="720" y="708"/>
                  </a:lnTo>
                  <a:lnTo>
                    <a:pt x="710" y="724"/>
                  </a:lnTo>
                  <a:lnTo>
                    <a:pt x="696" y="738"/>
                  </a:lnTo>
                  <a:lnTo>
                    <a:pt x="679" y="745"/>
                  </a:lnTo>
                  <a:lnTo>
                    <a:pt x="661" y="745"/>
                  </a:lnTo>
                  <a:lnTo>
                    <a:pt x="642" y="743"/>
                  </a:lnTo>
                  <a:lnTo>
                    <a:pt x="624" y="740"/>
                  </a:lnTo>
                  <a:lnTo>
                    <a:pt x="607" y="733"/>
                  </a:lnTo>
                  <a:lnTo>
                    <a:pt x="594" y="720"/>
                  </a:lnTo>
                  <a:lnTo>
                    <a:pt x="586" y="703"/>
                  </a:lnTo>
                  <a:lnTo>
                    <a:pt x="578" y="691"/>
                  </a:lnTo>
                  <a:lnTo>
                    <a:pt x="563" y="688"/>
                  </a:lnTo>
                  <a:lnTo>
                    <a:pt x="542" y="689"/>
                  </a:lnTo>
                  <a:lnTo>
                    <a:pt x="522" y="688"/>
                  </a:lnTo>
                  <a:lnTo>
                    <a:pt x="509" y="679"/>
                  </a:lnTo>
                  <a:lnTo>
                    <a:pt x="507" y="665"/>
                  </a:lnTo>
                  <a:lnTo>
                    <a:pt x="507" y="652"/>
                  </a:lnTo>
                  <a:lnTo>
                    <a:pt x="500" y="642"/>
                  </a:lnTo>
                  <a:lnTo>
                    <a:pt x="486" y="633"/>
                  </a:lnTo>
                  <a:lnTo>
                    <a:pt x="473" y="622"/>
                  </a:lnTo>
                  <a:lnTo>
                    <a:pt x="470" y="609"/>
                  </a:lnTo>
                  <a:lnTo>
                    <a:pt x="477" y="596"/>
                  </a:lnTo>
                  <a:lnTo>
                    <a:pt x="489" y="584"/>
                  </a:lnTo>
                  <a:lnTo>
                    <a:pt x="499" y="572"/>
                  </a:lnTo>
                  <a:lnTo>
                    <a:pt x="509" y="561"/>
                  </a:lnTo>
                  <a:lnTo>
                    <a:pt x="521" y="552"/>
                  </a:lnTo>
                  <a:lnTo>
                    <a:pt x="537" y="545"/>
                  </a:lnTo>
                  <a:lnTo>
                    <a:pt x="550" y="538"/>
                  </a:lnTo>
                  <a:lnTo>
                    <a:pt x="554" y="527"/>
                  </a:lnTo>
                  <a:lnTo>
                    <a:pt x="550" y="508"/>
                  </a:lnTo>
                  <a:lnTo>
                    <a:pt x="547" y="487"/>
                  </a:lnTo>
                  <a:lnTo>
                    <a:pt x="554" y="472"/>
                  </a:lnTo>
                  <a:lnTo>
                    <a:pt x="572" y="468"/>
                  </a:lnTo>
                  <a:lnTo>
                    <a:pt x="593" y="471"/>
                  </a:lnTo>
                  <a:lnTo>
                    <a:pt x="612" y="475"/>
                  </a:lnTo>
                  <a:lnTo>
                    <a:pt x="626" y="472"/>
                  </a:lnTo>
                  <a:lnTo>
                    <a:pt x="637" y="466"/>
                  </a:lnTo>
                  <a:lnTo>
                    <a:pt x="650" y="462"/>
                  </a:lnTo>
                  <a:lnTo>
                    <a:pt x="664" y="465"/>
                  </a:lnTo>
                  <a:lnTo>
                    <a:pt x="676" y="470"/>
                  </a:lnTo>
                  <a:lnTo>
                    <a:pt x="687" y="473"/>
                  </a:lnTo>
                  <a:lnTo>
                    <a:pt x="699" y="471"/>
                  </a:lnTo>
                  <a:lnTo>
                    <a:pt x="712" y="471"/>
                  </a:lnTo>
                  <a:lnTo>
                    <a:pt x="724" y="474"/>
                  </a:lnTo>
                  <a:lnTo>
                    <a:pt x="733" y="481"/>
                  </a:lnTo>
                  <a:lnTo>
                    <a:pt x="744" y="486"/>
                  </a:lnTo>
                  <a:lnTo>
                    <a:pt x="761" y="486"/>
                  </a:lnTo>
                  <a:lnTo>
                    <a:pt x="782" y="486"/>
                  </a:lnTo>
                  <a:lnTo>
                    <a:pt x="799" y="491"/>
                  </a:lnTo>
                  <a:lnTo>
                    <a:pt x="803" y="506"/>
                  </a:lnTo>
                  <a:lnTo>
                    <a:pt x="795" y="526"/>
                  </a:lnTo>
                  <a:lnTo>
                    <a:pt x="784" y="544"/>
                  </a:lnTo>
                  <a:lnTo>
                    <a:pt x="781" y="556"/>
                  </a:lnTo>
                  <a:lnTo>
                    <a:pt x="790" y="565"/>
                  </a:lnTo>
                  <a:lnTo>
                    <a:pt x="803" y="574"/>
                  </a:lnTo>
                  <a:lnTo>
                    <a:pt x="814" y="584"/>
                  </a:lnTo>
                  <a:close/>
                </a:path>
              </a:pathLst>
            </a:custGeom>
            <a:solidFill>
              <a:srgbClr val="F5DAC5">
                <a:alpha val="43000"/>
              </a:srgbClr>
            </a:solidFill>
            <a:ln>
              <a:noFill/>
            </a:ln>
          </p:spPr>
          <p:txBody>
            <a:bodyPr anchor="ctr"/>
            <a:lstStyle/>
            <a:p>
              <a:pPr algn="ctr">
                <a:buNone/>
              </a:pPr>
            </a:p>
          </p:txBody>
        </p:sp>
        <p:sp>
          <p:nvSpPr>
            <p:cNvPr id="750" name="addition:spatial:132"/>
            <p:cNvSpPr>
              <a:spLocks noGrp="1"/>
            </p:cNvSpPr>
            <p:nvPr/>
          </p:nvSpPr>
          <p:spPr>
            <a:xfrm>
              <a:off x="5648325" y="1666875"/>
              <a:ext cx="1075289" cy="1223056"/>
            </a:xfrm>
            <a:custGeom>
              <a:avLst/>
              <a:gdLst/>
              <a:ahLst/>
              <a:cxnLst/>
              <a:rect l="l" t="t" r="r" b="b"/>
              <a:pathLst>
                <a:path w="811" h="723">
                  <a:moveTo>
                    <a:pt x="0" y="0"/>
                  </a:moveTo>
                  <a:moveTo>
                    <a:pt x="800" y="601"/>
                  </a:moveTo>
                  <a:lnTo>
                    <a:pt x="808" y="612"/>
                  </a:lnTo>
                  <a:lnTo>
                    <a:pt x="811" y="623"/>
                  </a:lnTo>
                  <a:lnTo>
                    <a:pt x="808" y="633"/>
                  </a:lnTo>
                  <a:lnTo>
                    <a:pt x="805" y="643"/>
                  </a:lnTo>
                  <a:lnTo>
                    <a:pt x="803" y="654"/>
                  </a:lnTo>
                  <a:lnTo>
                    <a:pt x="800" y="666"/>
                  </a:lnTo>
                  <a:lnTo>
                    <a:pt x="789" y="673"/>
                  </a:lnTo>
                  <a:lnTo>
                    <a:pt x="771" y="674"/>
                  </a:lnTo>
                  <a:lnTo>
                    <a:pt x="750" y="672"/>
                  </a:lnTo>
                  <a:lnTo>
                    <a:pt x="736" y="672"/>
                  </a:lnTo>
                  <a:lnTo>
                    <a:pt x="730" y="681"/>
                  </a:lnTo>
                  <a:lnTo>
                    <a:pt x="727" y="698"/>
                  </a:lnTo>
                  <a:lnTo>
                    <a:pt x="721" y="713"/>
                  </a:lnTo>
                  <a:lnTo>
                    <a:pt x="708" y="722"/>
                  </a:lnTo>
                  <a:lnTo>
                    <a:pt x="692" y="723"/>
                  </a:lnTo>
                  <a:lnTo>
                    <a:pt x="676" y="722"/>
                  </a:lnTo>
                  <a:lnTo>
                    <a:pt x="661" y="722"/>
                  </a:lnTo>
                  <a:lnTo>
                    <a:pt x="645" y="722"/>
                  </a:lnTo>
                  <a:lnTo>
                    <a:pt x="630" y="719"/>
                  </a:lnTo>
                  <a:lnTo>
                    <a:pt x="617" y="711"/>
                  </a:lnTo>
                  <a:lnTo>
                    <a:pt x="606" y="703"/>
                  </a:lnTo>
                  <a:lnTo>
                    <a:pt x="594" y="699"/>
                  </a:lnTo>
                  <a:lnTo>
                    <a:pt x="580" y="699"/>
                  </a:lnTo>
                  <a:lnTo>
                    <a:pt x="566" y="697"/>
                  </a:lnTo>
                  <a:lnTo>
                    <a:pt x="557" y="690"/>
                  </a:lnTo>
                  <a:lnTo>
                    <a:pt x="554" y="678"/>
                  </a:lnTo>
                  <a:lnTo>
                    <a:pt x="551" y="668"/>
                  </a:lnTo>
                  <a:lnTo>
                    <a:pt x="542" y="663"/>
                  </a:lnTo>
                  <a:lnTo>
                    <a:pt x="524" y="661"/>
                  </a:lnTo>
                  <a:lnTo>
                    <a:pt x="505" y="657"/>
                  </a:lnTo>
                  <a:lnTo>
                    <a:pt x="494" y="649"/>
                  </a:lnTo>
                  <a:lnTo>
                    <a:pt x="497" y="636"/>
                  </a:lnTo>
                  <a:lnTo>
                    <a:pt x="508" y="623"/>
                  </a:lnTo>
                  <a:lnTo>
                    <a:pt x="518" y="611"/>
                  </a:lnTo>
                  <a:lnTo>
                    <a:pt x="525" y="601"/>
                  </a:lnTo>
                  <a:lnTo>
                    <a:pt x="530" y="591"/>
                  </a:lnTo>
                  <a:lnTo>
                    <a:pt x="538" y="583"/>
                  </a:lnTo>
                  <a:lnTo>
                    <a:pt x="545" y="574"/>
                  </a:lnTo>
                  <a:lnTo>
                    <a:pt x="547" y="565"/>
                  </a:lnTo>
                  <a:lnTo>
                    <a:pt x="543" y="553"/>
                  </a:lnTo>
                  <a:lnTo>
                    <a:pt x="538" y="538"/>
                  </a:lnTo>
                  <a:lnTo>
                    <a:pt x="540" y="526"/>
                  </a:lnTo>
                  <a:lnTo>
                    <a:pt x="551" y="519"/>
                  </a:lnTo>
                  <a:lnTo>
                    <a:pt x="567" y="516"/>
                  </a:lnTo>
                  <a:lnTo>
                    <a:pt x="580" y="513"/>
                  </a:lnTo>
                  <a:lnTo>
                    <a:pt x="587" y="505"/>
                  </a:lnTo>
                  <a:lnTo>
                    <a:pt x="592" y="494"/>
                  </a:lnTo>
                  <a:lnTo>
                    <a:pt x="601" y="485"/>
                  </a:lnTo>
                  <a:lnTo>
                    <a:pt x="614" y="485"/>
                  </a:lnTo>
                  <a:lnTo>
                    <a:pt x="627" y="492"/>
                  </a:lnTo>
                  <a:lnTo>
                    <a:pt x="639" y="499"/>
                  </a:lnTo>
                  <a:lnTo>
                    <a:pt x="648" y="500"/>
                  </a:lnTo>
                  <a:lnTo>
                    <a:pt x="658" y="498"/>
                  </a:lnTo>
                  <a:lnTo>
                    <a:pt x="668" y="495"/>
                  </a:lnTo>
                  <a:lnTo>
                    <a:pt x="679" y="494"/>
                  </a:lnTo>
                  <a:lnTo>
                    <a:pt x="690" y="493"/>
                  </a:lnTo>
                  <a:lnTo>
                    <a:pt x="704" y="490"/>
                  </a:lnTo>
                  <a:lnTo>
                    <a:pt x="721" y="486"/>
                  </a:lnTo>
                  <a:lnTo>
                    <a:pt x="737" y="488"/>
                  </a:lnTo>
                  <a:lnTo>
                    <a:pt x="746" y="498"/>
                  </a:lnTo>
                  <a:lnTo>
                    <a:pt x="746" y="515"/>
                  </a:lnTo>
                  <a:lnTo>
                    <a:pt x="743" y="532"/>
                  </a:lnTo>
                  <a:lnTo>
                    <a:pt x="746" y="542"/>
                  </a:lnTo>
                  <a:lnTo>
                    <a:pt x="757" y="548"/>
                  </a:lnTo>
                  <a:lnTo>
                    <a:pt x="773" y="553"/>
                  </a:lnTo>
                  <a:lnTo>
                    <a:pt x="784" y="561"/>
                  </a:lnTo>
                  <a:lnTo>
                    <a:pt x="787" y="571"/>
                  </a:lnTo>
                  <a:lnTo>
                    <a:pt x="788" y="581"/>
                  </a:lnTo>
                  <a:lnTo>
                    <a:pt x="791" y="591"/>
                  </a:lnTo>
                  <a:close/>
                </a:path>
              </a:pathLst>
            </a:custGeom>
            <a:solidFill>
              <a:srgbClr val="ECB78D">
                <a:alpha val="43000"/>
              </a:srgbClr>
            </a:solidFill>
            <a:ln>
              <a:noFill/>
            </a:ln>
          </p:spPr>
          <p:txBody>
            <a:bodyPr anchor="ctr"/>
            <a:lstStyle/>
            <a:p>
              <a:pPr algn="ctr">
                <a:buNone/>
              </a:pPr>
            </a:p>
          </p:txBody>
        </p:sp>
        <p:sp>
          <p:nvSpPr>
            <p:cNvPr id="751" name="addition:spatial:133"/>
            <p:cNvSpPr>
              <a:spLocks noGrp="1"/>
            </p:cNvSpPr>
            <p:nvPr/>
          </p:nvSpPr>
          <p:spPr>
            <a:xfrm>
              <a:off x="5648325" y="1666875"/>
              <a:ext cx="1056726" cy="1202756"/>
            </a:xfrm>
            <a:custGeom>
              <a:avLst/>
              <a:gdLst/>
              <a:ahLst/>
              <a:cxnLst/>
              <a:rect l="l" t="t" r="r" b="b"/>
              <a:pathLst>
                <a:path w="797" h="711">
                  <a:moveTo>
                    <a:pt x="0" y="0"/>
                  </a:moveTo>
                  <a:moveTo>
                    <a:pt x="794" y="606"/>
                  </a:moveTo>
                  <a:lnTo>
                    <a:pt x="782" y="615"/>
                  </a:lnTo>
                  <a:lnTo>
                    <a:pt x="770" y="623"/>
                  </a:lnTo>
                  <a:lnTo>
                    <a:pt x="763" y="630"/>
                  </a:lnTo>
                  <a:lnTo>
                    <a:pt x="763" y="639"/>
                  </a:lnTo>
                  <a:lnTo>
                    <a:pt x="764" y="650"/>
                  </a:lnTo>
                  <a:lnTo>
                    <a:pt x="758" y="658"/>
                  </a:lnTo>
                  <a:lnTo>
                    <a:pt x="745" y="663"/>
                  </a:lnTo>
                  <a:lnTo>
                    <a:pt x="730" y="665"/>
                  </a:lnTo>
                  <a:lnTo>
                    <a:pt x="720" y="670"/>
                  </a:lnTo>
                  <a:lnTo>
                    <a:pt x="716" y="679"/>
                  </a:lnTo>
                  <a:lnTo>
                    <a:pt x="712" y="692"/>
                  </a:lnTo>
                  <a:lnTo>
                    <a:pt x="705" y="703"/>
                  </a:lnTo>
                  <a:lnTo>
                    <a:pt x="694" y="708"/>
                  </a:lnTo>
                  <a:lnTo>
                    <a:pt x="681" y="710"/>
                  </a:lnTo>
                  <a:lnTo>
                    <a:pt x="669" y="711"/>
                  </a:lnTo>
                  <a:lnTo>
                    <a:pt x="657" y="711"/>
                  </a:lnTo>
                  <a:lnTo>
                    <a:pt x="645" y="708"/>
                  </a:lnTo>
                  <a:lnTo>
                    <a:pt x="635" y="700"/>
                  </a:lnTo>
                  <a:lnTo>
                    <a:pt x="627" y="690"/>
                  </a:lnTo>
                  <a:lnTo>
                    <a:pt x="620" y="685"/>
                  </a:lnTo>
                  <a:lnTo>
                    <a:pt x="611" y="688"/>
                  </a:lnTo>
                  <a:lnTo>
                    <a:pt x="598" y="696"/>
                  </a:lnTo>
                  <a:lnTo>
                    <a:pt x="584" y="701"/>
                  </a:lnTo>
                  <a:lnTo>
                    <a:pt x="574" y="698"/>
                  </a:lnTo>
                  <a:lnTo>
                    <a:pt x="569" y="689"/>
                  </a:lnTo>
                  <a:lnTo>
                    <a:pt x="566" y="679"/>
                  </a:lnTo>
                  <a:lnTo>
                    <a:pt x="561" y="672"/>
                  </a:lnTo>
                  <a:lnTo>
                    <a:pt x="552" y="667"/>
                  </a:lnTo>
                  <a:lnTo>
                    <a:pt x="543" y="661"/>
                  </a:lnTo>
                  <a:lnTo>
                    <a:pt x="540" y="652"/>
                  </a:lnTo>
                  <a:lnTo>
                    <a:pt x="542" y="641"/>
                  </a:lnTo>
                  <a:lnTo>
                    <a:pt x="544" y="632"/>
                  </a:lnTo>
                  <a:lnTo>
                    <a:pt x="544" y="623"/>
                  </a:lnTo>
                  <a:lnTo>
                    <a:pt x="542" y="615"/>
                  </a:lnTo>
                  <a:lnTo>
                    <a:pt x="543" y="606"/>
                  </a:lnTo>
                  <a:lnTo>
                    <a:pt x="548" y="598"/>
                  </a:lnTo>
                  <a:lnTo>
                    <a:pt x="550" y="590"/>
                  </a:lnTo>
                  <a:lnTo>
                    <a:pt x="545" y="581"/>
                  </a:lnTo>
                  <a:lnTo>
                    <a:pt x="533" y="569"/>
                  </a:lnTo>
                  <a:lnTo>
                    <a:pt x="523" y="556"/>
                  </a:lnTo>
                  <a:lnTo>
                    <a:pt x="523" y="544"/>
                  </a:lnTo>
                  <a:lnTo>
                    <a:pt x="535" y="539"/>
                  </a:lnTo>
                  <a:lnTo>
                    <a:pt x="552" y="539"/>
                  </a:lnTo>
                  <a:lnTo>
                    <a:pt x="565" y="538"/>
                  </a:lnTo>
                  <a:lnTo>
                    <a:pt x="573" y="534"/>
                  </a:lnTo>
                  <a:lnTo>
                    <a:pt x="579" y="528"/>
                  </a:lnTo>
                  <a:lnTo>
                    <a:pt x="586" y="523"/>
                  </a:lnTo>
                  <a:lnTo>
                    <a:pt x="595" y="520"/>
                  </a:lnTo>
                  <a:lnTo>
                    <a:pt x="604" y="518"/>
                  </a:lnTo>
                  <a:lnTo>
                    <a:pt x="613" y="513"/>
                  </a:lnTo>
                  <a:lnTo>
                    <a:pt x="623" y="506"/>
                  </a:lnTo>
                  <a:lnTo>
                    <a:pt x="634" y="501"/>
                  </a:lnTo>
                  <a:lnTo>
                    <a:pt x="646" y="502"/>
                  </a:lnTo>
                  <a:lnTo>
                    <a:pt x="658" y="507"/>
                  </a:lnTo>
                  <a:lnTo>
                    <a:pt x="669" y="509"/>
                  </a:lnTo>
                  <a:lnTo>
                    <a:pt x="683" y="508"/>
                  </a:lnTo>
                  <a:lnTo>
                    <a:pt x="699" y="504"/>
                  </a:lnTo>
                  <a:lnTo>
                    <a:pt x="713" y="506"/>
                  </a:lnTo>
                  <a:lnTo>
                    <a:pt x="722" y="516"/>
                  </a:lnTo>
                  <a:lnTo>
                    <a:pt x="724" y="531"/>
                  </a:lnTo>
                  <a:lnTo>
                    <a:pt x="725" y="544"/>
                  </a:lnTo>
                  <a:lnTo>
                    <a:pt x="730" y="552"/>
                  </a:lnTo>
                  <a:lnTo>
                    <a:pt x="742" y="555"/>
                  </a:lnTo>
                  <a:lnTo>
                    <a:pt x="756" y="558"/>
                  </a:lnTo>
                  <a:lnTo>
                    <a:pt x="769" y="563"/>
                  </a:lnTo>
                  <a:lnTo>
                    <a:pt x="777" y="570"/>
                  </a:lnTo>
                  <a:lnTo>
                    <a:pt x="785" y="578"/>
                  </a:lnTo>
                  <a:lnTo>
                    <a:pt x="793" y="586"/>
                  </a:lnTo>
                  <a:lnTo>
                    <a:pt x="797" y="596"/>
                  </a:lnTo>
                  <a:close/>
                </a:path>
              </a:pathLst>
            </a:custGeom>
            <a:solidFill>
              <a:srgbClr val="E18B48">
                <a:alpha val="35000"/>
              </a:srgbClr>
            </a:solidFill>
            <a:ln>
              <a:noFill/>
            </a:ln>
          </p:spPr>
          <p:txBody>
            <a:bodyPr anchor="ctr"/>
            <a:lstStyle/>
            <a:p>
              <a:pPr algn="ctr">
                <a:buNone/>
              </a:pPr>
            </a:p>
          </p:txBody>
        </p:sp>
        <p:sp>
          <p:nvSpPr>
            <p:cNvPr id="752" name="addition:spatial:134"/>
            <p:cNvSpPr>
              <a:spLocks noGrp="1"/>
            </p:cNvSpPr>
            <p:nvPr/>
          </p:nvSpPr>
          <p:spPr>
            <a:xfrm>
              <a:off x="5648325" y="1666875"/>
              <a:ext cx="859170" cy="1053892"/>
            </a:xfrm>
            <a:custGeom>
              <a:avLst/>
              <a:gdLst/>
              <a:ahLst/>
              <a:cxnLst/>
              <a:rect l="l" t="t" r="r" b="b"/>
              <a:pathLst>
                <a:path w="648" h="623">
                  <a:moveTo>
                    <a:pt x="0" y="0"/>
                  </a:moveTo>
                  <a:moveTo>
                    <a:pt x="638" y="577"/>
                  </a:moveTo>
                  <a:lnTo>
                    <a:pt x="642" y="580"/>
                  </a:lnTo>
                  <a:lnTo>
                    <a:pt x="644" y="584"/>
                  </a:lnTo>
                  <a:lnTo>
                    <a:pt x="643" y="588"/>
                  </a:lnTo>
                  <a:lnTo>
                    <a:pt x="641" y="591"/>
                  </a:lnTo>
                  <a:lnTo>
                    <a:pt x="640" y="595"/>
                  </a:lnTo>
                  <a:lnTo>
                    <a:pt x="640" y="599"/>
                  </a:lnTo>
                  <a:lnTo>
                    <a:pt x="639" y="603"/>
                  </a:lnTo>
                  <a:lnTo>
                    <a:pt x="636" y="606"/>
                  </a:lnTo>
                  <a:lnTo>
                    <a:pt x="632" y="607"/>
                  </a:lnTo>
                  <a:lnTo>
                    <a:pt x="629" y="609"/>
                  </a:lnTo>
                  <a:lnTo>
                    <a:pt x="626" y="612"/>
                  </a:lnTo>
                  <a:lnTo>
                    <a:pt x="623" y="615"/>
                  </a:lnTo>
                  <a:lnTo>
                    <a:pt x="619" y="616"/>
                  </a:lnTo>
                  <a:lnTo>
                    <a:pt x="614" y="613"/>
                  </a:lnTo>
                  <a:lnTo>
                    <a:pt x="609" y="611"/>
                  </a:lnTo>
                  <a:lnTo>
                    <a:pt x="605" y="611"/>
                  </a:lnTo>
                  <a:lnTo>
                    <a:pt x="602" y="614"/>
                  </a:lnTo>
                  <a:lnTo>
                    <a:pt x="598" y="620"/>
                  </a:lnTo>
                  <a:lnTo>
                    <a:pt x="592" y="623"/>
                  </a:lnTo>
                  <a:lnTo>
                    <a:pt x="587" y="623"/>
                  </a:lnTo>
                  <a:lnTo>
                    <a:pt x="582" y="621"/>
                  </a:lnTo>
                  <a:lnTo>
                    <a:pt x="578" y="618"/>
                  </a:lnTo>
                  <a:lnTo>
                    <a:pt x="573" y="615"/>
                  </a:lnTo>
                  <a:lnTo>
                    <a:pt x="569" y="612"/>
                  </a:lnTo>
                  <a:lnTo>
                    <a:pt x="566" y="608"/>
                  </a:lnTo>
                  <a:lnTo>
                    <a:pt x="564" y="604"/>
                  </a:lnTo>
                  <a:lnTo>
                    <a:pt x="562" y="601"/>
                  </a:lnTo>
                  <a:lnTo>
                    <a:pt x="557" y="599"/>
                  </a:lnTo>
                  <a:lnTo>
                    <a:pt x="551" y="598"/>
                  </a:lnTo>
                  <a:lnTo>
                    <a:pt x="546" y="595"/>
                  </a:lnTo>
                  <a:lnTo>
                    <a:pt x="544" y="592"/>
                  </a:lnTo>
                  <a:lnTo>
                    <a:pt x="544" y="587"/>
                  </a:lnTo>
                  <a:lnTo>
                    <a:pt x="545" y="584"/>
                  </a:lnTo>
                  <a:lnTo>
                    <a:pt x="542" y="580"/>
                  </a:lnTo>
                  <a:lnTo>
                    <a:pt x="537" y="577"/>
                  </a:lnTo>
                  <a:lnTo>
                    <a:pt x="533" y="572"/>
                  </a:lnTo>
                  <a:lnTo>
                    <a:pt x="534" y="568"/>
                  </a:lnTo>
                  <a:lnTo>
                    <a:pt x="539" y="565"/>
                  </a:lnTo>
                  <a:lnTo>
                    <a:pt x="545" y="562"/>
                  </a:lnTo>
                  <a:lnTo>
                    <a:pt x="550" y="560"/>
                  </a:lnTo>
                  <a:lnTo>
                    <a:pt x="554" y="557"/>
                  </a:lnTo>
                  <a:lnTo>
                    <a:pt x="557" y="555"/>
                  </a:lnTo>
                  <a:lnTo>
                    <a:pt x="561" y="552"/>
                  </a:lnTo>
                  <a:lnTo>
                    <a:pt x="564" y="550"/>
                  </a:lnTo>
                  <a:lnTo>
                    <a:pt x="566" y="546"/>
                  </a:lnTo>
                  <a:lnTo>
                    <a:pt x="568" y="540"/>
                  </a:lnTo>
                  <a:lnTo>
                    <a:pt x="570" y="535"/>
                  </a:lnTo>
                  <a:lnTo>
                    <a:pt x="575" y="532"/>
                  </a:lnTo>
                  <a:lnTo>
                    <a:pt x="581" y="533"/>
                  </a:lnTo>
                  <a:lnTo>
                    <a:pt x="588" y="536"/>
                  </a:lnTo>
                  <a:lnTo>
                    <a:pt x="593" y="537"/>
                  </a:lnTo>
                  <a:lnTo>
                    <a:pt x="598" y="536"/>
                  </a:lnTo>
                  <a:lnTo>
                    <a:pt x="602" y="534"/>
                  </a:lnTo>
                  <a:lnTo>
                    <a:pt x="607" y="534"/>
                  </a:lnTo>
                  <a:lnTo>
                    <a:pt x="611" y="536"/>
                  </a:lnTo>
                  <a:lnTo>
                    <a:pt x="614" y="540"/>
                  </a:lnTo>
                  <a:lnTo>
                    <a:pt x="617" y="542"/>
                  </a:lnTo>
                  <a:lnTo>
                    <a:pt x="621" y="543"/>
                  </a:lnTo>
                  <a:lnTo>
                    <a:pt x="625" y="543"/>
                  </a:lnTo>
                  <a:lnTo>
                    <a:pt x="629" y="544"/>
                  </a:lnTo>
                  <a:lnTo>
                    <a:pt x="632" y="546"/>
                  </a:lnTo>
                  <a:lnTo>
                    <a:pt x="636" y="548"/>
                  </a:lnTo>
                  <a:lnTo>
                    <a:pt x="641" y="550"/>
                  </a:lnTo>
                  <a:lnTo>
                    <a:pt x="645" y="552"/>
                  </a:lnTo>
                  <a:lnTo>
                    <a:pt x="648" y="556"/>
                  </a:lnTo>
                  <a:lnTo>
                    <a:pt x="646" y="561"/>
                  </a:lnTo>
                  <a:lnTo>
                    <a:pt x="640" y="566"/>
                  </a:lnTo>
                  <a:lnTo>
                    <a:pt x="635" y="570"/>
                  </a:lnTo>
                  <a:lnTo>
                    <a:pt x="634" y="574"/>
                  </a:lnTo>
                  <a:close/>
                </a:path>
              </a:pathLst>
            </a:custGeom>
            <a:solidFill>
              <a:srgbClr val="ECB78D">
                <a:alpha val="32000"/>
              </a:srgbClr>
            </a:solidFill>
            <a:ln>
              <a:noFill/>
            </a:ln>
          </p:spPr>
          <p:txBody>
            <a:bodyPr anchor="ctr"/>
            <a:lstStyle/>
            <a:p>
              <a:pPr algn="ctr">
                <a:buNone/>
              </a:pPr>
            </a:p>
          </p:txBody>
        </p:sp>
        <p:sp>
          <p:nvSpPr>
            <p:cNvPr id="753" name="addition:spatial:135"/>
            <p:cNvSpPr>
              <a:spLocks noGrp="1"/>
            </p:cNvSpPr>
            <p:nvPr/>
          </p:nvSpPr>
          <p:spPr>
            <a:xfrm>
              <a:off x="5648325" y="1666875"/>
              <a:ext cx="918835" cy="992993"/>
            </a:xfrm>
            <a:custGeom>
              <a:avLst/>
              <a:gdLst/>
              <a:ahLst/>
              <a:cxnLst/>
              <a:rect l="l" t="t" r="r" b="b"/>
              <a:pathLst>
                <a:path w="693" h="587">
                  <a:moveTo>
                    <a:pt x="0" y="0"/>
                  </a:moveTo>
                  <a:moveTo>
                    <a:pt x="693" y="543"/>
                  </a:moveTo>
                  <a:lnTo>
                    <a:pt x="693" y="547"/>
                  </a:lnTo>
                  <a:lnTo>
                    <a:pt x="691" y="551"/>
                  </a:lnTo>
                  <a:lnTo>
                    <a:pt x="688" y="554"/>
                  </a:lnTo>
                  <a:lnTo>
                    <a:pt x="686" y="557"/>
                  </a:lnTo>
                  <a:lnTo>
                    <a:pt x="685" y="561"/>
                  </a:lnTo>
                  <a:lnTo>
                    <a:pt x="683" y="565"/>
                  </a:lnTo>
                  <a:lnTo>
                    <a:pt x="679" y="567"/>
                  </a:lnTo>
                  <a:lnTo>
                    <a:pt x="672" y="567"/>
                  </a:lnTo>
                  <a:lnTo>
                    <a:pt x="666" y="567"/>
                  </a:lnTo>
                  <a:lnTo>
                    <a:pt x="663" y="570"/>
                  </a:lnTo>
                  <a:lnTo>
                    <a:pt x="662" y="575"/>
                  </a:lnTo>
                  <a:lnTo>
                    <a:pt x="661" y="581"/>
                  </a:lnTo>
                  <a:lnTo>
                    <a:pt x="658" y="586"/>
                  </a:lnTo>
                  <a:lnTo>
                    <a:pt x="652" y="587"/>
                  </a:lnTo>
                  <a:lnTo>
                    <a:pt x="647" y="587"/>
                  </a:lnTo>
                  <a:lnTo>
                    <a:pt x="641" y="586"/>
                  </a:lnTo>
                  <a:lnTo>
                    <a:pt x="636" y="585"/>
                  </a:lnTo>
                  <a:lnTo>
                    <a:pt x="631" y="583"/>
                  </a:lnTo>
                  <a:lnTo>
                    <a:pt x="627" y="581"/>
                  </a:lnTo>
                  <a:lnTo>
                    <a:pt x="624" y="578"/>
                  </a:lnTo>
                  <a:lnTo>
                    <a:pt x="621" y="577"/>
                  </a:lnTo>
                  <a:lnTo>
                    <a:pt x="616" y="577"/>
                  </a:lnTo>
                  <a:lnTo>
                    <a:pt x="611" y="579"/>
                  </a:lnTo>
                  <a:lnTo>
                    <a:pt x="607" y="579"/>
                  </a:lnTo>
                  <a:lnTo>
                    <a:pt x="604" y="576"/>
                  </a:lnTo>
                  <a:lnTo>
                    <a:pt x="603" y="572"/>
                  </a:lnTo>
                  <a:lnTo>
                    <a:pt x="602" y="568"/>
                  </a:lnTo>
                  <a:lnTo>
                    <a:pt x="598" y="567"/>
                  </a:lnTo>
                  <a:lnTo>
                    <a:pt x="593" y="566"/>
                  </a:lnTo>
                  <a:lnTo>
                    <a:pt x="589" y="563"/>
                  </a:lnTo>
                  <a:lnTo>
                    <a:pt x="588" y="559"/>
                  </a:lnTo>
                  <a:lnTo>
                    <a:pt x="591" y="554"/>
                  </a:lnTo>
                  <a:lnTo>
                    <a:pt x="594" y="550"/>
                  </a:lnTo>
                  <a:lnTo>
                    <a:pt x="597" y="546"/>
                  </a:lnTo>
                  <a:lnTo>
                    <a:pt x="597" y="543"/>
                  </a:lnTo>
                  <a:lnTo>
                    <a:pt x="598" y="540"/>
                  </a:lnTo>
                  <a:lnTo>
                    <a:pt x="599" y="537"/>
                  </a:lnTo>
                  <a:lnTo>
                    <a:pt x="599" y="533"/>
                  </a:lnTo>
                  <a:lnTo>
                    <a:pt x="597" y="529"/>
                  </a:lnTo>
                  <a:lnTo>
                    <a:pt x="593" y="524"/>
                  </a:lnTo>
                  <a:lnTo>
                    <a:pt x="592" y="519"/>
                  </a:lnTo>
                  <a:lnTo>
                    <a:pt x="594" y="515"/>
                  </a:lnTo>
                  <a:lnTo>
                    <a:pt x="599" y="514"/>
                  </a:lnTo>
                  <a:lnTo>
                    <a:pt x="605" y="514"/>
                  </a:lnTo>
                  <a:lnTo>
                    <a:pt x="609" y="513"/>
                  </a:lnTo>
                  <a:lnTo>
                    <a:pt x="611" y="510"/>
                  </a:lnTo>
                  <a:lnTo>
                    <a:pt x="613" y="507"/>
                  </a:lnTo>
                  <a:lnTo>
                    <a:pt x="616" y="505"/>
                  </a:lnTo>
                  <a:lnTo>
                    <a:pt x="620" y="505"/>
                  </a:lnTo>
                  <a:lnTo>
                    <a:pt x="625" y="506"/>
                  </a:lnTo>
                  <a:lnTo>
                    <a:pt x="628" y="507"/>
                  </a:lnTo>
                  <a:lnTo>
                    <a:pt x="632" y="505"/>
                  </a:lnTo>
                  <a:lnTo>
                    <a:pt x="636" y="503"/>
                  </a:lnTo>
                  <a:lnTo>
                    <a:pt x="640" y="503"/>
                  </a:lnTo>
                  <a:lnTo>
                    <a:pt x="645" y="503"/>
                  </a:lnTo>
                  <a:lnTo>
                    <a:pt x="649" y="503"/>
                  </a:lnTo>
                  <a:lnTo>
                    <a:pt x="655" y="502"/>
                  </a:lnTo>
                  <a:lnTo>
                    <a:pt x="661" y="502"/>
                  </a:lnTo>
                  <a:lnTo>
                    <a:pt x="666" y="504"/>
                  </a:lnTo>
                  <a:lnTo>
                    <a:pt x="667" y="510"/>
                  </a:lnTo>
                  <a:lnTo>
                    <a:pt x="667" y="516"/>
                  </a:lnTo>
                  <a:lnTo>
                    <a:pt x="667" y="521"/>
                  </a:lnTo>
                  <a:lnTo>
                    <a:pt x="670" y="523"/>
                  </a:lnTo>
                  <a:lnTo>
                    <a:pt x="676" y="524"/>
                  </a:lnTo>
                  <a:lnTo>
                    <a:pt x="682" y="526"/>
                  </a:lnTo>
                  <a:lnTo>
                    <a:pt x="686" y="528"/>
                  </a:lnTo>
                  <a:lnTo>
                    <a:pt x="688" y="532"/>
                  </a:lnTo>
                  <a:lnTo>
                    <a:pt x="689" y="536"/>
                  </a:lnTo>
                  <a:lnTo>
                    <a:pt x="691" y="539"/>
                  </a:lnTo>
                  <a:close/>
                </a:path>
              </a:pathLst>
            </a:custGeom>
            <a:solidFill>
              <a:srgbClr val="ECB78D">
                <a:alpha val="32000"/>
              </a:srgbClr>
            </a:solidFill>
            <a:ln>
              <a:noFill/>
            </a:ln>
          </p:spPr>
          <p:txBody>
            <a:bodyPr anchor="ctr"/>
            <a:lstStyle/>
            <a:p>
              <a:pPr algn="ctr">
                <a:buNone/>
              </a:pPr>
            </a:p>
          </p:txBody>
        </p:sp>
        <p:sp>
          <p:nvSpPr>
            <p:cNvPr id="754" name="addition:spatial:136"/>
            <p:cNvSpPr>
              <a:spLocks noGrp="1"/>
            </p:cNvSpPr>
            <p:nvPr/>
          </p:nvSpPr>
          <p:spPr>
            <a:xfrm>
              <a:off x="5648325" y="1666875"/>
              <a:ext cx="977174" cy="1021751"/>
            </a:xfrm>
            <a:custGeom>
              <a:avLst/>
              <a:gdLst/>
              <a:ahLst/>
              <a:cxnLst/>
              <a:rect l="l" t="t" r="r" b="b"/>
              <a:pathLst>
                <a:path w="737" h="604">
                  <a:moveTo>
                    <a:pt x="0" y="0"/>
                  </a:moveTo>
                  <a:moveTo>
                    <a:pt x="728" y="552"/>
                  </a:moveTo>
                  <a:lnTo>
                    <a:pt x="733" y="556"/>
                  </a:lnTo>
                  <a:lnTo>
                    <a:pt x="737" y="561"/>
                  </a:lnTo>
                  <a:lnTo>
                    <a:pt x="737" y="565"/>
                  </a:lnTo>
                  <a:lnTo>
                    <a:pt x="734" y="568"/>
                  </a:lnTo>
                  <a:lnTo>
                    <a:pt x="730" y="571"/>
                  </a:lnTo>
                  <a:lnTo>
                    <a:pt x="729" y="575"/>
                  </a:lnTo>
                  <a:lnTo>
                    <a:pt x="729" y="579"/>
                  </a:lnTo>
                  <a:lnTo>
                    <a:pt x="729" y="584"/>
                  </a:lnTo>
                  <a:lnTo>
                    <a:pt x="727" y="587"/>
                  </a:lnTo>
                  <a:lnTo>
                    <a:pt x="722" y="588"/>
                  </a:lnTo>
                  <a:lnTo>
                    <a:pt x="717" y="588"/>
                  </a:lnTo>
                  <a:lnTo>
                    <a:pt x="713" y="589"/>
                  </a:lnTo>
                  <a:lnTo>
                    <a:pt x="709" y="590"/>
                  </a:lnTo>
                  <a:lnTo>
                    <a:pt x="705" y="591"/>
                  </a:lnTo>
                  <a:lnTo>
                    <a:pt x="701" y="591"/>
                  </a:lnTo>
                  <a:lnTo>
                    <a:pt x="697" y="591"/>
                  </a:lnTo>
                  <a:lnTo>
                    <a:pt x="694" y="594"/>
                  </a:lnTo>
                  <a:lnTo>
                    <a:pt x="689" y="599"/>
                  </a:lnTo>
                  <a:lnTo>
                    <a:pt x="683" y="603"/>
                  </a:lnTo>
                  <a:lnTo>
                    <a:pt x="677" y="604"/>
                  </a:lnTo>
                  <a:lnTo>
                    <a:pt x="672" y="600"/>
                  </a:lnTo>
                  <a:lnTo>
                    <a:pt x="669" y="594"/>
                  </a:lnTo>
                  <a:lnTo>
                    <a:pt x="667" y="588"/>
                  </a:lnTo>
                  <a:lnTo>
                    <a:pt x="663" y="586"/>
                  </a:lnTo>
                  <a:lnTo>
                    <a:pt x="658" y="585"/>
                  </a:lnTo>
                  <a:lnTo>
                    <a:pt x="653" y="583"/>
                  </a:lnTo>
                  <a:lnTo>
                    <a:pt x="650" y="580"/>
                  </a:lnTo>
                  <a:lnTo>
                    <a:pt x="647" y="577"/>
                  </a:lnTo>
                  <a:lnTo>
                    <a:pt x="644" y="574"/>
                  </a:lnTo>
                  <a:lnTo>
                    <a:pt x="640" y="571"/>
                  </a:lnTo>
                  <a:lnTo>
                    <a:pt x="636" y="568"/>
                  </a:lnTo>
                  <a:lnTo>
                    <a:pt x="634" y="564"/>
                  </a:lnTo>
                  <a:lnTo>
                    <a:pt x="634" y="560"/>
                  </a:lnTo>
                  <a:lnTo>
                    <a:pt x="633" y="556"/>
                  </a:lnTo>
                  <a:lnTo>
                    <a:pt x="631" y="552"/>
                  </a:lnTo>
                  <a:lnTo>
                    <a:pt x="628" y="548"/>
                  </a:lnTo>
                  <a:lnTo>
                    <a:pt x="628" y="543"/>
                  </a:lnTo>
                  <a:lnTo>
                    <a:pt x="632" y="540"/>
                  </a:lnTo>
                  <a:lnTo>
                    <a:pt x="640" y="537"/>
                  </a:lnTo>
                  <a:lnTo>
                    <a:pt x="648" y="536"/>
                  </a:lnTo>
                  <a:lnTo>
                    <a:pt x="652" y="534"/>
                  </a:lnTo>
                  <a:lnTo>
                    <a:pt x="652" y="530"/>
                  </a:lnTo>
                  <a:lnTo>
                    <a:pt x="652" y="524"/>
                  </a:lnTo>
                  <a:lnTo>
                    <a:pt x="653" y="520"/>
                  </a:lnTo>
                  <a:lnTo>
                    <a:pt x="657" y="516"/>
                  </a:lnTo>
                  <a:lnTo>
                    <a:pt x="661" y="513"/>
                  </a:lnTo>
                  <a:lnTo>
                    <a:pt x="665" y="510"/>
                  </a:lnTo>
                  <a:lnTo>
                    <a:pt x="669" y="508"/>
                  </a:lnTo>
                  <a:lnTo>
                    <a:pt x="674" y="507"/>
                  </a:lnTo>
                  <a:lnTo>
                    <a:pt x="680" y="508"/>
                  </a:lnTo>
                  <a:lnTo>
                    <a:pt x="685" y="510"/>
                  </a:lnTo>
                  <a:lnTo>
                    <a:pt x="689" y="511"/>
                  </a:lnTo>
                  <a:lnTo>
                    <a:pt x="693" y="510"/>
                  </a:lnTo>
                  <a:lnTo>
                    <a:pt x="698" y="508"/>
                  </a:lnTo>
                  <a:lnTo>
                    <a:pt x="702" y="508"/>
                  </a:lnTo>
                  <a:lnTo>
                    <a:pt x="705" y="512"/>
                  </a:lnTo>
                  <a:lnTo>
                    <a:pt x="707" y="517"/>
                  </a:lnTo>
                  <a:lnTo>
                    <a:pt x="709" y="519"/>
                  </a:lnTo>
                  <a:lnTo>
                    <a:pt x="714" y="518"/>
                  </a:lnTo>
                  <a:lnTo>
                    <a:pt x="720" y="517"/>
                  </a:lnTo>
                  <a:lnTo>
                    <a:pt x="725" y="517"/>
                  </a:lnTo>
                  <a:lnTo>
                    <a:pt x="729" y="519"/>
                  </a:lnTo>
                  <a:lnTo>
                    <a:pt x="730" y="523"/>
                  </a:lnTo>
                  <a:lnTo>
                    <a:pt x="731" y="528"/>
                  </a:lnTo>
                  <a:lnTo>
                    <a:pt x="731" y="532"/>
                  </a:lnTo>
                  <a:lnTo>
                    <a:pt x="731" y="537"/>
                  </a:lnTo>
                  <a:lnTo>
                    <a:pt x="729" y="541"/>
                  </a:lnTo>
                  <a:lnTo>
                    <a:pt x="726" y="545"/>
                  </a:lnTo>
                  <a:lnTo>
                    <a:pt x="725" y="549"/>
                  </a:lnTo>
                  <a:close/>
                </a:path>
              </a:pathLst>
            </a:custGeom>
            <a:solidFill>
              <a:srgbClr val="ECB78D">
                <a:alpha val="32000"/>
              </a:srgbClr>
            </a:solidFill>
            <a:ln>
              <a:noFill/>
            </a:ln>
          </p:spPr>
          <p:txBody>
            <a:bodyPr anchor="ctr"/>
            <a:lstStyle/>
            <a:p>
              <a:pPr algn="ctr">
                <a:buNone/>
              </a:pPr>
            </a:p>
          </p:txBody>
        </p:sp>
        <p:sp>
          <p:nvSpPr>
            <p:cNvPr id="755" name="addition:spatial:137"/>
            <p:cNvSpPr>
              <a:spLocks noGrp="1"/>
            </p:cNvSpPr>
            <p:nvPr/>
          </p:nvSpPr>
          <p:spPr>
            <a:xfrm>
              <a:off x="5648325" y="1666875"/>
              <a:ext cx="1051423" cy="1084341"/>
            </a:xfrm>
            <a:custGeom>
              <a:avLst/>
              <a:gdLst/>
              <a:ahLst/>
              <a:cxnLst/>
              <a:rect l="l" t="t" r="r" b="b"/>
              <a:pathLst>
                <a:path w="793" h="641">
                  <a:moveTo>
                    <a:pt x="0" y="0"/>
                  </a:moveTo>
                  <a:moveTo>
                    <a:pt x="789" y="589"/>
                  </a:moveTo>
                  <a:lnTo>
                    <a:pt x="792" y="594"/>
                  </a:lnTo>
                  <a:lnTo>
                    <a:pt x="793" y="599"/>
                  </a:lnTo>
                  <a:lnTo>
                    <a:pt x="788" y="603"/>
                  </a:lnTo>
                  <a:lnTo>
                    <a:pt x="780" y="606"/>
                  </a:lnTo>
                  <a:lnTo>
                    <a:pt x="774" y="608"/>
                  </a:lnTo>
                  <a:lnTo>
                    <a:pt x="771" y="611"/>
                  </a:lnTo>
                  <a:lnTo>
                    <a:pt x="771" y="616"/>
                  </a:lnTo>
                  <a:lnTo>
                    <a:pt x="770" y="621"/>
                  </a:lnTo>
                  <a:lnTo>
                    <a:pt x="766" y="624"/>
                  </a:lnTo>
                  <a:lnTo>
                    <a:pt x="761" y="625"/>
                  </a:lnTo>
                  <a:lnTo>
                    <a:pt x="755" y="626"/>
                  </a:lnTo>
                  <a:lnTo>
                    <a:pt x="751" y="629"/>
                  </a:lnTo>
                  <a:lnTo>
                    <a:pt x="747" y="633"/>
                  </a:lnTo>
                  <a:lnTo>
                    <a:pt x="743" y="637"/>
                  </a:lnTo>
                  <a:lnTo>
                    <a:pt x="737" y="639"/>
                  </a:lnTo>
                  <a:lnTo>
                    <a:pt x="731" y="640"/>
                  </a:lnTo>
                  <a:lnTo>
                    <a:pt x="725" y="640"/>
                  </a:lnTo>
                  <a:lnTo>
                    <a:pt x="720" y="641"/>
                  </a:lnTo>
                  <a:lnTo>
                    <a:pt x="714" y="640"/>
                  </a:lnTo>
                  <a:lnTo>
                    <a:pt x="709" y="637"/>
                  </a:lnTo>
                  <a:lnTo>
                    <a:pt x="706" y="631"/>
                  </a:lnTo>
                  <a:lnTo>
                    <a:pt x="704" y="625"/>
                  </a:lnTo>
                  <a:lnTo>
                    <a:pt x="701" y="623"/>
                  </a:lnTo>
                  <a:lnTo>
                    <a:pt x="696" y="625"/>
                  </a:lnTo>
                  <a:lnTo>
                    <a:pt x="688" y="627"/>
                  </a:lnTo>
                  <a:lnTo>
                    <a:pt x="682" y="627"/>
                  </a:lnTo>
                  <a:lnTo>
                    <a:pt x="678" y="624"/>
                  </a:lnTo>
                  <a:lnTo>
                    <a:pt x="677" y="619"/>
                  </a:lnTo>
                  <a:lnTo>
                    <a:pt x="677" y="615"/>
                  </a:lnTo>
                  <a:lnTo>
                    <a:pt x="675" y="611"/>
                  </a:lnTo>
                  <a:lnTo>
                    <a:pt x="674" y="607"/>
                  </a:lnTo>
                  <a:lnTo>
                    <a:pt x="674" y="602"/>
                  </a:lnTo>
                  <a:lnTo>
                    <a:pt x="676" y="598"/>
                  </a:lnTo>
                  <a:lnTo>
                    <a:pt x="678" y="593"/>
                  </a:lnTo>
                  <a:lnTo>
                    <a:pt x="678" y="589"/>
                  </a:lnTo>
                  <a:lnTo>
                    <a:pt x="677" y="585"/>
                  </a:lnTo>
                  <a:lnTo>
                    <a:pt x="677" y="581"/>
                  </a:lnTo>
                  <a:lnTo>
                    <a:pt x="680" y="577"/>
                  </a:lnTo>
                  <a:lnTo>
                    <a:pt x="684" y="574"/>
                  </a:lnTo>
                  <a:lnTo>
                    <a:pt x="687" y="571"/>
                  </a:lnTo>
                  <a:lnTo>
                    <a:pt x="685" y="566"/>
                  </a:lnTo>
                  <a:lnTo>
                    <a:pt x="682" y="559"/>
                  </a:lnTo>
                  <a:lnTo>
                    <a:pt x="681" y="553"/>
                  </a:lnTo>
                  <a:lnTo>
                    <a:pt x="684" y="549"/>
                  </a:lnTo>
                  <a:lnTo>
                    <a:pt x="690" y="548"/>
                  </a:lnTo>
                  <a:lnTo>
                    <a:pt x="697" y="549"/>
                  </a:lnTo>
                  <a:lnTo>
                    <a:pt x="702" y="550"/>
                  </a:lnTo>
                  <a:lnTo>
                    <a:pt x="706" y="549"/>
                  </a:lnTo>
                  <a:lnTo>
                    <a:pt x="709" y="548"/>
                  </a:lnTo>
                  <a:lnTo>
                    <a:pt x="713" y="548"/>
                  </a:lnTo>
                  <a:lnTo>
                    <a:pt x="717" y="547"/>
                  </a:lnTo>
                  <a:lnTo>
                    <a:pt x="721" y="545"/>
                  </a:lnTo>
                  <a:lnTo>
                    <a:pt x="725" y="542"/>
                  </a:lnTo>
                  <a:lnTo>
                    <a:pt x="730" y="538"/>
                  </a:lnTo>
                  <a:lnTo>
                    <a:pt x="735" y="538"/>
                  </a:lnTo>
                  <a:lnTo>
                    <a:pt x="739" y="542"/>
                  </a:lnTo>
                  <a:lnTo>
                    <a:pt x="743" y="546"/>
                  </a:lnTo>
                  <a:lnTo>
                    <a:pt x="747" y="548"/>
                  </a:lnTo>
                  <a:lnTo>
                    <a:pt x="753" y="549"/>
                  </a:lnTo>
                  <a:lnTo>
                    <a:pt x="760" y="549"/>
                  </a:lnTo>
                  <a:lnTo>
                    <a:pt x="765" y="552"/>
                  </a:lnTo>
                  <a:lnTo>
                    <a:pt x="766" y="557"/>
                  </a:lnTo>
                  <a:lnTo>
                    <a:pt x="766" y="563"/>
                  </a:lnTo>
                  <a:lnTo>
                    <a:pt x="766" y="568"/>
                  </a:lnTo>
                  <a:lnTo>
                    <a:pt x="768" y="572"/>
                  </a:lnTo>
                  <a:lnTo>
                    <a:pt x="773" y="574"/>
                  </a:lnTo>
                  <a:lnTo>
                    <a:pt x="778" y="577"/>
                  </a:lnTo>
                  <a:lnTo>
                    <a:pt x="781" y="581"/>
                  </a:lnTo>
                  <a:lnTo>
                    <a:pt x="785" y="585"/>
                  </a:lnTo>
                  <a:close/>
                </a:path>
              </a:pathLst>
            </a:custGeom>
            <a:solidFill>
              <a:srgbClr val="ECB78D">
                <a:alpha val="32000"/>
              </a:srgbClr>
            </a:solidFill>
            <a:ln>
              <a:noFill/>
            </a:ln>
          </p:spPr>
          <p:txBody>
            <a:bodyPr anchor="ctr"/>
            <a:lstStyle/>
            <a:p>
              <a:pPr algn="ctr">
                <a:buNone/>
              </a:pPr>
            </a:p>
          </p:txBody>
        </p:sp>
        <p:sp>
          <p:nvSpPr>
            <p:cNvPr id="756" name="addition:spatial:138"/>
            <p:cNvSpPr>
              <a:spLocks noGrp="1"/>
            </p:cNvSpPr>
            <p:nvPr/>
          </p:nvSpPr>
          <p:spPr>
            <a:xfrm>
              <a:off x="5648325" y="1666875"/>
              <a:ext cx="1014298" cy="1146932"/>
            </a:xfrm>
            <a:custGeom>
              <a:avLst/>
              <a:gdLst/>
              <a:ahLst/>
              <a:cxnLst/>
              <a:rect l="l" t="t" r="r" b="b"/>
              <a:pathLst>
                <a:path w="765" h="678">
                  <a:moveTo>
                    <a:pt x="0" y="0"/>
                  </a:moveTo>
                  <a:moveTo>
                    <a:pt x="765" y="630"/>
                  </a:moveTo>
                  <a:lnTo>
                    <a:pt x="765" y="635"/>
                  </a:lnTo>
                  <a:lnTo>
                    <a:pt x="760" y="639"/>
                  </a:lnTo>
                  <a:lnTo>
                    <a:pt x="751" y="642"/>
                  </a:lnTo>
                  <a:lnTo>
                    <a:pt x="742" y="644"/>
                  </a:lnTo>
                  <a:lnTo>
                    <a:pt x="736" y="647"/>
                  </a:lnTo>
                  <a:lnTo>
                    <a:pt x="736" y="651"/>
                  </a:lnTo>
                  <a:lnTo>
                    <a:pt x="739" y="658"/>
                  </a:lnTo>
                  <a:lnTo>
                    <a:pt x="740" y="664"/>
                  </a:lnTo>
                  <a:lnTo>
                    <a:pt x="736" y="669"/>
                  </a:lnTo>
                  <a:lnTo>
                    <a:pt x="730" y="671"/>
                  </a:lnTo>
                  <a:lnTo>
                    <a:pt x="723" y="673"/>
                  </a:lnTo>
                  <a:lnTo>
                    <a:pt x="718" y="675"/>
                  </a:lnTo>
                  <a:lnTo>
                    <a:pt x="712" y="677"/>
                  </a:lnTo>
                  <a:lnTo>
                    <a:pt x="706" y="678"/>
                  </a:lnTo>
                  <a:lnTo>
                    <a:pt x="700" y="677"/>
                  </a:lnTo>
                  <a:lnTo>
                    <a:pt x="695" y="676"/>
                  </a:lnTo>
                  <a:lnTo>
                    <a:pt x="690" y="676"/>
                  </a:lnTo>
                  <a:lnTo>
                    <a:pt x="685" y="678"/>
                  </a:lnTo>
                  <a:lnTo>
                    <a:pt x="680" y="678"/>
                  </a:lnTo>
                  <a:lnTo>
                    <a:pt x="675" y="676"/>
                  </a:lnTo>
                  <a:lnTo>
                    <a:pt x="672" y="672"/>
                  </a:lnTo>
                  <a:lnTo>
                    <a:pt x="669" y="669"/>
                  </a:lnTo>
                  <a:lnTo>
                    <a:pt x="663" y="670"/>
                  </a:lnTo>
                  <a:lnTo>
                    <a:pt x="655" y="672"/>
                  </a:lnTo>
                  <a:lnTo>
                    <a:pt x="647" y="674"/>
                  </a:lnTo>
                  <a:lnTo>
                    <a:pt x="641" y="672"/>
                  </a:lnTo>
                  <a:lnTo>
                    <a:pt x="639" y="666"/>
                  </a:lnTo>
                  <a:lnTo>
                    <a:pt x="640" y="660"/>
                  </a:lnTo>
                  <a:lnTo>
                    <a:pt x="640" y="654"/>
                  </a:lnTo>
                  <a:lnTo>
                    <a:pt x="639" y="650"/>
                  </a:lnTo>
                  <a:lnTo>
                    <a:pt x="638" y="646"/>
                  </a:lnTo>
                  <a:lnTo>
                    <a:pt x="638" y="642"/>
                  </a:lnTo>
                  <a:lnTo>
                    <a:pt x="638" y="638"/>
                  </a:lnTo>
                  <a:lnTo>
                    <a:pt x="635" y="634"/>
                  </a:lnTo>
                  <a:lnTo>
                    <a:pt x="629" y="630"/>
                  </a:lnTo>
                  <a:lnTo>
                    <a:pt x="623" y="625"/>
                  </a:lnTo>
                  <a:lnTo>
                    <a:pt x="620" y="620"/>
                  </a:lnTo>
                  <a:lnTo>
                    <a:pt x="623" y="616"/>
                  </a:lnTo>
                  <a:lnTo>
                    <a:pt x="628" y="613"/>
                  </a:lnTo>
                  <a:lnTo>
                    <a:pt x="631" y="609"/>
                  </a:lnTo>
                  <a:lnTo>
                    <a:pt x="631" y="605"/>
                  </a:lnTo>
                  <a:lnTo>
                    <a:pt x="630" y="599"/>
                  </a:lnTo>
                  <a:lnTo>
                    <a:pt x="632" y="595"/>
                  </a:lnTo>
                  <a:lnTo>
                    <a:pt x="638" y="593"/>
                  </a:lnTo>
                  <a:lnTo>
                    <a:pt x="646" y="593"/>
                  </a:lnTo>
                  <a:lnTo>
                    <a:pt x="653" y="594"/>
                  </a:lnTo>
                  <a:lnTo>
                    <a:pt x="658" y="593"/>
                  </a:lnTo>
                  <a:lnTo>
                    <a:pt x="662" y="590"/>
                  </a:lnTo>
                  <a:lnTo>
                    <a:pt x="666" y="587"/>
                  </a:lnTo>
                  <a:lnTo>
                    <a:pt x="672" y="585"/>
                  </a:lnTo>
                  <a:lnTo>
                    <a:pt x="677" y="582"/>
                  </a:lnTo>
                  <a:lnTo>
                    <a:pt x="684" y="578"/>
                  </a:lnTo>
                  <a:lnTo>
                    <a:pt x="691" y="574"/>
                  </a:lnTo>
                  <a:lnTo>
                    <a:pt x="699" y="573"/>
                  </a:lnTo>
                  <a:lnTo>
                    <a:pt x="706" y="576"/>
                  </a:lnTo>
                  <a:lnTo>
                    <a:pt x="711" y="583"/>
                  </a:lnTo>
                  <a:lnTo>
                    <a:pt x="715" y="589"/>
                  </a:lnTo>
                  <a:lnTo>
                    <a:pt x="719" y="592"/>
                  </a:lnTo>
                  <a:lnTo>
                    <a:pt x="726" y="593"/>
                  </a:lnTo>
                  <a:lnTo>
                    <a:pt x="734" y="593"/>
                  </a:lnTo>
                  <a:lnTo>
                    <a:pt x="740" y="595"/>
                  </a:lnTo>
                  <a:lnTo>
                    <a:pt x="743" y="599"/>
                  </a:lnTo>
                  <a:lnTo>
                    <a:pt x="745" y="603"/>
                  </a:lnTo>
                  <a:lnTo>
                    <a:pt x="749" y="606"/>
                  </a:lnTo>
                  <a:lnTo>
                    <a:pt x="754" y="609"/>
                  </a:lnTo>
                  <a:lnTo>
                    <a:pt x="760" y="612"/>
                  </a:lnTo>
                  <a:lnTo>
                    <a:pt x="762" y="616"/>
                  </a:lnTo>
                  <a:lnTo>
                    <a:pt x="763" y="621"/>
                  </a:lnTo>
                  <a:lnTo>
                    <a:pt x="764" y="625"/>
                  </a:lnTo>
                  <a:close/>
                </a:path>
              </a:pathLst>
            </a:custGeom>
            <a:solidFill>
              <a:srgbClr val="ECB78D">
                <a:alpha val="32000"/>
              </a:srgbClr>
            </a:solidFill>
            <a:ln>
              <a:noFill/>
            </a:ln>
          </p:spPr>
          <p:txBody>
            <a:bodyPr anchor="ctr"/>
            <a:lstStyle/>
            <a:p>
              <a:pPr algn="ctr">
                <a:buNone/>
              </a:pPr>
            </a:p>
          </p:txBody>
        </p:sp>
        <p:sp>
          <p:nvSpPr>
            <p:cNvPr id="757" name="addition:spatial:139"/>
            <p:cNvSpPr>
              <a:spLocks noGrp="1"/>
            </p:cNvSpPr>
            <p:nvPr/>
          </p:nvSpPr>
          <p:spPr>
            <a:xfrm>
              <a:off x="5648325" y="1666875"/>
              <a:ext cx="916183" cy="1160465"/>
            </a:xfrm>
            <a:custGeom>
              <a:avLst/>
              <a:gdLst/>
              <a:ahLst/>
              <a:cxnLst/>
              <a:rect l="l" t="t" r="r" b="b"/>
              <a:pathLst>
                <a:path w="691" h="686">
                  <a:moveTo>
                    <a:pt x="0" y="0"/>
                  </a:moveTo>
                  <a:moveTo>
                    <a:pt x="687" y="635"/>
                  </a:moveTo>
                  <a:lnTo>
                    <a:pt x="690" y="639"/>
                  </a:lnTo>
                  <a:lnTo>
                    <a:pt x="691" y="644"/>
                  </a:lnTo>
                  <a:lnTo>
                    <a:pt x="690" y="648"/>
                  </a:lnTo>
                  <a:lnTo>
                    <a:pt x="688" y="652"/>
                  </a:lnTo>
                  <a:lnTo>
                    <a:pt x="686" y="656"/>
                  </a:lnTo>
                  <a:lnTo>
                    <a:pt x="684" y="661"/>
                  </a:lnTo>
                  <a:lnTo>
                    <a:pt x="680" y="664"/>
                  </a:lnTo>
                  <a:lnTo>
                    <a:pt x="673" y="665"/>
                  </a:lnTo>
                  <a:lnTo>
                    <a:pt x="665" y="664"/>
                  </a:lnTo>
                  <a:lnTo>
                    <a:pt x="659" y="664"/>
                  </a:lnTo>
                  <a:lnTo>
                    <a:pt x="657" y="668"/>
                  </a:lnTo>
                  <a:lnTo>
                    <a:pt x="656" y="675"/>
                  </a:lnTo>
                  <a:lnTo>
                    <a:pt x="653" y="682"/>
                  </a:lnTo>
                  <a:lnTo>
                    <a:pt x="648" y="686"/>
                  </a:lnTo>
                  <a:lnTo>
                    <a:pt x="641" y="686"/>
                  </a:lnTo>
                  <a:lnTo>
                    <a:pt x="634" y="685"/>
                  </a:lnTo>
                  <a:lnTo>
                    <a:pt x="628" y="684"/>
                  </a:lnTo>
                  <a:lnTo>
                    <a:pt x="622" y="684"/>
                  </a:lnTo>
                  <a:lnTo>
                    <a:pt x="616" y="683"/>
                  </a:lnTo>
                  <a:lnTo>
                    <a:pt x="611" y="680"/>
                  </a:lnTo>
                  <a:lnTo>
                    <a:pt x="607" y="677"/>
                  </a:lnTo>
                  <a:lnTo>
                    <a:pt x="602" y="675"/>
                  </a:lnTo>
                  <a:lnTo>
                    <a:pt x="597" y="675"/>
                  </a:lnTo>
                  <a:lnTo>
                    <a:pt x="591" y="674"/>
                  </a:lnTo>
                  <a:lnTo>
                    <a:pt x="587" y="672"/>
                  </a:lnTo>
                  <a:lnTo>
                    <a:pt x="586" y="667"/>
                  </a:lnTo>
                  <a:lnTo>
                    <a:pt x="585" y="663"/>
                  </a:lnTo>
                  <a:lnTo>
                    <a:pt x="581" y="661"/>
                  </a:lnTo>
                  <a:lnTo>
                    <a:pt x="574" y="660"/>
                  </a:lnTo>
                  <a:lnTo>
                    <a:pt x="567" y="658"/>
                  </a:lnTo>
                  <a:lnTo>
                    <a:pt x="563" y="654"/>
                  </a:lnTo>
                  <a:lnTo>
                    <a:pt x="565" y="649"/>
                  </a:lnTo>
                  <a:lnTo>
                    <a:pt x="570" y="643"/>
                  </a:lnTo>
                  <a:lnTo>
                    <a:pt x="575" y="639"/>
                  </a:lnTo>
                  <a:lnTo>
                    <a:pt x="577" y="635"/>
                  </a:lnTo>
                  <a:lnTo>
                    <a:pt x="579" y="631"/>
                  </a:lnTo>
                  <a:lnTo>
                    <a:pt x="580" y="627"/>
                  </a:lnTo>
                  <a:lnTo>
                    <a:pt x="582" y="623"/>
                  </a:lnTo>
                  <a:lnTo>
                    <a:pt x="583" y="619"/>
                  </a:lnTo>
                  <a:lnTo>
                    <a:pt x="581" y="614"/>
                  </a:lnTo>
                  <a:lnTo>
                    <a:pt x="579" y="608"/>
                  </a:lnTo>
                  <a:lnTo>
                    <a:pt x="580" y="603"/>
                  </a:lnTo>
                  <a:lnTo>
                    <a:pt x="584" y="600"/>
                  </a:lnTo>
                  <a:lnTo>
                    <a:pt x="591" y="599"/>
                  </a:lnTo>
                  <a:lnTo>
                    <a:pt x="596" y="598"/>
                  </a:lnTo>
                  <a:lnTo>
                    <a:pt x="599" y="596"/>
                  </a:lnTo>
                  <a:lnTo>
                    <a:pt x="601" y="591"/>
                  </a:lnTo>
                  <a:lnTo>
                    <a:pt x="604" y="587"/>
                  </a:lnTo>
                  <a:lnTo>
                    <a:pt x="609" y="587"/>
                  </a:lnTo>
                  <a:lnTo>
                    <a:pt x="615" y="590"/>
                  </a:lnTo>
                  <a:lnTo>
                    <a:pt x="620" y="593"/>
                  </a:lnTo>
                  <a:lnTo>
                    <a:pt x="623" y="593"/>
                  </a:lnTo>
                  <a:lnTo>
                    <a:pt x="627" y="592"/>
                  </a:lnTo>
                  <a:lnTo>
                    <a:pt x="631" y="590"/>
                  </a:lnTo>
                  <a:lnTo>
                    <a:pt x="636" y="589"/>
                  </a:lnTo>
                  <a:lnTo>
                    <a:pt x="641" y="589"/>
                  </a:lnTo>
                  <a:lnTo>
                    <a:pt x="647" y="588"/>
                  </a:lnTo>
                  <a:lnTo>
                    <a:pt x="654" y="587"/>
                  </a:lnTo>
                  <a:lnTo>
                    <a:pt x="660" y="588"/>
                  </a:lnTo>
                  <a:lnTo>
                    <a:pt x="663" y="593"/>
                  </a:lnTo>
                  <a:lnTo>
                    <a:pt x="664" y="600"/>
                  </a:lnTo>
                  <a:lnTo>
                    <a:pt x="662" y="607"/>
                  </a:lnTo>
                  <a:lnTo>
                    <a:pt x="664" y="611"/>
                  </a:lnTo>
                  <a:lnTo>
                    <a:pt x="668" y="613"/>
                  </a:lnTo>
                  <a:lnTo>
                    <a:pt x="675" y="615"/>
                  </a:lnTo>
                  <a:lnTo>
                    <a:pt x="681" y="618"/>
                  </a:lnTo>
                  <a:lnTo>
                    <a:pt x="683" y="622"/>
                  </a:lnTo>
                  <a:lnTo>
                    <a:pt x="683" y="626"/>
                  </a:lnTo>
                  <a:lnTo>
                    <a:pt x="684" y="631"/>
                  </a:lnTo>
                  <a:close/>
                </a:path>
              </a:pathLst>
            </a:custGeom>
            <a:solidFill>
              <a:srgbClr val="ECB78D">
                <a:alpha val="32000"/>
              </a:srgbClr>
            </a:solidFill>
            <a:ln>
              <a:noFill/>
            </a:ln>
          </p:spPr>
          <p:txBody>
            <a:bodyPr anchor="ctr"/>
            <a:lstStyle/>
            <a:p>
              <a:pPr algn="ctr">
                <a:buNone/>
              </a:pPr>
            </a:p>
          </p:txBody>
        </p:sp>
        <p:sp>
          <p:nvSpPr>
            <p:cNvPr id="758" name="addition:spatial:140"/>
            <p:cNvSpPr>
              <a:spLocks noGrp="1"/>
            </p:cNvSpPr>
            <p:nvPr/>
          </p:nvSpPr>
          <p:spPr>
            <a:xfrm>
              <a:off x="5648325" y="1666875"/>
              <a:ext cx="837956" cy="1116482"/>
            </a:xfrm>
            <a:custGeom>
              <a:avLst/>
              <a:gdLst/>
              <a:ahLst/>
              <a:cxnLst/>
              <a:rect l="l" t="t" r="r" b="b"/>
              <a:pathLst>
                <a:path w="632" h="660">
                  <a:moveTo>
                    <a:pt x="0" y="0"/>
                  </a:moveTo>
                  <a:moveTo>
                    <a:pt x="630" y="617"/>
                  </a:moveTo>
                  <a:lnTo>
                    <a:pt x="631" y="621"/>
                  </a:lnTo>
                  <a:lnTo>
                    <a:pt x="632" y="625"/>
                  </a:lnTo>
                  <a:lnTo>
                    <a:pt x="630" y="629"/>
                  </a:lnTo>
                  <a:lnTo>
                    <a:pt x="625" y="632"/>
                  </a:lnTo>
                  <a:lnTo>
                    <a:pt x="618" y="633"/>
                  </a:lnTo>
                  <a:lnTo>
                    <a:pt x="612" y="634"/>
                  </a:lnTo>
                  <a:lnTo>
                    <a:pt x="610" y="637"/>
                  </a:lnTo>
                  <a:lnTo>
                    <a:pt x="611" y="642"/>
                  </a:lnTo>
                  <a:lnTo>
                    <a:pt x="610" y="647"/>
                  </a:lnTo>
                  <a:lnTo>
                    <a:pt x="608" y="651"/>
                  </a:lnTo>
                  <a:lnTo>
                    <a:pt x="603" y="652"/>
                  </a:lnTo>
                  <a:lnTo>
                    <a:pt x="598" y="653"/>
                  </a:lnTo>
                  <a:lnTo>
                    <a:pt x="594" y="655"/>
                  </a:lnTo>
                  <a:lnTo>
                    <a:pt x="590" y="658"/>
                  </a:lnTo>
                  <a:lnTo>
                    <a:pt x="586" y="660"/>
                  </a:lnTo>
                  <a:lnTo>
                    <a:pt x="581" y="660"/>
                  </a:lnTo>
                  <a:lnTo>
                    <a:pt x="576" y="659"/>
                  </a:lnTo>
                  <a:lnTo>
                    <a:pt x="572" y="658"/>
                  </a:lnTo>
                  <a:lnTo>
                    <a:pt x="568" y="658"/>
                  </a:lnTo>
                  <a:lnTo>
                    <a:pt x="564" y="657"/>
                  </a:lnTo>
                  <a:lnTo>
                    <a:pt x="560" y="655"/>
                  </a:lnTo>
                  <a:lnTo>
                    <a:pt x="558" y="651"/>
                  </a:lnTo>
                  <a:lnTo>
                    <a:pt x="556" y="647"/>
                  </a:lnTo>
                  <a:lnTo>
                    <a:pt x="554" y="646"/>
                  </a:lnTo>
                  <a:lnTo>
                    <a:pt x="548" y="648"/>
                  </a:lnTo>
                  <a:lnTo>
                    <a:pt x="542" y="649"/>
                  </a:lnTo>
                  <a:lnTo>
                    <a:pt x="536" y="649"/>
                  </a:lnTo>
                  <a:lnTo>
                    <a:pt x="534" y="645"/>
                  </a:lnTo>
                  <a:lnTo>
                    <a:pt x="535" y="640"/>
                  </a:lnTo>
                  <a:lnTo>
                    <a:pt x="537" y="635"/>
                  </a:lnTo>
                  <a:lnTo>
                    <a:pt x="537" y="631"/>
                  </a:lnTo>
                  <a:lnTo>
                    <a:pt x="537" y="628"/>
                  </a:lnTo>
                  <a:lnTo>
                    <a:pt x="537" y="624"/>
                  </a:lnTo>
                  <a:lnTo>
                    <a:pt x="538" y="621"/>
                  </a:lnTo>
                  <a:lnTo>
                    <a:pt x="539" y="617"/>
                  </a:lnTo>
                  <a:lnTo>
                    <a:pt x="539" y="614"/>
                  </a:lnTo>
                  <a:lnTo>
                    <a:pt x="537" y="610"/>
                  </a:lnTo>
                  <a:lnTo>
                    <a:pt x="536" y="606"/>
                  </a:lnTo>
                  <a:lnTo>
                    <a:pt x="537" y="603"/>
                  </a:lnTo>
                  <a:lnTo>
                    <a:pt x="540" y="600"/>
                  </a:lnTo>
                  <a:lnTo>
                    <a:pt x="542" y="597"/>
                  </a:lnTo>
                  <a:lnTo>
                    <a:pt x="542" y="593"/>
                  </a:lnTo>
                  <a:lnTo>
                    <a:pt x="541" y="588"/>
                  </a:lnTo>
                  <a:lnTo>
                    <a:pt x="541" y="583"/>
                  </a:lnTo>
                  <a:lnTo>
                    <a:pt x="545" y="581"/>
                  </a:lnTo>
                  <a:lnTo>
                    <a:pt x="551" y="582"/>
                  </a:lnTo>
                  <a:lnTo>
                    <a:pt x="556" y="584"/>
                  </a:lnTo>
                  <a:lnTo>
                    <a:pt x="560" y="585"/>
                  </a:lnTo>
                  <a:lnTo>
                    <a:pt x="563" y="584"/>
                  </a:lnTo>
                  <a:lnTo>
                    <a:pt x="565" y="582"/>
                  </a:lnTo>
                  <a:lnTo>
                    <a:pt x="569" y="580"/>
                  </a:lnTo>
                  <a:lnTo>
                    <a:pt x="572" y="579"/>
                  </a:lnTo>
                  <a:lnTo>
                    <a:pt x="576" y="577"/>
                  </a:lnTo>
                  <a:lnTo>
                    <a:pt x="580" y="574"/>
                  </a:lnTo>
                  <a:lnTo>
                    <a:pt x="585" y="572"/>
                  </a:lnTo>
                  <a:lnTo>
                    <a:pt x="590" y="573"/>
                  </a:lnTo>
                  <a:lnTo>
                    <a:pt x="593" y="577"/>
                  </a:lnTo>
                  <a:lnTo>
                    <a:pt x="596" y="582"/>
                  </a:lnTo>
                  <a:lnTo>
                    <a:pt x="599" y="585"/>
                  </a:lnTo>
                  <a:lnTo>
                    <a:pt x="603" y="586"/>
                  </a:lnTo>
                  <a:lnTo>
                    <a:pt x="609" y="587"/>
                  </a:lnTo>
                  <a:lnTo>
                    <a:pt x="613" y="589"/>
                  </a:lnTo>
                  <a:lnTo>
                    <a:pt x="614" y="594"/>
                  </a:lnTo>
                  <a:lnTo>
                    <a:pt x="614" y="598"/>
                  </a:lnTo>
                  <a:lnTo>
                    <a:pt x="615" y="602"/>
                  </a:lnTo>
                  <a:lnTo>
                    <a:pt x="618" y="604"/>
                  </a:lnTo>
                  <a:lnTo>
                    <a:pt x="623" y="607"/>
                  </a:lnTo>
                  <a:lnTo>
                    <a:pt x="627" y="610"/>
                  </a:lnTo>
                  <a:lnTo>
                    <a:pt x="629" y="613"/>
                  </a:lnTo>
                  <a:close/>
                </a:path>
              </a:pathLst>
            </a:custGeom>
            <a:solidFill>
              <a:srgbClr val="ECB78D">
                <a:alpha val="32000"/>
              </a:srgbClr>
            </a:solidFill>
            <a:ln>
              <a:noFill/>
            </a:ln>
          </p:spPr>
          <p:txBody>
            <a:bodyPr anchor="ctr"/>
            <a:lstStyle/>
            <a:p>
              <a:pPr algn="ctr">
                <a:buNone/>
              </a:pPr>
            </a:p>
          </p:txBody>
        </p:sp>
        <p:sp>
          <p:nvSpPr>
            <p:cNvPr id="759" name="addition:spatial:141"/>
            <p:cNvSpPr>
              <a:spLocks noGrp="1"/>
            </p:cNvSpPr>
            <p:nvPr/>
          </p:nvSpPr>
          <p:spPr>
            <a:xfrm>
              <a:off x="5648325" y="1666875"/>
              <a:ext cx="981151" cy="1130016"/>
            </a:xfrm>
            <a:custGeom>
              <a:avLst/>
              <a:gdLst/>
              <a:ahLst/>
              <a:cxnLst/>
              <a:rect l="l" t="t" r="r" b="b"/>
              <a:pathLst>
                <a:path w="740" h="668">
                  <a:moveTo>
                    <a:pt x="0" y="0"/>
                  </a:moveTo>
                  <a:moveTo>
                    <a:pt x="734" y="610"/>
                  </a:moveTo>
                  <a:lnTo>
                    <a:pt x="737" y="615"/>
                  </a:lnTo>
                  <a:lnTo>
                    <a:pt x="740" y="621"/>
                  </a:lnTo>
                  <a:lnTo>
                    <a:pt x="738" y="626"/>
                  </a:lnTo>
                  <a:lnTo>
                    <a:pt x="732" y="630"/>
                  </a:lnTo>
                  <a:lnTo>
                    <a:pt x="723" y="632"/>
                  </a:lnTo>
                  <a:lnTo>
                    <a:pt x="717" y="634"/>
                  </a:lnTo>
                  <a:lnTo>
                    <a:pt x="715" y="638"/>
                  </a:lnTo>
                  <a:lnTo>
                    <a:pt x="714" y="644"/>
                  </a:lnTo>
                  <a:lnTo>
                    <a:pt x="712" y="649"/>
                  </a:lnTo>
                  <a:lnTo>
                    <a:pt x="706" y="651"/>
                  </a:lnTo>
                  <a:lnTo>
                    <a:pt x="698" y="651"/>
                  </a:lnTo>
                  <a:lnTo>
                    <a:pt x="691" y="652"/>
                  </a:lnTo>
                  <a:lnTo>
                    <a:pt x="685" y="655"/>
                  </a:lnTo>
                  <a:lnTo>
                    <a:pt x="681" y="660"/>
                  </a:lnTo>
                  <a:lnTo>
                    <a:pt x="675" y="665"/>
                  </a:lnTo>
                  <a:lnTo>
                    <a:pt x="668" y="668"/>
                  </a:lnTo>
                  <a:lnTo>
                    <a:pt x="660" y="668"/>
                  </a:lnTo>
                  <a:lnTo>
                    <a:pt x="652" y="667"/>
                  </a:lnTo>
                  <a:lnTo>
                    <a:pt x="645" y="666"/>
                  </a:lnTo>
                  <a:lnTo>
                    <a:pt x="638" y="663"/>
                  </a:lnTo>
                  <a:lnTo>
                    <a:pt x="633" y="659"/>
                  </a:lnTo>
                  <a:lnTo>
                    <a:pt x="630" y="652"/>
                  </a:lnTo>
                  <a:lnTo>
                    <a:pt x="627" y="648"/>
                  </a:lnTo>
                  <a:lnTo>
                    <a:pt x="622" y="647"/>
                  </a:lnTo>
                  <a:lnTo>
                    <a:pt x="614" y="649"/>
                  </a:lnTo>
                  <a:lnTo>
                    <a:pt x="604" y="650"/>
                  </a:lnTo>
                  <a:lnTo>
                    <a:pt x="597" y="649"/>
                  </a:lnTo>
                  <a:lnTo>
                    <a:pt x="594" y="644"/>
                  </a:lnTo>
                  <a:lnTo>
                    <a:pt x="595" y="638"/>
                  </a:lnTo>
                  <a:lnTo>
                    <a:pt x="595" y="633"/>
                  </a:lnTo>
                  <a:lnTo>
                    <a:pt x="592" y="629"/>
                  </a:lnTo>
                  <a:lnTo>
                    <a:pt x="589" y="625"/>
                  </a:lnTo>
                  <a:lnTo>
                    <a:pt x="589" y="620"/>
                  </a:lnTo>
                  <a:lnTo>
                    <a:pt x="592" y="615"/>
                  </a:lnTo>
                  <a:lnTo>
                    <a:pt x="595" y="610"/>
                  </a:lnTo>
                  <a:lnTo>
                    <a:pt x="598" y="606"/>
                  </a:lnTo>
                  <a:lnTo>
                    <a:pt x="598" y="601"/>
                  </a:lnTo>
                  <a:lnTo>
                    <a:pt x="600" y="597"/>
                  </a:lnTo>
                  <a:lnTo>
                    <a:pt x="605" y="593"/>
                  </a:lnTo>
                  <a:lnTo>
                    <a:pt x="609" y="590"/>
                  </a:lnTo>
                  <a:lnTo>
                    <a:pt x="611" y="586"/>
                  </a:lnTo>
                  <a:lnTo>
                    <a:pt x="609" y="580"/>
                  </a:lnTo>
                  <a:lnTo>
                    <a:pt x="606" y="572"/>
                  </a:lnTo>
                  <a:lnTo>
                    <a:pt x="607" y="565"/>
                  </a:lnTo>
                  <a:lnTo>
                    <a:pt x="613" y="562"/>
                  </a:lnTo>
                  <a:lnTo>
                    <a:pt x="622" y="564"/>
                  </a:lnTo>
                  <a:lnTo>
                    <a:pt x="630" y="566"/>
                  </a:lnTo>
                  <a:lnTo>
                    <a:pt x="636" y="566"/>
                  </a:lnTo>
                  <a:lnTo>
                    <a:pt x="640" y="565"/>
                  </a:lnTo>
                  <a:lnTo>
                    <a:pt x="644" y="563"/>
                  </a:lnTo>
                  <a:lnTo>
                    <a:pt x="649" y="562"/>
                  </a:lnTo>
                  <a:lnTo>
                    <a:pt x="654" y="562"/>
                  </a:lnTo>
                  <a:lnTo>
                    <a:pt x="659" y="561"/>
                  </a:lnTo>
                  <a:lnTo>
                    <a:pt x="664" y="558"/>
                  </a:lnTo>
                  <a:lnTo>
                    <a:pt x="670" y="557"/>
                  </a:lnTo>
                  <a:lnTo>
                    <a:pt x="676" y="557"/>
                  </a:lnTo>
                  <a:lnTo>
                    <a:pt x="681" y="561"/>
                  </a:lnTo>
                  <a:lnTo>
                    <a:pt x="686" y="565"/>
                  </a:lnTo>
                  <a:lnTo>
                    <a:pt x="691" y="566"/>
                  </a:lnTo>
                  <a:lnTo>
                    <a:pt x="699" y="567"/>
                  </a:lnTo>
                  <a:lnTo>
                    <a:pt x="707" y="568"/>
                  </a:lnTo>
                  <a:lnTo>
                    <a:pt x="712" y="572"/>
                  </a:lnTo>
                  <a:lnTo>
                    <a:pt x="711" y="579"/>
                  </a:lnTo>
                  <a:lnTo>
                    <a:pt x="708" y="586"/>
                  </a:lnTo>
                  <a:lnTo>
                    <a:pt x="708" y="592"/>
                  </a:lnTo>
                  <a:lnTo>
                    <a:pt x="712" y="595"/>
                  </a:lnTo>
                  <a:lnTo>
                    <a:pt x="720" y="597"/>
                  </a:lnTo>
                  <a:lnTo>
                    <a:pt x="726" y="601"/>
                  </a:lnTo>
                  <a:lnTo>
                    <a:pt x="731" y="605"/>
                  </a:lnTo>
                  <a:close/>
                </a:path>
              </a:pathLst>
            </a:custGeom>
            <a:solidFill>
              <a:srgbClr val="ECB78D">
                <a:alpha val="32000"/>
              </a:srgbClr>
            </a:solidFill>
            <a:ln>
              <a:noFill/>
            </a:ln>
          </p:spPr>
          <p:txBody>
            <a:bodyPr anchor="ctr"/>
            <a:lstStyle/>
            <a:p>
              <a:pPr algn="ctr">
                <a:buNone/>
              </a:pPr>
            </a:p>
          </p:txBody>
        </p:sp>
        <p:sp>
          <p:nvSpPr>
            <p:cNvPr id="760" name="addition:spatial:142"/>
            <p:cNvSpPr>
              <a:spLocks noGrp="1"/>
            </p:cNvSpPr>
            <p:nvPr/>
          </p:nvSpPr>
          <p:spPr>
            <a:xfrm>
              <a:off x="5648325" y="1666875"/>
              <a:ext cx="1027557" cy="1177381"/>
            </a:xfrm>
            <a:custGeom>
              <a:avLst/>
              <a:gdLst/>
              <a:ahLst/>
              <a:cxnLst/>
              <a:rect l="l" t="t" r="r" b="b"/>
              <a:pathLst>
                <a:path w="775" h="696">
                  <a:moveTo>
                    <a:pt x="0" y="0"/>
                  </a:moveTo>
                  <a:moveTo>
                    <a:pt x="774" y="601"/>
                  </a:moveTo>
                  <a:lnTo>
                    <a:pt x="775" y="609"/>
                  </a:lnTo>
                  <a:lnTo>
                    <a:pt x="771" y="617"/>
                  </a:lnTo>
                  <a:lnTo>
                    <a:pt x="762" y="624"/>
                  </a:lnTo>
                  <a:lnTo>
                    <a:pt x="755" y="630"/>
                  </a:lnTo>
                  <a:lnTo>
                    <a:pt x="750" y="637"/>
                  </a:lnTo>
                  <a:lnTo>
                    <a:pt x="744" y="643"/>
                  </a:lnTo>
                  <a:lnTo>
                    <a:pt x="736" y="648"/>
                  </a:lnTo>
                  <a:lnTo>
                    <a:pt x="725" y="652"/>
                  </a:lnTo>
                  <a:lnTo>
                    <a:pt x="716" y="655"/>
                  </a:lnTo>
                  <a:lnTo>
                    <a:pt x="713" y="664"/>
                  </a:lnTo>
                  <a:lnTo>
                    <a:pt x="711" y="677"/>
                  </a:lnTo>
                  <a:lnTo>
                    <a:pt x="708" y="689"/>
                  </a:lnTo>
                  <a:lnTo>
                    <a:pt x="698" y="696"/>
                  </a:lnTo>
                  <a:lnTo>
                    <a:pt x="685" y="694"/>
                  </a:lnTo>
                  <a:lnTo>
                    <a:pt x="672" y="687"/>
                  </a:lnTo>
                  <a:lnTo>
                    <a:pt x="661" y="681"/>
                  </a:lnTo>
                  <a:lnTo>
                    <a:pt x="652" y="680"/>
                  </a:lnTo>
                  <a:lnTo>
                    <a:pt x="644" y="681"/>
                  </a:lnTo>
                  <a:lnTo>
                    <a:pt x="636" y="681"/>
                  </a:lnTo>
                  <a:lnTo>
                    <a:pt x="629" y="679"/>
                  </a:lnTo>
                  <a:lnTo>
                    <a:pt x="621" y="677"/>
                  </a:lnTo>
                  <a:lnTo>
                    <a:pt x="613" y="677"/>
                  </a:lnTo>
                  <a:lnTo>
                    <a:pt x="603" y="678"/>
                  </a:lnTo>
                  <a:lnTo>
                    <a:pt x="594" y="677"/>
                  </a:lnTo>
                  <a:lnTo>
                    <a:pt x="589" y="671"/>
                  </a:lnTo>
                  <a:lnTo>
                    <a:pt x="586" y="663"/>
                  </a:lnTo>
                  <a:lnTo>
                    <a:pt x="582" y="657"/>
                  </a:lnTo>
                  <a:lnTo>
                    <a:pt x="573" y="653"/>
                  </a:lnTo>
                  <a:lnTo>
                    <a:pt x="562" y="650"/>
                  </a:lnTo>
                  <a:lnTo>
                    <a:pt x="555" y="643"/>
                  </a:lnTo>
                  <a:lnTo>
                    <a:pt x="558" y="633"/>
                  </a:lnTo>
                  <a:lnTo>
                    <a:pt x="567" y="623"/>
                  </a:lnTo>
                  <a:lnTo>
                    <a:pt x="576" y="614"/>
                  </a:lnTo>
                  <a:lnTo>
                    <a:pt x="577" y="607"/>
                  </a:lnTo>
                  <a:lnTo>
                    <a:pt x="571" y="601"/>
                  </a:lnTo>
                  <a:lnTo>
                    <a:pt x="563" y="594"/>
                  </a:lnTo>
                  <a:lnTo>
                    <a:pt x="558" y="586"/>
                  </a:lnTo>
                  <a:lnTo>
                    <a:pt x="556" y="577"/>
                  </a:lnTo>
                  <a:lnTo>
                    <a:pt x="554" y="569"/>
                  </a:lnTo>
                  <a:lnTo>
                    <a:pt x="552" y="559"/>
                  </a:lnTo>
                  <a:lnTo>
                    <a:pt x="553" y="551"/>
                  </a:lnTo>
                  <a:lnTo>
                    <a:pt x="561" y="545"/>
                  </a:lnTo>
                  <a:lnTo>
                    <a:pt x="573" y="544"/>
                  </a:lnTo>
                  <a:lnTo>
                    <a:pt x="585" y="544"/>
                  </a:lnTo>
                  <a:lnTo>
                    <a:pt x="591" y="540"/>
                  </a:lnTo>
                  <a:lnTo>
                    <a:pt x="595" y="533"/>
                  </a:lnTo>
                  <a:lnTo>
                    <a:pt x="598" y="525"/>
                  </a:lnTo>
                  <a:lnTo>
                    <a:pt x="606" y="520"/>
                  </a:lnTo>
                  <a:lnTo>
                    <a:pt x="616" y="522"/>
                  </a:lnTo>
                  <a:lnTo>
                    <a:pt x="626" y="525"/>
                  </a:lnTo>
                  <a:lnTo>
                    <a:pt x="635" y="525"/>
                  </a:lnTo>
                  <a:lnTo>
                    <a:pt x="643" y="519"/>
                  </a:lnTo>
                  <a:lnTo>
                    <a:pt x="654" y="512"/>
                  </a:lnTo>
                  <a:lnTo>
                    <a:pt x="665" y="508"/>
                  </a:lnTo>
                  <a:lnTo>
                    <a:pt x="677" y="508"/>
                  </a:lnTo>
                  <a:lnTo>
                    <a:pt x="687" y="512"/>
                  </a:lnTo>
                  <a:lnTo>
                    <a:pt x="698" y="515"/>
                  </a:lnTo>
                  <a:lnTo>
                    <a:pt x="708" y="520"/>
                  </a:lnTo>
                  <a:lnTo>
                    <a:pt x="716" y="528"/>
                  </a:lnTo>
                  <a:lnTo>
                    <a:pt x="719" y="538"/>
                  </a:lnTo>
                  <a:lnTo>
                    <a:pt x="721" y="549"/>
                  </a:lnTo>
                  <a:lnTo>
                    <a:pt x="725" y="555"/>
                  </a:lnTo>
                  <a:lnTo>
                    <a:pt x="736" y="557"/>
                  </a:lnTo>
                  <a:lnTo>
                    <a:pt x="753" y="557"/>
                  </a:lnTo>
                  <a:lnTo>
                    <a:pt x="767" y="560"/>
                  </a:lnTo>
                  <a:lnTo>
                    <a:pt x="774" y="568"/>
                  </a:lnTo>
                  <a:lnTo>
                    <a:pt x="773" y="577"/>
                  </a:lnTo>
                  <a:lnTo>
                    <a:pt x="770" y="585"/>
                  </a:lnTo>
                  <a:lnTo>
                    <a:pt x="771" y="593"/>
                  </a:lnTo>
                  <a:close/>
                </a:path>
              </a:pathLst>
            </a:custGeom>
            <a:solidFill>
              <a:srgbClr val="E18B48">
                <a:alpha val="37000"/>
              </a:srgbClr>
            </a:solidFill>
            <a:ln>
              <a:noFill/>
            </a:ln>
          </p:spPr>
          <p:txBody>
            <a:bodyPr anchor="ctr"/>
            <a:lstStyle/>
            <a:p>
              <a:pPr algn="ctr">
                <a:buNone/>
              </a:pPr>
            </a:p>
          </p:txBody>
        </p:sp>
        <p:sp>
          <p:nvSpPr>
            <p:cNvPr id="761" name="addition:spatial:143"/>
            <p:cNvSpPr>
              <a:spLocks noGrp="1"/>
            </p:cNvSpPr>
            <p:nvPr/>
          </p:nvSpPr>
          <p:spPr>
            <a:xfrm>
              <a:off x="5648325" y="1666875"/>
              <a:ext cx="884362" cy="1048817"/>
            </a:xfrm>
            <a:custGeom>
              <a:avLst/>
              <a:gdLst/>
              <a:ahLst/>
              <a:cxnLst/>
              <a:rect l="l" t="t" r="r" b="b"/>
              <a:pathLst>
                <a:path w="667" h="620">
                  <a:moveTo>
                    <a:pt x="0" y="0"/>
                  </a:moveTo>
                  <a:moveTo>
                    <a:pt x="667" y="580"/>
                  </a:moveTo>
                  <a:lnTo>
                    <a:pt x="667" y="584"/>
                  </a:lnTo>
                  <a:lnTo>
                    <a:pt x="666" y="587"/>
                  </a:lnTo>
                  <a:lnTo>
                    <a:pt x="665" y="591"/>
                  </a:lnTo>
                  <a:lnTo>
                    <a:pt x="663" y="595"/>
                  </a:lnTo>
                  <a:lnTo>
                    <a:pt x="660" y="597"/>
                  </a:lnTo>
                  <a:lnTo>
                    <a:pt x="654" y="598"/>
                  </a:lnTo>
                  <a:lnTo>
                    <a:pt x="648" y="599"/>
                  </a:lnTo>
                  <a:lnTo>
                    <a:pt x="645" y="600"/>
                  </a:lnTo>
                  <a:lnTo>
                    <a:pt x="644" y="605"/>
                  </a:lnTo>
                  <a:lnTo>
                    <a:pt x="645" y="610"/>
                  </a:lnTo>
                  <a:lnTo>
                    <a:pt x="643" y="615"/>
                  </a:lnTo>
                  <a:lnTo>
                    <a:pt x="639" y="618"/>
                  </a:lnTo>
                  <a:lnTo>
                    <a:pt x="634" y="618"/>
                  </a:lnTo>
                  <a:lnTo>
                    <a:pt x="629" y="618"/>
                  </a:lnTo>
                  <a:lnTo>
                    <a:pt x="625" y="618"/>
                  </a:lnTo>
                  <a:lnTo>
                    <a:pt x="620" y="620"/>
                  </a:lnTo>
                  <a:lnTo>
                    <a:pt x="616" y="620"/>
                  </a:lnTo>
                  <a:lnTo>
                    <a:pt x="612" y="619"/>
                  </a:lnTo>
                  <a:lnTo>
                    <a:pt x="608" y="617"/>
                  </a:lnTo>
                  <a:lnTo>
                    <a:pt x="605" y="616"/>
                  </a:lnTo>
                  <a:lnTo>
                    <a:pt x="601" y="615"/>
                  </a:lnTo>
                  <a:lnTo>
                    <a:pt x="598" y="614"/>
                  </a:lnTo>
                  <a:lnTo>
                    <a:pt x="595" y="612"/>
                  </a:lnTo>
                  <a:lnTo>
                    <a:pt x="594" y="609"/>
                  </a:lnTo>
                  <a:lnTo>
                    <a:pt x="592" y="607"/>
                  </a:lnTo>
                  <a:lnTo>
                    <a:pt x="588" y="606"/>
                  </a:lnTo>
                  <a:lnTo>
                    <a:pt x="582" y="607"/>
                  </a:lnTo>
                  <a:lnTo>
                    <a:pt x="577" y="607"/>
                  </a:lnTo>
                  <a:lnTo>
                    <a:pt x="574" y="604"/>
                  </a:lnTo>
                  <a:lnTo>
                    <a:pt x="575" y="599"/>
                  </a:lnTo>
                  <a:lnTo>
                    <a:pt x="579" y="594"/>
                  </a:lnTo>
                  <a:lnTo>
                    <a:pt x="581" y="590"/>
                  </a:lnTo>
                  <a:lnTo>
                    <a:pt x="581" y="586"/>
                  </a:lnTo>
                  <a:lnTo>
                    <a:pt x="581" y="583"/>
                  </a:lnTo>
                  <a:lnTo>
                    <a:pt x="581" y="580"/>
                  </a:lnTo>
                  <a:lnTo>
                    <a:pt x="582" y="577"/>
                  </a:lnTo>
                  <a:lnTo>
                    <a:pt x="582" y="574"/>
                  </a:lnTo>
                  <a:lnTo>
                    <a:pt x="580" y="570"/>
                  </a:lnTo>
                  <a:lnTo>
                    <a:pt x="578" y="566"/>
                  </a:lnTo>
                  <a:lnTo>
                    <a:pt x="578" y="562"/>
                  </a:lnTo>
                  <a:lnTo>
                    <a:pt x="581" y="559"/>
                  </a:lnTo>
                  <a:lnTo>
                    <a:pt x="585" y="558"/>
                  </a:lnTo>
                  <a:lnTo>
                    <a:pt x="587" y="555"/>
                  </a:lnTo>
                  <a:lnTo>
                    <a:pt x="588" y="552"/>
                  </a:lnTo>
                  <a:lnTo>
                    <a:pt x="588" y="547"/>
                  </a:lnTo>
                  <a:lnTo>
                    <a:pt x="591" y="545"/>
                  </a:lnTo>
                  <a:lnTo>
                    <a:pt x="595" y="545"/>
                  </a:lnTo>
                  <a:lnTo>
                    <a:pt x="600" y="547"/>
                  </a:lnTo>
                  <a:lnTo>
                    <a:pt x="604" y="549"/>
                  </a:lnTo>
                  <a:lnTo>
                    <a:pt x="607" y="549"/>
                  </a:lnTo>
                  <a:lnTo>
                    <a:pt x="609" y="546"/>
                  </a:lnTo>
                  <a:lnTo>
                    <a:pt x="612" y="544"/>
                  </a:lnTo>
                  <a:lnTo>
                    <a:pt x="616" y="542"/>
                  </a:lnTo>
                  <a:lnTo>
                    <a:pt x="620" y="541"/>
                  </a:lnTo>
                  <a:lnTo>
                    <a:pt x="624" y="540"/>
                  </a:lnTo>
                  <a:lnTo>
                    <a:pt x="629" y="539"/>
                  </a:lnTo>
                  <a:lnTo>
                    <a:pt x="634" y="539"/>
                  </a:lnTo>
                  <a:lnTo>
                    <a:pt x="637" y="543"/>
                  </a:lnTo>
                  <a:lnTo>
                    <a:pt x="639" y="548"/>
                  </a:lnTo>
                  <a:lnTo>
                    <a:pt x="640" y="553"/>
                  </a:lnTo>
                  <a:lnTo>
                    <a:pt x="642" y="556"/>
                  </a:lnTo>
                  <a:lnTo>
                    <a:pt x="647" y="556"/>
                  </a:lnTo>
                  <a:lnTo>
                    <a:pt x="652" y="558"/>
                  </a:lnTo>
                  <a:lnTo>
                    <a:pt x="656" y="560"/>
                  </a:lnTo>
                  <a:lnTo>
                    <a:pt x="656" y="564"/>
                  </a:lnTo>
                  <a:lnTo>
                    <a:pt x="656" y="568"/>
                  </a:lnTo>
                  <a:lnTo>
                    <a:pt x="658" y="571"/>
                  </a:lnTo>
                  <a:lnTo>
                    <a:pt x="662" y="573"/>
                  </a:lnTo>
                  <a:lnTo>
                    <a:pt x="665" y="577"/>
                  </a:lnTo>
                  <a:close/>
                </a:path>
              </a:pathLst>
            </a:custGeom>
            <a:solidFill>
              <a:srgbClr val="DE8036">
                <a:alpha val="36000"/>
              </a:srgbClr>
            </a:solidFill>
            <a:ln>
              <a:noFill/>
            </a:ln>
          </p:spPr>
          <p:txBody>
            <a:bodyPr anchor="ctr"/>
            <a:lstStyle/>
            <a:p>
              <a:pPr algn="ctr">
                <a:buNone/>
              </a:pPr>
            </a:p>
          </p:txBody>
        </p:sp>
        <p:sp>
          <p:nvSpPr>
            <p:cNvPr id="762" name="addition:spatial:144"/>
            <p:cNvSpPr>
              <a:spLocks noGrp="1"/>
            </p:cNvSpPr>
            <p:nvPr/>
          </p:nvSpPr>
          <p:spPr>
            <a:xfrm>
              <a:off x="5648325" y="1666875"/>
              <a:ext cx="950656" cy="1011601"/>
            </a:xfrm>
            <a:custGeom>
              <a:avLst/>
              <a:gdLst/>
              <a:ahLst/>
              <a:cxnLst/>
              <a:rect l="l" t="t" r="r" b="b"/>
              <a:pathLst>
                <a:path w="717" h="598">
                  <a:moveTo>
                    <a:pt x="0" y="0"/>
                  </a:moveTo>
                  <a:moveTo>
                    <a:pt x="709" y="569"/>
                  </a:moveTo>
                  <a:lnTo>
                    <a:pt x="708" y="571"/>
                  </a:lnTo>
                  <a:lnTo>
                    <a:pt x="707" y="573"/>
                  </a:lnTo>
                  <a:lnTo>
                    <a:pt x="706" y="575"/>
                  </a:lnTo>
                  <a:lnTo>
                    <a:pt x="705" y="578"/>
                  </a:lnTo>
                  <a:lnTo>
                    <a:pt x="706" y="581"/>
                  </a:lnTo>
                  <a:lnTo>
                    <a:pt x="707" y="584"/>
                  </a:lnTo>
                  <a:lnTo>
                    <a:pt x="707" y="588"/>
                  </a:lnTo>
                  <a:lnTo>
                    <a:pt x="706" y="590"/>
                  </a:lnTo>
                  <a:lnTo>
                    <a:pt x="702" y="591"/>
                  </a:lnTo>
                  <a:lnTo>
                    <a:pt x="698" y="591"/>
                  </a:lnTo>
                  <a:lnTo>
                    <a:pt x="695" y="592"/>
                  </a:lnTo>
                  <a:lnTo>
                    <a:pt x="694" y="594"/>
                  </a:lnTo>
                  <a:lnTo>
                    <a:pt x="692" y="596"/>
                  </a:lnTo>
                  <a:lnTo>
                    <a:pt x="690" y="598"/>
                  </a:lnTo>
                  <a:lnTo>
                    <a:pt x="687" y="597"/>
                  </a:lnTo>
                  <a:lnTo>
                    <a:pt x="684" y="595"/>
                  </a:lnTo>
                  <a:lnTo>
                    <a:pt x="681" y="594"/>
                  </a:lnTo>
                  <a:lnTo>
                    <a:pt x="679" y="594"/>
                  </a:lnTo>
                  <a:lnTo>
                    <a:pt x="676" y="596"/>
                  </a:lnTo>
                  <a:lnTo>
                    <a:pt x="674" y="597"/>
                  </a:lnTo>
                  <a:lnTo>
                    <a:pt x="671" y="597"/>
                  </a:lnTo>
                  <a:lnTo>
                    <a:pt x="667" y="597"/>
                  </a:lnTo>
                  <a:lnTo>
                    <a:pt x="664" y="597"/>
                  </a:lnTo>
                  <a:lnTo>
                    <a:pt x="660" y="596"/>
                  </a:lnTo>
                  <a:lnTo>
                    <a:pt x="657" y="595"/>
                  </a:lnTo>
                  <a:lnTo>
                    <a:pt x="656" y="591"/>
                  </a:lnTo>
                  <a:lnTo>
                    <a:pt x="657" y="586"/>
                  </a:lnTo>
                  <a:lnTo>
                    <a:pt x="657" y="583"/>
                  </a:lnTo>
                  <a:lnTo>
                    <a:pt x="656" y="581"/>
                  </a:lnTo>
                  <a:lnTo>
                    <a:pt x="652" y="580"/>
                  </a:lnTo>
                  <a:lnTo>
                    <a:pt x="648" y="579"/>
                  </a:lnTo>
                  <a:lnTo>
                    <a:pt x="645" y="576"/>
                  </a:lnTo>
                  <a:lnTo>
                    <a:pt x="644" y="574"/>
                  </a:lnTo>
                  <a:lnTo>
                    <a:pt x="644" y="571"/>
                  </a:lnTo>
                  <a:lnTo>
                    <a:pt x="643" y="569"/>
                  </a:lnTo>
                  <a:lnTo>
                    <a:pt x="642" y="566"/>
                  </a:lnTo>
                  <a:lnTo>
                    <a:pt x="641" y="563"/>
                  </a:lnTo>
                  <a:lnTo>
                    <a:pt x="641" y="560"/>
                  </a:lnTo>
                  <a:lnTo>
                    <a:pt x="643" y="558"/>
                  </a:lnTo>
                  <a:lnTo>
                    <a:pt x="644" y="556"/>
                  </a:lnTo>
                  <a:lnTo>
                    <a:pt x="646" y="553"/>
                  </a:lnTo>
                  <a:lnTo>
                    <a:pt x="647" y="551"/>
                  </a:lnTo>
                  <a:lnTo>
                    <a:pt x="651" y="550"/>
                  </a:lnTo>
                  <a:lnTo>
                    <a:pt x="655" y="550"/>
                  </a:lnTo>
                  <a:lnTo>
                    <a:pt x="659" y="550"/>
                  </a:lnTo>
                  <a:lnTo>
                    <a:pt x="662" y="549"/>
                  </a:lnTo>
                  <a:lnTo>
                    <a:pt x="663" y="545"/>
                  </a:lnTo>
                  <a:lnTo>
                    <a:pt x="664" y="541"/>
                  </a:lnTo>
                  <a:lnTo>
                    <a:pt x="666" y="537"/>
                  </a:lnTo>
                  <a:lnTo>
                    <a:pt x="670" y="536"/>
                  </a:lnTo>
                  <a:lnTo>
                    <a:pt x="674" y="537"/>
                  </a:lnTo>
                  <a:lnTo>
                    <a:pt x="678" y="538"/>
                  </a:lnTo>
                  <a:lnTo>
                    <a:pt x="682" y="539"/>
                  </a:lnTo>
                  <a:lnTo>
                    <a:pt x="685" y="539"/>
                  </a:lnTo>
                  <a:lnTo>
                    <a:pt x="689" y="541"/>
                  </a:lnTo>
                  <a:lnTo>
                    <a:pt x="691" y="543"/>
                  </a:lnTo>
                  <a:lnTo>
                    <a:pt x="694" y="544"/>
                  </a:lnTo>
                  <a:lnTo>
                    <a:pt x="697" y="545"/>
                  </a:lnTo>
                  <a:lnTo>
                    <a:pt x="700" y="545"/>
                  </a:lnTo>
                  <a:lnTo>
                    <a:pt x="703" y="545"/>
                  </a:lnTo>
                  <a:lnTo>
                    <a:pt x="705" y="548"/>
                  </a:lnTo>
                  <a:lnTo>
                    <a:pt x="706" y="550"/>
                  </a:lnTo>
                  <a:lnTo>
                    <a:pt x="707" y="553"/>
                  </a:lnTo>
                  <a:lnTo>
                    <a:pt x="709" y="554"/>
                  </a:lnTo>
                  <a:lnTo>
                    <a:pt x="714" y="555"/>
                  </a:lnTo>
                  <a:lnTo>
                    <a:pt x="717" y="557"/>
                  </a:lnTo>
                  <a:lnTo>
                    <a:pt x="717" y="560"/>
                  </a:lnTo>
                  <a:lnTo>
                    <a:pt x="715" y="563"/>
                  </a:lnTo>
                  <a:lnTo>
                    <a:pt x="711" y="566"/>
                  </a:lnTo>
                  <a:close/>
                </a:path>
              </a:pathLst>
            </a:custGeom>
            <a:solidFill>
              <a:srgbClr val="DE8036">
                <a:alpha val="36000"/>
              </a:srgbClr>
            </a:solidFill>
            <a:ln>
              <a:noFill/>
            </a:ln>
          </p:spPr>
          <p:txBody>
            <a:bodyPr anchor="ctr"/>
            <a:lstStyle/>
            <a:p>
              <a:pPr algn="ctr">
                <a:buNone/>
              </a:pPr>
            </a:p>
          </p:txBody>
        </p:sp>
        <p:sp>
          <p:nvSpPr>
            <p:cNvPr id="763" name="addition:spatial:145"/>
            <p:cNvSpPr>
              <a:spLocks noGrp="1"/>
            </p:cNvSpPr>
            <p:nvPr/>
          </p:nvSpPr>
          <p:spPr>
            <a:xfrm>
              <a:off x="5648325" y="1666875"/>
              <a:ext cx="1003691" cy="1116482"/>
            </a:xfrm>
            <a:custGeom>
              <a:avLst/>
              <a:gdLst/>
              <a:ahLst/>
              <a:cxnLst/>
              <a:rect l="l" t="t" r="r" b="b"/>
              <a:pathLst>
                <a:path w="757" h="660">
                  <a:moveTo>
                    <a:pt x="0" y="0"/>
                  </a:moveTo>
                  <a:moveTo>
                    <a:pt x="753" y="620"/>
                  </a:moveTo>
                  <a:lnTo>
                    <a:pt x="751" y="623"/>
                  </a:lnTo>
                  <a:lnTo>
                    <a:pt x="748" y="626"/>
                  </a:lnTo>
                  <a:lnTo>
                    <a:pt x="745" y="629"/>
                  </a:lnTo>
                  <a:lnTo>
                    <a:pt x="744" y="632"/>
                  </a:lnTo>
                  <a:lnTo>
                    <a:pt x="743" y="636"/>
                  </a:lnTo>
                  <a:lnTo>
                    <a:pt x="741" y="639"/>
                  </a:lnTo>
                  <a:lnTo>
                    <a:pt x="738" y="641"/>
                  </a:lnTo>
                  <a:lnTo>
                    <a:pt x="735" y="643"/>
                  </a:lnTo>
                  <a:lnTo>
                    <a:pt x="734" y="647"/>
                  </a:lnTo>
                  <a:lnTo>
                    <a:pt x="733" y="652"/>
                  </a:lnTo>
                  <a:lnTo>
                    <a:pt x="732" y="657"/>
                  </a:lnTo>
                  <a:lnTo>
                    <a:pt x="729" y="660"/>
                  </a:lnTo>
                  <a:lnTo>
                    <a:pt x="723" y="658"/>
                  </a:lnTo>
                  <a:lnTo>
                    <a:pt x="717" y="655"/>
                  </a:lnTo>
                  <a:lnTo>
                    <a:pt x="713" y="653"/>
                  </a:lnTo>
                  <a:lnTo>
                    <a:pt x="710" y="652"/>
                  </a:lnTo>
                  <a:lnTo>
                    <a:pt x="707" y="654"/>
                  </a:lnTo>
                  <a:lnTo>
                    <a:pt x="704" y="655"/>
                  </a:lnTo>
                  <a:lnTo>
                    <a:pt x="701" y="656"/>
                  </a:lnTo>
                  <a:lnTo>
                    <a:pt x="698" y="656"/>
                  </a:lnTo>
                  <a:lnTo>
                    <a:pt x="694" y="657"/>
                  </a:lnTo>
                  <a:lnTo>
                    <a:pt x="689" y="657"/>
                  </a:lnTo>
                  <a:lnTo>
                    <a:pt x="685" y="657"/>
                  </a:lnTo>
                  <a:lnTo>
                    <a:pt x="682" y="654"/>
                  </a:lnTo>
                  <a:lnTo>
                    <a:pt x="681" y="650"/>
                  </a:lnTo>
                  <a:lnTo>
                    <a:pt x="679" y="647"/>
                  </a:lnTo>
                  <a:lnTo>
                    <a:pt x="675" y="645"/>
                  </a:lnTo>
                  <a:lnTo>
                    <a:pt x="671" y="643"/>
                  </a:lnTo>
                  <a:lnTo>
                    <a:pt x="667" y="641"/>
                  </a:lnTo>
                  <a:lnTo>
                    <a:pt x="667" y="637"/>
                  </a:lnTo>
                  <a:lnTo>
                    <a:pt x="669" y="632"/>
                  </a:lnTo>
                  <a:lnTo>
                    <a:pt x="671" y="628"/>
                  </a:lnTo>
                  <a:lnTo>
                    <a:pt x="670" y="625"/>
                  </a:lnTo>
                  <a:lnTo>
                    <a:pt x="665" y="623"/>
                  </a:lnTo>
                  <a:lnTo>
                    <a:pt x="661" y="620"/>
                  </a:lnTo>
                  <a:lnTo>
                    <a:pt x="657" y="616"/>
                  </a:lnTo>
                  <a:lnTo>
                    <a:pt x="656" y="612"/>
                  </a:lnTo>
                  <a:lnTo>
                    <a:pt x="656" y="608"/>
                  </a:lnTo>
                  <a:lnTo>
                    <a:pt x="656" y="604"/>
                  </a:lnTo>
                  <a:lnTo>
                    <a:pt x="657" y="601"/>
                  </a:lnTo>
                  <a:lnTo>
                    <a:pt x="661" y="599"/>
                  </a:lnTo>
                  <a:lnTo>
                    <a:pt x="667" y="598"/>
                  </a:lnTo>
                  <a:lnTo>
                    <a:pt x="672" y="598"/>
                  </a:lnTo>
                  <a:lnTo>
                    <a:pt x="675" y="596"/>
                  </a:lnTo>
                  <a:lnTo>
                    <a:pt x="676" y="592"/>
                  </a:lnTo>
                  <a:lnTo>
                    <a:pt x="677" y="588"/>
                  </a:lnTo>
                  <a:lnTo>
                    <a:pt x="680" y="585"/>
                  </a:lnTo>
                  <a:lnTo>
                    <a:pt x="685" y="584"/>
                  </a:lnTo>
                  <a:lnTo>
                    <a:pt x="690" y="585"/>
                  </a:lnTo>
                  <a:lnTo>
                    <a:pt x="695" y="584"/>
                  </a:lnTo>
                  <a:lnTo>
                    <a:pt x="699" y="582"/>
                  </a:lnTo>
                  <a:lnTo>
                    <a:pt x="703" y="579"/>
                  </a:lnTo>
                  <a:lnTo>
                    <a:pt x="708" y="577"/>
                  </a:lnTo>
                  <a:lnTo>
                    <a:pt x="713" y="578"/>
                  </a:lnTo>
                  <a:lnTo>
                    <a:pt x="718" y="580"/>
                  </a:lnTo>
                  <a:lnTo>
                    <a:pt x="723" y="582"/>
                  </a:lnTo>
                  <a:lnTo>
                    <a:pt x="727" y="584"/>
                  </a:lnTo>
                  <a:lnTo>
                    <a:pt x="730" y="587"/>
                  </a:lnTo>
                  <a:lnTo>
                    <a:pt x="732" y="591"/>
                  </a:lnTo>
                  <a:lnTo>
                    <a:pt x="733" y="595"/>
                  </a:lnTo>
                  <a:lnTo>
                    <a:pt x="736" y="597"/>
                  </a:lnTo>
                  <a:lnTo>
                    <a:pt x="741" y="597"/>
                  </a:lnTo>
                  <a:lnTo>
                    <a:pt x="748" y="596"/>
                  </a:lnTo>
                  <a:lnTo>
                    <a:pt x="754" y="597"/>
                  </a:lnTo>
                  <a:lnTo>
                    <a:pt x="757" y="600"/>
                  </a:lnTo>
                  <a:lnTo>
                    <a:pt x="756" y="605"/>
                  </a:lnTo>
                  <a:lnTo>
                    <a:pt x="753" y="609"/>
                  </a:lnTo>
                  <a:lnTo>
                    <a:pt x="752" y="613"/>
                  </a:lnTo>
                  <a:lnTo>
                    <a:pt x="753" y="616"/>
                  </a:lnTo>
                  <a:close/>
                </a:path>
              </a:pathLst>
            </a:custGeom>
            <a:solidFill>
              <a:srgbClr val="DE8036">
                <a:alpha val="36000"/>
              </a:srgbClr>
            </a:solidFill>
            <a:ln>
              <a:noFill/>
            </a:ln>
          </p:spPr>
          <p:txBody>
            <a:bodyPr anchor="ctr"/>
            <a:lstStyle/>
            <a:p>
              <a:pPr algn="ctr">
                <a:buNone/>
              </a:pPr>
            </a:p>
          </p:txBody>
        </p:sp>
        <p:sp>
          <p:nvSpPr>
            <p:cNvPr id="764" name="addition:spatial:146"/>
            <p:cNvSpPr>
              <a:spLocks noGrp="1"/>
            </p:cNvSpPr>
            <p:nvPr/>
          </p:nvSpPr>
          <p:spPr>
            <a:xfrm>
              <a:off x="5648325" y="1666875"/>
              <a:ext cx="902924" cy="1143549"/>
            </a:xfrm>
            <a:custGeom>
              <a:avLst/>
              <a:gdLst/>
              <a:ahLst/>
              <a:cxnLst/>
              <a:rect l="l" t="t" r="r" b="b"/>
              <a:pathLst>
                <a:path w="681" h="676">
                  <a:moveTo>
                    <a:pt x="0" y="0"/>
                  </a:moveTo>
                  <a:moveTo>
                    <a:pt x="680" y="642"/>
                  </a:moveTo>
                  <a:lnTo>
                    <a:pt x="680" y="645"/>
                  </a:lnTo>
                  <a:lnTo>
                    <a:pt x="677" y="647"/>
                  </a:lnTo>
                  <a:lnTo>
                    <a:pt x="673" y="649"/>
                  </a:lnTo>
                  <a:lnTo>
                    <a:pt x="670" y="651"/>
                  </a:lnTo>
                  <a:lnTo>
                    <a:pt x="670" y="654"/>
                  </a:lnTo>
                  <a:lnTo>
                    <a:pt x="673" y="658"/>
                  </a:lnTo>
                  <a:lnTo>
                    <a:pt x="675" y="663"/>
                  </a:lnTo>
                  <a:lnTo>
                    <a:pt x="674" y="666"/>
                  </a:lnTo>
                  <a:lnTo>
                    <a:pt x="671" y="668"/>
                  </a:lnTo>
                  <a:lnTo>
                    <a:pt x="667" y="669"/>
                  </a:lnTo>
                  <a:lnTo>
                    <a:pt x="663" y="670"/>
                  </a:lnTo>
                  <a:lnTo>
                    <a:pt x="660" y="670"/>
                  </a:lnTo>
                  <a:lnTo>
                    <a:pt x="657" y="670"/>
                  </a:lnTo>
                  <a:lnTo>
                    <a:pt x="653" y="670"/>
                  </a:lnTo>
                  <a:lnTo>
                    <a:pt x="650" y="669"/>
                  </a:lnTo>
                  <a:lnTo>
                    <a:pt x="648" y="670"/>
                  </a:lnTo>
                  <a:lnTo>
                    <a:pt x="645" y="673"/>
                  </a:lnTo>
                  <a:lnTo>
                    <a:pt x="642" y="675"/>
                  </a:lnTo>
                  <a:lnTo>
                    <a:pt x="639" y="676"/>
                  </a:lnTo>
                  <a:lnTo>
                    <a:pt x="635" y="674"/>
                  </a:lnTo>
                  <a:lnTo>
                    <a:pt x="633" y="672"/>
                  </a:lnTo>
                  <a:lnTo>
                    <a:pt x="630" y="671"/>
                  </a:lnTo>
                  <a:lnTo>
                    <a:pt x="625" y="671"/>
                  </a:lnTo>
                  <a:lnTo>
                    <a:pt x="620" y="672"/>
                  </a:lnTo>
                  <a:lnTo>
                    <a:pt x="616" y="670"/>
                  </a:lnTo>
                  <a:lnTo>
                    <a:pt x="614" y="667"/>
                  </a:lnTo>
                  <a:lnTo>
                    <a:pt x="614" y="663"/>
                  </a:lnTo>
                  <a:lnTo>
                    <a:pt x="613" y="659"/>
                  </a:lnTo>
                  <a:lnTo>
                    <a:pt x="612" y="657"/>
                  </a:lnTo>
                  <a:lnTo>
                    <a:pt x="610" y="654"/>
                  </a:lnTo>
                  <a:lnTo>
                    <a:pt x="608" y="652"/>
                  </a:lnTo>
                  <a:lnTo>
                    <a:pt x="606" y="649"/>
                  </a:lnTo>
                  <a:lnTo>
                    <a:pt x="604" y="647"/>
                  </a:lnTo>
                  <a:lnTo>
                    <a:pt x="599" y="645"/>
                  </a:lnTo>
                  <a:lnTo>
                    <a:pt x="594" y="642"/>
                  </a:lnTo>
                  <a:lnTo>
                    <a:pt x="592" y="638"/>
                  </a:lnTo>
                  <a:lnTo>
                    <a:pt x="594" y="635"/>
                  </a:lnTo>
                  <a:lnTo>
                    <a:pt x="598" y="633"/>
                  </a:lnTo>
                  <a:lnTo>
                    <a:pt x="603" y="631"/>
                  </a:lnTo>
                  <a:lnTo>
                    <a:pt x="605" y="629"/>
                  </a:lnTo>
                  <a:lnTo>
                    <a:pt x="606" y="626"/>
                  </a:lnTo>
                  <a:lnTo>
                    <a:pt x="606" y="622"/>
                  </a:lnTo>
                  <a:lnTo>
                    <a:pt x="609" y="620"/>
                  </a:lnTo>
                  <a:lnTo>
                    <a:pt x="613" y="619"/>
                  </a:lnTo>
                  <a:lnTo>
                    <a:pt x="617" y="618"/>
                  </a:lnTo>
                  <a:lnTo>
                    <a:pt x="620" y="617"/>
                  </a:lnTo>
                  <a:lnTo>
                    <a:pt x="622" y="614"/>
                  </a:lnTo>
                  <a:lnTo>
                    <a:pt x="625" y="611"/>
                  </a:lnTo>
                  <a:lnTo>
                    <a:pt x="629" y="610"/>
                  </a:lnTo>
                  <a:lnTo>
                    <a:pt x="633" y="609"/>
                  </a:lnTo>
                  <a:lnTo>
                    <a:pt x="637" y="607"/>
                  </a:lnTo>
                  <a:lnTo>
                    <a:pt x="642" y="605"/>
                  </a:lnTo>
                  <a:lnTo>
                    <a:pt x="646" y="604"/>
                  </a:lnTo>
                  <a:lnTo>
                    <a:pt x="650" y="606"/>
                  </a:lnTo>
                  <a:lnTo>
                    <a:pt x="653" y="610"/>
                  </a:lnTo>
                  <a:lnTo>
                    <a:pt x="655" y="615"/>
                  </a:lnTo>
                  <a:lnTo>
                    <a:pt x="658" y="618"/>
                  </a:lnTo>
                  <a:lnTo>
                    <a:pt x="661" y="617"/>
                  </a:lnTo>
                  <a:lnTo>
                    <a:pt x="666" y="616"/>
                  </a:lnTo>
                  <a:lnTo>
                    <a:pt x="670" y="616"/>
                  </a:lnTo>
                  <a:lnTo>
                    <a:pt x="673" y="617"/>
                  </a:lnTo>
                  <a:lnTo>
                    <a:pt x="675" y="619"/>
                  </a:lnTo>
                  <a:lnTo>
                    <a:pt x="677" y="622"/>
                  </a:lnTo>
                  <a:lnTo>
                    <a:pt x="679" y="624"/>
                  </a:lnTo>
                  <a:lnTo>
                    <a:pt x="681" y="626"/>
                  </a:lnTo>
                  <a:lnTo>
                    <a:pt x="681" y="630"/>
                  </a:lnTo>
                  <a:lnTo>
                    <a:pt x="680" y="633"/>
                  </a:lnTo>
                  <a:lnTo>
                    <a:pt x="679" y="636"/>
                  </a:lnTo>
                  <a:lnTo>
                    <a:pt x="679" y="639"/>
                  </a:lnTo>
                  <a:close/>
                </a:path>
              </a:pathLst>
            </a:custGeom>
            <a:solidFill>
              <a:srgbClr val="DE8036">
                <a:alpha val="36000"/>
              </a:srgbClr>
            </a:solidFill>
            <a:ln>
              <a:noFill/>
            </a:ln>
          </p:spPr>
          <p:txBody>
            <a:bodyPr anchor="ctr"/>
            <a:lstStyle/>
            <a:p>
              <a:pPr algn="ctr">
                <a:buNone/>
              </a:pPr>
            </a:p>
          </p:txBody>
        </p:sp>
        <p:sp>
          <p:nvSpPr>
            <p:cNvPr id="765" name="addition:spatial:147"/>
            <p:cNvSpPr>
              <a:spLocks noGrp="1"/>
            </p:cNvSpPr>
            <p:nvPr/>
          </p:nvSpPr>
          <p:spPr>
            <a:xfrm>
              <a:off x="5648325" y="1666875"/>
              <a:ext cx="872429" cy="1040359"/>
            </a:xfrm>
            <a:custGeom>
              <a:avLst/>
              <a:gdLst/>
              <a:ahLst/>
              <a:cxnLst/>
              <a:rect l="l" t="t" r="r" b="b"/>
              <a:pathLst>
                <a:path w="658" h="615">
                  <a:moveTo>
                    <a:pt x="0" y="0"/>
                  </a:moveTo>
                  <a:moveTo>
                    <a:pt x="648" y="584"/>
                  </a:moveTo>
                  <a:lnTo>
                    <a:pt x="651" y="586"/>
                  </a:lnTo>
                  <a:lnTo>
                    <a:pt x="655" y="589"/>
                  </a:lnTo>
                  <a:lnTo>
                    <a:pt x="658" y="593"/>
                  </a:lnTo>
                  <a:lnTo>
                    <a:pt x="658" y="596"/>
                  </a:lnTo>
                  <a:lnTo>
                    <a:pt x="655" y="598"/>
                  </a:lnTo>
                  <a:lnTo>
                    <a:pt x="651" y="599"/>
                  </a:lnTo>
                  <a:lnTo>
                    <a:pt x="648" y="600"/>
                  </a:lnTo>
                  <a:lnTo>
                    <a:pt x="646" y="602"/>
                  </a:lnTo>
                  <a:lnTo>
                    <a:pt x="645" y="603"/>
                  </a:lnTo>
                  <a:lnTo>
                    <a:pt x="642" y="605"/>
                  </a:lnTo>
                  <a:lnTo>
                    <a:pt x="640" y="606"/>
                  </a:lnTo>
                  <a:lnTo>
                    <a:pt x="638" y="607"/>
                  </a:lnTo>
                  <a:lnTo>
                    <a:pt x="636" y="610"/>
                  </a:lnTo>
                  <a:lnTo>
                    <a:pt x="634" y="612"/>
                  </a:lnTo>
                  <a:lnTo>
                    <a:pt x="631" y="614"/>
                  </a:lnTo>
                  <a:lnTo>
                    <a:pt x="627" y="613"/>
                  </a:lnTo>
                  <a:lnTo>
                    <a:pt x="624" y="612"/>
                  </a:lnTo>
                  <a:lnTo>
                    <a:pt x="621" y="612"/>
                  </a:lnTo>
                  <a:lnTo>
                    <a:pt x="617" y="614"/>
                  </a:lnTo>
                  <a:lnTo>
                    <a:pt x="614" y="615"/>
                  </a:lnTo>
                  <a:lnTo>
                    <a:pt x="610" y="615"/>
                  </a:lnTo>
                  <a:lnTo>
                    <a:pt x="607" y="612"/>
                  </a:lnTo>
                  <a:lnTo>
                    <a:pt x="606" y="608"/>
                  </a:lnTo>
                  <a:lnTo>
                    <a:pt x="605" y="604"/>
                  </a:lnTo>
                  <a:lnTo>
                    <a:pt x="603" y="603"/>
                  </a:lnTo>
                  <a:lnTo>
                    <a:pt x="600" y="602"/>
                  </a:lnTo>
                  <a:lnTo>
                    <a:pt x="597" y="601"/>
                  </a:lnTo>
                  <a:lnTo>
                    <a:pt x="594" y="600"/>
                  </a:lnTo>
                  <a:lnTo>
                    <a:pt x="592" y="599"/>
                  </a:lnTo>
                  <a:lnTo>
                    <a:pt x="589" y="597"/>
                  </a:lnTo>
                  <a:lnTo>
                    <a:pt x="586" y="595"/>
                  </a:lnTo>
                  <a:lnTo>
                    <a:pt x="585" y="593"/>
                  </a:lnTo>
                  <a:lnTo>
                    <a:pt x="586" y="589"/>
                  </a:lnTo>
                  <a:lnTo>
                    <a:pt x="589" y="586"/>
                  </a:lnTo>
                  <a:lnTo>
                    <a:pt x="592" y="584"/>
                  </a:lnTo>
                  <a:lnTo>
                    <a:pt x="593" y="581"/>
                  </a:lnTo>
                  <a:lnTo>
                    <a:pt x="592" y="579"/>
                  </a:lnTo>
                  <a:lnTo>
                    <a:pt x="591" y="576"/>
                  </a:lnTo>
                  <a:lnTo>
                    <a:pt x="593" y="573"/>
                  </a:lnTo>
                  <a:lnTo>
                    <a:pt x="596" y="572"/>
                  </a:lnTo>
                  <a:lnTo>
                    <a:pt x="599" y="570"/>
                  </a:lnTo>
                  <a:lnTo>
                    <a:pt x="601" y="568"/>
                  </a:lnTo>
                  <a:lnTo>
                    <a:pt x="601" y="565"/>
                  </a:lnTo>
                  <a:lnTo>
                    <a:pt x="602" y="562"/>
                  </a:lnTo>
                  <a:lnTo>
                    <a:pt x="603" y="559"/>
                  </a:lnTo>
                  <a:lnTo>
                    <a:pt x="605" y="557"/>
                  </a:lnTo>
                  <a:lnTo>
                    <a:pt x="608" y="556"/>
                  </a:lnTo>
                  <a:lnTo>
                    <a:pt x="610" y="554"/>
                  </a:lnTo>
                  <a:lnTo>
                    <a:pt x="613" y="553"/>
                  </a:lnTo>
                  <a:lnTo>
                    <a:pt x="616" y="554"/>
                  </a:lnTo>
                  <a:lnTo>
                    <a:pt x="619" y="557"/>
                  </a:lnTo>
                  <a:lnTo>
                    <a:pt x="622" y="560"/>
                  </a:lnTo>
                  <a:lnTo>
                    <a:pt x="623" y="560"/>
                  </a:lnTo>
                  <a:lnTo>
                    <a:pt x="626" y="558"/>
                  </a:lnTo>
                  <a:lnTo>
                    <a:pt x="628" y="555"/>
                  </a:lnTo>
                  <a:lnTo>
                    <a:pt x="631" y="554"/>
                  </a:lnTo>
                  <a:lnTo>
                    <a:pt x="634" y="555"/>
                  </a:lnTo>
                  <a:lnTo>
                    <a:pt x="636" y="557"/>
                  </a:lnTo>
                  <a:lnTo>
                    <a:pt x="637" y="559"/>
                  </a:lnTo>
                  <a:lnTo>
                    <a:pt x="640" y="560"/>
                  </a:lnTo>
                  <a:lnTo>
                    <a:pt x="642" y="561"/>
                  </a:lnTo>
                  <a:lnTo>
                    <a:pt x="644" y="563"/>
                  </a:lnTo>
                  <a:lnTo>
                    <a:pt x="645" y="566"/>
                  </a:lnTo>
                  <a:lnTo>
                    <a:pt x="646" y="569"/>
                  </a:lnTo>
                  <a:lnTo>
                    <a:pt x="647" y="571"/>
                  </a:lnTo>
                  <a:lnTo>
                    <a:pt x="648" y="574"/>
                  </a:lnTo>
                  <a:lnTo>
                    <a:pt x="649" y="576"/>
                  </a:lnTo>
                  <a:lnTo>
                    <a:pt x="649" y="579"/>
                  </a:lnTo>
                  <a:lnTo>
                    <a:pt x="648" y="581"/>
                  </a:lnTo>
                  <a:close/>
                </a:path>
              </a:pathLst>
            </a:custGeom>
            <a:solidFill>
              <a:srgbClr val="E8A571">
                <a:alpha val="32000"/>
              </a:srgbClr>
            </a:solidFill>
            <a:ln>
              <a:noFill/>
            </a:ln>
          </p:spPr>
          <p:txBody>
            <a:bodyPr anchor="ctr"/>
            <a:lstStyle/>
            <a:p>
              <a:pPr algn="ctr">
                <a:buNone/>
              </a:pPr>
            </a:p>
          </p:txBody>
        </p:sp>
        <p:sp>
          <p:nvSpPr>
            <p:cNvPr id="766" name="addition:spatial:148"/>
            <p:cNvSpPr>
              <a:spLocks noGrp="1"/>
            </p:cNvSpPr>
            <p:nvPr/>
          </p:nvSpPr>
          <p:spPr>
            <a:xfrm>
              <a:off x="5648325" y="1666875"/>
              <a:ext cx="967892" cy="1111407"/>
            </a:xfrm>
            <a:custGeom>
              <a:avLst/>
              <a:gdLst/>
              <a:ahLst/>
              <a:cxnLst/>
              <a:rect l="l" t="t" r="r" b="b"/>
              <a:pathLst>
                <a:path w="730" h="657">
                  <a:moveTo>
                    <a:pt x="0" y="0"/>
                  </a:moveTo>
                  <a:moveTo>
                    <a:pt x="729" y="627"/>
                  </a:moveTo>
                  <a:lnTo>
                    <a:pt x="727" y="629"/>
                  </a:lnTo>
                  <a:lnTo>
                    <a:pt x="726" y="631"/>
                  </a:lnTo>
                  <a:lnTo>
                    <a:pt x="726" y="633"/>
                  </a:lnTo>
                  <a:lnTo>
                    <a:pt x="727" y="636"/>
                  </a:lnTo>
                  <a:lnTo>
                    <a:pt x="726" y="638"/>
                  </a:lnTo>
                  <a:lnTo>
                    <a:pt x="723" y="640"/>
                  </a:lnTo>
                  <a:lnTo>
                    <a:pt x="720" y="641"/>
                  </a:lnTo>
                  <a:lnTo>
                    <a:pt x="717" y="642"/>
                  </a:lnTo>
                  <a:lnTo>
                    <a:pt x="715" y="643"/>
                  </a:lnTo>
                  <a:lnTo>
                    <a:pt x="713" y="645"/>
                  </a:lnTo>
                  <a:lnTo>
                    <a:pt x="710" y="646"/>
                  </a:lnTo>
                  <a:lnTo>
                    <a:pt x="708" y="647"/>
                  </a:lnTo>
                  <a:lnTo>
                    <a:pt x="705" y="649"/>
                  </a:lnTo>
                  <a:lnTo>
                    <a:pt x="703" y="652"/>
                  </a:lnTo>
                  <a:lnTo>
                    <a:pt x="700" y="655"/>
                  </a:lnTo>
                  <a:lnTo>
                    <a:pt x="697" y="657"/>
                  </a:lnTo>
                  <a:lnTo>
                    <a:pt x="693" y="656"/>
                  </a:lnTo>
                  <a:lnTo>
                    <a:pt x="690" y="653"/>
                  </a:lnTo>
                  <a:lnTo>
                    <a:pt x="687" y="650"/>
                  </a:lnTo>
                  <a:lnTo>
                    <a:pt x="685" y="648"/>
                  </a:lnTo>
                  <a:lnTo>
                    <a:pt x="682" y="648"/>
                  </a:lnTo>
                  <a:lnTo>
                    <a:pt x="679" y="649"/>
                  </a:lnTo>
                  <a:lnTo>
                    <a:pt x="676" y="649"/>
                  </a:lnTo>
                  <a:lnTo>
                    <a:pt x="674" y="647"/>
                  </a:lnTo>
                  <a:lnTo>
                    <a:pt x="672" y="646"/>
                  </a:lnTo>
                  <a:lnTo>
                    <a:pt x="670" y="645"/>
                  </a:lnTo>
                  <a:lnTo>
                    <a:pt x="667" y="644"/>
                  </a:lnTo>
                  <a:lnTo>
                    <a:pt x="665" y="642"/>
                  </a:lnTo>
                  <a:lnTo>
                    <a:pt x="664" y="640"/>
                  </a:lnTo>
                  <a:lnTo>
                    <a:pt x="664" y="638"/>
                  </a:lnTo>
                  <a:lnTo>
                    <a:pt x="663" y="636"/>
                  </a:lnTo>
                  <a:lnTo>
                    <a:pt x="661" y="634"/>
                  </a:lnTo>
                  <a:lnTo>
                    <a:pt x="660" y="632"/>
                  </a:lnTo>
                  <a:lnTo>
                    <a:pt x="661" y="629"/>
                  </a:lnTo>
                  <a:lnTo>
                    <a:pt x="665" y="627"/>
                  </a:lnTo>
                  <a:lnTo>
                    <a:pt x="669" y="625"/>
                  </a:lnTo>
                  <a:lnTo>
                    <a:pt x="671" y="623"/>
                  </a:lnTo>
                  <a:lnTo>
                    <a:pt x="670" y="621"/>
                  </a:lnTo>
                  <a:lnTo>
                    <a:pt x="667" y="618"/>
                  </a:lnTo>
                  <a:lnTo>
                    <a:pt x="666" y="615"/>
                  </a:lnTo>
                  <a:lnTo>
                    <a:pt x="666" y="612"/>
                  </a:lnTo>
                  <a:lnTo>
                    <a:pt x="668" y="610"/>
                  </a:lnTo>
                  <a:lnTo>
                    <a:pt x="670" y="608"/>
                  </a:lnTo>
                  <a:lnTo>
                    <a:pt x="671" y="606"/>
                  </a:lnTo>
                  <a:lnTo>
                    <a:pt x="673" y="605"/>
                  </a:lnTo>
                  <a:lnTo>
                    <a:pt x="676" y="605"/>
                  </a:lnTo>
                  <a:lnTo>
                    <a:pt x="679" y="605"/>
                  </a:lnTo>
                  <a:lnTo>
                    <a:pt x="682" y="605"/>
                  </a:lnTo>
                  <a:lnTo>
                    <a:pt x="684" y="604"/>
                  </a:lnTo>
                  <a:lnTo>
                    <a:pt x="685" y="602"/>
                  </a:lnTo>
                  <a:lnTo>
                    <a:pt x="688" y="601"/>
                  </a:lnTo>
                  <a:lnTo>
                    <a:pt x="690" y="601"/>
                  </a:lnTo>
                  <a:lnTo>
                    <a:pt x="693" y="603"/>
                  </a:lnTo>
                  <a:lnTo>
                    <a:pt x="695" y="604"/>
                  </a:lnTo>
                  <a:lnTo>
                    <a:pt x="697" y="603"/>
                  </a:lnTo>
                  <a:lnTo>
                    <a:pt x="701" y="601"/>
                  </a:lnTo>
                  <a:lnTo>
                    <a:pt x="705" y="600"/>
                  </a:lnTo>
                  <a:lnTo>
                    <a:pt x="708" y="600"/>
                  </a:lnTo>
                  <a:lnTo>
                    <a:pt x="710" y="603"/>
                  </a:lnTo>
                  <a:lnTo>
                    <a:pt x="712" y="605"/>
                  </a:lnTo>
                  <a:lnTo>
                    <a:pt x="713" y="608"/>
                  </a:lnTo>
                  <a:lnTo>
                    <a:pt x="715" y="610"/>
                  </a:lnTo>
                  <a:lnTo>
                    <a:pt x="716" y="613"/>
                  </a:lnTo>
                  <a:lnTo>
                    <a:pt x="716" y="615"/>
                  </a:lnTo>
                  <a:lnTo>
                    <a:pt x="717" y="617"/>
                  </a:lnTo>
                  <a:lnTo>
                    <a:pt x="719" y="619"/>
                  </a:lnTo>
                  <a:lnTo>
                    <a:pt x="724" y="620"/>
                  </a:lnTo>
                  <a:lnTo>
                    <a:pt x="728" y="622"/>
                  </a:lnTo>
                  <a:lnTo>
                    <a:pt x="730" y="624"/>
                  </a:lnTo>
                  <a:close/>
                </a:path>
              </a:pathLst>
            </a:custGeom>
            <a:solidFill>
              <a:srgbClr val="E8A571">
                <a:alpha val="32000"/>
              </a:srgbClr>
            </a:solidFill>
            <a:ln>
              <a:noFill/>
            </a:ln>
          </p:spPr>
          <p:txBody>
            <a:bodyPr anchor="ctr"/>
            <a:lstStyle/>
            <a:p>
              <a:pPr algn="ctr">
                <a:buNone/>
              </a:pPr>
            </a:p>
          </p:txBody>
        </p:sp>
        <p:sp>
          <p:nvSpPr>
            <p:cNvPr id="767" name="addition:spatial:149"/>
            <p:cNvSpPr>
              <a:spLocks noGrp="1"/>
            </p:cNvSpPr>
            <p:nvPr/>
          </p:nvSpPr>
          <p:spPr>
            <a:xfrm>
              <a:off x="5648325" y="1666875"/>
              <a:ext cx="1043468" cy="1077575"/>
            </a:xfrm>
            <a:custGeom>
              <a:avLst/>
              <a:gdLst/>
              <a:ahLst/>
              <a:cxnLst/>
              <a:rect l="l" t="t" r="r" b="b"/>
              <a:pathLst>
                <a:path w="787" h="637">
                  <a:moveTo>
                    <a:pt x="0" y="0"/>
                  </a:moveTo>
                  <a:moveTo>
                    <a:pt x="787" y="610"/>
                  </a:moveTo>
                  <a:lnTo>
                    <a:pt x="787" y="612"/>
                  </a:lnTo>
                  <a:lnTo>
                    <a:pt x="786" y="614"/>
                  </a:lnTo>
                  <a:lnTo>
                    <a:pt x="784" y="616"/>
                  </a:lnTo>
                  <a:lnTo>
                    <a:pt x="782" y="618"/>
                  </a:lnTo>
                  <a:lnTo>
                    <a:pt x="781" y="620"/>
                  </a:lnTo>
                  <a:lnTo>
                    <a:pt x="781" y="622"/>
                  </a:lnTo>
                  <a:lnTo>
                    <a:pt x="781" y="625"/>
                  </a:lnTo>
                  <a:lnTo>
                    <a:pt x="779" y="626"/>
                  </a:lnTo>
                  <a:lnTo>
                    <a:pt x="776" y="626"/>
                  </a:lnTo>
                  <a:lnTo>
                    <a:pt x="774" y="626"/>
                  </a:lnTo>
                  <a:lnTo>
                    <a:pt x="772" y="628"/>
                  </a:lnTo>
                  <a:lnTo>
                    <a:pt x="771" y="631"/>
                  </a:lnTo>
                  <a:lnTo>
                    <a:pt x="770" y="633"/>
                  </a:lnTo>
                  <a:lnTo>
                    <a:pt x="768" y="635"/>
                  </a:lnTo>
                  <a:lnTo>
                    <a:pt x="766" y="636"/>
                  </a:lnTo>
                  <a:lnTo>
                    <a:pt x="764" y="636"/>
                  </a:lnTo>
                  <a:lnTo>
                    <a:pt x="761" y="637"/>
                  </a:lnTo>
                  <a:lnTo>
                    <a:pt x="759" y="637"/>
                  </a:lnTo>
                  <a:lnTo>
                    <a:pt x="757" y="635"/>
                  </a:lnTo>
                  <a:lnTo>
                    <a:pt x="755" y="632"/>
                  </a:lnTo>
                  <a:lnTo>
                    <a:pt x="754" y="629"/>
                  </a:lnTo>
                  <a:lnTo>
                    <a:pt x="753" y="628"/>
                  </a:lnTo>
                  <a:lnTo>
                    <a:pt x="751" y="629"/>
                  </a:lnTo>
                  <a:lnTo>
                    <a:pt x="748" y="630"/>
                  </a:lnTo>
                  <a:lnTo>
                    <a:pt x="746" y="630"/>
                  </a:lnTo>
                  <a:lnTo>
                    <a:pt x="745" y="628"/>
                  </a:lnTo>
                  <a:lnTo>
                    <a:pt x="744" y="626"/>
                  </a:lnTo>
                  <a:lnTo>
                    <a:pt x="744" y="624"/>
                  </a:lnTo>
                  <a:lnTo>
                    <a:pt x="742" y="623"/>
                  </a:lnTo>
                  <a:lnTo>
                    <a:pt x="741" y="621"/>
                  </a:lnTo>
                  <a:lnTo>
                    <a:pt x="740" y="619"/>
                  </a:lnTo>
                  <a:lnTo>
                    <a:pt x="741" y="616"/>
                  </a:lnTo>
                  <a:lnTo>
                    <a:pt x="741" y="614"/>
                  </a:lnTo>
                  <a:lnTo>
                    <a:pt x="742" y="612"/>
                  </a:lnTo>
                  <a:lnTo>
                    <a:pt x="742" y="610"/>
                  </a:lnTo>
                  <a:lnTo>
                    <a:pt x="742" y="607"/>
                  </a:lnTo>
                  <a:lnTo>
                    <a:pt x="744" y="606"/>
                  </a:lnTo>
                  <a:lnTo>
                    <a:pt x="746" y="604"/>
                  </a:lnTo>
                  <a:lnTo>
                    <a:pt x="746" y="602"/>
                  </a:lnTo>
                  <a:lnTo>
                    <a:pt x="745" y="599"/>
                  </a:lnTo>
                  <a:lnTo>
                    <a:pt x="743" y="596"/>
                  </a:lnTo>
                  <a:lnTo>
                    <a:pt x="743" y="593"/>
                  </a:lnTo>
                  <a:lnTo>
                    <a:pt x="744" y="591"/>
                  </a:lnTo>
                  <a:lnTo>
                    <a:pt x="746" y="590"/>
                  </a:lnTo>
                  <a:lnTo>
                    <a:pt x="749" y="590"/>
                  </a:lnTo>
                  <a:lnTo>
                    <a:pt x="750" y="590"/>
                  </a:lnTo>
                  <a:lnTo>
                    <a:pt x="752" y="589"/>
                  </a:lnTo>
                  <a:lnTo>
                    <a:pt x="753" y="588"/>
                  </a:lnTo>
                  <a:lnTo>
                    <a:pt x="755" y="588"/>
                  </a:lnTo>
                  <a:lnTo>
                    <a:pt x="756" y="588"/>
                  </a:lnTo>
                  <a:lnTo>
                    <a:pt x="758" y="587"/>
                  </a:lnTo>
                  <a:lnTo>
                    <a:pt x="759" y="586"/>
                  </a:lnTo>
                  <a:lnTo>
                    <a:pt x="761" y="584"/>
                  </a:lnTo>
                  <a:lnTo>
                    <a:pt x="763" y="584"/>
                  </a:lnTo>
                  <a:lnTo>
                    <a:pt x="765" y="586"/>
                  </a:lnTo>
                  <a:lnTo>
                    <a:pt x="766" y="587"/>
                  </a:lnTo>
                  <a:lnTo>
                    <a:pt x="768" y="587"/>
                  </a:lnTo>
                  <a:lnTo>
                    <a:pt x="771" y="586"/>
                  </a:lnTo>
                  <a:lnTo>
                    <a:pt x="774" y="586"/>
                  </a:lnTo>
                  <a:lnTo>
                    <a:pt x="775" y="588"/>
                  </a:lnTo>
                  <a:lnTo>
                    <a:pt x="776" y="591"/>
                  </a:lnTo>
                  <a:lnTo>
                    <a:pt x="776" y="594"/>
                  </a:lnTo>
                  <a:lnTo>
                    <a:pt x="776" y="597"/>
                  </a:lnTo>
                  <a:lnTo>
                    <a:pt x="777" y="599"/>
                  </a:lnTo>
                  <a:lnTo>
                    <a:pt x="779" y="600"/>
                  </a:lnTo>
                  <a:lnTo>
                    <a:pt x="781" y="601"/>
                  </a:lnTo>
                  <a:lnTo>
                    <a:pt x="782" y="603"/>
                  </a:lnTo>
                  <a:lnTo>
                    <a:pt x="784" y="605"/>
                  </a:lnTo>
                  <a:lnTo>
                    <a:pt x="785" y="607"/>
                  </a:lnTo>
                  <a:close/>
                </a:path>
              </a:pathLst>
            </a:custGeom>
            <a:solidFill>
              <a:srgbClr val="ECB78D">
                <a:alpha val="24000"/>
              </a:srgbClr>
            </a:solidFill>
            <a:ln>
              <a:noFill/>
            </a:ln>
          </p:spPr>
          <p:txBody>
            <a:bodyPr anchor="ctr"/>
            <a:lstStyle/>
            <a:p>
              <a:pPr algn="ctr">
                <a:buNone/>
              </a:pPr>
            </a:p>
          </p:txBody>
        </p:sp>
        <p:sp>
          <p:nvSpPr>
            <p:cNvPr id="768" name="addition:spatial:150"/>
            <p:cNvSpPr>
              <a:spLocks noGrp="1"/>
            </p:cNvSpPr>
            <p:nvPr/>
          </p:nvSpPr>
          <p:spPr>
            <a:xfrm>
              <a:off x="5648325" y="1666875"/>
              <a:ext cx="993084" cy="1168923"/>
            </a:xfrm>
            <a:custGeom>
              <a:avLst/>
              <a:gdLst/>
              <a:ahLst/>
              <a:cxnLst/>
              <a:rect l="l" t="t" r="r" b="b"/>
              <a:pathLst>
                <a:path w="749" h="691">
                  <a:moveTo>
                    <a:pt x="0" y="0"/>
                  </a:moveTo>
                  <a:moveTo>
                    <a:pt x="741" y="664"/>
                  </a:moveTo>
                  <a:lnTo>
                    <a:pt x="742" y="666"/>
                  </a:lnTo>
                  <a:lnTo>
                    <a:pt x="745" y="668"/>
                  </a:lnTo>
                  <a:lnTo>
                    <a:pt x="748" y="670"/>
                  </a:lnTo>
                  <a:lnTo>
                    <a:pt x="749" y="673"/>
                  </a:lnTo>
                  <a:lnTo>
                    <a:pt x="748" y="675"/>
                  </a:lnTo>
                  <a:lnTo>
                    <a:pt x="745" y="677"/>
                  </a:lnTo>
                  <a:lnTo>
                    <a:pt x="742" y="678"/>
                  </a:lnTo>
                  <a:lnTo>
                    <a:pt x="741" y="679"/>
                  </a:lnTo>
                  <a:lnTo>
                    <a:pt x="741" y="681"/>
                  </a:lnTo>
                  <a:lnTo>
                    <a:pt x="739" y="683"/>
                  </a:lnTo>
                  <a:lnTo>
                    <a:pt x="737" y="684"/>
                  </a:lnTo>
                  <a:lnTo>
                    <a:pt x="734" y="684"/>
                  </a:lnTo>
                  <a:lnTo>
                    <a:pt x="732" y="684"/>
                  </a:lnTo>
                  <a:lnTo>
                    <a:pt x="730" y="685"/>
                  </a:lnTo>
                  <a:lnTo>
                    <a:pt x="728" y="686"/>
                  </a:lnTo>
                  <a:lnTo>
                    <a:pt x="725" y="686"/>
                  </a:lnTo>
                  <a:lnTo>
                    <a:pt x="723" y="686"/>
                  </a:lnTo>
                  <a:lnTo>
                    <a:pt x="720" y="686"/>
                  </a:lnTo>
                  <a:lnTo>
                    <a:pt x="717" y="688"/>
                  </a:lnTo>
                  <a:lnTo>
                    <a:pt x="714" y="690"/>
                  </a:lnTo>
                  <a:lnTo>
                    <a:pt x="710" y="691"/>
                  </a:lnTo>
                  <a:lnTo>
                    <a:pt x="707" y="689"/>
                  </a:lnTo>
                  <a:lnTo>
                    <a:pt x="705" y="686"/>
                  </a:lnTo>
                  <a:lnTo>
                    <a:pt x="705" y="682"/>
                  </a:lnTo>
                  <a:lnTo>
                    <a:pt x="703" y="680"/>
                  </a:lnTo>
                  <a:lnTo>
                    <a:pt x="701" y="679"/>
                  </a:lnTo>
                  <a:lnTo>
                    <a:pt x="698" y="678"/>
                  </a:lnTo>
                  <a:lnTo>
                    <a:pt x="695" y="677"/>
                  </a:lnTo>
                  <a:lnTo>
                    <a:pt x="694" y="675"/>
                  </a:lnTo>
                  <a:lnTo>
                    <a:pt x="692" y="674"/>
                  </a:lnTo>
                  <a:lnTo>
                    <a:pt x="690" y="672"/>
                  </a:lnTo>
                  <a:lnTo>
                    <a:pt x="687" y="670"/>
                  </a:lnTo>
                  <a:lnTo>
                    <a:pt x="686" y="668"/>
                  </a:lnTo>
                  <a:lnTo>
                    <a:pt x="686" y="666"/>
                  </a:lnTo>
                  <a:lnTo>
                    <a:pt x="687" y="664"/>
                  </a:lnTo>
                  <a:lnTo>
                    <a:pt x="687" y="662"/>
                  </a:lnTo>
                  <a:lnTo>
                    <a:pt x="686" y="659"/>
                  </a:lnTo>
                  <a:lnTo>
                    <a:pt x="686" y="657"/>
                  </a:lnTo>
                  <a:lnTo>
                    <a:pt x="687" y="655"/>
                  </a:lnTo>
                  <a:lnTo>
                    <a:pt x="691" y="653"/>
                  </a:lnTo>
                  <a:lnTo>
                    <a:pt x="696" y="653"/>
                  </a:lnTo>
                  <a:lnTo>
                    <a:pt x="699" y="652"/>
                  </a:lnTo>
                  <a:lnTo>
                    <a:pt x="700" y="651"/>
                  </a:lnTo>
                  <a:lnTo>
                    <a:pt x="700" y="648"/>
                  </a:lnTo>
                  <a:lnTo>
                    <a:pt x="701" y="645"/>
                  </a:lnTo>
                  <a:lnTo>
                    <a:pt x="703" y="642"/>
                  </a:lnTo>
                  <a:lnTo>
                    <a:pt x="705" y="641"/>
                  </a:lnTo>
                  <a:lnTo>
                    <a:pt x="708" y="640"/>
                  </a:lnTo>
                  <a:lnTo>
                    <a:pt x="711" y="639"/>
                  </a:lnTo>
                  <a:lnTo>
                    <a:pt x="714" y="638"/>
                  </a:lnTo>
                  <a:lnTo>
                    <a:pt x="717" y="639"/>
                  </a:lnTo>
                  <a:lnTo>
                    <a:pt x="720" y="641"/>
                  </a:lnTo>
                  <a:lnTo>
                    <a:pt x="723" y="643"/>
                  </a:lnTo>
                  <a:lnTo>
                    <a:pt x="725" y="643"/>
                  </a:lnTo>
                  <a:lnTo>
                    <a:pt x="728" y="641"/>
                  </a:lnTo>
                  <a:lnTo>
                    <a:pt x="730" y="641"/>
                  </a:lnTo>
                  <a:lnTo>
                    <a:pt x="733" y="641"/>
                  </a:lnTo>
                  <a:lnTo>
                    <a:pt x="734" y="644"/>
                  </a:lnTo>
                  <a:lnTo>
                    <a:pt x="735" y="646"/>
                  </a:lnTo>
                  <a:lnTo>
                    <a:pt x="737" y="646"/>
                  </a:lnTo>
                  <a:lnTo>
                    <a:pt x="740" y="646"/>
                  </a:lnTo>
                  <a:lnTo>
                    <a:pt x="743" y="647"/>
                  </a:lnTo>
                  <a:lnTo>
                    <a:pt x="746" y="648"/>
                  </a:lnTo>
                  <a:lnTo>
                    <a:pt x="746" y="650"/>
                  </a:lnTo>
                  <a:lnTo>
                    <a:pt x="746" y="653"/>
                  </a:lnTo>
                  <a:lnTo>
                    <a:pt x="746" y="655"/>
                  </a:lnTo>
                  <a:lnTo>
                    <a:pt x="746" y="657"/>
                  </a:lnTo>
                  <a:lnTo>
                    <a:pt x="745" y="660"/>
                  </a:lnTo>
                  <a:lnTo>
                    <a:pt x="743" y="662"/>
                  </a:lnTo>
                  <a:close/>
                </a:path>
              </a:pathLst>
            </a:custGeom>
            <a:solidFill>
              <a:srgbClr val="ECB78D">
                <a:alpha val="24000"/>
              </a:srgbClr>
            </a:solidFill>
            <a:ln>
              <a:noFill/>
            </a:ln>
          </p:spPr>
          <p:txBody>
            <a:bodyPr anchor="ctr"/>
            <a:lstStyle/>
            <a:p>
              <a:pPr algn="ctr">
                <a:buNone/>
              </a:pPr>
            </a:p>
          </p:txBody>
        </p:sp>
        <p:sp>
          <p:nvSpPr>
            <p:cNvPr id="769" name="addition:spatial:151"/>
            <p:cNvSpPr>
              <a:spLocks noGrp="1"/>
            </p:cNvSpPr>
            <p:nvPr/>
          </p:nvSpPr>
          <p:spPr>
            <a:xfrm>
              <a:off x="5648325" y="1666875"/>
              <a:ext cx="896295" cy="1192606"/>
            </a:xfrm>
            <a:custGeom>
              <a:avLst/>
              <a:gdLst/>
              <a:ahLst/>
              <a:cxnLst/>
              <a:rect l="l" t="t" r="r" b="b"/>
              <a:pathLst>
                <a:path w="676" h="705">
                  <a:moveTo>
                    <a:pt x="0" y="0"/>
                  </a:moveTo>
                  <a:moveTo>
                    <a:pt x="675" y="681"/>
                  </a:moveTo>
                  <a:lnTo>
                    <a:pt x="675" y="683"/>
                  </a:lnTo>
                  <a:lnTo>
                    <a:pt x="674" y="686"/>
                  </a:lnTo>
                  <a:lnTo>
                    <a:pt x="671" y="687"/>
                  </a:lnTo>
                  <a:lnTo>
                    <a:pt x="668" y="689"/>
                  </a:lnTo>
                  <a:lnTo>
                    <a:pt x="665" y="690"/>
                  </a:lnTo>
                  <a:lnTo>
                    <a:pt x="664" y="691"/>
                  </a:lnTo>
                  <a:lnTo>
                    <a:pt x="664" y="694"/>
                  </a:lnTo>
                  <a:lnTo>
                    <a:pt x="665" y="698"/>
                  </a:lnTo>
                  <a:lnTo>
                    <a:pt x="665" y="700"/>
                  </a:lnTo>
                  <a:lnTo>
                    <a:pt x="662" y="702"/>
                  </a:lnTo>
                  <a:lnTo>
                    <a:pt x="659" y="702"/>
                  </a:lnTo>
                  <a:lnTo>
                    <a:pt x="656" y="702"/>
                  </a:lnTo>
                  <a:lnTo>
                    <a:pt x="654" y="704"/>
                  </a:lnTo>
                  <a:lnTo>
                    <a:pt x="652" y="705"/>
                  </a:lnTo>
                  <a:lnTo>
                    <a:pt x="650" y="705"/>
                  </a:lnTo>
                  <a:lnTo>
                    <a:pt x="648" y="705"/>
                  </a:lnTo>
                  <a:lnTo>
                    <a:pt x="646" y="704"/>
                  </a:lnTo>
                  <a:lnTo>
                    <a:pt x="644" y="704"/>
                  </a:lnTo>
                  <a:lnTo>
                    <a:pt x="642" y="704"/>
                  </a:lnTo>
                  <a:lnTo>
                    <a:pt x="640" y="704"/>
                  </a:lnTo>
                  <a:lnTo>
                    <a:pt x="638" y="702"/>
                  </a:lnTo>
                  <a:lnTo>
                    <a:pt x="637" y="701"/>
                  </a:lnTo>
                  <a:lnTo>
                    <a:pt x="635" y="700"/>
                  </a:lnTo>
                  <a:lnTo>
                    <a:pt x="633" y="701"/>
                  </a:lnTo>
                  <a:lnTo>
                    <a:pt x="629" y="702"/>
                  </a:lnTo>
                  <a:lnTo>
                    <a:pt x="626" y="702"/>
                  </a:lnTo>
                  <a:lnTo>
                    <a:pt x="625" y="700"/>
                  </a:lnTo>
                  <a:lnTo>
                    <a:pt x="625" y="696"/>
                  </a:lnTo>
                  <a:lnTo>
                    <a:pt x="626" y="693"/>
                  </a:lnTo>
                  <a:lnTo>
                    <a:pt x="627" y="691"/>
                  </a:lnTo>
                  <a:lnTo>
                    <a:pt x="626" y="689"/>
                  </a:lnTo>
                  <a:lnTo>
                    <a:pt x="625" y="687"/>
                  </a:lnTo>
                  <a:lnTo>
                    <a:pt x="625" y="685"/>
                  </a:lnTo>
                  <a:lnTo>
                    <a:pt x="624" y="683"/>
                  </a:lnTo>
                  <a:lnTo>
                    <a:pt x="623" y="681"/>
                  </a:lnTo>
                  <a:lnTo>
                    <a:pt x="621" y="679"/>
                  </a:lnTo>
                  <a:lnTo>
                    <a:pt x="620" y="677"/>
                  </a:lnTo>
                  <a:lnTo>
                    <a:pt x="620" y="674"/>
                  </a:lnTo>
                  <a:lnTo>
                    <a:pt x="621" y="672"/>
                  </a:lnTo>
                  <a:lnTo>
                    <a:pt x="623" y="671"/>
                  </a:lnTo>
                  <a:lnTo>
                    <a:pt x="624" y="669"/>
                  </a:lnTo>
                  <a:lnTo>
                    <a:pt x="623" y="666"/>
                  </a:lnTo>
                  <a:lnTo>
                    <a:pt x="623" y="664"/>
                  </a:lnTo>
                  <a:lnTo>
                    <a:pt x="625" y="662"/>
                  </a:lnTo>
                  <a:lnTo>
                    <a:pt x="628" y="662"/>
                  </a:lnTo>
                  <a:lnTo>
                    <a:pt x="631" y="663"/>
                  </a:lnTo>
                  <a:lnTo>
                    <a:pt x="634" y="664"/>
                  </a:lnTo>
                  <a:lnTo>
                    <a:pt x="635" y="663"/>
                  </a:lnTo>
                  <a:lnTo>
                    <a:pt x="637" y="660"/>
                  </a:lnTo>
                  <a:lnTo>
                    <a:pt x="639" y="658"/>
                  </a:lnTo>
                  <a:lnTo>
                    <a:pt x="641" y="657"/>
                  </a:lnTo>
                  <a:lnTo>
                    <a:pt x="643" y="656"/>
                  </a:lnTo>
                  <a:lnTo>
                    <a:pt x="646" y="655"/>
                  </a:lnTo>
                  <a:lnTo>
                    <a:pt x="649" y="654"/>
                  </a:lnTo>
                  <a:lnTo>
                    <a:pt x="652" y="655"/>
                  </a:lnTo>
                  <a:lnTo>
                    <a:pt x="654" y="657"/>
                  </a:lnTo>
                  <a:lnTo>
                    <a:pt x="656" y="660"/>
                  </a:lnTo>
                  <a:lnTo>
                    <a:pt x="657" y="663"/>
                  </a:lnTo>
                  <a:lnTo>
                    <a:pt x="660" y="663"/>
                  </a:lnTo>
                  <a:lnTo>
                    <a:pt x="663" y="663"/>
                  </a:lnTo>
                  <a:lnTo>
                    <a:pt x="666" y="664"/>
                  </a:lnTo>
                  <a:lnTo>
                    <a:pt x="667" y="665"/>
                  </a:lnTo>
                  <a:lnTo>
                    <a:pt x="668" y="668"/>
                  </a:lnTo>
                  <a:lnTo>
                    <a:pt x="668" y="670"/>
                  </a:lnTo>
                  <a:lnTo>
                    <a:pt x="670" y="672"/>
                  </a:lnTo>
                  <a:lnTo>
                    <a:pt x="672" y="673"/>
                  </a:lnTo>
                  <a:lnTo>
                    <a:pt x="675" y="674"/>
                  </a:lnTo>
                  <a:lnTo>
                    <a:pt x="676" y="676"/>
                  </a:lnTo>
                  <a:lnTo>
                    <a:pt x="676" y="679"/>
                  </a:lnTo>
                  <a:close/>
                </a:path>
              </a:pathLst>
            </a:custGeom>
            <a:solidFill>
              <a:srgbClr val="ECB78D">
                <a:alpha val="24000"/>
              </a:srgbClr>
            </a:solidFill>
            <a:ln>
              <a:noFill/>
            </a:ln>
          </p:spPr>
          <p:txBody>
            <a:bodyPr anchor="ctr"/>
            <a:lstStyle/>
            <a:p>
              <a:pPr algn="ctr">
                <a:buNone/>
              </a:pPr>
            </a:p>
          </p:txBody>
        </p:sp>
        <p:sp>
          <p:nvSpPr>
            <p:cNvPr id="770" name="addition:spatial:152"/>
            <p:cNvSpPr>
              <a:spLocks noGrp="1"/>
            </p:cNvSpPr>
            <p:nvPr/>
          </p:nvSpPr>
          <p:spPr>
            <a:xfrm>
              <a:off x="5648325" y="1666875"/>
              <a:ext cx="800832" cy="1157082"/>
            </a:xfrm>
            <a:custGeom>
              <a:avLst/>
              <a:gdLst/>
              <a:ahLst/>
              <a:cxnLst/>
              <a:rect l="l" t="t" r="r" b="b"/>
              <a:pathLst>
                <a:path w="604" h="684">
                  <a:moveTo>
                    <a:pt x="0" y="0"/>
                  </a:moveTo>
                  <a:moveTo>
                    <a:pt x="600" y="655"/>
                  </a:moveTo>
                  <a:lnTo>
                    <a:pt x="603" y="658"/>
                  </a:lnTo>
                  <a:lnTo>
                    <a:pt x="603" y="660"/>
                  </a:lnTo>
                  <a:lnTo>
                    <a:pt x="604" y="663"/>
                  </a:lnTo>
                  <a:lnTo>
                    <a:pt x="604" y="665"/>
                  </a:lnTo>
                  <a:lnTo>
                    <a:pt x="604" y="668"/>
                  </a:lnTo>
                  <a:lnTo>
                    <a:pt x="602" y="670"/>
                  </a:lnTo>
                  <a:lnTo>
                    <a:pt x="599" y="671"/>
                  </a:lnTo>
                  <a:lnTo>
                    <a:pt x="596" y="671"/>
                  </a:lnTo>
                  <a:lnTo>
                    <a:pt x="594" y="672"/>
                  </a:lnTo>
                  <a:lnTo>
                    <a:pt x="593" y="674"/>
                  </a:lnTo>
                  <a:lnTo>
                    <a:pt x="592" y="677"/>
                  </a:lnTo>
                  <a:lnTo>
                    <a:pt x="590" y="678"/>
                  </a:lnTo>
                  <a:lnTo>
                    <a:pt x="587" y="678"/>
                  </a:lnTo>
                  <a:lnTo>
                    <a:pt x="584" y="677"/>
                  </a:lnTo>
                  <a:lnTo>
                    <a:pt x="582" y="677"/>
                  </a:lnTo>
                  <a:lnTo>
                    <a:pt x="579" y="679"/>
                  </a:lnTo>
                  <a:lnTo>
                    <a:pt x="577" y="682"/>
                  </a:lnTo>
                  <a:lnTo>
                    <a:pt x="574" y="684"/>
                  </a:lnTo>
                  <a:lnTo>
                    <a:pt x="570" y="684"/>
                  </a:lnTo>
                  <a:lnTo>
                    <a:pt x="567" y="683"/>
                  </a:lnTo>
                  <a:lnTo>
                    <a:pt x="564" y="681"/>
                  </a:lnTo>
                  <a:lnTo>
                    <a:pt x="562" y="680"/>
                  </a:lnTo>
                  <a:lnTo>
                    <a:pt x="559" y="678"/>
                  </a:lnTo>
                  <a:lnTo>
                    <a:pt x="558" y="675"/>
                  </a:lnTo>
                  <a:lnTo>
                    <a:pt x="557" y="672"/>
                  </a:lnTo>
                  <a:lnTo>
                    <a:pt x="556" y="671"/>
                  </a:lnTo>
                  <a:lnTo>
                    <a:pt x="553" y="670"/>
                  </a:lnTo>
                  <a:lnTo>
                    <a:pt x="548" y="670"/>
                  </a:lnTo>
                  <a:lnTo>
                    <a:pt x="545" y="670"/>
                  </a:lnTo>
                  <a:lnTo>
                    <a:pt x="543" y="668"/>
                  </a:lnTo>
                  <a:lnTo>
                    <a:pt x="543" y="665"/>
                  </a:lnTo>
                  <a:lnTo>
                    <a:pt x="544" y="662"/>
                  </a:lnTo>
                  <a:lnTo>
                    <a:pt x="544" y="660"/>
                  </a:lnTo>
                  <a:lnTo>
                    <a:pt x="543" y="658"/>
                  </a:lnTo>
                  <a:lnTo>
                    <a:pt x="542" y="655"/>
                  </a:lnTo>
                  <a:lnTo>
                    <a:pt x="543" y="653"/>
                  </a:lnTo>
                  <a:lnTo>
                    <a:pt x="545" y="651"/>
                  </a:lnTo>
                  <a:lnTo>
                    <a:pt x="547" y="649"/>
                  </a:lnTo>
                  <a:lnTo>
                    <a:pt x="549" y="647"/>
                  </a:lnTo>
                  <a:lnTo>
                    <a:pt x="550" y="645"/>
                  </a:lnTo>
                  <a:lnTo>
                    <a:pt x="552" y="643"/>
                  </a:lnTo>
                  <a:lnTo>
                    <a:pt x="554" y="642"/>
                  </a:lnTo>
                  <a:lnTo>
                    <a:pt x="556" y="640"/>
                  </a:lnTo>
                  <a:lnTo>
                    <a:pt x="557" y="638"/>
                  </a:lnTo>
                  <a:lnTo>
                    <a:pt x="557" y="634"/>
                  </a:lnTo>
                  <a:lnTo>
                    <a:pt x="558" y="631"/>
                  </a:lnTo>
                  <a:lnTo>
                    <a:pt x="560" y="629"/>
                  </a:lnTo>
                  <a:lnTo>
                    <a:pt x="563" y="629"/>
                  </a:lnTo>
                  <a:lnTo>
                    <a:pt x="567" y="631"/>
                  </a:lnTo>
                  <a:lnTo>
                    <a:pt x="570" y="633"/>
                  </a:lnTo>
                  <a:lnTo>
                    <a:pt x="572" y="633"/>
                  </a:lnTo>
                  <a:lnTo>
                    <a:pt x="574" y="632"/>
                  </a:lnTo>
                  <a:lnTo>
                    <a:pt x="576" y="631"/>
                  </a:lnTo>
                  <a:lnTo>
                    <a:pt x="578" y="631"/>
                  </a:lnTo>
                  <a:lnTo>
                    <a:pt x="580" y="632"/>
                  </a:lnTo>
                  <a:lnTo>
                    <a:pt x="582" y="632"/>
                  </a:lnTo>
                  <a:lnTo>
                    <a:pt x="585" y="632"/>
                  </a:lnTo>
                  <a:lnTo>
                    <a:pt x="587" y="632"/>
                  </a:lnTo>
                  <a:lnTo>
                    <a:pt x="589" y="633"/>
                  </a:lnTo>
                  <a:lnTo>
                    <a:pt x="591" y="635"/>
                  </a:lnTo>
                  <a:lnTo>
                    <a:pt x="592" y="637"/>
                  </a:lnTo>
                  <a:lnTo>
                    <a:pt x="594" y="638"/>
                  </a:lnTo>
                  <a:lnTo>
                    <a:pt x="597" y="639"/>
                  </a:lnTo>
                  <a:lnTo>
                    <a:pt x="600" y="641"/>
                  </a:lnTo>
                  <a:lnTo>
                    <a:pt x="599" y="644"/>
                  </a:lnTo>
                  <a:lnTo>
                    <a:pt x="597" y="647"/>
                  </a:lnTo>
                  <a:lnTo>
                    <a:pt x="595" y="650"/>
                  </a:lnTo>
                  <a:lnTo>
                    <a:pt x="595" y="652"/>
                  </a:lnTo>
                  <a:lnTo>
                    <a:pt x="597" y="653"/>
                  </a:lnTo>
                  <a:close/>
                </a:path>
              </a:pathLst>
            </a:custGeom>
            <a:solidFill>
              <a:srgbClr val="ECB78D">
                <a:alpha val="24000"/>
              </a:srgbClr>
            </a:solidFill>
            <a:ln>
              <a:noFill/>
            </a:ln>
          </p:spPr>
          <p:txBody>
            <a:bodyPr anchor="ctr"/>
            <a:lstStyle/>
            <a:p>
              <a:pPr algn="ctr">
                <a:buNone/>
              </a:pPr>
            </a:p>
          </p:txBody>
        </p:sp>
        <p:sp>
          <p:nvSpPr>
            <p:cNvPr id="771" name="addition:spatial:153"/>
            <p:cNvSpPr>
              <a:spLocks noGrp="1"/>
            </p:cNvSpPr>
            <p:nvPr/>
          </p:nvSpPr>
          <p:spPr>
            <a:xfrm>
              <a:off x="5648325" y="1666875"/>
              <a:ext cx="787573" cy="1048817"/>
            </a:xfrm>
            <a:custGeom>
              <a:avLst/>
              <a:gdLst/>
              <a:ahLst/>
              <a:cxnLst/>
              <a:rect l="l" t="t" r="r" b="b"/>
              <a:pathLst>
                <a:path w="594" h="620">
                  <a:moveTo>
                    <a:pt x="0" y="0"/>
                  </a:moveTo>
                  <a:moveTo>
                    <a:pt x="590" y="593"/>
                  </a:moveTo>
                  <a:lnTo>
                    <a:pt x="591" y="596"/>
                  </a:lnTo>
                  <a:lnTo>
                    <a:pt x="592" y="598"/>
                  </a:lnTo>
                  <a:lnTo>
                    <a:pt x="591" y="600"/>
                  </a:lnTo>
                  <a:lnTo>
                    <a:pt x="592" y="602"/>
                  </a:lnTo>
                  <a:lnTo>
                    <a:pt x="593" y="605"/>
                  </a:lnTo>
                  <a:lnTo>
                    <a:pt x="594" y="608"/>
                  </a:lnTo>
                  <a:lnTo>
                    <a:pt x="592" y="610"/>
                  </a:lnTo>
                  <a:lnTo>
                    <a:pt x="589" y="611"/>
                  </a:lnTo>
                  <a:lnTo>
                    <a:pt x="584" y="610"/>
                  </a:lnTo>
                  <a:lnTo>
                    <a:pt x="581" y="610"/>
                  </a:lnTo>
                  <a:lnTo>
                    <a:pt x="579" y="610"/>
                  </a:lnTo>
                  <a:lnTo>
                    <a:pt x="578" y="613"/>
                  </a:lnTo>
                  <a:lnTo>
                    <a:pt x="576" y="615"/>
                  </a:lnTo>
                  <a:lnTo>
                    <a:pt x="574" y="617"/>
                  </a:lnTo>
                  <a:lnTo>
                    <a:pt x="572" y="618"/>
                  </a:lnTo>
                  <a:lnTo>
                    <a:pt x="569" y="619"/>
                  </a:lnTo>
                  <a:lnTo>
                    <a:pt x="566" y="620"/>
                  </a:lnTo>
                  <a:lnTo>
                    <a:pt x="562" y="620"/>
                  </a:lnTo>
                  <a:lnTo>
                    <a:pt x="559" y="620"/>
                  </a:lnTo>
                  <a:lnTo>
                    <a:pt x="556" y="618"/>
                  </a:lnTo>
                  <a:lnTo>
                    <a:pt x="554" y="616"/>
                  </a:lnTo>
                  <a:lnTo>
                    <a:pt x="551" y="615"/>
                  </a:lnTo>
                  <a:lnTo>
                    <a:pt x="547" y="615"/>
                  </a:lnTo>
                  <a:lnTo>
                    <a:pt x="544" y="615"/>
                  </a:lnTo>
                  <a:lnTo>
                    <a:pt x="542" y="613"/>
                  </a:lnTo>
                  <a:lnTo>
                    <a:pt x="542" y="610"/>
                  </a:lnTo>
                  <a:lnTo>
                    <a:pt x="541" y="607"/>
                  </a:lnTo>
                  <a:lnTo>
                    <a:pt x="540" y="606"/>
                  </a:lnTo>
                  <a:lnTo>
                    <a:pt x="536" y="605"/>
                  </a:lnTo>
                  <a:lnTo>
                    <a:pt x="532" y="605"/>
                  </a:lnTo>
                  <a:lnTo>
                    <a:pt x="529" y="603"/>
                  </a:lnTo>
                  <a:lnTo>
                    <a:pt x="528" y="601"/>
                  </a:lnTo>
                  <a:lnTo>
                    <a:pt x="528" y="598"/>
                  </a:lnTo>
                  <a:lnTo>
                    <a:pt x="529" y="596"/>
                  </a:lnTo>
                  <a:lnTo>
                    <a:pt x="530" y="593"/>
                  </a:lnTo>
                  <a:lnTo>
                    <a:pt x="531" y="591"/>
                  </a:lnTo>
                  <a:lnTo>
                    <a:pt x="534" y="589"/>
                  </a:lnTo>
                  <a:lnTo>
                    <a:pt x="538" y="588"/>
                  </a:lnTo>
                  <a:lnTo>
                    <a:pt x="539" y="586"/>
                  </a:lnTo>
                  <a:lnTo>
                    <a:pt x="539" y="584"/>
                  </a:lnTo>
                  <a:lnTo>
                    <a:pt x="538" y="581"/>
                  </a:lnTo>
                  <a:lnTo>
                    <a:pt x="538" y="578"/>
                  </a:lnTo>
                  <a:lnTo>
                    <a:pt x="541" y="576"/>
                  </a:lnTo>
                  <a:lnTo>
                    <a:pt x="544" y="576"/>
                  </a:lnTo>
                  <a:lnTo>
                    <a:pt x="547" y="575"/>
                  </a:lnTo>
                  <a:lnTo>
                    <a:pt x="549" y="573"/>
                  </a:lnTo>
                  <a:lnTo>
                    <a:pt x="550" y="570"/>
                  </a:lnTo>
                  <a:lnTo>
                    <a:pt x="552" y="568"/>
                  </a:lnTo>
                  <a:lnTo>
                    <a:pt x="555" y="568"/>
                  </a:lnTo>
                  <a:lnTo>
                    <a:pt x="558" y="568"/>
                  </a:lnTo>
                  <a:lnTo>
                    <a:pt x="561" y="570"/>
                  </a:lnTo>
                  <a:lnTo>
                    <a:pt x="563" y="570"/>
                  </a:lnTo>
                  <a:lnTo>
                    <a:pt x="565" y="571"/>
                  </a:lnTo>
                  <a:lnTo>
                    <a:pt x="567" y="571"/>
                  </a:lnTo>
                  <a:lnTo>
                    <a:pt x="569" y="573"/>
                  </a:lnTo>
                  <a:lnTo>
                    <a:pt x="571" y="573"/>
                  </a:lnTo>
                  <a:lnTo>
                    <a:pt x="573" y="572"/>
                  </a:lnTo>
                  <a:lnTo>
                    <a:pt x="577" y="570"/>
                  </a:lnTo>
                  <a:lnTo>
                    <a:pt x="581" y="569"/>
                  </a:lnTo>
                  <a:lnTo>
                    <a:pt x="583" y="571"/>
                  </a:lnTo>
                  <a:lnTo>
                    <a:pt x="584" y="574"/>
                  </a:lnTo>
                  <a:lnTo>
                    <a:pt x="583" y="577"/>
                  </a:lnTo>
                  <a:lnTo>
                    <a:pt x="583" y="580"/>
                  </a:lnTo>
                  <a:lnTo>
                    <a:pt x="585" y="581"/>
                  </a:lnTo>
                  <a:lnTo>
                    <a:pt x="587" y="583"/>
                  </a:lnTo>
                  <a:lnTo>
                    <a:pt x="588" y="585"/>
                  </a:lnTo>
                  <a:lnTo>
                    <a:pt x="588" y="587"/>
                  </a:lnTo>
                  <a:lnTo>
                    <a:pt x="588" y="589"/>
                  </a:lnTo>
                  <a:lnTo>
                    <a:pt x="589" y="591"/>
                  </a:lnTo>
                  <a:close/>
                </a:path>
              </a:pathLst>
            </a:custGeom>
            <a:solidFill>
              <a:srgbClr val="ECB78D">
                <a:alpha val="24000"/>
              </a:srgbClr>
            </a:solidFill>
            <a:ln>
              <a:noFill/>
            </a:ln>
          </p:spPr>
          <p:txBody>
            <a:bodyPr anchor="ctr"/>
            <a:lstStyle/>
            <a:p>
              <a:pPr algn="ctr">
                <a:buNone/>
              </a:pPr>
            </a:p>
          </p:txBody>
        </p:sp>
        <p:sp>
          <p:nvSpPr>
            <p:cNvPr id="772" name="addition:spatial:154"/>
            <p:cNvSpPr>
              <a:spLocks noGrp="1"/>
            </p:cNvSpPr>
            <p:nvPr/>
          </p:nvSpPr>
          <p:spPr>
            <a:xfrm>
              <a:off x="5648325" y="1666875"/>
              <a:ext cx="823371" cy="954085"/>
            </a:xfrm>
            <a:custGeom>
              <a:avLst/>
              <a:gdLst/>
              <a:ahLst/>
              <a:cxnLst/>
              <a:rect l="l" t="t" r="r" b="b"/>
              <a:pathLst>
                <a:path w="621" h="564">
                  <a:moveTo>
                    <a:pt x="0" y="0"/>
                  </a:moveTo>
                  <a:moveTo>
                    <a:pt x="618" y="537"/>
                  </a:moveTo>
                  <a:lnTo>
                    <a:pt x="618" y="539"/>
                  </a:lnTo>
                  <a:lnTo>
                    <a:pt x="617" y="542"/>
                  </a:lnTo>
                  <a:lnTo>
                    <a:pt x="615" y="544"/>
                  </a:lnTo>
                  <a:lnTo>
                    <a:pt x="614" y="545"/>
                  </a:lnTo>
                  <a:lnTo>
                    <a:pt x="612" y="547"/>
                  </a:lnTo>
                  <a:lnTo>
                    <a:pt x="612" y="549"/>
                  </a:lnTo>
                  <a:lnTo>
                    <a:pt x="610" y="551"/>
                  </a:lnTo>
                  <a:lnTo>
                    <a:pt x="608" y="553"/>
                  </a:lnTo>
                  <a:lnTo>
                    <a:pt x="607" y="554"/>
                  </a:lnTo>
                  <a:lnTo>
                    <a:pt x="605" y="556"/>
                  </a:lnTo>
                  <a:lnTo>
                    <a:pt x="605" y="559"/>
                  </a:lnTo>
                  <a:lnTo>
                    <a:pt x="604" y="563"/>
                  </a:lnTo>
                  <a:lnTo>
                    <a:pt x="602" y="564"/>
                  </a:lnTo>
                  <a:lnTo>
                    <a:pt x="599" y="563"/>
                  </a:lnTo>
                  <a:lnTo>
                    <a:pt x="596" y="560"/>
                  </a:lnTo>
                  <a:lnTo>
                    <a:pt x="593" y="559"/>
                  </a:lnTo>
                  <a:lnTo>
                    <a:pt x="592" y="558"/>
                  </a:lnTo>
                  <a:lnTo>
                    <a:pt x="590" y="559"/>
                  </a:lnTo>
                  <a:lnTo>
                    <a:pt x="588" y="560"/>
                  </a:lnTo>
                  <a:lnTo>
                    <a:pt x="586" y="560"/>
                  </a:lnTo>
                  <a:lnTo>
                    <a:pt x="584" y="560"/>
                  </a:lnTo>
                  <a:lnTo>
                    <a:pt x="582" y="560"/>
                  </a:lnTo>
                  <a:lnTo>
                    <a:pt x="580" y="560"/>
                  </a:lnTo>
                  <a:lnTo>
                    <a:pt x="578" y="560"/>
                  </a:lnTo>
                  <a:lnTo>
                    <a:pt x="576" y="558"/>
                  </a:lnTo>
                  <a:lnTo>
                    <a:pt x="575" y="555"/>
                  </a:lnTo>
                  <a:lnTo>
                    <a:pt x="575" y="553"/>
                  </a:lnTo>
                  <a:lnTo>
                    <a:pt x="573" y="552"/>
                  </a:lnTo>
                  <a:lnTo>
                    <a:pt x="571" y="550"/>
                  </a:lnTo>
                  <a:lnTo>
                    <a:pt x="569" y="549"/>
                  </a:lnTo>
                  <a:lnTo>
                    <a:pt x="569" y="546"/>
                  </a:lnTo>
                  <a:lnTo>
                    <a:pt x="571" y="543"/>
                  </a:lnTo>
                  <a:lnTo>
                    <a:pt x="572" y="541"/>
                  </a:lnTo>
                  <a:lnTo>
                    <a:pt x="572" y="539"/>
                  </a:lnTo>
                  <a:lnTo>
                    <a:pt x="570" y="537"/>
                  </a:lnTo>
                  <a:lnTo>
                    <a:pt x="567" y="535"/>
                  </a:lnTo>
                  <a:lnTo>
                    <a:pt x="565" y="533"/>
                  </a:lnTo>
                  <a:lnTo>
                    <a:pt x="565" y="530"/>
                  </a:lnTo>
                  <a:lnTo>
                    <a:pt x="565" y="528"/>
                  </a:lnTo>
                  <a:lnTo>
                    <a:pt x="566" y="525"/>
                  </a:lnTo>
                  <a:lnTo>
                    <a:pt x="566" y="523"/>
                  </a:lnTo>
                  <a:lnTo>
                    <a:pt x="569" y="522"/>
                  </a:lnTo>
                  <a:lnTo>
                    <a:pt x="572" y="522"/>
                  </a:lnTo>
                  <a:lnTo>
                    <a:pt x="574" y="522"/>
                  </a:lnTo>
                  <a:lnTo>
                    <a:pt x="576" y="521"/>
                  </a:lnTo>
                  <a:lnTo>
                    <a:pt x="577" y="519"/>
                  </a:lnTo>
                  <a:lnTo>
                    <a:pt x="578" y="516"/>
                  </a:lnTo>
                  <a:lnTo>
                    <a:pt x="579" y="514"/>
                  </a:lnTo>
                  <a:lnTo>
                    <a:pt x="582" y="514"/>
                  </a:lnTo>
                  <a:lnTo>
                    <a:pt x="585" y="515"/>
                  </a:lnTo>
                  <a:lnTo>
                    <a:pt x="587" y="515"/>
                  </a:lnTo>
                  <a:lnTo>
                    <a:pt x="589" y="513"/>
                  </a:lnTo>
                  <a:lnTo>
                    <a:pt x="592" y="511"/>
                  </a:lnTo>
                  <a:lnTo>
                    <a:pt x="595" y="510"/>
                  </a:lnTo>
                  <a:lnTo>
                    <a:pt x="598" y="511"/>
                  </a:lnTo>
                  <a:lnTo>
                    <a:pt x="600" y="512"/>
                  </a:lnTo>
                  <a:lnTo>
                    <a:pt x="603" y="514"/>
                  </a:lnTo>
                  <a:lnTo>
                    <a:pt x="605" y="516"/>
                  </a:lnTo>
                  <a:lnTo>
                    <a:pt x="606" y="518"/>
                  </a:lnTo>
                  <a:lnTo>
                    <a:pt x="608" y="520"/>
                  </a:lnTo>
                  <a:lnTo>
                    <a:pt x="608" y="522"/>
                  </a:lnTo>
                  <a:lnTo>
                    <a:pt x="610" y="524"/>
                  </a:lnTo>
                  <a:lnTo>
                    <a:pt x="612" y="524"/>
                  </a:lnTo>
                  <a:lnTo>
                    <a:pt x="616" y="524"/>
                  </a:lnTo>
                  <a:lnTo>
                    <a:pt x="620" y="525"/>
                  </a:lnTo>
                  <a:lnTo>
                    <a:pt x="621" y="527"/>
                  </a:lnTo>
                  <a:lnTo>
                    <a:pt x="620" y="530"/>
                  </a:lnTo>
                  <a:lnTo>
                    <a:pt x="619" y="533"/>
                  </a:lnTo>
                  <a:lnTo>
                    <a:pt x="618" y="535"/>
                  </a:lnTo>
                  <a:close/>
                </a:path>
              </a:pathLst>
            </a:custGeom>
            <a:solidFill>
              <a:srgbClr val="ECB78D">
                <a:alpha val="24000"/>
              </a:srgbClr>
            </a:solidFill>
            <a:ln>
              <a:noFill/>
            </a:ln>
          </p:spPr>
          <p:txBody>
            <a:bodyPr anchor="ctr"/>
            <a:lstStyle/>
            <a:p>
              <a:pPr algn="ctr">
                <a:buNone/>
              </a:pPr>
            </a:p>
          </p:txBody>
        </p:sp>
        <p:sp>
          <p:nvSpPr>
            <p:cNvPr id="773" name="addition:spatial:155"/>
            <p:cNvSpPr>
              <a:spLocks noGrp="1"/>
            </p:cNvSpPr>
            <p:nvPr/>
          </p:nvSpPr>
          <p:spPr>
            <a:xfrm>
              <a:off x="5648325" y="1666875"/>
              <a:ext cx="920161" cy="915177"/>
            </a:xfrm>
            <a:custGeom>
              <a:avLst/>
              <a:gdLst/>
              <a:ahLst/>
              <a:cxnLst/>
              <a:rect l="l" t="t" r="r" b="b"/>
              <a:pathLst>
                <a:path w="694" h="541">
                  <a:moveTo>
                    <a:pt x="0" y="0"/>
                  </a:moveTo>
                  <a:moveTo>
                    <a:pt x="691" y="515"/>
                  </a:moveTo>
                  <a:lnTo>
                    <a:pt x="691" y="517"/>
                  </a:lnTo>
                  <a:lnTo>
                    <a:pt x="691" y="519"/>
                  </a:lnTo>
                  <a:lnTo>
                    <a:pt x="690" y="521"/>
                  </a:lnTo>
                  <a:lnTo>
                    <a:pt x="688" y="523"/>
                  </a:lnTo>
                  <a:lnTo>
                    <a:pt x="686" y="524"/>
                  </a:lnTo>
                  <a:lnTo>
                    <a:pt x="685" y="526"/>
                  </a:lnTo>
                  <a:lnTo>
                    <a:pt x="684" y="528"/>
                  </a:lnTo>
                  <a:lnTo>
                    <a:pt x="683" y="530"/>
                  </a:lnTo>
                  <a:lnTo>
                    <a:pt x="681" y="531"/>
                  </a:lnTo>
                  <a:lnTo>
                    <a:pt x="679" y="532"/>
                  </a:lnTo>
                  <a:lnTo>
                    <a:pt x="677" y="534"/>
                  </a:lnTo>
                  <a:lnTo>
                    <a:pt x="677" y="537"/>
                  </a:lnTo>
                  <a:lnTo>
                    <a:pt x="675" y="540"/>
                  </a:lnTo>
                  <a:lnTo>
                    <a:pt x="673" y="541"/>
                  </a:lnTo>
                  <a:lnTo>
                    <a:pt x="670" y="540"/>
                  </a:lnTo>
                  <a:lnTo>
                    <a:pt x="668" y="538"/>
                  </a:lnTo>
                  <a:lnTo>
                    <a:pt x="666" y="536"/>
                  </a:lnTo>
                  <a:lnTo>
                    <a:pt x="664" y="535"/>
                  </a:lnTo>
                  <a:lnTo>
                    <a:pt x="662" y="536"/>
                  </a:lnTo>
                  <a:lnTo>
                    <a:pt x="661" y="536"/>
                  </a:lnTo>
                  <a:lnTo>
                    <a:pt x="659" y="536"/>
                  </a:lnTo>
                  <a:lnTo>
                    <a:pt x="657" y="535"/>
                  </a:lnTo>
                  <a:lnTo>
                    <a:pt x="656" y="535"/>
                  </a:lnTo>
                  <a:lnTo>
                    <a:pt x="653" y="535"/>
                  </a:lnTo>
                  <a:lnTo>
                    <a:pt x="651" y="535"/>
                  </a:lnTo>
                  <a:lnTo>
                    <a:pt x="650" y="533"/>
                  </a:lnTo>
                  <a:lnTo>
                    <a:pt x="650" y="530"/>
                  </a:lnTo>
                  <a:lnTo>
                    <a:pt x="650" y="528"/>
                  </a:lnTo>
                  <a:lnTo>
                    <a:pt x="648" y="527"/>
                  </a:lnTo>
                  <a:lnTo>
                    <a:pt x="646" y="526"/>
                  </a:lnTo>
                  <a:lnTo>
                    <a:pt x="645" y="524"/>
                  </a:lnTo>
                  <a:lnTo>
                    <a:pt x="646" y="522"/>
                  </a:lnTo>
                  <a:lnTo>
                    <a:pt x="648" y="519"/>
                  </a:lnTo>
                  <a:lnTo>
                    <a:pt x="649" y="517"/>
                  </a:lnTo>
                  <a:lnTo>
                    <a:pt x="649" y="515"/>
                  </a:lnTo>
                  <a:lnTo>
                    <a:pt x="648" y="513"/>
                  </a:lnTo>
                  <a:lnTo>
                    <a:pt x="646" y="511"/>
                  </a:lnTo>
                  <a:lnTo>
                    <a:pt x="645" y="509"/>
                  </a:lnTo>
                  <a:lnTo>
                    <a:pt x="645" y="507"/>
                  </a:lnTo>
                  <a:lnTo>
                    <a:pt x="645" y="504"/>
                  </a:lnTo>
                  <a:lnTo>
                    <a:pt x="645" y="502"/>
                  </a:lnTo>
                  <a:lnTo>
                    <a:pt x="646" y="500"/>
                  </a:lnTo>
                  <a:lnTo>
                    <a:pt x="648" y="499"/>
                  </a:lnTo>
                  <a:lnTo>
                    <a:pt x="650" y="499"/>
                  </a:lnTo>
                  <a:lnTo>
                    <a:pt x="653" y="499"/>
                  </a:lnTo>
                  <a:lnTo>
                    <a:pt x="654" y="499"/>
                  </a:lnTo>
                  <a:lnTo>
                    <a:pt x="655" y="497"/>
                  </a:lnTo>
                  <a:lnTo>
                    <a:pt x="656" y="494"/>
                  </a:lnTo>
                  <a:lnTo>
                    <a:pt x="658" y="493"/>
                  </a:lnTo>
                  <a:lnTo>
                    <a:pt x="660" y="493"/>
                  </a:lnTo>
                  <a:lnTo>
                    <a:pt x="662" y="494"/>
                  </a:lnTo>
                  <a:lnTo>
                    <a:pt x="664" y="494"/>
                  </a:lnTo>
                  <a:lnTo>
                    <a:pt x="666" y="493"/>
                  </a:lnTo>
                  <a:lnTo>
                    <a:pt x="668" y="491"/>
                  </a:lnTo>
                  <a:lnTo>
                    <a:pt x="671" y="491"/>
                  </a:lnTo>
                  <a:lnTo>
                    <a:pt x="673" y="491"/>
                  </a:lnTo>
                  <a:lnTo>
                    <a:pt x="676" y="493"/>
                  </a:lnTo>
                  <a:lnTo>
                    <a:pt x="678" y="494"/>
                  </a:lnTo>
                  <a:lnTo>
                    <a:pt x="679" y="496"/>
                  </a:lnTo>
                  <a:lnTo>
                    <a:pt x="681" y="498"/>
                  </a:lnTo>
                  <a:lnTo>
                    <a:pt x="682" y="500"/>
                  </a:lnTo>
                  <a:lnTo>
                    <a:pt x="682" y="503"/>
                  </a:lnTo>
                  <a:lnTo>
                    <a:pt x="683" y="504"/>
                  </a:lnTo>
                  <a:lnTo>
                    <a:pt x="685" y="505"/>
                  </a:lnTo>
                  <a:lnTo>
                    <a:pt x="689" y="505"/>
                  </a:lnTo>
                  <a:lnTo>
                    <a:pt x="692" y="506"/>
                  </a:lnTo>
                  <a:lnTo>
                    <a:pt x="694" y="508"/>
                  </a:lnTo>
                  <a:lnTo>
                    <a:pt x="693" y="511"/>
                  </a:lnTo>
                  <a:lnTo>
                    <a:pt x="692" y="513"/>
                  </a:lnTo>
                  <a:close/>
                </a:path>
              </a:pathLst>
            </a:custGeom>
            <a:solidFill>
              <a:srgbClr val="ECB78D">
                <a:alpha val="24000"/>
              </a:srgbClr>
            </a:solidFill>
            <a:ln>
              <a:noFill/>
            </a:ln>
          </p:spPr>
          <p:txBody>
            <a:bodyPr anchor="ctr"/>
            <a:lstStyle/>
            <a:p>
              <a:pPr algn="ctr">
                <a:buNone/>
              </a:pPr>
            </a:p>
          </p:txBody>
        </p:sp>
        <p:sp>
          <p:nvSpPr>
            <p:cNvPr id="774" name="addition:spatial:156"/>
            <p:cNvSpPr>
              <a:spLocks noGrp="1"/>
            </p:cNvSpPr>
            <p:nvPr/>
          </p:nvSpPr>
          <p:spPr>
            <a:xfrm>
              <a:off x="5648325" y="1666875"/>
              <a:ext cx="1012972" cy="971001"/>
            </a:xfrm>
            <a:custGeom>
              <a:avLst/>
              <a:gdLst/>
              <a:ahLst/>
              <a:cxnLst/>
              <a:rect l="l" t="t" r="r" b="b"/>
              <a:pathLst>
                <a:path w="764" h="574">
                  <a:moveTo>
                    <a:pt x="0" y="0"/>
                  </a:moveTo>
                  <a:moveTo>
                    <a:pt x="764" y="546"/>
                  </a:moveTo>
                  <a:lnTo>
                    <a:pt x="764" y="548"/>
                  </a:lnTo>
                  <a:lnTo>
                    <a:pt x="763" y="550"/>
                  </a:lnTo>
                  <a:lnTo>
                    <a:pt x="763" y="552"/>
                  </a:lnTo>
                  <a:lnTo>
                    <a:pt x="763" y="555"/>
                  </a:lnTo>
                  <a:lnTo>
                    <a:pt x="762" y="557"/>
                  </a:lnTo>
                  <a:lnTo>
                    <a:pt x="760" y="558"/>
                  </a:lnTo>
                  <a:lnTo>
                    <a:pt x="759" y="559"/>
                  </a:lnTo>
                  <a:lnTo>
                    <a:pt x="757" y="561"/>
                  </a:lnTo>
                  <a:lnTo>
                    <a:pt x="756" y="563"/>
                  </a:lnTo>
                  <a:lnTo>
                    <a:pt x="755" y="564"/>
                  </a:lnTo>
                  <a:lnTo>
                    <a:pt x="752" y="565"/>
                  </a:lnTo>
                  <a:lnTo>
                    <a:pt x="750" y="564"/>
                  </a:lnTo>
                  <a:lnTo>
                    <a:pt x="748" y="564"/>
                  </a:lnTo>
                  <a:lnTo>
                    <a:pt x="746" y="566"/>
                  </a:lnTo>
                  <a:lnTo>
                    <a:pt x="745" y="570"/>
                  </a:lnTo>
                  <a:lnTo>
                    <a:pt x="743" y="573"/>
                  </a:lnTo>
                  <a:lnTo>
                    <a:pt x="740" y="574"/>
                  </a:lnTo>
                  <a:lnTo>
                    <a:pt x="737" y="572"/>
                  </a:lnTo>
                  <a:lnTo>
                    <a:pt x="735" y="570"/>
                  </a:lnTo>
                  <a:lnTo>
                    <a:pt x="733" y="568"/>
                  </a:lnTo>
                  <a:lnTo>
                    <a:pt x="731" y="567"/>
                  </a:lnTo>
                  <a:lnTo>
                    <a:pt x="729" y="566"/>
                  </a:lnTo>
                  <a:lnTo>
                    <a:pt x="728" y="565"/>
                  </a:lnTo>
                  <a:lnTo>
                    <a:pt x="726" y="563"/>
                  </a:lnTo>
                  <a:lnTo>
                    <a:pt x="724" y="562"/>
                  </a:lnTo>
                  <a:lnTo>
                    <a:pt x="722" y="562"/>
                  </a:lnTo>
                  <a:lnTo>
                    <a:pt x="719" y="562"/>
                  </a:lnTo>
                  <a:lnTo>
                    <a:pt x="718" y="561"/>
                  </a:lnTo>
                  <a:lnTo>
                    <a:pt x="717" y="558"/>
                  </a:lnTo>
                  <a:lnTo>
                    <a:pt x="718" y="556"/>
                  </a:lnTo>
                  <a:lnTo>
                    <a:pt x="717" y="554"/>
                  </a:lnTo>
                  <a:lnTo>
                    <a:pt x="716" y="552"/>
                  </a:lnTo>
                  <a:lnTo>
                    <a:pt x="714" y="551"/>
                  </a:lnTo>
                  <a:lnTo>
                    <a:pt x="714" y="548"/>
                  </a:lnTo>
                  <a:lnTo>
                    <a:pt x="715" y="546"/>
                  </a:lnTo>
                  <a:lnTo>
                    <a:pt x="718" y="544"/>
                  </a:lnTo>
                  <a:lnTo>
                    <a:pt x="720" y="542"/>
                  </a:lnTo>
                  <a:lnTo>
                    <a:pt x="721" y="541"/>
                  </a:lnTo>
                  <a:lnTo>
                    <a:pt x="722" y="539"/>
                  </a:lnTo>
                  <a:lnTo>
                    <a:pt x="722" y="537"/>
                  </a:lnTo>
                  <a:lnTo>
                    <a:pt x="722" y="535"/>
                  </a:lnTo>
                  <a:lnTo>
                    <a:pt x="723" y="532"/>
                  </a:lnTo>
                  <a:lnTo>
                    <a:pt x="723" y="530"/>
                  </a:lnTo>
                  <a:lnTo>
                    <a:pt x="723" y="527"/>
                  </a:lnTo>
                  <a:lnTo>
                    <a:pt x="724" y="525"/>
                  </a:lnTo>
                  <a:lnTo>
                    <a:pt x="727" y="524"/>
                  </a:lnTo>
                  <a:lnTo>
                    <a:pt x="730" y="525"/>
                  </a:lnTo>
                  <a:lnTo>
                    <a:pt x="732" y="526"/>
                  </a:lnTo>
                  <a:lnTo>
                    <a:pt x="734" y="526"/>
                  </a:lnTo>
                  <a:lnTo>
                    <a:pt x="735" y="524"/>
                  </a:lnTo>
                  <a:lnTo>
                    <a:pt x="736" y="523"/>
                  </a:lnTo>
                  <a:lnTo>
                    <a:pt x="738" y="522"/>
                  </a:lnTo>
                  <a:lnTo>
                    <a:pt x="740" y="523"/>
                  </a:lnTo>
                  <a:lnTo>
                    <a:pt x="741" y="525"/>
                  </a:lnTo>
                  <a:lnTo>
                    <a:pt x="743" y="525"/>
                  </a:lnTo>
                  <a:lnTo>
                    <a:pt x="745" y="524"/>
                  </a:lnTo>
                  <a:lnTo>
                    <a:pt x="747" y="524"/>
                  </a:lnTo>
                  <a:lnTo>
                    <a:pt x="749" y="524"/>
                  </a:lnTo>
                  <a:lnTo>
                    <a:pt x="751" y="525"/>
                  </a:lnTo>
                  <a:lnTo>
                    <a:pt x="752" y="526"/>
                  </a:lnTo>
                  <a:lnTo>
                    <a:pt x="754" y="527"/>
                  </a:lnTo>
                  <a:lnTo>
                    <a:pt x="756" y="529"/>
                  </a:lnTo>
                  <a:lnTo>
                    <a:pt x="757" y="531"/>
                  </a:lnTo>
                  <a:lnTo>
                    <a:pt x="756" y="535"/>
                  </a:lnTo>
                  <a:lnTo>
                    <a:pt x="755" y="537"/>
                  </a:lnTo>
                  <a:lnTo>
                    <a:pt x="755" y="539"/>
                  </a:lnTo>
                  <a:lnTo>
                    <a:pt x="757" y="541"/>
                  </a:lnTo>
                  <a:lnTo>
                    <a:pt x="760" y="542"/>
                  </a:lnTo>
                  <a:lnTo>
                    <a:pt x="763" y="544"/>
                  </a:lnTo>
                  <a:close/>
                </a:path>
              </a:pathLst>
            </a:custGeom>
            <a:solidFill>
              <a:srgbClr val="ECB78D">
                <a:alpha val="24000"/>
              </a:srgbClr>
            </a:solidFill>
            <a:ln>
              <a:noFill/>
            </a:ln>
          </p:spPr>
          <p:txBody>
            <a:bodyPr anchor="ctr"/>
            <a:lstStyle/>
            <a:p>
              <a:pPr algn="ctr">
                <a:buNone/>
              </a:pPr>
            </a:p>
          </p:txBody>
        </p:sp>
        <p:sp>
          <p:nvSpPr>
            <p:cNvPr id="775" name="addition:spatial:157"/>
            <p:cNvSpPr>
              <a:spLocks noGrp="1"/>
            </p:cNvSpPr>
            <p:nvPr/>
          </p:nvSpPr>
          <p:spPr>
            <a:xfrm>
              <a:off x="5648325" y="1666875"/>
              <a:ext cx="1341791" cy="752780"/>
            </a:xfrm>
            <a:custGeom>
              <a:avLst/>
              <a:gdLst/>
              <a:ahLst/>
              <a:cxnLst/>
              <a:rect l="l" t="t" r="r" b="b"/>
              <a:pathLst>
                <a:path w="1012" h="445">
                  <a:moveTo>
                    <a:pt x="0" y="0"/>
                  </a:moveTo>
                  <a:moveTo>
                    <a:pt x="1007" y="309"/>
                  </a:moveTo>
                  <a:lnTo>
                    <a:pt x="1001" y="322"/>
                  </a:lnTo>
                  <a:lnTo>
                    <a:pt x="987" y="333"/>
                  </a:lnTo>
                  <a:lnTo>
                    <a:pt x="966" y="342"/>
                  </a:lnTo>
                  <a:lnTo>
                    <a:pt x="947" y="349"/>
                  </a:lnTo>
                  <a:lnTo>
                    <a:pt x="940" y="358"/>
                  </a:lnTo>
                  <a:lnTo>
                    <a:pt x="945" y="373"/>
                  </a:lnTo>
                  <a:lnTo>
                    <a:pt x="954" y="393"/>
                  </a:lnTo>
                  <a:lnTo>
                    <a:pt x="953" y="411"/>
                  </a:lnTo>
                  <a:lnTo>
                    <a:pt x="940" y="421"/>
                  </a:lnTo>
                  <a:lnTo>
                    <a:pt x="921" y="424"/>
                  </a:lnTo>
                  <a:lnTo>
                    <a:pt x="904" y="427"/>
                  </a:lnTo>
                  <a:lnTo>
                    <a:pt x="891" y="433"/>
                  </a:lnTo>
                  <a:lnTo>
                    <a:pt x="879" y="441"/>
                  </a:lnTo>
                  <a:lnTo>
                    <a:pt x="866" y="445"/>
                  </a:lnTo>
                  <a:lnTo>
                    <a:pt x="851" y="444"/>
                  </a:lnTo>
                  <a:lnTo>
                    <a:pt x="837" y="440"/>
                  </a:lnTo>
                  <a:lnTo>
                    <a:pt x="824" y="439"/>
                  </a:lnTo>
                  <a:lnTo>
                    <a:pt x="812" y="442"/>
                  </a:lnTo>
                  <a:lnTo>
                    <a:pt x="800" y="442"/>
                  </a:lnTo>
                  <a:lnTo>
                    <a:pt x="789" y="436"/>
                  </a:lnTo>
                  <a:lnTo>
                    <a:pt x="780" y="428"/>
                  </a:lnTo>
                  <a:lnTo>
                    <a:pt x="769" y="424"/>
                  </a:lnTo>
                  <a:lnTo>
                    <a:pt x="753" y="428"/>
                  </a:lnTo>
                  <a:lnTo>
                    <a:pt x="731" y="436"/>
                  </a:lnTo>
                  <a:lnTo>
                    <a:pt x="710" y="437"/>
                  </a:lnTo>
                  <a:lnTo>
                    <a:pt x="697" y="427"/>
                  </a:lnTo>
                  <a:lnTo>
                    <a:pt x="697" y="409"/>
                  </a:lnTo>
                  <a:lnTo>
                    <a:pt x="702" y="389"/>
                  </a:lnTo>
                  <a:lnTo>
                    <a:pt x="704" y="374"/>
                  </a:lnTo>
                  <a:lnTo>
                    <a:pt x="699" y="363"/>
                  </a:lnTo>
                  <a:lnTo>
                    <a:pt x="690" y="354"/>
                  </a:lnTo>
                  <a:lnTo>
                    <a:pt x="684" y="343"/>
                  </a:lnTo>
                  <a:lnTo>
                    <a:pt x="679" y="332"/>
                  </a:lnTo>
                  <a:lnTo>
                    <a:pt x="671" y="321"/>
                  </a:lnTo>
                  <a:lnTo>
                    <a:pt x="658" y="309"/>
                  </a:lnTo>
                  <a:lnTo>
                    <a:pt x="646" y="296"/>
                  </a:lnTo>
                  <a:lnTo>
                    <a:pt x="643" y="282"/>
                  </a:lnTo>
                  <a:lnTo>
                    <a:pt x="650" y="270"/>
                  </a:lnTo>
                  <a:lnTo>
                    <a:pt x="661" y="261"/>
                  </a:lnTo>
                  <a:lnTo>
                    <a:pt x="666" y="250"/>
                  </a:lnTo>
                  <a:lnTo>
                    <a:pt x="664" y="236"/>
                  </a:lnTo>
                  <a:lnTo>
                    <a:pt x="663" y="220"/>
                  </a:lnTo>
                  <a:lnTo>
                    <a:pt x="671" y="209"/>
                  </a:lnTo>
                  <a:lnTo>
                    <a:pt x="691" y="207"/>
                  </a:lnTo>
                  <a:lnTo>
                    <a:pt x="714" y="210"/>
                  </a:lnTo>
                  <a:lnTo>
                    <a:pt x="732" y="212"/>
                  </a:lnTo>
                  <a:lnTo>
                    <a:pt x="742" y="206"/>
                  </a:lnTo>
                  <a:lnTo>
                    <a:pt x="751" y="193"/>
                  </a:lnTo>
                  <a:lnTo>
                    <a:pt x="761" y="181"/>
                  </a:lnTo>
                  <a:lnTo>
                    <a:pt x="775" y="172"/>
                  </a:lnTo>
                  <a:lnTo>
                    <a:pt x="792" y="165"/>
                  </a:lnTo>
                  <a:lnTo>
                    <a:pt x="809" y="158"/>
                  </a:lnTo>
                  <a:lnTo>
                    <a:pt x="828" y="152"/>
                  </a:lnTo>
                  <a:lnTo>
                    <a:pt x="848" y="153"/>
                  </a:lnTo>
                  <a:lnTo>
                    <a:pt x="865" y="164"/>
                  </a:lnTo>
                  <a:lnTo>
                    <a:pt x="877" y="182"/>
                  </a:lnTo>
                  <a:lnTo>
                    <a:pt x="887" y="197"/>
                  </a:lnTo>
                  <a:lnTo>
                    <a:pt x="901" y="202"/>
                  </a:lnTo>
                  <a:lnTo>
                    <a:pt x="921" y="200"/>
                  </a:lnTo>
                  <a:lnTo>
                    <a:pt x="940" y="200"/>
                  </a:lnTo>
                  <a:lnTo>
                    <a:pt x="954" y="208"/>
                  </a:lnTo>
                  <a:lnTo>
                    <a:pt x="959" y="221"/>
                  </a:lnTo>
                  <a:lnTo>
                    <a:pt x="962" y="234"/>
                  </a:lnTo>
                  <a:lnTo>
                    <a:pt x="971" y="243"/>
                  </a:lnTo>
                  <a:lnTo>
                    <a:pt x="987" y="249"/>
                  </a:lnTo>
                  <a:lnTo>
                    <a:pt x="1003" y="257"/>
                  </a:lnTo>
                  <a:lnTo>
                    <a:pt x="1012" y="269"/>
                  </a:lnTo>
                  <a:lnTo>
                    <a:pt x="1012" y="282"/>
                  </a:lnTo>
                  <a:lnTo>
                    <a:pt x="1010" y="296"/>
                  </a:lnTo>
                  <a:close/>
                </a:path>
              </a:pathLst>
            </a:custGeom>
            <a:solidFill>
              <a:srgbClr val="C5E9DF">
                <a:alpha val="43000"/>
              </a:srgbClr>
            </a:solidFill>
            <a:ln>
              <a:noFill/>
            </a:ln>
          </p:spPr>
          <p:txBody>
            <a:bodyPr anchor="ctr"/>
            <a:lstStyle/>
            <a:p>
              <a:pPr algn="ctr">
                <a:buNone/>
              </a:pPr>
            </a:p>
          </p:txBody>
        </p:sp>
        <p:sp>
          <p:nvSpPr>
            <p:cNvPr id="776" name="addition:spatial:158"/>
            <p:cNvSpPr>
              <a:spLocks noGrp="1"/>
            </p:cNvSpPr>
            <p:nvPr/>
          </p:nvSpPr>
          <p:spPr>
            <a:xfrm>
              <a:off x="5648325" y="1666875"/>
              <a:ext cx="1300688" cy="764621"/>
            </a:xfrm>
            <a:custGeom>
              <a:avLst/>
              <a:gdLst/>
              <a:ahLst/>
              <a:cxnLst/>
              <a:rect l="l" t="t" r="r" b="b"/>
              <a:pathLst>
                <a:path w="981" h="452">
                  <a:moveTo>
                    <a:pt x="0" y="0"/>
                  </a:moveTo>
                  <a:moveTo>
                    <a:pt x="981" y="314"/>
                  </a:moveTo>
                  <a:lnTo>
                    <a:pt x="976" y="325"/>
                  </a:lnTo>
                  <a:lnTo>
                    <a:pt x="966" y="335"/>
                  </a:lnTo>
                  <a:lnTo>
                    <a:pt x="960" y="345"/>
                  </a:lnTo>
                  <a:lnTo>
                    <a:pt x="962" y="356"/>
                  </a:lnTo>
                  <a:lnTo>
                    <a:pt x="966" y="369"/>
                  </a:lnTo>
                  <a:lnTo>
                    <a:pt x="962" y="380"/>
                  </a:lnTo>
                  <a:lnTo>
                    <a:pt x="948" y="386"/>
                  </a:lnTo>
                  <a:lnTo>
                    <a:pt x="930" y="388"/>
                  </a:lnTo>
                  <a:lnTo>
                    <a:pt x="913" y="389"/>
                  </a:lnTo>
                  <a:lnTo>
                    <a:pt x="903" y="394"/>
                  </a:lnTo>
                  <a:lnTo>
                    <a:pt x="895" y="403"/>
                  </a:lnTo>
                  <a:lnTo>
                    <a:pt x="886" y="412"/>
                  </a:lnTo>
                  <a:lnTo>
                    <a:pt x="875" y="420"/>
                  </a:lnTo>
                  <a:lnTo>
                    <a:pt x="863" y="428"/>
                  </a:lnTo>
                  <a:lnTo>
                    <a:pt x="850" y="438"/>
                  </a:lnTo>
                  <a:lnTo>
                    <a:pt x="836" y="448"/>
                  </a:lnTo>
                  <a:lnTo>
                    <a:pt x="820" y="452"/>
                  </a:lnTo>
                  <a:lnTo>
                    <a:pt x="803" y="446"/>
                  </a:lnTo>
                  <a:lnTo>
                    <a:pt x="789" y="431"/>
                  </a:lnTo>
                  <a:lnTo>
                    <a:pt x="779" y="416"/>
                  </a:lnTo>
                  <a:lnTo>
                    <a:pt x="768" y="411"/>
                  </a:lnTo>
                  <a:lnTo>
                    <a:pt x="753" y="413"/>
                  </a:lnTo>
                  <a:lnTo>
                    <a:pt x="738" y="416"/>
                  </a:lnTo>
                  <a:lnTo>
                    <a:pt x="725" y="413"/>
                  </a:lnTo>
                  <a:lnTo>
                    <a:pt x="717" y="404"/>
                  </a:lnTo>
                  <a:lnTo>
                    <a:pt x="711" y="395"/>
                  </a:lnTo>
                  <a:lnTo>
                    <a:pt x="703" y="388"/>
                  </a:lnTo>
                  <a:lnTo>
                    <a:pt x="691" y="384"/>
                  </a:lnTo>
                  <a:lnTo>
                    <a:pt x="679" y="378"/>
                  </a:lnTo>
                  <a:lnTo>
                    <a:pt x="673" y="369"/>
                  </a:lnTo>
                  <a:lnTo>
                    <a:pt x="670" y="358"/>
                  </a:lnTo>
                  <a:lnTo>
                    <a:pt x="669" y="347"/>
                  </a:lnTo>
                  <a:lnTo>
                    <a:pt x="665" y="337"/>
                  </a:lnTo>
                  <a:lnTo>
                    <a:pt x="664" y="325"/>
                  </a:lnTo>
                  <a:lnTo>
                    <a:pt x="672" y="314"/>
                  </a:lnTo>
                  <a:lnTo>
                    <a:pt x="689" y="304"/>
                  </a:lnTo>
                  <a:lnTo>
                    <a:pt x="707" y="297"/>
                  </a:lnTo>
                  <a:lnTo>
                    <a:pt x="715" y="289"/>
                  </a:lnTo>
                  <a:lnTo>
                    <a:pt x="710" y="278"/>
                  </a:lnTo>
                  <a:lnTo>
                    <a:pt x="699" y="263"/>
                  </a:lnTo>
                  <a:lnTo>
                    <a:pt x="693" y="248"/>
                  </a:lnTo>
                  <a:lnTo>
                    <a:pt x="697" y="236"/>
                  </a:lnTo>
                  <a:lnTo>
                    <a:pt x="709" y="230"/>
                  </a:lnTo>
                  <a:lnTo>
                    <a:pt x="722" y="224"/>
                  </a:lnTo>
                  <a:lnTo>
                    <a:pt x="731" y="218"/>
                  </a:lnTo>
                  <a:lnTo>
                    <a:pt x="741" y="211"/>
                  </a:lnTo>
                  <a:lnTo>
                    <a:pt x="752" y="208"/>
                  </a:lnTo>
                  <a:lnTo>
                    <a:pt x="765" y="208"/>
                  </a:lnTo>
                  <a:lnTo>
                    <a:pt x="777" y="209"/>
                  </a:lnTo>
                  <a:lnTo>
                    <a:pt x="786" y="206"/>
                  </a:lnTo>
                  <a:lnTo>
                    <a:pt x="795" y="200"/>
                  </a:lnTo>
                  <a:lnTo>
                    <a:pt x="806" y="196"/>
                  </a:lnTo>
                  <a:lnTo>
                    <a:pt x="816" y="199"/>
                  </a:lnTo>
                  <a:lnTo>
                    <a:pt x="826" y="207"/>
                  </a:lnTo>
                  <a:lnTo>
                    <a:pt x="836" y="212"/>
                  </a:lnTo>
                  <a:lnTo>
                    <a:pt x="848" y="209"/>
                  </a:lnTo>
                  <a:lnTo>
                    <a:pt x="865" y="200"/>
                  </a:lnTo>
                  <a:lnTo>
                    <a:pt x="883" y="194"/>
                  </a:lnTo>
                  <a:lnTo>
                    <a:pt x="898" y="198"/>
                  </a:lnTo>
                  <a:lnTo>
                    <a:pt x="905" y="211"/>
                  </a:lnTo>
                  <a:lnTo>
                    <a:pt x="907" y="226"/>
                  </a:lnTo>
                  <a:lnTo>
                    <a:pt x="910" y="240"/>
                  </a:lnTo>
                  <a:lnTo>
                    <a:pt x="915" y="250"/>
                  </a:lnTo>
                  <a:lnTo>
                    <a:pt x="922" y="259"/>
                  </a:lnTo>
                  <a:lnTo>
                    <a:pt x="927" y="268"/>
                  </a:lnTo>
                  <a:lnTo>
                    <a:pt x="932" y="277"/>
                  </a:lnTo>
                  <a:lnTo>
                    <a:pt x="942" y="285"/>
                  </a:lnTo>
                  <a:lnTo>
                    <a:pt x="957" y="293"/>
                  </a:lnTo>
                  <a:lnTo>
                    <a:pt x="974" y="303"/>
                  </a:lnTo>
                  <a:close/>
                </a:path>
              </a:pathLst>
            </a:custGeom>
            <a:solidFill>
              <a:srgbClr val="86D1BC">
                <a:alpha val="43000"/>
              </a:srgbClr>
            </a:solidFill>
            <a:ln>
              <a:noFill/>
            </a:ln>
          </p:spPr>
          <p:txBody>
            <a:bodyPr anchor="ctr"/>
            <a:lstStyle/>
            <a:p>
              <a:pPr algn="ctr">
                <a:buNone/>
              </a:pPr>
            </a:p>
          </p:txBody>
        </p:sp>
        <p:sp>
          <p:nvSpPr>
            <p:cNvPr id="777" name="addition:spatial:159"/>
            <p:cNvSpPr>
              <a:spLocks noGrp="1"/>
            </p:cNvSpPr>
            <p:nvPr/>
          </p:nvSpPr>
          <p:spPr>
            <a:xfrm>
              <a:off x="5648325" y="1666875"/>
              <a:ext cx="1237046" cy="730788"/>
            </a:xfrm>
            <a:custGeom>
              <a:avLst/>
              <a:gdLst/>
              <a:ahLst/>
              <a:cxnLst/>
              <a:rect l="l" t="t" r="r" b="b"/>
              <a:pathLst>
                <a:path w="933" h="432">
                  <a:moveTo>
                    <a:pt x="0" y="0"/>
                  </a:moveTo>
                  <a:moveTo>
                    <a:pt x="924" y="319"/>
                  </a:moveTo>
                  <a:lnTo>
                    <a:pt x="925" y="328"/>
                  </a:lnTo>
                  <a:lnTo>
                    <a:pt x="919" y="337"/>
                  </a:lnTo>
                  <a:lnTo>
                    <a:pt x="910" y="344"/>
                  </a:lnTo>
                  <a:lnTo>
                    <a:pt x="907" y="352"/>
                  </a:lnTo>
                  <a:lnTo>
                    <a:pt x="910" y="362"/>
                  </a:lnTo>
                  <a:lnTo>
                    <a:pt x="913" y="374"/>
                  </a:lnTo>
                  <a:lnTo>
                    <a:pt x="911" y="384"/>
                  </a:lnTo>
                  <a:lnTo>
                    <a:pt x="905" y="392"/>
                  </a:lnTo>
                  <a:lnTo>
                    <a:pt x="898" y="399"/>
                  </a:lnTo>
                  <a:lnTo>
                    <a:pt x="891" y="406"/>
                  </a:lnTo>
                  <a:lnTo>
                    <a:pt x="883" y="412"/>
                  </a:lnTo>
                  <a:lnTo>
                    <a:pt x="872" y="413"/>
                  </a:lnTo>
                  <a:lnTo>
                    <a:pt x="858" y="407"/>
                  </a:lnTo>
                  <a:lnTo>
                    <a:pt x="846" y="400"/>
                  </a:lnTo>
                  <a:lnTo>
                    <a:pt x="838" y="399"/>
                  </a:lnTo>
                  <a:lnTo>
                    <a:pt x="831" y="407"/>
                  </a:lnTo>
                  <a:lnTo>
                    <a:pt x="823" y="420"/>
                  </a:lnTo>
                  <a:lnTo>
                    <a:pt x="812" y="430"/>
                  </a:lnTo>
                  <a:lnTo>
                    <a:pt x="800" y="432"/>
                  </a:lnTo>
                  <a:lnTo>
                    <a:pt x="789" y="426"/>
                  </a:lnTo>
                  <a:lnTo>
                    <a:pt x="779" y="420"/>
                  </a:lnTo>
                  <a:lnTo>
                    <a:pt x="768" y="416"/>
                  </a:lnTo>
                  <a:lnTo>
                    <a:pt x="755" y="413"/>
                  </a:lnTo>
                  <a:lnTo>
                    <a:pt x="744" y="408"/>
                  </a:lnTo>
                  <a:lnTo>
                    <a:pt x="736" y="400"/>
                  </a:lnTo>
                  <a:lnTo>
                    <a:pt x="730" y="391"/>
                  </a:lnTo>
                  <a:lnTo>
                    <a:pt x="722" y="383"/>
                  </a:lnTo>
                  <a:lnTo>
                    <a:pt x="712" y="377"/>
                  </a:lnTo>
                  <a:lnTo>
                    <a:pt x="703" y="371"/>
                  </a:lnTo>
                  <a:lnTo>
                    <a:pt x="699" y="361"/>
                  </a:lnTo>
                  <a:lnTo>
                    <a:pt x="699" y="351"/>
                  </a:lnTo>
                  <a:lnTo>
                    <a:pt x="698" y="343"/>
                  </a:lnTo>
                  <a:lnTo>
                    <a:pt x="688" y="336"/>
                  </a:lnTo>
                  <a:lnTo>
                    <a:pt x="670" y="329"/>
                  </a:lnTo>
                  <a:lnTo>
                    <a:pt x="655" y="319"/>
                  </a:lnTo>
                  <a:lnTo>
                    <a:pt x="651" y="308"/>
                  </a:lnTo>
                  <a:lnTo>
                    <a:pt x="660" y="298"/>
                  </a:lnTo>
                  <a:lnTo>
                    <a:pt x="675" y="291"/>
                  </a:lnTo>
                  <a:lnTo>
                    <a:pt x="688" y="285"/>
                  </a:lnTo>
                  <a:lnTo>
                    <a:pt x="696" y="278"/>
                  </a:lnTo>
                  <a:lnTo>
                    <a:pt x="702" y="270"/>
                  </a:lnTo>
                  <a:lnTo>
                    <a:pt x="710" y="264"/>
                  </a:lnTo>
                  <a:lnTo>
                    <a:pt x="719" y="258"/>
                  </a:lnTo>
                  <a:lnTo>
                    <a:pt x="726" y="251"/>
                  </a:lnTo>
                  <a:lnTo>
                    <a:pt x="731" y="241"/>
                  </a:lnTo>
                  <a:lnTo>
                    <a:pt x="737" y="229"/>
                  </a:lnTo>
                  <a:lnTo>
                    <a:pt x="747" y="221"/>
                  </a:lnTo>
                  <a:lnTo>
                    <a:pt x="761" y="220"/>
                  </a:lnTo>
                  <a:lnTo>
                    <a:pt x="775" y="222"/>
                  </a:lnTo>
                  <a:lnTo>
                    <a:pt x="788" y="221"/>
                  </a:lnTo>
                  <a:lnTo>
                    <a:pt x="800" y="215"/>
                  </a:lnTo>
                  <a:lnTo>
                    <a:pt x="812" y="207"/>
                  </a:lnTo>
                  <a:lnTo>
                    <a:pt x="825" y="204"/>
                  </a:lnTo>
                  <a:lnTo>
                    <a:pt x="837" y="211"/>
                  </a:lnTo>
                  <a:lnTo>
                    <a:pt x="846" y="223"/>
                  </a:lnTo>
                  <a:lnTo>
                    <a:pt x="852" y="234"/>
                  </a:lnTo>
                  <a:lnTo>
                    <a:pt x="860" y="239"/>
                  </a:lnTo>
                  <a:lnTo>
                    <a:pt x="870" y="239"/>
                  </a:lnTo>
                  <a:lnTo>
                    <a:pt x="881" y="239"/>
                  </a:lnTo>
                  <a:lnTo>
                    <a:pt x="891" y="241"/>
                  </a:lnTo>
                  <a:lnTo>
                    <a:pt x="901" y="244"/>
                  </a:lnTo>
                  <a:lnTo>
                    <a:pt x="912" y="247"/>
                  </a:lnTo>
                  <a:lnTo>
                    <a:pt x="924" y="251"/>
                  </a:lnTo>
                  <a:lnTo>
                    <a:pt x="933" y="258"/>
                  </a:lnTo>
                  <a:lnTo>
                    <a:pt x="932" y="269"/>
                  </a:lnTo>
                  <a:lnTo>
                    <a:pt x="923" y="283"/>
                  </a:lnTo>
                  <a:lnTo>
                    <a:pt x="913" y="294"/>
                  </a:lnTo>
                  <a:lnTo>
                    <a:pt x="910" y="303"/>
                  </a:lnTo>
                  <a:lnTo>
                    <a:pt x="917" y="310"/>
                  </a:lnTo>
                  <a:close/>
                </a:path>
              </a:pathLst>
            </a:custGeom>
            <a:solidFill>
              <a:srgbClr val="56BFA2">
                <a:alpha val="35000"/>
              </a:srgbClr>
            </a:solidFill>
            <a:ln>
              <a:noFill/>
            </a:ln>
          </p:spPr>
          <p:txBody>
            <a:bodyPr anchor="ctr"/>
            <a:lstStyle/>
            <a:p>
              <a:pPr algn="ctr">
                <a:buNone/>
              </a:pPr>
            </a:p>
          </p:txBody>
        </p:sp>
        <p:sp>
          <p:nvSpPr>
            <p:cNvPr id="778" name="addition:spatial:160"/>
            <p:cNvSpPr>
              <a:spLocks noGrp="1"/>
            </p:cNvSpPr>
            <p:nvPr/>
          </p:nvSpPr>
          <p:spPr>
            <a:xfrm>
              <a:off x="5648325" y="1666875"/>
              <a:ext cx="1073963" cy="570083"/>
            </a:xfrm>
            <a:custGeom>
              <a:avLst/>
              <a:gdLst/>
              <a:ahLst/>
              <a:cxnLst/>
              <a:rect l="l" t="t" r="r" b="b"/>
              <a:pathLst>
                <a:path w="810" h="337">
                  <a:moveTo>
                    <a:pt x="0" y="0"/>
                  </a:moveTo>
                  <a:moveTo>
                    <a:pt x="802" y="289"/>
                  </a:moveTo>
                  <a:lnTo>
                    <a:pt x="800" y="292"/>
                  </a:lnTo>
                  <a:lnTo>
                    <a:pt x="803" y="296"/>
                  </a:lnTo>
                  <a:lnTo>
                    <a:pt x="807" y="301"/>
                  </a:lnTo>
                  <a:lnTo>
                    <a:pt x="810" y="306"/>
                  </a:lnTo>
                  <a:lnTo>
                    <a:pt x="810" y="310"/>
                  </a:lnTo>
                  <a:lnTo>
                    <a:pt x="807" y="313"/>
                  </a:lnTo>
                  <a:lnTo>
                    <a:pt x="803" y="316"/>
                  </a:lnTo>
                  <a:lnTo>
                    <a:pt x="799" y="318"/>
                  </a:lnTo>
                  <a:lnTo>
                    <a:pt x="795" y="320"/>
                  </a:lnTo>
                  <a:lnTo>
                    <a:pt x="790" y="320"/>
                  </a:lnTo>
                  <a:lnTo>
                    <a:pt x="784" y="320"/>
                  </a:lnTo>
                  <a:lnTo>
                    <a:pt x="780" y="320"/>
                  </a:lnTo>
                  <a:lnTo>
                    <a:pt x="777" y="323"/>
                  </a:lnTo>
                  <a:lnTo>
                    <a:pt x="775" y="329"/>
                  </a:lnTo>
                  <a:lnTo>
                    <a:pt x="771" y="335"/>
                  </a:lnTo>
                  <a:lnTo>
                    <a:pt x="766" y="337"/>
                  </a:lnTo>
                  <a:lnTo>
                    <a:pt x="760" y="336"/>
                  </a:lnTo>
                  <a:lnTo>
                    <a:pt x="755" y="333"/>
                  </a:lnTo>
                  <a:lnTo>
                    <a:pt x="749" y="331"/>
                  </a:lnTo>
                  <a:lnTo>
                    <a:pt x="744" y="331"/>
                  </a:lnTo>
                  <a:lnTo>
                    <a:pt x="738" y="332"/>
                  </a:lnTo>
                  <a:lnTo>
                    <a:pt x="732" y="331"/>
                  </a:lnTo>
                  <a:lnTo>
                    <a:pt x="728" y="327"/>
                  </a:lnTo>
                  <a:lnTo>
                    <a:pt x="725" y="323"/>
                  </a:lnTo>
                  <a:lnTo>
                    <a:pt x="722" y="320"/>
                  </a:lnTo>
                  <a:lnTo>
                    <a:pt x="718" y="318"/>
                  </a:lnTo>
                  <a:lnTo>
                    <a:pt x="714" y="316"/>
                  </a:lnTo>
                  <a:lnTo>
                    <a:pt x="712" y="312"/>
                  </a:lnTo>
                  <a:lnTo>
                    <a:pt x="710" y="309"/>
                  </a:lnTo>
                  <a:lnTo>
                    <a:pt x="706" y="307"/>
                  </a:lnTo>
                  <a:lnTo>
                    <a:pt x="700" y="305"/>
                  </a:lnTo>
                  <a:lnTo>
                    <a:pt x="693" y="302"/>
                  </a:lnTo>
                  <a:lnTo>
                    <a:pt x="690" y="298"/>
                  </a:lnTo>
                  <a:lnTo>
                    <a:pt x="692" y="293"/>
                  </a:lnTo>
                  <a:lnTo>
                    <a:pt x="699" y="289"/>
                  </a:lnTo>
                  <a:lnTo>
                    <a:pt x="706" y="285"/>
                  </a:lnTo>
                  <a:lnTo>
                    <a:pt x="709" y="282"/>
                  </a:lnTo>
                  <a:lnTo>
                    <a:pt x="710" y="279"/>
                  </a:lnTo>
                  <a:lnTo>
                    <a:pt x="710" y="275"/>
                  </a:lnTo>
                  <a:lnTo>
                    <a:pt x="711" y="271"/>
                  </a:lnTo>
                  <a:lnTo>
                    <a:pt x="714" y="268"/>
                  </a:lnTo>
                  <a:lnTo>
                    <a:pt x="717" y="265"/>
                  </a:lnTo>
                  <a:lnTo>
                    <a:pt x="719" y="261"/>
                  </a:lnTo>
                  <a:lnTo>
                    <a:pt x="721" y="256"/>
                  </a:lnTo>
                  <a:lnTo>
                    <a:pt x="724" y="253"/>
                  </a:lnTo>
                  <a:lnTo>
                    <a:pt x="729" y="252"/>
                  </a:lnTo>
                  <a:lnTo>
                    <a:pt x="734" y="251"/>
                  </a:lnTo>
                  <a:lnTo>
                    <a:pt x="738" y="249"/>
                  </a:lnTo>
                  <a:lnTo>
                    <a:pt x="742" y="245"/>
                  </a:lnTo>
                  <a:lnTo>
                    <a:pt x="746" y="243"/>
                  </a:lnTo>
                  <a:lnTo>
                    <a:pt x="751" y="243"/>
                  </a:lnTo>
                  <a:lnTo>
                    <a:pt x="755" y="248"/>
                  </a:lnTo>
                  <a:lnTo>
                    <a:pt x="759" y="252"/>
                  </a:lnTo>
                  <a:lnTo>
                    <a:pt x="762" y="255"/>
                  </a:lnTo>
                  <a:lnTo>
                    <a:pt x="765" y="253"/>
                  </a:lnTo>
                  <a:lnTo>
                    <a:pt x="770" y="250"/>
                  </a:lnTo>
                  <a:lnTo>
                    <a:pt x="775" y="248"/>
                  </a:lnTo>
                  <a:lnTo>
                    <a:pt x="780" y="249"/>
                  </a:lnTo>
                  <a:lnTo>
                    <a:pt x="784" y="250"/>
                  </a:lnTo>
                  <a:lnTo>
                    <a:pt x="788" y="252"/>
                  </a:lnTo>
                  <a:lnTo>
                    <a:pt x="792" y="255"/>
                  </a:lnTo>
                  <a:lnTo>
                    <a:pt x="794" y="258"/>
                  </a:lnTo>
                  <a:lnTo>
                    <a:pt x="794" y="263"/>
                  </a:lnTo>
                  <a:lnTo>
                    <a:pt x="793" y="268"/>
                  </a:lnTo>
                  <a:lnTo>
                    <a:pt x="793" y="272"/>
                  </a:lnTo>
                  <a:lnTo>
                    <a:pt x="796" y="275"/>
                  </a:lnTo>
                  <a:lnTo>
                    <a:pt x="801" y="278"/>
                  </a:lnTo>
                  <a:lnTo>
                    <a:pt x="804" y="281"/>
                  </a:lnTo>
                  <a:lnTo>
                    <a:pt x="804" y="285"/>
                  </a:lnTo>
                  <a:close/>
                </a:path>
              </a:pathLst>
            </a:custGeom>
            <a:solidFill>
              <a:srgbClr val="86D1BC">
                <a:alpha val="32000"/>
              </a:srgbClr>
            </a:solidFill>
            <a:ln>
              <a:noFill/>
            </a:ln>
          </p:spPr>
          <p:txBody>
            <a:bodyPr anchor="ctr"/>
            <a:lstStyle/>
            <a:p>
              <a:pPr algn="ctr">
                <a:buNone/>
              </a:pPr>
            </a:p>
          </p:txBody>
        </p:sp>
        <p:sp>
          <p:nvSpPr>
            <p:cNvPr id="779" name="addition:spatial:161"/>
            <p:cNvSpPr>
              <a:spLocks noGrp="1"/>
            </p:cNvSpPr>
            <p:nvPr/>
          </p:nvSpPr>
          <p:spPr>
            <a:xfrm>
              <a:off x="5648325" y="1666875"/>
              <a:ext cx="1125672" cy="502417"/>
            </a:xfrm>
            <a:custGeom>
              <a:avLst/>
              <a:gdLst/>
              <a:ahLst/>
              <a:cxnLst/>
              <a:rect l="l" t="t" r="r" b="b"/>
              <a:pathLst>
                <a:path w="849" h="297">
                  <a:moveTo>
                    <a:pt x="0" y="0"/>
                  </a:moveTo>
                  <a:moveTo>
                    <a:pt x="849" y="254"/>
                  </a:moveTo>
                  <a:lnTo>
                    <a:pt x="845" y="258"/>
                  </a:lnTo>
                  <a:lnTo>
                    <a:pt x="840" y="261"/>
                  </a:lnTo>
                  <a:lnTo>
                    <a:pt x="836" y="264"/>
                  </a:lnTo>
                  <a:lnTo>
                    <a:pt x="834" y="267"/>
                  </a:lnTo>
                  <a:lnTo>
                    <a:pt x="835" y="271"/>
                  </a:lnTo>
                  <a:lnTo>
                    <a:pt x="834" y="275"/>
                  </a:lnTo>
                  <a:lnTo>
                    <a:pt x="833" y="279"/>
                  </a:lnTo>
                  <a:lnTo>
                    <a:pt x="832" y="283"/>
                  </a:lnTo>
                  <a:lnTo>
                    <a:pt x="831" y="287"/>
                  </a:lnTo>
                  <a:lnTo>
                    <a:pt x="829" y="292"/>
                  </a:lnTo>
                  <a:lnTo>
                    <a:pt x="826" y="295"/>
                  </a:lnTo>
                  <a:lnTo>
                    <a:pt x="820" y="295"/>
                  </a:lnTo>
                  <a:lnTo>
                    <a:pt x="814" y="292"/>
                  </a:lnTo>
                  <a:lnTo>
                    <a:pt x="809" y="289"/>
                  </a:lnTo>
                  <a:lnTo>
                    <a:pt x="806" y="289"/>
                  </a:lnTo>
                  <a:lnTo>
                    <a:pt x="803" y="292"/>
                  </a:lnTo>
                  <a:lnTo>
                    <a:pt x="800" y="295"/>
                  </a:lnTo>
                  <a:lnTo>
                    <a:pt x="796" y="297"/>
                  </a:lnTo>
                  <a:lnTo>
                    <a:pt x="793" y="296"/>
                  </a:lnTo>
                  <a:lnTo>
                    <a:pt x="789" y="294"/>
                  </a:lnTo>
                  <a:lnTo>
                    <a:pt x="785" y="293"/>
                  </a:lnTo>
                  <a:lnTo>
                    <a:pt x="781" y="294"/>
                  </a:lnTo>
                  <a:lnTo>
                    <a:pt x="776" y="294"/>
                  </a:lnTo>
                  <a:lnTo>
                    <a:pt x="772" y="292"/>
                  </a:lnTo>
                  <a:lnTo>
                    <a:pt x="769" y="289"/>
                  </a:lnTo>
                  <a:lnTo>
                    <a:pt x="766" y="286"/>
                  </a:lnTo>
                  <a:lnTo>
                    <a:pt x="762" y="283"/>
                  </a:lnTo>
                  <a:lnTo>
                    <a:pt x="758" y="280"/>
                  </a:lnTo>
                  <a:lnTo>
                    <a:pt x="757" y="276"/>
                  </a:lnTo>
                  <a:lnTo>
                    <a:pt x="759" y="271"/>
                  </a:lnTo>
                  <a:lnTo>
                    <a:pt x="761" y="267"/>
                  </a:lnTo>
                  <a:lnTo>
                    <a:pt x="760" y="263"/>
                  </a:lnTo>
                  <a:lnTo>
                    <a:pt x="754" y="261"/>
                  </a:lnTo>
                  <a:lnTo>
                    <a:pt x="747" y="258"/>
                  </a:lnTo>
                  <a:lnTo>
                    <a:pt x="741" y="254"/>
                  </a:lnTo>
                  <a:lnTo>
                    <a:pt x="739" y="250"/>
                  </a:lnTo>
                  <a:lnTo>
                    <a:pt x="741" y="246"/>
                  </a:lnTo>
                  <a:lnTo>
                    <a:pt x="744" y="243"/>
                  </a:lnTo>
                  <a:lnTo>
                    <a:pt x="746" y="239"/>
                  </a:lnTo>
                  <a:lnTo>
                    <a:pt x="748" y="236"/>
                  </a:lnTo>
                  <a:lnTo>
                    <a:pt x="751" y="233"/>
                  </a:lnTo>
                  <a:lnTo>
                    <a:pt x="755" y="231"/>
                  </a:lnTo>
                  <a:lnTo>
                    <a:pt x="759" y="229"/>
                  </a:lnTo>
                  <a:lnTo>
                    <a:pt x="762" y="227"/>
                  </a:lnTo>
                  <a:lnTo>
                    <a:pt x="764" y="223"/>
                  </a:lnTo>
                  <a:lnTo>
                    <a:pt x="767" y="219"/>
                  </a:lnTo>
                  <a:lnTo>
                    <a:pt x="771" y="218"/>
                  </a:lnTo>
                  <a:lnTo>
                    <a:pt x="777" y="218"/>
                  </a:lnTo>
                  <a:lnTo>
                    <a:pt x="782" y="218"/>
                  </a:lnTo>
                  <a:lnTo>
                    <a:pt x="786" y="215"/>
                  </a:lnTo>
                  <a:lnTo>
                    <a:pt x="790" y="210"/>
                  </a:lnTo>
                  <a:lnTo>
                    <a:pt x="795" y="206"/>
                  </a:lnTo>
                  <a:lnTo>
                    <a:pt x="801" y="206"/>
                  </a:lnTo>
                  <a:lnTo>
                    <a:pt x="807" y="209"/>
                  </a:lnTo>
                  <a:lnTo>
                    <a:pt x="811" y="214"/>
                  </a:lnTo>
                  <a:lnTo>
                    <a:pt x="814" y="218"/>
                  </a:lnTo>
                  <a:lnTo>
                    <a:pt x="818" y="220"/>
                  </a:lnTo>
                  <a:lnTo>
                    <a:pt x="822" y="221"/>
                  </a:lnTo>
                  <a:lnTo>
                    <a:pt x="825" y="223"/>
                  </a:lnTo>
                  <a:lnTo>
                    <a:pt x="829" y="225"/>
                  </a:lnTo>
                  <a:lnTo>
                    <a:pt x="833" y="226"/>
                  </a:lnTo>
                  <a:lnTo>
                    <a:pt x="839" y="226"/>
                  </a:lnTo>
                  <a:lnTo>
                    <a:pt x="845" y="227"/>
                  </a:lnTo>
                  <a:lnTo>
                    <a:pt x="848" y="230"/>
                  </a:lnTo>
                  <a:lnTo>
                    <a:pt x="848" y="235"/>
                  </a:lnTo>
                  <a:lnTo>
                    <a:pt x="845" y="240"/>
                  </a:lnTo>
                  <a:lnTo>
                    <a:pt x="844" y="244"/>
                  </a:lnTo>
                  <a:lnTo>
                    <a:pt x="846" y="247"/>
                  </a:lnTo>
                  <a:lnTo>
                    <a:pt x="848" y="251"/>
                  </a:lnTo>
                  <a:close/>
                </a:path>
              </a:pathLst>
            </a:custGeom>
            <a:solidFill>
              <a:srgbClr val="86D1BC">
                <a:alpha val="32000"/>
              </a:srgbClr>
            </a:solidFill>
            <a:ln>
              <a:noFill/>
            </a:ln>
          </p:spPr>
          <p:txBody>
            <a:bodyPr anchor="ctr"/>
            <a:lstStyle/>
            <a:p>
              <a:pPr algn="ctr">
                <a:buNone/>
              </a:pPr>
            </a:p>
          </p:txBody>
        </p:sp>
        <p:sp>
          <p:nvSpPr>
            <p:cNvPr id="780" name="addition:spatial:162"/>
            <p:cNvSpPr>
              <a:spLocks noGrp="1"/>
            </p:cNvSpPr>
            <p:nvPr/>
          </p:nvSpPr>
          <p:spPr>
            <a:xfrm>
              <a:off x="5648325" y="1666875"/>
              <a:ext cx="1187988" cy="526100"/>
            </a:xfrm>
            <a:custGeom>
              <a:avLst/>
              <a:gdLst/>
              <a:ahLst/>
              <a:cxnLst/>
              <a:rect l="l" t="t" r="r" b="b"/>
              <a:pathLst>
                <a:path w="896" h="311">
                  <a:moveTo>
                    <a:pt x="0" y="0"/>
                  </a:moveTo>
                  <a:moveTo>
                    <a:pt x="890" y="264"/>
                  </a:moveTo>
                  <a:lnTo>
                    <a:pt x="890" y="268"/>
                  </a:lnTo>
                  <a:lnTo>
                    <a:pt x="890" y="271"/>
                  </a:lnTo>
                  <a:lnTo>
                    <a:pt x="890" y="275"/>
                  </a:lnTo>
                  <a:lnTo>
                    <a:pt x="891" y="279"/>
                  </a:lnTo>
                  <a:lnTo>
                    <a:pt x="894" y="285"/>
                  </a:lnTo>
                  <a:lnTo>
                    <a:pt x="896" y="291"/>
                  </a:lnTo>
                  <a:lnTo>
                    <a:pt x="896" y="296"/>
                  </a:lnTo>
                  <a:lnTo>
                    <a:pt x="891" y="298"/>
                  </a:lnTo>
                  <a:lnTo>
                    <a:pt x="884" y="297"/>
                  </a:lnTo>
                  <a:lnTo>
                    <a:pt x="878" y="296"/>
                  </a:lnTo>
                  <a:lnTo>
                    <a:pt x="874" y="297"/>
                  </a:lnTo>
                  <a:lnTo>
                    <a:pt x="872" y="300"/>
                  </a:lnTo>
                  <a:lnTo>
                    <a:pt x="870" y="304"/>
                  </a:lnTo>
                  <a:lnTo>
                    <a:pt x="867" y="306"/>
                  </a:lnTo>
                  <a:lnTo>
                    <a:pt x="863" y="307"/>
                  </a:lnTo>
                  <a:lnTo>
                    <a:pt x="858" y="307"/>
                  </a:lnTo>
                  <a:lnTo>
                    <a:pt x="854" y="308"/>
                  </a:lnTo>
                  <a:lnTo>
                    <a:pt x="850" y="310"/>
                  </a:lnTo>
                  <a:lnTo>
                    <a:pt x="845" y="311"/>
                  </a:lnTo>
                  <a:lnTo>
                    <a:pt x="840" y="310"/>
                  </a:lnTo>
                  <a:lnTo>
                    <a:pt x="835" y="308"/>
                  </a:lnTo>
                  <a:lnTo>
                    <a:pt x="830" y="307"/>
                  </a:lnTo>
                  <a:lnTo>
                    <a:pt x="824" y="307"/>
                  </a:lnTo>
                  <a:lnTo>
                    <a:pt x="818" y="306"/>
                  </a:lnTo>
                  <a:lnTo>
                    <a:pt x="815" y="302"/>
                  </a:lnTo>
                  <a:lnTo>
                    <a:pt x="814" y="295"/>
                  </a:lnTo>
                  <a:lnTo>
                    <a:pt x="815" y="289"/>
                  </a:lnTo>
                  <a:lnTo>
                    <a:pt x="814" y="285"/>
                  </a:lnTo>
                  <a:lnTo>
                    <a:pt x="809" y="284"/>
                  </a:lnTo>
                  <a:lnTo>
                    <a:pt x="801" y="283"/>
                  </a:lnTo>
                  <a:lnTo>
                    <a:pt x="795" y="281"/>
                  </a:lnTo>
                  <a:lnTo>
                    <a:pt x="791" y="277"/>
                  </a:lnTo>
                  <a:lnTo>
                    <a:pt x="790" y="273"/>
                  </a:lnTo>
                  <a:lnTo>
                    <a:pt x="789" y="268"/>
                  </a:lnTo>
                  <a:lnTo>
                    <a:pt x="789" y="264"/>
                  </a:lnTo>
                  <a:lnTo>
                    <a:pt x="790" y="260"/>
                  </a:lnTo>
                  <a:lnTo>
                    <a:pt x="793" y="256"/>
                  </a:lnTo>
                  <a:lnTo>
                    <a:pt x="798" y="252"/>
                  </a:lnTo>
                  <a:lnTo>
                    <a:pt x="801" y="249"/>
                  </a:lnTo>
                  <a:lnTo>
                    <a:pt x="803" y="246"/>
                  </a:lnTo>
                  <a:lnTo>
                    <a:pt x="803" y="241"/>
                  </a:lnTo>
                  <a:lnTo>
                    <a:pt x="805" y="237"/>
                  </a:lnTo>
                  <a:lnTo>
                    <a:pt x="810" y="235"/>
                  </a:lnTo>
                  <a:lnTo>
                    <a:pt x="816" y="234"/>
                  </a:lnTo>
                  <a:lnTo>
                    <a:pt x="821" y="233"/>
                  </a:lnTo>
                  <a:lnTo>
                    <a:pt x="824" y="229"/>
                  </a:lnTo>
                  <a:lnTo>
                    <a:pt x="825" y="223"/>
                  </a:lnTo>
                  <a:lnTo>
                    <a:pt x="828" y="217"/>
                  </a:lnTo>
                  <a:lnTo>
                    <a:pt x="833" y="214"/>
                  </a:lnTo>
                  <a:lnTo>
                    <a:pt x="839" y="215"/>
                  </a:lnTo>
                  <a:lnTo>
                    <a:pt x="845" y="217"/>
                  </a:lnTo>
                  <a:lnTo>
                    <a:pt x="850" y="219"/>
                  </a:lnTo>
                  <a:lnTo>
                    <a:pt x="854" y="220"/>
                  </a:lnTo>
                  <a:lnTo>
                    <a:pt x="858" y="222"/>
                  </a:lnTo>
                  <a:lnTo>
                    <a:pt x="861" y="225"/>
                  </a:lnTo>
                  <a:lnTo>
                    <a:pt x="864" y="228"/>
                  </a:lnTo>
                  <a:lnTo>
                    <a:pt x="868" y="227"/>
                  </a:lnTo>
                  <a:lnTo>
                    <a:pt x="874" y="225"/>
                  </a:lnTo>
                  <a:lnTo>
                    <a:pt x="880" y="223"/>
                  </a:lnTo>
                  <a:lnTo>
                    <a:pt x="884" y="224"/>
                  </a:lnTo>
                  <a:lnTo>
                    <a:pt x="886" y="229"/>
                  </a:lnTo>
                  <a:lnTo>
                    <a:pt x="886" y="234"/>
                  </a:lnTo>
                  <a:lnTo>
                    <a:pt x="887" y="238"/>
                  </a:lnTo>
                  <a:lnTo>
                    <a:pt x="890" y="241"/>
                  </a:lnTo>
                  <a:lnTo>
                    <a:pt x="894" y="243"/>
                  </a:lnTo>
                  <a:lnTo>
                    <a:pt x="896" y="247"/>
                  </a:lnTo>
                  <a:lnTo>
                    <a:pt x="895" y="252"/>
                  </a:lnTo>
                  <a:lnTo>
                    <a:pt x="892" y="256"/>
                  </a:lnTo>
                  <a:lnTo>
                    <a:pt x="890" y="260"/>
                  </a:lnTo>
                  <a:close/>
                </a:path>
              </a:pathLst>
            </a:custGeom>
            <a:solidFill>
              <a:srgbClr val="86D1BC">
                <a:alpha val="32000"/>
              </a:srgbClr>
            </a:solidFill>
            <a:ln>
              <a:noFill/>
            </a:ln>
          </p:spPr>
          <p:txBody>
            <a:bodyPr anchor="ctr"/>
            <a:lstStyle/>
            <a:p>
              <a:pPr algn="ctr">
                <a:buNone/>
              </a:pPr>
            </a:p>
          </p:txBody>
        </p:sp>
        <p:sp>
          <p:nvSpPr>
            <p:cNvPr id="781" name="addition:spatial:163"/>
            <p:cNvSpPr>
              <a:spLocks noGrp="1"/>
            </p:cNvSpPr>
            <p:nvPr/>
          </p:nvSpPr>
          <p:spPr>
            <a:xfrm>
              <a:off x="5648325" y="1666875"/>
              <a:ext cx="1259586" cy="595457"/>
            </a:xfrm>
            <a:custGeom>
              <a:avLst/>
              <a:gdLst/>
              <a:ahLst/>
              <a:cxnLst/>
              <a:rect l="l" t="t" r="r" b="b"/>
              <a:pathLst>
                <a:path w="950" h="352">
                  <a:moveTo>
                    <a:pt x="0" y="0"/>
                  </a:moveTo>
                  <a:moveTo>
                    <a:pt x="949" y="302"/>
                  </a:moveTo>
                  <a:lnTo>
                    <a:pt x="946" y="307"/>
                  </a:lnTo>
                  <a:lnTo>
                    <a:pt x="943" y="311"/>
                  </a:lnTo>
                  <a:lnTo>
                    <a:pt x="941" y="315"/>
                  </a:lnTo>
                  <a:lnTo>
                    <a:pt x="939" y="319"/>
                  </a:lnTo>
                  <a:lnTo>
                    <a:pt x="935" y="323"/>
                  </a:lnTo>
                  <a:lnTo>
                    <a:pt x="929" y="325"/>
                  </a:lnTo>
                  <a:lnTo>
                    <a:pt x="923" y="326"/>
                  </a:lnTo>
                  <a:lnTo>
                    <a:pt x="920" y="330"/>
                  </a:lnTo>
                  <a:lnTo>
                    <a:pt x="921" y="336"/>
                  </a:lnTo>
                  <a:lnTo>
                    <a:pt x="921" y="344"/>
                  </a:lnTo>
                  <a:lnTo>
                    <a:pt x="919" y="350"/>
                  </a:lnTo>
                  <a:lnTo>
                    <a:pt x="913" y="352"/>
                  </a:lnTo>
                  <a:lnTo>
                    <a:pt x="906" y="351"/>
                  </a:lnTo>
                  <a:lnTo>
                    <a:pt x="900" y="349"/>
                  </a:lnTo>
                  <a:lnTo>
                    <a:pt x="895" y="349"/>
                  </a:lnTo>
                  <a:lnTo>
                    <a:pt x="890" y="349"/>
                  </a:lnTo>
                  <a:lnTo>
                    <a:pt x="886" y="348"/>
                  </a:lnTo>
                  <a:lnTo>
                    <a:pt x="882" y="347"/>
                  </a:lnTo>
                  <a:lnTo>
                    <a:pt x="878" y="346"/>
                  </a:lnTo>
                  <a:lnTo>
                    <a:pt x="874" y="346"/>
                  </a:lnTo>
                  <a:lnTo>
                    <a:pt x="869" y="348"/>
                  </a:lnTo>
                  <a:lnTo>
                    <a:pt x="864" y="349"/>
                  </a:lnTo>
                  <a:lnTo>
                    <a:pt x="861" y="347"/>
                  </a:lnTo>
                  <a:lnTo>
                    <a:pt x="859" y="342"/>
                  </a:lnTo>
                  <a:lnTo>
                    <a:pt x="856" y="339"/>
                  </a:lnTo>
                  <a:lnTo>
                    <a:pt x="852" y="338"/>
                  </a:lnTo>
                  <a:lnTo>
                    <a:pt x="845" y="337"/>
                  </a:lnTo>
                  <a:lnTo>
                    <a:pt x="840" y="335"/>
                  </a:lnTo>
                  <a:lnTo>
                    <a:pt x="838" y="330"/>
                  </a:lnTo>
                  <a:lnTo>
                    <a:pt x="840" y="324"/>
                  </a:lnTo>
                  <a:lnTo>
                    <a:pt x="844" y="318"/>
                  </a:lnTo>
                  <a:lnTo>
                    <a:pt x="845" y="313"/>
                  </a:lnTo>
                  <a:lnTo>
                    <a:pt x="844" y="310"/>
                  </a:lnTo>
                  <a:lnTo>
                    <a:pt x="841" y="306"/>
                  </a:lnTo>
                  <a:lnTo>
                    <a:pt x="839" y="302"/>
                  </a:lnTo>
                  <a:lnTo>
                    <a:pt x="837" y="298"/>
                  </a:lnTo>
                  <a:lnTo>
                    <a:pt x="834" y="293"/>
                  </a:lnTo>
                  <a:lnTo>
                    <a:pt x="831" y="288"/>
                  </a:lnTo>
                  <a:lnTo>
                    <a:pt x="828" y="282"/>
                  </a:lnTo>
                  <a:lnTo>
                    <a:pt x="830" y="278"/>
                  </a:lnTo>
                  <a:lnTo>
                    <a:pt x="835" y="275"/>
                  </a:lnTo>
                  <a:lnTo>
                    <a:pt x="842" y="274"/>
                  </a:lnTo>
                  <a:lnTo>
                    <a:pt x="846" y="272"/>
                  </a:lnTo>
                  <a:lnTo>
                    <a:pt x="848" y="269"/>
                  </a:lnTo>
                  <a:lnTo>
                    <a:pt x="849" y="264"/>
                  </a:lnTo>
                  <a:lnTo>
                    <a:pt x="852" y="260"/>
                  </a:lnTo>
                  <a:lnTo>
                    <a:pt x="857" y="260"/>
                  </a:lnTo>
                  <a:lnTo>
                    <a:pt x="863" y="261"/>
                  </a:lnTo>
                  <a:lnTo>
                    <a:pt x="868" y="261"/>
                  </a:lnTo>
                  <a:lnTo>
                    <a:pt x="872" y="259"/>
                  </a:lnTo>
                  <a:lnTo>
                    <a:pt x="876" y="255"/>
                  </a:lnTo>
                  <a:lnTo>
                    <a:pt x="881" y="251"/>
                  </a:lnTo>
                  <a:lnTo>
                    <a:pt x="887" y="250"/>
                  </a:lnTo>
                  <a:lnTo>
                    <a:pt x="893" y="250"/>
                  </a:lnTo>
                  <a:lnTo>
                    <a:pt x="899" y="250"/>
                  </a:lnTo>
                  <a:lnTo>
                    <a:pt x="905" y="250"/>
                  </a:lnTo>
                  <a:lnTo>
                    <a:pt x="911" y="252"/>
                  </a:lnTo>
                  <a:lnTo>
                    <a:pt x="914" y="258"/>
                  </a:lnTo>
                  <a:lnTo>
                    <a:pt x="916" y="266"/>
                  </a:lnTo>
                  <a:lnTo>
                    <a:pt x="917" y="271"/>
                  </a:lnTo>
                  <a:lnTo>
                    <a:pt x="921" y="273"/>
                  </a:lnTo>
                  <a:lnTo>
                    <a:pt x="929" y="273"/>
                  </a:lnTo>
                  <a:lnTo>
                    <a:pt x="936" y="273"/>
                  </a:lnTo>
                  <a:lnTo>
                    <a:pt x="942" y="275"/>
                  </a:lnTo>
                  <a:lnTo>
                    <a:pt x="944" y="280"/>
                  </a:lnTo>
                  <a:lnTo>
                    <a:pt x="944" y="285"/>
                  </a:lnTo>
                  <a:lnTo>
                    <a:pt x="945" y="289"/>
                  </a:lnTo>
                  <a:lnTo>
                    <a:pt x="948" y="293"/>
                  </a:lnTo>
                  <a:lnTo>
                    <a:pt x="950" y="297"/>
                  </a:lnTo>
                  <a:close/>
                </a:path>
              </a:pathLst>
            </a:custGeom>
            <a:solidFill>
              <a:srgbClr val="86D1BC">
                <a:alpha val="32000"/>
              </a:srgbClr>
            </a:solidFill>
            <a:ln>
              <a:noFill/>
            </a:ln>
          </p:spPr>
          <p:txBody>
            <a:bodyPr anchor="ctr"/>
            <a:lstStyle/>
            <a:p>
              <a:pPr algn="ctr">
                <a:buNone/>
              </a:pPr>
            </a:p>
          </p:txBody>
        </p:sp>
        <p:sp>
          <p:nvSpPr>
            <p:cNvPr id="782" name="addition:spatial:164"/>
            <p:cNvSpPr>
              <a:spLocks noGrp="1"/>
            </p:cNvSpPr>
            <p:nvPr/>
          </p:nvSpPr>
          <p:spPr>
            <a:xfrm>
              <a:off x="5648325" y="1666875"/>
              <a:ext cx="1227765" cy="669889"/>
            </a:xfrm>
            <a:custGeom>
              <a:avLst/>
              <a:gdLst/>
              <a:ahLst/>
              <a:cxnLst/>
              <a:rect l="l" t="t" r="r" b="b"/>
              <a:pathLst>
                <a:path w="926" h="396">
                  <a:moveTo>
                    <a:pt x="0" y="0"/>
                  </a:moveTo>
                  <a:moveTo>
                    <a:pt x="926" y="344"/>
                  </a:moveTo>
                  <a:lnTo>
                    <a:pt x="925" y="348"/>
                  </a:lnTo>
                  <a:lnTo>
                    <a:pt x="925" y="353"/>
                  </a:lnTo>
                  <a:lnTo>
                    <a:pt x="925" y="358"/>
                  </a:lnTo>
                  <a:lnTo>
                    <a:pt x="924" y="363"/>
                  </a:lnTo>
                  <a:lnTo>
                    <a:pt x="919" y="367"/>
                  </a:lnTo>
                  <a:lnTo>
                    <a:pt x="910" y="369"/>
                  </a:lnTo>
                  <a:lnTo>
                    <a:pt x="900" y="369"/>
                  </a:lnTo>
                  <a:lnTo>
                    <a:pt x="893" y="370"/>
                  </a:lnTo>
                  <a:lnTo>
                    <a:pt x="891" y="374"/>
                  </a:lnTo>
                  <a:lnTo>
                    <a:pt x="891" y="381"/>
                  </a:lnTo>
                  <a:lnTo>
                    <a:pt x="890" y="388"/>
                  </a:lnTo>
                  <a:lnTo>
                    <a:pt x="885" y="393"/>
                  </a:lnTo>
                  <a:lnTo>
                    <a:pt x="877" y="394"/>
                  </a:lnTo>
                  <a:lnTo>
                    <a:pt x="870" y="395"/>
                  </a:lnTo>
                  <a:lnTo>
                    <a:pt x="863" y="396"/>
                  </a:lnTo>
                  <a:lnTo>
                    <a:pt x="856" y="396"/>
                  </a:lnTo>
                  <a:lnTo>
                    <a:pt x="849" y="395"/>
                  </a:lnTo>
                  <a:lnTo>
                    <a:pt x="843" y="392"/>
                  </a:lnTo>
                  <a:lnTo>
                    <a:pt x="837" y="390"/>
                  </a:lnTo>
                  <a:lnTo>
                    <a:pt x="832" y="389"/>
                  </a:lnTo>
                  <a:lnTo>
                    <a:pt x="826" y="390"/>
                  </a:lnTo>
                  <a:lnTo>
                    <a:pt x="820" y="390"/>
                  </a:lnTo>
                  <a:lnTo>
                    <a:pt x="815" y="388"/>
                  </a:lnTo>
                  <a:lnTo>
                    <a:pt x="813" y="383"/>
                  </a:lnTo>
                  <a:lnTo>
                    <a:pt x="811" y="379"/>
                  </a:lnTo>
                  <a:lnTo>
                    <a:pt x="806" y="377"/>
                  </a:lnTo>
                  <a:lnTo>
                    <a:pt x="798" y="377"/>
                  </a:lnTo>
                  <a:lnTo>
                    <a:pt x="790" y="377"/>
                  </a:lnTo>
                  <a:lnTo>
                    <a:pt x="784" y="374"/>
                  </a:lnTo>
                  <a:lnTo>
                    <a:pt x="784" y="368"/>
                  </a:lnTo>
                  <a:lnTo>
                    <a:pt x="787" y="362"/>
                  </a:lnTo>
                  <a:lnTo>
                    <a:pt x="791" y="357"/>
                  </a:lnTo>
                  <a:lnTo>
                    <a:pt x="793" y="352"/>
                  </a:lnTo>
                  <a:lnTo>
                    <a:pt x="794" y="348"/>
                  </a:lnTo>
                  <a:lnTo>
                    <a:pt x="796" y="344"/>
                  </a:lnTo>
                  <a:lnTo>
                    <a:pt x="799" y="340"/>
                  </a:lnTo>
                  <a:lnTo>
                    <a:pt x="798" y="336"/>
                  </a:lnTo>
                  <a:lnTo>
                    <a:pt x="794" y="331"/>
                  </a:lnTo>
                  <a:lnTo>
                    <a:pt x="789" y="325"/>
                  </a:lnTo>
                  <a:lnTo>
                    <a:pt x="788" y="319"/>
                  </a:lnTo>
                  <a:lnTo>
                    <a:pt x="792" y="316"/>
                  </a:lnTo>
                  <a:lnTo>
                    <a:pt x="799" y="314"/>
                  </a:lnTo>
                  <a:lnTo>
                    <a:pt x="804" y="312"/>
                  </a:lnTo>
                  <a:lnTo>
                    <a:pt x="807" y="308"/>
                  </a:lnTo>
                  <a:lnTo>
                    <a:pt x="808" y="303"/>
                  </a:lnTo>
                  <a:lnTo>
                    <a:pt x="811" y="298"/>
                  </a:lnTo>
                  <a:lnTo>
                    <a:pt x="816" y="297"/>
                  </a:lnTo>
                  <a:lnTo>
                    <a:pt x="823" y="299"/>
                  </a:lnTo>
                  <a:lnTo>
                    <a:pt x="829" y="301"/>
                  </a:lnTo>
                  <a:lnTo>
                    <a:pt x="834" y="301"/>
                  </a:lnTo>
                  <a:lnTo>
                    <a:pt x="838" y="299"/>
                  </a:lnTo>
                  <a:lnTo>
                    <a:pt x="843" y="297"/>
                  </a:lnTo>
                  <a:lnTo>
                    <a:pt x="848" y="296"/>
                  </a:lnTo>
                  <a:lnTo>
                    <a:pt x="854" y="295"/>
                  </a:lnTo>
                  <a:lnTo>
                    <a:pt x="861" y="293"/>
                  </a:lnTo>
                  <a:lnTo>
                    <a:pt x="869" y="290"/>
                  </a:lnTo>
                  <a:lnTo>
                    <a:pt x="877" y="289"/>
                  </a:lnTo>
                  <a:lnTo>
                    <a:pt x="883" y="293"/>
                  </a:lnTo>
                  <a:lnTo>
                    <a:pt x="885" y="301"/>
                  </a:lnTo>
                  <a:lnTo>
                    <a:pt x="886" y="308"/>
                  </a:lnTo>
                  <a:lnTo>
                    <a:pt x="889" y="313"/>
                  </a:lnTo>
                  <a:lnTo>
                    <a:pt x="895" y="314"/>
                  </a:lnTo>
                  <a:lnTo>
                    <a:pt x="903" y="315"/>
                  </a:lnTo>
                  <a:lnTo>
                    <a:pt x="909" y="318"/>
                  </a:lnTo>
                  <a:lnTo>
                    <a:pt x="912" y="322"/>
                  </a:lnTo>
                  <a:lnTo>
                    <a:pt x="913" y="327"/>
                  </a:lnTo>
                  <a:lnTo>
                    <a:pt x="916" y="331"/>
                  </a:lnTo>
                  <a:lnTo>
                    <a:pt x="921" y="335"/>
                  </a:lnTo>
                  <a:lnTo>
                    <a:pt x="925" y="339"/>
                  </a:lnTo>
                  <a:close/>
                </a:path>
              </a:pathLst>
            </a:custGeom>
            <a:solidFill>
              <a:srgbClr val="86D1BC">
                <a:alpha val="32000"/>
              </a:srgbClr>
            </a:solidFill>
            <a:ln>
              <a:noFill/>
            </a:ln>
          </p:spPr>
          <p:txBody>
            <a:bodyPr anchor="ctr"/>
            <a:lstStyle/>
            <a:p>
              <a:pPr algn="ctr">
                <a:buNone/>
              </a:pPr>
            </a:p>
          </p:txBody>
        </p:sp>
        <p:sp>
          <p:nvSpPr>
            <p:cNvPr id="783" name="addition:spatial:165"/>
            <p:cNvSpPr>
              <a:spLocks noGrp="1"/>
            </p:cNvSpPr>
            <p:nvPr/>
          </p:nvSpPr>
          <p:spPr>
            <a:xfrm>
              <a:off x="5648325" y="1666875"/>
              <a:ext cx="1130976" cy="674964"/>
            </a:xfrm>
            <a:custGeom>
              <a:avLst/>
              <a:gdLst/>
              <a:ahLst/>
              <a:cxnLst/>
              <a:rect l="l" t="t" r="r" b="b"/>
              <a:pathLst>
                <a:path w="853" h="399">
                  <a:moveTo>
                    <a:pt x="0" y="0"/>
                  </a:moveTo>
                  <a:moveTo>
                    <a:pt x="852" y="349"/>
                  </a:moveTo>
                  <a:lnTo>
                    <a:pt x="848" y="353"/>
                  </a:lnTo>
                  <a:lnTo>
                    <a:pt x="845" y="357"/>
                  </a:lnTo>
                  <a:lnTo>
                    <a:pt x="844" y="361"/>
                  </a:lnTo>
                  <a:lnTo>
                    <a:pt x="842" y="366"/>
                  </a:lnTo>
                  <a:lnTo>
                    <a:pt x="839" y="370"/>
                  </a:lnTo>
                  <a:lnTo>
                    <a:pt x="833" y="372"/>
                  </a:lnTo>
                  <a:lnTo>
                    <a:pt x="826" y="373"/>
                  </a:lnTo>
                  <a:lnTo>
                    <a:pt x="822" y="376"/>
                  </a:lnTo>
                  <a:lnTo>
                    <a:pt x="821" y="381"/>
                  </a:lnTo>
                  <a:lnTo>
                    <a:pt x="821" y="389"/>
                  </a:lnTo>
                  <a:lnTo>
                    <a:pt x="820" y="396"/>
                  </a:lnTo>
                  <a:lnTo>
                    <a:pt x="815" y="399"/>
                  </a:lnTo>
                  <a:lnTo>
                    <a:pt x="808" y="399"/>
                  </a:lnTo>
                  <a:lnTo>
                    <a:pt x="801" y="397"/>
                  </a:lnTo>
                  <a:lnTo>
                    <a:pt x="795" y="396"/>
                  </a:lnTo>
                  <a:lnTo>
                    <a:pt x="790" y="396"/>
                  </a:lnTo>
                  <a:lnTo>
                    <a:pt x="786" y="395"/>
                  </a:lnTo>
                  <a:lnTo>
                    <a:pt x="781" y="393"/>
                  </a:lnTo>
                  <a:lnTo>
                    <a:pt x="777" y="391"/>
                  </a:lnTo>
                  <a:lnTo>
                    <a:pt x="773" y="392"/>
                  </a:lnTo>
                  <a:lnTo>
                    <a:pt x="768" y="394"/>
                  </a:lnTo>
                  <a:lnTo>
                    <a:pt x="763" y="396"/>
                  </a:lnTo>
                  <a:lnTo>
                    <a:pt x="758" y="394"/>
                  </a:lnTo>
                  <a:lnTo>
                    <a:pt x="756" y="390"/>
                  </a:lnTo>
                  <a:lnTo>
                    <a:pt x="754" y="386"/>
                  </a:lnTo>
                  <a:lnTo>
                    <a:pt x="750" y="383"/>
                  </a:lnTo>
                  <a:lnTo>
                    <a:pt x="745" y="382"/>
                  </a:lnTo>
                  <a:lnTo>
                    <a:pt x="738" y="381"/>
                  </a:lnTo>
                  <a:lnTo>
                    <a:pt x="735" y="377"/>
                  </a:lnTo>
                  <a:lnTo>
                    <a:pt x="736" y="371"/>
                  </a:lnTo>
                  <a:lnTo>
                    <a:pt x="739" y="365"/>
                  </a:lnTo>
                  <a:lnTo>
                    <a:pt x="742" y="360"/>
                  </a:lnTo>
                  <a:lnTo>
                    <a:pt x="741" y="356"/>
                  </a:lnTo>
                  <a:lnTo>
                    <a:pt x="739" y="352"/>
                  </a:lnTo>
                  <a:lnTo>
                    <a:pt x="738" y="349"/>
                  </a:lnTo>
                  <a:lnTo>
                    <a:pt x="736" y="344"/>
                  </a:lnTo>
                  <a:lnTo>
                    <a:pt x="734" y="340"/>
                  </a:lnTo>
                  <a:lnTo>
                    <a:pt x="729" y="335"/>
                  </a:lnTo>
                  <a:lnTo>
                    <a:pt x="726" y="329"/>
                  </a:lnTo>
                  <a:lnTo>
                    <a:pt x="726" y="324"/>
                  </a:lnTo>
                  <a:lnTo>
                    <a:pt x="731" y="321"/>
                  </a:lnTo>
                  <a:lnTo>
                    <a:pt x="738" y="320"/>
                  </a:lnTo>
                  <a:lnTo>
                    <a:pt x="744" y="319"/>
                  </a:lnTo>
                  <a:lnTo>
                    <a:pt x="747" y="316"/>
                  </a:lnTo>
                  <a:lnTo>
                    <a:pt x="748" y="311"/>
                  </a:lnTo>
                  <a:lnTo>
                    <a:pt x="751" y="307"/>
                  </a:lnTo>
                  <a:lnTo>
                    <a:pt x="755" y="305"/>
                  </a:lnTo>
                  <a:lnTo>
                    <a:pt x="761" y="306"/>
                  </a:lnTo>
                  <a:lnTo>
                    <a:pt x="766" y="306"/>
                  </a:lnTo>
                  <a:lnTo>
                    <a:pt x="771" y="305"/>
                  </a:lnTo>
                  <a:lnTo>
                    <a:pt x="775" y="301"/>
                  </a:lnTo>
                  <a:lnTo>
                    <a:pt x="780" y="299"/>
                  </a:lnTo>
                  <a:lnTo>
                    <a:pt x="786" y="297"/>
                  </a:lnTo>
                  <a:lnTo>
                    <a:pt x="792" y="297"/>
                  </a:lnTo>
                  <a:lnTo>
                    <a:pt x="799" y="297"/>
                  </a:lnTo>
                  <a:lnTo>
                    <a:pt x="806" y="297"/>
                  </a:lnTo>
                  <a:lnTo>
                    <a:pt x="812" y="298"/>
                  </a:lnTo>
                  <a:lnTo>
                    <a:pt x="817" y="303"/>
                  </a:lnTo>
                  <a:lnTo>
                    <a:pt x="818" y="310"/>
                  </a:lnTo>
                  <a:lnTo>
                    <a:pt x="819" y="317"/>
                  </a:lnTo>
                  <a:lnTo>
                    <a:pt x="822" y="320"/>
                  </a:lnTo>
                  <a:lnTo>
                    <a:pt x="829" y="320"/>
                  </a:lnTo>
                  <a:lnTo>
                    <a:pt x="837" y="320"/>
                  </a:lnTo>
                  <a:lnTo>
                    <a:pt x="844" y="322"/>
                  </a:lnTo>
                  <a:lnTo>
                    <a:pt x="847" y="326"/>
                  </a:lnTo>
                  <a:lnTo>
                    <a:pt x="848" y="331"/>
                  </a:lnTo>
                  <a:lnTo>
                    <a:pt x="849" y="335"/>
                  </a:lnTo>
                  <a:lnTo>
                    <a:pt x="851" y="339"/>
                  </a:lnTo>
                  <a:lnTo>
                    <a:pt x="853" y="344"/>
                  </a:lnTo>
                  <a:close/>
                </a:path>
              </a:pathLst>
            </a:custGeom>
            <a:solidFill>
              <a:srgbClr val="86D1BC">
                <a:alpha val="32000"/>
              </a:srgbClr>
            </a:solidFill>
            <a:ln>
              <a:noFill/>
            </a:ln>
          </p:spPr>
          <p:txBody>
            <a:bodyPr anchor="ctr"/>
            <a:lstStyle/>
            <a:p>
              <a:pPr algn="ctr">
                <a:buNone/>
              </a:pPr>
            </a:p>
          </p:txBody>
        </p:sp>
        <p:sp>
          <p:nvSpPr>
            <p:cNvPr id="784" name="addition:spatial:166"/>
            <p:cNvSpPr>
              <a:spLocks noGrp="1"/>
            </p:cNvSpPr>
            <p:nvPr/>
          </p:nvSpPr>
          <p:spPr>
            <a:xfrm>
              <a:off x="5648325" y="1666875"/>
              <a:ext cx="1050097" cy="632673"/>
            </a:xfrm>
            <a:custGeom>
              <a:avLst/>
              <a:gdLst/>
              <a:ahLst/>
              <a:cxnLst/>
              <a:rect l="l" t="t" r="r" b="b"/>
              <a:pathLst>
                <a:path w="792" h="374">
                  <a:moveTo>
                    <a:pt x="0" y="0"/>
                  </a:moveTo>
                  <a:moveTo>
                    <a:pt x="792" y="331"/>
                  </a:moveTo>
                  <a:lnTo>
                    <a:pt x="789" y="335"/>
                  </a:lnTo>
                  <a:lnTo>
                    <a:pt x="783" y="338"/>
                  </a:lnTo>
                  <a:lnTo>
                    <a:pt x="776" y="340"/>
                  </a:lnTo>
                  <a:lnTo>
                    <a:pt x="772" y="343"/>
                  </a:lnTo>
                  <a:lnTo>
                    <a:pt x="771" y="346"/>
                  </a:lnTo>
                  <a:lnTo>
                    <a:pt x="771" y="350"/>
                  </a:lnTo>
                  <a:lnTo>
                    <a:pt x="771" y="355"/>
                  </a:lnTo>
                  <a:lnTo>
                    <a:pt x="769" y="358"/>
                  </a:lnTo>
                  <a:lnTo>
                    <a:pt x="766" y="362"/>
                  </a:lnTo>
                  <a:lnTo>
                    <a:pt x="764" y="366"/>
                  </a:lnTo>
                  <a:lnTo>
                    <a:pt x="761" y="370"/>
                  </a:lnTo>
                  <a:lnTo>
                    <a:pt x="757" y="371"/>
                  </a:lnTo>
                  <a:lnTo>
                    <a:pt x="752" y="371"/>
                  </a:lnTo>
                  <a:lnTo>
                    <a:pt x="747" y="369"/>
                  </a:lnTo>
                  <a:lnTo>
                    <a:pt x="743" y="368"/>
                  </a:lnTo>
                  <a:lnTo>
                    <a:pt x="739" y="370"/>
                  </a:lnTo>
                  <a:lnTo>
                    <a:pt x="736" y="373"/>
                  </a:lnTo>
                  <a:lnTo>
                    <a:pt x="732" y="374"/>
                  </a:lnTo>
                  <a:lnTo>
                    <a:pt x="729" y="371"/>
                  </a:lnTo>
                  <a:lnTo>
                    <a:pt x="726" y="367"/>
                  </a:lnTo>
                  <a:lnTo>
                    <a:pt x="724" y="365"/>
                  </a:lnTo>
                  <a:lnTo>
                    <a:pt x="720" y="365"/>
                  </a:lnTo>
                  <a:lnTo>
                    <a:pt x="716" y="367"/>
                  </a:lnTo>
                  <a:lnTo>
                    <a:pt x="710" y="368"/>
                  </a:lnTo>
                  <a:lnTo>
                    <a:pt x="706" y="367"/>
                  </a:lnTo>
                  <a:lnTo>
                    <a:pt x="704" y="364"/>
                  </a:lnTo>
                  <a:lnTo>
                    <a:pt x="701" y="361"/>
                  </a:lnTo>
                  <a:lnTo>
                    <a:pt x="699" y="357"/>
                  </a:lnTo>
                  <a:lnTo>
                    <a:pt x="698" y="353"/>
                  </a:lnTo>
                  <a:lnTo>
                    <a:pt x="699" y="348"/>
                  </a:lnTo>
                  <a:lnTo>
                    <a:pt x="702" y="343"/>
                  </a:lnTo>
                  <a:lnTo>
                    <a:pt x="703" y="340"/>
                  </a:lnTo>
                  <a:lnTo>
                    <a:pt x="700" y="337"/>
                  </a:lnTo>
                  <a:lnTo>
                    <a:pt x="695" y="334"/>
                  </a:lnTo>
                  <a:lnTo>
                    <a:pt x="689" y="331"/>
                  </a:lnTo>
                  <a:lnTo>
                    <a:pt x="688" y="327"/>
                  </a:lnTo>
                  <a:lnTo>
                    <a:pt x="689" y="323"/>
                  </a:lnTo>
                  <a:lnTo>
                    <a:pt x="692" y="320"/>
                  </a:lnTo>
                  <a:lnTo>
                    <a:pt x="693" y="316"/>
                  </a:lnTo>
                  <a:lnTo>
                    <a:pt x="692" y="312"/>
                  </a:lnTo>
                  <a:lnTo>
                    <a:pt x="691" y="308"/>
                  </a:lnTo>
                  <a:lnTo>
                    <a:pt x="693" y="304"/>
                  </a:lnTo>
                  <a:lnTo>
                    <a:pt x="697" y="302"/>
                  </a:lnTo>
                  <a:lnTo>
                    <a:pt x="701" y="301"/>
                  </a:lnTo>
                  <a:lnTo>
                    <a:pt x="705" y="299"/>
                  </a:lnTo>
                  <a:lnTo>
                    <a:pt x="708" y="298"/>
                  </a:lnTo>
                  <a:lnTo>
                    <a:pt x="712" y="296"/>
                  </a:lnTo>
                  <a:lnTo>
                    <a:pt x="716" y="297"/>
                  </a:lnTo>
                  <a:lnTo>
                    <a:pt x="720" y="296"/>
                  </a:lnTo>
                  <a:lnTo>
                    <a:pt x="724" y="294"/>
                  </a:lnTo>
                  <a:lnTo>
                    <a:pt x="727" y="289"/>
                  </a:lnTo>
                  <a:lnTo>
                    <a:pt x="732" y="283"/>
                  </a:lnTo>
                  <a:lnTo>
                    <a:pt x="737" y="281"/>
                  </a:lnTo>
                  <a:lnTo>
                    <a:pt x="742" y="283"/>
                  </a:lnTo>
                  <a:lnTo>
                    <a:pt x="747" y="288"/>
                  </a:lnTo>
                  <a:lnTo>
                    <a:pt x="750" y="292"/>
                  </a:lnTo>
                  <a:lnTo>
                    <a:pt x="754" y="295"/>
                  </a:lnTo>
                  <a:lnTo>
                    <a:pt x="759" y="296"/>
                  </a:lnTo>
                  <a:lnTo>
                    <a:pt x="763" y="297"/>
                  </a:lnTo>
                  <a:lnTo>
                    <a:pt x="766" y="300"/>
                  </a:lnTo>
                  <a:lnTo>
                    <a:pt x="769" y="303"/>
                  </a:lnTo>
                  <a:lnTo>
                    <a:pt x="772" y="305"/>
                  </a:lnTo>
                  <a:lnTo>
                    <a:pt x="777" y="307"/>
                  </a:lnTo>
                  <a:lnTo>
                    <a:pt x="781" y="309"/>
                  </a:lnTo>
                  <a:lnTo>
                    <a:pt x="783" y="312"/>
                  </a:lnTo>
                  <a:lnTo>
                    <a:pt x="783" y="316"/>
                  </a:lnTo>
                  <a:lnTo>
                    <a:pt x="784" y="320"/>
                  </a:lnTo>
                  <a:lnTo>
                    <a:pt x="787" y="323"/>
                  </a:lnTo>
                  <a:lnTo>
                    <a:pt x="790" y="327"/>
                  </a:lnTo>
                  <a:close/>
                </a:path>
              </a:pathLst>
            </a:custGeom>
            <a:solidFill>
              <a:srgbClr val="86D1BC">
                <a:alpha val="32000"/>
              </a:srgbClr>
            </a:solidFill>
            <a:ln>
              <a:noFill/>
            </a:ln>
          </p:spPr>
          <p:txBody>
            <a:bodyPr anchor="ctr"/>
            <a:lstStyle/>
            <a:p>
              <a:pPr algn="ctr">
                <a:buNone/>
              </a:pPr>
            </a:p>
          </p:txBody>
        </p:sp>
        <p:sp>
          <p:nvSpPr>
            <p:cNvPr id="785" name="addition:spatial:167"/>
            <p:cNvSpPr>
              <a:spLocks noGrp="1"/>
            </p:cNvSpPr>
            <p:nvPr/>
          </p:nvSpPr>
          <p:spPr>
            <a:xfrm>
              <a:off x="5648325" y="1666875"/>
              <a:ext cx="1189314" cy="651281"/>
            </a:xfrm>
            <a:custGeom>
              <a:avLst/>
              <a:gdLst/>
              <a:ahLst/>
              <a:cxnLst/>
              <a:rect l="l" t="t" r="r" b="b"/>
              <a:pathLst>
                <a:path w="897" h="385">
                  <a:moveTo>
                    <a:pt x="0" y="0"/>
                  </a:moveTo>
                  <a:moveTo>
                    <a:pt x="896" y="324"/>
                  </a:moveTo>
                  <a:lnTo>
                    <a:pt x="896" y="329"/>
                  </a:lnTo>
                  <a:lnTo>
                    <a:pt x="897" y="334"/>
                  </a:lnTo>
                  <a:lnTo>
                    <a:pt x="895" y="339"/>
                  </a:lnTo>
                  <a:lnTo>
                    <a:pt x="891" y="343"/>
                  </a:lnTo>
                  <a:lnTo>
                    <a:pt x="885" y="346"/>
                  </a:lnTo>
                  <a:lnTo>
                    <a:pt x="881" y="350"/>
                  </a:lnTo>
                  <a:lnTo>
                    <a:pt x="879" y="355"/>
                  </a:lnTo>
                  <a:lnTo>
                    <a:pt x="875" y="359"/>
                  </a:lnTo>
                  <a:lnTo>
                    <a:pt x="869" y="361"/>
                  </a:lnTo>
                  <a:lnTo>
                    <a:pt x="860" y="361"/>
                  </a:lnTo>
                  <a:lnTo>
                    <a:pt x="853" y="362"/>
                  </a:lnTo>
                  <a:lnTo>
                    <a:pt x="849" y="366"/>
                  </a:lnTo>
                  <a:lnTo>
                    <a:pt x="846" y="374"/>
                  </a:lnTo>
                  <a:lnTo>
                    <a:pt x="842" y="381"/>
                  </a:lnTo>
                  <a:lnTo>
                    <a:pt x="835" y="385"/>
                  </a:lnTo>
                  <a:lnTo>
                    <a:pt x="826" y="384"/>
                  </a:lnTo>
                  <a:lnTo>
                    <a:pt x="818" y="380"/>
                  </a:lnTo>
                  <a:lnTo>
                    <a:pt x="811" y="377"/>
                  </a:lnTo>
                  <a:lnTo>
                    <a:pt x="805" y="375"/>
                  </a:lnTo>
                  <a:lnTo>
                    <a:pt x="799" y="373"/>
                  </a:lnTo>
                  <a:lnTo>
                    <a:pt x="794" y="370"/>
                  </a:lnTo>
                  <a:lnTo>
                    <a:pt x="789" y="367"/>
                  </a:lnTo>
                  <a:lnTo>
                    <a:pt x="784" y="366"/>
                  </a:lnTo>
                  <a:lnTo>
                    <a:pt x="777" y="366"/>
                  </a:lnTo>
                  <a:lnTo>
                    <a:pt x="769" y="367"/>
                  </a:lnTo>
                  <a:lnTo>
                    <a:pt x="763" y="365"/>
                  </a:lnTo>
                  <a:lnTo>
                    <a:pt x="761" y="361"/>
                  </a:lnTo>
                  <a:lnTo>
                    <a:pt x="761" y="355"/>
                  </a:lnTo>
                  <a:lnTo>
                    <a:pt x="760" y="350"/>
                  </a:lnTo>
                  <a:lnTo>
                    <a:pt x="755" y="347"/>
                  </a:lnTo>
                  <a:lnTo>
                    <a:pt x="749" y="344"/>
                  </a:lnTo>
                  <a:lnTo>
                    <a:pt x="745" y="340"/>
                  </a:lnTo>
                  <a:lnTo>
                    <a:pt x="748" y="334"/>
                  </a:lnTo>
                  <a:lnTo>
                    <a:pt x="754" y="328"/>
                  </a:lnTo>
                  <a:lnTo>
                    <a:pt x="761" y="324"/>
                  </a:lnTo>
                  <a:lnTo>
                    <a:pt x="764" y="319"/>
                  </a:lnTo>
                  <a:lnTo>
                    <a:pt x="764" y="315"/>
                  </a:lnTo>
                  <a:lnTo>
                    <a:pt x="763" y="310"/>
                  </a:lnTo>
                  <a:lnTo>
                    <a:pt x="763" y="306"/>
                  </a:lnTo>
                  <a:lnTo>
                    <a:pt x="763" y="301"/>
                  </a:lnTo>
                  <a:lnTo>
                    <a:pt x="762" y="295"/>
                  </a:lnTo>
                  <a:lnTo>
                    <a:pt x="760" y="288"/>
                  </a:lnTo>
                  <a:lnTo>
                    <a:pt x="761" y="282"/>
                  </a:lnTo>
                  <a:lnTo>
                    <a:pt x="767" y="279"/>
                  </a:lnTo>
                  <a:lnTo>
                    <a:pt x="776" y="280"/>
                  </a:lnTo>
                  <a:lnTo>
                    <a:pt x="785" y="282"/>
                  </a:lnTo>
                  <a:lnTo>
                    <a:pt x="790" y="281"/>
                  </a:lnTo>
                  <a:lnTo>
                    <a:pt x="793" y="277"/>
                  </a:lnTo>
                  <a:lnTo>
                    <a:pt x="796" y="273"/>
                  </a:lnTo>
                  <a:lnTo>
                    <a:pt x="801" y="271"/>
                  </a:lnTo>
                  <a:lnTo>
                    <a:pt x="806" y="272"/>
                  </a:lnTo>
                  <a:lnTo>
                    <a:pt x="812" y="274"/>
                  </a:lnTo>
                  <a:lnTo>
                    <a:pt x="817" y="274"/>
                  </a:lnTo>
                  <a:lnTo>
                    <a:pt x="823" y="272"/>
                  </a:lnTo>
                  <a:lnTo>
                    <a:pt x="829" y="270"/>
                  </a:lnTo>
                  <a:lnTo>
                    <a:pt x="836" y="270"/>
                  </a:lnTo>
                  <a:lnTo>
                    <a:pt x="842" y="271"/>
                  </a:lnTo>
                  <a:lnTo>
                    <a:pt x="849" y="273"/>
                  </a:lnTo>
                  <a:lnTo>
                    <a:pt x="856" y="274"/>
                  </a:lnTo>
                  <a:lnTo>
                    <a:pt x="863" y="277"/>
                  </a:lnTo>
                  <a:lnTo>
                    <a:pt x="867" y="282"/>
                  </a:lnTo>
                  <a:lnTo>
                    <a:pt x="867" y="289"/>
                  </a:lnTo>
                  <a:lnTo>
                    <a:pt x="865" y="297"/>
                  </a:lnTo>
                  <a:lnTo>
                    <a:pt x="866" y="302"/>
                  </a:lnTo>
                  <a:lnTo>
                    <a:pt x="872" y="304"/>
                  </a:lnTo>
                  <a:lnTo>
                    <a:pt x="882" y="306"/>
                  </a:lnTo>
                  <a:lnTo>
                    <a:pt x="892" y="308"/>
                  </a:lnTo>
                  <a:lnTo>
                    <a:pt x="896" y="313"/>
                  </a:lnTo>
                  <a:lnTo>
                    <a:pt x="897" y="318"/>
                  </a:lnTo>
                  <a:close/>
                </a:path>
              </a:pathLst>
            </a:custGeom>
            <a:solidFill>
              <a:srgbClr val="86D1BC">
                <a:alpha val="32000"/>
              </a:srgbClr>
            </a:solidFill>
            <a:ln>
              <a:noFill/>
            </a:ln>
          </p:spPr>
          <p:txBody>
            <a:bodyPr anchor="ctr"/>
            <a:lstStyle/>
            <a:p>
              <a:pPr algn="ctr">
                <a:buNone/>
              </a:pPr>
            </a:p>
          </p:txBody>
        </p:sp>
        <p:sp>
          <p:nvSpPr>
            <p:cNvPr id="786" name="addition:spatial:168"/>
            <p:cNvSpPr>
              <a:spLocks noGrp="1"/>
            </p:cNvSpPr>
            <p:nvPr/>
          </p:nvSpPr>
          <p:spPr>
            <a:xfrm>
              <a:off x="5648325" y="1666875"/>
              <a:ext cx="1217158" cy="698647"/>
            </a:xfrm>
            <a:custGeom>
              <a:avLst/>
              <a:gdLst/>
              <a:ahLst/>
              <a:cxnLst/>
              <a:rect l="l" t="t" r="r" b="b"/>
              <a:pathLst>
                <a:path w="918" h="413">
                  <a:moveTo>
                    <a:pt x="0" y="0"/>
                  </a:moveTo>
                  <a:moveTo>
                    <a:pt x="914" y="314"/>
                  </a:moveTo>
                  <a:lnTo>
                    <a:pt x="915" y="322"/>
                  </a:lnTo>
                  <a:lnTo>
                    <a:pt x="912" y="329"/>
                  </a:lnTo>
                  <a:lnTo>
                    <a:pt x="909" y="337"/>
                  </a:lnTo>
                  <a:lnTo>
                    <a:pt x="910" y="345"/>
                  </a:lnTo>
                  <a:lnTo>
                    <a:pt x="913" y="354"/>
                  </a:lnTo>
                  <a:lnTo>
                    <a:pt x="912" y="362"/>
                  </a:lnTo>
                  <a:lnTo>
                    <a:pt x="906" y="369"/>
                  </a:lnTo>
                  <a:lnTo>
                    <a:pt x="900" y="374"/>
                  </a:lnTo>
                  <a:lnTo>
                    <a:pt x="895" y="381"/>
                  </a:lnTo>
                  <a:lnTo>
                    <a:pt x="890" y="387"/>
                  </a:lnTo>
                  <a:lnTo>
                    <a:pt x="883" y="392"/>
                  </a:lnTo>
                  <a:lnTo>
                    <a:pt x="872" y="391"/>
                  </a:lnTo>
                  <a:lnTo>
                    <a:pt x="860" y="386"/>
                  </a:lnTo>
                  <a:lnTo>
                    <a:pt x="850" y="382"/>
                  </a:lnTo>
                  <a:lnTo>
                    <a:pt x="844" y="385"/>
                  </a:lnTo>
                  <a:lnTo>
                    <a:pt x="838" y="395"/>
                  </a:lnTo>
                  <a:lnTo>
                    <a:pt x="830" y="407"/>
                  </a:lnTo>
                  <a:lnTo>
                    <a:pt x="819" y="413"/>
                  </a:lnTo>
                  <a:lnTo>
                    <a:pt x="808" y="412"/>
                  </a:lnTo>
                  <a:lnTo>
                    <a:pt x="797" y="407"/>
                  </a:lnTo>
                  <a:lnTo>
                    <a:pt x="787" y="402"/>
                  </a:lnTo>
                  <a:lnTo>
                    <a:pt x="777" y="399"/>
                  </a:lnTo>
                  <a:lnTo>
                    <a:pt x="767" y="394"/>
                  </a:lnTo>
                  <a:lnTo>
                    <a:pt x="760" y="387"/>
                  </a:lnTo>
                  <a:lnTo>
                    <a:pt x="754" y="378"/>
                  </a:lnTo>
                  <a:lnTo>
                    <a:pt x="748" y="372"/>
                  </a:lnTo>
                  <a:lnTo>
                    <a:pt x="738" y="369"/>
                  </a:lnTo>
                  <a:lnTo>
                    <a:pt x="726" y="365"/>
                  </a:lnTo>
                  <a:lnTo>
                    <a:pt x="718" y="360"/>
                  </a:lnTo>
                  <a:lnTo>
                    <a:pt x="716" y="351"/>
                  </a:lnTo>
                  <a:lnTo>
                    <a:pt x="717" y="342"/>
                  </a:lnTo>
                  <a:lnTo>
                    <a:pt x="713" y="335"/>
                  </a:lnTo>
                  <a:lnTo>
                    <a:pt x="703" y="330"/>
                  </a:lnTo>
                  <a:lnTo>
                    <a:pt x="689" y="323"/>
                  </a:lnTo>
                  <a:lnTo>
                    <a:pt x="681" y="314"/>
                  </a:lnTo>
                  <a:lnTo>
                    <a:pt x="684" y="305"/>
                  </a:lnTo>
                  <a:lnTo>
                    <a:pt x="695" y="297"/>
                  </a:lnTo>
                  <a:lnTo>
                    <a:pt x="708" y="291"/>
                  </a:lnTo>
                  <a:lnTo>
                    <a:pt x="717" y="285"/>
                  </a:lnTo>
                  <a:lnTo>
                    <a:pt x="723" y="279"/>
                  </a:lnTo>
                  <a:lnTo>
                    <a:pt x="730" y="273"/>
                  </a:lnTo>
                  <a:lnTo>
                    <a:pt x="738" y="268"/>
                  </a:lnTo>
                  <a:lnTo>
                    <a:pt x="744" y="262"/>
                  </a:lnTo>
                  <a:lnTo>
                    <a:pt x="747" y="253"/>
                  </a:lnTo>
                  <a:lnTo>
                    <a:pt x="749" y="242"/>
                  </a:lnTo>
                  <a:lnTo>
                    <a:pt x="754" y="231"/>
                  </a:lnTo>
                  <a:lnTo>
                    <a:pt x="765" y="227"/>
                  </a:lnTo>
                  <a:lnTo>
                    <a:pt x="778" y="229"/>
                  </a:lnTo>
                  <a:lnTo>
                    <a:pt x="791" y="232"/>
                  </a:lnTo>
                  <a:lnTo>
                    <a:pt x="801" y="231"/>
                  </a:lnTo>
                  <a:lnTo>
                    <a:pt x="810" y="225"/>
                  </a:lnTo>
                  <a:lnTo>
                    <a:pt x="819" y="220"/>
                  </a:lnTo>
                  <a:lnTo>
                    <a:pt x="829" y="221"/>
                  </a:lnTo>
                  <a:lnTo>
                    <a:pt x="838" y="227"/>
                  </a:lnTo>
                  <a:lnTo>
                    <a:pt x="845" y="236"/>
                  </a:lnTo>
                  <a:lnTo>
                    <a:pt x="851" y="241"/>
                  </a:lnTo>
                  <a:lnTo>
                    <a:pt x="859" y="241"/>
                  </a:lnTo>
                  <a:lnTo>
                    <a:pt x="867" y="241"/>
                  </a:lnTo>
                  <a:lnTo>
                    <a:pt x="876" y="243"/>
                  </a:lnTo>
                  <a:lnTo>
                    <a:pt x="883" y="245"/>
                  </a:lnTo>
                  <a:lnTo>
                    <a:pt x="892" y="248"/>
                  </a:lnTo>
                  <a:lnTo>
                    <a:pt x="904" y="249"/>
                  </a:lnTo>
                  <a:lnTo>
                    <a:pt x="914" y="253"/>
                  </a:lnTo>
                  <a:lnTo>
                    <a:pt x="918" y="262"/>
                  </a:lnTo>
                  <a:lnTo>
                    <a:pt x="913" y="273"/>
                  </a:lnTo>
                  <a:lnTo>
                    <a:pt x="903" y="285"/>
                  </a:lnTo>
                  <a:lnTo>
                    <a:pt x="896" y="294"/>
                  </a:lnTo>
                  <a:lnTo>
                    <a:pt x="899" y="300"/>
                  </a:lnTo>
                  <a:lnTo>
                    <a:pt x="907" y="307"/>
                  </a:lnTo>
                  <a:close/>
                </a:path>
              </a:pathLst>
            </a:custGeom>
            <a:solidFill>
              <a:srgbClr val="56BFA2">
                <a:alpha val="37000"/>
              </a:srgbClr>
            </a:solidFill>
            <a:ln>
              <a:noFill/>
            </a:ln>
          </p:spPr>
          <p:txBody>
            <a:bodyPr anchor="ctr"/>
            <a:lstStyle/>
            <a:p>
              <a:pPr algn="ctr">
                <a:buNone/>
              </a:pPr>
            </a:p>
          </p:txBody>
        </p:sp>
        <p:sp>
          <p:nvSpPr>
            <p:cNvPr id="787" name="addition:spatial:169"/>
            <p:cNvSpPr>
              <a:spLocks noGrp="1"/>
            </p:cNvSpPr>
            <p:nvPr/>
          </p:nvSpPr>
          <p:spPr>
            <a:xfrm>
              <a:off x="5648325" y="1666875"/>
              <a:ext cx="1096503" cy="561624"/>
            </a:xfrm>
            <a:custGeom>
              <a:avLst/>
              <a:gdLst/>
              <a:ahLst/>
              <a:cxnLst/>
              <a:rect l="l" t="t" r="r" b="b"/>
              <a:pathLst>
                <a:path w="827" h="332">
                  <a:moveTo>
                    <a:pt x="0" y="0"/>
                  </a:moveTo>
                  <a:moveTo>
                    <a:pt x="818" y="293"/>
                  </a:moveTo>
                  <a:lnTo>
                    <a:pt x="813" y="296"/>
                  </a:lnTo>
                  <a:lnTo>
                    <a:pt x="811" y="298"/>
                  </a:lnTo>
                  <a:lnTo>
                    <a:pt x="811" y="302"/>
                  </a:lnTo>
                  <a:lnTo>
                    <a:pt x="812" y="306"/>
                  </a:lnTo>
                  <a:lnTo>
                    <a:pt x="812" y="309"/>
                  </a:lnTo>
                  <a:lnTo>
                    <a:pt x="811" y="313"/>
                  </a:lnTo>
                  <a:lnTo>
                    <a:pt x="810" y="317"/>
                  </a:lnTo>
                  <a:lnTo>
                    <a:pt x="809" y="321"/>
                  </a:lnTo>
                  <a:lnTo>
                    <a:pt x="807" y="324"/>
                  </a:lnTo>
                  <a:lnTo>
                    <a:pt x="804" y="326"/>
                  </a:lnTo>
                  <a:lnTo>
                    <a:pt x="799" y="326"/>
                  </a:lnTo>
                  <a:lnTo>
                    <a:pt x="794" y="326"/>
                  </a:lnTo>
                  <a:lnTo>
                    <a:pt x="791" y="327"/>
                  </a:lnTo>
                  <a:lnTo>
                    <a:pt x="789" y="330"/>
                  </a:lnTo>
                  <a:lnTo>
                    <a:pt x="786" y="332"/>
                  </a:lnTo>
                  <a:lnTo>
                    <a:pt x="783" y="332"/>
                  </a:lnTo>
                  <a:lnTo>
                    <a:pt x="779" y="330"/>
                  </a:lnTo>
                  <a:lnTo>
                    <a:pt x="776" y="327"/>
                  </a:lnTo>
                  <a:lnTo>
                    <a:pt x="774" y="326"/>
                  </a:lnTo>
                  <a:lnTo>
                    <a:pt x="770" y="328"/>
                  </a:lnTo>
                  <a:lnTo>
                    <a:pt x="766" y="331"/>
                  </a:lnTo>
                  <a:lnTo>
                    <a:pt x="761" y="332"/>
                  </a:lnTo>
                  <a:lnTo>
                    <a:pt x="757" y="331"/>
                  </a:lnTo>
                  <a:lnTo>
                    <a:pt x="754" y="329"/>
                  </a:lnTo>
                  <a:lnTo>
                    <a:pt x="750" y="326"/>
                  </a:lnTo>
                  <a:lnTo>
                    <a:pt x="747" y="324"/>
                  </a:lnTo>
                  <a:lnTo>
                    <a:pt x="746" y="320"/>
                  </a:lnTo>
                  <a:lnTo>
                    <a:pt x="746" y="315"/>
                  </a:lnTo>
                  <a:lnTo>
                    <a:pt x="747" y="310"/>
                  </a:lnTo>
                  <a:lnTo>
                    <a:pt x="747" y="307"/>
                  </a:lnTo>
                  <a:lnTo>
                    <a:pt x="743" y="305"/>
                  </a:lnTo>
                  <a:lnTo>
                    <a:pt x="737" y="303"/>
                  </a:lnTo>
                  <a:lnTo>
                    <a:pt x="732" y="300"/>
                  </a:lnTo>
                  <a:lnTo>
                    <a:pt x="730" y="296"/>
                  </a:lnTo>
                  <a:lnTo>
                    <a:pt x="732" y="293"/>
                  </a:lnTo>
                  <a:lnTo>
                    <a:pt x="733" y="289"/>
                  </a:lnTo>
                  <a:lnTo>
                    <a:pt x="732" y="286"/>
                  </a:lnTo>
                  <a:lnTo>
                    <a:pt x="730" y="282"/>
                  </a:lnTo>
                  <a:lnTo>
                    <a:pt x="729" y="277"/>
                  </a:lnTo>
                  <a:lnTo>
                    <a:pt x="731" y="274"/>
                  </a:lnTo>
                  <a:lnTo>
                    <a:pt x="735" y="272"/>
                  </a:lnTo>
                  <a:lnTo>
                    <a:pt x="738" y="270"/>
                  </a:lnTo>
                  <a:lnTo>
                    <a:pt x="741" y="267"/>
                  </a:lnTo>
                  <a:lnTo>
                    <a:pt x="745" y="265"/>
                  </a:lnTo>
                  <a:lnTo>
                    <a:pt x="749" y="264"/>
                  </a:lnTo>
                  <a:lnTo>
                    <a:pt x="753" y="264"/>
                  </a:lnTo>
                  <a:lnTo>
                    <a:pt x="757" y="263"/>
                  </a:lnTo>
                  <a:lnTo>
                    <a:pt x="759" y="260"/>
                  </a:lnTo>
                  <a:lnTo>
                    <a:pt x="762" y="254"/>
                  </a:lnTo>
                  <a:lnTo>
                    <a:pt x="765" y="248"/>
                  </a:lnTo>
                  <a:lnTo>
                    <a:pt x="770" y="246"/>
                  </a:lnTo>
                  <a:lnTo>
                    <a:pt x="775" y="248"/>
                  </a:lnTo>
                  <a:lnTo>
                    <a:pt x="780" y="252"/>
                  </a:lnTo>
                  <a:lnTo>
                    <a:pt x="784" y="255"/>
                  </a:lnTo>
                  <a:lnTo>
                    <a:pt x="788" y="256"/>
                  </a:lnTo>
                  <a:lnTo>
                    <a:pt x="793" y="256"/>
                  </a:lnTo>
                  <a:lnTo>
                    <a:pt x="796" y="258"/>
                  </a:lnTo>
                  <a:lnTo>
                    <a:pt x="800" y="260"/>
                  </a:lnTo>
                  <a:lnTo>
                    <a:pt x="802" y="262"/>
                  </a:lnTo>
                  <a:lnTo>
                    <a:pt x="806" y="264"/>
                  </a:lnTo>
                  <a:lnTo>
                    <a:pt x="810" y="265"/>
                  </a:lnTo>
                  <a:lnTo>
                    <a:pt x="813" y="266"/>
                  </a:lnTo>
                  <a:lnTo>
                    <a:pt x="815" y="269"/>
                  </a:lnTo>
                  <a:lnTo>
                    <a:pt x="816" y="273"/>
                  </a:lnTo>
                  <a:lnTo>
                    <a:pt x="818" y="276"/>
                  </a:lnTo>
                  <a:lnTo>
                    <a:pt x="822" y="278"/>
                  </a:lnTo>
                  <a:lnTo>
                    <a:pt x="826" y="281"/>
                  </a:lnTo>
                  <a:lnTo>
                    <a:pt x="827" y="284"/>
                  </a:lnTo>
                  <a:lnTo>
                    <a:pt x="824" y="289"/>
                  </a:lnTo>
                  <a:close/>
                </a:path>
              </a:pathLst>
            </a:custGeom>
            <a:solidFill>
              <a:srgbClr val="41B796">
                <a:alpha val="36000"/>
              </a:srgbClr>
            </a:solidFill>
            <a:ln>
              <a:noFill/>
            </a:ln>
          </p:spPr>
          <p:txBody>
            <a:bodyPr anchor="ctr"/>
            <a:lstStyle/>
            <a:p>
              <a:pPr algn="ctr">
                <a:buNone/>
              </a:pPr>
            </a:p>
          </p:txBody>
        </p:sp>
        <p:sp>
          <p:nvSpPr>
            <p:cNvPr id="788" name="addition:spatial:170"/>
            <p:cNvSpPr>
              <a:spLocks noGrp="1"/>
            </p:cNvSpPr>
            <p:nvPr/>
          </p:nvSpPr>
          <p:spPr>
            <a:xfrm>
              <a:off x="5648325" y="1666875"/>
              <a:ext cx="1168100" cy="531175"/>
            </a:xfrm>
            <a:custGeom>
              <a:avLst/>
              <a:gdLst/>
              <a:ahLst/>
              <a:cxnLst/>
              <a:rect l="l" t="t" r="r" b="b"/>
              <a:pathLst>
                <a:path w="881" h="314">
                  <a:moveTo>
                    <a:pt x="0" y="0"/>
                  </a:moveTo>
                  <a:moveTo>
                    <a:pt x="879" y="281"/>
                  </a:moveTo>
                  <a:lnTo>
                    <a:pt x="881" y="284"/>
                  </a:lnTo>
                  <a:lnTo>
                    <a:pt x="880" y="287"/>
                  </a:lnTo>
                  <a:lnTo>
                    <a:pt x="877" y="289"/>
                  </a:lnTo>
                  <a:lnTo>
                    <a:pt x="873" y="291"/>
                  </a:lnTo>
                  <a:lnTo>
                    <a:pt x="871" y="293"/>
                  </a:lnTo>
                  <a:lnTo>
                    <a:pt x="871" y="296"/>
                  </a:lnTo>
                  <a:lnTo>
                    <a:pt x="871" y="299"/>
                  </a:lnTo>
                  <a:lnTo>
                    <a:pt x="869" y="301"/>
                  </a:lnTo>
                  <a:lnTo>
                    <a:pt x="865" y="302"/>
                  </a:lnTo>
                  <a:lnTo>
                    <a:pt x="861" y="302"/>
                  </a:lnTo>
                  <a:lnTo>
                    <a:pt x="857" y="302"/>
                  </a:lnTo>
                  <a:lnTo>
                    <a:pt x="855" y="305"/>
                  </a:lnTo>
                  <a:lnTo>
                    <a:pt x="853" y="308"/>
                  </a:lnTo>
                  <a:lnTo>
                    <a:pt x="851" y="311"/>
                  </a:lnTo>
                  <a:lnTo>
                    <a:pt x="847" y="312"/>
                  </a:lnTo>
                  <a:lnTo>
                    <a:pt x="843" y="313"/>
                  </a:lnTo>
                  <a:lnTo>
                    <a:pt x="840" y="314"/>
                  </a:lnTo>
                  <a:lnTo>
                    <a:pt x="836" y="314"/>
                  </a:lnTo>
                  <a:lnTo>
                    <a:pt x="832" y="313"/>
                  </a:lnTo>
                  <a:lnTo>
                    <a:pt x="829" y="309"/>
                  </a:lnTo>
                  <a:lnTo>
                    <a:pt x="827" y="305"/>
                  </a:lnTo>
                  <a:lnTo>
                    <a:pt x="825" y="303"/>
                  </a:lnTo>
                  <a:lnTo>
                    <a:pt x="822" y="303"/>
                  </a:lnTo>
                  <a:lnTo>
                    <a:pt x="818" y="304"/>
                  </a:lnTo>
                  <a:lnTo>
                    <a:pt x="814" y="305"/>
                  </a:lnTo>
                  <a:lnTo>
                    <a:pt x="811" y="304"/>
                  </a:lnTo>
                  <a:lnTo>
                    <a:pt x="810" y="301"/>
                  </a:lnTo>
                  <a:lnTo>
                    <a:pt x="809" y="298"/>
                  </a:lnTo>
                  <a:lnTo>
                    <a:pt x="808" y="296"/>
                  </a:lnTo>
                  <a:lnTo>
                    <a:pt x="805" y="294"/>
                  </a:lnTo>
                  <a:lnTo>
                    <a:pt x="804" y="292"/>
                  </a:lnTo>
                  <a:lnTo>
                    <a:pt x="804" y="289"/>
                  </a:lnTo>
                  <a:lnTo>
                    <a:pt x="805" y="286"/>
                  </a:lnTo>
                  <a:lnTo>
                    <a:pt x="806" y="283"/>
                  </a:lnTo>
                  <a:lnTo>
                    <a:pt x="806" y="281"/>
                  </a:lnTo>
                  <a:lnTo>
                    <a:pt x="807" y="278"/>
                  </a:lnTo>
                  <a:lnTo>
                    <a:pt x="809" y="276"/>
                  </a:lnTo>
                  <a:lnTo>
                    <a:pt x="812" y="274"/>
                  </a:lnTo>
                  <a:lnTo>
                    <a:pt x="815" y="272"/>
                  </a:lnTo>
                  <a:lnTo>
                    <a:pt x="814" y="269"/>
                  </a:lnTo>
                  <a:lnTo>
                    <a:pt x="812" y="265"/>
                  </a:lnTo>
                  <a:lnTo>
                    <a:pt x="810" y="261"/>
                  </a:lnTo>
                  <a:lnTo>
                    <a:pt x="811" y="257"/>
                  </a:lnTo>
                  <a:lnTo>
                    <a:pt x="814" y="256"/>
                  </a:lnTo>
                  <a:lnTo>
                    <a:pt x="818" y="256"/>
                  </a:lnTo>
                  <a:lnTo>
                    <a:pt x="822" y="256"/>
                  </a:lnTo>
                  <a:lnTo>
                    <a:pt x="824" y="255"/>
                  </a:lnTo>
                  <a:lnTo>
                    <a:pt x="827" y="254"/>
                  </a:lnTo>
                  <a:lnTo>
                    <a:pt x="829" y="254"/>
                  </a:lnTo>
                  <a:lnTo>
                    <a:pt x="832" y="254"/>
                  </a:lnTo>
                  <a:lnTo>
                    <a:pt x="834" y="254"/>
                  </a:lnTo>
                  <a:lnTo>
                    <a:pt x="836" y="253"/>
                  </a:lnTo>
                  <a:lnTo>
                    <a:pt x="839" y="251"/>
                  </a:lnTo>
                  <a:lnTo>
                    <a:pt x="842" y="250"/>
                  </a:lnTo>
                  <a:lnTo>
                    <a:pt x="845" y="251"/>
                  </a:lnTo>
                  <a:lnTo>
                    <a:pt x="847" y="253"/>
                  </a:lnTo>
                  <a:lnTo>
                    <a:pt x="850" y="254"/>
                  </a:lnTo>
                  <a:lnTo>
                    <a:pt x="853" y="254"/>
                  </a:lnTo>
                  <a:lnTo>
                    <a:pt x="858" y="253"/>
                  </a:lnTo>
                  <a:lnTo>
                    <a:pt x="862" y="254"/>
                  </a:lnTo>
                  <a:lnTo>
                    <a:pt x="864" y="257"/>
                  </a:lnTo>
                  <a:lnTo>
                    <a:pt x="864" y="261"/>
                  </a:lnTo>
                  <a:lnTo>
                    <a:pt x="863" y="265"/>
                  </a:lnTo>
                  <a:lnTo>
                    <a:pt x="863" y="268"/>
                  </a:lnTo>
                  <a:lnTo>
                    <a:pt x="866" y="269"/>
                  </a:lnTo>
                  <a:lnTo>
                    <a:pt x="869" y="271"/>
                  </a:lnTo>
                  <a:lnTo>
                    <a:pt x="871" y="273"/>
                  </a:lnTo>
                  <a:lnTo>
                    <a:pt x="873" y="276"/>
                  </a:lnTo>
                  <a:lnTo>
                    <a:pt x="876" y="278"/>
                  </a:lnTo>
                  <a:close/>
                </a:path>
              </a:pathLst>
            </a:custGeom>
            <a:solidFill>
              <a:srgbClr val="41B796">
                <a:alpha val="36000"/>
              </a:srgbClr>
            </a:solidFill>
            <a:ln>
              <a:noFill/>
            </a:ln>
          </p:spPr>
          <p:txBody>
            <a:bodyPr anchor="ctr"/>
            <a:lstStyle/>
            <a:p>
              <a:pPr algn="ctr">
                <a:buNone/>
              </a:pPr>
            </a:p>
          </p:txBody>
        </p:sp>
        <p:sp>
          <p:nvSpPr>
            <p:cNvPr id="789" name="addition:spatial:171"/>
            <p:cNvSpPr>
              <a:spLocks noGrp="1"/>
            </p:cNvSpPr>
            <p:nvPr/>
          </p:nvSpPr>
          <p:spPr>
            <a:xfrm>
              <a:off x="5648325" y="1666875"/>
              <a:ext cx="1223787" cy="639440"/>
            </a:xfrm>
            <a:custGeom>
              <a:avLst/>
              <a:gdLst/>
              <a:ahLst/>
              <a:cxnLst/>
              <a:rect l="l" t="t" r="r" b="b"/>
              <a:pathLst>
                <a:path w="923" h="378">
                  <a:moveTo>
                    <a:pt x="0" y="0"/>
                  </a:moveTo>
                  <a:moveTo>
                    <a:pt x="912" y="333"/>
                  </a:moveTo>
                  <a:lnTo>
                    <a:pt x="918" y="337"/>
                  </a:lnTo>
                  <a:lnTo>
                    <a:pt x="923" y="341"/>
                  </a:lnTo>
                  <a:lnTo>
                    <a:pt x="922" y="345"/>
                  </a:lnTo>
                  <a:lnTo>
                    <a:pt x="917" y="348"/>
                  </a:lnTo>
                  <a:lnTo>
                    <a:pt x="912" y="350"/>
                  </a:lnTo>
                  <a:lnTo>
                    <a:pt x="908" y="352"/>
                  </a:lnTo>
                  <a:lnTo>
                    <a:pt x="906" y="355"/>
                  </a:lnTo>
                  <a:lnTo>
                    <a:pt x="904" y="358"/>
                  </a:lnTo>
                  <a:lnTo>
                    <a:pt x="901" y="360"/>
                  </a:lnTo>
                  <a:lnTo>
                    <a:pt x="897" y="361"/>
                  </a:lnTo>
                  <a:lnTo>
                    <a:pt x="894" y="363"/>
                  </a:lnTo>
                  <a:lnTo>
                    <a:pt x="891" y="367"/>
                  </a:lnTo>
                  <a:lnTo>
                    <a:pt x="888" y="370"/>
                  </a:lnTo>
                  <a:lnTo>
                    <a:pt x="883" y="372"/>
                  </a:lnTo>
                  <a:lnTo>
                    <a:pt x="878" y="371"/>
                  </a:lnTo>
                  <a:lnTo>
                    <a:pt x="873" y="371"/>
                  </a:lnTo>
                  <a:lnTo>
                    <a:pt x="869" y="372"/>
                  </a:lnTo>
                  <a:lnTo>
                    <a:pt x="864" y="376"/>
                  </a:lnTo>
                  <a:lnTo>
                    <a:pt x="858" y="378"/>
                  </a:lnTo>
                  <a:lnTo>
                    <a:pt x="853" y="377"/>
                  </a:lnTo>
                  <a:lnTo>
                    <a:pt x="849" y="372"/>
                  </a:lnTo>
                  <a:lnTo>
                    <a:pt x="847" y="366"/>
                  </a:lnTo>
                  <a:lnTo>
                    <a:pt x="845" y="362"/>
                  </a:lnTo>
                  <a:lnTo>
                    <a:pt x="841" y="361"/>
                  </a:lnTo>
                  <a:lnTo>
                    <a:pt x="837" y="361"/>
                  </a:lnTo>
                  <a:lnTo>
                    <a:pt x="833" y="360"/>
                  </a:lnTo>
                  <a:lnTo>
                    <a:pt x="829" y="358"/>
                  </a:lnTo>
                  <a:lnTo>
                    <a:pt x="825" y="357"/>
                  </a:lnTo>
                  <a:lnTo>
                    <a:pt x="821" y="355"/>
                  </a:lnTo>
                  <a:lnTo>
                    <a:pt x="817" y="352"/>
                  </a:lnTo>
                  <a:lnTo>
                    <a:pt x="815" y="349"/>
                  </a:lnTo>
                  <a:lnTo>
                    <a:pt x="817" y="344"/>
                  </a:lnTo>
                  <a:lnTo>
                    <a:pt x="821" y="340"/>
                  </a:lnTo>
                  <a:lnTo>
                    <a:pt x="824" y="336"/>
                  </a:lnTo>
                  <a:lnTo>
                    <a:pt x="823" y="333"/>
                  </a:lnTo>
                  <a:lnTo>
                    <a:pt x="821" y="330"/>
                  </a:lnTo>
                  <a:lnTo>
                    <a:pt x="821" y="326"/>
                  </a:lnTo>
                  <a:lnTo>
                    <a:pt x="824" y="323"/>
                  </a:lnTo>
                  <a:lnTo>
                    <a:pt x="829" y="320"/>
                  </a:lnTo>
                  <a:lnTo>
                    <a:pt x="833" y="318"/>
                  </a:lnTo>
                  <a:lnTo>
                    <a:pt x="835" y="315"/>
                  </a:lnTo>
                  <a:lnTo>
                    <a:pt x="834" y="311"/>
                  </a:lnTo>
                  <a:lnTo>
                    <a:pt x="834" y="306"/>
                  </a:lnTo>
                  <a:lnTo>
                    <a:pt x="835" y="302"/>
                  </a:lnTo>
                  <a:lnTo>
                    <a:pt x="838" y="299"/>
                  </a:lnTo>
                  <a:lnTo>
                    <a:pt x="842" y="297"/>
                  </a:lnTo>
                  <a:lnTo>
                    <a:pt x="845" y="295"/>
                  </a:lnTo>
                  <a:lnTo>
                    <a:pt x="849" y="294"/>
                  </a:lnTo>
                  <a:lnTo>
                    <a:pt x="854" y="295"/>
                  </a:lnTo>
                  <a:lnTo>
                    <a:pt x="859" y="298"/>
                  </a:lnTo>
                  <a:lnTo>
                    <a:pt x="862" y="301"/>
                  </a:lnTo>
                  <a:lnTo>
                    <a:pt x="865" y="301"/>
                  </a:lnTo>
                  <a:lnTo>
                    <a:pt x="868" y="297"/>
                  </a:lnTo>
                  <a:lnTo>
                    <a:pt x="872" y="293"/>
                  </a:lnTo>
                  <a:lnTo>
                    <a:pt x="876" y="292"/>
                  </a:lnTo>
                  <a:lnTo>
                    <a:pt x="879" y="293"/>
                  </a:lnTo>
                  <a:lnTo>
                    <a:pt x="882" y="296"/>
                  </a:lnTo>
                  <a:lnTo>
                    <a:pt x="885" y="299"/>
                  </a:lnTo>
                  <a:lnTo>
                    <a:pt x="890" y="299"/>
                  </a:lnTo>
                  <a:lnTo>
                    <a:pt x="894" y="300"/>
                  </a:lnTo>
                  <a:lnTo>
                    <a:pt x="898" y="302"/>
                  </a:lnTo>
                  <a:lnTo>
                    <a:pt x="900" y="306"/>
                  </a:lnTo>
                  <a:lnTo>
                    <a:pt x="901" y="310"/>
                  </a:lnTo>
                  <a:lnTo>
                    <a:pt x="903" y="313"/>
                  </a:lnTo>
                  <a:lnTo>
                    <a:pt x="905" y="316"/>
                  </a:lnTo>
                  <a:lnTo>
                    <a:pt x="906" y="320"/>
                  </a:lnTo>
                  <a:lnTo>
                    <a:pt x="906" y="324"/>
                  </a:lnTo>
                  <a:lnTo>
                    <a:pt x="905" y="327"/>
                  </a:lnTo>
                  <a:lnTo>
                    <a:pt x="907" y="330"/>
                  </a:lnTo>
                  <a:close/>
                </a:path>
              </a:pathLst>
            </a:custGeom>
            <a:solidFill>
              <a:srgbClr val="41B796">
                <a:alpha val="36000"/>
              </a:srgbClr>
            </a:solidFill>
            <a:ln>
              <a:noFill/>
            </a:ln>
          </p:spPr>
          <p:txBody>
            <a:bodyPr anchor="ctr"/>
            <a:lstStyle/>
            <a:p>
              <a:pPr algn="ctr">
                <a:buNone/>
              </a:pPr>
            </a:p>
          </p:txBody>
        </p:sp>
        <p:sp>
          <p:nvSpPr>
            <p:cNvPr id="790" name="addition:spatial:172"/>
            <p:cNvSpPr>
              <a:spLocks noGrp="1"/>
            </p:cNvSpPr>
            <p:nvPr/>
          </p:nvSpPr>
          <p:spPr>
            <a:xfrm>
              <a:off x="5648325" y="1666875"/>
              <a:ext cx="1125672" cy="666506"/>
            </a:xfrm>
            <a:custGeom>
              <a:avLst/>
              <a:gdLst/>
              <a:ahLst/>
              <a:cxnLst/>
              <a:rect l="l" t="t" r="r" b="b"/>
              <a:pathLst>
                <a:path w="849" h="394">
                  <a:moveTo>
                    <a:pt x="0" y="0"/>
                  </a:moveTo>
                  <a:moveTo>
                    <a:pt x="848" y="356"/>
                  </a:moveTo>
                  <a:lnTo>
                    <a:pt x="845" y="359"/>
                  </a:lnTo>
                  <a:lnTo>
                    <a:pt x="844" y="361"/>
                  </a:lnTo>
                  <a:lnTo>
                    <a:pt x="845" y="365"/>
                  </a:lnTo>
                  <a:lnTo>
                    <a:pt x="846" y="368"/>
                  </a:lnTo>
                  <a:lnTo>
                    <a:pt x="844" y="371"/>
                  </a:lnTo>
                  <a:lnTo>
                    <a:pt x="840" y="373"/>
                  </a:lnTo>
                  <a:lnTo>
                    <a:pt x="834" y="374"/>
                  </a:lnTo>
                  <a:lnTo>
                    <a:pt x="829" y="374"/>
                  </a:lnTo>
                  <a:lnTo>
                    <a:pt x="827" y="376"/>
                  </a:lnTo>
                  <a:lnTo>
                    <a:pt x="825" y="380"/>
                  </a:lnTo>
                  <a:lnTo>
                    <a:pt x="823" y="383"/>
                  </a:lnTo>
                  <a:lnTo>
                    <a:pt x="821" y="385"/>
                  </a:lnTo>
                  <a:lnTo>
                    <a:pt x="817" y="388"/>
                  </a:lnTo>
                  <a:lnTo>
                    <a:pt x="814" y="390"/>
                  </a:lnTo>
                  <a:lnTo>
                    <a:pt x="810" y="393"/>
                  </a:lnTo>
                  <a:lnTo>
                    <a:pt x="805" y="394"/>
                  </a:lnTo>
                  <a:lnTo>
                    <a:pt x="801" y="392"/>
                  </a:lnTo>
                  <a:lnTo>
                    <a:pt x="797" y="388"/>
                  </a:lnTo>
                  <a:lnTo>
                    <a:pt x="794" y="384"/>
                  </a:lnTo>
                  <a:lnTo>
                    <a:pt x="790" y="384"/>
                  </a:lnTo>
                  <a:lnTo>
                    <a:pt x="787" y="385"/>
                  </a:lnTo>
                  <a:lnTo>
                    <a:pt x="782" y="386"/>
                  </a:lnTo>
                  <a:lnTo>
                    <a:pt x="779" y="386"/>
                  </a:lnTo>
                  <a:lnTo>
                    <a:pt x="777" y="383"/>
                  </a:lnTo>
                  <a:lnTo>
                    <a:pt x="775" y="380"/>
                  </a:lnTo>
                  <a:lnTo>
                    <a:pt x="773" y="379"/>
                  </a:lnTo>
                  <a:lnTo>
                    <a:pt x="770" y="378"/>
                  </a:lnTo>
                  <a:lnTo>
                    <a:pt x="766" y="377"/>
                  </a:lnTo>
                  <a:lnTo>
                    <a:pt x="764" y="374"/>
                  </a:lnTo>
                  <a:lnTo>
                    <a:pt x="763" y="371"/>
                  </a:lnTo>
                  <a:lnTo>
                    <a:pt x="763" y="368"/>
                  </a:lnTo>
                  <a:lnTo>
                    <a:pt x="762" y="365"/>
                  </a:lnTo>
                  <a:lnTo>
                    <a:pt x="762" y="362"/>
                  </a:lnTo>
                  <a:lnTo>
                    <a:pt x="764" y="359"/>
                  </a:lnTo>
                  <a:lnTo>
                    <a:pt x="768" y="356"/>
                  </a:lnTo>
                  <a:lnTo>
                    <a:pt x="772" y="353"/>
                  </a:lnTo>
                  <a:lnTo>
                    <a:pt x="772" y="351"/>
                  </a:lnTo>
                  <a:lnTo>
                    <a:pt x="769" y="348"/>
                  </a:lnTo>
                  <a:lnTo>
                    <a:pt x="765" y="344"/>
                  </a:lnTo>
                  <a:lnTo>
                    <a:pt x="763" y="339"/>
                  </a:lnTo>
                  <a:lnTo>
                    <a:pt x="765" y="336"/>
                  </a:lnTo>
                  <a:lnTo>
                    <a:pt x="768" y="334"/>
                  </a:lnTo>
                  <a:lnTo>
                    <a:pt x="772" y="333"/>
                  </a:lnTo>
                  <a:lnTo>
                    <a:pt x="774" y="331"/>
                  </a:lnTo>
                  <a:lnTo>
                    <a:pt x="776" y="329"/>
                  </a:lnTo>
                  <a:lnTo>
                    <a:pt x="779" y="327"/>
                  </a:lnTo>
                  <a:lnTo>
                    <a:pt x="782" y="327"/>
                  </a:lnTo>
                  <a:lnTo>
                    <a:pt x="786" y="327"/>
                  </a:lnTo>
                  <a:lnTo>
                    <a:pt x="788" y="326"/>
                  </a:lnTo>
                  <a:lnTo>
                    <a:pt x="791" y="324"/>
                  </a:lnTo>
                  <a:lnTo>
                    <a:pt x="794" y="323"/>
                  </a:lnTo>
                  <a:lnTo>
                    <a:pt x="797" y="323"/>
                  </a:lnTo>
                  <a:lnTo>
                    <a:pt x="800" y="325"/>
                  </a:lnTo>
                  <a:lnTo>
                    <a:pt x="803" y="326"/>
                  </a:lnTo>
                  <a:lnTo>
                    <a:pt x="807" y="324"/>
                  </a:lnTo>
                  <a:lnTo>
                    <a:pt x="812" y="321"/>
                  </a:lnTo>
                  <a:lnTo>
                    <a:pt x="817" y="319"/>
                  </a:lnTo>
                  <a:lnTo>
                    <a:pt x="821" y="321"/>
                  </a:lnTo>
                  <a:lnTo>
                    <a:pt x="824" y="325"/>
                  </a:lnTo>
                  <a:lnTo>
                    <a:pt x="824" y="330"/>
                  </a:lnTo>
                  <a:lnTo>
                    <a:pt x="826" y="334"/>
                  </a:lnTo>
                  <a:lnTo>
                    <a:pt x="828" y="336"/>
                  </a:lnTo>
                  <a:lnTo>
                    <a:pt x="831" y="338"/>
                  </a:lnTo>
                  <a:lnTo>
                    <a:pt x="833" y="340"/>
                  </a:lnTo>
                  <a:lnTo>
                    <a:pt x="836" y="342"/>
                  </a:lnTo>
                  <a:lnTo>
                    <a:pt x="839" y="345"/>
                  </a:lnTo>
                  <a:lnTo>
                    <a:pt x="843" y="347"/>
                  </a:lnTo>
                  <a:lnTo>
                    <a:pt x="847" y="349"/>
                  </a:lnTo>
                  <a:lnTo>
                    <a:pt x="849" y="352"/>
                  </a:lnTo>
                  <a:close/>
                </a:path>
              </a:pathLst>
            </a:custGeom>
            <a:solidFill>
              <a:srgbClr val="41B796">
                <a:alpha val="36000"/>
              </a:srgbClr>
            </a:solidFill>
            <a:ln>
              <a:noFill/>
            </a:ln>
          </p:spPr>
          <p:txBody>
            <a:bodyPr anchor="ctr"/>
            <a:lstStyle/>
            <a:p>
              <a:pPr algn="ctr">
                <a:buNone/>
              </a:pPr>
            </a:p>
          </p:txBody>
        </p:sp>
        <p:sp>
          <p:nvSpPr>
            <p:cNvPr id="791" name="addition:spatial:173"/>
            <p:cNvSpPr>
              <a:spLocks noGrp="1"/>
            </p:cNvSpPr>
            <p:nvPr/>
          </p:nvSpPr>
          <p:spPr>
            <a:xfrm>
              <a:off x="5648325" y="1666875"/>
              <a:ext cx="1083244" cy="549783"/>
            </a:xfrm>
            <a:custGeom>
              <a:avLst/>
              <a:gdLst/>
              <a:ahLst/>
              <a:cxnLst/>
              <a:rect l="l" t="t" r="r" b="b"/>
              <a:pathLst>
                <a:path w="817" h="325">
                  <a:moveTo>
                    <a:pt x="0" y="0"/>
                  </a:moveTo>
                  <a:moveTo>
                    <a:pt x="812" y="296"/>
                  </a:moveTo>
                  <a:lnTo>
                    <a:pt x="811" y="299"/>
                  </a:lnTo>
                  <a:lnTo>
                    <a:pt x="809" y="301"/>
                  </a:lnTo>
                  <a:lnTo>
                    <a:pt x="806" y="303"/>
                  </a:lnTo>
                  <a:lnTo>
                    <a:pt x="804" y="305"/>
                  </a:lnTo>
                  <a:lnTo>
                    <a:pt x="804" y="307"/>
                  </a:lnTo>
                  <a:lnTo>
                    <a:pt x="805" y="311"/>
                  </a:lnTo>
                  <a:lnTo>
                    <a:pt x="807" y="315"/>
                  </a:lnTo>
                  <a:lnTo>
                    <a:pt x="807" y="319"/>
                  </a:lnTo>
                  <a:lnTo>
                    <a:pt x="804" y="321"/>
                  </a:lnTo>
                  <a:lnTo>
                    <a:pt x="800" y="321"/>
                  </a:lnTo>
                  <a:lnTo>
                    <a:pt x="796" y="320"/>
                  </a:lnTo>
                  <a:lnTo>
                    <a:pt x="794" y="321"/>
                  </a:lnTo>
                  <a:lnTo>
                    <a:pt x="792" y="323"/>
                  </a:lnTo>
                  <a:lnTo>
                    <a:pt x="790" y="325"/>
                  </a:lnTo>
                  <a:lnTo>
                    <a:pt x="788" y="325"/>
                  </a:lnTo>
                  <a:lnTo>
                    <a:pt x="785" y="324"/>
                  </a:lnTo>
                  <a:lnTo>
                    <a:pt x="783" y="323"/>
                  </a:lnTo>
                  <a:lnTo>
                    <a:pt x="781" y="324"/>
                  </a:lnTo>
                  <a:lnTo>
                    <a:pt x="778" y="324"/>
                  </a:lnTo>
                  <a:lnTo>
                    <a:pt x="776" y="324"/>
                  </a:lnTo>
                  <a:lnTo>
                    <a:pt x="774" y="324"/>
                  </a:lnTo>
                  <a:lnTo>
                    <a:pt x="771" y="323"/>
                  </a:lnTo>
                  <a:lnTo>
                    <a:pt x="768" y="323"/>
                  </a:lnTo>
                  <a:lnTo>
                    <a:pt x="764" y="324"/>
                  </a:lnTo>
                  <a:lnTo>
                    <a:pt x="760" y="324"/>
                  </a:lnTo>
                  <a:lnTo>
                    <a:pt x="758" y="321"/>
                  </a:lnTo>
                  <a:lnTo>
                    <a:pt x="759" y="316"/>
                  </a:lnTo>
                  <a:lnTo>
                    <a:pt x="760" y="312"/>
                  </a:lnTo>
                  <a:lnTo>
                    <a:pt x="760" y="309"/>
                  </a:lnTo>
                  <a:lnTo>
                    <a:pt x="758" y="307"/>
                  </a:lnTo>
                  <a:lnTo>
                    <a:pt x="755" y="306"/>
                  </a:lnTo>
                  <a:lnTo>
                    <a:pt x="752" y="304"/>
                  </a:lnTo>
                  <a:lnTo>
                    <a:pt x="750" y="301"/>
                  </a:lnTo>
                  <a:lnTo>
                    <a:pt x="749" y="299"/>
                  </a:lnTo>
                  <a:lnTo>
                    <a:pt x="748" y="296"/>
                  </a:lnTo>
                  <a:lnTo>
                    <a:pt x="746" y="293"/>
                  </a:lnTo>
                  <a:lnTo>
                    <a:pt x="746" y="290"/>
                  </a:lnTo>
                  <a:lnTo>
                    <a:pt x="747" y="288"/>
                  </a:lnTo>
                  <a:lnTo>
                    <a:pt x="749" y="286"/>
                  </a:lnTo>
                  <a:lnTo>
                    <a:pt x="751" y="283"/>
                  </a:lnTo>
                  <a:lnTo>
                    <a:pt x="751" y="281"/>
                  </a:lnTo>
                  <a:lnTo>
                    <a:pt x="751" y="278"/>
                  </a:lnTo>
                  <a:lnTo>
                    <a:pt x="753" y="276"/>
                  </a:lnTo>
                  <a:lnTo>
                    <a:pt x="757" y="275"/>
                  </a:lnTo>
                  <a:lnTo>
                    <a:pt x="761" y="276"/>
                  </a:lnTo>
                  <a:lnTo>
                    <a:pt x="765" y="276"/>
                  </a:lnTo>
                  <a:lnTo>
                    <a:pt x="767" y="274"/>
                  </a:lnTo>
                  <a:lnTo>
                    <a:pt x="768" y="270"/>
                  </a:lnTo>
                  <a:lnTo>
                    <a:pt x="770" y="266"/>
                  </a:lnTo>
                  <a:lnTo>
                    <a:pt x="773" y="264"/>
                  </a:lnTo>
                  <a:lnTo>
                    <a:pt x="776" y="263"/>
                  </a:lnTo>
                  <a:lnTo>
                    <a:pt x="780" y="263"/>
                  </a:lnTo>
                  <a:lnTo>
                    <a:pt x="784" y="264"/>
                  </a:lnTo>
                  <a:lnTo>
                    <a:pt x="787" y="265"/>
                  </a:lnTo>
                  <a:lnTo>
                    <a:pt x="790" y="267"/>
                  </a:lnTo>
                  <a:lnTo>
                    <a:pt x="792" y="270"/>
                  </a:lnTo>
                  <a:lnTo>
                    <a:pt x="794" y="272"/>
                  </a:lnTo>
                  <a:lnTo>
                    <a:pt x="797" y="273"/>
                  </a:lnTo>
                  <a:lnTo>
                    <a:pt x="800" y="273"/>
                  </a:lnTo>
                  <a:lnTo>
                    <a:pt x="804" y="272"/>
                  </a:lnTo>
                  <a:lnTo>
                    <a:pt x="807" y="274"/>
                  </a:lnTo>
                  <a:lnTo>
                    <a:pt x="808" y="277"/>
                  </a:lnTo>
                  <a:lnTo>
                    <a:pt x="808" y="280"/>
                  </a:lnTo>
                  <a:lnTo>
                    <a:pt x="809" y="282"/>
                  </a:lnTo>
                  <a:lnTo>
                    <a:pt x="812" y="283"/>
                  </a:lnTo>
                  <a:lnTo>
                    <a:pt x="815" y="285"/>
                  </a:lnTo>
                  <a:lnTo>
                    <a:pt x="817" y="287"/>
                  </a:lnTo>
                  <a:lnTo>
                    <a:pt x="816" y="290"/>
                  </a:lnTo>
                  <a:lnTo>
                    <a:pt x="814" y="293"/>
                  </a:lnTo>
                  <a:close/>
                </a:path>
              </a:pathLst>
            </a:custGeom>
            <a:solidFill>
              <a:srgbClr val="69C6AD">
                <a:alpha val="32000"/>
              </a:srgbClr>
            </a:solidFill>
            <a:ln>
              <a:noFill/>
            </a:ln>
          </p:spPr>
          <p:txBody>
            <a:bodyPr anchor="ctr"/>
            <a:lstStyle/>
            <a:p>
              <a:pPr algn="ctr">
                <a:buNone/>
              </a:pPr>
            </a:p>
          </p:txBody>
        </p:sp>
        <p:sp>
          <p:nvSpPr>
            <p:cNvPr id="792" name="addition:spatial:174"/>
            <p:cNvSpPr>
              <a:spLocks noGrp="1"/>
            </p:cNvSpPr>
            <p:nvPr/>
          </p:nvSpPr>
          <p:spPr>
            <a:xfrm>
              <a:off x="5648325" y="1666875"/>
              <a:ext cx="1182685" cy="620832"/>
            </a:xfrm>
            <a:custGeom>
              <a:avLst/>
              <a:gdLst/>
              <a:ahLst/>
              <a:cxnLst/>
              <a:rect l="l" t="t" r="r" b="b"/>
              <a:pathLst>
                <a:path w="892" h="367">
                  <a:moveTo>
                    <a:pt x="0" y="0"/>
                  </a:moveTo>
                  <a:moveTo>
                    <a:pt x="890" y="340"/>
                  </a:moveTo>
                  <a:lnTo>
                    <a:pt x="888" y="343"/>
                  </a:lnTo>
                  <a:lnTo>
                    <a:pt x="886" y="345"/>
                  </a:lnTo>
                  <a:lnTo>
                    <a:pt x="884" y="347"/>
                  </a:lnTo>
                  <a:lnTo>
                    <a:pt x="881" y="348"/>
                  </a:lnTo>
                  <a:lnTo>
                    <a:pt x="878" y="350"/>
                  </a:lnTo>
                  <a:lnTo>
                    <a:pt x="876" y="352"/>
                  </a:lnTo>
                  <a:lnTo>
                    <a:pt x="876" y="354"/>
                  </a:lnTo>
                  <a:lnTo>
                    <a:pt x="877" y="358"/>
                  </a:lnTo>
                  <a:lnTo>
                    <a:pt x="877" y="361"/>
                  </a:lnTo>
                  <a:lnTo>
                    <a:pt x="874" y="363"/>
                  </a:lnTo>
                  <a:lnTo>
                    <a:pt x="870" y="363"/>
                  </a:lnTo>
                  <a:lnTo>
                    <a:pt x="866" y="363"/>
                  </a:lnTo>
                  <a:lnTo>
                    <a:pt x="864" y="364"/>
                  </a:lnTo>
                  <a:lnTo>
                    <a:pt x="861" y="366"/>
                  </a:lnTo>
                  <a:lnTo>
                    <a:pt x="859" y="367"/>
                  </a:lnTo>
                  <a:lnTo>
                    <a:pt x="856" y="367"/>
                  </a:lnTo>
                  <a:lnTo>
                    <a:pt x="853" y="366"/>
                  </a:lnTo>
                  <a:lnTo>
                    <a:pt x="851" y="365"/>
                  </a:lnTo>
                  <a:lnTo>
                    <a:pt x="849" y="364"/>
                  </a:lnTo>
                  <a:lnTo>
                    <a:pt x="846" y="364"/>
                  </a:lnTo>
                  <a:lnTo>
                    <a:pt x="844" y="363"/>
                  </a:lnTo>
                  <a:lnTo>
                    <a:pt x="842" y="362"/>
                  </a:lnTo>
                  <a:lnTo>
                    <a:pt x="840" y="362"/>
                  </a:lnTo>
                  <a:lnTo>
                    <a:pt x="837" y="362"/>
                  </a:lnTo>
                  <a:lnTo>
                    <a:pt x="833" y="363"/>
                  </a:lnTo>
                  <a:lnTo>
                    <a:pt x="829" y="363"/>
                  </a:lnTo>
                  <a:lnTo>
                    <a:pt x="827" y="361"/>
                  </a:lnTo>
                  <a:lnTo>
                    <a:pt x="828" y="357"/>
                  </a:lnTo>
                  <a:lnTo>
                    <a:pt x="830" y="353"/>
                  </a:lnTo>
                  <a:lnTo>
                    <a:pt x="831" y="350"/>
                  </a:lnTo>
                  <a:lnTo>
                    <a:pt x="830" y="348"/>
                  </a:lnTo>
                  <a:lnTo>
                    <a:pt x="828" y="347"/>
                  </a:lnTo>
                  <a:lnTo>
                    <a:pt x="826" y="345"/>
                  </a:lnTo>
                  <a:lnTo>
                    <a:pt x="825" y="342"/>
                  </a:lnTo>
                  <a:lnTo>
                    <a:pt x="825" y="340"/>
                  </a:lnTo>
                  <a:lnTo>
                    <a:pt x="824" y="338"/>
                  </a:lnTo>
                  <a:lnTo>
                    <a:pt x="823" y="335"/>
                  </a:lnTo>
                  <a:lnTo>
                    <a:pt x="822" y="333"/>
                  </a:lnTo>
                  <a:lnTo>
                    <a:pt x="822" y="330"/>
                  </a:lnTo>
                  <a:lnTo>
                    <a:pt x="824" y="329"/>
                  </a:lnTo>
                  <a:lnTo>
                    <a:pt x="825" y="327"/>
                  </a:lnTo>
                  <a:lnTo>
                    <a:pt x="826" y="324"/>
                  </a:lnTo>
                  <a:lnTo>
                    <a:pt x="826" y="321"/>
                  </a:lnTo>
                  <a:lnTo>
                    <a:pt x="828" y="319"/>
                  </a:lnTo>
                  <a:lnTo>
                    <a:pt x="831" y="319"/>
                  </a:lnTo>
                  <a:lnTo>
                    <a:pt x="835" y="320"/>
                  </a:lnTo>
                  <a:lnTo>
                    <a:pt x="839" y="321"/>
                  </a:lnTo>
                  <a:lnTo>
                    <a:pt x="841" y="320"/>
                  </a:lnTo>
                  <a:lnTo>
                    <a:pt x="842" y="318"/>
                  </a:lnTo>
                  <a:lnTo>
                    <a:pt x="844" y="315"/>
                  </a:lnTo>
                  <a:lnTo>
                    <a:pt x="847" y="312"/>
                  </a:lnTo>
                  <a:lnTo>
                    <a:pt x="850" y="312"/>
                  </a:lnTo>
                  <a:lnTo>
                    <a:pt x="854" y="312"/>
                  </a:lnTo>
                  <a:lnTo>
                    <a:pt x="857" y="312"/>
                  </a:lnTo>
                  <a:lnTo>
                    <a:pt x="861" y="312"/>
                  </a:lnTo>
                  <a:lnTo>
                    <a:pt x="864" y="314"/>
                  </a:lnTo>
                  <a:lnTo>
                    <a:pt x="866" y="316"/>
                  </a:lnTo>
                  <a:lnTo>
                    <a:pt x="868" y="319"/>
                  </a:lnTo>
                  <a:lnTo>
                    <a:pt x="870" y="321"/>
                  </a:lnTo>
                  <a:lnTo>
                    <a:pt x="874" y="321"/>
                  </a:lnTo>
                  <a:lnTo>
                    <a:pt x="878" y="321"/>
                  </a:lnTo>
                  <a:lnTo>
                    <a:pt x="880" y="323"/>
                  </a:lnTo>
                  <a:lnTo>
                    <a:pt x="881" y="325"/>
                  </a:lnTo>
                  <a:lnTo>
                    <a:pt x="881" y="328"/>
                  </a:lnTo>
                  <a:lnTo>
                    <a:pt x="882" y="330"/>
                  </a:lnTo>
                  <a:lnTo>
                    <a:pt x="885" y="331"/>
                  </a:lnTo>
                  <a:lnTo>
                    <a:pt x="889" y="333"/>
                  </a:lnTo>
                  <a:lnTo>
                    <a:pt x="892" y="335"/>
                  </a:lnTo>
                  <a:lnTo>
                    <a:pt x="892" y="338"/>
                  </a:lnTo>
                  <a:close/>
                </a:path>
              </a:pathLst>
            </a:custGeom>
            <a:solidFill>
              <a:srgbClr val="69C6AD">
                <a:alpha val="32000"/>
              </a:srgbClr>
            </a:solidFill>
            <a:ln>
              <a:noFill/>
            </a:ln>
          </p:spPr>
          <p:txBody>
            <a:bodyPr anchor="ctr"/>
            <a:lstStyle/>
            <a:p>
              <a:pPr algn="ctr">
                <a:buNone/>
              </a:pPr>
            </a:p>
          </p:txBody>
        </p:sp>
        <p:sp>
          <p:nvSpPr>
            <p:cNvPr id="793" name="addition:spatial:175"/>
            <p:cNvSpPr>
              <a:spLocks noGrp="1"/>
            </p:cNvSpPr>
            <p:nvPr/>
          </p:nvSpPr>
          <p:spPr>
            <a:xfrm>
              <a:off x="5648325" y="1666875"/>
              <a:ext cx="1243675" cy="593766"/>
            </a:xfrm>
            <a:custGeom>
              <a:avLst/>
              <a:gdLst/>
              <a:ahLst/>
              <a:cxnLst/>
              <a:rect l="l" t="t" r="r" b="b"/>
              <a:pathLst>
                <a:path w="938" h="351">
                  <a:moveTo>
                    <a:pt x="0" y="0"/>
                  </a:moveTo>
                  <a:moveTo>
                    <a:pt x="937" y="322"/>
                  </a:moveTo>
                  <a:lnTo>
                    <a:pt x="936" y="324"/>
                  </a:lnTo>
                  <a:lnTo>
                    <a:pt x="936" y="327"/>
                  </a:lnTo>
                  <a:lnTo>
                    <a:pt x="937" y="329"/>
                  </a:lnTo>
                  <a:lnTo>
                    <a:pt x="937" y="332"/>
                  </a:lnTo>
                  <a:lnTo>
                    <a:pt x="936" y="334"/>
                  </a:lnTo>
                  <a:lnTo>
                    <a:pt x="935" y="336"/>
                  </a:lnTo>
                  <a:lnTo>
                    <a:pt x="934" y="338"/>
                  </a:lnTo>
                  <a:lnTo>
                    <a:pt x="935" y="341"/>
                  </a:lnTo>
                  <a:lnTo>
                    <a:pt x="934" y="345"/>
                  </a:lnTo>
                  <a:lnTo>
                    <a:pt x="933" y="346"/>
                  </a:lnTo>
                  <a:lnTo>
                    <a:pt x="930" y="346"/>
                  </a:lnTo>
                  <a:lnTo>
                    <a:pt x="927" y="344"/>
                  </a:lnTo>
                  <a:lnTo>
                    <a:pt x="925" y="343"/>
                  </a:lnTo>
                  <a:lnTo>
                    <a:pt x="923" y="343"/>
                  </a:lnTo>
                  <a:lnTo>
                    <a:pt x="922" y="346"/>
                  </a:lnTo>
                  <a:lnTo>
                    <a:pt x="921" y="348"/>
                  </a:lnTo>
                  <a:lnTo>
                    <a:pt x="919" y="350"/>
                  </a:lnTo>
                  <a:lnTo>
                    <a:pt x="917" y="350"/>
                  </a:lnTo>
                  <a:lnTo>
                    <a:pt x="915" y="350"/>
                  </a:lnTo>
                  <a:lnTo>
                    <a:pt x="912" y="351"/>
                  </a:lnTo>
                  <a:lnTo>
                    <a:pt x="910" y="351"/>
                  </a:lnTo>
                  <a:lnTo>
                    <a:pt x="908" y="349"/>
                  </a:lnTo>
                  <a:lnTo>
                    <a:pt x="906" y="346"/>
                  </a:lnTo>
                  <a:lnTo>
                    <a:pt x="905" y="344"/>
                  </a:lnTo>
                  <a:lnTo>
                    <a:pt x="903" y="342"/>
                  </a:lnTo>
                  <a:lnTo>
                    <a:pt x="901" y="342"/>
                  </a:lnTo>
                  <a:lnTo>
                    <a:pt x="898" y="341"/>
                  </a:lnTo>
                  <a:lnTo>
                    <a:pt x="897" y="338"/>
                  </a:lnTo>
                  <a:lnTo>
                    <a:pt x="897" y="335"/>
                  </a:lnTo>
                  <a:lnTo>
                    <a:pt x="897" y="332"/>
                  </a:lnTo>
                  <a:lnTo>
                    <a:pt x="896" y="330"/>
                  </a:lnTo>
                  <a:lnTo>
                    <a:pt x="893" y="329"/>
                  </a:lnTo>
                  <a:lnTo>
                    <a:pt x="890" y="327"/>
                  </a:lnTo>
                  <a:lnTo>
                    <a:pt x="888" y="325"/>
                  </a:lnTo>
                  <a:lnTo>
                    <a:pt x="888" y="322"/>
                  </a:lnTo>
                  <a:lnTo>
                    <a:pt x="889" y="320"/>
                  </a:lnTo>
                  <a:lnTo>
                    <a:pt x="890" y="317"/>
                  </a:lnTo>
                  <a:lnTo>
                    <a:pt x="891" y="315"/>
                  </a:lnTo>
                  <a:lnTo>
                    <a:pt x="893" y="313"/>
                  </a:lnTo>
                  <a:lnTo>
                    <a:pt x="895" y="311"/>
                  </a:lnTo>
                  <a:lnTo>
                    <a:pt x="898" y="311"/>
                  </a:lnTo>
                  <a:lnTo>
                    <a:pt x="900" y="309"/>
                  </a:lnTo>
                  <a:lnTo>
                    <a:pt x="900" y="306"/>
                  </a:lnTo>
                  <a:lnTo>
                    <a:pt x="900" y="303"/>
                  </a:lnTo>
                  <a:lnTo>
                    <a:pt x="901" y="299"/>
                  </a:lnTo>
                  <a:lnTo>
                    <a:pt x="903" y="298"/>
                  </a:lnTo>
                  <a:lnTo>
                    <a:pt x="906" y="298"/>
                  </a:lnTo>
                  <a:lnTo>
                    <a:pt x="908" y="298"/>
                  </a:lnTo>
                  <a:lnTo>
                    <a:pt x="910" y="297"/>
                  </a:lnTo>
                  <a:lnTo>
                    <a:pt x="912" y="294"/>
                  </a:lnTo>
                  <a:lnTo>
                    <a:pt x="914" y="293"/>
                  </a:lnTo>
                  <a:lnTo>
                    <a:pt x="917" y="293"/>
                  </a:lnTo>
                  <a:lnTo>
                    <a:pt x="919" y="295"/>
                  </a:lnTo>
                  <a:lnTo>
                    <a:pt x="921" y="296"/>
                  </a:lnTo>
                  <a:lnTo>
                    <a:pt x="923" y="297"/>
                  </a:lnTo>
                  <a:lnTo>
                    <a:pt x="925" y="298"/>
                  </a:lnTo>
                  <a:lnTo>
                    <a:pt x="926" y="300"/>
                  </a:lnTo>
                  <a:lnTo>
                    <a:pt x="927" y="301"/>
                  </a:lnTo>
                  <a:lnTo>
                    <a:pt x="929" y="302"/>
                  </a:lnTo>
                  <a:lnTo>
                    <a:pt x="931" y="302"/>
                  </a:lnTo>
                  <a:lnTo>
                    <a:pt x="934" y="301"/>
                  </a:lnTo>
                  <a:lnTo>
                    <a:pt x="937" y="301"/>
                  </a:lnTo>
                  <a:lnTo>
                    <a:pt x="938" y="303"/>
                  </a:lnTo>
                  <a:lnTo>
                    <a:pt x="938" y="307"/>
                  </a:lnTo>
                  <a:lnTo>
                    <a:pt x="936" y="311"/>
                  </a:lnTo>
                  <a:lnTo>
                    <a:pt x="935" y="313"/>
                  </a:lnTo>
                  <a:lnTo>
                    <a:pt x="936" y="316"/>
                  </a:lnTo>
                  <a:lnTo>
                    <a:pt x="937" y="318"/>
                  </a:lnTo>
                  <a:lnTo>
                    <a:pt x="937" y="320"/>
                  </a:lnTo>
                  <a:close/>
                </a:path>
              </a:pathLst>
            </a:custGeom>
            <a:solidFill>
              <a:srgbClr val="86D1BC">
                <a:alpha val="24000"/>
              </a:srgbClr>
            </a:solidFill>
            <a:ln>
              <a:noFill/>
            </a:ln>
          </p:spPr>
          <p:txBody>
            <a:bodyPr anchor="ctr"/>
            <a:lstStyle/>
            <a:p>
              <a:pPr algn="ctr">
                <a:buNone/>
              </a:pPr>
            </a:p>
          </p:txBody>
        </p:sp>
        <p:sp>
          <p:nvSpPr>
            <p:cNvPr id="794" name="addition:spatial:176"/>
            <p:cNvSpPr>
              <a:spLocks noGrp="1"/>
            </p:cNvSpPr>
            <p:nvPr/>
          </p:nvSpPr>
          <p:spPr>
            <a:xfrm>
              <a:off x="5648325" y="1666875"/>
              <a:ext cx="1199921" cy="691881"/>
            </a:xfrm>
            <a:custGeom>
              <a:avLst/>
              <a:gdLst/>
              <a:ahLst/>
              <a:cxnLst/>
              <a:rect l="l" t="t" r="r" b="b"/>
              <a:pathLst>
                <a:path w="905" h="409">
                  <a:moveTo>
                    <a:pt x="0" y="0"/>
                  </a:moveTo>
                  <a:moveTo>
                    <a:pt x="904" y="378"/>
                  </a:moveTo>
                  <a:lnTo>
                    <a:pt x="905" y="381"/>
                  </a:lnTo>
                  <a:lnTo>
                    <a:pt x="904" y="383"/>
                  </a:lnTo>
                  <a:lnTo>
                    <a:pt x="902" y="385"/>
                  </a:lnTo>
                  <a:lnTo>
                    <a:pt x="901" y="387"/>
                  </a:lnTo>
                  <a:lnTo>
                    <a:pt x="901" y="390"/>
                  </a:lnTo>
                  <a:lnTo>
                    <a:pt x="901" y="392"/>
                  </a:lnTo>
                  <a:lnTo>
                    <a:pt x="900" y="395"/>
                  </a:lnTo>
                  <a:lnTo>
                    <a:pt x="898" y="396"/>
                  </a:lnTo>
                  <a:lnTo>
                    <a:pt x="896" y="396"/>
                  </a:lnTo>
                  <a:lnTo>
                    <a:pt x="893" y="397"/>
                  </a:lnTo>
                  <a:lnTo>
                    <a:pt x="892" y="398"/>
                  </a:lnTo>
                  <a:lnTo>
                    <a:pt x="891" y="400"/>
                  </a:lnTo>
                  <a:lnTo>
                    <a:pt x="889" y="401"/>
                  </a:lnTo>
                  <a:lnTo>
                    <a:pt x="887" y="403"/>
                  </a:lnTo>
                  <a:lnTo>
                    <a:pt x="885" y="404"/>
                  </a:lnTo>
                  <a:lnTo>
                    <a:pt x="883" y="406"/>
                  </a:lnTo>
                  <a:lnTo>
                    <a:pt x="881" y="409"/>
                  </a:lnTo>
                  <a:lnTo>
                    <a:pt x="878" y="409"/>
                  </a:lnTo>
                  <a:lnTo>
                    <a:pt x="876" y="407"/>
                  </a:lnTo>
                  <a:lnTo>
                    <a:pt x="874" y="404"/>
                  </a:lnTo>
                  <a:lnTo>
                    <a:pt x="873" y="400"/>
                  </a:lnTo>
                  <a:lnTo>
                    <a:pt x="872" y="399"/>
                  </a:lnTo>
                  <a:lnTo>
                    <a:pt x="870" y="399"/>
                  </a:lnTo>
                  <a:lnTo>
                    <a:pt x="867" y="399"/>
                  </a:lnTo>
                  <a:lnTo>
                    <a:pt x="865" y="399"/>
                  </a:lnTo>
                  <a:lnTo>
                    <a:pt x="864" y="397"/>
                  </a:lnTo>
                  <a:lnTo>
                    <a:pt x="863" y="395"/>
                  </a:lnTo>
                  <a:lnTo>
                    <a:pt x="862" y="394"/>
                  </a:lnTo>
                  <a:lnTo>
                    <a:pt x="860" y="392"/>
                  </a:lnTo>
                  <a:lnTo>
                    <a:pt x="859" y="390"/>
                  </a:lnTo>
                  <a:lnTo>
                    <a:pt x="858" y="388"/>
                  </a:lnTo>
                  <a:lnTo>
                    <a:pt x="859" y="386"/>
                  </a:lnTo>
                  <a:lnTo>
                    <a:pt x="858" y="383"/>
                  </a:lnTo>
                  <a:lnTo>
                    <a:pt x="858" y="381"/>
                  </a:lnTo>
                  <a:lnTo>
                    <a:pt x="858" y="378"/>
                  </a:lnTo>
                  <a:lnTo>
                    <a:pt x="859" y="376"/>
                  </a:lnTo>
                  <a:lnTo>
                    <a:pt x="862" y="374"/>
                  </a:lnTo>
                  <a:lnTo>
                    <a:pt x="864" y="373"/>
                  </a:lnTo>
                  <a:lnTo>
                    <a:pt x="865" y="371"/>
                  </a:lnTo>
                  <a:lnTo>
                    <a:pt x="865" y="368"/>
                  </a:lnTo>
                  <a:lnTo>
                    <a:pt x="864" y="365"/>
                  </a:lnTo>
                  <a:lnTo>
                    <a:pt x="863" y="361"/>
                  </a:lnTo>
                  <a:lnTo>
                    <a:pt x="864" y="359"/>
                  </a:lnTo>
                  <a:lnTo>
                    <a:pt x="866" y="357"/>
                  </a:lnTo>
                  <a:lnTo>
                    <a:pt x="867" y="356"/>
                  </a:lnTo>
                  <a:lnTo>
                    <a:pt x="869" y="355"/>
                  </a:lnTo>
                  <a:lnTo>
                    <a:pt x="871" y="354"/>
                  </a:lnTo>
                  <a:lnTo>
                    <a:pt x="873" y="354"/>
                  </a:lnTo>
                  <a:lnTo>
                    <a:pt x="875" y="355"/>
                  </a:lnTo>
                  <a:lnTo>
                    <a:pt x="876" y="355"/>
                  </a:lnTo>
                  <a:lnTo>
                    <a:pt x="878" y="355"/>
                  </a:lnTo>
                  <a:lnTo>
                    <a:pt x="879" y="353"/>
                  </a:lnTo>
                  <a:lnTo>
                    <a:pt x="881" y="352"/>
                  </a:lnTo>
                  <a:lnTo>
                    <a:pt x="882" y="352"/>
                  </a:lnTo>
                  <a:lnTo>
                    <a:pt x="884" y="354"/>
                  </a:lnTo>
                  <a:lnTo>
                    <a:pt x="885" y="356"/>
                  </a:lnTo>
                  <a:lnTo>
                    <a:pt x="887" y="355"/>
                  </a:lnTo>
                  <a:lnTo>
                    <a:pt x="889" y="354"/>
                  </a:lnTo>
                  <a:lnTo>
                    <a:pt x="892" y="353"/>
                  </a:lnTo>
                  <a:lnTo>
                    <a:pt x="894" y="355"/>
                  </a:lnTo>
                  <a:lnTo>
                    <a:pt x="895" y="357"/>
                  </a:lnTo>
                  <a:lnTo>
                    <a:pt x="895" y="361"/>
                  </a:lnTo>
                  <a:lnTo>
                    <a:pt x="895" y="364"/>
                  </a:lnTo>
                  <a:lnTo>
                    <a:pt x="896" y="366"/>
                  </a:lnTo>
                  <a:lnTo>
                    <a:pt x="896" y="368"/>
                  </a:lnTo>
                  <a:lnTo>
                    <a:pt x="897" y="370"/>
                  </a:lnTo>
                  <a:lnTo>
                    <a:pt x="897" y="372"/>
                  </a:lnTo>
                  <a:lnTo>
                    <a:pt x="899" y="374"/>
                  </a:lnTo>
                  <a:lnTo>
                    <a:pt x="902" y="376"/>
                  </a:lnTo>
                  <a:close/>
                </a:path>
              </a:pathLst>
            </a:custGeom>
            <a:solidFill>
              <a:srgbClr val="86D1BC">
                <a:alpha val="24000"/>
              </a:srgbClr>
            </a:solidFill>
            <a:ln>
              <a:noFill/>
            </a:ln>
          </p:spPr>
          <p:txBody>
            <a:bodyPr anchor="ctr"/>
            <a:lstStyle/>
            <a:p>
              <a:pPr algn="ctr">
                <a:buNone/>
              </a:pPr>
            </a:p>
          </p:txBody>
        </p:sp>
        <p:sp>
          <p:nvSpPr>
            <p:cNvPr id="795" name="addition:spatial:177"/>
            <p:cNvSpPr>
              <a:spLocks noGrp="1"/>
            </p:cNvSpPr>
            <p:nvPr/>
          </p:nvSpPr>
          <p:spPr>
            <a:xfrm>
              <a:off x="5648325" y="1666875"/>
              <a:ext cx="1101806" cy="702031"/>
            </a:xfrm>
            <a:custGeom>
              <a:avLst/>
              <a:gdLst/>
              <a:ahLst/>
              <a:cxnLst/>
              <a:rect l="l" t="t" r="r" b="b"/>
              <a:pathLst>
                <a:path w="831" h="415">
                  <a:moveTo>
                    <a:pt x="0" y="0"/>
                  </a:moveTo>
                  <a:moveTo>
                    <a:pt x="827" y="392"/>
                  </a:moveTo>
                  <a:lnTo>
                    <a:pt x="825" y="394"/>
                  </a:lnTo>
                  <a:lnTo>
                    <a:pt x="824" y="395"/>
                  </a:lnTo>
                  <a:lnTo>
                    <a:pt x="824" y="397"/>
                  </a:lnTo>
                  <a:lnTo>
                    <a:pt x="824" y="399"/>
                  </a:lnTo>
                  <a:lnTo>
                    <a:pt x="824" y="401"/>
                  </a:lnTo>
                  <a:lnTo>
                    <a:pt x="824" y="404"/>
                  </a:lnTo>
                  <a:lnTo>
                    <a:pt x="824" y="406"/>
                  </a:lnTo>
                  <a:lnTo>
                    <a:pt x="824" y="409"/>
                  </a:lnTo>
                  <a:lnTo>
                    <a:pt x="823" y="411"/>
                  </a:lnTo>
                  <a:lnTo>
                    <a:pt x="821" y="412"/>
                  </a:lnTo>
                  <a:lnTo>
                    <a:pt x="818" y="411"/>
                  </a:lnTo>
                  <a:lnTo>
                    <a:pt x="816" y="411"/>
                  </a:lnTo>
                  <a:lnTo>
                    <a:pt x="814" y="411"/>
                  </a:lnTo>
                  <a:lnTo>
                    <a:pt x="813" y="413"/>
                  </a:lnTo>
                  <a:lnTo>
                    <a:pt x="812" y="414"/>
                  </a:lnTo>
                  <a:lnTo>
                    <a:pt x="810" y="415"/>
                  </a:lnTo>
                  <a:lnTo>
                    <a:pt x="808" y="414"/>
                  </a:lnTo>
                  <a:lnTo>
                    <a:pt x="807" y="413"/>
                  </a:lnTo>
                  <a:lnTo>
                    <a:pt x="805" y="412"/>
                  </a:lnTo>
                  <a:lnTo>
                    <a:pt x="803" y="413"/>
                  </a:lnTo>
                  <a:lnTo>
                    <a:pt x="801" y="414"/>
                  </a:lnTo>
                  <a:lnTo>
                    <a:pt x="799" y="415"/>
                  </a:lnTo>
                  <a:lnTo>
                    <a:pt x="797" y="414"/>
                  </a:lnTo>
                  <a:lnTo>
                    <a:pt x="795" y="413"/>
                  </a:lnTo>
                  <a:lnTo>
                    <a:pt x="793" y="412"/>
                  </a:lnTo>
                  <a:lnTo>
                    <a:pt x="791" y="410"/>
                  </a:lnTo>
                  <a:lnTo>
                    <a:pt x="790" y="408"/>
                  </a:lnTo>
                  <a:lnTo>
                    <a:pt x="790" y="405"/>
                  </a:lnTo>
                  <a:lnTo>
                    <a:pt x="791" y="402"/>
                  </a:lnTo>
                  <a:lnTo>
                    <a:pt x="791" y="400"/>
                  </a:lnTo>
                  <a:lnTo>
                    <a:pt x="789" y="399"/>
                  </a:lnTo>
                  <a:lnTo>
                    <a:pt x="786" y="398"/>
                  </a:lnTo>
                  <a:lnTo>
                    <a:pt x="783" y="396"/>
                  </a:lnTo>
                  <a:lnTo>
                    <a:pt x="782" y="394"/>
                  </a:lnTo>
                  <a:lnTo>
                    <a:pt x="782" y="392"/>
                  </a:lnTo>
                  <a:lnTo>
                    <a:pt x="783" y="390"/>
                  </a:lnTo>
                  <a:lnTo>
                    <a:pt x="783" y="388"/>
                  </a:lnTo>
                  <a:lnTo>
                    <a:pt x="782" y="385"/>
                  </a:lnTo>
                  <a:lnTo>
                    <a:pt x="783" y="383"/>
                  </a:lnTo>
                  <a:lnTo>
                    <a:pt x="784" y="382"/>
                  </a:lnTo>
                  <a:lnTo>
                    <a:pt x="786" y="380"/>
                  </a:lnTo>
                  <a:lnTo>
                    <a:pt x="787" y="379"/>
                  </a:lnTo>
                  <a:lnTo>
                    <a:pt x="788" y="377"/>
                  </a:lnTo>
                  <a:lnTo>
                    <a:pt x="790" y="376"/>
                  </a:lnTo>
                  <a:lnTo>
                    <a:pt x="792" y="375"/>
                  </a:lnTo>
                  <a:lnTo>
                    <a:pt x="794" y="375"/>
                  </a:lnTo>
                  <a:lnTo>
                    <a:pt x="797" y="374"/>
                  </a:lnTo>
                  <a:lnTo>
                    <a:pt x="798" y="373"/>
                  </a:lnTo>
                  <a:lnTo>
                    <a:pt x="799" y="369"/>
                  </a:lnTo>
                  <a:lnTo>
                    <a:pt x="801" y="366"/>
                  </a:lnTo>
                  <a:lnTo>
                    <a:pt x="803" y="365"/>
                  </a:lnTo>
                  <a:lnTo>
                    <a:pt x="806" y="366"/>
                  </a:lnTo>
                  <a:lnTo>
                    <a:pt x="809" y="368"/>
                  </a:lnTo>
                  <a:lnTo>
                    <a:pt x="811" y="370"/>
                  </a:lnTo>
                  <a:lnTo>
                    <a:pt x="813" y="371"/>
                  </a:lnTo>
                  <a:lnTo>
                    <a:pt x="815" y="371"/>
                  </a:lnTo>
                  <a:lnTo>
                    <a:pt x="816" y="372"/>
                  </a:lnTo>
                  <a:lnTo>
                    <a:pt x="818" y="373"/>
                  </a:lnTo>
                  <a:lnTo>
                    <a:pt x="820" y="374"/>
                  </a:lnTo>
                  <a:lnTo>
                    <a:pt x="822" y="375"/>
                  </a:lnTo>
                  <a:lnTo>
                    <a:pt x="824" y="375"/>
                  </a:lnTo>
                  <a:lnTo>
                    <a:pt x="826" y="376"/>
                  </a:lnTo>
                  <a:lnTo>
                    <a:pt x="827" y="378"/>
                  </a:lnTo>
                  <a:lnTo>
                    <a:pt x="827" y="380"/>
                  </a:lnTo>
                  <a:lnTo>
                    <a:pt x="827" y="382"/>
                  </a:lnTo>
                  <a:lnTo>
                    <a:pt x="828" y="384"/>
                  </a:lnTo>
                  <a:lnTo>
                    <a:pt x="830" y="385"/>
                  </a:lnTo>
                  <a:lnTo>
                    <a:pt x="831" y="387"/>
                  </a:lnTo>
                  <a:lnTo>
                    <a:pt x="830" y="390"/>
                  </a:lnTo>
                  <a:close/>
                </a:path>
              </a:pathLst>
            </a:custGeom>
            <a:solidFill>
              <a:srgbClr val="86D1BC">
                <a:alpha val="24000"/>
              </a:srgbClr>
            </a:solidFill>
            <a:ln>
              <a:noFill/>
            </a:ln>
          </p:spPr>
          <p:txBody>
            <a:bodyPr anchor="ctr"/>
            <a:lstStyle/>
            <a:p>
              <a:pPr algn="ctr">
                <a:buNone/>
              </a:pPr>
            </a:p>
          </p:txBody>
        </p:sp>
        <p:sp>
          <p:nvSpPr>
            <p:cNvPr id="796" name="addition:spatial:178"/>
            <p:cNvSpPr>
              <a:spLocks noGrp="1"/>
            </p:cNvSpPr>
            <p:nvPr/>
          </p:nvSpPr>
          <p:spPr>
            <a:xfrm>
              <a:off x="5648325" y="1666875"/>
              <a:ext cx="1016950" cy="664815"/>
            </a:xfrm>
            <a:custGeom>
              <a:avLst/>
              <a:gdLst/>
              <a:ahLst/>
              <a:cxnLst/>
              <a:rect l="l" t="t" r="r" b="b"/>
              <a:pathLst>
                <a:path w="767" h="393">
                  <a:moveTo>
                    <a:pt x="0" y="0"/>
                  </a:moveTo>
                  <a:moveTo>
                    <a:pt x="767" y="368"/>
                  </a:moveTo>
                  <a:lnTo>
                    <a:pt x="766" y="370"/>
                  </a:lnTo>
                  <a:lnTo>
                    <a:pt x="762" y="372"/>
                  </a:lnTo>
                  <a:lnTo>
                    <a:pt x="758" y="373"/>
                  </a:lnTo>
                  <a:lnTo>
                    <a:pt x="756" y="375"/>
                  </a:lnTo>
                  <a:lnTo>
                    <a:pt x="757" y="377"/>
                  </a:lnTo>
                  <a:lnTo>
                    <a:pt x="758" y="381"/>
                  </a:lnTo>
                  <a:lnTo>
                    <a:pt x="759" y="384"/>
                  </a:lnTo>
                  <a:lnTo>
                    <a:pt x="758" y="386"/>
                  </a:lnTo>
                  <a:lnTo>
                    <a:pt x="755" y="388"/>
                  </a:lnTo>
                  <a:lnTo>
                    <a:pt x="753" y="389"/>
                  </a:lnTo>
                  <a:lnTo>
                    <a:pt x="750" y="390"/>
                  </a:lnTo>
                  <a:lnTo>
                    <a:pt x="748" y="391"/>
                  </a:lnTo>
                  <a:lnTo>
                    <a:pt x="746" y="392"/>
                  </a:lnTo>
                  <a:lnTo>
                    <a:pt x="743" y="392"/>
                  </a:lnTo>
                  <a:lnTo>
                    <a:pt x="741" y="391"/>
                  </a:lnTo>
                  <a:lnTo>
                    <a:pt x="739" y="391"/>
                  </a:lnTo>
                  <a:lnTo>
                    <a:pt x="737" y="393"/>
                  </a:lnTo>
                  <a:lnTo>
                    <a:pt x="735" y="393"/>
                  </a:lnTo>
                  <a:lnTo>
                    <a:pt x="733" y="392"/>
                  </a:lnTo>
                  <a:lnTo>
                    <a:pt x="731" y="391"/>
                  </a:lnTo>
                  <a:lnTo>
                    <a:pt x="729" y="389"/>
                  </a:lnTo>
                  <a:lnTo>
                    <a:pt x="727" y="390"/>
                  </a:lnTo>
                  <a:lnTo>
                    <a:pt x="723" y="391"/>
                  </a:lnTo>
                  <a:lnTo>
                    <a:pt x="720" y="392"/>
                  </a:lnTo>
                  <a:lnTo>
                    <a:pt x="717" y="391"/>
                  </a:lnTo>
                  <a:lnTo>
                    <a:pt x="716" y="388"/>
                  </a:lnTo>
                  <a:lnTo>
                    <a:pt x="716" y="385"/>
                  </a:lnTo>
                  <a:lnTo>
                    <a:pt x="716" y="382"/>
                  </a:lnTo>
                  <a:lnTo>
                    <a:pt x="715" y="380"/>
                  </a:lnTo>
                  <a:lnTo>
                    <a:pt x="714" y="378"/>
                  </a:lnTo>
                  <a:lnTo>
                    <a:pt x="713" y="376"/>
                  </a:lnTo>
                  <a:lnTo>
                    <a:pt x="713" y="374"/>
                  </a:lnTo>
                  <a:lnTo>
                    <a:pt x="711" y="372"/>
                  </a:lnTo>
                  <a:lnTo>
                    <a:pt x="708" y="370"/>
                  </a:lnTo>
                  <a:lnTo>
                    <a:pt x="705" y="368"/>
                  </a:lnTo>
                  <a:lnTo>
                    <a:pt x="704" y="365"/>
                  </a:lnTo>
                  <a:lnTo>
                    <a:pt x="705" y="363"/>
                  </a:lnTo>
                  <a:lnTo>
                    <a:pt x="707" y="361"/>
                  </a:lnTo>
                  <a:lnTo>
                    <a:pt x="708" y="359"/>
                  </a:lnTo>
                  <a:lnTo>
                    <a:pt x="708" y="357"/>
                  </a:lnTo>
                  <a:lnTo>
                    <a:pt x="707" y="354"/>
                  </a:lnTo>
                  <a:lnTo>
                    <a:pt x="708" y="351"/>
                  </a:lnTo>
                  <a:lnTo>
                    <a:pt x="711" y="350"/>
                  </a:lnTo>
                  <a:lnTo>
                    <a:pt x="715" y="350"/>
                  </a:lnTo>
                  <a:lnTo>
                    <a:pt x="718" y="350"/>
                  </a:lnTo>
                  <a:lnTo>
                    <a:pt x="720" y="349"/>
                  </a:lnTo>
                  <a:lnTo>
                    <a:pt x="722" y="347"/>
                  </a:lnTo>
                  <a:lnTo>
                    <a:pt x="724" y="346"/>
                  </a:lnTo>
                  <a:lnTo>
                    <a:pt x="726" y="344"/>
                  </a:lnTo>
                  <a:lnTo>
                    <a:pt x="728" y="343"/>
                  </a:lnTo>
                  <a:lnTo>
                    <a:pt x="731" y="341"/>
                  </a:lnTo>
                  <a:lnTo>
                    <a:pt x="734" y="338"/>
                  </a:lnTo>
                  <a:lnTo>
                    <a:pt x="738" y="338"/>
                  </a:lnTo>
                  <a:lnTo>
                    <a:pt x="741" y="339"/>
                  </a:lnTo>
                  <a:lnTo>
                    <a:pt x="743" y="343"/>
                  </a:lnTo>
                  <a:lnTo>
                    <a:pt x="745" y="346"/>
                  </a:lnTo>
                  <a:lnTo>
                    <a:pt x="747" y="347"/>
                  </a:lnTo>
                  <a:lnTo>
                    <a:pt x="750" y="347"/>
                  </a:lnTo>
                  <a:lnTo>
                    <a:pt x="754" y="347"/>
                  </a:lnTo>
                  <a:lnTo>
                    <a:pt x="756" y="348"/>
                  </a:lnTo>
                  <a:lnTo>
                    <a:pt x="758" y="350"/>
                  </a:lnTo>
                  <a:lnTo>
                    <a:pt x="759" y="352"/>
                  </a:lnTo>
                  <a:lnTo>
                    <a:pt x="760" y="353"/>
                  </a:lnTo>
                  <a:lnTo>
                    <a:pt x="763" y="355"/>
                  </a:lnTo>
                  <a:lnTo>
                    <a:pt x="765" y="356"/>
                  </a:lnTo>
                  <a:lnTo>
                    <a:pt x="766" y="358"/>
                  </a:lnTo>
                  <a:lnTo>
                    <a:pt x="767" y="360"/>
                  </a:lnTo>
                  <a:lnTo>
                    <a:pt x="767" y="363"/>
                  </a:lnTo>
                  <a:lnTo>
                    <a:pt x="767" y="365"/>
                  </a:lnTo>
                  <a:close/>
                </a:path>
              </a:pathLst>
            </a:custGeom>
            <a:solidFill>
              <a:srgbClr val="86D1BC">
                <a:alpha val="24000"/>
              </a:srgbClr>
            </a:solidFill>
            <a:ln>
              <a:noFill/>
            </a:ln>
          </p:spPr>
          <p:txBody>
            <a:bodyPr anchor="ctr"/>
            <a:lstStyle/>
            <a:p>
              <a:pPr algn="ctr">
                <a:buNone/>
              </a:pPr>
            </a:p>
          </p:txBody>
        </p:sp>
        <p:sp>
          <p:nvSpPr>
            <p:cNvPr id="797" name="addition:spatial:179"/>
            <p:cNvSpPr>
              <a:spLocks noGrp="1"/>
            </p:cNvSpPr>
            <p:nvPr/>
          </p:nvSpPr>
          <p:spPr>
            <a:xfrm>
              <a:off x="5648325" y="1666875"/>
              <a:ext cx="993084" cy="563316"/>
            </a:xfrm>
            <a:custGeom>
              <a:avLst/>
              <a:gdLst/>
              <a:ahLst/>
              <a:cxnLst/>
              <a:rect l="l" t="t" r="r" b="b"/>
              <a:pathLst>
                <a:path w="749" h="333">
                  <a:moveTo>
                    <a:pt x="0" y="0"/>
                  </a:moveTo>
                  <a:moveTo>
                    <a:pt x="749" y="306"/>
                  </a:moveTo>
                  <a:lnTo>
                    <a:pt x="747" y="308"/>
                  </a:lnTo>
                  <a:lnTo>
                    <a:pt x="743" y="310"/>
                  </a:lnTo>
                  <a:lnTo>
                    <a:pt x="740" y="312"/>
                  </a:lnTo>
                  <a:lnTo>
                    <a:pt x="739" y="314"/>
                  </a:lnTo>
                  <a:lnTo>
                    <a:pt x="740" y="316"/>
                  </a:lnTo>
                  <a:lnTo>
                    <a:pt x="742" y="320"/>
                  </a:lnTo>
                  <a:lnTo>
                    <a:pt x="743" y="324"/>
                  </a:lnTo>
                  <a:lnTo>
                    <a:pt x="741" y="326"/>
                  </a:lnTo>
                  <a:lnTo>
                    <a:pt x="739" y="327"/>
                  </a:lnTo>
                  <a:lnTo>
                    <a:pt x="736" y="328"/>
                  </a:lnTo>
                  <a:lnTo>
                    <a:pt x="734" y="329"/>
                  </a:lnTo>
                  <a:lnTo>
                    <a:pt x="732" y="330"/>
                  </a:lnTo>
                  <a:lnTo>
                    <a:pt x="729" y="330"/>
                  </a:lnTo>
                  <a:lnTo>
                    <a:pt x="727" y="330"/>
                  </a:lnTo>
                  <a:lnTo>
                    <a:pt x="725" y="329"/>
                  </a:lnTo>
                  <a:lnTo>
                    <a:pt x="723" y="331"/>
                  </a:lnTo>
                  <a:lnTo>
                    <a:pt x="721" y="332"/>
                  </a:lnTo>
                  <a:lnTo>
                    <a:pt x="719" y="333"/>
                  </a:lnTo>
                  <a:lnTo>
                    <a:pt x="717" y="332"/>
                  </a:lnTo>
                  <a:lnTo>
                    <a:pt x="715" y="330"/>
                  </a:lnTo>
                  <a:lnTo>
                    <a:pt x="713" y="329"/>
                  </a:lnTo>
                  <a:lnTo>
                    <a:pt x="710" y="330"/>
                  </a:lnTo>
                  <a:lnTo>
                    <a:pt x="706" y="331"/>
                  </a:lnTo>
                  <a:lnTo>
                    <a:pt x="703" y="332"/>
                  </a:lnTo>
                  <a:lnTo>
                    <a:pt x="700" y="330"/>
                  </a:lnTo>
                  <a:lnTo>
                    <a:pt x="700" y="327"/>
                  </a:lnTo>
                  <a:lnTo>
                    <a:pt x="699" y="324"/>
                  </a:lnTo>
                  <a:lnTo>
                    <a:pt x="699" y="321"/>
                  </a:lnTo>
                  <a:lnTo>
                    <a:pt x="698" y="319"/>
                  </a:lnTo>
                  <a:lnTo>
                    <a:pt x="697" y="316"/>
                  </a:lnTo>
                  <a:lnTo>
                    <a:pt x="696" y="314"/>
                  </a:lnTo>
                  <a:lnTo>
                    <a:pt x="695" y="312"/>
                  </a:lnTo>
                  <a:lnTo>
                    <a:pt x="692" y="310"/>
                  </a:lnTo>
                  <a:lnTo>
                    <a:pt x="689" y="309"/>
                  </a:lnTo>
                  <a:lnTo>
                    <a:pt x="686" y="306"/>
                  </a:lnTo>
                  <a:lnTo>
                    <a:pt x="685" y="303"/>
                  </a:lnTo>
                  <a:lnTo>
                    <a:pt x="687" y="301"/>
                  </a:lnTo>
                  <a:lnTo>
                    <a:pt x="689" y="299"/>
                  </a:lnTo>
                  <a:lnTo>
                    <a:pt x="691" y="297"/>
                  </a:lnTo>
                  <a:lnTo>
                    <a:pt x="691" y="294"/>
                  </a:lnTo>
                  <a:lnTo>
                    <a:pt x="691" y="292"/>
                  </a:lnTo>
                  <a:lnTo>
                    <a:pt x="692" y="289"/>
                  </a:lnTo>
                  <a:lnTo>
                    <a:pt x="695" y="288"/>
                  </a:lnTo>
                  <a:lnTo>
                    <a:pt x="698" y="288"/>
                  </a:lnTo>
                  <a:lnTo>
                    <a:pt x="701" y="287"/>
                  </a:lnTo>
                  <a:lnTo>
                    <a:pt x="703" y="286"/>
                  </a:lnTo>
                  <a:lnTo>
                    <a:pt x="705" y="284"/>
                  </a:lnTo>
                  <a:lnTo>
                    <a:pt x="707" y="282"/>
                  </a:lnTo>
                  <a:lnTo>
                    <a:pt x="710" y="281"/>
                  </a:lnTo>
                  <a:lnTo>
                    <a:pt x="712" y="279"/>
                  </a:lnTo>
                  <a:lnTo>
                    <a:pt x="715" y="277"/>
                  </a:lnTo>
                  <a:lnTo>
                    <a:pt x="718" y="275"/>
                  </a:lnTo>
                  <a:lnTo>
                    <a:pt x="722" y="275"/>
                  </a:lnTo>
                  <a:lnTo>
                    <a:pt x="725" y="277"/>
                  </a:lnTo>
                  <a:lnTo>
                    <a:pt x="727" y="281"/>
                  </a:lnTo>
                  <a:lnTo>
                    <a:pt x="729" y="284"/>
                  </a:lnTo>
                  <a:lnTo>
                    <a:pt x="731" y="285"/>
                  </a:lnTo>
                  <a:lnTo>
                    <a:pt x="734" y="285"/>
                  </a:lnTo>
                  <a:lnTo>
                    <a:pt x="737" y="284"/>
                  </a:lnTo>
                  <a:lnTo>
                    <a:pt x="739" y="285"/>
                  </a:lnTo>
                  <a:lnTo>
                    <a:pt x="741" y="287"/>
                  </a:lnTo>
                  <a:lnTo>
                    <a:pt x="742" y="289"/>
                  </a:lnTo>
                  <a:lnTo>
                    <a:pt x="744" y="290"/>
                  </a:lnTo>
                  <a:lnTo>
                    <a:pt x="746" y="292"/>
                  </a:lnTo>
                  <a:lnTo>
                    <a:pt x="748" y="294"/>
                  </a:lnTo>
                  <a:lnTo>
                    <a:pt x="748" y="296"/>
                  </a:lnTo>
                  <a:lnTo>
                    <a:pt x="748" y="299"/>
                  </a:lnTo>
                  <a:lnTo>
                    <a:pt x="748" y="301"/>
                  </a:lnTo>
                  <a:lnTo>
                    <a:pt x="749" y="303"/>
                  </a:lnTo>
                  <a:close/>
                </a:path>
              </a:pathLst>
            </a:custGeom>
            <a:solidFill>
              <a:srgbClr val="86D1BC">
                <a:alpha val="24000"/>
              </a:srgbClr>
            </a:solidFill>
            <a:ln>
              <a:noFill/>
            </a:ln>
          </p:spPr>
          <p:txBody>
            <a:bodyPr anchor="ctr"/>
            <a:lstStyle/>
            <a:p>
              <a:pPr algn="ctr">
                <a:buNone/>
              </a:pPr>
            </a:p>
          </p:txBody>
        </p:sp>
        <p:sp>
          <p:nvSpPr>
            <p:cNvPr id="798" name="addition:spatial:180"/>
            <p:cNvSpPr>
              <a:spLocks noGrp="1"/>
            </p:cNvSpPr>
            <p:nvPr/>
          </p:nvSpPr>
          <p:spPr>
            <a:xfrm>
              <a:off x="5648325" y="1666875"/>
              <a:ext cx="1030209" cy="475351"/>
            </a:xfrm>
            <a:custGeom>
              <a:avLst/>
              <a:gdLst/>
              <a:ahLst/>
              <a:cxnLst/>
              <a:rect l="l" t="t" r="r" b="b"/>
              <a:pathLst>
                <a:path w="777" h="281">
                  <a:moveTo>
                    <a:pt x="0" y="0"/>
                  </a:moveTo>
                  <a:moveTo>
                    <a:pt x="776" y="251"/>
                  </a:moveTo>
                  <a:lnTo>
                    <a:pt x="776" y="253"/>
                  </a:lnTo>
                  <a:lnTo>
                    <a:pt x="776" y="256"/>
                  </a:lnTo>
                  <a:lnTo>
                    <a:pt x="776" y="258"/>
                  </a:lnTo>
                  <a:lnTo>
                    <a:pt x="777" y="261"/>
                  </a:lnTo>
                  <a:lnTo>
                    <a:pt x="777" y="263"/>
                  </a:lnTo>
                  <a:lnTo>
                    <a:pt x="775" y="265"/>
                  </a:lnTo>
                  <a:lnTo>
                    <a:pt x="774" y="267"/>
                  </a:lnTo>
                  <a:lnTo>
                    <a:pt x="773" y="268"/>
                  </a:lnTo>
                  <a:lnTo>
                    <a:pt x="771" y="270"/>
                  </a:lnTo>
                  <a:lnTo>
                    <a:pt x="770" y="271"/>
                  </a:lnTo>
                  <a:lnTo>
                    <a:pt x="767" y="271"/>
                  </a:lnTo>
                  <a:lnTo>
                    <a:pt x="764" y="270"/>
                  </a:lnTo>
                  <a:lnTo>
                    <a:pt x="762" y="271"/>
                  </a:lnTo>
                  <a:lnTo>
                    <a:pt x="761" y="273"/>
                  </a:lnTo>
                  <a:lnTo>
                    <a:pt x="760" y="277"/>
                  </a:lnTo>
                  <a:lnTo>
                    <a:pt x="758" y="280"/>
                  </a:lnTo>
                  <a:lnTo>
                    <a:pt x="755" y="281"/>
                  </a:lnTo>
                  <a:lnTo>
                    <a:pt x="753" y="280"/>
                  </a:lnTo>
                  <a:lnTo>
                    <a:pt x="750" y="278"/>
                  </a:lnTo>
                  <a:lnTo>
                    <a:pt x="748" y="277"/>
                  </a:lnTo>
                  <a:lnTo>
                    <a:pt x="746" y="276"/>
                  </a:lnTo>
                  <a:lnTo>
                    <a:pt x="744" y="274"/>
                  </a:lnTo>
                  <a:lnTo>
                    <a:pt x="742" y="273"/>
                  </a:lnTo>
                  <a:lnTo>
                    <a:pt x="741" y="271"/>
                  </a:lnTo>
                  <a:lnTo>
                    <a:pt x="739" y="270"/>
                  </a:lnTo>
                  <a:lnTo>
                    <a:pt x="736" y="269"/>
                  </a:lnTo>
                  <a:lnTo>
                    <a:pt x="734" y="268"/>
                  </a:lnTo>
                  <a:lnTo>
                    <a:pt x="732" y="267"/>
                  </a:lnTo>
                  <a:lnTo>
                    <a:pt x="732" y="264"/>
                  </a:lnTo>
                  <a:lnTo>
                    <a:pt x="732" y="262"/>
                  </a:lnTo>
                  <a:lnTo>
                    <a:pt x="731" y="260"/>
                  </a:lnTo>
                  <a:lnTo>
                    <a:pt x="728" y="258"/>
                  </a:lnTo>
                  <a:lnTo>
                    <a:pt x="726" y="256"/>
                  </a:lnTo>
                  <a:lnTo>
                    <a:pt x="725" y="254"/>
                  </a:lnTo>
                  <a:lnTo>
                    <a:pt x="727" y="251"/>
                  </a:lnTo>
                  <a:lnTo>
                    <a:pt x="730" y="249"/>
                  </a:lnTo>
                  <a:lnTo>
                    <a:pt x="733" y="247"/>
                  </a:lnTo>
                  <a:lnTo>
                    <a:pt x="734" y="245"/>
                  </a:lnTo>
                  <a:lnTo>
                    <a:pt x="735" y="243"/>
                  </a:lnTo>
                  <a:lnTo>
                    <a:pt x="735" y="241"/>
                  </a:lnTo>
                  <a:lnTo>
                    <a:pt x="736" y="239"/>
                  </a:lnTo>
                  <a:lnTo>
                    <a:pt x="737" y="237"/>
                  </a:lnTo>
                  <a:lnTo>
                    <a:pt x="737" y="234"/>
                  </a:lnTo>
                  <a:lnTo>
                    <a:pt x="737" y="230"/>
                  </a:lnTo>
                  <a:lnTo>
                    <a:pt x="739" y="228"/>
                  </a:lnTo>
                  <a:lnTo>
                    <a:pt x="741" y="227"/>
                  </a:lnTo>
                  <a:lnTo>
                    <a:pt x="744" y="228"/>
                  </a:lnTo>
                  <a:lnTo>
                    <a:pt x="746" y="228"/>
                  </a:lnTo>
                  <a:lnTo>
                    <a:pt x="748" y="228"/>
                  </a:lnTo>
                  <a:lnTo>
                    <a:pt x="750" y="226"/>
                  </a:lnTo>
                  <a:lnTo>
                    <a:pt x="751" y="224"/>
                  </a:lnTo>
                  <a:lnTo>
                    <a:pt x="753" y="225"/>
                  </a:lnTo>
                  <a:lnTo>
                    <a:pt x="755" y="227"/>
                  </a:lnTo>
                  <a:lnTo>
                    <a:pt x="756" y="229"/>
                  </a:lnTo>
                  <a:lnTo>
                    <a:pt x="758" y="229"/>
                  </a:lnTo>
                  <a:lnTo>
                    <a:pt x="760" y="228"/>
                  </a:lnTo>
                  <a:lnTo>
                    <a:pt x="762" y="228"/>
                  </a:lnTo>
                  <a:lnTo>
                    <a:pt x="764" y="228"/>
                  </a:lnTo>
                  <a:lnTo>
                    <a:pt x="765" y="228"/>
                  </a:lnTo>
                  <a:lnTo>
                    <a:pt x="768" y="229"/>
                  </a:lnTo>
                  <a:lnTo>
                    <a:pt x="770" y="230"/>
                  </a:lnTo>
                  <a:lnTo>
                    <a:pt x="772" y="232"/>
                  </a:lnTo>
                  <a:lnTo>
                    <a:pt x="772" y="235"/>
                  </a:lnTo>
                  <a:lnTo>
                    <a:pt x="771" y="238"/>
                  </a:lnTo>
                  <a:lnTo>
                    <a:pt x="769" y="241"/>
                  </a:lnTo>
                  <a:lnTo>
                    <a:pt x="769" y="244"/>
                  </a:lnTo>
                  <a:lnTo>
                    <a:pt x="771" y="245"/>
                  </a:lnTo>
                  <a:lnTo>
                    <a:pt x="774" y="247"/>
                  </a:lnTo>
                  <a:lnTo>
                    <a:pt x="776" y="249"/>
                  </a:lnTo>
                  <a:close/>
                </a:path>
              </a:pathLst>
            </a:custGeom>
            <a:solidFill>
              <a:srgbClr val="86D1BC">
                <a:alpha val="24000"/>
              </a:srgbClr>
            </a:solidFill>
            <a:ln>
              <a:noFill/>
            </a:ln>
          </p:spPr>
          <p:txBody>
            <a:bodyPr anchor="ctr"/>
            <a:lstStyle/>
            <a:p>
              <a:pPr algn="ctr">
                <a:buNone/>
              </a:pPr>
            </a:p>
          </p:txBody>
        </p:sp>
        <p:sp>
          <p:nvSpPr>
            <p:cNvPr id="799" name="addition:spatial:181"/>
            <p:cNvSpPr>
              <a:spLocks noGrp="1"/>
            </p:cNvSpPr>
            <p:nvPr/>
          </p:nvSpPr>
          <p:spPr>
            <a:xfrm>
              <a:off x="5648325" y="1666875"/>
              <a:ext cx="1134953" cy="431368"/>
            </a:xfrm>
            <a:custGeom>
              <a:avLst/>
              <a:gdLst/>
              <a:ahLst/>
              <a:cxnLst/>
              <a:rect l="l" t="t" r="r" b="b"/>
              <a:pathLst>
                <a:path w="856" h="255">
                  <a:moveTo>
                    <a:pt x="0" y="0"/>
                  </a:moveTo>
                  <a:moveTo>
                    <a:pt x="853" y="226"/>
                  </a:moveTo>
                  <a:lnTo>
                    <a:pt x="853" y="228"/>
                  </a:lnTo>
                  <a:lnTo>
                    <a:pt x="855" y="230"/>
                  </a:lnTo>
                  <a:lnTo>
                    <a:pt x="856" y="233"/>
                  </a:lnTo>
                  <a:lnTo>
                    <a:pt x="855" y="235"/>
                  </a:lnTo>
                  <a:lnTo>
                    <a:pt x="854" y="237"/>
                  </a:lnTo>
                  <a:lnTo>
                    <a:pt x="853" y="240"/>
                  </a:lnTo>
                  <a:lnTo>
                    <a:pt x="853" y="242"/>
                  </a:lnTo>
                  <a:lnTo>
                    <a:pt x="853" y="245"/>
                  </a:lnTo>
                  <a:lnTo>
                    <a:pt x="851" y="247"/>
                  </a:lnTo>
                  <a:lnTo>
                    <a:pt x="848" y="247"/>
                  </a:lnTo>
                  <a:lnTo>
                    <a:pt x="843" y="246"/>
                  </a:lnTo>
                  <a:lnTo>
                    <a:pt x="840" y="245"/>
                  </a:lnTo>
                  <a:lnTo>
                    <a:pt x="839" y="246"/>
                  </a:lnTo>
                  <a:lnTo>
                    <a:pt x="837" y="249"/>
                  </a:lnTo>
                  <a:lnTo>
                    <a:pt x="836" y="252"/>
                  </a:lnTo>
                  <a:lnTo>
                    <a:pt x="833" y="254"/>
                  </a:lnTo>
                  <a:lnTo>
                    <a:pt x="830" y="254"/>
                  </a:lnTo>
                  <a:lnTo>
                    <a:pt x="827" y="254"/>
                  </a:lnTo>
                  <a:lnTo>
                    <a:pt x="824" y="255"/>
                  </a:lnTo>
                  <a:lnTo>
                    <a:pt x="821" y="254"/>
                  </a:lnTo>
                  <a:lnTo>
                    <a:pt x="818" y="253"/>
                  </a:lnTo>
                  <a:lnTo>
                    <a:pt x="816" y="250"/>
                  </a:lnTo>
                  <a:lnTo>
                    <a:pt x="814" y="247"/>
                  </a:lnTo>
                  <a:lnTo>
                    <a:pt x="811" y="246"/>
                  </a:lnTo>
                  <a:lnTo>
                    <a:pt x="808" y="246"/>
                  </a:lnTo>
                  <a:lnTo>
                    <a:pt x="805" y="245"/>
                  </a:lnTo>
                  <a:lnTo>
                    <a:pt x="803" y="243"/>
                  </a:lnTo>
                  <a:lnTo>
                    <a:pt x="802" y="240"/>
                  </a:lnTo>
                  <a:lnTo>
                    <a:pt x="802" y="238"/>
                  </a:lnTo>
                  <a:lnTo>
                    <a:pt x="801" y="236"/>
                  </a:lnTo>
                  <a:lnTo>
                    <a:pt x="797" y="235"/>
                  </a:lnTo>
                  <a:lnTo>
                    <a:pt x="794" y="233"/>
                  </a:lnTo>
                  <a:lnTo>
                    <a:pt x="791" y="231"/>
                  </a:lnTo>
                  <a:lnTo>
                    <a:pt x="791" y="228"/>
                  </a:lnTo>
                  <a:lnTo>
                    <a:pt x="793" y="226"/>
                  </a:lnTo>
                  <a:lnTo>
                    <a:pt x="794" y="223"/>
                  </a:lnTo>
                  <a:lnTo>
                    <a:pt x="796" y="221"/>
                  </a:lnTo>
                  <a:lnTo>
                    <a:pt x="798" y="219"/>
                  </a:lnTo>
                  <a:lnTo>
                    <a:pt x="801" y="217"/>
                  </a:lnTo>
                  <a:lnTo>
                    <a:pt x="804" y="216"/>
                  </a:lnTo>
                  <a:lnTo>
                    <a:pt x="806" y="214"/>
                  </a:lnTo>
                  <a:lnTo>
                    <a:pt x="805" y="211"/>
                  </a:lnTo>
                  <a:lnTo>
                    <a:pt x="805" y="207"/>
                  </a:lnTo>
                  <a:lnTo>
                    <a:pt x="806" y="204"/>
                  </a:lnTo>
                  <a:lnTo>
                    <a:pt x="808" y="203"/>
                  </a:lnTo>
                  <a:lnTo>
                    <a:pt x="812" y="202"/>
                  </a:lnTo>
                  <a:lnTo>
                    <a:pt x="815" y="202"/>
                  </a:lnTo>
                  <a:lnTo>
                    <a:pt x="818" y="201"/>
                  </a:lnTo>
                  <a:lnTo>
                    <a:pt x="820" y="199"/>
                  </a:lnTo>
                  <a:lnTo>
                    <a:pt x="822" y="197"/>
                  </a:lnTo>
                  <a:lnTo>
                    <a:pt x="825" y="197"/>
                  </a:lnTo>
                  <a:lnTo>
                    <a:pt x="828" y="199"/>
                  </a:lnTo>
                  <a:lnTo>
                    <a:pt x="830" y="200"/>
                  </a:lnTo>
                  <a:lnTo>
                    <a:pt x="832" y="201"/>
                  </a:lnTo>
                  <a:lnTo>
                    <a:pt x="834" y="201"/>
                  </a:lnTo>
                  <a:lnTo>
                    <a:pt x="836" y="202"/>
                  </a:lnTo>
                  <a:lnTo>
                    <a:pt x="838" y="203"/>
                  </a:lnTo>
                  <a:lnTo>
                    <a:pt x="840" y="204"/>
                  </a:lnTo>
                  <a:lnTo>
                    <a:pt x="842" y="203"/>
                  </a:lnTo>
                  <a:lnTo>
                    <a:pt x="846" y="202"/>
                  </a:lnTo>
                  <a:lnTo>
                    <a:pt x="850" y="202"/>
                  </a:lnTo>
                  <a:lnTo>
                    <a:pt x="852" y="205"/>
                  </a:lnTo>
                  <a:lnTo>
                    <a:pt x="851" y="208"/>
                  </a:lnTo>
                  <a:lnTo>
                    <a:pt x="849" y="212"/>
                  </a:lnTo>
                  <a:lnTo>
                    <a:pt x="848" y="215"/>
                  </a:lnTo>
                  <a:lnTo>
                    <a:pt x="850" y="217"/>
                  </a:lnTo>
                  <a:lnTo>
                    <a:pt x="852" y="219"/>
                  </a:lnTo>
                  <a:lnTo>
                    <a:pt x="853" y="221"/>
                  </a:lnTo>
                  <a:lnTo>
                    <a:pt x="853" y="223"/>
                  </a:lnTo>
                  <a:close/>
                </a:path>
              </a:pathLst>
            </a:custGeom>
            <a:solidFill>
              <a:srgbClr val="86D1BC">
                <a:alpha val="24000"/>
              </a:srgbClr>
            </a:solidFill>
            <a:ln>
              <a:noFill/>
            </a:ln>
          </p:spPr>
          <p:txBody>
            <a:bodyPr anchor="ctr"/>
            <a:lstStyle/>
            <a:p>
              <a:pPr algn="ctr">
                <a:buNone/>
              </a:pPr>
            </a:p>
          </p:txBody>
        </p:sp>
        <p:sp>
          <p:nvSpPr>
            <p:cNvPr id="800" name="addition:spatial:182"/>
            <p:cNvSpPr>
              <a:spLocks noGrp="1"/>
            </p:cNvSpPr>
            <p:nvPr/>
          </p:nvSpPr>
          <p:spPr>
            <a:xfrm>
              <a:off x="5648325" y="1666875"/>
              <a:ext cx="1222461" cy="483809"/>
            </a:xfrm>
            <a:custGeom>
              <a:avLst/>
              <a:gdLst/>
              <a:ahLst/>
              <a:cxnLst/>
              <a:rect l="l" t="t" r="r" b="b"/>
              <a:pathLst>
                <a:path w="922" h="286">
                  <a:moveTo>
                    <a:pt x="0" y="0"/>
                  </a:moveTo>
                  <a:moveTo>
                    <a:pt x="920" y="260"/>
                  </a:moveTo>
                  <a:lnTo>
                    <a:pt x="917" y="262"/>
                  </a:lnTo>
                  <a:lnTo>
                    <a:pt x="915" y="264"/>
                  </a:lnTo>
                  <a:lnTo>
                    <a:pt x="914" y="265"/>
                  </a:lnTo>
                  <a:lnTo>
                    <a:pt x="915" y="268"/>
                  </a:lnTo>
                  <a:lnTo>
                    <a:pt x="915" y="270"/>
                  </a:lnTo>
                  <a:lnTo>
                    <a:pt x="914" y="273"/>
                  </a:lnTo>
                  <a:lnTo>
                    <a:pt x="914" y="275"/>
                  </a:lnTo>
                  <a:lnTo>
                    <a:pt x="914" y="278"/>
                  </a:lnTo>
                  <a:lnTo>
                    <a:pt x="913" y="281"/>
                  </a:lnTo>
                  <a:lnTo>
                    <a:pt x="912" y="283"/>
                  </a:lnTo>
                  <a:lnTo>
                    <a:pt x="909" y="283"/>
                  </a:lnTo>
                  <a:lnTo>
                    <a:pt x="906" y="282"/>
                  </a:lnTo>
                  <a:lnTo>
                    <a:pt x="904" y="281"/>
                  </a:lnTo>
                  <a:lnTo>
                    <a:pt x="903" y="282"/>
                  </a:lnTo>
                  <a:lnTo>
                    <a:pt x="902" y="284"/>
                  </a:lnTo>
                  <a:lnTo>
                    <a:pt x="900" y="286"/>
                  </a:lnTo>
                  <a:lnTo>
                    <a:pt x="898" y="285"/>
                  </a:lnTo>
                  <a:lnTo>
                    <a:pt x="897" y="284"/>
                  </a:lnTo>
                  <a:lnTo>
                    <a:pt x="895" y="282"/>
                  </a:lnTo>
                  <a:lnTo>
                    <a:pt x="894" y="282"/>
                  </a:lnTo>
                  <a:lnTo>
                    <a:pt x="892" y="284"/>
                  </a:lnTo>
                  <a:lnTo>
                    <a:pt x="889" y="284"/>
                  </a:lnTo>
                  <a:lnTo>
                    <a:pt x="887" y="284"/>
                  </a:lnTo>
                  <a:lnTo>
                    <a:pt x="885" y="283"/>
                  </a:lnTo>
                  <a:lnTo>
                    <a:pt x="883" y="281"/>
                  </a:lnTo>
                  <a:lnTo>
                    <a:pt x="882" y="280"/>
                  </a:lnTo>
                  <a:lnTo>
                    <a:pt x="880" y="278"/>
                  </a:lnTo>
                  <a:lnTo>
                    <a:pt x="880" y="275"/>
                  </a:lnTo>
                  <a:lnTo>
                    <a:pt x="881" y="271"/>
                  </a:lnTo>
                  <a:lnTo>
                    <a:pt x="881" y="269"/>
                  </a:lnTo>
                  <a:lnTo>
                    <a:pt x="880" y="267"/>
                  </a:lnTo>
                  <a:lnTo>
                    <a:pt x="878" y="266"/>
                  </a:lnTo>
                  <a:lnTo>
                    <a:pt x="874" y="264"/>
                  </a:lnTo>
                  <a:lnTo>
                    <a:pt x="872" y="262"/>
                  </a:lnTo>
                  <a:lnTo>
                    <a:pt x="872" y="260"/>
                  </a:lnTo>
                  <a:lnTo>
                    <a:pt x="873" y="257"/>
                  </a:lnTo>
                  <a:lnTo>
                    <a:pt x="873" y="255"/>
                  </a:lnTo>
                  <a:lnTo>
                    <a:pt x="873" y="253"/>
                  </a:lnTo>
                  <a:lnTo>
                    <a:pt x="873" y="250"/>
                  </a:lnTo>
                  <a:lnTo>
                    <a:pt x="874" y="248"/>
                  </a:lnTo>
                  <a:lnTo>
                    <a:pt x="875" y="246"/>
                  </a:lnTo>
                  <a:lnTo>
                    <a:pt x="877" y="245"/>
                  </a:lnTo>
                  <a:lnTo>
                    <a:pt x="879" y="243"/>
                  </a:lnTo>
                  <a:lnTo>
                    <a:pt x="880" y="242"/>
                  </a:lnTo>
                  <a:lnTo>
                    <a:pt x="882" y="240"/>
                  </a:lnTo>
                  <a:lnTo>
                    <a:pt x="884" y="240"/>
                  </a:lnTo>
                  <a:lnTo>
                    <a:pt x="886" y="240"/>
                  </a:lnTo>
                  <a:lnTo>
                    <a:pt x="888" y="239"/>
                  </a:lnTo>
                  <a:lnTo>
                    <a:pt x="890" y="236"/>
                  </a:lnTo>
                  <a:lnTo>
                    <a:pt x="891" y="232"/>
                  </a:lnTo>
                  <a:lnTo>
                    <a:pt x="893" y="230"/>
                  </a:lnTo>
                  <a:lnTo>
                    <a:pt x="896" y="230"/>
                  </a:lnTo>
                  <a:lnTo>
                    <a:pt x="899" y="232"/>
                  </a:lnTo>
                  <a:lnTo>
                    <a:pt x="901" y="234"/>
                  </a:lnTo>
                  <a:lnTo>
                    <a:pt x="903" y="236"/>
                  </a:lnTo>
                  <a:lnTo>
                    <a:pt x="905" y="237"/>
                  </a:lnTo>
                  <a:lnTo>
                    <a:pt x="907" y="238"/>
                  </a:lnTo>
                  <a:lnTo>
                    <a:pt x="909" y="239"/>
                  </a:lnTo>
                  <a:lnTo>
                    <a:pt x="910" y="240"/>
                  </a:lnTo>
                  <a:lnTo>
                    <a:pt x="912" y="241"/>
                  </a:lnTo>
                  <a:lnTo>
                    <a:pt x="914" y="241"/>
                  </a:lnTo>
                  <a:lnTo>
                    <a:pt x="917" y="242"/>
                  </a:lnTo>
                  <a:lnTo>
                    <a:pt x="918" y="244"/>
                  </a:lnTo>
                  <a:lnTo>
                    <a:pt x="918" y="246"/>
                  </a:lnTo>
                  <a:lnTo>
                    <a:pt x="918" y="249"/>
                  </a:lnTo>
                  <a:lnTo>
                    <a:pt x="919" y="251"/>
                  </a:lnTo>
                  <a:lnTo>
                    <a:pt x="921" y="252"/>
                  </a:lnTo>
                  <a:lnTo>
                    <a:pt x="922" y="254"/>
                  </a:lnTo>
                  <a:lnTo>
                    <a:pt x="922" y="257"/>
                  </a:lnTo>
                  <a:close/>
                </a:path>
              </a:pathLst>
            </a:custGeom>
            <a:solidFill>
              <a:srgbClr val="86D1BC">
                <a:alpha val="24000"/>
              </a:srgbClr>
            </a:solidFill>
            <a:ln>
              <a:noFill/>
            </a:ln>
          </p:spPr>
          <p:txBody>
            <a:bodyPr anchor="ctr"/>
            <a:lstStyle/>
            <a:p>
              <a:pPr algn="ctr">
                <a:buNone/>
              </a:pPr>
            </a:p>
          </p:txBody>
        </p:sp>
        <p:sp>
          <p:nvSpPr>
            <p:cNvPr id="801" name="addition:spatial:183"/>
            <p:cNvSpPr>
              <a:spLocks noGrp="1"/>
            </p:cNvSpPr>
            <p:nvPr/>
          </p:nvSpPr>
          <p:spPr>
            <a:xfrm>
              <a:off x="5648325" y="1666875"/>
              <a:ext cx="1689171" cy="833979"/>
            </a:xfrm>
            <a:custGeom>
              <a:avLst/>
              <a:gdLst/>
              <a:ahLst/>
              <a:cxnLst/>
              <a:rect l="l" t="t" r="r" b="b"/>
              <a:pathLst>
                <a:path w="1274" h="493">
                  <a:moveTo>
                    <a:pt x="0" y="0"/>
                  </a:moveTo>
                  <a:moveTo>
                    <a:pt x="1267" y="354"/>
                  </a:moveTo>
                  <a:lnTo>
                    <a:pt x="1255" y="367"/>
                  </a:lnTo>
                  <a:lnTo>
                    <a:pt x="1237" y="377"/>
                  </a:lnTo>
                  <a:lnTo>
                    <a:pt x="1218" y="385"/>
                  </a:lnTo>
                  <a:lnTo>
                    <a:pt x="1208" y="394"/>
                  </a:lnTo>
                  <a:lnTo>
                    <a:pt x="1212" y="407"/>
                  </a:lnTo>
                  <a:lnTo>
                    <a:pt x="1220" y="425"/>
                  </a:lnTo>
                  <a:lnTo>
                    <a:pt x="1221" y="442"/>
                  </a:lnTo>
                  <a:lnTo>
                    <a:pt x="1210" y="453"/>
                  </a:lnTo>
                  <a:lnTo>
                    <a:pt x="1193" y="458"/>
                  </a:lnTo>
                  <a:lnTo>
                    <a:pt x="1176" y="462"/>
                  </a:lnTo>
                  <a:lnTo>
                    <a:pt x="1165" y="470"/>
                  </a:lnTo>
                  <a:lnTo>
                    <a:pt x="1156" y="482"/>
                  </a:lnTo>
                  <a:lnTo>
                    <a:pt x="1145" y="491"/>
                  </a:lnTo>
                  <a:lnTo>
                    <a:pt x="1130" y="493"/>
                  </a:lnTo>
                  <a:lnTo>
                    <a:pt x="1115" y="490"/>
                  </a:lnTo>
                  <a:lnTo>
                    <a:pt x="1101" y="486"/>
                  </a:lnTo>
                  <a:lnTo>
                    <a:pt x="1089" y="485"/>
                  </a:lnTo>
                  <a:lnTo>
                    <a:pt x="1077" y="485"/>
                  </a:lnTo>
                  <a:lnTo>
                    <a:pt x="1066" y="480"/>
                  </a:lnTo>
                  <a:lnTo>
                    <a:pt x="1056" y="473"/>
                  </a:lnTo>
                  <a:lnTo>
                    <a:pt x="1046" y="469"/>
                  </a:lnTo>
                  <a:lnTo>
                    <a:pt x="1032" y="474"/>
                  </a:lnTo>
                  <a:lnTo>
                    <a:pt x="1012" y="484"/>
                  </a:lnTo>
                  <a:lnTo>
                    <a:pt x="990" y="490"/>
                  </a:lnTo>
                  <a:lnTo>
                    <a:pt x="975" y="483"/>
                  </a:lnTo>
                  <a:lnTo>
                    <a:pt x="972" y="466"/>
                  </a:lnTo>
                  <a:lnTo>
                    <a:pt x="975" y="446"/>
                  </a:lnTo>
                  <a:lnTo>
                    <a:pt x="975" y="430"/>
                  </a:lnTo>
                  <a:lnTo>
                    <a:pt x="969" y="420"/>
                  </a:lnTo>
                  <a:lnTo>
                    <a:pt x="959" y="411"/>
                  </a:lnTo>
                  <a:lnTo>
                    <a:pt x="951" y="400"/>
                  </a:lnTo>
                  <a:lnTo>
                    <a:pt x="948" y="388"/>
                  </a:lnTo>
                  <a:lnTo>
                    <a:pt x="944" y="377"/>
                  </a:lnTo>
                  <a:lnTo>
                    <a:pt x="936" y="366"/>
                  </a:lnTo>
                  <a:lnTo>
                    <a:pt x="925" y="354"/>
                  </a:lnTo>
                  <a:lnTo>
                    <a:pt x="918" y="341"/>
                  </a:lnTo>
                  <a:lnTo>
                    <a:pt x="920" y="329"/>
                  </a:lnTo>
                  <a:lnTo>
                    <a:pt x="926" y="317"/>
                  </a:lnTo>
                  <a:lnTo>
                    <a:pt x="928" y="305"/>
                  </a:lnTo>
                  <a:lnTo>
                    <a:pt x="923" y="291"/>
                  </a:lnTo>
                  <a:lnTo>
                    <a:pt x="918" y="274"/>
                  </a:lnTo>
                  <a:lnTo>
                    <a:pt x="924" y="261"/>
                  </a:lnTo>
                  <a:lnTo>
                    <a:pt x="943" y="257"/>
                  </a:lnTo>
                  <a:lnTo>
                    <a:pt x="967" y="260"/>
                  </a:lnTo>
                  <a:lnTo>
                    <a:pt x="987" y="263"/>
                  </a:lnTo>
                  <a:lnTo>
                    <a:pt x="999" y="259"/>
                  </a:lnTo>
                  <a:lnTo>
                    <a:pt x="1005" y="247"/>
                  </a:lnTo>
                  <a:lnTo>
                    <a:pt x="1013" y="232"/>
                  </a:lnTo>
                  <a:lnTo>
                    <a:pt x="1025" y="222"/>
                  </a:lnTo>
                  <a:lnTo>
                    <a:pt x="1040" y="215"/>
                  </a:lnTo>
                  <a:lnTo>
                    <a:pt x="1056" y="208"/>
                  </a:lnTo>
                  <a:lnTo>
                    <a:pt x="1074" y="201"/>
                  </a:lnTo>
                  <a:lnTo>
                    <a:pt x="1092" y="198"/>
                  </a:lnTo>
                  <a:lnTo>
                    <a:pt x="1111" y="205"/>
                  </a:lnTo>
                  <a:lnTo>
                    <a:pt x="1126" y="218"/>
                  </a:lnTo>
                  <a:lnTo>
                    <a:pt x="1139" y="232"/>
                  </a:lnTo>
                  <a:lnTo>
                    <a:pt x="1153" y="237"/>
                  </a:lnTo>
                  <a:lnTo>
                    <a:pt x="1171" y="236"/>
                  </a:lnTo>
                  <a:lnTo>
                    <a:pt x="1190" y="236"/>
                  </a:lnTo>
                  <a:lnTo>
                    <a:pt x="1203" y="244"/>
                  </a:lnTo>
                  <a:lnTo>
                    <a:pt x="1208" y="259"/>
                  </a:lnTo>
                  <a:lnTo>
                    <a:pt x="1210" y="274"/>
                  </a:lnTo>
                  <a:lnTo>
                    <a:pt x="1218" y="282"/>
                  </a:lnTo>
                  <a:lnTo>
                    <a:pt x="1235" y="287"/>
                  </a:lnTo>
                  <a:lnTo>
                    <a:pt x="1255" y="291"/>
                  </a:lnTo>
                  <a:lnTo>
                    <a:pt x="1269" y="300"/>
                  </a:lnTo>
                  <a:lnTo>
                    <a:pt x="1274" y="313"/>
                  </a:lnTo>
                  <a:lnTo>
                    <a:pt x="1273" y="327"/>
                  </a:lnTo>
                  <a:lnTo>
                    <a:pt x="1271" y="341"/>
                  </a:lnTo>
                  <a:close/>
                </a:path>
              </a:pathLst>
            </a:custGeom>
            <a:solidFill>
              <a:srgbClr val="EFD4E3">
                <a:alpha val="43000"/>
              </a:srgbClr>
            </a:solidFill>
            <a:ln>
              <a:noFill/>
            </a:ln>
          </p:spPr>
          <p:txBody>
            <a:bodyPr anchor="ctr"/>
            <a:lstStyle/>
            <a:p>
              <a:pPr algn="ctr">
                <a:buNone/>
              </a:pPr>
            </a:p>
          </p:txBody>
        </p:sp>
        <p:sp>
          <p:nvSpPr>
            <p:cNvPr id="802" name="addition:spatial:184"/>
            <p:cNvSpPr>
              <a:spLocks noGrp="1"/>
            </p:cNvSpPr>
            <p:nvPr/>
          </p:nvSpPr>
          <p:spPr>
            <a:xfrm>
              <a:off x="5648325" y="1666875"/>
              <a:ext cx="1620225" cy="842437"/>
            </a:xfrm>
            <a:custGeom>
              <a:avLst/>
              <a:gdLst/>
              <a:ahLst/>
              <a:cxnLst/>
              <a:rect l="l" t="t" r="r" b="b"/>
              <a:pathLst>
                <a:path w="1222" h="498">
                  <a:moveTo>
                    <a:pt x="0" y="0"/>
                  </a:moveTo>
                  <a:moveTo>
                    <a:pt x="1201" y="359"/>
                  </a:moveTo>
                  <a:lnTo>
                    <a:pt x="1215" y="370"/>
                  </a:lnTo>
                  <a:lnTo>
                    <a:pt x="1222" y="382"/>
                  </a:lnTo>
                  <a:lnTo>
                    <a:pt x="1217" y="392"/>
                  </a:lnTo>
                  <a:lnTo>
                    <a:pt x="1207" y="400"/>
                  </a:lnTo>
                  <a:lnTo>
                    <a:pt x="1200" y="409"/>
                  </a:lnTo>
                  <a:lnTo>
                    <a:pt x="1201" y="420"/>
                  </a:lnTo>
                  <a:lnTo>
                    <a:pt x="1204" y="434"/>
                  </a:lnTo>
                  <a:lnTo>
                    <a:pt x="1201" y="445"/>
                  </a:lnTo>
                  <a:lnTo>
                    <a:pt x="1190" y="451"/>
                  </a:lnTo>
                  <a:lnTo>
                    <a:pt x="1175" y="452"/>
                  </a:lnTo>
                  <a:lnTo>
                    <a:pt x="1162" y="453"/>
                  </a:lnTo>
                  <a:lnTo>
                    <a:pt x="1151" y="455"/>
                  </a:lnTo>
                  <a:lnTo>
                    <a:pt x="1141" y="459"/>
                  </a:lnTo>
                  <a:lnTo>
                    <a:pt x="1130" y="460"/>
                  </a:lnTo>
                  <a:lnTo>
                    <a:pt x="1119" y="460"/>
                  </a:lnTo>
                  <a:lnTo>
                    <a:pt x="1108" y="464"/>
                  </a:lnTo>
                  <a:lnTo>
                    <a:pt x="1097" y="475"/>
                  </a:lnTo>
                  <a:lnTo>
                    <a:pt x="1083" y="490"/>
                  </a:lnTo>
                  <a:lnTo>
                    <a:pt x="1066" y="498"/>
                  </a:lnTo>
                  <a:lnTo>
                    <a:pt x="1051" y="494"/>
                  </a:lnTo>
                  <a:lnTo>
                    <a:pt x="1039" y="480"/>
                  </a:lnTo>
                  <a:lnTo>
                    <a:pt x="1030" y="464"/>
                  </a:lnTo>
                  <a:lnTo>
                    <a:pt x="1021" y="455"/>
                  </a:lnTo>
                  <a:lnTo>
                    <a:pt x="1007" y="451"/>
                  </a:lnTo>
                  <a:lnTo>
                    <a:pt x="992" y="449"/>
                  </a:lnTo>
                  <a:lnTo>
                    <a:pt x="981" y="443"/>
                  </a:lnTo>
                  <a:lnTo>
                    <a:pt x="973" y="433"/>
                  </a:lnTo>
                  <a:lnTo>
                    <a:pt x="967" y="423"/>
                  </a:lnTo>
                  <a:lnTo>
                    <a:pt x="957" y="416"/>
                  </a:lnTo>
                  <a:lnTo>
                    <a:pt x="945" y="409"/>
                  </a:lnTo>
                  <a:lnTo>
                    <a:pt x="936" y="401"/>
                  </a:lnTo>
                  <a:lnTo>
                    <a:pt x="931" y="391"/>
                  </a:lnTo>
                  <a:lnTo>
                    <a:pt x="930" y="380"/>
                  </a:lnTo>
                  <a:lnTo>
                    <a:pt x="924" y="370"/>
                  </a:lnTo>
                  <a:lnTo>
                    <a:pt x="915" y="359"/>
                  </a:lnTo>
                  <a:lnTo>
                    <a:pt x="910" y="347"/>
                  </a:lnTo>
                  <a:lnTo>
                    <a:pt x="915" y="335"/>
                  </a:lnTo>
                  <a:lnTo>
                    <a:pt x="934" y="327"/>
                  </a:lnTo>
                  <a:lnTo>
                    <a:pt x="957" y="322"/>
                  </a:lnTo>
                  <a:lnTo>
                    <a:pt x="974" y="317"/>
                  </a:lnTo>
                  <a:lnTo>
                    <a:pt x="979" y="309"/>
                  </a:lnTo>
                  <a:lnTo>
                    <a:pt x="977" y="296"/>
                  </a:lnTo>
                  <a:lnTo>
                    <a:pt x="978" y="282"/>
                  </a:lnTo>
                  <a:lnTo>
                    <a:pt x="985" y="271"/>
                  </a:lnTo>
                  <a:lnTo>
                    <a:pt x="995" y="263"/>
                  </a:lnTo>
                  <a:lnTo>
                    <a:pt x="1006" y="255"/>
                  </a:lnTo>
                  <a:lnTo>
                    <a:pt x="1017" y="246"/>
                  </a:lnTo>
                  <a:lnTo>
                    <a:pt x="1030" y="240"/>
                  </a:lnTo>
                  <a:lnTo>
                    <a:pt x="1045" y="240"/>
                  </a:lnTo>
                  <a:lnTo>
                    <a:pt x="1060" y="244"/>
                  </a:lnTo>
                  <a:lnTo>
                    <a:pt x="1073" y="248"/>
                  </a:lnTo>
                  <a:lnTo>
                    <a:pt x="1085" y="246"/>
                  </a:lnTo>
                  <a:lnTo>
                    <a:pt x="1096" y="241"/>
                  </a:lnTo>
                  <a:lnTo>
                    <a:pt x="1108" y="239"/>
                  </a:lnTo>
                  <a:lnTo>
                    <a:pt x="1118" y="245"/>
                  </a:lnTo>
                  <a:lnTo>
                    <a:pt x="1125" y="257"/>
                  </a:lnTo>
                  <a:lnTo>
                    <a:pt x="1131" y="267"/>
                  </a:lnTo>
                  <a:lnTo>
                    <a:pt x="1140" y="268"/>
                  </a:lnTo>
                  <a:lnTo>
                    <a:pt x="1155" y="263"/>
                  </a:lnTo>
                  <a:lnTo>
                    <a:pt x="1173" y="259"/>
                  </a:lnTo>
                  <a:lnTo>
                    <a:pt x="1187" y="262"/>
                  </a:lnTo>
                  <a:lnTo>
                    <a:pt x="1194" y="271"/>
                  </a:lnTo>
                  <a:lnTo>
                    <a:pt x="1197" y="283"/>
                  </a:lnTo>
                  <a:lnTo>
                    <a:pt x="1200" y="295"/>
                  </a:lnTo>
                  <a:lnTo>
                    <a:pt x="1201" y="306"/>
                  </a:lnTo>
                  <a:lnTo>
                    <a:pt x="1199" y="318"/>
                  </a:lnTo>
                  <a:lnTo>
                    <a:pt x="1192" y="331"/>
                  </a:lnTo>
                  <a:lnTo>
                    <a:pt x="1186" y="341"/>
                  </a:lnTo>
                  <a:lnTo>
                    <a:pt x="1188" y="350"/>
                  </a:lnTo>
                  <a:close/>
                </a:path>
              </a:pathLst>
            </a:custGeom>
            <a:solidFill>
              <a:srgbClr val="DA9FC0">
                <a:alpha val="43000"/>
              </a:srgbClr>
            </a:solidFill>
            <a:ln>
              <a:noFill/>
            </a:ln>
          </p:spPr>
          <p:txBody>
            <a:bodyPr anchor="ctr"/>
            <a:lstStyle/>
            <a:p>
              <a:pPr algn="ctr">
                <a:buNone/>
              </a:pPr>
            </a:p>
          </p:txBody>
        </p:sp>
        <p:sp>
          <p:nvSpPr>
            <p:cNvPr id="803" name="addition:spatial:185"/>
            <p:cNvSpPr>
              <a:spLocks noGrp="1"/>
            </p:cNvSpPr>
            <p:nvPr/>
          </p:nvSpPr>
          <p:spPr>
            <a:xfrm>
              <a:off x="5648325" y="1666875"/>
              <a:ext cx="1614922" cy="793379"/>
            </a:xfrm>
            <a:custGeom>
              <a:avLst/>
              <a:gdLst/>
              <a:ahLst/>
              <a:cxnLst/>
              <a:rect l="l" t="t" r="r" b="b"/>
              <a:pathLst>
                <a:path w="1218" h="469">
                  <a:moveTo>
                    <a:pt x="0" y="0"/>
                  </a:moveTo>
                  <a:moveTo>
                    <a:pt x="1194" y="364"/>
                  </a:moveTo>
                  <a:lnTo>
                    <a:pt x="1178" y="372"/>
                  </a:lnTo>
                  <a:lnTo>
                    <a:pt x="1170" y="379"/>
                  </a:lnTo>
                  <a:lnTo>
                    <a:pt x="1170" y="388"/>
                  </a:lnTo>
                  <a:lnTo>
                    <a:pt x="1172" y="397"/>
                  </a:lnTo>
                  <a:lnTo>
                    <a:pt x="1172" y="407"/>
                  </a:lnTo>
                  <a:lnTo>
                    <a:pt x="1168" y="416"/>
                  </a:lnTo>
                  <a:lnTo>
                    <a:pt x="1164" y="425"/>
                  </a:lnTo>
                  <a:lnTo>
                    <a:pt x="1162" y="436"/>
                  </a:lnTo>
                  <a:lnTo>
                    <a:pt x="1157" y="446"/>
                  </a:lnTo>
                  <a:lnTo>
                    <a:pt x="1147" y="452"/>
                  </a:lnTo>
                  <a:lnTo>
                    <a:pt x="1134" y="453"/>
                  </a:lnTo>
                  <a:lnTo>
                    <a:pt x="1122" y="452"/>
                  </a:lnTo>
                  <a:lnTo>
                    <a:pt x="1112" y="455"/>
                  </a:lnTo>
                  <a:lnTo>
                    <a:pt x="1105" y="462"/>
                  </a:lnTo>
                  <a:lnTo>
                    <a:pt x="1098" y="469"/>
                  </a:lnTo>
                  <a:lnTo>
                    <a:pt x="1088" y="469"/>
                  </a:lnTo>
                  <a:lnTo>
                    <a:pt x="1078" y="462"/>
                  </a:lnTo>
                  <a:lnTo>
                    <a:pt x="1069" y="453"/>
                  </a:lnTo>
                  <a:lnTo>
                    <a:pt x="1062" y="449"/>
                  </a:lnTo>
                  <a:lnTo>
                    <a:pt x="1053" y="453"/>
                  </a:lnTo>
                  <a:lnTo>
                    <a:pt x="1042" y="461"/>
                  </a:lnTo>
                  <a:lnTo>
                    <a:pt x="1029" y="465"/>
                  </a:lnTo>
                  <a:lnTo>
                    <a:pt x="1017" y="464"/>
                  </a:lnTo>
                  <a:lnTo>
                    <a:pt x="1008" y="458"/>
                  </a:lnTo>
                  <a:lnTo>
                    <a:pt x="998" y="452"/>
                  </a:lnTo>
                  <a:lnTo>
                    <a:pt x="990" y="446"/>
                  </a:lnTo>
                  <a:lnTo>
                    <a:pt x="985" y="436"/>
                  </a:lnTo>
                  <a:lnTo>
                    <a:pt x="985" y="423"/>
                  </a:lnTo>
                  <a:lnTo>
                    <a:pt x="989" y="410"/>
                  </a:lnTo>
                  <a:lnTo>
                    <a:pt x="988" y="401"/>
                  </a:lnTo>
                  <a:lnTo>
                    <a:pt x="979" y="395"/>
                  </a:lnTo>
                  <a:lnTo>
                    <a:pt x="964" y="390"/>
                  </a:lnTo>
                  <a:lnTo>
                    <a:pt x="951" y="383"/>
                  </a:lnTo>
                  <a:lnTo>
                    <a:pt x="946" y="374"/>
                  </a:lnTo>
                  <a:lnTo>
                    <a:pt x="950" y="364"/>
                  </a:lnTo>
                  <a:lnTo>
                    <a:pt x="953" y="355"/>
                  </a:lnTo>
                  <a:lnTo>
                    <a:pt x="951" y="346"/>
                  </a:lnTo>
                  <a:lnTo>
                    <a:pt x="944" y="335"/>
                  </a:lnTo>
                  <a:lnTo>
                    <a:pt x="940" y="324"/>
                  </a:lnTo>
                  <a:lnTo>
                    <a:pt x="944" y="315"/>
                  </a:lnTo>
                  <a:lnTo>
                    <a:pt x="953" y="308"/>
                  </a:lnTo>
                  <a:lnTo>
                    <a:pt x="964" y="303"/>
                  </a:lnTo>
                  <a:lnTo>
                    <a:pt x="973" y="298"/>
                  </a:lnTo>
                  <a:lnTo>
                    <a:pt x="982" y="293"/>
                  </a:lnTo>
                  <a:lnTo>
                    <a:pt x="993" y="290"/>
                  </a:lnTo>
                  <a:lnTo>
                    <a:pt x="1006" y="290"/>
                  </a:lnTo>
                  <a:lnTo>
                    <a:pt x="1016" y="288"/>
                  </a:lnTo>
                  <a:lnTo>
                    <a:pt x="1023" y="280"/>
                  </a:lnTo>
                  <a:lnTo>
                    <a:pt x="1029" y="266"/>
                  </a:lnTo>
                  <a:lnTo>
                    <a:pt x="1038" y="251"/>
                  </a:lnTo>
                  <a:lnTo>
                    <a:pt x="1051" y="244"/>
                  </a:lnTo>
                  <a:lnTo>
                    <a:pt x="1066" y="248"/>
                  </a:lnTo>
                  <a:lnTo>
                    <a:pt x="1080" y="257"/>
                  </a:lnTo>
                  <a:lnTo>
                    <a:pt x="1092" y="265"/>
                  </a:lnTo>
                  <a:lnTo>
                    <a:pt x="1104" y="268"/>
                  </a:lnTo>
                  <a:lnTo>
                    <a:pt x="1116" y="268"/>
                  </a:lnTo>
                  <a:lnTo>
                    <a:pt x="1128" y="271"/>
                  </a:lnTo>
                  <a:lnTo>
                    <a:pt x="1137" y="278"/>
                  </a:lnTo>
                  <a:lnTo>
                    <a:pt x="1145" y="285"/>
                  </a:lnTo>
                  <a:lnTo>
                    <a:pt x="1154" y="289"/>
                  </a:lnTo>
                  <a:lnTo>
                    <a:pt x="1164" y="293"/>
                  </a:lnTo>
                  <a:lnTo>
                    <a:pt x="1174" y="297"/>
                  </a:lnTo>
                  <a:lnTo>
                    <a:pt x="1180" y="305"/>
                  </a:lnTo>
                  <a:lnTo>
                    <a:pt x="1183" y="313"/>
                  </a:lnTo>
                  <a:lnTo>
                    <a:pt x="1188" y="320"/>
                  </a:lnTo>
                  <a:lnTo>
                    <a:pt x="1199" y="326"/>
                  </a:lnTo>
                  <a:lnTo>
                    <a:pt x="1212" y="333"/>
                  </a:lnTo>
                  <a:lnTo>
                    <a:pt x="1218" y="342"/>
                  </a:lnTo>
                  <a:lnTo>
                    <a:pt x="1211" y="354"/>
                  </a:lnTo>
                  <a:close/>
                </a:path>
              </a:pathLst>
            </a:custGeom>
            <a:solidFill>
              <a:srgbClr val="CC79A7">
                <a:alpha val="35000"/>
              </a:srgbClr>
            </a:solidFill>
            <a:ln>
              <a:noFill/>
            </a:ln>
          </p:spPr>
          <p:txBody>
            <a:bodyPr anchor="ctr"/>
            <a:lstStyle/>
            <a:p>
              <a:pPr algn="ctr">
                <a:buNone/>
              </a:pPr>
            </a:p>
          </p:txBody>
        </p:sp>
        <p:sp>
          <p:nvSpPr>
            <p:cNvPr id="804" name="addition:spatial:186"/>
            <p:cNvSpPr>
              <a:spLocks noGrp="1"/>
            </p:cNvSpPr>
            <p:nvPr/>
          </p:nvSpPr>
          <p:spPr>
            <a:xfrm>
              <a:off x="5648325" y="1666875"/>
              <a:ext cx="1418692" cy="644515"/>
            </a:xfrm>
            <a:custGeom>
              <a:avLst/>
              <a:gdLst/>
              <a:ahLst/>
              <a:cxnLst/>
              <a:rect l="l" t="t" r="r" b="b"/>
              <a:pathLst>
                <a:path w="1070" h="381">
                  <a:moveTo>
                    <a:pt x="0" y="0"/>
                  </a:moveTo>
                  <a:moveTo>
                    <a:pt x="1066" y="334"/>
                  </a:moveTo>
                  <a:lnTo>
                    <a:pt x="1068" y="338"/>
                  </a:lnTo>
                  <a:lnTo>
                    <a:pt x="1070" y="342"/>
                  </a:lnTo>
                  <a:lnTo>
                    <a:pt x="1070" y="346"/>
                  </a:lnTo>
                  <a:lnTo>
                    <a:pt x="1069" y="349"/>
                  </a:lnTo>
                  <a:lnTo>
                    <a:pt x="1068" y="353"/>
                  </a:lnTo>
                  <a:lnTo>
                    <a:pt x="1068" y="357"/>
                  </a:lnTo>
                  <a:lnTo>
                    <a:pt x="1068" y="362"/>
                  </a:lnTo>
                  <a:lnTo>
                    <a:pt x="1067" y="366"/>
                  </a:lnTo>
                  <a:lnTo>
                    <a:pt x="1061" y="367"/>
                  </a:lnTo>
                  <a:lnTo>
                    <a:pt x="1054" y="366"/>
                  </a:lnTo>
                  <a:lnTo>
                    <a:pt x="1048" y="364"/>
                  </a:lnTo>
                  <a:lnTo>
                    <a:pt x="1044" y="364"/>
                  </a:lnTo>
                  <a:lnTo>
                    <a:pt x="1042" y="368"/>
                  </a:lnTo>
                  <a:lnTo>
                    <a:pt x="1040" y="373"/>
                  </a:lnTo>
                  <a:lnTo>
                    <a:pt x="1036" y="377"/>
                  </a:lnTo>
                  <a:lnTo>
                    <a:pt x="1031" y="379"/>
                  </a:lnTo>
                  <a:lnTo>
                    <a:pt x="1026" y="380"/>
                  </a:lnTo>
                  <a:lnTo>
                    <a:pt x="1020" y="380"/>
                  </a:lnTo>
                  <a:lnTo>
                    <a:pt x="1015" y="381"/>
                  </a:lnTo>
                  <a:lnTo>
                    <a:pt x="1009" y="379"/>
                  </a:lnTo>
                  <a:lnTo>
                    <a:pt x="1005" y="376"/>
                  </a:lnTo>
                  <a:lnTo>
                    <a:pt x="1001" y="372"/>
                  </a:lnTo>
                  <a:lnTo>
                    <a:pt x="997" y="369"/>
                  </a:lnTo>
                  <a:lnTo>
                    <a:pt x="992" y="368"/>
                  </a:lnTo>
                  <a:lnTo>
                    <a:pt x="986" y="368"/>
                  </a:lnTo>
                  <a:lnTo>
                    <a:pt x="982" y="366"/>
                  </a:lnTo>
                  <a:lnTo>
                    <a:pt x="980" y="361"/>
                  </a:lnTo>
                  <a:lnTo>
                    <a:pt x="980" y="356"/>
                  </a:lnTo>
                  <a:lnTo>
                    <a:pt x="978" y="353"/>
                  </a:lnTo>
                  <a:lnTo>
                    <a:pt x="974" y="351"/>
                  </a:lnTo>
                  <a:lnTo>
                    <a:pt x="967" y="350"/>
                  </a:lnTo>
                  <a:lnTo>
                    <a:pt x="961" y="347"/>
                  </a:lnTo>
                  <a:lnTo>
                    <a:pt x="959" y="343"/>
                  </a:lnTo>
                  <a:lnTo>
                    <a:pt x="960" y="338"/>
                  </a:lnTo>
                  <a:lnTo>
                    <a:pt x="963" y="334"/>
                  </a:lnTo>
                  <a:lnTo>
                    <a:pt x="966" y="330"/>
                  </a:lnTo>
                  <a:lnTo>
                    <a:pt x="969" y="326"/>
                  </a:lnTo>
                  <a:lnTo>
                    <a:pt x="973" y="323"/>
                  </a:lnTo>
                  <a:lnTo>
                    <a:pt x="979" y="321"/>
                  </a:lnTo>
                  <a:lnTo>
                    <a:pt x="982" y="318"/>
                  </a:lnTo>
                  <a:lnTo>
                    <a:pt x="983" y="315"/>
                  </a:lnTo>
                  <a:lnTo>
                    <a:pt x="981" y="309"/>
                  </a:lnTo>
                  <a:lnTo>
                    <a:pt x="981" y="304"/>
                  </a:lnTo>
                  <a:lnTo>
                    <a:pt x="985" y="300"/>
                  </a:lnTo>
                  <a:lnTo>
                    <a:pt x="990" y="299"/>
                  </a:lnTo>
                  <a:lnTo>
                    <a:pt x="996" y="299"/>
                  </a:lnTo>
                  <a:lnTo>
                    <a:pt x="1001" y="297"/>
                  </a:lnTo>
                  <a:lnTo>
                    <a:pt x="1004" y="293"/>
                  </a:lnTo>
                  <a:lnTo>
                    <a:pt x="1007" y="290"/>
                  </a:lnTo>
                  <a:lnTo>
                    <a:pt x="1012" y="288"/>
                  </a:lnTo>
                  <a:lnTo>
                    <a:pt x="1017" y="290"/>
                  </a:lnTo>
                  <a:lnTo>
                    <a:pt x="1021" y="293"/>
                  </a:lnTo>
                  <a:lnTo>
                    <a:pt x="1025" y="294"/>
                  </a:lnTo>
                  <a:lnTo>
                    <a:pt x="1029" y="295"/>
                  </a:lnTo>
                  <a:lnTo>
                    <a:pt x="1032" y="296"/>
                  </a:lnTo>
                  <a:lnTo>
                    <a:pt x="1035" y="297"/>
                  </a:lnTo>
                  <a:lnTo>
                    <a:pt x="1038" y="298"/>
                  </a:lnTo>
                  <a:lnTo>
                    <a:pt x="1043" y="298"/>
                  </a:lnTo>
                  <a:lnTo>
                    <a:pt x="1049" y="296"/>
                  </a:lnTo>
                  <a:lnTo>
                    <a:pt x="1055" y="295"/>
                  </a:lnTo>
                  <a:lnTo>
                    <a:pt x="1060" y="297"/>
                  </a:lnTo>
                  <a:lnTo>
                    <a:pt x="1061" y="302"/>
                  </a:lnTo>
                  <a:lnTo>
                    <a:pt x="1059" y="308"/>
                  </a:lnTo>
                  <a:lnTo>
                    <a:pt x="1057" y="314"/>
                  </a:lnTo>
                  <a:lnTo>
                    <a:pt x="1058" y="317"/>
                  </a:lnTo>
                  <a:lnTo>
                    <a:pt x="1061" y="320"/>
                  </a:lnTo>
                  <a:lnTo>
                    <a:pt x="1064" y="323"/>
                  </a:lnTo>
                  <a:lnTo>
                    <a:pt x="1066" y="327"/>
                  </a:lnTo>
                  <a:lnTo>
                    <a:pt x="1065" y="330"/>
                  </a:lnTo>
                  <a:close/>
                </a:path>
              </a:pathLst>
            </a:custGeom>
            <a:solidFill>
              <a:srgbClr val="DA9FC0">
                <a:alpha val="32000"/>
              </a:srgbClr>
            </a:solidFill>
            <a:ln>
              <a:noFill/>
            </a:ln>
          </p:spPr>
          <p:txBody>
            <a:bodyPr anchor="ctr"/>
            <a:lstStyle/>
            <a:p>
              <a:pPr algn="ctr">
                <a:buNone/>
              </a:pPr>
            </a:p>
          </p:txBody>
        </p:sp>
        <p:sp>
          <p:nvSpPr>
            <p:cNvPr id="805" name="addition:spatial:187"/>
            <p:cNvSpPr>
              <a:spLocks noGrp="1"/>
            </p:cNvSpPr>
            <p:nvPr/>
          </p:nvSpPr>
          <p:spPr>
            <a:xfrm>
              <a:off x="5648325" y="1666875"/>
              <a:ext cx="1473053" cy="585307"/>
            </a:xfrm>
            <a:custGeom>
              <a:avLst/>
              <a:gdLst/>
              <a:ahLst/>
              <a:cxnLst/>
              <a:rect l="l" t="t" r="r" b="b"/>
              <a:pathLst>
                <a:path w="1111" h="346">
                  <a:moveTo>
                    <a:pt x="0" y="0"/>
                  </a:moveTo>
                  <a:moveTo>
                    <a:pt x="1100" y="300"/>
                  </a:moveTo>
                  <a:lnTo>
                    <a:pt x="1104" y="303"/>
                  </a:lnTo>
                  <a:lnTo>
                    <a:pt x="1106" y="307"/>
                  </a:lnTo>
                  <a:lnTo>
                    <a:pt x="1105" y="311"/>
                  </a:lnTo>
                  <a:lnTo>
                    <a:pt x="1103" y="314"/>
                  </a:lnTo>
                  <a:lnTo>
                    <a:pt x="1103" y="318"/>
                  </a:lnTo>
                  <a:lnTo>
                    <a:pt x="1102" y="322"/>
                  </a:lnTo>
                  <a:lnTo>
                    <a:pt x="1101" y="326"/>
                  </a:lnTo>
                  <a:lnTo>
                    <a:pt x="1099" y="329"/>
                  </a:lnTo>
                  <a:lnTo>
                    <a:pt x="1095" y="330"/>
                  </a:lnTo>
                  <a:lnTo>
                    <a:pt x="1092" y="332"/>
                  </a:lnTo>
                  <a:lnTo>
                    <a:pt x="1089" y="335"/>
                  </a:lnTo>
                  <a:lnTo>
                    <a:pt x="1087" y="338"/>
                  </a:lnTo>
                  <a:lnTo>
                    <a:pt x="1083" y="339"/>
                  </a:lnTo>
                  <a:lnTo>
                    <a:pt x="1078" y="337"/>
                  </a:lnTo>
                  <a:lnTo>
                    <a:pt x="1074" y="334"/>
                  </a:lnTo>
                  <a:lnTo>
                    <a:pt x="1070" y="333"/>
                  </a:lnTo>
                  <a:lnTo>
                    <a:pt x="1067" y="336"/>
                  </a:lnTo>
                  <a:lnTo>
                    <a:pt x="1063" y="342"/>
                  </a:lnTo>
                  <a:lnTo>
                    <a:pt x="1058" y="346"/>
                  </a:lnTo>
                  <a:lnTo>
                    <a:pt x="1053" y="346"/>
                  </a:lnTo>
                  <a:lnTo>
                    <a:pt x="1048" y="344"/>
                  </a:lnTo>
                  <a:lnTo>
                    <a:pt x="1044" y="341"/>
                  </a:lnTo>
                  <a:lnTo>
                    <a:pt x="1040" y="338"/>
                  </a:lnTo>
                  <a:lnTo>
                    <a:pt x="1037" y="335"/>
                  </a:lnTo>
                  <a:lnTo>
                    <a:pt x="1034" y="332"/>
                  </a:lnTo>
                  <a:lnTo>
                    <a:pt x="1032" y="327"/>
                  </a:lnTo>
                  <a:lnTo>
                    <a:pt x="1030" y="324"/>
                  </a:lnTo>
                  <a:lnTo>
                    <a:pt x="1026" y="322"/>
                  </a:lnTo>
                  <a:lnTo>
                    <a:pt x="1020" y="320"/>
                  </a:lnTo>
                  <a:lnTo>
                    <a:pt x="1015" y="318"/>
                  </a:lnTo>
                  <a:lnTo>
                    <a:pt x="1013" y="315"/>
                  </a:lnTo>
                  <a:lnTo>
                    <a:pt x="1013" y="310"/>
                  </a:lnTo>
                  <a:lnTo>
                    <a:pt x="1014" y="306"/>
                  </a:lnTo>
                  <a:lnTo>
                    <a:pt x="1012" y="303"/>
                  </a:lnTo>
                  <a:lnTo>
                    <a:pt x="1007" y="300"/>
                  </a:lnTo>
                  <a:lnTo>
                    <a:pt x="1003" y="295"/>
                  </a:lnTo>
                  <a:lnTo>
                    <a:pt x="1003" y="291"/>
                  </a:lnTo>
                  <a:lnTo>
                    <a:pt x="1007" y="287"/>
                  </a:lnTo>
                  <a:lnTo>
                    <a:pt x="1013" y="285"/>
                  </a:lnTo>
                  <a:lnTo>
                    <a:pt x="1018" y="283"/>
                  </a:lnTo>
                  <a:lnTo>
                    <a:pt x="1021" y="280"/>
                  </a:lnTo>
                  <a:lnTo>
                    <a:pt x="1024" y="277"/>
                  </a:lnTo>
                  <a:lnTo>
                    <a:pt x="1028" y="275"/>
                  </a:lnTo>
                  <a:lnTo>
                    <a:pt x="1031" y="273"/>
                  </a:lnTo>
                  <a:lnTo>
                    <a:pt x="1034" y="269"/>
                  </a:lnTo>
                  <a:lnTo>
                    <a:pt x="1035" y="264"/>
                  </a:lnTo>
                  <a:lnTo>
                    <a:pt x="1037" y="258"/>
                  </a:lnTo>
                  <a:lnTo>
                    <a:pt x="1041" y="255"/>
                  </a:lnTo>
                  <a:lnTo>
                    <a:pt x="1047" y="255"/>
                  </a:lnTo>
                  <a:lnTo>
                    <a:pt x="1054" y="258"/>
                  </a:lnTo>
                  <a:lnTo>
                    <a:pt x="1059" y="260"/>
                  </a:lnTo>
                  <a:lnTo>
                    <a:pt x="1063" y="259"/>
                  </a:lnTo>
                  <a:lnTo>
                    <a:pt x="1068" y="257"/>
                  </a:lnTo>
                  <a:lnTo>
                    <a:pt x="1072" y="257"/>
                  </a:lnTo>
                  <a:lnTo>
                    <a:pt x="1076" y="259"/>
                  </a:lnTo>
                  <a:lnTo>
                    <a:pt x="1079" y="262"/>
                  </a:lnTo>
                  <a:lnTo>
                    <a:pt x="1082" y="265"/>
                  </a:lnTo>
                  <a:lnTo>
                    <a:pt x="1085" y="266"/>
                  </a:lnTo>
                  <a:lnTo>
                    <a:pt x="1089" y="267"/>
                  </a:lnTo>
                  <a:lnTo>
                    <a:pt x="1093" y="268"/>
                  </a:lnTo>
                  <a:lnTo>
                    <a:pt x="1096" y="269"/>
                  </a:lnTo>
                  <a:lnTo>
                    <a:pt x="1099" y="271"/>
                  </a:lnTo>
                  <a:lnTo>
                    <a:pt x="1103" y="273"/>
                  </a:lnTo>
                  <a:lnTo>
                    <a:pt x="1108" y="275"/>
                  </a:lnTo>
                  <a:lnTo>
                    <a:pt x="1111" y="278"/>
                  </a:lnTo>
                  <a:lnTo>
                    <a:pt x="1109" y="283"/>
                  </a:lnTo>
                  <a:lnTo>
                    <a:pt x="1104" y="289"/>
                  </a:lnTo>
                  <a:lnTo>
                    <a:pt x="1099" y="293"/>
                  </a:lnTo>
                  <a:lnTo>
                    <a:pt x="1098" y="296"/>
                  </a:lnTo>
                  <a:close/>
                </a:path>
              </a:pathLst>
            </a:custGeom>
            <a:solidFill>
              <a:srgbClr val="DA9FC0">
                <a:alpha val="32000"/>
              </a:srgbClr>
            </a:solidFill>
            <a:ln>
              <a:noFill/>
            </a:ln>
          </p:spPr>
          <p:txBody>
            <a:bodyPr anchor="ctr"/>
            <a:lstStyle/>
            <a:p>
              <a:pPr algn="ctr">
                <a:buNone/>
              </a:pPr>
            </a:p>
          </p:txBody>
        </p:sp>
        <p:sp>
          <p:nvSpPr>
            <p:cNvPr id="806" name="addition:spatial:188"/>
            <p:cNvSpPr>
              <a:spLocks noGrp="1"/>
            </p:cNvSpPr>
            <p:nvPr/>
          </p:nvSpPr>
          <p:spPr>
            <a:xfrm>
              <a:off x="5648325" y="1666875"/>
              <a:ext cx="1548628" cy="608990"/>
            </a:xfrm>
            <a:custGeom>
              <a:avLst/>
              <a:gdLst/>
              <a:ahLst/>
              <a:cxnLst/>
              <a:rect l="l" t="t" r="r" b="b"/>
              <a:pathLst>
                <a:path w="1168" h="360">
                  <a:moveTo>
                    <a:pt x="0" y="0"/>
                  </a:moveTo>
                  <a:moveTo>
                    <a:pt x="1167" y="309"/>
                  </a:moveTo>
                  <a:lnTo>
                    <a:pt x="1168" y="313"/>
                  </a:lnTo>
                  <a:lnTo>
                    <a:pt x="1166" y="317"/>
                  </a:lnTo>
                  <a:lnTo>
                    <a:pt x="1162" y="321"/>
                  </a:lnTo>
                  <a:lnTo>
                    <a:pt x="1159" y="324"/>
                  </a:lnTo>
                  <a:lnTo>
                    <a:pt x="1157" y="328"/>
                  </a:lnTo>
                  <a:lnTo>
                    <a:pt x="1155" y="332"/>
                  </a:lnTo>
                  <a:lnTo>
                    <a:pt x="1153" y="336"/>
                  </a:lnTo>
                  <a:lnTo>
                    <a:pt x="1148" y="338"/>
                  </a:lnTo>
                  <a:lnTo>
                    <a:pt x="1142" y="338"/>
                  </a:lnTo>
                  <a:lnTo>
                    <a:pt x="1137" y="340"/>
                  </a:lnTo>
                  <a:lnTo>
                    <a:pt x="1135" y="344"/>
                  </a:lnTo>
                  <a:lnTo>
                    <a:pt x="1134" y="351"/>
                  </a:lnTo>
                  <a:lnTo>
                    <a:pt x="1131" y="357"/>
                  </a:lnTo>
                  <a:lnTo>
                    <a:pt x="1126" y="360"/>
                  </a:lnTo>
                  <a:lnTo>
                    <a:pt x="1120" y="359"/>
                  </a:lnTo>
                  <a:lnTo>
                    <a:pt x="1114" y="356"/>
                  </a:lnTo>
                  <a:lnTo>
                    <a:pt x="1109" y="353"/>
                  </a:lnTo>
                  <a:lnTo>
                    <a:pt x="1105" y="352"/>
                  </a:lnTo>
                  <a:lnTo>
                    <a:pt x="1101" y="351"/>
                  </a:lnTo>
                  <a:lnTo>
                    <a:pt x="1098" y="349"/>
                  </a:lnTo>
                  <a:lnTo>
                    <a:pt x="1094" y="347"/>
                  </a:lnTo>
                  <a:lnTo>
                    <a:pt x="1091" y="347"/>
                  </a:lnTo>
                  <a:lnTo>
                    <a:pt x="1086" y="348"/>
                  </a:lnTo>
                  <a:lnTo>
                    <a:pt x="1081" y="349"/>
                  </a:lnTo>
                  <a:lnTo>
                    <a:pt x="1076" y="348"/>
                  </a:lnTo>
                  <a:lnTo>
                    <a:pt x="1075" y="343"/>
                  </a:lnTo>
                  <a:lnTo>
                    <a:pt x="1074" y="339"/>
                  </a:lnTo>
                  <a:lnTo>
                    <a:pt x="1073" y="335"/>
                  </a:lnTo>
                  <a:lnTo>
                    <a:pt x="1069" y="333"/>
                  </a:lnTo>
                  <a:lnTo>
                    <a:pt x="1065" y="330"/>
                  </a:lnTo>
                  <a:lnTo>
                    <a:pt x="1062" y="327"/>
                  </a:lnTo>
                  <a:lnTo>
                    <a:pt x="1064" y="322"/>
                  </a:lnTo>
                  <a:lnTo>
                    <a:pt x="1068" y="317"/>
                  </a:lnTo>
                  <a:lnTo>
                    <a:pt x="1071" y="313"/>
                  </a:lnTo>
                  <a:lnTo>
                    <a:pt x="1072" y="309"/>
                  </a:lnTo>
                  <a:lnTo>
                    <a:pt x="1071" y="305"/>
                  </a:lnTo>
                  <a:lnTo>
                    <a:pt x="1070" y="302"/>
                  </a:lnTo>
                  <a:lnTo>
                    <a:pt x="1069" y="298"/>
                  </a:lnTo>
                  <a:lnTo>
                    <a:pt x="1068" y="293"/>
                  </a:lnTo>
                  <a:lnTo>
                    <a:pt x="1066" y="288"/>
                  </a:lnTo>
                  <a:lnTo>
                    <a:pt x="1064" y="282"/>
                  </a:lnTo>
                  <a:lnTo>
                    <a:pt x="1065" y="278"/>
                  </a:lnTo>
                  <a:lnTo>
                    <a:pt x="1070" y="276"/>
                  </a:lnTo>
                  <a:lnTo>
                    <a:pt x="1076" y="276"/>
                  </a:lnTo>
                  <a:lnTo>
                    <a:pt x="1082" y="277"/>
                  </a:lnTo>
                  <a:lnTo>
                    <a:pt x="1085" y="276"/>
                  </a:lnTo>
                  <a:lnTo>
                    <a:pt x="1087" y="272"/>
                  </a:lnTo>
                  <a:lnTo>
                    <a:pt x="1089" y="268"/>
                  </a:lnTo>
                  <a:lnTo>
                    <a:pt x="1093" y="266"/>
                  </a:lnTo>
                  <a:lnTo>
                    <a:pt x="1097" y="266"/>
                  </a:lnTo>
                  <a:lnTo>
                    <a:pt x="1101" y="267"/>
                  </a:lnTo>
                  <a:lnTo>
                    <a:pt x="1105" y="267"/>
                  </a:lnTo>
                  <a:lnTo>
                    <a:pt x="1109" y="264"/>
                  </a:lnTo>
                  <a:lnTo>
                    <a:pt x="1114" y="262"/>
                  </a:lnTo>
                  <a:lnTo>
                    <a:pt x="1119" y="262"/>
                  </a:lnTo>
                  <a:lnTo>
                    <a:pt x="1124" y="263"/>
                  </a:lnTo>
                  <a:lnTo>
                    <a:pt x="1129" y="265"/>
                  </a:lnTo>
                  <a:lnTo>
                    <a:pt x="1135" y="265"/>
                  </a:lnTo>
                  <a:lnTo>
                    <a:pt x="1140" y="267"/>
                  </a:lnTo>
                  <a:lnTo>
                    <a:pt x="1143" y="272"/>
                  </a:lnTo>
                  <a:lnTo>
                    <a:pt x="1143" y="278"/>
                  </a:lnTo>
                  <a:lnTo>
                    <a:pt x="1143" y="284"/>
                  </a:lnTo>
                  <a:lnTo>
                    <a:pt x="1144" y="288"/>
                  </a:lnTo>
                  <a:lnTo>
                    <a:pt x="1150" y="289"/>
                  </a:lnTo>
                  <a:lnTo>
                    <a:pt x="1158" y="290"/>
                  </a:lnTo>
                  <a:lnTo>
                    <a:pt x="1164" y="292"/>
                  </a:lnTo>
                  <a:lnTo>
                    <a:pt x="1167" y="296"/>
                  </a:lnTo>
                  <a:lnTo>
                    <a:pt x="1167" y="300"/>
                  </a:lnTo>
                  <a:lnTo>
                    <a:pt x="1167" y="305"/>
                  </a:lnTo>
                  <a:close/>
                </a:path>
              </a:pathLst>
            </a:custGeom>
            <a:solidFill>
              <a:srgbClr val="DA9FC0">
                <a:alpha val="32000"/>
              </a:srgbClr>
            </a:solidFill>
            <a:ln>
              <a:noFill/>
            </a:ln>
          </p:spPr>
          <p:txBody>
            <a:bodyPr anchor="ctr"/>
            <a:lstStyle/>
            <a:p>
              <a:pPr algn="ctr">
                <a:buNone/>
              </a:pPr>
            </a:p>
          </p:txBody>
        </p:sp>
        <p:sp>
          <p:nvSpPr>
            <p:cNvPr id="807" name="addition:spatial:189"/>
            <p:cNvSpPr>
              <a:spLocks noGrp="1"/>
            </p:cNvSpPr>
            <p:nvPr/>
          </p:nvSpPr>
          <p:spPr>
            <a:xfrm>
              <a:off x="5648325" y="1666875"/>
              <a:ext cx="1610944" cy="676656"/>
            </a:xfrm>
            <a:custGeom>
              <a:avLst/>
              <a:gdLst/>
              <a:ahLst/>
              <a:cxnLst/>
              <a:rect l="l" t="t" r="r" b="b"/>
              <a:pathLst>
                <a:path w="1215" h="400">
                  <a:moveTo>
                    <a:pt x="0" y="0"/>
                  </a:moveTo>
                  <a:moveTo>
                    <a:pt x="1205" y="347"/>
                  </a:moveTo>
                  <a:lnTo>
                    <a:pt x="1211" y="352"/>
                  </a:lnTo>
                  <a:lnTo>
                    <a:pt x="1215" y="357"/>
                  </a:lnTo>
                  <a:lnTo>
                    <a:pt x="1214" y="362"/>
                  </a:lnTo>
                  <a:lnTo>
                    <a:pt x="1209" y="366"/>
                  </a:lnTo>
                  <a:lnTo>
                    <a:pt x="1202" y="368"/>
                  </a:lnTo>
                  <a:lnTo>
                    <a:pt x="1197" y="371"/>
                  </a:lnTo>
                  <a:lnTo>
                    <a:pt x="1193" y="373"/>
                  </a:lnTo>
                  <a:lnTo>
                    <a:pt x="1189" y="376"/>
                  </a:lnTo>
                  <a:lnTo>
                    <a:pt x="1185" y="378"/>
                  </a:lnTo>
                  <a:lnTo>
                    <a:pt x="1181" y="381"/>
                  </a:lnTo>
                  <a:lnTo>
                    <a:pt x="1179" y="385"/>
                  </a:lnTo>
                  <a:lnTo>
                    <a:pt x="1177" y="392"/>
                  </a:lnTo>
                  <a:lnTo>
                    <a:pt x="1173" y="398"/>
                  </a:lnTo>
                  <a:lnTo>
                    <a:pt x="1168" y="400"/>
                  </a:lnTo>
                  <a:lnTo>
                    <a:pt x="1161" y="399"/>
                  </a:lnTo>
                  <a:lnTo>
                    <a:pt x="1155" y="396"/>
                  </a:lnTo>
                  <a:lnTo>
                    <a:pt x="1149" y="394"/>
                  </a:lnTo>
                  <a:lnTo>
                    <a:pt x="1144" y="395"/>
                  </a:lnTo>
                  <a:lnTo>
                    <a:pt x="1138" y="397"/>
                  </a:lnTo>
                  <a:lnTo>
                    <a:pt x="1133" y="397"/>
                  </a:lnTo>
                  <a:lnTo>
                    <a:pt x="1129" y="394"/>
                  </a:lnTo>
                  <a:lnTo>
                    <a:pt x="1126" y="389"/>
                  </a:lnTo>
                  <a:lnTo>
                    <a:pt x="1123" y="385"/>
                  </a:lnTo>
                  <a:lnTo>
                    <a:pt x="1119" y="384"/>
                  </a:lnTo>
                  <a:lnTo>
                    <a:pt x="1114" y="383"/>
                  </a:lnTo>
                  <a:lnTo>
                    <a:pt x="1110" y="381"/>
                  </a:lnTo>
                  <a:lnTo>
                    <a:pt x="1107" y="379"/>
                  </a:lnTo>
                  <a:lnTo>
                    <a:pt x="1103" y="377"/>
                  </a:lnTo>
                  <a:lnTo>
                    <a:pt x="1098" y="374"/>
                  </a:lnTo>
                  <a:lnTo>
                    <a:pt x="1093" y="372"/>
                  </a:lnTo>
                  <a:lnTo>
                    <a:pt x="1091" y="367"/>
                  </a:lnTo>
                  <a:lnTo>
                    <a:pt x="1094" y="361"/>
                  </a:lnTo>
                  <a:lnTo>
                    <a:pt x="1100" y="355"/>
                  </a:lnTo>
                  <a:lnTo>
                    <a:pt x="1106" y="351"/>
                  </a:lnTo>
                  <a:lnTo>
                    <a:pt x="1107" y="347"/>
                  </a:lnTo>
                  <a:lnTo>
                    <a:pt x="1105" y="343"/>
                  </a:lnTo>
                  <a:lnTo>
                    <a:pt x="1102" y="339"/>
                  </a:lnTo>
                  <a:lnTo>
                    <a:pt x="1101" y="334"/>
                  </a:lnTo>
                  <a:lnTo>
                    <a:pt x="1103" y="330"/>
                  </a:lnTo>
                  <a:lnTo>
                    <a:pt x="1106" y="326"/>
                  </a:lnTo>
                  <a:lnTo>
                    <a:pt x="1107" y="322"/>
                  </a:lnTo>
                  <a:lnTo>
                    <a:pt x="1108" y="317"/>
                  </a:lnTo>
                  <a:lnTo>
                    <a:pt x="1109" y="313"/>
                  </a:lnTo>
                  <a:lnTo>
                    <a:pt x="1113" y="310"/>
                  </a:lnTo>
                  <a:lnTo>
                    <a:pt x="1117" y="308"/>
                  </a:lnTo>
                  <a:lnTo>
                    <a:pt x="1121" y="305"/>
                  </a:lnTo>
                  <a:lnTo>
                    <a:pt x="1124" y="302"/>
                  </a:lnTo>
                  <a:lnTo>
                    <a:pt x="1127" y="300"/>
                  </a:lnTo>
                  <a:lnTo>
                    <a:pt x="1132" y="300"/>
                  </a:lnTo>
                  <a:lnTo>
                    <a:pt x="1137" y="303"/>
                  </a:lnTo>
                  <a:lnTo>
                    <a:pt x="1141" y="307"/>
                  </a:lnTo>
                  <a:lnTo>
                    <a:pt x="1145" y="307"/>
                  </a:lnTo>
                  <a:lnTo>
                    <a:pt x="1148" y="303"/>
                  </a:lnTo>
                  <a:lnTo>
                    <a:pt x="1153" y="298"/>
                  </a:lnTo>
                  <a:lnTo>
                    <a:pt x="1159" y="294"/>
                  </a:lnTo>
                  <a:lnTo>
                    <a:pt x="1164" y="294"/>
                  </a:lnTo>
                  <a:lnTo>
                    <a:pt x="1169" y="298"/>
                  </a:lnTo>
                  <a:lnTo>
                    <a:pt x="1173" y="301"/>
                  </a:lnTo>
                  <a:lnTo>
                    <a:pt x="1177" y="304"/>
                  </a:lnTo>
                  <a:lnTo>
                    <a:pt x="1181" y="308"/>
                  </a:lnTo>
                  <a:lnTo>
                    <a:pt x="1183" y="312"/>
                  </a:lnTo>
                  <a:lnTo>
                    <a:pt x="1185" y="317"/>
                  </a:lnTo>
                  <a:lnTo>
                    <a:pt x="1187" y="321"/>
                  </a:lnTo>
                  <a:lnTo>
                    <a:pt x="1191" y="324"/>
                  </a:lnTo>
                  <a:lnTo>
                    <a:pt x="1197" y="326"/>
                  </a:lnTo>
                  <a:lnTo>
                    <a:pt x="1202" y="330"/>
                  </a:lnTo>
                  <a:lnTo>
                    <a:pt x="1203" y="334"/>
                  </a:lnTo>
                  <a:lnTo>
                    <a:pt x="1202" y="339"/>
                  </a:lnTo>
                  <a:lnTo>
                    <a:pt x="1202" y="343"/>
                  </a:lnTo>
                  <a:close/>
                </a:path>
              </a:pathLst>
            </a:custGeom>
            <a:solidFill>
              <a:srgbClr val="DA9FC0">
                <a:alpha val="32000"/>
              </a:srgbClr>
            </a:solidFill>
            <a:ln>
              <a:noFill/>
            </a:ln>
          </p:spPr>
          <p:txBody>
            <a:bodyPr anchor="ctr"/>
            <a:lstStyle/>
            <a:p>
              <a:pPr algn="ctr">
                <a:buNone/>
              </a:pPr>
            </a:p>
          </p:txBody>
        </p:sp>
        <p:sp>
          <p:nvSpPr>
            <p:cNvPr id="808" name="addition:spatial:190"/>
            <p:cNvSpPr>
              <a:spLocks noGrp="1"/>
            </p:cNvSpPr>
            <p:nvPr/>
          </p:nvSpPr>
          <p:spPr>
            <a:xfrm>
              <a:off x="5648325" y="1666875"/>
              <a:ext cx="1585752" cy="754471"/>
            </a:xfrm>
            <a:custGeom>
              <a:avLst/>
              <a:gdLst/>
              <a:ahLst/>
              <a:cxnLst/>
              <a:rect l="l" t="t" r="r" b="b"/>
              <a:pathLst>
                <a:path w="1196" h="446">
                  <a:moveTo>
                    <a:pt x="0" y="0"/>
                  </a:moveTo>
                  <a:moveTo>
                    <a:pt x="1190" y="389"/>
                  </a:moveTo>
                  <a:lnTo>
                    <a:pt x="1184" y="393"/>
                  </a:lnTo>
                  <a:lnTo>
                    <a:pt x="1180" y="397"/>
                  </a:lnTo>
                  <a:lnTo>
                    <a:pt x="1178" y="402"/>
                  </a:lnTo>
                  <a:lnTo>
                    <a:pt x="1177" y="406"/>
                  </a:lnTo>
                  <a:lnTo>
                    <a:pt x="1174" y="410"/>
                  </a:lnTo>
                  <a:lnTo>
                    <a:pt x="1168" y="413"/>
                  </a:lnTo>
                  <a:lnTo>
                    <a:pt x="1164" y="416"/>
                  </a:lnTo>
                  <a:lnTo>
                    <a:pt x="1161" y="420"/>
                  </a:lnTo>
                  <a:lnTo>
                    <a:pt x="1158" y="425"/>
                  </a:lnTo>
                  <a:lnTo>
                    <a:pt x="1153" y="428"/>
                  </a:lnTo>
                  <a:lnTo>
                    <a:pt x="1147" y="430"/>
                  </a:lnTo>
                  <a:lnTo>
                    <a:pt x="1141" y="432"/>
                  </a:lnTo>
                  <a:lnTo>
                    <a:pt x="1136" y="435"/>
                  </a:lnTo>
                  <a:lnTo>
                    <a:pt x="1131" y="441"/>
                  </a:lnTo>
                  <a:lnTo>
                    <a:pt x="1126" y="445"/>
                  </a:lnTo>
                  <a:lnTo>
                    <a:pt x="1119" y="446"/>
                  </a:lnTo>
                  <a:lnTo>
                    <a:pt x="1112" y="441"/>
                  </a:lnTo>
                  <a:lnTo>
                    <a:pt x="1106" y="435"/>
                  </a:lnTo>
                  <a:lnTo>
                    <a:pt x="1102" y="430"/>
                  </a:lnTo>
                  <a:lnTo>
                    <a:pt x="1098" y="430"/>
                  </a:lnTo>
                  <a:lnTo>
                    <a:pt x="1092" y="432"/>
                  </a:lnTo>
                  <a:lnTo>
                    <a:pt x="1087" y="433"/>
                  </a:lnTo>
                  <a:lnTo>
                    <a:pt x="1081" y="433"/>
                  </a:lnTo>
                  <a:lnTo>
                    <a:pt x="1076" y="431"/>
                  </a:lnTo>
                  <a:lnTo>
                    <a:pt x="1071" y="430"/>
                  </a:lnTo>
                  <a:lnTo>
                    <a:pt x="1065" y="428"/>
                  </a:lnTo>
                  <a:lnTo>
                    <a:pt x="1061" y="425"/>
                  </a:lnTo>
                  <a:lnTo>
                    <a:pt x="1060" y="420"/>
                  </a:lnTo>
                  <a:lnTo>
                    <a:pt x="1061" y="414"/>
                  </a:lnTo>
                  <a:lnTo>
                    <a:pt x="1062" y="409"/>
                  </a:lnTo>
                  <a:lnTo>
                    <a:pt x="1060" y="406"/>
                  </a:lnTo>
                  <a:lnTo>
                    <a:pt x="1055" y="402"/>
                  </a:lnTo>
                  <a:lnTo>
                    <a:pt x="1052" y="398"/>
                  </a:lnTo>
                  <a:lnTo>
                    <a:pt x="1054" y="393"/>
                  </a:lnTo>
                  <a:lnTo>
                    <a:pt x="1060" y="389"/>
                  </a:lnTo>
                  <a:lnTo>
                    <a:pt x="1064" y="385"/>
                  </a:lnTo>
                  <a:lnTo>
                    <a:pt x="1063" y="381"/>
                  </a:lnTo>
                  <a:lnTo>
                    <a:pt x="1058" y="376"/>
                  </a:lnTo>
                  <a:lnTo>
                    <a:pt x="1053" y="370"/>
                  </a:lnTo>
                  <a:lnTo>
                    <a:pt x="1051" y="365"/>
                  </a:lnTo>
                  <a:lnTo>
                    <a:pt x="1053" y="360"/>
                  </a:lnTo>
                  <a:lnTo>
                    <a:pt x="1056" y="356"/>
                  </a:lnTo>
                  <a:lnTo>
                    <a:pt x="1060" y="353"/>
                  </a:lnTo>
                  <a:lnTo>
                    <a:pt x="1064" y="350"/>
                  </a:lnTo>
                  <a:lnTo>
                    <a:pt x="1071" y="349"/>
                  </a:lnTo>
                  <a:lnTo>
                    <a:pt x="1078" y="350"/>
                  </a:lnTo>
                  <a:lnTo>
                    <a:pt x="1084" y="352"/>
                  </a:lnTo>
                  <a:lnTo>
                    <a:pt x="1088" y="350"/>
                  </a:lnTo>
                  <a:lnTo>
                    <a:pt x="1091" y="345"/>
                  </a:lnTo>
                  <a:lnTo>
                    <a:pt x="1094" y="339"/>
                  </a:lnTo>
                  <a:lnTo>
                    <a:pt x="1099" y="336"/>
                  </a:lnTo>
                  <a:lnTo>
                    <a:pt x="1106" y="337"/>
                  </a:lnTo>
                  <a:lnTo>
                    <a:pt x="1112" y="339"/>
                  </a:lnTo>
                  <a:lnTo>
                    <a:pt x="1118" y="341"/>
                  </a:lnTo>
                  <a:lnTo>
                    <a:pt x="1125" y="339"/>
                  </a:lnTo>
                  <a:lnTo>
                    <a:pt x="1132" y="338"/>
                  </a:lnTo>
                  <a:lnTo>
                    <a:pt x="1140" y="338"/>
                  </a:lnTo>
                  <a:lnTo>
                    <a:pt x="1145" y="341"/>
                  </a:lnTo>
                  <a:lnTo>
                    <a:pt x="1150" y="346"/>
                  </a:lnTo>
                  <a:lnTo>
                    <a:pt x="1154" y="350"/>
                  </a:lnTo>
                  <a:lnTo>
                    <a:pt x="1158" y="354"/>
                  </a:lnTo>
                  <a:lnTo>
                    <a:pt x="1162" y="358"/>
                  </a:lnTo>
                  <a:lnTo>
                    <a:pt x="1164" y="362"/>
                  </a:lnTo>
                  <a:lnTo>
                    <a:pt x="1165" y="367"/>
                  </a:lnTo>
                  <a:lnTo>
                    <a:pt x="1169" y="370"/>
                  </a:lnTo>
                  <a:lnTo>
                    <a:pt x="1177" y="372"/>
                  </a:lnTo>
                  <a:lnTo>
                    <a:pt x="1188" y="374"/>
                  </a:lnTo>
                  <a:lnTo>
                    <a:pt x="1195" y="378"/>
                  </a:lnTo>
                  <a:lnTo>
                    <a:pt x="1196" y="383"/>
                  </a:lnTo>
                  <a:close/>
                </a:path>
              </a:pathLst>
            </a:custGeom>
            <a:solidFill>
              <a:srgbClr val="DA9FC0">
                <a:alpha val="32000"/>
              </a:srgbClr>
            </a:solidFill>
            <a:ln>
              <a:noFill/>
            </a:ln>
          </p:spPr>
          <p:txBody>
            <a:bodyPr anchor="ctr"/>
            <a:lstStyle/>
            <a:p>
              <a:pPr algn="ctr">
                <a:buNone/>
              </a:pPr>
            </a:p>
          </p:txBody>
        </p:sp>
        <p:sp>
          <p:nvSpPr>
            <p:cNvPr id="809" name="addition:spatial:191"/>
            <p:cNvSpPr>
              <a:spLocks noGrp="1"/>
            </p:cNvSpPr>
            <p:nvPr/>
          </p:nvSpPr>
          <p:spPr>
            <a:xfrm>
              <a:off x="5648325" y="1666875"/>
              <a:ext cx="1471727" cy="754471"/>
            </a:xfrm>
            <a:custGeom>
              <a:avLst/>
              <a:gdLst/>
              <a:ahLst/>
              <a:cxnLst/>
              <a:rect l="l" t="t" r="r" b="b"/>
              <a:pathLst>
                <a:path w="1110" h="446">
                  <a:moveTo>
                    <a:pt x="0" y="0"/>
                  </a:moveTo>
                  <a:moveTo>
                    <a:pt x="1104" y="394"/>
                  </a:moveTo>
                  <a:lnTo>
                    <a:pt x="1107" y="398"/>
                  </a:lnTo>
                  <a:lnTo>
                    <a:pt x="1110" y="403"/>
                  </a:lnTo>
                  <a:lnTo>
                    <a:pt x="1110" y="407"/>
                  </a:lnTo>
                  <a:lnTo>
                    <a:pt x="1108" y="411"/>
                  </a:lnTo>
                  <a:lnTo>
                    <a:pt x="1106" y="415"/>
                  </a:lnTo>
                  <a:lnTo>
                    <a:pt x="1106" y="420"/>
                  </a:lnTo>
                  <a:lnTo>
                    <a:pt x="1106" y="425"/>
                  </a:lnTo>
                  <a:lnTo>
                    <a:pt x="1103" y="429"/>
                  </a:lnTo>
                  <a:lnTo>
                    <a:pt x="1096" y="430"/>
                  </a:lnTo>
                  <a:lnTo>
                    <a:pt x="1088" y="428"/>
                  </a:lnTo>
                  <a:lnTo>
                    <a:pt x="1082" y="427"/>
                  </a:lnTo>
                  <a:lnTo>
                    <a:pt x="1078" y="428"/>
                  </a:lnTo>
                  <a:lnTo>
                    <a:pt x="1076" y="434"/>
                  </a:lnTo>
                  <a:lnTo>
                    <a:pt x="1073" y="440"/>
                  </a:lnTo>
                  <a:lnTo>
                    <a:pt x="1069" y="445"/>
                  </a:lnTo>
                  <a:lnTo>
                    <a:pt x="1063" y="446"/>
                  </a:lnTo>
                  <a:lnTo>
                    <a:pt x="1057" y="446"/>
                  </a:lnTo>
                  <a:lnTo>
                    <a:pt x="1050" y="446"/>
                  </a:lnTo>
                  <a:lnTo>
                    <a:pt x="1044" y="446"/>
                  </a:lnTo>
                  <a:lnTo>
                    <a:pt x="1038" y="444"/>
                  </a:lnTo>
                  <a:lnTo>
                    <a:pt x="1033" y="440"/>
                  </a:lnTo>
                  <a:lnTo>
                    <a:pt x="1029" y="435"/>
                  </a:lnTo>
                  <a:lnTo>
                    <a:pt x="1025" y="433"/>
                  </a:lnTo>
                  <a:lnTo>
                    <a:pt x="1019" y="432"/>
                  </a:lnTo>
                  <a:lnTo>
                    <a:pt x="1012" y="432"/>
                  </a:lnTo>
                  <a:lnTo>
                    <a:pt x="1008" y="429"/>
                  </a:lnTo>
                  <a:lnTo>
                    <a:pt x="1006" y="424"/>
                  </a:lnTo>
                  <a:lnTo>
                    <a:pt x="1006" y="419"/>
                  </a:lnTo>
                  <a:lnTo>
                    <a:pt x="1004" y="416"/>
                  </a:lnTo>
                  <a:lnTo>
                    <a:pt x="997" y="414"/>
                  </a:lnTo>
                  <a:lnTo>
                    <a:pt x="990" y="412"/>
                  </a:lnTo>
                  <a:lnTo>
                    <a:pt x="985" y="408"/>
                  </a:lnTo>
                  <a:lnTo>
                    <a:pt x="984" y="404"/>
                  </a:lnTo>
                  <a:lnTo>
                    <a:pt x="987" y="398"/>
                  </a:lnTo>
                  <a:lnTo>
                    <a:pt x="991" y="394"/>
                  </a:lnTo>
                  <a:lnTo>
                    <a:pt x="994" y="389"/>
                  </a:lnTo>
                  <a:lnTo>
                    <a:pt x="998" y="385"/>
                  </a:lnTo>
                  <a:lnTo>
                    <a:pt x="1003" y="382"/>
                  </a:lnTo>
                  <a:lnTo>
                    <a:pt x="1007" y="379"/>
                  </a:lnTo>
                  <a:lnTo>
                    <a:pt x="1010" y="375"/>
                  </a:lnTo>
                  <a:lnTo>
                    <a:pt x="1010" y="370"/>
                  </a:lnTo>
                  <a:lnTo>
                    <a:pt x="1008" y="364"/>
                  </a:lnTo>
                  <a:lnTo>
                    <a:pt x="1008" y="358"/>
                  </a:lnTo>
                  <a:lnTo>
                    <a:pt x="1012" y="354"/>
                  </a:lnTo>
                  <a:lnTo>
                    <a:pt x="1019" y="354"/>
                  </a:lnTo>
                  <a:lnTo>
                    <a:pt x="1025" y="353"/>
                  </a:lnTo>
                  <a:lnTo>
                    <a:pt x="1029" y="351"/>
                  </a:lnTo>
                  <a:lnTo>
                    <a:pt x="1033" y="347"/>
                  </a:lnTo>
                  <a:lnTo>
                    <a:pt x="1037" y="343"/>
                  </a:lnTo>
                  <a:lnTo>
                    <a:pt x="1042" y="343"/>
                  </a:lnTo>
                  <a:lnTo>
                    <a:pt x="1047" y="345"/>
                  </a:lnTo>
                  <a:lnTo>
                    <a:pt x="1051" y="348"/>
                  </a:lnTo>
                  <a:lnTo>
                    <a:pt x="1055" y="349"/>
                  </a:lnTo>
                  <a:lnTo>
                    <a:pt x="1059" y="349"/>
                  </a:lnTo>
                  <a:lnTo>
                    <a:pt x="1063" y="350"/>
                  </a:lnTo>
                  <a:lnTo>
                    <a:pt x="1067" y="351"/>
                  </a:lnTo>
                  <a:lnTo>
                    <a:pt x="1071" y="351"/>
                  </a:lnTo>
                  <a:lnTo>
                    <a:pt x="1076" y="351"/>
                  </a:lnTo>
                  <a:lnTo>
                    <a:pt x="1083" y="349"/>
                  </a:lnTo>
                  <a:lnTo>
                    <a:pt x="1090" y="348"/>
                  </a:lnTo>
                  <a:lnTo>
                    <a:pt x="1094" y="352"/>
                  </a:lnTo>
                  <a:lnTo>
                    <a:pt x="1094" y="358"/>
                  </a:lnTo>
                  <a:lnTo>
                    <a:pt x="1092" y="366"/>
                  </a:lnTo>
                  <a:lnTo>
                    <a:pt x="1090" y="371"/>
                  </a:lnTo>
                  <a:lnTo>
                    <a:pt x="1093" y="375"/>
                  </a:lnTo>
                  <a:lnTo>
                    <a:pt x="1097" y="377"/>
                  </a:lnTo>
                  <a:lnTo>
                    <a:pt x="1101" y="381"/>
                  </a:lnTo>
                  <a:lnTo>
                    <a:pt x="1103" y="385"/>
                  </a:lnTo>
                  <a:lnTo>
                    <a:pt x="1103" y="389"/>
                  </a:lnTo>
                  <a:close/>
                </a:path>
              </a:pathLst>
            </a:custGeom>
            <a:solidFill>
              <a:srgbClr val="DA9FC0">
                <a:alpha val="32000"/>
              </a:srgbClr>
            </a:solidFill>
            <a:ln>
              <a:noFill/>
            </a:ln>
          </p:spPr>
          <p:txBody>
            <a:bodyPr anchor="ctr"/>
            <a:lstStyle/>
            <a:p>
              <a:pPr algn="ctr">
                <a:buNone/>
              </a:pPr>
            </a:p>
          </p:txBody>
        </p:sp>
        <p:sp>
          <p:nvSpPr>
            <p:cNvPr id="810" name="addition:spatial:192"/>
            <p:cNvSpPr>
              <a:spLocks noGrp="1"/>
            </p:cNvSpPr>
            <p:nvPr/>
          </p:nvSpPr>
          <p:spPr>
            <a:xfrm>
              <a:off x="5648325" y="1666875"/>
              <a:ext cx="1388196" cy="717255"/>
            </a:xfrm>
            <a:custGeom>
              <a:avLst/>
              <a:gdLst/>
              <a:ahLst/>
              <a:cxnLst/>
              <a:rect l="l" t="t" r="r" b="b"/>
              <a:pathLst>
                <a:path w="1047" h="424">
                  <a:moveTo>
                    <a:pt x="0" y="0"/>
                  </a:moveTo>
                  <a:moveTo>
                    <a:pt x="1043" y="376"/>
                  </a:moveTo>
                  <a:lnTo>
                    <a:pt x="1046" y="380"/>
                  </a:lnTo>
                  <a:lnTo>
                    <a:pt x="1047" y="384"/>
                  </a:lnTo>
                  <a:lnTo>
                    <a:pt x="1044" y="387"/>
                  </a:lnTo>
                  <a:lnTo>
                    <a:pt x="1042" y="390"/>
                  </a:lnTo>
                  <a:lnTo>
                    <a:pt x="1041" y="393"/>
                  </a:lnTo>
                  <a:lnTo>
                    <a:pt x="1043" y="398"/>
                  </a:lnTo>
                  <a:lnTo>
                    <a:pt x="1044" y="403"/>
                  </a:lnTo>
                  <a:lnTo>
                    <a:pt x="1042" y="407"/>
                  </a:lnTo>
                  <a:lnTo>
                    <a:pt x="1038" y="408"/>
                  </a:lnTo>
                  <a:lnTo>
                    <a:pt x="1032" y="408"/>
                  </a:lnTo>
                  <a:lnTo>
                    <a:pt x="1027" y="407"/>
                  </a:lnTo>
                  <a:lnTo>
                    <a:pt x="1024" y="408"/>
                  </a:lnTo>
                  <a:lnTo>
                    <a:pt x="1021" y="410"/>
                  </a:lnTo>
                  <a:lnTo>
                    <a:pt x="1018" y="411"/>
                  </a:lnTo>
                  <a:lnTo>
                    <a:pt x="1015" y="413"/>
                  </a:lnTo>
                  <a:lnTo>
                    <a:pt x="1011" y="415"/>
                  </a:lnTo>
                  <a:lnTo>
                    <a:pt x="1007" y="419"/>
                  </a:lnTo>
                  <a:lnTo>
                    <a:pt x="1003" y="423"/>
                  </a:lnTo>
                  <a:lnTo>
                    <a:pt x="997" y="424"/>
                  </a:lnTo>
                  <a:lnTo>
                    <a:pt x="993" y="421"/>
                  </a:lnTo>
                  <a:lnTo>
                    <a:pt x="989" y="416"/>
                  </a:lnTo>
                  <a:lnTo>
                    <a:pt x="986" y="412"/>
                  </a:lnTo>
                  <a:lnTo>
                    <a:pt x="982" y="410"/>
                  </a:lnTo>
                  <a:lnTo>
                    <a:pt x="977" y="410"/>
                  </a:lnTo>
                  <a:lnTo>
                    <a:pt x="972" y="409"/>
                  </a:lnTo>
                  <a:lnTo>
                    <a:pt x="969" y="406"/>
                  </a:lnTo>
                  <a:lnTo>
                    <a:pt x="967" y="402"/>
                  </a:lnTo>
                  <a:lnTo>
                    <a:pt x="966" y="398"/>
                  </a:lnTo>
                  <a:lnTo>
                    <a:pt x="963" y="395"/>
                  </a:lnTo>
                  <a:lnTo>
                    <a:pt x="959" y="393"/>
                  </a:lnTo>
                  <a:lnTo>
                    <a:pt x="955" y="390"/>
                  </a:lnTo>
                  <a:lnTo>
                    <a:pt x="953" y="387"/>
                  </a:lnTo>
                  <a:lnTo>
                    <a:pt x="951" y="383"/>
                  </a:lnTo>
                  <a:lnTo>
                    <a:pt x="950" y="380"/>
                  </a:lnTo>
                  <a:lnTo>
                    <a:pt x="948" y="376"/>
                  </a:lnTo>
                  <a:lnTo>
                    <a:pt x="947" y="371"/>
                  </a:lnTo>
                  <a:lnTo>
                    <a:pt x="951" y="368"/>
                  </a:lnTo>
                  <a:lnTo>
                    <a:pt x="958" y="365"/>
                  </a:lnTo>
                  <a:lnTo>
                    <a:pt x="964" y="363"/>
                  </a:lnTo>
                  <a:lnTo>
                    <a:pt x="968" y="361"/>
                  </a:lnTo>
                  <a:lnTo>
                    <a:pt x="968" y="357"/>
                  </a:lnTo>
                  <a:lnTo>
                    <a:pt x="967" y="352"/>
                  </a:lnTo>
                  <a:lnTo>
                    <a:pt x="968" y="347"/>
                  </a:lnTo>
                  <a:lnTo>
                    <a:pt x="971" y="344"/>
                  </a:lnTo>
                  <a:lnTo>
                    <a:pt x="975" y="342"/>
                  </a:lnTo>
                  <a:lnTo>
                    <a:pt x="979" y="340"/>
                  </a:lnTo>
                  <a:lnTo>
                    <a:pt x="982" y="337"/>
                  </a:lnTo>
                  <a:lnTo>
                    <a:pt x="986" y="335"/>
                  </a:lnTo>
                  <a:lnTo>
                    <a:pt x="991" y="334"/>
                  </a:lnTo>
                  <a:lnTo>
                    <a:pt x="995" y="334"/>
                  </a:lnTo>
                  <a:lnTo>
                    <a:pt x="999" y="335"/>
                  </a:lnTo>
                  <a:lnTo>
                    <a:pt x="1003" y="334"/>
                  </a:lnTo>
                  <a:lnTo>
                    <a:pt x="1007" y="333"/>
                  </a:lnTo>
                  <a:lnTo>
                    <a:pt x="1011" y="334"/>
                  </a:lnTo>
                  <a:lnTo>
                    <a:pt x="1014" y="337"/>
                  </a:lnTo>
                  <a:lnTo>
                    <a:pt x="1016" y="341"/>
                  </a:lnTo>
                  <a:lnTo>
                    <a:pt x="1018" y="344"/>
                  </a:lnTo>
                  <a:lnTo>
                    <a:pt x="1022" y="343"/>
                  </a:lnTo>
                  <a:lnTo>
                    <a:pt x="1027" y="340"/>
                  </a:lnTo>
                  <a:lnTo>
                    <a:pt x="1033" y="339"/>
                  </a:lnTo>
                  <a:lnTo>
                    <a:pt x="1037" y="340"/>
                  </a:lnTo>
                  <a:lnTo>
                    <a:pt x="1038" y="345"/>
                  </a:lnTo>
                  <a:lnTo>
                    <a:pt x="1038" y="350"/>
                  </a:lnTo>
                  <a:lnTo>
                    <a:pt x="1039" y="354"/>
                  </a:lnTo>
                  <a:lnTo>
                    <a:pt x="1039" y="358"/>
                  </a:lnTo>
                  <a:lnTo>
                    <a:pt x="1039" y="362"/>
                  </a:lnTo>
                  <a:lnTo>
                    <a:pt x="1038" y="366"/>
                  </a:lnTo>
                  <a:lnTo>
                    <a:pt x="1038" y="369"/>
                  </a:lnTo>
                  <a:lnTo>
                    <a:pt x="1039" y="372"/>
                  </a:lnTo>
                  <a:close/>
                </a:path>
              </a:pathLst>
            </a:custGeom>
            <a:solidFill>
              <a:srgbClr val="DA9FC0">
                <a:alpha val="32000"/>
              </a:srgbClr>
            </a:solidFill>
            <a:ln>
              <a:noFill/>
            </a:ln>
          </p:spPr>
          <p:txBody>
            <a:bodyPr anchor="ctr"/>
            <a:lstStyle/>
            <a:p>
              <a:pPr algn="ctr">
                <a:buNone/>
              </a:pPr>
            </a:p>
          </p:txBody>
        </p:sp>
        <p:sp>
          <p:nvSpPr>
            <p:cNvPr id="811" name="addition:spatial:193"/>
            <p:cNvSpPr>
              <a:spLocks noGrp="1"/>
            </p:cNvSpPr>
            <p:nvPr/>
          </p:nvSpPr>
          <p:spPr>
            <a:xfrm>
              <a:off x="5648325" y="1666875"/>
              <a:ext cx="1543324" cy="717255"/>
            </a:xfrm>
            <a:custGeom>
              <a:avLst/>
              <a:gdLst/>
              <a:ahLst/>
              <a:cxnLst/>
              <a:rect l="l" t="t" r="r" b="b"/>
              <a:pathLst>
                <a:path w="1164" h="424">
                  <a:moveTo>
                    <a:pt x="0" y="0"/>
                  </a:moveTo>
                  <a:moveTo>
                    <a:pt x="1146" y="369"/>
                  </a:moveTo>
                  <a:lnTo>
                    <a:pt x="1141" y="373"/>
                  </a:lnTo>
                  <a:lnTo>
                    <a:pt x="1141" y="377"/>
                  </a:lnTo>
                  <a:lnTo>
                    <a:pt x="1143" y="382"/>
                  </a:lnTo>
                  <a:lnTo>
                    <a:pt x="1144" y="387"/>
                  </a:lnTo>
                  <a:lnTo>
                    <a:pt x="1140" y="392"/>
                  </a:lnTo>
                  <a:lnTo>
                    <a:pt x="1135" y="395"/>
                  </a:lnTo>
                  <a:lnTo>
                    <a:pt x="1131" y="399"/>
                  </a:lnTo>
                  <a:lnTo>
                    <a:pt x="1129" y="404"/>
                  </a:lnTo>
                  <a:lnTo>
                    <a:pt x="1127" y="409"/>
                  </a:lnTo>
                  <a:lnTo>
                    <a:pt x="1123" y="413"/>
                  </a:lnTo>
                  <a:lnTo>
                    <a:pt x="1117" y="416"/>
                  </a:lnTo>
                  <a:lnTo>
                    <a:pt x="1112" y="418"/>
                  </a:lnTo>
                  <a:lnTo>
                    <a:pt x="1107" y="421"/>
                  </a:lnTo>
                  <a:lnTo>
                    <a:pt x="1102" y="424"/>
                  </a:lnTo>
                  <a:lnTo>
                    <a:pt x="1096" y="424"/>
                  </a:lnTo>
                  <a:lnTo>
                    <a:pt x="1090" y="420"/>
                  </a:lnTo>
                  <a:lnTo>
                    <a:pt x="1084" y="415"/>
                  </a:lnTo>
                  <a:lnTo>
                    <a:pt x="1080" y="411"/>
                  </a:lnTo>
                  <a:lnTo>
                    <a:pt x="1076" y="413"/>
                  </a:lnTo>
                  <a:lnTo>
                    <a:pt x="1070" y="418"/>
                  </a:lnTo>
                  <a:lnTo>
                    <a:pt x="1063" y="423"/>
                  </a:lnTo>
                  <a:lnTo>
                    <a:pt x="1056" y="424"/>
                  </a:lnTo>
                  <a:lnTo>
                    <a:pt x="1051" y="421"/>
                  </a:lnTo>
                  <a:lnTo>
                    <a:pt x="1047" y="416"/>
                  </a:lnTo>
                  <a:lnTo>
                    <a:pt x="1043" y="413"/>
                  </a:lnTo>
                  <a:lnTo>
                    <a:pt x="1039" y="409"/>
                  </a:lnTo>
                  <a:lnTo>
                    <a:pt x="1035" y="405"/>
                  </a:lnTo>
                  <a:lnTo>
                    <a:pt x="1034" y="400"/>
                  </a:lnTo>
                  <a:lnTo>
                    <a:pt x="1033" y="394"/>
                  </a:lnTo>
                  <a:lnTo>
                    <a:pt x="1031" y="390"/>
                  </a:lnTo>
                  <a:lnTo>
                    <a:pt x="1026" y="387"/>
                  </a:lnTo>
                  <a:lnTo>
                    <a:pt x="1020" y="383"/>
                  </a:lnTo>
                  <a:lnTo>
                    <a:pt x="1018" y="378"/>
                  </a:lnTo>
                  <a:lnTo>
                    <a:pt x="1020" y="373"/>
                  </a:lnTo>
                  <a:lnTo>
                    <a:pt x="1022" y="369"/>
                  </a:lnTo>
                  <a:lnTo>
                    <a:pt x="1020" y="364"/>
                  </a:lnTo>
                  <a:lnTo>
                    <a:pt x="1014" y="359"/>
                  </a:lnTo>
                  <a:lnTo>
                    <a:pt x="1007" y="352"/>
                  </a:lnTo>
                  <a:lnTo>
                    <a:pt x="1004" y="346"/>
                  </a:lnTo>
                  <a:lnTo>
                    <a:pt x="1008" y="342"/>
                  </a:lnTo>
                  <a:lnTo>
                    <a:pt x="1016" y="339"/>
                  </a:lnTo>
                  <a:lnTo>
                    <a:pt x="1024" y="338"/>
                  </a:lnTo>
                  <a:lnTo>
                    <a:pt x="1029" y="336"/>
                  </a:lnTo>
                  <a:lnTo>
                    <a:pt x="1034" y="333"/>
                  </a:lnTo>
                  <a:lnTo>
                    <a:pt x="1039" y="331"/>
                  </a:lnTo>
                  <a:lnTo>
                    <a:pt x="1045" y="329"/>
                  </a:lnTo>
                  <a:lnTo>
                    <a:pt x="1049" y="326"/>
                  </a:lnTo>
                  <a:lnTo>
                    <a:pt x="1053" y="321"/>
                  </a:lnTo>
                  <a:lnTo>
                    <a:pt x="1057" y="315"/>
                  </a:lnTo>
                  <a:lnTo>
                    <a:pt x="1063" y="310"/>
                  </a:lnTo>
                  <a:lnTo>
                    <a:pt x="1071" y="310"/>
                  </a:lnTo>
                  <a:lnTo>
                    <a:pt x="1079" y="313"/>
                  </a:lnTo>
                  <a:lnTo>
                    <a:pt x="1086" y="316"/>
                  </a:lnTo>
                  <a:lnTo>
                    <a:pt x="1093" y="316"/>
                  </a:lnTo>
                  <a:lnTo>
                    <a:pt x="1100" y="314"/>
                  </a:lnTo>
                  <a:lnTo>
                    <a:pt x="1108" y="313"/>
                  </a:lnTo>
                  <a:lnTo>
                    <a:pt x="1115" y="316"/>
                  </a:lnTo>
                  <a:lnTo>
                    <a:pt x="1119" y="322"/>
                  </a:lnTo>
                  <a:lnTo>
                    <a:pt x="1121" y="328"/>
                  </a:lnTo>
                  <a:lnTo>
                    <a:pt x="1125" y="332"/>
                  </a:lnTo>
                  <a:lnTo>
                    <a:pt x="1130" y="334"/>
                  </a:lnTo>
                  <a:lnTo>
                    <a:pt x="1136" y="336"/>
                  </a:lnTo>
                  <a:lnTo>
                    <a:pt x="1141" y="338"/>
                  </a:lnTo>
                  <a:lnTo>
                    <a:pt x="1146" y="341"/>
                  </a:lnTo>
                  <a:lnTo>
                    <a:pt x="1152" y="344"/>
                  </a:lnTo>
                  <a:lnTo>
                    <a:pt x="1159" y="347"/>
                  </a:lnTo>
                  <a:lnTo>
                    <a:pt x="1164" y="352"/>
                  </a:lnTo>
                  <a:lnTo>
                    <a:pt x="1163" y="358"/>
                  </a:lnTo>
                  <a:lnTo>
                    <a:pt x="1155" y="364"/>
                  </a:lnTo>
                  <a:close/>
                </a:path>
              </a:pathLst>
            </a:custGeom>
            <a:solidFill>
              <a:srgbClr val="DA9FC0">
                <a:alpha val="32000"/>
              </a:srgbClr>
            </a:solidFill>
            <a:ln>
              <a:noFill/>
            </a:ln>
          </p:spPr>
          <p:txBody>
            <a:bodyPr anchor="ctr"/>
            <a:lstStyle/>
            <a:p>
              <a:pPr algn="ctr">
                <a:buNone/>
              </a:pPr>
            </a:p>
          </p:txBody>
        </p:sp>
        <p:sp>
          <p:nvSpPr>
            <p:cNvPr id="812" name="addition:spatial:194"/>
            <p:cNvSpPr>
              <a:spLocks noGrp="1"/>
            </p:cNvSpPr>
            <p:nvPr/>
          </p:nvSpPr>
          <p:spPr>
            <a:xfrm>
              <a:off x="5648325" y="1666875"/>
              <a:ext cx="1580449" cy="779846"/>
            </a:xfrm>
            <a:custGeom>
              <a:avLst/>
              <a:gdLst/>
              <a:ahLst/>
              <a:cxnLst/>
              <a:rect l="l" t="t" r="r" b="b"/>
              <a:pathLst>
                <a:path w="1192" h="461">
                  <a:moveTo>
                    <a:pt x="0" y="0"/>
                  </a:moveTo>
                  <a:moveTo>
                    <a:pt x="1191" y="359"/>
                  </a:moveTo>
                  <a:lnTo>
                    <a:pt x="1192" y="367"/>
                  </a:lnTo>
                  <a:lnTo>
                    <a:pt x="1187" y="375"/>
                  </a:lnTo>
                  <a:lnTo>
                    <a:pt x="1182" y="382"/>
                  </a:lnTo>
                  <a:lnTo>
                    <a:pt x="1182" y="390"/>
                  </a:lnTo>
                  <a:lnTo>
                    <a:pt x="1186" y="400"/>
                  </a:lnTo>
                  <a:lnTo>
                    <a:pt x="1188" y="410"/>
                  </a:lnTo>
                  <a:lnTo>
                    <a:pt x="1182" y="417"/>
                  </a:lnTo>
                  <a:lnTo>
                    <a:pt x="1169" y="419"/>
                  </a:lnTo>
                  <a:lnTo>
                    <a:pt x="1155" y="418"/>
                  </a:lnTo>
                  <a:lnTo>
                    <a:pt x="1145" y="418"/>
                  </a:lnTo>
                  <a:lnTo>
                    <a:pt x="1138" y="423"/>
                  </a:lnTo>
                  <a:lnTo>
                    <a:pt x="1133" y="429"/>
                  </a:lnTo>
                  <a:lnTo>
                    <a:pt x="1126" y="435"/>
                  </a:lnTo>
                  <a:lnTo>
                    <a:pt x="1117" y="440"/>
                  </a:lnTo>
                  <a:lnTo>
                    <a:pt x="1108" y="446"/>
                  </a:lnTo>
                  <a:lnTo>
                    <a:pt x="1099" y="454"/>
                  </a:lnTo>
                  <a:lnTo>
                    <a:pt x="1087" y="461"/>
                  </a:lnTo>
                  <a:lnTo>
                    <a:pt x="1075" y="461"/>
                  </a:lnTo>
                  <a:lnTo>
                    <a:pt x="1064" y="453"/>
                  </a:lnTo>
                  <a:lnTo>
                    <a:pt x="1055" y="442"/>
                  </a:lnTo>
                  <a:lnTo>
                    <a:pt x="1047" y="434"/>
                  </a:lnTo>
                  <a:lnTo>
                    <a:pt x="1037" y="433"/>
                  </a:lnTo>
                  <a:lnTo>
                    <a:pt x="1025" y="434"/>
                  </a:lnTo>
                  <a:lnTo>
                    <a:pt x="1014" y="434"/>
                  </a:lnTo>
                  <a:lnTo>
                    <a:pt x="1007" y="428"/>
                  </a:lnTo>
                  <a:lnTo>
                    <a:pt x="1003" y="419"/>
                  </a:lnTo>
                  <a:lnTo>
                    <a:pt x="1000" y="412"/>
                  </a:lnTo>
                  <a:lnTo>
                    <a:pt x="992" y="407"/>
                  </a:lnTo>
                  <a:lnTo>
                    <a:pt x="982" y="404"/>
                  </a:lnTo>
                  <a:lnTo>
                    <a:pt x="973" y="399"/>
                  </a:lnTo>
                  <a:lnTo>
                    <a:pt x="968" y="392"/>
                  </a:lnTo>
                  <a:lnTo>
                    <a:pt x="966" y="384"/>
                  </a:lnTo>
                  <a:lnTo>
                    <a:pt x="964" y="376"/>
                  </a:lnTo>
                  <a:lnTo>
                    <a:pt x="962" y="368"/>
                  </a:lnTo>
                  <a:lnTo>
                    <a:pt x="964" y="359"/>
                  </a:lnTo>
                  <a:lnTo>
                    <a:pt x="974" y="351"/>
                  </a:lnTo>
                  <a:lnTo>
                    <a:pt x="989" y="345"/>
                  </a:lnTo>
                  <a:lnTo>
                    <a:pt x="1001" y="340"/>
                  </a:lnTo>
                  <a:lnTo>
                    <a:pt x="1005" y="334"/>
                  </a:lnTo>
                  <a:lnTo>
                    <a:pt x="1000" y="324"/>
                  </a:lnTo>
                  <a:lnTo>
                    <a:pt x="994" y="313"/>
                  </a:lnTo>
                  <a:lnTo>
                    <a:pt x="995" y="303"/>
                  </a:lnTo>
                  <a:lnTo>
                    <a:pt x="1002" y="296"/>
                  </a:lnTo>
                  <a:lnTo>
                    <a:pt x="1012" y="292"/>
                  </a:lnTo>
                  <a:lnTo>
                    <a:pt x="1021" y="288"/>
                  </a:lnTo>
                  <a:lnTo>
                    <a:pt x="1027" y="282"/>
                  </a:lnTo>
                  <a:lnTo>
                    <a:pt x="1035" y="277"/>
                  </a:lnTo>
                  <a:lnTo>
                    <a:pt x="1044" y="275"/>
                  </a:lnTo>
                  <a:lnTo>
                    <a:pt x="1054" y="276"/>
                  </a:lnTo>
                  <a:lnTo>
                    <a:pt x="1062" y="276"/>
                  </a:lnTo>
                  <a:lnTo>
                    <a:pt x="1070" y="274"/>
                  </a:lnTo>
                  <a:lnTo>
                    <a:pt x="1077" y="272"/>
                  </a:lnTo>
                  <a:lnTo>
                    <a:pt x="1085" y="273"/>
                  </a:lnTo>
                  <a:lnTo>
                    <a:pt x="1092" y="278"/>
                  </a:lnTo>
                  <a:lnTo>
                    <a:pt x="1098" y="284"/>
                  </a:lnTo>
                  <a:lnTo>
                    <a:pt x="1104" y="286"/>
                  </a:lnTo>
                  <a:lnTo>
                    <a:pt x="1115" y="281"/>
                  </a:lnTo>
                  <a:lnTo>
                    <a:pt x="1128" y="274"/>
                  </a:lnTo>
                  <a:lnTo>
                    <a:pt x="1141" y="272"/>
                  </a:lnTo>
                  <a:lnTo>
                    <a:pt x="1149" y="278"/>
                  </a:lnTo>
                  <a:lnTo>
                    <a:pt x="1151" y="289"/>
                  </a:lnTo>
                  <a:lnTo>
                    <a:pt x="1152" y="300"/>
                  </a:lnTo>
                  <a:lnTo>
                    <a:pt x="1153" y="309"/>
                  </a:lnTo>
                  <a:lnTo>
                    <a:pt x="1157" y="316"/>
                  </a:lnTo>
                  <a:lnTo>
                    <a:pt x="1161" y="324"/>
                  </a:lnTo>
                  <a:lnTo>
                    <a:pt x="1162" y="331"/>
                  </a:lnTo>
                  <a:lnTo>
                    <a:pt x="1165" y="338"/>
                  </a:lnTo>
                  <a:lnTo>
                    <a:pt x="1172" y="344"/>
                  </a:lnTo>
                  <a:lnTo>
                    <a:pt x="1183" y="351"/>
                  </a:lnTo>
                  <a:close/>
                </a:path>
              </a:pathLst>
            </a:custGeom>
            <a:solidFill>
              <a:srgbClr val="CC79A7">
                <a:alpha val="37000"/>
              </a:srgbClr>
            </a:solidFill>
            <a:ln>
              <a:noFill/>
            </a:ln>
          </p:spPr>
          <p:txBody>
            <a:bodyPr anchor="ctr"/>
            <a:lstStyle/>
            <a:p>
              <a:pPr algn="ctr">
                <a:buNone/>
              </a:pPr>
            </a:p>
          </p:txBody>
        </p:sp>
        <p:sp>
          <p:nvSpPr>
            <p:cNvPr id="813" name="addition:spatial:195"/>
            <p:cNvSpPr>
              <a:spLocks noGrp="1"/>
            </p:cNvSpPr>
            <p:nvPr/>
          </p:nvSpPr>
          <p:spPr>
            <a:xfrm>
              <a:off x="5648325" y="1666875"/>
              <a:ext cx="1443883" cy="636057"/>
            </a:xfrm>
            <a:custGeom>
              <a:avLst/>
              <a:gdLst/>
              <a:ahLst/>
              <a:cxnLst/>
              <a:rect l="l" t="t" r="r" b="b"/>
              <a:pathLst>
                <a:path w="1089" h="376">
                  <a:moveTo>
                    <a:pt x="0" y="0"/>
                  </a:moveTo>
                  <a:moveTo>
                    <a:pt x="1087" y="338"/>
                  </a:moveTo>
                  <a:lnTo>
                    <a:pt x="1085" y="341"/>
                  </a:lnTo>
                  <a:lnTo>
                    <a:pt x="1083" y="345"/>
                  </a:lnTo>
                  <a:lnTo>
                    <a:pt x="1082" y="348"/>
                  </a:lnTo>
                  <a:lnTo>
                    <a:pt x="1079" y="351"/>
                  </a:lnTo>
                  <a:lnTo>
                    <a:pt x="1074" y="353"/>
                  </a:lnTo>
                  <a:lnTo>
                    <a:pt x="1070" y="355"/>
                  </a:lnTo>
                  <a:lnTo>
                    <a:pt x="1069" y="358"/>
                  </a:lnTo>
                  <a:lnTo>
                    <a:pt x="1070" y="363"/>
                  </a:lnTo>
                  <a:lnTo>
                    <a:pt x="1071" y="369"/>
                  </a:lnTo>
                  <a:lnTo>
                    <a:pt x="1070" y="374"/>
                  </a:lnTo>
                  <a:lnTo>
                    <a:pt x="1066" y="376"/>
                  </a:lnTo>
                  <a:lnTo>
                    <a:pt x="1060" y="375"/>
                  </a:lnTo>
                  <a:lnTo>
                    <a:pt x="1055" y="374"/>
                  </a:lnTo>
                  <a:lnTo>
                    <a:pt x="1052" y="374"/>
                  </a:lnTo>
                  <a:lnTo>
                    <a:pt x="1048" y="375"/>
                  </a:lnTo>
                  <a:lnTo>
                    <a:pt x="1045" y="375"/>
                  </a:lnTo>
                  <a:lnTo>
                    <a:pt x="1042" y="374"/>
                  </a:lnTo>
                  <a:lnTo>
                    <a:pt x="1039" y="373"/>
                  </a:lnTo>
                  <a:lnTo>
                    <a:pt x="1036" y="374"/>
                  </a:lnTo>
                  <a:lnTo>
                    <a:pt x="1033" y="376"/>
                  </a:lnTo>
                  <a:lnTo>
                    <a:pt x="1029" y="376"/>
                  </a:lnTo>
                  <a:lnTo>
                    <a:pt x="1026" y="375"/>
                  </a:lnTo>
                  <a:lnTo>
                    <a:pt x="1024" y="372"/>
                  </a:lnTo>
                  <a:lnTo>
                    <a:pt x="1021" y="369"/>
                  </a:lnTo>
                  <a:lnTo>
                    <a:pt x="1018" y="369"/>
                  </a:lnTo>
                  <a:lnTo>
                    <a:pt x="1012" y="369"/>
                  </a:lnTo>
                  <a:lnTo>
                    <a:pt x="1008" y="368"/>
                  </a:lnTo>
                  <a:lnTo>
                    <a:pt x="1006" y="364"/>
                  </a:lnTo>
                  <a:lnTo>
                    <a:pt x="1008" y="358"/>
                  </a:lnTo>
                  <a:lnTo>
                    <a:pt x="1010" y="353"/>
                  </a:lnTo>
                  <a:lnTo>
                    <a:pt x="1011" y="349"/>
                  </a:lnTo>
                  <a:lnTo>
                    <a:pt x="1009" y="347"/>
                  </a:lnTo>
                  <a:lnTo>
                    <a:pt x="1006" y="344"/>
                  </a:lnTo>
                  <a:lnTo>
                    <a:pt x="1004" y="341"/>
                  </a:lnTo>
                  <a:lnTo>
                    <a:pt x="1002" y="338"/>
                  </a:lnTo>
                  <a:lnTo>
                    <a:pt x="999" y="334"/>
                  </a:lnTo>
                  <a:lnTo>
                    <a:pt x="996" y="330"/>
                  </a:lnTo>
                  <a:lnTo>
                    <a:pt x="994" y="326"/>
                  </a:lnTo>
                  <a:lnTo>
                    <a:pt x="995" y="322"/>
                  </a:lnTo>
                  <a:lnTo>
                    <a:pt x="999" y="320"/>
                  </a:lnTo>
                  <a:lnTo>
                    <a:pt x="1004" y="318"/>
                  </a:lnTo>
                  <a:lnTo>
                    <a:pt x="1007" y="316"/>
                  </a:lnTo>
                  <a:lnTo>
                    <a:pt x="1008" y="313"/>
                  </a:lnTo>
                  <a:lnTo>
                    <a:pt x="1008" y="309"/>
                  </a:lnTo>
                  <a:lnTo>
                    <a:pt x="1011" y="306"/>
                  </a:lnTo>
                  <a:lnTo>
                    <a:pt x="1015" y="305"/>
                  </a:lnTo>
                  <a:lnTo>
                    <a:pt x="1020" y="306"/>
                  </a:lnTo>
                  <a:lnTo>
                    <a:pt x="1024" y="306"/>
                  </a:lnTo>
                  <a:lnTo>
                    <a:pt x="1027" y="304"/>
                  </a:lnTo>
                  <a:lnTo>
                    <a:pt x="1030" y="300"/>
                  </a:lnTo>
                  <a:lnTo>
                    <a:pt x="1034" y="297"/>
                  </a:lnTo>
                  <a:lnTo>
                    <a:pt x="1038" y="295"/>
                  </a:lnTo>
                  <a:lnTo>
                    <a:pt x="1043" y="295"/>
                  </a:lnTo>
                  <a:lnTo>
                    <a:pt x="1048" y="295"/>
                  </a:lnTo>
                  <a:lnTo>
                    <a:pt x="1053" y="295"/>
                  </a:lnTo>
                  <a:lnTo>
                    <a:pt x="1057" y="297"/>
                  </a:lnTo>
                  <a:lnTo>
                    <a:pt x="1060" y="301"/>
                  </a:lnTo>
                  <a:lnTo>
                    <a:pt x="1062" y="307"/>
                  </a:lnTo>
                  <a:lnTo>
                    <a:pt x="1063" y="311"/>
                  </a:lnTo>
                  <a:lnTo>
                    <a:pt x="1067" y="312"/>
                  </a:lnTo>
                  <a:lnTo>
                    <a:pt x="1072" y="311"/>
                  </a:lnTo>
                  <a:lnTo>
                    <a:pt x="1078" y="311"/>
                  </a:lnTo>
                  <a:lnTo>
                    <a:pt x="1082" y="313"/>
                  </a:lnTo>
                  <a:lnTo>
                    <a:pt x="1083" y="317"/>
                  </a:lnTo>
                  <a:lnTo>
                    <a:pt x="1083" y="320"/>
                  </a:lnTo>
                  <a:lnTo>
                    <a:pt x="1085" y="324"/>
                  </a:lnTo>
                  <a:lnTo>
                    <a:pt x="1087" y="327"/>
                  </a:lnTo>
                  <a:lnTo>
                    <a:pt x="1089" y="330"/>
                  </a:lnTo>
                  <a:lnTo>
                    <a:pt x="1089" y="334"/>
                  </a:lnTo>
                  <a:close/>
                </a:path>
              </a:pathLst>
            </a:custGeom>
            <a:solidFill>
              <a:srgbClr val="CC79A7">
                <a:alpha val="36000"/>
              </a:srgbClr>
            </a:solidFill>
            <a:ln>
              <a:noFill/>
            </a:ln>
          </p:spPr>
          <p:txBody>
            <a:bodyPr anchor="ctr"/>
            <a:lstStyle/>
            <a:p>
              <a:pPr algn="ctr">
                <a:buNone/>
              </a:pPr>
            </a:p>
          </p:txBody>
        </p:sp>
        <p:sp>
          <p:nvSpPr>
            <p:cNvPr id="814" name="addition:spatial:196"/>
            <p:cNvSpPr>
              <a:spLocks noGrp="1"/>
            </p:cNvSpPr>
            <p:nvPr/>
          </p:nvSpPr>
          <p:spPr>
            <a:xfrm>
              <a:off x="5648325" y="1666875"/>
              <a:ext cx="1512829" cy="605607"/>
            </a:xfrm>
            <a:custGeom>
              <a:avLst/>
              <a:gdLst/>
              <a:ahLst/>
              <a:cxnLst/>
              <a:rect l="l" t="t" r="r" b="b"/>
              <a:pathLst>
                <a:path w="1141" h="358">
                  <a:moveTo>
                    <a:pt x="0" y="0"/>
                  </a:moveTo>
                  <a:moveTo>
                    <a:pt x="1137" y="326"/>
                  </a:moveTo>
                  <a:lnTo>
                    <a:pt x="1139" y="328"/>
                  </a:lnTo>
                  <a:lnTo>
                    <a:pt x="1140" y="331"/>
                  </a:lnTo>
                  <a:lnTo>
                    <a:pt x="1140" y="334"/>
                  </a:lnTo>
                  <a:lnTo>
                    <a:pt x="1141" y="337"/>
                  </a:lnTo>
                  <a:lnTo>
                    <a:pt x="1140" y="340"/>
                  </a:lnTo>
                  <a:lnTo>
                    <a:pt x="1137" y="342"/>
                  </a:lnTo>
                  <a:lnTo>
                    <a:pt x="1132" y="343"/>
                  </a:lnTo>
                  <a:lnTo>
                    <a:pt x="1127" y="343"/>
                  </a:lnTo>
                  <a:lnTo>
                    <a:pt x="1124" y="343"/>
                  </a:lnTo>
                  <a:lnTo>
                    <a:pt x="1123" y="346"/>
                  </a:lnTo>
                  <a:lnTo>
                    <a:pt x="1123" y="349"/>
                  </a:lnTo>
                  <a:lnTo>
                    <a:pt x="1121" y="353"/>
                  </a:lnTo>
                  <a:lnTo>
                    <a:pt x="1118" y="355"/>
                  </a:lnTo>
                  <a:lnTo>
                    <a:pt x="1115" y="355"/>
                  </a:lnTo>
                  <a:lnTo>
                    <a:pt x="1111" y="355"/>
                  </a:lnTo>
                  <a:lnTo>
                    <a:pt x="1108" y="356"/>
                  </a:lnTo>
                  <a:lnTo>
                    <a:pt x="1104" y="357"/>
                  </a:lnTo>
                  <a:lnTo>
                    <a:pt x="1100" y="358"/>
                  </a:lnTo>
                  <a:lnTo>
                    <a:pt x="1097" y="356"/>
                  </a:lnTo>
                  <a:lnTo>
                    <a:pt x="1093" y="355"/>
                  </a:lnTo>
                  <a:lnTo>
                    <a:pt x="1090" y="354"/>
                  </a:lnTo>
                  <a:lnTo>
                    <a:pt x="1087" y="353"/>
                  </a:lnTo>
                  <a:lnTo>
                    <a:pt x="1084" y="352"/>
                  </a:lnTo>
                  <a:lnTo>
                    <a:pt x="1082" y="349"/>
                  </a:lnTo>
                  <a:lnTo>
                    <a:pt x="1082" y="346"/>
                  </a:lnTo>
                  <a:lnTo>
                    <a:pt x="1080" y="344"/>
                  </a:lnTo>
                  <a:lnTo>
                    <a:pt x="1077" y="343"/>
                  </a:lnTo>
                  <a:lnTo>
                    <a:pt x="1072" y="343"/>
                  </a:lnTo>
                  <a:lnTo>
                    <a:pt x="1067" y="343"/>
                  </a:lnTo>
                  <a:lnTo>
                    <a:pt x="1065" y="341"/>
                  </a:lnTo>
                  <a:lnTo>
                    <a:pt x="1065" y="338"/>
                  </a:lnTo>
                  <a:lnTo>
                    <a:pt x="1067" y="334"/>
                  </a:lnTo>
                  <a:lnTo>
                    <a:pt x="1068" y="331"/>
                  </a:lnTo>
                  <a:lnTo>
                    <a:pt x="1069" y="328"/>
                  </a:lnTo>
                  <a:lnTo>
                    <a:pt x="1070" y="326"/>
                  </a:lnTo>
                  <a:lnTo>
                    <a:pt x="1072" y="323"/>
                  </a:lnTo>
                  <a:lnTo>
                    <a:pt x="1074" y="321"/>
                  </a:lnTo>
                  <a:lnTo>
                    <a:pt x="1075" y="319"/>
                  </a:lnTo>
                  <a:lnTo>
                    <a:pt x="1074" y="316"/>
                  </a:lnTo>
                  <a:lnTo>
                    <a:pt x="1074" y="313"/>
                  </a:lnTo>
                  <a:lnTo>
                    <a:pt x="1075" y="310"/>
                  </a:lnTo>
                  <a:lnTo>
                    <a:pt x="1077" y="308"/>
                  </a:lnTo>
                  <a:lnTo>
                    <a:pt x="1081" y="307"/>
                  </a:lnTo>
                  <a:lnTo>
                    <a:pt x="1083" y="305"/>
                  </a:lnTo>
                  <a:lnTo>
                    <a:pt x="1083" y="302"/>
                  </a:lnTo>
                  <a:lnTo>
                    <a:pt x="1084" y="298"/>
                  </a:lnTo>
                  <a:lnTo>
                    <a:pt x="1086" y="295"/>
                  </a:lnTo>
                  <a:lnTo>
                    <a:pt x="1090" y="296"/>
                  </a:lnTo>
                  <a:lnTo>
                    <a:pt x="1093" y="297"/>
                  </a:lnTo>
                  <a:lnTo>
                    <a:pt x="1097" y="299"/>
                  </a:lnTo>
                  <a:lnTo>
                    <a:pt x="1099" y="300"/>
                  </a:lnTo>
                  <a:lnTo>
                    <a:pt x="1101" y="299"/>
                  </a:lnTo>
                  <a:lnTo>
                    <a:pt x="1103" y="299"/>
                  </a:lnTo>
                  <a:lnTo>
                    <a:pt x="1106" y="298"/>
                  </a:lnTo>
                  <a:lnTo>
                    <a:pt x="1108" y="298"/>
                  </a:lnTo>
                  <a:lnTo>
                    <a:pt x="1112" y="297"/>
                  </a:lnTo>
                  <a:lnTo>
                    <a:pt x="1115" y="295"/>
                  </a:lnTo>
                  <a:lnTo>
                    <a:pt x="1119" y="295"/>
                  </a:lnTo>
                  <a:lnTo>
                    <a:pt x="1121" y="298"/>
                  </a:lnTo>
                  <a:lnTo>
                    <a:pt x="1122" y="302"/>
                  </a:lnTo>
                  <a:lnTo>
                    <a:pt x="1122" y="305"/>
                  </a:lnTo>
                  <a:lnTo>
                    <a:pt x="1124" y="307"/>
                  </a:lnTo>
                  <a:lnTo>
                    <a:pt x="1127" y="309"/>
                  </a:lnTo>
                  <a:lnTo>
                    <a:pt x="1131" y="310"/>
                  </a:lnTo>
                  <a:lnTo>
                    <a:pt x="1132" y="313"/>
                  </a:lnTo>
                  <a:lnTo>
                    <a:pt x="1132" y="316"/>
                  </a:lnTo>
                  <a:lnTo>
                    <a:pt x="1131" y="319"/>
                  </a:lnTo>
                  <a:lnTo>
                    <a:pt x="1132" y="321"/>
                  </a:lnTo>
                  <a:lnTo>
                    <a:pt x="1135" y="323"/>
                  </a:lnTo>
                  <a:close/>
                </a:path>
              </a:pathLst>
            </a:custGeom>
            <a:solidFill>
              <a:srgbClr val="CC79A7">
                <a:alpha val="36000"/>
              </a:srgbClr>
            </a:solidFill>
            <a:ln>
              <a:noFill/>
            </a:ln>
          </p:spPr>
          <p:txBody>
            <a:bodyPr anchor="ctr"/>
            <a:lstStyle/>
            <a:p>
              <a:pPr algn="ctr">
                <a:buNone/>
              </a:pPr>
            </a:p>
          </p:txBody>
        </p:sp>
        <p:sp>
          <p:nvSpPr>
            <p:cNvPr id="815" name="addition:spatial:197"/>
            <p:cNvSpPr>
              <a:spLocks noGrp="1"/>
            </p:cNvSpPr>
            <p:nvPr/>
          </p:nvSpPr>
          <p:spPr>
            <a:xfrm>
              <a:off x="5648325" y="1666875"/>
              <a:ext cx="1563213" cy="715564"/>
            </a:xfrm>
            <a:custGeom>
              <a:avLst/>
              <a:gdLst/>
              <a:ahLst/>
              <a:cxnLst/>
              <a:rect l="l" t="t" r="r" b="b"/>
              <a:pathLst>
                <a:path w="1179" h="423">
                  <a:moveTo>
                    <a:pt x="0" y="0"/>
                  </a:moveTo>
                  <a:moveTo>
                    <a:pt x="1172" y="378"/>
                  </a:moveTo>
                  <a:lnTo>
                    <a:pt x="1172" y="381"/>
                  </a:lnTo>
                  <a:lnTo>
                    <a:pt x="1174" y="385"/>
                  </a:lnTo>
                  <a:lnTo>
                    <a:pt x="1177" y="389"/>
                  </a:lnTo>
                  <a:lnTo>
                    <a:pt x="1179" y="394"/>
                  </a:lnTo>
                  <a:lnTo>
                    <a:pt x="1178" y="397"/>
                  </a:lnTo>
                  <a:lnTo>
                    <a:pt x="1175" y="400"/>
                  </a:lnTo>
                  <a:lnTo>
                    <a:pt x="1171" y="402"/>
                  </a:lnTo>
                  <a:lnTo>
                    <a:pt x="1167" y="404"/>
                  </a:lnTo>
                  <a:lnTo>
                    <a:pt x="1164" y="405"/>
                  </a:lnTo>
                  <a:lnTo>
                    <a:pt x="1159" y="406"/>
                  </a:lnTo>
                  <a:lnTo>
                    <a:pt x="1155" y="406"/>
                  </a:lnTo>
                  <a:lnTo>
                    <a:pt x="1151" y="407"/>
                  </a:lnTo>
                  <a:lnTo>
                    <a:pt x="1149" y="410"/>
                  </a:lnTo>
                  <a:lnTo>
                    <a:pt x="1147" y="416"/>
                  </a:lnTo>
                  <a:lnTo>
                    <a:pt x="1143" y="421"/>
                  </a:lnTo>
                  <a:lnTo>
                    <a:pt x="1138" y="423"/>
                  </a:lnTo>
                  <a:lnTo>
                    <a:pt x="1133" y="421"/>
                  </a:lnTo>
                  <a:lnTo>
                    <a:pt x="1128" y="418"/>
                  </a:lnTo>
                  <a:lnTo>
                    <a:pt x="1123" y="416"/>
                  </a:lnTo>
                  <a:lnTo>
                    <a:pt x="1119" y="416"/>
                  </a:lnTo>
                  <a:lnTo>
                    <a:pt x="1114" y="416"/>
                  </a:lnTo>
                  <a:lnTo>
                    <a:pt x="1109" y="415"/>
                  </a:lnTo>
                  <a:lnTo>
                    <a:pt x="1106" y="412"/>
                  </a:lnTo>
                  <a:lnTo>
                    <a:pt x="1103" y="409"/>
                  </a:lnTo>
                  <a:lnTo>
                    <a:pt x="1100" y="406"/>
                  </a:lnTo>
                  <a:lnTo>
                    <a:pt x="1097" y="405"/>
                  </a:lnTo>
                  <a:lnTo>
                    <a:pt x="1093" y="403"/>
                  </a:lnTo>
                  <a:lnTo>
                    <a:pt x="1091" y="400"/>
                  </a:lnTo>
                  <a:lnTo>
                    <a:pt x="1089" y="397"/>
                  </a:lnTo>
                  <a:lnTo>
                    <a:pt x="1086" y="395"/>
                  </a:lnTo>
                  <a:lnTo>
                    <a:pt x="1081" y="393"/>
                  </a:lnTo>
                  <a:lnTo>
                    <a:pt x="1076" y="390"/>
                  </a:lnTo>
                  <a:lnTo>
                    <a:pt x="1074" y="386"/>
                  </a:lnTo>
                  <a:lnTo>
                    <a:pt x="1077" y="382"/>
                  </a:lnTo>
                  <a:lnTo>
                    <a:pt x="1084" y="378"/>
                  </a:lnTo>
                  <a:lnTo>
                    <a:pt x="1090" y="375"/>
                  </a:lnTo>
                  <a:lnTo>
                    <a:pt x="1092" y="372"/>
                  </a:lnTo>
                  <a:lnTo>
                    <a:pt x="1092" y="369"/>
                  </a:lnTo>
                  <a:lnTo>
                    <a:pt x="1091" y="365"/>
                  </a:lnTo>
                  <a:lnTo>
                    <a:pt x="1092" y="362"/>
                  </a:lnTo>
                  <a:lnTo>
                    <a:pt x="1095" y="358"/>
                  </a:lnTo>
                  <a:lnTo>
                    <a:pt x="1096" y="355"/>
                  </a:lnTo>
                  <a:lnTo>
                    <a:pt x="1097" y="351"/>
                  </a:lnTo>
                  <a:lnTo>
                    <a:pt x="1099" y="347"/>
                  </a:lnTo>
                  <a:lnTo>
                    <a:pt x="1103" y="345"/>
                  </a:lnTo>
                  <a:lnTo>
                    <a:pt x="1107" y="344"/>
                  </a:lnTo>
                  <a:lnTo>
                    <a:pt x="1112" y="344"/>
                  </a:lnTo>
                  <a:lnTo>
                    <a:pt x="1115" y="342"/>
                  </a:lnTo>
                  <a:lnTo>
                    <a:pt x="1118" y="339"/>
                  </a:lnTo>
                  <a:lnTo>
                    <a:pt x="1121" y="337"/>
                  </a:lnTo>
                  <a:lnTo>
                    <a:pt x="1125" y="337"/>
                  </a:lnTo>
                  <a:lnTo>
                    <a:pt x="1129" y="341"/>
                  </a:lnTo>
                  <a:lnTo>
                    <a:pt x="1132" y="345"/>
                  </a:lnTo>
                  <a:lnTo>
                    <a:pt x="1134" y="346"/>
                  </a:lnTo>
                  <a:lnTo>
                    <a:pt x="1138" y="344"/>
                  </a:lnTo>
                  <a:lnTo>
                    <a:pt x="1142" y="341"/>
                  </a:lnTo>
                  <a:lnTo>
                    <a:pt x="1147" y="340"/>
                  </a:lnTo>
                  <a:lnTo>
                    <a:pt x="1151" y="340"/>
                  </a:lnTo>
                  <a:lnTo>
                    <a:pt x="1154" y="342"/>
                  </a:lnTo>
                  <a:lnTo>
                    <a:pt x="1158" y="344"/>
                  </a:lnTo>
                  <a:lnTo>
                    <a:pt x="1161" y="347"/>
                  </a:lnTo>
                  <a:lnTo>
                    <a:pt x="1163" y="350"/>
                  </a:lnTo>
                  <a:lnTo>
                    <a:pt x="1162" y="355"/>
                  </a:lnTo>
                  <a:lnTo>
                    <a:pt x="1161" y="360"/>
                  </a:lnTo>
                  <a:lnTo>
                    <a:pt x="1162" y="363"/>
                  </a:lnTo>
                  <a:lnTo>
                    <a:pt x="1165" y="366"/>
                  </a:lnTo>
                  <a:lnTo>
                    <a:pt x="1170" y="368"/>
                  </a:lnTo>
                  <a:lnTo>
                    <a:pt x="1174" y="371"/>
                  </a:lnTo>
                  <a:lnTo>
                    <a:pt x="1174" y="374"/>
                  </a:lnTo>
                  <a:close/>
                </a:path>
              </a:pathLst>
            </a:custGeom>
            <a:solidFill>
              <a:srgbClr val="CC79A7">
                <a:alpha val="36000"/>
              </a:srgbClr>
            </a:solidFill>
            <a:ln>
              <a:noFill/>
            </a:ln>
          </p:spPr>
          <p:txBody>
            <a:bodyPr anchor="ctr"/>
            <a:lstStyle/>
            <a:p>
              <a:pPr algn="ctr">
                <a:buNone/>
              </a:pPr>
            </a:p>
          </p:txBody>
        </p:sp>
        <p:sp>
          <p:nvSpPr>
            <p:cNvPr id="816" name="addition:spatial:198"/>
            <p:cNvSpPr>
              <a:spLocks noGrp="1"/>
            </p:cNvSpPr>
            <p:nvPr/>
          </p:nvSpPr>
          <p:spPr>
            <a:xfrm>
              <a:off x="5648325" y="1666875"/>
              <a:ext cx="1473053" cy="742630"/>
            </a:xfrm>
            <a:custGeom>
              <a:avLst/>
              <a:gdLst/>
              <a:ahLst/>
              <a:cxnLst/>
              <a:rect l="l" t="t" r="r" b="b"/>
              <a:pathLst>
                <a:path w="1111" h="439">
                  <a:moveTo>
                    <a:pt x="0" y="0"/>
                  </a:moveTo>
                  <a:moveTo>
                    <a:pt x="1101" y="401"/>
                  </a:moveTo>
                  <a:lnTo>
                    <a:pt x="1107" y="404"/>
                  </a:lnTo>
                  <a:lnTo>
                    <a:pt x="1111" y="408"/>
                  </a:lnTo>
                  <a:lnTo>
                    <a:pt x="1111" y="411"/>
                  </a:lnTo>
                  <a:lnTo>
                    <a:pt x="1108" y="414"/>
                  </a:lnTo>
                  <a:lnTo>
                    <a:pt x="1104" y="415"/>
                  </a:lnTo>
                  <a:lnTo>
                    <a:pt x="1102" y="418"/>
                  </a:lnTo>
                  <a:lnTo>
                    <a:pt x="1100" y="420"/>
                  </a:lnTo>
                  <a:lnTo>
                    <a:pt x="1098" y="422"/>
                  </a:lnTo>
                  <a:lnTo>
                    <a:pt x="1095" y="424"/>
                  </a:lnTo>
                  <a:lnTo>
                    <a:pt x="1092" y="425"/>
                  </a:lnTo>
                  <a:lnTo>
                    <a:pt x="1089" y="426"/>
                  </a:lnTo>
                  <a:lnTo>
                    <a:pt x="1087" y="429"/>
                  </a:lnTo>
                  <a:lnTo>
                    <a:pt x="1084" y="431"/>
                  </a:lnTo>
                  <a:lnTo>
                    <a:pt x="1081" y="432"/>
                  </a:lnTo>
                  <a:lnTo>
                    <a:pt x="1077" y="432"/>
                  </a:lnTo>
                  <a:lnTo>
                    <a:pt x="1073" y="432"/>
                  </a:lnTo>
                  <a:lnTo>
                    <a:pt x="1069" y="434"/>
                  </a:lnTo>
                  <a:lnTo>
                    <a:pt x="1065" y="437"/>
                  </a:lnTo>
                  <a:lnTo>
                    <a:pt x="1060" y="439"/>
                  </a:lnTo>
                  <a:lnTo>
                    <a:pt x="1055" y="439"/>
                  </a:lnTo>
                  <a:lnTo>
                    <a:pt x="1052" y="435"/>
                  </a:lnTo>
                  <a:lnTo>
                    <a:pt x="1049" y="430"/>
                  </a:lnTo>
                  <a:lnTo>
                    <a:pt x="1047" y="426"/>
                  </a:lnTo>
                  <a:lnTo>
                    <a:pt x="1045" y="425"/>
                  </a:lnTo>
                  <a:lnTo>
                    <a:pt x="1041" y="424"/>
                  </a:lnTo>
                  <a:lnTo>
                    <a:pt x="1037" y="423"/>
                  </a:lnTo>
                  <a:lnTo>
                    <a:pt x="1034" y="421"/>
                  </a:lnTo>
                  <a:lnTo>
                    <a:pt x="1031" y="420"/>
                  </a:lnTo>
                  <a:lnTo>
                    <a:pt x="1027" y="418"/>
                  </a:lnTo>
                  <a:lnTo>
                    <a:pt x="1023" y="417"/>
                  </a:lnTo>
                  <a:lnTo>
                    <a:pt x="1021" y="414"/>
                  </a:lnTo>
                  <a:lnTo>
                    <a:pt x="1022" y="410"/>
                  </a:lnTo>
                  <a:lnTo>
                    <a:pt x="1024" y="407"/>
                  </a:lnTo>
                  <a:lnTo>
                    <a:pt x="1026" y="404"/>
                  </a:lnTo>
                  <a:lnTo>
                    <a:pt x="1026" y="401"/>
                  </a:lnTo>
                  <a:lnTo>
                    <a:pt x="1024" y="398"/>
                  </a:lnTo>
                  <a:lnTo>
                    <a:pt x="1024" y="394"/>
                  </a:lnTo>
                  <a:lnTo>
                    <a:pt x="1028" y="392"/>
                  </a:lnTo>
                  <a:lnTo>
                    <a:pt x="1033" y="390"/>
                  </a:lnTo>
                  <a:lnTo>
                    <a:pt x="1037" y="388"/>
                  </a:lnTo>
                  <a:lnTo>
                    <a:pt x="1039" y="386"/>
                  </a:lnTo>
                  <a:lnTo>
                    <a:pt x="1038" y="382"/>
                  </a:lnTo>
                  <a:lnTo>
                    <a:pt x="1038" y="378"/>
                  </a:lnTo>
                  <a:lnTo>
                    <a:pt x="1040" y="375"/>
                  </a:lnTo>
                  <a:lnTo>
                    <a:pt x="1042" y="372"/>
                  </a:lnTo>
                  <a:lnTo>
                    <a:pt x="1045" y="370"/>
                  </a:lnTo>
                  <a:lnTo>
                    <a:pt x="1048" y="368"/>
                  </a:lnTo>
                  <a:lnTo>
                    <a:pt x="1051" y="366"/>
                  </a:lnTo>
                  <a:lnTo>
                    <a:pt x="1055" y="367"/>
                  </a:lnTo>
                  <a:lnTo>
                    <a:pt x="1060" y="370"/>
                  </a:lnTo>
                  <a:lnTo>
                    <a:pt x="1063" y="373"/>
                  </a:lnTo>
                  <a:lnTo>
                    <a:pt x="1066" y="373"/>
                  </a:lnTo>
                  <a:lnTo>
                    <a:pt x="1068" y="370"/>
                  </a:lnTo>
                  <a:lnTo>
                    <a:pt x="1071" y="368"/>
                  </a:lnTo>
                  <a:lnTo>
                    <a:pt x="1075" y="367"/>
                  </a:lnTo>
                  <a:lnTo>
                    <a:pt x="1077" y="368"/>
                  </a:lnTo>
                  <a:lnTo>
                    <a:pt x="1080" y="371"/>
                  </a:lnTo>
                  <a:lnTo>
                    <a:pt x="1082" y="372"/>
                  </a:lnTo>
                  <a:lnTo>
                    <a:pt x="1086" y="372"/>
                  </a:lnTo>
                  <a:lnTo>
                    <a:pt x="1090" y="373"/>
                  </a:lnTo>
                  <a:lnTo>
                    <a:pt x="1093" y="374"/>
                  </a:lnTo>
                  <a:lnTo>
                    <a:pt x="1095" y="377"/>
                  </a:lnTo>
                  <a:lnTo>
                    <a:pt x="1096" y="380"/>
                  </a:lnTo>
                  <a:lnTo>
                    <a:pt x="1097" y="383"/>
                  </a:lnTo>
                  <a:lnTo>
                    <a:pt x="1099" y="386"/>
                  </a:lnTo>
                  <a:lnTo>
                    <a:pt x="1099" y="389"/>
                  </a:lnTo>
                  <a:lnTo>
                    <a:pt x="1098" y="393"/>
                  </a:lnTo>
                  <a:lnTo>
                    <a:pt x="1096" y="396"/>
                  </a:lnTo>
                  <a:lnTo>
                    <a:pt x="1097" y="398"/>
                  </a:lnTo>
                  <a:close/>
                </a:path>
              </a:pathLst>
            </a:custGeom>
            <a:solidFill>
              <a:srgbClr val="CC79A7">
                <a:alpha val="36000"/>
              </a:srgbClr>
            </a:solidFill>
            <a:ln>
              <a:noFill/>
            </a:ln>
          </p:spPr>
          <p:txBody>
            <a:bodyPr anchor="ctr"/>
            <a:lstStyle/>
            <a:p>
              <a:pPr algn="ctr">
                <a:buNone/>
              </a:pPr>
            </a:p>
          </p:txBody>
        </p:sp>
        <p:sp>
          <p:nvSpPr>
            <p:cNvPr id="817" name="addition:spatial:199"/>
            <p:cNvSpPr>
              <a:spLocks noGrp="1"/>
            </p:cNvSpPr>
            <p:nvPr/>
          </p:nvSpPr>
          <p:spPr>
            <a:xfrm>
              <a:off x="5648325" y="1666875"/>
              <a:ext cx="1427973" cy="632673"/>
            </a:xfrm>
            <a:custGeom>
              <a:avLst/>
              <a:gdLst/>
              <a:ahLst/>
              <a:cxnLst/>
              <a:rect l="l" t="t" r="r" b="b"/>
              <a:pathLst>
                <a:path w="1077" h="374">
                  <a:moveTo>
                    <a:pt x="0" y="0"/>
                  </a:moveTo>
                  <a:moveTo>
                    <a:pt x="1074" y="341"/>
                  </a:moveTo>
                  <a:lnTo>
                    <a:pt x="1072" y="344"/>
                  </a:lnTo>
                  <a:lnTo>
                    <a:pt x="1071" y="346"/>
                  </a:lnTo>
                  <a:lnTo>
                    <a:pt x="1072" y="348"/>
                  </a:lnTo>
                  <a:lnTo>
                    <a:pt x="1075" y="352"/>
                  </a:lnTo>
                  <a:lnTo>
                    <a:pt x="1077" y="356"/>
                  </a:lnTo>
                  <a:lnTo>
                    <a:pt x="1077" y="359"/>
                  </a:lnTo>
                  <a:lnTo>
                    <a:pt x="1075" y="361"/>
                  </a:lnTo>
                  <a:lnTo>
                    <a:pt x="1071" y="362"/>
                  </a:lnTo>
                  <a:lnTo>
                    <a:pt x="1068" y="362"/>
                  </a:lnTo>
                  <a:lnTo>
                    <a:pt x="1066" y="363"/>
                  </a:lnTo>
                  <a:lnTo>
                    <a:pt x="1064" y="364"/>
                  </a:lnTo>
                  <a:lnTo>
                    <a:pt x="1061" y="365"/>
                  </a:lnTo>
                  <a:lnTo>
                    <a:pt x="1059" y="365"/>
                  </a:lnTo>
                  <a:lnTo>
                    <a:pt x="1057" y="367"/>
                  </a:lnTo>
                  <a:lnTo>
                    <a:pt x="1055" y="369"/>
                  </a:lnTo>
                  <a:lnTo>
                    <a:pt x="1053" y="372"/>
                  </a:lnTo>
                  <a:lnTo>
                    <a:pt x="1050" y="374"/>
                  </a:lnTo>
                  <a:lnTo>
                    <a:pt x="1047" y="373"/>
                  </a:lnTo>
                  <a:lnTo>
                    <a:pt x="1044" y="371"/>
                  </a:lnTo>
                  <a:lnTo>
                    <a:pt x="1041" y="369"/>
                  </a:lnTo>
                  <a:lnTo>
                    <a:pt x="1037" y="370"/>
                  </a:lnTo>
                  <a:lnTo>
                    <a:pt x="1034" y="371"/>
                  </a:lnTo>
                  <a:lnTo>
                    <a:pt x="1030" y="370"/>
                  </a:lnTo>
                  <a:lnTo>
                    <a:pt x="1028" y="368"/>
                  </a:lnTo>
                  <a:lnTo>
                    <a:pt x="1027" y="364"/>
                  </a:lnTo>
                  <a:lnTo>
                    <a:pt x="1026" y="360"/>
                  </a:lnTo>
                  <a:lnTo>
                    <a:pt x="1024" y="358"/>
                  </a:lnTo>
                  <a:lnTo>
                    <a:pt x="1022" y="357"/>
                  </a:lnTo>
                  <a:lnTo>
                    <a:pt x="1019" y="355"/>
                  </a:lnTo>
                  <a:lnTo>
                    <a:pt x="1017" y="353"/>
                  </a:lnTo>
                  <a:lnTo>
                    <a:pt x="1015" y="351"/>
                  </a:lnTo>
                  <a:lnTo>
                    <a:pt x="1012" y="349"/>
                  </a:lnTo>
                  <a:lnTo>
                    <a:pt x="1009" y="347"/>
                  </a:lnTo>
                  <a:lnTo>
                    <a:pt x="1007" y="344"/>
                  </a:lnTo>
                  <a:lnTo>
                    <a:pt x="1008" y="341"/>
                  </a:lnTo>
                  <a:lnTo>
                    <a:pt x="1012" y="338"/>
                  </a:lnTo>
                  <a:lnTo>
                    <a:pt x="1016" y="336"/>
                  </a:lnTo>
                  <a:lnTo>
                    <a:pt x="1018" y="334"/>
                  </a:lnTo>
                  <a:lnTo>
                    <a:pt x="1018" y="331"/>
                  </a:lnTo>
                  <a:lnTo>
                    <a:pt x="1017" y="328"/>
                  </a:lnTo>
                  <a:lnTo>
                    <a:pt x="1019" y="326"/>
                  </a:lnTo>
                  <a:lnTo>
                    <a:pt x="1021" y="324"/>
                  </a:lnTo>
                  <a:lnTo>
                    <a:pt x="1025" y="323"/>
                  </a:lnTo>
                  <a:lnTo>
                    <a:pt x="1027" y="321"/>
                  </a:lnTo>
                  <a:lnTo>
                    <a:pt x="1028" y="318"/>
                  </a:lnTo>
                  <a:lnTo>
                    <a:pt x="1030" y="315"/>
                  </a:lnTo>
                  <a:lnTo>
                    <a:pt x="1032" y="313"/>
                  </a:lnTo>
                  <a:lnTo>
                    <a:pt x="1035" y="312"/>
                  </a:lnTo>
                  <a:lnTo>
                    <a:pt x="1038" y="311"/>
                  </a:lnTo>
                  <a:lnTo>
                    <a:pt x="1041" y="310"/>
                  </a:lnTo>
                  <a:lnTo>
                    <a:pt x="1044" y="309"/>
                  </a:lnTo>
                  <a:lnTo>
                    <a:pt x="1047" y="309"/>
                  </a:lnTo>
                  <a:lnTo>
                    <a:pt x="1050" y="312"/>
                  </a:lnTo>
                  <a:lnTo>
                    <a:pt x="1051" y="316"/>
                  </a:lnTo>
                  <a:lnTo>
                    <a:pt x="1053" y="318"/>
                  </a:lnTo>
                  <a:lnTo>
                    <a:pt x="1055" y="317"/>
                  </a:lnTo>
                  <a:lnTo>
                    <a:pt x="1059" y="315"/>
                  </a:lnTo>
                  <a:lnTo>
                    <a:pt x="1062" y="313"/>
                  </a:lnTo>
                  <a:lnTo>
                    <a:pt x="1065" y="314"/>
                  </a:lnTo>
                  <a:lnTo>
                    <a:pt x="1067" y="316"/>
                  </a:lnTo>
                  <a:lnTo>
                    <a:pt x="1068" y="319"/>
                  </a:lnTo>
                  <a:lnTo>
                    <a:pt x="1069" y="321"/>
                  </a:lnTo>
                  <a:lnTo>
                    <a:pt x="1071" y="323"/>
                  </a:lnTo>
                  <a:lnTo>
                    <a:pt x="1072" y="325"/>
                  </a:lnTo>
                  <a:lnTo>
                    <a:pt x="1072" y="328"/>
                  </a:lnTo>
                  <a:lnTo>
                    <a:pt x="1072" y="331"/>
                  </a:lnTo>
                  <a:lnTo>
                    <a:pt x="1072" y="334"/>
                  </a:lnTo>
                  <a:lnTo>
                    <a:pt x="1073" y="336"/>
                  </a:lnTo>
                  <a:lnTo>
                    <a:pt x="1075" y="338"/>
                  </a:lnTo>
                  <a:close/>
                </a:path>
              </a:pathLst>
            </a:custGeom>
            <a:solidFill>
              <a:srgbClr val="CC79A7">
                <a:alpha val="32000"/>
              </a:srgbClr>
            </a:solidFill>
            <a:ln>
              <a:noFill/>
            </a:ln>
          </p:spPr>
          <p:txBody>
            <a:bodyPr anchor="ctr"/>
            <a:lstStyle/>
            <a:p>
              <a:pPr algn="ctr">
                <a:buNone/>
              </a:pPr>
            </a:p>
          </p:txBody>
        </p:sp>
        <p:sp>
          <p:nvSpPr>
            <p:cNvPr id="818" name="addition:spatial:200"/>
            <p:cNvSpPr>
              <a:spLocks noGrp="1"/>
            </p:cNvSpPr>
            <p:nvPr/>
          </p:nvSpPr>
          <p:spPr>
            <a:xfrm>
              <a:off x="5648325" y="1666875"/>
              <a:ext cx="1526088" cy="700339"/>
            </a:xfrm>
            <a:custGeom>
              <a:avLst/>
              <a:gdLst/>
              <a:ahLst/>
              <a:cxnLst/>
              <a:rect l="l" t="t" r="r" b="b"/>
              <a:pathLst>
                <a:path w="1151" h="414">
                  <a:moveTo>
                    <a:pt x="0" y="0"/>
                  </a:moveTo>
                  <a:moveTo>
                    <a:pt x="1145" y="385"/>
                  </a:moveTo>
                  <a:lnTo>
                    <a:pt x="1146" y="387"/>
                  </a:lnTo>
                  <a:lnTo>
                    <a:pt x="1148" y="390"/>
                  </a:lnTo>
                  <a:lnTo>
                    <a:pt x="1150" y="393"/>
                  </a:lnTo>
                  <a:lnTo>
                    <a:pt x="1151" y="396"/>
                  </a:lnTo>
                  <a:lnTo>
                    <a:pt x="1150" y="398"/>
                  </a:lnTo>
                  <a:lnTo>
                    <a:pt x="1148" y="400"/>
                  </a:lnTo>
                  <a:lnTo>
                    <a:pt x="1145" y="401"/>
                  </a:lnTo>
                  <a:lnTo>
                    <a:pt x="1143" y="403"/>
                  </a:lnTo>
                  <a:lnTo>
                    <a:pt x="1140" y="403"/>
                  </a:lnTo>
                  <a:lnTo>
                    <a:pt x="1137" y="403"/>
                  </a:lnTo>
                  <a:lnTo>
                    <a:pt x="1134" y="403"/>
                  </a:lnTo>
                  <a:lnTo>
                    <a:pt x="1132" y="404"/>
                  </a:lnTo>
                  <a:lnTo>
                    <a:pt x="1130" y="408"/>
                  </a:lnTo>
                  <a:lnTo>
                    <a:pt x="1129" y="411"/>
                  </a:lnTo>
                  <a:lnTo>
                    <a:pt x="1126" y="414"/>
                  </a:lnTo>
                  <a:lnTo>
                    <a:pt x="1123" y="414"/>
                  </a:lnTo>
                  <a:lnTo>
                    <a:pt x="1119" y="413"/>
                  </a:lnTo>
                  <a:lnTo>
                    <a:pt x="1116" y="411"/>
                  </a:lnTo>
                  <a:lnTo>
                    <a:pt x="1113" y="411"/>
                  </a:lnTo>
                  <a:lnTo>
                    <a:pt x="1109" y="411"/>
                  </a:lnTo>
                  <a:lnTo>
                    <a:pt x="1106" y="411"/>
                  </a:lnTo>
                  <a:lnTo>
                    <a:pt x="1103" y="410"/>
                  </a:lnTo>
                  <a:lnTo>
                    <a:pt x="1101" y="407"/>
                  </a:lnTo>
                  <a:lnTo>
                    <a:pt x="1099" y="406"/>
                  </a:lnTo>
                  <a:lnTo>
                    <a:pt x="1096" y="404"/>
                  </a:lnTo>
                  <a:lnTo>
                    <a:pt x="1094" y="403"/>
                  </a:lnTo>
                  <a:lnTo>
                    <a:pt x="1092" y="401"/>
                  </a:lnTo>
                  <a:lnTo>
                    <a:pt x="1091" y="399"/>
                  </a:lnTo>
                  <a:lnTo>
                    <a:pt x="1090" y="398"/>
                  </a:lnTo>
                  <a:lnTo>
                    <a:pt x="1087" y="397"/>
                  </a:lnTo>
                  <a:lnTo>
                    <a:pt x="1082" y="395"/>
                  </a:lnTo>
                  <a:lnTo>
                    <a:pt x="1079" y="393"/>
                  </a:lnTo>
                  <a:lnTo>
                    <a:pt x="1079" y="391"/>
                  </a:lnTo>
                  <a:lnTo>
                    <a:pt x="1082" y="388"/>
                  </a:lnTo>
                  <a:lnTo>
                    <a:pt x="1086" y="385"/>
                  </a:lnTo>
                  <a:lnTo>
                    <a:pt x="1089" y="383"/>
                  </a:lnTo>
                  <a:lnTo>
                    <a:pt x="1090" y="381"/>
                  </a:lnTo>
                  <a:lnTo>
                    <a:pt x="1090" y="379"/>
                  </a:lnTo>
                  <a:lnTo>
                    <a:pt x="1090" y="376"/>
                  </a:lnTo>
                  <a:lnTo>
                    <a:pt x="1092" y="374"/>
                  </a:lnTo>
                  <a:lnTo>
                    <a:pt x="1093" y="372"/>
                  </a:lnTo>
                  <a:lnTo>
                    <a:pt x="1094" y="370"/>
                  </a:lnTo>
                  <a:lnTo>
                    <a:pt x="1094" y="367"/>
                  </a:lnTo>
                  <a:lnTo>
                    <a:pt x="1096" y="365"/>
                  </a:lnTo>
                  <a:lnTo>
                    <a:pt x="1099" y="364"/>
                  </a:lnTo>
                  <a:lnTo>
                    <a:pt x="1102" y="363"/>
                  </a:lnTo>
                  <a:lnTo>
                    <a:pt x="1104" y="362"/>
                  </a:lnTo>
                  <a:lnTo>
                    <a:pt x="1106" y="360"/>
                  </a:lnTo>
                  <a:lnTo>
                    <a:pt x="1108" y="358"/>
                  </a:lnTo>
                  <a:lnTo>
                    <a:pt x="1111" y="357"/>
                  </a:lnTo>
                  <a:lnTo>
                    <a:pt x="1114" y="359"/>
                  </a:lnTo>
                  <a:lnTo>
                    <a:pt x="1116" y="362"/>
                  </a:lnTo>
                  <a:lnTo>
                    <a:pt x="1118" y="364"/>
                  </a:lnTo>
                  <a:lnTo>
                    <a:pt x="1120" y="364"/>
                  </a:lnTo>
                  <a:lnTo>
                    <a:pt x="1123" y="362"/>
                  </a:lnTo>
                  <a:lnTo>
                    <a:pt x="1126" y="360"/>
                  </a:lnTo>
                  <a:lnTo>
                    <a:pt x="1129" y="360"/>
                  </a:lnTo>
                  <a:lnTo>
                    <a:pt x="1131" y="360"/>
                  </a:lnTo>
                  <a:lnTo>
                    <a:pt x="1134" y="361"/>
                  </a:lnTo>
                  <a:lnTo>
                    <a:pt x="1136" y="362"/>
                  </a:lnTo>
                  <a:lnTo>
                    <a:pt x="1139" y="364"/>
                  </a:lnTo>
                  <a:lnTo>
                    <a:pt x="1139" y="367"/>
                  </a:lnTo>
                  <a:lnTo>
                    <a:pt x="1139" y="370"/>
                  </a:lnTo>
                  <a:lnTo>
                    <a:pt x="1138" y="373"/>
                  </a:lnTo>
                  <a:lnTo>
                    <a:pt x="1140" y="375"/>
                  </a:lnTo>
                  <a:lnTo>
                    <a:pt x="1143" y="376"/>
                  </a:lnTo>
                  <a:lnTo>
                    <a:pt x="1146" y="378"/>
                  </a:lnTo>
                  <a:lnTo>
                    <a:pt x="1147" y="380"/>
                  </a:lnTo>
                  <a:lnTo>
                    <a:pt x="1146" y="383"/>
                  </a:lnTo>
                  <a:close/>
                </a:path>
              </a:pathLst>
            </a:custGeom>
            <a:solidFill>
              <a:srgbClr val="CC79A7">
                <a:alpha val="32000"/>
              </a:srgbClr>
            </a:solidFill>
            <a:ln>
              <a:noFill/>
            </a:ln>
          </p:spPr>
          <p:txBody>
            <a:bodyPr anchor="ctr"/>
            <a:lstStyle/>
            <a:p>
              <a:pPr algn="ctr">
                <a:buNone/>
              </a:pPr>
            </a:p>
          </p:txBody>
        </p:sp>
        <p:sp>
          <p:nvSpPr>
            <p:cNvPr id="819" name="addition:spatial:201"/>
            <p:cNvSpPr>
              <a:spLocks noGrp="1"/>
            </p:cNvSpPr>
            <p:nvPr/>
          </p:nvSpPr>
          <p:spPr>
            <a:xfrm>
              <a:off x="5648325" y="1666875"/>
              <a:ext cx="1593708" cy="663123"/>
            </a:xfrm>
            <a:custGeom>
              <a:avLst/>
              <a:gdLst/>
              <a:ahLst/>
              <a:cxnLst/>
              <a:rect l="l" t="t" r="r" b="b"/>
              <a:pathLst>
                <a:path w="1202" h="392">
                  <a:moveTo>
                    <a:pt x="0" y="0"/>
                  </a:moveTo>
                  <a:moveTo>
                    <a:pt x="1200" y="367"/>
                  </a:moveTo>
                  <a:lnTo>
                    <a:pt x="1200" y="369"/>
                  </a:lnTo>
                  <a:lnTo>
                    <a:pt x="1201" y="371"/>
                  </a:lnTo>
                  <a:lnTo>
                    <a:pt x="1202" y="374"/>
                  </a:lnTo>
                  <a:lnTo>
                    <a:pt x="1201" y="376"/>
                  </a:lnTo>
                  <a:lnTo>
                    <a:pt x="1200" y="377"/>
                  </a:lnTo>
                  <a:lnTo>
                    <a:pt x="1200" y="379"/>
                  </a:lnTo>
                  <a:lnTo>
                    <a:pt x="1200" y="382"/>
                  </a:lnTo>
                  <a:lnTo>
                    <a:pt x="1200" y="384"/>
                  </a:lnTo>
                  <a:lnTo>
                    <a:pt x="1198" y="386"/>
                  </a:lnTo>
                  <a:lnTo>
                    <a:pt x="1195" y="385"/>
                  </a:lnTo>
                  <a:lnTo>
                    <a:pt x="1192" y="384"/>
                  </a:lnTo>
                  <a:lnTo>
                    <a:pt x="1189" y="383"/>
                  </a:lnTo>
                  <a:lnTo>
                    <a:pt x="1188" y="385"/>
                  </a:lnTo>
                  <a:lnTo>
                    <a:pt x="1187" y="387"/>
                  </a:lnTo>
                  <a:lnTo>
                    <a:pt x="1186" y="390"/>
                  </a:lnTo>
                  <a:lnTo>
                    <a:pt x="1183" y="391"/>
                  </a:lnTo>
                  <a:lnTo>
                    <a:pt x="1181" y="392"/>
                  </a:lnTo>
                  <a:lnTo>
                    <a:pt x="1178" y="392"/>
                  </a:lnTo>
                  <a:lnTo>
                    <a:pt x="1176" y="392"/>
                  </a:lnTo>
                  <a:lnTo>
                    <a:pt x="1173" y="392"/>
                  </a:lnTo>
                  <a:lnTo>
                    <a:pt x="1171" y="390"/>
                  </a:lnTo>
                  <a:lnTo>
                    <a:pt x="1169" y="388"/>
                  </a:lnTo>
                  <a:lnTo>
                    <a:pt x="1167" y="386"/>
                  </a:lnTo>
                  <a:lnTo>
                    <a:pt x="1165" y="385"/>
                  </a:lnTo>
                  <a:lnTo>
                    <a:pt x="1163" y="385"/>
                  </a:lnTo>
                  <a:lnTo>
                    <a:pt x="1160" y="384"/>
                  </a:lnTo>
                  <a:lnTo>
                    <a:pt x="1158" y="382"/>
                  </a:lnTo>
                  <a:lnTo>
                    <a:pt x="1158" y="380"/>
                  </a:lnTo>
                  <a:lnTo>
                    <a:pt x="1158" y="378"/>
                  </a:lnTo>
                  <a:lnTo>
                    <a:pt x="1157" y="376"/>
                  </a:lnTo>
                  <a:lnTo>
                    <a:pt x="1154" y="375"/>
                  </a:lnTo>
                  <a:lnTo>
                    <a:pt x="1151" y="374"/>
                  </a:lnTo>
                  <a:lnTo>
                    <a:pt x="1149" y="372"/>
                  </a:lnTo>
                  <a:lnTo>
                    <a:pt x="1149" y="370"/>
                  </a:lnTo>
                  <a:lnTo>
                    <a:pt x="1150" y="367"/>
                  </a:lnTo>
                  <a:lnTo>
                    <a:pt x="1152" y="365"/>
                  </a:lnTo>
                  <a:lnTo>
                    <a:pt x="1153" y="363"/>
                  </a:lnTo>
                  <a:lnTo>
                    <a:pt x="1155" y="361"/>
                  </a:lnTo>
                  <a:lnTo>
                    <a:pt x="1158" y="360"/>
                  </a:lnTo>
                  <a:lnTo>
                    <a:pt x="1160" y="359"/>
                  </a:lnTo>
                  <a:lnTo>
                    <a:pt x="1161" y="357"/>
                  </a:lnTo>
                  <a:lnTo>
                    <a:pt x="1161" y="355"/>
                  </a:lnTo>
                  <a:lnTo>
                    <a:pt x="1160" y="352"/>
                  </a:lnTo>
                  <a:lnTo>
                    <a:pt x="1161" y="349"/>
                  </a:lnTo>
                  <a:lnTo>
                    <a:pt x="1163" y="348"/>
                  </a:lnTo>
                  <a:lnTo>
                    <a:pt x="1166" y="348"/>
                  </a:lnTo>
                  <a:lnTo>
                    <a:pt x="1169" y="347"/>
                  </a:lnTo>
                  <a:lnTo>
                    <a:pt x="1171" y="346"/>
                  </a:lnTo>
                  <a:lnTo>
                    <a:pt x="1172" y="344"/>
                  </a:lnTo>
                  <a:lnTo>
                    <a:pt x="1174" y="343"/>
                  </a:lnTo>
                  <a:lnTo>
                    <a:pt x="1177" y="343"/>
                  </a:lnTo>
                  <a:lnTo>
                    <a:pt x="1179" y="345"/>
                  </a:lnTo>
                  <a:lnTo>
                    <a:pt x="1181" y="346"/>
                  </a:lnTo>
                  <a:lnTo>
                    <a:pt x="1182" y="346"/>
                  </a:lnTo>
                  <a:lnTo>
                    <a:pt x="1184" y="347"/>
                  </a:lnTo>
                  <a:lnTo>
                    <a:pt x="1186" y="347"/>
                  </a:lnTo>
                  <a:lnTo>
                    <a:pt x="1187" y="348"/>
                  </a:lnTo>
                  <a:lnTo>
                    <a:pt x="1189" y="349"/>
                  </a:lnTo>
                  <a:lnTo>
                    <a:pt x="1191" y="348"/>
                  </a:lnTo>
                  <a:lnTo>
                    <a:pt x="1194" y="347"/>
                  </a:lnTo>
                  <a:lnTo>
                    <a:pt x="1197" y="348"/>
                  </a:lnTo>
                  <a:lnTo>
                    <a:pt x="1198" y="350"/>
                  </a:lnTo>
                  <a:lnTo>
                    <a:pt x="1198" y="353"/>
                  </a:lnTo>
                  <a:lnTo>
                    <a:pt x="1196" y="356"/>
                  </a:lnTo>
                  <a:lnTo>
                    <a:pt x="1196" y="358"/>
                  </a:lnTo>
                  <a:lnTo>
                    <a:pt x="1197" y="360"/>
                  </a:lnTo>
                  <a:lnTo>
                    <a:pt x="1198" y="361"/>
                  </a:lnTo>
                  <a:lnTo>
                    <a:pt x="1200" y="363"/>
                  </a:lnTo>
                  <a:lnTo>
                    <a:pt x="1200" y="365"/>
                  </a:lnTo>
                  <a:close/>
                </a:path>
              </a:pathLst>
            </a:custGeom>
            <a:solidFill>
              <a:srgbClr val="DA9FC0">
                <a:alpha val="24000"/>
              </a:srgbClr>
            </a:solidFill>
            <a:ln>
              <a:noFill/>
            </a:ln>
          </p:spPr>
          <p:txBody>
            <a:bodyPr anchor="ctr"/>
            <a:lstStyle/>
            <a:p>
              <a:pPr algn="ctr">
                <a:buNone/>
              </a:pPr>
            </a:p>
          </p:txBody>
        </p:sp>
        <p:sp>
          <p:nvSpPr>
            <p:cNvPr id="820" name="addition:spatial:202"/>
            <p:cNvSpPr>
              <a:spLocks noGrp="1"/>
            </p:cNvSpPr>
            <p:nvPr/>
          </p:nvSpPr>
          <p:spPr>
            <a:xfrm>
              <a:off x="5648325" y="1666875"/>
              <a:ext cx="1559235" cy="768005"/>
            </a:xfrm>
            <a:custGeom>
              <a:avLst/>
              <a:gdLst/>
              <a:ahLst/>
              <a:cxnLst/>
              <a:rect l="l" t="t" r="r" b="b"/>
              <a:pathLst>
                <a:path w="1176" h="454">
                  <a:moveTo>
                    <a:pt x="0" y="0"/>
                  </a:moveTo>
                  <a:moveTo>
                    <a:pt x="1174" y="426"/>
                  </a:moveTo>
                  <a:lnTo>
                    <a:pt x="1175" y="428"/>
                  </a:lnTo>
                  <a:lnTo>
                    <a:pt x="1175" y="431"/>
                  </a:lnTo>
                  <a:lnTo>
                    <a:pt x="1176" y="434"/>
                  </a:lnTo>
                  <a:lnTo>
                    <a:pt x="1175" y="436"/>
                  </a:lnTo>
                  <a:lnTo>
                    <a:pt x="1173" y="438"/>
                  </a:lnTo>
                  <a:lnTo>
                    <a:pt x="1170" y="439"/>
                  </a:lnTo>
                  <a:lnTo>
                    <a:pt x="1166" y="439"/>
                  </a:lnTo>
                  <a:lnTo>
                    <a:pt x="1164" y="440"/>
                  </a:lnTo>
                  <a:lnTo>
                    <a:pt x="1163" y="442"/>
                  </a:lnTo>
                  <a:lnTo>
                    <a:pt x="1163" y="445"/>
                  </a:lnTo>
                  <a:lnTo>
                    <a:pt x="1162" y="448"/>
                  </a:lnTo>
                  <a:lnTo>
                    <a:pt x="1160" y="450"/>
                  </a:lnTo>
                  <a:lnTo>
                    <a:pt x="1157" y="450"/>
                  </a:lnTo>
                  <a:lnTo>
                    <a:pt x="1154" y="450"/>
                  </a:lnTo>
                  <a:lnTo>
                    <a:pt x="1151" y="451"/>
                  </a:lnTo>
                  <a:lnTo>
                    <a:pt x="1149" y="453"/>
                  </a:lnTo>
                  <a:lnTo>
                    <a:pt x="1146" y="454"/>
                  </a:lnTo>
                  <a:lnTo>
                    <a:pt x="1143" y="454"/>
                  </a:lnTo>
                  <a:lnTo>
                    <a:pt x="1140" y="453"/>
                  </a:lnTo>
                  <a:lnTo>
                    <a:pt x="1138" y="451"/>
                  </a:lnTo>
                  <a:lnTo>
                    <a:pt x="1135" y="451"/>
                  </a:lnTo>
                  <a:lnTo>
                    <a:pt x="1133" y="449"/>
                  </a:lnTo>
                  <a:lnTo>
                    <a:pt x="1131" y="447"/>
                  </a:lnTo>
                  <a:lnTo>
                    <a:pt x="1131" y="444"/>
                  </a:lnTo>
                  <a:lnTo>
                    <a:pt x="1130" y="443"/>
                  </a:lnTo>
                  <a:lnTo>
                    <a:pt x="1127" y="442"/>
                  </a:lnTo>
                  <a:lnTo>
                    <a:pt x="1123" y="443"/>
                  </a:lnTo>
                  <a:lnTo>
                    <a:pt x="1119" y="443"/>
                  </a:lnTo>
                  <a:lnTo>
                    <a:pt x="1117" y="442"/>
                  </a:lnTo>
                  <a:lnTo>
                    <a:pt x="1117" y="439"/>
                  </a:lnTo>
                  <a:lnTo>
                    <a:pt x="1119" y="436"/>
                  </a:lnTo>
                  <a:lnTo>
                    <a:pt x="1120" y="433"/>
                  </a:lnTo>
                  <a:lnTo>
                    <a:pt x="1120" y="430"/>
                  </a:lnTo>
                  <a:lnTo>
                    <a:pt x="1120" y="428"/>
                  </a:lnTo>
                  <a:lnTo>
                    <a:pt x="1121" y="426"/>
                  </a:lnTo>
                  <a:lnTo>
                    <a:pt x="1122" y="424"/>
                  </a:lnTo>
                  <a:lnTo>
                    <a:pt x="1123" y="422"/>
                  </a:lnTo>
                  <a:lnTo>
                    <a:pt x="1123" y="419"/>
                  </a:lnTo>
                  <a:lnTo>
                    <a:pt x="1123" y="417"/>
                  </a:lnTo>
                  <a:lnTo>
                    <a:pt x="1123" y="415"/>
                  </a:lnTo>
                  <a:lnTo>
                    <a:pt x="1125" y="413"/>
                  </a:lnTo>
                  <a:lnTo>
                    <a:pt x="1127" y="411"/>
                  </a:lnTo>
                  <a:lnTo>
                    <a:pt x="1128" y="410"/>
                  </a:lnTo>
                  <a:lnTo>
                    <a:pt x="1128" y="406"/>
                  </a:lnTo>
                  <a:lnTo>
                    <a:pt x="1128" y="403"/>
                  </a:lnTo>
                  <a:lnTo>
                    <a:pt x="1129" y="401"/>
                  </a:lnTo>
                  <a:lnTo>
                    <a:pt x="1132" y="400"/>
                  </a:lnTo>
                  <a:lnTo>
                    <a:pt x="1136" y="402"/>
                  </a:lnTo>
                  <a:lnTo>
                    <a:pt x="1138" y="404"/>
                  </a:lnTo>
                  <a:lnTo>
                    <a:pt x="1140" y="404"/>
                  </a:lnTo>
                  <a:lnTo>
                    <a:pt x="1142" y="403"/>
                  </a:lnTo>
                  <a:lnTo>
                    <a:pt x="1143" y="402"/>
                  </a:lnTo>
                  <a:lnTo>
                    <a:pt x="1145" y="402"/>
                  </a:lnTo>
                  <a:lnTo>
                    <a:pt x="1147" y="401"/>
                  </a:lnTo>
                  <a:lnTo>
                    <a:pt x="1150" y="400"/>
                  </a:lnTo>
                  <a:lnTo>
                    <a:pt x="1152" y="399"/>
                  </a:lnTo>
                  <a:lnTo>
                    <a:pt x="1155" y="399"/>
                  </a:lnTo>
                  <a:lnTo>
                    <a:pt x="1157" y="401"/>
                  </a:lnTo>
                  <a:lnTo>
                    <a:pt x="1158" y="404"/>
                  </a:lnTo>
                  <a:lnTo>
                    <a:pt x="1159" y="406"/>
                  </a:lnTo>
                  <a:lnTo>
                    <a:pt x="1161" y="408"/>
                  </a:lnTo>
                  <a:lnTo>
                    <a:pt x="1164" y="409"/>
                  </a:lnTo>
                  <a:lnTo>
                    <a:pt x="1166" y="410"/>
                  </a:lnTo>
                  <a:lnTo>
                    <a:pt x="1168" y="412"/>
                  </a:lnTo>
                  <a:lnTo>
                    <a:pt x="1167" y="415"/>
                  </a:lnTo>
                  <a:lnTo>
                    <a:pt x="1167" y="418"/>
                  </a:lnTo>
                  <a:lnTo>
                    <a:pt x="1167" y="420"/>
                  </a:lnTo>
                  <a:lnTo>
                    <a:pt x="1169" y="422"/>
                  </a:lnTo>
                  <a:lnTo>
                    <a:pt x="1172" y="424"/>
                  </a:lnTo>
                  <a:close/>
                </a:path>
              </a:pathLst>
            </a:custGeom>
            <a:solidFill>
              <a:srgbClr val="DA9FC0">
                <a:alpha val="24000"/>
              </a:srgbClr>
            </a:solidFill>
            <a:ln>
              <a:noFill/>
            </a:ln>
          </p:spPr>
          <p:txBody>
            <a:bodyPr anchor="ctr"/>
            <a:lstStyle/>
            <a:p>
              <a:pPr algn="ctr">
                <a:buNone/>
              </a:pPr>
            </a:p>
          </p:txBody>
        </p:sp>
        <p:sp>
          <p:nvSpPr>
            <p:cNvPr id="821" name="addition:spatial:203"/>
            <p:cNvSpPr>
              <a:spLocks noGrp="1"/>
            </p:cNvSpPr>
            <p:nvPr/>
          </p:nvSpPr>
          <p:spPr>
            <a:xfrm>
              <a:off x="5648325" y="1666875"/>
              <a:ext cx="1459794" cy="795071"/>
            </a:xfrm>
            <a:custGeom>
              <a:avLst/>
              <a:gdLst/>
              <a:ahLst/>
              <a:cxnLst/>
              <a:rect l="l" t="t" r="r" b="b"/>
              <a:pathLst>
                <a:path w="1101" h="470">
                  <a:moveTo>
                    <a:pt x="0" y="0"/>
                  </a:moveTo>
                  <a:moveTo>
                    <a:pt x="1094" y="442"/>
                  </a:moveTo>
                  <a:lnTo>
                    <a:pt x="1094" y="444"/>
                  </a:lnTo>
                  <a:lnTo>
                    <a:pt x="1094" y="446"/>
                  </a:lnTo>
                  <a:lnTo>
                    <a:pt x="1093" y="448"/>
                  </a:lnTo>
                  <a:lnTo>
                    <a:pt x="1092" y="450"/>
                  </a:lnTo>
                  <a:lnTo>
                    <a:pt x="1091" y="453"/>
                  </a:lnTo>
                  <a:lnTo>
                    <a:pt x="1091" y="455"/>
                  </a:lnTo>
                  <a:lnTo>
                    <a:pt x="1090" y="458"/>
                  </a:lnTo>
                  <a:lnTo>
                    <a:pt x="1089" y="460"/>
                  </a:lnTo>
                  <a:lnTo>
                    <a:pt x="1087" y="461"/>
                  </a:lnTo>
                  <a:lnTo>
                    <a:pt x="1085" y="463"/>
                  </a:lnTo>
                  <a:lnTo>
                    <a:pt x="1084" y="465"/>
                  </a:lnTo>
                  <a:lnTo>
                    <a:pt x="1083" y="468"/>
                  </a:lnTo>
                  <a:lnTo>
                    <a:pt x="1081" y="470"/>
                  </a:lnTo>
                  <a:lnTo>
                    <a:pt x="1078" y="469"/>
                  </a:lnTo>
                  <a:lnTo>
                    <a:pt x="1075" y="466"/>
                  </a:lnTo>
                  <a:lnTo>
                    <a:pt x="1073" y="464"/>
                  </a:lnTo>
                  <a:lnTo>
                    <a:pt x="1071" y="464"/>
                  </a:lnTo>
                  <a:lnTo>
                    <a:pt x="1070" y="465"/>
                  </a:lnTo>
                  <a:lnTo>
                    <a:pt x="1068" y="467"/>
                  </a:lnTo>
                  <a:lnTo>
                    <a:pt x="1065" y="468"/>
                  </a:lnTo>
                  <a:lnTo>
                    <a:pt x="1063" y="468"/>
                  </a:lnTo>
                  <a:lnTo>
                    <a:pt x="1061" y="468"/>
                  </a:lnTo>
                  <a:lnTo>
                    <a:pt x="1058" y="468"/>
                  </a:lnTo>
                  <a:lnTo>
                    <a:pt x="1056" y="467"/>
                  </a:lnTo>
                  <a:lnTo>
                    <a:pt x="1054" y="464"/>
                  </a:lnTo>
                  <a:lnTo>
                    <a:pt x="1054" y="461"/>
                  </a:lnTo>
                  <a:lnTo>
                    <a:pt x="1053" y="458"/>
                  </a:lnTo>
                  <a:lnTo>
                    <a:pt x="1052" y="456"/>
                  </a:lnTo>
                  <a:lnTo>
                    <a:pt x="1050" y="455"/>
                  </a:lnTo>
                  <a:lnTo>
                    <a:pt x="1047" y="453"/>
                  </a:lnTo>
                  <a:lnTo>
                    <a:pt x="1046" y="451"/>
                  </a:lnTo>
                  <a:lnTo>
                    <a:pt x="1046" y="448"/>
                  </a:lnTo>
                  <a:lnTo>
                    <a:pt x="1047" y="446"/>
                  </a:lnTo>
                  <a:lnTo>
                    <a:pt x="1047" y="444"/>
                  </a:lnTo>
                  <a:lnTo>
                    <a:pt x="1045" y="442"/>
                  </a:lnTo>
                  <a:lnTo>
                    <a:pt x="1042" y="439"/>
                  </a:lnTo>
                  <a:lnTo>
                    <a:pt x="1040" y="436"/>
                  </a:lnTo>
                  <a:lnTo>
                    <a:pt x="1040" y="434"/>
                  </a:lnTo>
                  <a:lnTo>
                    <a:pt x="1041" y="431"/>
                  </a:lnTo>
                  <a:lnTo>
                    <a:pt x="1042" y="429"/>
                  </a:lnTo>
                  <a:lnTo>
                    <a:pt x="1044" y="427"/>
                  </a:lnTo>
                  <a:lnTo>
                    <a:pt x="1046" y="426"/>
                  </a:lnTo>
                  <a:lnTo>
                    <a:pt x="1049" y="425"/>
                  </a:lnTo>
                  <a:lnTo>
                    <a:pt x="1052" y="425"/>
                  </a:lnTo>
                  <a:lnTo>
                    <a:pt x="1055" y="424"/>
                  </a:lnTo>
                  <a:lnTo>
                    <a:pt x="1055" y="422"/>
                  </a:lnTo>
                  <a:lnTo>
                    <a:pt x="1056" y="418"/>
                  </a:lnTo>
                  <a:lnTo>
                    <a:pt x="1057" y="415"/>
                  </a:lnTo>
                  <a:lnTo>
                    <a:pt x="1060" y="413"/>
                  </a:lnTo>
                  <a:lnTo>
                    <a:pt x="1063" y="414"/>
                  </a:lnTo>
                  <a:lnTo>
                    <a:pt x="1066" y="415"/>
                  </a:lnTo>
                  <a:lnTo>
                    <a:pt x="1069" y="415"/>
                  </a:lnTo>
                  <a:lnTo>
                    <a:pt x="1072" y="414"/>
                  </a:lnTo>
                  <a:lnTo>
                    <a:pt x="1075" y="413"/>
                  </a:lnTo>
                  <a:lnTo>
                    <a:pt x="1078" y="414"/>
                  </a:lnTo>
                  <a:lnTo>
                    <a:pt x="1080" y="416"/>
                  </a:lnTo>
                  <a:lnTo>
                    <a:pt x="1082" y="418"/>
                  </a:lnTo>
                  <a:lnTo>
                    <a:pt x="1084" y="419"/>
                  </a:lnTo>
                  <a:lnTo>
                    <a:pt x="1086" y="420"/>
                  </a:lnTo>
                  <a:lnTo>
                    <a:pt x="1088" y="422"/>
                  </a:lnTo>
                  <a:lnTo>
                    <a:pt x="1089" y="424"/>
                  </a:lnTo>
                  <a:lnTo>
                    <a:pt x="1090" y="426"/>
                  </a:lnTo>
                  <a:lnTo>
                    <a:pt x="1092" y="427"/>
                  </a:lnTo>
                  <a:lnTo>
                    <a:pt x="1096" y="427"/>
                  </a:lnTo>
                  <a:lnTo>
                    <a:pt x="1100" y="428"/>
                  </a:lnTo>
                  <a:lnTo>
                    <a:pt x="1101" y="430"/>
                  </a:lnTo>
                  <a:lnTo>
                    <a:pt x="1100" y="434"/>
                  </a:lnTo>
                  <a:lnTo>
                    <a:pt x="1097" y="437"/>
                  </a:lnTo>
                  <a:lnTo>
                    <a:pt x="1095" y="439"/>
                  </a:lnTo>
                  <a:close/>
                </a:path>
              </a:pathLst>
            </a:custGeom>
            <a:solidFill>
              <a:srgbClr val="DA9FC0">
                <a:alpha val="24000"/>
              </a:srgbClr>
            </a:solidFill>
            <a:ln>
              <a:noFill/>
            </a:ln>
          </p:spPr>
          <p:txBody>
            <a:bodyPr anchor="ctr"/>
            <a:lstStyle/>
            <a:p>
              <a:pPr algn="ctr">
                <a:buNone/>
              </a:pPr>
            </a:p>
          </p:txBody>
        </p:sp>
        <p:sp>
          <p:nvSpPr>
            <p:cNvPr id="822" name="addition:spatial:204"/>
            <p:cNvSpPr>
              <a:spLocks noGrp="1"/>
            </p:cNvSpPr>
            <p:nvPr/>
          </p:nvSpPr>
          <p:spPr>
            <a:xfrm>
              <a:off x="5648325" y="1666875"/>
              <a:ext cx="1363005" cy="747705"/>
            </a:xfrm>
            <a:custGeom>
              <a:avLst/>
              <a:gdLst/>
              <a:ahLst/>
              <a:cxnLst/>
              <a:rect l="l" t="t" r="r" b="b"/>
              <a:pathLst>
                <a:path w="1028" h="442">
                  <a:moveTo>
                    <a:pt x="0" y="0"/>
                  </a:moveTo>
                  <a:moveTo>
                    <a:pt x="1028" y="413"/>
                  </a:moveTo>
                  <a:lnTo>
                    <a:pt x="1028" y="416"/>
                  </a:lnTo>
                  <a:lnTo>
                    <a:pt x="1026" y="418"/>
                  </a:lnTo>
                  <a:lnTo>
                    <a:pt x="1025" y="420"/>
                  </a:lnTo>
                  <a:lnTo>
                    <a:pt x="1025" y="423"/>
                  </a:lnTo>
                  <a:lnTo>
                    <a:pt x="1024" y="425"/>
                  </a:lnTo>
                  <a:lnTo>
                    <a:pt x="1023" y="427"/>
                  </a:lnTo>
                  <a:lnTo>
                    <a:pt x="1020" y="428"/>
                  </a:lnTo>
                  <a:lnTo>
                    <a:pt x="1017" y="429"/>
                  </a:lnTo>
                  <a:lnTo>
                    <a:pt x="1015" y="429"/>
                  </a:lnTo>
                  <a:lnTo>
                    <a:pt x="1014" y="431"/>
                  </a:lnTo>
                  <a:lnTo>
                    <a:pt x="1013" y="435"/>
                  </a:lnTo>
                  <a:lnTo>
                    <a:pt x="1012" y="439"/>
                  </a:lnTo>
                  <a:lnTo>
                    <a:pt x="1011" y="441"/>
                  </a:lnTo>
                  <a:lnTo>
                    <a:pt x="1008" y="442"/>
                  </a:lnTo>
                  <a:lnTo>
                    <a:pt x="1005" y="442"/>
                  </a:lnTo>
                  <a:lnTo>
                    <a:pt x="1003" y="441"/>
                  </a:lnTo>
                  <a:lnTo>
                    <a:pt x="1000" y="441"/>
                  </a:lnTo>
                  <a:lnTo>
                    <a:pt x="998" y="440"/>
                  </a:lnTo>
                  <a:lnTo>
                    <a:pt x="996" y="438"/>
                  </a:lnTo>
                  <a:lnTo>
                    <a:pt x="995" y="436"/>
                  </a:lnTo>
                  <a:lnTo>
                    <a:pt x="993" y="436"/>
                  </a:lnTo>
                  <a:lnTo>
                    <a:pt x="991" y="437"/>
                  </a:lnTo>
                  <a:lnTo>
                    <a:pt x="988" y="437"/>
                  </a:lnTo>
                  <a:lnTo>
                    <a:pt x="986" y="437"/>
                  </a:lnTo>
                  <a:lnTo>
                    <a:pt x="985" y="434"/>
                  </a:lnTo>
                  <a:lnTo>
                    <a:pt x="985" y="432"/>
                  </a:lnTo>
                  <a:lnTo>
                    <a:pt x="984" y="430"/>
                  </a:lnTo>
                  <a:lnTo>
                    <a:pt x="982" y="429"/>
                  </a:lnTo>
                  <a:lnTo>
                    <a:pt x="979" y="429"/>
                  </a:lnTo>
                  <a:lnTo>
                    <a:pt x="978" y="427"/>
                  </a:lnTo>
                  <a:lnTo>
                    <a:pt x="978" y="424"/>
                  </a:lnTo>
                  <a:lnTo>
                    <a:pt x="979" y="420"/>
                  </a:lnTo>
                  <a:lnTo>
                    <a:pt x="981" y="418"/>
                  </a:lnTo>
                  <a:lnTo>
                    <a:pt x="981" y="415"/>
                  </a:lnTo>
                  <a:lnTo>
                    <a:pt x="982" y="413"/>
                  </a:lnTo>
                  <a:lnTo>
                    <a:pt x="982" y="411"/>
                  </a:lnTo>
                  <a:lnTo>
                    <a:pt x="983" y="409"/>
                  </a:lnTo>
                  <a:lnTo>
                    <a:pt x="982" y="407"/>
                  </a:lnTo>
                  <a:lnTo>
                    <a:pt x="981" y="404"/>
                  </a:lnTo>
                  <a:lnTo>
                    <a:pt x="979" y="400"/>
                  </a:lnTo>
                  <a:lnTo>
                    <a:pt x="979" y="397"/>
                  </a:lnTo>
                  <a:lnTo>
                    <a:pt x="980" y="395"/>
                  </a:lnTo>
                  <a:lnTo>
                    <a:pt x="983" y="395"/>
                  </a:lnTo>
                  <a:lnTo>
                    <a:pt x="986" y="394"/>
                  </a:lnTo>
                  <a:lnTo>
                    <a:pt x="987" y="393"/>
                  </a:lnTo>
                  <a:lnTo>
                    <a:pt x="988" y="391"/>
                  </a:lnTo>
                  <a:lnTo>
                    <a:pt x="989" y="389"/>
                  </a:lnTo>
                  <a:lnTo>
                    <a:pt x="991" y="388"/>
                  </a:lnTo>
                  <a:lnTo>
                    <a:pt x="993" y="389"/>
                  </a:lnTo>
                  <a:lnTo>
                    <a:pt x="995" y="389"/>
                  </a:lnTo>
                  <a:lnTo>
                    <a:pt x="996" y="389"/>
                  </a:lnTo>
                  <a:lnTo>
                    <a:pt x="998" y="388"/>
                  </a:lnTo>
                  <a:lnTo>
                    <a:pt x="1000" y="387"/>
                  </a:lnTo>
                  <a:lnTo>
                    <a:pt x="1002" y="387"/>
                  </a:lnTo>
                  <a:lnTo>
                    <a:pt x="1004" y="387"/>
                  </a:lnTo>
                  <a:lnTo>
                    <a:pt x="1007" y="386"/>
                  </a:lnTo>
                  <a:lnTo>
                    <a:pt x="1010" y="385"/>
                  </a:lnTo>
                  <a:lnTo>
                    <a:pt x="1012" y="385"/>
                  </a:lnTo>
                  <a:lnTo>
                    <a:pt x="1014" y="388"/>
                  </a:lnTo>
                  <a:lnTo>
                    <a:pt x="1015" y="392"/>
                  </a:lnTo>
                  <a:lnTo>
                    <a:pt x="1015" y="396"/>
                  </a:lnTo>
                  <a:lnTo>
                    <a:pt x="1015" y="399"/>
                  </a:lnTo>
                  <a:lnTo>
                    <a:pt x="1017" y="400"/>
                  </a:lnTo>
                  <a:lnTo>
                    <a:pt x="1020" y="400"/>
                  </a:lnTo>
                  <a:lnTo>
                    <a:pt x="1023" y="401"/>
                  </a:lnTo>
                  <a:lnTo>
                    <a:pt x="1024" y="404"/>
                  </a:lnTo>
                  <a:lnTo>
                    <a:pt x="1025" y="406"/>
                  </a:lnTo>
                  <a:lnTo>
                    <a:pt x="1026" y="408"/>
                  </a:lnTo>
                  <a:lnTo>
                    <a:pt x="1027" y="411"/>
                  </a:lnTo>
                  <a:close/>
                </a:path>
              </a:pathLst>
            </a:custGeom>
            <a:solidFill>
              <a:srgbClr val="DA9FC0">
                <a:alpha val="24000"/>
              </a:srgbClr>
            </a:solidFill>
            <a:ln>
              <a:noFill/>
            </a:ln>
          </p:spPr>
          <p:txBody>
            <a:bodyPr anchor="ctr"/>
            <a:lstStyle/>
            <a:p>
              <a:pPr algn="ctr">
                <a:buNone/>
              </a:pPr>
            </a:p>
          </p:txBody>
        </p:sp>
        <p:sp>
          <p:nvSpPr>
            <p:cNvPr id="823" name="addition:spatial:205"/>
            <p:cNvSpPr>
              <a:spLocks noGrp="1"/>
            </p:cNvSpPr>
            <p:nvPr/>
          </p:nvSpPr>
          <p:spPr>
            <a:xfrm>
              <a:off x="5648325" y="1666875"/>
              <a:ext cx="1336487" cy="637748"/>
            </a:xfrm>
            <a:custGeom>
              <a:avLst/>
              <a:gdLst/>
              <a:ahLst/>
              <a:cxnLst/>
              <a:rect l="l" t="t" r="r" b="b"/>
              <a:pathLst>
                <a:path w="1008" h="377">
                  <a:moveTo>
                    <a:pt x="0" y="0"/>
                  </a:moveTo>
                  <a:moveTo>
                    <a:pt x="1006" y="351"/>
                  </a:moveTo>
                  <a:lnTo>
                    <a:pt x="1006" y="353"/>
                  </a:lnTo>
                  <a:lnTo>
                    <a:pt x="1005" y="355"/>
                  </a:lnTo>
                  <a:lnTo>
                    <a:pt x="1004" y="357"/>
                  </a:lnTo>
                  <a:lnTo>
                    <a:pt x="1002" y="359"/>
                  </a:lnTo>
                  <a:lnTo>
                    <a:pt x="1001" y="361"/>
                  </a:lnTo>
                  <a:lnTo>
                    <a:pt x="1000" y="363"/>
                  </a:lnTo>
                  <a:lnTo>
                    <a:pt x="999" y="365"/>
                  </a:lnTo>
                  <a:lnTo>
                    <a:pt x="998" y="366"/>
                  </a:lnTo>
                  <a:lnTo>
                    <a:pt x="996" y="367"/>
                  </a:lnTo>
                  <a:lnTo>
                    <a:pt x="995" y="368"/>
                  </a:lnTo>
                  <a:lnTo>
                    <a:pt x="994" y="371"/>
                  </a:lnTo>
                  <a:lnTo>
                    <a:pt x="993" y="375"/>
                  </a:lnTo>
                  <a:lnTo>
                    <a:pt x="992" y="377"/>
                  </a:lnTo>
                  <a:lnTo>
                    <a:pt x="989" y="377"/>
                  </a:lnTo>
                  <a:lnTo>
                    <a:pt x="987" y="375"/>
                  </a:lnTo>
                  <a:lnTo>
                    <a:pt x="985" y="373"/>
                  </a:lnTo>
                  <a:lnTo>
                    <a:pt x="983" y="372"/>
                  </a:lnTo>
                  <a:lnTo>
                    <a:pt x="982" y="372"/>
                  </a:lnTo>
                  <a:lnTo>
                    <a:pt x="980" y="373"/>
                  </a:lnTo>
                  <a:lnTo>
                    <a:pt x="979" y="373"/>
                  </a:lnTo>
                  <a:lnTo>
                    <a:pt x="977" y="372"/>
                  </a:lnTo>
                  <a:lnTo>
                    <a:pt x="976" y="372"/>
                  </a:lnTo>
                  <a:lnTo>
                    <a:pt x="974" y="373"/>
                  </a:lnTo>
                  <a:lnTo>
                    <a:pt x="972" y="373"/>
                  </a:lnTo>
                  <a:lnTo>
                    <a:pt x="970" y="371"/>
                  </a:lnTo>
                  <a:lnTo>
                    <a:pt x="970" y="369"/>
                  </a:lnTo>
                  <a:lnTo>
                    <a:pt x="970" y="366"/>
                  </a:lnTo>
                  <a:lnTo>
                    <a:pt x="969" y="365"/>
                  </a:lnTo>
                  <a:lnTo>
                    <a:pt x="967" y="364"/>
                  </a:lnTo>
                  <a:lnTo>
                    <a:pt x="965" y="362"/>
                  </a:lnTo>
                  <a:lnTo>
                    <a:pt x="965" y="360"/>
                  </a:lnTo>
                  <a:lnTo>
                    <a:pt x="966" y="357"/>
                  </a:lnTo>
                  <a:lnTo>
                    <a:pt x="967" y="355"/>
                  </a:lnTo>
                  <a:lnTo>
                    <a:pt x="968" y="353"/>
                  </a:lnTo>
                  <a:lnTo>
                    <a:pt x="967" y="351"/>
                  </a:lnTo>
                  <a:lnTo>
                    <a:pt x="965" y="349"/>
                  </a:lnTo>
                  <a:lnTo>
                    <a:pt x="964" y="347"/>
                  </a:lnTo>
                  <a:lnTo>
                    <a:pt x="963" y="344"/>
                  </a:lnTo>
                  <a:lnTo>
                    <a:pt x="963" y="342"/>
                  </a:lnTo>
                  <a:lnTo>
                    <a:pt x="963" y="339"/>
                  </a:lnTo>
                  <a:lnTo>
                    <a:pt x="963" y="337"/>
                  </a:lnTo>
                  <a:lnTo>
                    <a:pt x="964" y="335"/>
                  </a:lnTo>
                  <a:lnTo>
                    <a:pt x="967" y="335"/>
                  </a:lnTo>
                  <a:lnTo>
                    <a:pt x="969" y="335"/>
                  </a:lnTo>
                  <a:lnTo>
                    <a:pt x="971" y="335"/>
                  </a:lnTo>
                  <a:lnTo>
                    <a:pt x="972" y="333"/>
                  </a:lnTo>
                  <a:lnTo>
                    <a:pt x="973" y="331"/>
                  </a:lnTo>
                  <a:lnTo>
                    <a:pt x="974" y="328"/>
                  </a:lnTo>
                  <a:lnTo>
                    <a:pt x="976" y="328"/>
                  </a:lnTo>
                  <a:lnTo>
                    <a:pt x="978" y="328"/>
                  </a:lnTo>
                  <a:lnTo>
                    <a:pt x="980" y="329"/>
                  </a:lnTo>
                  <a:lnTo>
                    <a:pt x="981" y="328"/>
                  </a:lnTo>
                  <a:lnTo>
                    <a:pt x="983" y="326"/>
                  </a:lnTo>
                  <a:lnTo>
                    <a:pt x="986" y="325"/>
                  </a:lnTo>
                  <a:lnTo>
                    <a:pt x="988" y="325"/>
                  </a:lnTo>
                  <a:lnTo>
                    <a:pt x="990" y="326"/>
                  </a:lnTo>
                  <a:lnTo>
                    <a:pt x="992" y="328"/>
                  </a:lnTo>
                  <a:lnTo>
                    <a:pt x="994" y="329"/>
                  </a:lnTo>
                  <a:lnTo>
                    <a:pt x="996" y="331"/>
                  </a:lnTo>
                  <a:lnTo>
                    <a:pt x="997" y="333"/>
                  </a:lnTo>
                  <a:lnTo>
                    <a:pt x="997" y="336"/>
                  </a:lnTo>
                  <a:lnTo>
                    <a:pt x="998" y="338"/>
                  </a:lnTo>
                  <a:lnTo>
                    <a:pt x="999" y="339"/>
                  </a:lnTo>
                  <a:lnTo>
                    <a:pt x="1003" y="339"/>
                  </a:lnTo>
                  <a:lnTo>
                    <a:pt x="1006" y="340"/>
                  </a:lnTo>
                  <a:lnTo>
                    <a:pt x="1008" y="341"/>
                  </a:lnTo>
                  <a:lnTo>
                    <a:pt x="1008" y="344"/>
                  </a:lnTo>
                  <a:lnTo>
                    <a:pt x="1007" y="346"/>
                  </a:lnTo>
                  <a:lnTo>
                    <a:pt x="1006" y="349"/>
                  </a:lnTo>
                  <a:close/>
                </a:path>
              </a:pathLst>
            </a:custGeom>
            <a:solidFill>
              <a:srgbClr val="DA9FC0">
                <a:alpha val="24000"/>
              </a:srgbClr>
            </a:solidFill>
            <a:ln>
              <a:noFill/>
            </a:ln>
          </p:spPr>
          <p:txBody>
            <a:bodyPr anchor="ctr"/>
            <a:lstStyle/>
            <a:p>
              <a:pPr algn="ctr">
                <a:buNone/>
              </a:pPr>
            </a:p>
          </p:txBody>
        </p:sp>
        <p:sp>
          <p:nvSpPr>
            <p:cNvPr id="824" name="addition:spatial:206"/>
            <p:cNvSpPr>
              <a:spLocks noGrp="1"/>
            </p:cNvSpPr>
            <p:nvPr/>
          </p:nvSpPr>
          <p:spPr>
            <a:xfrm>
              <a:off x="5648325" y="1666875"/>
              <a:ext cx="1386870" cy="539633"/>
            </a:xfrm>
            <a:custGeom>
              <a:avLst/>
              <a:gdLst/>
              <a:ahLst/>
              <a:cxnLst/>
              <a:rect l="l" t="t" r="r" b="b"/>
              <a:pathLst>
                <a:path w="1046" h="319">
                  <a:moveTo>
                    <a:pt x="0" y="0"/>
                  </a:moveTo>
                  <a:moveTo>
                    <a:pt x="1044" y="295"/>
                  </a:moveTo>
                  <a:lnTo>
                    <a:pt x="1043" y="297"/>
                  </a:lnTo>
                  <a:lnTo>
                    <a:pt x="1041" y="299"/>
                  </a:lnTo>
                  <a:lnTo>
                    <a:pt x="1038" y="300"/>
                  </a:lnTo>
                  <a:lnTo>
                    <a:pt x="1037" y="302"/>
                  </a:lnTo>
                  <a:lnTo>
                    <a:pt x="1038" y="304"/>
                  </a:lnTo>
                  <a:lnTo>
                    <a:pt x="1040" y="307"/>
                  </a:lnTo>
                  <a:lnTo>
                    <a:pt x="1041" y="311"/>
                  </a:lnTo>
                  <a:lnTo>
                    <a:pt x="1040" y="313"/>
                  </a:lnTo>
                  <a:lnTo>
                    <a:pt x="1037" y="314"/>
                  </a:lnTo>
                  <a:lnTo>
                    <a:pt x="1034" y="314"/>
                  </a:lnTo>
                  <a:lnTo>
                    <a:pt x="1031" y="315"/>
                  </a:lnTo>
                  <a:lnTo>
                    <a:pt x="1029" y="315"/>
                  </a:lnTo>
                  <a:lnTo>
                    <a:pt x="1028" y="316"/>
                  </a:lnTo>
                  <a:lnTo>
                    <a:pt x="1025" y="317"/>
                  </a:lnTo>
                  <a:lnTo>
                    <a:pt x="1023" y="316"/>
                  </a:lnTo>
                  <a:lnTo>
                    <a:pt x="1021" y="317"/>
                  </a:lnTo>
                  <a:lnTo>
                    <a:pt x="1019" y="318"/>
                  </a:lnTo>
                  <a:lnTo>
                    <a:pt x="1017" y="319"/>
                  </a:lnTo>
                  <a:lnTo>
                    <a:pt x="1015" y="319"/>
                  </a:lnTo>
                  <a:lnTo>
                    <a:pt x="1013" y="318"/>
                  </a:lnTo>
                  <a:lnTo>
                    <a:pt x="1011" y="317"/>
                  </a:lnTo>
                  <a:lnTo>
                    <a:pt x="1008" y="316"/>
                  </a:lnTo>
                  <a:lnTo>
                    <a:pt x="1005" y="317"/>
                  </a:lnTo>
                  <a:lnTo>
                    <a:pt x="1001" y="318"/>
                  </a:lnTo>
                  <a:lnTo>
                    <a:pt x="998" y="317"/>
                  </a:lnTo>
                  <a:lnTo>
                    <a:pt x="997" y="314"/>
                  </a:lnTo>
                  <a:lnTo>
                    <a:pt x="998" y="310"/>
                  </a:lnTo>
                  <a:lnTo>
                    <a:pt x="998" y="307"/>
                  </a:lnTo>
                  <a:lnTo>
                    <a:pt x="997" y="305"/>
                  </a:lnTo>
                  <a:lnTo>
                    <a:pt x="995" y="304"/>
                  </a:lnTo>
                  <a:lnTo>
                    <a:pt x="993" y="302"/>
                  </a:lnTo>
                  <a:lnTo>
                    <a:pt x="991" y="301"/>
                  </a:lnTo>
                  <a:lnTo>
                    <a:pt x="989" y="299"/>
                  </a:lnTo>
                  <a:lnTo>
                    <a:pt x="987" y="297"/>
                  </a:lnTo>
                  <a:lnTo>
                    <a:pt x="984" y="295"/>
                  </a:lnTo>
                  <a:lnTo>
                    <a:pt x="983" y="292"/>
                  </a:lnTo>
                  <a:lnTo>
                    <a:pt x="984" y="290"/>
                  </a:lnTo>
                  <a:lnTo>
                    <a:pt x="987" y="288"/>
                  </a:lnTo>
                  <a:lnTo>
                    <a:pt x="990" y="286"/>
                  </a:lnTo>
                  <a:lnTo>
                    <a:pt x="990" y="285"/>
                  </a:lnTo>
                  <a:lnTo>
                    <a:pt x="990" y="282"/>
                  </a:lnTo>
                  <a:lnTo>
                    <a:pt x="991" y="280"/>
                  </a:lnTo>
                  <a:lnTo>
                    <a:pt x="993" y="278"/>
                  </a:lnTo>
                  <a:lnTo>
                    <a:pt x="997" y="278"/>
                  </a:lnTo>
                  <a:lnTo>
                    <a:pt x="1000" y="278"/>
                  </a:lnTo>
                  <a:lnTo>
                    <a:pt x="1002" y="277"/>
                  </a:lnTo>
                  <a:lnTo>
                    <a:pt x="1004" y="275"/>
                  </a:lnTo>
                  <a:lnTo>
                    <a:pt x="1005" y="272"/>
                  </a:lnTo>
                  <a:lnTo>
                    <a:pt x="1008" y="270"/>
                  </a:lnTo>
                  <a:lnTo>
                    <a:pt x="1011" y="269"/>
                  </a:lnTo>
                  <a:lnTo>
                    <a:pt x="1014" y="268"/>
                  </a:lnTo>
                  <a:lnTo>
                    <a:pt x="1017" y="267"/>
                  </a:lnTo>
                  <a:lnTo>
                    <a:pt x="1020" y="267"/>
                  </a:lnTo>
                  <a:lnTo>
                    <a:pt x="1023" y="269"/>
                  </a:lnTo>
                  <a:lnTo>
                    <a:pt x="1025" y="272"/>
                  </a:lnTo>
                  <a:lnTo>
                    <a:pt x="1027" y="275"/>
                  </a:lnTo>
                  <a:lnTo>
                    <a:pt x="1029" y="276"/>
                  </a:lnTo>
                  <a:lnTo>
                    <a:pt x="1031" y="276"/>
                  </a:lnTo>
                  <a:lnTo>
                    <a:pt x="1035" y="275"/>
                  </a:lnTo>
                  <a:lnTo>
                    <a:pt x="1038" y="275"/>
                  </a:lnTo>
                  <a:lnTo>
                    <a:pt x="1040" y="276"/>
                  </a:lnTo>
                  <a:lnTo>
                    <a:pt x="1040" y="278"/>
                  </a:lnTo>
                  <a:lnTo>
                    <a:pt x="1041" y="280"/>
                  </a:lnTo>
                  <a:lnTo>
                    <a:pt x="1043" y="282"/>
                  </a:lnTo>
                  <a:lnTo>
                    <a:pt x="1045" y="283"/>
                  </a:lnTo>
                  <a:lnTo>
                    <a:pt x="1046" y="285"/>
                  </a:lnTo>
                  <a:lnTo>
                    <a:pt x="1046" y="288"/>
                  </a:lnTo>
                  <a:lnTo>
                    <a:pt x="1045" y="290"/>
                  </a:lnTo>
                  <a:lnTo>
                    <a:pt x="1045" y="292"/>
                  </a:lnTo>
                  <a:close/>
                </a:path>
              </a:pathLst>
            </a:custGeom>
            <a:solidFill>
              <a:srgbClr val="DA9FC0">
                <a:alpha val="24000"/>
              </a:srgbClr>
            </a:solidFill>
            <a:ln>
              <a:noFill/>
            </a:ln>
          </p:spPr>
          <p:txBody>
            <a:bodyPr anchor="ctr"/>
            <a:lstStyle/>
            <a:p>
              <a:pPr algn="ctr">
                <a:buNone/>
              </a:pPr>
            </a:p>
          </p:txBody>
        </p:sp>
        <p:sp>
          <p:nvSpPr>
            <p:cNvPr id="825" name="addition:spatial:207"/>
            <p:cNvSpPr>
              <a:spLocks noGrp="1"/>
            </p:cNvSpPr>
            <p:nvPr/>
          </p:nvSpPr>
          <p:spPr>
            <a:xfrm>
              <a:off x="5648325" y="1666875"/>
              <a:ext cx="1479682" cy="502417"/>
            </a:xfrm>
            <a:custGeom>
              <a:avLst/>
              <a:gdLst/>
              <a:ahLst/>
              <a:cxnLst/>
              <a:rect l="l" t="t" r="r" b="b"/>
              <a:pathLst>
                <a:path w="1116" h="297">
                  <a:moveTo>
                    <a:pt x="0" y="0"/>
                  </a:moveTo>
                  <a:moveTo>
                    <a:pt x="1114" y="274"/>
                  </a:moveTo>
                  <a:lnTo>
                    <a:pt x="1112" y="276"/>
                  </a:lnTo>
                  <a:lnTo>
                    <a:pt x="1112" y="278"/>
                  </a:lnTo>
                  <a:lnTo>
                    <a:pt x="1112" y="280"/>
                  </a:lnTo>
                  <a:lnTo>
                    <a:pt x="1112" y="282"/>
                  </a:lnTo>
                  <a:lnTo>
                    <a:pt x="1110" y="284"/>
                  </a:lnTo>
                  <a:lnTo>
                    <a:pt x="1107" y="285"/>
                  </a:lnTo>
                  <a:lnTo>
                    <a:pt x="1105" y="286"/>
                  </a:lnTo>
                  <a:lnTo>
                    <a:pt x="1104" y="287"/>
                  </a:lnTo>
                  <a:lnTo>
                    <a:pt x="1104" y="290"/>
                  </a:lnTo>
                  <a:lnTo>
                    <a:pt x="1104" y="293"/>
                  </a:lnTo>
                  <a:lnTo>
                    <a:pt x="1103" y="296"/>
                  </a:lnTo>
                  <a:lnTo>
                    <a:pt x="1100" y="297"/>
                  </a:lnTo>
                  <a:lnTo>
                    <a:pt x="1098" y="297"/>
                  </a:lnTo>
                  <a:lnTo>
                    <a:pt x="1096" y="297"/>
                  </a:lnTo>
                  <a:lnTo>
                    <a:pt x="1094" y="297"/>
                  </a:lnTo>
                  <a:lnTo>
                    <a:pt x="1092" y="296"/>
                  </a:lnTo>
                  <a:lnTo>
                    <a:pt x="1090" y="295"/>
                  </a:lnTo>
                  <a:lnTo>
                    <a:pt x="1088" y="293"/>
                  </a:lnTo>
                  <a:lnTo>
                    <a:pt x="1087" y="293"/>
                  </a:lnTo>
                  <a:lnTo>
                    <a:pt x="1085" y="295"/>
                  </a:lnTo>
                  <a:lnTo>
                    <a:pt x="1083" y="297"/>
                  </a:lnTo>
                  <a:lnTo>
                    <a:pt x="1081" y="297"/>
                  </a:lnTo>
                  <a:lnTo>
                    <a:pt x="1079" y="296"/>
                  </a:lnTo>
                  <a:lnTo>
                    <a:pt x="1079" y="293"/>
                  </a:lnTo>
                  <a:lnTo>
                    <a:pt x="1078" y="292"/>
                  </a:lnTo>
                  <a:lnTo>
                    <a:pt x="1076" y="291"/>
                  </a:lnTo>
                  <a:lnTo>
                    <a:pt x="1074" y="290"/>
                  </a:lnTo>
                  <a:lnTo>
                    <a:pt x="1072" y="289"/>
                  </a:lnTo>
                  <a:lnTo>
                    <a:pt x="1071" y="287"/>
                  </a:lnTo>
                  <a:lnTo>
                    <a:pt x="1072" y="284"/>
                  </a:lnTo>
                  <a:lnTo>
                    <a:pt x="1072" y="282"/>
                  </a:lnTo>
                  <a:lnTo>
                    <a:pt x="1072" y="280"/>
                  </a:lnTo>
                  <a:lnTo>
                    <a:pt x="1071" y="278"/>
                  </a:lnTo>
                  <a:lnTo>
                    <a:pt x="1071" y="276"/>
                  </a:lnTo>
                  <a:lnTo>
                    <a:pt x="1071" y="274"/>
                  </a:lnTo>
                  <a:lnTo>
                    <a:pt x="1071" y="272"/>
                  </a:lnTo>
                  <a:lnTo>
                    <a:pt x="1069" y="270"/>
                  </a:lnTo>
                  <a:lnTo>
                    <a:pt x="1066" y="267"/>
                  </a:lnTo>
                  <a:lnTo>
                    <a:pt x="1065" y="265"/>
                  </a:lnTo>
                  <a:lnTo>
                    <a:pt x="1066" y="263"/>
                  </a:lnTo>
                  <a:lnTo>
                    <a:pt x="1069" y="262"/>
                  </a:lnTo>
                  <a:lnTo>
                    <a:pt x="1071" y="261"/>
                  </a:lnTo>
                  <a:lnTo>
                    <a:pt x="1073" y="260"/>
                  </a:lnTo>
                  <a:lnTo>
                    <a:pt x="1074" y="259"/>
                  </a:lnTo>
                  <a:lnTo>
                    <a:pt x="1075" y="257"/>
                  </a:lnTo>
                  <a:lnTo>
                    <a:pt x="1076" y="256"/>
                  </a:lnTo>
                  <a:lnTo>
                    <a:pt x="1078" y="255"/>
                  </a:lnTo>
                  <a:lnTo>
                    <a:pt x="1080" y="255"/>
                  </a:lnTo>
                  <a:lnTo>
                    <a:pt x="1082" y="254"/>
                  </a:lnTo>
                  <a:lnTo>
                    <a:pt x="1084" y="252"/>
                  </a:lnTo>
                  <a:lnTo>
                    <a:pt x="1086" y="251"/>
                  </a:lnTo>
                  <a:lnTo>
                    <a:pt x="1088" y="251"/>
                  </a:lnTo>
                  <a:lnTo>
                    <a:pt x="1090" y="251"/>
                  </a:lnTo>
                  <a:lnTo>
                    <a:pt x="1093" y="251"/>
                  </a:lnTo>
                  <a:lnTo>
                    <a:pt x="1095" y="250"/>
                  </a:lnTo>
                  <a:lnTo>
                    <a:pt x="1098" y="249"/>
                  </a:lnTo>
                  <a:lnTo>
                    <a:pt x="1100" y="251"/>
                  </a:lnTo>
                  <a:lnTo>
                    <a:pt x="1102" y="254"/>
                  </a:lnTo>
                  <a:lnTo>
                    <a:pt x="1102" y="257"/>
                  </a:lnTo>
                  <a:lnTo>
                    <a:pt x="1103" y="260"/>
                  </a:lnTo>
                  <a:lnTo>
                    <a:pt x="1104" y="261"/>
                  </a:lnTo>
                  <a:lnTo>
                    <a:pt x="1107" y="261"/>
                  </a:lnTo>
                  <a:lnTo>
                    <a:pt x="1110" y="261"/>
                  </a:lnTo>
                  <a:lnTo>
                    <a:pt x="1112" y="262"/>
                  </a:lnTo>
                  <a:lnTo>
                    <a:pt x="1113" y="264"/>
                  </a:lnTo>
                  <a:lnTo>
                    <a:pt x="1114" y="266"/>
                  </a:lnTo>
                  <a:lnTo>
                    <a:pt x="1116" y="268"/>
                  </a:lnTo>
                  <a:lnTo>
                    <a:pt x="1116" y="270"/>
                  </a:lnTo>
                  <a:lnTo>
                    <a:pt x="1115" y="272"/>
                  </a:lnTo>
                  <a:close/>
                </a:path>
              </a:pathLst>
            </a:custGeom>
            <a:solidFill>
              <a:srgbClr val="DA9FC0">
                <a:alpha val="24000"/>
              </a:srgbClr>
            </a:solidFill>
            <a:ln>
              <a:noFill/>
            </a:ln>
          </p:spPr>
          <p:txBody>
            <a:bodyPr anchor="ctr"/>
            <a:lstStyle/>
            <a:p>
              <a:pPr algn="ctr">
                <a:buNone/>
              </a:pPr>
            </a:p>
          </p:txBody>
        </p:sp>
        <p:sp>
          <p:nvSpPr>
            <p:cNvPr id="826" name="addition:spatial:208"/>
            <p:cNvSpPr>
              <a:spLocks noGrp="1"/>
            </p:cNvSpPr>
            <p:nvPr/>
          </p:nvSpPr>
          <p:spPr>
            <a:xfrm>
              <a:off x="5648325" y="1666875"/>
              <a:ext cx="1577797" cy="559933"/>
            </a:xfrm>
            <a:custGeom>
              <a:avLst/>
              <a:gdLst/>
              <a:ahLst/>
              <a:cxnLst/>
              <a:rect l="l" t="t" r="r" b="b"/>
              <a:pathLst>
                <a:path w="1190" h="331">
                  <a:moveTo>
                    <a:pt x="0" y="0"/>
                  </a:moveTo>
                  <a:moveTo>
                    <a:pt x="1186" y="303"/>
                  </a:moveTo>
                  <a:lnTo>
                    <a:pt x="1185" y="305"/>
                  </a:lnTo>
                  <a:lnTo>
                    <a:pt x="1187" y="307"/>
                  </a:lnTo>
                  <a:lnTo>
                    <a:pt x="1189" y="310"/>
                  </a:lnTo>
                  <a:lnTo>
                    <a:pt x="1190" y="313"/>
                  </a:lnTo>
                  <a:lnTo>
                    <a:pt x="1190" y="315"/>
                  </a:lnTo>
                  <a:lnTo>
                    <a:pt x="1188" y="317"/>
                  </a:lnTo>
                  <a:lnTo>
                    <a:pt x="1185" y="318"/>
                  </a:lnTo>
                  <a:lnTo>
                    <a:pt x="1183" y="319"/>
                  </a:lnTo>
                  <a:lnTo>
                    <a:pt x="1181" y="320"/>
                  </a:lnTo>
                  <a:lnTo>
                    <a:pt x="1179" y="320"/>
                  </a:lnTo>
                  <a:lnTo>
                    <a:pt x="1176" y="321"/>
                  </a:lnTo>
                  <a:lnTo>
                    <a:pt x="1174" y="321"/>
                  </a:lnTo>
                  <a:lnTo>
                    <a:pt x="1173" y="323"/>
                  </a:lnTo>
                  <a:lnTo>
                    <a:pt x="1172" y="327"/>
                  </a:lnTo>
                  <a:lnTo>
                    <a:pt x="1170" y="330"/>
                  </a:lnTo>
                  <a:lnTo>
                    <a:pt x="1167" y="331"/>
                  </a:lnTo>
                  <a:lnTo>
                    <a:pt x="1164" y="330"/>
                  </a:lnTo>
                  <a:lnTo>
                    <a:pt x="1161" y="328"/>
                  </a:lnTo>
                  <a:lnTo>
                    <a:pt x="1159" y="327"/>
                  </a:lnTo>
                  <a:lnTo>
                    <a:pt x="1156" y="327"/>
                  </a:lnTo>
                  <a:lnTo>
                    <a:pt x="1153" y="327"/>
                  </a:lnTo>
                  <a:lnTo>
                    <a:pt x="1151" y="327"/>
                  </a:lnTo>
                  <a:lnTo>
                    <a:pt x="1149" y="325"/>
                  </a:lnTo>
                  <a:lnTo>
                    <a:pt x="1147" y="322"/>
                  </a:lnTo>
                  <a:lnTo>
                    <a:pt x="1146" y="320"/>
                  </a:lnTo>
                  <a:lnTo>
                    <a:pt x="1144" y="319"/>
                  </a:lnTo>
                  <a:lnTo>
                    <a:pt x="1142" y="318"/>
                  </a:lnTo>
                  <a:lnTo>
                    <a:pt x="1140" y="317"/>
                  </a:lnTo>
                  <a:lnTo>
                    <a:pt x="1139" y="315"/>
                  </a:lnTo>
                  <a:lnTo>
                    <a:pt x="1137" y="313"/>
                  </a:lnTo>
                  <a:lnTo>
                    <a:pt x="1135" y="312"/>
                  </a:lnTo>
                  <a:lnTo>
                    <a:pt x="1132" y="310"/>
                  </a:lnTo>
                  <a:lnTo>
                    <a:pt x="1131" y="308"/>
                  </a:lnTo>
                  <a:lnTo>
                    <a:pt x="1133" y="305"/>
                  </a:lnTo>
                  <a:lnTo>
                    <a:pt x="1136" y="303"/>
                  </a:lnTo>
                  <a:lnTo>
                    <a:pt x="1140" y="301"/>
                  </a:lnTo>
                  <a:lnTo>
                    <a:pt x="1141" y="299"/>
                  </a:lnTo>
                  <a:lnTo>
                    <a:pt x="1141" y="297"/>
                  </a:lnTo>
                  <a:lnTo>
                    <a:pt x="1140" y="294"/>
                  </a:lnTo>
                  <a:lnTo>
                    <a:pt x="1141" y="292"/>
                  </a:lnTo>
                  <a:lnTo>
                    <a:pt x="1142" y="290"/>
                  </a:lnTo>
                  <a:lnTo>
                    <a:pt x="1144" y="288"/>
                  </a:lnTo>
                  <a:lnTo>
                    <a:pt x="1145" y="286"/>
                  </a:lnTo>
                  <a:lnTo>
                    <a:pt x="1145" y="284"/>
                  </a:lnTo>
                  <a:lnTo>
                    <a:pt x="1147" y="282"/>
                  </a:lnTo>
                  <a:lnTo>
                    <a:pt x="1149" y="281"/>
                  </a:lnTo>
                  <a:lnTo>
                    <a:pt x="1152" y="281"/>
                  </a:lnTo>
                  <a:lnTo>
                    <a:pt x="1154" y="279"/>
                  </a:lnTo>
                  <a:lnTo>
                    <a:pt x="1155" y="278"/>
                  </a:lnTo>
                  <a:lnTo>
                    <a:pt x="1157" y="277"/>
                  </a:lnTo>
                  <a:lnTo>
                    <a:pt x="1160" y="277"/>
                  </a:lnTo>
                  <a:lnTo>
                    <a:pt x="1162" y="279"/>
                  </a:lnTo>
                  <a:lnTo>
                    <a:pt x="1163" y="282"/>
                  </a:lnTo>
                  <a:lnTo>
                    <a:pt x="1165" y="283"/>
                  </a:lnTo>
                  <a:lnTo>
                    <a:pt x="1167" y="281"/>
                  </a:lnTo>
                  <a:lnTo>
                    <a:pt x="1169" y="279"/>
                  </a:lnTo>
                  <a:lnTo>
                    <a:pt x="1172" y="278"/>
                  </a:lnTo>
                  <a:lnTo>
                    <a:pt x="1174" y="278"/>
                  </a:lnTo>
                  <a:lnTo>
                    <a:pt x="1176" y="280"/>
                  </a:lnTo>
                  <a:lnTo>
                    <a:pt x="1178" y="282"/>
                  </a:lnTo>
                  <a:lnTo>
                    <a:pt x="1179" y="283"/>
                  </a:lnTo>
                  <a:lnTo>
                    <a:pt x="1180" y="285"/>
                  </a:lnTo>
                  <a:lnTo>
                    <a:pt x="1181" y="288"/>
                  </a:lnTo>
                  <a:lnTo>
                    <a:pt x="1180" y="291"/>
                  </a:lnTo>
                  <a:lnTo>
                    <a:pt x="1181" y="293"/>
                  </a:lnTo>
                  <a:lnTo>
                    <a:pt x="1182" y="295"/>
                  </a:lnTo>
                  <a:lnTo>
                    <a:pt x="1185" y="296"/>
                  </a:lnTo>
                  <a:lnTo>
                    <a:pt x="1187" y="298"/>
                  </a:lnTo>
                  <a:lnTo>
                    <a:pt x="1187" y="300"/>
                  </a:lnTo>
                  <a:close/>
                </a:path>
              </a:pathLst>
            </a:custGeom>
            <a:solidFill>
              <a:srgbClr val="DA9FC0">
                <a:alpha val="24000"/>
              </a:srgbClr>
            </a:solidFill>
            <a:ln>
              <a:noFill/>
            </a:ln>
          </p:spPr>
          <p:txBody>
            <a:bodyPr anchor="ctr"/>
            <a:lstStyle/>
            <a:p>
              <a:pPr algn="ctr">
                <a:buNone/>
              </a:pPr>
            </a:p>
          </p:txBody>
        </p:sp>
        <p:sp>
          <p:nvSpPr>
            <p:cNvPr id="827" name="addition:spatial:209"/>
            <p:cNvSpPr>
              <a:spLocks noGrp="1"/>
            </p:cNvSpPr>
            <p:nvPr/>
          </p:nvSpPr>
          <p:spPr>
            <a:xfrm>
              <a:off x="5648325" y="1666875"/>
              <a:ext cx="1284778" cy="1527551"/>
            </a:xfrm>
            <a:custGeom>
              <a:avLst/>
              <a:gdLst/>
              <a:ahLst/>
              <a:cxnLst/>
              <a:rect l="l" t="t" r="r" b="b"/>
              <a:pathLst>
                <a:path w="969" h="903">
                  <a:moveTo>
                    <a:pt x="0" y="0"/>
                  </a:moveTo>
                  <a:moveTo>
                    <a:pt x="107" y="321"/>
                  </a:moveTo>
                  <a:lnTo>
                    <a:pt x="969" y="321"/>
                  </a:lnTo>
                  <a:lnTo>
                    <a:pt x="969" y="903"/>
                  </a:lnTo>
                  <a:lnTo>
                    <a:pt x="107" y="817"/>
                  </a:lnTo>
                  <a:close/>
                </a:path>
              </a:pathLst>
            </a:custGeom>
            <a:solidFill>
              <a:srgbClr val="EAF7FF">
                <a:alpha val="6000"/>
              </a:srgbClr>
            </a:solidFill>
            <a:ln>
              <a:noFill/>
            </a:ln>
          </p:spPr>
          <p:txBody>
            <a:bodyPr anchor="ctr"/>
            <a:lstStyle/>
            <a:p>
              <a:pPr algn="ctr">
                <a:buNone/>
              </a:pPr>
            </a:p>
          </p:txBody>
        </p:sp>
        <p:sp>
          <p:nvSpPr>
            <p:cNvPr id="828" name="addition:spatial:210"/>
            <p:cNvSpPr>
              <a:spLocks noGrp="1"/>
            </p:cNvSpPr>
            <p:nvPr/>
          </p:nvSpPr>
          <p:spPr>
            <a:xfrm>
              <a:off x="5917744" y="2116513"/>
              <a:ext cx="0" cy="839053"/>
            </a:xfrm>
            <a:prstGeom prst="line">
              <a:avLst/>
            </a:prstGeom>
            <a:ln w="4286">
              <a:solidFill>
                <a:srgbClr val="56A1CC">
                  <a:alpha val="22000"/>
                </a:srgbClr>
              </a:solidFill>
            </a:ln>
          </p:spPr>
        </p:sp>
        <p:sp>
          <p:nvSpPr>
            <p:cNvPr id="829" name="addition:spatial:211"/>
            <p:cNvSpPr>
              <a:spLocks noGrp="1"/>
            </p:cNvSpPr>
            <p:nvPr/>
          </p:nvSpPr>
          <p:spPr>
            <a:xfrm>
              <a:off x="7060652" y="2116513"/>
              <a:ext cx="0" cy="984534"/>
            </a:xfrm>
            <a:prstGeom prst="line">
              <a:avLst/>
            </a:prstGeom>
            <a:ln w="4286">
              <a:solidFill>
                <a:srgbClr val="56A1CC">
                  <a:alpha val="28000"/>
                </a:srgbClr>
              </a:solidFill>
            </a:ln>
          </p:spPr>
        </p:sp>
        <p:sp>
          <p:nvSpPr>
            <p:cNvPr id="830" name="addition:spatial:212"/>
            <p:cNvSpPr>
              <a:spLocks noGrp="1"/>
            </p:cNvSpPr>
            <p:nvPr/>
          </p:nvSpPr>
          <p:spPr>
            <a:xfrm>
              <a:off x="5917744" y="2116513"/>
              <a:ext cx="1142909" cy="0"/>
            </a:xfrm>
            <a:prstGeom prst="line">
              <a:avLst/>
            </a:prstGeom>
            <a:ln w="4286">
              <a:solidFill>
                <a:srgbClr val="56A1CC">
                  <a:alpha val="35000"/>
                </a:srgbClr>
              </a:solidFill>
            </a:ln>
          </p:spPr>
        </p:sp>
        <p:sp>
          <p:nvSpPr>
            <p:cNvPr id="831" name="addition:spatial:213"/>
            <p:cNvSpPr>
              <a:spLocks noGrp="1"/>
            </p:cNvSpPr>
            <p:nvPr/>
          </p:nvSpPr>
          <p:spPr>
            <a:xfrm>
              <a:off x="6045293" y="2023134"/>
              <a:ext cx="0" cy="839053"/>
            </a:xfrm>
            <a:prstGeom prst="line">
              <a:avLst/>
            </a:prstGeom>
            <a:ln w="4286">
              <a:solidFill>
                <a:srgbClr val="56A1CC">
                  <a:alpha val="22000"/>
                </a:srgbClr>
              </a:solidFill>
            </a:ln>
          </p:spPr>
        </p:sp>
        <p:sp>
          <p:nvSpPr>
            <p:cNvPr id="832" name="addition:spatial:214"/>
            <p:cNvSpPr>
              <a:spLocks noGrp="1"/>
            </p:cNvSpPr>
            <p:nvPr/>
          </p:nvSpPr>
          <p:spPr>
            <a:xfrm>
              <a:off x="7188202" y="2023134"/>
              <a:ext cx="0" cy="984534"/>
            </a:xfrm>
            <a:prstGeom prst="line">
              <a:avLst/>
            </a:prstGeom>
            <a:ln w="4286">
              <a:solidFill>
                <a:srgbClr val="56A1CC">
                  <a:alpha val="28000"/>
                </a:srgbClr>
              </a:solidFill>
            </a:ln>
          </p:spPr>
        </p:sp>
        <p:sp>
          <p:nvSpPr>
            <p:cNvPr id="833" name="addition:spatial:215"/>
            <p:cNvSpPr>
              <a:spLocks noGrp="1"/>
            </p:cNvSpPr>
            <p:nvPr/>
          </p:nvSpPr>
          <p:spPr>
            <a:xfrm>
              <a:off x="6045293" y="2023134"/>
              <a:ext cx="1142909" cy="0"/>
            </a:xfrm>
            <a:prstGeom prst="line">
              <a:avLst/>
            </a:prstGeom>
            <a:ln w="4286">
              <a:solidFill>
                <a:srgbClr val="56A1CC">
                  <a:alpha val="35000"/>
                </a:srgbClr>
              </a:solidFill>
            </a:ln>
          </p:spPr>
        </p:sp>
        <p:sp>
          <p:nvSpPr>
            <p:cNvPr id="834" name="addition:spatial:216"/>
            <p:cNvSpPr>
              <a:spLocks noGrp="1"/>
            </p:cNvSpPr>
            <p:nvPr/>
          </p:nvSpPr>
          <p:spPr>
            <a:xfrm>
              <a:off x="6172843" y="1929756"/>
              <a:ext cx="0" cy="839053"/>
            </a:xfrm>
            <a:prstGeom prst="line">
              <a:avLst/>
            </a:prstGeom>
            <a:ln w="4286">
              <a:solidFill>
                <a:srgbClr val="56A1CC">
                  <a:alpha val="22000"/>
                </a:srgbClr>
              </a:solidFill>
            </a:ln>
          </p:spPr>
        </p:sp>
        <p:sp>
          <p:nvSpPr>
            <p:cNvPr id="835" name="addition:spatial:217"/>
            <p:cNvSpPr>
              <a:spLocks noGrp="1"/>
            </p:cNvSpPr>
            <p:nvPr/>
          </p:nvSpPr>
          <p:spPr>
            <a:xfrm>
              <a:off x="7315752" y="1929756"/>
              <a:ext cx="0" cy="984534"/>
            </a:xfrm>
            <a:prstGeom prst="line">
              <a:avLst/>
            </a:prstGeom>
            <a:ln w="4286">
              <a:solidFill>
                <a:srgbClr val="56A1CC">
                  <a:alpha val="28000"/>
                </a:srgbClr>
              </a:solidFill>
            </a:ln>
          </p:spPr>
        </p:sp>
        <p:sp>
          <p:nvSpPr>
            <p:cNvPr id="836" name="addition:spatial:218"/>
            <p:cNvSpPr>
              <a:spLocks noGrp="1"/>
            </p:cNvSpPr>
            <p:nvPr/>
          </p:nvSpPr>
          <p:spPr>
            <a:xfrm>
              <a:off x="6172843" y="1929756"/>
              <a:ext cx="1142909" cy="0"/>
            </a:xfrm>
            <a:prstGeom prst="line">
              <a:avLst/>
            </a:prstGeom>
            <a:ln w="4286">
              <a:solidFill>
                <a:srgbClr val="56A1CC">
                  <a:alpha val="35000"/>
                </a:srgbClr>
              </a:solidFill>
            </a:ln>
          </p:spPr>
        </p:sp>
        <p:sp>
          <p:nvSpPr>
            <p:cNvPr id="837" name="addition:spatial:219"/>
            <p:cNvSpPr>
              <a:spLocks noGrp="1"/>
            </p:cNvSpPr>
            <p:nvPr/>
          </p:nvSpPr>
          <p:spPr>
            <a:xfrm>
              <a:off x="6300393" y="1836377"/>
              <a:ext cx="0" cy="839053"/>
            </a:xfrm>
            <a:prstGeom prst="line">
              <a:avLst/>
            </a:prstGeom>
            <a:ln w="4286">
              <a:solidFill>
                <a:srgbClr val="56A1CC">
                  <a:alpha val="22000"/>
                </a:srgbClr>
              </a:solidFill>
            </a:ln>
          </p:spPr>
        </p:sp>
        <p:sp>
          <p:nvSpPr>
            <p:cNvPr id="838" name="addition:spatial:220"/>
            <p:cNvSpPr>
              <a:spLocks noGrp="1"/>
            </p:cNvSpPr>
            <p:nvPr/>
          </p:nvSpPr>
          <p:spPr>
            <a:xfrm>
              <a:off x="7443301" y="1836377"/>
              <a:ext cx="0" cy="984534"/>
            </a:xfrm>
            <a:prstGeom prst="line">
              <a:avLst/>
            </a:prstGeom>
            <a:ln w="4286">
              <a:solidFill>
                <a:srgbClr val="56A1CC">
                  <a:alpha val="28000"/>
                </a:srgbClr>
              </a:solidFill>
            </a:ln>
          </p:spPr>
        </p:sp>
        <p:sp>
          <p:nvSpPr>
            <p:cNvPr id="839" name="addition:spatial:221"/>
            <p:cNvSpPr>
              <a:spLocks noGrp="1"/>
            </p:cNvSpPr>
            <p:nvPr/>
          </p:nvSpPr>
          <p:spPr>
            <a:xfrm>
              <a:off x="6300393" y="1836377"/>
              <a:ext cx="1142909" cy="0"/>
            </a:xfrm>
            <a:prstGeom prst="line">
              <a:avLst/>
            </a:prstGeom>
            <a:ln w="4286">
              <a:solidFill>
                <a:srgbClr val="56A1CC">
                  <a:alpha val="35000"/>
                </a:srgbClr>
              </a:solidFill>
            </a:ln>
          </p:spPr>
        </p:sp>
        <p:sp>
          <p:nvSpPr>
            <p:cNvPr id="840" name="addition:spatial:222"/>
            <p:cNvSpPr>
              <a:spLocks noGrp="1"/>
            </p:cNvSpPr>
            <p:nvPr/>
          </p:nvSpPr>
          <p:spPr>
            <a:xfrm>
              <a:off x="5796824" y="2478388"/>
              <a:ext cx="1129650" cy="46554"/>
            </a:xfrm>
            <a:prstGeom prst="line">
              <a:avLst/>
            </a:prstGeom>
            <a:ln w="4286">
              <a:solidFill>
                <a:srgbClr val="56A1CC">
                  <a:alpha val="20000"/>
                </a:srgbClr>
              </a:solidFill>
            </a:ln>
          </p:spPr>
        </p:sp>
        <p:sp>
          <p:nvSpPr>
            <p:cNvPr id="841" name="addition:spatial:223"/>
            <p:cNvSpPr>
              <a:spLocks noGrp="1"/>
            </p:cNvSpPr>
            <p:nvPr/>
          </p:nvSpPr>
          <p:spPr>
            <a:xfrm>
              <a:off x="5796824" y="2755276"/>
              <a:ext cx="1129650" cy="94563"/>
            </a:xfrm>
            <a:prstGeom prst="line">
              <a:avLst/>
            </a:prstGeom>
            <a:ln w="4286">
              <a:solidFill>
                <a:srgbClr val="56A1CC">
                  <a:alpha val="20000"/>
                </a:srgbClr>
              </a:solidFill>
            </a:ln>
          </p:spPr>
        </p:sp>
        <p:sp>
          <p:nvSpPr>
            <p:cNvPr id="842" name="addition:spatial:224"/>
            <p:cNvSpPr>
              <a:spLocks noGrp="1"/>
            </p:cNvSpPr>
            <p:nvPr/>
          </p:nvSpPr>
          <p:spPr>
            <a:xfrm>
              <a:off x="5790194" y="2209891"/>
              <a:ext cx="1142909" cy="0"/>
            </a:xfrm>
            <a:prstGeom prst="line">
              <a:avLst/>
            </a:prstGeom>
            <a:ln w="4286">
              <a:solidFill>
                <a:srgbClr val="0072B2">
                  <a:alpha val="82000"/>
                </a:srgbClr>
              </a:solidFill>
            </a:ln>
          </p:spPr>
        </p:sp>
        <p:sp>
          <p:nvSpPr>
            <p:cNvPr id="843" name="addition:spatial:225"/>
            <p:cNvSpPr>
              <a:spLocks noGrp="1"/>
            </p:cNvSpPr>
            <p:nvPr/>
          </p:nvSpPr>
          <p:spPr>
            <a:xfrm>
              <a:off x="6933103" y="2209891"/>
              <a:ext cx="0" cy="984534"/>
            </a:xfrm>
            <a:prstGeom prst="line">
              <a:avLst/>
            </a:prstGeom>
            <a:ln w="4286">
              <a:solidFill>
                <a:srgbClr val="0072B2">
                  <a:alpha val="82000"/>
                </a:srgbClr>
              </a:solidFill>
            </a:ln>
          </p:spPr>
        </p:sp>
        <p:sp>
          <p:nvSpPr>
            <p:cNvPr id="844" name="addition:spatial:226"/>
            <p:cNvSpPr>
              <a:spLocks noGrp="1"/>
            </p:cNvSpPr>
            <p:nvPr/>
          </p:nvSpPr>
          <p:spPr>
            <a:xfrm flipH="1" flipV="1">
              <a:off x="5790194" y="3048945"/>
              <a:ext cx="1142909" cy="145481"/>
            </a:xfrm>
            <a:prstGeom prst="line">
              <a:avLst/>
            </a:prstGeom>
            <a:ln w="4286">
              <a:solidFill>
                <a:srgbClr val="0072B2">
                  <a:alpha val="86000"/>
                </a:srgbClr>
              </a:solidFill>
            </a:ln>
          </p:spPr>
        </p:sp>
        <p:sp>
          <p:nvSpPr>
            <p:cNvPr id="845" name="addition:spatial:227"/>
            <p:cNvSpPr>
              <a:spLocks noGrp="1"/>
            </p:cNvSpPr>
            <p:nvPr/>
          </p:nvSpPr>
          <p:spPr>
            <a:xfrm flipV="1">
              <a:off x="5790194" y="2209891"/>
              <a:ext cx="0" cy="839053"/>
            </a:xfrm>
            <a:prstGeom prst="line">
              <a:avLst/>
            </a:prstGeom>
            <a:ln w="4286">
              <a:solidFill>
                <a:srgbClr val="0072B2">
                  <a:alpha val="82000"/>
                </a:srgbClr>
              </a:solidFill>
            </a:ln>
          </p:spPr>
        </p:sp>
        <p:sp>
          <p:nvSpPr>
            <p:cNvPr id="846" name="addition:spatial:228"/>
            <p:cNvSpPr>
              <a:spLocks noGrp="1"/>
            </p:cNvSpPr>
            <p:nvPr/>
          </p:nvSpPr>
          <p:spPr>
            <a:xfrm>
              <a:off x="6503518" y="1744690"/>
              <a:ext cx="1069985" cy="0"/>
            </a:xfrm>
            <a:prstGeom prst="line">
              <a:avLst/>
            </a:prstGeom>
            <a:ln w="4420">
              <a:solidFill>
                <a:srgbClr val="0072B2">
                  <a:alpha val="78000"/>
                </a:srgbClr>
              </a:solidFill>
            </a:ln>
          </p:spPr>
        </p:sp>
        <p:sp>
          <p:nvSpPr>
            <p:cNvPr id="847" name="addition:spatial:229"/>
            <p:cNvSpPr>
              <a:spLocks noGrp="1"/>
            </p:cNvSpPr>
            <p:nvPr/>
          </p:nvSpPr>
          <p:spPr>
            <a:xfrm>
              <a:off x="7573503" y="1744690"/>
              <a:ext cx="0" cy="789996"/>
            </a:xfrm>
            <a:prstGeom prst="line">
              <a:avLst/>
            </a:prstGeom>
            <a:ln w="4286">
              <a:solidFill>
                <a:srgbClr val="0072B2">
                  <a:alpha val="78000"/>
                </a:srgbClr>
              </a:solidFill>
            </a:ln>
          </p:spPr>
        </p:sp>
        <p:sp>
          <p:nvSpPr>
            <p:cNvPr id="848" name="addition:spatial:230"/>
            <p:cNvSpPr>
              <a:spLocks noGrp="1"/>
            </p:cNvSpPr>
            <p:nvPr/>
          </p:nvSpPr>
          <p:spPr>
            <a:xfrm flipV="1">
              <a:off x="5790194" y="1744690"/>
              <a:ext cx="713323" cy="465201"/>
            </a:xfrm>
            <a:prstGeom prst="line">
              <a:avLst/>
            </a:prstGeom>
            <a:ln w="4420">
              <a:solidFill>
                <a:srgbClr val="0072B2">
                  <a:alpha val="84000"/>
                </a:srgbClr>
              </a:solidFill>
            </a:ln>
          </p:spPr>
        </p:sp>
        <p:sp>
          <p:nvSpPr>
            <p:cNvPr id="849" name="addition:spatial:231"/>
            <p:cNvSpPr>
              <a:spLocks noGrp="1"/>
            </p:cNvSpPr>
            <p:nvPr/>
          </p:nvSpPr>
          <p:spPr>
            <a:xfrm flipV="1">
              <a:off x="6933103" y="1744690"/>
              <a:ext cx="640400" cy="465201"/>
            </a:xfrm>
            <a:prstGeom prst="line">
              <a:avLst/>
            </a:prstGeom>
            <a:ln w="4420">
              <a:solidFill>
                <a:srgbClr val="0072B2">
                  <a:alpha val="84000"/>
                </a:srgbClr>
              </a:solidFill>
            </a:ln>
          </p:spPr>
        </p:sp>
        <p:sp>
          <p:nvSpPr>
            <p:cNvPr id="850" name="addition:spatial:232"/>
            <p:cNvSpPr>
              <a:spLocks noGrp="1"/>
            </p:cNvSpPr>
            <p:nvPr/>
          </p:nvSpPr>
          <p:spPr>
            <a:xfrm flipV="1">
              <a:off x="6933103" y="2534686"/>
              <a:ext cx="640400" cy="659740"/>
            </a:xfrm>
            <a:prstGeom prst="line">
              <a:avLst/>
            </a:prstGeom>
            <a:ln w="4286">
              <a:solidFill>
                <a:srgbClr val="0072B2">
                  <a:alpha val="84000"/>
                </a:srgbClr>
              </a:solidFill>
            </a:ln>
          </p:spPr>
        </p:sp>
        <p:sp>
          <p:nvSpPr>
            <p:cNvPr id="851" name="addition:spatial:233"/>
            <p:cNvSpPr>
              <a:spLocks noGrp="1"/>
            </p:cNvSpPr>
            <p:nvPr/>
          </p:nvSpPr>
          <p:spPr>
            <a:xfrm flipV="1">
              <a:off x="5790194" y="2582052"/>
              <a:ext cx="713323" cy="466893"/>
            </a:xfrm>
            <a:prstGeom prst="line">
              <a:avLst/>
            </a:prstGeom>
            <a:ln w="4286">
              <a:solidFill>
                <a:srgbClr val="0072B2">
                  <a:alpha val="34000"/>
                </a:srgbClr>
              </a:solidFill>
            </a:ln>
          </p:spPr>
        </p:sp>
        <p:sp>
          <p:nvSpPr>
            <p:cNvPr id="852" name="addition:spatial:234"/>
            <p:cNvSpPr>
              <a:spLocks noGrp="1"/>
            </p:cNvSpPr>
            <p:nvPr/>
          </p:nvSpPr>
          <p:spPr>
            <a:xfrm flipV="1">
              <a:off x="6503518" y="2534686"/>
              <a:ext cx="1069985" cy="47366"/>
            </a:xfrm>
            <a:prstGeom prst="line">
              <a:avLst/>
            </a:prstGeom>
            <a:ln w="4286">
              <a:solidFill>
                <a:srgbClr val="0072B2">
                  <a:alpha val="32000"/>
                </a:srgbClr>
              </a:solidFill>
            </a:ln>
          </p:spPr>
        </p:sp>
        <p:sp>
          <p:nvSpPr>
            <p:cNvPr id="853" name="addition:spatial:235"/>
            <p:cNvSpPr>
              <a:spLocks noGrp="1"/>
            </p:cNvSpPr>
            <p:nvPr/>
          </p:nvSpPr>
          <p:spPr>
            <a:xfrm>
              <a:off x="6503518" y="1744690"/>
              <a:ext cx="0" cy="837362"/>
            </a:xfrm>
            <a:prstGeom prst="line">
              <a:avLst/>
            </a:prstGeom>
            <a:ln w="4286">
              <a:solidFill>
                <a:srgbClr val="0072B2">
                  <a:alpha val="40000"/>
                </a:srgbClr>
              </a:solidFill>
            </a:ln>
          </p:spPr>
        </p:sp>
        <p:sp>
          <p:nvSpPr>
            <p:cNvPr id="854" name="addition:spatial:236"/>
            <p:cNvSpPr>
              <a:spLocks noGrp="1"/>
            </p:cNvSpPr>
            <p:nvPr/>
          </p:nvSpPr>
          <p:spPr>
            <a:xfrm flipV="1">
              <a:off x="6079236" y="2539761"/>
              <a:ext cx="1316599" cy="537942"/>
            </a:xfrm>
            <a:prstGeom prst="line">
              <a:avLst/>
            </a:prstGeom>
            <a:ln w="7366">
              <a:solidFill>
                <a:srgbClr val="20252B">
                  <a:alpha val="100000"/>
                </a:srgbClr>
              </a:solidFill>
            </a:ln>
          </p:spPr>
        </p:sp>
        <p:sp>
          <p:nvSpPr>
            <p:cNvPr id="855" name="addition:spatial:237"/>
            <p:cNvSpPr>
              <a:spLocks noGrp="1"/>
            </p:cNvSpPr>
            <p:nvPr/>
          </p:nvSpPr>
          <p:spPr>
            <a:xfrm>
              <a:off x="5648325" y="1666875"/>
              <a:ext cx="1747510" cy="901644"/>
            </a:xfrm>
            <a:custGeom>
              <a:avLst/>
              <a:gdLst/>
              <a:ahLst/>
              <a:cxnLst/>
              <a:rect l="l" t="t" r="r" b="b"/>
              <a:pathLst>
                <a:path w="1318" h="533">
                  <a:moveTo>
                    <a:pt x="0" y="0"/>
                  </a:moveTo>
                  <a:moveTo>
                    <a:pt x="1318" y="516"/>
                  </a:moveTo>
                  <a:lnTo>
                    <a:pt x="1298" y="533"/>
                  </a:lnTo>
                  <a:lnTo>
                    <a:pt x="1292" y="513"/>
                  </a:lnTo>
                  <a:close/>
                </a:path>
              </a:pathLst>
            </a:custGeom>
            <a:solidFill>
              <a:srgbClr val="20252B">
                <a:alpha val="100000"/>
              </a:srgbClr>
            </a:solidFill>
            <a:ln>
              <a:noFill/>
            </a:ln>
          </p:spPr>
          <p:txBody>
            <a:bodyPr anchor="ctr"/>
            <a:lstStyle/>
            <a:p>
              <a:pPr algn="ctr">
                <a:buNone/>
              </a:pPr>
            </a:p>
          </p:txBody>
        </p:sp>
        <p:sp>
          <p:nvSpPr>
            <p:cNvPr id="856" name="addition:spatial:d"/>
            <p:cNvSpPr>
              <a:spLocks noGrp="1"/>
            </p:cNvSpPr>
            <p:nvPr/>
          </p:nvSpPr>
          <p:spPr>
            <a:xfrm>
              <a:off x="7429500" y="2428875"/>
              <a:ext cx="219075" cy="295275"/>
            </a:xfrm>
            <a:prstGeom prst="rect">
              <a:avLst/>
            </a:prstGeom>
            <a:noFill/>
            <a:ln w="0">
              <a:noFill/>
            </a:ln>
          </p:spPr>
          <p:txBody>
            <a:bodyPr wrap="none" lIns="0" tIns="0" rIns="0" bIns="0" anchor="ctr"/>
            <a:lstStyle>
              <a:defPPr>
                <a:defRPr sz="1950">
                  <a:solidFill>
                    <a:srgbClr val="263238"/>
                  </a:solidFill>
                  <a:latin typeface="Arial" panose="020B0604020202090204"/>
                  <a:ea typeface="Arial" panose="020B0604020202090204"/>
                  <a:cs typeface="Arial" panose="020B0604020202090204"/>
                </a:defRPr>
              </a:defPPr>
              <a:lvl1pPr>
                <a:defRPr sz="1950">
                  <a:solidFill>
                    <a:srgbClr val="263238"/>
                  </a:solidFill>
                  <a:latin typeface="Arial" panose="020B0604020202090204"/>
                  <a:ea typeface="Arial" panose="020B0604020202090204"/>
                  <a:cs typeface="Arial" panose="020B0604020202090204"/>
                </a:defRPr>
              </a:lvl1pPr>
              <a:lvl2pPr>
                <a:defRPr sz="1950">
                  <a:solidFill>
                    <a:srgbClr val="263238"/>
                  </a:solidFill>
                  <a:latin typeface="Arial" panose="020B0604020202090204"/>
                  <a:ea typeface="Arial" panose="020B0604020202090204"/>
                  <a:cs typeface="Arial" panose="020B0604020202090204"/>
                </a:defRPr>
              </a:lvl2pPr>
              <a:lvl3pPr>
                <a:defRPr sz="1950">
                  <a:solidFill>
                    <a:srgbClr val="263238"/>
                  </a:solidFill>
                  <a:latin typeface="Arial" panose="020B0604020202090204"/>
                  <a:ea typeface="Arial" panose="020B0604020202090204"/>
                  <a:cs typeface="Arial" panose="020B0604020202090204"/>
                </a:defRPr>
              </a:lvl3pPr>
              <a:lvl4pPr>
                <a:defRPr sz="1950">
                  <a:solidFill>
                    <a:srgbClr val="263238"/>
                  </a:solidFill>
                  <a:latin typeface="Arial" panose="020B0604020202090204"/>
                  <a:ea typeface="Arial" panose="020B0604020202090204"/>
                  <a:cs typeface="Arial" panose="020B0604020202090204"/>
                </a:defRPr>
              </a:lvl4pPr>
              <a:lvl5pPr>
                <a:defRPr sz="1950">
                  <a:solidFill>
                    <a:srgbClr val="263238"/>
                  </a:solidFill>
                  <a:latin typeface="Arial" panose="020B0604020202090204"/>
                  <a:ea typeface="Arial" panose="020B0604020202090204"/>
                  <a:cs typeface="Arial" panose="020B0604020202090204"/>
                </a:defRPr>
              </a:lvl5pPr>
              <a:lvl6pPr>
                <a:defRPr sz="1950">
                  <a:solidFill>
                    <a:srgbClr val="263238"/>
                  </a:solidFill>
                  <a:latin typeface="Arial" panose="020B0604020202090204"/>
                  <a:ea typeface="Arial" panose="020B0604020202090204"/>
                  <a:cs typeface="Arial" panose="020B0604020202090204"/>
                </a:defRPr>
              </a:lvl6pPr>
              <a:lvl7pPr>
                <a:defRPr sz="1950">
                  <a:solidFill>
                    <a:srgbClr val="263238"/>
                  </a:solidFill>
                  <a:latin typeface="Arial" panose="020B0604020202090204"/>
                  <a:ea typeface="Arial" panose="020B0604020202090204"/>
                  <a:cs typeface="Arial" panose="020B0604020202090204"/>
                </a:defRPr>
              </a:lvl7pPr>
              <a:lvl8pPr>
                <a:defRPr sz="1950">
                  <a:solidFill>
                    <a:srgbClr val="263238"/>
                  </a:solidFill>
                  <a:latin typeface="Arial" panose="020B0604020202090204"/>
                  <a:ea typeface="Arial" panose="020B0604020202090204"/>
                  <a:cs typeface="Arial" panose="020B0604020202090204"/>
                </a:defRPr>
              </a:lvl8pPr>
              <a:lvl9pPr>
                <a:defRPr sz="1950">
                  <a:solidFill>
                    <a:srgbClr val="263238"/>
                  </a:solidFill>
                  <a:latin typeface="Arial" panose="020B0604020202090204"/>
                  <a:ea typeface="Arial" panose="020B0604020202090204"/>
                  <a:cs typeface="Arial" panose="020B0604020202090204"/>
                </a:defRPr>
              </a:lvl9pPr>
            </a:lstStyle>
            <a:p>
              <a:pPr>
                <a:defRPr sz="1950">
                  <a:solidFill>
                    <a:srgbClr val="263238"/>
                  </a:solidFill>
                  <a:latin typeface="Arial" panose="020B0604020202090204"/>
                  <a:ea typeface="Arial" panose="020B0604020202090204"/>
                  <a:cs typeface="Arial" panose="020B0604020202090204"/>
                </a:defRPr>
              </a:pPr>
              <a:r>
                <a:rPr sz="1950">
                  <a:solidFill>
                    <a:srgbClr val="263238"/>
                  </a:solidFill>
                  <a:latin typeface="Arial" panose="020B0604020202090204"/>
                  <a:ea typeface="Arial" panose="020B0604020202090204"/>
                  <a:cs typeface="Arial" panose="020B0604020202090204"/>
                </a:rPr>
                <a:t>d</a:t>
              </a:r>
              <a:endParaRPr sz="1950">
                <a:solidFill>
                  <a:srgbClr val="263238"/>
                </a:solidFill>
                <a:latin typeface="Arial" panose="020B0604020202090204"/>
                <a:ea typeface="Arial" panose="020B0604020202090204"/>
                <a:cs typeface="Arial" panose="020B0604020202090204"/>
              </a:endParaRPr>
            </a:p>
          </p:txBody>
        </p:sp>
        <p:sp>
          <p:nvSpPr>
            <p:cNvPr id="857" name="original-2d:602"/>
            <p:cNvSpPr>
              <a:spLocks noGrp="1"/>
            </p:cNvSpPr>
            <p:nvPr/>
          </p:nvSpPr>
          <p:spPr>
            <a:xfrm>
              <a:off x="3593783" y="1646873"/>
              <a:ext cx="84723" cy="94121"/>
            </a:xfrm>
            <a:prstGeom prst="rect">
              <a:avLst/>
            </a:prstGeom>
            <a:solidFill>
              <a:srgbClr val="DCE8ED"/>
            </a:solidFill>
            <a:ln w="0">
              <a:noFill/>
              <a:prstDash val="solid"/>
            </a:ln>
          </p:spPr>
        </p:sp>
        <p:sp>
          <p:nvSpPr>
            <p:cNvPr id="858" name="original-2d:603"/>
            <p:cNvSpPr>
              <a:spLocks noGrp="1"/>
            </p:cNvSpPr>
            <p:nvPr/>
          </p:nvSpPr>
          <p:spPr>
            <a:xfrm>
              <a:off x="3678365" y="1646873"/>
              <a:ext cx="84723" cy="94121"/>
            </a:xfrm>
            <a:prstGeom prst="rect">
              <a:avLst/>
            </a:prstGeom>
            <a:solidFill>
              <a:srgbClr val="DCE8ED"/>
            </a:solidFill>
            <a:ln w="0">
              <a:noFill/>
              <a:prstDash val="solid"/>
            </a:ln>
          </p:spPr>
        </p:sp>
        <p:sp>
          <p:nvSpPr>
            <p:cNvPr id="859" name="original-2d:604"/>
            <p:cNvSpPr>
              <a:spLocks noGrp="1"/>
            </p:cNvSpPr>
            <p:nvPr/>
          </p:nvSpPr>
          <p:spPr>
            <a:xfrm>
              <a:off x="3762947" y="1646873"/>
              <a:ext cx="84723" cy="94121"/>
            </a:xfrm>
            <a:prstGeom prst="rect">
              <a:avLst/>
            </a:prstGeom>
            <a:solidFill>
              <a:srgbClr val="DCE8ED"/>
            </a:solidFill>
            <a:ln w="0">
              <a:noFill/>
              <a:prstDash val="solid"/>
            </a:ln>
          </p:spPr>
        </p:sp>
        <p:sp>
          <p:nvSpPr>
            <p:cNvPr id="860" name="original-2d:605"/>
            <p:cNvSpPr>
              <a:spLocks noGrp="1"/>
            </p:cNvSpPr>
            <p:nvPr/>
          </p:nvSpPr>
          <p:spPr>
            <a:xfrm>
              <a:off x="3847529" y="1646873"/>
              <a:ext cx="84723" cy="94121"/>
            </a:xfrm>
            <a:prstGeom prst="rect">
              <a:avLst/>
            </a:prstGeom>
            <a:solidFill>
              <a:srgbClr val="DCE8ED"/>
            </a:solidFill>
            <a:ln w="0">
              <a:noFill/>
              <a:prstDash val="solid"/>
            </a:ln>
          </p:spPr>
        </p:sp>
        <p:sp>
          <p:nvSpPr>
            <p:cNvPr id="861" name="original-2d:606"/>
            <p:cNvSpPr>
              <a:spLocks noGrp="1"/>
            </p:cNvSpPr>
            <p:nvPr/>
          </p:nvSpPr>
          <p:spPr>
            <a:xfrm>
              <a:off x="3932111" y="1646873"/>
              <a:ext cx="84723" cy="94121"/>
            </a:xfrm>
            <a:prstGeom prst="rect">
              <a:avLst/>
            </a:prstGeom>
            <a:solidFill>
              <a:srgbClr val="DCE8ED"/>
            </a:solidFill>
            <a:ln w="0">
              <a:noFill/>
              <a:prstDash val="solid"/>
            </a:ln>
          </p:spPr>
        </p:sp>
        <p:sp>
          <p:nvSpPr>
            <p:cNvPr id="862" name="original-2d:607"/>
            <p:cNvSpPr>
              <a:spLocks noGrp="1"/>
            </p:cNvSpPr>
            <p:nvPr/>
          </p:nvSpPr>
          <p:spPr>
            <a:xfrm>
              <a:off x="4016693" y="1646873"/>
              <a:ext cx="84723" cy="94121"/>
            </a:xfrm>
            <a:prstGeom prst="rect">
              <a:avLst/>
            </a:prstGeom>
            <a:solidFill>
              <a:srgbClr val="DCE8ED"/>
            </a:solidFill>
            <a:ln w="0">
              <a:noFill/>
              <a:prstDash val="solid"/>
            </a:ln>
          </p:spPr>
        </p:sp>
        <p:sp>
          <p:nvSpPr>
            <p:cNvPr id="863" name="original-2d:608"/>
            <p:cNvSpPr>
              <a:spLocks noGrp="1"/>
            </p:cNvSpPr>
            <p:nvPr/>
          </p:nvSpPr>
          <p:spPr>
            <a:xfrm>
              <a:off x="4101275" y="1646873"/>
              <a:ext cx="84723" cy="94121"/>
            </a:xfrm>
            <a:prstGeom prst="rect">
              <a:avLst/>
            </a:prstGeom>
            <a:solidFill>
              <a:srgbClr val="DCE8ED"/>
            </a:solidFill>
            <a:ln w="0">
              <a:noFill/>
              <a:prstDash val="solid"/>
            </a:ln>
          </p:spPr>
        </p:sp>
        <p:sp>
          <p:nvSpPr>
            <p:cNvPr id="864" name="original-2d:609"/>
            <p:cNvSpPr>
              <a:spLocks noGrp="1"/>
            </p:cNvSpPr>
            <p:nvPr/>
          </p:nvSpPr>
          <p:spPr>
            <a:xfrm>
              <a:off x="4185857" y="1646873"/>
              <a:ext cx="84723" cy="94121"/>
            </a:xfrm>
            <a:prstGeom prst="rect">
              <a:avLst/>
            </a:prstGeom>
            <a:solidFill>
              <a:srgbClr val="DCE8ED"/>
            </a:solidFill>
            <a:ln w="0">
              <a:noFill/>
              <a:prstDash val="solid"/>
            </a:ln>
          </p:spPr>
        </p:sp>
        <p:sp>
          <p:nvSpPr>
            <p:cNvPr id="865" name="original-2d:610"/>
            <p:cNvSpPr>
              <a:spLocks noGrp="1"/>
            </p:cNvSpPr>
            <p:nvPr/>
          </p:nvSpPr>
          <p:spPr>
            <a:xfrm>
              <a:off x="4270439" y="1646873"/>
              <a:ext cx="84723" cy="94121"/>
            </a:xfrm>
            <a:prstGeom prst="rect">
              <a:avLst/>
            </a:prstGeom>
            <a:solidFill>
              <a:srgbClr val="D4B4CC"/>
            </a:solidFill>
            <a:ln w="0">
              <a:noFill/>
              <a:prstDash val="solid"/>
            </a:ln>
          </p:spPr>
        </p:sp>
        <p:sp>
          <p:nvSpPr>
            <p:cNvPr id="866" name="original-2d:611"/>
            <p:cNvSpPr>
              <a:spLocks noGrp="1"/>
            </p:cNvSpPr>
            <p:nvPr/>
          </p:nvSpPr>
          <p:spPr>
            <a:xfrm>
              <a:off x="4355021" y="1646873"/>
              <a:ext cx="84723" cy="94121"/>
            </a:xfrm>
            <a:prstGeom prst="rect">
              <a:avLst/>
            </a:prstGeom>
            <a:solidFill>
              <a:srgbClr val="D4B4CC"/>
            </a:solidFill>
            <a:ln w="0">
              <a:noFill/>
              <a:prstDash val="solid"/>
            </a:ln>
          </p:spPr>
        </p:sp>
        <p:sp>
          <p:nvSpPr>
            <p:cNvPr id="867" name="original-2d:612"/>
            <p:cNvSpPr>
              <a:spLocks noGrp="1"/>
            </p:cNvSpPr>
            <p:nvPr/>
          </p:nvSpPr>
          <p:spPr>
            <a:xfrm>
              <a:off x="4439603" y="1646873"/>
              <a:ext cx="84723" cy="94121"/>
            </a:xfrm>
            <a:prstGeom prst="rect">
              <a:avLst/>
            </a:prstGeom>
            <a:solidFill>
              <a:srgbClr val="D4B4CC"/>
            </a:solidFill>
            <a:ln w="0">
              <a:noFill/>
              <a:prstDash val="solid"/>
            </a:ln>
          </p:spPr>
        </p:sp>
        <p:sp>
          <p:nvSpPr>
            <p:cNvPr id="868" name="original-2d:613"/>
            <p:cNvSpPr>
              <a:spLocks noGrp="1"/>
            </p:cNvSpPr>
            <p:nvPr/>
          </p:nvSpPr>
          <p:spPr>
            <a:xfrm>
              <a:off x="4524185" y="1646873"/>
              <a:ext cx="84723" cy="94121"/>
            </a:xfrm>
            <a:prstGeom prst="rect">
              <a:avLst/>
            </a:prstGeom>
            <a:solidFill>
              <a:srgbClr val="CC79A7"/>
            </a:solidFill>
            <a:ln w="0">
              <a:noFill/>
              <a:prstDash val="solid"/>
            </a:ln>
          </p:spPr>
        </p:sp>
        <p:sp>
          <p:nvSpPr>
            <p:cNvPr id="869" name="original-2d:614"/>
            <p:cNvSpPr>
              <a:spLocks noGrp="1"/>
            </p:cNvSpPr>
            <p:nvPr/>
          </p:nvSpPr>
          <p:spPr>
            <a:xfrm>
              <a:off x="4608767" y="1646873"/>
              <a:ext cx="84723" cy="94121"/>
            </a:xfrm>
            <a:prstGeom prst="rect">
              <a:avLst/>
            </a:prstGeom>
            <a:solidFill>
              <a:srgbClr val="CC79A7"/>
            </a:solidFill>
            <a:ln w="0">
              <a:noFill/>
              <a:prstDash val="solid"/>
            </a:ln>
          </p:spPr>
        </p:sp>
        <p:sp>
          <p:nvSpPr>
            <p:cNvPr id="870" name="original-2d:615"/>
            <p:cNvSpPr>
              <a:spLocks noGrp="1"/>
            </p:cNvSpPr>
            <p:nvPr/>
          </p:nvSpPr>
          <p:spPr>
            <a:xfrm>
              <a:off x="4693349" y="1646873"/>
              <a:ext cx="84723" cy="94121"/>
            </a:xfrm>
            <a:prstGeom prst="rect">
              <a:avLst/>
            </a:prstGeom>
            <a:solidFill>
              <a:srgbClr val="CC79A7"/>
            </a:solidFill>
            <a:ln w="0">
              <a:noFill/>
              <a:prstDash val="solid"/>
            </a:ln>
          </p:spPr>
        </p:sp>
        <p:sp>
          <p:nvSpPr>
            <p:cNvPr id="871" name="original-2d:616"/>
            <p:cNvSpPr>
              <a:spLocks noGrp="1"/>
            </p:cNvSpPr>
            <p:nvPr/>
          </p:nvSpPr>
          <p:spPr>
            <a:xfrm>
              <a:off x="4777931" y="1646873"/>
              <a:ext cx="84723" cy="94121"/>
            </a:xfrm>
            <a:prstGeom prst="rect">
              <a:avLst/>
            </a:prstGeom>
            <a:solidFill>
              <a:srgbClr val="CC79A7"/>
            </a:solidFill>
            <a:ln w="0">
              <a:noFill/>
              <a:prstDash val="solid"/>
            </a:ln>
          </p:spPr>
        </p:sp>
        <p:sp>
          <p:nvSpPr>
            <p:cNvPr id="872" name="original-2d:617"/>
            <p:cNvSpPr>
              <a:spLocks noGrp="1"/>
            </p:cNvSpPr>
            <p:nvPr/>
          </p:nvSpPr>
          <p:spPr>
            <a:xfrm>
              <a:off x="4862513" y="1646873"/>
              <a:ext cx="84723" cy="94121"/>
            </a:xfrm>
            <a:prstGeom prst="rect">
              <a:avLst/>
            </a:prstGeom>
            <a:solidFill>
              <a:srgbClr val="CC79A7"/>
            </a:solidFill>
            <a:ln w="0">
              <a:noFill/>
              <a:prstDash val="solid"/>
            </a:ln>
          </p:spPr>
        </p:sp>
        <p:sp>
          <p:nvSpPr>
            <p:cNvPr id="873" name="original-2d:618"/>
            <p:cNvSpPr>
              <a:spLocks noGrp="1"/>
            </p:cNvSpPr>
            <p:nvPr/>
          </p:nvSpPr>
          <p:spPr>
            <a:xfrm>
              <a:off x="4947095" y="1646873"/>
              <a:ext cx="84723" cy="94121"/>
            </a:xfrm>
            <a:prstGeom prst="rect">
              <a:avLst/>
            </a:prstGeom>
            <a:solidFill>
              <a:srgbClr val="CC79A7"/>
            </a:solidFill>
            <a:ln w="0">
              <a:noFill/>
              <a:prstDash val="solid"/>
            </a:ln>
          </p:spPr>
        </p:sp>
        <p:sp>
          <p:nvSpPr>
            <p:cNvPr id="874" name="original-2d:619"/>
            <p:cNvSpPr>
              <a:spLocks noGrp="1"/>
            </p:cNvSpPr>
            <p:nvPr/>
          </p:nvSpPr>
          <p:spPr>
            <a:xfrm>
              <a:off x="5031677" y="1646873"/>
              <a:ext cx="84723" cy="94121"/>
            </a:xfrm>
            <a:prstGeom prst="rect">
              <a:avLst/>
            </a:prstGeom>
            <a:solidFill>
              <a:srgbClr val="CC79A7"/>
            </a:solidFill>
            <a:ln w="0">
              <a:noFill/>
              <a:prstDash val="solid"/>
            </a:ln>
          </p:spPr>
        </p:sp>
        <p:sp>
          <p:nvSpPr>
            <p:cNvPr id="875" name="original-2d:620"/>
            <p:cNvSpPr>
              <a:spLocks noGrp="1"/>
            </p:cNvSpPr>
            <p:nvPr/>
          </p:nvSpPr>
          <p:spPr>
            <a:xfrm>
              <a:off x="5116259" y="1646873"/>
              <a:ext cx="84723" cy="94121"/>
            </a:xfrm>
            <a:prstGeom prst="rect">
              <a:avLst/>
            </a:prstGeom>
            <a:solidFill>
              <a:srgbClr val="CC79A7"/>
            </a:solidFill>
            <a:ln w="0">
              <a:noFill/>
              <a:prstDash val="solid"/>
            </a:ln>
          </p:spPr>
        </p:sp>
        <p:sp>
          <p:nvSpPr>
            <p:cNvPr id="876" name="original-2d:621"/>
            <p:cNvSpPr>
              <a:spLocks noGrp="1"/>
            </p:cNvSpPr>
            <p:nvPr/>
          </p:nvSpPr>
          <p:spPr>
            <a:xfrm>
              <a:off x="5200841" y="1646873"/>
              <a:ext cx="84723" cy="94121"/>
            </a:xfrm>
            <a:prstGeom prst="rect">
              <a:avLst/>
            </a:prstGeom>
            <a:solidFill>
              <a:srgbClr val="CC79A7"/>
            </a:solidFill>
            <a:ln w="0">
              <a:noFill/>
              <a:prstDash val="solid"/>
            </a:ln>
          </p:spPr>
        </p:sp>
        <p:sp>
          <p:nvSpPr>
            <p:cNvPr id="877" name="original-2d:622"/>
            <p:cNvSpPr>
              <a:spLocks noGrp="1"/>
            </p:cNvSpPr>
            <p:nvPr/>
          </p:nvSpPr>
          <p:spPr>
            <a:xfrm>
              <a:off x="3593783" y="1740853"/>
              <a:ext cx="84723" cy="94121"/>
            </a:xfrm>
            <a:prstGeom prst="rect">
              <a:avLst/>
            </a:prstGeom>
            <a:solidFill>
              <a:srgbClr val="DCE8ED"/>
            </a:solidFill>
            <a:ln w="0">
              <a:noFill/>
              <a:prstDash val="solid"/>
            </a:ln>
          </p:spPr>
        </p:sp>
        <p:sp>
          <p:nvSpPr>
            <p:cNvPr id="878" name="original-2d:623"/>
            <p:cNvSpPr>
              <a:spLocks noGrp="1"/>
            </p:cNvSpPr>
            <p:nvPr/>
          </p:nvSpPr>
          <p:spPr>
            <a:xfrm>
              <a:off x="3678365" y="1740853"/>
              <a:ext cx="84723" cy="94121"/>
            </a:xfrm>
            <a:prstGeom prst="rect">
              <a:avLst/>
            </a:prstGeom>
            <a:solidFill>
              <a:srgbClr val="DCE8ED"/>
            </a:solidFill>
            <a:ln w="0">
              <a:noFill/>
              <a:prstDash val="solid"/>
            </a:ln>
          </p:spPr>
        </p:sp>
        <p:sp>
          <p:nvSpPr>
            <p:cNvPr id="879" name="original-2d:624"/>
            <p:cNvSpPr>
              <a:spLocks noGrp="1"/>
            </p:cNvSpPr>
            <p:nvPr/>
          </p:nvSpPr>
          <p:spPr>
            <a:xfrm>
              <a:off x="3762947" y="1740853"/>
              <a:ext cx="84723" cy="94121"/>
            </a:xfrm>
            <a:prstGeom prst="rect">
              <a:avLst/>
            </a:prstGeom>
            <a:solidFill>
              <a:srgbClr val="DCE8ED"/>
            </a:solidFill>
            <a:ln w="0">
              <a:noFill/>
              <a:prstDash val="solid"/>
            </a:ln>
          </p:spPr>
        </p:sp>
        <p:sp>
          <p:nvSpPr>
            <p:cNvPr id="880" name="original-2d:625"/>
            <p:cNvSpPr>
              <a:spLocks noGrp="1"/>
            </p:cNvSpPr>
            <p:nvPr/>
          </p:nvSpPr>
          <p:spPr>
            <a:xfrm>
              <a:off x="3847529" y="1740853"/>
              <a:ext cx="84723" cy="94121"/>
            </a:xfrm>
            <a:prstGeom prst="rect">
              <a:avLst/>
            </a:prstGeom>
            <a:solidFill>
              <a:srgbClr val="D4B4CC"/>
            </a:solidFill>
            <a:ln w="0">
              <a:noFill/>
              <a:prstDash val="solid"/>
            </a:ln>
          </p:spPr>
        </p:sp>
        <p:sp>
          <p:nvSpPr>
            <p:cNvPr id="881" name="original-2d:626"/>
            <p:cNvSpPr>
              <a:spLocks noGrp="1"/>
            </p:cNvSpPr>
            <p:nvPr/>
          </p:nvSpPr>
          <p:spPr>
            <a:xfrm>
              <a:off x="3932111" y="1740853"/>
              <a:ext cx="84723" cy="94121"/>
            </a:xfrm>
            <a:prstGeom prst="rect">
              <a:avLst/>
            </a:prstGeom>
            <a:solidFill>
              <a:srgbClr val="D4B4CC"/>
            </a:solidFill>
            <a:ln w="0">
              <a:noFill/>
              <a:prstDash val="solid"/>
            </a:ln>
          </p:spPr>
        </p:sp>
        <p:sp>
          <p:nvSpPr>
            <p:cNvPr id="882" name="original-2d:627"/>
            <p:cNvSpPr>
              <a:spLocks noGrp="1"/>
            </p:cNvSpPr>
            <p:nvPr/>
          </p:nvSpPr>
          <p:spPr>
            <a:xfrm>
              <a:off x="4016693" y="1740853"/>
              <a:ext cx="84723" cy="94121"/>
            </a:xfrm>
            <a:prstGeom prst="rect">
              <a:avLst/>
            </a:prstGeom>
            <a:solidFill>
              <a:srgbClr val="D4B4CC"/>
            </a:solidFill>
            <a:ln w="0">
              <a:noFill/>
              <a:prstDash val="solid"/>
            </a:ln>
          </p:spPr>
        </p:sp>
        <p:sp>
          <p:nvSpPr>
            <p:cNvPr id="883" name="original-2d:628"/>
            <p:cNvSpPr>
              <a:spLocks noGrp="1"/>
            </p:cNvSpPr>
            <p:nvPr/>
          </p:nvSpPr>
          <p:spPr>
            <a:xfrm>
              <a:off x="4101275" y="1740853"/>
              <a:ext cx="84723" cy="94121"/>
            </a:xfrm>
            <a:prstGeom prst="rect">
              <a:avLst/>
            </a:prstGeom>
            <a:solidFill>
              <a:srgbClr val="D4B4CC"/>
            </a:solidFill>
            <a:ln w="0">
              <a:noFill/>
              <a:prstDash val="solid"/>
            </a:ln>
          </p:spPr>
        </p:sp>
        <p:sp>
          <p:nvSpPr>
            <p:cNvPr id="884" name="original-2d:629"/>
            <p:cNvSpPr>
              <a:spLocks noGrp="1"/>
            </p:cNvSpPr>
            <p:nvPr/>
          </p:nvSpPr>
          <p:spPr>
            <a:xfrm>
              <a:off x="4185857" y="1740853"/>
              <a:ext cx="84723" cy="94121"/>
            </a:xfrm>
            <a:prstGeom prst="rect">
              <a:avLst/>
            </a:prstGeom>
            <a:solidFill>
              <a:srgbClr val="D4B4CC"/>
            </a:solidFill>
            <a:ln w="0">
              <a:noFill/>
              <a:prstDash val="solid"/>
            </a:ln>
          </p:spPr>
        </p:sp>
        <p:sp>
          <p:nvSpPr>
            <p:cNvPr id="885" name="original-2d:630"/>
            <p:cNvSpPr>
              <a:spLocks noGrp="1"/>
            </p:cNvSpPr>
            <p:nvPr/>
          </p:nvSpPr>
          <p:spPr>
            <a:xfrm>
              <a:off x="4270439" y="1740853"/>
              <a:ext cx="84723" cy="94121"/>
            </a:xfrm>
            <a:prstGeom prst="rect">
              <a:avLst/>
            </a:prstGeom>
            <a:solidFill>
              <a:srgbClr val="D4B4CC"/>
            </a:solidFill>
            <a:ln w="0">
              <a:noFill/>
              <a:prstDash val="solid"/>
            </a:ln>
          </p:spPr>
        </p:sp>
        <p:sp>
          <p:nvSpPr>
            <p:cNvPr id="886" name="original-2d:631"/>
            <p:cNvSpPr>
              <a:spLocks noGrp="1"/>
            </p:cNvSpPr>
            <p:nvPr/>
          </p:nvSpPr>
          <p:spPr>
            <a:xfrm>
              <a:off x="4355021" y="1740853"/>
              <a:ext cx="84723" cy="94121"/>
            </a:xfrm>
            <a:prstGeom prst="rect">
              <a:avLst/>
            </a:prstGeom>
            <a:solidFill>
              <a:srgbClr val="D4B4CC"/>
            </a:solidFill>
            <a:ln w="0">
              <a:noFill/>
              <a:prstDash val="solid"/>
            </a:ln>
          </p:spPr>
        </p:sp>
        <p:sp>
          <p:nvSpPr>
            <p:cNvPr id="887" name="original-2d:632"/>
            <p:cNvSpPr>
              <a:spLocks noGrp="1"/>
            </p:cNvSpPr>
            <p:nvPr/>
          </p:nvSpPr>
          <p:spPr>
            <a:xfrm>
              <a:off x="4439603" y="1740853"/>
              <a:ext cx="84723" cy="94121"/>
            </a:xfrm>
            <a:prstGeom prst="rect">
              <a:avLst/>
            </a:prstGeom>
            <a:solidFill>
              <a:srgbClr val="CC79A7"/>
            </a:solidFill>
            <a:ln w="0">
              <a:noFill/>
              <a:prstDash val="solid"/>
            </a:ln>
          </p:spPr>
        </p:sp>
        <p:sp>
          <p:nvSpPr>
            <p:cNvPr id="888" name="original-2d:633"/>
            <p:cNvSpPr>
              <a:spLocks noGrp="1"/>
            </p:cNvSpPr>
            <p:nvPr/>
          </p:nvSpPr>
          <p:spPr>
            <a:xfrm>
              <a:off x="4524185" y="1740853"/>
              <a:ext cx="84723" cy="94121"/>
            </a:xfrm>
            <a:prstGeom prst="rect">
              <a:avLst/>
            </a:prstGeom>
            <a:solidFill>
              <a:srgbClr val="CC79A7"/>
            </a:solidFill>
            <a:ln w="0">
              <a:noFill/>
              <a:prstDash val="solid"/>
            </a:ln>
          </p:spPr>
        </p:sp>
        <p:sp>
          <p:nvSpPr>
            <p:cNvPr id="889" name="original-2d:634"/>
            <p:cNvSpPr>
              <a:spLocks noGrp="1"/>
            </p:cNvSpPr>
            <p:nvPr/>
          </p:nvSpPr>
          <p:spPr>
            <a:xfrm>
              <a:off x="4608767" y="1740853"/>
              <a:ext cx="84723" cy="94121"/>
            </a:xfrm>
            <a:prstGeom prst="rect">
              <a:avLst/>
            </a:prstGeom>
            <a:solidFill>
              <a:srgbClr val="CC79A7"/>
            </a:solidFill>
            <a:ln w="0">
              <a:noFill/>
              <a:prstDash val="solid"/>
            </a:ln>
          </p:spPr>
        </p:sp>
        <p:sp>
          <p:nvSpPr>
            <p:cNvPr id="890" name="original-2d:635"/>
            <p:cNvSpPr>
              <a:spLocks noGrp="1"/>
            </p:cNvSpPr>
            <p:nvPr/>
          </p:nvSpPr>
          <p:spPr>
            <a:xfrm>
              <a:off x="4693349" y="1740853"/>
              <a:ext cx="84723" cy="94121"/>
            </a:xfrm>
            <a:prstGeom prst="rect">
              <a:avLst/>
            </a:prstGeom>
            <a:solidFill>
              <a:srgbClr val="CC79A7"/>
            </a:solidFill>
            <a:ln w="0">
              <a:noFill/>
              <a:prstDash val="solid"/>
            </a:ln>
          </p:spPr>
        </p:sp>
        <p:sp>
          <p:nvSpPr>
            <p:cNvPr id="891" name="original-2d:636"/>
            <p:cNvSpPr>
              <a:spLocks noGrp="1"/>
            </p:cNvSpPr>
            <p:nvPr/>
          </p:nvSpPr>
          <p:spPr>
            <a:xfrm>
              <a:off x="4777931" y="1740853"/>
              <a:ext cx="84723" cy="94121"/>
            </a:xfrm>
            <a:prstGeom prst="rect">
              <a:avLst/>
            </a:prstGeom>
            <a:solidFill>
              <a:srgbClr val="CC79A7"/>
            </a:solidFill>
            <a:ln w="0">
              <a:noFill/>
              <a:prstDash val="solid"/>
            </a:ln>
          </p:spPr>
        </p:sp>
        <p:sp>
          <p:nvSpPr>
            <p:cNvPr id="892" name="original-2d:637"/>
            <p:cNvSpPr>
              <a:spLocks noGrp="1"/>
            </p:cNvSpPr>
            <p:nvPr/>
          </p:nvSpPr>
          <p:spPr>
            <a:xfrm>
              <a:off x="4862513" y="1740853"/>
              <a:ext cx="84723" cy="94121"/>
            </a:xfrm>
            <a:prstGeom prst="rect">
              <a:avLst/>
            </a:prstGeom>
            <a:solidFill>
              <a:srgbClr val="CC79A7"/>
            </a:solidFill>
            <a:ln w="0">
              <a:noFill/>
              <a:prstDash val="solid"/>
            </a:ln>
          </p:spPr>
        </p:sp>
        <p:sp>
          <p:nvSpPr>
            <p:cNvPr id="893" name="original-2d:638"/>
            <p:cNvSpPr>
              <a:spLocks noGrp="1"/>
            </p:cNvSpPr>
            <p:nvPr/>
          </p:nvSpPr>
          <p:spPr>
            <a:xfrm>
              <a:off x="4947095" y="1740853"/>
              <a:ext cx="84723" cy="94121"/>
            </a:xfrm>
            <a:prstGeom prst="rect">
              <a:avLst/>
            </a:prstGeom>
            <a:solidFill>
              <a:srgbClr val="CC79A7"/>
            </a:solidFill>
            <a:ln w="0">
              <a:noFill/>
              <a:prstDash val="solid"/>
            </a:ln>
          </p:spPr>
        </p:sp>
        <p:sp>
          <p:nvSpPr>
            <p:cNvPr id="894" name="original-2d:639"/>
            <p:cNvSpPr>
              <a:spLocks noGrp="1"/>
            </p:cNvSpPr>
            <p:nvPr/>
          </p:nvSpPr>
          <p:spPr>
            <a:xfrm>
              <a:off x="5031677" y="1740853"/>
              <a:ext cx="84723" cy="94121"/>
            </a:xfrm>
            <a:prstGeom prst="rect">
              <a:avLst/>
            </a:prstGeom>
            <a:solidFill>
              <a:srgbClr val="CC79A7"/>
            </a:solidFill>
            <a:ln w="0">
              <a:noFill/>
              <a:prstDash val="solid"/>
            </a:ln>
          </p:spPr>
        </p:sp>
        <p:sp>
          <p:nvSpPr>
            <p:cNvPr id="895" name="original-2d:640"/>
            <p:cNvSpPr>
              <a:spLocks noGrp="1"/>
            </p:cNvSpPr>
            <p:nvPr/>
          </p:nvSpPr>
          <p:spPr>
            <a:xfrm>
              <a:off x="5116259" y="1740853"/>
              <a:ext cx="84723" cy="94121"/>
            </a:xfrm>
            <a:prstGeom prst="rect">
              <a:avLst/>
            </a:prstGeom>
            <a:solidFill>
              <a:srgbClr val="CC79A7"/>
            </a:solidFill>
            <a:ln w="0">
              <a:noFill/>
              <a:prstDash val="solid"/>
            </a:ln>
          </p:spPr>
        </p:sp>
        <p:sp>
          <p:nvSpPr>
            <p:cNvPr id="896" name="original-2d:641"/>
            <p:cNvSpPr>
              <a:spLocks noGrp="1"/>
            </p:cNvSpPr>
            <p:nvPr/>
          </p:nvSpPr>
          <p:spPr>
            <a:xfrm>
              <a:off x="5200841" y="1740853"/>
              <a:ext cx="84723" cy="94121"/>
            </a:xfrm>
            <a:prstGeom prst="rect">
              <a:avLst/>
            </a:prstGeom>
            <a:solidFill>
              <a:srgbClr val="CC79A7"/>
            </a:solidFill>
            <a:ln w="0">
              <a:noFill/>
              <a:prstDash val="solid"/>
            </a:ln>
          </p:spPr>
        </p:sp>
        <p:sp>
          <p:nvSpPr>
            <p:cNvPr id="897" name="original-2d:642"/>
            <p:cNvSpPr>
              <a:spLocks noGrp="1"/>
            </p:cNvSpPr>
            <p:nvPr/>
          </p:nvSpPr>
          <p:spPr>
            <a:xfrm>
              <a:off x="3593783" y="1834833"/>
              <a:ext cx="84723" cy="94121"/>
            </a:xfrm>
            <a:prstGeom prst="rect">
              <a:avLst/>
            </a:prstGeom>
            <a:solidFill>
              <a:srgbClr val="D4B4CC"/>
            </a:solidFill>
            <a:ln w="0">
              <a:noFill/>
              <a:prstDash val="solid"/>
            </a:ln>
          </p:spPr>
        </p:sp>
        <p:sp>
          <p:nvSpPr>
            <p:cNvPr id="898" name="original-2d:643"/>
            <p:cNvSpPr>
              <a:spLocks noGrp="1"/>
            </p:cNvSpPr>
            <p:nvPr/>
          </p:nvSpPr>
          <p:spPr>
            <a:xfrm>
              <a:off x="3678365" y="1834833"/>
              <a:ext cx="84723" cy="94121"/>
            </a:xfrm>
            <a:prstGeom prst="rect">
              <a:avLst/>
            </a:prstGeom>
            <a:solidFill>
              <a:srgbClr val="D4B4CC"/>
            </a:solidFill>
            <a:ln w="0">
              <a:noFill/>
              <a:prstDash val="solid"/>
            </a:ln>
          </p:spPr>
        </p:sp>
        <p:sp>
          <p:nvSpPr>
            <p:cNvPr id="899" name="original-2d:644"/>
            <p:cNvSpPr>
              <a:spLocks noGrp="1"/>
            </p:cNvSpPr>
            <p:nvPr/>
          </p:nvSpPr>
          <p:spPr>
            <a:xfrm>
              <a:off x="3762947" y="1834833"/>
              <a:ext cx="84723" cy="94121"/>
            </a:xfrm>
            <a:prstGeom prst="rect">
              <a:avLst/>
            </a:prstGeom>
            <a:solidFill>
              <a:srgbClr val="D4B4CC"/>
            </a:solidFill>
            <a:ln w="0">
              <a:noFill/>
              <a:prstDash val="solid"/>
            </a:ln>
          </p:spPr>
        </p:sp>
        <p:sp>
          <p:nvSpPr>
            <p:cNvPr id="900" name="original-2d:645"/>
            <p:cNvSpPr>
              <a:spLocks noGrp="1"/>
            </p:cNvSpPr>
            <p:nvPr/>
          </p:nvSpPr>
          <p:spPr>
            <a:xfrm>
              <a:off x="3847529" y="1834833"/>
              <a:ext cx="84723" cy="94121"/>
            </a:xfrm>
            <a:prstGeom prst="rect">
              <a:avLst/>
            </a:prstGeom>
            <a:solidFill>
              <a:srgbClr val="D4B4CC"/>
            </a:solidFill>
            <a:ln w="0">
              <a:noFill/>
              <a:prstDash val="solid"/>
            </a:ln>
          </p:spPr>
        </p:sp>
        <p:sp>
          <p:nvSpPr>
            <p:cNvPr id="901" name="original-2d:646"/>
            <p:cNvSpPr>
              <a:spLocks noGrp="1"/>
            </p:cNvSpPr>
            <p:nvPr/>
          </p:nvSpPr>
          <p:spPr>
            <a:xfrm>
              <a:off x="3932111" y="1834833"/>
              <a:ext cx="84723" cy="94121"/>
            </a:xfrm>
            <a:prstGeom prst="rect">
              <a:avLst/>
            </a:prstGeom>
            <a:solidFill>
              <a:srgbClr val="D4B4CC"/>
            </a:solidFill>
            <a:ln w="0">
              <a:noFill/>
              <a:prstDash val="solid"/>
            </a:ln>
          </p:spPr>
        </p:sp>
        <p:sp>
          <p:nvSpPr>
            <p:cNvPr id="902" name="original-2d:647"/>
            <p:cNvSpPr>
              <a:spLocks noGrp="1"/>
            </p:cNvSpPr>
            <p:nvPr/>
          </p:nvSpPr>
          <p:spPr>
            <a:xfrm>
              <a:off x="4016693" y="1834833"/>
              <a:ext cx="84723" cy="94121"/>
            </a:xfrm>
            <a:prstGeom prst="rect">
              <a:avLst/>
            </a:prstGeom>
            <a:solidFill>
              <a:srgbClr val="D4B4CC"/>
            </a:solidFill>
            <a:ln w="0">
              <a:noFill/>
              <a:prstDash val="solid"/>
            </a:ln>
          </p:spPr>
        </p:sp>
        <p:sp>
          <p:nvSpPr>
            <p:cNvPr id="903" name="original-2d:648"/>
            <p:cNvSpPr>
              <a:spLocks noGrp="1"/>
            </p:cNvSpPr>
            <p:nvPr/>
          </p:nvSpPr>
          <p:spPr>
            <a:xfrm>
              <a:off x="4101275" y="1834833"/>
              <a:ext cx="84723" cy="94121"/>
            </a:xfrm>
            <a:prstGeom prst="rect">
              <a:avLst/>
            </a:prstGeom>
            <a:solidFill>
              <a:srgbClr val="D4B4CC"/>
            </a:solidFill>
            <a:ln w="0">
              <a:noFill/>
              <a:prstDash val="solid"/>
            </a:ln>
          </p:spPr>
        </p:sp>
        <p:sp>
          <p:nvSpPr>
            <p:cNvPr id="904" name="original-2d:649"/>
            <p:cNvSpPr>
              <a:spLocks noGrp="1"/>
            </p:cNvSpPr>
            <p:nvPr/>
          </p:nvSpPr>
          <p:spPr>
            <a:xfrm>
              <a:off x="4185857" y="1834833"/>
              <a:ext cx="84723" cy="94121"/>
            </a:xfrm>
            <a:prstGeom prst="rect">
              <a:avLst/>
            </a:prstGeom>
            <a:solidFill>
              <a:srgbClr val="D4B4CC"/>
            </a:solidFill>
            <a:ln w="0">
              <a:noFill/>
              <a:prstDash val="solid"/>
            </a:ln>
          </p:spPr>
        </p:sp>
        <p:sp>
          <p:nvSpPr>
            <p:cNvPr id="905" name="original-2d:650"/>
            <p:cNvSpPr>
              <a:spLocks noGrp="1"/>
            </p:cNvSpPr>
            <p:nvPr/>
          </p:nvSpPr>
          <p:spPr>
            <a:xfrm>
              <a:off x="4270439" y="1834833"/>
              <a:ext cx="84723" cy="94121"/>
            </a:xfrm>
            <a:prstGeom prst="rect">
              <a:avLst/>
            </a:prstGeom>
            <a:solidFill>
              <a:srgbClr val="D4B4CC"/>
            </a:solidFill>
            <a:ln w="0">
              <a:noFill/>
              <a:prstDash val="solid"/>
            </a:ln>
          </p:spPr>
        </p:sp>
        <p:sp>
          <p:nvSpPr>
            <p:cNvPr id="906" name="original-2d:651"/>
            <p:cNvSpPr>
              <a:spLocks noGrp="1"/>
            </p:cNvSpPr>
            <p:nvPr/>
          </p:nvSpPr>
          <p:spPr>
            <a:xfrm>
              <a:off x="4355021" y="1834833"/>
              <a:ext cx="84723" cy="94121"/>
            </a:xfrm>
            <a:prstGeom prst="rect">
              <a:avLst/>
            </a:prstGeom>
            <a:solidFill>
              <a:srgbClr val="CC79A7"/>
            </a:solidFill>
            <a:ln w="0">
              <a:noFill/>
              <a:prstDash val="solid"/>
            </a:ln>
          </p:spPr>
        </p:sp>
        <p:sp>
          <p:nvSpPr>
            <p:cNvPr id="907" name="original-2d:652"/>
            <p:cNvSpPr>
              <a:spLocks noGrp="1"/>
            </p:cNvSpPr>
            <p:nvPr/>
          </p:nvSpPr>
          <p:spPr>
            <a:xfrm>
              <a:off x="4439603" y="1834833"/>
              <a:ext cx="84723" cy="94121"/>
            </a:xfrm>
            <a:prstGeom prst="rect">
              <a:avLst/>
            </a:prstGeom>
            <a:solidFill>
              <a:srgbClr val="CC79A7"/>
            </a:solidFill>
            <a:ln w="0">
              <a:noFill/>
              <a:prstDash val="solid"/>
            </a:ln>
          </p:spPr>
        </p:sp>
        <p:sp>
          <p:nvSpPr>
            <p:cNvPr id="908" name="original-2d:653"/>
            <p:cNvSpPr>
              <a:spLocks noGrp="1"/>
            </p:cNvSpPr>
            <p:nvPr/>
          </p:nvSpPr>
          <p:spPr>
            <a:xfrm>
              <a:off x="4524185" y="1834833"/>
              <a:ext cx="84723" cy="94121"/>
            </a:xfrm>
            <a:prstGeom prst="rect">
              <a:avLst/>
            </a:prstGeom>
            <a:solidFill>
              <a:srgbClr val="CC79A7"/>
            </a:solidFill>
            <a:ln w="0">
              <a:noFill/>
              <a:prstDash val="solid"/>
            </a:ln>
          </p:spPr>
        </p:sp>
        <p:sp>
          <p:nvSpPr>
            <p:cNvPr id="909" name="original-2d:654"/>
            <p:cNvSpPr>
              <a:spLocks noGrp="1"/>
            </p:cNvSpPr>
            <p:nvPr/>
          </p:nvSpPr>
          <p:spPr>
            <a:xfrm>
              <a:off x="4608767" y="1834833"/>
              <a:ext cx="84723" cy="94121"/>
            </a:xfrm>
            <a:prstGeom prst="rect">
              <a:avLst/>
            </a:prstGeom>
            <a:solidFill>
              <a:srgbClr val="CC79A7"/>
            </a:solidFill>
            <a:ln w="0">
              <a:noFill/>
              <a:prstDash val="solid"/>
            </a:ln>
          </p:spPr>
        </p:sp>
        <p:sp>
          <p:nvSpPr>
            <p:cNvPr id="910" name="original-2d:655"/>
            <p:cNvSpPr>
              <a:spLocks noGrp="1"/>
            </p:cNvSpPr>
            <p:nvPr/>
          </p:nvSpPr>
          <p:spPr>
            <a:xfrm>
              <a:off x="4693349" y="1834833"/>
              <a:ext cx="84723" cy="94121"/>
            </a:xfrm>
            <a:prstGeom prst="rect">
              <a:avLst/>
            </a:prstGeom>
            <a:solidFill>
              <a:srgbClr val="CC79A7"/>
            </a:solidFill>
            <a:ln w="0">
              <a:noFill/>
              <a:prstDash val="solid"/>
            </a:ln>
          </p:spPr>
        </p:sp>
        <p:sp>
          <p:nvSpPr>
            <p:cNvPr id="911" name="original-2d:656"/>
            <p:cNvSpPr>
              <a:spLocks noGrp="1"/>
            </p:cNvSpPr>
            <p:nvPr/>
          </p:nvSpPr>
          <p:spPr>
            <a:xfrm>
              <a:off x="4777931" y="1834833"/>
              <a:ext cx="84723" cy="94121"/>
            </a:xfrm>
            <a:prstGeom prst="rect">
              <a:avLst/>
            </a:prstGeom>
            <a:solidFill>
              <a:srgbClr val="CC79A7"/>
            </a:solidFill>
            <a:ln w="0">
              <a:noFill/>
              <a:prstDash val="solid"/>
            </a:ln>
          </p:spPr>
        </p:sp>
        <p:sp>
          <p:nvSpPr>
            <p:cNvPr id="912" name="original-2d:657"/>
            <p:cNvSpPr>
              <a:spLocks noGrp="1"/>
            </p:cNvSpPr>
            <p:nvPr/>
          </p:nvSpPr>
          <p:spPr>
            <a:xfrm>
              <a:off x="4862513" y="1834833"/>
              <a:ext cx="84723" cy="94121"/>
            </a:xfrm>
            <a:prstGeom prst="rect">
              <a:avLst/>
            </a:prstGeom>
            <a:solidFill>
              <a:srgbClr val="CC79A7"/>
            </a:solidFill>
            <a:ln w="0">
              <a:noFill/>
              <a:prstDash val="solid"/>
            </a:ln>
          </p:spPr>
        </p:sp>
        <p:sp>
          <p:nvSpPr>
            <p:cNvPr id="913" name="original-2d:658"/>
            <p:cNvSpPr>
              <a:spLocks noGrp="1"/>
            </p:cNvSpPr>
            <p:nvPr/>
          </p:nvSpPr>
          <p:spPr>
            <a:xfrm>
              <a:off x="4947095" y="1834833"/>
              <a:ext cx="84723" cy="94121"/>
            </a:xfrm>
            <a:prstGeom prst="rect">
              <a:avLst/>
            </a:prstGeom>
            <a:solidFill>
              <a:srgbClr val="CC79A7"/>
            </a:solidFill>
            <a:ln w="0">
              <a:noFill/>
              <a:prstDash val="solid"/>
            </a:ln>
          </p:spPr>
        </p:sp>
        <p:sp>
          <p:nvSpPr>
            <p:cNvPr id="914" name="original-2d:659"/>
            <p:cNvSpPr>
              <a:spLocks noGrp="1"/>
            </p:cNvSpPr>
            <p:nvPr/>
          </p:nvSpPr>
          <p:spPr>
            <a:xfrm>
              <a:off x="5031677" y="1834833"/>
              <a:ext cx="84723" cy="94121"/>
            </a:xfrm>
            <a:prstGeom prst="rect">
              <a:avLst/>
            </a:prstGeom>
            <a:solidFill>
              <a:srgbClr val="CC79A7"/>
            </a:solidFill>
            <a:ln w="0">
              <a:noFill/>
              <a:prstDash val="solid"/>
            </a:ln>
          </p:spPr>
        </p:sp>
        <p:sp>
          <p:nvSpPr>
            <p:cNvPr id="915" name="original-2d:660"/>
            <p:cNvSpPr>
              <a:spLocks noGrp="1"/>
            </p:cNvSpPr>
            <p:nvPr/>
          </p:nvSpPr>
          <p:spPr>
            <a:xfrm>
              <a:off x="5116259" y="1834833"/>
              <a:ext cx="84723" cy="94121"/>
            </a:xfrm>
            <a:prstGeom prst="rect">
              <a:avLst/>
            </a:prstGeom>
            <a:solidFill>
              <a:srgbClr val="CC79A7"/>
            </a:solidFill>
            <a:ln w="0">
              <a:noFill/>
              <a:prstDash val="solid"/>
            </a:ln>
          </p:spPr>
        </p:sp>
        <p:sp>
          <p:nvSpPr>
            <p:cNvPr id="916" name="original-2d:661"/>
            <p:cNvSpPr>
              <a:spLocks noGrp="1"/>
            </p:cNvSpPr>
            <p:nvPr/>
          </p:nvSpPr>
          <p:spPr>
            <a:xfrm>
              <a:off x="5200841" y="1834833"/>
              <a:ext cx="84723" cy="94121"/>
            </a:xfrm>
            <a:prstGeom prst="rect">
              <a:avLst/>
            </a:prstGeom>
            <a:solidFill>
              <a:srgbClr val="CC79A7"/>
            </a:solidFill>
            <a:ln w="0">
              <a:noFill/>
              <a:prstDash val="solid"/>
            </a:ln>
          </p:spPr>
        </p:sp>
        <p:sp>
          <p:nvSpPr>
            <p:cNvPr id="917" name="original-2d:662"/>
            <p:cNvSpPr>
              <a:spLocks noGrp="1"/>
            </p:cNvSpPr>
            <p:nvPr/>
          </p:nvSpPr>
          <p:spPr>
            <a:xfrm>
              <a:off x="3593783" y="1928813"/>
              <a:ext cx="84723" cy="94121"/>
            </a:xfrm>
            <a:prstGeom prst="rect">
              <a:avLst/>
            </a:prstGeom>
            <a:solidFill>
              <a:srgbClr val="D4B4CC"/>
            </a:solidFill>
            <a:ln w="0">
              <a:noFill/>
              <a:prstDash val="solid"/>
            </a:ln>
          </p:spPr>
        </p:sp>
        <p:sp>
          <p:nvSpPr>
            <p:cNvPr id="918" name="original-2d:663"/>
            <p:cNvSpPr>
              <a:spLocks noGrp="1"/>
            </p:cNvSpPr>
            <p:nvPr/>
          </p:nvSpPr>
          <p:spPr>
            <a:xfrm>
              <a:off x="3678365" y="1928813"/>
              <a:ext cx="84723" cy="94121"/>
            </a:xfrm>
            <a:prstGeom prst="rect">
              <a:avLst/>
            </a:prstGeom>
            <a:solidFill>
              <a:srgbClr val="D4B4CC"/>
            </a:solidFill>
            <a:ln w="0">
              <a:noFill/>
              <a:prstDash val="solid"/>
            </a:ln>
          </p:spPr>
        </p:sp>
        <p:sp>
          <p:nvSpPr>
            <p:cNvPr id="919" name="original-2d:664"/>
            <p:cNvSpPr>
              <a:spLocks noGrp="1"/>
            </p:cNvSpPr>
            <p:nvPr/>
          </p:nvSpPr>
          <p:spPr>
            <a:xfrm>
              <a:off x="3762947" y="1928813"/>
              <a:ext cx="84723" cy="94121"/>
            </a:xfrm>
            <a:prstGeom prst="rect">
              <a:avLst/>
            </a:prstGeom>
            <a:solidFill>
              <a:srgbClr val="0072B2"/>
            </a:solidFill>
            <a:ln w="0">
              <a:noFill/>
              <a:prstDash val="solid"/>
            </a:ln>
          </p:spPr>
        </p:sp>
        <p:sp>
          <p:nvSpPr>
            <p:cNvPr id="920" name="original-2d:665"/>
            <p:cNvSpPr>
              <a:spLocks noGrp="1"/>
            </p:cNvSpPr>
            <p:nvPr/>
          </p:nvSpPr>
          <p:spPr>
            <a:xfrm>
              <a:off x="3847529" y="1928813"/>
              <a:ext cx="84723" cy="94121"/>
            </a:xfrm>
            <a:prstGeom prst="rect">
              <a:avLst/>
            </a:prstGeom>
            <a:solidFill>
              <a:srgbClr val="0072B2"/>
            </a:solidFill>
            <a:ln w="0">
              <a:noFill/>
              <a:prstDash val="solid"/>
            </a:ln>
          </p:spPr>
        </p:sp>
        <p:sp>
          <p:nvSpPr>
            <p:cNvPr id="921" name="original-2d:666"/>
            <p:cNvSpPr>
              <a:spLocks noGrp="1"/>
            </p:cNvSpPr>
            <p:nvPr/>
          </p:nvSpPr>
          <p:spPr>
            <a:xfrm>
              <a:off x="3932111" y="1928813"/>
              <a:ext cx="84723" cy="94121"/>
            </a:xfrm>
            <a:prstGeom prst="rect">
              <a:avLst/>
            </a:prstGeom>
            <a:solidFill>
              <a:srgbClr val="0072B2"/>
            </a:solidFill>
            <a:ln w="0">
              <a:noFill/>
              <a:prstDash val="solid"/>
            </a:ln>
          </p:spPr>
        </p:sp>
        <p:sp>
          <p:nvSpPr>
            <p:cNvPr id="922" name="original-2d:667"/>
            <p:cNvSpPr>
              <a:spLocks noGrp="1"/>
            </p:cNvSpPr>
            <p:nvPr/>
          </p:nvSpPr>
          <p:spPr>
            <a:xfrm>
              <a:off x="4016693" y="1928813"/>
              <a:ext cx="84723" cy="94121"/>
            </a:xfrm>
            <a:prstGeom prst="rect">
              <a:avLst/>
            </a:prstGeom>
            <a:solidFill>
              <a:srgbClr val="0072B2"/>
            </a:solidFill>
            <a:ln w="0">
              <a:noFill/>
              <a:prstDash val="solid"/>
            </a:ln>
          </p:spPr>
        </p:sp>
        <p:sp>
          <p:nvSpPr>
            <p:cNvPr id="923" name="original-2d:668"/>
            <p:cNvSpPr>
              <a:spLocks noGrp="1"/>
            </p:cNvSpPr>
            <p:nvPr/>
          </p:nvSpPr>
          <p:spPr>
            <a:xfrm>
              <a:off x="4101275" y="1928813"/>
              <a:ext cx="84723" cy="94121"/>
            </a:xfrm>
            <a:prstGeom prst="rect">
              <a:avLst/>
            </a:prstGeom>
            <a:solidFill>
              <a:srgbClr val="D4B4CC"/>
            </a:solidFill>
            <a:ln w="0">
              <a:noFill/>
              <a:prstDash val="solid"/>
            </a:ln>
          </p:spPr>
        </p:sp>
        <p:sp>
          <p:nvSpPr>
            <p:cNvPr id="924" name="original-2d:669"/>
            <p:cNvSpPr>
              <a:spLocks noGrp="1"/>
            </p:cNvSpPr>
            <p:nvPr/>
          </p:nvSpPr>
          <p:spPr>
            <a:xfrm>
              <a:off x="4185857" y="1928813"/>
              <a:ext cx="84723" cy="94121"/>
            </a:xfrm>
            <a:prstGeom prst="rect">
              <a:avLst/>
            </a:prstGeom>
            <a:solidFill>
              <a:srgbClr val="D4B4CC"/>
            </a:solidFill>
            <a:ln w="0">
              <a:noFill/>
              <a:prstDash val="solid"/>
            </a:ln>
          </p:spPr>
        </p:sp>
        <p:sp>
          <p:nvSpPr>
            <p:cNvPr id="925" name="original-2d:670"/>
            <p:cNvSpPr>
              <a:spLocks noGrp="1"/>
            </p:cNvSpPr>
            <p:nvPr/>
          </p:nvSpPr>
          <p:spPr>
            <a:xfrm>
              <a:off x="4270439" y="1928813"/>
              <a:ext cx="84723" cy="94121"/>
            </a:xfrm>
            <a:prstGeom prst="rect">
              <a:avLst/>
            </a:prstGeom>
            <a:solidFill>
              <a:srgbClr val="CC79A7"/>
            </a:solidFill>
            <a:ln w="0">
              <a:noFill/>
              <a:prstDash val="solid"/>
            </a:ln>
          </p:spPr>
        </p:sp>
        <p:sp>
          <p:nvSpPr>
            <p:cNvPr id="926" name="original-2d:671"/>
            <p:cNvSpPr>
              <a:spLocks noGrp="1"/>
            </p:cNvSpPr>
            <p:nvPr/>
          </p:nvSpPr>
          <p:spPr>
            <a:xfrm>
              <a:off x="4355021" y="1928813"/>
              <a:ext cx="84723" cy="94121"/>
            </a:xfrm>
            <a:prstGeom prst="rect">
              <a:avLst/>
            </a:prstGeom>
            <a:solidFill>
              <a:srgbClr val="CC79A7"/>
            </a:solidFill>
            <a:ln w="0">
              <a:noFill/>
              <a:prstDash val="solid"/>
            </a:ln>
          </p:spPr>
        </p:sp>
        <p:sp>
          <p:nvSpPr>
            <p:cNvPr id="927" name="original-2d:672"/>
            <p:cNvSpPr>
              <a:spLocks noGrp="1"/>
            </p:cNvSpPr>
            <p:nvPr/>
          </p:nvSpPr>
          <p:spPr>
            <a:xfrm>
              <a:off x="4439603" y="1928813"/>
              <a:ext cx="84723" cy="94121"/>
            </a:xfrm>
            <a:prstGeom prst="rect">
              <a:avLst/>
            </a:prstGeom>
            <a:solidFill>
              <a:srgbClr val="CC79A7"/>
            </a:solidFill>
            <a:ln w="0">
              <a:noFill/>
              <a:prstDash val="solid"/>
            </a:ln>
          </p:spPr>
        </p:sp>
        <p:sp>
          <p:nvSpPr>
            <p:cNvPr id="928" name="original-2d:673"/>
            <p:cNvSpPr>
              <a:spLocks noGrp="1"/>
            </p:cNvSpPr>
            <p:nvPr/>
          </p:nvSpPr>
          <p:spPr>
            <a:xfrm>
              <a:off x="4524185" y="1928813"/>
              <a:ext cx="84723" cy="94121"/>
            </a:xfrm>
            <a:prstGeom prst="rect">
              <a:avLst/>
            </a:prstGeom>
            <a:solidFill>
              <a:srgbClr val="CC79A7"/>
            </a:solidFill>
            <a:ln w="0">
              <a:noFill/>
              <a:prstDash val="solid"/>
            </a:ln>
          </p:spPr>
        </p:sp>
        <p:sp>
          <p:nvSpPr>
            <p:cNvPr id="929" name="original-2d:674"/>
            <p:cNvSpPr>
              <a:spLocks noGrp="1"/>
            </p:cNvSpPr>
            <p:nvPr/>
          </p:nvSpPr>
          <p:spPr>
            <a:xfrm>
              <a:off x="4608767" y="1928813"/>
              <a:ext cx="84723" cy="94121"/>
            </a:xfrm>
            <a:prstGeom prst="rect">
              <a:avLst/>
            </a:prstGeom>
            <a:solidFill>
              <a:srgbClr val="CC79A7"/>
            </a:solidFill>
            <a:ln w="0">
              <a:noFill/>
              <a:prstDash val="solid"/>
            </a:ln>
          </p:spPr>
        </p:sp>
        <p:sp>
          <p:nvSpPr>
            <p:cNvPr id="930" name="original-2d:675"/>
            <p:cNvSpPr>
              <a:spLocks noGrp="1"/>
            </p:cNvSpPr>
            <p:nvPr/>
          </p:nvSpPr>
          <p:spPr>
            <a:xfrm>
              <a:off x="4693349" y="1928813"/>
              <a:ext cx="84723" cy="94121"/>
            </a:xfrm>
            <a:prstGeom prst="rect">
              <a:avLst/>
            </a:prstGeom>
            <a:solidFill>
              <a:srgbClr val="CC79A7"/>
            </a:solidFill>
            <a:ln w="0">
              <a:noFill/>
              <a:prstDash val="solid"/>
            </a:ln>
          </p:spPr>
        </p:sp>
        <p:sp>
          <p:nvSpPr>
            <p:cNvPr id="931" name="original-2d:676"/>
            <p:cNvSpPr>
              <a:spLocks noGrp="1"/>
            </p:cNvSpPr>
            <p:nvPr/>
          </p:nvSpPr>
          <p:spPr>
            <a:xfrm>
              <a:off x="4777931" y="1928813"/>
              <a:ext cx="84723" cy="94121"/>
            </a:xfrm>
            <a:prstGeom prst="rect">
              <a:avLst/>
            </a:prstGeom>
            <a:solidFill>
              <a:srgbClr val="CC79A7"/>
            </a:solidFill>
            <a:ln w="0">
              <a:noFill/>
              <a:prstDash val="solid"/>
            </a:ln>
          </p:spPr>
        </p:sp>
        <p:sp>
          <p:nvSpPr>
            <p:cNvPr id="932" name="original-2d:677"/>
            <p:cNvSpPr>
              <a:spLocks noGrp="1"/>
            </p:cNvSpPr>
            <p:nvPr/>
          </p:nvSpPr>
          <p:spPr>
            <a:xfrm>
              <a:off x="4862513" y="1928813"/>
              <a:ext cx="84723" cy="94121"/>
            </a:xfrm>
            <a:prstGeom prst="rect">
              <a:avLst/>
            </a:prstGeom>
            <a:solidFill>
              <a:srgbClr val="CC79A7"/>
            </a:solidFill>
            <a:ln w="0">
              <a:noFill/>
              <a:prstDash val="solid"/>
            </a:ln>
          </p:spPr>
        </p:sp>
        <p:sp>
          <p:nvSpPr>
            <p:cNvPr id="933" name="original-2d:678"/>
            <p:cNvSpPr>
              <a:spLocks noGrp="1"/>
            </p:cNvSpPr>
            <p:nvPr/>
          </p:nvSpPr>
          <p:spPr>
            <a:xfrm>
              <a:off x="4947095" y="1928813"/>
              <a:ext cx="84723" cy="94121"/>
            </a:xfrm>
            <a:prstGeom prst="rect">
              <a:avLst/>
            </a:prstGeom>
            <a:solidFill>
              <a:srgbClr val="CC79A7"/>
            </a:solidFill>
            <a:ln w="0">
              <a:noFill/>
              <a:prstDash val="solid"/>
            </a:ln>
          </p:spPr>
        </p:sp>
        <p:sp>
          <p:nvSpPr>
            <p:cNvPr id="934" name="original-2d:679"/>
            <p:cNvSpPr>
              <a:spLocks noGrp="1"/>
            </p:cNvSpPr>
            <p:nvPr/>
          </p:nvSpPr>
          <p:spPr>
            <a:xfrm>
              <a:off x="5031677" y="1928813"/>
              <a:ext cx="84723" cy="94121"/>
            </a:xfrm>
            <a:prstGeom prst="rect">
              <a:avLst/>
            </a:prstGeom>
            <a:solidFill>
              <a:srgbClr val="CC79A7"/>
            </a:solidFill>
            <a:ln w="0">
              <a:noFill/>
              <a:prstDash val="solid"/>
            </a:ln>
          </p:spPr>
        </p:sp>
        <p:sp>
          <p:nvSpPr>
            <p:cNvPr id="935" name="original-2d:680"/>
            <p:cNvSpPr>
              <a:spLocks noGrp="1"/>
            </p:cNvSpPr>
            <p:nvPr/>
          </p:nvSpPr>
          <p:spPr>
            <a:xfrm>
              <a:off x="5116259" y="1928813"/>
              <a:ext cx="84723" cy="94121"/>
            </a:xfrm>
            <a:prstGeom prst="rect">
              <a:avLst/>
            </a:prstGeom>
            <a:solidFill>
              <a:srgbClr val="CC79A7"/>
            </a:solidFill>
            <a:ln w="0">
              <a:noFill/>
              <a:prstDash val="solid"/>
            </a:ln>
          </p:spPr>
        </p:sp>
        <p:sp>
          <p:nvSpPr>
            <p:cNvPr id="936" name="original-2d:681"/>
            <p:cNvSpPr>
              <a:spLocks noGrp="1"/>
            </p:cNvSpPr>
            <p:nvPr/>
          </p:nvSpPr>
          <p:spPr>
            <a:xfrm>
              <a:off x="5200841" y="1928813"/>
              <a:ext cx="84723" cy="94121"/>
            </a:xfrm>
            <a:prstGeom prst="rect">
              <a:avLst/>
            </a:prstGeom>
            <a:solidFill>
              <a:srgbClr val="D4B4CC"/>
            </a:solidFill>
            <a:ln w="0">
              <a:noFill/>
              <a:prstDash val="solid"/>
            </a:ln>
          </p:spPr>
        </p:sp>
        <p:sp>
          <p:nvSpPr>
            <p:cNvPr id="937" name="original-2d:682"/>
            <p:cNvSpPr>
              <a:spLocks noGrp="1"/>
            </p:cNvSpPr>
            <p:nvPr/>
          </p:nvSpPr>
          <p:spPr>
            <a:xfrm>
              <a:off x="3593783" y="2022793"/>
              <a:ext cx="84723" cy="94121"/>
            </a:xfrm>
            <a:prstGeom prst="rect">
              <a:avLst/>
            </a:prstGeom>
            <a:solidFill>
              <a:srgbClr val="D4B4CC"/>
            </a:solidFill>
            <a:ln w="0">
              <a:noFill/>
              <a:prstDash val="solid"/>
            </a:ln>
          </p:spPr>
        </p:sp>
        <p:sp>
          <p:nvSpPr>
            <p:cNvPr id="938" name="original-2d:683"/>
            <p:cNvSpPr>
              <a:spLocks noGrp="1"/>
            </p:cNvSpPr>
            <p:nvPr/>
          </p:nvSpPr>
          <p:spPr>
            <a:xfrm>
              <a:off x="3678365" y="2022793"/>
              <a:ext cx="84723" cy="94121"/>
            </a:xfrm>
            <a:prstGeom prst="rect">
              <a:avLst/>
            </a:prstGeom>
            <a:solidFill>
              <a:srgbClr val="0072B2"/>
            </a:solidFill>
            <a:ln w="0">
              <a:noFill/>
              <a:prstDash val="solid"/>
            </a:ln>
          </p:spPr>
        </p:sp>
        <p:sp>
          <p:nvSpPr>
            <p:cNvPr id="939" name="original-2d:684"/>
            <p:cNvSpPr>
              <a:spLocks noGrp="1"/>
            </p:cNvSpPr>
            <p:nvPr/>
          </p:nvSpPr>
          <p:spPr>
            <a:xfrm>
              <a:off x="3762947" y="2022793"/>
              <a:ext cx="84723" cy="94121"/>
            </a:xfrm>
            <a:prstGeom prst="rect">
              <a:avLst/>
            </a:prstGeom>
            <a:solidFill>
              <a:srgbClr val="0072B2"/>
            </a:solidFill>
            <a:ln w="0">
              <a:noFill/>
              <a:prstDash val="solid"/>
            </a:ln>
          </p:spPr>
        </p:sp>
        <p:sp>
          <p:nvSpPr>
            <p:cNvPr id="940" name="original-2d:685"/>
            <p:cNvSpPr>
              <a:spLocks noGrp="1"/>
            </p:cNvSpPr>
            <p:nvPr/>
          </p:nvSpPr>
          <p:spPr>
            <a:xfrm>
              <a:off x="3847529" y="2022793"/>
              <a:ext cx="84723" cy="94121"/>
            </a:xfrm>
            <a:prstGeom prst="rect">
              <a:avLst/>
            </a:prstGeom>
            <a:solidFill>
              <a:srgbClr val="0072B2"/>
            </a:solidFill>
            <a:ln w="0">
              <a:noFill/>
              <a:prstDash val="solid"/>
            </a:ln>
          </p:spPr>
        </p:sp>
        <p:sp>
          <p:nvSpPr>
            <p:cNvPr id="941" name="original-2d:686"/>
            <p:cNvSpPr>
              <a:spLocks noGrp="1"/>
            </p:cNvSpPr>
            <p:nvPr/>
          </p:nvSpPr>
          <p:spPr>
            <a:xfrm>
              <a:off x="3932111" y="2022793"/>
              <a:ext cx="84723" cy="94121"/>
            </a:xfrm>
            <a:prstGeom prst="rect">
              <a:avLst/>
            </a:prstGeom>
            <a:solidFill>
              <a:srgbClr val="0072B2"/>
            </a:solidFill>
            <a:ln w="0">
              <a:noFill/>
              <a:prstDash val="solid"/>
            </a:ln>
          </p:spPr>
        </p:sp>
        <p:sp>
          <p:nvSpPr>
            <p:cNvPr id="942" name="original-2d:687"/>
            <p:cNvSpPr>
              <a:spLocks noGrp="1"/>
            </p:cNvSpPr>
            <p:nvPr/>
          </p:nvSpPr>
          <p:spPr>
            <a:xfrm>
              <a:off x="4016693" y="2022793"/>
              <a:ext cx="84723" cy="94121"/>
            </a:xfrm>
            <a:prstGeom prst="rect">
              <a:avLst/>
            </a:prstGeom>
            <a:solidFill>
              <a:srgbClr val="0072B2"/>
            </a:solidFill>
            <a:ln w="0">
              <a:noFill/>
              <a:prstDash val="solid"/>
            </a:ln>
          </p:spPr>
        </p:sp>
        <p:sp>
          <p:nvSpPr>
            <p:cNvPr id="943" name="original-2d:688"/>
            <p:cNvSpPr>
              <a:spLocks noGrp="1"/>
            </p:cNvSpPr>
            <p:nvPr/>
          </p:nvSpPr>
          <p:spPr>
            <a:xfrm>
              <a:off x="4101275" y="2022793"/>
              <a:ext cx="84723" cy="94121"/>
            </a:xfrm>
            <a:prstGeom prst="rect">
              <a:avLst/>
            </a:prstGeom>
            <a:solidFill>
              <a:srgbClr val="0072B2"/>
            </a:solidFill>
            <a:ln w="0">
              <a:noFill/>
              <a:prstDash val="solid"/>
            </a:ln>
          </p:spPr>
        </p:sp>
        <p:sp>
          <p:nvSpPr>
            <p:cNvPr id="944" name="original-2d:689"/>
            <p:cNvSpPr>
              <a:spLocks noGrp="1"/>
            </p:cNvSpPr>
            <p:nvPr/>
          </p:nvSpPr>
          <p:spPr>
            <a:xfrm>
              <a:off x="4185857" y="2022793"/>
              <a:ext cx="84723" cy="94121"/>
            </a:xfrm>
            <a:prstGeom prst="rect">
              <a:avLst/>
            </a:prstGeom>
            <a:solidFill>
              <a:srgbClr val="D4B4CC"/>
            </a:solidFill>
            <a:ln w="0">
              <a:noFill/>
              <a:prstDash val="solid"/>
            </a:ln>
          </p:spPr>
        </p:sp>
        <p:sp>
          <p:nvSpPr>
            <p:cNvPr id="945" name="original-2d:690"/>
            <p:cNvSpPr>
              <a:spLocks noGrp="1"/>
            </p:cNvSpPr>
            <p:nvPr/>
          </p:nvSpPr>
          <p:spPr>
            <a:xfrm>
              <a:off x="4270439" y="2022793"/>
              <a:ext cx="84723" cy="94121"/>
            </a:xfrm>
            <a:prstGeom prst="rect">
              <a:avLst/>
            </a:prstGeom>
            <a:solidFill>
              <a:srgbClr val="CC79A7"/>
            </a:solidFill>
            <a:ln w="0">
              <a:noFill/>
              <a:prstDash val="solid"/>
            </a:ln>
          </p:spPr>
        </p:sp>
        <p:sp>
          <p:nvSpPr>
            <p:cNvPr id="946" name="original-2d:691"/>
            <p:cNvSpPr>
              <a:spLocks noGrp="1"/>
            </p:cNvSpPr>
            <p:nvPr/>
          </p:nvSpPr>
          <p:spPr>
            <a:xfrm>
              <a:off x="4355021" y="2022793"/>
              <a:ext cx="84723" cy="94121"/>
            </a:xfrm>
            <a:prstGeom prst="rect">
              <a:avLst/>
            </a:prstGeom>
            <a:solidFill>
              <a:srgbClr val="CC79A7"/>
            </a:solidFill>
            <a:ln w="0">
              <a:noFill/>
              <a:prstDash val="solid"/>
            </a:ln>
          </p:spPr>
        </p:sp>
        <p:sp>
          <p:nvSpPr>
            <p:cNvPr id="947" name="original-2d:692"/>
            <p:cNvSpPr>
              <a:spLocks noGrp="1"/>
            </p:cNvSpPr>
            <p:nvPr/>
          </p:nvSpPr>
          <p:spPr>
            <a:xfrm>
              <a:off x="4439603" y="2022793"/>
              <a:ext cx="84723" cy="94121"/>
            </a:xfrm>
            <a:prstGeom prst="rect">
              <a:avLst/>
            </a:prstGeom>
            <a:solidFill>
              <a:srgbClr val="CC79A7"/>
            </a:solidFill>
            <a:ln w="0">
              <a:noFill/>
              <a:prstDash val="solid"/>
            </a:ln>
          </p:spPr>
        </p:sp>
        <p:sp>
          <p:nvSpPr>
            <p:cNvPr id="948" name="original-2d:693"/>
            <p:cNvSpPr>
              <a:spLocks noGrp="1"/>
            </p:cNvSpPr>
            <p:nvPr/>
          </p:nvSpPr>
          <p:spPr>
            <a:xfrm>
              <a:off x="4524185" y="2022793"/>
              <a:ext cx="84723" cy="94121"/>
            </a:xfrm>
            <a:prstGeom prst="rect">
              <a:avLst/>
            </a:prstGeom>
            <a:solidFill>
              <a:srgbClr val="CC79A7"/>
            </a:solidFill>
            <a:ln w="0">
              <a:noFill/>
              <a:prstDash val="solid"/>
            </a:ln>
          </p:spPr>
        </p:sp>
        <p:sp>
          <p:nvSpPr>
            <p:cNvPr id="949" name="original-2d:694"/>
            <p:cNvSpPr>
              <a:spLocks noGrp="1"/>
            </p:cNvSpPr>
            <p:nvPr/>
          </p:nvSpPr>
          <p:spPr>
            <a:xfrm>
              <a:off x="4608767" y="2022793"/>
              <a:ext cx="84723" cy="94121"/>
            </a:xfrm>
            <a:prstGeom prst="rect">
              <a:avLst/>
            </a:prstGeom>
            <a:solidFill>
              <a:srgbClr val="CC79A7"/>
            </a:solidFill>
            <a:ln w="0">
              <a:noFill/>
              <a:prstDash val="solid"/>
            </a:ln>
          </p:spPr>
        </p:sp>
        <p:sp>
          <p:nvSpPr>
            <p:cNvPr id="950" name="original-2d:695"/>
            <p:cNvSpPr>
              <a:spLocks noGrp="1"/>
            </p:cNvSpPr>
            <p:nvPr/>
          </p:nvSpPr>
          <p:spPr>
            <a:xfrm>
              <a:off x="4693349" y="2022793"/>
              <a:ext cx="84723" cy="94121"/>
            </a:xfrm>
            <a:prstGeom prst="rect">
              <a:avLst/>
            </a:prstGeom>
            <a:solidFill>
              <a:srgbClr val="CC79A7"/>
            </a:solidFill>
            <a:ln w="0">
              <a:noFill/>
              <a:prstDash val="solid"/>
            </a:ln>
          </p:spPr>
        </p:sp>
        <p:sp>
          <p:nvSpPr>
            <p:cNvPr id="951" name="original-2d:696"/>
            <p:cNvSpPr>
              <a:spLocks noGrp="1"/>
            </p:cNvSpPr>
            <p:nvPr/>
          </p:nvSpPr>
          <p:spPr>
            <a:xfrm>
              <a:off x="4777931" y="2022793"/>
              <a:ext cx="84723" cy="94121"/>
            </a:xfrm>
            <a:prstGeom prst="rect">
              <a:avLst/>
            </a:prstGeom>
            <a:solidFill>
              <a:srgbClr val="CC79A7"/>
            </a:solidFill>
            <a:ln w="0">
              <a:noFill/>
              <a:prstDash val="solid"/>
            </a:ln>
          </p:spPr>
        </p:sp>
        <p:sp>
          <p:nvSpPr>
            <p:cNvPr id="952" name="original-2d:697"/>
            <p:cNvSpPr>
              <a:spLocks noGrp="1"/>
            </p:cNvSpPr>
            <p:nvPr/>
          </p:nvSpPr>
          <p:spPr>
            <a:xfrm>
              <a:off x="4862513" y="2022793"/>
              <a:ext cx="84723" cy="94121"/>
            </a:xfrm>
            <a:prstGeom prst="rect">
              <a:avLst/>
            </a:prstGeom>
            <a:solidFill>
              <a:srgbClr val="CC79A7"/>
            </a:solidFill>
            <a:ln w="0">
              <a:noFill/>
              <a:prstDash val="solid"/>
            </a:ln>
          </p:spPr>
        </p:sp>
        <p:sp>
          <p:nvSpPr>
            <p:cNvPr id="953" name="original-2d:698"/>
            <p:cNvSpPr>
              <a:spLocks noGrp="1"/>
            </p:cNvSpPr>
            <p:nvPr/>
          </p:nvSpPr>
          <p:spPr>
            <a:xfrm>
              <a:off x="4947095" y="2022793"/>
              <a:ext cx="84723" cy="94121"/>
            </a:xfrm>
            <a:prstGeom prst="rect">
              <a:avLst/>
            </a:prstGeom>
            <a:solidFill>
              <a:srgbClr val="CC79A7"/>
            </a:solidFill>
            <a:ln w="0">
              <a:noFill/>
              <a:prstDash val="solid"/>
            </a:ln>
          </p:spPr>
        </p:sp>
        <p:sp>
          <p:nvSpPr>
            <p:cNvPr id="954" name="original-2d:699"/>
            <p:cNvSpPr>
              <a:spLocks noGrp="1"/>
            </p:cNvSpPr>
            <p:nvPr/>
          </p:nvSpPr>
          <p:spPr>
            <a:xfrm>
              <a:off x="5031677" y="2022793"/>
              <a:ext cx="84723" cy="94121"/>
            </a:xfrm>
            <a:prstGeom prst="rect">
              <a:avLst/>
            </a:prstGeom>
            <a:solidFill>
              <a:srgbClr val="CC79A7"/>
            </a:solidFill>
            <a:ln w="0">
              <a:noFill/>
              <a:prstDash val="solid"/>
            </a:ln>
          </p:spPr>
        </p:sp>
        <p:sp>
          <p:nvSpPr>
            <p:cNvPr id="955" name="original-2d:700"/>
            <p:cNvSpPr>
              <a:spLocks noGrp="1"/>
            </p:cNvSpPr>
            <p:nvPr/>
          </p:nvSpPr>
          <p:spPr>
            <a:xfrm>
              <a:off x="5116259" y="2022793"/>
              <a:ext cx="84723" cy="94121"/>
            </a:xfrm>
            <a:prstGeom prst="rect">
              <a:avLst/>
            </a:prstGeom>
            <a:solidFill>
              <a:srgbClr val="CC79A7"/>
            </a:solidFill>
            <a:ln w="0">
              <a:noFill/>
              <a:prstDash val="solid"/>
            </a:ln>
          </p:spPr>
        </p:sp>
        <p:sp>
          <p:nvSpPr>
            <p:cNvPr id="956" name="original-2d:701"/>
            <p:cNvSpPr>
              <a:spLocks noGrp="1"/>
            </p:cNvSpPr>
            <p:nvPr/>
          </p:nvSpPr>
          <p:spPr>
            <a:xfrm>
              <a:off x="5200841" y="2022793"/>
              <a:ext cx="84723" cy="94121"/>
            </a:xfrm>
            <a:prstGeom prst="rect">
              <a:avLst/>
            </a:prstGeom>
            <a:solidFill>
              <a:srgbClr val="D4B4CC"/>
            </a:solidFill>
            <a:ln w="0">
              <a:noFill/>
              <a:prstDash val="solid"/>
            </a:ln>
          </p:spPr>
        </p:sp>
        <p:sp>
          <p:nvSpPr>
            <p:cNvPr id="957" name="original-2d:702"/>
            <p:cNvSpPr>
              <a:spLocks noGrp="1"/>
            </p:cNvSpPr>
            <p:nvPr/>
          </p:nvSpPr>
          <p:spPr>
            <a:xfrm>
              <a:off x="3593783" y="2116773"/>
              <a:ext cx="84723" cy="94121"/>
            </a:xfrm>
            <a:prstGeom prst="rect">
              <a:avLst/>
            </a:prstGeom>
            <a:solidFill>
              <a:srgbClr val="0072B2"/>
            </a:solidFill>
            <a:ln w="0">
              <a:noFill/>
              <a:prstDash val="solid"/>
            </a:ln>
          </p:spPr>
        </p:sp>
        <p:sp>
          <p:nvSpPr>
            <p:cNvPr id="958" name="original-2d:703"/>
            <p:cNvSpPr>
              <a:spLocks noGrp="1"/>
            </p:cNvSpPr>
            <p:nvPr/>
          </p:nvSpPr>
          <p:spPr>
            <a:xfrm>
              <a:off x="3678365" y="2116773"/>
              <a:ext cx="84723" cy="94121"/>
            </a:xfrm>
            <a:prstGeom prst="rect">
              <a:avLst/>
            </a:prstGeom>
            <a:solidFill>
              <a:srgbClr val="0072B2"/>
            </a:solidFill>
            <a:ln w="0">
              <a:noFill/>
              <a:prstDash val="solid"/>
            </a:ln>
          </p:spPr>
        </p:sp>
        <p:sp>
          <p:nvSpPr>
            <p:cNvPr id="959" name="original-2d:704"/>
            <p:cNvSpPr>
              <a:spLocks noGrp="1"/>
            </p:cNvSpPr>
            <p:nvPr/>
          </p:nvSpPr>
          <p:spPr>
            <a:xfrm>
              <a:off x="3762947" y="2116773"/>
              <a:ext cx="84723" cy="94121"/>
            </a:xfrm>
            <a:prstGeom prst="rect">
              <a:avLst/>
            </a:prstGeom>
            <a:solidFill>
              <a:srgbClr val="0072B2"/>
            </a:solidFill>
            <a:ln w="0">
              <a:noFill/>
              <a:prstDash val="solid"/>
            </a:ln>
          </p:spPr>
        </p:sp>
        <p:sp>
          <p:nvSpPr>
            <p:cNvPr id="960" name="original-2d:705"/>
            <p:cNvSpPr>
              <a:spLocks noGrp="1"/>
            </p:cNvSpPr>
            <p:nvPr/>
          </p:nvSpPr>
          <p:spPr>
            <a:xfrm>
              <a:off x="3847529" y="2116773"/>
              <a:ext cx="84723" cy="94121"/>
            </a:xfrm>
            <a:prstGeom prst="rect">
              <a:avLst/>
            </a:prstGeom>
            <a:solidFill>
              <a:srgbClr val="0072B2"/>
            </a:solidFill>
            <a:ln w="0">
              <a:noFill/>
              <a:prstDash val="solid"/>
            </a:ln>
          </p:spPr>
        </p:sp>
        <p:sp>
          <p:nvSpPr>
            <p:cNvPr id="961" name="original-2d:706"/>
            <p:cNvSpPr>
              <a:spLocks noGrp="1"/>
            </p:cNvSpPr>
            <p:nvPr/>
          </p:nvSpPr>
          <p:spPr>
            <a:xfrm>
              <a:off x="3932111" y="2116773"/>
              <a:ext cx="84723" cy="94121"/>
            </a:xfrm>
            <a:prstGeom prst="rect">
              <a:avLst/>
            </a:prstGeom>
            <a:solidFill>
              <a:srgbClr val="0072B2"/>
            </a:solidFill>
            <a:ln w="0">
              <a:noFill/>
              <a:prstDash val="solid"/>
            </a:ln>
          </p:spPr>
        </p:sp>
        <p:sp>
          <p:nvSpPr>
            <p:cNvPr id="962" name="original-2d:707"/>
            <p:cNvSpPr>
              <a:spLocks noGrp="1"/>
            </p:cNvSpPr>
            <p:nvPr/>
          </p:nvSpPr>
          <p:spPr>
            <a:xfrm>
              <a:off x="4016693" y="2116773"/>
              <a:ext cx="84723" cy="94121"/>
            </a:xfrm>
            <a:prstGeom prst="rect">
              <a:avLst/>
            </a:prstGeom>
            <a:solidFill>
              <a:srgbClr val="0072B2"/>
            </a:solidFill>
            <a:ln w="0">
              <a:noFill/>
              <a:prstDash val="solid"/>
            </a:ln>
          </p:spPr>
        </p:sp>
        <p:sp>
          <p:nvSpPr>
            <p:cNvPr id="963" name="original-2d:708"/>
            <p:cNvSpPr>
              <a:spLocks noGrp="1"/>
            </p:cNvSpPr>
            <p:nvPr/>
          </p:nvSpPr>
          <p:spPr>
            <a:xfrm>
              <a:off x="4101275" y="2116773"/>
              <a:ext cx="84723" cy="94121"/>
            </a:xfrm>
            <a:prstGeom prst="rect">
              <a:avLst/>
            </a:prstGeom>
            <a:solidFill>
              <a:srgbClr val="0072B2"/>
            </a:solidFill>
            <a:ln w="0">
              <a:noFill/>
              <a:prstDash val="solid"/>
            </a:ln>
          </p:spPr>
        </p:sp>
        <p:sp>
          <p:nvSpPr>
            <p:cNvPr id="964" name="original-2d:709"/>
            <p:cNvSpPr>
              <a:spLocks noGrp="1"/>
            </p:cNvSpPr>
            <p:nvPr/>
          </p:nvSpPr>
          <p:spPr>
            <a:xfrm>
              <a:off x="4185857" y="2116773"/>
              <a:ext cx="84723" cy="94121"/>
            </a:xfrm>
            <a:prstGeom prst="rect">
              <a:avLst/>
            </a:prstGeom>
            <a:solidFill>
              <a:srgbClr val="0072B2"/>
            </a:solidFill>
            <a:ln w="0">
              <a:noFill/>
              <a:prstDash val="solid"/>
            </a:ln>
          </p:spPr>
        </p:sp>
        <p:sp>
          <p:nvSpPr>
            <p:cNvPr id="965" name="original-2d:710"/>
            <p:cNvSpPr>
              <a:spLocks noGrp="1"/>
            </p:cNvSpPr>
            <p:nvPr/>
          </p:nvSpPr>
          <p:spPr>
            <a:xfrm>
              <a:off x="4270439" y="2116773"/>
              <a:ext cx="84723" cy="94121"/>
            </a:xfrm>
            <a:prstGeom prst="rect">
              <a:avLst/>
            </a:prstGeom>
            <a:solidFill>
              <a:srgbClr val="D4B4CC"/>
            </a:solidFill>
            <a:ln w="0">
              <a:noFill/>
              <a:prstDash val="solid"/>
            </a:ln>
          </p:spPr>
        </p:sp>
        <p:sp>
          <p:nvSpPr>
            <p:cNvPr id="966" name="original-2d:711"/>
            <p:cNvSpPr>
              <a:spLocks noGrp="1"/>
            </p:cNvSpPr>
            <p:nvPr/>
          </p:nvSpPr>
          <p:spPr>
            <a:xfrm>
              <a:off x="4355021" y="2116773"/>
              <a:ext cx="84723" cy="94121"/>
            </a:xfrm>
            <a:prstGeom prst="rect">
              <a:avLst/>
            </a:prstGeom>
            <a:solidFill>
              <a:srgbClr val="CC79A7"/>
            </a:solidFill>
            <a:ln w="0">
              <a:noFill/>
              <a:prstDash val="solid"/>
            </a:ln>
          </p:spPr>
        </p:sp>
        <p:sp>
          <p:nvSpPr>
            <p:cNvPr id="967" name="original-2d:712"/>
            <p:cNvSpPr>
              <a:spLocks noGrp="1"/>
            </p:cNvSpPr>
            <p:nvPr/>
          </p:nvSpPr>
          <p:spPr>
            <a:xfrm>
              <a:off x="4439603" y="2116773"/>
              <a:ext cx="84723" cy="94121"/>
            </a:xfrm>
            <a:prstGeom prst="rect">
              <a:avLst/>
            </a:prstGeom>
            <a:solidFill>
              <a:srgbClr val="CC79A7"/>
            </a:solidFill>
            <a:ln w="0">
              <a:noFill/>
              <a:prstDash val="solid"/>
            </a:ln>
          </p:spPr>
        </p:sp>
        <p:sp>
          <p:nvSpPr>
            <p:cNvPr id="968" name="original-2d:713"/>
            <p:cNvSpPr>
              <a:spLocks noGrp="1"/>
            </p:cNvSpPr>
            <p:nvPr/>
          </p:nvSpPr>
          <p:spPr>
            <a:xfrm>
              <a:off x="4524185" y="2116773"/>
              <a:ext cx="84723" cy="94121"/>
            </a:xfrm>
            <a:prstGeom prst="rect">
              <a:avLst/>
            </a:prstGeom>
            <a:solidFill>
              <a:srgbClr val="CC79A7"/>
            </a:solidFill>
            <a:ln w="0">
              <a:noFill/>
              <a:prstDash val="solid"/>
            </a:ln>
          </p:spPr>
        </p:sp>
        <p:sp>
          <p:nvSpPr>
            <p:cNvPr id="969" name="original-2d:714"/>
            <p:cNvSpPr>
              <a:spLocks noGrp="1"/>
            </p:cNvSpPr>
            <p:nvPr/>
          </p:nvSpPr>
          <p:spPr>
            <a:xfrm>
              <a:off x="4608767" y="2116773"/>
              <a:ext cx="84723" cy="94121"/>
            </a:xfrm>
            <a:prstGeom prst="rect">
              <a:avLst/>
            </a:prstGeom>
            <a:solidFill>
              <a:srgbClr val="CC79A7"/>
            </a:solidFill>
            <a:ln w="0">
              <a:noFill/>
              <a:prstDash val="solid"/>
            </a:ln>
          </p:spPr>
        </p:sp>
        <p:sp>
          <p:nvSpPr>
            <p:cNvPr id="970" name="original-2d:715"/>
            <p:cNvSpPr>
              <a:spLocks noGrp="1"/>
            </p:cNvSpPr>
            <p:nvPr/>
          </p:nvSpPr>
          <p:spPr>
            <a:xfrm>
              <a:off x="4693349" y="2116773"/>
              <a:ext cx="84723" cy="94121"/>
            </a:xfrm>
            <a:prstGeom prst="rect">
              <a:avLst/>
            </a:prstGeom>
            <a:solidFill>
              <a:srgbClr val="CC79A7"/>
            </a:solidFill>
            <a:ln w="0">
              <a:noFill/>
              <a:prstDash val="solid"/>
            </a:ln>
          </p:spPr>
        </p:sp>
        <p:sp>
          <p:nvSpPr>
            <p:cNvPr id="971" name="original-2d:716"/>
            <p:cNvSpPr>
              <a:spLocks noGrp="1"/>
            </p:cNvSpPr>
            <p:nvPr/>
          </p:nvSpPr>
          <p:spPr>
            <a:xfrm>
              <a:off x="4777931" y="2116773"/>
              <a:ext cx="84723" cy="94121"/>
            </a:xfrm>
            <a:prstGeom prst="rect">
              <a:avLst/>
            </a:prstGeom>
            <a:solidFill>
              <a:srgbClr val="CC79A7"/>
            </a:solidFill>
            <a:ln w="0">
              <a:noFill/>
              <a:prstDash val="solid"/>
            </a:ln>
          </p:spPr>
        </p:sp>
        <p:sp>
          <p:nvSpPr>
            <p:cNvPr id="972" name="original-2d:717"/>
            <p:cNvSpPr>
              <a:spLocks noGrp="1"/>
            </p:cNvSpPr>
            <p:nvPr/>
          </p:nvSpPr>
          <p:spPr>
            <a:xfrm>
              <a:off x="4862513" y="2116773"/>
              <a:ext cx="84723" cy="94121"/>
            </a:xfrm>
            <a:prstGeom prst="rect">
              <a:avLst/>
            </a:prstGeom>
            <a:solidFill>
              <a:srgbClr val="CC79A7"/>
            </a:solidFill>
            <a:ln w="0">
              <a:noFill/>
              <a:prstDash val="solid"/>
            </a:ln>
          </p:spPr>
        </p:sp>
        <p:sp>
          <p:nvSpPr>
            <p:cNvPr id="973" name="original-2d:718"/>
            <p:cNvSpPr>
              <a:spLocks noGrp="1"/>
            </p:cNvSpPr>
            <p:nvPr/>
          </p:nvSpPr>
          <p:spPr>
            <a:xfrm>
              <a:off x="4947095" y="2116773"/>
              <a:ext cx="84723" cy="94121"/>
            </a:xfrm>
            <a:prstGeom prst="rect">
              <a:avLst/>
            </a:prstGeom>
            <a:solidFill>
              <a:srgbClr val="D4B4CC"/>
            </a:solidFill>
            <a:ln w="0">
              <a:noFill/>
              <a:prstDash val="solid"/>
            </a:ln>
          </p:spPr>
        </p:sp>
        <p:sp>
          <p:nvSpPr>
            <p:cNvPr id="974" name="original-2d:719"/>
            <p:cNvSpPr>
              <a:spLocks noGrp="1"/>
            </p:cNvSpPr>
            <p:nvPr/>
          </p:nvSpPr>
          <p:spPr>
            <a:xfrm>
              <a:off x="5031677" y="2116773"/>
              <a:ext cx="84723" cy="94121"/>
            </a:xfrm>
            <a:prstGeom prst="rect">
              <a:avLst/>
            </a:prstGeom>
            <a:solidFill>
              <a:srgbClr val="D4B4CC"/>
            </a:solidFill>
            <a:ln w="0">
              <a:noFill/>
              <a:prstDash val="solid"/>
            </a:ln>
          </p:spPr>
        </p:sp>
        <p:sp>
          <p:nvSpPr>
            <p:cNvPr id="975" name="original-2d:720"/>
            <p:cNvSpPr>
              <a:spLocks noGrp="1"/>
            </p:cNvSpPr>
            <p:nvPr/>
          </p:nvSpPr>
          <p:spPr>
            <a:xfrm>
              <a:off x="5116259" y="2116773"/>
              <a:ext cx="84723" cy="94121"/>
            </a:xfrm>
            <a:prstGeom prst="rect">
              <a:avLst/>
            </a:prstGeom>
            <a:solidFill>
              <a:srgbClr val="D4B4CC"/>
            </a:solidFill>
            <a:ln w="0">
              <a:noFill/>
              <a:prstDash val="solid"/>
            </a:ln>
          </p:spPr>
        </p:sp>
        <p:sp>
          <p:nvSpPr>
            <p:cNvPr id="976" name="original-2d:721"/>
            <p:cNvSpPr>
              <a:spLocks noGrp="1"/>
            </p:cNvSpPr>
            <p:nvPr/>
          </p:nvSpPr>
          <p:spPr>
            <a:xfrm>
              <a:off x="5200841" y="2116773"/>
              <a:ext cx="84723" cy="94121"/>
            </a:xfrm>
            <a:prstGeom prst="rect">
              <a:avLst/>
            </a:prstGeom>
            <a:solidFill>
              <a:srgbClr val="D4B4CC"/>
            </a:solidFill>
            <a:ln w="0">
              <a:noFill/>
              <a:prstDash val="solid"/>
            </a:ln>
          </p:spPr>
        </p:sp>
        <p:sp>
          <p:nvSpPr>
            <p:cNvPr id="977" name="original-2d:722"/>
            <p:cNvSpPr>
              <a:spLocks noGrp="1"/>
            </p:cNvSpPr>
            <p:nvPr/>
          </p:nvSpPr>
          <p:spPr>
            <a:xfrm>
              <a:off x="3593783" y="2210753"/>
              <a:ext cx="84723" cy="94121"/>
            </a:xfrm>
            <a:prstGeom prst="rect">
              <a:avLst/>
            </a:prstGeom>
            <a:solidFill>
              <a:srgbClr val="0072B2"/>
            </a:solidFill>
            <a:ln w="0">
              <a:noFill/>
              <a:prstDash val="solid"/>
            </a:ln>
          </p:spPr>
        </p:sp>
        <p:sp>
          <p:nvSpPr>
            <p:cNvPr id="978" name="original-2d:723"/>
            <p:cNvSpPr>
              <a:spLocks noGrp="1"/>
            </p:cNvSpPr>
            <p:nvPr/>
          </p:nvSpPr>
          <p:spPr>
            <a:xfrm>
              <a:off x="3678365" y="2210753"/>
              <a:ext cx="84723" cy="94121"/>
            </a:xfrm>
            <a:prstGeom prst="rect">
              <a:avLst/>
            </a:prstGeom>
            <a:solidFill>
              <a:srgbClr val="0072B2"/>
            </a:solidFill>
            <a:ln w="0">
              <a:noFill/>
              <a:prstDash val="solid"/>
            </a:ln>
          </p:spPr>
        </p:sp>
        <p:sp>
          <p:nvSpPr>
            <p:cNvPr id="979" name="original-2d:724"/>
            <p:cNvSpPr>
              <a:spLocks noGrp="1"/>
            </p:cNvSpPr>
            <p:nvPr/>
          </p:nvSpPr>
          <p:spPr>
            <a:xfrm>
              <a:off x="3762947" y="2210753"/>
              <a:ext cx="84723" cy="94121"/>
            </a:xfrm>
            <a:prstGeom prst="rect">
              <a:avLst/>
            </a:prstGeom>
            <a:solidFill>
              <a:srgbClr val="0072B2"/>
            </a:solidFill>
            <a:ln w="0">
              <a:noFill/>
              <a:prstDash val="solid"/>
            </a:ln>
          </p:spPr>
        </p:sp>
        <p:sp>
          <p:nvSpPr>
            <p:cNvPr id="980" name="original-2d:725"/>
            <p:cNvSpPr>
              <a:spLocks noGrp="1"/>
            </p:cNvSpPr>
            <p:nvPr/>
          </p:nvSpPr>
          <p:spPr>
            <a:xfrm>
              <a:off x="3847529" y="2210753"/>
              <a:ext cx="84723" cy="94121"/>
            </a:xfrm>
            <a:prstGeom prst="rect">
              <a:avLst/>
            </a:prstGeom>
            <a:solidFill>
              <a:srgbClr val="0072B2"/>
            </a:solidFill>
            <a:ln w="0">
              <a:noFill/>
              <a:prstDash val="solid"/>
            </a:ln>
          </p:spPr>
        </p:sp>
        <p:sp>
          <p:nvSpPr>
            <p:cNvPr id="981" name="original-2d:726"/>
            <p:cNvSpPr>
              <a:spLocks noGrp="1"/>
            </p:cNvSpPr>
            <p:nvPr/>
          </p:nvSpPr>
          <p:spPr>
            <a:xfrm>
              <a:off x="3932111" y="2210753"/>
              <a:ext cx="84723" cy="94121"/>
            </a:xfrm>
            <a:prstGeom prst="rect">
              <a:avLst/>
            </a:prstGeom>
            <a:solidFill>
              <a:srgbClr val="0072B2"/>
            </a:solidFill>
            <a:ln w="0">
              <a:noFill/>
              <a:prstDash val="solid"/>
            </a:ln>
          </p:spPr>
        </p:sp>
        <p:sp>
          <p:nvSpPr>
            <p:cNvPr id="982" name="original-2d:727"/>
            <p:cNvSpPr>
              <a:spLocks noGrp="1"/>
            </p:cNvSpPr>
            <p:nvPr/>
          </p:nvSpPr>
          <p:spPr>
            <a:xfrm>
              <a:off x="4016693" y="2210753"/>
              <a:ext cx="84723" cy="94121"/>
            </a:xfrm>
            <a:prstGeom prst="rect">
              <a:avLst/>
            </a:prstGeom>
            <a:solidFill>
              <a:srgbClr val="0072B2"/>
            </a:solidFill>
            <a:ln w="0">
              <a:noFill/>
              <a:prstDash val="solid"/>
            </a:ln>
          </p:spPr>
        </p:sp>
        <p:sp>
          <p:nvSpPr>
            <p:cNvPr id="983" name="original-2d:728"/>
            <p:cNvSpPr>
              <a:spLocks noGrp="1"/>
            </p:cNvSpPr>
            <p:nvPr/>
          </p:nvSpPr>
          <p:spPr>
            <a:xfrm>
              <a:off x="4101275" y="2210753"/>
              <a:ext cx="84723" cy="94121"/>
            </a:xfrm>
            <a:prstGeom prst="rect">
              <a:avLst/>
            </a:prstGeom>
            <a:solidFill>
              <a:srgbClr val="0072B2"/>
            </a:solidFill>
            <a:ln w="0">
              <a:noFill/>
              <a:prstDash val="solid"/>
            </a:ln>
          </p:spPr>
        </p:sp>
        <p:sp>
          <p:nvSpPr>
            <p:cNvPr id="984" name="original-2d:729"/>
            <p:cNvSpPr>
              <a:spLocks noGrp="1"/>
            </p:cNvSpPr>
            <p:nvPr/>
          </p:nvSpPr>
          <p:spPr>
            <a:xfrm>
              <a:off x="4185857" y="2210753"/>
              <a:ext cx="84723" cy="94121"/>
            </a:xfrm>
            <a:prstGeom prst="rect">
              <a:avLst/>
            </a:prstGeom>
            <a:solidFill>
              <a:srgbClr val="0072B2"/>
            </a:solidFill>
            <a:ln w="0">
              <a:noFill/>
              <a:prstDash val="solid"/>
            </a:ln>
          </p:spPr>
        </p:sp>
        <p:sp>
          <p:nvSpPr>
            <p:cNvPr id="985" name="original-2d:730"/>
            <p:cNvSpPr>
              <a:spLocks noGrp="1"/>
            </p:cNvSpPr>
            <p:nvPr/>
          </p:nvSpPr>
          <p:spPr>
            <a:xfrm>
              <a:off x="4270439" y="2210753"/>
              <a:ext cx="84723" cy="94121"/>
            </a:xfrm>
            <a:prstGeom prst="rect">
              <a:avLst/>
            </a:prstGeom>
            <a:solidFill>
              <a:srgbClr val="D4B4CC"/>
            </a:solidFill>
            <a:ln w="0">
              <a:noFill/>
              <a:prstDash val="solid"/>
            </a:ln>
          </p:spPr>
        </p:sp>
        <p:sp>
          <p:nvSpPr>
            <p:cNvPr id="986" name="original-2d:731"/>
            <p:cNvSpPr>
              <a:spLocks noGrp="1"/>
            </p:cNvSpPr>
            <p:nvPr/>
          </p:nvSpPr>
          <p:spPr>
            <a:xfrm>
              <a:off x="4355021" y="2210753"/>
              <a:ext cx="84723" cy="94121"/>
            </a:xfrm>
            <a:prstGeom prst="rect">
              <a:avLst/>
            </a:prstGeom>
            <a:solidFill>
              <a:srgbClr val="D4B4CC"/>
            </a:solidFill>
            <a:ln w="0">
              <a:noFill/>
              <a:prstDash val="solid"/>
            </a:ln>
          </p:spPr>
        </p:sp>
        <p:sp>
          <p:nvSpPr>
            <p:cNvPr id="987" name="original-2d:732"/>
            <p:cNvSpPr>
              <a:spLocks noGrp="1"/>
            </p:cNvSpPr>
            <p:nvPr/>
          </p:nvSpPr>
          <p:spPr>
            <a:xfrm>
              <a:off x="4439603" y="2210753"/>
              <a:ext cx="84723" cy="94121"/>
            </a:xfrm>
            <a:prstGeom prst="rect">
              <a:avLst/>
            </a:prstGeom>
            <a:solidFill>
              <a:srgbClr val="D4B4CC"/>
            </a:solidFill>
            <a:ln w="0">
              <a:noFill/>
              <a:prstDash val="solid"/>
            </a:ln>
          </p:spPr>
        </p:sp>
        <p:sp>
          <p:nvSpPr>
            <p:cNvPr id="988" name="original-2d:733"/>
            <p:cNvSpPr>
              <a:spLocks noGrp="1"/>
            </p:cNvSpPr>
            <p:nvPr/>
          </p:nvSpPr>
          <p:spPr>
            <a:xfrm>
              <a:off x="4524185" y="2210753"/>
              <a:ext cx="84723" cy="94121"/>
            </a:xfrm>
            <a:prstGeom prst="rect">
              <a:avLst/>
            </a:prstGeom>
            <a:solidFill>
              <a:srgbClr val="D4B4CC"/>
            </a:solidFill>
            <a:ln w="0">
              <a:noFill/>
              <a:prstDash val="solid"/>
            </a:ln>
          </p:spPr>
        </p:sp>
        <p:sp>
          <p:nvSpPr>
            <p:cNvPr id="989" name="original-2d:734"/>
            <p:cNvSpPr>
              <a:spLocks noGrp="1"/>
            </p:cNvSpPr>
            <p:nvPr/>
          </p:nvSpPr>
          <p:spPr>
            <a:xfrm>
              <a:off x="4608767" y="2210753"/>
              <a:ext cx="84723" cy="94121"/>
            </a:xfrm>
            <a:prstGeom prst="rect">
              <a:avLst/>
            </a:prstGeom>
            <a:solidFill>
              <a:srgbClr val="D4B4CC"/>
            </a:solidFill>
            <a:ln w="0">
              <a:noFill/>
              <a:prstDash val="solid"/>
            </a:ln>
          </p:spPr>
        </p:sp>
        <p:sp>
          <p:nvSpPr>
            <p:cNvPr id="990" name="original-2d:735"/>
            <p:cNvSpPr>
              <a:spLocks noGrp="1"/>
            </p:cNvSpPr>
            <p:nvPr/>
          </p:nvSpPr>
          <p:spPr>
            <a:xfrm>
              <a:off x="4693349" y="2210753"/>
              <a:ext cx="84723" cy="94121"/>
            </a:xfrm>
            <a:prstGeom prst="rect">
              <a:avLst/>
            </a:prstGeom>
            <a:solidFill>
              <a:srgbClr val="D4B4CC"/>
            </a:solidFill>
            <a:ln w="0">
              <a:noFill/>
              <a:prstDash val="solid"/>
            </a:ln>
          </p:spPr>
        </p:sp>
        <p:sp>
          <p:nvSpPr>
            <p:cNvPr id="991" name="original-2d:736"/>
            <p:cNvSpPr>
              <a:spLocks noGrp="1"/>
            </p:cNvSpPr>
            <p:nvPr/>
          </p:nvSpPr>
          <p:spPr>
            <a:xfrm>
              <a:off x="4777931" y="2210753"/>
              <a:ext cx="84723" cy="94121"/>
            </a:xfrm>
            <a:prstGeom prst="rect">
              <a:avLst/>
            </a:prstGeom>
            <a:solidFill>
              <a:srgbClr val="D4B4CC"/>
            </a:solidFill>
            <a:ln w="0">
              <a:noFill/>
              <a:prstDash val="solid"/>
            </a:ln>
          </p:spPr>
        </p:sp>
        <p:sp>
          <p:nvSpPr>
            <p:cNvPr id="992" name="original-2d:737"/>
            <p:cNvSpPr>
              <a:spLocks noGrp="1"/>
            </p:cNvSpPr>
            <p:nvPr/>
          </p:nvSpPr>
          <p:spPr>
            <a:xfrm>
              <a:off x="4862513" y="2210753"/>
              <a:ext cx="84723" cy="94121"/>
            </a:xfrm>
            <a:prstGeom prst="rect">
              <a:avLst/>
            </a:prstGeom>
            <a:solidFill>
              <a:srgbClr val="D4B4CC"/>
            </a:solidFill>
            <a:ln w="0">
              <a:noFill/>
              <a:prstDash val="solid"/>
            </a:ln>
          </p:spPr>
        </p:sp>
        <p:sp>
          <p:nvSpPr>
            <p:cNvPr id="993" name="original-2d:738"/>
            <p:cNvSpPr>
              <a:spLocks noGrp="1"/>
            </p:cNvSpPr>
            <p:nvPr/>
          </p:nvSpPr>
          <p:spPr>
            <a:xfrm>
              <a:off x="4947095" y="2210753"/>
              <a:ext cx="84723" cy="94121"/>
            </a:xfrm>
            <a:prstGeom prst="rect">
              <a:avLst/>
            </a:prstGeom>
            <a:solidFill>
              <a:srgbClr val="D4B4CC"/>
            </a:solidFill>
            <a:ln w="0">
              <a:noFill/>
              <a:prstDash val="solid"/>
            </a:ln>
          </p:spPr>
        </p:sp>
        <p:sp>
          <p:nvSpPr>
            <p:cNvPr id="994" name="original-2d:739"/>
            <p:cNvSpPr>
              <a:spLocks noGrp="1"/>
            </p:cNvSpPr>
            <p:nvPr/>
          </p:nvSpPr>
          <p:spPr>
            <a:xfrm>
              <a:off x="5031677" y="2210753"/>
              <a:ext cx="84723" cy="94121"/>
            </a:xfrm>
            <a:prstGeom prst="rect">
              <a:avLst/>
            </a:prstGeom>
            <a:solidFill>
              <a:srgbClr val="D4B4CC"/>
            </a:solidFill>
            <a:ln w="0">
              <a:noFill/>
              <a:prstDash val="solid"/>
            </a:ln>
          </p:spPr>
        </p:sp>
        <p:sp>
          <p:nvSpPr>
            <p:cNvPr id="995" name="original-2d:740"/>
            <p:cNvSpPr>
              <a:spLocks noGrp="1"/>
            </p:cNvSpPr>
            <p:nvPr/>
          </p:nvSpPr>
          <p:spPr>
            <a:xfrm>
              <a:off x="5116259" y="2210753"/>
              <a:ext cx="84723" cy="94121"/>
            </a:xfrm>
            <a:prstGeom prst="rect">
              <a:avLst/>
            </a:prstGeom>
            <a:solidFill>
              <a:srgbClr val="D4B4CC"/>
            </a:solidFill>
            <a:ln w="0">
              <a:noFill/>
              <a:prstDash val="solid"/>
            </a:ln>
          </p:spPr>
        </p:sp>
        <p:sp>
          <p:nvSpPr>
            <p:cNvPr id="996" name="original-2d:741"/>
            <p:cNvSpPr>
              <a:spLocks noGrp="1"/>
            </p:cNvSpPr>
            <p:nvPr/>
          </p:nvSpPr>
          <p:spPr>
            <a:xfrm>
              <a:off x="5200841" y="2210753"/>
              <a:ext cx="84723" cy="94121"/>
            </a:xfrm>
            <a:prstGeom prst="rect">
              <a:avLst/>
            </a:prstGeom>
            <a:solidFill>
              <a:srgbClr val="DCE8ED"/>
            </a:solidFill>
            <a:ln w="0">
              <a:noFill/>
              <a:prstDash val="solid"/>
            </a:ln>
          </p:spPr>
        </p:sp>
        <p:sp>
          <p:nvSpPr>
            <p:cNvPr id="997" name="original-2d:742"/>
            <p:cNvSpPr>
              <a:spLocks noGrp="1"/>
            </p:cNvSpPr>
            <p:nvPr/>
          </p:nvSpPr>
          <p:spPr>
            <a:xfrm>
              <a:off x="3593783" y="2304733"/>
              <a:ext cx="84723" cy="94121"/>
            </a:xfrm>
            <a:prstGeom prst="rect">
              <a:avLst/>
            </a:prstGeom>
            <a:solidFill>
              <a:srgbClr val="0072B2"/>
            </a:solidFill>
            <a:ln w="0">
              <a:noFill/>
              <a:prstDash val="solid"/>
            </a:ln>
          </p:spPr>
        </p:sp>
        <p:sp>
          <p:nvSpPr>
            <p:cNvPr id="998" name="original-2d:743"/>
            <p:cNvSpPr>
              <a:spLocks noGrp="1"/>
            </p:cNvSpPr>
            <p:nvPr/>
          </p:nvSpPr>
          <p:spPr>
            <a:xfrm>
              <a:off x="3678365" y="2304733"/>
              <a:ext cx="84723" cy="94121"/>
            </a:xfrm>
            <a:prstGeom prst="rect">
              <a:avLst/>
            </a:prstGeom>
            <a:solidFill>
              <a:srgbClr val="0072B2"/>
            </a:solidFill>
            <a:ln w="0">
              <a:noFill/>
              <a:prstDash val="solid"/>
            </a:ln>
          </p:spPr>
        </p:sp>
        <p:sp>
          <p:nvSpPr>
            <p:cNvPr id="999" name="original-2d:744"/>
            <p:cNvSpPr>
              <a:spLocks noGrp="1"/>
            </p:cNvSpPr>
            <p:nvPr/>
          </p:nvSpPr>
          <p:spPr>
            <a:xfrm>
              <a:off x="3762947" y="2304733"/>
              <a:ext cx="84723" cy="94121"/>
            </a:xfrm>
            <a:prstGeom prst="rect">
              <a:avLst/>
            </a:prstGeom>
            <a:solidFill>
              <a:srgbClr val="0072B2"/>
            </a:solidFill>
            <a:ln w="0">
              <a:noFill/>
              <a:prstDash val="solid"/>
            </a:ln>
          </p:spPr>
        </p:sp>
        <p:sp>
          <p:nvSpPr>
            <p:cNvPr id="1000" name="original-2d:745"/>
            <p:cNvSpPr>
              <a:spLocks noGrp="1"/>
            </p:cNvSpPr>
            <p:nvPr/>
          </p:nvSpPr>
          <p:spPr>
            <a:xfrm>
              <a:off x="3847529" y="2304733"/>
              <a:ext cx="84723" cy="94121"/>
            </a:xfrm>
            <a:prstGeom prst="rect">
              <a:avLst/>
            </a:prstGeom>
            <a:solidFill>
              <a:srgbClr val="0072B2"/>
            </a:solidFill>
            <a:ln w="0">
              <a:noFill/>
              <a:prstDash val="solid"/>
            </a:ln>
          </p:spPr>
        </p:sp>
        <p:sp>
          <p:nvSpPr>
            <p:cNvPr id="1001" name="original-2d:746"/>
            <p:cNvSpPr>
              <a:spLocks noGrp="1"/>
            </p:cNvSpPr>
            <p:nvPr/>
          </p:nvSpPr>
          <p:spPr>
            <a:xfrm>
              <a:off x="3932111" y="2304733"/>
              <a:ext cx="84723" cy="94121"/>
            </a:xfrm>
            <a:prstGeom prst="rect">
              <a:avLst/>
            </a:prstGeom>
            <a:solidFill>
              <a:srgbClr val="0072B2"/>
            </a:solidFill>
            <a:ln w="0">
              <a:noFill/>
              <a:prstDash val="solid"/>
            </a:ln>
          </p:spPr>
        </p:sp>
        <p:sp>
          <p:nvSpPr>
            <p:cNvPr id="1002" name="original-2d:747"/>
            <p:cNvSpPr>
              <a:spLocks noGrp="1"/>
            </p:cNvSpPr>
            <p:nvPr/>
          </p:nvSpPr>
          <p:spPr>
            <a:xfrm>
              <a:off x="4016693" y="2304733"/>
              <a:ext cx="84723" cy="94121"/>
            </a:xfrm>
            <a:prstGeom prst="rect">
              <a:avLst/>
            </a:prstGeom>
            <a:solidFill>
              <a:srgbClr val="0072B2"/>
            </a:solidFill>
            <a:ln w="0">
              <a:noFill/>
              <a:prstDash val="solid"/>
            </a:ln>
          </p:spPr>
        </p:sp>
        <p:sp>
          <p:nvSpPr>
            <p:cNvPr id="1003" name="original-2d:748"/>
            <p:cNvSpPr>
              <a:spLocks noGrp="1"/>
            </p:cNvSpPr>
            <p:nvPr/>
          </p:nvSpPr>
          <p:spPr>
            <a:xfrm>
              <a:off x="4101275" y="2304733"/>
              <a:ext cx="84723" cy="94121"/>
            </a:xfrm>
            <a:prstGeom prst="rect">
              <a:avLst/>
            </a:prstGeom>
            <a:solidFill>
              <a:srgbClr val="0072B2"/>
            </a:solidFill>
            <a:ln w="0">
              <a:noFill/>
              <a:prstDash val="solid"/>
            </a:ln>
          </p:spPr>
        </p:sp>
        <p:sp>
          <p:nvSpPr>
            <p:cNvPr id="1004" name="original-2d:749"/>
            <p:cNvSpPr>
              <a:spLocks noGrp="1"/>
            </p:cNvSpPr>
            <p:nvPr/>
          </p:nvSpPr>
          <p:spPr>
            <a:xfrm>
              <a:off x="4185857" y="2304733"/>
              <a:ext cx="84723" cy="94121"/>
            </a:xfrm>
            <a:prstGeom prst="rect">
              <a:avLst/>
            </a:prstGeom>
            <a:solidFill>
              <a:srgbClr val="D4B4CC"/>
            </a:solidFill>
            <a:ln w="0">
              <a:noFill/>
              <a:prstDash val="solid"/>
            </a:ln>
          </p:spPr>
        </p:sp>
        <p:sp>
          <p:nvSpPr>
            <p:cNvPr id="1005" name="original-2d:750"/>
            <p:cNvSpPr>
              <a:spLocks noGrp="1"/>
            </p:cNvSpPr>
            <p:nvPr/>
          </p:nvSpPr>
          <p:spPr>
            <a:xfrm>
              <a:off x="4270439" y="2304733"/>
              <a:ext cx="84723" cy="94121"/>
            </a:xfrm>
            <a:prstGeom prst="rect">
              <a:avLst/>
            </a:prstGeom>
            <a:solidFill>
              <a:srgbClr val="D4B4CC"/>
            </a:solidFill>
            <a:ln w="0">
              <a:noFill/>
              <a:prstDash val="solid"/>
            </a:ln>
          </p:spPr>
        </p:sp>
        <p:sp>
          <p:nvSpPr>
            <p:cNvPr id="1006" name="original-2d:751"/>
            <p:cNvSpPr>
              <a:spLocks noGrp="1"/>
            </p:cNvSpPr>
            <p:nvPr/>
          </p:nvSpPr>
          <p:spPr>
            <a:xfrm>
              <a:off x="4355021" y="2304733"/>
              <a:ext cx="84723" cy="94121"/>
            </a:xfrm>
            <a:prstGeom prst="rect">
              <a:avLst/>
            </a:prstGeom>
            <a:solidFill>
              <a:srgbClr val="D4B4CC"/>
            </a:solidFill>
            <a:ln w="0">
              <a:noFill/>
              <a:prstDash val="solid"/>
            </a:ln>
          </p:spPr>
        </p:sp>
        <p:sp>
          <p:nvSpPr>
            <p:cNvPr id="1007" name="original-2d:752"/>
            <p:cNvSpPr>
              <a:spLocks noGrp="1"/>
            </p:cNvSpPr>
            <p:nvPr/>
          </p:nvSpPr>
          <p:spPr>
            <a:xfrm>
              <a:off x="4439603" y="2304733"/>
              <a:ext cx="84723" cy="94121"/>
            </a:xfrm>
            <a:prstGeom prst="rect">
              <a:avLst/>
            </a:prstGeom>
            <a:solidFill>
              <a:srgbClr val="D4B4CC"/>
            </a:solidFill>
            <a:ln w="0">
              <a:noFill/>
              <a:prstDash val="solid"/>
            </a:ln>
          </p:spPr>
        </p:sp>
        <p:sp>
          <p:nvSpPr>
            <p:cNvPr id="1008" name="original-2d:753"/>
            <p:cNvSpPr>
              <a:spLocks noGrp="1"/>
            </p:cNvSpPr>
            <p:nvPr/>
          </p:nvSpPr>
          <p:spPr>
            <a:xfrm>
              <a:off x="4524185" y="2304733"/>
              <a:ext cx="84723" cy="94121"/>
            </a:xfrm>
            <a:prstGeom prst="rect">
              <a:avLst/>
            </a:prstGeom>
            <a:solidFill>
              <a:srgbClr val="D4B4CC"/>
            </a:solidFill>
            <a:ln w="0">
              <a:noFill/>
              <a:prstDash val="solid"/>
            </a:ln>
          </p:spPr>
        </p:sp>
        <p:sp>
          <p:nvSpPr>
            <p:cNvPr id="1009" name="original-2d:754"/>
            <p:cNvSpPr>
              <a:spLocks noGrp="1"/>
            </p:cNvSpPr>
            <p:nvPr/>
          </p:nvSpPr>
          <p:spPr>
            <a:xfrm>
              <a:off x="4608767" y="2304733"/>
              <a:ext cx="84723" cy="94121"/>
            </a:xfrm>
            <a:prstGeom prst="rect">
              <a:avLst/>
            </a:prstGeom>
            <a:solidFill>
              <a:srgbClr val="D4B4CC"/>
            </a:solidFill>
            <a:ln w="0">
              <a:noFill/>
              <a:prstDash val="solid"/>
            </a:ln>
          </p:spPr>
        </p:sp>
        <p:sp>
          <p:nvSpPr>
            <p:cNvPr id="1010" name="original-2d:755"/>
            <p:cNvSpPr>
              <a:spLocks noGrp="1"/>
            </p:cNvSpPr>
            <p:nvPr/>
          </p:nvSpPr>
          <p:spPr>
            <a:xfrm>
              <a:off x="4693349" y="2304733"/>
              <a:ext cx="84723" cy="94121"/>
            </a:xfrm>
            <a:prstGeom prst="rect">
              <a:avLst/>
            </a:prstGeom>
            <a:solidFill>
              <a:srgbClr val="D4B4CC"/>
            </a:solidFill>
            <a:ln w="0">
              <a:noFill/>
              <a:prstDash val="solid"/>
            </a:ln>
          </p:spPr>
        </p:sp>
        <p:sp>
          <p:nvSpPr>
            <p:cNvPr id="1011" name="original-2d:756"/>
            <p:cNvSpPr>
              <a:spLocks noGrp="1"/>
            </p:cNvSpPr>
            <p:nvPr/>
          </p:nvSpPr>
          <p:spPr>
            <a:xfrm>
              <a:off x="4777931" y="2304733"/>
              <a:ext cx="84723" cy="94121"/>
            </a:xfrm>
            <a:prstGeom prst="rect">
              <a:avLst/>
            </a:prstGeom>
            <a:solidFill>
              <a:srgbClr val="D4B4CC"/>
            </a:solidFill>
            <a:ln w="0">
              <a:noFill/>
              <a:prstDash val="solid"/>
            </a:ln>
          </p:spPr>
        </p:sp>
        <p:sp>
          <p:nvSpPr>
            <p:cNvPr id="1012" name="original-2d:757"/>
            <p:cNvSpPr>
              <a:spLocks noGrp="1"/>
            </p:cNvSpPr>
            <p:nvPr/>
          </p:nvSpPr>
          <p:spPr>
            <a:xfrm>
              <a:off x="4862513" y="2304733"/>
              <a:ext cx="84723" cy="94121"/>
            </a:xfrm>
            <a:prstGeom prst="rect">
              <a:avLst/>
            </a:prstGeom>
            <a:solidFill>
              <a:srgbClr val="D4B4CC"/>
            </a:solidFill>
            <a:ln w="0">
              <a:noFill/>
              <a:prstDash val="solid"/>
            </a:ln>
          </p:spPr>
        </p:sp>
        <p:sp>
          <p:nvSpPr>
            <p:cNvPr id="1013" name="original-2d:758"/>
            <p:cNvSpPr>
              <a:spLocks noGrp="1"/>
            </p:cNvSpPr>
            <p:nvPr/>
          </p:nvSpPr>
          <p:spPr>
            <a:xfrm>
              <a:off x="4947095" y="2304733"/>
              <a:ext cx="84723" cy="94121"/>
            </a:xfrm>
            <a:prstGeom prst="rect">
              <a:avLst/>
            </a:prstGeom>
            <a:solidFill>
              <a:srgbClr val="DCE8ED"/>
            </a:solidFill>
            <a:ln w="0">
              <a:noFill/>
              <a:prstDash val="solid"/>
            </a:ln>
          </p:spPr>
        </p:sp>
        <p:sp>
          <p:nvSpPr>
            <p:cNvPr id="1014" name="original-2d:759"/>
            <p:cNvSpPr>
              <a:spLocks noGrp="1"/>
            </p:cNvSpPr>
            <p:nvPr/>
          </p:nvSpPr>
          <p:spPr>
            <a:xfrm>
              <a:off x="5031677" y="2304733"/>
              <a:ext cx="84723" cy="94121"/>
            </a:xfrm>
            <a:prstGeom prst="rect">
              <a:avLst/>
            </a:prstGeom>
            <a:solidFill>
              <a:srgbClr val="DCE8ED"/>
            </a:solidFill>
            <a:ln w="0">
              <a:noFill/>
              <a:prstDash val="solid"/>
            </a:ln>
          </p:spPr>
        </p:sp>
        <p:sp>
          <p:nvSpPr>
            <p:cNvPr id="1015" name="original-2d:760"/>
            <p:cNvSpPr>
              <a:spLocks noGrp="1"/>
            </p:cNvSpPr>
            <p:nvPr/>
          </p:nvSpPr>
          <p:spPr>
            <a:xfrm>
              <a:off x="5116259" y="2304733"/>
              <a:ext cx="84723" cy="94121"/>
            </a:xfrm>
            <a:prstGeom prst="rect">
              <a:avLst/>
            </a:prstGeom>
            <a:solidFill>
              <a:srgbClr val="DCE8ED"/>
            </a:solidFill>
            <a:ln w="0">
              <a:noFill/>
              <a:prstDash val="solid"/>
            </a:ln>
          </p:spPr>
        </p:sp>
        <p:sp>
          <p:nvSpPr>
            <p:cNvPr id="1016" name="original-2d:761"/>
            <p:cNvSpPr>
              <a:spLocks noGrp="1"/>
            </p:cNvSpPr>
            <p:nvPr/>
          </p:nvSpPr>
          <p:spPr>
            <a:xfrm>
              <a:off x="5200841" y="2304733"/>
              <a:ext cx="84723" cy="94121"/>
            </a:xfrm>
            <a:prstGeom prst="rect">
              <a:avLst/>
            </a:prstGeom>
            <a:solidFill>
              <a:srgbClr val="DCE8ED"/>
            </a:solidFill>
            <a:ln w="0">
              <a:noFill/>
              <a:prstDash val="solid"/>
            </a:ln>
          </p:spPr>
        </p:sp>
        <p:sp>
          <p:nvSpPr>
            <p:cNvPr id="1017" name="original-2d:762"/>
            <p:cNvSpPr>
              <a:spLocks noGrp="1"/>
            </p:cNvSpPr>
            <p:nvPr/>
          </p:nvSpPr>
          <p:spPr>
            <a:xfrm>
              <a:off x="3593783" y="2398713"/>
              <a:ext cx="84723" cy="94121"/>
            </a:xfrm>
            <a:prstGeom prst="rect">
              <a:avLst/>
            </a:prstGeom>
            <a:solidFill>
              <a:srgbClr val="0072B2"/>
            </a:solidFill>
            <a:ln w="0">
              <a:noFill/>
              <a:prstDash val="solid"/>
            </a:ln>
          </p:spPr>
        </p:sp>
        <p:sp>
          <p:nvSpPr>
            <p:cNvPr id="1018" name="original-2d:763"/>
            <p:cNvSpPr>
              <a:spLocks noGrp="1"/>
            </p:cNvSpPr>
            <p:nvPr/>
          </p:nvSpPr>
          <p:spPr>
            <a:xfrm>
              <a:off x="3678365" y="2398713"/>
              <a:ext cx="84723" cy="94121"/>
            </a:xfrm>
            <a:prstGeom prst="rect">
              <a:avLst/>
            </a:prstGeom>
            <a:solidFill>
              <a:srgbClr val="0072B2"/>
            </a:solidFill>
            <a:ln w="0">
              <a:noFill/>
              <a:prstDash val="solid"/>
            </a:ln>
          </p:spPr>
        </p:sp>
        <p:sp>
          <p:nvSpPr>
            <p:cNvPr id="1019" name="original-2d:764"/>
            <p:cNvSpPr>
              <a:spLocks noGrp="1"/>
            </p:cNvSpPr>
            <p:nvPr/>
          </p:nvSpPr>
          <p:spPr>
            <a:xfrm>
              <a:off x="3762947" y="2398713"/>
              <a:ext cx="84723" cy="94121"/>
            </a:xfrm>
            <a:prstGeom prst="rect">
              <a:avLst/>
            </a:prstGeom>
            <a:solidFill>
              <a:srgbClr val="0072B2"/>
            </a:solidFill>
            <a:ln w="0">
              <a:noFill/>
              <a:prstDash val="solid"/>
            </a:ln>
          </p:spPr>
        </p:sp>
        <p:sp>
          <p:nvSpPr>
            <p:cNvPr id="1020" name="original-2d:765"/>
            <p:cNvSpPr>
              <a:spLocks noGrp="1"/>
            </p:cNvSpPr>
            <p:nvPr/>
          </p:nvSpPr>
          <p:spPr>
            <a:xfrm>
              <a:off x="3847529" y="2398713"/>
              <a:ext cx="84723" cy="94121"/>
            </a:xfrm>
            <a:prstGeom prst="rect">
              <a:avLst/>
            </a:prstGeom>
            <a:solidFill>
              <a:srgbClr val="0072B2"/>
            </a:solidFill>
            <a:ln w="0">
              <a:noFill/>
              <a:prstDash val="solid"/>
            </a:ln>
          </p:spPr>
        </p:sp>
        <p:sp>
          <p:nvSpPr>
            <p:cNvPr id="1021" name="original-2d:766"/>
            <p:cNvSpPr>
              <a:spLocks noGrp="1"/>
            </p:cNvSpPr>
            <p:nvPr/>
          </p:nvSpPr>
          <p:spPr>
            <a:xfrm>
              <a:off x="3932111" y="2398713"/>
              <a:ext cx="84723" cy="94121"/>
            </a:xfrm>
            <a:prstGeom prst="rect">
              <a:avLst/>
            </a:prstGeom>
            <a:solidFill>
              <a:srgbClr val="0072B2"/>
            </a:solidFill>
            <a:ln w="0">
              <a:noFill/>
              <a:prstDash val="solid"/>
            </a:ln>
          </p:spPr>
        </p:sp>
        <p:sp>
          <p:nvSpPr>
            <p:cNvPr id="1022" name="original-2d:767"/>
            <p:cNvSpPr>
              <a:spLocks noGrp="1"/>
            </p:cNvSpPr>
            <p:nvPr/>
          </p:nvSpPr>
          <p:spPr>
            <a:xfrm>
              <a:off x="4016693" y="2398713"/>
              <a:ext cx="84723" cy="94121"/>
            </a:xfrm>
            <a:prstGeom prst="rect">
              <a:avLst/>
            </a:prstGeom>
            <a:solidFill>
              <a:srgbClr val="0072B2"/>
            </a:solidFill>
            <a:ln w="0">
              <a:noFill/>
              <a:prstDash val="solid"/>
            </a:ln>
          </p:spPr>
        </p:sp>
        <p:sp>
          <p:nvSpPr>
            <p:cNvPr id="1023" name="original-2d:768"/>
            <p:cNvSpPr>
              <a:spLocks noGrp="1"/>
            </p:cNvSpPr>
            <p:nvPr/>
          </p:nvSpPr>
          <p:spPr>
            <a:xfrm>
              <a:off x="4101275" y="2398713"/>
              <a:ext cx="84723" cy="94121"/>
            </a:xfrm>
            <a:prstGeom prst="rect">
              <a:avLst/>
            </a:prstGeom>
            <a:solidFill>
              <a:srgbClr val="D4B4CC"/>
            </a:solidFill>
            <a:ln w="0">
              <a:noFill/>
              <a:prstDash val="solid"/>
            </a:ln>
          </p:spPr>
        </p:sp>
        <p:sp>
          <p:nvSpPr>
            <p:cNvPr id="1024" name="original-2d:769"/>
            <p:cNvSpPr>
              <a:spLocks noGrp="1"/>
            </p:cNvSpPr>
            <p:nvPr/>
          </p:nvSpPr>
          <p:spPr>
            <a:xfrm>
              <a:off x="4185857" y="2398713"/>
              <a:ext cx="84723" cy="94121"/>
            </a:xfrm>
            <a:prstGeom prst="rect">
              <a:avLst/>
            </a:prstGeom>
            <a:solidFill>
              <a:srgbClr val="D4B4CC"/>
            </a:solidFill>
            <a:ln w="0">
              <a:noFill/>
              <a:prstDash val="solid"/>
            </a:ln>
          </p:spPr>
        </p:sp>
        <p:sp>
          <p:nvSpPr>
            <p:cNvPr id="1025" name="original-2d:770"/>
            <p:cNvSpPr>
              <a:spLocks noGrp="1"/>
            </p:cNvSpPr>
            <p:nvPr/>
          </p:nvSpPr>
          <p:spPr>
            <a:xfrm>
              <a:off x="4270439" y="2398713"/>
              <a:ext cx="84723" cy="94121"/>
            </a:xfrm>
            <a:prstGeom prst="rect">
              <a:avLst/>
            </a:prstGeom>
            <a:solidFill>
              <a:srgbClr val="D4B4CC"/>
            </a:solidFill>
            <a:ln w="0">
              <a:noFill/>
              <a:prstDash val="solid"/>
            </a:ln>
          </p:spPr>
        </p:sp>
        <p:sp>
          <p:nvSpPr>
            <p:cNvPr id="1026" name="original-2d:771"/>
            <p:cNvSpPr>
              <a:spLocks noGrp="1"/>
            </p:cNvSpPr>
            <p:nvPr/>
          </p:nvSpPr>
          <p:spPr>
            <a:xfrm>
              <a:off x="4355021" y="2398713"/>
              <a:ext cx="84723" cy="94121"/>
            </a:xfrm>
            <a:prstGeom prst="rect">
              <a:avLst/>
            </a:prstGeom>
            <a:solidFill>
              <a:srgbClr val="D4B4CC"/>
            </a:solidFill>
            <a:ln w="0">
              <a:noFill/>
              <a:prstDash val="solid"/>
            </a:ln>
          </p:spPr>
        </p:sp>
        <p:sp>
          <p:nvSpPr>
            <p:cNvPr id="1027" name="original-2d:772"/>
            <p:cNvSpPr>
              <a:spLocks noGrp="1"/>
            </p:cNvSpPr>
            <p:nvPr/>
          </p:nvSpPr>
          <p:spPr>
            <a:xfrm>
              <a:off x="4439603" y="2398713"/>
              <a:ext cx="84723" cy="94121"/>
            </a:xfrm>
            <a:prstGeom prst="rect">
              <a:avLst/>
            </a:prstGeom>
            <a:solidFill>
              <a:srgbClr val="DCE8ED"/>
            </a:solidFill>
            <a:ln w="0">
              <a:noFill/>
              <a:prstDash val="solid"/>
            </a:ln>
          </p:spPr>
        </p:sp>
        <p:sp>
          <p:nvSpPr>
            <p:cNvPr id="1028" name="original-2d:773"/>
            <p:cNvSpPr>
              <a:spLocks noGrp="1"/>
            </p:cNvSpPr>
            <p:nvPr/>
          </p:nvSpPr>
          <p:spPr>
            <a:xfrm>
              <a:off x="4524185" y="2398713"/>
              <a:ext cx="84723" cy="94121"/>
            </a:xfrm>
            <a:prstGeom prst="rect">
              <a:avLst/>
            </a:prstGeom>
            <a:solidFill>
              <a:srgbClr val="DCE8ED"/>
            </a:solidFill>
            <a:ln w="0">
              <a:noFill/>
              <a:prstDash val="solid"/>
            </a:ln>
          </p:spPr>
        </p:sp>
        <p:sp>
          <p:nvSpPr>
            <p:cNvPr id="1029" name="original-2d:774"/>
            <p:cNvSpPr>
              <a:spLocks noGrp="1"/>
            </p:cNvSpPr>
            <p:nvPr/>
          </p:nvSpPr>
          <p:spPr>
            <a:xfrm>
              <a:off x="4608767" y="2398713"/>
              <a:ext cx="84723" cy="94121"/>
            </a:xfrm>
            <a:prstGeom prst="rect">
              <a:avLst/>
            </a:prstGeom>
            <a:solidFill>
              <a:srgbClr val="DCE8ED"/>
            </a:solidFill>
            <a:ln w="0">
              <a:noFill/>
              <a:prstDash val="solid"/>
            </a:ln>
          </p:spPr>
        </p:sp>
        <p:sp>
          <p:nvSpPr>
            <p:cNvPr id="1030" name="original-2d:775"/>
            <p:cNvSpPr>
              <a:spLocks noGrp="1"/>
            </p:cNvSpPr>
            <p:nvPr/>
          </p:nvSpPr>
          <p:spPr>
            <a:xfrm>
              <a:off x="4693349" y="2398713"/>
              <a:ext cx="84723" cy="94121"/>
            </a:xfrm>
            <a:prstGeom prst="rect">
              <a:avLst/>
            </a:prstGeom>
            <a:solidFill>
              <a:srgbClr val="DCE8ED"/>
            </a:solidFill>
            <a:ln w="0">
              <a:noFill/>
              <a:prstDash val="solid"/>
            </a:ln>
          </p:spPr>
        </p:sp>
        <p:sp>
          <p:nvSpPr>
            <p:cNvPr id="1031" name="original-2d:776"/>
            <p:cNvSpPr>
              <a:spLocks noGrp="1"/>
            </p:cNvSpPr>
            <p:nvPr/>
          </p:nvSpPr>
          <p:spPr>
            <a:xfrm>
              <a:off x="4777931" y="2398713"/>
              <a:ext cx="84723" cy="94121"/>
            </a:xfrm>
            <a:prstGeom prst="rect">
              <a:avLst/>
            </a:prstGeom>
            <a:solidFill>
              <a:srgbClr val="DCE8ED"/>
            </a:solidFill>
            <a:ln w="0">
              <a:noFill/>
              <a:prstDash val="solid"/>
            </a:ln>
          </p:spPr>
        </p:sp>
        <p:sp>
          <p:nvSpPr>
            <p:cNvPr id="1032" name="original-2d:777"/>
            <p:cNvSpPr>
              <a:spLocks noGrp="1"/>
            </p:cNvSpPr>
            <p:nvPr/>
          </p:nvSpPr>
          <p:spPr>
            <a:xfrm>
              <a:off x="4862513" y="2398713"/>
              <a:ext cx="84723" cy="94121"/>
            </a:xfrm>
            <a:prstGeom prst="rect">
              <a:avLst/>
            </a:prstGeom>
            <a:solidFill>
              <a:srgbClr val="DCE8ED"/>
            </a:solidFill>
            <a:ln w="0">
              <a:noFill/>
              <a:prstDash val="solid"/>
            </a:ln>
          </p:spPr>
        </p:sp>
        <p:sp>
          <p:nvSpPr>
            <p:cNvPr id="1033" name="original-2d:778"/>
            <p:cNvSpPr>
              <a:spLocks noGrp="1"/>
            </p:cNvSpPr>
            <p:nvPr/>
          </p:nvSpPr>
          <p:spPr>
            <a:xfrm>
              <a:off x="4947095" y="2398713"/>
              <a:ext cx="84723" cy="94121"/>
            </a:xfrm>
            <a:prstGeom prst="rect">
              <a:avLst/>
            </a:prstGeom>
            <a:solidFill>
              <a:srgbClr val="DCE8ED"/>
            </a:solidFill>
            <a:ln w="0">
              <a:noFill/>
              <a:prstDash val="solid"/>
            </a:ln>
          </p:spPr>
        </p:sp>
        <p:sp>
          <p:nvSpPr>
            <p:cNvPr id="1034" name="original-2d:779"/>
            <p:cNvSpPr>
              <a:spLocks noGrp="1"/>
            </p:cNvSpPr>
            <p:nvPr/>
          </p:nvSpPr>
          <p:spPr>
            <a:xfrm>
              <a:off x="5031677" y="2398713"/>
              <a:ext cx="84723" cy="94121"/>
            </a:xfrm>
            <a:prstGeom prst="rect">
              <a:avLst/>
            </a:prstGeom>
            <a:solidFill>
              <a:srgbClr val="DCE8ED"/>
            </a:solidFill>
            <a:ln w="0">
              <a:noFill/>
              <a:prstDash val="solid"/>
            </a:ln>
          </p:spPr>
        </p:sp>
        <p:sp>
          <p:nvSpPr>
            <p:cNvPr id="1035" name="original-2d:780"/>
            <p:cNvSpPr>
              <a:spLocks noGrp="1"/>
            </p:cNvSpPr>
            <p:nvPr/>
          </p:nvSpPr>
          <p:spPr>
            <a:xfrm>
              <a:off x="5116259" y="2398713"/>
              <a:ext cx="84723" cy="94121"/>
            </a:xfrm>
            <a:prstGeom prst="rect">
              <a:avLst/>
            </a:prstGeom>
            <a:solidFill>
              <a:srgbClr val="DCE8ED"/>
            </a:solidFill>
            <a:ln w="0">
              <a:noFill/>
              <a:prstDash val="solid"/>
            </a:ln>
          </p:spPr>
        </p:sp>
        <p:sp>
          <p:nvSpPr>
            <p:cNvPr id="1036" name="original-2d:781"/>
            <p:cNvSpPr>
              <a:spLocks noGrp="1"/>
            </p:cNvSpPr>
            <p:nvPr/>
          </p:nvSpPr>
          <p:spPr>
            <a:xfrm>
              <a:off x="5200841" y="2398713"/>
              <a:ext cx="84723" cy="94121"/>
            </a:xfrm>
            <a:prstGeom prst="rect">
              <a:avLst/>
            </a:prstGeom>
            <a:solidFill>
              <a:srgbClr val="DCE8ED"/>
            </a:solidFill>
            <a:ln w="0">
              <a:noFill/>
              <a:prstDash val="solid"/>
            </a:ln>
          </p:spPr>
        </p:sp>
        <p:sp>
          <p:nvSpPr>
            <p:cNvPr id="1037" name="original-2d:782"/>
            <p:cNvSpPr>
              <a:spLocks noGrp="1"/>
            </p:cNvSpPr>
            <p:nvPr/>
          </p:nvSpPr>
          <p:spPr>
            <a:xfrm>
              <a:off x="3593783" y="2492693"/>
              <a:ext cx="84723" cy="94121"/>
            </a:xfrm>
            <a:prstGeom prst="rect">
              <a:avLst/>
            </a:prstGeom>
            <a:solidFill>
              <a:srgbClr val="0072B2"/>
            </a:solidFill>
            <a:ln w="0">
              <a:noFill/>
              <a:prstDash val="solid"/>
            </a:ln>
          </p:spPr>
        </p:sp>
        <p:sp>
          <p:nvSpPr>
            <p:cNvPr id="1038" name="original-2d:783"/>
            <p:cNvSpPr>
              <a:spLocks noGrp="1"/>
            </p:cNvSpPr>
            <p:nvPr/>
          </p:nvSpPr>
          <p:spPr>
            <a:xfrm>
              <a:off x="3678365" y="2492693"/>
              <a:ext cx="84723" cy="94121"/>
            </a:xfrm>
            <a:prstGeom prst="rect">
              <a:avLst/>
            </a:prstGeom>
            <a:solidFill>
              <a:srgbClr val="0072B2"/>
            </a:solidFill>
            <a:ln w="0">
              <a:noFill/>
              <a:prstDash val="solid"/>
            </a:ln>
          </p:spPr>
        </p:sp>
        <p:sp>
          <p:nvSpPr>
            <p:cNvPr id="1039" name="original-2d:784"/>
            <p:cNvSpPr>
              <a:spLocks noGrp="1"/>
            </p:cNvSpPr>
            <p:nvPr/>
          </p:nvSpPr>
          <p:spPr>
            <a:xfrm>
              <a:off x="3762947" y="2492693"/>
              <a:ext cx="84723" cy="94121"/>
            </a:xfrm>
            <a:prstGeom prst="rect">
              <a:avLst/>
            </a:prstGeom>
            <a:solidFill>
              <a:srgbClr val="0072B2"/>
            </a:solidFill>
            <a:ln w="0">
              <a:noFill/>
              <a:prstDash val="solid"/>
            </a:ln>
          </p:spPr>
        </p:sp>
        <p:sp>
          <p:nvSpPr>
            <p:cNvPr id="1040" name="original-2d:785"/>
            <p:cNvSpPr>
              <a:spLocks noGrp="1"/>
            </p:cNvSpPr>
            <p:nvPr/>
          </p:nvSpPr>
          <p:spPr>
            <a:xfrm>
              <a:off x="3847529" y="2492693"/>
              <a:ext cx="84723" cy="94121"/>
            </a:xfrm>
            <a:prstGeom prst="rect">
              <a:avLst/>
            </a:prstGeom>
            <a:solidFill>
              <a:srgbClr val="0072B2"/>
            </a:solidFill>
            <a:ln w="0">
              <a:noFill/>
              <a:prstDash val="solid"/>
            </a:ln>
          </p:spPr>
        </p:sp>
        <p:sp>
          <p:nvSpPr>
            <p:cNvPr id="1041" name="original-2d:786"/>
            <p:cNvSpPr>
              <a:spLocks noGrp="1"/>
            </p:cNvSpPr>
            <p:nvPr/>
          </p:nvSpPr>
          <p:spPr>
            <a:xfrm>
              <a:off x="3932111" y="2492693"/>
              <a:ext cx="84723" cy="94121"/>
            </a:xfrm>
            <a:prstGeom prst="rect">
              <a:avLst/>
            </a:prstGeom>
            <a:solidFill>
              <a:srgbClr val="0072B2"/>
            </a:solidFill>
            <a:ln w="0">
              <a:noFill/>
              <a:prstDash val="solid"/>
            </a:ln>
          </p:spPr>
        </p:sp>
        <p:sp>
          <p:nvSpPr>
            <p:cNvPr id="1042" name="original-2d:787"/>
            <p:cNvSpPr>
              <a:spLocks noGrp="1"/>
            </p:cNvSpPr>
            <p:nvPr/>
          </p:nvSpPr>
          <p:spPr>
            <a:xfrm>
              <a:off x="4016693" y="2492693"/>
              <a:ext cx="84723" cy="94121"/>
            </a:xfrm>
            <a:prstGeom prst="rect">
              <a:avLst/>
            </a:prstGeom>
            <a:solidFill>
              <a:srgbClr val="D4B4CC"/>
            </a:solidFill>
            <a:ln w="0">
              <a:noFill/>
              <a:prstDash val="solid"/>
            </a:ln>
          </p:spPr>
        </p:sp>
        <p:sp>
          <p:nvSpPr>
            <p:cNvPr id="1043" name="original-2d:788"/>
            <p:cNvSpPr>
              <a:spLocks noGrp="1"/>
            </p:cNvSpPr>
            <p:nvPr/>
          </p:nvSpPr>
          <p:spPr>
            <a:xfrm>
              <a:off x="4101275" y="2492693"/>
              <a:ext cx="84723" cy="94121"/>
            </a:xfrm>
            <a:prstGeom prst="rect">
              <a:avLst/>
            </a:prstGeom>
            <a:solidFill>
              <a:srgbClr val="D4B4CC"/>
            </a:solidFill>
            <a:ln w="0">
              <a:noFill/>
              <a:prstDash val="solid"/>
            </a:ln>
          </p:spPr>
        </p:sp>
        <p:sp>
          <p:nvSpPr>
            <p:cNvPr id="1044" name="original-2d:789"/>
            <p:cNvSpPr>
              <a:spLocks noGrp="1"/>
            </p:cNvSpPr>
            <p:nvPr/>
          </p:nvSpPr>
          <p:spPr>
            <a:xfrm>
              <a:off x="4185857" y="2492693"/>
              <a:ext cx="84723" cy="94121"/>
            </a:xfrm>
            <a:prstGeom prst="rect">
              <a:avLst/>
            </a:prstGeom>
            <a:solidFill>
              <a:srgbClr val="D4B4CC"/>
            </a:solidFill>
            <a:ln w="0">
              <a:noFill/>
              <a:prstDash val="solid"/>
            </a:ln>
          </p:spPr>
        </p:sp>
        <p:sp>
          <p:nvSpPr>
            <p:cNvPr id="1045" name="original-2d:790"/>
            <p:cNvSpPr>
              <a:spLocks noGrp="1"/>
            </p:cNvSpPr>
            <p:nvPr/>
          </p:nvSpPr>
          <p:spPr>
            <a:xfrm>
              <a:off x="4270439" y="2492693"/>
              <a:ext cx="84723" cy="94121"/>
            </a:xfrm>
            <a:prstGeom prst="rect">
              <a:avLst/>
            </a:prstGeom>
            <a:solidFill>
              <a:srgbClr val="DCE8ED"/>
            </a:solidFill>
            <a:ln w="0">
              <a:noFill/>
              <a:prstDash val="solid"/>
            </a:ln>
          </p:spPr>
        </p:sp>
        <p:sp>
          <p:nvSpPr>
            <p:cNvPr id="1046" name="original-2d:791"/>
            <p:cNvSpPr>
              <a:spLocks noGrp="1"/>
            </p:cNvSpPr>
            <p:nvPr/>
          </p:nvSpPr>
          <p:spPr>
            <a:xfrm>
              <a:off x="4355021" y="2492693"/>
              <a:ext cx="84723" cy="94121"/>
            </a:xfrm>
            <a:prstGeom prst="rect">
              <a:avLst/>
            </a:prstGeom>
            <a:solidFill>
              <a:srgbClr val="DCE8ED"/>
            </a:solidFill>
            <a:ln w="0">
              <a:noFill/>
              <a:prstDash val="solid"/>
            </a:ln>
          </p:spPr>
        </p:sp>
        <p:sp>
          <p:nvSpPr>
            <p:cNvPr id="1047" name="original-2d:792"/>
            <p:cNvSpPr>
              <a:spLocks noGrp="1"/>
            </p:cNvSpPr>
            <p:nvPr/>
          </p:nvSpPr>
          <p:spPr>
            <a:xfrm>
              <a:off x="4439603" y="2492693"/>
              <a:ext cx="84723" cy="94121"/>
            </a:xfrm>
            <a:prstGeom prst="rect">
              <a:avLst/>
            </a:prstGeom>
            <a:solidFill>
              <a:srgbClr val="DCE8ED"/>
            </a:solidFill>
            <a:ln w="0">
              <a:noFill/>
              <a:prstDash val="solid"/>
            </a:ln>
          </p:spPr>
        </p:sp>
        <p:sp>
          <p:nvSpPr>
            <p:cNvPr id="1048" name="original-2d:793"/>
            <p:cNvSpPr>
              <a:spLocks noGrp="1"/>
            </p:cNvSpPr>
            <p:nvPr/>
          </p:nvSpPr>
          <p:spPr>
            <a:xfrm>
              <a:off x="4524185" y="2492693"/>
              <a:ext cx="84723" cy="94121"/>
            </a:xfrm>
            <a:prstGeom prst="rect">
              <a:avLst/>
            </a:prstGeom>
            <a:solidFill>
              <a:srgbClr val="DCE8ED"/>
            </a:solidFill>
            <a:ln w="0">
              <a:noFill/>
              <a:prstDash val="solid"/>
            </a:ln>
          </p:spPr>
        </p:sp>
        <p:sp>
          <p:nvSpPr>
            <p:cNvPr id="1049" name="original-2d:794"/>
            <p:cNvSpPr>
              <a:spLocks noGrp="1"/>
            </p:cNvSpPr>
            <p:nvPr/>
          </p:nvSpPr>
          <p:spPr>
            <a:xfrm>
              <a:off x="4608767" y="2492693"/>
              <a:ext cx="84723" cy="94121"/>
            </a:xfrm>
            <a:prstGeom prst="rect">
              <a:avLst/>
            </a:prstGeom>
            <a:solidFill>
              <a:srgbClr val="81C9BA"/>
            </a:solidFill>
            <a:ln w="0">
              <a:noFill/>
              <a:prstDash val="solid"/>
            </a:ln>
          </p:spPr>
        </p:sp>
        <p:sp>
          <p:nvSpPr>
            <p:cNvPr id="1050" name="original-2d:795"/>
            <p:cNvSpPr>
              <a:spLocks noGrp="1"/>
            </p:cNvSpPr>
            <p:nvPr/>
          </p:nvSpPr>
          <p:spPr>
            <a:xfrm>
              <a:off x="4693349" y="2492693"/>
              <a:ext cx="84723" cy="94121"/>
            </a:xfrm>
            <a:prstGeom prst="rect">
              <a:avLst/>
            </a:prstGeom>
            <a:solidFill>
              <a:srgbClr val="81C9BA"/>
            </a:solidFill>
            <a:ln w="0">
              <a:noFill/>
              <a:prstDash val="solid"/>
            </a:ln>
          </p:spPr>
        </p:sp>
        <p:sp>
          <p:nvSpPr>
            <p:cNvPr id="1051" name="original-2d:796"/>
            <p:cNvSpPr>
              <a:spLocks noGrp="1"/>
            </p:cNvSpPr>
            <p:nvPr/>
          </p:nvSpPr>
          <p:spPr>
            <a:xfrm>
              <a:off x="4777931" y="2492693"/>
              <a:ext cx="84723" cy="94121"/>
            </a:xfrm>
            <a:prstGeom prst="rect">
              <a:avLst/>
            </a:prstGeom>
            <a:solidFill>
              <a:srgbClr val="81C9BA"/>
            </a:solidFill>
            <a:ln w="0">
              <a:noFill/>
              <a:prstDash val="solid"/>
            </a:ln>
          </p:spPr>
        </p:sp>
        <p:sp>
          <p:nvSpPr>
            <p:cNvPr id="1052" name="original-2d:797"/>
            <p:cNvSpPr>
              <a:spLocks noGrp="1"/>
            </p:cNvSpPr>
            <p:nvPr/>
          </p:nvSpPr>
          <p:spPr>
            <a:xfrm>
              <a:off x="4862513" y="2492693"/>
              <a:ext cx="84723" cy="94121"/>
            </a:xfrm>
            <a:prstGeom prst="rect">
              <a:avLst/>
            </a:prstGeom>
            <a:solidFill>
              <a:srgbClr val="81C9BA"/>
            </a:solidFill>
            <a:ln w="0">
              <a:noFill/>
              <a:prstDash val="solid"/>
            </a:ln>
          </p:spPr>
        </p:sp>
        <p:sp>
          <p:nvSpPr>
            <p:cNvPr id="1053" name="original-2d:798"/>
            <p:cNvSpPr>
              <a:spLocks noGrp="1"/>
            </p:cNvSpPr>
            <p:nvPr/>
          </p:nvSpPr>
          <p:spPr>
            <a:xfrm>
              <a:off x="4947095" y="2492693"/>
              <a:ext cx="84723" cy="94121"/>
            </a:xfrm>
            <a:prstGeom prst="rect">
              <a:avLst/>
            </a:prstGeom>
            <a:solidFill>
              <a:srgbClr val="81C9BA"/>
            </a:solidFill>
            <a:ln w="0">
              <a:noFill/>
              <a:prstDash val="solid"/>
            </a:ln>
          </p:spPr>
        </p:sp>
        <p:sp>
          <p:nvSpPr>
            <p:cNvPr id="1054" name="original-2d:799"/>
            <p:cNvSpPr>
              <a:spLocks noGrp="1"/>
            </p:cNvSpPr>
            <p:nvPr/>
          </p:nvSpPr>
          <p:spPr>
            <a:xfrm>
              <a:off x="5031677" y="2492693"/>
              <a:ext cx="84723" cy="94121"/>
            </a:xfrm>
            <a:prstGeom prst="rect">
              <a:avLst/>
            </a:prstGeom>
            <a:solidFill>
              <a:srgbClr val="81C9BA"/>
            </a:solidFill>
            <a:ln w="0">
              <a:noFill/>
              <a:prstDash val="solid"/>
            </a:ln>
          </p:spPr>
        </p:sp>
        <p:sp>
          <p:nvSpPr>
            <p:cNvPr id="1055" name="original-2d:800"/>
            <p:cNvSpPr>
              <a:spLocks noGrp="1"/>
            </p:cNvSpPr>
            <p:nvPr/>
          </p:nvSpPr>
          <p:spPr>
            <a:xfrm>
              <a:off x="5116259" y="2492693"/>
              <a:ext cx="84723" cy="94121"/>
            </a:xfrm>
            <a:prstGeom prst="rect">
              <a:avLst/>
            </a:prstGeom>
            <a:solidFill>
              <a:srgbClr val="DCE8ED"/>
            </a:solidFill>
            <a:ln w="0">
              <a:noFill/>
              <a:prstDash val="solid"/>
            </a:ln>
          </p:spPr>
        </p:sp>
        <p:sp>
          <p:nvSpPr>
            <p:cNvPr id="1056" name="original-2d:801"/>
            <p:cNvSpPr>
              <a:spLocks noGrp="1"/>
            </p:cNvSpPr>
            <p:nvPr/>
          </p:nvSpPr>
          <p:spPr>
            <a:xfrm>
              <a:off x="5200841" y="2492693"/>
              <a:ext cx="84723" cy="94121"/>
            </a:xfrm>
            <a:prstGeom prst="rect">
              <a:avLst/>
            </a:prstGeom>
            <a:solidFill>
              <a:srgbClr val="DCE8ED"/>
            </a:solidFill>
            <a:ln w="0">
              <a:noFill/>
              <a:prstDash val="solid"/>
            </a:ln>
          </p:spPr>
        </p:sp>
        <p:sp>
          <p:nvSpPr>
            <p:cNvPr id="1057" name="original-2d:802"/>
            <p:cNvSpPr>
              <a:spLocks noGrp="1"/>
            </p:cNvSpPr>
            <p:nvPr/>
          </p:nvSpPr>
          <p:spPr>
            <a:xfrm>
              <a:off x="3593783" y="2586673"/>
              <a:ext cx="84723" cy="94121"/>
            </a:xfrm>
            <a:prstGeom prst="rect">
              <a:avLst/>
            </a:prstGeom>
            <a:solidFill>
              <a:srgbClr val="D4B4CC"/>
            </a:solidFill>
            <a:ln w="0">
              <a:noFill/>
              <a:prstDash val="solid"/>
            </a:ln>
          </p:spPr>
        </p:sp>
        <p:sp>
          <p:nvSpPr>
            <p:cNvPr id="1058" name="original-2d:803"/>
            <p:cNvSpPr>
              <a:spLocks noGrp="1"/>
            </p:cNvSpPr>
            <p:nvPr/>
          </p:nvSpPr>
          <p:spPr>
            <a:xfrm>
              <a:off x="3678365" y="2586673"/>
              <a:ext cx="84723" cy="94121"/>
            </a:xfrm>
            <a:prstGeom prst="rect">
              <a:avLst/>
            </a:prstGeom>
            <a:solidFill>
              <a:srgbClr val="0072B2"/>
            </a:solidFill>
            <a:ln w="0">
              <a:noFill/>
              <a:prstDash val="solid"/>
            </a:ln>
          </p:spPr>
        </p:sp>
        <p:sp>
          <p:nvSpPr>
            <p:cNvPr id="1059" name="original-2d:804"/>
            <p:cNvSpPr>
              <a:spLocks noGrp="1"/>
            </p:cNvSpPr>
            <p:nvPr/>
          </p:nvSpPr>
          <p:spPr>
            <a:xfrm>
              <a:off x="3762947" y="2586673"/>
              <a:ext cx="84723" cy="94121"/>
            </a:xfrm>
            <a:prstGeom prst="rect">
              <a:avLst/>
            </a:prstGeom>
            <a:solidFill>
              <a:srgbClr val="0072B2"/>
            </a:solidFill>
            <a:ln w="0">
              <a:noFill/>
              <a:prstDash val="solid"/>
            </a:ln>
          </p:spPr>
        </p:sp>
        <p:sp>
          <p:nvSpPr>
            <p:cNvPr id="1060" name="original-2d:805"/>
            <p:cNvSpPr>
              <a:spLocks noGrp="1"/>
            </p:cNvSpPr>
            <p:nvPr/>
          </p:nvSpPr>
          <p:spPr>
            <a:xfrm>
              <a:off x="3847529" y="2586673"/>
              <a:ext cx="84723" cy="94121"/>
            </a:xfrm>
            <a:prstGeom prst="rect">
              <a:avLst/>
            </a:prstGeom>
            <a:solidFill>
              <a:srgbClr val="D4B4CC"/>
            </a:solidFill>
            <a:ln w="0">
              <a:noFill/>
              <a:prstDash val="solid"/>
            </a:ln>
          </p:spPr>
        </p:sp>
        <p:sp>
          <p:nvSpPr>
            <p:cNvPr id="1061" name="original-2d:806"/>
            <p:cNvSpPr>
              <a:spLocks noGrp="1"/>
            </p:cNvSpPr>
            <p:nvPr/>
          </p:nvSpPr>
          <p:spPr>
            <a:xfrm>
              <a:off x="3932111" y="2586673"/>
              <a:ext cx="84723" cy="94121"/>
            </a:xfrm>
            <a:prstGeom prst="rect">
              <a:avLst/>
            </a:prstGeom>
            <a:solidFill>
              <a:srgbClr val="D4B4CC"/>
            </a:solidFill>
            <a:ln w="0">
              <a:noFill/>
              <a:prstDash val="solid"/>
            </a:ln>
          </p:spPr>
        </p:sp>
        <p:sp>
          <p:nvSpPr>
            <p:cNvPr id="1062" name="original-2d:807"/>
            <p:cNvSpPr>
              <a:spLocks noGrp="1"/>
            </p:cNvSpPr>
            <p:nvPr/>
          </p:nvSpPr>
          <p:spPr>
            <a:xfrm>
              <a:off x="4016693" y="2586673"/>
              <a:ext cx="84723" cy="94121"/>
            </a:xfrm>
            <a:prstGeom prst="rect">
              <a:avLst/>
            </a:prstGeom>
            <a:solidFill>
              <a:srgbClr val="D4B4CC"/>
            </a:solidFill>
            <a:ln w="0">
              <a:noFill/>
              <a:prstDash val="solid"/>
            </a:ln>
          </p:spPr>
        </p:sp>
        <p:sp>
          <p:nvSpPr>
            <p:cNvPr id="1063" name="original-2d:808"/>
            <p:cNvSpPr>
              <a:spLocks noGrp="1"/>
            </p:cNvSpPr>
            <p:nvPr/>
          </p:nvSpPr>
          <p:spPr>
            <a:xfrm>
              <a:off x="4101275" y="2586673"/>
              <a:ext cx="84723" cy="94121"/>
            </a:xfrm>
            <a:prstGeom prst="rect">
              <a:avLst/>
            </a:prstGeom>
            <a:solidFill>
              <a:srgbClr val="D4B4CC"/>
            </a:solidFill>
            <a:ln w="0">
              <a:noFill/>
              <a:prstDash val="solid"/>
            </a:ln>
          </p:spPr>
        </p:sp>
        <p:sp>
          <p:nvSpPr>
            <p:cNvPr id="1064" name="original-2d:809"/>
            <p:cNvSpPr>
              <a:spLocks noGrp="1"/>
            </p:cNvSpPr>
            <p:nvPr/>
          </p:nvSpPr>
          <p:spPr>
            <a:xfrm>
              <a:off x="4185857" y="2586673"/>
              <a:ext cx="84723" cy="94121"/>
            </a:xfrm>
            <a:prstGeom prst="rect">
              <a:avLst/>
            </a:prstGeom>
            <a:solidFill>
              <a:srgbClr val="DCE8ED"/>
            </a:solidFill>
            <a:ln w="0">
              <a:noFill/>
              <a:prstDash val="solid"/>
            </a:ln>
          </p:spPr>
        </p:sp>
        <p:sp>
          <p:nvSpPr>
            <p:cNvPr id="1065" name="original-2d:810"/>
            <p:cNvSpPr>
              <a:spLocks noGrp="1"/>
            </p:cNvSpPr>
            <p:nvPr/>
          </p:nvSpPr>
          <p:spPr>
            <a:xfrm>
              <a:off x="4270439" y="2586673"/>
              <a:ext cx="84723" cy="94121"/>
            </a:xfrm>
            <a:prstGeom prst="rect">
              <a:avLst/>
            </a:prstGeom>
            <a:solidFill>
              <a:srgbClr val="DCE8ED"/>
            </a:solidFill>
            <a:ln w="0">
              <a:noFill/>
              <a:prstDash val="solid"/>
            </a:ln>
          </p:spPr>
        </p:sp>
        <p:sp>
          <p:nvSpPr>
            <p:cNvPr id="1066" name="original-2d:811"/>
            <p:cNvSpPr>
              <a:spLocks noGrp="1"/>
            </p:cNvSpPr>
            <p:nvPr/>
          </p:nvSpPr>
          <p:spPr>
            <a:xfrm>
              <a:off x="4355021" y="2586673"/>
              <a:ext cx="84723" cy="94121"/>
            </a:xfrm>
            <a:prstGeom prst="rect">
              <a:avLst/>
            </a:prstGeom>
            <a:solidFill>
              <a:srgbClr val="81C9BA"/>
            </a:solidFill>
            <a:ln w="0">
              <a:noFill/>
              <a:prstDash val="solid"/>
            </a:ln>
          </p:spPr>
        </p:sp>
        <p:sp>
          <p:nvSpPr>
            <p:cNvPr id="1067" name="original-2d:812"/>
            <p:cNvSpPr>
              <a:spLocks noGrp="1"/>
            </p:cNvSpPr>
            <p:nvPr/>
          </p:nvSpPr>
          <p:spPr>
            <a:xfrm>
              <a:off x="4439603" y="2586673"/>
              <a:ext cx="84723" cy="94121"/>
            </a:xfrm>
            <a:prstGeom prst="rect">
              <a:avLst/>
            </a:prstGeom>
            <a:solidFill>
              <a:srgbClr val="81C9BA"/>
            </a:solidFill>
            <a:ln w="0">
              <a:noFill/>
              <a:prstDash val="solid"/>
            </a:ln>
          </p:spPr>
        </p:sp>
        <p:sp>
          <p:nvSpPr>
            <p:cNvPr id="1068" name="original-2d:813"/>
            <p:cNvSpPr>
              <a:spLocks noGrp="1"/>
            </p:cNvSpPr>
            <p:nvPr/>
          </p:nvSpPr>
          <p:spPr>
            <a:xfrm>
              <a:off x="4524185" y="2586673"/>
              <a:ext cx="84723" cy="94121"/>
            </a:xfrm>
            <a:prstGeom prst="rect">
              <a:avLst/>
            </a:prstGeom>
            <a:solidFill>
              <a:srgbClr val="81C9BA"/>
            </a:solidFill>
            <a:ln w="0">
              <a:noFill/>
              <a:prstDash val="solid"/>
            </a:ln>
          </p:spPr>
        </p:sp>
        <p:sp>
          <p:nvSpPr>
            <p:cNvPr id="1069" name="original-2d:814"/>
            <p:cNvSpPr>
              <a:spLocks noGrp="1"/>
            </p:cNvSpPr>
            <p:nvPr/>
          </p:nvSpPr>
          <p:spPr>
            <a:xfrm>
              <a:off x="4608767" y="2586673"/>
              <a:ext cx="84723" cy="94121"/>
            </a:xfrm>
            <a:prstGeom prst="rect">
              <a:avLst/>
            </a:prstGeom>
            <a:solidFill>
              <a:srgbClr val="81C9BA"/>
            </a:solidFill>
            <a:ln w="0">
              <a:noFill/>
              <a:prstDash val="solid"/>
            </a:ln>
          </p:spPr>
        </p:sp>
        <p:sp>
          <p:nvSpPr>
            <p:cNvPr id="1070" name="original-2d:815"/>
            <p:cNvSpPr>
              <a:spLocks noGrp="1"/>
            </p:cNvSpPr>
            <p:nvPr/>
          </p:nvSpPr>
          <p:spPr>
            <a:xfrm>
              <a:off x="4693349" y="2586673"/>
              <a:ext cx="84723" cy="94121"/>
            </a:xfrm>
            <a:prstGeom prst="rect">
              <a:avLst/>
            </a:prstGeom>
            <a:solidFill>
              <a:srgbClr val="81C9BA"/>
            </a:solidFill>
            <a:ln w="0">
              <a:noFill/>
              <a:prstDash val="solid"/>
            </a:ln>
          </p:spPr>
        </p:sp>
        <p:sp>
          <p:nvSpPr>
            <p:cNvPr id="1071" name="original-2d:816"/>
            <p:cNvSpPr>
              <a:spLocks noGrp="1"/>
            </p:cNvSpPr>
            <p:nvPr/>
          </p:nvSpPr>
          <p:spPr>
            <a:xfrm>
              <a:off x="4777931" y="2586673"/>
              <a:ext cx="84723" cy="94121"/>
            </a:xfrm>
            <a:prstGeom prst="rect">
              <a:avLst/>
            </a:prstGeom>
            <a:solidFill>
              <a:srgbClr val="81C9BA"/>
            </a:solidFill>
            <a:ln w="0">
              <a:noFill/>
              <a:prstDash val="solid"/>
            </a:ln>
          </p:spPr>
        </p:sp>
        <p:sp>
          <p:nvSpPr>
            <p:cNvPr id="1072" name="original-2d:817"/>
            <p:cNvSpPr>
              <a:spLocks noGrp="1"/>
            </p:cNvSpPr>
            <p:nvPr/>
          </p:nvSpPr>
          <p:spPr>
            <a:xfrm>
              <a:off x="4862513" y="2586673"/>
              <a:ext cx="84723" cy="94121"/>
            </a:xfrm>
            <a:prstGeom prst="rect">
              <a:avLst/>
            </a:prstGeom>
            <a:solidFill>
              <a:srgbClr val="81C9BA"/>
            </a:solidFill>
            <a:ln w="0">
              <a:noFill/>
              <a:prstDash val="solid"/>
            </a:ln>
          </p:spPr>
        </p:sp>
        <p:sp>
          <p:nvSpPr>
            <p:cNvPr id="1073" name="original-2d:818"/>
            <p:cNvSpPr>
              <a:spLocks noGrp="1"/>
            </p:cNvSpPr>
            <p:nvPr/>
          </p:nvSpPr>
          <p:spPr>
            <a:xfrm>
              <a:off x="4947095" y="2586673"/>
              <a:ext cx="84723" cy="94121"/>
            </a:xfrm>
            <a:prstGeom prst="rect">
              <a:avLst/>
            </a:prstGeom>
            <a:solidFill>
              <a:srgbClr val="81C9BA"/>
            </a:solidFill>
            <a:ln w="0">
              <a:noFill/>
              <a:prstDash val="solid"/>
            </a:ln>
          </p:spPr>
        </p:sp>
        <p:sp>
          <p:nvSpPr>
            <p:cNvPr id="1074" name="original-2d:819"/>
            <p:cNvSpPr>
              <a:spLocks noGrp="1"/>
            </p:cNvSpPr>
            <p:nvPr/>
          </p:nvSpPr>
          <p:spPr>
            <a:xfrm>
              <a:off x="5031677" y="2586673"/>
              <a:ext cx="84723" cy="94121"/>
            </a:xfrm>
            <a:prstGeom prst="rect">
              <a:avLst/>
            </a:prstGeom>
            <a:solidFill>
              <a:srgbClr val="81C9BA"/>
            </a:solidFill>
            <a:ln w="0">
              <a:noFill/>
              <a:prstDash val="solid"/>
            </a:ln>
          </p:spPr>
        </p:sp>
        <p:sp>
          <p:nvSpPr>
            <p:cNvPr id="1075" name="original-2d:820"/>
            <p:cNvSpPr>
              <a:spLocks noGrp="1"/>
            </p:cNvSpPr>
            <p:nvPr/>
          </p:nvSpPr>
          <p:spPr>
            <a:xfrm>
              <a:off x="5116259" y="2586673"/>
              <a:ext cx="84723" cy="94121"/>
            </a:xfrm>
            <a:prstGeom prst="rect">
              <a:avLst/>
            </a:prstGeom>
            <a:solidFill>
              <a:srgbClr val="81C9BA"/>
            </a:solidFill>
            <a:ln w="0">
              <a:noFill/>
              <a:prstDash val="solid"/>
            </a:ln>
          </p:spPr>
        </p:sp>
        <p:sp>
          <p:nvSpPr>
            <p:cNvPr id="1076" name="original-2d:821"/>
            <p:cNvSpPr>
              <a:spLocks noGrp="1"/>
            </p:cNvSpPr>
            <p:nvPr/>
          </p:nvSpPr>
          <p:spPr>
            <a:xfrm>
              <a:off x="5200841" y="2586673"/>
              <a:ext cx="84723" cy="94121"/>
            </a:xfrm>
            <a:prstGeom prst="rect">
              <a:avLst/>
            </a:prstGeom>
            <a:solidFill>
              <a:srgbClr val="DCE8ED"/>
            </a:solidFill>
            <a:ln w="0">
              <a:noFill/>
              <a:prstDash val="solid"/>
            </a:ln>
          </p:spPr>
        </p:sp>
        <p:sp>
          <p:nvSpPr>
            <p:cNvPr id="1077" name="original-2d:822"/>
            <p:cNvSpPr>
              <a:spLocks noGrp="1"/>
            </p:cNvSpPr>
            <p:nvPr/>
          </p:nvSpPr>
          <p:spPr>
            <a:xfrm>
              <a:off x="3593783" y="2680653"/>
              <a:ext cx="84723" cy="94121"/>
            </a:xfrm>
            <a:prstGeom prst="rect">
              <a:avLst/>
            </a:prstGeom>
            <a:solidFill>
              <a:srgbClr val="D4B4CC"/>
            </a:solidFill>
            <a:ln w="0">
              <a:noFill/>
              <a:prstDash val="solid"/>
            </a:ln>
          </p:spPr>
        </p:sp>
        <p:sp>
          <p:nvSpPr>
            <p:cNvPr id="1078" name="original-2d:823"/>
            <p:cNvSpPr>
              <a:spLocks noGrp="1"/>
            </p:cNvSpPr>
            <p:nvPr/>
          </p:nvSpPr>
          <p:spPr>
            <a:xfrm>
              <a:off x="3678365" y="2680653"/>
              <a:ext cx="84723" cy="94121"/>
            </a:xfrm>
            <a:prstGeom prst="rect">
              <a:avLst/>
            </a:prstGeom>
            <a:solidFill>
              <a:srgbClr val="D4B4CC"/>
            </a:solidFill>
            <a:ln w="0">
              <a:noFill/>
              <a:prstDash val="solid"/>
            </a:ln>
          </p:spPr>
        </p:sp>
        <p:sp>
          <p:nvSpPr>
            <p:cNvPr id="1079" name="original-2d:824"/>
            <p:cNvSpPr>
              <a:spLocks noGrp="1"/>
            </p:cNvSpPr>
            <p:nvPr/>
          </p:nvSpPr>
          <p:spPr>
            <a:xfrm>
              <a:off x="3762947" y="2680653"/>
              <a:ext cx="84723" cy="94121"/>
            </a:xfrm>
            <a:prstGeom prst="rect">
              <a:avLst/>
            </a:prstGeom>
            <a:solidFill>
              <a:srgbClr val="D4B4CC"/>
            </a:solidFill>
            <a:ln w="0">
              <a:noFill/>
              <a:prstDash val="solid"/>
            </a:ln>
          </p:spPr>
        </p:sp>
        <p:sp>
          <p:nvSpPr>
            <p:cNvPr id="1080" name="original-2d:825"/>
            <p:cNvSpPr>
              <a:spLocks noGrp="1"/>
            </p:cNvSpPr>
            <p:nvPr/>
          </p:nvSpPr>
          <p:spPr>
            <a:xfrm>
              <a:off x="3847529" y="2680653"/>
              <a:ext cx="84723" cy="94121"/>
            </a:xfrm>
            <a:prstGeom prst="rect">
              <a:avLst/>
            </a:prstGeom>
            <a:solidFill>
              <a:srgbClr val="D4B4CC"/>
            </a:solidFill>
            <a:ln w="0">
              <a:noFill/>
              <a:prstDash val="solid"/>
            </a:ln>
          </p:spPr>
        </p:sp>
        <p:sp>
          <p:nvSpPr>
            <p:cNvPr id="1081" name="original-2d:826"/>
            <p:cNvSpPr>
              <a:spLocks noGrp="1"/>
            </p:cNvSpPr>
            <p:nvPr/>
          </p:nvSpPr>
          <p:spPr>
            <a:xfrm>
              <a:off x="3932111" y="2680653"/>
              <a:ext cx="84723" cy="94121"/>
            </a:xfrm>
            <a:prstGeom prst="rect">
              <a:avLst/>
            </a:prstGeom>
            <a:solidFill>
              <a:srgbClr val="D4B4CC"/>
            </a:solidFill>
            <a:ln w="0">
              <a:noFill/>
              <a:prstDash val="solid"/>
            </a:ln>
          </p:spPr>
        </p:sp>
        <p:sp>
          <p:nvSpPr>
            <p:cNvPr id="1082" name="original-2d:827"/>
            <p:cNvSpPr>
              <a:spLocks noGrp="1"/>
            </p:cNvSpPr>
            <p:nvPr/>
          </p:nvSpPr>
          <p:spPr>
            <a:xfrm>
              <a:off x="4016693" y="2680653"/>
              <a:ext cx="84723" cy="94121"/>
            </a:xfrm>
            <a:prstGeom prst="rect">
              <a:avLst/>
            </a:prstGeom>
            <a:solidFill>
              <a:srgbClr val="DCE8ED"/>
            </a:solidFill>
            <a:ln w="0">
              <a:noFill/>
              <a:prstDash val="solid"/>
            </a:ln>
          </p:spPr>
        </p:sp>
        <p:sp>
          <p:nvSpPr>
            <p:cNvPr id="1083" name="original-2d:828"/>
            <p:cNvSpPr>
              <a:spLocks noGrp="1"/>
            </p:cNvSpPr>
            <p:nvPr/>
          </p:nvSpPr>
          <p:spPr>
            <a:xfrm>
              <a:off x="4101275" y="2680653"/>
              <a:ext cx="84723" cy="94121"/>
            </a:xfrm>
            <a:prstGeom prst="rect">
              <a:avLst/>
            </a:prstGeom>
            <a:solidFill>
              <a:srgbClr val="DCE8ED"/>
            </a:solidFill>
            <a:ln w="0">
              <a:noFill/>
              <a:prstDash val="solid"/>
            </a:ln>
          </p:spPr>
        </p:sp>
        <p:sp>
          <p:nvSpPr>
            <p:cNvPr id="1084" name="original-2d:829"/>
            <p:cNvSpPr>
              <a:spLocks noGrp="1"/>
            </p:cNvSpPr>
            <p:nvPr/>
          </p:nvSpPr>
          <p:spPr>
            <a:xfrm>
              <a:off x="4185857" y="2680653"/>
              <a:ext cx="84723" cy="94121"/>
            </a:xfrm>
            <a:prstGeom prst="rect">
              <a:avLst/>
            </a:prstGeom>
            <a:solidFill>
              <a:srgbClr val="81C9BA"/>
            </a:solidFill>
            <a:ln w="0">
              <a:noFill/>
              <a:prstDash val="solid"/>
            </a:ln>
          </p:spPr>
        </p:sp>
        <p:sp>
          <p:nvSpPr>
            <p:cNvPr id="1085" name="original-2d:830"/>
            <p:cNvSpPr>
              <a:spLocks noGrp="1"/>
            </p:cNvSpPr>
            <p:nvPr/>
          </p:nvSpPr>
          <p:spPr>
            <a:xfrm>
              <a:off x="4270439" y="2680653"/>
              <a:ext cx="84723" cy="94121"/>
            </a:xfrm>
            <a:prstGeom prst="rect">
              <a:avLst/>
            </a:prstGeom>
            <a:solidFill>
              <a:srgbClr val="81C9BA"/>
            </a:solidFill>
            <a:ln w="0">
              <a:noFill/>
              <a:prstDash val="solid"/>
            </a:ln>
          </p:spPr>
        </p:sp>
        <p:sp>
          <p:nvSpPr>
            <p:cNvPr id="1086" name="original-2d:831"/>
            <p:cNvSpPr>
              <a:spLocks noGrp="1"/>
            </p:cNvSpPr>
            <p:nvPr/>
          </p:nvSpPr>
          <p:spPr>
            <a:xfrm>
              <a:off x="4355021" y="2680653"/>
              <a:ext cx="84723" cy="94121"/>
            </a:xfrm>
            <a:prstGeom prst="rect">
              <a:avLst/>
            </a:prstGeom>
            <a:solidFill>
              <a:srgbClr val="81C9BA"/>
            </a:solidFill>
            <a:ln w="0">
              <a:noFill/>
              <a:prstDash val="solid"/>
            </a:ln>
          </p:spPr>
        </p:sp>
        <p:sp>
          <p:nvSpPr>
            <p:cNvPr id="1087" name="original-2d:832"/>
            <p:cNvSpPr>
              <a:spLocks noGrp="1"/>
            </p:cNvSpPr>
            <p:nvPr/>
          </p:nvSpPr>
          <p:spPr>
            <a:xfrm>
              <a:off x="4439603" y="2680653"/>
              <a:ext cx="84723" cy="94121"/>
            </a:xfrm>
            <a:prstGeom prst="rect">
              <a:avLst/>
            </a:prstGeom>
            <a:solidFill>
              <a:srgbClr val="81C9BA"/>
            </a:solidFill>
            <a:ln w="0">
              <a:noFill/>
              <a:prstDash val="solid"/>
            </a:ln>
          </p:spPr>
        </p:sp>
        <p:sp>
          <p:nvSpPr>
            <p:cNvPr id="1088" name="original-2d:833"/>
            <p:cNvSpPr>
              <a:spLocks noGrp="1"/>
            </p:cNvSpPr>
            <p:nvPr/>
          </p:nvSpPr>
          <p:spPr>
            <a:xfrm>
              <a:off x="4524185" y="2680653"/>
              <a:ext cx="84723" cy="94121"/>
            </a:xfrm>
            <a:prstGeom prst="rect">
              <a:avLst/>
            </a:prstGeom>
            <a:solidFill>
              <a:srgbClr val="81C9BA"/>
            </a:solidFill>
            <a:ln w="0">
              <a:noFill/>
              <a:prstDash val="solid"/>
            </a:ln>
          </p:spPr>
        </p:sp>
        <p:sp>
          <p:nvSpPr>
            <p:cNvPr id="1089" name="original-2d:834"/>
            <p:cNvSpPr>
              <a:spLocks noGrp="1"/>
            </p:cNvSpPr>
            <p:nvPr/>
          </p:nvSpPr>
          <p:spPr>
            <a:xfrm>
              <a:off x="4608767" y="2680653"/>
              <a:ext cx="84723" cy="94121"/>
            </a:xfrm>
            <a:prstGeom prst="rect">
              <a:avLst/>
            </a:prstGeom>
            <a:solidFill>
              <a:srgbClr val="81C9BA"/>
            </a:solidFill>
            <a:ln w="0">
              <a:noFill/>
              <a:prstDash val="solid"/>
            </a:ln>
          </p:spPr>
        </p:sp>
        <p:sp>
          <p:nvSpPr>
            <p:cNvPr id="1090" name="original-2d:835"/>
            <p:cNvSpPr>
              <a:spLocks noGrp="1"/>
            </p:cNvSpPr>
            <p:nvPr/>
          </p:nvSpPr>
          <p:spPr>
            <a:xfrm>
              <a:off x="4693349" y="2680653"/>
              <a:ext cx="84723" cy="94121"/>
            </a:xfrm>
            <a:prstGeom prst="rect">
              <a:avLst/>
            </a:prstGeom>
            <a:solidFill>
              <a:srgbClr val="81C9BA"/>
            </a:solidFill>
            <a:ln w="0">
              <a:noFill/>
              <a:prstDash val="solid"/>
            </a:ln>
          </p:spPr>
        </p:sp>
        <p:sp>
          <p:nvSpPr>
            <p:cNvPr id="1091" name="original-2d:836"/>
            <p:cNvSpPr>
              <a:spLocks noGrp="1"/>
            </p:cNvSpPr>
            <p:nvPr/>
          </p:nvSpPr>
          <p:spPr>
            <a:xfrm>
              <a:off x="4777931" y="2680653"/>
              <a:ext cx="84723" cy="94121"/>
            </a:xfrm>
            <a:prstGeom prst="rect">
              <a:avLst/>
            </a:prstGeom>
            <a:solidFill>
              <a:srgbClr val="009E73"/>
            </a:solidFill>
            <a:ln w="0">
              <a:noFill/>
              <a:prstDash val="solid"/>
            </a:ln>
          </p:spPr>
        </p:sp>
        <p:sp>
          <p:nvSpPr>
            <p:cNvPr id="1092" name="original-2d:837"/>
            <p:cNvSpPr>
              <a:spLocks noGrp="1"/>
            </p:cNvSpPr>
            <p:nvPr/>
          </p:nvSpPr>
          <p:spPr>
            <a:xfrm>
              <a:off x="4862513" y="2680653"/>
              <a:ext cx="84723" cy="94121"/>
            </a:xfrm>
            <a:prstGeom prst="rect">
              <a:avLst/>
            </a:prstGeom>
            <a:solidFill>
              <a:srgbClr val="81C9BA"/>
            </a:solidFill>
            <a:ln w="0">
              <a:noFill/>
              <a:prstDash val="solid"/>
            </a:ln>
          </p:spPr>
        </p:sp>
        <p:sp>
          <p:nvSpPr>
            <p:cNvPr id="1093" name="original-2d:838"/>
            <p:cNvSpPr>
              <a:spLocks noGrp="1"/>
            </p:cNvSpPr>
            <p:nvPr/>
          </p:nvSpPr>
          <p:spPr>
            <a:xfrm>
              <a:off x="4947095" y="2680653"/>
              <a:ext cx="84723" cy="94121"/>
            </a:xfrm>
            <a:prstGeom prst="rect">
              <a:avLst/>
            </a:prstGeom>
            <a:solidFill>
              <a:srgbClr val="81C9BA"/>
            </a:solidFill>
            <a:ln w="0">
              <a:noFill/>
              <a:prstDash val="solid"/>
            </a:ln>
          </p:spPr>
        </p:sp>
        <p:sp>
          <p:nvSpPr>
            <p:cNvPr id="1094" name="original-2d:839"/>
            <p:cNvSpPr>
              <a:spLocks noGrp="1"/>
            </p:cNvSpPr>
            <p:nvPr/>
          </p:nvSpPr>
          <p:spPr>
            <a:xfrm>
              <a:off x="5031677" y="2680653"/>
              <a:ext cx="84723" cy="94121"/>
            </a:xfrm>
            <a:prstGeom prst="rect">
              <a:avLst/>
            </a:prstGeom>
            <a:solidFill>
              <a:srgbClr val="81C9BA"/>
            </a:solidFill>
            <a:ln w="0">
              <a:noFill/>
              <a:prstDash val="solid"/>
            </a:ln>
          </p:spPr>
        </p:sp>
        <p:sp>
          <p:nvSpPr>
            <p:cNvPr id="1095" name="original-2d:840"/>
            <p:cNvSpPr>
              <a:spLocks noGrp="1"/>
            </p:cNvSpPr>
            <p:nvPr/>
          </p:nvSpPr>
          <p:spPr>
            <a:xfrm>
              <a:off x="5116259" y="2680653"/>
              <a:ext cx="84723" cy="94121"/>
            </a:xfrm>
            <a:prstGeom prst="rect">
              <a:avLst/>
            </a:prstGeom>
            <a:solidFill>
              <a:srgbClr val="81C9BA"/>
            </a:solidFill>
            <a:ln w="0">
              <a:noFill/>
              <a:prstDash val="solid"/>
            </a:ln>
          </p:spPr>
        </p:sp>
        <p:sp>
          <p:nvSpPr>
            <p:cNvPr id="1096" name="original-2d:841"/>
            <p:cNvSpPr>
              <a:spLocks noGrp="1"/>
            </p:cNvSpPr>
            <p:nvPr/>
          </p:nvSpPr>
          <p:spPr>
            <a:xfrm>
              <a:off x="5200841" y="2680653"/>
              <a:ext cx="84723" cy="94121"/>
            </a:xfrm>
            <a:prstGeom prst="rect">
              <a:avLst/>
            </a:prstGeom>
            <a:solidFill>
              <a:srgbClr val="DCE8ED"/>
            </a:solidFill>
            <a:ln w="0">
              <a:noFill/>
              <a:prstDash val="solid"/>
            </a:ln>
          </p:spPr>
        </p:sp>
        <p:sp>
          <p:nvSpPr>
            <p:cNvPr id="1097" name="original-2d:842"/>
            <p:cNvSpPr>
              <a:spLocks noGrp="1"/>
            </p:cNvSpPr>
            <p:nvPr/>
          </p:nvSpPr>
          <p:spPr>
            <a:xfrm>
              <a:off x="3593783" y="2774633"/>
              <a:ext cx="84723" cy="94121"/>
            </a:xfrm>
            <a:prstGeom prst="rect">
              <a:avLst/>
            </a:prstGeom>
            <a:solidFill>
              <a:srgbClr val="D4B4CC"/>
            </a:solidFill>
            <a:ln w="0">
              <a:noFill/>
              <a:prstDash val="solid"/>
            </a:ln>
          </p:spPr>
        </p:sp>
        <p:sp>
          <p:nvSpPr>
            <p:cNvPr id="1098" name="original-2d:843"/>
            <p:cNvSpPr>
              <a:spLocks noGrp="1"/>
            </p:cNvSpPr>
            <p:nvPr/>
          </p:nvSpPr>
          <p:spPr>
            <a:xfrm>
              <a:off x="3678365" y="2774633"/>
              <a:ext cx="84723" cy="94121"/>
            </a:xfrm>
            <a:prstGeom prst="rect">
              <a:avLst/>
            </a:prstGeom>
            <a:solidFill>
              <a:srgbClr val="D4B4CC"/>
            </a:solidFill>
            <a:ln w="0">
              <a:noFill/>
              <a:prstDash val="solid"/>
            </a:ln>
          </p:spPr>
        </p:sp>
        <p:sp>
          <p:nvSpPr>
            <p:cNvPr id="1099" name="original-2d:844"/>
            <p:cNvSpPr>
              <a:spLocks noGrp="1"/>
            </p:cNvSpPr>
            <p:nvPr/>
          </p:nvSpPr>
          <p:spPr>
            <a:xfrm>
              <a:off x="3762947" y="2774633"/>
              <a:ext cx="84723" cy="94121"/>
            </a:xfrm>
            <a:prstGeom prst="rect">
              <a:avLst/>
            </a:prstGeom>
            <a:solidFill>
              <a:srgbClr val="D4B4CC"/>
            </a:solidFill>
            <a:ln w="0">
              <a:noFill/>
              <a:prstDash val="solid"/>
            </a:ln>
          </p:spPr>
        </p:sp>
        <p:sp>
          <p:nvSpPr>
            <p:cNvPr id="1100" name="original-2d:845"/>
            <p:cNvSpPr>
              <a:spLocks noGrp="1"/>
            </p:cNvSpPr>
            <p:nvPr/>
          </p:nvSpPr>
          <p:spPr>
            <a:xfrm>
              <a:off x="3847529" y="2774633"/>
              <a:ext cx="84723" cy="94121"/>
            </a:xfrm>
            <a:prstGeom prst="rect">
              <a:avLst/>
            </a:prstGeom>
            <a:solidFill>
              <a:srgbClr val="DCE8ED"/>
            </a:solidFill>
            <a:ln w="0">
              <a:noFill/>
              <a:prstDash val="solid"/>
            </a:ln>
          </p:spPr>
        </p:sp>
        <p:sp>
          <p:nvSpPr>
            <p:cNvPr id="1101" name="original-2d:846"/>
            <p:cNvSpPr>
              <a:spLocks noGrp="1"/>
            </p:cNvSpPr>
            <p:nvPr/>
          </p:nvSpPr>
          <p:spPr>
            <a:xfrm>
              <a:off x="3932111" y="2774633"/>
              <a:ext cx="84723" cy="94121"/>
            </a:xfrm>
            <a:prstGeom prst="rect">
              <a:avLst/>
            </a:prstGeom>
            <a:solidFill>
              <a:srgbClr val="DCE8ED"/>
            </a:solidFill>
            <a:ln w="0">
              <a:noFill/>
              <a:prstDash val="solid"/>
            </a:ln>
          </p:spPr>
        </p:sp>
        <p:sp>
          <p:nvSpPr>
            <p:cNvPr id="1102" name="original-2d:847"/>
            <p:cNvSpPr>
              <a:spLocks noGrp="1"/>
            </p:cNvSpPr>
            <p:nvPr/>
          </p:nvSpPr>
          <p:spPr>
            <a:xfrm>
              <a:off x="4016693" y="2774633"/>
              <a:ext cx="84723" cy="94121"/>
            </a:xfrm>
            <a:prstGeom prst="rect">
              <a:avLst/>
            </a:prstGeom>
            <a:solidFill>
              <a:srgbClr val="81C9BA"/>
            </a:solidFill>
            <a:ln w="0">
              <a:noFill/>
              <a:prstDash val="solid"/>
            </a:ln>
          </p:spPr>
        </p:sp>
        <p:sp>
          <p:nvSpPr>
            <p:cNvPr id="1103" name="original-2d:848"/>
            <p:cNvSpPr>
              <a:spLocks noGrp="1"/>
            </p:cNvSpPr>
            <p:nvPr/>
          </p:nvSpPr>
          <p:spPr>
            <a:xfrm>
              <a:off x="4101275" y="2774633"/>
              <a:ext cx="84723" cy="94121"/>
            </a:xfrm>
            <a:prstGeom prst="rect">
              <a:avLst/>
            </a:prstGeom>
            <a:solidFill>
              <a:srgbClr val="81C9BA"/>
            </a:solidFill>
            <a:ln w="0">
              <a:noFill/>
              <a:prstDash val="solid"/>
            </a:ln>
          </p:spPr>
        </p:sp>
        <p:sp>
          <p:nvSpPr>
            <p:cNvPr id="1104" name="original-2d:849"/>
            <p:cNvSpPr>
              <a:spLocks noGrp="1"/>
            </p:cNvSpPr>
            <p:nvPr/>
          </p:nvSpPr>
          <p:spPr>
            <a:xfrm>
              <a:off x="4185857" y="2774633"/>
              <a:ext cx="84723" cy="94121"/>
            </a:xfrm>
            <a:prstGeom prst="rect">
              <a:avLst/>
            </a:prstGeom>
            <a:solidFill>
              <a:srgbClr val="81C9BA"/>
            </a:solidFill>
            <a:ln w="0">
              <a:noFill/>
              <a:prstDash val="solid"/>
            </a:ln>
          </p:spPr>
        </p:sp>
        <p:sp>
          <p:nvSpPr>
            <p:cNvPr id="1105" name="original-2d:850"/>
            <p:cNvSpPr>
              <a:spLocks noGrp="1"/>
            </p:cNvSpPr>
            <p:nvPr/>
          </p:nvSpPr>
          <p:spPr>
            <a:xfrm>
              <a:off x="4270439" y="2774633"/>
              <a:ext cx="84723" cy="94121"/>
            </a:xfrm>
            <a:prstGeom prst="rect">
              <a:avLst/>
            </a:prstGeom>
            <a:solidFill>
              <a:srgbClr val="81C9BA"/>
            </a:solidFill>
            <a:ln w="0">
              <a:noFill/>
              <a:prstDash val="solid"/>
            </a:ln>
          </p:spPr>
        </p:sp>
        <p:sp>
          <p:nvSpPr>
            <p:cNvPr id="1106" name="original-2d:851"/>
            <p:cNvSpPr>
              <a:spLocks noGrp="1"/>
            </p:cNvSpPr>
            <p:nvPr/>
          </p:nvSpPr>
          <p:spPr>
            <a:xfrm>
              <a:off x="4355021" y="2774633"/>
              <a:ext cx="84723" cy="94121"/>
            </a:xfrm>
            <a:prstGeom prst="rect">
              <a:avLst/>
            </a:prstGeom>
            <a:solidFill>
              <a:srgbClr val="81C9BA"/>
            </a:solidFill>
            <a:ln w="0">
              <a:noFill/>
              <a:prstDash val="solid"/>
            </a:ln>
          </p:spPr>
        </p:sp>
        <p:sp>
          <p:nvSpPr>
            <p:cNvPr id="1107" name="original-2d:852"/>
            <p:cNvSpPr>
              <a:spLocks noGrp="1"/>
            </p:cNvSpPr>
            <p:nvPr/>
          </p:nvSpPr>
          <p:spPr>
            <a:xfrm>
              <a:off x="4439603" y="2774633"/>
              <a:ext cx="84723" cy="94121"/>
            </a:xfrm>
            <a:prstGeom prst="rect">
              <a:avLst/>
            </a:prstGeom>
            <a:solidFill>
              <a:srgbClr val="81C9BA"/>
            </a:solidFill>
            <a:ln w="0">
              <a:noFill/>
              <a:prstDash val="solid"/>
            </a:ln>
          </p:spPr>
        </p:sp>
        <p:sp>
          <p:nvSpPr>
            <p:cNvPr id="1108" name="original-2d:853"/>
            <p:cNvSpPr>
              <a:spLocks noGrp="1"/>
            </p:cNvSpPr>
            <p:nvPr/>
          </p:nvSpPr>
          <p:spPr>
            <a:xfrm>
              <a:off x="4524185" y="2774633"/>
              <a:ext cx="84723" cy="94121"/>
            </a:xfrm>
            <a:prstGeom prst="rect">
              <a:avLst/>
            </a:prstGeom>
            <a:solidFill>
              <a:srgbClr val="81C9BA"/>
            </a:solidFill>
            <a:ln w="0">
              <a:noFill/>
              <a:prstDash val="solid"/>
            </a:ln>
          </p:spPr>
        </p:sp>
        <p:sp>
          <p:nvSpPr>
            <p:cNvPr id="1109" name="original-2d:854"/>
            <p:cNvSpPr>
              <a:spLocks noGrp="1"/>
            </p:cNvSpPr>
            <p:nvPr/>
          </p:nvSpPr>
          <p:spPr>
            <a:xfrm>
              <a:off x="4608767" y="2774633"/>
              <a:ext cx="84723" cy="94121"/>
            </a:xfrm>
            <a:prstGeom prst="rect">
              <a:avLst/>
            </a:prstGeom>
            <a:solidFill>
              <a:srgbClr val="81C9BA"/>
            </a:solidFill>
            <a:ln w="0">
              <a:noFill/>
              <a:prstDash val="solid"/>
            </a:ln>
          </p:spPr>
        </p:sp>
        <p:sp>
          <p:nvSpPr>
            <p:cNvPr id="1110" name="original-2d:855"/>
            <p:cNvSpPr>
              <a:spLocks noGrp="1"/>
            </p:cNvSpPr>
            <p:nvPr/>
          </p:nvSpPr>
          <p:spPr>
            <a:xfrm>
              <a:off x="4693349" y="2774633"/>
              <a:ext cx="84723" cy="94121"/>
            </a:xfrm>
            <a:prstGeom prst="rect">
              <a:avLst/>
            </a:prstGeom>
            <a:solidFill>
              <a:srgbClr val="009E73"/>
            </a:solidFill>
            <a:ln w="0">
              <a:noFill/>
              <a:prstDash val="solid"/>
            </a:ln>
          </p:spPr>
        </p:sp>
        <p:sp>
          <p:nvSpPr>
            <p:cNvPr id="1111" name="original-2d:856"/>
            <p:cNvSpPr>
              <a:spLocks noGrp="1"/>
            </p:cNvSpPr>
            <p:nvPr/>
          </p:nvSpPr>
          <p:spPr>
            <a:xfrm>
              <a:off x="4777931" y="2774633"/>
              <a:ext cx="84723" cy="94121"/>
            </a:xfrm>
            <a:prstGeom prst="rect">
              <a:avLst/>
            </a:prstGeom>
            <a:solidFill>
              <a:srgbClr val="009E73"/>
            </a:solidFill>
            <a:ln w="0">
              <a:noFill/>
              <a:prstDash val="solid"/>
            </a:ln>
          </p:spPr>
        </p:sp>
        <p:sp>
          <p:nvSpPr>
            <p:cNvPr id="1112" name="original-2d:857"/>
            <p:cNvSpPr>
              <a:spLocks noGrp="1"/>
            </p:cNvSpPr>
            <p:nvPr/>
          </p:nvSpPr>
          <p:spPr>
            <a:xfrm>
              <a:off x="4862513" y="2774633"/>
              <a:ext cx="84723" cy="94121"/>
            </a:xfrm>
            <a:prstGeom prst="rect">
              <a:avLst/>
            </a:prstGeom>
            <a:solidFill>
              <a:srgbClr val="009E73"/>
            </a:solidFill>
            <a:ln w="0">
              <a:noFill/>
              <a:prstDash val="solid"/>
            </a:ln>
          </p:spPr>
        </p:sp>
        <p:sp>
          <p:nvSpPr>
            <p:cNvPr id="1113" name="original-2d:858"/>
            <p:cNvSpPr>
              <a:spLocks noGrp="1"/>
            </p:cNvSpPr>
            <p:nvPr/>
          </p:nvSpPr>
          <p:spPr>
            <a:xfrm>
              <a:off x="4947095" y="2774633"/>
              <a:ext cx="84723" cy="94121"/>
            </a:xfrm>
            <a:prstGeom prst="rect">
              <a:avLst/>
            </a:prstGeom>
            <a:solidFill>
              <a:srgbClr val="009E73"/>
            </a:solidFill>
            <a:ln w="0">
              <a:noFill/>
              <a:prstDash val="solid"/>
            </a:ln>
          </p:spPr>
        </p:sp>
        <p:sp>
          <p:nvSpPr>
            <p:cNvPr id="1114" name="original-2d:859"/>
            <p:cNvSpPr>
              <a:spLocks noGrp="1"/>
            </p:cNvSpPr>
            <p:nvPr/>
          </p:nvSpPr>
          <p:spPr>
            <a:xfrm>
              <a:off x="5031677" y="2774633"/>
              <a:ext cx="84723" cy="94121"/>
            </a:xfrm>
            <a:prstGeom prst="rect">
              <a:avLst/>
            </a:prstGeom>
            <a:solidFill>
              <a:srgbClr val="81C9BA"/>
            </a:solidFill>
            <a:ln w="0">
              <a:noFill/>
              <a:prstDash val="solid"/>
            </a:ln>
          </p:spPr>
        </p:sp>
        <p:sp>
          <p:nvSpPr>
            <p:cNvPr id="1115" name="original-2d:860"/>
            <p:cNvSpPr>
              <a:spLocks noGrp="1"/>
            </p:cNvSpPr>
            <p:nvPr/>
          </p:nvSpPr>
          <p:spPr>
            <a:xfrm>
              <a:off x="5116259" y="2774633"/>
              <a:ext cx="84723" cy="94121"/>
            </a:xfrm>
            <a:prstGeom prst="rect">
              <a:avLst/>
            </a:prstGeom>
            <a:solidFill>
              <a:srgbClr val="81C9BA"/>
            </a:solidFill>
            <a:ln w="0">
              <a:noFill/>
              <a:prstDash val="solid"/>
            </a:ln>
          </p:spPr>
        </p:sp>
        <p:sp>
          <p:nvSpPr>
            <p:cNvPr id="1116" name="original-2d:861"/>
            <p:cNvSpPr>
              <a:spLocks noGrp="1"/>
            </p:cNvSpPr>
            <p:nvPr/>
          </p:nvSpPr>
          <p:spPr>
            <a:xfrm>
              <a:off x="5200841" y="2774633"/>
              <a:ext cx="84723" cy="94121"/>
            </a:xfrm>
            <a:prstGeom prst="rect">
              <a:avLst/>
            </a:prstGeom>
            <a:solidFill>
              <a:srgbClr val="81C9BA"/>
            </a:solidFill>
            <a:ln w="0">
              <a:noFill/>
              <a:prstDash val="solid"/>
            </a:ln>
          </p:spPr>
        </p:sp>
        <p:sp>
          <p:nvSpPr>
            <p:cNvPr id="1117" name="original-2d:862"/>
            <p:cNvSpPr>
              <a:spLocks noGrp="1"/>
            </p:cNvSpPr>
            <p:nvPr/>
          </p:nvSpPr>
          <p:spPr>
            <a:xfrm>
              <a:off x="3593783" y="2868613"/>
              <a:ext cx="84723" cy="94121"/>
            </a:xfrm>
            <a:prstGeom prst="rect">
              <a:avLst/>
            </a:prstGeom>
            <a:solidFill>
              <a:srgbClr val="DCE8ED"/>
            </a:solidFill>
            <a:ln w="0">
              <a:noFill/>
              <a:prstDash val="solid"/>
            </a:ln>
          </p:spPr>
        </p:sp>
        <p:sp>
          <p:nvSpPr>
            <p:cNvPr id="1118" name="original-2d:863"/>
            <p:cNvSpPr>
              <a:spLocks noGrp="1"/>
            </p:cNvSpPr>
            <p:nvPr/>
          </p:nvSpPr>
          <p:spPr>
            <a:xfrm>
              <a:off x="3678365" y="2868613"/>
              <a:ext cx="84723" cy="94121"/>
            </a:xfrm>
            <a:prstGeom prst="rect">
              <a:avLst/>
            </a:prstGeom>
            <a:solidFill>
              <a:srgbClr val="DCE8ED"/>
            </a:solidFill>
            <a:ln w="0">
              <a:noFill/>
              <a:prstDash val="solid"/>
            </a:ln>
          </p:spPr>
        </p:sp>
        <p:sp>
          <p:nvSpPr>
            <p:cNvPr id="1119" name="original-2d:864"/>
            <p:cNvSpPr>
              <a:spLocks noGrp="1"/>
            </p:cNvSpPr>
            <p:nvPr/>
          </p:nvSpPr>
          <p:spPr>
            <a:xfrm>
              <a:off x="3762947" y="2868613"/>
              <a:ext cx="84723" cy="94121"/>
            </a:xfrm>
            <a:prstGeom prst="rect">
              <a:avLst/>
            </a:prstGeom>
            <a:solidFill>
              <a:srgbClr val="DCE8ED"/>
            </a:solidFill>
            <a:ln w="0">
              <a:noFill/>
              <a:prstDash val="solid"/>
            </a:ln>
          </p:spPr>
        </p:sp>
        <p:sp>
          <p:nvSpPr>
            <p:cNvPr id="1120" name="original-2d:865"/>
            <p:cNvSpPr>
              <a:spLocks noGrp="1"/>
            </p:cNvSpPr>
            <p:nvPr/>
          </p:nvSpPr>
          <p:spPr>
            <a:xfrm>
              <a:off x="3847529" y="2868613"/>
              <a:ext cx="84723" cy="94121"/>
            </a:xfrm>
            <a:prstGeom prst="rect">
              <a:avLst/>
            </a:prstGeom>
            <a:solidFill>
              <a:srgbClr val="DCE8ED"/>
            </a:solidFill>
            <a:ln w="0">
              <a:noFill/>
              <a:prstDash val="solid"/>
            </a:ln>
          </p:spPr>
        </p:sp>
        <p:sp>
          <p:nvSpPr>
            <p:cNvPr id="1121" name="original-2d:866"/>
            <p:cNvSpPr>
              <a:spLocks noGrp="1"/>
            </p:cNvSpPr>
            <p:nvPr/>
          </p:nvSpPr>
          <p:spPr>
            <a:xfrm>
              <a:off x="3932111" y="2868613"/>
              <a:ext cx="84723" cy="94121"/>
            </a:xfrm>
            <a:prstGeom prst="rect">
              <a:avLst/>
            </a:prstGeom>
            <a:solidFill>
              <a:srgbClr val="DCE8ED"/>
            </a:solidFill>
            <a:ln w="0">
              <a:noFill/>
              <a:prstDash val="solid"/>
            </a:ln>
          </p:spPr>
        </p:sp>
        <p:sp>
          <p:nvSpPr>
            <p:cNvPr id="1122" name="original-2d:867"/>
            <p:cNvSpPr>
              <a:spLocks noGrp="1"/>
            </p:cNvSpPr>
            <p:nvPr/>
          </p:nvSpPr>
          <p:spPr>
            <a:xfrm>
              <a:off x="4016693" y="2868613"/>
              <a:ext cx="84723" cy="94121"/>
            </a:xfrm>
            <a:prstGeom prst="rect">
              <a:avLst/>
            </a:prstGeom>
            <a:solidFill>
              <a:srgbClr val="81C9BA"/>
            </a:solidFill>
            <a:ln w="0">
              <a:noFill/>
              <a:prstDash val="solid"/>
            </a:ln>
          </p:spPr>
        </p:sp>
        <p:sp>
          <p:nvSpPr>
            <p:cNvPr id="1123" name="original-2d:868"/>
            <p:cNvSpPr>
              <a:spLocks noGrp="1"/>
            </p:cNvSpPr>
            <p:nvPr/>
          </p:nvSpPr>
          <p:spPr>
            <a:xfrm>
              <a:off x="4101275" y="2868613"/>
              <a:ext cx="84723" cy="94121"/>
            </a:xfrm>
            <a:prstGeom prst="rect">
              <a:avLst/>
            </a:prstGeom>
            <a:solidFill>
              <a:srgbClr val="81C9BA"/>
            </a:solidFill>
            <a:ln w="0">
              <a:noFill/>
              <a:prstDash val="solid"/>
            </a:ln>
          </p:spPr>
        </p:sp>
        <p:sp>
          <p:nvSpPr>
            <p:cNvPr id="1124" name="original-2d:869"/>
            <p:cNvSpPr>
              <a:spLocks noGrp="1"/>
            </p:cNvSpPr>
            <p:nvPr/>
          </p:nvSpPr>
          <p:spPr>
            <a:xfrm>
              <a:off x="4185857" y="2868613"/>
              <a:ext cx="84723" cy="94121"/>
            </a:xfrm>
            <a:prstGeom prst="rect">
              <a:avLst/>
            </a:prstGeom>
            <a:solidFill>
              <a:srgbClr val="81C9BA"/>
            </a:solidFill>
            <a:ln w="0">
              <a:noFill/>
              <a:prstDash val="solid"/>
            </a:ln>
          </p:spPr>
        </p:sp>
        <p:sp>
          <p:nvSpPr>
            <p:cNvPr id="1125" name="original-2d:870"/>
            <p:cNvSpPr>
              <a:spLocks noGrp="1"/>
            </p:cNvSpPr>
            <p:nvPr/>
          </p:nvSpPr>
          <p:spPr>
            <a:xfrm>
              <a:off x="4270439" y="2868613"/>
              <a:ext cx="84723" cy="94121"/>
            </a:xfrm>
            <a:prstGeom prst="rect">
              <a:avLst/>
            </a:prstGeom>
            <a:solidFill>
              <a:srgbClr val="81C9BA"/>
            </a:solidFill>
            <a:ln w="0">
              <a:noFill/>
              <a:prstDash val="solid"/>
            </a:ln>
          </p:spPr>
        </p:sp>
        <p:sp>
          <p:nvSpPr>
            <p:cNvPr id="1126" name="original-2d:871"/>
            <p:cNvSpPr>
              <a:spLocks noGrp="1"/>
            </p:cNvSpPr>
            <p:nvPr/>
          </p:nvSpPr>
          <p:spPr>
            <a:xfrm>
              <a:off x="4355021" y="2868613"/>
              <a:ext cx="84723" cy="94121"/>
            </a:xfrm>
            <a:prstGeom prst="rect">
              <a:avLst/>
            </a:prstGeom>
            <a:solidFill>
              <a:srgbClr val="D55E00"/>
            </a:solidFill>
            <a:ln w="0">
              <a:noFill/>
              <a:prstDash val="solid"/>
            </a:ln>
          </p:spPr>
        </p:sp>
        <p:sp>
          <p:nvSpPr>
            <p:cNvPr id="1127" name="original-2d:872"/>
            <p:cNvSpPr>
              <a:spLocks noGrp="1"/>
            </p:cNvSpPr>
            <p:nvPr/>
          </p:nvSpPr>
          <p:spPr>
            <a:xfrm>
              <a:off x="4439603" y="2868613"/>
              <a:ext cx="84723" cy="94121"/>
            </a:xfrm>
            <a:prstGeom prst="rect">
              <a:avLst/>
            </a:prstGeom>
            <a:solidFill>
              <a:srgbClr val="D55E00"/>
            </a:solidFill>
            <a:ln w="0">
              <a:noFill/>
              <a:prstDash val="solid"/>
            </a:ln>
          </p:spPr>
        </p:sp>
        <p:sp>
          <p:nvSpPr>
            <p:cNvPr id="1128" name="original-2d:873"/>
            <p:cNvSpPr>
              <a:spLocks noGrp="1"/>
            </p:cNvSpPr>
            <p:nvPr/>
          </p:nvSpPr>
          <p:spPr>
            <a:xfrm>
              <a:off x="4524185" y="2868613"/>
              <a:ext cx="84723" cy="94121"/>
            </a:xfrm>
            <a:prstGeom prst="rect">
              <a:avLst/>
            </a:prstGeom>
            <a:solidFill>
              <a:srgbClr val="81C9BA"/>
            </a:solidFill>
            <a:ln w="0">
              <a:noFill/>
              <a:prstDash val="solid"/>
            </a:ln>
          </p:spPr>
        </p:sp>
        <p:sp>
          <p:nvSpPr>
            <p:cNvPr id="1129" name="original-2d:874"/>
            <p:cNvSpPr>
              <a:spLocks noGrp="1"/>
            </p:cNvSpPr>
            <p:nvPr/>
          </p:nvSpPr>
          <p:spPr>
            <a:xfrm>
              <a:off x="4608767" y="2868613"/>
              <a:ext cx="84723" cy="94121"/>
            </a:xfrm>
            <a:prstGeom prst="rect">
              <a:avLst/>
            </a:prstGeom>
            <a:solidFill>
              <a:srgbClr val="009E73"/>
            </a:solidFill>
            <a:ln w="0">
              <a:noFill/>
              <a:prstDash val="solid"/>
            </a:ln>
          </p:spPr>
        </p:sp>
        <p:sp>
          <p:nvSpPr>
            <p:cNvPr id="1130" name="original-2d:875"/>
            <p:cNvSpPr>
              <a:spLocks noGrp="1"/>
            </p:cNvSpPr>
            <p:nvPr/>
          </p:nvSpPr>
          <p:spPr>
            <a:xfrm>
              <a:off x="4693349" y="2868613"/>
              <a:ext cx="84723" cy="94121"/>
            </a:xfrm>
            <a:prstGeom prst="rect">
              <a:avLst/>
            </a:prstGeom>
            <a:solidFill>
              <a:srgbClr val="009E73"/>
            </a:solidFill>
            <a:ln w="0">
              <a:noFill/>
              <a:prstDash val="solid"/>
            </a:ln>
          </p:spPr>
        </p:sp>
        <p:sp>
          <p:nvSpPr>
            <p:cNvPr id="1131" name="original-2d:876"/>
            <p:cNvSpPr>
              <a:spLocks noGrp="1"/>
            </p:cNvSpPr>
            <p:nvPr/>
          </p:nvSpPr>
          <p:spPr>
            <a:xfrm>
              <a:off x="4777931" y="2868613"/>
              <a:ext cx="84723" cy="94121"/>
            </a:xfrm>
            <a:prstGeom prst="rect">
              <a:avLst/>
            </a:prstGeom>
            <a:solidFill>
              <a:srgbClr val="009E73"/>
            </a:solidFill>
            <a:ln w="0">
              <a:noFill/>
              <a:prstDash val="solid"/>
            </a:ln>
          </p:spPr>
        </p:sp>
        <p:sp>
          <p:nvSpPr>
            <p:cNvPr id="1132" name="original-2d:877"/>
            <p:cNvSpPr>
              <a:spLocks noGrp="1"/>
            </p:cNvSpPr>
            <p:nvPr/>
          </p:nvSpPr>
          <p:spPr>
            <a:xfrm>
              <a:off x="4862513" y="2868613"/>
              <a:ext cx="84723" cy="94121"/>
            </a:xfrm>
            <a:prstGeom prst="rect">
              <a:avLst/>
            </a:prstGeom>
            <a:solidFill>
              <a:srgbClr val="009E73"/>
            </a:solidFill>
            <a:ln w="0">
              <a:noFill/>
              <a:prstDash val="solid"/>
            </a:ln>
          </p:spPr>
        </p:sp>
        <p:sp>
          <p:nvSpPr>
            <p:cNvPr id="1133" name="original-2d:878"/>
            <p:cNvSpPr>
              <a:spLocks noGrp="1"/>
            </p:cNvSpPr>
            <p:nvPr/>
          </p:nvSpPr>
          <p:spPr>
            <a:xfrm>
              <a:off x="4947095" y="2868613"/>
              <a:ext cx="84723" cy="94121"/>
            </a:xfrm>
            <a:prstGeom prst="rect">
              <a:avLst/>
            </a:prstGeom>
            <a:solidFill>
              <a:srgbClr val="009E73"/>
            </a:solidFill>
            <a:ln w="0">
              <a:noFill/>
              <a:prstDash val="solid"/>
            </a:ln>
          </p:spPr>
        </p:sp>
        <p:sp>
          <p:nvSpPr>
            <p:cNvPr id="1134" name="original-2d:879"/>
            <p:cNvSpPr>
              <a:spLocks noGrp="1"/>
            </p:cNvSpPr>
            <p:nvPr/>
          </p:nvSpPr>
          <p:spPr>
            <a:xfrm>
              <a:off x="5031677" y="2868613"/>
              <a:ext cx="84723" cy="94121"/>
            </a:xfrm>
            <a:prstGeom prst="rect">
              <a:avLst/>
            </a:prstGeom>
            <a:solidFill>
              <a:srgbClr val="81C9BA"/>
            </a:solidFill>
            <a:ln w="0">
              <a:noFill/>
              <a:prstDash val="solid"/>
            </a:ln>
          </p:spPr>
        </p:sp>
        <p:sp>
          <p:nvSpPr>
            <p:cNvPr id="1135" name="original-2d:880"/>
            <p:cNvSpPr>
              <a:spLocks noGrp="1"/>
            </p:cNvSpPr>
            <p:nvPr/>
          </p:nvSpPr>
          <p:spPr>
            <a:xfrm>
              <a:off x="5116259" y="2868613"/>
              <a:ext cx="84723" cy="94121"/>
            </a:xfrm>
            <a:prstGeom prst="rect">
              <a:avLst/>
            </a:prstGeom>
            <a:solidFill>
              <a:srgbClr val="81C9BA"/>
            </a:solidFill>
            <a:ln w="0">
              <a:noFill/>
              <a:prstDash val="solid"/>
            </a:ln>
          </p:spPr>
        </p:sp>
        <p:sp>
          <p:nvSpPr>
            <p:cNvPr id="1136" name="original-2d:881"/>
            <p:cNvSpPr>
              <a:spLocks noGrp="1"/>
            </p:cNvSpPr>
            <p:nvPr/>
          </p:nvSpPr>
          <p:spPr>
            <a:xfrm>
              <a:off x="5200841" y="2868613"/>
              <a:ext cx="84723" cy="94121"/>
            </a:xfrm>
            <a:prstGeom prst="rect">
              <a:avLst/>
            </a:prstGeom>
            <a:solidFill>
              <a:srgbClr val="81C9BA"/>
            </a:solidFill>
            <a:ln w="0">
              <a:noFill/>
              <a:prstDash val="solid"/>
            </a:ln>
          </p:spPr>
        </p:sp>
        <p:sp>
          <p:nvSpPr>
            <p:cNvPr id="1137" name="original-2d:882"/>
            <p:cNvSpPr>
              <a:spLocks noGrp="1"/>
            </p:cNvSpPr>
            <p:nvPr/>
          </p:nvSpPr>
          <p:spPr>
            <a:xfrm>
              <a:off x="3593783" y="2962593"/>
              <a:ext cx="84723" cy="94121"/>
            </a:xfrm>
            <a:prstGeom prst="rect">
              <a:avLst/>
            </a:prstGeom>
            <a:solidFill>
              <a:srgbClr val="DCE8ED"/>
            </a:solidFill>
            <a:ln w="0">
              <a:noFill/>
              <a:prstDash val="solid"/>
            </a:ln>
          </p:spPr>
        </p:sp>
        <p:sp>
          <p:nvSpPr>
            <p:cNvPr id="1138" name="original-2d:883"/>
            <p:cNvSpPr>
              <a:spLocks noGrp="1"/>
            </p:cNvSpPr>
            <p:nvPr/>
          </p:nvSpPr>
          <p:spPr>
            <a:xfrm>
              <a:off x="3678365" y="2962593"/>
              <a:ext cx="84723" cy="94121"/>
            </a:xfrm>
            <a:prstGeom prst="rect">
              <a:avLst/>
            </a:prstGeom>
            <a:solidFill>
              <a:srgbClr val="DCE8ED"/>
            </a:solidFill>
            <a:ln w="0">
              <a:noFill/>
              <a:prstDash val="solid"/>
            </a:ln>
          </p:spPr>
        </p:sp>
        <p:sp>
          <p:nvSpPr>
            <p:cNvPr id="1139" name="original-2d:884"/>
            <p:cNvSpPr>
              <a:spLocks noGrp="1"/>
            </p:cNvSpPr>
            <p:nvPr/>
          </p:nvSpPr>
          <p:spPr>
            <a:xfrm>
              <a:off x="3762947" y="2962593"/>
              <a:ext cx="84723" cy="94121"/>
            </a:xfrm>
            <a:prstGeom prst="rect">
              <a:avLst/>
            </a:prstGeom>
            <a:solidFill>
              <a:srgbClr val="DCE8ED"/>
            </a:solidFill>
            <a:ln w="0">
              <a:noFill/>
              <a:prstDash val="solid"/>
            </a:ln>
          </p:spPr>
        </p:sp>
        <p:sp>
          <p:nvSpPr>
            <p:cNvPr id="1140" name="original-2d:885"/>
            <p:cNvSpPr>
              <a:spLocks noGrp="1"/>
            </p:cNvSpPr>
            <p:nvPr/>
          </p:nvSpPr>
          <p:spPr>
            <a:xfrm>
              <a:off x="3847529" y="2962593"/>
              <a:ext cx="84723" cy="94121"/>
            </a:xfrm>
            <a:prstGeom prst="rect">
              <a:avLst/>
            </a:prstGeom>
            <a:solidFill>
              <a:srgbClr val="DCE8ED"/>
            </a:solidFill>
            <a:ln w="0">
              <a:noFill/>
              <a:prstDash val="solid"/>
            </a:ln>
          </p:spPr>
        </p:sp>
        <p:sp>
          <p:nvSpPr>
            <p:cNvPr id="1141" name="original-2d:886"/>
            <p:cNvSpPr>
              <a:spLocks noGrp="1"/>
            </p:cNvSpPr>
            <p:nvPr/>
          </p:nvSpPr>
          <p:spPr>
            <a:xfrm>
              <a:off x="3932111" y="2962593"/>
              <a:ext cx="84723" cy="94121"/>
            </a:xfrm>
            <a:prstGeom prst="rect">
              <a:avLst/>
            </a:prstGeom>
            <a:solidFill>
              <a:srgbClr val="81C9BA"/>
            </a:solidFill>
            <a:ln w="0">
              <a:noFill/>
              <a:prstDash val="solid"/>
            </a:ln>
          </p:spPr>
        </p:sp>
        <p:sp>
          <p:nvSpPr>
            <p:cNvPr id="1142" name="original-2d:887"/>
            <p:cNvSpPr>
              <a:spLocks noGrp="1"/>
            </p:cNvSpPr>
            <p:nvPr/>
          </p:nvSpPr>
          <p:spPr>
            <a:xfrm>
              <a:off x="4016693" y="2962593"/>
              <a:ext cx="84723" cy="94121"/>
            </a:xfrm>
            <a:prstGeom prst="rect">
              <a:avLst/>
            </a:prstGeom>
            <a:solidFill>
              <a:srgbClr val="81C9BA"/>
            </a:solidFill>
            <a:ln w="0">
              <a:noFill/>
              <a:prstDash val="solid"/>
            </a:ln>
          </p:spPr>
        </p:sp>
        <p:sp>
          <p:nvSpPr>
            <p:cNvPr id="1143" name="original-2d:888"/>
            <p:cNvSpPr>
              <a:spLocks noGrp="1"/>
            </p:cNvSpPr>
            <p:nvPr/>
          </p:nvSpPr>
          <p:spPr>
            <a:xfrm>
              <a:off x="4101275" y="2962593"/>
              <a:ext cx="84723" cy="94121"/>
            </a:xfrm>
            <a:prstGeom prst="rect">
              <a:avLst/>
            </a:prstGeom>
            <a:solidFill>
              <a:srgbClr val="81C9BA"/>
            </a:solidFill>
            <a:ln w="0">
              <a:noFill/>
              <a:prstDash val="solid"/>
            </a:ln>
          </p:spPr>
        </p:sp>
        <p:sp>
          <p:nvSpPr>
            <p:cNvPr id="1144" name="original-2d:889"/>
            <p:cNvSpPr>
              <a:spLocks noGrp="1"/>
            </p:cNvSpPr>
            <p:nvPr/>
          </p:nvSpPr>
          <p:spPr>
            <a:xfrm>
              <a:off x="4185857" y="2962593"/>
              <a:ext cx="84723" cy="94121"/>
            </a:xfrm>
            <a:prstGeom prst="rect">
              <a:avLst/>
            </a:prstGeom>
            <a:solidFill>
              <a:srgbClr val="81C9BA"/>
            </a:solidFill>
            <a:ln w="0">
              <a:noFill/>
              <a:prstDash val="solid"/>
            </a:ln>
          </p:spPr>
        </p:sp>
        <p:sp>
          <p:nvSpPr>
            <p:cNvPr id="1145" name="original-2d:890"/>
            <p:cNvSpPr>
              <a:spLocks noGrp="1"/>
            </p:cNvSpPr>
            <p:nvPr/>
          </p:nvSpPr>
          <p:spPr>
            <a:xfrm>
              <a:off x="4270439" y="2962593"/>
              <a:ext cx="84723" cy="94121"/>
            </a:xfrm>
            <a:prstGeom prst="rect">
              <a:avLst/>
            </a:prstGeom>
            <a:solidFill>
              <a:srgbClr val="D55E00"/>
            </a:solidFill>
            <a:ln w="0">
              <a:noFill/>
              <a:prstDash val="solid"/>
            </a:ln>
          </p:spPr>
        </p:sp>
        <p:sp>
          <p:nvSpPr>
            <p:cNvPr id="1146" name="original-2d:891"/>
            <p:cNvSpPr>
              <a:spLocks noGrp="1"/>
            </p:cNvSpPr>
            <p:nvPr/>
          </p:nvSpPr>
          <p:spPr>
            <a:xfrm>
              <a:off x="4355021" y="2962593"/>
              <a:ext cx="84723" cy="94121"/>
            </a:xfrm>
            <a:prstGeom prst="rect">
              <a:avLst/>
            </a:prstGeom>
            <a:solidFill>
              <a:srgbClr val="D55E00"/>
            </a:solidFill>
            <a:ln w="0">
              <a:noFill/>
              <a:prstDash val="solid"/>
            </a:ln>
          </p:spPr>
        </p:sp>
        <p:sp>
          <p:nvSpPr>
            <p:cNvPr id="1147" name="original-2d:892"/>
            <p:cNvSpPr>
              <a:spLocks noGrp="1"/>
            </p:cNvSpPr>
            <p:nvPr/>
          </p:nvSpPr>
          <p:spPr>
            <a:xfrm>
              <a:off x="4439603" y="2962593"/>
              <a:ext cx="84723" cy="94121"/>
            </a:xfrm>
            <a:prstGeom prst="rect">
              <a:avLst/>
            </a:prstGeom>
            <a:solidFill>
              <a:srgbClr val="D55E00"/>
            </a:solidFill>
            <a:ln w="0">
              <a:noFill/>
              <a:prstDash val="solid"/>
            </a:ln>
          </p:spPr>
        </p:sp>
        <p:sp>
          <p:nvSpPr>
            <p:cNvPr id="1148" name="original-2d:893"/>
            <p:cNvSpPr>
              <a:spLocks noGrp="1"/>
            </p:cNvSpPr>
            <p:nvPr/>
          </p:nvSpPr>
          <p:spPr>
            <a:xfrm>
              <a:off x="4524185" y="2962593"/>
              <a:ext cx="84723" cy="94121"/>
            </a:xfrm>
            <a:prstGeom prst="rect">
              <a:avLst/>
            </a:prstGeom>
            <a:solidFill>
              <a:srgbClr val="D55E00"/>
            </a:solidFill>
            <a:ln w="0">
              <a:noFill/>
              <a:prstDash val="solid"/>
            </a:ln>
          </p:spPr>
        </p:sp>
        <p:sp>
          <p:nvSpPr>
            <p:cNvPr id="1149" name="original-2d:894"/>
            <p:cNvSpPr>
              <a:spLocks noGrp="1"/>
            </p:cNvSpPr>
            <p:nvPr/>
          </p:nvSpPr>
          <p:spPr>
            <a:xfrm>
              <a:off x="4608767" y="2962593"/>
              <a:ext cx="84723" cy="94121"/>
            </a:xfrm>
            <a:prstGeom prst="rect">
              <a:avLst/>
            </a:prstGeom>
            <a:solidFill>
              <a:srgbClr val="81C9BA"/>
            </a:solidFill>
            <a:ln w="0">
              <a:noFill/>
              <a:prstDash val="solid"/>
            </a:ln>
          </p:spPr>
        </p:sp>
        <p:sp>
          <p:nvSpPr>
            <p:cNvPr id="1150" name="original-2d:895"/>
            <p:cNvSpPr>
              <a:spLocks noGrp="1"/>
            </p:cNvSpPr>
            <p:nvPr/>
          </p:nvSpPr>
          <p:spPr>
            <a:xfrm>
              <a:off x="4693349" y="2962593"/>
              <a:ext cx="84723" cy="94121"/>
            </a:xfrm>
            <a:prstGeom prst="rect">
              <a:avLst/>
            </a:prstGeom>
            <a:solidFill>
              <a:srgbClr val="009E73"/>
            </a:solidFill>
            <a:ln w="0">
              <a:noFill/>
              <a:prstDash val="solid"/>
            </a:ln>
          </p:spPr>
        </p:sp>
        <p:sp>
          <p:nvSpPr>
            <p:cNvPr id="1151" name="original-2d:896"/>
            <p:cNvSpPr>
              <a:spLocks noGrp="1"/>
            </p:cNvSpPr>
            <p:nvPr/>
          </p:nvSpPr>
          <p:spPr>
            <a:xfrm>
              <a:off x="4777931" y="2962593"/>
              <a:ext cx="84723" cy="94121"/>
            </a:xfrm>
            <a:prstGeom prst="rect">
              <a:avLst/>
            </a:prstGeom>
            <a:solidFill>
              <a:srgbClr val="009E73"/>
            </a:solidFill>
            <a:ln w="0">
              <a:noFill/>
              <a:prstDash val="solid"/>
            </a:ln>
          </p:spPr>
        </p:sp>
        <p:sp>
          <p:nvSpPr>
            <p:cNvPr id="1152" name="original-2d:897"/>
            <p:cNvSpPr>
              <a:spLocks noGrp="1"/>
            </p:cNvSpPr>
            <p:nvPr/>
          </p:nvSpPr>
          <p:spPr>
            <a:xfrm>
              <a:off x="4862513" y="2962593"/>
              <a:ext cx="84723" cy="94121"/>
            </a:xfrm>
            <a:prstGeom prst="rect">
              <a:avLst/>
            </a:prstGeom>
            <a:solidFill>
              <a:srgbClr val="009E73"/>
            </a:solidFill>
            <a:ln w="0">
              <a:noFill/>
              <a:prstDash val="solid"/>
            </a:ln>
          </p:spPr>
        </p:sp>
        <p:sp>
          <p:nvSpPr>
            <p:cNvPr id="1153" name="original-2d:898"/>
            <p:cNvSpPr>
              <a:spLocks noGrp="1"/>
            </p:cNvSpPr>
            <p:nvPr/>
          </p:nvSpPr>
          <p:spPr>
            <a:xfrm>
              <a:off x="4947095" y="2962593"/>
              <a:ext cx="84723" cy="94121"/>
            </a:xfrm>
            <a:prstGeom prst="rect">
              <a:avLst/>
            </a:prstGeom>
            <a:solidFill>
              <a:srgbClr val="81C9BA"/>
            </a:solidFill>
            <a:ln w="0">
              <a:noFill/>
              <a:prstDash val="solid"/>
            </a:ln>
          </p:spPr>
        </p:sp>
        <p:sp>
          <p:nvSpPr>
            <p:cNvPr id="1154" name="original-2d:899"/>
            <p:cNvSpPr>
              <a:spLocks noGrp="1"/>
            </p:cNvSpPr>
            <p:nvPr/>
          </p:nvSpPr>
          <p:spPr>
            <a:xfrm>
              <a:off x="5031677" y="2962593"/>
              <a:ext cx="84723" cy="94121"/>
            </a:xfrm>
            <a:prstGeom prst="rect">
              <a:avLst/>
            </a:prstGeom>
            <a:solidFill>
              <a:srgbClr val="81C9BA"/>
            </a:solidFill>
            <a:ln w="0">
              <a:noFill/>
              <a:prstDash val="solid"/>
            </a:ln>
          </p:spPr>
        </p:sp>
        <p:sp>
          <p:nvSpPr>
            <p:cNvPr id="1155" name="original-2d:900"/>
            <p:cNvSpPr>
              <a:spLocks noGrp="1"/>
            </p:cNvSpPr>
            <p:nvPr/>
          </p:nvSpPr>
          <p:spPr>
            <a:xfrm>
              <a:off x="5116259" y="2962593"/>
              <a:ext cx="84723" cy="94121"/>
            </a:xfrm>
            <a:prstGeom prst="rect">
              <a:avLst/>
            </a:prstGeom>
            <a:solidFill>
              <a:srgbClr val="81C9BA"/>
            </a:solidFill>
            <a:ln w="0">
              <a:noFill/>
              <a:prstDash val="solid"/>
            </a:ln>
          </p:spPr>
        </p:sp>
        <p:sp>
          <p:nvSpPr>
            <p:cNvPr id="1156" name="original-2d:901"/>
            <p:cNvSpPr>
              <a:spLocks noGrp="1"/>
            </p:cNvSpPr>
            <p:nvPr/>
          </p:nvSpPr>
          <p:spPr>
            <a:xfrm>
              <a:off x="5200841" y="2962593"/>
              <a:ext cx="84723" cy="94121"/>
            </a:xfrm>
            <a:prstGeom prst="rect">
              <a:avLst/>
            </a:prstGeom>
            <a:solidFill>
              <a:srgbClr val="DCE8ED"/>
            </a:solidFill>
            <a:ln w="0">
              <a:noFill/>
              <a:prstDash val="solid"/>
            </a:ln>
          </p:spPr>
        </p:sp>
        <p:sp>
          <p:nvSpPr>
            <p:cNvPr id="1157" name="original-2d:902"/>
            <p:cNvSpPr>
              <a:spLocks noGrp="1"/>
            </p:cNvSpPr>
            <p:nvPr/>
          </p:nvSpPr>
          <p:spPr>
            <a:xfrm>
              <a:off x="3593783" y="3056573"/>
              <a:ext cx="84723" cy="94121"/>
            </a:xfrm>
            <a:prstGeom prst="rect">
              <a:avLst/>
            </a:prstGeom>
            <a:solidFill>
              <a:srgbClr val="DCE8ED"/>
            </a:solidFill>
            <a:ln w="0">
              <a:noFill/>
              <a:prstDash val="solid"/>
            </a:ln>
          </p:spPr>
        </p:sp>
        <p:sp>
          <p:nvSpPr>
            <p:cNvPr id="1158" name="original-2d:903"/>
            <p:cNvSpPr>
              <a:spLocks noGrp="1"/>
            </p:cNvSpPr>
            <p:nvPr/>
          </p:nvSpPr>
          <p:spPr>
            <a:xfrm>
              <a:off x="3678365" y="3056573"/>
              <a:ext cx="84723" cy="94121"/>
            </a:xfrm>
            <a:prstGeom prst="rect">
              <a:avLst/>
            </a:prstGeom>
            <a:solidFill>
              <a:srgbClr val="DCE8ED"/>
            </a:solidFill>
            <a:ln w="0">
              <a:noFill/>
              <a:prstDash val="solid"/>
            </a:ln>
          </p:spPr>
        </p:sp>
        <p:sp>
          <p:nvSpPr>
            <p:cNvPr id="1159" name="original-2d:904"/>
            <p:cNvSpPr>
              <a:spLocks noGrp="1"/>
            </p:cNvSpPr>
            <p:nvPr/>
          </p:nvSpPr>
          <p:spPr>
            <a:xfrm>
              <a:off x="3762947" y="3056573"/>
              <a:ext cx="84723" cy="94121"/>
            </a:xfrm>
            <a:prstGeom prst="rect">
              <a:avLst/>
            </a:prstGeom>
            <a:solidFill>
              <a:srgbClr val="DCE8ED"/>
            </a:solidFill>
            <a:ln w="0">
              <a:noFill/>
              <a:prstDash val="solid"/>
            </a:ln>
          </p:spPr>
        </p:sp>
        <p:sp>
          <p:nvSpPr>
            <p:cNvPr id="1160" name="original-2d:905"/>
            <p:cNvSpPr>
              <a:spLocks noGrp="1"/>
            </p:cNvSpPr>
            <p:nvPr/>
          </p:nvSpPr>
          <p:spPr>
            <a:xfrm>
              <a:off x="3847529" y="3056573"/>
              <a:ext cx="84723" cy="94121"/>
            </a:xfrm>
            <a:prstGeom prst="rect">
              <a:avLst/>
            </a:prstGeom>
            <a:solidFill>
              <a:srgbClr val="DCE8ED"/>
            </a:solidFill>
            <a:ln w="0">
              <a:noFill/>
              <a:prstDash val="solid"/>
            </a:ln>
          </p:spPr>
        </p:sp>
        <p:sp>
          <p:nvSpPr>
            <p:cNvPr id="1161" name="original-2d:906"/>
            <p:cNvSpPr>
              <a:spLocks noGrp="1"/>
            </p:cNvSpPr>
            <p:nvPr/>
          </p:nvSpPr>
          <p:spPr>
            <a:xfrm>
              <a:off x="3932111" y="3056573"/>
              <a:ext cx="84723" cy="94121"/>
            </a:xfrm>
            <a:prstGeom prst="rect">
              <a:avLst/>
            </a:prstGeom>
            <a:solidFill>
              <a:srgbClr val="81C9BA"/>
            </a:solidFill>
            <a:ln w="0">
              <a:noFill/>
              <a:prstDash val="solid"/>
            </a:ln>
          </p:spPr>
        </p:sp>
        <p:sp>
          <p:nvSpPr>
            <p:cNvPr id="1162" name="original-2d:907"/>
            <p:cNvSpPr>
              <a:spLocks noGrp="1"/>
            </p:cNvSpPr>
            <p:nvPr/>
          </p:nvSpPr>
          <p:spPr>
            <a:xfrm>
              <a:off x="4016693" y="3056573"/>
              <a:ext cx="84723" cy="94121"/>
            </a:xfrm>
            <a:prstGeom prst="rect">
              <a:avLst/>
            </a:prstGeom>
            <a:solidFill>
              <a:srgbClr val="81C9BA"/>
            </a:solidFill>
            <a:ln w="0">
              <a:noFill/>
              <a:prstDash val="solid"/>
            </a:ln>
          </p:spPr>
        </p:sp>
        <p:sp>
          <p:nvSpPr>
            <p:cNvPr id="1163" name="original-2d:908"/>
            <p:cNvSpPr>
              <a:spLocks noGrp="1"/>
            </p:cNvSpPr>
            <p:nvPr/>
          </p:nvSpPr>
          <p:spPr>
            <a:xfrm>
              <a:off x="4101275" y="3056573"/>
              <a:ext cx="84723" cy="94121"/>
            </a:xfrm>
            <a:prstGeom prst="rect">
              <a:avLst/>
            </a:prstGeom>
            <a:solidFill>
              <a:srgbClr val="81C9BA"/>
            </a:solidFill>
            <a:ln w="0">
              <a:noFill/>
              <a:prstDash val="solid"/>
            </a:ln>
          </p:spPr>
        </p:sp>
        <p:sp>
          <p:nvSpPr>
            <p:cNvPr id="1164" name="original-2d:909"/>
            <p:cNvSpPr>
              <a:spLocks noGrp="1"/>
            </p:cNvSpPr>
            <p:nvPr/>
          </p:nvSpPr>
          <p:spPr>
            <a:xfrm>
              <a:off x="4185857" y="3056573"/>
              <a:ext cx="84723" cy="94121"/>
            </a:xfrm>
            <a:prstGeom prst="rect">
              <a:avLst/>
            </a:prstGeom>
            <a:solidFill>
              <a:srgbClr val="81C9BA"/>
            </a:solidFill>
            <a:ln w="0">
              <a:noFill/>
              <a:prstDash val="solid"/>
            </a:ln>
          </p:spPr>
        </p:sp>
        <p:sp>
          <p:nvSpPr>
            <p:cNvPr id="1165" name="original-2d:910"/>
            <p:cNvSpPr>
              <a:spLocks noGrp="1"/>
            </p:cNvSpPr>
            <p:nvPr/>
          </p:nvSpPr>
          <p:spPr>
            <a:xfrm>
              <a:off x="4270439" y="3056573"/>
              <a:ext cx="84723" cy="94121"/>
            </a:xfrm>
            <a:prstGeom prst="rect">
              <a:avLst/>
            </a:prstGeom>
            <a:solidFill>
              <a:srgbClr val="D55E00"/>
            </a:solidFill>
            <a:ln w="0">
              <a:noFill/>
              <a:prstDash val="solid"/>
            </a:ln>
          </p:spPr>
        </p:sp>
        <p:sp>
          <p:nvSpPr>
            <p:cNvPr id="1166" name="original-2d:911"/>
            <p:cNvSpPr>
              <a:spLocks noGrp="1"/>
            </p:cNvSpPr>
            <p:nvPr/>
          </p:nvSpPr>
          <p:spPr>
            <a:xfrm>
              <a:off x="4355021" y="3056573"/>
              <a:ext cx="84723" cy="94121"/>
            </a:xfrm>
            <a:prstGeom prst="rect">
              <a:avLst/>
            </a:prstGeom>
            <a:solidFill>
              <a:srgbClr val="D55E00"/>
            </a:solidFill>
            <a:ln w="0">
              <a:noFill/>
              <a:prstDash val="solid"/>
            </a:ln>
          </p:spPr>
        </p:sp>
        <p:sp>
          <p:nvSpPr>
            <p:cNvPr id="1167" name="original-2d:912"/>
            <p:cNvSpPr>
              <a:spLocks noGrp="1"/>
            </p:cNvSpPr>
            <p:nvPr/>
          </p:nvSpPr>
          <p:spPr>
            <a:xfrm>
              <a:off x="4439603" y="3056573"/>
              <a:ext cx="84723" cy="94121"/>
            </a:xfrm>
            <a:prstGeom prst="rect">
              <a:avLst/>
            </a:prstGeom>
            <a:solidFill>
              <a:srgbClr val="D55E00"/>
            </a:solidFill>
            <a:ln w="0">
              <a:noFill/>
              <a:prstDash val="solid"/>
            </a:ln>
          </p:spPr>
        </p:sp>
        <p:sp>
          <p:nvSpPr>
            <p:cNvPr id="1168" name="original-2d:913"/>
            <p:cNvSpPr>
              <a:spLocks noGrp="1"/>
            </p:cNvSpPr>
            <p:nvPr/>
          </p:nvSpPr>
          <p:spPr>
            <a:xfrm>
              <a:off x="4524185" y="3056573"/>
              <a:ext cx="84723" cy="94121"/>
            </a:xfrm>
            <a:prstGeom prst="rect">
              <a:avLst/>
            </a:prstGeom>
            <a:solidFill>
              <a:srgbClr val="D55E00"/>
            </a:solidFill>
            <a:ln w="0">
              <a:noFill/>
              <a:prstDash val="solid"/>
            </a:ln>
          </p:spPr>
        </p:sp>
        <p:sp>
          <p:nvSpPr>
            <p:cNvPr id="1169" name="original-2d:914"/>
            <p:cNvSpPr>
              <a:spLocks noGrp="1"/>
            </p:cNvSpPr>
            <p:nvPr/>
          </p:nvSpPr>
          <p:spPr>
            <a:xfrm>
              <a:off x="4608767" y="3056573"/>
              <a:ext cx="84723" cy="94121"/>
            </a:xfrm>
            <a:prstGeom prst="rect">
              <a:avLst/>
            </a:prstGeom>
            <a:solidFill>
              <a:srgbClr val="81C9BA"/>
            </a:solidFill>
            <a:ln w="0">
              <a:noFill/>
              <a:prstDash val="solid"/>
            </a:ln>
          </p:spPr>
        </p:sp>
        <p:sp>
          <p:nvSpPr>
            <p:cNvPr id="1170" name="original-2d:915"/>
            <p:cNvSpPr>
              <a:spLocks noGrp="1"/>
            </p:cNvSpPr>
            <p:nvPr/>
          </p:nvSpPr>
          <p:spPr>
            <a:xfrm>
              <a:off x="4693349" y="3056573"/>
              <a:ext cx="84723" cy="94121"/>
            </a:xfrm>
            <a:prstGeom prst="rect">
              <a:avLst/>
            </a:prstGeom>
            <a:solidFill>
              <a:srgbClr val="81C9BA"/>
            </a:solidFill>
            <a:ln w="0">
              <a:noFill/>
              <a:prstDash val="solid"/>
            </a:ln>
          </p:spPr>
        </p:sp>
        <p:sp>
          <p:nvSpPr>
            <p:cNvPr id="1171" name="original-2d:916"/>
            <p:cNvSpPr>
              <a:spLocks noGrp="1"/>
            </p:cNvSpPr>
            <p:nvPr/>
          </p:nvSpPr>
          <p:spPr>
            <a:xfrm>
              <a:off x="4777931" y="3056573"/>
              <a:ext cx="84723" cy="94121"/>
            </a:xfrm>
            <a:prstGeom prst="rect">
              <a:avLst/>
            </a:prstGeom>
            <a:solidFill>
              <a:srgbClr val="81C9BA"/>
            </a:solidFill>
            <a:ln w="0">
              <a:noFill/>
              <a:prstDash val="solid"/>
            </a:ln>
          </p:spPr>
        </p:sp>
        <p:sp>
          <p:nvSpPr>
            <p:cNvPr id="1172" name="original-2d:917"/>
            <p:cNvSpPr>
              <a:spLocks noGrp="1"/>
            </p:cNvSpPr>
            <p:nvPr/>
          </p:nvSpPr>
          <p:spPr>
            <a:xfrm>
              <a:off x="4862513" y="3056573"/>
              <a:ext cx="84723" cy="94121"/>
            </a:xfrm>
            <a:prstGeom prst="rect">
              <a:avLst/>
            </a:prstGeom>
            <a:solidFill>
              <a:srgbClr val="81C9BA"/>
            </a:solidFill>
            <a:ln w="0">
              <a:noFill/>
              <a:prstDash val="solid"/>
            </a:ln>
          </p:spPr>
        </p:sp>
        <p:sp>
          <p:nvSpPr>
            <p:cNvPr id="1173" name="original-2d:918"/>
            <p:cNvSpPr>
              <a:spLocks noGrp="1"/>
            </p:cNvSpPr>
            <p:nvPr/>
          </p:nvSpPr>
          <p:spPr>
            <a:xfrm>
              <a:off x="4947095" y="3056573"/>
              <a:ext cx="84723" cy="94121"/>
            </a:xfrm>
            <a:prstGeom prst="rect">
              <a:avLst/>
            </a:prstGeom>
            <a:solidFill>
              <a:srgbClr val="81C9BA"/>
            </a:solidFill>
            <a:ln w="0">
              <a:noFill/>
              <a:prstDash val="solid"/>
            </a:ln>
          </p:spPr>
        </p:sp>
        <p:sp>
          <p:nvSpPr>
            <p:cNvPr id="1174" name="original-2d:919"/>
            <p:cNvSpPr>
              <a:spLocks noGrp="1"/>
            </p:cNvSpPr>
            <p:nvPr/>
          </p:nvSpPr>
          <p:spPr>
            <a:xfrm>
              <a:off x="5031677" y="3056573"/>
              <a:ext cx="84723" cy="94121"/>
            </a:xfrm>
            <a:prstGeom prst="rect">
              <a:avLst/>
            </a:prstGeom>
            <a:solidFill>
              <a:srgbClr val="81C9BA"/>
            </a:solidFill>
            <a:ln w="0">
              <a:noFill/>
              <a:prstDash val="solid"/>
            </a:ln>
          </p:spPr>
        </p:sp>
        <p:sp>
          <p:nvSpPr>
            <p:cNvPr id="1175" name="original-2d:920"/>
            <p:cNvSpPr>
              <a:spLocks noGrp="1"/>
            </p:cNvSpPr>
            <p:nvPr/>
          </p:nvSpPr>
          <p:spPr>
            <a:xfrm>
              <a:off x="5116259" y="3056573"/>
              <a:ext cx="84723" cy="94121"/>
            </a:xfrm>
            <a:prstGeom prst="rect">
              <a:avLst/>
            </a:prstGeom>
            <a:solidFill>
              <a:srgbClr val="81C9BA"/>
            </a:solidFill>
            <a:ln w="0">
              <a:noFill/>
              <a:prstDash val="solid"/>
            </a:ln>
          </p:spPr>
        </p:sp>
        <p:sp>
          <p:nvSpPr>
            <p:cNvPr id="1176" name="original-2d:921"/>
            <p:cNvSpPr>
              <a:spLocks noGrp="1"/>
            </p:cNvSpPr>
            <p:nvPr/>
          </p:nvSpPr>
          <p:spPr>
            <a:xfrm>
              <a:off x="5200841" y="3056573"/>
              <a:ext cx="84723" cy="94121"/>
            </a:xfrm>
            <a:prstGeom prst="rect">
              <a:avLst/>
            </a:prstGeom>
            <a:solidFill>
              <a:srgbClr val="DCE8ED"/>
            </a:solidFill>
            <a:ln w="0">
              <a:noFill/>
              <a:prstDash val="solid"/>
            </a:ln>
          </p:spPr>
        </p:sp>
        <p:sp>
          <p:nvSpPr>
            <p:cNvPr id="1177" name="original-2d:922"/>
            <p:cNvSpPr>
              <a:spLocks noGrp="1"/>
            </p:cNvSpPr>
            <p:nvPr/>
          </p:nvSpPr>
          <p:spPr>
            <a:xfrm>
              <a:off x="3593783" y="3150553"/>
              <a:ext cx="84723" cy="94121"/>
            </a:xfrm>
            <a:prstGeom prst="rect">
              <a:avLst/>
            </a:prstGeom>
            <a:solidFill>
              <a:srgbClr val="DCE8ED"/>
            </a:solidFill>
            <a:ln w="0">
              <a:noFill/>
              <a:prstDash val="solid"/>
            </a:ln>
          </p:spPr>
        </p:sp>
        <p:sp>
          <p:nvSpPr>
            <p:cNvPr id="1178" name="original-2d:923"/>
            <p:cNvSpPr>
              <a:spLocks noGrp="1"/>
            </p:cNvSpPr>
            <p:nvPr/>
          </p:nvSpPr>
          <p:spPr>
            <a:xfrm>
              <a:off x="3678365" y="3150553"/>
              <a:ext cx="84723" cy="94121"/>
            </a:xfrm>
            <a:prstGeom prst="rect">
              <a:avLst/>
            </a:prstGeom>
            <a:solidFill>
              <a:srgbClr val="DCE8ED"/>
            </a:solidFill>
            <a:ln w="0">
              <a:noFill/>
              <a:prstDash val="solid"/>
            </a:ln>
          </p:spPr>
        </p:sp>
        <p:sp>
          <p:nvSpPr>
            <p:cNvPr id="1179" name="original-2d:924"/>
            <p:cNvSpPr>
              <a:spLocks noGrp="1"/>
            </p:cNvSpPr>
            <p:nvPr/>
          </p:nvSpPr>
          <p:spPr>
            <a:xfrm>
              <a:off x="3762947" y="3150553"/>
              <a:ext cx="84723" cy="94121"/>
            </a:xfrm>
            <a:prstGeom prst="rect">
              <a:avLst/>
            </a:prstGeom>
            <a:solidFill>
              <a:srgbClr val="DCE8ED"/>
            </a:solidFill>
            <a:ln w="0">
              <a:noFill/>
              <a:prstDash val="solid"/>
            </a:ln>
          </p:spPr>
        </p:sp>
        <p:sp>
          <p:nvSpPr>
            <p:cNvPr id="1180" name="original-2d:925"/>
            <p:cNvSpPr>
              <a:spLocks noGrp="1"/>
            </p:cNvSpPr>
            <p:nvPr/>
          </p:nvSpPr>
          <p:spPr>
            <a:xfrm>
              <a:off x="3847529" y="3150553"/>
              <a:ext cx="84723" cy="94121"/>
            </a:xfrm>
            <a:prstGeom prst="rect">
              <a:avLst/>
            </a:prstGeom>
            <a:solidFill>
              <a:srgbClr val="DCE8ED"/>
            </a:solidFill>
            <a:ln w="0">
              <a:noFill/>
              <a:prstDash val="solid"/>
            </a:ln>
          </p:spPr>
        </p:sp>
        <p:sp>
          <p:nvSpPr>
            <p:cNvPr id="1181" name="original-2d:926"/>
            <p:cNvSpPr>
              <a:spLocks noGrp="1"/>
            </p:cNvSpPr>
            <p:nvPr/>
          </p:nvSpPr>
          <p:spPr>
            <a:xfrm>
              <a:off x="3932111" y="3150553"/>
              <a:ext cx="84723" cy="94121"/>
            </a:xfrm>
            <a:prstGeom prst="rect">
              <a:avLst/>
            </a:prstGeom>
            <a:solidFill>
              <a:srgbClr val="DCE8ED"/>
            </a:solidFill>
            <a:ln w="0">
              <a:noFill/>
              <a:prstDash val="solid"/>
            </a:ln>
          </p:spPr>
        </p:sp>
        <p:sp>
          <p:nvSpPr>
            <p:cNvPr id="1182" name="original-2d:927"/>
            <p:cNvSpPr>
              <a:spLocks noGrp="1"/>
            </p:cNvSpPr>
            <p:nvPr/>
          </p:nvSpPr>
          <p:spPr>
            <a:xfrm>
              <a:off x="4016693" y="3150553"/>
              <a:ext cx="84723" cy="94121"/>
            </a:xfrm>
            <a:prstGeom prst="rect">
              <a:avLst/>
            </a:prstGeom>
            <a:solidFill>
              <a:srgbClr val="81C9BA"/>
            </a:solidFill>
            <a:ln w="0">
              <a:noFill/>
              <a:prstDash val="solid"/>
            </a:ln>
          </p:spPr>
        </p:sp>
        <p:sp>
          <p:nvSpPr>
            <p:cNvPr id="1183" name="original-2d:928"/>
            <p:cNvSpPr>
              <a:spLocks noGrp="1"/>
            </p:cNvSpPr>
            <p:nvPr/>
          </p:nvSpPr>
          <p:spPr>
            <a:xfrm>
              <a:off x="4101275" y="3150553"/>
              <a:ext cx="84723" cy="94121"/>
            </a:xfrm>
            <a:prstGeom prst="rect">
              <a:avLst/>
            </a:prstGeom>
            <a:solidFill>
              <a:srgbClr val="81C9BA"/>
            </a:solidFill>
            <a:ln w="0">
              <a:noFill/>
              <a:prstDash val="solid"/>
            </a:ln>
          </p:spPr>
        </p:sp>
        <p:sp>
          <p:nvSpPr>
            <p:cNvPr id="1184" name="original-2d:929"/>
            <p:cNvSpPr>
              <a:spLocks noGrp="1"/>
            </p:cNvSpPr>
            <p:nvPr/>
          </p:nvSpPr>
          <p:spPr>
            <a:xfrm>
              <a:off x="4185857" y="3150553"/>
              <a:ext cx="84723" cy="94121"/>
            </a:xfrm>
            <a:prstGeom prst="rect">
              <a:avLst/>
            </a:prstGeom>
            <a:solidFill>
              <a:srgbClr val="81C9BA"/>
            </a:solidFill>
            <a:ln w="0">
              <a:noFill/>
              <a:prstDash val="solid"/>
            </a:ln>
          </p:spPr>
        </p:sp>
        <p:sp>
          <p:nvSpPr>
            <p:cNvPr id="1185" name="original-2d:930"/>
            <p:cNvSpPr>
              <a:spLocks noGrp="1"/>
            </p:cNvSpPr>
            <p:nvPr/>
          </p:nvSpPr>
          <p:spPr>
            <a:xfrm>
              <a:off x="4270439" y="3150553"/>
              <a:ext cx="84723" cy="94121"/>
            </a:xfrm>
            <a:prstGeom prst="rect">
              <a:avLst/>
            </a:prstGeom>
            <a:solidFill>
              <a:srgbClr val="81C9BA"/>
            </a:solidFill>
            <a:ln w="0">
              <a:noFill/>
              <a:prstDash val="solid"/>
            </a:ln>
          </p:spPr>
        </p:sp>
        <p:sp>
          <p:nvSpPr>
            <p:cNvPr id="1186" name="original-2d:931"/>
            <p:cNvSpPr>
              <a:spLocks noGrp="1"/>
            </p:cNvSpPr>
            <p:nvPr/>
          </p:nvSpPr>
          <p:spPr>
            <a:xfrm>
              <a:off x="4355021" y="3150553"/>
              <a:ext cx="84723" cy="94121"/>
            </a:xfrm>
            <a:prstGeom prst="rect">
              <a:avLst/>
            </a:prstGeom>
            <a:solidFill>
              <a:srgbClr val="D55E00"/>
            </a:solidFill>
            <a:ln w="0">
              <a:noFill/>
              <a:prstDash val="solid"/>
            </a:ln>
          </p:spPr>
        </p:sp>
        <p:sp>
          <p:nvSpPr>
            <p:cNvPr id="1187" name="original-2d:932"/>
            <p:cNvSpPr>
              <a:spLocks noGrp="1"/>
            </p:cNvSpPr>
            <p:nvPr/>
          </p:nvSpPr>
          <p:spPr>
            <a:xfrm>
              <a:off x="4439603" y="3150553"/>
              <a:ext cx="84723" cy="94121"/>
            </a:xfrm>
            <a:prstGeom prst="rect">
              <a:avLst/>
            </a:prstGeom>
            <a:solidFill>
              <a:srgbClr val="D55E00"/>
            </a:solidFill>
            <a:ln w="0">
              <a:noFill/>
              <a:prstDash val="solid"/>
            </a:ln>
          </p:spPr>
        </p:sp>
        <p:sp>
          <p:nvSpPr>
            <p:cNvPr id="1188" name="original-2d:933"/>
            <p:cNvSpPr>
              <a:spLocks noGrp="1"/>
            </p:cNvSpPr>
            <p:nvPr/>
          </p:nvSpPr>
          <p:spPr>
            <a:xfrm>
              <a:off x="4524185" y="3150553"/>
              <a:ext cx="84723" cy="94121"/>
            </a:xfrm>
            <a:prstGeom prst="rect">
              <a:avLst/>
            </a:prstGeom>
            <a:solidFill>
              <a:srgbClr val="81C9BA"/>
            </a:solidFill>
            <a:ln w="0">
              <a:noFill/>
              <a:prstDash val="solid"/>
            </a:ln>
          </p:spPr>
        </p:sp>
        <p:sp>
          <p:nvSpPr>
            <p:cNvPr id="1189" name="original-2d:934"/>
            <p:cNvSpPr>
              <a:spLocks noGrp="1"/>
            </p:cNvSpPr>
            <p:nvPr/>
          </p:nvSpPr>
          <p:spPr>
            <a:xfrm>
              <a:off x="4608767" y="3150553"/>
              <a:ext cx="84723" cy="94121"/>
            </a:xfrm>
            <a:prstGeom prst="rect">
              <a:avLst/>
            </a:prstGeom>
            <a:solidFill>
              <a:srgbClr val="81C9BA"/>
            </a:solidFill>
            <a:ln w="0">
              <a:noFill/>
              <a:prstDash val="solid"/>
            </a:ln>
          </p:spPr>
        </p:sp>
        <p:sp>
          <p:nvSpPr>
            <p:cNvPr id="1190" name="original-2d:935"/>
            <p:cNvSpPr>
              <a:spLocks noGrp="1"/>
            </p:cNvSpPr>
            <p:nvPr/>
          </p:nvSpPr>
          <p:spPr>
            <a:xfrm>
              <a:off x="4693349" y="3150553"/>
              <a:ext cx="84723" cy="94121"/>
            </a:xfrm>
            <a:prstGeom prst="rect">
              <a:avLst/>
            </a:prstGeom>
            <a:solidFill>
              <a:srgbClr val="81C9BA"/>
            </a:solidFill>
            <a:ln w="0">
              <a:noFill/>
              <a:prstDash val="solid"/>
            </a:ln>
          </p:spPr>
        </p:sp>
        <p:sp>
          <p:nvSpPr>
            <p:cNvPr id="1191" name="original-2d:936"/>
            <p:cNvSpPr>
              <a:spLocks noGrp="1"/>
            </p:cNvSpPr>
            <p:nvPr/>
          </p:nvSpPr>
          <p:spPr>
            <a:xfrm>
              <a:off x="4777931" y="3150553"/>
              <a:ext cx="84723" cy="94121"/>
            </a:xfrm>
            <a:prstGeom prst="rect">
              <a:avLst/>
            </a:prstGeom>
            <a:solidFill>
              <a:srgbClr val="81C9BA"/>
            </a:solidFill>
            <a:ln w="0">
              <a:noFill/>
              <a:prstDash val="solid"/>
            </a:ln>
          </p:spPr>
        </p:sp>
        <p:sp>
          <p:nvSpPr>
            <p:cNvPr id="1192" name="original-2d:937"/>
            <p:cNvSpPr>
              <a:spLocks noGrp="1"/>
            </p:cNvSpPr>
            <p:nvPr/>
          </p:nvSpPr>
          <p:spPr>
            <a:xfrm>
              <a:off x="4862513" y="3150553"/>
              <a:ext cx="84723" cy="94121"/>
            </a:xfrm>
            <a:prstGeom prst="rect">
              <a:avLst/>
            </a:prstGeom>
            <a:solidFill>
              <a:srgbClr val="81C9BA"/>
            </a:solidFill>
            <a:ln w="0">
              <a:noFill/>
              <a:prstDash val="solid"/>
            </a:ln>
          </p:spPr>
        </p:sp>
        <p:sp>
          <p:nvSpPr>
            <p:cNvPr id="1193" name="original-2d:938"/>
            <p:cNvSpPr>
              <a:spLocks noGrp="1"/>
            </p:cNvSpPr>
            <p:nvPr/>
          </p:nvSpPr>
          <p:spPr>
            <a:xfrm>
              <a:off x="4947095" y="3150553"/>
              <a:ext cx="84723" cy="94121"/>
            </a:xfrm>
            <a:prstGeom prst="rect">
              <a:avLst/>
            </a:prstGeom>
            <a:solidFill>
              <a:srgbClr val="81C9BA"/>
            </a:solidFill>
            <a:ln w="0">
              <a:noFill/>
              <a:prstDash val="solid"/>
            </a:ln>
          </p:spPr>
        </p:sp>
        <p:sp>
          <p:nvSpPr>
            <p:cNvPr id="1194" name="original-2d:939"/>
            <p:cNvSpPr>
              <a:spLocks noGrp="1"/>
            </p:cNvSpPr>
            <p:nvPr/>
          </p:nvSpPr>
          <p:spPr>
            <a:xfrm>
              <a:off x="5031677" y="3150553"/>
              <a:ext cx="84723" cy="94121"/>
            </a:xfrm>
            <a:prstGeom prst="rect">
              <a:avLst/>
            </a:prstGeom>
            <a:solidFill>
              <a:srgbClr val="81C9BA"/>
            </a:solidFill>
            <a:ln w="0">
              <a:noFill/>
              <a:prstDash val="solid"/>
            </a:ln>
          </p:spPr>
        </p:sp>
        <p:sp>
          <p:nvSpPr>
            <p:cNvPr id="1195" name="original-2d:940"/>
            <p:cNvSpPr>
              <a:spLocks noGrp="1"/>
            </p:cNvSpPr>
            <p:nvPr/>
          </p:nvSpPr>
          <p:spPr>
            <a:xfrm>
              <a:off x="5116259" y="3150553"/>
              <a:ext cx="84723" cy="94121"/>
            </a:xfrm>
            <a:prstGeom prst="rect">
              <a:avLst/>
            </a:prstGeom>
            <a:solidFill>
              <a:srgbClr val="DCE8ED"/>
            </a:solidFill>
            <a:ln w="0">
              <a:noFill/>
              <a:prstDash val="solid"/>
            </a:ln>
          </p:spPr>
        </p:sp>
        <p:sp>
          <p:nvSpPr>
            <p:cNvPr id="1196" name="original-2d:941"/>
            <p:cNvSpPr>
              <a:spLocks noGrp="1"/>
            </p:cNvSpPr>
            <p:nvPr/>
          </p:nvSpPr>
          <p:spPr>
            <a:xfrm>
              <a:off x="5200841" y="3150553"/>
              <a:ext cx="84723" cy="94121"/>
            </a:xfrm>
            <a:prstGeom prst="rect">
              <a:avLst/>
            </a:prstGeom>
            <a:solidFill>
              <a:srgbClr val="DCE8ED"/>
            </a:solidFill>
            <a:ln w="0">
              <a:noFill/>
              <a:prstDash val="solid"/>
            </a:ln>
          </p:spPr>
        </p:sp>
        <p:sp>
          <p:nvSpPr>
            <p:cNvPr id="1197" name="original-2d:942"/>
            <p:cNvSpPr>
              <a:spLocks noGrp="1"/>
            </p:cNvSpPr>
            <p:nvPr/>
          </p:nvSpPr>
          <p:spPr>
            <a:xfrm>
              <a:off x="3593783" y="3244533"/>
              <a:ext cx="84723" cy="94121"/>
            </a:xfrm>
            <a:prstGeom prst="rect">
              <a:avLst/>
            </a:prstGeom>
            <a:solidFill>
              <a:srgbClr val="DCE8ED"/>
            </a:solidFill>
            <a:ln w="0">
              <a:noFill/>
              <a:prstDash val="solid"/>
            </a:ln>
          </p:spPr>
        </p:sp>
        <p:sp>
          <p:nvSpPr>
            <p:cNvPr id="1198" name="original-2d:943"/>
            <p:cNvSpPr>
              <a:spLocks noGrp="1"/>
            </p:cNvSpPr>
            <p:nvPr/>
          </p:nvSpPr>
          <p:spPr>
            <a:xfrm>
              <a:off x="3678365" y="3244533"/>
              <a:ext cx="84723" cy="94121"/>
            </a:xfrm>
            <a:prstGeom prst="rect">
              <a:avLst/>
            </a:prstGeom>
            <a:solidFill>
              <a:srgbClr val="DCE8ED"/>
            </a:solidFill>
            <a:ln w="0">
              <a:noFill/>
              <a:prstDash val="solid"/>
            </a:ln>
          </p:spPr>
        </p:sp>
        <p:sp>
          <p:nvSpPr>
            <p:cNvPr id="1199" name="original-2d:944"/>
            <p:cNvSpPr>
              <a:spLocks noGrp="1"/>
            </p:cNvSpPr>
            <p:nvPr/>
          </p:nvSpPr>
          <p:spPr>
            <a:xfrm>
              <a:off x="3762947" y="3244533"/>
              <a:ext cx="84723" cy="94121"/>
            </a:xfrm>
            <a:prstGeom prst="rect">
              <a:avLst/>
            </a:prstGeom>
            <a:solidFill>
              <a:srgbClr val="DCE8ED"/>
            </a:solidFill>
            <a:ln w="0">
              <a:noFill/>
              <a:prstDash val="solid"/>
            </a:ln>
          </p:spPr>
        </p:sp>
        <p:sp>
          <p:nvSpPr>
            <p:cNvPr id="1200" name="original-2d:945"/>
            <p:cNvSpPr>
              <a:spLocks noGrp="1"/>
            </p:cNvSpPr>
            <p:nvPr/>
          </p:nvSpPr>
          <p:spPr>
            <a:xfrm>
              <a:off x="3847529" y="3244533"/>
              <a:ext cx="84723" cy="94121"/>
            </a:xfrm>
            <a:prstGeom prst="rect">
              <a:avLst/>
            </a:prstGeom>
            <a:solidFill>
              <a:srgbClr val="DCE8ED"/>
            </a:solidFill>
            <a:ln w="0">
              <a:noFill/>
              <a:prstDash val="solid"/>
            </a:ln>
          </p:spPr>
        </p:sp>
        <p:sp>
          <p:nvSpPr>
            <p:cNvPr id="1201" name="original-2d:946"/>
            <p:cNvSpPr>
              <a:spLocks noGrp="1"/>
            </p:cNvSpPr>
            <p:nvPr/>
          </p:nvSpPr>
          <p:spPr>
            <a:xfrm>
              <a:off x="3932111" y="3244533"/>
              <a:ext cx="84723" cy="94121"/>
            </a:xfrm>
            <a:prstGeom prst="rect">
              <a:avLst/>
            </a:prstGeom>
            <a:solidFill>
              <a:srgbClr val="DCE8ED"/>
            </a:solidFill>
            <a:ln w="0">
              <a:noFill/>
              <a:prstDash val="solid"/>
            </a:ln>
          </p:spPr>
        </p:sp>
        <p:sp>
          <p:nvSpPr>
            <p:cNvPr id="1202" name="original-2d:947"/>
            <p:cNvSpPr>
              <a:spLocks noGrp="1"/>
            </p:cNvSpPr>
            <p:nvPr/>
          </p:nvSpPr>
          <p:spPr>
            <a:xfrm>
              <a:off x="4016693" y="3244533"/>
              <a:ext cx="84723" cy="94121"/>
            </a:xfrm>
            <a:prstGeom prst="rect">
              <a:avLst/>
            </a:prstGeom>
            <a:solidFill>
              <a:srgbClr val="81C9BA"/>
            </a:solidFill>
            <a:ln w="0">
              <a:noFill/>
              <a:prstDash val="solid"/>
            </a:ln>
          </p:spPr>
        </p:sp>
        <p:sp>
          <p:nvSpPr>
            <p:cNvPr id="1203" name="original-2d:948"/>
            <p:cNvSpPr>
              <a:spLocks noGrp="1"/>
            </p:cNvSpPr>
            <p:nvPr/>
          </p:nvSpPr>
          <p:spPr>
            <a:xfrm>
              <a:off x="4101275" y="3244533"/>
              <a:ext cx="84723" cy="94121"/>
            </a:xfrm>
            <a:prstGeom prst="rect">
              <a:avLst/>
            </a:prstGeom>
            <a:solidFill>
              <a:srgbClr val="81C9BA"/>
            </a:solidFill>
            <a:ln w="0">
              <a:noFill/>
              <a:prstDash val="solid"/>
            </a:ln>
          </p:spPr>
        </p:sp>
        <p:sp>
          <p:nvSpPr>
            <p:cNvPr id="1204" name="original-2d:949"/>
            <p:cNvSpPr>
              <a:spLocks noGrp="1"/>
            </p:cNvSpPr>
            <p:nvPr/>
          </p:nvSpPr>
          <p:spPr>
            <a:xfrm>
              <a:off x="4185857" y="3244533"/>
              <a:ext cx="84723" cy="94121"/>
            </a:xfrm>
            <a:prstGeom prst="rect">
              <a:avLst/>
            </a:prstGeom>
            <a:solidFill>
              <a:srgbClr val="81C9BA"/>
            </a:solidFill>
            <a:ln w="0">
              <a:noFill/>
              <a:prstDash val="solid"/>
            </a:ln>
          </p:spPr>
        </p:sp>
        <p:sp>
          <p:nvSpPr>
            <p:cNvPr id="1205" name="original-2d:950"/>
            <p:cNvSpPr>
              <a:spLocks noGrp="1"/>
            </p:cNvSpPr>
            <p:nvPr/>
          </p:nvSpPr>
          <p:spPr>
            <a:xfrm>
              <a:off x="4270439" y="3244533"/>
              <a:ext cx="84723" cy="94121"/>
            </a:xfrm>
            <a:prstGeom prst="rect">
              <a:avLst/>
            </a:prstGeom>
            <a:solidFill>
              <a:srgbClr val="81C9BA"/>
            </a:solidFill>
            <a:ln w="0">
              <a:noFill/>
              <a:prstDash val="solid"/>
            </a:ln>
          </p:spPr>
        </p:sp>
        <p:sp>
          <p:nvSpPr>
            <p:cNvPr id="1206" name="original-2d:951"/>
            <p:cNvSpPr>
              <a:spLocks noGrp="1"/>
            </p:cNvSpPr>
            <p:nvPr/>
          </p:nvSpPr>
          <p:spPr>
            <a:xfrm>
              <a:off x="4355021" y="3244533"/>
              <a:ext cx="84723" cy="94121"/>
            </a:xfrm>
            <a:prstGeom prst="rect">
              <a:avLst/>
            </a:prstGeom>
            <a:solidFill>
              <a:srgbClr val="81C9BA"/>
            </a:solidFill>
            <a:ln w="0">
              <a:noFill/>
              <a:prstDash val="solid"/>
            </a:ln>
          </p:spPr>
        </p:sp>
        <p:sp>
          <p:nvSpPr>
            <p:cNvPr id="1207" name="original-2d:952"/>
            <p:cNvSpPr>
              <a:spLocks noGrp="1"/>
            </p:cNvSpPr>
            <p:nvPr/>
          </p:nvSpPr>
          <p:spPr>
            <a:xfrm>
              <a:off x="4439603" y="3244533"/>
              <a:ext cx="84723" cy="94121"/>
            </a:xfrm>
            <a:prstGeom prst="rect">
              <a:avLst/>
            </a:prstGeom>
            <a:solidFill>
              <a:srgbClr val="81C9BA"/>
            </a:solidFill>
            <a:ln w="0">
              <a:noFill/>
              <a:prstDash val="solid"/>
            </a:ln>
          </p:spPr>
        </p:sp>
        <p:sp>
          <p:nvSpPr>
            <p:cNvPr id="1208" name="original-2d:953"/>
            <p:cNvSpPr>
              <a:spLocks noGrp="1"/>
            </p:cNvSpPr>
            <p:nvPr/>
          </p:nvSpPr>
          <p:spPr>
            <a:xfrm>
              <a:off x="4524185" y="3244533"/>
              <a:ext cx="84723" cy="94121"/>
            </a:xfrm>
            <a:prstGeom prst="rect">
              <a:avLst/>
            </a:prstGeom>
            <a:solidFill>
              <a:srgbClr val="81C9BA"/>
            </a:solidFill>
            <a:ln w="0">
              <a:noFill/>
              <a:prstDash val="solid"/>
            </a:ln>
          </p:spPr>
        </p:sp>
        <p:sp>
          <p:nvSpPr>
            <p:cNvPr id="1209" name="original-2d:954"/>
            <p:cNvSpPr>
              <a:spLocks noGrp="1"/>
            </p:cNvSpPr>
            <p:nvPr/>
          </p:nvSpPr>
          <p:spPr>
            <a:xfrm>
              <a:off x="4608767" y="3244533"/>
              <a:ext cx="84723" cy="94121"/>
            </a:xfrm>
            <a:prstGeom prst="rect">
              <a:avLst/>
            </a:prstGeom>
            <a:solidFill>
              <a:srgbClr val="81C9BA"/>
            </a:solidFill>
            <a:ln w="0">
              <a:noFill/>
              <a:prstDash val="solid"/>
            </a:ln>
          </p:spPr>
        </p:sp>
        <p:sp>
          <p:nvSpPr>
            <p:cNvPr id="1210" name="original-2d:955"/>
            <p:cNvSpPr>
              <a:spLocks noGrp="1"/>
            </p:cNvSpPr>
            <p:nvPr/>
          </p:nvSpPr>
          <p:spPr>
            <a:xfrm>
              <a:off x="4693349" y="3244533"/>
              <a:ext cx="84723" cy="94121"/>
            </a:xfrm>
            <a:prstGeom prst="rect">
              <a:avLst/>
            </a:prstGeom>
            <a:solidFill>
              <a:srgbClr val="81C9BA"/>
            </a:solidFill>
            <a:ln w="0">
              <a:noFill/>
              <a:prstDash val="solid"/>
            </a:ln>
          </p:spPr>
        </p:sp>
        <p:sp>
          <p:nvSpPr>
            <p:cNvPr id="1211" name="original-2d:956"/>
            <p:cNvSpPr>
              <a:spLocks noGrp="1"/>
            </p:cNvSpPr>
            <p:nvPr/>
          </p:nvSpPr>
          <p:spPr>
            <a:xfrm>
              <a:off x="4777931" y="3244533"/>
              <a:ext cx="84723" cy="94121"/>
            </a:xfrm>
            <a:prstGeom prst="rect">
              <a:avLst/>
            </a:prstGeom>
            <a:solidFill>
              <a:srgbClr val="81C9BA"/>
            </a:solidFill>
            <a:ln w="0">
              <a:noFill/>
              <a:prstDash val="solid"/>
            </a:ln>
          </p:spPr>
        </p:sp>
        <p:sp>
          <p:nvSpPr>
            <p:cNvPr id="1212" name="original-2d:957"/>
            <p:cNvSpPr>
              <a:spLocks noGrp="1"/>
            </p:cNvSpPr>
            <p:nvPr/>
          </p:nvSpPr>
          <p:spPr>
            <a:xfrm>
              <a:off x="4862513" y="3244533"/>
              <a:ext cx="84723" cy="94121"/>
            </a:xfrm>
            <a:prstGeom prst="rect">
              <a:avLst/>
            </a:prstGeom>
            <a:solidFill>
              <a:srgbClr val="81C9BA"/>
            </a:solidFill>
            <a:ln w="0">
              <a:noFill/>
              <a:prstDash val="solid"/>
            </a:ln>
          </p:spPr>
        </p:sp>
        <p:sp>
          <p:nvSpPr>
            <p:cNvPr id="1213" name="original-2d:958"/>
            <p:cNvSpPr>
              <a:spLocks noGrp="1"/>
            </p:cNvSpPr>
            <p:nvPr/>
          </p:nvSpPr>
          <p:spPr>
            <a:xfrm>
              <a:off x="4947095" y="3244533"/>
              <a:ext cx="84723" cy="94121"/>
            </a:xfrm>
            <a:prstGeom prst="rect">
              <a:avLst/>
            </a:prstGeom>
            <a:solidFill>
              <a:srgbClr val="DCE8ED"/>
            </a:solidFill>
            <a:ln w="0">
              <a:noFill/>
              <a:prstDash val="solid"/>
            </a:ln>
          </p:spPr>
        </p:sp>
        <p:sp>
          <p:nvSpPr>
            <p:cNvPr id="1214" name="original-2d:959"/>
            <p:cNvSpPr>
              <a:spLocks noGrp="1"/>
            </p:cNvSpPr>
            <p:nvPr/>
          </p:nvSpPr>
          <p:spPr>
            <a:xfrm>
              <a:off x="5031677" y="3244533"/>
              <a:ext cx="84723" cy="94121"/>
            </a:xfrm>
            <a:prstGeom prst="rect">
              <a:avLst/>
            </a:prstGeom>
            <a:solidFill>
              <a:srgbClr val="DCE8ED"/>
            </a:solidFill>
            <a:ln w="0">
              <a:noFill/>
              <a:prstDash val="solid"/>
            </a:ln>
          </p:spPr>
        </p:sp>
        <p:sp>
          <p:nvSpPr>
            <p:cNvPr id="1215" name="original-2d:960"/>
            <p:cNvSpPr>
              <a:spLocks noGrp="1"/>
            </p:cNvSpPr>
            <p:nvPr/>
          </p:nvSpPr>
          <p:spPr>
            <a:xfrm>
              <a:off x="5116259" y="3244533"/>
              <a:ext cx="84723" cy="94121"/>
            </a:xfrm>
            <a:prstGeom prst="rect">
              <a:avLst/>
            </a:prstGeom>
            <a:solidFill>
              <a:srgbClr val="DCE8ED"/>
            </a:solidFill>
            <a:ln w="0">
              <a:noFill/>
              <a:prstDash val="solid"/>
            </a:ln>
          </p:spPr>
        </p:sp>
        <p:sp>
          <p:nvSpPr>
            <p:cNvPr id="1216" name="original-2d:961"/>
            <p:cNvSpPr>
              <a:spLocks noGrp="1"/>
            </p:cNvSpPr>
            <p:nvPr/>
          </p:nvSpPr>
          <p:spPr>
            <a:xfrm>
              <a:off x="5200841" y="3244533"/>
              <a:ext cx="84723" cy="94121"/>
            </a:xfrm>
            <a:prstGeom prst="rect">
              <a:avLst/>
            </a:prstGeom>
            <a:solidFill>
              <a:srgbClr val="DCE8ED"/>
            </a:solidFill>
            <a:ln w="0">
              <a:noFill/>
              <a:prstDash val="solid"/>
            </a:ln>
          </p:spPr>
        </p:sp>
        <p:sp>
          <p:nvSpPr>
            <p:cNvPr id="1217" name="original-2d:962"/>
            <p:cNvSpPr>
              <a:spLocks noGrp="1"/>
            </p:cNvSpPr>
            <p:nvPr/>
          </p:nvSpPr>
          <p:spPr>
            <a:xfrm>
              <a:off x="3593783" y="1646873"/>
              <a:ext cx="705" cy="1691640"/>
            </a:xfrm>
            <a:custGeom>
              <a:avLst/>
              <a:gdLst/>
              <a:ahLst/>
              <a:cxnLst/>
              <a:pathLst>
                <a:path w="953" h="2286000">
                  <a:moveTo>
                    <a:pt x="0" y="0"/>
                  </a:moveTo>
                  <a:lnTo>
                    <a:pt x="0" y="2286000"/>
                  </a:lnTo>
                </a:path>
              </a:pathLst>
            </a:custGeom>
            <a:noFill/>
            <a:ln w="3172">
              <a:solidFill>
                <a:srgbClr val="7B8790">
                  <a:alpha val="35000"/>
                </a:srgbClr>
              </a:solidFill>
              <a:prstDash val="solid"/>
            </a:ln>
          </p:spPr>
        </p:sp>
        <p:sp>
          <p:nvSpPr>
            <p:cNvPr id="1218" name="original-2d:963"/>
            <p:cNvSpPr>
              <a:spLocks noGrp="1"/>
            </p:cNvSpPr>
            <p:nvPr/>
          </p:nvSpPr>
          <p:spPr>
            <a:xfrm>
              <a:off x="3678365" y="1646873"/>
              <a:ext cx="705" cy="1691640"/>
            </a:xfrm>
            <a:custGeom>
              <a:avLst/>
              <a:gdLst/>
              <a:ahLst/>
              <a:cxnLst/>
              <a:pathLst>
                <a:path w="953" h="2286000">
                  <a:moveTo>
                    <a:pt x="0" y="0"/>
                  </a:moveTo>
                  <a:lnTo>
                    <a:pt x="0" y="2286000"/>
                  </a:lnTo>
                </a:path>
              </a:pathLst>
            </a:custGeom>
            <a:noFill/>
            <a:ln w="3172">
              <a:solidFill>
                <a:srgbClr val="7B8790">
                  <a:alpha val="35000"/>
                </a:srgbClr>
              </a:solidFill>
              <a:prstDash val="solid"/>
            </a:ln>
          </p:spPr>
        </p:sp>
        <p:sp>
          <p:nvSpPr>
            <p:cNvPr id="1219" name="original-2d:964"/>
            <p:cNvSpPr>
              <a:spLocks noGrp="1"/>
            </p:cNvSpPr>
            <p:nvPr/>
          </p:nvSpPr>
          <p:spPr>
            <a:xfrm>
              <a:off x="3762947" y="1646873"/>
              <a:ext cx="705" cy="1691640"/>
            </a:xfrm>
            <a:custGeom>
              <a:avLst/>
              <a:gdLst/>
              <a:ahLst/>
              <a:cxnLst/>
              <a:pathLst>
                <a:path w="953" h="2286000">
                  <a:moveTo>
                    <a:pt x="0" y="0"/>
                  </a:moveTo>
                  <a:lnTo>
                    <a:pt x="0" y="2286000"/>
                  </a:lnTo>
                </a:path>
              </a:pathLst>
            </a:custGeom>
            <a:noFill/>
            <a:ln w="3172">
              <a:solidFill>
                <a:srgbClr val="7B8790">
                  <a:alpha val="35000"/>
                </a:srgbClr>
              </a:solidFill>
              <a:prstDash val="solid"/>
            </a:ln>
          </p:spPr>
        </p:sp>
        <p:sp>
          <p:nvSpPr>
            <p:cNvPr id="1220" name="original-2d:965"/>
            <p:cNvSpPr>
              <a:spLocks noGrp="1"/>
            </p:cNvSpPr>
            <p:nvPr/>
          </p:nvSpPr>
          <p:spPr>
            <a:xfrm>
              <a:off x="3847529" y="1646873"/>
              <a:ext cx="705" cy="1691640"/>
            </a:xfrm>
            <a:custGeom>
              <a:avLst/>
              <a:gdLst/>
              <a:ahLst/>
              <a:cxnLst/>
              <a:pathLst>
                <a:path w="953" h="2286000">
                  <a:moveTo>
                    <a:pt x="0" y="0"/>
                  </a:moveTo>
                  <a:lnTo>
                    <a:pt x="0" y="2286000"/>
                  </a:lnTo>
                </a:path>
              </a:pathLst>
            </a:custGeom>
            <a:noFill/>
            <a:ln w="3172">
              <a:solidFill>
                <a:srgbClr val="7B8790">
                  <a:alpha val="35000"/>
                </a:srgbClr>
              </a:solidFill>
              <a:prstDash val="solid"/>
            </a:ln>
          </p:spPr>
        </p:sp>
        <p:sp>
          <p:nvSpPr>
            <p:cNvPr id="1221" name="original-2d:966"/>
            <p:cNvSpPr>
              <a:spLocks noGrp="1"/>
            </p:cNvSpPr>
            <p:nvPr/>
          </p:nvSpPr>
          <p:spPr>
            <a:xfrm>
              <a:off x="3932111" y="1646873"/>
              <a:ext cx="705" cy="1691640"/>
            </a:xfrm>
            <a:custGeom>
              <a:avLst/>
              <a:gdLst/>
              <a:ahLst/>
              <a:cxnLst/>
              <a:pathLst>
                <a:path w="953" h="2286000">
                  <a:moveTo>
                    <a:pt x="0" y="0"/>
                  </a:moveTo>
                  <a:lnTo>
                    <a:pt x="0" y="2286000"/>
                  </a:lnTo>
                </a:path>
              </a:pathLst>
            </a:custGeom>
            <a:noFill/>
            <a:ln w="3172">
              <a:solidFill>
                <a:srgbClr val="7B8790">
                  <a:alpha val="35000"/>
                </a:srgbClr>
              </a:solidFill>
              <a:prstDash val="solid"/>
            </a:ln>
          </p:spPr>
        </p:sp>
        <p:sp>
          <p:nvSpPr>
            <p:cNvPr id="1222" name="original-2d:967"/>
            <p:cNvSpPr>
              <a:spLocks noGrp="1"/>
            </p:cNvSpPr>
            <p:nvPr/>
          </p:nvSpPr>
          <p:spPr>
            <a:xfrm>
              <a:off x="4016693" y="1646873"/>
              <a:ext cx="705" cy="1691640"/>
            </a:xfrm>
            <a:custGeom>
              <a:avLst/>
              <a:gdLst/>
              <a:ahLst/>
              <a:cxnLst/>
              <a:pathLst>
                <a:path w="953" h="2286000">
                  <a:moveTo>
                    <a:pt x="0" y="0"/>
                  </a:moveTo>
                  <a:lnTo>
                    <a:pt x="0" y="2286000"/>
                  </a:lnTo>
                </a:path>
              </a:pathLst>
            </a:custGeom>
            <a:noFill/>
            <a:ln w="3172">
              <a:solidFill>
                <a:srgbClr val="7B8790">
                  <a:alpha val="35000"/>
                </a:srgbClr>
              </a:solidFill>
              <a:prstDash val="solid"/>
            </a:ln>
          </p:spPr>
        </p:sp>
        <p:sp>
          <p:nvSpPr>
            <p:cNvPr id="1223" name="original-2d:968"/>
            <p:cNvSpPr>
              <a:spLocks noGrp="1"/>
            </p:cNvSpPr>
            <p:nvPr/>
          </p:nvSpPr>
          <p:spPr>
            <a:xfrm>
              <a:off x="4101275" y="1646873"/>
              <a:ext cx="705" cy="1691640"/>
            </a:xfrm>
            <a:custGeom>
              <a:avLst/>
              <a:gdLst/>
              <a:ahLst/>
              <a:cxnLst/>
              <a:pathLst>
                <a:path w="953" h="2286000">
                  <a:moveTo>
                    <a:pt x="0" y="0"/>
                  </a:moveTo>
                  <a:lnTo>
                    <a:pt x="0" y="2286000"/>
                  </a:lnTo>
                </a:path>
              </a:pathLst>
            </a:custGeom>
            <a:noFill/>
            <a:ln w="3172">
              <a:solidFill>
                <a:srgbClr val="7B8790">
                  <a:alpha val="35000"/>
                </a:srgbClr>
              </a:solidFill>
              <a:prstDash val="solid"/>
            </a:ln>
          </p:spPr>
        </p:sp>
        <p:sp>
          <p:nvSpPr>
            <p:cNvPr id="1224" name="original-2d:969"/>
            <p:cNvSpPr>
              <a:spLocks noGrp="1"/>
            </p:cNvSpPr>
            <p:nvPr/>
          </p:nvSpPr>
          <p:spPr>
            <a:xfrm>
              <a:off x="4185857" y="1646873"/>
              <a:ext cx="705" cy="1691640"/>
            </a:xfrm>
            <a:custGeom>
              <a:avLst/>
              <a:gdLst/>
              <a:ahLst/>
              <a:cxnLst/>
              <a:pathLst>
                <a:path w="953" h="2286000">
                  <a:moveTo>
                    <a:pt x="0" y="0"/>
                  </a:moveTo>
                  <a:lnTo>
                    <a:pt x="0" y="2286000"/>
                  </a:lnTo>
                </a:path>
              </a:pathLst>
            </a:custGeom>
            <a:noFill/>
            <a:ln w="3172">
              <a:solidFill>
                <a:srgbClr val="7B8790">
                  <a:alpha val="35000"/>
                </a:srgbClr>
              </a:solidFill>
              <a:prstDash val="solid"/>
            </a:ln>
          </p:spPr>
        </p:sp>
        <p:sp>
          <p:nvSpPr>
            <p:cNvPr id="1225" name="original-2d:970"/>
            <p:cNvSpPr>
              <a:spLocks noGrp="1"/>
            </p:cNvSpPr>
            <p:nvPr/>
          </p:nvSpPr>
          <p:spPr>
            <a:xfrm>
              <a:off x="4270439" y="1646873"/>
              <a:ext cx="705" cy="1691640"/>
            </a:xfrm>
            <a:custGeom>
              <a:avLst/>
              <a:gdLst/>
              <a:ahLst/>
              <a:cxnLst/>
              <a:pathLst>
                <a:path w="953" h="2286000">
                  <a:moveTo>
                    <a:pt x="0" y="0"/>
                  </a:moveTo>
                  <a:lnTo>
                    <a:pt x="0" y="2286000"/>
                  </a:lnTo>
                </a:path>
              </a:pathLst>
            </a:custGeom>
            <a:noFill/>
            <a:ln w="3172">
              <a:solidFill>
                <a:srgbClr val="7B8790">
                  <a:alpha val="35000"/>
                </a:srgbClr>
              </a:solidFill>
              <a:prstDash val="solid"/>
            </a:ln>
          </p:spPr>
        </p:sp>
        <p:sp>
          <p:nvSpPr>
            <p:cNvPr id="1226" name="original-2d:971"/>
            <p:cNvSpPr>
              <a:spLocks noGrp="1"/>
            </p:cNvSpPr>
            <p:nvPr/>
          </p:nvSpPr>
          <p:spPr>
            <a:xfrm>
              <a:off x="4355021" y="1646873"/>
              <a:ext cx="705" cy="1691640"/>
            </a:xfrm>
            <a:custGeom>
              <a:avLst/>
              <a:gdLst/>
              <a:ahLst/>
              <a:cxnLst/>
              <a:pathLst>
                <a:path w="953" h="2286000">
                  <a:moveTo>
                    <a:pt x="0" y="0"/>
                  </a:moveTo>
                  <a:lnTo>
                    <a:pt x="0" y="2286000"/>
                  </a:lnTo>
                </a:path>
              </a:pathLst>
            </a:custGeom>
            <a:noFill/>
            <a:ln w="3172">
              <a:solidFill>
                <a:srgbClr val="7B8790">
                  <a:alpha val="35000"/>
                </a:srgbClr>
              </a:solidFill>
              <a:prstDash val="solid"/>
            </a:ln>
          </p:spPr>
        </p:sp>
        <p:sp>
          <p:nvSpPr>
            <p:cNvPr id="1227" name="original-2d:972"/>
            <p:cNvSpPr>
              <a:spLocks noGrp="1"/>
            </p:cNvSpPr>
            <p:nvPr/>
          </p:nvSpPr>
          <p:spPr>
            <a:xfrm>
              <a:off x="4439603" y="1646873"/>
              <a:ext cx="705" cy="1691640"/>
            </a:xfrm>
            <a:custGeom>
              <a:avLst/>
              <a:gdLst/>
              <a:ahLst/>
              <a:cxnLst/>
              <a:pathLst>
                <a:path w="953" h="2286000">
                  <a:moveTo>
                    <a:pt x="0" y="0"/>
                  </a:moveTo>
                  <a:lnTo>
                    <a:pt x="0" y="2286000"/>
                  </a:lnTo>
                </a:path>
              </a:pathLst>
            </a:custGeom>
            <a:noFill/>
            <a:ln w="3172">
              <a:solidFill>
                <a:srgbClr val="7B8790">
                  <a:alpha val="35000"/>
                </a:srgbClr>
              </a:solidFill>
              <a:prstDash val="solid"/>
            </a:ln>
          </p:spPr>
        </p:sp>
        <p:sp>
          <p:nvSpPr>
            <p:cNvPr id="1228" name="original-2d:973"/>
            <p:cNvSpPr>
              <a:spLocks noGrp="1"/>
            </p:cNvSpPr>
            <p:nvPr/>
          </p:nvSpPr>
          <p:spPr>
            <a:xfrm>
              <a:off x="4524185" y="1646873"/>
              <a:ext cx="705" cy="1691640"/>
            </a:xfrm>
            <a:custGeom>
              <a:avLst/>
              <a:gdLst/>
              <a:ahLst/>
              <a:cxnLst/>
              <a:pathLst>
                <a:path w="953" h="2286000">
                  <a:moveTo>
                    <a:pt x="0" y="0"/>
                  </a:moveTo>
                  <a:lnTo>
                    <a:pt x="0" y="2286000"/>
                  </a:lnTo>
                </a:path>
              </a:pathLst>
            </a:custGeom>
            <a:noFill/>
            <a:ln w="3172">
              <a:solidFill>
                <a:srgbClr val="7B8790">
                  <a:alpha val="35000"/>
                </a:srgbClr>
              </a:solidFill>
              <a:prstDash val="solid"/>
            </a:ln>
          </p:spPr>
        </p:sp>
        <p:sp>
          <p:nvSpPr>
            <p:cNvPr id="1229" name="original-2d:974"/>
            <p:cNvSpPr>
              <a:spLocks noGrp="1"/>
            </p:cNvSpPr>
            <p:nvPr/>
          </p:nvSpPr>
          <p:spPr>
            <a:xfrm>
              <a:off x="4608767" y="1646873"/>
              <a:ext cx="705" cy="1691640"/>
            </a:xfrm>
            <a:custGeom>
              <a:avLst/>
              <a:gdLst/>
              <a:ahLst/>
              <a:cxnLst/>
              <a:pathLst>
                <a:path w="953" h="2286000">
                  <a:moveTo>
                    <a:pt x="0" y="0"/>
                  </a:moveTo>
                  <a:lnTo>
                    <a:pt x="0" y="2286000"/>
                  </a:lnTo>
                </a:path>
              </a:pathLst>
            </a:custGeom>
            <a:noFill/>
            <a:ln w="3172">
              <a:solidFill>
                <a:srgbClr val="7B8790">
                  <a:alpha val="35000"/>
                </a:srgbClr>
              </a:solidFill>
              <a:prstDash val="solid"/>
            </a:ln>
          </p:spPr>
        </p:sp>
        <p:sp>
          <p:nvSpPr>
            <p:cNvPr id="1230" name="original-2d:975"/>
            <p:cNvSpPr>
              <a:spLocks noGrp="1"/>
            </p:cNvSpPr>
            <p:nvPr/>
          </p:nvSpPr>
          <p:spPr>
            <a:xfrm>
              <a:off x="4693349" y="1646873"/>
              <a:ext cx="705" cy="1691640"/>
            </a:xfrm>
            <a:custGeom>
              <a:avLst/>
              <a:gdLst/>
              <a:ahLst/>
              <a:cxnLst/>
              <a:pathLst>
                <a:path w="953" h="2286000">
                  <a:moveTo>
                    <a:pt x="0" y="0"/>
                  </a:moveTo>
                  <a:lnTo>
                    <a:pt x="0" y="2286000"/>
                  </a:lnTo>
                </a:path>
              </a:pathLst>
            </a:custGeom>
            <a:noFill/>
            <a:ln w="3172">
              <a:solidFill>
                <a:srgbClr val="7B8790">
                  <a:alpha val="35000"/>
                </a:srgbClr>
              </a:solidFill>
              <a:prstDash val="solid"/>
            </a:ln>
          </p:spPr>
        </p:sp>
        <p:sp>
          <p:nvSpPr>
            <p:cNvPr id="1231" name="original-2d:976"/>
            <p:cNvSpPr>
              <a:spLocks noGrp="1"/>
            </p:cNvSpPr>
            <p:nvPr/>
          </p:nvSpPr>
          <p:spPr>
            <a:xfrm>
              <a:off x="4777931" y="1646873"/>
              <a:ext cx="705" cy="1691640"/>
            </a:xfrm>
            <a:custGeom>
              <a:avLst/>
              <a:gdLst/>
              <a:ahLst/>
              <a:cxnLst/>
              <a:pathLst>
                <a:path w="953" h="2286000">
                  <a:moveTo>
                    <a:pt x="0" y="0"/>
                  </a:moveTo>
                  <a:lnTo>
                    <a:pt x="0" y="2286000"/>
                  </a:lnTo>
                </a:path>
              </a:pathLst>
            </a:custGeom>
            <a:noFill/>
            <a:ln w="3172">
              <a:solidFill>
                <a:srgbClr val="7B8790">
                  <a:alpha val="35000"/>
                </a:srgbClr>
              </a:solidFill>
              <a:prstDash val="solid"/>
            </a:ln>
          </p:spPr>
        </p:sp>
        <p:sp>
          <p:nvSpPr>
            <p:cNvPr id="1232" name="original-2d:977"/>
            <p:cNvSpPr>
              <a:spLocks noGrp="1"/>
            </p:cNvSpPr>
            <p:nvPr/>
          </p:nvSpPr>
          <p:spPr>
            <a:xfrm>
              <a:off x="4862513" y="1646873"/>
              <a:ext cx="705" cy="1691640"/>
            </a:xfrm>
            <a:custGeom>
              <a:avLst/>
              <a:gdLst/>
              <a:ahLst/>
              <a:cxnLst/>
              <a:pathLst>
                <a:path w="953" h="2286000">
                  <a:moveTo>
                    <a:pt x="0" y="0"/>
                  </a:moveTo>
                  <a:lnTo>
                    <a:pt x="0" y="2286000"/>
                  </a:lnTo>
                </a:path>
              </a:pathLst>
            </a:custGeom>
            <a:noFill/>
            <a:ln w="3172">
              <a:solidFill>
                <a:srgbClr val="7B8790">
                  <a:alpha val="35000"/>
                </a:srgbClr>
              </a:solidFill>
              <a:prstDash val="solid"/>
            </a:ln>
          </p:spPr>
        </p:sp>
        <p:sp>
          <p:nvSpPr>
            <p:cNvPr id="1233" name="original-2d:978"/>
            <p:cNvSpPr>
              <a:spLocks noGrp="1"/>
            </p:cNvSpPr>
            <p:nvPr/>
          </p:nvSpPr>
          <p:spPr>
            <a:xfrm>
              <a:off x="4947095" y="1646873"/>
              <a:ext cx="705" cy="1691640"/>
            </a:xfrm>
            <a:custGeom>
              <a:avLst/>
              <a:gdLst/>
              <a:ahLst/>
              <a:cxnLst/>
              <a:pathLst>
                <a:path w="953" h="2286000">
                  <a:moveTo>
                    <a:pt x="0" y="0"/>
                  </a:moveTo>
                  <a:lnTo>
                    <a:pt x="0" y="2286000"/>
                  </a:lnTo>
                </a:path>
              </a:pathLst>
            </a:custGeom>
            <a:noFill/>
            <a:ln w="3172">
              <a:solidFill>
                <a:srgbClr val="7B8790">
                  <a:alpha val="35000"/>
                </a:srgbClr>
              </a:solidFill>
              <a:prstDash val="solid"/>
            </a:ln>
          </p:spPr>
        </p:sp>
        <p:sp>
          <p:nvSpPr>
            <p:cNvPr id="1234" name="original-2d:979"/>
            <p:cNvSpPr>
              <a:spLocks noGrp="1"/>
            </p:cNvSpPr>
            <p:nvPr/>
          </p:nvSpPr>
          <p:spPr>
            <a:xfrm>
              <a:off x="5031677" y="1646873"/>
              <a:ext cx="705" cy="1691640"/>
            </a:xfrm>
            <a:custGeom>
              <a:avLst/>
              <a:gdLst/>
              <a:ahLst/>
              <a:cxnLst/>
              <a:pathLst>
                <a:path w="953" h="2286000">
                  <a:moveTo>
                    <a:pt x="0" y="0"/>
                  </a:moveTo>
                  <a:lnTo>
                    <a:pt x="0" y="2286000"/>
                  </a:lnTo>
                </a:path>
              </a:pathLst>
            </a:custGeom>
            <a:noFill/>
            <a:ln w="3172">
              <a:solidFill>
                <a:srgbClr val="7B8790">
                  <a:alpha val="35000"/>
                </a:srgbClr>
              </a:solidFill>
              <a:prstDash val="solid"/>
            </a:ln>
          </p:spPr>
        </p:sp>
        <p:sp>
          <p:nvSpPr>
            <p:cNvPr id="1235" name="original-2d:980"/>
            <p:cNvSpPr>
              <a:spLocks noGrp="1"/>
            </p:cNvSpPr>
            <p:nvPr/>
          </p:nvSpPr>
          <p:spPr>
            <a:xfrm>
              <a:off x="5116259" y="1646873"/>
              <a:ext cx="705" cy="1691640"/>
            </a:xfrm>
            <a:custGeom>
              <a:avLst/>
              <a:gdLst/>
              <a:ahLst/>
              <a:cxnLst/>
              <a:pathLst>
                <a:path w="953" h="2286000">
                  <a:moveTo>
                    <a:pt x="0" y="0"/>
                  </a:moveTo>
                  <a:lnTo>
                    <a:pt x="0" y="2286000"/>
                  </a:lnTo>
                </a:path>
              </a:pathLst>
            </a:custGeom>
            <a:noFill/>
            <a:ln w="3172">
              <a:solidFill>
                <a:srgbClr val="7B8790">
                  <a:alpha val="35000"/>
                </a:srgbClr>
              </a:solidFill>
              <a:prstDash val="solid"/>
            </a:ln>
          </p:spPr>
        </p:sp>
        <p:sp>
          <p:nvSpPr>
            <p:cNvPr id="1236" name="original-2d:981"/>
            <p:cNvSpPr>
              <a:spLocks noGrp="1"/>
            </p:cNvSpPr>
            <p:nvPr/>
          </p:nvSpPr>
          <p:spPr>
            <a:xfrm>
              <a:off x="5200841" y="1646873"/>
              <a:ext cx="705" cy="1691640"/>
            </a:xfrm>
            <a:custGeom>
              <a:avLst/>
              <a:gdLst/>
              <a:ahLst/>
              <a:cxnLst/>
              <a:pathLst>
                <a:path w="953" h="2286000">
                  <a:moveTo>
                    <a:pt x="0" y="0"/>
                  </a:moveTo>
                  <a:lnTo>
                    <a:pt x="0" y="2286000"/>
                  </a:lnTo>
                </a:path>
              </a:pathLst>
            </a:custGeom>
            <a:noFill/>
            <a:ln w="3172">
              <a:solidFill>
                <a:srgbClr val="7B8790">
                  <a:alpha val="35000"/>
                </a:srgbClr>
              </a:solidFill>
              <a:prstDash val="solid"/>
            </a:ln>
          </p:spPr>
        </p:sp>
        <p:sp>
          <p:nvSpPr>
            <p:cNvPr id="1237" name="original-2d:982"/>
            <p:cNvSpPr>
              <a:spLocks noGrp="1"/>
            </p:cNvSpPr>
            <p:nvPr/>
          </p:nvSpPr>
          <p:spPr>
            <a:xfrm>
              <a:off x="5285423" y="1646873"/>
              <a:ext cx="705" cy="1691640"/>
            </a:xfrm>
            <a:custGeom>
              <a:avLst/>
              <a:gdLst/>
              <a:ahLst/>
              <a:cxnLst/>
              <a:pathLst>
                <a:path w="953" h="2286000">
                  <a:moveTo>
                    <a:pt x="0" y="0"/>
                  </a:moveTo>
                  <a:lnTo>
                    <a:pt x="0" y="2286000"/>
                  </a:lnTo>
                </a:path>
              </a:pathLst>
            </a:custGeom>
            <a:noFill/>
            <a:ln w="3172">
              <a:solidFill>
                <a:srgbClr val="7B8790">
                  <a:alpha val="35000"/>
                </a:srgbClr>
              </a:solidFill>
              <a:prstDash val="solid"/>
            </a:ln>
          </p:spPr>
        </p:sp>
        <p:sp>
          <p:nvSpPr>
            <p:cNvPr id="1238" name="original-2d:983"/>
            <p:cNvSpPr>
              <a:spLocks noGrp="1"/>
            </p:cNvSpPr>
            <p:nvPr/>
          </p:nvSpPr>
          <p:spPr>
            <a:xfrm>
              <a:off x="3593783" y="1646873"/>
              <a:ext cx="1691640" cy="705"/>
            </a:xfrm>
            <a:custGeom>
              <a:avLst/>
              <a:gdLst/>
              <a:ahLst/>
              <a:cxnLst/>
              <a:pathLst>
                <a:path w="2286000" h="953">
                  <a:moveTo>
                    <a:pt x="0" y="0"/>
                  </a:moveTo>
                  <a:lnTo>
                    <a:pt x="2286000" y="0"/>
                  </a:lnTo>
                </a:path>
              </a:pathLst>
            </a:custGeom>
            <a:noFill/>
            <a:ln w="3172">
              <a:solidFill>
                <a:srgbClr val="7B8790">
                  <a:alpha val="35000"/>
                </a:srgbClr>
              </a:solidFill>
              <a:prstDash val="solid"/>
            </a:ln>
          </p:spPr>
        </p:sp>
        <p:sp>
          <p:nvSpPr>
            <p:cNvPr id="1239" name="original-2d:984"/>
            <p:cNvSpPr>
              <a:spLocks noGrp="1"/>
            </p:cNvSpPr>
            <p:nvPr/>
          </p:nvSpPr>
          <p:spPr>
            <a:xfrm>
              <a:off x="3593783" y="1740853"/>
              <a:ext cx="1691640" cy="705"/>
            </a:xfrm>
            <a:custGeom>
              <a:avLst/>
              <a:gdLst/>
              <a:ahLst/>
              <a:cxnLst/>
              <a:pathLst>
                <a:path w="2286000" h="953">
                  <a:moveTo>
                    <a:pt x="0" y="0"/>
                  </a:moveTo>
                  <a:lnTo>
                    <a:pt x="2286000" y="0"/>
                  </a:lnTo>
                </a:path>
              </a:pathLst>
            </a:custGeom>
            <a:noFill/>
            <a:ln w="3172">
              <a:solidFill>
                <a:srgbClr val="7B8790">
                  <a:alpha val="35000"/>
                </a:srgbClr>
              </a:solidFill>
              <a:prstDash val="solid"/>
            </a:ln>
          </p:spPr>
        </p:sp>
        <p:sp>
          <p:nvSpPr>
            <p:cNvPr id="1240" name="original-2d:985"/>
            <p:cNvSpPr>
              <a:spLocks noGrp="1"/>
            </p:cNvSpPr>
            <p:nvPr/>
          </p:nvSpPr>
          <p:spPr>
            <a:xfrm>
              <a:off x="3593783" y="1834833"/>
              <a:ext cx="1691640" cy="705"/>
            </a:xfrm>
            <a:custGeom>
              <a:avLst/>
              <a:gdLst/>
              <a:ahLst/>
              <a:cxnLst/>
              <a:pathLst>
                <a:path w="2286000" h="953">
                  <a:moveTo>
                    <a:pt x="0" y="0"/>
                  </a:moveTo>
                  <a:lnTo>
                    <a:pt x="2286000" y="0"/>
                  </a:lnTo>
                </a:path>
              </a:pathLst>
            </a:custGeom>
            <a:noFill/>
            <a:ln w="3172">
              <a:solidFill>
                <a:srgbClr val="7B8790">
                  <a:alpha val="35000"/>
                </a:srgbClr>
              </a:solidFill>
              <a:prstDash val="solid"/>
            </a:ln>
          </p:spPr>
        </p:sp>
        <p:sp>
          <p:nvSpPr>
            <p:cNvPr id="1241" name="original-2d:986"/>
            <p:cNvSpPr>
              <a:spLocks noGrp="1"/>
            </p:cNvSpPr>
            <p:nvPr/>
          </p:nvSpPr>
          <p:spPr>
            <a:xfrm>
              <a:off x="3593783" y="1928813"/>
              <a:ext cx="1691640" cy="705"/>
            </a:xfrm>
            <a:custGeom>
              <a:avLst/>
              <a:gdLst/>
              <a:ahLst/>
              <a:cxnLst/>
              <a:pathLst>
                <a:path w="2286000" h="953">
                  <a:moveTo>
                    <a:pt x="0" y="0"/>
                  </a:moveTo>
                  <a:lnTo>
                    <a:pt x="2286000" y="0"/>
                  </a:lnTo>
                </a:path>
              </a:pathLst>
            </a:custGeom>
            <a:noFill/>
            <a:ln w="3172">
              <a:solidFill>
                <a:srgbClr val="7B8790">
                  <a:alpha val="35000"/>
                </a:srgbClr>
              </a:solidFill>
              <a:prstDash val="solid"/>
            </a:ln>
          </p:spPr>
        </p:sp>
        <p:sp>
          <p:nvSpPr>
            <p:cNvPr id="1242" name="original-2d:987"/>
            <p:cNvSpPr>
              <a:spLocks noGrp="1"/>
            </p:cNvSpPr>
            <p:nvPr/>
          </p:nvSpPr>
          <p:spPr>
            <a:xfrm>
              <a:off x="3593783" y="2022793"/>
              <a:ext cx="1691640" cy="705"/>
            </a:xfrm>
            <a:custGeom>
              <a:avLst/>
              <a:gdLst/>
              <a:ahLst/>
              <a:cxnLst/>
              <a:pathLst>
                <a:path w="2286000" h="953">
                  <a:moveTo>
                    <a:pt x="0" y="0"/>
                  </a:moveTo>
                  <a:lnTo>
                    <a:pt x="2286000" y="0"/>
                  </a:lnTo>
                </a:path>
              </a:pathLst>
            </a:custGeom>
            <a:noFill/>
            <a:ln w="3172">
              <a:solidFill>
                <a:srgbClr val="7B8790">
                  <a:alpha val="35000"/>
                </a:srgbClr>
              </a:solidFill>
              <a:prstDash val="solid"/>
            </a:ln>
          </p:spPr>
        </p:sp>
        <p:sp>
          <p:nvSpPr>
            <p:cNvPr id="1243" name="original-2d:988"/>
            <p:cNvSpPr>
              <a:spLocks noGrp="1"/>
            </p:cNvSpPr>
            <p:nvPr/>
          </p:nvSpPr>
          <p:spPr>
            <a:xfrm>
              <a:off x="3593783" y="2116773"/>
              <a:ext cx="1691640" cy="705"/>
            </a:xfrm>
            <a:custGeom>
              <a:avLst/>
              <a:gdLst/>
              <a:ahLst/>
              <a:cxnLst/>
              <a:pathLst>
                <a:path w="2286000" h="953">
                  <a:moveTo>
                    <a:pt x="0" y="0"/>
                  </a:moveTo>
                  <a:lnTo>
                    <a:pt x="2286000" y="0"/>
                  </a:lnTo>
                </a:path>
              </a:pathLst>
            </a:custGeom>
            <a:noFill/>
            <a:ln w="3172">
              <a:solidFill>
                <a:srgbClr val="7B8790">
                  <a:alpha val="35000"/>
                </a:srgbClr>
              </a:solidFill>
              <a:prstDash val="solid"/>
            </a:ln>
          </p:spPr>
        </p:sp>
        <p:sp>
          <p:nvSpPr>
            <p:cNvPr id="1244" name="original-2d:989"/>
            <p:cNvSpPr>
              <a:spLocks noGrp="1"/>
            </p:cNvSpPr>
            <p:nvPr/>
          </p:nvSpPr>
          <p:spPr>
            <a:xfrm>
              <a:off x="3593783" y="2210753"/>
              <a:ext cx="1691640" cy="705"/>
            </a:xfrm>
            <a:custGeom>
              <a:avLst/>
              <a:gdLst/>
              <a:ahLst/>
              <a:cxnLst/>
              <a:pathLst>
                <a:path w="2286000" h="953">
                  <a:moveTo>
                    <a:pt x="0" y="0"/>
                  </a:moveTo>
                  <a:lnTo>
                    <a:pt x="2286000" y="0"/>
                  </a:lnTo>
                </a:path>
              </a:pathLst>
            </a:custGeom>
            <a:noFill/>
            <a:ln w="3172">
              <a:solidFill>
                <a:srgbClr val="7B8790">
                  <a:alpha val="35000"/>
                </a:srgbClr>
              </a:solidFill>
              <a:prstDash val="solid"/>
            </a:ln>
          </p:spPr>
        </p:sp>
        <p:sp>
          <p:nvSpPr>
            <p:cNvPr id="1245" name="original-2d:990"/>
            <p:cNvSpPr>
              <a:spLocks noGrp="1"/>
            </p:cNvSpPr>
            <p:nvPr/>
          </p:nvSpPr>
          <p:spPr>
            <a:xfrm>
              <a:off x="3593783" y="2304733"/>
              <a:ext cx="1691640" cy="705"/>
            </a:xfrm>
            <a:custGeom>
              <a:avLst/>
              <a:gdLst/>
              <a:ahLst/>
              <a:cxnLst/>
              <a:pathLst>
                <a:path w="2286000" h="953">
                  <a:moveTo>
                    <a:pt x="0" y="0"/>
                  </a:moveTo>
                  <a:lnTo>
                    <a:pt x="2286000" y="0"/>
                  </a:lnTo>
                </a:path>
              </a:pathLst>
            </a:custGeom>
            <a:noFill/>
            <a:ln w="3172">
              <a:solidFill>
                <a:srgbClr val="7B8790">
                  <a:alpha val="35000"/>
                </a:srgbClr>
              </a:solidFill>
              <a:prstDash val="solid"/>
            </a:ln>
          </p:spPr>
        </p:sp>
        <p:sp>
          <p:nvSpPr>
            <p:cNvPr id="1246" name="original-2d:991"/>
            <p:cNvSpPr>
              <a:spLocks noGrp="1"/>
            </p:cNvSpPr>
            <p:nvPr/>
          </p:nvSpPr>
          <p:spPr>
            <a:xfrm>
              <a:off x="3593783" y="2398713"/>
              <a:ext cx="1691640" cy="705"/>
            </a:xfrm>
            <a:custGeom>
              <a:avLst/>
              <a:gdLst/>
              <a:ahLst/>
              <a:cxnLst/>
              <a:pathLst>
                <a:path w="2286000" h="953">
                  <a:moveTo>
                    <a:pt x="0" y="0"/>
                  </a:moveTo>
                  <a:lnTo>
                    <a:pt x="2286000" y="0"/>
                  </a:lnTo>
                </a:path>
              </a:pathLst>
            </a:custGeom>
            <a:noFill/>
            <a:ln w="3172">
              <a:solidFill>
                <a:srgbClr val="7B8790">
                  <a:alpha val="35000"/>
                </a:srgbClr>
              </a:solidFill>
              <a:prstDash val="solid"/>
            </a:ln>
          </p:spPr>
        </p:sp>
        <p:sp>
          <p:nvSpPr>
            <p:cNvPr id="1247" name="original-2d:992"/>
            <p:cNvSpPr>
              <a:spLocks noGrp="1"/>
            </p:cNvSpPr>
            <p:nvPr/>
          </p:nvSpPr>
          <p:spPr>
            <a:xfrm>
              <a:off x="3593783" y="2492693"/>
              <a:ext cx="1691640" cy="705"/>
            </a:xfrm>
            <a:custGeom>
              <a:avLst/>
              <a:gdLst/>
              <a:ahLst/>
              <a:cxnLst/>
              <a:pathLst>
                <a:path w="2286000" h="953">
                  <a:moveTo>
                    <a:pt x="0" y="0"/>
                  </a:moveTo>
                  <a:lnTo>
                    <a:pt x="2286000" y="0"/>
                  </a:lnTo>
                </a:path>
              </a:pathLst>
            </a:custGeom>
            <a:noFill/>
            <a:ln w="3172">
              <a:solidFill>
                <a:srgbClr val="7B8790">
                  <a:alpha val="35000"/>
                </a:srgbClr>
              </a:solidFill>
              <a:prstDash val="solid"/>
            </a:ln>
          </p:spPr>
        </p:sp>
        <p:sp>
          <p:nvSpPr>
            <p:cNvPr id="1248" name="original-2d:993"/>
            <p:cNvSpPr>
              <a:spLocks noGrp="1"/>
            </p:cNvSpPr>
            <p:nvPr/>
          </p:nvSpPr>
          <p:spPr>
            <a:xfrm>
              <a:off x="3593783" y="2586673"/>
              <a:ext cx="1691640" cy="705"/>
            </a:xfrm>
            <a:custGeom>
              <a:avLst/>
              <a:gdLst/>
              <a:ahLst/>
              <a:cxnLst/>
              <a:pathLst>
                <a:path w="2286000" h="953">
                  <a:moveTo>
                    <a:pt x="0" y="0"/>
                  </a:moveTo>
                  <a:lnTo>
                    <a:pt x="2286000" y="0"/>
                  </a:lnTo>
                </a:path>
              </a:pathLst>
            </a:custGeom>
            <a:noFill/>
            <a:ln w="3172">
              <a:solidFill>
                <a:srgbClr val="7B8790">
                  <a:alpha val="35000"/>
                </a:srgbClr>
              </a:solidFill>
              <a:prstDash val="solid"/>
            </a:ln>
          </p:spPr>
        </p:sp>
        <p:sp>
          <p:nvSpPr>
            <p:cNvPr id="1249" name="original-2d:994"/>
            <p:cNvSpPr>
              <a:spLocks noGrp="1"/>
            </p:cNvSpPr>
            <p:nvPr/>
          </p:nvSpPr>
          <p:spPr>
            <a:xfrm>
              <a:off x="3593783" y="2680653"/>
              <a:ext cx="1691640" cy="705"/>
            </a:xfrm>
            <a:custGeom>
              <a:avLst/>
              <a:gdLst/>
              <a:ahLst/>
              <a:cxnLst/>
              <a:pathLst>
                <a:path w="2286000" h="953">
                  <a:moveTo>
                    <a:pt x="0" y="0"/>
                  </a:moveTo>
                  <a:lnTo>
                    <a:pt x="2286000" y="0"/>
                  </a:lnTo>
                </a:path>
              </a:pathLst>
            </a:custGeom>
            <a:noFill/>
            <a:ln w="3172">
              <a:solidFill>
                <a:srgbClr val="7B8790">
                  <a:alpha val="35000"/>
                </a:srgbClr>
              </a:solidFill>
              <a:prstDash val="solid"/>
            </a:ln>
          </p:spPr>
        </p:sp>
        <p:sp>
          <p:nvSpPr>
            <p:cNvPr id="1250" name="original-2d:995"/>
            <p:cNvSpPr>
              <a:spLocks noGrp="1"/>
            </p:cNvSpPr>
            <p:nvPr/>
          </p:nvSpPr>
          <p:spPr>
            <a:xfrm>
              <a:off x="3593783" y="2774633"/>
              <a:ext cx="1691640" cy="705"/>
            </a:xfrm>
            <a:custGeom>
              <a:avLst/>
              <a:gdLst/>
              <a:ahLst/>
              <a:cxnLst/>
              <a:pathLst>
                <a:path w="2286000" h="953">
                  <a:moveTo>
                    <a:pt x="0" y="0"/>
                  </a:moveTo>
                  <a:lnTo>
                    <a:pt x="2286000" y="0"/>
                  </a:lnTo>
                </a:path>
              </a:pathLst>
            </a:custGeom>
            <a:noFill/>
            <a:ln w="3172">
              <a:solidFill>
                <a:srgbClr val="7B8790">
                  <a:alpha val="35000"/>
                </a:srgbClr>
              </a:solidFill>
              <a:prstDash val="solid"/>
            </a:ln>
          </p:spPr>
        </p:sp>
        <p:sp>
          <p:nvSpPr>
            <p:cNvPr id="1251" name="original-2d:996"/>
            <p:cNvSpPr>
              <a:spLocks noGrp="1"/>
            </p:cNvSpPr>
            <p:nvPr/>
          </p:nvSpPr>
          <p:spPr>
            <a:xfrm>
              <a:off x="3593783" y="2868613"/>
              <a:ext cx="1691640" cy="705"/>
            </a:xfrm>
            <a:custGeom>
              <a:avLst/>
              <a:gdLst/>
              <a:ahLst/>
              <a:cxnLst/>
              <a:pathLst>
                <a:path w="2286000" h="953">
                  <a:moveTo>
                    <a:pt x="0" y="0"/>
                  </a:moveTo>
                  <a:lnTo>
                    <a:pt x="2286000" y="0"/>
                  </a:lnTo>
                </a:path>
              </a:pathLst>
            </a:custGeom>
            <a:noFill/>
            <a:ln w="3172">
              <a:solidFill>
                <a:srgbClr val="7B8790">
                  <a:alpha val="35000"/>
                </a:srgbClr>
              </a:solidFill>
              <a:prstDash val="solid"/>
            </a:ln>
          </p:spPr>
        </p:sp>
        <p:sp>
          <p:nvSpPr>
            <p:cNvPr id="1252" name="original-2d:997"/>
            <p:cNvSpPr>
              <a:spLocks noGrp="1"/>
            </p:cNvSpPr>
            <p:nvPr/>
          </p:nvSpPr>
          <p:spPr>
            <a:xfrm>
              <a:off x="3593783" y="2962593"/>
              <a:ext cx="1691640" cy="705"/>
            </a:xfrm>
            <a:custGeom>
              <a:avLst/>
              <a:gdLst/>
              <a:ahLst/>
              <a:cxnLst/>
              <a:pathLst>
                <a:path w="2286000" h="953">
                  <a:moveTo>
                    <a:pt x="0" y="0"/>
                  </a:moveTo>
                  <a:lnTo>
                    <a:pt x="2286000" y="0"/>
                  </a:lnTo>
                </a:path>
              </a:pathLst>
            </a:custGeom>
            <a:noFill/>
            <a:ln w="3172">
              <a:solidFill>
                <a:srgbClr val="7B8790">
                  <a:alpha val="35000"/>
                </a:srgbClr>
              </a:solidFill>
              <a:prstDash val="solid"/>
            </a:ln>
          </p:spPr>
        </p:sp>
        <p:sp>
          <p:nvSpPr>
            <p:cNvPr id="1253" name="original-2d:998"/>
            <p:cNvSpPr>
              <a:spLocks noGrp="1"/>
            </p:cNvSpPr>
            <p:nvPr/>
          </p:nvSpPr>
          <p:spPr>
            <a:xfrm>
              <a:off x="3593783" y="3056573"/>
              <a:ext cx="1691640" cy="705"/>
            </a:xfrm>
            <a:custGeom>
              <a:avLst/>
              <a:gdLst/>
              <a:ahLst/>
              <a:cxnLst/>
              <a:pathLst>
                <a:path w="2286000" h="953">
                  <a:moveTo>
                    <a:pt x="0" y="0"/>
                  </a:moveTo>
                  <a:lnTo>
                    <a:pt x="2286000" y="0"/>
                  </a:lnTo>
                </a:path>
              </a:pathLst>
            </a:custGeom>
            <a:noFill/>
            <a:ln w="3172">
              <a:solidFill>
                <a:srgbClr val="7B8790">
                  <a:alpha val="35000"/>
                </a:srgbClr>
              </a:solidFill>
              <a:prstDash val="solid"/>
            </a:ln>
          </p:spPr>
        </p:sp>
        <p:sp>
          <p:nvSpPr>
            <p:cNvPr id="1254" name="original-2d:999"/>
            <p:cNvSpPr>
              <a:spLocks noGrp="1"/>
            </p:cNvSpPr>
            <p:nvPr/>
          </p:nvSpPr>
          <p:spPr>
            <a:xfrm>
              <a:off x="3593783" y="3150553"/>
              <a:ext cx="1691640" cy="705"/>
            </a:xfrm>
            <a:custGeom>
              <a:avLst/>
              <a:gdLst/>
              <a:ahLst/>
              <a:cxnLst/>
              <a:pathLst>
                <a:path w="2286000" h="953">
                  <a:moveTo>
                    <a:pt x="0" y="0"/>
                  </a:moveTo>
                  <a:lnTo>
                    <a:pt x="2286000" y="0"/>
                  </a:lnTo>
                </a:path>
              </a:pathLst>
            </a:custGeom>
            <a:noFill/>
            <a:ln w="3172">
              <a:solidFill>
                <a:srgbClr val="7B8790">
                  <a:alpha val="35000"/>
                </a:srgbClr>
              </a:solidFill>
              <a:prstDash val="solid"/>
            </a:ln>
          </p:spPr>
        </p:sp>
        <p:sp>
          <p:nvSpPr>
            <p:cNvPr id="1255" name="original-2d:1000"/>
            <p:cNvSpPr>
              <a:spLocks noGrp="1"/>
            </p:cNvSpPr>
            <p:nvPr/>
          </p:nvSpPr>
          <p:spPr>
            <a:xfrm>
              <a:off x="3593783" y="3244533"/>
              <a:ext cx="1691640" cy="705"/>
            </a:xfrm>
            <a:custGeom>
              <a:avLst/>
              <a:gdLst/>
              <a:ahLst/>
              <a:cxnLst/>
              <a:pathLst>
                <a:path w="2286000" h="953">
                  <a:moveTo>
                    <a:pt x="0" y="0"/>
                  </a:moveTo>
                  <a:lnTo>
                    <a:pt x="2286000" y="0"/>
                  </a:lnTo>
                </a:path>
              </a:pathLst>
            </a:custGeom>
            <a:noFill/>
            <a:ln w="3172">
              <a:solidFill>
                <a:srgbClr val="7B8790">
                  <a:alpha val="35000"/>
                </a:srgbClr>
              </a:solidFill>
              <a:prstDash val="solid"/>
            </a:ln>
          </p:spPr>
        </p:sp>
        <p:sp>
          <p:nvSpPr>
            <p:cNvPr id="1256" name="original-2d:1001"/>
            <p:cNvSpPr>
              <a:spLocks noGrp="1"/>
            </p:cNvSpPr>
            <p:nvPr/>
          </p:nvSpPr>
          <p:spPr>
            <a:xfrm>
              <a:off x="3593783" y="3338513"/>
              <a:ext cx="1691640" cy="705"/>
            </a:xfrm>
            <a:custGeom>
              <a:avLst/>
              <a:gdLst/>
              <a:ahLst/>
              <a:cxnLst/>
              <a:pathLst>
                <a:path w="2286000" h="953">
                  <a:moveTo>
                    <a:pt x="0" y="0"/>
                  </a:moveTo>
                  <a:lnTo>
                    <a:pt x="2286000" y="0"/>
                  </a:lnTo>
                </a:path>
              </a:pathLst>
            </a:custGeom>
            <a:noFill/>
            <a:ln w="3172">
              <a:solidFill>
                <a:srgbClr val="7B8790">
                  <a:alpha val="35000"/>
                </a:srgbClr>
              </a:solidFill>
              <a:prstDash val="solid"/>
            </a:ln>
          </p:spPr>
        </p:sp>
        <p:sp>
          <p:nvSpPr>
            <p:cNvPr id="1257" name="original-2d:1002"/>
            <p:cNvSpPr>
              <a:spLocks noGrp="1"/>
            </p:cNvSpPr>
            <p:nvPr/>
          </p:nvSpPr>
          <p:spPr>
            <a:xfrm>
              <a:off x="3593783" y="1646873"/>
              <a:ext cx="1691640" cy="1691640"/>
            </a:xfrm>
            <a:prstGeom prst="rect">
              <a:avLst/>
            </a:prstGeom>
            <a:noFill/>
            <a:ln w="8810">
              <a:solidFill>
                <a:srgbClr val="263238"/>
              </a:solidFill>
              <a:prstDash val="solid"/>
            </a:ln>
          </p:spPr>
        </p:sp>
        <p:sp>
          <p:nvSpPr>
            <p:cNvPr id="1258" name="original-2d:1003"/>
            <p:cNvSpPr>
              <a:spLocks noGrp="1"/>
            </p:cNvSpPr>
            <p:nvPr/>
          </p:nvSpPr>
          <p:spPr>
            <a:xfrm>
              <a:off x="3655372" y="2364071"/>
              <a:ext cx="1646884" cy="665384"/>
            </a:xfrm>
            <a:custGeom>
              <a:avLst/>
              <a:gdLst/>
              <a:ahLst/>
              <a:cxnLst/>
              <a:pathLst>
                <a:path w="2225519" h="899168">
                  <a:moveTo>
                    <a:pt x="0" y="899168"/>
                  </a:moveTo>
                  <a:lnTo>
                    <a:pt x="2225519" y="0"/>
                  </a:lnTo>
                </a:path>
              </a:pathLst>
            </a:custGeom>
            <a:noFill/>
            <a:ln w="42291">
              <a:solidFill>
                <a:srgbClr val="FFFFFF"/>
              </a:solidFill>
              <a:prstDash val="solid"/>
            </a:ln>
          </p:spPr>
        </p:sp>
        <p:sp>
          <p:nvSpPr>
            <p:cNvPr id="1259" name="original-2d:1004"/>
            <p:cNvSpPr>
              <a:spLocks noGrp="1"/>
            </p:cNvSpPr>
            <p:nvPr/>
          </p:nvSpPr>
          <p:spPr>
            <a:xfrm>
              <a:off x="3655372" y="2364071"/>
              <a:ext cx="1646884" cy="665384"/>
            </a:xfrm>
            <a:custGeom>
              <a:avLst/>
              <a:gdLst/>
              <a:ahLst/>
              <a:cxnLst/>
              <a:pathLst>
                <a:path w="2225519" h="899168">
                  <a:moveTo>
                    <a:pt x="0" y="899168"/>
                  </a:moveTo>
                  <a:lnTo>
                    <a:pt x="2225519" y="0"/>
                  </a:lnTo>
                </a:path>
              </a:pathLst>
            </a:custGeom>
            <a:noFill/>
            <a:ln w="18326">
              <a:solidFill>
                <a:srgbClr val="7B8790"/>
              </a:solidFill>
              <a:prstDash val="solid"/>
            </a:ln>
          </p:spPr>
        </p:sp>
        <p:sp>
          <p:nvSpPr>
            <p:cNvPr id="1260" name="original-2d:1005"/>
            <p:cNvSpPr>
              <a:spLocks noGrp="1"/>
            </p:cNvSpPr>
            <p:nvPr/>
          </p:nvSpPr>
          <p:spPr>
            <a:xfrm>
              <a:off x="5217879" y="2362204"/>
              <a:ext cx="84377" cy="61823"/>
            </a:xfrm>
            <a:custGeom>
              <a:avLst/>
              <a:gdLst/>
              <a:ahLst/>
              <a:cxnLst/>
              <a:pathLst>
                <a:path w="114023" h="83545">
                  <a:moveTo>
                    <a:pt x="114023" y="2523"/>
                  </a:moveTo>
                  <a:lnTo>
                    <a:pt x="0" y="0"/>
                  </a:lnTo>
                  <a:lnTo>
                    <a:pt x="33754" y="83545"/>
                  </a:lnTo>
                  <a:close/>
                </a:path>
              </a:pathLst>
            </a:custGeom>
            <a:solidFill>
              <a:srgbClr val="7B8790"/>
            </a:solidFill>
            <a:ln w="0">
              <a:noFill/>
              <a:prstDash val="solid"/>
            </a:ln>
          </p:spPr>
        </p:sp>
        <p:sp>
          <p:nvSpPr>
            <p:cNvPr id="1261" name="original-2d:1006"/>
            <p:cNvSpPr>
              <a:spLocks noGrp="1"/>
            </p:cNvSpPr>
            <p:nvPr/>
          </p:nvSpPr>
          <p:spPr>
            <a:xfrm>
              <a:off x="5330450" y="2145567"/>
              <a:ext cx="232601" cy="253746"/>
            </a:xfrm>
            <a:prstGeom prst="rect">
              <a:avLst/>
            </a:prstGeom>
            <a:noFill/>
            <a:ln w="0">
              <a:noFill/>
              <a:prstDash val="solid"/>
            </a:ln>
          </p:spPr>
          <p:txBody>
            <a:bodyPr wrap="none" lIns="0" tIns="0" rIns="0" bIns="0" anchor="ctr">
              <a:normAutofit/>
            </a:bodyPr>
            <a:lstStyle>
              <a:defPPr algn="ctr">
                <a:defRPr sz="1610" b="0">
                  <a:solidFill>
                    <a:srgbClr val="7B8790"/>
                  </a:solidFill>
                  <a:latin typeface="Arial" panose="020B0604020202090204"/>
                  <a:ea typeface="Arial" panose="020B0604020202090204"/>
                  <a:cs typeface="Arial" panose="020B0604020202090204"/>
                </a:defRPr>
              </a:defPPr>
              <a:lvl1pPr algn="ctr">
                <a:defRPr sz="1610" b="0">
                  <a:solidFill>
                    <a:srgbClr val="7B8790"/>
                  </a:solidFill>
                  <a:latin typeface="Arial" panose="020B0604020202090204"/>
                  <a:ea typeface="Arial" panose="020B0604020202090204"/>
                  <a:cs typeface="Arial" panose="020B0604020202090204"/>
                </a:defRPr>
              </a:lvl1pPr>
              <a:lvl2pPr algn="ctr">
                <a:defRPr sz="1610" b="0">
                  <a:solidFill>
                    <a:srgbClr val="7B8790"/>
                  </a:solidFill>
                  <a:latin typeface="Arial" panose="020B0604020202090204"/>
                  <a:ea typeface="Arial" panose="020B0604020202090204"/>
                  <a:cs typeface="Arial" panose="020B0604020202090204"/>
                </a:defRPr>
              </a:lvl2pPr>
              <a:lvl3pPr algn="ctr">
                <a:defRPr sz="1610" b="0">
                  <a:solidFill>
                    <a:srgbClr val="7B8790"/>
                  </a:solidFill>
                  <a:latin typeface="Arial" panose="020B0604020202090204"/>
                  <a:ea typeface="Arial" panose="020B0604020202090204"/>
                  <a:cs typeface="Arial" panose="020B0604020202090204"/>
                </a:defRPr>
              </a:lvl3pPr>
              <a:lvl4pPr algn="ctr">
                <a:defRPr sz="1610" b="0">
                  <a:solidFill>
                    <a:srgbClr val="7B8790"/>
                  </a:solidFill>
                  <a:latin typeface="Arial" panose="020B0604020202090204"/>
                  <a:ea typeface="Arial" panose="020B0604020202090204"/>
                  <a:cs typeface="Arial" panose="020B0604020202090204"/>
                </a:defRPr>
              </a:lvl4pPr>
              <a:lvl5pPr algn="ctr">
                <a:defRPr sz="1610" b="0">
                  <a:solidFill>
                    <a:srgbClr val="7B8790"/>
                  </a:solidFill>
                  <a:latin typeface="Arial" panose="020B0604020202090204"/>
                  <a:ea typeface="Arial" panose="020B0604020202090204"/>
                  <a:cs typeface="Arial" panose="020B0604020202090204"/>
                </a:defRPr>
              </a:lvl5pPr>
              <a:lvl6pPr algn="ctr">
                <a:defRPr sz="1610" b="0">
                  <a:solidFill>
                    <a:srgbClr val="7B8790"/>
                  </a:solidFill>
                  <a:latin typeface="Arial" panose="020B0604020202090204"/>
                  <a:ea typeface="Arial" panose="020B0604020202090204"/>
                  <a:cs typeface="Arial" panose="020B0604020202090204"/>
                </a:defRPr>
              </a:lvl6pPr>
              <a:lvl7pPr algn="ctr">
                <a:defRPr sz="1610" b="0">
                  <a:solidFill>
                    <a:srgbClr val="7B8790"/>
                  </a:solidFill>
                  <a:latin typeface="Arial" panose="020B0604020202090204"/>
                  <a:ea typeface="Arial" panose="020B0604020202090204"/>
                  <a:cs typeface="Arial" panose="020B0604020202090204"/>
                </a:defRPr>
              </a:lvl7pPr>
              <a:lvl8pPr algn="ctr">
                <a:defRPr sz="1610" b="0">
                  <a:solidFill>
                    <a:srgbClr val="7B8790"/>
                  </a:solidFill>
                  <a:latin typeface="Arial" panose="020B0604020202090204"/>
                  <a:ea typeface="Arial" panose="020B0604020202090204"/>
                  <a:cs typeface="Arial" panose="020B0604020202090204"/>
                </a:defRPr>
              </a:lvl8pPr>
              <a:lvl9pPr algn="ctr">
                <a:defRPr sz="1610" b="0">
                  <a:solidFill>
                    <a:srgbClr val="7B8790"/>
                  </a:solidFill>
                  <a:latin typeface="Arial" panose="020B0604020202090204"/>
                  <a:ea typeface="Arial" panose="020B0604020202090204"/>
                  <a:cs typeface="Arial" panose="020B0604020202090204"/>
                </a:defRPr>
              </a:lvl9pPr>
            </a:lstStyle>
            <a:p>
              <a:pPr algn="ctr">
                <a:buNone/>
                <a:defRPr sz="1610" b="0">
                  <a:solidFill>
                    <a:srgbClr val="7B8790"/>
                  </a:solidFill>
                  <a:latin typeface="Arial" panose="020B0604020202090204"/>
                  <a:ea typeface="Arial" panose="020B0604020202090204"/>
                  <a:cs typeface="Arial" panose="020B0604020202090204"/>
                </a:defRPr>
              </a:pPr>
              <a:r>
                <a:rPr sz="1610" b="0">
                  <a:solidFill>
                    <a:srgbClr val="7B8790"/>
                  </a:solidFill>
                  <a:latin typeface="Arial" panose="020B0604020202090204"/>
                  <a:ea typeface="Arial" panose="020B0604020202090204"/>
                  <a:cs typeface="Arial" panose="020B0604020202090204"/>
                </a:rPr>
                <a:t>d</a:t>
              </a:r>
              <a:endParaRPr sz="1610" b="0">
                <a:solidFill>
                  <a:srgbClr val="7B8790"/>
                </a:solidFill>
                <a:latin typeface="Arial" panose="020B0604020202090204"/>
                <a:ea typeface="Arial" panose="020B0604020202090204"/>
                <a:cs typeface="Arial" panose="020B0604020202090204"/>
              </a:endParaRPr>
            </a:p>
          </p:txBody>
        </p:sp>
        <p:sp>
          <p:nvSpPr>
            <p:cNvPr id="1262" name="original-2d:1007"/>
            <p:cNvSpPr>
              <a:spLocks noGrp="1"/>
            </p:cNvSpPr>
            <p:nvPr/>
          </p:nvSpPr>
          <p:spPr>
            <a:xfrm>
              <a:off x="3693005" y="2338215"/>
              <a:ext cx="234807" cy="581168"/>
            </a:xfrm>
            <a:custGeom>
              <a:avLst/>
              <a:gdLst/>
              <a:ahLst/>
              <a:cxnLst/>
              <a:pathLst>
                <a:path w="317307" h="785362">
                  <a:moveTo>
                    <a:pt x="0" y="0"/>
                  </a:moveTo>
                  <a:lnTo>
                    <a:pt x="317307" y="785362"/>
                  </a:lnTo>
                </a:path>
              </a:pathLst>
            </a:custGeom>
            <a:noFill/>
            <a:ln w="7754">
              <a:solidFill>
                <a:srgbClr val="263238"/>
              </a:solidFill>
              <a:prstDash val="dash"/>
            </a:ln>
          </p:spPr>
        </p:sp>
        <p:sp>
          <p:nvSpPr>
            <p:cNvPr id="1263" name="original-2d:1008"/>
            <p:cNvSpPr>
              <a:spLocks noGrp="1"/>
            </p:cNvSpPr>
            <p:nvPr/>
          </p:nvSpPr>
          <p:spPr>
            <a:xfrm>
              <a:off x="3650714" y="2295924"/>
              <a:ext cx="84582" cy="84582"/>
            </a:xfrm>
            <a:prstGeom prst="ellipse">
              <a:avLst/>
            </a:prstGeom>
            <a:solidFill>
              <a:srgbClr val="0072B2"/>
            </a:solidFill>
            <a:ln w="7049">
              <a:solidFill>
                <a:srgbClr val="263238"/>
              </a:solidFill>
              <a:prstDash val="solid"/>
            </a:ln>
          </p:spPr>
        </p:sp>
        <p:sp>
          <p:nvSpPr>
            <p:cNvPr id="1264" name="original-2d:1009"/>
            <p:cNvSpPr>
              <a:spLocks noGrp="1"/>
            </p:cNvSpPr>
            <p:nvPr/>
          </p:nvSpPr>
          <p:spPr>
            <a:xfrm>
              <a:off x="3898913" y="2890484"/>
              <a:ext cx="57798" cy="57798"/>
            </a:xfrm>
            <a:prstGeom prst="ellipse">
              <a:avLst/>
            </a:prstGeom>
            <a:solidFill>
              <a:srgbClr val="0072B2"/>
            </a:solidFill>
            <a:ln w="7049">
              <a:solidFill>
                <a:srgbClr val="263238"/>
              </a:solidFill>
              <a:prstDash val="solid"/>
            </a:ln>
          </p:spPr>
        </p:sp>
        <p:sp>
          <p:nvSpPr>
            <p:cNvPr id="1265" name="original-2d:1010"/>
            <p:cNvSpPr>
              <a:spLocks noGrp="1"/>
            </p:cNvSpPr>
            <p:nvPr/>
          </p:nvSpPr>
          <p:spPr>
            <a:xfrm>
              <a:off x="3955076" y="2855153"/>
              <a:ext cx="18483" cy="45747"/>
            </a:xfrm>
            <a:custGeom>
              <a:avLst/>
              <a:gdLst/>
              <a:ahLst/>
              <a:cxnLst/>
              <a:pathLst>
                <a:path w="24977" h="61820">
                  <a:moveTo>
                    <a:pt x="24977" y="61820"/>
                  </a:moveTo>
                  <a:lnTo>
                    <a:pt x="0" y="0"/>
                  </a:lnTo>
                </a:path>
              </a:pathLst>
            </a:custGeom>
            <a:noFill/>
            <a:ln w="5639">
              <a:solidFill>
                <a:srgbClr val="263238"/>
              </a:solidFill>
              <a:prstDash val="solid"/>
            </a:ln>
          </p:spPr>
        </p:sp>
        <p:sp>
          <p:nvSpPr>
            <p:cNvPr id="1266" name="original-2d:1011"/>
            <p:cNvSpPr>
              <a:spLocks noGrp="1"/>
            </p:cNvSpPr>
            <p:nvPr/>
          </p:nvSpPr>
          <p:spPr>
            <a:xfrm>
              <a:off x="3909329" y="2855153"/>
              <a:ext cx="45747" cy="18483"/>
            </a:xfrm>
            <a:custGeom>
              <a:avLst/>
              <a:gdLst/>
              <a:ahLst/>
              <a:cxnLst/>
              <a:pathLst>
                <a:path w="61820" h="24977">
                  <a:moveTo>
                    <a:pt x="61820" y="0"/>
                  </a:moveTo>
                  <a:lnTo>
                    <a:pt x="0" y="24977"/>
                  </a:lnTo>
                </a:path>
              </a:pathLst>
            </a:custGeom>
            <a:noFill/>
            <a:ln w="5639">
              <a:solidFill>
                <a:srgbClr val="263238"/>
              </a:solidFill>
              <a:prstDash val="solid"/>
            </a:ln>
          </p:spPr>
        </p:sp>
        <p:sp>
          <p:nvSpPr>
            <p:cNvPr id="1267" name="original-2d:1012"/>
            <p:cNvSpPr>
              <a:spLocks noGrp="1"/>
            </p:cNvSpPr>
            <p:nvPr/>
          </p:nvSpPr>
          <p:spPr>
            <a:xfrm>
              <a:off x="4869351" y="1862940"/>
              <a:ext cx="234807" cy="581168"/>
            </a:xfrm>
            <a:custGeom>
              <a:avLst/>
              <a:gdLst/>
              <a:ahLst/>
              <a:cxnLst/>
              <a:pathLst>
                <a:path w="317307" h="785362">
                  <a:moveTo>
                    <a:pt x="0" y="0"/>
                  </a:moveTo>
                  <a:lnTo>
                    <a:pt x="317307" y="785362"/>
                  </a:lnTo>
                </a:path>
              </a:pathLst>
            </a:custGeom>
            <a:noFill/>
            <a:ln w="7754">
              <a:solidFill>
                <a:srgbClr val="263238"/>
              </a:solidFill>
              <a:prstDash val="dash"/>
            </a:ln>
          </p:spPr>
        </p:sp>
        <p:sp>
          <p:nvSpPr>
            <p:cNvPr id="1268" name="original-2d:1013"/>
            <p:cNvSpPr>
              <a:spLocks noGrp="1"/>
            </p:cNvSpPr>
            <p:nvPr/>
          </p:nvSpPr>
          <p:spPr>
            <a:xfrm>
              <a:off x="4827060" y="1820649"/>
              <a:ext cx="84582" cy="84582"/>
            </a:xfrm>
            <a:prstGeom prst="ellipse">
              <a:avLst/>
            </a:prstGeom>
            <a:solidFill>
              <a:srgbClr val="CC79A7"/>
            </a:solidFill>
            <a:ln w="7049">
              <a:solidFill>
                <a:srgbClr val="263238"/>
              </a:solidFill>
              <a:prstDash val="solid"/>
            </a:ln>
          </p:spPr>
        </p:sp>
        <p:sp>
          <p:nvSpPr>
            <p:cNvPr id="1269" name="original-2d:1014"/>
            <p:cNvSpPr>
              <a:spLocks noGrp="1"/>
            </p:cNvSpPr>
            <p:nvPr/>
          </p:nvSpPr>
          <p:spPr>
            <a:xfrm>
              <a:off x="5075259" y="2415209"/>
              <a:ext cx="57798" cy="57798"/>
            </a:xfrm>
            <a:prstGeom prst="ellipse">
              <a:avLst/>
            </a:prstGeom>
            <a:solidFill>
              <a:srgbClr val="CC79A7"/>
            </a:solidFill>
            <a:ln w="7049">
              <a:solidFill>
                <a:srgbClr val="263238"/>
              </a:solidFill>
              <a:prstDash val="solid"/>
            </a:ln>
          </p:spPr>
        </p:sp>
        <p:sp>
          <p:nvSpPr>
            <p:cNvPr id="1270" name="original-2d:1015"/>
            <p:cNvSpPr>
              <a:spLocks noGrp="1"/>
            </p:cNvSpPr>
            <p:nvPr/>
          </p:nvSpPr>
          <p:spPr>
            <a:xfrm>
              <a:off x="5131422" y="2379878"/>
              <a:ext cx="18483" cy="45747"/>
            </a:xfrm>
            <a:custGeom>
              <a:avLst/>
              <a:gdLst/>
              <a:ahLst/>
              <a:cxnLst/>
              <a:pathLst>
                <a:path w="24977" h="61820">
                  <a:moveTo>
                    <a:pt x="24977" y="61820"/>
                  </a:moveTo>
                  <a:lnTo>
                    <a:pt x="0" y="0"/>
                  </a:lnTo>
                </a:path>
              </a:pathLst>
            </a:custGeom>
            <a:noFill/>
            <a:ln w="5639">
              <a:solidFill>
                <a:srgbClr val="263238"/>
              </a:solidFill>
              <a:prstDash val="solid"/>
            </a:ln>
          </p:spPr>
        </p:sp>
        <p:sp>
          <p:nvSpPr>
            <p:cNvPr id="1271" name="original-2d:1016"/>
            <p:cNvSpPr>
              <a:spLocks noGrp="1"/>
            </p:cNvSpPr>
            <p:nvPr/>
          </p:nvSpPr>
          <p:spPr>
            <a:xfrm>
              <a:off x="5085675" y="2379878"/>
              <a:ext cx="45747" cy="18483"/>
            </a:xfrm>
            <a:custGeom>
              <a:avLst/>
              <a:gdLst/>
              <a:ahLst/>
              <a:cxnLst/>
              <a:pathLst>
                <a:path w="61820" h="24977">
                  <a:moveTo>
                    <a:pt x="61820" y="0"/>
                  </a:moveTo>
                  <a:lnTo>
                    <a:pt x="0" y="24977"/>
                  </a:lnTo>
                </a:path>
              </a:pathLst>
            </a:custGeom>
            <a:noFill/>
            <a:ln w="5639">
              <a:solidFill>
                <a:srgbClr val="263238"/>
              </a:solidFill>
              <a:prstDash val="solid"/>
            </a:ln>
          </p:spPr>
        </p:sp>
        <p:sp>
          <p:nvSpPr>
            <p:cNvPr id="1272" name="original-2d:1017"/>
            <p:cNvSpPr>
              <a:spLocks noGrp="1"/>
            </p:cNvSpPr>
            <p:nvPr/>
          </p:nvSpPr>
          <p:spPr>
            <a:xfrm>
              <a:off x="4319927" y="2760958"/>
              <a:ext cx="117248" cy="290199"/>
            </a:xfrm>
            <a:custGeom>
              <a:avLst/>
              <a:gdLst/>
              <a:ahLst/>
              <a:cxnLst/>
              <a:pathLst>
                <a:path w="158443" h="392161">
                  <a:moveTo>
                    <a:pt x="158443" y="392161"/>
                  </a:moveTo>
                  <a:lnTo>
                    <a:pt x="0" y="0"/>
                  </a:lnTo>
                </a:path>
              </a:pathLst>
            </a:custGeom>
            <a:noFill/>
            <a:ln w="7754">
              <a:solidFill>
                <a:srgbClr val="263238"/>
              </a:solidFill>
              <a:prstDash val="dash"/>
            </a:ln>
          </p:spPr>
        </p:sp>
        <p:sp>
          <p:nvSpPr>
            <p:cNvPr id="1273" name="original-2d:1018"/>
            <p:cNvSpPr>
              <a:spLocks noGrp="1"/>
            </p:cNvSpPr>
            <p:nvPr/>
          </p:nvSpPr>
          <p:spPr>
            <a:xfrm>
              <a:off x="4394884" y="3008866"/>
              <a:ext cx="84582" cy="84582"/>
            </a:xfrm>
            <a:prstGeom prst="ellipse">
              <a:avLst/>
            </a:prstGeom>
            <a:solidFill>
              <a:srgbClr val="D55E00"/>
            </a:solidFill>
            <a:ln w="7049">
              <a:solidFill>
                <a:srgbClr val="263238"/>
              </a:solidFill>
              <a:prstDash val="solid"/>
            </a:ln>
          </p:spPr>
        </p:sp>
        <p:sp>
          <p:nvSpPr>
            <p:cNvPr id="1274" name="original-2d:1019"/>
            <p:cNvSpPr>
              <a:spLocks noGrp="1"/>
            </p:cNvSpPr>
            <p:nvPr/>
          </p:nvSpPr>
          <p:spPr>
            <a:xfrm>
              <a:off x="4291028" y="2732059"/>
              <a:ext cx="57798" cy="57798"/>
            </a:xfrm>
            <a:prstGeom prst="ellipse">
              <a:avLst/>
            </a:prstGeom>
            <a:solidFill>
              <a:srgbClr val="D55E00"/>
            </a:solidFill>
            <a:ln w="7049">
              <a:solidFill>
                <a:srgbClr val="263238"/>
              </a:solidFill>
              <a:prstDash val="solid"/>
            </a:ln>
          </p:spPr>
        </p:sp>
        <p:sp>
          <p:nvSpPr>
            <p:cNvPr id="1275" name="original-2d:1020"/>
            <p:cNvSpPr>
              <a:spLocks noGrp="1"/>
            </p:cNvSpPr>
            <p:nvPr/>
          </p:nvSpPr>
          <p:spPr>
            <a:xfrm>
              <a:off x="4365674" y="2742475"/>
              <a:ext cx="18483" cy="45747"/>
            </a:xfrm>
            <a:custGeom>
              <a:avLst/>
              <a:gdLst/>
              <a:ahLst/>
              <a:cxnLst/>
              <a:pathLst>
                <a:path w="24977" h="61820">
                  <a:moveTo>
                    <a:pt x="0" y="0"/>
                  </a:moveTo>
                  <a:lnTo>
                    <a:pt x="24977" y="61820"/>
                  </a:lnTo>
                </a:path>
              </a:pathLst>
            </a:custGeom>
            <a:noFill/>
            <a:ln w="5639">
              <a:solidFill>
                <a:srgbClr val="263238"/>
              </a:solidFill>
              <a:prstDash val="solid"/>
            </a:ln>
          </p:spPr>
        </p:sp>
        <p:sp>
          <p:nvSpPr>
            <p:cNvPr id="1276" name="original-2d:1021"/>
            <p:cNvSpPr>
              <a:spLocks noGrp="1"/>
            </p:cNvSpPr>
            <p:nvPr/>
          </p:nvSpPr>
          <p:spPr>
            <a:xfrm>
              <a:off x="4338410" y="2788222"/>
              <a:ext cx="45747" cy="18483"/>
            </a:xfrm>
            <a:custGeom>
              <a:avLst/>
              <a:gdLst/>
              <a:ahLst/>
              <a:cxnLst/>
              <a:pathLst>
                <a:path w="61820" h="24977">
                  <a:moveTo>
                    <a:pt x="61820" y="0"/>
                  </a:moveTo>
                  <a:lnTo>
                    <a:pt x="0" y="24977"/>
                  </a:lnTo>
                </a:path>
              </a:pathLst>
            </a:custGeom>
            <a:noFill/>
            <a:ln w="5639">
              <a:solidFill>
                <a:srgbClr val="263238"/>
              </a:solidFill>
              <a:prstDash val="solid"/>
            </a:ln>
          </p:spPr>
        </p:sp>
        <p:sp>
          <p:nvSpPr>
            <p:cNvPr id="1277" name="original-2d:1022"/>
            <p:cNvSpPr>
              <a:spLocks noGrp="1"/>
            </p:cNvSpPr>
            <p:nvPr/>
          </p:nvSpPr>
          <p:spPr>
            <a:xfrm>
              <a:off x="4712042" y="2602533"/>
              <a:ext cx="117248" cy="290199"/>
            </a:xfrm>
            <a:custGeom>
              <a:avLst/>
              <a:gdLst/>
              <a:ahLst/>
              <a:cxnLst/>
              <a:pathLst>
                <a:path w="158443" h="392161">
                  <a:moveTo>
                    <a:pt x="158443" y="392161"/>
                  </a:moveTo>
                  <a:lnTo>
                    <a:pt x="0" y="0"/>
                  </a:lnTo>
                </a:path>
              </a:pathLst>
            </a:custGeom>
            <a:noFill/>
            <a:ln w="7754">
              <a:solidFill>
                <a:srgbClr val="263238"/>
              </a:solidFill>
              <a:prstDash val="dash"/>
            </a:ln>
          </p:spPr>
        </p:sp>
        <p:sp>
          <p:nvSpPr>
            <p:cNvPr id="1278" name="original-2d:1023"/>
            <p:cNvSpPr>
              <a:spLocks noGrp="1"/>
            </p:cNvSpPr>
            <p:nvPr/>
          </p:nvSpPr>
          <p:spPr>
            <a:xfrm>
              <a:off x="4786999" y="2850441"/>
              <a:ext cx="84582" cy="84582"/>
            </a:xfrm>
            <a:prstGeom prst="ellipse">
              <a:avLst/>
            </a:prstGeom>
            <a:solidFill>
              <a:srgbClr val="009E73"/>
            </a:solidFill>
            <a:ln w="7049">
              <a:solidFill>
                <a:srgbClr val="263238"/>
              </a:solidFill>
              <a:prstDash val="solid"/>
            </a:ln>
          </p:spPr>
        </p:sp>
        <p:sp>
          <p:nvSpPr>
            <p:cNvPr id="1279" name="original-2d:1024"/>
            <p:cNvSpPr>
              <a:spLocks noGrp="1"/>
            </p:cNvSpPr>
            <p:nvPr/>
          </p:nvSpPr>
          <p:spPr>
            <a:xfrm>
              <a:off x="4683144" y="2573634"/>
              <a:ext cx="57798" cy="57798"/>
            </a:xfrm>
            <a:prstGeom prst="ellipse">
              <a:avLst/>
            </a:prstGeom>
            <a:solidFill>
              <a:srgbClr val="009E73"/>
            </a:solidFill>
            <a:ln w="7049">
              <a:solidFill>
                <a:srgbClr val="263238"/>
              </a:solidFill>
              <a:prstDash val="solid"/>
            </a:ln>
          </p:spPr>
        </p:sp>
        <p:sp>
          <p:nvSpPr>
            <p:cNvPr id="1280" name="original-2d:1025"/>
            <p:cNvSpPr>
              <a:spLocks noGrp="1"/>
            </p:cNvSpPr>
            <p:nvPr/>
          </p:nvSpPr>
          <p:spPr>
            <a:xfrm>
              <a:off x="4757789" y="2584050"/>
              <a:ext cx="18483" cy="45747"/>
            </a:xfrm>
            <a:custGeom>
              <a:avLst/>
              <a:gdLst/>
              <a:ahLst/>
              <a:cxnLst/>
              <a:pathLst>
                <a:path w="24977" h="61820">
                  <a:moveTo>
                    <a:pt x="0" y="0"/>
                  </a:moveTo>
                  <a:lnTo>
                    <a:pt x="24977" y="61820"/>
                  </a:lnTo>
                </a:path>
              </a:pathLst>
            </a:custGeom>
            <a:noFill/>
            <a:ln w="5639">
              <a:solidFill>
                <a:srgbClr val="263238"/>
              </a:solidFill>
              <a:prstDash val="solid"/>
            </a:ln>
          </p:spPr>
        </p:sp>
        <p:sp>
          <p:nvSpPr>
            <p:cNvPr id="1281" name="original-2d:1026"/>
            <p:cNvSpPr>
              <a:spLocks noGrp="1"/>
            </p:cNvSpPr>
            <p:nvPr/>
          </p:nvSpPr>
          <p:spPr>
            <a:xfrm>
              <a:off x="4730525" y="2629797"/>
              <a:ext cx="45747" cy="18483"/>
            </a:xfrm>
            <a:custGeom>
              <a:avLst/>
              <a:gdLst/>
              <a:ahLst/>
              <a:cxnLst/>
              <a:pathLst>
                <a:path w="61820" h="24977">
                  <a:moveTo>
                    <a:pt x="61820" y="0"/>
                  </a:moveTo>
                  <a:lnTo>
                    <a:pt x="0" y="24977"/>
                  </a:lnTo>
                </a:path>
              </a:pathLst>
            </a:custGeom>
            <a:noFill/>
            <a:ln w="5639">
              <a:solidFill>
                <a:srgbClr val="263238"/>
              </a:solidFill>
              <a:prstDash val="solid"/>
            </a:ln>
          </p:spPr>
        </p:sp>
        <p:sp>
          <p:nvSpPr>
            <p:cNvPr id="1282" name="original-2d:1027"/>
            <p:cNvSpPr>
              <a:spLocks noGrp="1"/>
            </p:cNvSpPr>
            <p:nvPr/>
          </p:nvSpPr>
          <p:spPr>
            <a:xfrm>
              <a:off x="4453890" y="3381375"/>
              <a:ext cx="705" cy="259080"/>
            </a:xfrm>
            <a:custGeom>
              <a:avLst/>
              <a:gdLst/>
              <a:ahLst/>
              <a:cxnLst/>
              <a:pathLst>
                <a:path w="953" h="161925">
                  <a:moveTo>
                    <a:pt x="0" y="0"/>
                  </a:moveTo>
                  <a:lnTo>
                    <a:pt x="0" y="161925"/>
                  </a:lnTo>
                </a:path>
              </a:pathLst>
            </a:custGeom>
            <a:noFill/>
            <a:ln w="10573">
              <a:solidFill>
                <a:srgbClr val="91A5B4"/>
              </a:solidFill>
              <a:prstDash val="solid"/>
            </a:ln>
          </p:spPr>
        </p:sp>
        <p:sp>
          <p:nvSpPr>
            <p:cNvPr id="1283" name="original-2d:1028"/>
            <p:cNvSpPr>
              <a:spLocks noGrp="1"/>
            </p:cNvSpPr>
            <p:nvPr/>
          </p:nvSpPr>
          <p:spPr>
            <a:xfrm>
              <a:off x="4435705" y="3549015"/>
              <a:ext cx="36370" cy="91440"/>
            </a:xfrm>
            <a:custGeom>
              <a:avLst/>
              <a:gdLst/>
              <a:ahLst/>
              <a:cxnLst/>
              <a:pathLst>
                <a:path w="49149" h="57150">
                  <a:moveTo>
                    <a:pt x="24575" y="57150"/>
                  </a:moveTo>
                  <a:lnTo>
                    <a:pt x="49149" y="0"/>
                  </a:lnTo>
                  <a:lnTo>
                    <a:pt x="0" y="0"/>
                  </a:lnTo>
                  <a:close/>
                </a:path>
              </a:pathLst>
            </a:custGeom>
            <a:solidFill>
              <a:srgbClr val="91A5B4"/>
            </a:solidFill>
            <a:ln w="0">
              <a:noFill/>
              <a:prstDash val="solid"/>
            </a:ln>
          </p:spPr>
        </p:sp>
        <p:sp>
          <p:nvSpPr>
            <p:cNvPr id="1284" name="original-2d:1029"/>
            <p:cNvSpPr>
              <a:spLocks noGrp="1"/>
            </p:cNvSpPr>
            <p:nvPr/>
          </p:nvSpPr>
          <p:spPr>
            <a:xfrm>
              <a:off x="3474720" y="3878580"/>
              <a:ext cx="1807274" cy="715"/>
            </a:xfrm>
            <a:custGeom>
              <a:avLst/>
              <a:gdLst/>
              <a:ahLst/>
              <a:cxnLst/>
              <a:pathLst>
                <a:path w="3409950" h="953">
                  <a:moveTo>
                    <a:pt x="0" y="0"/>
                  </a:moveTo>
                  <a:lnTo>
                    <a:pt x="3409950" y="0"/>
                  </a:lnTo>
                </a:path>
              </a:pathLst>
            </a:custGeom>
            <a:noFill/>
            <a:ln w="8077">
              <a:solidFill>
                <a:srgbClr val="263238"/>
              </a:solidFill>
              <a:prstDash val="solid"/>
            </a:ln>
          </p:spPr>
        </p:sp>
        <p:sp>
          <p:nvSpPr>
            <p:cNvPr id="1285" name="original-2d:1030"/>
            <p:cNvSpPr>
              <a:spLocks noGrp="1"/>
            </p:cNvSpPr>
            <p:nvPr/>
          </p:nvSpPr>
          <p:spPr>
            <a:xfrm>
              <a:off x="5236559" y="3850934"/>
              <a:ext cx="45434" cy="55293"/>
            </a:xfrm>
            <a:custGeom>
              <a:avLst/>
              <a:gdLst/>
              <a:ahLst/>
              <a:cxnLst/>
              <a:pathLst>
                <a:path w="85725" h="73724">
                  <a:moveTo>
                    <a:pt x="85725" y="36862"/>
                  </a:moveTo>
                  <a:lnTo>
                    <a:pt x="0" y="0"/>
                  </a:lnTo>
                  <a:lnTo>
                    <a:pt x="0" y="73724"/>
                  </a:lnTo>
                  <a:close/>
                </a:path>
              </a:pathLst>
            </a:custGeom>
            <a:solidFill>
              <a:srgbClr val="263238"/>
            </a:solidFill>
            <a:ln w="0">
              <a:noFill/>
              <a:prstDash val="solid"/>
            </a:ln>
          </p:spPr>
        </p:sp>
        <p:sp>
          <p:nvSpPr>
            <p:cNvPr id="1286" name="original-2d:1031"/>
            <p:cNvSpPr>
              <a:spLocks noGrp="1"/>
            </p:cNvSpPr>
            <p:nvPr/>
          </p:nvSpPr>
          <p:spPr>
            <a:xfrm>
              <a:off x="3457219" y="3774996"/>
              <a:ext cx="216738" cy="207169"/>
            </a:xfrm>
            <a:prstGeom prst="rect">
              <a:avLst/>
            </a:prstGeom>
            <a:solidFill>
              <a:srgbClr val="0072B2"/>
            </a:solidFill>
            <a:ln w="4039">
              <a:solidFill>
                <a:srgbClr val="263238"/>
              </a:solidFill>
              <a:prstDash val="solid"/>
            </a:ln>
          </p:spPr>
        </p:sp>
        <p:sp>
          <p:nvSpPr>
            <p:cNvPr id="1287" name="original-2d:1032"/>
            <p:cNvSpPr>
              <a:spLocks noGrp="1"/>
            </p:cNvSpPr>
            <p:nvPr/>
          </p:nvSpPr>
          <p:spPr>
            <a:xfrm>
              <a:off x="3550444" y="3857149"/>
              <a:ext cx="30290" cy="42863"/>
            </a:xfrm>
            <a:prstGeom prst="ellipse">
              <a:avLst/>
            </a:prstGeom>
            <a:solidFill>
              <a:srgbClr val="263238"/>
            </a:solidFill>
            <a:ln w="0">
              <a:noFill/>
              <a:prstDash val="solid"/>
            </a:ln>
          </p:spPr>
        </p:sp>
        <p:sp>
          <p:nvSpPr>
            <p:cNvPr id="1288" name="original-2d:1033"/>
            <p:cNvSpPr>
              <a:spLocks noGrp="1"/>
            </p:cNvSpPr>
            <p:nvPr/>
          </p:nvSpPr>
          <p:spPr>
            <a:xfrm>
              <a:off x="3999065" y="3774996"/>
              <a:ext cx="216738" cy="207169"/>
            </a:xfrm>
            <a:prstGeom prst="rect">
              <a:avLst/>
            </a:prstGeom>
            <a:solidFill>
              <a:srgbClr val="D55E00"/>
            </a:solidFill>
            <a:ln w="4039">
              <a:solidFill>
                <a:srgbClr val="263238"/>
              </a:solidFill>
              <a:prstDash val="solid"/>
            </a:ln>
          </p:spPr>
        </p:sp>
        <p:sp>
          <p:nvSpPr>
            <p:cNvPr id="1289" name="original-2d:1034"/>
            <p:cNvSpPr>
              <a:spLocks noGrp="1"/>
            </p:cNvSpPr>
            <p:nvPr/>
          </p:nvSpPr>
          <p:spPr>
            <a:xfrm>
              <a:off x="4092289" y="3857149"/>
              <a:ext cx="30290" cy="42863"/>
            </a:xfrm>
            <a:prstGeom prst="ellipse">
              <a:avLst/>
            </a:prstGeom>
            <a:solidFill>
              <a:srgbClr val="263238"/>
            </a:solidFill>
            <a:ln w="0">
              <a:noFill/>
              <a:prstDash val="solid"/>
            </a:ln>
          </p:spPr>
        </p:sp>
        <p:sp>
          <p:nvSpPr>
            <p:cNvPr id="1290" name="original-2d:1035"/>
            <p:cNvSpPr>
              <a:spLocks noGrp="1"/>
            </p:cNvSpPr>
            <p:nvPr/>
          </p:nvSpPr>
          <p:spPr>
            <a:xfrm>
              <a:off x="4540910" y="3774996"/>
              <a:ext cx="216738" cy="207169"/>
            </a:xfrm>
            <a:prstGeom prst="rect">
              <a:avLst/>
            </a:prstGeom>
            <a:solidFill>
              <a:srgbClr val="009E73"/>
            </a:solidFill>
            <a:ln w="4039">
              <a:solidFill>
                <a:srgbClr val="263238"/>
              </a:solidFill>
              <a:prstDash val="solid"/>
            </a:ln>
          </p:spPr>
        </p:sp>
        <p:sp>
          <p:nvSpPr>
            <p:cNvPr id="1291" name="original-2d:1036"/>
            <p:cNvSpPr>
              <a:spLocks noGrp="1"/>
            </p:cNvSpPr>
            <p:nvPr/>
          </p:nvSpPr>
          <p:spPr>
            <a:xfrm>
              <a:off x="4634135" y="3857149"/>
              <a:ext cx="30290" cy="42863"/>
            </a:xfrm>
            <a:prstGeom prst="ellipse">
              <a:avLst/>
            </a:prstGeom>
            <a:solidFill>
              <a:srgbClr val="263238"/>
            </a:solidFill>
            <a:ln w="0">
              <a:noFill/>
              <a:prstDash val="solid"/>
            </a:ln>
          </p:spPr>
        </p:sp>
        <p:sp>
          <p:nvSpPr>
            <p:cNvPr id="1292" name="original-2d:1037"/>
            <p:cNvSpPr>
              <a:spLocks noGrp="1"/>
            </p:cNvSpPr>
            <p:nvPr/>
          </p:nvSpPr>
          <p:spPr>
            <a:xfrm>
              <a:off x="5082756" y="3774996"/>
              <a:ext cx="216738" cy="207169"/>
            </a:xfrm>
            <a:prstGeom prst="rect">
              <a:avLst/>
            </a:prstGeom>
            <a:solidFill>
              <a:srgbClr val="CC79A7"/>
            </a:solidFill>
            <a:ln w="4039">
              <a:solidFill>
                <a:srgbClr val="263238"/>
              </a:solidFill>
              <a:prstDash val="solid"/>
            </a:ln>
          </p:spPr>
        </p:sp>
        <p:sp>
          <p:nvSpPr>
            <p:cNvPr id="1293" name="original-2d:1038"/>
            <p:cNvSpPr>
              <a:spLocks noGrp="1"/>
            </p:cNvSpPr>
            <p:nvPr/>
          </p:nvSpPr>
          <p:spPr>
            <a:xfrm>
              <a:off x="5175980" y="3857149"/>
              <a:ext cx="30290" cy="42863"/>
            </a:xfrm>
            <a:prstGeom prst="ellipse">
              <a:avLst/>
            </a:prstGeom>
            <a:solidFill>
              <a:srgbClr val="263238"/>
            </a:solidFill>
            <a:ln w="0">
              <a:noFill/>
              <a:prstDash val="solid"/>
            </a:ln>
          </p:spPr>
        </p:sp>
        <p:sp>
          <p:nvSpPr>
            <p:cNvPr id="1294" name="original-2d:1039"/>
            <p:cNvSpPr>
              <a:spLocks noGrp="1"/>
            </p:cNvSpPr>
            <p:nvPr/>
          </p:nvSpPr>
          <p:spPr>
            <a:xfrm>
              <a:off x="5332476" y="3735705"/>
              <a:ext cx="156496" cy="257175"/>
            </a:xfrm>
            <a:prstGeom prst="rect">
              <a:avLst/>
            </a:prstGeom>
            <a:noFill/>
            <a:ln w="0">
              <a:noFill/>
              <a:prstDash val="solid"/>
            </a:ln>
          </p:spPr>
          <p:txBody>
            <a:bodyPr wrap="none" lIns="0" tIns="0" rIns="0" bIns="0" anchor="ctr">
              <a:normAutofit/>
            </a:bodyPr>
            <a:lstStyle>
              <a:defPPr algn="ctr">
                <a:defRPr sz="1575" b="0">
                  <a:solidFill>
                    <a:srgbClr val="7B8790"/>
                  </a:solidFill>
                  <a:latin typeface="Arial" panose="020B0604020202090204"/>
                  <a:ea typeface="Arial" panose="020B0604020202090204"/>
                  <a:cs typeface="Arial" panose="020B0604020202090204"/>
                </a:defRPr>
              </a:defPPr>
              <a:lvl1pPr algn="ctr">
                <a:defRPr sz="1575" b="0">
                  <a:solidFill>
                    <a:srgbClr val="7B8790"/>
                  </a:solidFill>
                  <a:latin typeface="Arial" panose="020B0604020202090204"/>
                  <a:ea typeface="Arial" panose="020B0604020202090204"/>
                  <a:cs typeface="Arial" panose="020B0604020202090204"/>
                </a:defRPr>
              </a:lvl1pPr>
              <a:lvl2pPr algn="ctr">
                <a:defRPr sz="1575" b="0">
                  <a:solidFill>
                    <a:srgbClr val="7B8790"/>
                  </a:solidFill>
                  <a:latin typeface="Arial" panose="020B0604020202090204"/>
                  <a:ea typeface="Arial" panose="020B0604020202090204"/>
                  <a:cs typeface="Arial" panose="020B0604020202090204"/>
                </a:defRPr>
              </a:lvl2pPr>
              <a:lvl3pPr algn="ctr">
                <a:defRPr sz="1575" b="0">
                  <a:solidFill>
                    <a:srgbClr val="7B8790"/>
                  </a:solidFill>
                  <a:latin typeface="Arial" panose="020B0604020202090204"/>
                  <a:ea typeface="Arial" panose="020B0604020202090204"/>
                  <a:cs typeface="Arial" panose="020B0604020202090204"/>
                </a:defRPr>
              </a:lvl3pPr>
              <a:lvl4pPr algn="ctr">
                <a:defRPr sz="1575" b="0">
                  <a:solidFill>
                    <a:srgbClr val="7B8790"/>
                  </a:solidFill>
                  <a:latin typeface="Arial" panose="020B0604020202090204"/>
                  <a:ea typeface="Arial" panose="020B0604020202090204"/>
                  <a:cs typeface="Arial" panose="020B0604020202090204"/>
                </a:defRPr>
              </a:lvl4pPr>
              <a:lvl5pPr algn="ctr">
                <a:defRPr sz="1575" b="0">
                  <a:solidFill>
                    <a:srgbClr val="7B8790"/>
                  </a:solidFill>
                  <a:latin typeface="Arial" panose="020B0604020202090204"/>
                  <a:ea typeface="Arial" panose="020B0604020202090204"/>
                  <a:cs typeface="Arial" panose="020B0604020202090204"/>
                </a:defRPr>
              </a:lvl5pPr>
              <a:lvl6pPr algn="ctr">
                <a:defRPr sz="1575" b="0">
                  <a:solidFill>
                    <a:srgbClr val="7B8790"/>
                  </a:solidFill>
                  <a:latin typeface="Arial" panose="020B0604020202090204"/>
                  <a:ea typeface="Arial" panose="020B0604020202090204"/>
                  <a:cs typeface="Arial" panose="020B0604020202090204"/>
                </a:defRPr>
              </a:lvl6pPr>
              <a:lvl7pPr algn="ctr">
                <a:defRPr sz="1575" b="0">
                  <a:solidFill>
                    <a:srgbClr val="7B8790"/>
                  </a:solidFill>
                  <a:latin typeface="Arial" panose="020B0604020202090204"/>
                  <a:ea typeface="Arial" panose="020B0604020202090204"/>
                  <a:cs typeface="Arial" panose="020B0604020202090204"/>
                </a:defRPr>
              </a:lvl7pPr>
              <a:lvl8pPr algn="ctr">
                <a:defRPr sz="1575" b="0">
                  <a:solidFill>
                    <a:srgbClr val="7B8790"/>
                  </a:solidFill>
                  <a:latin typeface="Arial" panose="020B0604020202090204"/>
                  <a:ea typeface="Arial" panose="020B0604020202090204"/>
                  <a:cs typeface="Arial" panose="020B0604020202090204"/>
                </a:defRPr>
              </a:lvl8pPr>
              <a:lvl9pPr algn="ctr">
                <a:defRPr sz="1575" b="0">
                  <a:solidFill>
                    <a:srgbClr val="7B8790"/>
                  </a:solidFill>
                  <a:latin typeface="Arial" panose="020B0604020202090204"/>
                  <a:ea typeface="Arial" panose="020B0604020202090204"/>
                  <a:cs typeface="Arial" panose="020B0604020202090204"/>
                </a:defRPr>
              </a:lvl9pPr>
            </a:lstStyle>
            <a:p>
              <a:pPr algn="ctr">
                <a:buNone/>
                <a:defRPr sz="1575" b="0">
                  <a:solidFill>
                    <a:srgbClr val="7B8790"/>
                  </a:solidFill>
                  <a:latin typeface="Arial" panose="020B0604020202090204"/>
                  <a:ea typeface="Arial" panose="020B0604020202090204"/>
                  <a:cs typeface="Arial" panose="020B0604020202090204"/>
                </a:defRPr>
              </a:pPr>
              <a:r>
                <a:rPr sz="1575" b="0">
                  <a:solidFill>
                    <a:srgbClr val="7B8790"/>
                  </a:solidFill>
                  <a:latin typeface="Arial" panose="020B0604020202090204"/>
                  <a:ea typeface="Arial" panose="020B0604020202090204"/>
                  <a:cs typeface="Arial" panose="020B0604020202090204"/>
                </a:rPr>
                <a:t>d</a:t>
              </a:r>
              <a:endParaRPr sz="1575" b="0">
                <a:solidFill>
                  <a:srgbClr val="7B8790"/>
                </a:solidFill>
                <a:latin typeface="Arial" panose="020B0604020202090204"/>
                <a:ea typeface="Arial" panose="020B0604020202090204"/>
                <a:cs typeface="Arial" panose="020B0604020202090204"/>
              </a:endParaRPr>
            </a:p>
          </p:txBody>
        </p:sp>
        <p:sp>
          <p:nvSpPr>
            <p:cNvPr id="1295" name="projection-3d:source-239"/>
            <p:cNvSpPr>
              <a:spLocks noGrp="1"/>
            </p:cNvSpPr>
            <p:nvPr/>
          </p:nvSpPr>
          <p:spPr>
            <a:xfrm>
              <a:off x="6003661" y="2698775"/>
              <a:ext cx="82205" cy="377236"/>
            </a:xfrm>
            <a:prstGeom prst="line">
              <a:avLst/>
            </a:prstGeom>
            <a:ln w="5156">
              <a:solidFill>
                <a:srgbClr val="0072B2">
                  <a:alpha val="96000"/>
                </a:srgbClr>
              </a:solidFill>
              <a:prstDash val="dash"/>
            </a:ln>
          </p:spPr>
        </p:sp>
        <p:sp>
          <p:nvSpPr>
            <p:cNvPr id="1296" name="projection-3d:source-240"/>
            <p:cNvSpPr>
              <a:spLocks noGrp="1"/>
            </p:cNvSpPr>
            <p:nvPr/>
          </p:nvSpPr>
          <p:spPr>
            <a:xfrm>
              <a:off x="5997429" y="2690825"/>
              <a:ext cx="12463" cy="15901"/>
            </a:xfrm>
            <a:prstGeom prst="ellipse">
              <a:avLst/>
            </a:prstGeom>
            <a:solidFill>
              <a:srgbClr val="0072B2">
                <a:alpha val="95000"/>
              </a:srgbClr>
            </a:solidFill>
            <a:ln>
              <a:noFill/>
            </a:ln>
          </p:spPr>
          <p:txBody>
            <a:bodyPr anchor="ctr"/>
            <a:lstStyle/>
            <a:p>
              <a:pPr algn="ctr">
                <a:buNone/>
              </a:pPr>
            </a:p>
          </p:txBody>
        </p:sp>
        <p:sp>
          <p:nvSpPr>
            <p:cNvPr id="1297" name="projection-3d:source-241"/>
            <p:cNvSpPr>
              <a:spLocks noGrp="1"/>
            </p:cNvSpPr>
            <p:nvPr/>
          </p:nvSpPr>
          <p:spPr>
            <a:xfrm>
              <a:off x="5648325" y="1666875"/>
              <a:ext cx="486598" cy="1434511"/>
            </a:xfrm>
            <a:custGeom>
              <a:avLst/>
              <a:gdLst/>
              <a:ahLst/>
              <a:cxnLst/>
              <a:rect l="l" t="t" r="r" b="b"/>
              <a:pathLst>
                <a:path w="367" h="848">
                  <a:moveTo>
                    <a:pt x="0" y="0"/>
                  </a:moveTo>
                  <a:moveTo>
                    <a:pt x="296" y="835"/>
                  </a:moveTo>
                  <a:lnTo>
                    <a:pt x="326" y="819"/>
                  </a:lnTo>
                  <a:lnTo>
                    <a:pt x="367" y="832"/>
                  </a:lnTo>
                  <a:lnTo>
                    <a:pt x="332" y="848"/>
                  </a:lnTo>
                  <a:close/>
                </a:path>
              </a:pathLst>
            </a:custGeom>
            <a:solidFill>
              <a:srgbClr val="0072B2">
                <a:alpha val="100000"/>
              </a:srgbClr>
            </a:solidFill>
            <a:ln>
              <a:noFill/>
            </a:ln>
          </p:spPr>
          <p:txBody>
            <a:bodyPr anchor="ctr"/>
            <a:lstStyle/>
            <a:p>
              <a:pPr algn="ctr">
                <a:buNone/>
              </a:pPr>
            </a:p>
          </p:txBody>
        </p:sp>
        <p:sp>
          <p:nvSpPr>
            <p:cNvPr id="1298" name="projection-3d:source-242"/>
            <p:cNvSpPr>
              <a:spLocks noGrp="1"/>
            </p:cNvSpPr>
            <p:nvPr/>
          </p:nvSpPr>
          <p:spPr>
            <a:xfrm flipH="1">
              <a:off x="6507495" y="2761366"/>
              <a:ext cx="31821" cy="150556"/>
            </a:xfrm>
            <a:prstGeom prst="line">
              <a:avLst/>
            </a:prstGeom>
            <a:ln w="5156">
              <a:solidFill>
                <a:srgbClr val="DD7D32">
                  <a:alpha val="96000"/>
                </a:srgbClr>
              </a:solidFill>
              <a:prstDash val="dash"/>
            </a:ln>
          </p:spPr>
        </p:sp>
        <p:sp>
          <p:nvSpPr>
            <p:cNvPr id="1299" name="projection-3d:source-243"/>
            <p:cNvSpPr>
              <a:spLocks noGrp="1"/>
            </p:cNvSpPr>
            <p:nvPr/>
          </p:nvSpPr>
          <p:spPr>
            <a:xfrm>
              <a:off x="6533085" y="2753415"/>
              <a:ext cx="12463" cy="15901"/>
            </a:xfrm>
            <a:prstGeom prst="ellipse">
              <a:avLst/>
            </a:prstGeom>
            <a:solidFill>
              <a:srgbClr val="DD7D32">
                <a:alpha val="95000"/>
              </a:srgbClr>
            </a:solidFill>
            <a:ln>
              <a:noFill/>
            </a:ln>
          </p:spPr>
          <p:txBody>
            <a:bodyPr anchor="ctr"/>
            <a:lstStyle/>
            <a:p>
              <a:pPr algn="ctr">
                <a:buNone/>
              </a:pPr>
            </a:p>
          </p:txBody>
        </p:sp>
        <p:sp>
          <p:nvSpPr>
            <p:cNvPr id="1300" name="projection-3d:source-244"/>
            <p:cNvSpPr>
              <a:spLocks noGrp="1"/>
            </p:cNvSpPr>
            <p:nvPr/>
          </p:nvSpPr>
          <p:spPr>
            <a:xfrm>
              <a:off x="5648325" y="1666875"/>
              <a:ext cx="908228" cy="1270422"/>
            </a:xfrm>
            <a:custGeom>
              <a:avLst/>
              <a:gdLst/>
              <a:ahLst/>
              <a:cxnLst/>
              <a:rect l="l" t="t" r="r" b="b"/>
              <a:pathLst>
                <a:path w="685" h="751">
                  <a:moveTo>
                    <a:pt x="0" y="0"/>
                  </a:moveTo>
                  <a:moveTo>
                    <a:pt x="614" y="738"/>
                  </a:moveTo>
                  <a:lnTo>
                    <a:pt x="644" y="722"/>
                  </a:lnTo>
                  <a:lnTo>
                    <a:pt x="685" y="735"/>
                  </a:lnTo>
                  <a:lnTo>
                    <a:pt x="650" y="751"/>
                  </a:lnTo>
                  <a:close/>
                </a:path>
              </a:pathLst>
            </a:custGeom>
            <a:solidFill>
              <a:srgbClr val="DD7D32">
                <a:alpha val="100000"/>
              </a:srgbClr>
            </a:solidFill>
            <a:ln>
              <a:noFill/>
            </a:ln>
          </p:spPr>
          <p:txBody>
            <a:bodyPr anchor="ctr"/>
            <a:lstStyle/>
            <a:p>
              <a:pPr algn="ctr">
                <a:buNone/>
              </a:pPr>
            </a:p>
          </p:txBody>
        </p:sp>
        <p:sp>
          <p:nvSpPr>
            <p:cNvPr id="1301" name="projection-3d:source-245"/>
            <p:cNvSpPr>
              <a:spLocks noGrp="1"/>
            </p:cNvSpPr>
            <p:nvPr/>
          </p:nvSpPr>
          <p:spPr>
            <a:xfrm>
              <a:off x="6800515" y="2284324"/>
              <a:ext cx="59665" cy="470276"/>
            </a:xfrm>
            <a:prstGeom prst="line">
              <a:avLst/>
            </a:prstGeom>
            <a:ln w="5156">
              <a:solidFill>
                <a:srgbClr val="0CA37A">
                  <a:alpha val="96000"/>
                </a:srgbClr>
              </a:solidFill>
              <a:prstDash val="dash"/>
            </a:ln>
          </p:spPr>
        </p:sp>
        <p:sp>
          <p:nvSpPr>
            <p:cNvPr id="1302" name="projection-3d:source-246"/>
            <p:cNvSpPr>
              <a:spLocks noGrp="1"/>
            </p:cNvSpPr>
            <p:nvPr/>
          </p:nvSpPr>
          <p:spPr>
            <a:xfrm>
              <a:off x="6794283" y="2276373"/>
              <a:ext cx="12463" cy="15901"/>
            </a:xfrm>
            <a:prstGeom prst="ellipse">
              <a:avLst/>
            </a:prstGeom>
            <a:solidFill>
              <a:srgbClr val="0CA37A">
                <a:alpha val="95000"/>
              </a:srgbClr>
            </a:solidFill>
            <a:ln>
              <a:noFill/>
            </a:ln>
          </p:spPr>
          <p:txBody>
            <a:bodyPr anchor="ctr"/>
            <a:lstStyle/>
            <a:p>
              <a:pPr algn="ctr">
                <a:buNone/>
              </a:pPr>
            </a:p>
          </p:txBody>
        </p:sp>
        <p:sp>
          <p:nvSpPr>
            <p:cNvPr id="1303" name="projection-3d:source-247"/>
            <p:cNvSpPr>
              <a:spLocks noGrp="1"/>
            </p:cNvSpPr>
            <p:nvPr/>
          </p:nvSpPr>
          <p:spPr>
            <a:xfrm>
              <a:off x="5648325" y="1666875"/>
              <a:ext cx="1260912" cy="1113099"/>
            </a:xfrm>
            <a:custGeom>
              <a:avLst/>
              <a:gdLst/>
              <a:ahLst/>
              <a:cxnLst/>
              <a:rect l="l" t="t" r="r" b="b"/>
              <a:pathLst>
                <a:path w="951" h="658">
                  <a:moveTo>
                    <a:pt x="0" y="0"/>
                  </a:moveTo>
                  <a:moveTo>
                    <a:pt x="880" y="645"/>
                  </a:moveTo>
                  <a:lnTo>
                    <a:pt x="910" y="629"/>
                  </a:lnTo>
                  <a:lnTo>
                    <a:pt x="951" y="642"/>
                  </a:lnTo>
                  <a:lnTo>
                    <a:pt x="916" y="658"/>
                  </a:lnTo>
                  <a:close/>
                </a:path>
              </a:pathLst>
            </a:custGeom>
            <a:solidFill>
              <a:srgbClr val="0CA37A">
                <a:alpha val="100000"/>
              </a:srgbClr>
            </a:solidFill>
            <a:ln>
              <a:noFill/>
            </a:ln>
          </p:spPr>
          <p:txBody>
            <a:bodyPr anchor="ctr"/>
            <a:lstStyle/>
            <a:p>
              <a:pPr algn="ctr">
                <a:buNone/>
              </a:pPr>
            </a:p>
          </p:txBody>
        </p:sp>
        <p:sp>
          <p:nvSpPr>
            <p:cNvPr id="1304" name="projection-3d:source-248"/>
            <p:cNvSpPr>
              <a:spLocks noGrp="1"/>
            </p:cNvSpPr>
            <p:nvPr/>
          </p:nvSpPr>
          <p:spPr>
            <a:xfrm>
              <a:off x="7069668" y="2395972"/>
              <a:ext cx="46406" cy="257129"/>
            </a:xfrm>
            <a:prstGeom prst="line">
              <a:avLst/>
            </a:prstGeom>
            <a:ln w="5156">
              <a:solidFill>
                <a:srgbClr val="CC79A7">
                  <a:alpha val="96000"/>
                </a:srgbClr>
              </a:solidFill>
              <a:prstDash val="dash"/>
            </a:ln>
          </p:spPr>
        </p:sp>
        <p:sp>
          <p:nvSpPr>
            <p:cNvPr id="1305" name="projection-3d:source-249"/>
            <p:cNvSpPr>
              <a:spLocks noGrp="1"/>
            </p:cNvSpPr>
            <p:nvPr/>
          </p:nvSpPr>
          <p:spPr>
            <a:xfrm>
              <a:off x="7063437" y="2388021"/>
              <a:ext cx="12463" cy="15901"/>
            </a:xfrm>
            <a:prstGeom prst="ellipse">
              <a:avLst/>
            </a:prstGeom>
            <a:solidFill>
              <a:srgbClr val="CC79A7">
                <a:alpha val="95000"/>
              </a:srgbClr>
            </a:solidFill>
            <a:ln>
              <a:noFill/>
            </a:ln>
          </p:spPr>
          <p:txBody>
            <a:bodyPr anchor="ctr"/>
            <a:lstStyle/>
            <a:p>
              <a:pPr algn="ctr">
                <a:buNone/>
              </a:pPr>
            </a:p>
          </p:txBody>
        </p:sp>
        <p:sp>
          <p:nvSpPr>
            <p:cNvPr id="1306" name="projection-3d:source-250"/>
            <p:cNvSpPr>
              <a:spLocks noGrp="1"/>
            </p:cNvSpPr>
            <p:nvPr/>
          </p:nvSpPr>
          <p:spPr>
            <a:xfrm>
              <a:off x="5648325" y="1666875"/>
              <a:ext cx="1516807" cy="1011601"/>
            </a:xfrm>
            <a:custGeom>
              <a:avLst/>
              <a:gdLst/>
              <a:ahLst/>
              <a:cxnLst/>
              <a:rect l="l" t="t" r="r" b="b"/>
              <a:pathLst>
                <a:path w="1144" h="598">
                  <a:moveTo>
                    <a:pt x="0" y="0"/>
                  </a:moveTo>
                  <a:moveTo>
                    <a:pt x="1073" y="585"/>
                  </a:moveTo>
                  <a:lnTo>
                    <a:pt x="1103" y="569"/>
                  </a:lnTo>
                  <a:lnTo>
                    <a:pt x="1144" y="582"/>
                  </a:lnTo>
                  <a:lnTo>
                    <a:pt x="1109" y="598"/>
                  </a:lnTo>
                  <a:close/>
                </a:path>
              </a:pathLst>
            </a:custGeom>
            <a:solidFill>
              <a:srgbClr val="CC79A7">
                <a:alpha val="100000"/>
              </a:srgbClr>
            </a:solidFill>
            <a:ln>
              <a:noFill/>
            </a:ln>
          </p:spPr>
          <p:txBody>
            <a:bodyPr anchor="ctr"/>
            <a:lstStyle/>
            <a:p>
              <a:pPr algn="ctr">
                <a:buNone/>
              </a:pPr>
            </a:p>
          </p:txBody>
        </p:sp>
        <p:sp>
          <p:nvSpPr>
            <p:cNvPr id="1307" name="projection-3d:frame"/>
            <p:cNvSpPr>
              <a:spLocks noGrp="1"/>
            </p:cNvSpPr>
            <p:nvPr/>
          </p:nvSpPr>
          <p:spPr>
            <a:xfrm>
              <a:off x="5753100" y="1646873"/>
              <a:ext cx="1857375" cy="1691640"/>
            </a:xfrm>
            <a:prstGeom prst="rect">
              <a:avLst/>
            </a:prstGeom>
            <a:noFill/>
            <a:ln w="8810">
              <a:solidFill>
                <a:srgbClr val="263238"/>
              </a:solidFill>
              <a:prstDash val="solid"/>
            </a:ln>
          </p:spPr>
        </p:sp>
        <p:sp>
          <p:nvSpPr>
            <p:cNvPr id="1308" name="projection-3d:down-arrow-1027"/>
            <p:cNvSpPr>
              <a:spLocks noGrp="1"/>
            </p:cNvSpPr>
            <p:nvPr/>
          </p:nvSpPr>
          <p:spPr>
            <a:xfrm>
              <a:off x="6667500" y="3381375"/>
              <a:ext cx="705" cy="259080"/>
            </a:xfrm>
            <a:custGeom>
              <a:avLst/>
              <a:gdLst/>
              <a:ahLst/>
              <a:cxnLst/>
              <a:pathLst>
                <a:path w="953" h="161925">
                  <a:moveTo>
                    <a:pt x="0" y="0"/>
                  </a:moveTo>
                  <a:lnTo>
                    <a:pt x="0" y="161925"/>
                  </a:lnTo>
                </a:path>
              </a:pathLst>
            </a:custGeom>
            <a:noFill/>
            <a:ln w="10573">
              <a:solidFill>
                <a:srgbClr val="91A5B4"/>
              </a:solidFill>
              <a:prstDash val="solid"/>
            </a:ln>
          </p:spPr>
        </p:sp>
        <p:sp>
          <p:nvSpPr>
            <p:cNvPr id="1309" name="projection-3d:down-arrow-1028"/>
            <p:cNvSpPr>
              <a:spLocks noGrp="1"/>
            </p:cNvSpPr>
            <p:nvPr/>
          </p:nvSpPr>
          <p:spPr>
            <a:xfrm>
              <a:off x="6649315" y="3549015"/>
              <a:ext cx="36370" cy="91440"/>
            </a:xfrm>
            <a:custGeom>
              <a:avLst/>
              <a:gdLst/>
              <a:ahLst/>
              <a:cxnLst/>
              <a:pathLst>
                <a:path w="49149" h="57150">
                  <a:moveTo>
                    <a:pt x="24575" y="57150"/>
                  </a:moveTo>
                  <a:lnTo>
                    <a:pt x="49149" y="0"/>
                  </a:lnTo>
                  <a:lnTo>
                    <a:pt x="0" y="0"/>
                  </a:lnTo>
                  <a:close/>
                </a:path>
              </a:pathLst>
            </a:custGeom>
            <a:solidFill>
              <a:srgbClr val="91A5B4"/>
            </a:solidFill>
            <a:ln w="0">
              <a:noFill/>
              <a:prstDash val="solid"/>
            </a:ln>
          </p:spPr>
        </p:sp>
      </p:grpSp>
      <p:grpSp>
        <p:nvGrpSpPr>
          <p:cNvPr id="1310" name="position-certificate"/>
          <p:cNvGrpSpPr/>
          <p:nvPr/>
        </p:nvGrpSpPr>
        <p:grpSpPr>
          <a:xfrm>
            <a:off x="0" y="0"/>
            <a:ext cx="24955500" cy="8572500"/>
            <a:chOff x="0" y="0"/>
            <a:chExt cx="24955500" cy="8572500"/>
          </a:xfrm>
        </p:grpSpPr>
        <p:sp>
          <p:nvSpPr>
            <p:cNvPr id="1311" name="four:position-certificate:textbox:1040"/>
            <p:cNvSpPr>
              <a:spLocks noGrp="1"/>
            </p:cNvSpPr>
            <p:nvPr/>
          </p:nvSpPr>
          <p:spPr>
            <a:xfrm>
              <a:off x="8572500" y="1057275"/>
              <a:ext cx="2857500" cy="304800"/>
            </a:xfrm>
            <a:prstGeom prst="rect">
              <a:avLst/>
            </a:prstGeom>
            <a:noFill/>
            <a:ln w="0">
              <a:noFill/>
              <a:prstDash val="solid"/>
            </a:ln>
          </p:spPr>
          <p:txBody>
            <a:bodyPr wrap="none" lIns="0" tIns="0" rIns="0" bIns="0" anchor="ctr">
              <a:normAutofit/>
            </a:bodyPr>
            <a:lstStyle>
              <a:defPPr algn="l">
                <a:defRPr sz="1875" b="1">
                  <a:solidFill>
                    <a:srgbClr val="263238"/>
                  </a:solidFill>
                  <a:latin typeface="Arial" panose="020B0604020202090204"/>
                  <a:ea typeface="Arial" panose="020B0604020202090204"/>
                  <a:cs typeface="Arial" panose="020B0604020202090204"/>
                </a:defRPr>
              </a:defPPr>
            </a:lstStyle>
            <a:p>
              <a:pPr algn="l">
                <a:defRPr sz="1875" b="1">
                  <a:solidFill>
                    <a:srgbClr val="263238"/>
                  </a:solidFill>
                  <a:latin typeface="Arial" panose="020B0604020202090204"/>
                  <a:ea typeface="Arial" panose="020B0604020202090204"/>
                  <a:cs typeface="Arial" panose="020B0604020202090204"/>
                </a:defRPr>
              </a:pPr>
              <a:r>
                <a:rPr sz="1875" b="1">
                  <a:solidFill>
                    <a:srgbClr val="263238"/>
                  </a:solidFill>
                  <a:latin typeface="Arial" panose="020B0604020202090204"/>
                  <a:ea typeface="Arial" panose="020B0604020202090204"/>
                  <a:cs typeface="Arial" panose="020B0604020202090204"/>
                </a:rPr>
                <a:t>Position certificate</a:t>
              </a:r>
              <a:endParaRPr sz="1875" b="1">
                <a:solidFill>
                  <a:srgbClr val="263238"/>
                </a:solidFill>
                <a:latin typeface="Arial" panose="020B0604020202090204"/>
                <a:ea typeface="Arial" panose="020B0604020202090204"/>
                <a:cs typeface="Arial" panose="020B0604020202090204"/>
              </a:endParaRPr>
            </a:p>
          </p:txBody>
        </p:sp>
        <p:sp>
          <p:nvSpPr>
            <p:cNvPr id="1312" name="four:position-certificate:line:1041"/>
            <p:cNvSpPr>
              <a:spLocks noGrp="1"/>
            </p:cNvSpPr>
            <p:nvPr/>
          </p:nvSpPr>
          <p:spPr>
            <a:xfrm>
              <a:off x="11811000" y="1171575"/>
              <a:ext cx="314325" cy="953"/>
            </a:xfrm>
            <a:custGeom>
              <a:avLst/>
              <a:gdLst/>
              <a:ahLst/>
              <a:cxnLst/>
              <a:pathLst>
                <a:path w="314325" h="953">
                  <a:moveTo>
                    <a:pt x="0" y="0"/>
                  </a:moveTo>
                  <a:lnTo>
                    <a:pt x="314325" y="0"/>
                  </a:lnTo>
                </a:path>
              </a:pathLst>
            </a:custGeom>
            <a:noFill/>
            <a:ln w="11430">
              <a:solidFill>
                <a:srgbClr val="263238"/>
              </a:solidFill>
              <a:prstDash val="solid"/>
            </a:ln>
          </p:spPr>
        </p:sp>
        <p:sp>
          <p:nvSpPr>
            <p:cNvPr id="1313" name="four:position-certificate:reference-box-key:1042"/>
            <p:cNvSpPr>
              <a:spLocks noGrp="1"/>
            </p:cNvSpPr>
            <p:nvPr/>
          </p:nvSpPr>
          <p:spPr>
            <a:xfrm>
              <a:off x="11887200" y="1104900"/>
              <a:ext cx="171450" cy="133350"/>
            </a:xfrm>
            <a:prstGeom prst="rect">
              <a:avLst/>
            </a:prstGeom>
            <a:solidFill>
              <a:srgbClr val="92C0D9"/>
            </a:solidFill>
            <a:ln w="7620">
              <a:solidFill>
                <a:srgbClr val="263238"/>
              </a:solidFill>
              <a:prstDash val="solid"/>
            </a:ln>
          </p:spPr>
        </p:sp>
        <p:sp>
          <p:nvSpPr>
            <p:cNvPr id="1314" name="four:position-certificate:regular-node:1043"/>
            <p:cNvSpPr>
              <a:spLocks noGrp="1"/>
            </p:cNvSpPr>
            <p:nvPr/>
          </p:nvSpPr>
          <p:spPr>
            <a:xfrm>
              <a:off x="11953875" y="1152525"/>
              <a:ext cx="38100" cy="38100"/>
            </a:xfrm>
            <a:prstGeom prst="ellipse">
              <a:avLst/>
            </a:prstGeom>
            <a:solidFill>
              <a:srgbClr val="263238"/>
            </a:solidFill>
            <a:ln w="0">
              <a:noFill/>
              <a:prstDash val="solid"/>
            </a:ln>
          </p:spPr>
        </p:sp>
        <p:sp>
          <p:nvSpPr>
            <p:cNvPr id="1315" name="four:position-certificate:textbox:1044"/>
            <p:cNvSpPr>
              <a:spLocks noGrp="1"/>
            </p:cNvSpPr>
            <p:nvPr/>
          </p:nvSpPr>
          <p:spPr>
            <a:xfrm>
              <a:off x="12192000" y="990600"/>
              <a:ext cx="419100" cy="342900"/>
            </a:xfrm>
            <a:prstGeom prst="rect">
              <a:avLst/>
            </a:prstGeom>
            <a:noFill/>
            <a:ln w="0">
              <a:noFill/>
              <a:prstDash val="solid"/>
            </a:ln>
          </p:spPr>
          <p:txBody>
            <a:bodyPr wrap="none" lIns="0" tIns="0" rIns="0" bIns="0" anchor="ctr">
              <a:normAutofit/>
            </a:bodyPr>
            <a:lstStyle>
              <a:defPPr algn="ctr">
                <a:defRPr sz="1650" b="0">
                  <a:solidFill>
                    <a:srgbClr val="263238"/>
                  </a:solidFill>
                  <a:latin typeface="Arial" panose="020B0604020202090204"/>
                  <a:ea typeface="Arial" panose="020B0604020202090204"/>
                  <a:cs typeface="Arial" panose="020B0604020202090204"/>
                </a:defRPr>
              </a:defPPr>
            </a:lstStyle>
            <a:p>
              <a:pPr algn="ctr">
                <a:defRPr sz="1650" b="0">
                  <a:solidFill>
                    <a:srgbClr val="263238"/>
                  </a:solidFill>
                  <a:latin typeface="Arial" panose="020B0604020202090204"/>
                  <a:ea typeface="Arial" panose="020B0604020202090204"/>
                  <a:cs typeface="Arial" panose="020B0604020202090204"/>
                </a:defRPr>
              </a:pPr>
              <a:r>
                <a:rPr sz="1650" b="0">
                  <a:solidFill>
                    <a:srgbClr val="263238"/>
                  </a:solidFill>
                  <a:latin typeface="Arial" panose="020B0604020202090204"/>
                  <a:ea typeface="Arial" panose="020B0604020202090204"/>
                  <a:cs typeface="Arial" panose="020B0604020202090204"/>
                </a:rPr>
                <a:t>q</a:t>
              </a:r>
              <a:r>
                <a:rPr sz="1190" b="0" baseline="-25000">
                  <a:solidFill>
                    <a:srgbClr val="263238"/>
                  </a:solidFill>
                  <a:latin typeface="Arial" panose="020B0604020202090204"/>
                  <a:ea typeface="Arial" panose="020B0604020202090204"/>
                  <a:cs typeface="Arial" panose="020B0604020202090204"/>
                </a:rPr>
                <a:t>i</a:t>
              </a:r>
              <a:endParaRPr sz="1190" b="0" baseline="-25000">
                <a:solidFill>
                  <a:srgbClr val="263238"/>
                </a:solidFill>
                <a:latin typeface="Arial" panose="020B0604020202090204"/>
                <a:ea typeface="Arial" panose="020B0604020202090204"/>
                <a:cs typeface="Arial" panose="020B0604020202090204"/>
              </a:endParaRPr>
            </a:p>
          </p:txBody>
        </p:sp>
        <p:sp>
          <p:nvSpPr>
            <p:cNvPr id="1316" name="four:position-certificate:line:1045"/>
            <p:cNvSpPr>
              <a:spLocks noGrp="1"/>
            </p:cNvSpPr>
            <p:nvPr/>
          </p:nvSpPr>
          <p:spPr>
            <a:xfrm>
              <a:off x="13001625" y="1171575"/>
              <a:ext cx="314325" cy="953"/>
            </a:xfrm>
            <a:custGeom>
              <a:avLst/>
              <a:gdLst/>
              <a:ahLst/>
              <a:cxnLst/>
              <a:pathLst>
                <a:path w="314325" h="953">
                  <a:moveTo>
                    <a:pt x="0" y="0"/>
                  </a:moveTo>
                  <a:lnTo>
                    <a:pt x="314325" y="0"/>
                  </a:lnTo>
                </a:path>
              </a:pathLst>
            </a:custGeom>
            <a:noFill/>
            <a:ln w="11430">
              <a:solidFill>
                <a:srgbClr val="263238"/>
              </a:solidFill>
              <a:prstDash val="dash"/>
            </a:ln>
          </p:spPr>
        </p:sp>
        <p:sp>
          <p:nvSpPr>
            <p:cNvPr id="1317" name="four:position-certificate:line:1046"/>
            <p:cNvSpPr>
              <a:spLocks noGrp="1"/>
            </p:cNvSpPr>
            <p:nvPr/>
          </p:nvSpPr>
          <p:spPr>
            <a:xfrm>
              <a:off x="13154025" y="1095375"/>
              <a:ext cx="953" cy="152400"/>
            </a:xfrm>
            <a:custGeom>
              <a:avLst/>
              <a:gdLst/>
              <a:ahLst/>
              <a:cxnLst/>
              <a:pathLst>
                <a:path w="953" h="152400">
                  <a:moveTo>
                    <a:pt x="0" y="0"/>
                  </a:moveTo>
                  <a:lnTo>
                    <a:pt x="0" y="152400"/>
                  </a:lnTo>
                </a:path>
              </a:pathLst>
            </a:custGeom>
            <a:noFill/>
            <a:ln w="11430">
              <a:solidFill>
                <a:srgbClr val="263238"/>
              </a:solidFill>
              <a:prstDash val="dash"/>
            </a:ln>
          </p:spPr>
        </p:sp>
        <p:sp>
          <p:nvSpPr>
            <p:cNvPr id="1318" name="four:position-certificate:line:1047"/>
            <p:cNvSpPr>
              <a:spLocks noGrp="1"/>
            </p:cNvSpPr>
            <p:nvPr/>
          </p:nvSpPr>
          <p:spPr>
            <a:xfrm>
              <a:off x="13115925" y="1095375"/>
              <a:ext cx="76200" cy="953"/>
            </a:xfrm>
            <a:custGeom>
              <a:avLst/>
              <a:gdLst/>
              <a:ahLst/>
              <a:cxnLst/>
              <a:pathLst>
                <a:path w="76200" h="953">
                  <a:moveTo>
                    <a:pt x="0" y="0"/>
                  </a:moveTo>
                  <a:lnTo>
                    <a:pt x="76200" y="0"/>
                  </a:lnTo>
                </a:path>
              </a:pathLst>
            </a:custGeom>
            <a:noFill/>
            <a:ln w="11430">
              <a:solidFill>
                <a:srgbClr val="263238"/>
              </a:solidFill>
              <a:prstDash val="solid"/>
            </a:ln>
          </p:spPr>
        </p:sp>
        <p:sp>
          <p:nvSpPr>
            <p:cNvPr id="1319" name="four:position-certificate:textbox:1048"/>
            <p:cNvSpPr>
              <a:spLocks noGrp="1"/>
            </p:cNvSpPr>
            <p:nvPr/>
          </p:nvSpPr>
          <p:spPr>
            <a:xfrm>
              <a:off x="13382625" y="990600"/>
              <a:ext cx="419100" cy="342900"/>
            </a:xfrm>
            <a:prstGeom prst="rect">
              <a:avLst/>
            </a:prstGeom>
            <a:noFill/>
            <a:ln w="0">
              <a:noFill/>
              <a:prstDash val="solid"/>
            </a:ln>
          </p:spPr>
          <p:txBody>
            <a:bodyPr wrap="none" lIns="0" tIns="0" rIns="0" bIns="0" anchor="ctr">
              <a:normAutofit/>
            </a:bodyPr>
            <a:lstStyle>
              <a:defPPr algn="ctr">
                <a:defRPr sz="1650" b="0">
                  <a:solidFill>
                    <a:srgbClr val="263238"/>
                  </a:solidFill>
                  <a:latin typeface="Arial" panose="020B0604020202090204"/>
                  <a:ea typeface="Arial" panose="020B0604020202090204"/>
                  <a:cs typeface="Arial" panose="020B0604020202090204"/>
                </a:defRPr>
              </a:defPPr>
            </a:lstStyle>
            <a:p>
              <a:pPr algn="ctr">
                <a:defRPr sz="1650" b="0">
                  <a:solidFill>
                    <a:srgbClr val="263238"/>
                  </a:solidFill>
                  <a:latin typeface="Arial" panose="020B0604020202090204"/>
                  <a:ea typeface="Arial" panose="020B0604020202090204"/>
                  <a:cs typeface="Arial" panose="020B0604020202090204"/>
                </a:defRPr>
              </a:pPr>
              <a:r>
                <a:rPr sz="1650" b="0">
                  <a:solidFill>
                    <a:srgbClr val="263238"/>
                  </a:solidFill>
                  <a:latin typeface="Arial" panose="020B0604020202090204"/>
                  <a:ea typeface="Arial" panose="020B0604020202090204"/>
                  <a:cs typeface="Arial" panose="020B0604020202090204"/>
                </a:rPr>
                <a:t>u</a:t>
              </a:r>
              <a:r>
                <a:rPr sz="1190" b="0" baseline="-25000">
                  <a:solidFill>
                    <a:srgbClr val="263238"/>
                  </a:solidFill>
                  <a:latin typeface="Arial" panose="020B0604020202090204"/>
                  <a:ea typeface="Arial" panose="020B0604020202090204"/>
                  <a:cs typeface="Arial" panose="020B0604020202090204"/>
                </a:rPr>
                <a:t>i</a:t>
              </a:r>
              <a:endParaRPr sz="1190" b="0" baseline="-25000">
                <a:solidFill>
                  <a:srgbClr val="263238"/>
                </a:solidFill>
                <a:latin typeface="Arial" panose="020B0604020202090204"/>
                <a:ea typeface="Arial" panose="020B0604020202090204"/>
                <a:cs typeface="Arial" panose="020B0604020202090204"/>
              </a:endParaRPr>
            </a:p>
          </p:txBody>
        </p:sp>
        <p:sp>
          <p:nvSpPr>
            <p:cNvPr id="1320" name="four:position-certificate:textbox:1049"/>
            <p:cNvSpPr>
              <a:spLocks noGrp="1"/>
            </p:cNvSpPr>
            <p:nvPr/>
          </p:nvSpPr>
          <p:spPr>
            <a:xfrm>
              <a:off x="8648700" y="1400175"/>
              <a:ext cx="2762250" cy="276225"/>
            </a:xfrm>
            <a:prstGeom prst="rect">
              <a:avLst/>
            </a:prstGeom>
            <a:noFill/>
            <a:ln w="0">
              <a:noFill/>
              <a:prstDash val="solid"/>
            </a:ln>
          </p:spPr>
          <p:txBody>
            <a:bodyPr wrap="none" lIns="0" tIns="0" rIns="0" bIns="0" anchor="ctr">
              <a:normAutofit/>
            </a:bodyPr>
            <a:lstStyle>
              <a:defPPr algn="ctr">
                <a:defRPr sz="1650" b="1">
                  <a:solidFill>
                    <a:srgbClr val="263238"/>
                  </a:solidFill>
                  <a:latin typeface="Arial" panose="020B0604020202090204"/>
                  <a:ea typeface="Arial" panose="020B0604020202090204"/>
                  <a:cs typeface="Arial" panose="020B0604020202090204"/>
                </a:defRPr>
              </a:defPPr>
            </a:lstStyle>
            <a:p>
              <a:pPr algn="ctr">
                <a:defRPr sz="1650" b="1">
                  <a:solidFill>
                    <a:srgbClr val="263238"/>
                  </a:solidFill>
                  <a:latin typeface="Arial" panose="020B0604020202090204"/>
                  <a:ea typeface="Arial" panose="020B0604020202090204"/>
                  <a:cs typeface="Arial" panose="020B0604020202090204"/>
                </a:defRPr>
              </a:pPr>
              <a:r>
                <a:rPr sz="1650" b="1">
                  <a:solidFill>
                    <a:srgbClr val="263238"/>
                  </a:solidFill>
                  <a:latin typeface="Arial" panose="020B0604020202090204"/>
                  <a:ea typeface="Arial" panose="020B0604020202090204"/>
                  <a:cs typeface="Arial" panose="020B0604020202090204"/>
                </a:rPr>
                <a:t>Geometry only</a:t>
              </a:r>
              <a:endParaRPr sz="1650" b="1">
                <a:solidFill>
                  <a:srgbClr val="263238"/>
                </a:solidFill>
                <a:latin typeface="Arial" panose="020B0604020202090204"/>
                <a:ea typeface="Arial" panose="020B0604020202090204"/>
                <a:cs typeface="Arial" panose="020B0604020202090204"/>
              </a:endParaRPr>
            </a:p>
          </p:txBody>
        </p:sp>
        <p:sp>
          <p:nvSpPr>
            <p:cNvPr id="1321" name="four:position-certificate:textbox:1050"/>
            <p:cNvSpPr>
              <a:spLocks noGrp="1"/>
            </p:cNvSpPr>
            <p:nvPr/>
          </p:nvSpPr>
          <p:spPr>
            <a:xfrm>
              <a:off x="8610600" y="1800225"/>
              <a:ext cx="266700" cy="342900"/>
            </a:xfrm>
            <a:prstGeom prst="rect">
              <a:avLst/>
            </a:prstGeom>
            <a:noFill/>
            <a:ln w="0">
              <a:noFill/>
              <a:prstDash val="solid"/>
            </a:ln>
          </p:spPr>
          <p:txBody>
            <a:bodyPr wrap="none" lIns="0" tIns="0" rIns="0" bIns="0" anchor="ctr">
              <a:normAutofit/>
            </a:bodyPr>
            <a:lstStyle>
              <a:defPPr algn="ctr">
                <a:defRPr sz="1650" b="0">
                  <a:solidFill>
                    <a:srgbClr val="7B8790"/>
                  </a:solidFill>
                  <a:latin typeface="Arial" panose="020B0604020202090204"/>
                  <a:ea typeface="Arial" panose="020B0604020202090204"/>
                  <a:cs typeface="Arial" panose="020B0604020202090204"/>
                </a:defRPr>
              </a:defPPr>
            </a:lstStyle>
            <a:p>
              <a:pPr algn="ctr">
                <a:defRPr sz="1650" b="0">
                  <a:solidFill>
                    <a:srgbClr val="7B8790"/>
                  </a:solidFill>
                  <a:latin typeface="Arial" panose="020B0604020202090204"/>
                  <a:ea typeface="Arial" panose="020B0604020202090204"/>
                  <a:cs typeface="Arial" panose="020B0604020202090204"/>
                </a:defRPr>
              </a:pPr>
              <a:r>
                <a:rPr sz="1650" b="0">
                  <a:solidFill>
                    <a:srgbClr val="7B8790"/>
                  </a:solidFill>
                  <a:latin typeface="Arial" panose="020B0604020202090204"/>
                  <a:ea typeface="Arial" panose="020B0604020202090204"/>
                  <a:cs typeface="Arial" panose="020B0604020202090204"/>
                </a:rPr>
                <a:t>u</a:t>
              </a:r>
              <a:r>
                <a:rPr sz="1190" b="0" baseline="-25000">
                  <a:solidFill>
                    <a:srgbClr val="7B8790"/>
                  </a:solidFill>
                  <a:latin typeface="Arial" panose="020B0604020202090204"/>
                  <a:ea typeface="Arial" panose="020B0604020202090204"/>
                  <a:cs typeface="Arial" panose="020B0604020202090204"/>
                </a:rPr>
                <a:t>i</a:t>
              </a:r>
              <a:endParaRPr sz="1190" b="0" baseline="-25000">
                <a:solidFill>
                  <a:srgbClr val="7B8790"/>
                </a:solidFill>
                <a:latin typeface="Arial" panose="020B0604020202090204"/>
                <a:ea typeface="Arial" panose="020B0604020202090204"/>
                <a:cs typeface="Arial" panose="020B0604020202090204"/>
              </a:endParaRPr>
            </a:p>
          </p:txBody>
        </p:sp>
        <p:sp>
          <p:nvSpPr>
            <p:cNvPr id="1322" name="four:position-certificate:textbox:1051"/>
            <p:cNvSpPr>
              <a:spLocks noGrp="1"/>
            </p:cNvSpPr>
            <p:nvPr/>
          </p:nvSpPr>
          <p:spPr>
            <a:xfrm>
              <a:off x="8610600" y="2486025"/>
              <a:ext cx="266700" cy="342900"/>
            </a:xfrm>
            <a:prstGeom prst="rect">
              <a:avLst/>
            </a:prstGeom>
            <a:noFill/>
            <a:ln w="0">
              <a:noFill/>
              <a:prstDash val="solid"/>
            </a:ln>
          </p:spPr>
          <p:txBody>
            <a:bodyPr wrap="none" lIns="0" tIns="0" rIns="0" bIns="0" anchor="ctr">
              <a:normAutofit/>
            </a:bodyPr>
            <a:lstStyle>
              <a:defPPr algn="ctr">
                <a:defRPr sz="1650" b="0">
                  <a:solidFill>
                    <a:srgbClr val="7B8790"/>
                  </a:solidFill>
                  <a:latin typeface="Arial" panose="020B0604020202090204"/>
                  <a:ea typeface="Arial" panose="020B0604020202090204"/>
                  <a:cs typeface="Arial" panose="020B0604020202090204"/>
                </a:defRPr>
              </a:defPPr>
            </a:lstStyle>
            <a:p>
              <a:pPr algn="ctr">
                <a:defRPr sz="1650" b="0">
                  <a:solidFill>
                    <a:srgbClr val="7B8790"/>
                  </a:solidFill>
                  <a:latin typeface="Arial" panose="020B0604020202090204"/>
                  <a:ea typeface="Arial" panose="020B0604020202090204"/>
                  <a:cs typeface="Arial" panose="020B0604020202090204"/>
                </a:defRPr>
              </a:pPr>
              <a:r>
                <a:rPr sz="1650" b="0">
                  <a:solidFill>
                    <a:srgbClr val="7B8790"/>
                  </a:solidFill>
                  <a:latin typeface="Arial" panose="020B0604020202090204"/>
                  <a:ea typeface="Arial" panose="020B0604020202090204"/>
                  <a:cs typeface="Arial" panose="020B0604020202090204"/>
                </a:rPr>
                <a:t>q</a:t>
              </a:r>
              <a:r>
                <a:rPr sz="1190" b="0" baseline="-25000">
                  <a:solidFill>
                    <a:srgbClr val="7B8790"/>
                  </a:solidFill>
                  <a:latin typeface="Arial" panose="020B0604020202090204"/>
                  <a:ea typeface="Arial" panose="020B0604020202090204"/>
                  <a:cs typeface="Arial" panose="020B0604020202090204"/>
                </a:rPr>
                <a:t>i</a:t>
              </a:r>
              <a:endParaRPr sz="1190" b="0" baseline="-25000">
                <a:solidFill>
                  <a:srgbClr val="7B8790"/>
                </a:solidFill>
                <a:latin typeface="Arial" panose="020B0604020202090204"/>
                <a:ea typeface="Arial" panose="020B0604020202090204"/>
                <a:cs typeface="Arial" panose="020B0604020202090204"/>
              </a:endParaRPr>
            </a:p>
          </p:txBody>
        </p:sp>
        <p:sp>
          <p:nvSpPr>
            <p:cNvPr id="1323" name="four:position-certificate:line:1052"/>
            <p:cNvSpPr>
              <a:spLocks noGrp="1"/>
            </p:cNvSpPr>
            <p:nvPr/>
          </p:nvSpPr>
          <p:spPr>
            <a:xfrm>
              <a:off x="9043988" y="2124075"/>
              <a:ext cx="100013" cy="400050"/>
            </a:xfrm>
            <a:custGeom>
              <a:avLst/>
              <a:gdLst/>
              <a:ahLst/>
              <a:cxnLst/>
              <a:pathLst>
                <a:path w="100013" h="400050">
                  <a:moveTo>
                    <a:pt x="0" y="0"/>
                  </a:moveTo>
                  <a:lnTo>
                    <a:pt x="100013" y="400050"/>
                  </a:lnTo>
                </a:path>
              </a:pathLst>
            </a:custGeom>
            <a:noFill/>
            <a:ln w="10478">
              <a:solidFill>
                <a:srgbClr val="0072B2">
                  <a:alpha val="48000"/>
                </a:srgbClr>
              </a:solidFill>
              <a:prstDash val="solid"/>
            </a:ln>
          </p:spPr>
        </p:sp>
        <p:sp>
          <p:nvSpPr>
            <p:cNvPr id="1324" name="four:position-certificate:line:1053"/>
            <p:cNvSpPr>
              <a:spLocks noGrp="1"/>
            </p:cNvSpPr>
            <p:nvPr/>
          </p:nvSpPr>
          <p:spPr>
            <a:xfrm>
              <a:off x="9777413" y="2124075"/>
              <a:ext cx="33338" cy="400050"/>
            </a:xfrm>
            <a:custGeom>
              <a:avLst/>
              <a:gdLst/>
              <a:ahLst/>
              <a:cxnLst/>
              <a:pathLst>
                <a:path w="33338" h="400050">
                  <a:moveTo>
                    <a:pt x="0" y="0"/>
                  </a:moveTo>
                  <a:lnTo>
                    <a:pt x="33338" y="400050"/>
                  </a:lnTo>
                </a:path>
              </a:pathLst>
            </a:custGeom>
            <a:noFill/>
            <a:ln w="10478">
              <a:solidFill>
                <a:srgbClr val="D55E00">
                  <a:alpha val="48000"/>
                </a:srgbClr>
              </a:solidFill>
              <a:prstDash val="solid"/>
            </a:ln>
          </p:spPr>
        </p:sp>
        <p:sp>
          <p:nvSpPr>
            <p:cNvPr id="1325" name="four:position-certificate:line:1054"/>
            <p:cNvSpPr>
              <a:spLocks noGrp="1"/>
            </p:cNvSpPr>
            <p:nvPr/>
          </p:nvSpPr>
          <p:spPr>
            <a:xfrm>
              <a:off x="10477500" y="2124075"/>
              <a:ext cx="33338" cy="400050"/>
            </a:xfrm>
            <a:custGeom>
              <a:avLst/>
              <a:gdLst/>
              <a:ahLst/>
              <a:cxnLst/>
              <a:pathLst>
                <a:path w="33338" h="400050">
                  <a:moveTo>
                    <a:pt x="33338" y="0"/>
                  </a:moveTo>
                  <a:lnTo>
                    <a:pt x="0" y="400050"/>
                  </a:lnTo>
                </a:path>
              </a:pathLst>
            </a:custGeom>
            <a:noFill/>
            <a:ln w="10478">
              <a:solidFill>
                <a:srgbClr val="009E73">
                  <a:alpha val="48000"/>
                </a:srgbClr>
              </a:solidFill>
              <a:prstDash val="solid"/>
            </a:ln>
          </p:spPr>
        </p:sp>
        <p:sp>
          <p:nvSpPr>
            <p:cNvPr id="1326" name="four:position-certificate:line:1055"/>
            <p:cNvSpPr>
              <a:spLocks noGrp="1"/>
            </p:cNvSpPr>
            <p:nvPr/>
          </p:nvSpPr>
          <p:spPr>
            <a:xfrm>
              <a:off x="11144250" y="2124075"/>
              <a:ext cx="100013" cy="400050"/>
            </a:xfrm>
            <a:custGeom>
              <a:avLst/>
              <a:gdLst/>
              <a:ahLst/>
              <a:cxnLst/>
              <a:pathLst>
                <a:path w="100013" h="400050">
                  <a:moveTo>
                    <a:pt x="100013" y="0"/>
                  </a:moveTo>
                  <a:lnTo>
                    <a:pt x="0" y="400050"/>
                  </a:lnTo>
                </a:path>
              </a:pathLst>
            </a:custGeom>
            <a:noFill/>
            <a:ln w="10478">
              <a:solidFill>
                <a:srgbClr val="CC79A7">
                  <a:alpha val="48000"/>
                </a:srgbClr>
              </a:solidFill>
              <a:prstDash val="solid"/>
            </a:ln>
          </p:spPr>
        </p:sp>
        <p:sp>
          <p:nvSpPr>
            <p:cNvPr id="1327" name="four:position-certificate:line:1056"/>
            <p:cNvSpPr>
              <a:spLocks noGrp="1"/>
            </p:cNvSpPr>
            <p:nvPr/>
          </p:nvSpPr>
          <p:spPr>
            <a:xfrm>
              <a:off x="8915400" y="1990725"/>
              <a:ext cx="2457450" cy="953"/>
            </a:xfrm>
            <a:custGeom>
              <a:avLst/>
              <a:gdLst/>
              <a:ahLst/>
              <a:cxnLst/>
              <a:pathLst>
                <a:path w="2457450" h="953">
                  <a:moveTo>
                    <a:pt x="0" y="0"/>
                  </a:moveTo>
                  <a:lnTo>
                    <a:pt x="2457450" y="0"/>
                  </a:lnTo>
                </a:path>
              </a:pathLst>
            </a:custGeom>
            <a:noFill/>
            <a:ln w="12383">
              <a:solidFill>
                <a:srgbClr val="263238"/>
              </a:solidFill>
              <a:prstDash val="dash"/>
            </a:ln>
          </p:spPr>
        </p:sp>
        <p:sp>
          <p:nvSpPr>
            <p:cNvPr id="1328" name="four:position-certificate:polygon:1057"/>
            <p:cNvSpPr>
              <a:spLocks noGrp="1"/>
            </p:cNvSpPr>
            <p:nvPr/>
          </p:nvSpPr>
          <p:spPr>
            <a:xfrm>
              <a:off x="11306175" y="1962055"/>
              <a:ext cx="66675" cy="57340"/>
            </a:xfrm>
            <a:custGeom>
              <a:avLst/>
              <a:gdLst/>
              <a:ahLst/>
              <a:cxnLst/>
              <a:pathLst>
                <a:path w="66675" h="57340">
                  <a:moveTo>
                    <a:pt x="66675" y="28670"/>
                  </a:moveTo>
                  <a:lnTo>
                    <a:pt x="0" y="0"/>
                  </a:lnTo>
                  <a:lnTo>
                    <a:pt x="0" y="57340"/>
                  </a:lnTo>
                  <a:close/>
                </a:path>
              </a:pathLst>
            </a:custGeom>
            <a:solidFill>
              <a:srgbClr val="263238"/>
            </a:solidFill>
            <a:ln w="0">
              <a:noFill/>
              <a:prstDash val="solid"/>
            </a:ln>
          </p:spPr>
        </p:sp>
        <p:sp>
          <p:nvSpPr>
            <p:cNvPr id="1329" name="four:position-certificate:line:1058"/>
            <p:cNvSpPr>
              <a:spLocks noGrp="1"/>
            </p:cNvSpPr>
            <p:nvPr/>
          </p:nvSpPr>
          <p:spPr>
            <a:xfrm>
              <a:off x="9043988" y="1876425"/>
              <a:ext cx="953" cy="228600"/>
            </a:xfrm>
            <a:custGeom>
              <a:avLst/>
              <a:gdLst/>
              <a:ahLst/>
              <a:cxnLst/>
              <a:pathLst>
                <a:path w="953" h="228600">
                  <a:moveTo>
                    <a:pt x="0" y="0"/>
                  </a:moveTo>
                  <a:lnTo>
                    <a:pt x="0" y="228600"/>
                  </a:lnTo>
                </a:path>
              </a:pathLst>
            </a:custGeom>
            <a:noFill/>
            <a:ln w="15240">
              <a:solidFill>
                <a:srgbClr val="0072B2"/>
              </a:solidFill>
              <a:prstDash val="dash"/>
            </a:ln>
          </p:spPr>
        </p:sp>
        <p:sp>
          <p:nvSpPr>
            <p:cNvPr id="1330" name="four:position-certificate:line:1059"/>
            <p:cNvSpPr>
              <a:spLocks noGrp="1"/>
            </p:cNvSpPr>
            <p:nvPr/>
          </p:nvSpPr>
          <p:spPr>
            <a:xfrm>
              <a:off x="9005888" y="1876425"/>
              <a:ext cx="76200" cy="953"/>
            </a:xfrm>
            <a:custGeom>
              <a:avLst/>
              <a:gdLst/>
              <a:ahLst/>
              <a:cxnLst/>
              <a:pathLst>
                <a:path w="76200" h="953">
                  <a:moveTo>
                    <a:pt x="0" y="0"/>
                  </a:moveTo>
                  <a:lnTo>
                    <a:pt x="76200" y="0"/>
                  </a:lnTo>
                </a:path>
              </a:pathLst>
            </a:custGeom>
            <a:noFill/>
            <a:ln w="15240">
              <a:solidFill>
                <a:srgbClr val="0072B2"/>
              </a:solidFill>
              <a:prstDash val="solid"/>
            </a:ln>
          </p:spPr>
        </p:sp>
        <p:sp>
          <p:nvSpPr>
            <p:cNvPr id="1331" name="four:position-certificate:regular-node:1060"/>
            <p:cNvSpPr>
              <a:spLocks noGrp="1"/>
            </p:cNvSpPr>
            <p:nvPr/>
          </p:nvSpPr>
          <p:spPr>
            <a:xfrm>
              <a:off x="9022080" y="1968818"/>
              <a:ext cx="43815" cy="43815"/>
            </a:xfrm>
            <a:prstGeom prst="ellipse">
              <a:avLst/>
            </a:prstGeom>
            <a:solidFill>
              <a:srgbClr val="0072B2"/>
            </a:solidFill>
            <a:ln w="0">
              <a:noFill/>
              <a:prstDash val="solid"/>
            </a:ln>
          </p:spPr>
        </p:sp>
        <p:sp>
          <p:nvSpPr>
            <p:cNvPr id="1332" name="four:position-certificate:line:1061"/>
            <p:cNvSpPr>
              <a:spLocks noGrp="1"/>
            </p:cNvSpPr>
            <p:nvPr/>
          </p:nvSpPr>
          <p:spPr>
            <a:xfrm>
              <a:off x="9777413" y="1876425"/>
              <a:ext cx="953" cy="228600"/>
            </a:xfrm>
            <a:custGeom>
              <a:avLst/>
              <a:gdLst/>
              <a:ahLst/>
              <a:cxnLst/>
              <a:pathLst>
                <a:path w="953" h="228600">
                  <a:moveTo>
                    <a:pt x="0" y="0"/>
                  </a:moveTo>
                  <a:lnTo>
                    <a:pt x="0" y="228600"/>
                  </a:lnTo>
                </a:path>
              </a:pathLst>
            </a:custGeom>
            <a:noFill/>
            <a:ln w="15240">
              <a:solidFill>
                <a:srgbClr val="D55E00"/>
              </a:solidFill>
              <a:prstDash val="dash"/>
            </a:ln>
          </p:spPr>
        </p:sp>
        <p:sp>
          <p:nvSpPr>
            <p:cNvPr id="1333" name="four:position-certificate:line:1062"/>
            <p:cNvSpPr>
              <a:spLocks noGrp="1"/>
            </p:cNvSpPr>
            <p:nvPr/>
          </p:nvSpPr>
          <p:spPr>
            <a:xfrm>
              <a:off x="9739313" y="1876425"/>
              <a:ext cx="76200" cy="953"/>
            </a:xfrm>
            <a:custGeom>
              <a:avLst/>
              <a:gdLst/>
              <a:ahLst/>
              <a:cxnLst/>
              <a:pathLst>
                <a:path w="76200" h="953">
                  <a:moveTo>
                    <a:pt x="0" y="0"/>
                  </a:moveTo>
                  <a:lnTo>
                    <a:pt x="76200" y="0"/>
                  </a:lnTo>
                </a:path>
              </a:pathLst>
            </a:custGeom>
            <a:noFill/>
            <a:ln w="15240">
              <a:solidFill>
                <a:srgbClr val="D55E00"/>
              </a:solidFill>
              <a:prstDash val="solid"/>
            </a:ln>
          </p:spPr>
        </p:sp>
        <p:sp>
          <p:nvSpPr>
            <p:cNvPr id="1334" name="four:position-certificate:regular-node:1063"/>
            <p:cNvSpPr>
              <a:spLocks noGrp="1"/>
            </p:cNvSpPr>
            <p:nvPr/>
          </p:nvSpPr>
          <p:spPr>
            <a:xfrm>
              <a:off x="9755505" y="1968818"/>
              <a:ext cx="43815" cy="43815"/>
            </a:xfrm>
            <a:prstGeom prst="ellipse">
              <a:avLst/>
            </a:prstGeom>
            <a:solidFill>
              <a:srgbClr val="D55E00"/>
            </a:solidFill>
            <a:ln w="0">
              <a:noFill/>
              <a:prstDash val="solid"/>
            </a:ln>
          </p:spPr>
        </p:sp>
        <p:sp>
          <p:nvSpPr>
            <p:cNvPr id="1335" name="four:position-certificate:line:1064"/>
            <p:cNvSpPr>
              <a:spLocks noGrp="1"/>
            </p:cNvSpPr>
            <p:nvPr/>
          </p:nvSpPr>
          <p:spPr>
            <a:xfrm>
              <a:off x="10510838" y="1876425"/>
              <a:ext cx="953" cy="228600"/>
            </a:xfrm>
            <a:custGeom>
              <a:avLst/>
              <a:gdLst/>
              <a:ahLst/>
              <a:cxnLst/>
              <a:pathLst>
                <a:path w="953" h="228600">
                  <a:moveTo>
                    <a:pt x="0" y="0"/>
                  </a:moveTo>
                  <a:lnTo>
                    <a:pt x="0" y="228600"/>
                  </a:lnTo>
                </a:path>
              </a:pathLst>
            </a:custGeom>
            <a:noFill/>
            <a:ln w="15240">
              <a:solidFill>
                <a:srgbClr val="009E73"/>
              </a:solidFill>
              <a:prstDash val="dash"/>
            </a:ln>
          </p:spPr>
        </p:sp>
        <p:sp>
          <p:nvSpPr>
            <p:cNvPr id="1336" name="four:position-certificate:line:1065"/>
            <p:cNvSpPr>
              <a:spLocks noGrp="1"/>
            </p:cNvSpPr>
            <p:nvPr/>
          </p:nvSpPr>
          <p:spPr>
            <a:xfrm>
              <a:off x="10472738" y="1876425"/>
              <a:ext cx="76200" cy="953"/>
            </a:xfrm>
            <a:custGeom>
              <a:avLst/>
              <a:gdLst/>
              <a:ahLst/>
              <a:cxnLst/>
              <a:pathLst>
                <a:path w="76200" h="953">
                  <a:moveTo>
                    <a:pt x="0" y="0"/>
                  </a:moveTo>
                  <a:lnTo>
                    <a:pt x="76200" y="0"/>
                  </a:lnTo>
                </a:path>
              </a:pathLst>
            </a:custGeom>
            <a:noFill/>
            <a:ln w="15240">
              <a:solidFill>
                <a:srgbClr val="009E73"/>
              </a:solidFill>
              <a:prstDash val="solid"/>
            </a:ln>
          </p:spPr>
        </p:sp>
        <p:sp>
          <p:nvSpPr>
            <p:cNvPr id="1337" name="four:position-certificate:regular-node:1066"/>
            <p:cNvSpPr>
              <a:spLocks noGrp="1"/>
            </p:cNvSpPr>
            <p:nvPr/>
          </p:nvSpPr>
          <p:spPr>
            <a:xfrm>
              <a:off x="10488930" y="1968818"/>
              <a:ext cx="43815" cy="43815"/>
            </a:xfrm>
            <a:prstGeom prst="ellipse">
              <a:avLst/>
            </a:prstGeom>
            <a:solidFill>
              <a:srgbClr val="009E73"/>
            </a:solidFill>
            <a:ln w="0">
              <a:noFill/>
              <a:prstDash val="solid"/>
            </a:ln>
          </p:spPr>
        </p:sp>
        <p:sp>
          <p:nvSpPr>
            <p:cNvPr id="1338" name="four:position-certificate:line:1067"/>
            <p:cNvSpPr>
              <a:spLocks noGrp="1"/>
            </p:cNvSpPr>
            <p:nvPr/>
          </p:nvSpPr>
          <p:spPr>
            <a:xfrm>
              <a:off x="11244263" y="1876425"/>
              <a:ext cx="953" cy="228600"/>
            </a:xfrm>
            <a:custGeom>
              <a:avLst/>
              <a:gdLst/>
              <a:ahLst/>
              <a:cxnLst/>
              <a:pathLst>
                <a:path w="953" h="228600">
                  <a:moveTo>
                    <a:pt x="0" y="0"/>
                  </a:moveTo>
                  <a:lnTo>
                    <a:pt x="0" y="228600"/>
                  </a:lnTo>
                </a:path>
              </a:pathLst>
            </a:custGeom>
            <a:noFill/>
            <a:ln w="15240">
              <a:solidFill>
                <a:srgbClr val="CC79A7"/>
              </a:solidFill>
              <a:prstDash val="dash"/>
            </a:ln>
          </p:spPr>
        </p:sp>
        <p:sp>
          <p:nvSpPr>
            <p:cNvPr id="1339" name="four:position-certificate:line:1068"/>
            <p:cNvSpPr>
              <a:spLocks noGrp="1"/>
            </p:cNvSpPr>
            <p:nvPr/>
          </p:nvSpPr>
          <p:spPr>
            <a:xfrm>
              <a:off x="11206163" y="1876425"/>
              <a:ext cx="76200" cy="953"/>
            </a:xfrm>
            <a:custGeom>
              <a:avLst/>
              <a:gdLst/>
              <a:ahLst/>
              <a:cxnLst/>
              <a:pathLst>
                <a:path w="76200" h="953">
                  <a:moveTo>
                    <a:pt x="0" y="0"/>
                  </a:moveTo>
                  <a:lnTo>
                    <a:pt x="76200" y="0"/>
                  </a:lnTo>
                </a:path>
              </a:pathLst>
            </a:custGeom>
            <a:noFill/>
            <a:ln w="15240">
              <a:solidFill>
                <a:srgbClr val="CC79A7"/>
              </a:solidFill>
              <a:prstDash val="solid"/>
            </a:ln>
          </p:spPr>
        </p:sp>
        <p:sp>
          <p:nvSpPr>
            <p:cNvPr id="1340" name="four:position-certificate:regular-node:1069"/>
            <p:cNvSpPr>
              <a:spLocks noGrp="1"/>
            </p:cNvSpPr>
            <p:nvPr/>
          </p:nvSpPr>
          <p:spPr>
            <a:xfrm>
              <a:off x="11222355" y="1968818"/>
              <a:ext cx="43815" cy="43815"/>
            </a:xfrm>
            <a:prstGeom prst="ellipse">
              <a:avLst/>
            </a:prstGeom>
            <a:solidFill>
              <a:srgbClr val="CC79A7"/>
            </a:solidFill>
            <a:ln w="0">
              <a:noFill/>
              <a:prstDash val="solid"/>
            </a:ln>
          </p:spPr>
        </p:sp>
        <p:sp>
          <p:nvSpPr>
            <p:cNvPr id="1341" name="four:position-certificate:line:1070"/>
            <p:cNvSpPr>
              <a:spLocks noGrp="1"/>
            </p:cNvSpPr>
            <p:nvPr/>
          </p:nvSpPr>
          <p:spPr>
            <a:xfrm>
              <a:off x="8915400" y="2676525"/>
              <a:ext cx="2457450" cy="953"/>
            </a:xfrm>
            <a:custGeom>
              <a:avLst/>
              <a:gdLst/>
              <a:ahLst/>
              <a:cxnLst/>
              <a:pathLst>
                <a:path w="2457450" h="953">
                  <a:moveTo>
                    <a:pt x="0" y="0"/>
                  </a:moveTo>
                  <a:lnTo>
                    <a:pt x="2457450" y="0"/>
                  </a:lnTo>
                </a:path>
              </a:pathLst>
            </a:custGeom>
            <a:noFill/>
            <a:ln w="14288">
              <a:solidFill>
                <a:srgbClr val="263238"/>
              </a:solidFill>
              <a:prstDash val="solid"/>
            </a:ln>
          </p:spPr>
        </p:sp>
        <p:sp>
          <p:nvSpPr>
            <p:cNvPr id="1342" name="four:position-certificate:polygon:1071"/>
            <p:cNvSpPr>
              <a:spLocks noGrp="1"/>
            </p:cNvSpPr>
            <p:nvPr/>
          </p:nvSpPr>
          <p:spPr>
            <a:xfrm>
              <a:off x="11306175" y="2647855"/>
              <a:ext cx="66675" cy="57340"/>
            </a:xfrm>
            <a:custGeom>
              <a:avLst/>
              <a:gdLst/>
              <a:ahLst/>
              <a:cxnLst/>
              <a:pathLst>
                <a:path w="66675" h="57340">
                  <a:moveTo>
                    <a:pt x="66675" y="28670"/>
                  </a:moveTo>
                  <a:lnTo>
                    <a:pt x="0" y="0"/>
                  </a:lnTo>
                  <a:lnTo>
                    <a:pt x="0" y="57340"/>
                  </a:lnTo>
                  <a:close/>
                </a:path>
              </a:pathLst>
            </a:custGeom>
            <a:solidFill>
              <a:srgbClr val="263238"/>
            </a:solidFill>
            <a:ln w="0">
              <a:noFill/>
              <a:prstDash val="solid"/>
            </a:ln>
          </p:spPr>
        </p:sp>
        <p:sp>
          <p:nvSpPr>
            <p:cNvPr id="1343" name="four:position-certificate:interval-A:1072"/>
            <p:cNvSpPr>
              <a:spLocks noGrp="1"/>
            </p:cNvSpPr>
            <p:nvPr/>
          </p:nvSpPr>
          <p:spPr>
            <a:xfrm>
              <a:off x="9010650" y="2543175"/>
              <a:ext cx="266700" cy="266700"/>
            </a:xfrm>
            <a:prstGeom prst="rect">
              <a:avLst/>
            </a:prstGeom>
            <a:solidFill>
              <a:srgbClr val="0072B2"/>
            </a:solidFill>
            <a:ln w="7620">
              <a:solidFill>
                <a:srgbClr val="263238"/>
              </a:solidFill>
              <a:prstDash val="solid"/>
            </a:ln>
          </p:spPr>
        </p:sp>
        <p:sp>
          <p:nvSpPr>
            <p:cNvPr id="1344" name="four:position-certificate:regular-node:1073"/>
            <p:cNvSpPr>
              <a:spLocks noGrp="1"/>
            </p:cNvSpPr>
            <p:nvPr/>
          </p:nvSpPr>
          <p:spPr>
            <a:xfrm>
              <a:off x="9120188" y="2652713"/>
              <a:ext cx="47625" cy="47625"/>
            </a:xfrm>
            <a:prstGeom prst="ellipse">
              <a:avLst/>
            </a:prstGeom>
            <a:solidFill>
              <a:srgbClr val="263238"/>
            </a:solidFill>
            <a:ln w="0">
              <a:noFill/>
              <a:prstDash val="solid"/>
            </a:ln>
          </p:spPr>
        </p:sp>
        <p:sp>
          <p:nvSpPr>
            <p:cNvPr id="1345" name="four:position-certificate:interval-C:1074"/>
            <p:cNvSpPr>
              <a:spLocks noGrp="1"/>
            </p:cNvSpPr>
            <p:nvPr/>
          </p:nvSpPr>
          <p:spPr>
            <a:xfrm>
              <a:off x="9677400" y="2543175"/>
              <a:ext cx="266700" cy="266700"/>
            </a:xfrm>
            <a:prstGeom prst="rect">
              <a:avLst/>
            </a:prstGeom>
            <a:solidFill>
              <a:srgbClr val="D55E00"/>
            </a:solidFill>
            <a:ln w="7620">
              <a:solidFill>
                <a:srgbClr val="263238"/>
              </a:solidFill>
              <a:prstDash val="solid"/>
            </a:ln>
          </p:spPr>
        </p:sp>
        <p:sp>
          <p:nvSpPr>
            <p:cNvPr id="1346" name="four:position-certificate:regular-node:1075"/>
            <p:cNvSpPr>
              <a:spLocks noGrp="1"/>
            </p:cNvSpPr>
            <p:nvPr/>
          </p:nvSpPr>
          <p:spPr>
            <a:xfrm>
              <a:off x="9786938" y="2652713"/>
              <a:ext cx="47625" cy="47625"/>
            </a:xfrm>
            <a:prstGeom prst="ellipse">
              <a:avLst/>
            </a:prstGeom>
            <a:solidFill>
              <a:srgbClr val="263238"/>
            </a:solidFill>
            <a:ln w="0">
              <a:noFill/>
              <a:prstDash val="solid"/>
            </a:ln>
          </p:spPr>
        </p:sp>
        <p:sp>
          <p:nvSpPr>
            <p:cNvPr id="1347" name="four:position-certificate:interval-D:1076"/>
            <p:cNvSpPr>
              <a:spLocks noGrp="1"/>
            </p:cNvSpPr>
            <p:nvPr/>
          </p:nvSpPr>
          <p:spPr>
            <a:xfrm>
              <a:off x="10344150" y="2543175"/>
              <a:ext cx="266700" cy="266700"/>
            </a:xfrm>
            <a:prstGeom prst="rect">
              <a:avLst/>
            </a:prstGeom>
            <a:solidFill>
              <a:srgbClr val="009E73"/>
            </a:solidFill>
            <a:ln w="7620">
              <a:solidFill>
                <a:srgbClr val="263238"/>
              </a:solidFill>
              <a:prstDash val="solid"/>
            </a:ln>
          </p:spPr>
        </p:sp>
        <p:sp>
          <p:nvSpPr>
            <p:cNvPr id="1348" name="four:position-certificate:regular-node:1077"/>
            <p:cNvSpPr>
              <a:spLocks noGrp="1"/>
            </p:cNvSpPr>
            <p:nvPr/>
          </p:nvSpPr>
          <p:spPr>
            <a:xfrm>
              <a:off x="10453688" y="2652713"/>
              <a:ext cx="47625" cy="47625"/>
            </a:xfrm>
            <a:prstGeom prst="ellipse">
              <a:avLst/>
            </a:prstGeom>
            <a:solidFill>
              <a:srgbClr val="263238"/>
            </a:solidFill>
            <a:ln w="0">
              <a:noFill/>
              <a:prstDash val="solid"/>
            </a:ln>
          </p:spPr>
        </p:sp>
        <p:sp>
          <p:nvSpPr>
            <p:cNvPr id="1349" name="four:position-certificate:interval-B:1078"/>
            <p:cNvSpPr>
              <a:spLocks noGrp="1"/>
            </p:cNvSpPr>
            <p:nvPr/>
          </p:nvSpPr>
          <p:spPr>
            <a:xfrm>
              <a:off x="11010900" y="2543175"/>
              <a:ext cx="266700" cy="266700"/>
            </a:xfrm>
            <a:prstGeom prst="rect">
              <a:avLst/>
            </a:prstGeom>
            <a:solidFill>
              <a:srgbClr val="CC79A7"/>
            </a:solidFill>
            <a:ln w="7620">
              <a:solidFill>
                <a:srgbClr val="263238"/>
              </a:solidFill>
              <a:prstDash val="solid"/>
            </a:ln>
          </p:spPr>
        </p:sp>
        <p:sp>
          <p:nvSpPr>
            <p:cNvPr id="1350" name="four:position-certificate:regular-node:1079"/>
            <p:cNvSpPr>
              <a:spLocks noGrp="1"/>
            </p:cNvSpPr>
            <p:nvPr/>
          </p:nvSpPr>
          <p:spPr>
            <a:xfrm>
              <a:off x="11120438" y="2652713"/>
              <a:ext cx="47625" cy="47625"/>
            </a:xfrm>
            <a:prstGeom prst="ellipse">
              <a:avLst/>
            </a:prstGeom>
            <a:solidFill>
              <a:srgbClr val="263238"/>
            </a:solidFill>
            <a:ln w="0">
              <a:noFill/>
              <a:prstDash val="solid"/>
            </a:ln>
          </p:spPr>
        </p:sp>
        <p:sp>
          <p:nvSpPr>
            <p:cNvPr id="1351" name="four:position-certificate:textbox:1080"/>
            <p:cNvSpPr>
              <a:spLocks noGrp="1"/>
            </p:cNvSpPr>
            <p:nvPr/>
          </p:nvSpPr>
          <p:spPr>
            <a:xfrm>
              <a:off x="11887200" y="1400175"/>
              <a:ext cx="2762250" cy="276225"/>
            </a:xfrm>
            <a:prstGeom prst="rect">
              <a:avLst/>
            </a:prstGeom>
            <a:noFill/>
            <a:ln w="0">
              <a:noFill/>
              <a:prstDash val="solid"/>
            </a:ln>
          </p:spPr>
          <p:txBody>
            <a:bodyPr wrap="none" lIns="0" tIns="0" rIns="0" bIns="0" anchor="ctr">
              <a:normAutofit/>
            </a:bodyPr>
            <a:lstStyle>
              <a:defPPr algn="ctr">
                <a:defRPr sz="1650" b="1">
                  <a:solidFill>
                    <a:srgbClr val="263238"/>
                  </a:solidFill>
                  <a:latin typeface="Arial" panose="020B0604020202090204"/>
                  <a:ea typeface="Arial" panose="020B0604020202090204"/>
                  <a:cs typeface="Arial" panose="020B0604020202090204"/>
                </a:defRPr>
              </a:defPPr>
            </a:lstStyle>
            <a:p>
              <a:pPr algn="ctr">
                <a:defRPr sz="1650" b="1">
                  <a:solidFill>
                    <a:srgbClr val="263238"/>
                  </a:solidFill>
                  <a:latin typeface="Arial" panose="020B0604020202090204"/>
                  <a:ea typeface="Arial" panose="020B0604020202090204"/>
                  <a:cs typeface="Arial" panose="020B0604020202090204"/>
                </a:defRPr>
              </a:pPr>
              <a:r>
                <a:rPr sz="1650" b="1">
                  <a:solidFill>
                    <a:srgbClr val="263238"/>
                  </a:solidFill>
                  <a:latin typeface="Arial" panose="020B0604020202090204"/>
                  <a:ea typeface="Arial" panose="020B0604020202090204"/>
                  <a:cs typeface="Arial" panose="020B0604020202090204"/>
                </a:rPr>
                <a:t>Geometry + hierarchy</a:t>
              </a:r>
              <a:endParaRPr sz="1650" b="1">
                <a:solidFill>
                  <a:srgbClr val="263238"/>
                </a:solidFill>
                <a:latin typeface="Arial" panose="020B0604020202090204"/>
                <a:ea typeface="Arial" panose="020B0604020202090204"/>
                <a:cs typeface="Arial" panose="020B0604020202090204"/>
              </a:endParaRPr>
            </a:p>
          </p:txBody>
        </p:sp>
        <p:sp>
          <p:nvSpPr>
            <p:cNvPr id="1352" name="four:position-certificate:textbox:1081"/>
            <p:cNvSpPr>
              <a:spLocks noGrp="1"/>
            </p:cNvSpPr>
            <p:nvPr/>
          </p:nvSpPr>
          <p:spPr>
            <a:xfrm>
              <a:off x="11849100" y="1800225"/>
              <a:ext cx="266700" cy="342900"/>
            </a:xfrm>
            <a:prstGeom prst="rect">
              <a:avLst/>
            </a:prstGeom>
            <a:noFill/>
            <a:ln w="0">
              <a:noFill/>
              <a:prstDash val="solid"/>
            </a:ln>
          </p:spPr>
          <p:txBody>
            <a:bodyPr wrap="none" lIns="0" tIns="0" rIns="0" bIns="0" anchor="ctr">
              <a:normAutofit/>
            </a:bodyPr>
            <a:lstStyle>
              <a:defPPr algn="ctr">
                <a:defRPr sz="1650" b="0">
                  <a:solidFill>
                    <a:srgbClr val="7B8790"/>
                  </a:solidFill>
                  <a:latin typeface="Arial" panose="020B0604020202090204"/>
                  <a:ea typeface="Arial" panose="020B0604020202090204"/>
                  <a:cs typeface="Arial" panose="020B0604020202090204"/>
                </a:defRPr>
              </a:defPPr>
            </a:lstStyle>
            <a:p>
              <a:pPr algn="ctr">
                <a:defRPr sz="1650" b="0">
                  <a:solidFill>
                    <a:srgbClr val="7B8790"/>
                  </a:solidFill>
                  <a:latin typeface="Arial" panose="020B0604020202090204"/>
                  <a:ea typeface="Arial" panose="020B0604020202090204"/>
                  <a:cs typeface="Arial" panose="020B0604020202090204"/>
                </a:defRPr>
              </a:pPr>
              <a:r>
                <a:rPr sz="1650" b="0">
                  <a:solidFill>
                    <a:srgbClr val="7B8790"/>
                  </a:solidFill>
                  <a:latin typeface="Arial" panose="020B0604020202090204"/>
                  <a:ea typeface="Arial" panose="020B0604020202090204"/>
                  <a:cs typeface="Arial" panose="020B0604020202090204"/>
                </a:rPr>
                <a:t>u</a:t>
              </a:r>
              <a:r>
                <a:rPr sz="1190" b="0" baseline="-25000">
                  <a:solidFill>
                    <a:srgbClr val="7B8790"/>
                  </a:solidFill>
                  <a:latin typeface="Arial" panose="020B0604020202090204"/>
                  <a:ea typeface="Arial" panose="020B0604020202090204"/>
                  <a:cs typeface="Arial" panose="020B0604020202090204"/>
                </a:rPr>
                <a:t>i</a:t>
              </a:r>
              <a:endParaRPr sz="1190" b="0" baseline="-25000">
                <a:solidFill>
                  <a:srgbClr val="7B8790"/>
                </a:solidFill>
                <a:latin typeface="Arial" panose="020B0604020202090204"/>
                <a:ea typeface="Arial" panose="020B0604020202090204"/>
                <a:cs typeface="Arial" panose="020B0604020202090204"/>
              </a:endParaRPr>
            </a:p>
          </p:txBody>
        </p:sp>
        <p:sp>
          <p:nvSpPr>
            <p:cNvPr id="1353" name="four:position-certificate:textbox:1082"/>
            <p:cNvSpPr>
              <a:spLocks noGrp="1"/>
            </p:cNvSpPr>
            <p:nvPr/>
          </p:nvSpPr>
          <p:spPr>
            <a:xfrm>
              <a:off x="11849100" y="2486025"/>
              <a:ext cx="266700" cy="342900"/>
            </a:xfrm>
            <a:prstGeom prst="rect">
              <a:avLst/>
            </a:prstGeom>
            <a:noFill/>
            <a:ln w="0">
              <a:noFill/>
              <a:prstDash val="solid"/>
            </a:ln>
          </p:spPr>
          <p:txBody>
            <a:bodyPr wrap="none" lIns="0" tIns="0" rIns="0" bIns="0" anchor="ctr">
              <a:normAutofit/>
            </a:bodyPr>
            <a:lstStyle>
              <a:defPPr algn="ctr">
                <a:defRPr sz="1650" b="0">
                  <a:solidFill>
                    <a:srgbClr val="7B8790"/>
                  </a:solidFill>
                  <a:latin typeface="Arial" panose="020B0604020202090204"/>
                  <a:ea typeface="Arial" panose="020B0604020202090204"/>
                  <a:cs typeface="Arial" panose="020B0604020202090204"/>
                </a:defRPr>
              </a:defPPr>
            </a:lstStyle>
            <a:p>
              <a:pPr algn="ctr">
                <a:defRPr sz="1650" b="0">
                  <a:solidFill>
                    <a:srgbClr val="7B8790"/>
                  </a:solidFill>
                  <a:latin typeface="Arial" panose="020B0604020202090204"/>
                  <a:ea typeface="Arial" panose="020B0604020202090204"/>
                  <a:cs typeface="Arial" panose="020B0604020202090204"/>
                </a:defRPr>
              </a:pPr>
              <a:r>
                <a:rPr sz="1650" b="0">
                  <a:solidFill>
                    <a:srgbClr val="7B8790"/>
                  </a:solidFill>
                  <a:latin typeface="Arial" panose="020B0604020202090204"/>
                  <a:ea typeface="Arial" panose="020B0604020202090204"/>
                  <a:cs typeface="Arial" panose="020B0604020202090204"/>
                </a:rPr>
                <a:t>q</a:t>
              </a:r>
              <a:r>
                <a:rPr sz="1190" b="0" baseline="-25000">
                  <a:solidFill>
                    <a:srgbClr val="7B8790"/>
                  </a:solidFill>
                  <a:latin typeface="Arial" panose="020B0604020202090204"/>
                  <a:ea typeface="Arial" panose="020B0604020202090204"/>
                  <a:cs typeface="Arial" panose="020B0604020202090204"/>
                </a:rPr>
                <a:t>i</a:t>
              </a:r>
              <a:endParaRPr sz="1190" b="0" baseline="-25000">
                <a:solidFill>
                  <a:srgbClr val="7B8790"/>
                </a:solidFill>
                <a:latin typeface="Arial" panose="020B0604020202090204"/>
                <a:ea typeface="Arial" panose="020B0604020202090204"/>
                <a:cs typeface="Arial" panose="020B0604020202090204"/>
              </a:endParaRPr>
            </a:p>
          </p:txBody>
        </p:sp>
        <p:sp>
          <p:nvSpPr>
            <p:cNvPr id="1354" name="four:position-certificate:line:1083"/>
            <p:cNvSpPr>
              <a:spLocks noGrp="1"/>
            </p:cNvSpPr>
            <p:nvPr/>
          </p:nvSpPr>
          <p:spPr>
            <a:xfrm>
              <a:off x="12382500" y="2124075"/>
              <a:ext cx="953" cy="400050"/>
            </a:xfrm>
            <a:custGeom>
              <a:avLst/>
              <a:gdLst/>
              <a:ahLst/>
              <a:cxnLst/>
              <a:pathLst>
                <a:path w="953" h="400050">
                  <a:moveTo>
                    <a:pt x="0" y="0"/>
                  </a:moveTo>
                  <a:lnTo>
                    <a:pt x="0" y="400050"/>
                  </a:lnTo>
                </a:path>
              </a:pathLst>
            </a:custGeom>
            <a:noFill/>
            <a:ln w="10478">
              <a:solidFill>
                <a:srgbClr val="0072B2">
                  <a:alpha val="48000"/>
                </a:srgbClr>
              </a:solidFill>
              <a:prstDash val="solid"/>
            </a:ln>
          </p:spPr>
        </p:sp>
        <p:sp>
          <p:nvSpPr>
            <p:cNvPr id="1355" name="four:position-certificate:line:1084"/>
            <p:cNvSpPr>
              <a:spLocks noGrp="1"/>
            </p:cNvSpPr>
            <p:nvPr/>
          </p:nvSpPr>
          <p:spPr>
            <a:xfrm>
              <a:off x="13049250" y="2124075"/>
              <a:ext cx="800100" cy="400050"/>
            </a:xfrm>
            <a:custGeom>
              <a:avLst/>
              <a:gdLst/>
              <a:ahLst/>
              <a:cxnLst/>
              <a:pathLst>
                <a:path w="800100" h="400050">
                  <a:moveTo>
                    <a:pt x="800100" y="0"/>
                  </a:moveTo>
                  <a:lnTo>
                    <a:pt x="0" y="400050"/>
                  </a:lnTo>
                </a:path>
              </a:pathLst>
            </a:custGeom>
            <a:noFill/>
            <a:ln w="10478">
              <a:solidFill>
                <a:srgbClr val="D55E00">
                  <a:alpha val="48000"/>
                </a:srgbClr>
              </a:solidFill>
              <a:prstDash val="solid"/>
            </a:ln>
          </p:spPr>
        </p:sp>
        <p:sp>
          <p:nvSpPr>
            <p:cNvPr id="1356" name="four:position-certificate:line:1085"/>
            <p:cNvSpPr>
              <a:spLocks noGrp="1"/>
            </p:cNvSpPr>
            <p:nvPr/>
          </p:nvSpPr>
          <p:spPr>
            <a:xfrm>
              <a:off x="13716000" y="2124075"/>
              <a:ext cx="866775" cy="400050"/>
            </a:xfrm>
            <a:custGeom>
              <a:avLst/>
              <a:gdLst/>
              <a:ahLst/>
              <a:cxnLst/>
              <a:pathLst>
                <a:path w="866775" h="400050">
                  <a:moveTo>
                    <a:pt x="866775" y="0"/>
                  </a:moveTo>
                  <a:lnTo>
                    <a:pt x="0" y="400050"/>
                  </a:lnTo>
                </a:path>
              </a:pathLst>
            </a:custGeom>
            <a:noFill/>
            <a:ln w="10478">
              <a:solidFill>
                <a:srgbClr val="009E73">
                  <a:alpha val="48000"/>
                </a:srgbClr>
              </a:solidFill>
              <a:prstDash val="solid"/>
            </a:ln>
          </p:spPr>
        </p:sp>
        <p:sp>
          <p:nvSpPr>
            <p:cNvPr id="1357" name="four:position-certificate:line:1086"/>
            <p:cNvSpPr>
              <a:spLocks noGrp="1"/>
            </p:cNvSpPr>
            <p:nvPr/>
          </p:nvSpPr>
          <p:spPr>
            <a:xfrm>
              <a:off x="13115925" y="2124075"/>
              <a:ext cx="1266825" cy="400050"/>
            </a:xfrm>
            <a:custGeom>
              <a:avLst/>
              <a:gdLst/>
              <a:ahLst/>
              <a:cxnLst/>
              <a:pathLst>
                <a:path w="1266825" h="400050">
                  <a:moveTo>
                    <a:pt x="0" y="0"/>
                  </a:moveTo>
                  <a:lnTo>
                    <a:pt x="1266825" y="400050"/>
                  </a:lnTo>
                </a:path>
              </a:pathLst>
            </a:custGeom>
            <a:noFill/>
            <a:ln w="10478">
              <a:solidFill>
                <a:srgbClr val="CC79A7">
                  <a:alpha val="48000"/>
                </a:srgbClr>
              </a:solidFill>
              <a:prstDash val="solid"/>
            </a:ln>
          </p:spPr>
        </p:sp>
        <p:sp>
          <p:nvSpPr>
            <p:cNvPr id="1358" name="four:position-certificate:line:1087"/>
            <p:cNvSpPr>
              <a:spLocks noGrp="1"/>
            </p:cNvSpPr>
            <p:nvPr/>
          </p:nvSpPr>
          <p:spPr>
            <a:xfrm>
              <a:off x="12153900" y="1990725"/>
              <a:ext cx="2457450" cy="953"/>
            </a:xfrm>
            <a:custGeom>
              <a:avLst/>
              <a:gdLst/>
              <a:ahLst/>
              <a:cxnLst/>
              <a:pathLst>
                <a:path w="2457450" h="953">
                  <a:moveTo>
                    <a:pt x="0" y="0"/>
                  </a:moveTo>
                  <a:lnTo>
                    <a:pt x="2457450" y="0"/>
                  </a:lnTo>
                </a:path>
              </a:pathLst>
            </a:custGeom>
            <a:noFill/>
            <a:ln w="12383">
              <a:solidFill>
                <a:srgbClr val="263238"/>
              </a:solidFill>
              <a:prstDash val="dash"/>
            </a:ln>
          </p:spPr>
        </p:sp>
        <p:sp>
          <p:nvSpPr>
            <p:cNvPr id="1359" name="four:position-certificate:polygon:1088"/>
            <p:cNvSpPr>
              <a:spLocks noGrp="1"/>
            </p:cNvSpPr>
            <p:nvPr/>
          </p:nvSpPr>
          <p:spPr>
            <a:xfrm>
              <a:off x="14544675" y="1962055"/>
              <a:ext cx="66675" cy="57340"/>
            </a:xfrm>
            <a:custGeom>
              <a:avLst/>
              <a:gdLst/>
              <a:ahLst/>
              <a:cxnLst/>
              <a:pathLst>
                <a:path w="66675" h="57340">
                  <a:moveTo>
                    <a:pt x="66675" y="28670"/>
                  </a:moveTo>
                  <a:lnTo>
                    <a:pt x="0" y="0"/>
                  </a:lnTo>
                  <a:lnTo>
                    <a:pt x="0" y="57340"/>
                  </a:lnTo>
                  <a:close/>
                </a:path>
              </a:pathLst>
            </a:custGeom>
            <a:solidFill>
              <a:srgbClr val="263238"/>
            </a:solidFill>
            <a:ln w="0">
              <a:noFill/>
              <a:prstDash val="solid"/>
            </a:ln>
          </p:spPr>
        </p:sp>
        <p:sp>
          <p:nvSpPr>
            <p:cNvPr id="1360" name="four:position-certificate:line:1089"/>
            <p:cNvSpPr>
              <a:spLocks noGrp="1"/>
            </p:cNvSpPr>
            <p:nvPr/>
          </p:nvSpPr>
          <p:spPr>
            <a:xfrm>
              <a:off x="12382500" y="1876425"/>
              <a:ext cx="953" cy="228600"/>
            </a:xfrm>
            <a:custGeom>
              <a:avLst/>
              <a:gdLst/>
              <a:ahLst/>
              <a:cxnLst/>
              <a:pathLst>
                <a:path w="953" h="228600">
                  <a:moveTo>
                    <a:pt x="0" y="0"/>
                  </a:moveTo>
                  <a:lnTo>
                    <a:pt x="0" y="228600"/>
                  </a:lnTo>
                </a:path>
              </a:pathLst>
            </a:custGeom>
            <a:noFill/>
            <a:ln w="15240">
              <a:solidFill>
                <a:srgbClr val="0072B2"/>
              </a:solidFill>
              <a:prstDash val="dash"/>
            </a:ln>
          </p:spPr>
        </p:sp>
        <p:sp>
          <p:nvSpPr>
            <p:cNvPr id="1361" name="four:position-certificate:line:1090"/>
            <p:cNvSpPr>
              <a:spLocks noGrp="1"/>
            </p:cNvSpPr>
            <p:nvPr/>
          </p:nvSpPr>
          <p:spPr>
            <a:xfrm>
              <a:off x="12344400" y="1876425"/>
              <a:ext cx="76200" cy="953"/>
            </a:xfrm>
            <a:custGeom>
              <a:avLst/>
              <a:gdLst/>
              <a:ahLst/>
              <a:cxnLst/>
              <a:pathLst>
                <a:path w="76200" h="953">
                  <a:moveTo>
                    <a:pt x="0" y="0"/>
                  </a:moveTo>
                  <a:lnTo>
                    <a:pt x="76200" y="0"/>
                  </a:lnTo>
                </a:path>
              </a:pathLst>
            </a:custGeom>
            <a:noFill/>
            <a:ln w="15240">
              <a:solidFill>
                <a:srgbClr val="0072B2"/>
              </a:solidFill>
              <a:prstDash val="solid"/>
            </a:ln>
          </p:spPr>
        </p:sp>
        <p:sp>
          <p:nvSpPr>
            <p:cNvPr id="1362" name="four:position-certificate:regular-node:1091"/>
            <p:cNvSpPr>
              <a:spLocks noGrp="1"/>
            </p:cNvSpPr>
            <p:nvPr/>
          </p:nvSpPr>
          <p:spPr>
            <a:xfrm>
              <a:off x="12360593" y="1968818"/>
              <a:ext cx="43815" cy="43815"/>
            </a:xfrm>
            <a:prstGeom prst="ellipse">
              <a:avLst/>
            </a:prstGeom>
            <a:solidFill>
              <a:srgbClr val="0072B2"/>
            </a:solidFill>
            <a:ln w="0">
              <a:noFill/>
              <a:prstDash val="solid"/>
            </a:ln>
          </p:spPr>
        </p:sp>
        <p:sp>
          <p:nvSpPr>
            <p:cNvPr id="1363" name="four:position-certificate:line:1092"/>
            <p:cNvSpPr>
              <a:spLocks noGrp="1"/>
            </p:cNvSpPr>
            <p:nvPr/>
          </p:nvSpPr>
          <p:spPr>
            <a:xfrm>
              <a:off x="13849350" y="1876425"/>
              <a:ext cx="953" cy="228600"/>
            </a:xfrm>
            <a:custGeom>
              <a:avLst/>
              <a:gdLst/>
              <a:ahLst/>
              <a:cxnLst/>
              <a:pathLst>
                <a:path w="953" h="228600">
                  <a:moveTo>
                    <a:pt x="0" y="0"/>
                  </a:moveTo>
                  <a:lnTo>
                    <a:pt x="0" y="228600"/>
                  </a:lnTo>
                </a:path>
              </a:pathLst>
            </a:custGeom>
            <a:noFill/>
            <a:ln w="15240">
              <a:solidFill>
                <a:srgbClr val="D55E00"/>
              </a:solidFill>
              <a:prstDash val="dash"/>
            </a:ln>
          </p:spPr>
        </p:sp>
        <p:sp>
          <p:nvSpPr>
            <p:cNvPr id="1364" name="four:position-certificate:line:1093"/>
            <p:cNvSpPr>
              <a:spLocks noGrp="1"/>
            </p:cNvSpPr>
            <p:nvPr/>
          </p:nvSpPr>
          <p:spPr>
            <a:xfrm>
              <a:off x="13811250" y="1876425"/>
              <a:ext cx="76200" cy="953"/>
            </a:xfrm>
            <a:custGeom>
              <a:avLst/>
              <a:gdLst/>
              <a:ahLst/>
              <a:cxnLst/>
              <a:pathLst>
                <a:path w="76200" h="953">
                  <a:moveTo>
                    <a:pt x="0" y="0"/>
                  </a:moveTo>
                  <a:lnTo>
                    <a:pt x="76200" y="0"/>
                  </a:lnTo>
                </a:path>
              </a:pathLst>
            </a:custGeom>
            <a:noFill/>
            <a:ln w="15240">
              <a:solidFill>
                <a:srgbClr val="D55E00"/>
              </a:solidFill>
              <a:prstDash val="solid"/>
            </a:ln>
          </p:spPr>
        </p:sp>
        <p:sp>
          <p:nvSpPr>
            <p:cNvPr id="1365" name="four:position-certificate:regular-node:1094"/>
            <p:cNvSpPr>
              <a:spLocks noGrp="1"/>
            </p:cNvSpPr>
            <p:nvPr/>
          </p:nvSpPr>
          <p:spPr>
            <a:xfrm>
              <a:off x="13827443" y="1968818"/>
              <a:ext cx="43815" cy="43815"/>
            </a:xfrm>
            <a:prstGeom prst="ellipse">
              <a:avLst/>
            </a:prstGeom>
            <a:solidFill>
              <a:srgbClr val="D55E00"/>
            </a:solidFill>
            <a:ln w="0">
              <a:noFill/>
              <a:prstDash val="solid"/>
            </a:ln>
          </p:spPr>
        </p:sp>
        <p:sp>
          <p:nvSpPr>
            <p:cNvPr id="1366" name="four:position-certificate:line:1095"/>
            <p:cNvSpPr>
              <a:spLocks noGrp="1"/>
            </p:cNvSpPr>
            <p:nvPr/>
          </p:nvSpPr>
          <p:spPr>
            <a:xfrm>
              <a:off x="14582775" y="1876425"/>
              <a:ext cx="953" cy="228600"/>
            </a:xfrm>
            <a:custGeom>
              <a:avLst/>
              <a:gdLst/>
              <a:ahLst/>
              <a:cxnLst/>
              <a:pathLst>
                <a:path w="953" h="228600">
                  <a:moveTo>
                    <a:pt x="0" y="0"/>
                  </a:moveTo>
                  <a:lnTo>
                    <a:pt x="0" y="228600"/>
                  </a:lnTo>
                </a:path>
              </a:pathLst>
            </a:custGeom>
            <a:noFill/>
            <a:ln w="15240">
              <a:solidFill>
                <a:srgbClr val="009E73"/>
              </a:solidFill>
              <a:prstDash val="dash"/>
            </a:ln>
          </p:spPr>
        </p:sp>
        <p:sp>
          <p:nvSpPr>
            <p:cNvPr id="1367" name="four:position-certificate:line:1096"/>
            <p:cNvSpPr>
              <a:spLocks noGrp="1"/>
            </p:cNvSpPr>
            <p:nvPr/>
          </p:nvSpPr>
          <p:spPr>
            <a:xfrm>
              <a:off x="14544675" y="1876425"/>
              <a:ext cx="76200" cy="953"/>
            </a:xfrm>
            <a:custGeom>
              <a:avLst/>
              <a:gdLst/>
              <a:ahLst/>
              <a:cxnLst/>
              <a:pathLst>
                <a:path w="76200" h="953">
                  <a:moveTo>
                    <a:pt x="0" y="0"/>
                  </a:moveTo>
                  <a:lnTo>
                    <a:pt x="76200" y="0"/>
                  </a:lnTo>
                </a:path>
              </a:pathLst>
            </a:custGeom>
            <a:noFill/>
            <a:ln w="15240">
              <a:solidFill>
                <a:srgbClr val="009E73"/>
              </a:solidFill>
              <a:prstDash val="solid"/>
            </a:ln>
          </p:spPr>
        </p:sp>
        <p:sp>
          <p:nvSpPr>
            <p:cNvPr id="1368" name="four:position-certificate:regular-node:1097"/>
            <p:cNvSpPr>
              <a:spLocks noGrp="1"/>
            </p:cNvSpPr>
            <p:nvPr/>
          </p:nvSpPr>
          <p:spPr>
            <a:xfrm>
              <a:off x="14560868" y="1968818"/>
              <a:ext cx="43815" cy="43815"/>
            </a:xfrm>
            <a:prstGeom prst="ellipse">
              <a:avLst/>
            </a:prstGeom>
            <a:solidFill>
              <a:srgbClr val="009E73"/>
            </a:solidFill>
            <a:ln w="0">
              <a:noFill/>
              <a:prstDash val="solid"/>
            </a:ln>
          </p:spPr>
        </p:sp>
        <p:sp>
          <p:nvSpPr>
            <p:cNvPr id="1369" name="four:position-certificate:line:1098"/>
            <p:cNvSpPr>
              <a:spLocks noGrp="1"/>
            </p:cNvSpPr>
            <p:nvPr/>
          </p:nvSpPr>
          <p:spPr>
            <a:xfrm>
              <a:off x="13115925" y="1876425"/>
              <a:ext cx="953" cy="228600"/>
            </a:xfrm>
            <a:custGeom>
              <a:avLst/>
              <a:gdLst/>
              <a:ahLst/>
              <a:cxnLst/>
              <a:pathLst>
                <a:path w="953" h="228600">
                  <a:moveTo>
                    <a:pt x="0" y="0"/>
                  </a:moveTo>
                  <a:lnTo>
                    <a:pt x="0" y="228600"/>
                  </a:lnTo>
                </a:path>
              </a:pathLst>
            </a:custGeom>
            <a:noFill/>
            <a:ln w="15240">
              <a:solidFill>
                <a:srgbClr val="CC79A7"/>
              </a:solidFill>
              <a:prstDash val="dash"/>
            </a:ln>
          </p:spPr>
        </p:sp>
        <p:sp>
          <p:nvSpPr>
            <p:cNvPr id="1370" name="four:position-certificate:line:1099"/>
            <p:cNvSpPr>
              <a:spLocks noGrp="1"/>
            </p:cNvSpPr>
            <p:nvPr/>
          </p:nvSpPr>
          <p:spPr>
            <a:xfrm>
              <a:off x="13077825" y="1876425"/>
              <a:ext cx="76200" cy="953"/>
            </a:xfrm>
            <a:custGeom>
              <a:avLst/>
              <a:gdLst/>
              <a:ahLst/>
              <a:cxnLst/>
              <a:pathLst>
                <a:path w="76200" h="953">
                  <a:moveTo>
                    <a:pt x="0" y="0"/>
                  </a:moveTo>
                  <a:lnTo>
                    <a:pt x="76200" y="0"/>
                  </a:lnTo>
                </a:path>
              </a:pathLst>
            </a:custGeom>
            <a:noFill/>
            <a:ln w="15240">
              <a:solidFill>
                <a:srgbClr val="CC79A7"/>
              </a:solidFill>
              <a:prstDash val="solid"/>
            </a:ln>
          </p:spPr>
        </p:sp>
        <p:sp>
          <p:nvSpPr>
            <p:cNvPr id="1371" name="four:position-certificate:regular-node:1100"/>
            <p:cNvSpPr>
              <a:spLocks noGrp="1"/>
            </p:cNvSpPr>
            <p:nvPr/>
          </p:nvSpPr>
          <p:spPr>
            <a:xfrm>
              <a:off x="13094018" y="1968818"/>
              <a:ext cx="43815" cy="43815"/>
            </a:xfrm>
            <a:prstGeom prst="ellipse">
              <a:avLst/>
            </a:prstGeom>
            <a:solidFill>
              <a:srgbClr val="CC79A7"/>
            </a:solidFill>
            <a:ln w="0">
              <a:noFill/>
              <a:prstDash val="solid"/>
            </a:ln>
          </p:spPr>
        </p:sp>
        <p:sp>
          <p:nvSpPr>
            <p:cNvPr id="1372" name="four:position-certificate:line:1101"/>
            <p:cNvSpPr>
              <a:spLocks noGrp="1"/>
            </p:cNvSpPr>
            <p:nvPr/>
          </p:nvSpPr>
          <p:spPr>
            <a:xfrm>
              <a:off x="12153900" y="2676525"/>
              <a:ext cx="2457450" cy="953"/>
            </a:xfrm>
            <a:custGeom>
              <a:avLst/>
              <a:gdLst/>
              <a:ahLst/>
              <a:cxnLst/>
              <a:pathLst>
                <a:path w="2457450" h="953">
                  <a:moveTo>
                    <a:pt x="0" y="0"/>
                  </a:moveTo>
                  <a:lnTo>
                    <a:pt x="2457450" y="0"/>
                  </a:lnTo>
                </a:path>
              </a:pathLst>
            </a:custGeom>
            <a:noFill/>
            <a:ln w="14288">
              <a:solidFill>
                <a:srgbClr val="263238"/>
              </a:solidFill>
              <a:prstDash val="solid"/>
            </a:ln>
          </p:spPr>
        </p:sp>
        <p:sp>
          <p:nvSpPr>
            <p:cNvPr id="1373" name="four:position-certificate:polygon:1102"/>
            <p:cNvSpPr>
              <a:spLocks noGrp="1"/>
            </p:cNvSpPr>
            <p:nvPr/>
          </p:nvSpPr>
          <p:spPr>
            <a:xfrm>
              <a:off x="14544675" y="2647855"/>
              <a:ext cx="66675" cy="57340"/>
            </a:xfrm>
            <a:custGeom>
              <a:avLst/>
              <a:gdLst/>
              <a:ahLst/>
              <a:cxnLst/>
              <a:pathLst>
                <a:path w="66675" h="57340">
                  <a:moveTo>
                    <a:pt x="66675" y="28670"/>
                  </a:moveTo>
                  <a:lnTo>
                    <a:pt x="0" y="0"/>
                  </a:lnTo>
                  <a:lnTo>
                    <a:pt x="0" y="57340"/>
                  </a:lnTo>
                  <a:close/>
                </a:path>
              </a:pathLst>
            </a:custGeom>
            <a:solidFill>
              <a:srgbClr val="263238"/>
            </a:solidFill>
            <a:ln w="0">
              <a:noFill/>
              <a:prstDash val="solid"/>
            </a:ln>
          </p:spPr>
        </p:sp>
        <p:sp>
          <p:nvSpPr>
            <p:cNvPr id="1374" name="four:position-certificate:interval-A:1103"/>
            <p:cNvSpPr>
              <a:spLocks noGrp="1"/>
            </p:cNvSpPr>
            <p:nvPr/>
          </p:nvSpPr>
          <p:spPr>
            <a:xfrm>
              <a:off x="12249150" y="2543175"/>
              <a:ext cx="266700" cy="266700"/>
            </a:xfrm>
            <a:prstGeom prst="rect">
              <a:avLst/>
            </a:prstGeom>
            <a:solidFill>
              <a:srgbClr val="0072B2"/>
            </a:solidFill>
            <a:ln w="7620">
              <a:solidFill>
                <a:srgbClr val="263238"/>
              </a:solidFill>
              <a:prstDash val="solid"/>
            </a:ln>
          </p:spPr>
        </p:sp>
        <p:sp>
          <p:nvSpPr>
            <p:cNvPr id="1375" name="four:position-certificate:regular-node:1104"/>
            <p:cNvSpPr>
              <a:spLocks noGrp="1"/>
            </p:cNvSpPr>
            <p:nvPr/>
          </p:nvSpPr>
          <p:spPr>
            <a:xfrm>
              <a:off x="12358688" y="2652713"/>
              <a:ext cx="47625" cy="47625"/>
            </a:xfrm>
            <a:prstGeom prst="ellipse">
              <a:avLst/>
            </a:prstGeom>
            <a:solidFill>
              <a:srgbClr val="263238"/>
            </a:solidFill>
            <a:ln w="0">
              <a:noFill/>
              <a:prstDash val="solid"/>
            </a:ln>
          </p:spPr>
        </p:sp>
        <p:sp>
          <p:nvSpPr>
            <p:cNvPr id="1376" name="four:position-certificate:interval-C:1105"/>
            <p:cNvSpPr>
              <a:spLocks noGrp="1"/>
            </p:cNvSpPr>
            <p:nvPr/>
          </p:nvSpPr>
          <p:spPr>
            <a:xfrm>
              <a:off x="12915900" y="2543175"/>
              <a:ext cx="266700" cy="266700"/>
            </a:xfrm>
            <a:prstGeom prst="rect">
              <a:avLst/>
            </a:prstGeom>
            <a:solidFill>
              <a:srgbClr val="D55E00"/>
            </a:solidFill>
            <a:ln w="7620">
              <a:solidFill>
                <a:srgbClr val="263238"/>
              </a:solidFill>
              <a:prstDash val="solid"/>
            </a:ln>
          </p:spPr>
        </p:sp>
        <p:sp>
          <p:nvSpPr>
            <p:cNvPr id="1377" name="four:position-certificate:regular-node:1106"/>
            <p:cNvSpPr>
              <a:spLocks noGrp="1"/>
            </p:cNvSpPr>
            <p:nvPr/>
          </p:nvSpPr>
          <p:spPr>
            <a:xfrm>
              <a:off x="13025438" y="2652713"/>
              <a:ext cx="47625" cy="47625"/>
            </a:xfrm>
            <a:prstGeom prst="ellipse">
              <a:avLst/>
            </a:prstGeom>
            <a:solidFill>
              <a:srgbClr val="263238"/>
            </a:solidFill>
            <a:ln w="0">
              <a:noFill/>
              <a:prstDash val="solid"/>
            </a:ln>
          </p:spPr>
        </p:sp>
        <p:sp>
          <p:nvSpPr>
            <p:cNvPr id="1378" name="four:position-certificate:interval-D:1107"/>
            <p:cNvSpPr>
              <a:spLocks noGrp="1"/>
            </p:cNvSpPr>
            <p:nvPr/>
          </p:nvSpPr>
          <p:spPr>
            <a:xfrm>
              <a:off x="13582650" y="2543175"/>
              <a:ext cx="266700" cy="266700"/>
            </a:xfrm>
            <a:prstGeom prst="rect">
              <a:avLst/>
            </a:prstGeom>
            <a:solidFill>
              <a:srgbClr val="009E73"/>
            </a:solidFill>
            <a:ln w="7620">
              <a:solidFill>
                <a:srgbClr val="263238"/>
              </a:solidFill>
              <a:prstDash val="solid"/>
            </a:ln>
          </p:spPr>
        </p:sp>
        <p:sp>
          <p:nvSpPr>
            <p:cNvPr id="1379" name="four:position-certificate:regular-node:1108"/>
            <p:cNvSpPr>
              <a:spLocks noGrp="1"/>
            </p:cNvSpPr>
            <p:nvPr/>
          </p:nvSpPr>
          <p:spPr>
            <a:xfrm>
              <a:off x="13692188" y="2652713"/>
              <a:ext cx="47625" cy="47625"/>
            </a:xfrm>
            <a:prstGeom prst="ellipse">
              <a:avLst/>
            </a:prstGeom>
            <a:solidFill>
              <a:srgbClr val="263238"/>
            </a:solidFill>
            <a:ln w="0">
              <a:noFill/>
              <a:prstDash val="solid"/>
            </a:ln>
          </p:spPr>
        </p:sp>
        <p:sp>
          <p:nvSpPr>
            <p:cNvPr id="1380" name="four:position-certificate:interval-B:1109"/>
            <p:cNvSpPr>
              <a:spLocks noGrp="1"/>
            </p:cNvSpPr>
            <p:nvPr/>
          </p:nvSpPr>
          <p:spPr>
            <a:xfrm>
              <a:off x="14249400" y="2543175"/>
              <a:ext cx="266700" cy="266700"/>
            </a:xfrm>
            <a:prstGeom prst="rect">
              <a:avLst/>
            </a:prstGeom>
            <a:solidFill>
              <a:srgbClr val="CC79A7"/>
            </a:solidFill>
            <a:ln w="7620">
              <a:solidFill>
                <a:srgbClr val="263238"/>
              </a:solidFill>
              <a:prstDash val="solid"/>
            </a:ln>
          </p:spPr>
        </p:sp>
        <p:sp>
          <p:nvSpPr>
            <p:cNvPr id="1381" name="four:position-certificate:regular-node:1110"/>
            <p:cNvSpPr>
              <a:spLocks noGrp="1"/>
            </p:cNvSpPr>
            <p:nvPr/>
          </p:nvSpPr>
          <p:spPr>
            <a:xfrm>
              <a:off x="14358938" y="2652713"/>
              <a:ext cx="47625" cy="47625"/>
            </a:xfrm>
            <a:prstGeom prst="ellipse">
              <a:avLst/>
            </a:prstGeom>
            <a:solidFill>
              <a:srgbClr val="263238"/>
            </a:solidFill>
            <a:ln w="0">
              <a:noFill/>
              <a:prstDash val="solid"/>
            </a:ln>
          </p:spPr>
        </p:sp>
        <p:sp>
          <p:nvSpPr>
            <p:cNvPr id="1382" name="four:position-certificate:line:1111"/>
            <p:cNvSpPr>
              <a:spLocks noGrp="1"/>
            </p:cNvSpPr>
            <p:nvPr/>
          </p:nvSpPr>
          <p:spPr>
            <a:xfrm>
              <a:off x="9043988" y="2143125"/>
              <a:ext cx="953" cy="352425"/>
            </a:xfrm>
            <a:custGeom>
              <a:avLst/>
              <a:gdLst/>
              <a:ahLst/>
              <a:cxnLst/>
              <a:pathLst>
                <a:path w="953" h="352425">
                  <a:moveTo>
                    <a:pt x="0" y="0"/>
                  </a:moveTo>
                  <a:lnTo>
                    <a:pt x="0" y="352425"/>
                  </a:lnTo>
                </a:path>
              </a:pathLst>
            </a:custGeom>
            <a:noFill/>
            <a:ln w="9525">
              <a:solidFill>
                <a:srgbClr val="0072B2">
                  <a:alpha val="65000"/>
                </a:srgbClr>
              </a:solidFill>
              <a:prstDash val="dash"/>
            </a:ln>
          </p:spPr>
        </p:sp>
        <p:sp>
          <p:nvSpPr>
            <p:cNvPr id="1383" name="four:position-certificate:line:1112"/>
            <p:cNvSpPr>
              <a:spLocks noGrp="1"/>
            </p:cNvSpPr>
            <p:nvPr/>
          </p:nvSpPr>
          <p:spPr>
            <a:xfrm>
              <a:off x="9043988" y="2857500"/>
              <a:ext cx="953" cy="590550"/>
            </a:xfrm>
            <a:custGeom>
              <a:avLst/>
              <a:gdLst/>
              <a:ahLst/>
              <a:cxnLst/>
              <a:pathLst>
                <a:path w="953" h="590550">
                  <a:moveTo>
                    <a:pt x="0" y="0"/>
                  </a:moveTo>
                  <a:lnTo>
                    <a:pt x="0" y="590550"/>
                  </a:lnTo>
                </a:path>
              </a:pathLst>
            </a:custGeom>
            <a:noFill/>
            <a:ln w="9525">
              <a:solidFill>
                <a:srgbClr val="0072B2">
                  <a:alpha val="65000"/>
                </a:srgbClr>
              </a:solidFill>
              <a:prstDash val="dash"/>
            </a:ln>
          </p:spPr>
        </p:sp>
        <p:sp>
          <p:nvSpPr>
            <p:cNvPr id="1384" name="four:position-certificate:line:1113"/>
            <p:cNvSpPr>
              <a:spLocks noGrp="1"/>
            </p:cNvSpPr>
            <p:nvPr/>
          </p:nvSpPr>
          <p:spPr>
            <a:xfrm>
              <a:off x="9144000" y="2828925"/>
              <a:ext cx="953" cy="619125"/>
            </a:xfrm>
            <a:custGeom>
              <a:avLst/>
              <a:gdLst/>
              <a:ahLst/>
              <a:cxnLst/>
              <a:pathLst>
                <a:path w="953" h="619125">
                  <a:moveTo>
                    <a:pt x="0" y="0"/>
                  </a:moveTo>
                  <a:lnTo>
                    <a:pt x="0" y="619125"/>
                  </a:lnTo>
                </a:path>
              </a:pathLst>
            </a:custGeom>
            <a:noFill/>
            <a:ln w="10478">
              <a:solidFill>
                <a:srgbClr val="0072B2"/>
              </a:solidFill>
              <a:prstDash val="solid"/>
            </a:ln>
          </p:spPr>
        </p:sp>
        <p:sp>
          <p:nvSpPr>
            <p:cNvPr id="1385" name="four:position-certificate:line:1114"/>
            <p:cNvSpPr>
              <a:spLocks noGrp="1"/>
            </p:cNvSpPr>
            <p:nvPr/>
          </p:nvSpPr>
          <p:spPr>
            <a:xfrm>
              <a:off x="9043988" y="3381375"/>
              <a:ext cx="100013" cy="953"/>
            </a:xfrm>
            <a:custGeom>
              <a:avLst/>
              <a:gdLst/>
              <a:ahLst/>
              <a:cxnLst/>
              <a:pathLst>
                <a:path w="100013" h="953">
                  <a:moveTo>
                    <a:pt x="0" y="0"/>
                  </a:moveTo>
                  <a:lnTo>
                    <a:pt x="100013" y="0"/>
                  </a:lnTo>
                </a:path>
              </a:pathLst>
            </a:custGeom>
            <a:noFill/>
            <a:ln w="15240">
              <a:solidFill>
                <a:srgbClr val="0072B2"/>
              </a:solidFill>
              <a:prstDash val="solid"/>
            </a:ln>
          </p:spPr>
        </p:sp>
        <p:sp>
          <p:nvSpPr>
            <p:cNvPr id="1386" name="four:position-certificate:polygon:1115"/>
            <p:cNvSpPr>
              <a:spLocks noGrp="1"/>
            </p:cNvSpPr>
            <p:nvPr/>
          </p:nvSpPr>
          <p:spPr>
            <a:xfrm>
              <a:off x="9105900" y="3364992"/>
              <a:ext cx="38100" cy="32766"/>
            </a:xfrm>
            <a:custGeom>
              <a:avLst/>
              <a:gdLst/>
              <a:ahLst/>
              <a:cxnLst/>
              <a:pathLst>
                <a:path w="38100" h="32766">
                  <a:moveTo>
                    <a:pt x="38100" y="16383"/>
                  </a:moveTo>
                  <a:lnTo>
                    <a:pt x="0" y="0"/>
                  </a:lnTo>
                  <a:lnTo>
                    <a:pt x="0" y="32766"/>
                  </a:lnTo>
                  <a:close/>
                </a:path>
              </a:pathLst>
            </a:custGeom>
            <a:solidFill>
              <a:srgbClr val="0072B2"/>
            </a:solidFill>
            <a:ln w="0">
              <a:noFill/>
              <a:prstDash val="solid"/>
            </a:ln>
          </p:spPr>
        </p:sp>
        <p:sp>
          <p:nvSpPr>
            <p:cNvPr id="1387" name="four:position-certificate:polygon:1116"/>
            <p:cNvSpPr>
              <a:spLocks noGrp="1"/>
            </p:cNvSpPr>
            <p:nvPr/>
          </p:nvSpPr>
          <p:spPr>
            <a:xfrm>
              <a:off x="9043988" y="3364992"/>
              <a:ext cx="38100" cy="32766"/>
            </a:xfrm>
            <a:custGeom>
              <a:avLst/>
              <a:gdLst/>
              <a:ahLst/>
              <a:cxnLst/>
              <a:pathLst>
                <a:path w="38100" h="32766">
                  <a:moveTo>
                    <a:pt x="0" y="16383"/>
                  </a:moveTo>
                  <a:lnTo>
                    <a:pt x="38100" y="32766"/>
                  </a:lnTo>
                  <a:lnTo>
                    <a:pt x="38100" y="0"/>
                  </a:lnTo>
                  <a:close/>
                </a:path>
              </a:pathLst>
            </a:custGeom>
            <a:solidFill>
              <a:srgbClr val="0072B2"/>
            </a:solidFill>
            <a:ln w="0">
              <a:noFill/>
              <a:prstDash val="solid"/>
            </a:ln>
          </p:spPr>
        </p:sp>
        <p:sp>
          <p:nvSpPr>
            <p:cNvPr id="1388" name="four:position-certificate:textbox:1117"/>
            <p:cNvSpPr>
              <a:spLocks noGrp="1"/>
            </p:cNvSpPr>
            <p:nvPr/>
          </p:nvSpPr>
          <p:spPr>
            <a:xfrm>
              <a:off x="8617744" y="3009900"/>
              <a:ext cx="952500" cy="342900"/>
            </a:xfrm>
            <a:prstGeom prst="rect">
              <a:avLst/>
            </a:prstGeom>
            <a:solidFill>
              <a:srgbClr val="F7F9FA"/>
            </a:solidFill>
            <a:ln w="0">
              <a:noFill/>
              <a:prstDash val="solid"/>
            </a:ln>
          </p:spPr>
          <p:txBody>
            <a:bodyPr wrap="none" lIns="0" tIns="0" rIns="0" bIns="0" anchor="ctr">
              <a:normAutofit/>
            </a:bodyPr>
            <a:lstStyle>
              <a:defPPr algn="ctr">
                <a:defRPr sz="2175" b="0">
                  <a:solidFill>
                    <a:srgbClr val="0072B2"/>
                  </a:solidFill>
                  <a:latin typeface="Arial" panose="020B0604020202090204"/>
                  <a:ea typeface="Arial" panose="020B0604020202090204"/>
                  <a:cs typeface="Arial" panose="020B0604020202090204"/>
                </a:defRPr>
              </a:defPPr>
            </a:lstStyle>
            <a:p>
              <a:pPr algn="ctr">
                <a:defRPr sz="2175" b="0">
                  <a:solidFill>
                    <a:srgbClr val="0072B2"/>
                  </a:solidFill>
                  <a:latin typeface="Arial" panose="020B0604020202090204"/>
                  <a:ea typeface="Arial" panose="020B0604020202090204"/>
                  <a:cs typeface="Arial" panose="020B0604020202090204"/>
                </a:defRPr>
              </a:pPr>
              <a:r>
                <a:rPr sz="2175" b="0">
                  <a:solidFill>
                    <a:srgbClr val="0072B2"/>
                  </a:solidFill>
                  <a:latin typeface="Arial" panose="020B0604020202090204"/>
                  <a:ea typeface="Arial" panose="020B0604020202090204"/>
                  <a:cs typeface="Arial" panose="020B0604020202090204"/>
                </a:rPr>
                <a:t>τ</a:t>
              </a:r>
              <a:r>
                <a:rPr sz="1565" b="0" baseline="-25000">
                  <a:solidFill>
                    <a:srgbClr val="0072B2"/>
                  </a:solidFill>
                  <a:latin typeface="Arial" panose="020B0604020202090204"/>
                  <a:ea typeface="Arial" panose="020B0604020202090204"/>
                  <a:cs typeface="Arial" panose="020B0604020202090204"/>
                </a:rPr>
                <a:t>free</a:t>
              </a:r>
              <a:endParaRPr sz="1565" b="0" baseline="-25000">
                <a:solidFill>
                  <a:srgbClr val="0072B2"/>
                </a:solidFill>
                <a:latin typeface="Arial" panose="020B0604020202090204"/>
                <a:ea typeface="Arial" panose="020B0604020202090204"/>
                <a:cs typeface="Arial" panose="020B0604020202090204"/>
              </a:endParaRPr>
            </a:p>
          </p:txBody>
        </p:sp>
        <p:sp>
          <p:nvSpPr>
            <p:cNvPr id="1389" name="four:position-certificate:textbox:1118"/>
            <p:cNvSpPr>
              <a:spLocks noGrp="1"/>
            </p:cNvSpPr>
            <p:nvPr/>
          </p:nvSpPr>
          <p:spPr>
            <a:xfrm>
              <a:off x="10010775" y="3105150"/>
              <a:ext cx="1371600" cy="238125"/>
            </a:xfrm>
            <a:prstGeom prst="rect">
              <a:avLst/>
            </a:prstGeom>
            <a:noFill/>
            <a:ln w="0">
              <a:noFill/>
              <a:prstDash val="solid"/>
            </a:ln>
          </p:spPr>
          <p:txBody>
            <a:bodyPr wrap="none" lIns="0" tIns="0" rIns="0" bIns="0" anchor="ctr">
              <a:normAutofit/>
            </a:bodyPr>
            <a:lstStyle>
              <a:defPPr algn="ctr">
                <a:defRPr sz="1425" b="0">
                  <a:solidFill>
                    <a:srgbClr val="7B8790"/>
                  </a:solidFill>
                  <a:latin typeface="Arial" panose="020B0604020202090204"/>
                  <a:ea typeface="Arial" panose="020B0604020202090204"/>
                  <a:cs typeface="Arial" panose="020B0604020202090204"/>
                </a:defRPr>
              </a:defPPr>
            </a:lstStyle>
            <a:p>
              <a:pPr algn="ctr">
                <a:defRPr sz="1425" b="0">
                  <a:solidFill>
                    <a:srgbClr val="7B8790"/>
                  </a:solidFill>
                  <a:latin typeface="Arial" panose="020B0604020202090204"/>
                  <a:ea typeface="Arial" panose="020B0604020202090204"/>
                  <a:cs typeface="Arial" panose="020B0604020202090204"/>
                </a:defRPr>
              </a:pPr>
              <a:r>
                <a:rPr sz="1425" b="0">
                  <a:solidFill>
                    <a:srgbClr val="7B8790"/>
                  </a:solidFill>
                  <a:latin typeface="Arial" panose="020B0604020202090204"/>
                  <a:ea typeface="Arial" panose="020B0604020202090204"/>
                  <a:cs typeface="Arial" panose="020B0604020202090204"/>
                </a:rPr>
                <a:t>Geometry cost</a:t>
              </a:r>
              <a:endParaRPr sz="1425" b="0">
                <a:solidFill>
                  <a:srgbClr val="7B8790"/>
                </a:solidFill>
                <a:latin typeface="Arial" panose="020B0604020202090204"/>
                <a:ea typeface="Arial" panose="020B0604020202090204"/>
                <a:cs typeface="Arial" panose="020B0604020202090204"/>
              </a:endParaRPr>
            </a:p>
          </p:txBody>
        </p:sp>
        <p:sp>
          <p:nvSpPr>
            <p:cNvPr id="1390" name="four:position-certificate:line:1119"/>
            <p:cNvSpPr>
              <a:spLocks noGrp="1"/>
            </p:cNvSpPr>
            <p:nvPr/>
          </p:nvSpPr>
          <p:spPr>
            <a:xfrm>
              <a:off x="13115925" y="2143125"/>
              <a:ext cx="953" cy="352425"/>
            </a:xfrm>
            <a:custGeom>
              <a:avLst/>
              <a:gdLst/>
              <a:ahLst/>
              <a:cxnLst/>
              <a:pathLst>
                <a:path w="953" h="352425">
                  <a:moveTo>
                    <a:pt x="0" y="0"/>
                  </a:moveTo>
                  <a:lnTo>
                    <a:pt x="0" y="352425"/>
                  </a:lnTo>
                </a:path>
              </a:pathLst>
            </a:custGeom>
            <a:noFill/>
            <a:ln w="11430">
              <a:solidFill>
                <a:srgbClr val="CC79A7">
                  <a:alpha val="70000"/>
                </a:srgbClr>
              </a:solidFill>
              <a:prstDash val="dash"/>
            </a:ln>
          </p:spPr>
        </p:sp>
        <p:sp>
          <p:nvSpPr>
            <p:cNvPr id="1391" name="four:position-certificate:line:1120"/>
            <p:cNvSpPr>
              <a:spLocks noGrp="1"/>
            </p:cNvSpPr>
            <p:nvPr/>
          </p:nvSpPr>
          <p:spPr>
            <a:xfrm>
              <a:off x="13115925" y="2857500"/>
              <a:ext cx="953" cy="590550"/>
            </a:xfrm>
            <a:custGeom>
              <a:avLst/>
              <a:gdLst/>
              <a:ahLst/>
              <a:cxnLst/>
              <a:pathLst>
                <a:path w="953" h="590550">
                  <a:moveTo>
                    <a:pt x="0" y="0"/>
                  </a:moveTo>
                  <a:lnTo>
                    <a:pt x="0" y="590550"/>
                  </a:lnTo>
                </a:path>
              </a:pathLst>
            </a:custGeom>
            <a:noFill/>
            <a:ln w="11430">
              <a:solidFill>
                <a:srgbClr val="CC79A7">
                  <a:alpha val="70000"/>
                </a:srgbClr>
              </a:solidFill>
              <a:prstDash val="dash"/>
            </a:ln>
          </p:spPr>
        </p:sp>
        <p:sp>
          <p:nvSpPr>
            <p:cNvPr id="1392" name="four:position-certificate:line:1121"/>
            <p:cNvSpPr>
              <a:spLocks noGrp="1"/>
            </p:cNvSpPr>
            <p:nvPr/>
          </p:nvSpPr>
          <p:spPr>
            <a:xfrm>
              <a:off x="14382750" y="2828925"/>
              <a:ext cx="953" cy="619125"/>
            </a:xfrm>
            <a:custGeom>
              <a:avLst/>
              <a:gdLst/>
              <a:ahLst/>
              <a:cxnLst/>
              <a:pathLst>
                <a:path w="953" h="619125">
                  <a:moveTo>
                    <a:pt x="0" y="0"/>
                  </a:moveTo>
                  <a:lnTo>
                    <a:pt x="0" y="619125"/>
                  </a:lnTo>
                </a:path>
              </a:pathLst>
            </a:custGeom>
            <a:noFill/>
            <a:ln w="11430">
              <a:solidFill>
                <a:srgbClr val="CC79A7"/>
              </a:solidFill>
              <a:prstDash val="solid"/>
            </a:ln>
          </p:spPr>
        </p:sp>
        <p:sp>
          <p:nvSpPr>
            <p:cNvPr id="1393" name="four:position-certificate:line:1122"/>
            <p:cNvSpPr>
              <a:spLocks noGrp="1"/>
            </p:cNvSpPr>
            <p:nvPr/>
          </p:nvSpPr>
          <p:spPr>
            <a:xfrm>
              <a:off x="13115925" y="3381375"/>
              <a:ext cx="1266825" cy="953"/>
            </a:xfrm>
            <a:custGeom>
              <a:avLst/>
              <a:gdLst/>
              <a:ahLst/>
              <a:cxnLst/>
              <a:pathLst>
                <a:path w="1266825" h="953">
                  <a:moveTo>
                    <a:pt x="0" y="0"/>
                  </a:moveTo>
                  <a:lnTo>
                    <a:pt x="1266825" y="0"/>
                  </a:lnTo>
                </a:path>
              </a:pathLst>
            </a:custGeom>
            <a:noFill/>
            <a:ln w="15240">
              <a:solidFill>
                <a:srgbClr val="CC79A7"/>
              </a:solidFill>
              <a:prstDash val="solid"/>
            </a:ln>
          </p:spPr>
        </p:sp>
        <p:sp>
          <p:nvSpPr>
            <p:cNvPr id="1394" name="four:position-certificate:polygon:1123"/>
            <p:cNvSpPr>
              <a:spLocks noGrp="1"/>
            </p:cNvSpPr>
            <p:nvPr/>
          </p:nvSpPr>
          <p:spPr>
            <a:xfrm>
              <a:off x="14325600" y="3356801"/>
              <a:ext cx="57150" cy="49149"/>
            </a:xfrm>
            <a:custGeom>
              <a:avLst/>
              <a:gdLst/>
              <a:ahLst/>
              <a:cxnLst/>
              <a:pathLst>
                <a:path w="57150" h="49149">
                  <a:moveTo>
                    <a:pt x="57150" y="24574"/>
                  </a:moveTo>
                  <a:lnTo>
                    <a:pt x="0" y="0"/>
                  </a:lnTo>
                  <a:lnTo>
                    <a:pt x="0" y="49149"/>
                  </a:lnTo>
                  <a:close/>
                </a:path>
              </a:pathLst>
            </a:custGeom>
            <a:solidFill>
              <a:srgbClr val="CC79A7"/>
            </a:solidFill>
            <a:ln w="0">
              <a:noFill/>
              <a:prstDash val="solid"/>
            </a:ln>
          </p:spPr>
        </p:sp>
        <p:sp>
          <p:nvSpPr>
            <p:cNvPr id="1395" name="four:position-certificate:polygon:1124"/>
            <p:cNvSpPr>
              <a:spLocks noGrp="1"/>
            </p:cNvSpPr>
            <p:nvPr/>
          </p:nvSpPr>
          <p:spPr>
            <a:xfrm>
              <a:off x="13115925" y="3356801"/>
              <a:ext cx="57150" cy="49149"/>
            </a:xfrm>
            <a:custGeom>
              <a:avLst/>
              <a:gdLst/>
              <a:ahLst/>
              <a:cxnLst/>
              <a:pathLst>
                <a:path w="57150" h="49149">
                  <a:moveTo>
                    <a:pt x="0" y="24574"/>
                  </a:moveTo>
                  <a:lnTo>
                    <a:pt x="57150" y="49149"/>
                  </a:lnTo>
                  <a:lnTo>
                    <a:pt x="57150" y="0"/>
                  </a:lnTo>
                  <a:close/>
                </a:path>
              </a:pathLst>
            </a:custGeom>
            <a:solidFill>
              <a:srgbClr val="CC79A7"/>
            </a:solidFill>
            <a:ln w="0">
              <a:noFill/>
              <a:prstDash val="solid"/>
            </a:ln>
          </p:spPr>
        </p:sp>
        <p:sp>
          <p:nvSpPr>
            <p:cNvPr id="1396" name="four:position-certificate:textbox:1125"/>
            <p:cNvSpPr>
              <a:spLocks noGrp="1"/>
            </p:cNvSpPr>
            <p:nvPr/>
          </p:nvSpPr>
          <p:spPr>
            <a:xfrm>
              <a:off x="13425488" y="3009900"/>
              <a:ext cx="647700" cy="342900"/>
            </a:xfrm>
            <a:prstGeom prst="rect">
              <a:avLst/>
            </a:prstGeom>
            <a:solidFill>
              <a:srgbClr val="F7F9FA"/>
            </a:solidFill>
            <a:ln w="0">
              <a:noFill/>
              <a:prstDash val="solid"/>
            </a:ln>
          </p:spPr>
          <p:txBody>
            <a:bodyPr wrap="none" lIns="0" tIns="0" rIns="0" bIns="0" anchor="ctr">
              <a:normAutofit/>
            </a:bodyPr>
            <a:lstStyle>
              <a:defPPr algn="ctr">
                <a:defRPr sz="2175" b="0">
                  <a:solidFill>
                    <a:srgbClr val="CC79A7"/>
                  </a:solidFill>
                  <a:latin typeface="Arial" panose="020B0604020202090204"/>
                  <a:ea typeface="Arial" panose="020B0604020202090204"/>
                  <a:cs typeface="Arial" panose="020B0604020202090204"/>
                </a:defRPr>
              </a:defPPr>
            </a:lstStyle>
            <a:p>
              <a:pPr algn="ctr">
                <a:defRPr sz="2175" b="0">
                  <a:solidFill>
                    <a:srgbClr val="CC79A7"/>
                  </a:solidFill>
                  <a:latin typeface="Arial" panose="020B0604020202090204"/>
                  <a:ea typeface="Arial" panose="020B0604020202090204"/>
                  <a:cs typeface="Arial" panose="020B0604020202090204"/>
                </a:defRPr>
              </a:pPr>
              <a:r>
                <a:rPr sz="2175" b="0">
                  <a:solidFill>
                    <a:srgbClr val="CC79A7"/>
                  </a:solidFill>
                  <a:latin typeface="Arial" panose="020B0604020202090204"/>
                  <a:ea typeface="Arial" panose="020B0604020202090204"/>
                  <a:cs typeface="Arial" panose="020B0604020202090204"/>
                </a:rPr>
                <a:t>τ</a:t>
              </a:r>
              <a:r>
                <a:rPr sz="1565" b="0" baseline="32000">
                  <a:solidFill>
                    <a:srgbClr val="CC79A7"/>
                  </a:solidFill>
                  <a:latin typeface="Arial" panose="020B0604020202090204"/>
                  <a:ea typeface="Arial" panose="020B0604020202090204"/>
                  <a:cs typeface="Arial" panose="020B0604020202090204"/>
                </a:rPr>
                <a:t>*</a:t>
              </a:r>
              <a:endParaRPr sz="1565" b="0" baseline="32000">
                <a:solidFill>
                  <a:srgbClr val="CC79A7"/>
                </a:solidFill>
                <a:latin typeface="Arial" panose="020B0604020202090204"/>
                <a:ea typeface="Arial" panose="020B0604020202090204"/>
                <a:cs typeface="Arial" panose="020B0604020202090204"/>
              </a:endParaRPr>
            </a:p>
          </p:txBody>
        </p:sp>
        <p:sp>
          <p:nvSpPr>
            <p:cNvPr id="1397" name="four:position-certificate:textbox:1126"/>
            <p:cNvSpPr>
              <a:spLocks noGrp="1"/>
            </p:cNvSpPr>
            <p:nvPr/>
          </p:nvSpPr>
          <p:spPr>
            <a:xfrm>
              <a:off x="8629650" y="3629025"/>
              <a:ext cx="2857500" cy="342900"/>
            </a:xfrm>
            <a:prstGeom prst="rect">
              <a:avLst/>
            </a:prstGeom>
            <a:noFill/>
            <a:ln w="0">
              <a:noFill/>
              <a:prstDash val="solid"/>
            </a:ln>
          </p:spPr>
          <p:txBody>
            <a:bodyPr wrap="none" lIns="0" tIns="0" rIns="0" bIns="0" anchor="ctr">
              <a:normAutofit/>
            </a:bodyPr>
            <a:lstStyle>
              <a:defPPr algn="ctr">
                <a:defRPr sz="1875" b="0">
                  <a:solidFill>
                    <a:srgbClr val="263238"/>
                  </a:solidFill>
                  <a:latin typeface="Arial" panose="020B0604020202090204"/>
                  <a:ea typeface="Arial" panose="020B0604020202090204"/>
                  <a:cs typeface="Arial" panose="020B0604020202090204"/>
                </a:defRPr>
              </a:defPPr>
              <a:lvl1pPr algn="ctr">
                <a:defRPr sz="1875" b="0">
                  <a:solidFill>
                    <a:srgbClr val="263238"/>
                  </a:solidFill>
                  <a:latin typeface="Arial" panose="020B0604020202090204"/>
                  <a:ea typeface="Arial" panose="020B0604020202090204"/>
                  <a:cs typeface="Arial" panose="020B0604020202090204"/>
                </a:defRPr>
              </a:lvl1pPr>
              <a:lvl2pPr algn="ctr">
                <a:defRPr sz="1875" b="0">
                  <a:solidFill>
                    <a:srgbClr val="263238"/>
                  </a:solidFill>
                  <a:latin typeface="Arial" panose="020B0604020202090204"/>
                  <a:ea typeface="Arial" panose="020B0604020202090204"/>
                  <a:cs typeface="Arial" panose="020B0604020202090204"/>
                </a:defRPr>
              </a:lvl2pPr>
              <a:lvl3pPr algn="ctr">
                <a:defRPr sz="1875" b="0">
                  <a:solidFill>
                    <a:srgbClr val="263238"/>
                  </a:solidFill>
                  <a:latin typeface="Arial" panose="020B0604020202090204"/>
                  <a:ea typeface="Arial" panose="020B0604020202090204"/>
                  <a:cs typeface="Arial" panose="020B0604020202090204"/>
                </a:defRPr>
              </a:lvl3pPr>
              <a:lvl4pPr algn="ctr">
                <a:defRPr sz="1875" b="0">
                  <a:solidFill>
                    <a:srgbClr val="263238"/>
                  </a:solidFill>
                  <a:latin typeface="Arial" panose="020B0604020202090204"/>
                  <a:ea typeface="Arial" panose="020B0604020202090204"/>
                  <a:cs typeface="Arial" panose="020B0604020202090204"/>
                </a:defRPr>
              </a:lvl4pPr>
              <a:lvl5pPr algn="ctr">
                <a:defRPr sz="1875" b="0">
                  <a:solidFill>
                    <a:srgbClr val="263238"/>
                  </a:solidFill>
                  <a:latin typeface="Arial" panose="020B0604020202090204"/>
                  <a:ea typeface="Arial" panose="020B0604020202090204"/>
                  <a:cs typeface="Arial" panose="020B0604020202090204"/>
                </a:defRPr>
              </a:lvl5pPr>
              <a:lvl6pPr algn="ctr">
                <a:defRPr sz="1875" b="0">
                  <a:solidFill>
                    <a:srgbClr val="263238"/>
                  </a:solidFill>
                  <a:latin typeface="Arial" panose="020B0604020202090204"/>
                  <a:ea typeface="Arial" panose="020B0604020202090204"/>
                  <a:cs typeface="Arial" panose="020B0604020202090204"/>
                </a:defRPr>
              </a:lvl6pPr>
              <a:lvl7pPr algn="ctr">
                <a:defRPr sz="1875" b="0">
                  <a:solidFill>
                    <a:srgbClr val="263238"/>
                  </a:solidFill>
                  <a:latin typeface="Arial" panose="020B0604020202090204"/>
                  <a:ea typeface="Arial" panose="020B0604020202090204"/>
                  <a:cs typeface="Arial" panose="020B0604020202090204"/>
                </a:defRPr>
              </a:lvl7pPr>
              <a:lvl8pPr algn="ctr">
                <a:defRPr sz="1875" b="0">
                  <a:solidFill>
                    <a:srgbClr val="263238"/>
                  </a:solidFill>
                  <a:latin typeface="Arial" panose="020B0604020202090204"/>
                  <a:ea typeface="Arial" panose="020B0604020202090204"/>
                  <a:cs typeface="Arial" panose="020B0604020202090204"/>
                </a:defRPr>
              </a:lvl8pPr>
              <a:lvl9pPr algn="ctr">
                <a:defRPr sz="1875" b="0">
                  <a:solidFill>
                    <a:srgbClr val="263238"/>
                  </a:solidFill>
                  <a:latin typeface="Arial" panose="020B0604020202090204"/>
                  <a:ea typeface="Arial" panose="020B0604020202090204"/>
                  <a:cs typeface="Arial" panose="020B0604020202090204"/>
                </a:defRPr>
              </a:lvl9pPr>
            </a:lstStyle>
            <a:p>
              <a:pPr algn="ctr">
                <a:buNone/>
                <a:defRPr sz="1875" b="0">
                  <a:solidFill>
                    <a:srgbClr val="263238"/>
                  </a:solidFill>
                  <a:latin typeface="Arial" panose="020B0604020202090204"/>
                  <a:ea typeface="Arial" panose="020B0604020202090204"/>
                  <a:cs typeface="Arial" panose="020B0604020202090204"/>
                </a:defRPr>
              </a:pPr>
              <a:r>
                <a:rPr sz="1875" b="0">
                  <a:solidFill>
                    <a:srgbClr val="263238"/>
                  </a:solidFill>
                  <a:latin typeface="Arial" panose="020B0604020202090204"/>
                  <a:ea typeface="Arial" panose="020B0604020202090204"/>
                  <a:cs typeface="Arial" panose="020B0604020202090204"/>
                </a:rPr>
                <a:t>τ</a:t>
              </a:r>
              <a:r>
                <a:rPr sz="1350" b="0" baseline="-25000">
                  <a:solidFill>
                    <a:srgbClr val="263238"/>
                  </a:solidFill>
                  <a:latin typeface="Arial" panose="020B0604020202090204"/>
                  <a:ea typeface="Arial" panose="020B0604020202090204"/>
                  <a:cs typeface="Arial" panose="020B0604020202090204"/>
                </a:rPr>
                <a:t>free</a:t>
              </a:r>
              <a:endParaRPr sz="1350" b="0" baseline="-25000">
                <a:solidFill>
                  <a:srgbClr val="263238"/>
                </a:solidFill>
                <a:latin typeface="Arial" panose="020B0604020202090204"/>
                <a:ea typeface="Arial" panose="020B0604020202090204"/>
                <a:cs typeface="Arial" panose="020B0604020202090204"/>
              </a:endParaRPr>
            </a:p>
          </p:txBody>
        </p:sp>
        <p:sp>
          <p:nvSpPr>
            <p:cNvPr id="1398" name="four:position-certificate:textbox:1127"/>
            <p:cNvSpPr>
              <a:spLocks noGrp="1"/>
            </p:cNvSpPr>
            <p:nvPr/>
          </p:nvSpPr>
          <p:spPr>
            <a:xfrm>
              <a:off x="11811000" y="3629025"/>
              <a:ext cx="3009900" cy="342900"/>
            </a:xfrm>
            <a:prstGeom prst="rect">
              <a:avLst/>
            </a:prstGeom>
            <a:noFill/>
            <a:ln w="0">
              <a:noFill/>
              <a:prstDash val="solid"/>
            </a:ln>
          </p:spPr>
          <p:txBody>
            <a:bodyPr wrap="none" lIns="0" tIns="0" rIns="0" bIns="0" anchor="ctr">
              <a:normAutofit/>
            </a:bodyPr>
            <a:lstStyle>
              <a:defPPr algn="ctr">
                <a:defRPr sz="1950" b="0">
                  <a:solidFill>
                    <a:srgbClr val="263238"/>
                  </a:solidFill>
                  <a:latin typeface="Arial" panose="020B0604020202090204"/>
                  <a:ea typeface="Arial" panose="020B0604020202090204"/>
                  <a:cs typeface="Arial" panose="020B0604020202090204"/>
                </a:defRPr>
              </a:defPPr>
              <a:lvl1pPr algn="ctr">
                <a:defRPr sz="1950" b="0">
                  <a:solidFill>
                    <a:srgbClr val="263238"/>
                  </a:solidFill>
                  <a:latin typeface="Arial" panose="020B0604020202090204"/>
                  <a:ea typeface="Arial" panose="020B0604020202090204"/>
                  <a:cs typeface="Arial" panose="020B0604020202090204"/>
                </a:defRPr>
              </a:lvl1pPr>
              <a:lvl2pPr algn="ctr">
                <a:defRPr sz="1950" b="0">
                  <a:solidFill>
                    <a:srgbClr val="263238"/>
                  </a:solidFill>
                  <a:latin typeface="Arial" panose="020B0604020202090204"/>
                  <a:ea typeface="Arial" panose="020B0604020202090204"/>
                  <a:cs typeface="Arial" panose="020B0604020202090204"/>
                </a:defRPr>
              </a:lvl2pPr>
              <a:lvl3pPr algn="ctr">
                <a:defRPr sz="1950" b="0">
                  <a:solidFill>
                    <a:srgbClr val="263238"/>
                  </a:solidFill>
                  <a:latin typeface="Arial" panose="020B0604020202090204"/>
                  <a:ea typeface="Arial" panose="020B0604020202090204"/>
                  <a:cs typeface="Arial" panose="020B0604020202090204"/>
                </a:defRPr>
              </a:lvl3pPr>
              <a:lvl4pPr algn="ctr">
                <a:defRPr sz="1950" b="0">
                  <a:solidFill>
                    <a:srgbClr val="263238"/>
                  </a:solidFill>
                  <a:latin typeface="Arial" panose="020B0604020202090204"/>
                  <a:ea typeface="Arial" panose="020B0604020202090204"/>
                  <a:cs typeface="Arial" panose="020B0604020202090204"/>
                </a:defRPr>
              </a:lvl4pPr>
              <a:lvl5pPr algn="ctr">
                <a:defRPr sz="1950" b="0">
                  <a:solidFill>
                    <a:srgbClr val="263238"/>
                  </a:solidFill>
                  <a:latin typeface="Arial" panose="020B0604020202090204"/>
                  <a:ea typeface="Arial" panose="020B0604020202090204"/>
                  <a:cs typeface="Arial" panose="020B0604020202090204"/>
                </a:defRPr>
              </a:lvl5pPr>
              <a:lvl6pPr algn="ctr">
                <a:defRPr sz="1950" b="0">
                  <a:solidFill>
                    <a:srgbClr val="263238"/>
                  </a:solidFill>
                  <a:latin typeface="Arial" panose="020B0604020202090204"/>
                  <a:ea typeface="Arial" panose="020B0604020202090204"/>
                  <a:cs typeface="Arial" panose="020B0604020202090204"/>
                </a:defRPr>
              </a:lvl6pPr>
              <a:lvl7pPr algn="ctr">
                <a:defRPr sz="1950" b="0">
                  <a:solidFill>
                    <a:srgbClr val="263238"/>
                  </a:solidFill>
                  <a:latin typeface="Arial" panose="020B0604020202090204"/>
                  <a:ea typeface="Arial" panose="020B0604020202090204"/>
                  <a:cs typeface="Arial" panose="020B0604020202090204"/>
                </a:defRPr>
              </a:lvl7pPr>
              <a:lvl8pPr algn="ctr">
                <a:defRPr sz="1950" b="0">
                  <a:solidFill>
                    <a:srgbClr val="263238"/>
                  </a:solidFill>
                  <a:latin typeface="Arial" panose="020B0604020202090204"/>
                  <a:ea typeface="Arial" panose="020B0604020202090204"/>
                  <a:cs typeface="Arial" panose="020B0604020202090204"/>
                </a:defRPr>
              </a:lvl8pPr>
              <a:lvl9pPr algn="ctr">
                <a:defRPr sz="1950" b="0">
                  <a:solidFill>
                    <a:srgbClr val="263238"/>
                  </a:solidFill>
                  <a:latin typeface="Arial" panose="020B0604020202090204"/>
                  <a:ea typeface="Arial" panose="020B0604020202090204"/>
                  <a:cs typeface="Arial" panose="020B0604020202090204"/>
                </a:defRPr>
              </a:lvl9pPr>
            </a:lstStyle>
            <a:p>
              <a:pPr algn="ctr">
                <a:buNone/>
                <a:defRPr sz="1950" b="0">
                  <a:solidFill>
                    <a:srgbClr val="263238"/>
                  </a:solidFill>
                  <a:latin typeface="Arial" panose="020B0604020202090204"/>
                  <a:ea typeface="Arial" panose="020B0604020202090204"/>
                  <a:cs typeface="Arial" panose="020B0604020202090204"/>
                </a:defRPr>
              </a:pPr>
              <a:r>
                <a:rPr sz="1950" b="0">
                  <a:solidFill>
                    <a:srgbClr val="263238"/>
                  </a:solidFill>
                  <a:latin typeface="Arial" panose="020B0604020202090204"/>
                  <a:ea typeface="Arial" panose="020B0604020202090204"/>
                  <a:cs typeface="Arial" panose="020B0604020202090204"/>
                </a:rPr>
                <a:t>τ</a:t>
              </a:r>
              <a:r>
                <a:rPr sz="1405" b="0" baseline="32000">
                  <a:solidFill>
                    <a:srgbClr val="263238"/>
                  </a:solidFill>
                  <a:latin typeface="Arial" panose="020B0604020202090204"/>
                  <a:ea typeface="Arial" panose="020B0604020202090204"/>
                  <a:cs typeface="Arial" panose="020B0604020202090204"/>
                </a:rPr>
                <a:t>*</a:t>
              </a:r>
              <a:endParaRPr sz="1405" b="0" baseline="32000">
                <a:solidFill>
                  <a:srgbClr val="263238"/>
                </a:solidFill>
                <a:latin typeface="Arial" panose="020B0604020202090204"/>
                <a:ea typeface="Arial" panose="020B0604020202090204"/>
                <a:cs typeface="Arial" panose="020B0604020202090204"/>
              </a:endParaRPr>
            </a:p>
          </p:txBody>
        </p:sp>
      </p:grpSp>
      <p:grpSp>
        <p:nvGrpSpPr>
          <p:cNvPr id="1399" name="certificate-flow"/>
          <p:cNvGrpSpPr/>
          <p:nvPr/>
        </p:nvGrpSpPr>
        <p:grpSpPr>
          <a:xfrm>
            <a:off x="0" y="0"/>
            <a:ext cx="24955500" cy="8572500"/>
            <a:chOff x="0" y="0"/>
            <a:chExt cx="24955500" cy="8572500"/>
          </a:xfrm>
        </p:grpSpPr>
        <p:sp>
          <p:nvSpPr>
            <p:cNvPr id="1400" name="four:certificate-flow:line:1128"/>
            <p:cNvSpPr>
              <a:spLocks noGrp="1"/>
            </p:cNvSpPr>
            <p:nvPr/>
          </p:nvSpPr>
          <p:spPr>
            <a:xfrm>
              <a:off x="11601450" y="4162425"/>
              <a:ext cx="953" cy="542925"/>
            </a:xfrm>
            <a:custGeom>
              <a:avLst/>
              <a:gdLst/>
              <a:ahLst/>
              <a:cxnLst/>
              <a:pathLst>
                <a:path w="953" h="542925">
                  <a:moveTo>
                    <a:pt x="0" y="0"/>
                  </a:moveTo>
                  <a:lnTo>
                    <a:pt x="0" y="542925"/>
                  </a:lnTo>
                </a:path>
              </a:pathLst>
            </a:custGeom>
            <a:noFill/>
            <a:ln w="19050">
              <a:solidFill>
                <a:srgbClr val="7895A8"/>
              </a:solidFill>
              <a:prstDash val="solid"/>
            </a:ln>
          </p:spPr>
        </p:sp>
        <p:sp>
          <p:nvSpPr>
            <p:cNvPr id="1401" name="four:certificate-flow:polygon:1129"/>
            <p:cNvSpPr>
              <a:spLocks noGrp="1"/>
            </p:cNvSpPr>
            <p:nvPr/>
          </p:nvSpPr>
          <p:spPr>
            <a:xfrm>
              <a:off x="11564588" y="4619625"/>
              <a:ext cx="73723" cy="85725"/>
            </a:xfrm>
            <a:custGeom>
              <a:avLst/>
              <a:gdLst/>
              <a:ahLst/>
              <a:cxnLst/>
              <a:pathLst>
                <a:path w="73723" h="85725">
                  <a:moveTo>
                    <a:pt x="36862" y="85725"/>
                  </a:moveTo>
                  <a:lnTo>
                    <a:pt x="73723" y="0"/>
                  </a:lnTo>
                  <a:lnTo>
                    <a:pt x="0" y="0"/>
                  </a:lnTo>
                  <a:close/>
                </a:path>
              </a:pathLst>
            </a:custGeom>
            <a:solidFill>
              <a:srgbClr val="7895A8"/>
            </a:solidFill>
            <a:ln w="0">
              <a:noFill/>
              <a:prstDash val="solid"/>
            </a:ln>
          </p:spPr>
        </p:sp>
        <p:sp>
          <p:nvSpPr>
            <p:cNvPr id="1402" name="four:certificate-flow:textbox:1130"/>
            <p:cNvSpPr>
              <a:spLocks noGrp="1"/>
            </p:cNvSpPr>
            <p:nvPr/>
          </p:nvSpPr>
          <p:spPr>
            <a:xfrm>
              <a:off x="8572500" y="4257675"/>
              <a:ext cx="2857500" cy="342900"/>
            </a:xfrm>
            <a:prstGeom prst="rect">
              <a:avLst/>
            </a:prstGeom>
            <a:noFill/>
            <a:ln w="0">
              <a:noFill/>
              <a:prstDash val="solid"/>
            </a:ln>
          </p:spPr>
          <p:txBody>
            <a:bodyPr wrap="none" lIns="0" tIns="0" rIns="0" bIns="0" anchor="ctr">
              <a:normAutofit/>
            </a:bodyPr>
            <a:lstStyle>
              <a:defPPr algn="ctr">
                <a:defRPr sz="2025" b="0">
                  <a:solidFill>
                    <a:srgbClr val="7B8790"/>
                  </a:solidFill>
                  <a:latin typeface="Arial" panose="020B0604020202090204"/>
                  <a:ea typeface="Arial" panose="020B0604020202090204"/>
                  <a:cs typeface="Arial" panose="020B0604020202090204"/>
                </a:defRPr>
              </a:defPPr>
            </a:lstStyle>
            <a:p>
              <a:pPr algn="ctr">
                <a:defRPr sz="2025" b="0">
                  <a:solidFill>
                    <a:srgbClr val="7B8790"/>
                  </a:solidFill>
                  <a:latin typeface="Arial" panose="020B0604020202090204"/>
                  <a:ea typeface="Arial" panose="020B0604020202090204"/>
                  <a:cs typeface="Arial" panose="020B0604020202090204"/>
                </a:defRPr>
              </a:pPr>
              <a:r>
                <a:rPr sz="2025" b="0">
                  <a:solidFill>
                    <a:srgbClr val="7B8790"/>
                  </a:solidFill>
                  <a:latin typeface="Arial" panose="020B0604020202090204"/>
                  <a:ea typeface="Arial" panose="020B0604020202090204"/>
                  <a:cs typeface="Arial" panose="020B0604020202090204"/>
                </a:rPr>
                <a:t>H = </a:t>
              </a:r>
              <a:r>
                <a:rPr sz="2025" b="0">
                  <a:solidFill>
                    <a:srgbClr val="7B8790"/>
                  </a:solidFill>
                  <a:latin typeface="Arial" panose="020B0604020202090204"/>
                  <a:ea typeface="Arial" panose="020B0604020202090204"/>
                  <a:cs typeface="Arial" panose="020B0604020202090204"/>
                </a:rPr>
                <a:t>τ</a:t>
              </a:r>
              <a:r>
                <a:rPr sz="1460" b="0" baseline="32000">
                  <a:solidFill>
                    <a:srgbClr val="7B8790"/>
                  </a:solidFill>
                  <a:latin typeface="Arial" panose="020B0604020202090204"/>
                  <a:ea typeface="Arial" panose="020B0604020202090204"/>
                  <a:cs typeface="Arial" panose="020B0604020202090204"/>
                </a:rPr>
                <a:t>*</a:t>
              </a:r>
              <a:r>
                <a:rPr sz="2025" b="0">
                  <a:solidFill>
                    <a:srgbClr val="7B8790"/>
                  </a:solidFill>
                  <a:latin typeface="Arial" panose="020B0604020202090204"/>
                  <a:ea typeface="Arial" panose="020B0604020202090204"/>
                  <a:cs typeface="Arial" panose="020B0604020202090204"/>
                </a:rPr>
                <a:t> − </a:t>
              </a:r>
              <a:r>
                <a:rPr sz="2025" b="0">
                  <a:solidFill>
                    <a:srgbClr val="7B8790"/>
                  </a:solidFill>
                  <a:latin typeface="Arial" panose="020B0604020202090204"/>
                  <a:ea typeface="Arial" panose="020B0604020202090204"/>
                  <a:cs typeface="Arial" panose="020B0604020202090204"/>
                </a:rPr>
                <a:t>τ</a:t>
              </a:r>
              <a:r>
                <a:rPr sz="1460" b="0" baseline="-25000">
                  <a:solidFill>
                    <a:srgbClr val="7B8790"/>
                  </a:solidFill>
                  <a:latin typeface="Arial" panose="020B0604020202090204"/>
                  <a:ea typeface="Arial" panose="020B0604020202090204"/>
                  <a:cs typeface="Arial" panose="020B0604020202090204"/>
                </a:rPr>
                <a:t>free</a:t>
              </a:r>
              <a:endParaRPr sz="1460" b="0" baseline="-25000">
                <a:solidFill>
                  <a:srgbClr val="7B8790"/>
                </a:solidFill>
                <a:latin typeface="Arial" panose="020B0604020202090204"/>
                <a:ea typeface="Arial" panose="020B0604020202090204"/>
                <a:cs typeface="Arial" panose="020B0604020202090204"/>
              </a:endParaRPr>
            </a:p>
          </p:txBody>
        </p:sp>
        <p:sp>
          <p:nvSpPr>
            <p:cNvPr id="1403" name="four:certificate-flow:textbox:1131"/>
            <p:cNvSpPr>
              <a:spLocks noGrp="1"/>
            </p:cNvSpPr>
            <p:nvPr/>
          </p:nvSpPr>
          <p:spPr>
            <a:xfrm>
              <a:off x="11830050" y="4257675"/>
              <a:ext cx="1524000" cy="342900"/>
            </a:xfrm>
            <a:prstGeom prst="rect">
              <a:avLst/>
            </a:prstGeom>
            <a:noFill/>
            <a:ln w="0">
              <a:noFill/>
              <a:prstDash val="solid"/>
            </a:ln>
          </p:spPr>
          <p:txBody>
            <a:bodyPr wrap="none" lIns="0" tIns="0" rIns="0" bIns="0" anchor="ctr">
              <a:normAutofit/>
            </a:bodyPr>
            <a:lstStyle>
              <a:defPPr algn="ctr">
                <a:defRPr sz="2250" b="0">
                  <a:solidFill>
                    <a:srgbClr val="7B8790"/>
                  </a:solidFill>
                  <a:latin typeface="Arial" panose="020B0604020202090204"/>
                  <a:ea typeface="Arial" panose="020B0604020202090204"/>
                  <a:cs typeface="Arial" panose="020B0604020202090204"/>
                </a:defRPr>
              </a:defPPr>
            </a:lstStyle>
            <a:p>
              <a:pPr algn="ctr">
                <a:defRPr sz="2250" b="0">
                  <a:solidFill>
                    <a:srgbClr val="7B8790"/>
                  </a:solidFill>
                  <a:latin typeface="Arial" panose="020B0604020202090204"/>
                  <a:ea typeface="Arial" panose="020B0604020202090204"/>
                  <a:cs typeface="Arial" panose="020B0604020202090204"/>
                </a:defRPr>
              </a:pPr>
              <a:r>
                <a:rPr sz="2250" b="0">
                  <a:solidFill>
                    <a:srgbClr val="7B8790"/>
                  </a:solidFill>
                  <a:latin typeface="Arial" panose="020B0604020202090204"/>
                  <a:ea typeface="Arial" panose="020B0604020202090204"/>
                  <a:cs typeface="Arial" panose="020B0604020202090204"/>
                </a:rPr>
                <a:t>H &gt; θ</a:t>
              </a:r>
              <a:endParaRPr sz="2250" b="0">
                <a:solidFill>
                  <a:srgbClr val="7B8790"/>
                </a:solidFill>
                <a:latin typeface="Arial" panose="020B0604020202090204"/>
                <a:ea typeface="Arial" panose="020B0604020202090204"/>
                <a:cs typeface="Arial" panose="020B0604020202090204"/>
              </a:endParaRPr>
            </a:p>
          </p:txBody>
        </p:sp>
      </p:grpSp>
      <p:grpSp>
        <p:nvGrpSpPr>
          <p:cNvPr id="1404" name="selective-relaxation"/>
          <p:cNvGrpSpPr/>
          <p:nvPr/>
        </p:nvGrpSpPr>
        <p:grpSpPr>
          <a:xfrm>
            <a:off x="0" y="0"/>
            <a:ext cx="24955500" cy="8572500"/>
            <a:chOff x="0" y="0"/>
            <a:chExt cx="24955500" cy="8572500"/>
          </a:xfrm>
        </p:grpSpPr>
        <p:sp>
          <p:nvSpPr>
            <p:cNvPr id="1405" name="four:selective-relaxation:textbox:1132"/>
            <p:cNvSpPr>
              <a:spLocks noGrp="1"/>
            </p:cNvSpPr>
            <p:nvPr/>
          </p:nvSpPr>
          <p:spPr>
            <a:xfrm>
              <a:off x="8572500" y="4867275"/>
              <a:ext cx="4219575" cy="304800"/>
            </a:xfrm>
            <a:prstGeom prst="rect">
              <a:avLst/>
            </a:prstGeom>
            <a:noFill/>
            <a:ln w="0">
              <a:noFill/>
              <a:prstDash val="solid"/>
            </a:ln>
          </p:spPr>
          <p:txBody>
            <a:bodyPr wrap="none" lIns="0" tIns="0" rIns="0" bIns="0" anchor="ctr">
              <a:normAutofit/>
            </a:bodyPr>
            <a:lstStyle>
              <a:defPPr algn="l">
                <a:defRPr sz="1875" b="1">
                  <a:solidFill>
                    <a:srgbClr val="263238"/>
                  </a:solidFill>
                  <a:latin typeface="Arial" panose="020B0604020202090204"/>
                  <a:ea typeface="Arial" panose="020B0604020202090204"/>
                  <a:cs typeface="Arial" panose="020B0604020202090204"/>
                </a:defRPr>
              </a:defPPr>
            </a:lstStyle>
            <a:p>
              <a:pPr algn="l">
                <a:defRPr sz="1875" b="1">
                  <a:solidFill>
                    <a:srgbClr val="263238"/>
                  </a:solidFill>
                  <a:latin typeface="Arial" panose="020B0604020202090204"/>
                  <a:ea typeface="Arial" panose="020B0604020202090204"/>
                  <a:cs typeface="Arial" panose="020B0604020202090204"/>
                </a:defRPr>
              </a:pPr>
              <a:r>
                <a:rPr sz="1875" b="1">
                  <a:solidFill>
                    <a:srgbClr val="263238"/>
                  </a:solidFill>
                  <a:latin typeface="Arial" panose="020B0604020202090204"/>
                  <a:ea typeface="Arial" panose="020B0604020202090204"/>
                  <a:cs typeface="Arial" panose="020B0604020202090204"/>
                </a:rPr>
                <a:t>Selective relaxation</a:t>
              </a:r>
              <a:endParaRPr sz="1875" b="1">
                <a:solidFill>
                  <a:srgbClr val="263238"/>
                </a:solidFill>
                <a:latin typeface="Arial" panose="020B0604020202090204"/>
                <a:ea typeface="Arial" panose="020B0604020202090204"/>
                <a:cs typeface="Arial" panose="020B0604020202090204"/>
              </a:endParaRPr>
            </a:p>
          </p:txBody>
        </p:sp>
        <p:sp>
          <p:nvSpPr>
            <p:cNvPr id="1406" name="four:selective-relaxation:textbox:1133"/>
            <p:cNvSpPr>
              <a:spLocks noGrp="1"/>
            </p:cNvSpPr>
            <p:nvPr/>
          </p:nvSpPr>
          <p:spPr>
            <a:xfrm>
              <a:off x="8572500" y="5172075"/>
              <a:ext cx="1333500" cy="342900"/>
            </a:xfrm>
            <a:prstGeom prst="rect">
              <a:avLst/>
            </a:prstGeom>
            <a:noFill/>
            <a:ln w="0">
              <a:noFill/>
              <a:prstDash val="solid"/>
            </a:ln>
          </p:spPr>
          <p:txBody>
            <a:bodyPr wrap="none" lIns="0" tIns="0" rIns="0" bIns="0" anchor="ctr">
              <a:normAutofit/>
            </a:bodyPr>
            <a:lstStyle>
              <a:defPPr algn="ctr">
                <a:defRPr sz="2025" b="0">
                  <a:solidFill>
                    <a:srgbClr val="7B8790"/>
                  </a:solidFill>
                  <a:latin typeface="Arial" panose="020B0604020202090204"/>
                  <a:ea typeface="Arial" panose="020B0604020202090204"/>
                  <a:cs typeface="Arial" panose="020B0604020202090204"/>
                </a:defRPr>
              </a:defPPr>
            </a:lstStyle>
            <a:p>
              <a:pPr algn="ctr">
                <a:defRPr sz="2025" b="0">
                  <a:solidFill>
                    <a:srgbClr val="7B8790"/>
                  </a:solidFill>
                  <a:latin typeface="Arial" panose="020B0604020202090204"/>
                  <a:ea typeface="Arial" panose="020B0604020202090204"/>
                  <a:cs typeface="Arial" panose="020B0604020202090204"/>
                </a:defRPr>
              </a:pPr>
              <a:r>
                <a:rPr sz="2025" b="0">
                  <a:solidFill>
                    <a:srgbClr val="7B8790"/>
                  </a:solidFill>
                  <a:latin typeface="Arial" panose="020B0604020202090204"/>
                  <a:ea typeface="Arial" panose="020B0604020202090204"/>
                  <a:cs typeface="Arial" panose="020B0604020202090204"/>
                </a:rPr>
                <a:t>γ</a:t>
              </a:r>
              <a:r>
                <a:rPr sz="1460" b="0" baseline="-25000">
                  <a:solidFill>
                    <a:srgbClr val="7B8790"/>
                  </a:solidFill>
                  <a:latin typeface="Arial" panose="020B0604020202090204"/>
                  <a:ea typeface="Arial" panose="020B0604020202090204"/>
                  <a:cs typeface="Arial" panose="020B0604020202090204"/>
                </a:rPr>
                <a:t>v</a:t>
              </a:r>
              <a:r>
                <a:rPr sz="2025" b="0">
                  <a:solidFill>
                    <a:srgbClr val="7B8790"/>
                  </a:solidFill>
                  <a:latin typeface="Arial" panose="020B0604020202090204"/>
                  <a:ea typeface="Arial" panose="020B0604020202090204"/>
                  <a:cs typeface="Arial" panose="020B0604020202090204"/>
                </a:rPr>
                <a:t> ≤ κ</a:t>
              </a:r>
              <a:endParaRPr sz="2025" b="0">
                <a:solidFill>
                  <a:srgbClr val="7B8790"/>
                </a:solidFill>
                <a:latin typeface="Arial" panose="020B0604020202090204"/>
                <a:ea typeface="Arial" panose="020B0604020202090204"/>
                <a:cs typeface="Arial" panose="020B0604020202090204"/>
              </a:endParaRPr>
            </a:p>
          </p:txBody>
        </p:sp>
        <p:sp>
          <p:nvSpPr>
            <p:cNvPr id="1407" name="four:selective-relaxation:textbox:1134"/>
            <p:cNvSpPr>
              <a:spLocks noGrp="1"/>
            </p:cNvSpPr>
            <p:nvPr/>
          </p:nvSpPr>
          <p:spPr>
            <a:xfrm>
              <a:off x="8572500" y="5467350"/>
              <a:ext cx="1333500" cy="219075"/>
            </a:xfrm>
            <a:prstGeom prst="rect">
              <a:avLst/>
            </a:prstGeom>
            <a:noFill/>
            <a:ln w="0">
              <a:noFill/>
              <a:prstDash val="solid"/>
            </a:ln>
          </p:spPr>
          <p:txBody>
            <a:bodyPr wrap="none" lIns="0" tIns="0" rIns="0" bIns="0" anchor="ctr">
              <a:normAutofit/>
            </a:bodyPr>
            <a:lstStyle>
              <a:defPPr algn="ctr">
                <a:defRPr sz="1425" b="1">
                  <a:solidFill>
                    <a:srgbClr val="7B8790"/>
                  </a:solidFill>
                  <a:latin typeface="Arial" panose="020B0604020202090204"/>
                  <a:ea typeface="Arial" panose="020B0604020202090204"/>
                  <a:cs typeface="Arial" panose="020B0604020202090204"/>
                </a:defRPr>
              </a:defPPr>
            </a:lstStyle>
            <a:p>
              <a:pPr algn="ctr">
                <a:defRPr sz="1425" b="1">
                  <a:solidFill>
                    <a:srgbClr val="7B8790"/>
                  </a:solidFill>
                  <a:latin typeface="Arial" panose="020B0604020202090204"/>
                  <a:ea typeface="Arial" panose="020B0604020202090204"/>
                  <a:cs typeface="Arial" panose="020B0604020202090204"/>
                </a:defRPr>
              </a:pPr>
              <a:r>
                <a:rPr sz="1425" b="1">
                  <a:solidFill>
                    <a:srgbClr val="7B8790"/>
                  </a:solidFill>
                  <a:latin typeface="Arial" panose="020B0604020202090204"/>
                  <a:ea typeface="Arial" panose="020B0604020202090204"/>
                  <a:cs typeface="Arial" panose="020B0604020202090204"/>
                </a:rPr>
                <a:t>Expand</a:t>
              </a:r>
              <a:endParaRPr sz="1425" b="1">
                <a:solidFill>
                  <a:srgbClr val="7B8790"/>
                </a:solidFill>
                <a:latin typeface="Arial" panose="020B0604020202090204"/>
                <a:ea typeface="Arial" panose="020B0604020202090204"/>
                <a:cs typeface="Arial" panose="020B0604020202090204"/>
              </a:endParaRPr>
            </a:p>
          </p:txBody>
        </p:sp>
        <p:sp>
          <p:nvSpPr>
            <p:cNvPr id="1408" name="four:selective-relaxation:textbox:1135"/>
            <p:cNvSpPr>
              <a:spLocks noGrp="1"/>
            </p:cNvSpPr>
            <p:nvPr/>
          </p:nvSpPr>
          <p:spPr>
            <a:xfrm>
              <a:off x="10039350" y="5172075"/>
              <a:ext cx="1333500" cy="342900"/>
            </a:xfrm>
            <a:prstGeom prst="rect">
              <a:avLst/>
            </a:prstGeom>
            <a:noFill/>
            <a:ln w="0">
              <a:noFill/>
              <a:prstDash val="solid"/>
            </a:ln>
          </p:spPr>
          <p:txBody>
            <a:bodyPr wrap="none" lIns="0" tIns="0" rIns="0" bIns="0" anchor="ctr">
              <a:normAutofit/>
            </a:bodyPr>
            <a:lstStyle>
              <a:defPPr algn="ctr">
                <a:defRPr sz="2025" b="0">
                  <a:solidFill>
                    <a:srgbClr val="7B8790"/>
                  </a:solidFill>
                  <a:latin typeface="Arial" panose="020B0604020202090204"/>
                  <a:ea typeface="Arial" panose="020B0604020202090204"/>
                  <a:cs typeface="Arial" panose="020B0604020202090204"/>
                </a:defRPr>
              </a:defPPr>
            </a:lstStyle>
            <a:p>
              <a:pPr algn="ctr">
                <a:defRPr sz="2025" b="0">
                  <a:solidFill>
                    <a:srgbClr val="7B8790"/>
                  </a:solidFill>
                  <a:latin typeface="Arial" panose="020B0604020202090204"/>
                  <a:ea typeface="Arial" panose="020B0604020202090204"/>
                  <a:cs typeface="Arial" panose="020B0604020202090204"/>
                </a:defRPr>
              </a:pPr>
              <a:r>
                <a:rPr sz="2025" b="0">
                  <a:solidFill>
                    <a:srgbClr val="7B8790"/>
                  </a:solidFill>
                  <a:latin typeface="Arial" panose="020B0604020202090204"/>
                  <a:ea typeface="Arial" panose="020B0604020202090204"/>
                  <a:cs typeface="Arial" panose="020B0604020202090204"/>
                </a:rPr>
                <a:t>γ</a:t>
              </a:r>
              <a:r>
                <a:rPr sz="1460" b="0" baseline="-25000">
                  <a:solidFill>
                    <a:srgbClr val="7B8790"/>
                  </a:solidFill>
                  <a:latin typeface="Arial" panose="020B0604020202090204"/>
                  <a:ea typeface="Arial" panose="020B0604020202090204"/>
                  <a:cs typeface="Arial" panose="020B0604020202090204"/>
                </a:rPr>
                <a:t>v</a:t>
              </a:r>
              <a:r>
                <a:rPr sz="2025" b="0">
                  <a:solidFill>
                    <a:srgbClr val="7B8790"/>
                  </a:solidFill>
                  <a:latin typeface="Arial" panose="020B0604020202090204"/>
                  <a:ea typeface="Arial" panose="020B0604020202090204"/>
                  <a:cs typeface="Arial" panose="020B0604020202090204"/>
                </a:rPr>
                <a:t> &gt; κ</a:t>
              </a:r>
              <a:endParaRPr sz="2025" b="0">
                <a:solidFill>
                  <a:srgbClr val="7B8790"/>
                </a:solidFill>
                <a:latin typeface="Arial" panose="020B0604020202090204"/>
                <a:ea typeface="Arial" panose="020B0604020202090204"/>
                <a:cs typeface="Arial" panose="020B0604020202090204"/>
              </a:endParaRPr>
            </a:p>
          </p:txBody>
        </p:sp>
        <p:sp>
          <p:nvSpPr>
            <p:cNvPr id="1409" name="four:selective-relaxation:textbox:1136"/>
            <p:cNvSpPr>
              <a:spLocks noGrp="1"/>
            </p:cNvSpPr>
            <p:nvPr/>
          </p:nvSpPr>
          <p:spPr>
            <a:xfrm>
              <a:off x="10039350" y="5467350"/>
              <a:ext cx="1333500" cy="219075"/>
            </a:xfrm>
            <a:prstGeom prst="rect">
              <a:avLst/>
            </a:prstGeom>
            <a:noFill/>
            <a:ln w="0">
              <a:noFill/>
              <a:prstDash val="solid"/>
            </a:ln>
          </p:spPr>
          <p:txBody>
            <a:bodyPr wrap="none" lIns="0" tIns="0" rIns="0" bIns="0" anchor="ctr">
              <a:normAutofit/>
            </a:bodyPr>
            <a:lstStyle>
              <a:defPPr algn="ctr">
                <a:defRPr sz="1425" b="1">
                  <a:solidFill>
                    <a:srgbClr val="7B8790"/>
                  </a:solidFill>
                  <a:latin typeface="Arial" panose="020B0604020202090204"/>
                  <a:ea typeface="Arial" panose="020B0604020202090204"/>
                  <a:cs typeface="Arial" panose="020B0604020202090204"/>
                </a:defRPr>
              </a:defPPr>
            </a:lstStyle>
            <a:p>
              <a:pPr algn="ctr">
                <a:defRPr sz="1425" b="1">
                  <a:solidFill>
                    <a:srgbClr val="7B8790"/>
                  </a:solidFill>
                  <a:latin typeface="Arial" panose="020B0604020202090204"/>
                  <a:ea typeface="Arial" panose="020B0604020202090204"/>
                  <a:cs typeface="Arial" panose="020B0604020202090204"/>
                </a:defRPr>
              </a:pPr>
              <a:r>
                <a:rPr sz="1425" b="1">
                  <a:solidFill>
                    <a:srgbClr val="7B8790"/>
                  </a:solidFill>
                  <a:latin typeface="Arial" panose="020B0604020202090204"/>
                  <a:ea typeface="Arial" panose="020B0604020202090204"/>
                  <a:cs typeface="Arial" panose="020B0604020202090204"/>
                </a:rPr>
                <a:t>Retain</a:t>
              </a:r>
              <a:endParaRPr sz="1425" b="1">
                <a:solidFill>
                  <a:srgbClr val="7B8790"/>
                </a:solidFill>
                <a:latin typeface="Arial" panose="020B0604020202090204"/>
                <a:ea typeface="Arial" panose="020B0604020202090204"/>
                <a:cs typeface="Arial" panose="020B0604020202090204"/>
              </a:endParaRPr>
            </a:p>
          </p:txBody>
        </p:sp>
        <p:sp>
          <p:nvSpPr>
            <p:cNvPr id="1410" name="four:selective-relaxation:line:1137"/>
            <p:cNvSpPr>
              <a:spLocks noGrp="1"/>
            </p:cNvSpPr>
            <p:nvPr/>
          </p:nvSpPr>
          <p:spPr>
            <a:xfrm>
              <a:off x="9696450" y="5581650"/>
              <a:ext cx="953" cy="293370"/>
            </a:xfrm>
            <a:custGeom>
              <a:avLst/>
              <a:gdLst/>
              <a:ahLst/>
              <a:cxnLst/>
              <a:pathLst>
                <a:path w="953" h="293370">
                  <a:moveTo>
                    <a:pt x="0" y="60341"/>
                  </a:moveTo>
                  <a:lnTo>
                    <a:pt x="0" y="233029"/>
                  </a:lnTo>
                </a:path>
              </a:pathLst>
            </a:custGeom>
            <a:noFill/>
            <a:ln w="11906">
              <a:solidFill>
                <a:srgbClr val="263238"/>
              </a:solidFill>
              <a:prstDash val="solid"/>
            </a:ln>
          </p:spPr>
        </p:sp>
        <p:sp>
          <p:nvSpPr>
            <p:cNvPr id="1411" name="four:selective-relaxation:regular-node:1138"/>
            <p:cNvSpPr>
              <a:spLocks noGrp="1"/>
            </p:cNvSpPr>
            <p:nvPr/>
          </p:nvSpPr>
          <p:spPr>
            <a:xfrm>
              <a:off x="9678048" y="5672795"/>
              <a:ext cx="36805" cy="36805"/>
            </a:xfrm>
            <a:prstGeom prst="ellipse">
              <a:avLst/>
            </a:prstGeom>
            <a:solidFill>
              <a:srgbClr val="DCE8ED"/>
            </a:solidFill>
            <a:ln w="9525">
              <a:solidFill>
                <a:srgbClr val="263238"/>
              </a:solidFill>
              <a:prstDash val="solid"/>
            </a:ln>
          </p:spPr>
        </p:sp>
        <p:sp>
          <p:nvSpPr>
            <p:cNvPr id="1412" name="four:selective-relaxation:regular-node:1139"/>
            <p:cNvSpPr>
              <a:spLocks noGrp="1"/>
            </p:cNvSpPr>
            <p:nvPr/>
          </p:nvSpPr>
          <p:spPr>
            <a:xfrm>
              <a:off x="9678048" y="5747071"/>
              <a:ext cx="36805" cy="36805"/>
            </a:xfrm>
            <a:prstGeom prst="ellipse">
              <a:avLst/>
            </a:prstGeom>
            <a:solidFill>
              <a:srgbClr val="DCE8ED"/>
            </a:solidFill>
            <a:ln w="9525">
              <a:solidFill>
                <a:srgbClr val="263238"/>
              </a:solidFill>
              <a:prstDash val="solid"/>
            </a:ln>
          </p:spPr>
        </p:sp>
        <p:sp>
          <p:nvSpPr>
            <p:cNvPr id="1413" name="four:selective-relaxation:critical-node:1140"/>
            <p:cNvSpPr>
              <a:spLocks noGrp="1"/>
            </p:cNvSpPr>
            <p:nvPr/>
          </p:nvSpPr>
          <p:spPr>
            <a:xfrm>
              <a:off x="9642777" y="5527977"/>
              <a:ext cx="107347" cy="107347"/>
            </a:xfrm>
            <a:prstGeom prst="diamond">
              <a:avLst/>
            </a:prstGeom>
            <a:solidFill>
              <a:srgbClr val="DCE8ED"/>
            </a:solidFill>
            <a:ln w="10478">
              <a:solidFill>
                <a:srgbClr val="263238"/>
              </a:solidFill>
              <a:prstDash val="solid"/>
            </a:ln>
          </p:spPr>
        </p:sp>
        <p:sp>
          <p:nvSpPr>
            <p:cNvPr id="1414" name="four:selective-relaxation:critical-node:1141"/>
            <p:cNvSpPr>
              <a:spLocks noGrp="1"/>
            </p:cNvSpPr>
            <p:nvPr/>
          </p:nvSpPr>
          <p:spPr>
            <a:xfrm>
              <a:off x="9642777" y="5821347"/>
              <a:ext cx="107347" cy="107347"/>
            </a:xfrm>
            <a:prstGeom prst="diamond">
              <a:avLst/>
            </a:prstGeom>
            <a:solidFill>
              <a:srgbClr val="DCE8ED"/>
            </a:solidFill>
            <a:ln w="10478">
              <a:solidFill>
                <a:srgbClr val="263238"/>
              </a:solidFill>
              <a:prstDash val="solid"/>
            </a:ln>
          </p:spPr>
        </p:sp>
        <p:sp>
          <p:nvSpPr>
            <p:cNvPr id="1415" name="four:selective-relaxation:line:1142"/>
            <p:cNvSpPr>
              <a:spLocks noGrp="1"/>
            </p:cNvSpPr>
            <p:nvPr/>
          </p:nvSpPr>
          <p:spPr>
            <a:xfrm>
              <a:off x="9151239" y="5875020"/>
              <a:ext cx="1090422" cy="953"/>
            </a:xfrm>
            <a:custGeom>
              <a:avLst/>
              <a:gdLst/>
              <a:ahLst/>
              <a:cxnLst/>
              <a:pathLst>
                <a:path w="1090422" h="953">
                  <a:moveTo>
                    <a:pt x="0" y="0"/>
                  </a:moveTo>
                  <a:lnTo>
                    <a:pt x="484870" y="0"/>
                  </a:lnTo>
                  <a:moveTo>
                    <a:pt x="605552" y="0"/>
                  </a:moveTo>
                  <a:lnTo>
                    <a:pt x="1090422" y="0"/>
                  </a:lnTo>
                </a:path>
              </a:pathLst>
            </a:custGeom>
            <a:noFill/>
            <a:ln w="11906">
              <a:solidFill>
                <a:srgbClr val="263238"/>
              </a:solidFill>
              <a:prstDash val="solid"/>
            </a:ln>
          </p:spPr>
        </p:sp>
        <p:sp>
          <p:nvSpPr>
            <p:cNvPr id="1416" name="four:selective-relaxation:line:1143"/>
            <p:cNvSpPr>
              <a:spLocks noGrp="1"/>
            </p:cNvSpPr>
            <p:nvPr/>
          </p:nvSpPr>
          <p:spPr>
            <a:xfrm>
              <a:off x="9151239" y="5875020"/>
              <a:ext cx="953" cy="320040"/>
            </a:xfrm>
            <a:custGeom>
              <a:avLst/>
              <a:gdLst/>
              <a:ahLst/>
              <a:cxnLst/>
              <a:pathLst>
                <a:path w="953" h="320040">
                  <a:moveTo>
                    <a:pt x="0" y="0"/>
                  </a:moveTo>
                  <a:lnTo>
                    <a:pt x="0" y="236696"/>
                  </a:lnTo>
                </a:path>
              </a:pathLst>
            </a:custGeom>
            <a:noFill/>
            <a:ln w="11906">
              <a:solidFill>
                <a:srgbClr val="263238"/>
              </a:solidFill>
              <a:prstDash val="solid"/>
            </a:ln>
          </p:spPr>
        </p:sp>
        <p:sp>
          <p:nvSpPr>
            <p:cNvPr id="1417" name="four:selective-relaxation:regular-node:1144"/>
            <p:cNvSpPr>
              <a:spLocks noGrp="1"/>
            </p:cNvSpPr>
            <p:nvPr/>
          </p:nvSpPr>
          <p:spPr>
            <a:xfrm>
              <a:off x="9125169" y="5921381"/>
              <a:ext cx="52140" cy="52140"/>
            </a:xfrm>
            <a:prstGeom prst="ellipse">
              <a:avLst/>
            </a:prstGeom>
            <a:solidFill>
              <a:srgbClr val="D4B4CC"/>
            </a:solidFill>
            <a:ln w="9525">
              <a:solidFill>
                <a:srgbClr val="263238"/>
              </a:solidFill>
              <a:prstDash val="solid"/>
            </a:ln>
          </p:spPr>
        </p:sp>
        <p:sp>
          <p:nvSpPr>
            <p:cNvPr id="1418" name="four:selective-relaxation:regular-node:1145"/>
            <p:cNvSpPr>
              <a:spLocks noGrp="1"/>
            </p:cNvSpPr>
            <p:nvPr/>
          </p:nvSpPr>
          <p:spPr>
            <a:xfrm>
              <a:off x="9125169" y="6019883"/>
              <a:ext cx="52140" cy="52140"/>
            </a:xfrm>
            <a:prstGeom prst="ellipse">
              <a:avLst/>
            </a:prstGeom>
            <a:solidFill>
              <a:srgbClr val="D4B4CC"/>
            </a:solidFill>
            <a:ln w="9525">
              <a:solidFill>
                <a:srgbClr val="263238"/>
              </a:solidFill>
              <a:prstDash val="solid"/>
            </a:ln>
          </p:spPr>
        </p:sp>
        <p:sp>
          <p:nvSpPr>
            <p:cNvPr id="1419" name="four:selective-relaxation:line:1146"/>
            <p:cNvSpPr>
              <a:spLocks noGrp="1"/>
            </p:cNvSpPr>
            <p:nvPr/>
          </p:nvSpPr>
          <p:spPr>
            <a:xfrm>
              <a:off x="10241661" y="5875020"/>
              <a:ext cx="953" cy="773430"/>
            </a:xfrm>
            <a:custGeom>
              <a:avLst/>
              <a:gdLst/>
              <a:ahLst/>
              <a:cxnLst/>
              <a:pathLst>
                <a:path w="953" h="773430">
                  <a:moveTo>
                    <a:pt x="0" y="0"/>
                  </a:moveTo>
                  <a:lnTo>
                    <a:pt x="0" y="690086"/>
                  </a:lnTo>
                </a:path>
              </a:pathLst>
            </a:custGeom>
            <a:noFill/>
            <a:ln w="11906">
              <a:solidFill>
                <a:srgbClr val="263238"/>
              </a:solidFill>
              <a:prstDash val="solid"/>
            </a:ln>
          </p:spPr>
        </p:sp>
        <p:sp>
          <p:nvSpPr>
            <p:cNvPr id="1420" name="four:selective-relaxation:regular-node:1147"/>
            <p:cNvSpPr>
              <a:spLocks noGrp="1"/>
            </p:cNvSpPr>
            <p:nvPr/>
          </p:nvSpPr>
          <p:spPr>
            <a:xfrm>
              <a:off x="10215591" y="6010104"/>
              <a:ext cx="52140" cy="52140"/>
            </a:xfrm>
            <a:prstGeom prst="ellipse">
              <a:avLst/>
            </a:prstGeom>
            <a:solidFill>
              <a:srgbClr val="81C9BA"/>
            </a:solidFill>
            <a:ln w="9525">
              <a:solidFill>
                <a:srgbClr val="263238"/>
              </a:solidFill>
              <a:prstDash val="solid"/>
            </a:ln>
          </p:spPr>
        </p:sp>
        <p:sp>
          <p:nvSpPr>
            <p:cNvPr id="1421" name="four:selective-relaxation:regular-node:1148"/>
            <p:cNvSpPr>
              <a:spLocks noGrp="1"/>
            </p:cNvSpPr>
            <p:nvPr/>
          </p:nvSpPr>
          <p:spPr>
            <a:xfrm>
              <a:off x="10215591" y="6197327"/>
              <a:ext cx="52140" cy="52140"/>
            </a:xfrm>
            <a:prstGeom prst="ellipse">
              <a:avLst/>
            </a:prstGeom>
            <a:solidFill>
              <a:srgbClr val="81C9BA"/>
            </a:solidFill>
            <a:ln w="9525">
              <a:solidFill>
                <a:srgbClr val="263238"/>
              </a:solidFill>
              <a:prstDash val="solid"/>
            </a:ln>
          </p:spPr>
        </p:sp>
        <p:sp>
          <p:nvSpPr>
            <p:cNvPr id="1422" name="four:selective-relaxation:regular-node:1149"/>
            <p:cNvSpPr>
              <a:spLocks noGrp="1"/>
            </p:cNvSpPr>
            <p:nvPr/>
          </p:nvSpPr>
          <p:spPr>
            <a:xfrm>
              <a:off x="10215591" y="6384550"/>
              <a:ext cx="52140" cy="52140"/>
            </a:xfrm>
            <a:prstGeom prst="ellipse">
              <a:avLst/>
            </a:prstGeom>
            <a:solidFill>
              <a:srgbClr val="81C9BA"/>
            </a:solidFill>
            <a:ln w="9525">
              <a:solidFill>
                <a:srgbClr val="263238"/>
              </a:solidFill>
              <a:prstDash val="solid"/>
            </a:ln>
          </p:spPr>
        </p:sp>
        <p:sp>
          <p:nvSpPr>
            <p:cNvPr id="1423" name="four:selective-relaxation:line:1150"/>
            <p:cNvSpPr>
              <a:spLocks noGrp="1"/>
            </p:cNvSpPr>
            <p:nvPr/>
          </p:nvSpPr>
          <p:spPr>
            <a:xfrm>
              <a:off x="8807958" y="6195060"/>
              <a:ext cx="686562" cy="953"/>
            </a:xfrm>
            <a:custGeom>
              <a:avLst/>
              <a:gdLst/>
              <a:ahLst/>
              <a:cxnLst/>
              <a:pathLst>
                <a:path w="686562" h="953">
                  <a:moveTo>
                    <a:pt x="0" y="0"/>
                  </a:moveTo>
                  <a:lnTo>
                    <a:pt x="259937" y="0"/>
                  </a:lnTo>
                  <a:moveTo>
                    <a:pt x="426625" y="0"/>
                  </a:moveTo>
                  <a:lnTo>
                    <a:pt x="686562" y="0"/>
                  </a:lnTo>
                </a:path>
              </a:pathLst>
            </a:custGeom>
            <a:noFill/>
            <a:ln w="11906">
              <a:solidFill>
                <a:srgbClr val="263238"/>
              </a:solidFill>
              <a:prstDash val="solid"/>
            </a:ln>
          </p:spPr>
        </p:sp>
        <p:sp>
          <p:nvSpPr>
            <p:cNvPr id="1424" name="four:selective-relaxation:line:1151"/>
            <p:cNvSpPr>
              <a:spLocks noGrp="1"/>
            </p:cNvSpPr>
            <p:nvPr/>
          </p:nvSpPr>
          <p:spPr>
            <a:xfrm>
              <a:off x="9898380" y="6648450"/>
              <a:ext cx="686562" cy="953"/>
            </a:xfrm>
            <a:custGeom>
              <a:avLst/>
              <a:gdLst/>
              <a:ahLst/>
              <a:cxnLst/>
              <a:pathLst>
                <a:path w="686562" h="953">
                  <a:moveTo>
                    <a:pt x="0" y="0"/>
                  </a:moveTo>
                  <a:lnTo>
                    <a:pt x="259937" y="0"/>
                  </a:lnTo>
                  <a:moveTo>
                    <a:pt x="426625" y="0"/>
                  </a:moveTo>
                  <a:lnTo>
                    <a:pt x="686562" y="0"/>
                  </a:lnTo>
                </a:path>
              </a:pathLst>
            </a:custGeom>
            <a:noFill/>
            <a:ln w="11906">
              <a:solidFill>
                <a:srgbClr val="263238"/>
              </a:solidFill>
              <a:prstDash val="solid"/>
            </a:ln>
          </p:spPr>
        </p:sp>
        <p:sp>
          <p:nvSpPr>
            <p:cNvPr id="1425" name="four:selective-relaxation:line:1152"/>
            <p:cNvSpPr>
              <a:spLocks noGrp="1"/>
            </p:cNvSpPr>
            <p:nvPr/>
          </p:nvSpPr>
          <p:spPr>
            <a:xfrm>
              <a:off x="8807958" y="6195060"/>
              <a:ext cx="953" cy="720090"/>
            </a:xfrm>
            <a:custGeom>
              <a:avLst/>
              <a:gdLst/>
              <a:ahLst/>
              <a:cxnLst/>
              <a:pathLst>
                <a:path w="953" h="720090">
                  <a:moveTo>
                    <a:pt x="0" y="0"/>
                  </a:moveTo>
                  <a:lnTo>
                    <a:pt x="0" y="636746"/>
                  </a:lnTo>
                </a:path>
              </a:pathLst>
            </a:custGeom>
            <a:noFill/>
            <a:ln w="11906">
              <a:solidFill>
                <a:srgbClr val="263238"/>
              </a:solidFill>
              <a:prstDash val="solid"/>
            </a:ln>
          </p:spPr>
        </p:sp>
        <p:sp>
          <p:nvSpPr>
            <p:cNvPr id="1426" name="four:selective-relaxation:regular-node:1153"/>
            <p:cNvSpPr>
              <a:spLocks noGrp="1"/>
            </p:cNvSpPr>
            <p:nvPr/>
          </p:nvSpPr>
          <p:spPr>
            <a:xfrm>
              <a:off x="8781888" y="6316809"/>
              <a:ext cx="52140" cy="52140"/>
            </a:xfrm>
            <a:prstGeom prst="ellipse">
              <a:avLst/>
            </a:prstGeom>
            <a:solidFill>
              <a:srgbClr val="0072B2"/>
            </a:solidFill>
            <a:ln w="9525">
              <a:solidFill>
                <a:srgbClr val="263238"/>
              </a:solidFill>
              <a:prstDash val="solid"/>
            </a:ln>
          </p:spPr>
        </p:sp>
        <p:sp>
          <p:nvSpPr>
            <p:cNvPr id="1427" name="four:selective-relaxation:regular-node:1154"/>
            <p:cNvSpPr>
              <a:spLocks noGrp="1"/>
            </p:cNvSpPr>
            <p:nvPr/>
          </p:nvSpPr>
          <p:spPr>
            <a:xfrm>
              <a:off x="8781888" y="6490697"/>
              <a:ext cx="52140" cy="52140"/>
            </a:xfrm>
            <a:prstGeom prst="ellipse">
              <a:avLst/>
            </a:prstGeom>
            <a:solidFill>
              <a:srgbClr val="0072B2"/>
            </a:solidFill>
            <a:ln w="9525">
              <a:solidFill>
                <a:srgbClr val="263238"/>
              </a:solidFill>
              <a:prstDash val="solid"/>
            </a:ln>
          </p:spPr>
        </p:sp>
        <p:sp>
          <p:nvSpPr>
            <p:cNvPr id="1428" name="four:selective-relaxation:regular-node:1155"/>
            <p:cNvSpPr>
              <a:spLocks noGrp="1"/>
            </p:cNvSpPr>
            <p:nvPr/>
          </p:nvSpPr>
          <p:spPr>
            <a:xfrm>
              <a:off x="8781888" y="6664585"/>
              <a:ext cx="52140" cy="52140"/>
            </a:xfrm>
            <a:prstGeom prst="ellipse">
              <a:avLst/>
            </a:prstGeom>
            <a:solidFill>
              <a:srgbClr val="0072B2"/>
            </a:solidFill>
            <a:ln w="9525">
              <a:solidFill>
                <a:srgbClr val="263238"/>
              </a:solidFill>
              <a:prstDash val="solid"/>
            </a:ln>
          </p:spPr>
        </p:sp>
        <p:sp>
          <p:nvSpPr>
            <p:cNvPr id="1429" name="four:selective-relaxation:line:1156"/>
            <p:cNvSpPr>
              <a:spLocks noGrp="1"/>
            </p:cNvSpPr>
            <p:nvPr/>
          </p:nvSpPr>
          <p:spPr>
            <a:xfrm>
              <a:off x="9494520" y="6195060"/>
              <a:ext cx="953" cy="720090"/>
            </a:xfrm>
            <a:custGeom>
              <a:avLst/>
              <a:gdLst/>
              <a:ahLst/>
              <a:cxnLst/>
              <a:pathLst>
                <a:path w="953" h="720090">
                  <a:moveTo>
                    <a:pt x="0" y="0"/>
                  </a:moveTo>
                  <a:lnTo>
                    <a:pt x="0" y="636746"/>
                  </a:lnTo>
                </a:path>
              </a:pathLst>
            </a:custGeom>
            <a:noFill/>
            <a:ln w="11906">
              <a:solidFill>
                <a:srgbClr val="263238"/>
              </a:solidFill>
              <a:prstDash val="solid"/>
            </a:ln>
          </p:spPr>
        </p:sp>
        <p:sp>
          <p:nvSpPr>
            <p:cNvPr id="1430" name="four:selective-relaxation:regular-node:1157"/>
            <p:cNvSpPr>
              <a:spLocks noGrp="1"/>
            </p:cNvSpPr>
            <p:nvPr/>
          </p:nvSpPr>
          <p:spPr>
            <a:xfrm>
              <a:off x="9468450" y="6316809"/>
              <a:ext cx="52140" cy="52140"/>
            </a:xfrm>
            <a:prstGeom prst="ellipse">
              <a:avLst/>
            </a:prstGeom>
            <a:solidFill>
              <a:srgbClr val="CC79A7"/>
            </a:solidFill>
            <a:ln w="9525">
              <a:solidFill>
                <a:srgbClr val="263238"/>
              </a:solidFill>
              <a:prstDash val="solid"/>
            </a:ln>
          </p:spPr>
        </p:sp>
        <p:sp>
          <p:nvSpPr>
            <p:cNvPr id="1431" name="four:selective-relaxation:regular-node:1158"/>
            <p:cNvSpPr>
              <a:spLocks noGrp="1"/>
            </p:cNvSpPr>
            <p:nvPr/>
          </p:nvSpPr>
          <p:spPr>
            <a:xfrm>
              <a:off x="9468450" y="6490697"/>
              <a:ext cx="52140" cy="52140"/>
            </a:xfrm>
            <a:prstGeom prst="ellipse">
              <a:avLst/>
            </a:prstGeom>
            <a:solidFill>
              <a:srgbClr val="CC79A7"/>
            </a:solidFill>
            <a:ln w="9525">
              <a:solidFill>
                <a:srgbClr val="263238"/>
              </a:solidFill>
              <a:prstDash val="solid"/>
            </a:ln>
          </p:spPr>
        </p:sp>
        <p:sp>
          <p:nvSpPr>
            <p:cNvPr id="1432" name="four:selective-relaxation:regular-node:1159"/>
            <p:cNvSpPr>
              <a:spLocks noGrp="1"/>
            </p:cNvSpPr>
            <p:nvPr/>
          </p:nvSpPr>
          <p:spPr>
            <a:xfrm>
              <a:off x="9468450" y="6664585"/>
              <a:ext cx="52140" cy="52140"/>
            </a:xfrm>
            <a:prstGeom prst="ellipse">
              <a:avLst/>
            </a:prstGeom>
            <a:solidFill>
              <a:srgbClr val="CC79A7"/>
            </a:solidFill>
            <a:ln w="9525">
              <a:solidFill>
                <a:srgbClr val="263238"/>
              </a:solidFill>
              <a:prstDash val="solid"/>
            </a:ln>
          </p:spPr>
        </p:sp>
        <p:sp>
          <p:nvSpPr>
            <p:cNvPr id="1433" name="four:selective-relaxation:line:1160"/>
            <p:cNvSpPr>
              <a:spLocks noGrp="1"/>
            </p:cNvSpPr>
            <p:nvPr/>
          </p:nvSpPr>
          <p:spPr>
            <a:xfrm>
              <a:off x="9898380" y="6648450"/>
              <a:ext cx="953" cy="266700"/>
            </a:xfrm>
            <a:custGeom>
              <a:avLst/>
              <a:gdLst/>
              <a:ahLst/>
              <a:cxnLst/>
              <a:pathLst>
                <a:path w="953" h="266700">
                  <a:moveTo>
                    <a:pt x="0" y="0"/>
                  </a:moveTo>
                  <a:lnTo>
                    <a:pt x="0" y="183356"/>
                  </a:lnTo>
                </a:path>
              </a:pathLst>
            </a:custGeom>
            <a:noFill/>
            <a:ln w="11906">
              <a:solidFill>
                <a:srgbClr val="263238"/>
              </a:solidFill>
              <a:prstDash val="solid"/>
            </a:ln>
          </p:spPr>
        </p:sp>
        <p:sp>
          <p:nvSpPr>
            <p:cNvPr id="1434" name="four:selective-relaxation:regular-node:1161"/>
            <p:cNvSpPr>
              <a:spLocks noGrp="1"/>
            </p:cNvSpPr>
            <p:nvPr/>
          </p:nvSpPr>
          <p:spPr>
            <a:xfrm>
              <a:off x="9872310" y="6717392"/>
              <a:ext cx="52140" cy="52140"/>
            </a:xfrm>
            <a:prstGeom prst="ellipse">
              <a:avLst/>
            </a:prstGeom>
            <a:solidFill>
              <a:srgbClr val="D55E00"/>
            </a:solidFill>
            <a:ln w="9525">
              <a:solidFill>
                <a:srgbClr val="263238"/>
              </a:solidFill>
              <a:prstDash val="solid"/>
            </a:ln>
          </p:spPr>
        </p:sp>
        <p:sp>
          <p:nvSpPr>
            <p:cNvPr id="1435" name="four:selective-relaxation:line:1162"/>
            <p:cNvSpPr>
              <a:spLocks noGrp="1"/>
            </p:cNvSpPr>
            <p:nvPr/>
          </p:nvSpPr>
          <p:spPr>
            <a:xfrm>
              <a:off x="10584942" y="6648450"/>
              <a:ext cx="953" cy="266700"/>
            </a:xfrm>
            <a:custGeom>
              <a:avLst/>
              <a:gdLst/>
              <a:ahLst/>
              <a:cxnLst/>
              <a:pathLst>
                <a:path w="953" h="266700">
                  <a:moveTo>
                    <a:pt x="0" y="0"/>
                  </a:moveTo>
                  <a:lnTo>
                    <a:pt x="0" y="183356"/>
                  </a:lnTo>
                </a:path>
              </a:pathLst>
            </a:custGeom>
            <a:noFill/>
            <a:ln w="11906">
              <a:solidFill>
                <a:srgbClr val="263238"/>
              </a:solidFill>
              <a:prstDash val="solid"/>
            </a:ln>
          </p:spPr>
        </p:sp>
        <p:sp>
          <p:nvSpPr>
            <p:cNvPr id="1436" name="four:selective-relaxation:regular-node:1163"/>
            <p:cNvSpPr>
              <a:spLocks noGrp="1"/>
            </p:cNvSpPr>
            <p:nvPr/>
          </p:nvSpPr>
          <p:spPr>
            <a:xfrm>
              <a:off x="10558872" y="6717392"/>
              <a:ext cx="52140" cy="52140"/>
            </a:xfrm>
            <a:prstGeom prst="ellipse">
              <a:avLst/>
            </a:prstGeom>
            <a:solidFill>
              <a:srgbClr val="009E73"/>
            </a:solidFill>
            <a:ln w="9525">
              <a:solidFill>
                <a:srgbClr val="263238"/>
              </a:solidFill>
              <a:prstDash val="solid"/>
            </a:ln>
          </p:spPr>
        </p:sp>
        <p:sp>
          <p:nvSpPr>
            <p:cNvPr id="1437" name="four:selective-relaxation:critical-node:1164"/>
            <p:cNvSpPr>
              <a:spLocks noGrp="1"/>
            </p:cNvSpPr>
            <p:nvPr/>
          </p:nvSpPr>
          <p:spPr>
            <a:xfrm>
              <a:off x="9074563" y="6118384"/>
              <a:ext cx="153353" cy="153353"/>
            </a:xfrm>
            <a:prstGeom prst="diamond">
              <a:avLst/>
            </a:prstGeom>
            <a:solidFill>
              <a:srgbClr val="D4B4CC"/>
            </a:solidFill>
            <a:ln w="10478">
              <a:solidFill>
                <a:srgbClr val="263238"/>
              </a:solidFill>
              <a:prstDash val="solid"/>
            </a:ln>
          </p:spPr>
        </p:sp>
        <p:sp>
          <p:nvSpPr>
            <p:cNvPr id="1438" name="four:selective-relaxation:critical-node:1165"/>
            <p:cNvSpPr>
              <a:spLocks noGrp="1"/>
            </p:cNvSpPr>
            <p:nvPr/>
          </p:nvSpPr>
          <p:spPr>
            <a:xfrm>
              <a:off x="10164985" y="6571774"/>
              <a:ext cx="153353" cy="153353"/>
            </a:xfrm>
            <a:prstGeom prst="diamond">
              <a:avLst/>
            </a:prstGeom>
            <a:solidFill>
              <a:srgbClr val="81C9BA"/>
            </a:solidFill>
            <a:ln w="10478">
              <a:solidFill>
                <a:srgbClr val="263238"/>
              </a:solidFill>
              <a:prstDash val="solid"/>
            </a:ln>
          </p:spPr>
        </p:sp>
        <p:sp>
          <p:nvSpPr>
            <p:cNvPr id="1439" name="four:selective-relaxation:critical-node:1166"/>
            <p:cNvSpPr>
              <a:spLocks noGrp="1"/>
            </p:cNvSpPr>
            <p:nvPr/>
          </p:nvSpPr>
          <p:spPr>
            <a:xfrm>
              <a:off x="8731282" y="6838474"/>
              <a:ext cx="153353" cy="153353"/>
            </a:xfrm>
            <a:prstGeom prst="diamond">
              <a:avLst/>
            </a:prstGeom>
            <a:solidFill>
              <a:srgbClr val="0072B2"/>
            </a:solidFill>
            <a:ln w="10478">
              <a:solidFill>
                <a:srgbClr val="263238"/>
              </a:solidFill>
              <a:prstDash val="solid"/>
            </a:ln>
          </p:spPr>
        </p:sp>
        <p:sp>
          <p:nvSpPr>
            <p:cNvPr id="1440" name="four:selective-relaxation:critical-node:1167"/>
            <p:cNvSpPr>
              <a:spLocks noGrp="1"/>
            </p:cNvSpPr>
            <p:nvPr/>
          </p:nvSpPr>
          <p:spPr>
            <a:xfrm>
              <a:off x="9417844" y="6838474"/>
              <a:ext cx="153353" cy="153353"/>
            </a:xfrm>
            <a:prstGeom prst="diamond">
              <a:avLst/>
            </a:prstGeom>
            <a:solidFill>
              <a:srgbClr val="CC79A7"/>
            </a:solidFill>
            <a:ln w="10478">
              <a:solidFill>
                <a:srgbClr val="263238"/>
              </a:solidFill>
              <a:prstDash val="solid"/>
            </a:ln>
          </p:spPr>
        </p:sp>
        <p:sp>
          <p:nvSpPr>
            <p:cNvPr id="1441" name="four:selective-relaxation:critical-node:1168"/>
            <p:cNvSpPr>
              <a:spLocks noGrp="1"/>
            </p:cNvSpPr>
            <p:nvPr/>
          </p:nvSpPr>
          <p:spPr>
            <a:xfrm>
              <a:off x="9821704" y="6838474"/>
              <a:ext cx="153353" cy="153353"/>
            </a:xfrm>
            <a:prstGeom prst="diamond">
              <a:avLst/>
            </a:prstGeom>
            <a:solidFill>
              <a:srgbClr val="D55E00"/>
            </a:solidFill>
            <a:ln w="10478">
              <a:solidFill>
                <a:srgbClr val="263238"/>
              </a:solidFill>
              <a:prstDash val="solid"/>
            </a:ln>
          </p:spPr>
        </p:sp>
        <p:sp>
          <p:nvSpPr>
            <p:cNvPr id="1442" name="four:selective-relaxation:critical-node:1169"/>
            <p:cNvSpPr>
              <a:spLocks noGrp="1"/>
            </p:cNvSpPr>
            <p:nvPr/>
          </p:nvSpPr>
          <p:spPr>
            <a:xfrm>
              <a:off x="10508266" y="6838474"/>
              <a:ext cx="153353" cy="153353"/>
            </a:xfrm>
            <a:prstGeom prst="diamond">
              <a:avLst/>
            </a:prstGeom>
            <a:solidFill>
              <a:srgbClr val="009E73"/>
            </a:solidFill>
            <a:ln w="10478">
              <a:solidFill>
                <a:srgbClr val="263238"/>
              </a:solidFill>
              <a:prstDash val="solid"/>
            </a:ln>
          </p:spPr>
        </p:sp>
        <p:sp>
          <p:nvSpPr>
            <p:cNvPr id="1443" name="four:selective-relaxation:admissible-merge:1170"/>
            <p:cNvSpPr>
              <a:spLocks noGrp="1"/>
            </p:cNvSpPr>
            <p:nvPr/>
          </p:nvSpPr>
          <p:spPr>
            <a:xfrm>
              <a:off x="8979789" y="6023610"/>
              <a:ext cx="342900" cy="342900"/>
            </a:xfrm>
            <a:prstGeom prst="ellipse">
              <a:avLst/>
            </a:prstGeom>
            <a:solidFill>
              <a:srgbClr val="E6E8EB">
                <a:alpha val="35000"/>
              </a:srgbClr>
            </a:solidFill>
            <a:ln w="18098">
              <a:solidFill>
                <a:srgbClr val="7B8790"/>
              </a:solidFill>
              <a:prstDash val="solid"/>
            </a:ln>
          </p:spPr>
        </p:sp>
        <p:sp>
          <p:nvSpPr>
            <p:cNvPr id="1444" name="four:selective-relaxation:retained-merge:1171"/>
            <p:cNvSpPr>
              <a:spLocks noGrp="1"/>
            </p:cNvSpPr>
            <p:nvPr/>
          </p:nvSpPr>
          <p:spPr>
            <a:xfrm>
              <a:off x="10070211" y="6477000"/>
              <a:ext cx="342900" cy="342900"/>
            </a:xfrm>
            <a:prstGeom prst="ellipse">
              <a:avLst/>
            </a:prstGeom>
            <a:solidFill>
              <a:srgbClr val="E6E8EB">
                <a:alpha val="35000"/>
              </a:srgbClr>
            </a:solidFill>
            <a:ln w="18098">
              <a:solidFill>
                <a:srgbClr val="7B8790"/>
              </a:solidFill>
              <a:prstDash val="solid"/>
            </a:ln>
          </p:spPr>
        </p:sp>
        <p:sp>
          <p:nvSpPr>
            <p:cNvPr id="1445" name="four:selective-relaxation:line:1172"/>
            <p:cNvSpPr>
              <a:spLocks noGrp="1"/>
            </p:cNvSpPr>
            <p:nvPr/>
          </p:nvSpPr>
          <p:spPr>
            <a:xfrm>
              <a:off x="8896350" y="5695950"/>
              <a:ext cx="152400" cy="123825"/>
            </a:xfrm>
            <a:custGeom>
              <a:avLst/>
              <a:gdLst/>
              <a:ahLst/>
              <a:cxnLst/>
              <a:pathLst>
                <a:path w="152400" h="123825">
                  <a:moveTo>
                    <a:pt x="152400" y="0"/>
                  </a:moveTo>
                  <a:lnTo>
                    <a:pt x="0" y="123825"/>
                  </a:lnTo>
                </a:path>
              </a:pathLst>
            </a:custGeom>
            <a:noFill/>
            <a:ln w="13335">
              <a:solidFill>
                <a:srgbClr val="7B8790"/>
              </a:solidFill>
              <a:prstDash val="solid"/>
            </a:ln>
          </p:spPr>
        </p:sp>
        <p:sp>
          <p:nvSpPr>
            <p:cNvPr id="1446" name="four:selective-relaxation:line:1173"/>
            <p:cNvSpPr>
              <a:spLocks noGrp="1"/>
            </p:cNvSpPr>
            <p:nvPr/>
          </p:nvSpPr>
          <p:spPr>
            <a:xfrm>
              <a:off x="8896350" y="5819775"/>
              <a:ext cx="953" cy="114300"/>
            </a:xfrm>
            <a:custGeom>
              <a:avLst/>
              <a:gdLst/>
              <a:ahLst/>
              <a:cxnLst/>
              <a:pathLst>
                <a:path w="953" h="114300">
                  <a:moveTo>
                    <a:pt x="0" y="0"/>
                  </a:moveTo>
                  <a:lnTo>
                    <a:pt x="0" y="114300"/>
                  </a:lnTo>
                </a:path>
              </a:pathLst>
            </a:custGeom>
            <a:noFill/>
            <a:ln w="13335">
              <a:solidFill>
                <a:srgbClr val="7B8790"/>
              </a:solidFill>
              <a:prstDash val="solid"/>
            </a:ln>
          </p:spPr>
        </p:sp>
        <p:sp>
          <p:nvSpPr>
            <p:cNvPr id="1447" name="four:selective-relaxation:line:1174"/>
            <p:cNvSpPr>
              <a:spLocks noGrp="1"/>
            </p:cNvSpPr>
            <p:nvPr/>
          </p:nvSpPr>
          <p:spPr>
            <a:xfrm>
              <a:off x="8896350" y="5934075"/>
              <a:ext cx="125349" cy="131445"/>
            </a:xfrm>
            <a:custGeom>
              <a:avLst/>
              <a:gdLst/>
              <a:ahLst/>
              <a:cxnLst/>
              <a:pathLst>
                <a:path w="125349" h="131445">
                  <a:moveTo>
                    <a:pt x="0" y="0"/>
                  </a:moveTo>
                  <a:lnTo>
                    <a:pt x="125349" y="131445"/>
                  </a:lnTo>
                </a:path>
              </a:pathLst>
            </a:custGeom>
            <a:noFill/>
            <a:ln w="13335">
              <a:solidFill>
                <a:srgbClr val="7B8790"/>
              </a:solidFill>
              <a:prstDash val="solid"/>
            </a:ln>
          </p:spPr>
        </p:sp>
        <p:sp>
          <p:nvSpPr>
            <p:cNvPr id="1448" name="four:selective-relaxation:line:1175"/>
            <p:cNvSpPr>
              <a:spLocks noGrp="1"/>
            </p:cNvSpPr>
            <p:nvPr/>
          </p:nvSpPr>
          <p:spPr>
            <a:xfrm>
              <a:off x="10801350" y="5695950"/>
              <a:ext cx="953" cy="542925"/>
            </a:xfrm>
            <a:custGeom>
              <a:avLst/>
              <a:gdLst/>
              <a:ahLst/>
              <a:cxnLst/>
              <a:pathLst>
                <a:path w="953" h="542925">
                  <a:moveTo>
                    <a:pt x="0" y="0"/>
                  </a:moveTo>
                  <a:lnTo>
                    <a:pt x="0" y="542925"/>
                  </a:lnTo>
                </a:path>
              </a:pathLst>
            </a:custGeom>
            <a:noFill/>
            <a:ln w="13335">
              <a:solidFill>
                <a:srgbClr val="7B8790"/>
              </a:solidFill>
              <a:prstDash val="solid"/>
            </a:ln>
          </p:spPr>
        </p:sp>
        <p:sp>
          <p:nvSpPr>
            <p:cNvPr id="1449" name="four:selective-relaxation:line:1176"/>
            <p:cNvSpPr>
              <a:spLocks noGrp="1"/>
            </p:cNvSpPr>
            <p:nvPr/>
          </p:nvSpPr>
          <p:spPr>
            <a:xfrm>
              <a:off x="10371201" y="6238875"/>
              <a:ext cx="430149" cy="280035"/>
            </a:xfrm>
            <a:custGeom>
              <a:avLst/>
              <a:gdLst/>
              <a:ahLst/>
              <a:cxnLst/>
              <a:pathLst>
                <a:path w="430149" h="280035">
                  <a:moveTo>
                    <a:pt x="430149" y="0"/>
                  </a:moveTo>
                  <a:lnTo>
                    <a:pt x="0" y="280035"/>
                  </a:lnTo>
                </a:path>
              </a:pathLst>
            </a:custGeom>
            <a:noFill/>
            <a:ln w="13335">
              <a:solidFill>
                <a:srgbClr val="7B8790"/>
              </a:solidFill>
              <a:prstDash val="solid"/>
            </a:ln>
          </p:spPr>
        </p:sp>
        <p:sp>
          <p:nvSpPr>
            <p:cNvPr id="1450" name="four:selective-relaxation:textbox:1205"/>
            <p:cNvSpPr>
              <a:spLocks noGrp="1"/>
            </p:cNvSpPr>
            <p:nvPr/>
          </p:nvSpPr>
          <p:spPr>
            <a:xfrm>
              <a:off x="10839450" y="5600700"/>
              <a:ext cx="1524000" cy="276225"/>
            </a:xfrm>
            <a:prstGeom prst="rect">
              <a:avLst/>
            </a:prstGeom>
            <a:noFill/>
            <a:ln w="0">
              <a:noFill/>
              <a:prstDash val="solid"/>
            </a:ln>
          </p:spPr>
          <p:txBody>
            <a:bodyPr wrap="none" lIns="0" tIns="0" rIns="0" bIns="0" anchor="ctr">
              <a:normAutofit fontScale="96334"/>
            </a:bodyPr>
            <a:lstStyle>
              <a:defPPr algn="ctr">
                <a:defRPr sz="1425" b="1">
                  <a:solidFill>
                    <a:srgbClr val="7B8790"/>
                  </a:solidFill>
                  <a:latin typeface="Arial" panose="020B0604020202090204"/>
                  <a:ea typeface="Arial" panose="020B0604020202090204"/>
                  <a:cs typeface="Arial" panose="020B0604020202090204"/>
                </a:defRPr>
              </a:defPPr>
            </a:lstStyle>
            <a:p>
              <a:pPr algn="ctr">
                <a:defRPr sz="1425" b="1">
                  <a:solidFill>
                    <a:srgbClr val="7B8790"/>
                  </a:solidFill>
                  <a:latin typeface="Arial" panose="020B0604020202090204"/>
                  <a:ea typeface="Arial" panose="020B0604020202090204"/>
                  <a:cs typeface="Arial" panose="020B0604020202090204"/>
                </a:defRPr>
              </a:pPr>
              <a:r>
                <a:rPr sz="1425" b="1">
                  <a:solidFill>
                    <a:srgbClr val="7B8790"/>
                  </a:solidFill>
                  <a:latin typeface="Arial" panose="020B0604020202090204"/>
                  <a:ea typeface="Arial" panose="020B0604020202090204"/>
                  <a:cs typeface="Arial" panose="020B0604020202090204"/>
                </a:rPr>
                <a:t>Flatten then prune</a:t>
              </a:r>
              <a:endParaRPr sz="1425" b="1">
                <a:solidFill>
                  <a:srgbClr val="7B8790"/>
                </a:solidFill>
                <a:latin typeface="Arial" panose="020B0604020202090204"/>
                <a:ea typeface="Arial" panose="020B0604020202090204"/>
                <a:cs typeface="Arial" panose="020B0604020202090204"/>
              </a:endParaRPr>
            </a:p>
          </p:txBody>
        </p:sp>
        <p:sp>
          <p:nvSpPr>
            <p:cNvPr id="1451" name="four:selective-relaxation:rightArrow:1206"/>
            <p:cNvSpPr>
              <a:spLocks noGrp="1"/>
            </p:cNvSpPr>
            <p:nvPr/>
          </p:nvSpPr>
          <p:spPr>
            <a:xfrm>
              <a:off x="11372850" y="6105525"/>
              <a:ext cx="457200" cy="314325"/>
            </a:xfrm>
            <a:prstGeom prst="rightArrow">
              <a:avLst/>
            </a:prstGeom>
            <a:solidFill>
              <a:srgbClr val="9AAEBC"/>
            </a:solidFill>
            <a:ln w="0">
              <a:noFill/>
              <a:prstDash val="solid"/>
            </a:ln>
          </p:spPr>
        </p:sp>
        <p:sp>
          <p:nvSpPr>
            <p:cNvPr id="1452" name="four:selective-relaxation:textbox:1207"/>
            <p:cNvSpPr>
              <a:spLocks noGrp="1"/>
            </p:cNvSpPr>
            <p:nvPr/>
          </p:nvSpPr>
          <p:spPr>
            <a:xfrm>
              <a:off x="8686800" y="7124700"/>
              <a:ext cx="2019300" cy="342900"/>
            </a:xfrm>
            <a:prstGeom prst="rect">
              <a:avLst/>
            </a:prstGeom>
            <a:noFill/>
            <a:ln w="0">
              <a:noFill/>
              <a:prstDash val="solid"/>
            </a:ln>
          </p:spPr>
          <p:txBody>
            <a:bodyPr wrap="none" lIns="0" tIns="0" rIns="0" bIns="0" anchor="ctr">
              <a:normAutofit/>
            </a:bodyPr>
            <a:lstStyle>
              <a:defPPr algn="ctr">
                <a:defRPr sz="2100" b="0">
                  <a:solidFill>
                    <a:srgbClr val="263238"/>
                  </a:solidFill>
                  <a:latin typeface="Arial" panose="020B0604020202090204"/>
                  <a:ea typeface="Arial" panose="020B0604020202090204"/>
                  <a:cs typeface="Arial" panose="020B0604020202090204"/>
                </a:defRPr>
              </a:defPPr>
            </a:lstStyle>
            <a:p>
              <a:pPr algn="ctr">
                <a:defRPr sz="2100" b="0">
                  <a:solidFill>
                    <a:srgbClr val="263238"/>
                  </a:solidFill>
                  <a:latin typeface="Arial" panose="020B0604020202090204"/>
                  <a:ea typeface="Arial" panose="020B0604020202090204"/>
                  <a:cs typeface="Arial" panose="020B0604020202090204"/>
                </a:defRPr>
              </a:pPr>
              <a:r>
                <a:rPr sz="2100" b="0">
                  <a:solidFill>
                    <a:srgbClr val="263238"/>
                  </a:solidFill>
                  <a:latin typeface="Arial" panose="020B0604020202090204"/>
                  <a:ea typeface="Arial" panose="020B0604020202090204"/>
                  <a:cs typeface="Arial" panose="020B0604020202090204"/>
                </a:rPr>
                <a:t>T</a:t>
              </a:r>
              <a:endParaRPr sz="2100" b="0">
                <a:solidFill>
                  <a:srgbClr val="263238"/>
                </a:solidFill>
                <a:latin typeface="Arial" panose="020B0604020202090204"/>
                <a:ea typeface="Arial" panose="020B0604020202090204"/>
                <a:cs typeface="Arial" panose="020B0604020202090204"/>
              </a:endParaRPr>
            </a:p>
          </p:txBody>
        </p:sp>
        <p:sp>
          <p:nvSpPr>
            <p:cNvPr id="1453" name="four:selective-relaxation:textbox:1208"/>
            <p:cNvSpPr>
              <a:spLocks noGrp="1"/>
            </p:cNvSpPr>
            <p:nvPr/>
          </p:nvSpPr>
          <p:spPr>
            <a:xfrm>
              <a:off x="12639675" y="7124700"/>
              <a:ext cx="2019300" cy="342900"/>
            </a:xfrm>
            <a:prstGeom prst="rect">
              <a:avLst/>
            </a:prstGeom>
            <a:noFill/>
            <a:ln w="0">
              <a:noFill/>
              <a:prstDash val="solid"/>
            </a:ln>
          </p:spPr>
          <p:txBody>
            <a:bodyPr wrap="none" lIns="0" tIns="0" rIns="0" bIns="0" anchor="ctr">
              <a:normAutofit/>
            </a:bodyPr>
            <a:lstStyle>
              <a:defPPr algn="ctr">
                <a:defRPr sz="2100" b="0">
                  <a:solidFill>
                    <a:srgbClr val="263238"/>
                  </a:solidFill>
                  <a:latin typeface="Arial" panose="020B0604020202090204"/>
                  <a:ea typeface="Arial" panose="020B0604020202090204"/>
                  <a:cs typeface="Arial" panose="020B0604020202090204"/>
                </a:defRPr>
              </a:defPPr>
            </a:lstStyle>
            <a:p>
              <a:pPr algn="ctr">
                <a:defRPr sz="2100" b="0">
                  <a:solidFill>
                    <a:srgbClr val="263238"/>
                  </a:solidFill>
                  <a:latin typeface="Arial" panose="020B0604020202090204"/>
                  <a:ea typeface="Arial" panose="020B0604020202090204"/>
                  <a:cs typeface="Arial" panose="020B0604020202090204"/>
                </a:defRPr>
              </a:pPr>
              <a:r>
                <a:rPr sz="2100" b="0">
                  <a:solidFill>
                    <a:srgbClr val="263238"/>
                  </a:solidFill>
                  <a:latin typeface="Arial" panose="020B0604020202090204"/>
                  <a:ea typeface="Arial" panose="020B0604020202090204"/>
                  <a:cs typeface="Arial" panose="020B0604020202090204"/>
                </a:rPr>
                <a:t>T′</a:t>
              </a:r>
              <a:endParaRPr sz="2100" b="0">
                <a:solidFill>
                  <a:srgbClr val="263238"/>
                </a:solidFill>
                <a:latin typeface="Arial" panose="020B0604020202090204"/>
                <a:ea typeface="Arial" panose="020B0604020202090204"/>
                <a:cs typeface="Arial" panose="020B0604020202090204"/>
              </a:endParaRPr>
            </a:p>
          </p:txBody>
        </p:sp>
      </p:grpSp>
      <p:grpSp>
        <p:nvGrpSpPr>
          <p:cNvPr id="1454" name="relaxed-hierarchy"/>
          <p:cNvGrpSpPr/>
          <p:nvPr/>
        </p:nvGrpSpPr>
        <p:grpSpPr>
          <a:xfrm>
            <a:off x="0" y="0"/>
            <a:ext cx="24955500" cy="8572500"/>
            <a:chOff x="0" y="0"/>
            <a:chExt cx="24955500" cy="8572500"/>
          </a:xfrm>
        </p:grpSpPr>
        <p:sp>
          <p:nvSpPr>
            <p:cNvPr id="1455" name="four:relaxed-hierarchy:line:1177"/>
            <p:cNvSpPr>
              <a:spLocks noGrp="1"/>
            </p:cNvSpPr>
            <p:nvPr/>
          </p:nvSpPr>
          <p:spPr>
            <a:xfrm>
              <a:off x="13649325" y="5372100"/>
              <a:ext cx="953" cy="339471"/>
            </a:xfrm>
            <a:custGeom>
              <a:avLst/>
              <a:gdLst/>
              <a:ahLst/>
              <a:cxnLst/>
              <a:pathLst>
                <a:path w="953" h="339471">
                  <a:moveTo>
                    <a:pt x="0" y="68775"/>
                  </a:moveTo>
                  <a:lnTo>
                    <a:pt x="0" y="270696"/>
                  </a:lnTo>
                </a:path>
              </a:pathLst>
            </a:custGeom>
            <a:noFill/>
            <a:ln w="11906">
              <a:solidFill>
                <a:srgbClr val="263238"/>
              </a:solidFill>
              <a:prstDash val="solid"/>
            </a:ln>
          </p:spPr>
        </p:sp>
        <p:sp>
          <p:nvSpPr>
            <p:cNvPr id="1456" name="four:relaxed-hierarchy:regular-node:1178"/>
            <p:cNvSpPr>
              <a:spLocks noGrp="1"/>
            </p:cNvSpPr>
            <p:nvPr/>
          </p:nvSpPr>
          <p:spPr>
            <a:xfrm>
              <a:off x="13628031" y="5477567"/>
              <a:ext cx="42588" cy="42588"/>
            </a:xfrm>
            <a:prstGeom prst="ellipse">
              <a:avLst/>
            </a:prstGeom>
            <a:solidFill>
              <a:srgbClr val="DCE8ED"/>
            </a:solidFill>
            <a:ln w="9525">
              <a:solidFill>
                <a:srgbClr val="263238"/>
              </a:solidFill>
              <a:prstDash val="solid"/>
            </a:ln>
          </p:spPr>
        </p:sp>
        <p:sp>
          <p:nvSpPr>
            <p:cNvPr id="1457" name="four:relaxed-hierarchy:regular-node:1179"/>
            <p:cNvSpPr>
              <a:spLocks noGrp="1"/>
            </p:cNvSpPr>
            <p:nvPr/>
          </p:nvSpPr>
          <p:spPr>
            <a:xfrm>
              <a:off x="13628031" y="5563515"/>
              <a:ext cx="42588" cy="42588"/>
            </a:xfrm>
            <a:prstGeom prst="ellipse">
              <a:avLst/>
            </a:prstGeom>
            <a:solidFill>
              <a:srgbClr val="DCE8ED"/>
            </a:solidFill>
            <a:ln w="9525">
              <a:solidFill>
                <a:srgbClr val="263238"/>
              </a:solidFill>
              <a:prstDash val="solid"/>
            </a:ln>
          </p:spPr>
        </p:sp>
        <p:sp>
          <p:nvSpPr>
            <p:cNvPr id="1458" name="four:relaxed-hierarchy:critical-node:1180"/>
            <p:cNvSpPr>
              <a:spLocks noGrp="1"/>
            </p:cNvSpPr>
            <p:nvPr/>
          </p:nvSpPr>
          <p:spPr>
            <a:xfrm>
              <a:off x="13587217" y="5309992"/>
              <a:ext cx="124216" cy="124216"/>
            </a:xfrm>
            <a:prstGeom prst="diamond">
              <a:avLst/>
            </a:prstGeom>
            <a:solidFill>
              <a:srgbClr val="DCE8ED"/>
            </a:solidFill>
            <a:ln w="10478">
              <a:solidFill>
                <a:srgbClr val="263238"/>
              </a:solidFill>
              <a:prstDash val="solid"/>
            </a:ln>
          </p:spPr>
        </p:sp>
        <p:sp>
          <p:nvSpPr>
            <p:cNvPr id="1459" name="four:relaxed-hierarchy:critical-node:1181"/>
            <p:cNvSpPr>
              <a:spLocks noGrp="1"/>
            </p:cNvSpPr>
            <p:nvPr/>
          </p:nvSpPr>
          <p:spPr>
            <a:xfrm>
              <a:off x="13587217" y="5649463"/>
              <a:ext cx="124216" cy="124216"/>
            </a:xfrm>
            <a:prstGeom prst="diamond">
              <a:avLst/>
            </a:prstGeom>
            <a:solidFill>
              <a:srgbClr val="DCE8ED"/>
            </a:solidFill>
            <a:ln w="10478">
              <a:solidFill>
                <a:srgbClr val="263238"/>
              </a:solidFill>
              <a:prstDash val="solid"/>
            </a:ln>
          </p:spPr>
        </p:sp>
        <p:sp>
          <p:nvSpPr>
            <p:cNvPr id="1460" name="four:relaxed-hierarchy:line:1182"/>
            <p:cNvSpPr>
              <a:spLocks noGrp="1"/>
            </p:cNvSpPr>
            <p:nvPr/>
          </p:nvSpPr>
          <p:spPr>
            <a:xfrm>
              <a:off x="12760833" y="5711571"/>
              <a:ext cx="1776984" cy="953"/>
            </a:xfrm>
            <a:custGeom>
              <a:avLst/>
              <a:gdLst/>
              <a:ahLst/>
              <a:cxnLst/>
              <a:pathLst>
                <a:path w="1776984" h="953">
                  <a:moveTo>
                    <a:pt x="0" y="0"/>
                  </a:moveTo>
                  <a:lnTo>
                    <a:pt x="819717" y="0"/>
                  </a:lnTo>
                  <a:moveTo>
                    <a:pt x="957267" y="0"/>
                  </a:moveTo>
                  <a:lnTo>
                    <a:pt x="1776984" y="0"/>
                  </a:lnTo>
                </a:path>
              </a:pathLst>
            </a:custGeom>
            <a:noFill/>
            <a:ln w="11906">
              <a:solidFill>
                <a:srgbClr val="263238"/>
              </a:solidFill>
              <a:prstDash val="solid"/>
            </a:ln>
          </p:spPr>
        </p:sp>
        <p:sp>
          <p:nvSpPr>
            <p:cNvPr id="1461" name="four:relaxed-hierarchy:line:1183"/>
            <p:cNvSpPr>
              <a:spLocks noGrp="1"/>
            </p:cNvSpPr>
            <p:nvPr/>
          </p:nvSpPr>
          <p:spPr>
            <a:xfrm>
              <a:off x="12760833" y="5711571"/>
              <a:ext cx="953" cy="1203579"/>
            </a:xfrm>
            <a:custGeom>
              <a:avLst/>
              <a:gdLst/>
              <a:ahLst/>
              <a:cxnLst/>
              <a:pathLst>
                <a:path w="953" h="1203579">
                  <a:moveTo>
                    <a:pt x="0" y="0"/>
                  </a:moveTo>
                  <a:lnTo>
                    <a:pt x="0" y="1108186"/>
                  </a:lnTo>
                </a:path>
              </a:pathLst>
            </a:custGeom>
            <a:noFill/>
            <a:ln w="11906">
              <a:solidFill>
                <a:srgbClr val="263238"/>
              </a:solidFill>
              <a:prstDash val="solid"/>
            </a:ln>
          </p:spPr>
        </p:sp>
        <p:sp>
          <p:nvSpPr>
            <p:cNvPr id="1462" name="four:relaxed-hierarchy:regular-node:1184"/>
            <p:cNvSpPr>
              <a:spLocks noGrp="1"/>
            </p:cNvSpPr>
            <p:nvPr/>
          </p:nvSpPr>
          <p:spPr>
            <a:xfrm>
              <a:off x="12730666" y="5945034"/>
              <a:ext cx="60333" cy="60333"/>
            </a:xfrm>
            <a:prstGeom prst="ellipse">
              <a:avLst/>
            </a:prstGeom>
            <a:solidFill>
              <a:srgbClr val="0072B2"/>
            </a:solidFill>
            <a:ln w="9525">
              <a:solidFill>
                <a:srgbClr val="263238"/>
              </a:solidFill>
              <a:prstDash val="solid"/>
            </a:ln>
          </p:spPr>
        </p:sp>
        <p:sp>
          <p:nvSpPr>
            <p:cNvPr id="1463" name="four:relaxed-hierarchy:regular-node:1185"/>
            <p:cNvSpPr>
              <a:spLocks noGrp="1"/>
            </p:cNvSpPr>
            <p:nvPr/>
          </p:nvSpPr>
          <p:spPr>
            <a:xfrm>
              <a:off x="12730666" y="6238831"/>
              <a:ext cx="60333" cy="60333"/>
            </a:xfrm>
            <a:prstGeom prst="ellipse">
              <a:avLst/>
            </a:prstGeom>
            <a:solidFill>
              <a:srgbClr val="0072B2"/>
            </a:solidFill>
            <a:ln w="9525">
              <a:solidFill>
                <a:srgbClr val="263238"/>
              </a:solidFill>
              <a:prstDash val="solid"/>
            </a:ln>
          </p:spPr>
        </p:sp>
        <p:sp>
          <p:nvSpPr>
            <p:cNvPr id="1464" name="four:relaxed-hierarchy:regular-node:1186"/>
            <p:cNvSpPr>
              <a:spLocks noGrp="1"/>
            </p:cNvSpPr>
            <p:nvPr/>
          </p:nvSpPr>
          <p:spPr>
            <a:xfrm>
              <a:off x="12730666" y="6532628"/>
              <a:ext cx="60333" cy="60333"/>
            </a:xfrm>
            <a:prstGeom prst="ellipse">
              <a:avLst/>
            </a:prstGeom>
            <a:solidFill>
              <a:srgbClr val="0072B2"/>
            </a:solidFill>
            <a:ln w="9525">
              <a:solidFill>
                <a:srgbClr val="263238"/>
              </a:solidFill>
              <a:prstDash val="solid"/>
            </a:ln>
          </p:spPr>
        </p:sp>
        <p:sp>
          <p:nvSpPr>
            <p:cNvPr id="1465" name="four:relaxed-hierarchy:line:1187"/>
            <p:cNvSpPr>
              <a:spLocks noGrp="1"/>
            </p:cNvSpPr>
            <p:nvPr/>
          </p:nvSpPr>
          <p:spPr>
            <a:xfrm>
              <a:off x="14537817" y="5711571"/>
              <a:ext cx="953" cy="1203579"/>
            </a:xfrm>
            <a:custGeom>
              <a:avLst/>
              <a:gdLst/>
              <a:ahLst/>
              <a:cxnLst/>
              <a:pathLst>
                <a:path w="953" h="1203579">
                  <a:moveTo>
                    <a:pt x="0" y="0"/>
                  </a:moveTo>
                  <a:lnTo>
                    <a:pt x="0" y="1108186"/>
                  </a:lnTo>
                </a:path>
              </a:pathLst>
            </a:custGeom>
            <a:noFill/>
            <a:ln w="11906">
              <a:solidFill>
                <a:srgbClr val="263238"/>
              </a:solidFill>
              <a:prstDash val="solid"/>
            </a:ln>
          </p:spPr>
        </p:sp>
        <p:sp>
          <p:nvSpPr>
            <p:cNvPr id="1466" name="four:relaxed-hierarchy:regular-node:1188"/>
            <p:cNvSpPr>
              <a:spLocks noGrp="1"/>
            </p:cNvSpPr>
            <p:nvPr/>
          </p:nvSpPr>
          <p:spPr>
            <a:xfrm>
              <a:off x="14507650" y="5945034"/>
              <a:ext cx="60333" cy="60333"/>
            </a:xfrm>
            <a:prstGeom prst="ellipse">
              <a:avLst/>
            </a:prstGeom>
            <a:solidFill>
              <a:srgbClr val="CC79A7"/>
            </a:solidFill>
            <a:ln w="9525">
              <a:solidFill>
                <a:srgbClr val="263238"/>
              </a:solidFill>
              <a:prstDash val="solid"/>
            </a:ln>
          </p:spPr>
        </p:sp>
        <p:sp>
          <p:nvSpPr>
            <p:cNvPr id="1467" name="four:relaxed-hierarchy:regular-node:1189"/>
            <p:cNvSpPr>
              <a:spLocks noGrp="1"/>
            </p:cNvSpPr>
            <p:nvPr/>
          </p:nvSpPr>
          <p:spPr>
            <a:xfrm>
              <a:off x="14507650" y="6238831"/>
              <a:ext cx="60333" cy="60333"/>
            </a:xfrm>
            <a:prstGeom prst="ellipse">
              <a:avLst/>
            </a:prstGeom>
            <a:solidFill>
              <a:srgbClr val="CC79A7"/>
            </a:solidFill>
            <a:ln w="9525">
              <a:solidFill>
                <a:srgbClr val="263238"/>
              </a:solidFill>
              <a:prstDash val="solid"/>
            </a:ln>
          </p:spPr>
        </p:sp>
        <p:sp>
          <p:nvSpPr>
            <p:cNvPr id="1468" name="four:relaxed-hierarchy:regular-node:1190"/>
            <p:cNvSpPr>
              <a:spLocks noGrp="1"/>
            </p:cNvSpPr>
            <p:nvPr/>
          </p:nvSpPr>
          <p:spPr>
            <a:xfrm>
              <a:off x="14507650" y="6532628"/>
              <a:ext cx="60333" cy="60333"/>
            </a:xfrm>
            <a:prstGeom prst="ellipse">
              <a:avLst/>
            </a:prstGeom>
            <a:solidFill>
              <a:srgbClr val="CC79A7"/>
            </a:solidFill>
            <a:ln w="9525">
              <a:solidFill>
                <a:srgbClr val="263238"/>
              </a:solidFill>
              <a:prstDash val="solid"/>
            </a:ln>
          </p:spPr>
        </p:sp>
        <p:sp>
          <p:nvSpPr>
            <p:cNvPr id="1469" name="four:relaxed-hierarchy:line:1191"/>
            <p:cNvSpPr>
              <a:spLocks noGrp="1"/>
            </p:cNvSpPr>
            <p:nvPr/>
          </p:nvSpPr>
          <p:spPr>
            <a:xfrm>
              <a:off x="13649325" y="5711571"/>
              <a:ext cx="953" cy="894969"/>
            </a:xfrm>
            <a:custGeom>
              <a:avLst/>
              <a:gdLst/>
              <a:ahLst/>
              <a:cxnLst/>
              <a:pathLst>
                <a:path w="953" h="894969">
                  <a:moveTo>
                    <a:pt x="0" y="68775"/>
                  </a:moveTo>
                  <a:lnTo>
                    <a:pt x="0" y="799576"/>
                  </a:lnTo>
                </a:path>
              </a:pathLst>
            </a:custGeom>
            <a:noFill/>
            <a:ln w="11906">
              <a:solidFill>
                <a:srgbClr val="263238"/>
              </a:solidFill>
              <a:prstDash val="solid"/>
            </a:ln>
          </p:spPr>
        </p:sp>
        <p:sp>
          <p:nvSpPr>
            <p:cNvPr id="1470" name="four:relaxed-hierarchy:regular-node:1192"/>
            <p:cNvSpPr>
              <a:spLocks noGrp="1"/>
            </p:cNvSpPr>
            <p:nvPr/>
          </p:nvSpPr>
          <p:spPr>
            <a:xfrm>
              <a:off x="13619158" y="5914463"/>
              <a:ext cx="60333" cy="60333"/>
            </a:xfrm>
            <a:prstGeom prst="ellipse">
              <a:avLst/>
            </a:prstGeom>
            <a:solidFill>
              <a:srgbClr val="81C9BA"/>
            </a:solidFill>
            <a:ln w="9525">
              <a:solidFill>
                <a:srgbClr val="263238"/>
              </a:solidFill>
              <a:prstDash val="solid"/>
            </a:ln>
          </p:spPr>
        </p:sp>
        <p:sp>
          <p:nvSpPr>
            <p:cNvPr id="1471" name="four:relaxed-hierarchy:regular-node:1193"/>
            <p:cNvSpPr>
              <a:spLocks noGrp="1"/>
            </p:cNvSpPr>
            <p:nvPr/>
          </p:nvSpPr>
          <p:spPr>
            <a:xfrm>
              <a:off x="13619158" y="6115580"/>
              <a:ext cx="60333" cy="60333"/>
            </a:xfrm>
            <a:prstGeom prst="ellipse">
              <a:avLst/>
            </a:prstGeom>
            <a:solidFill>
              <a:srgbClr val="81C9BA"/>
            </a:solidFill>
            <a:ln w="9525">
              <a:solidFill>
                <a:srgbClr val="263238"/>
              </a:solidFill>
              <a:prstDash val="solid"/>
            </a:ln>
          </p:spPr>
        </p:sp>
        <p:sp>
          <p:nvSpPr>
            <p:cNvPr id="1472" name="four:relaxed-hierarchy:regular-node:1194"/>
            <p:cNvSpPr>
              <a:spLocks noGrp="1"/>
            </p:cNvSpPr>
            <p:nvPr/>
          </p:nvSpPr>
          <p:spPr>
            <a:xfrm>
              <a:off x="13619158" y="6316697"/>
              <a:ext cx="60333" cy="60333"/>
            </a:xfrm>
            <a:prstGeom prst="ellipse">
              <a:avLst/>
            </a:prstGeom>
            <a:solidFill>
              <a:srgbClr val="81C9BA"/>
            </a:solidFill>
            <a:ln w="9525">
              <a:solidFill>
                <a:srgbClr val="263238"/>
              </a:solidFill>
              <a:prstDash val="solid"/>
            </a:ln>
          </p:spPr>
        </p:sp>
        <p:sp>
          <p:nvSpPr>
            <p:cNvPr id="1473" name="four:relaxed-hierarchy:line:1195"/>
            <p:cNvSpPr>
              <a:spLocks noGrp="1"/>
            </p:cNvSpPr>
            <p:nvPr/>
          </p:nvSpPr>
          <p:spPr>
            <a:xfrm>
              <a:off x="13346430" y="6606540"/>
              <a:ext cx="605790" cy="953"/>
            </a:xfrm>
            <a:custGeom>
              <a:avLst/>
              <a:gdLst/>
              <a:ahLst/>
              <a:cxnLst/>
              <a:pathLst>
                <a:path w="605790" h="953">
                  <a:moveTo>
                    <a:pt x="0" y="0"/>
                  </a:moveTo>
                  <a:lnTo>
                    <a:pt x="207502" y="0"/>
                  </a:lnTo>
                  <a:moveTo>
                    <a:pt x="398288" y="0"/>
                  </a:moveTo>
                  <a:lnTo>
                    <a:pt x="605790" y="0"/>
                  </a:lnTo>
                </a:path>
              </a:pathLst>
            </a:custGeom>
            <a:noFill/>
            <a:ln w="11906">
              <a:solidFill>
                <a:srgbClr val="263238"/>
              </a:solidFill>
              <a:prstDash val="solid"/>
            </a:ln>
          </p:spPr>
        </p:sp>
        <p:sp>
          <p:nvSpPr>
            <p:cNvPr id="1474" name="four:relaxed-hierarchy:line:1196"/>
            <p:cNvSpPr>
              <a:spLocks noGrp="1"/>
            </p:cNvSpPr>
            <p:nvPr/>
          </p:nvSpPr>
          <p:spPr>
            <a:xfrm>
              <a:off x="13346430" y="6606540"/>
              <a:ext cx="953" cy="308610"/>
            </a:xfrm>
            <a:custGeom>
              <a:avLst/>
              <a:gdLst/>
              <a:ahLst/>
              <a:cxnLst/>
              <a:pathLst>
                <a:path w="953" h="308610">
                  <a:moveTo>
                    <a:pt x="0" y="0"/>
                  </a:moveTo>
                  <a:lnTo>
                    <a:pt x="0" y="213217"/>
                  </a:lnTo>
                </a:path>
              </a:pathLst>
            </a:custGeom>
            <a:noFill/>
            <a:ln w="11906">
              <a:solidFill>
                <a:srgbClr val="263238"/>
              </a:solidFill>
              <a:prstDash val="solid"/>
            </a:ln>
          </p:spPr>
        </p:sp>
        <p:sp>
          <p:nvSpPr>
            <p:cNvPr id="1475" name="four:relaxed-hierarchy:regular-node:1197"/>
            <p:cNvSpPr>
              <a:spLocks noGrp="1"/>
            </p:cNvSpPr>
            <p:nvPr/>
          </p:nvSpPr>
          <p:spPr>
            <a:xfrm>
              <a:off x="13316263" y="6686316"/>
              <a:ext cx="60333" cy="60333"/>
            </a:xfrm>
            <a:prstGeom prst="ellipse">
              <a:avLst/>
            </a:prstGeom>
            <a:solidFill>
              <a:srgbClr val="D55E00"/>
            </a:solidFill>
            <a:ln w="9525">
              <a:solidFill>
                <a:srgbClr val="263238"/>
              </a:solidFill>
              <a:prstDash val="solid"/>
            </a:ln>
          </p:spPr>
        </p:sp>
        <p:sp>
          <p:nvSpPr>
            <p:cNvPr id="1476" name="four:relaxed-hierarchy:line:1198"/>
            <p:cNvSpPr>
              <a:spLocks noGrp="1"/>
            </p:cNvSpPr>
            <p:nvPr/>
          </p:nvSpPr>
          <p:spPr>
            <a:xfrm>
              <a:off x="13952220" y="6606540"/>
              <a:ext cx="953" cy="308610"/>
            </a:xfrm>
            <a:custGeom>
              <a:avLst/>
              <a:gdLst/>
              <a:ahLst/>
              <a:cxnLst/>
              <a:pathLst>
                <a:path w="953" h="308610">
                  <a:moveTo>
                    <a:pt x="0" y="0"/>
                  </a:moveTo>
                  <a:lnTo>
                    <a:pt x="0" y="213217"/>
                  </a:lnTo>
                </a:path>
              </a:pathLst>
            </a:custGeom>
            <a:noFill/>
            <a:ln w="11906">
              <a:solidFill>
                <a:srgbClr val="263238"/>
              </a:solidFill>
              <a:prstDash val="solid"/>
            </a:ln>
          </p:spPr>
        </p:sp>
        <p:sp>
          <p:nvSpPr>
            <p:cNvPr id="1477" name="four:relaxed-hierarchy:regular-node:1199"/>
            <p:cNvSpPr>
              <a:spLocks noGrp="1"/>
            </p:cNvSpPr>
            <p:nvPr/>
          </p:nvSpPr>
          <p:spPr>
            <a:xfrm>
              <a:off x="13922053" y="6686316"/>
              <a:ext cx="60333" cy="60333"/>
            </a:xfrm>
            <a:prstGeom prst="ellipse">
              <a:avLst/>
            </a:prstGeom>
            <a:solidFill>
              <a:srgbClr val="009E73"/>
            </a:solidFill>
            <a:ln w="9525">
              <a:solidFill>
                <a:srgbClr val="263238"/>
              </a:solidFill>
              <a:prstDash val="solid"/>
            </a:ln>
          </p:spPr>
        </p:sp>
        <p:sp>
          <p:nvSpPr>
            <p:cNvPr id="1478" name="four:relaxed-hierarchy:critical-node:1200"/>
            <p:cNvSpPr>
              <a:spLocks noGrp="1"/>
            </p:cNvSpPr>
            <p:nvPr/>
          </p:nvSpPr>
          <p:spPr>
            <a:xfrm>
              <a:off x="13560600" y="6517815"/>
              <a:ext cx="177451" cy="177451"/>
            </a:xfrm>
            <a:prstGeom prst="diamond">
              <a:avLst/>
            </a:prstGeom>
            <a:solidFill>
              <a:srgbClr val="81C9BA"/>
            </a:solidFill>
            <a:ln w="10478">
              <a:solidFill>
                <a:srgbClr val="263238"/>
              </a:solidFill>
              <a:prstDash val="solid"/>
            </a:ln>
          </p:spPr>
        </p:sp>
        <p:sp>
          <p:nvSpPr>
            <p:cNvPr id="1479" name="four:relaxed-hierarchy:critical-node:1201"/>
            <p:cNvSpPr>
              <a:spLocks noGrp="1"/>
            </p:cNvSpPr>
            <p:nvPr/>
          </p:nvSpPr>
          <p:spPr>
            <a:xfrm>
              <a:off x="12672108" y="6826425"/>
              <a:ext cx="177451" cy="177451"/>
            </a:xfrm>
            <a:prstGeom prst="diamond">
              <a:avLst/>
            </a:prstGeom>
            <a:solidFill>
              <a:srgbClr val="0072B2"/>
            </a:solidFill>
            <a:ln w="10478">
              <a:solidFill>
                <a:srgbClr val="263238"/>
              </a:solidFill>
              <a:prstDash val="solid"/>
            </a:ln>
          </p:spPr>
        </p:sp>
        <p:sp>
          <p:nvSpPr>
            <p:cNvPr id="1480" name="four:relaxed-hierarchy:critical-node:1202"/>
            <p:cNvSpPr>
              <a:spLocks noGrp="1"/>
            </p:cNvSpPr>
            <p:nvPr/>
          </p:nvSpPr>
          <p:spPr>
            <a:xfrm>
              <a:off x="13257705" y="6826425"/>
              <a:ext cx="177451" cy="177451"/>
            </a:xfrm>
            <a:prstGeom prst="diamond">
              <a:avLst/>
            </a:prstGeom>
            <a:solidFill>
              <a:srgbClr val="D55E00"/>
            </a:solidFill>
            <a:ln w="10478">
              <a:solidFill>
                <a:srgbClr val="263238"/>
              </a:solidFill>
              <a:prstDash val="solid"/>
            </a:ln>
          </p:spPr>
        </p:sp>
        <p:sp>
          <p:nvSpPr>
            <p:cNvPr id="1481" name="four:relaxed-hierarchy:critical-node:1203"/>
            <p:cNvSpPr>
              <a:spLocks noGrp="1"/>
            </p:cNvSpPr>
            <p:nvPr/>
          </p:nvSpPr>
          <p:spPr>
            <a:xfrm>
              <a:off x="13863495" y="6826425"/>
              <a:ext cx="177451" cy="177451"/>
            </a:xfrm>
            <a:prstGeom prst="diamond">
              <a:avLst/>
            </a:prstGeom>
            <a:solidFill>
              <a:srgbClr val="009E73"/>
            </a:solidFill>
            <a:ln w="10478">
              <a:solidFill>
                <a:srgbClr val="263238"/>
              </a:solidFill>
              <a:prstDash val="solid"/>
            </a:ln>
          </p:spPr>
        </p:sp>
        <p:sp>
          <p:nvSpPr>
            <p:cNvPr id="1482" name="four:relaxed-hierarchy:critical-node:1204"/>
            <p:cNvSpPr>
              <a:spLocks noGrp="1"/>
            </p:cNvSpPr>
            <p:nvPr/>
          </p:nvSpPr>
          <p:spPr>
            <a:xfrm>
              <a:off x="14449092" y="6826425"/>
              <a:ext cx="177451" cy="177451"/>
            </a:xfrm>
            <a:prstGeom prst="diamond">
              <a:avLst/>
            </a:prstGeom>
            <a:solidFill>
              <a:srgbClr val="CC79A7"/>
            </a:solidFill>
            <a:ln w="10478">
              <a:solidFill>
                <a:srgbClr val="263238"/>
              </a:solidFill>
              <a:prstDash val="solid"/>
            </a:ln>
          </p:spPr>
        </p:sp>
      </p:grpSp>
      <p:grpSp>
        <p:nvGrpSpPr>
          <p:cNvPr id="1483" name="linked-tree-layout"/>
          <p:cNvGrpSpPr/>
          <p:nvPr/>
        </p:nvGrpSpPr>
        <p:grpSpPr>
          <a:xfrm>
            <a:off x="0" y="0"/>
            <a:ext cx="24955500" cy="8572500"/>
            <a:chOff x="0" y="0"/>
            <a:chExt cx="24955500" cy="8572500"/>
          </a:xfrm>
        </p:grpSpPr>
        <p:sp>
          <p:nvSpPr>
            <p:cNvPr id="1484" name="four:linked-tree-layout:textbox:1209"/>
            <p:cNvSpPr>
              <a:spLocks noGrp="1"/>
            </p:cNvSpPr>
            <p:nvPr/>
          </p:nvSpPr>
          <p:spPr>
            <a:xfrm>
              <a:off x="15754350" y="1057275"/>
              <a:ext cx="4114800" cy="304800"/>
            </a:xfrm>
            <a:prstGeom prst="rect">
              <a:avLst/>
            </a:prstGeom>
            <a:noFill/>
            <a:ln w="0">
              <a:noFill/>
              <a:prstDash val="solid"/>
            </a:ln>
          </p:spPr>
          <p:txBody>
            <a:bodyPr wrap="none" lIns="0" tIns="0" rIns="0" bIns="0" anchor="ctr">
              <a:normAutofit/>
            </a:bodyPr>
            <a:lstStyle>
              <a:defPPr algn="l">
                <a:defRPr sz="1800" b="1">
                  <a:solidFill>
                    <a:srgbClr val="263238"/>
                  </a:solidFill>
                  <a:latin typeface="Arial" panose="020B0604020202090204"/>
                  <a:ea typeface="Arial" panose="020B0604020202090204"/>
                  <a:cs typeface="Arial" panose="020B0604020202090204"/>
                </a:defRPr>
              </a:defPPr>
            </a:lstStyle>
            <a:p>
              <a:pPr algn="l">
                <a:defRPr sz="1800" b="1">
                  <a:solidFill>
                    <a:srgbClr val="263238"/>
                  </a:solidFill>
                  <a:latin typeface="Arial" panose="020B0604020202090204"/>
                  <a:ea typeface="Arial" panose="020B0604020202090204"/>
                  <a:cs typeface="Arial" panose="020B0604020202090204"/>
                </a:defRPr>
              </a:pPr>
              <a:r>
                <a:rPr sz="1800" b="1">
                  <a:solidFill>
                    <a:srgbClr val="263238"/>
                  </a:solidFill>
                  <a:latin typeface="Arial" panose="020B0604020202090204"/>
                  <a:ea typeface="Arial" panose="020B0604020202090204"/>
                  <a:cs typeface="Arial" panose="020B0604020202090204"/>
                </a:rPr>
                <a:t>Budgeted interval layout</a:t>
              </a:r>
              <a:endParaRPr sz="1800" b="1">
                <a:solidFill>
                  <a:srgbClr val="263238"/>
                </a:solidFill>
                <a:latin typeface="Arial" panose="020B0604020202090204"/>
                <a:ea typeface="Arial" panose="020B0604020202090204"/>
                <a:cs typeface="Arial" panose="020B0604020202090204"/>
              </a:endParaRPr>
            </a:p>
          </p:txBody>
        </p:sp>
        <p:sp>
          <p:nvSpPr>
            <p:cNvPr id="1485" name="four:linked-tree-layout:textbox:1238"/>
            <p:cNvSpPr>
              <a:spLocks noGrp="1"/>
            </p:cNvSpPr>
            <p:nvPr/>
          </p:nvSpPr>
          <p:spPr>
            <a:xfrm>
              <a:off x="19450050" y="1457325"/>
              <a:ext cx="428625" cy="342900"/>
            </a:xfrm>
            <a:prstGeom prst="rect">
              <a:avLst/>
            </a:prstGeom>
            <a:noFill/>
            <a:ln w="0">
              <a:noFill/>
              <a:prstDash val="solid"/>
            </a:ln>
          </p:spPr>
          <p:txBody>
            <a:bodyPr wrap="none" lIns="0" tIns="0" rIns="0" bIns="0" anchor="ctr">
              <a:normAutofit/>
            </a:bodyPr>
            <a:lstStyle>
              <a:defPPr algn="ctr">
                <a:defRPr sz="2025" b="0">
                  <a:solidFill>
                    <a:srgbClr val="263238"/>
                  </a:solidFill>
                  <a:latin typeface="Arial" panose="020B0604020202090204"/>
                  <a:ea typeface="Arial" panose="020B0604020202090204"/>
                  <a:cs typeface="Arial" panose="020B0604020202090204"/>
                </a:defRPr>
              </a:defPPr>
            </a:lstStyle>
            <a:p>
              <a:pPr algn="ctr">
                <a:defRPr sz="2025" b="0">
                  <a:solidFill>
                    <a:srgbClr val="263238"/>
                  </a:solidFill>
                  <a:latin typeface="Arial" panose="020B0604020202090204"/>
                  <a:ea typeface="Arial" panose="020B0604020202090204"/>
                  <a:cs typeface="Arial" panose="020B0604020202090204"/>
                </a:defRPr>
              </a:pPr>
              <a:r>
                <a:rPr sz="2025" b="0">
                  <a:solidFill>
                    <a:srgbClr val="263238"/>
                  </a:solidFill>
                  <a:latin typeface="Arial" panose="020B0604020202090204"/>
                  <a:ea typeface="Arial" panose="020B0604020202090204"/>
                  <a:cs typeface="Arial" panose="020B0604020202090204"/>
                </a:rPr>
                <a:t>T′</a:t>
              </a:r>
              <a:endParaRPr sz="2025" b="0">
                <a:solidFill>
                  <a:srgbClr val="263238"/>
                </a:solidFill>
                <a:latin typeface="Arial" panose="020B0604020202090204"/>
                <a:ea typeface="Arial" panose="020B0604020202090204"/>
                <a:cs typeface="Arial" panose="020B0604020202090204"/>
              </a:endParaRPr>
            </a:p>
          </p:txBody>
        </p:sp>
        <p:sp>
          <p:nvSpPr>
            <p:cNvPr id="1486" name="four:linked-tree-layout:line:1239"/>
            <p:cNvSpPr>
              <a:spLocks noGrp="1"/>
            </p:cNvSpPr>
            <p:nvPr/>
          </p:nvSpPr>
          <p:spPr>
            <a:xfrm>
              <a:off x="16059150" y="3171825"/>
              <a:ext cx="3648075" cy="953"/>
            </a:xfrm>
            <a:custGeom>
              <a:avLst/>
              <a:gdLst/>
              <a:ahLst/>
              <a:cxnLst/>
              <a:pathLst>
                <a:path w="3648075" h="953">
                  <a:moveTo>
                    <a:pt x="0" y="0"/>
                  </a:moveTo>
                  <a:lnTo>
                    <a:pt x="3648075" y="0"/>
                  </a:lnTo>
                </a:path>
              </a:pathLst>
            </a:custGeom>
            <a:noFill/>
            <a:ln w="11430">
              <a:solidFill>
                <a:srgbClr val="263238"/>
              </a:solidFill>
              <a:prstDash val="dash"/>
            </a:ln>
          </p:spPr>
        </p:sp>
        <p:sp>
          <p:nvSpPr>
            <p:cNvPr id="1487" name="four:linked-tree-layout:polygon:1240"/>
            <p:cNvSpPr>
              <a:spLocks noGrp="1"/>
            </p:cNvSpPr>
            <p:nvPr/>
          </p:nvSpPr>
          <p:spPr>
            <a:xfrm>
              <a:off x="19640550" y="3143155"/>
              <a:ext cx="66675" cy="57340"/>
            </a:xfrm>
            <a:custGeom>
              <a:avLst/>
              <a:gdLst/>
              <a:ahLst/>
              <a:cxnLst/>
              <a:pathLst>
                <a:path w="66675" h="57340">
                  <a:moveTo>
                    <a:pt x="66675" y="28670"/>
                  </a:moveTo>
                  <a:lnTo>
                    <a:pt x="0" y="0"/>
                  </a:lnTo>
                  <a:lnTo>
                    <a:pt x="0" y="57340"/>
                  </a:lnTo>
                  <a:close/>
                </a:path>
              </a:pathLst>
            </a:custGeom>
            <a:solidFill>
              <a:srgbClr val="263238"/>
            </a:solidFill>
            <a:ln w="0">
              <a:noFill/>
              <a:prstDash val="solid"/>
            </a:ln>
          </p:spPr>
        </p:sp>
        <p:sp>
          <p:nvSpPr>
            <p:cNvPr id="1488" name="four:linked-tree-layout:textbox:1241"/>
            <p:cNvSpPr>
              <a:spLocks noGrp="1"/>
            </p:cNvSpPr>
            <p:nvPr/>
          </p:nvSpPr>
          <p:spPr>
            <a:xfrm>
              <a:off x="15716250" y="2981325"/>
              <a:ext cx="333375" cy="342900"/>
            </a:xfrm>
            <a:prstGeom prst="rect">
              <a:avLst/>
            </a:prstGeom>
            <a:noFill/>
            <a:ln w="0">
              <a:noFill/>
              <a:prstDash val="solid"/>
            </a:ln>
          </p:spPr>
          <p:txBody>
            <a:bodyPr wrap="none" lIns="0" tIns="0" rIns="0" bIns="0" anchor="ctr">
              <a:normAutofit/>
            </a:bodyPr>
            <a:lstStyle>
              <a:defPPr algn="ctr">
                <a:defRPr sz="1725" b="0">
                  <a:solidFill>
                    <a:srgbClr val="7B8790"/>
                  </a:solidFill>
                  <a:latin typeface="Arial" panose="020B0604020202090204"/>
                  <a:ea typeface="Arial" panose="020B0604020202090204"/>
                  <a:cs typeface="Arial" panose="020B0604020202090204"/>
                </a:defRPr>
              </a:defPPr>
            </a:lstStyle>
            <a:p>
              <a:pPr algn="ctr">
                <a:defRPr sz="1725" b="0">
                  <a:solidFill>
                    <a:srgbClr val="7B8790"/>
                  </a:solidFill>
                  <a:latin typeface="Arial" panose="020B0604020202090204"/>
                  <a:ea typeface="Arial" panose="020B0604020202090204"/>
                  <a:cs typeface="Arial" panose="020B0604020202090204"/>
                </a:defRPr>
              </a:pPr>
              <a:r>
                <a:rPr sz="1725" b="0">
                  <a:solidFill>
                    <a:srgbClr val="7B8790"/>
                  </a:solidFill>
                  <a:latin typeface="Arial" panose="020B0604020202090204"/>
                  <a:ea typeface="Arial" panose="020B0604020202090204"/>
                  <a:cs typeface="Arial" panose="020B0604020202090204"/>
                </a:rPr>
                <a:t>u</a:t>
              </a:r>
              <a:r>
                <a:rPr sz="1240" b="0" baseline="-25000">
                  <a:solidFill>
                    <a:srgbClr val="7B8790"/>
                  </a:solidFill>
                  <a:latin typeface="Arial" panose="020B0604020202090204"/>
                  <a:ea typeface="Arial" panose="020B0604020202090204"/>
                  <a:cs typeface="Arial" panose="020B0604020202090204"/>
                </a:rPr>
                <a:t>i</a:t>
              </a:r>
              <a:endParaRPr sz="1240" b="0" baseline="-25000">
                <a:solidFill>
                  <a:srgbClr val="7B8790"/>
                </a:solidFill>
                <a:latin typeface="Arial" panose="020B0604020202090204"/>
                <a:ea typeface="Arial" panose="020B0604020202090204"/>
                <a:cs typeface="Arial" panose="020B0604020202090204"/>
              </a:endParaRPr>
            </a:p>
          </p:txBody>
        </p:sp>
        <p:sp>
          <p:nvSpPr>
            <p:cNvPr id="1489" name="four:linked-tree-layout:line:1242"/>
            <p:cNvSpPr>
              <a:spLocks noGrp="1"/>
            </p:cNvSpPr>
            <p:nvPr/>
          </p:nvSpPr>
          <p:spPr>
            <a:xfrm>
              <a:off x="16268224" y="2809875"/>
              <a:ext cx="953" cy="457200"/>
            </a:xfrm>
            <a:custGeom>
              <a:avLst/>
              <a:gdLst/>
              <a:ahLst/>
              <a:cxnLst/>
              <a:pathLst>
                <a:path w="953" h="457200">
                  <a:moveTo>
                    <a:pt x="0" y="3310"/>
                  </a:moveTo>
                  <a:lnTo>
                    <a:pt x="0" y="457200"/>
                  </a:lnTo>
                </a:path>
              </a:pathLst>
            </a:custGeom>
            <a:noFill/>
            <a:ln w="13335">
              <a:solidFill>
                <a:srgbClr val="0072B2"/>
              </a:solidFill>
              <a:prstDash val="dash"/>
            </a:ln>
          </p:spPr>
        </p:sp>
        <p:sp>
          <p:nvSpPr>
            <p:cNvPr id="1490" name="four:linked-tree-layout:line:1243"/>
            <p:cNvSpPr>
              <a:spLocks noGrp="1"/>
            </p:cNvSpPr>
            <p:nvPr/>
          </p:nvSpPr>
          <p:spPr>
            <a:xfrm>
              <a:off x="16230124" y="3076575"/>
              <a:ext cx="76200" cy="953"/>
            </a:xfrm>
            <a:custGeom>
              <a:avLst/>
              <a:gdLst/>
              <a:ahLst/>
              <a:cxnLst/>
              <a:pathLst>
                <a:path w="76200" h="953">
                  <a:moveTo>
                    <a:pt x="0" y="0"/>
                  </a:moveTo>
                  <a:lnTo>
                    <a:pt x="76200" y="0"/>
                  </a:lnTo>
                </a:path>
              </a:pathLst>
            </a:custGeom>
            <a:noFill/>
            <a:ln w="14288">
              <a:solidFill>
                <a:srgbClr val="0072B2"/>
              </a:solidFill>
              <a:prstDash val="solid"/>
            </a:ln>
          </p:spPr>
        </p:sp>
        <p:sp>
          <p:nvSpPr>
            <p:cNvPr id="1491" name="four:linked-tree-layout:regular-node:1244"/>
            <p:cNvSpPr>
              <a:spLocks noGrp="1"/>
            </p:cNvSpPr>
            <p:nvPr/>
          </p:nvSpPr>
          <p:spPr>
            <a:xfrm>
              <a:off x="16246316" y="3149918"/>
              <a:ext cx="43815" cy="43815"/>
            </a:xfrm>
            <a:prstGeom prst="ellipse">
              <a:avLst/>
            </a:prstGeom>
            <a:solidFill>
              <a:srgbClr val="0072B2"/>
            </a:solidFill>
            <a:ln w="0">
              <a:noFill/>
              <a:prstDash val="solid"/>
            </a:ln>
          </p:spPr>
        </p:sp>
        <p:sp>
          <p:nvSpPr>
            <p:cNvPr id="1492" name="four:linked-tree-layout:line:1245"/>
            <p:cNvSpPr>
              <a:spLocks noGrp="1"/>
            </p:cNvSpPr>
            <p:nvPr/>
          </p:nvSpPr>
          <p:spPr>
            <a:xfrm>
              <a:off x="16268224" y="3286125"/>
              <a:ext cx="138589" cy="171450"/>
            </a:xfrm>
            <a:custGeom>
              <a:avLst/>
              <a:gdLst/>
              <a:ahLst/>
              <a:cxnLst/>
              <a:pathLst>
                <a:path w="138589" h="171450">
                  <a:moveTo>
                    <a:pt x="0" y="0"/>
                  </a:moveTo>
                  <a:lnTo>
                    <a:pt x="138589" y="171450"/>
                  </a:lnTo>
                </a:path>
              </a:pathLst>
            </a:custGeom>
            <a:noFill/>
            <a:ln w="11430">
              <a:solidFill>
                <a:srgbClr val="0072B2">
                  <a:alpha val="65000"/>
                </a:srgbClr>
              </a:solidFill>
              <a:prstDash val="solid"/>
            </a:ln>
          </p:spPr>
        </p:sp>
        <p:sp>
          <p:nvSpPr>
            <p:cNvPr id="1493" name="four:linked-tree-layout:line:1246"/>
            <p:cNvSpPr>
              <a:spLocks noGrp="1"/>
            </p:cNvSpPr>
            <p:nvPr/>
          </p:nvSpPr>
          <p:spPr>
            <a:xfrm>
              <a:off x="17284541" y="2809875"/>
              <a:ext cx="953" cy="457200"/>
            </a:xfrm>
            <a:custGeom>
              <a:avLst/>
              <a:gdLst/>
              <a:ahLst/>
              <a:cxnLst/>
              <a:pathLst>
                <a:path w="953" h="457200">
                  <a:moveTo>
                    <a:pt x="0" y="3310"/>
                  </a:moveTo>
                  <a:lnTo>
                    <a:pt x="0" y="457200"/>
                  </a:lnTo>
                </a:path>
              </a:pathLst>
            </a:custGeom>
            <a:noFill/>
            <a:ln w="13335">
              <a:solidFill>
                <a:srgbClr val="D55E00"/>
              </a:solidFill>
              <a:prstDash val="dash"/>
            </a:ln>
          </p:spPr>
        </p:sp>
        <p:sp>
          <p:nvSpPr>
            <p:cNvPr id="1494" name="four:linked-tree-layout:line:1247"/>
            <p:cNvSpPr>
              <a:spLocks noGrp="1"/>
            </p:cNvSpPr>
            <p:nvPr/>
          </p:nvSpPr>
          <p:spPr>
            <a:xfrm>
              <a:off x="17246441" y="3076575"/>
              <a:ext cx="76200" cy="953"/>
            </a:xfrm>
            <a:custGeom>
              <a:avLst/>
              <a:gdLst/>
              <a:ahLst/>
              <a:cxnLst/>
              <a:pathLst>
                <a:path w="76200" h="953">
                  <a:moveTo>
                    <a:pt x="0" y="0"/>
                  </a:moveTo>
                  <a:lnTo>
                    <a:pt x="76200" y="0"/>
                  </a:lnTo>
                </a:path>
              </a:pathLst>
            </a:custGeom>
            <a:noFill/>
            <a:ln w="14288">
              <a:solidFill>
                <a:srgbClr val="D55E00"/>
              </a:solidFill>
              <a:prstDash val="solid"/>
            </a:ln>
          </p:spPr>
        </p:sp>
        <p:sp>
          <p:nvSpPr>
            <p:cNvPr id="1495" name="four:linked-tree-layout:regular-node:1248"/>
            <p:cNvSpPr>
              <a:spLocks noGrp="1"/>
            </p:cNvSpPr>
            <p:nvPr/>
          </p:nvSpPr>
          <p:spPr>
            <a:xfrm>
              <a:off x="17262634" y="3149918"/>
              <a:ext cx="43815" cy="43815"/>
            </a:xfrm>
            <a:prstGeom prst="ellipse">
              <a:avLst/>
            </a:prstGeom>
            <a:solidFill>
              <a:srgbClr val="D55E00"/>
            </a:solidFill>
            <a:ln w="0">
              <a:noFill/>
              <a:prstDash val="solid"/>
            </a:ln>
          </p:spPr>
        </p:sp>
        <p:sp>
          <p:nvSpPr>
            <p:cNvPr id="1496" name="four:linked-tree-layout:line:1249"/>
            <p:cNvSpPr>
              <a:spLocks noGrp="1"/>
            </p:cNvSpPr>
            <p:nvPr/>
          </p:nvSpPr>
          <p:spPr>
            <a:xfrm>
              <a:off x="17284541" y="3286125"/>
              <a:ext cx="46196" cy="171450"/>
            </a:xfrm>
            <a:custGeom>
              <a:avLst/>
              <a:gdLst/>
              <a:ahLst/>
              <a:cxnLst/>
              <a:pathLst>
                <a:path w="46196" h="171450">
                  <a:moveTo>
                    <a:pt x="0" y="0"/>
                  </a:moveTo>
                  <a:lnTo>
                    <a:pt x="46196" y="171450"/>
                  </a:lnTo>
                </a:path>
              </a:pathLst>
            </a:custGeom>
            <a:noFill/>
            <a:ln w="11430">
              <a:solidFill>
                <a:srgbClr val="D55E00">
                  <a:alpha val="65000"/>
                </a:srgbClr>
              </a:solidFill>
              <a:prstDash val="solid"/>
            </a:ln>
          </p:spPr>
        </p:sp>
        <p:sp>
          <p:nvSpPr>
            <p:cNvPr id="1497" name="four:linked-tree-layout:line:1250"/>
            <p:cNvSpPr>
              <a:spLocks noGrp="1"/>
            </p:cNvSpPr>
            <p:nvPr/>
          </p:nvSpPr>
          <p:spPr>
            <a:xfrm>
              <a:off x="18300859" y="2809875"/>
              <a:ext cx="953" cy="457200"/>
            </a:xfrm>
            <a:custGeom>
              <a:avLst/>
              <a:gdLst/>
              <a:ahLst/>
              <a:cxnLst/>
              <a:pathLst>
                <a:path w="953" h="457200">
                  <a:moveTo>
                    <a:pt x="0" y="3310"/>
                  </a:moveTo>
                  <a:lnTo>
                    <a:pt x="0" y="457200"/>
                  </a:lnTo>
                </a:path>
              </a:pathLst>
            </a:custGeom>
            <a:noFill/>
            <a:ln w="13335">
              <a:solidFill>
                <a:srgbClr val="009E73"/>
              </a:solidFill>
              <a:prstDash val="dash"/>
            </a:ln>
          </p:spPr>
        </p:sp>
        <p:sp>
          <p:nvSpPr>
            <p:cNvPr id="1498" name="four:linked-tree-layout:line:1251"/>
            <p:cNvSpPr>
              <a:spLocks noGrp="1"/>
            </p:cNvSpPr>
            <p:nvPr/>
          </p:nvSpPr>
          <p:spPr>
            <a:xfrm>
              <a:off x="18262759" y="3076575"/>
              <a:ext cx="76200" cy="953"/>
            </a:xfrm>
            <a:custGeom>
              <a:avLst/>
              <a:gdLst/>
              <a:ahLst/>
              <a:cxnLst/>
              <a:pathLst>
                <a:path w="76200" h="953">
                  <a:moveTo>
                    <a:pt x="0" y="0"/>
                  </a:moveTo>
                  <a:lnTo>
                    <a:pt x="76200" y="0"/>
                  </a:lnTo>
                </a:path>
              </a:pathLst>
            </a:custGeom>
            <a:noFill/>
            <a:ln w="14288">
              <a:solidFill>
                <a:srgbClr val="009E73"/>
              </a:solidFill>
              <a:prstDash val="solid"/>
            </a:ln>
          </p:spPr>
        </p:sp>
        <p:sp>
          <p:nvSpPr>
            <p:cNvPr id="1499" name="four:linked-tree-layout:regular-node:1252"/>
            <p:cNvSpPr>
              <a:spLocks noGrp="1"/>
            </p:cNvSpPr>
            <p:nvPr/>
          </p:nvSpPr>
          <p:spPr>
            <a:xfrm>
              <a:off x="18278951" y="3149918"/>
              <a:ext cx="43815" cy="43815"/>
            </a:xfrm>
            <a:prstGeom prst="ellipse">
              <a:avLst/>
            </a:prstGeom>
            <a:solidFill>
              <a:srgbClr val="009E73"/>
            </a:solidFill>
            <a:ln w="0">
              <a:noFill/>
              <a:prstDash val="solid"/>
            </a:ln>
          </p:spPr>
        </p:sp>
        <p:sp>
          <p:nvSpPr>
            <p:cNvPr id="1500" name="four:linked-tree-layout:line:1253"/>
            <p:cNvSpPr>
              <a:spLocks noGrp="1"/>
            </p:cNvSpPr>
            <p:nvPr/>
          </p:nvSpPr>
          <p:spPr>
            <a:xfrm>
              <a:off x="18254663" y="3286125"/>
              <a:ext cx="46196" cy="171450"/>
            </a:xfrm>
            <a:custGeom>
              <a:avLst/>
              <a:gdLst/>
              <a:ahLst/>
              <a:cxnLst/>
              <a:pathLst>
                <a:path w="46196" h="171450">
                  <a:moveTo>
                    <a:pt x="46196" y="0"/>
                  </a:moveTo>
                  <a:lnTo>
                    <a:pt x="0" y="171450"/>
                  </a:lnTo>
                </a:path>
              </a:pathLst>
            </a:custGeom>
            <a:noFill/>
            <a:ln w="11430">
              <a:solidFill>
                <a:srgbClr val="009E73">
                  <a:alpha val="65000"/>
                </a:srgbClr>
              </a:solidFill>
              <a:prstDash val="solid"/>
            </a:ln>
          </p:spPr>
        </p:sp>
        <p:sp>
          <p:nvSpPr>
            <p:cNvPr id="1501" name="four:linked-tree-layout:line:1254"/>
            <p:cNvSpPr>
              <a:spLocks noGrp="1"/>
            </p:cNvSpPr>
            <p:nvPr/>
          </p:nvSpPr>
          <p:spPr>
            <a:xfrm>
              <a:off x="19317176" y="2809875"/>
              <a:ext cx="953" cy="457200"/>
            </a:xfrm>
            <a:custGeom>
              <a:avLst/>
              <a:gdLst/>
              <a:ahLst/>
              <a:cxnLst/>
              <a:pathLst>
                <a:path w="953" h="457200">
                  <a:moveTo>
                    <a:pt x="0" y="3310"/>
                  </a:moveTo>
                  <a:lnTo>
                    <a:pt x="0" y="457200"/>
                  </a:lnTo>
                </a:path>
              </a:pathLst>
            </a:custGeom>
            <a:noFill/>
            <a:ln w="13335">
              <a:solidFill>
                <a:srgbClr val="CC79A7"/>
              </a:solidFill>
              <a:prstDash val="dash"/>
            </a:ln>
          </p:spPr>
        </p:sp>
        <p:sp>
          <p:nvSpPr>
            <p:cNvPr id="1502" name="four:linked-tree-layout:line:1255"/>
            <p:cNvSpPr>
              <a:spLocks noGrp="1"/>
            </p:cNvSpPr>
            <p:nvPr/>
          </p:nvSpPr>
          <p:spPr>
            <a:xfrm>
              <a:off x="19279076" y="3076575"/>
              <a:ext cx="76200" cy="953"/>
            </a:xfrm>
            <a:custGeom>
              <a:avLst/>
              <a:gdLst/>
              <a:ahLst/>
              <a:cxnLst/>
              <a:pathLst>
                <a:path w="76200" h="953">
                  <a:moveTo>
                    <a:pt x="0" y="0"/>
                  </a:moveTo>
                  <a:lnTo>
                    <a:pt x="76200" y="0"/>
                  </a:lnTo>
                </a:path>
              </a:pathLst>
            </a:custGeom>
            <a:noFill/>
            <a:ln w="14288">
              <a:solidFill>
                <a:srgbClr val="CC79A7"/>
              </a:solidFill>
              <a:prstDash val="solid"/>
            </a:ln>
          </p:spPr>
        </p:sp>
        <p:sp>
          <p:nvSpPr>
            <p:cNvPr id="1503" name="four:linked-tree-layout:regular-node:1256"/>
            <p:cNvSpPr>
              <a:spLocks noGrp="1"/>
            </p:cNvSpPr>
            <p:nvPr/>
          </p:nvSpPr>
          <p:spPr>
            <a:xfrm>
              <a:off x="19295269" y="3149918"/>
              <a:ext cx="43815" cy="43815"/>
            </a:xfrm>
            <a:prstGeom prst="ellipse">
              <a:avLst/>
            </a:prstGeom>
            <a:solidFill>
              <a:srgbClr val="CC79A7"/>
            </a:solidFill>
            <a:ln w="0">
              <a:noFill/>
              <a:prstDash val="solid"/>
            </a:ln>
          </p:spPr>
        </p:sp>
        <p:sp>
          <p:nvSpPr>
            <p:cNvPr id="1504" name="four:linked-tree-layout:line:1257"/>
            <p:cNvSpPr>
              <a:spLocks noGrp="1"/>
            </p:cNvSpPr>
            <p:nvPr/>
          </p:nvSpPr>
          <p:spPr>
            <a:xfrm>
              <a:off x="19178588" y="3286125"/>
              <a:ext cx="138589" cy="171450"/>
            </a:xfrm>
            <a:custGeom>
              <a:avLst/>
              <a:gdLst/>
              <a:ahLst/>
              <a:cxnLst/>
              <a:pathLst>
                <a:path w="138589" h="171450">
                  <a:moveTo>
                    <a:pt x="138589" y="0"/>
                  </a:moveTo>
                  <a:lnTo>
                    <a:pt x="0" y="171450"/>
                  </a:lnTo>
                </a:path>
              </a:pathLst>
            </a:custGeom>
            <a:noFill/>
            <a:ln w="11430">
              <a:solidFill>
                <a:srgbClr val="CC79A7">
                  <a:alpha val="65000"/>
                </a:srgbClr>
              </a:solidFill>
              <a:prstDash val="solid"/>
            </a:ln>
          </p:spPr>
        </p:sp>
        <p:sp>
          <p:nvSpPr>
            <p:cNvPr id="1505" name="four:linked-tree-layout:line:1258"/>
            <p:cNvSpPr>
              <a:spLocks noGrp="1"/>
            </p:cNvSpPr>
            <p:nvPr/>
          </p:nvSpPr>
          <p:spPr>
            <a:xfrm>
              <a:off x="16059150" y="3600450"/>
              <a:ext cx="3648075" cy="953"/>
            </a:xfrm>
            <a:custGeom>
              <a:avLst/>
              <a:gdLst/>
              <a:ahLst/>
              <a:cxnLst/>
              <a:pathLst>
                <a:path w="3648075" h="953">
                  <a:moveTo>
                    <a:pt x="0" y="0"/>
                  </a:moveTo>
                  <a:lnTo>
                    <a:pt x="3648075" y="0"/>
                  </a:lnTo>
                </a:path>
              </a:pathLst>
            </a:custGeom>
            <a:noFill/>
            <a:ln w="14288">
              <a:solidFill>
                <a:srgbClr val="263238"/>
              </a:solidFill>
              <a:prstDash val="solid"/>
            </a:ln>
          </p:spPr>
        </p:sp>
        <p:sp>
          <p:nvSpPr>
            <p:cNvPr id="1506" name="four:linked-tree-layout:polygon:1259"/>
            <p:cNvSpPr>
              <a:spLocks noGrp="1"/>
            </p:cNvSpPr>
            <p:nvPr/>
          </p:nvSpPr>
          <p:spPr>
            <a:xfrm>
              <a:off x="19631025" y="3567684"/>
              <a:ext cx="76200" cy="65532"/>
            </a:xfrm>
            <a:custGeom>
              <a:avLst/>
              <a:gdLst/>
              <a:ahLst/>
              <a:cxnLst/>
              <a:pathLst>
                <a:path w="76200" h="65532">
                  <a:moveTo>
                    <a:pt x="76200" y="32766"/>
                  </a:moveTo>
                  <a:lnTo>
                    <a:pt x="0" y="0"/>
                  </a:lnTo>
                  <a:lnTo>
                    <a:pt x="0" y="65532"/>
                  </a:lnTo>
                  <a:close/>
                </a:path>
              </a:pathLst>
            </a:custGeom>
            <a:solidFill>
              <a:srgbClr val="263238"/>
            </a:solidFill>
            <a:ln w="0">
              <a:noFill/>
              <a:prstDash val="solid"/>
            </a:ln>
          </p:spPr>
        </p:sp>
        <p:sp>
          <p:nvSpPr>
            <p:cNvPr id="1507" name="four:linked-tree-layout:textbox:1260"/>
            <p:cNvSpPr>
              <a:spLocks noGrp="1"/>
            </p:cNvSpPr>
            <p:nvPr/>
          </p:nvSpPr>
          <p:spPr>
            <a:xfrm>
              <a:off x="15716250" y="3409950"/>
              <a:ext cx="333375" cy="342900"/>
            </a:xfrm>
            <a:prstGeom prst="rect">
              <a:avLst/>
            </a:prstGeom>
            <a:noFill/>
            <a:ln w="0">
              <a:noFill/>
              <a:prstDash val="solid"/>
            </a:ln>
          </p:spPr>
          <p:txBody>
            <a:bodyPr wrap="none" lIns="0" tIns="0" rIns="0" bIns="0" anchor="ctr">
              <a:normAutofit/>
            </a:bodyPr>
            <a:lstStyle>
              <a:defPPr algn="ctr">
                <a:defRPr sz="1725" b="0">
                  <a:solidFill>
                    <a:srgbClr val="7B8790"/>
                  </a:solidFill>
                  <a:latin typeface="Arial" panose="020B0604020202090204"/>
                  <a:ea typeface="Arial" panose="020B0604020202090204"/>
                  <a:cs typeface="Arial" panose="020B0604020202090204"/>
                </a:defRPr>
              </a:defPPr>
            </a:lstStyle>
            <a:p>
              <a:pPr algn="ctr">
                <a:defRPr sz="1725" b="0">
                  <a:solidFill>
                    <a:srgbClr val="7B8790"/>
                  </a:solidFill>
                  <a:latin typeface="Arial" panose="020B0604020202090204"/>
                  <a:ea typeface="Arial" panose="020B0604020202090204"/>
                  <a:cs typeface="Arial" panose="020B0604020202090204"/>
                </a:defRPr>
              </a:pPr>
              <a:r>
                <a:rPr sz="1725" b="0">
                  <a:solidFill>
                    <a:srgbClr val="7B8790"/>
                  </a:solidFill>
                  <a:latin typeface="Arial" panose="020B0604020202090204"/>
                  <a:ea typeface="Arial" panose="020B0604020202090204"/>
                  <a:cs typeface="Arial" panose="020B0604020202090204"/>
                </a:rPr>
                <a:t>q</a:t>
              </a:r>
              <a:r>
                <a:rPr sz="1240" b="0" baseline="-25000">
                  <a:solidFill>
                    <a:srgbClr val="7B8790"/>
                  </a:solidFill>
                  <a:latin typeface="Arial" panose="020B0604020202090204"/>
                  <a:ea typeface="Arial" panose="020B0604020202090204"/>
                  <a:cs typeface="Arial" panose="020B0604020202090204"/>
                </a:rPr>
                <a:t>i</a:t>
              </a:r>
              <a:endParaRPr sz="1240" b="0" baseline="-25000">
                <a:solidFill>
                  <a:srgbClr val="7B8790"/>
                </a:solidFill>
                <a:latin typeface="Arial" panose="020B0604020202090204"/>
                <a:ea typeface="Arial" panose="020B0604020202090204"/>
                <a:cs typeface="Arial" panose="020B0604020202090204"/>
              </a:endParaRPr>
            </a:p>
          </p:txBody>
        </p:sp>
        <p:sp>
          <p:nvSpPr>
            <p:cNvPr id="1508" name="four:linked-tree-layout:interval-A:1261"/>
            <p:cNvSpPr>
              <a:spLocks noGrp="1"/>
            </p:cNvSpPr>
            <p:nvPr/>
          </p:nvSpPr>
          <p:spPr>
            <a:xfrm>
              <a:off x="16222028" y="3462338"/>
              <a:ext cx="369570" cy="276225"/>
            </a:xfrm>
            <a:prstGeom prst="rect">
              <a:avLst/>
            </a:prstGeom>
            <a:solidFill>
              <a:srgbClr val="0072B2"/>
            </a:solidFill>
            <a:ln w="7620">
              <a:solidFill>
                <a:srgbClr val="263238"/>
              </a:solidFill>
              <a:prstDash val="solid"/>
            </a:ln>
          </p:spPr>
        </p:sp>
        <p:sp>
          <p:nvSpPr>
            <p:cNvPr id="1509" name="four:linked-tree-layout:regular-node:1262"/>
            <p:cNvSpPr>
              <a:spLocks noGrp="1"/>
            </p:cNvSpPr>
            <p:nvPr/>
          </p:nvSpPr>
          <p:spPr>
            <a:xfrm>
              <a:off x="16383000" y="3576638"/>
              <a:ext cx="47625" cy="47625"/>
            </a:xfrm>
            <a:prstGeom prst="ellipse">
              <a:avLst/>
            </a:prstGeom>
            <a:solidFill>
              <a:srgbClr val="263238"/>
            </a:solidFill>
            <a:ln w="0">
              <a:noFill/>
              <a:prstDash val="solid"/>
            </a:ln>
          </p:spPr>
        </p:sp>
        <p:sp>
          <p:nvSpPr>
            <p:cNvPr id="1510" name="four:linked-tree-layout:interval-C:1263"/>
            <p:cNvSpPr>
              <a:spLocks noGrp="1"/>
            </p:cNvSpPr>
            <p:nvPr/>
          </p:nvSpPr>
          <p:spPr>
            <a:xfrm>
              <a:off x="17145953" y="3462338"/>
              <a:ext cx="369570" cy="276225"/>
            </a:xfrm>
            <a:prstGeom prst="rect">
              <a:avLst/>
            </a:prstGeom>
            <a:solidFill>
              <a:srgbClr val="D55E00"/>
            </a:solidFill>
            <a:ln w="7620">
              <a:solidFill>
                <a:srgbClr val="263238"/>
              </a:solidFill>
              <a:prstDash val="solid"/>
            </a:ln>
          </p:spPr>
        </p:sp>
        <p:sp>
          <p:nvSpPr>
            <p:cNvPr id="1511" name="four:linked-tree-layout:regular-node:1264"/>
            <p:cNvSpPr>
              <a:spLocks noGrp="1"/>
            </p:cNvSpPr>
            <p:nvPr/>
          </p:nvSpPr>
          <p:spPr>
            <a:xfrm>
              <a:off x="17306925" y="3576638"/>
              <a:ext cx="47625" cy="47625"/>
            </a:xfrm>
            <a:prstGeom prst="ellipse">
              <a:avLst/>
            </a:prstGeom>
            <a:solidFill>
              <a:srgbClr val="263238"/>
            </a:solidFill>
            <a:ln w="0">
              <a:noFill/>
              <a:prstDash val="solid"/>
            </a:ln>
          </p:spPr>
        </p:sp>
        <p:sp>
          <p:nvSpPr>
            <p:cNvPr id="1512" name="four:linked-tree-layout:interval-D:1265"/>
            <p:cNvSpPr>
              <a:spLocks noGrp="1"/>
            </p:cNvSpPr>
            <p:nvPr/>
          </p:nvSpPr>
          <p:spPr>
            <a:xfrm>
              <a:off x="18069878" y="3462338"/>
              <a:ext cx="369570" cy="276225"/>
            </a:xfrm>
            <a:prstGeom prst="rect">
              <a:avLst/>
            </a:prstGeom>
            <a:solidFill>
              <a:srgbClr val="009E73"/>
            </a:solidFill>
            <a:ln w="7620">
              <a:solidFill>
                <a:srgbClr val="263238"/>
              </a:solidFill>
              <a:prstDash val="solid"/>
            </a:ln>
          </p:spPr>
        </p:sp>
        <p:sp>
          <p:nvSpPr>
            <p:cNvPr id="1513" name="four:linked-tree-layout:regular-node:1266"/>
            <p:cNvSpPr>
              <a:spLocks noGrp="1"/>
            </p:cNvSpPr>
            <p:nvPr/>
          </p:nvSpPr>
          <p:spPr>
            <a:xfrm>
              <a:off x="18230850" y="3576638"/>
              <a:ext cx="47625" cy="47625"/>
            </a:xfrm>
            <a:prstGeom prst="ellipse">
              <a:avLst/>
            </a:prstGeom>
            <a:solidFill>
              <a:srgbClr val="263238"/>
            </a:solidFill>
            <a:ln w="0">
              <a:noFill/>
              <a:prstDash val="solid"/>
            </a:ln>
          </p:spPr>
        </p:sp>
        <p:sp>
          <p:nvSpPr>
            <p:cNvPr id="1514" name="four:linked-tree-layout:interval-B:1267"/>
            <p:cNvSpPr>
              <a:spLocks noGrp="1"/>
            </p:cNvSpPr>
            <p:nvPr/>
          </p:nvSpPr>
          <p:spPr>
            <a:xfrm>
              <a:off x="18993803" y="3462338"/>
              <a:ext cx="369570" cy="276225"/>
            </a:xfrm>
            <a:prstGeom prst="rect">
              <a:avLst/>
            </a:prstGeom>
            <a:solidFill>
              <a:srgbClr val="CC79A7"/>
            </a:solidFill>
            <a:ln w="7620">
              <a:solidFill>
                <a:srgbClr val="263238"/>
              </a:solidFill>
              <a:prstDash val="solid"/>
            </a:ln>
          </p:spPr>
        </p:sp>
        <p:sp>
          <p:nvSpPr>
            <p:cNvPr id="1515" name="four:linked-tree-layout:regular-node:1268"/>
            <p:cNvSpPr>
              <a:spLocks noGrp="1"/>
            </p:cNvSpPr>
            <p:nvPr/>
          </p:nvSpPr>
          <p:spPr>
            <a:xfrm>
              <a:off x="19154775" y="3576638"/>
              <a:ext cx="47625" cy="47625"/>
            </a:xfrm>
            <a:prstGeom prst="ellipse">
              <a:avLst/>
            </a:prstGeom>
            <a:solidFill>
              <a:srgbClr val="263238"/>
            </a:solidFill>
            <a:ln w="0">
              <a:noFill/>
              <a:prstDash val="solid"/>
            </a:ln>
          </p:spPr>
        </p:sp>
        <p:sp>
          <p:nvSpPr>
            <p:cNvPr id="1516" name="four:linked-tree-layout:line:1269"/>
            <p:cNvSpPr>
              <a:spLocks noGrp="1"/>
            </p:cNvSpPr>
            <p:nvPr/>
          </p:nvSpPr>
          <p:spPr>
            <a:xfrm>
              <a:off x="19317176" y="3286125"/>
              <a:ext cx="953" cy="152400"/>
            </a:xfrm>
            <a:custGeom>
              <a:avLst/>
              <a:gdLst/>
              <a:ahLst/>
              <a:cxnLst/>
              <a:pathLst>
                <a:path w="953" h="152400">
                  <a:moveTo>
                    <a:pt x="0" y="0"/>
                  </a:moveTo>
                  <a:lnTo>
                    <a:pt x="0" y="152400"/>
                  </a:lnTo>
                </a:path>
              </a:pathLst>
            </a:custGeom>
            <a:noFill/>
            <a:ln w="9525">
              <a:solidFill>
                <a:srgbClr val="CC79A7"/>
              </a:solidFill>
              <a:prstDash val="dash"/>
            </a:ln>
          </p:spPr>
        </p:sp>
        <p:sp>
          <p:nvSpPr>
            <p:cNvPr id="1517" name="four:linked-tree-layout:line:1270"/>
            <p:cNvSpPr>
              <a:spLocks noGrp="1"/>
            </p:cNvSpPr>
            <p:nvPr/>
          </p:nvSpPr>
          <p:spPr>
            <a:xfrm>
              <a:off x="19178588" y="3371850"/>
              <a:ext cx="953" cy="85725"/>
            </a:xfrm>
            <a:custGeom>
              <a:avLst/>
              <a:gdLst/>
              <a:ahLst/>
              <a:cxnLst/>
              <a:pathLst>
                <a:path w="953" h="85725">
                  <a:moveTo>
                    <a:pt x="0" y="85725"/>
                  </a:moveTo>
                  <a:lnTo>
                    <a:pt x="0" y="0"/>
                  </a:lnTo>
                </a:path>
              </a:pathLst>
            </a:custGeom>
            <a:noFill/>
            <a:ln w="9525">
              <a:solidFill>
                <a:srgbClr val="CC79A7"/>
              </a:solidFill>
              <a:prstDash val="solid"/>
            </a:ln>
          </p:spPr>
        </p:sp>
        <p:sp>
          <p:nvSpPr>
            <p:cNvPr id="1518" name="four:linked-tree-layout:line:1271"/>
            <p:cNvSpPr>
              <a:spLocks noGrp="1"/>
            </p:cNvSpPr>
            <p:nvPr/>
          </p:nvSpPr>
          <p:spPr>
            <a:xfrm>
              <a:off x="19178588" y="3400425"/>
              <a:ext cx="138589" cy="953"/>
            </a:xfrm>
            <a:custGeom>
              <a:avLst/>
              <a:gdLst/>
              <a:ahLst/>
              <a:cxnLst/>
              <a:pathLst>
                <a:path w="138589" h="953">
                  <a:moveTo>
                    <a:pt x="0" y="0"/>
                  </a:moveTo>
                  <a:lnTo>
                    <a:pt x="138589" y="0"/>
                  </a:lnTo>
                </a:path>
              </a:pathLst>
            </a:custGeom>
            <a:noFill/>
            <a:ln w="14288">
              <a:solidFill>
                <a:srgbClr val="CC79A7"/>
              </a:solidFill>
              <a:prstDash val="solid"/>
            </a:ln>
          </p:spPr>
        </p:sp>
        <p:sp>
          <p:nvSpPr>
            <p:cNvPr id="1519" name="four:linked-tree-layout:polygon:1272"/>
            <p:cNvSpPr>
              <a:spLocks noGrp="1"/>
            </p:cNvSpPr>
            <p:nvPr/>
          </p:nvSpPr>
          <p:spPr>
            <a:xfrm>
              <a:off x="19279076" y="3384042"/>
              <a:ext cx="38100" cy="32766"/>
            </a:xfrm>
            <a:custGeom>
              <a:avLst/>
              <a:gdLst/>
              <a:ahLst/>
              <a:cxnLst/>
              <a:pathLst>
                <a:path w="38100" h="32766">
                  <a:moveTo>
                    <a:pt x="38100" y="16383"/>
                  </a:moveTo>
                  <a:lnTo>
                    <a:pt x="0" y="0"/>
                  </a:lnTo>
                  <a:lnTo>
                    <a:pt x="0" y="32766"/>
                  </a:lnTo>
                  <a:close/>
                </a:path>
              </a:pathLst>
            </a:custGeom>
            <a:solidFill>
              <a:srgbClr val="CC79A7"/>
            </a:solidFill>
            <a:ln w="0">
              <a:noFill/>
              <a:prstDash val="solid"/>
            </a:ln>
          </p:spPr>
        </p:sp>
        <p:sp>
          <p:nvSpPr>
            <p:cNvPr id="1520" name="four:linked-tree-layout:polygon:1273"/>
            <p:cNvSpPr>
              <a:spLocks noGrp="1"/>
            </p:cNvSpPr>
            <p:nvPr/>
          </p:nvSpPr>
          <p:spPr>
            <a:xfrm>
              <a:off x="19178588" y="3384042"/>
              <a:ext cx="38100" cy="32766"/>
            </a:xfrm>
            <a:custGeom>
              <a:avLst/>
              <a:gdLst/>
              <a:ahLst/>
              <a:cxnLst/>
              <a:pathLst>
                <a:path w="38100" h="32766">
                  <a:moveTo>
                    <a:pt x="0" y="16383"/>
                  </a:moveTo>
                  <a:lnTo>
                    <a:pt x="38100" y="32766"/>
                  </a:lnTo>
                  <a:lnTo>
                    <a:pt x="38100" y="0"/>
                  </a:lnTo>
                  <a:close/>
                </a:path>
              </a:pathLst>
            </a:custGeom>
            <a:solidFill>
              <a:srgbClr val="CC79A7"/>
            </a:solidFill>
            <a:ln w="0">
              <a:noFill/>
              <a:prstDash val="solid"/>
            </a:ln>
          </p:spPr>
        </p:sp>
        <p:sp>
          <p:nvSpPr>
            <p:cNvPr id="1521" name="four:linked-tree-layout:textbox:1274"/>
            <p:cNvSpPr>
              <a:spLocks noGrp="1"/>
            </p:cNvSpPr>
            <p:nvPr/>
          </p:nvSpPr>
          <p:spPr>
            <a:xfrm>
              <a:off x="15754350" y="3752850"/>
              <a:ext cx="1885950" cy="238125"/>
            </a:xfrm>
            <a:prstGeom prst="rect">
              <a:avLst/>
            </a:prstGeom>
            <a:noFill/>
            <a:ln w="0">
              <a:noFill/>
              <a:prstDash val="solid"/>
            </a:ln>
          </p:spPr>
          <p:txBody>
            <a:bodyPr wrap="none" lIns="0" tIns="0" rIns="0" bIns="0" anchor="ctr">
              <a:normAutofit/>
            </a:bodyPr>
            <a:lstStyle>
              <a:defPPr algn="ctr">
                <a:defRPr sz="1500" b="0">
                  <a:solidFill>
                    <a:srgbClr val="7B8790"/>
                  </a:solidFill>
                  <a:latin typeface="Arial" panose="020B0604020202090204"/>
                  <a:ea typeface="Arial" panose="020B0604020202090204"/>
                  <a:cs typeface="Arial" panose="020B0604020202090204"/>
                </a:defRPr>
              </a:defPPr>
            </a:lstStyle>
            <a:p>
              <a:pPr algn="ctr">
                <a:defRPr sz="1500" b="0">
                  <a:solidFill>
                    <a:srgbClr val="7B8790"/>
                  </a:solidFill>
                  <a:latin typeface="Arial" panose="020B0604020202090204"/>
                  <a:ea typeface="Arial" panose="020B0604020202090204"/>
                  <a:cs typeface="Arial" panose="020B0604020202090204"/>
                </a:defRPr>
              </a:pPr>
              <a:r>
                <a:rPr sz="1500" b="0">
                  <a:solidFill>
                    <a:srgbClr val="7B8790"/>
                  </a:solidFill>
                  <a:latin typeface="Arial" panose="020B0604020202090204"/>
                  <a:ea typeface="Arial" panose="020B0604020202090204"/>
                  <a:cs typeface="Arial" panose="020B0604020202090204"/>
                </a:rPr>
                <a:t>Reference positions</a:t>
              </a:r>
              <a:endParaRPr sz="1500" b="0">
                <a:solidFill>
                  <a:srgbClr val="7B8790"/>
                </a:solidFill>
                <a:latin typeface="Arial" panose="020B0604020202090204"/>
                <a:ea typeface="Arial" panose="020B0604020202090204"/>
                <a:cs typeface="Arial" panose="020B0604020202090204"/>
              </a:endParaRPr>
            </a:p>
          </p:txBody>
        </p:sp>
        <p:sp>
          <p:nvSpPr>
            <p:cNvPr id="1522" name="four:linked-tree-layout:textbox:1275"/>
            <p:cNvSpPr>
              <a:spLocks noGrp="1"/>
            </p:cNvSpPr>
            <p:nvPr/>
          </p:nvSpPr>
          <p:spPr>
            <a:xfrm>
              <a:off x="17678400" y="3676650"/>
              <a:ext cx="2190750" cy="342900"/>
            </a:xfrm>
            <a:prstGeom prst="rect">
              <a:avLst/>
            </a:prstGeom>
            <a:noFill/>
            <a:ln w="0">
              <a:noFill/>
              <a:prstDash val="solid"/>
            </a:ln>
          </p:spPr>
          <p:txBody>
            <a:bodyPr wrap="none" lIns="0" tIns="0" rIns="0" bIns="0" anchor="ctr">
              <a:normAutofit/>
            </a:bodyPr>
            <a:lstStyle>
              <a:defPPr algn="ctr">
                <a:defRPr sz="1800" b="0">
                  <a:solidFill>
                    <a:srgbClr val="7B8790"/>
                  </a:solidFill>
                  <a:latin typeface="Arial" panose="020B0604020202090204"/>
                  <a:ea typeface="Arial" panose="020B0604020202090204"/>
                  <a:cs typeface="Arial" panose="020B0604020202090204"/>
                </a:defRPr>
              </a:defPPr>
            </a:lstStyle>
            <a:p>
              <a:pPr algn="ctr">
                <a:defRPr sz="1800" b="0">
                  <a:solidFill>
                    <a:srgbClr val="7B8790"/>
                  </a:solidFill>
                  <a:latin typeface="Arial" panose="020B0604020202090204"/>
                  <a:ea typeface="Arial" panose="020B0604020202090204"/>
                  <a:cs typeface="Arial" panose="020B0604020202090204"/>
                </a:defRPr>
              </a:pPr>
              <a:r>
                <a:rPr sz="1800" b="0">
                  <a:solidFill>
                    <a:srgbClr val="7B8790"/>
                  </a:solidFill>
                  <a:latin typeface="Arial" panose="020B0604020202090204"/>
                  <a:ea typeface="Arial" panose="020B0604020202090204"/>
                  <a:cs typeface="Arial" panose="020B0604020202090204"/>
                </a:rPr>
                <a:t>e</a:t>
              </a:r>
              <a:r>
                <a:rPr sz="1295" b="0" baseline="-25000">
                  <a:solidFill>
                    <a:srgbClr val="7B8790"/>
                  </a:solidFill>
                  <a:latin typeface="Arial" panose="020B0604020202090204"/>
                  <a:ea typeface="Arial" panose="020B0604020202090204"/>
                  <a:cs typeface="Arial" panose="020B0604020202090204"/>
                </a:rPr>
                <a:t>i</a:t>
              </a:r>
              <a:r>
                <a:rPr sz="1800" b="0">
                  <a:solidFill>
                    <a:srgbClr val="7B8790"/>
                  </a:solidFill>
                  <a:latin typeface="Arial" panose="020B0604020202090204"/>
                  <a:ea typeface="Arial" panose="020B0604020202090204"/>
                  <a:cs typeface="Arial" panose="020B0604020202090204"/>
                </a:rPr>
                <a:t> = |</a:t>
              </a:r>
              <a:r>
                <a:rPr sz="1800" b="0">
                  <a:solidFill>
                    <a:srgbClr val="7B8790"/>
                  </a:solidFill>
                  <a:latin typeface="Arial" panose="020B0604020202090204"/>
                  <a:ea typeface="Arial" panose="020B0604020202090204"/>
                  <a:cs typeface="Arial" panose="020B0604020202090204"/>
                </a:rPr>
                <a:t>u</a:t>
              </a:r>
              <a:r>
                <a:rPr sz="1295" b="0" baseline="-25000">
                  <a:solidFill>
                    <a:srgbClr val="7B8790"/>
                  </a:solidFill>
                  <a:latin typeface="Arial" panose="020B0604020202090204"/>
                  <a:ea typeface="Arial" panose="020B0604020202090204"/>
                  <a:cs typeface="Arial" panose="020B0604020202090204"/>
                </a:rPr>
                <a:t>i</a:t>
              </a:r>
              <a:r>
                <a:rPr sz="1800" b="0">
                  <a:solidFill>
                    <a:srgbClr val="7B8790"/>
                  </a:solidFill>
                  <a:latin typeface="Arial" panose="020B0604020202090204"/>
                  <a:ea typeface="Arial" panose="020B0604020202090204"/>
                  <a:cs typeface="Arial" panose="020B0604020202090204"/>
                </a:rPr>
                <a:t> − </a:t>
              </a:r>
              <a:r>
                <a:rPr sz="1800" b="0">
                  <a:solidFill>
                    <a:srgbClr val="7B8790"/>
                  </a:solidFill>
                  <a:latin typeface="Arial" panose="020B0604020202090204"/>
                  <a:ea typeface="Arial" panose="020B0604020202090204"/>
                  <a:cs typeface="Arial" panose="020B0604020202090204"/>
                </a:rPr>
                <a:t>q</a:t>
              </a:r>
              <a:r>
                <a:rPr sz="1295" b="0" baseline="-25000">
                  <a:solidFill>
                    <a:srgbClr val="7B8790"/>
                  </a:solidFill>
                  <a:latin typeface="Arial" panose="020B0604020202090204"/>
                  <a:ea typeface="Arial" panose="020B0604020202090204"/>
                  <a:cs typeface="Arial" panose="020B0604020202090204"/>
                </a:rPr>
                <a:t>i</a:t>
              </a:r>
              <a:r>
                <a:rPr sz="1800" b="0">
                  <a:solidFill>
                    <a:srgbClr val="7B8790"/>
                  </a:solidFill>
                  <a:latin typeface="Arial" panose="020B0604020202090204"/>
                  <a:ea typeface="Arial" panose="020B0604020202090204"/>
                  <a:cs typeface="Arial" panose="020B0604020202090204"/>
                </a:rPr>
                <a:t>|</a:t>
              </a:r>
              <a:endParaRPr sz="1800" b="0">
                <a:solidFill>
                  <a:srgbClr val="7B8790"/>
                </a:solidFill>
                <a:latin typeface="Arial" panose="020B0604020202090204"/>
                <a:ea typeface="Arial" panose="020B0604020202090204"/>
                <a:cs typeface="Arial" panose="020B0604020202090204"/>
              </a:endParaRPr>
            </a:p>
          </p:txBody>
        </p:sp>
      </p:grpSp>
      <p:grpSp>
        <p:nvGrpSpPr>
          <p:cNvPr id="1523" name="layout-hierarchy"/>
          <p:cNvGrpSpPr/>
          <p:nvPr/>
        </p:nvGrpSpPr>
        <p:grpSpPr>
          <a:xfrm>
            <a:off x="0" y="0"/>
            <a:ext cx="24955500" cy="8572500"/>
            <a:chOff x="0" y="0"/>
            <a:chExt cx="24955500" cy="8572500"/>
          </a:xfrm>
        </p:grpSpPr>
        <p:sp>
          <p:nvSpPr>
            <p:cNvPr id="1524" name="four:layout-hierarchy:line:1210"/>
            <p:cNvSpPr>
              <a:spLocks noGrp="1"/>
            </p:cNvSpPr>
            <p:nvPr/>
          </p:nvSpPr>
          <p:spPr>
            <a:xfrm>
              <a:off x="17792700" y="1466850"/>
              <a:ext cx="953" cy="278701"/>
            </a:xfrm>
            <a:custGeom>
              <a:avLst/>
              <a:gdLst/>
              <a:ahLst/>
              <a:cxnLst/>
              <a:pathLst>
                <a:path w="953" h="278701">
                  <a:moveTo>
                    <a:pt x="0" y="57657"/>
                  </a:moveTo>
                  <a:lnTo>
                    <a:pt x="0" y="221044"/>
                  </a:lnTo>
                </a:path>
              </a:pathLst>
            </a:custGeom>
            <a:noFill/>
            <a:ln w="11906">
              <a:solidFill>
                <a:srgbClr val="263238"/>
              </a:solidFill>
              <a:prstDash val="solid"/>
            </a:ln>
          </p:spPr>
        </p:sp>
        <p:sp>
          <p:nvSpPr>
            <p:cNvPr id="1525" name="four:layout-hierarchy:regular-node:1211"/>
            <p:cNvSpPr>
              <a:spLocks noGrp="1"/>
            </p:cNvSpPr>
            <p:nvPr/>
          </p:nvSpPr>
          <p:spPr>
            <a:xfrm>
              <a:off x="17775218" y="1553437"/>
              <a:ext cx="34964" cy="34964"/>
            </a:xfrm>
            <a:prstGeom prst="ellipse">
              <a:avLst/>
            </a:prstGeom>
            <a:solidFill>
              <a:srgbClr val="DCE8ED"/>
            </a:solidFill>
            <a:ln w="9525">
              <a:solidFill>
                <a:srgbClr val="263238"/>
              </a:solidFill>
              <a:prstDash val="solid"/>
            </a:ln>
          </p:spPr>
        </p:sp>
        <p:sp>
          <p:nvSpPr>
            <p:cNvPr id="1526" name="four:layout-hierarchy:regular-node:1212"/>
            <p:cNvSpPr>
              <a:spLocks noGrp="1"/>
            </p:cNvSpPr>
            <p:nvPr/>
          </p:nvSpPr>
          <p:spPr>
            <a:xfrm>
              <a:off x="17775218" y="1624000"/>
              <a:ext cx="34964" cy="34964"/>
            </a:xfrm>
            <a:prstGeom prst="ellipse">
              <a:avLst/>
            </a:prstGeom>
            <a:solidFill>
              <a:srgbClr val="DCE8ED"/>
            </a:solidFill>
            <a:ln w="9525">
              <a:solidFill>
                <a:srgbClr val="263238"/>
              </a:solidFill>
              <a:prstDash val="solid"/>
            </a:ln>
          </p:spPr>
        </p:sp>
        <p:sp>
          <p:nvSpPr>
            <p:cNvPr id="1527" name="four:layout-hierarchy:critical-node:1213"/>
            <p:cNvSpPr>
              <a:spLocks noGrp="1"/>
            </p:cNvSpPr>
            <p:nvPr/>
          </p:nvSpPr>
          <p:spPr>
            <a:xfrm>
              <a:off x="17741710" y="1415860"/>
              <a:ext cx="101979" cy="101979"/>
            </a:xfrm>
            <a:prstGeom prst="diamond">
              <a:avLst/>
            </a:prstGeom>
            <a:solidFill>
              <a:srgbClr val="DCE8ED"/>
            </a:solidFill>
            <a:ln w="10478">
              <a:solidFill>
                <a:srgbClr val="263238"/>
              </a:solidFill>
              <a:prstDash val="solid"/>
            </a:ln>
          </p:spPr>
        </p:sp>
        <p:sp>
          <p:nvSpPr>
            <p:cNvPr id="1528" name="four:layout-hierarchy:critical-node:1214"/>
            <p:cNvSpPr>
              <a:spLocks noGrp="1"/>
            </p:cNvSpPr>
            <p:nvPr/>
          </p:nvSpPr>
          <p:spPr>
            <a:xfrm>
              <a:off x="17741710" y="1694562"/>
              <a:ext cx="101979" cy="101979"/>
            </a:xfrm>
            <a:prstGeom prst="diamond">
              <a:avLst/>
            </a:prstGeom>
            <a:solidFill>
              <a:srgbClr val="DCE8ED"/>
            </a:solidFill>
            <a:ln w="10478">
              <a:solidFill>
                <a:srgbClr val="263238"/>
              </a:solidFill>
              <a:prstDash val="solid"/>
            </a:ln>
          </p:spPr>
        </p:sp>
        <p:sp>
          <p:nvSpPr>
            <p:cNvPr id="1529" name="four:layout-hierarchy:line:1215"/>
            <p:cNvSpPr>
              <a:spLocks noGrp="1"/>
            </p:cNvSpPr>
            <p:nvPr/>
          </p:nvSpPr>
          <p:spPr>
            <a:xfrm>
              <a:off x="16268224" y="1745552"/>
              <a:ext cx="3048952" cy="953"/>
            </a:xfrm>
            <a:custGeom>
              <a:avLst/>
              <a:gdLst/>
              <a:ahLst/>
              <a:cxnLst/>
              <a:pathLst>
                <a:path w="3048952" h="953">
                  <a:moveTo>
                    <a:pt x="0" y="0"/>
                  </a:moveTo>
                  <a:lnTo>
                    <a:pt x="1466819" y="0"/>
                  </a:lnTo>
                  <a:moveTo>
                    <a:pt x="1582133" y="0"/>
                  </a:moveTo>
                  <a:lnTo>
                    <a:pt x="3048952" y="0"/>
                  </a:lnTo>
                </a:path>
              </a:pathLst>
            </a:custGeom>
            <a:noFill/>
            <a:ln w="11906">
              <a:solidFill>
                <a:srgbClr val="263238"/>
              </a:solidFill>
              <a:prstDash val="solid"/>
            </a:ln>
          </p:spPr>
        </p:sp>
        <p:sp>
          <p:nvSpPr>
            <p:cNvPr id="1530" name="four:layout-hierarchy:line:1216"/>
            <p:cNvSpPr>
              <a:spLocks noGrp="1"/>
            </p:cNvSpPr>
            <p:nvPr/>
          </p:nvSpPr>
          <p:spPr>
            <a:xfrm>
              <a:off x="16268224" y="1745552"/>
              <a:ext cx="953" cy="988124"/>
            </a:xfrm>
            <a:custGeom>
              <a:avLst/>
              <a:gdLst/>
              <a:ahLst/>
              <a:cxnLst/>
              <a:pathLst>
                <a:path w="953" h="988124">
                  <a:moveTo>
                    <a:pt x="0" y="0"/>
                  </a:moveTo>
                  <a:lnTo>
                    <a:pt x="0" y="908614"/>
                  </a:lnTo>
                </a:path>
              </a:pathLst>
            </a:custGeom>
            <a:noFill/>
            <a:ln w="11906">
              <a:solidFill>
                <a:srgbClr val="263238"/>
              </a:solidFill>
              <a:prstDash val="solid"/>
            </a:ln>
          </p:spPr>
        </p:sp>
        <p:sp>
          <p:nvSpPr>
            <p:cNvPr id="1531" name="four:layout-hierarchy:regular-node:1217"/>
            <p:cNvSpPr>
              <a:spLocks noGrp="1"/>
            </p:cNvSpPr>
            <p:nvPr/>
          </p:nvSpPr>
          <p:spPr>
            <a:xfrm>
              <a:off x="16243457" y="1937222"/>
              <a:ext cx="49533" cy="49533"/>
            </a:xfrm>
            <a:prstGeom prst="ellipse">
              <a:avLst/>
            </a:prstGeom>
            <a:solidFill>
              <a:srgbClr val="0072B2"/>
            </a:solidFill>
            <a:ln w="9525">
              <a:solidFill>
                <a:srgbClr val="263238"/>
              </a:solidFill>
              <a:prstDash val="solid"/>
            </a:ln>
          </p:spPr>
        </p:sp>
        <p:sp>
          <p:nvSpPr>
            <p:cNvPr id="1532" name="four:layout-hierarchy:regular-node:1218"/>
            <p:cNvSpPr>
              <a:spLocks noGrp="1"/>
            </p:cNvSpPr>
            <p:nvPr/>
          </p:nvSpPr>
          <p:spPr>
            <a:xfrm>
              <a:off x="16243457" y="2178426"/>
              <a:ext cx="49533" cy="49533"/>
            </a:xfrm>
            <a:prstGeom prst="ellipse">
              <a:avLst/>
            </a:prstGeom>
            <a:solidFill>
              <a:srgbClr val="0072B2"/>
            </a:solidFill>
            <a:ln w="9525">
              <a:solidFill>
                <a:srgbClr val="263238"/>
              </a:solidFill>
              <a:prstDash val="solid"/>
            </a:ln>
          </p:spPr>
        </p:sp>
        <p:sp>
          <p:nvSpPr>
            <p:cNvPr id="1533" name="four:layout-hierarchy:regular-node:1219"/>
            <p:cNvSpPr>
              <a:spLocks noGrp="1"/>
            </p:cNvSpPr>
            <p:nvPr/>
          </p:nvSpPr>
          <p:spPr>
            <a:xfrm>
              <a:off x="16243457" y="2419629"/>
              <a:ext cx="49533" cy="49533"/>
            </a:xfrm>
            <a:prstGeom prst="ellipse">
              <a:avLst/>
            </a:prstGeom>
            <a:solidFill>
              <a:srgbClr val="0072B2"/>
            </a:solidFill>
            <a:ln w="9525">
              <a:solidFill>
                <a:srgbClr val="263238"/>
              </a:solidFill>
              <a:prstDash val="solid"/>
            </a:ln>
          </p:spPr>
        </p:sp>
        <p:sp>
          <p:nvSpPr>
            <p:cNvPr id="1534" name="four:layout-hierarchy:line:1220"/>
            <p:cNvSpPr>
              <a:spLocks noGrp="1"/>
            </p:cNvSpPr>
            <p:nvPr/>
          </p:nvSpPr>
          <p:spPr>
            <a:xfrm>
              <a:off x="19317176" y="1745552"/>
              <a:ext cx="953" cy="988124"/>
            </a:xfrm>
            <a:custGeom>
              <a:avLst/>
              <a:gdLst/>
              <a:ahLst/>
              <a:cxnLst/>
              <a:pathLst>
                <a:path w="953" h="988124">
                  <a:moveTo>
                    <a:pt x="0" y="0"/>
                  </a:moveTo>
                  <a:lnTo>
                    <a:pt x="0" y="908614"/>
                  </a:lnTo>
                </a:path>
              </a:pathLst>
            </a:custGeom>
            <a:noFill/>
            <a:ln w="11906">
              <a:solidFill>
                <a:srgbClr val="263238"/>
              </a:solidFill>
              <a:prstDash val="solid"/>
            </a:ln>
          </p:spPr>
        </p:sp>
        <p:sp>
          <p:nvSpPr>
            <p:cNvPr id="1535" name="four:layout-hierarchy:regular-node:1221"/>
            <p:cNvSpPr>
              <a:spLocks noGrp="1"/>
            </p:cNvSpPr>
            <p:nvPr/>
          </p:nvSpPr>
          <p:spPr>
            <a:xfrm>
              <a:off x="19292410" y="1937222"/>
              <a:ext cx="49533" cy="49533"/>
            </a:xfrm>
            <a:prstGeom prst="ellipse">
              <a:avLst/>
            </a:prstGeom>
            <a:solidFill>
              <a:srgbClr val="CC79A7"/>
            </a:solidFill>
            <a:ln w="9525">
              <a:solidFill>
                <a:srgbClr val="263238"/>
              </a:solidFill>
              <a:prstDash val="solid"/>
            </a:ln>
          </p:spPr>
        </p:sp>
        <p:sp>
          <p:nvSpPr>
            <p:cNvPr id="1536" name="four:layout-hierarchy:regular-node:1222"/>
            <p:cNvSpPr>
              <a:spLocks noGrp="1"/>
            </p:cNvSpPr>
            <p:nvPr/>
          </p:nvSpPr>
          <p:spPr>
            <a:xfrm>
              <a:off x="19292410" y="2178426"/>
              <a:ext cx="49533" cy="49533"/>
            </a:xfrm>
            <a:prstGeom prst="ellipse">
              <a:avLst/>
            </a:prstGeom>
            <a:solidFill>
              <a:srgbClr val="CC79A7"/>
            </a:solidFill>
            <a:ln w="9525">
              <a:solidFill>
                <a:srgbClr val="263238"/>
              </a:solidFill>
              <a:prstDash val="solid"/>
            </a:ln>
          </p:spPr>
        </p:sp>
        <p:sp>
          <p:nvSpPr>
            <p:cNvPr id="1537" name="four:layout-hierarchy:regular-node:1223"/>
            <p:cNvSpPr>
              <a:spLocks noGrp="1"/>
            </p:cNvSpPr>
            <p:nvPr/>
          </p:nvSpPr>
          <p:spPr>
            <a:xfrm>
              <a:off x="19292410" y="2419629"/>
              <a:ext cx="49533" cy="49533"/>
            </a:xfrm>
            <a:prstGeom prst="ellipse">
              <a:avLst/>
            </a:prstGeom>
            <a:solidFill>
              <a:srgbClr val="CC79A7"/>
            </a:solidFill>
            <a:ln w="9525">
              <a:solidFill>
                <a:srgbClr val="263238"/>
              </a:solidFill>
              <a:prstDash val="solid"/>
            </a:ln>
          </p:spPr>
        </p:sp>
        <p:sp>
          <p:nvSpPr>
            <p:cNvPr id="1538" name="four:layout-hierarchy:line:1224"/>
            <p:cNvSpPr>
              <a:spLocks noGrp="1"/>
            </p:cNvSpPr>
            <p:nvPr/>
          </p:nvSpPr>
          <p:spPr>
            <a:xfrm>
              <a:off x="17792700" y="1745552"/>
              <a:ext cx="953" cy="734758"/>
            </a:xfrm>
            <a:custGeom>
              <a:avLst/>
              <a:gdLst/>
              <a:ahLst/>
              <a:cxnLst/>
              <a:pathLst>
                <a:path w="953" h="734758">
                  <a:moveTo>
                    <a:pt x="0" y="57657"/>
                  </a:moveTo>
                  <a:lnTo>
                    <a:pt x="0" y="655249"/>
                  </a:lnTo>
                </a:path>
              </a:pathLst>
            </a:custGeom>
            <a:noFill/>
            <a:ln w="11906">
              <a:solidFill>
                <a:srgbClr val="263238"/>
              </a:solidFill>
              <a:prstDash val="solid"/>
            </a:ln>
          </p:spPr>
        </p:sp>
        <p:sp>
          <p:nvSpPr>
            <p:cNvPr id="1539" name="four:layout-hierarchy:regular-node:1225"/>
            <p:cNvSpPr>
              <a:spLocks noGrp="1"/>
            </p:cNvSpPr>
            <p:nvPr/>
          </p:nvSpPr>
          <p:spPr>
            <a:xfrm>
              <a:off x="17767934" y="1912123"/>
              <a:ext cx="49533" cy="49533"/>
            </a:xfrm>
            <a:prstGeom prst="ellipse">
              <a:avLst/>
            </a:prstGeom>
            <a:solidFill>
              <a:srgbClr val="81C9BA"/>
            </a:solidFill>
            <a:ln w="9525">
              <a:solidFill>
                <a:srgbClr val="263238"/>
              </a:solidFill>
              <a:prstDash val="solid"/>
            </a:ln>
          </p:spPr>
        </p:sp>
        <p:sp>
          <p:nvSpPr>
            <p:cNvPr id="1540" name="four:layout-hierarchy:regular-node:1226"/>
            <p:cNvSpPr>
              <a:spLocks noGrp="1"/>
            </p:cNvSpPr>
            <p:nvPr/>
          </p:nvSpPr>
          <p:spPr>
            <a:xfrm>
              <a:off x="17767934" y="2077238"/>
              <a:ext cx="49533" cy="49533"/>
            </a:xfrm>
            <a:prstGeom prst="ellipse">
              <a:avLst/>
            </a:prstGeom>
            <a:solidFill>
              <a:srgbClr val="81C9BA"/>
            </a:solidFill>
            <a:ln w="9525">
              <a:solidFill>
                <a:srgbClr val="263238"/>
              </a:solidFill>
              <a:prstDash val="solid"/>
            </a:ln>
          </p:spPr>
        </p:sp>
        <p:sp>
          <p:nvSpPr>
            <p:cNvPr id="1541" name="four:layout-hierarchy:regular-node:1227"/>
            <p:cNvSpPr>
              <a:spLocks noGrp="1"/>
            </p:cNvSpPr>
            <p:nvPr/>
          </p:nvSpPr>
          <p:spPr>
            <a:xfrm>
              <a:off x="17767934" y="2242353"/>
              <a:ext cx="49533" cy="49533"/>
            </a:xfrm>
            <a:prstGeom prst="ellipse">
              <a:avLst/>
            </a:prstGeom>
            <a:solidFill>
              <a:srgbClr val="81C9BA"/>
            </a:solidFill>
            <a:ln w="9525">
              <a:solidFill>
                <a:srgbClr val="263238"/>
              </a:solidFill>
              <a:prstDash val="solid"/>
            </a:ln>
          </p:spPr>
        </p:sp>
        <p:sp>
          <p:nvSpPr>
            <p:cNvPr id="1542" name="four:layout-hierarchy:line:1228"/>
            <p:cNvSpPr>
              <a:spLocks noGrp="1"/>
            </p:cNvSpPr>
            <p:nvPr/>
          </p:nvSpPr>
          <p:spPr>
            <a:xfrm>
              <a:off x="17284541" y="2480310"/>
              <a:ext cx="1016317" cy="953"/>
            </a:xfrm>
            <a:custGeom>
              <a:avLst/>
              <a:gdLst/>
              <a:ahLst/>
              <a:cxnLst/>
              <a:pathLst>
                <a:path w="1016317" h="953">
                  <a:moveTo>
                    <a:pt x="0" y="0"/>
                  </a:moveTo>
                  <a:lnTo>
                    <a:pt x="428649" y="0"/>
                  </a:lnTo>
                  <a:moveTo>
                    <a:pt x="587669" y="0"/>
                  </a:moveTo>
                  <a:lnTo>
                    <a:pt x="1016317" y="0"/>
                  </a:lnTo>
                </a:path>
              </a:pathLst>
            </a:custGeom>
            <a:noFill/>
            <a:ln w="11906">
              <a:solidFill>
                <a:srgbClr val="263238"/>
              </a:solidFill>
              <a:prstDash val="solid"/>
            </a:ln>
          </p:spPr>
        </p:sp>
        <p:sp>
          <p:nvSpPr>
            <p:cNvPr id="1543" name="four:layout-hierarchy:line:1229"/>
            <p:cNvSpPr>
              <a:spLocks noGrp="1"/>
            </p:cNvSpPr>
            <p:nvPr/>
          </p:nvSpPr>
          <p:spPr>
            <a:xfrm>
              <a:off x="17284541" y="2480310"/>
              <a:ext cx="953" cy="253365"/>
            </a:xfrm>
            <a:custGeom>
              <a:avLst/>
              <a:gdLst/>
              <a:ahLst/>
              <a:cxnLst/>
              <a:pathLst>
                <a:path w="953" h="253365">
                  <a:moveTo>
                    <a:pt x="0" y="0"/>
                  </a:moveTo>
                  <a:lnTo>
                    <a:pt x="0" y="173855"/>
                  </a:lnTo>
                </a:path>
              </a:pathLst>
            </a:custGeom>
            <a:noFill/>
            <a:ln w="11906">
              <a:solidFill>
                <a:srgbClr val="263238"/>
              </a:solidFill>
              <a:prstDash val="solid"/>
            </a:ln>
          </p:spPr>
        </p:sp>
        <p:sp>
          <p:nvSpPr>
            <p:cNvPr id="1544" name="four:layout-hierarchy:regular-node:1230"/>
            <p:cNvSpPr>
              <a:spLocks noGrp="1"/>
            </p:cNvSpPr>
            <p:nvPr/>
          </p:nvSpPr>
          <p:spPr>
            <a:xfrm>
              <a:off x="17259775" y="2545805"/>
              <a:ext cx="49533" cy="49533"/>
            </a:xfrm>
            <a:prstGeom prst="ellipse">
              <a:avLst/>
            </a:prstGeom>
            <a:solidFill>
              <a:srgbClr val="D55E00"/>
            </a:solidFill>
            <a:ln w="9525">
              <a:solidFill>
                <a:srgbClr val="263238"/>
              </a:solidFill>
              <a:prstDash val="solid"/>
            </a:ln>
          </p:spPr>
        </p:sp>
        <p:sp>
          <p:nvSpPr>
            <p:cNvPr id="1545" name="four:layout-hierarchy:line:1231"/>
            <p:cNvSpPr>
              <a:spLocks noGrp="1"/>
            </p:cNvSpPr>
            <p:nvPr/>
          </p:nvSpPr>
          <p:spPr>
            <a:xfrm>
              <a:off x="18300859" y="2480310"/>
              <a:ext cx="953" cy="253365"/>
            </a:xfrm>
            <a:custGeom>
              <a:avLst/>
              <a:gdLst/>
              <a:ahLst/>
              <a:cxnLst/>
              <a:pathLst>
                <a:path w="953" h="253365">
                  <a:moveTo>
                    <a:pt x="0" y="0"/>
                  </a:moveTo>
                  <a:lnTo>
                    <a:pt x="0" y="173855"/>
                  </a:lnTo>
                </a:path>
              </a:pathLst>
            </a:custGeom>
            <a:noFill/>
            <a:ln w="11906">
              <a:solidFill>
                <a:srgbClr val="263238"/>
              </a:solidFill>
              <a:prstDash val="solid"/>
            </a:ln>
          </p:spPr>
        </p:sp>
        <p:sp>
          <p:nvSpPr>
            <p:cNvPr id="1546" name="four:layout-hierarchy:regular-node:1232"/>
            <p:cNvSpPr>
              <a:spLocks noGrp="1"/>
            </p:cNvSpPr>
            <p:nvPr/>
          </p:nvSpPr>
          <p:spPr>
            <a:xfrm>
              <a:off x="18276092" y="2545805"/>
              <a:ext cx="49533" cy="49533"/>
            </a:xfrm>
            <a:prstGeom prst="ellipse">
              <a:avLst/>
            </a:prstGeom>
            <a:solidFill>
              <a:srgbClr val="009E73"/>
            </a:solidFill>
            <a:ln w="9525">
              <a:solidFill>
                <a:srgbClr val="263238"/>
              </a:solidFill>
              <a:prstDash val="solid"/>
            </a:ln>
          </p:spPr>
        </p:sp>
        <p:sp>
          <p:nvSpPr>
            <p:cNvPr id="1547" name="four:layout-hierarchy:critical-node:1233"/>
            <p:cNvSpPr>
              <a:spLocks noGrp="1"/>
            </p:cNvSpPr>
            <p:nvPr/>
          </p:nvSpPr>
          <p:spPr>
            <a:xfrm>
              <a:off x="17719858" y="2407468"/>
              <a:ext cx="145685" cy="145685"/>
            </a:xfrm>
            <a:prstGeom prst="diamond">
              <a:avLst/>
            </a:prstGeom>
            <a:solidFill>
              <a:srgbClr val="81C9BA"/>
            </a:solidFill>
            <a:ln w="10478">
              <a:solidFill>
                <a:srgbClr val="263238"/>
              </a:solidFill>
              <a:prstDash val="solid"/>
            </a:ln>
          </p:spPr>
        </p:sp>
        <p:sp>
          <p:nvSpPr>
            <p:cNvPr id="1548" name="four:layout-hierarchy:critical-node:1234"/>
            <p:cNvSpPr>
              <a:spLocks noGrp="1"/>
            </p:cNvSpPr>
            <p:nvPr/>
          </p:nvSpPr>
          <p:spPr>
            <a:xfrm>
              <a:off x="16195381" y="2660833"/>
              <a:ext cx="145685" cy="145685"/>
            </a:xfrm>
            <a:prstGeom prst="diamond">
              <a:avLst/>
            </a:prstGeom>
            <a:solidFill>
              <a:srgbClr val="0072B2"/>
            </a:solidFill>
            <a:ln w="10478">
              <a:solidFill>
                <a:srgbClr val="263238"/>
              </a:solidFill>
              <a:prstDash val="solid"/>
            </a:ln>
          </p:spPr>
        </p:sp>
        <p:sp>
          <p:nvSpPr>
            <p:cNvPr id="1549" name="four:layout-hierarchy:critical-node:1235"/>
            <p:cNvSpPr>
              <a:spLocks noGrp="1"/>
            </p:cNvSpPr>
            <p:nvPr/>
          </p:nvSpPr>
          <p:spPr>
            <a:xfrm>
              <a:off x="17211699" y="2660833"/>
              <a:ext cx="145685" cy="145685"/>
            </a:xfrm>
            <a:prstGeom prst="diamond">
              <a:avLst/>
            </a:prstGeom>
            <a:solidFill>
              <a:srgbClr val="D55E00"/>
            </a:solidFill>
            <a:ln w="10478">
              <a:solidFill>
                <a:srgbClr val="263238"/>
              </a:solidFill>
              <a:prstDash val="solid"/>
            </a:ln>
          </p:spPr>
        </p:sp>
        <p:sp>
          <p:nvSpPr>
            <p:cNvPr id="1550" name="four:layout-hierarchy:critical-node:1236"/>
            <p:cNvSpPr>
              <a:spLocks noGrp="1"/>
            </p:cNvSpPr>
            <p:nvPr/>
          </p:nvSpPr>
          <p:spPr>
            <a:xfrm>
              <a:off x="18228016" y="2660833"/>
              <a:ext cx="145685" cy="145685"/>
            </a:xfrm>
            <a:prstGeom prst="diamond">
              <a:avLst/>
            </a:prstGeom>
            <a:solidFill>
              <a:srgbClr val="009E73"/>
            </a:solidFill>
            <a:ln w="10478">
              <a:solidFill>
                <a:srgbClr val="263238"/>
              </a:solidFill>
              <a:prstDash val="solid"/>
            </a:ln>
          </p:spPr>
        </p:sp>
        <p:sp>
          <p:nvSpPr>
            <p:cNvPr id="1551" name="four:layout-hierarchy:critical-node:1237"/>
            <p:cNvSpPr>
              <a:spLocks noGrp="1"/>
            </p:cNvSpPr>
            <p:nvPr/>
          </p:nvSpPr>
          <p:spPr>
            <a:xfrm>
              <a:off x="19244334" y="2660833"/>
              <a:ext cx="145685" cy="145685"/>
            </a:xfrm>
            <a:prstGeom prst="diamond">
              <a:avLst/>
            </a:prstGeom>
            <a:solidFill>
              <a:srgbClr val="CC79A7"/>
            </a:solidFill>
            <a:ln w="10478">
              <a:solidFill>
                <a:srgbClr val="263238"/>
              </a:solidFill>
              <a:prstDash val="solid"/>
            </a:ln>
          </p:spPr>
        </p:sp>
      </p:grpSp>
      <p:grpSp>
        <p:nvGrpSpPr>
          <p:cNvPr id="1552" name="layout-to-filling"/>
          <p:cNvGrpSpPr/>
          <p:nvPr/>
        </p:nvGrpSpPr>
        <p:grpSpPr>
          <a:xfrm>
            <a:off x="0" y="0"/>
            <a:ext cx="24955500" cy="8572500"/>
            <a:chOff x="0" y="0"/>
            <a:chExt cx="24955500" cy="8572500"/>
          </a:xfrm>
        </p:grpSpPr>
        <p:sp>
          <p:nvSpPr>
            <p:cNvPr id="1553" name="four:layout-to-filling:line:1276"/>
            <p:cNvSpPr>
              <a:spLocks noGrp="1"/>
            </p:cNvSpPr>
            <p:nvPr/>
          </p:nvSpPr>
          <p:spPr>
            <a:xfrm>
              <a:off x="17811750" y="4057650"/>
              <a:ext cx="953" cy="114300"/>
            </a:xfrm>
            <a:custGeom>
              <a:avLst/>
              <a:gdLst/>
              <a:ahLst/>
              <a:cxnLst/>
              <a:pathLst>
                <a:path w="953" h="114300">
                  <a:moveTo>
                    <a:pt x="0" y="0"/>
                  </a:moveTo>
                  <a:lnTo>
                    <a:pt x="0" y="114300"/>
                  </a:lnTo>
                </a:path>
              </a:pathLst>
            </a:custGeom>
            <a:noFill/>
            <a:ln w="13335">
              <a:solidFill>
                <a:srgbClr val="91A5B4"/>
              </a:solidFill>
              <a:prstDash val="solid"/>
            </a:ln>
          </p:spPr>
        </p:sp>
        <p:sp>
          <p:nvSpPr>
            <p:cNvPr id="1554" name="four:layout-to-filling:polygon:1277"/>
            <p:cNvSpPr>
              <a:spLocks noGrp="1"/>
            </p:cNvSpPr>
            <p:nvPr/>
          </p:nvSpPr>
          <p:spPr>
            <a:xfrm>
              <a:off x="17791271" y="4124325"/>
              <a:ext cx="40958" cy="47625"/>
            </a:xfrm>
            <a:custGeom>
              <a:avLst/>
              <a:gdLst/>
              <a:ahLst/>
              <a:cxnLst/>
              <a:pathLst>
                <a:path w="40958" h="47625">
                  <a:moveTo>
                    <a:pt x="20479" y="47625"/>
                  </a:moveTo>
                  <a:lnTo>
                    <a:pt x="40958" y="0"/>
                  </a:lnTo>
                  <a:lnTo>
                    <a:pt x="0" y="0"/>
                  </a:lnTo>
                  <a:close/>
                </a:path>
              </a:pathLst>
            </a:custGeom>
            <a:solidFill>
              <a:srgbClr val="91A5B4"/>
            </a:solidFill>
            <a:ln w="0">
              <a:noFill/>
              <a:prstDash val="solid"/>
            </a:ln>
          </p:spPr>
        </p:sp>
      </p:grpSp>
      <p:grpSp>
        <p:nvGrpSpPr>
          <p:cNvPr id="1555" name="barrier-filling"/>
          <p:cNvGrpSpPr/>
          <p:nvPr/>
        </p:nvGrpSpPr>
        <p:grpSpPr>
          <a:xfrm>
            <a:off x="15592425" y="4267200"/>
            <a:ext cx="4305300" cy="3352800"/>
            <a:chOff x="15592425" y="4267200"/>
            <a:chExt cx="4305300" cy="3352800"/>
          </a:xfrm>
        </p:grpSpPr>
        <p:sp>
          <p:nvSpPr>
            <p:cNvPr id="1556" name="four:barrier-filling:textbox:1278"/>
            <p:cNvSpPr>
              <a:spLocks noGrp="1"/>
            </p:cNvSpPr>
            <p:nvPr/>
          </p:nvSpPr>
          <p:spPr>
            <a:xfrm>
              <a:off x="15754350" y="4267200"/>
              <a:ext cx="4114800" cy="304800"/>
            </a:xfrm>
            <a:prstGeom prst="rect">
              <a:avLst/>
            </a:prstGeom>
            <a:noFill/>
            <a:ln w="0">
              <a:noFill/>
              <a:prstDash val="solid"/>
            </a:ln>
          </p:spPr>
          <p:txBody>
            <a:bodyPr wrap="none" lIns="0" tIns="0" rIns="0" bIns="0" anchor="ctr">
              <a:normAutofit/>
            </a:bodyPr>
            <a:lstStyle>
              <a:defPPr algn="l">
                <a:defRPr sz="1800" b="1">
                  <a:solidFill>
                    <a:srgbClr val="263238"/>
                  </a:solidFill>
                  <a:latin typeface="Arial" panose="020B0604020202090204"/>
                  <a:ea typeface="Arial" panose="020B0604020202090204"/>
                  <a:cs typeface="Arial" panose="020B0604020202090204"/>
                </a:defRPr>
              </a:defPPr>
            </a:lstStyle>
            <a:p>
              <a:pPr algn="l">
                <a:defRPr sz="1800" b="1">
                  <a:solidFill>
                    <a:srgbClr val="263238"/>
                  </a:solidFill>
                  <a:latin typeface="Arial" panose="020B0604020202090204"/>
                  <a:ea typeface="Arial" panose="020B0604020202090204"/>
                  <a:cs typeface="Arial" panose="020B0604020202090204"/>
                </a:defRPr>
              </a:pPr>
              <a:r>
                <a:rPr sz="1800" b="1">
                  <a:solidFill>
                    <a:srgbClr val="263238"/>
                  </a:solidFill>
                  <a:latin typeface="Arial" panose="020B0604020202090204"/>
                  <a:ea typeface="Arial" panose="020B0604020202090204"/>
                  <a:cs typeface="Arial" panose="020B0604020202090204"/>
                </a:rPr>
                <a:t>Minimax barrier filling</a:t>
              </a:r>
              <a:endParaRPr sz="1800" b="1">
                <a:solidFill>
                  <a:srgbClr val="263238"/>
                </a:solidFill>
                <a:latin typeface="Arial" panose="020B0604020202090204"/>
                <a:ea typeface="Arial" panose="020B0604020202090204"/>
                <a:cs typeface="Arial" panose="020B0604020202090204"/>
              </a:endParaRPr>
            </a:p>
          </p:txBody>
        </p:sp>
        <p:sp>
          <p:nvSpPr>
            <p:cNvPr id="1557" name="four:barrier-filling:line:1279"/>
            <p:cNvSpPr>
              <a:spLocks noGrp="1"/>
            </p:cNvSpPr>
            <p:nvPr/>
          </p:nvSpPr>
          <p:spPr>
            <a:xfrm>
              <a:off x="15963900" y="4695825"/>
              <a:ext cx="266700" cy="953"/>
            </a:xfrm>
            <a:custGeom>
              <a:avLst/>
              <a:gdLst/>
              <a:ahLst/>
              <a:cxnLst/>
              <a:pathLst>
                <a:path w="266700" h="953">
                  <a:moveTo>
                    <a:pt x="0" y="0"/>
                  </a:moveTo>
                  <a:lnTo>
                    <a:pt x="266700" y="0"/>
                  </a:lnTo>
                </a:path>
              </a:pathLst>
            </a:custGeom>
            <a:noFill/>
            <a:ln w="33338">
              <a:solidFill>
                <a:srgbClr val="DDA5C4"/>
              </a:solidFill>
              <a:prstDash val="dash"/>
            </a:ln>
          </p:spPr>
        </p:sp>
        <p:sp>
          <p:nvSpPr>
            <p:cNvPr id="1558" name="four:barrier-filling:textbox:1280"/>
            <p:cNvSpPr>
              <a:spLocks noGrp="1"/>
            </p:cNvSpPr>
            <p:nvPr/>
          </p:nvSpPr>
          <p:spPr>
            <a:xfrm>
              <a:off x="16325850" y="4581525"/>
              <a:ext cx="1333500" cy="228600"/>
            </a:xfrm>
            <a:prstGeom prst="rect">
              <a:avLst/>
            </a:prstGeom>
            <a:noFill/>
            <a:ln w="0">
              <a:noFill/>
              <a:prstDash val="solid"/>
            </a:ln>
          </p:spPr>
          <p:txBody>
            <a:bodyPr wrap="none" lIns="0" tIns="0" rIns="0" bIns="0" anchor="ctr">
              <a:normAutofit/>
            </a:bodyPr>
            <a:lstStyle>
              <a:defPPr algn="l">
                <a:defRPr sz="1500" b="1">
                  <a:solidFill>
                    <a:srgbClr val="DDA5C4"/>
                  </a:solidFill>
                  <a:latin typeface="Arial" panose="020B0604020202090204"/>
                  <a:ea typeface="Arial" panose="020B0604020202090204"/>
                  <a:cs typeface="Arial" panose="020B0604020202090204"/>
                </a:defRPr>
              </a:defPPr>
            </a:lstStyle>
            <a:p>
              <a:pPr algn="l">
                <a:defRPr sz="1500" b="1">
                  <a:solidFill>
                    <a:srgbClr val="DDA5C4"/>
                  </a:solidFill>
                  <a:latin typeface="Arial" panose="020B0604020202090204"/>
                  <a:ea typeface="Arial" panose="020B0604020202090204"/>
                  <a:cs typeface="Arial" panose="020B0604020202090204"/>
                </a:defRPr>
              </a:pPr>
              <a:r>
                <a:rPr sz="1500" b="1">
                  <a:solidFill>
                    <a:srgbClr val="DDA5C4"/>
                  </a:solidFill>
                  <a:latin typeface="Arial" panose="020B0604020202090204"/>
                  <a:ea typeface="Arial" panose="020B0604020202090204"/>
                  <a:cs typeface="Arial" panose="020B0604020202090204"/>
                </a:rPr>
                <a:t>LCA path</a:t>
              </a:r>
              <a:endParaRPr sz="1500" b="1">
                <a:solidFill>
                  <a:srgbClr val="DDA5C4"/>
                </a:solidFill>
                <a:latin typeface="Arial" panose="020B0604020202090204"/>
                <a:ea typeface="Arial" panose="020B0604020202090204"/>
                <a:cs typeface="Arial" panose="020B0604020202090204"/>
              </a:endParaRPr>
            </a:p>
          </p:txBody>
        </p:sp>
        <p:sp>
          <p:nvSpPr>
            <p:cNvPr id="1559" name="four:barrier-filling:line:1281"/>
            <p:cNvSpPr>
              <a:spLocks noGrp="1"/>
            </p:cNvSpPr>
            <p:nvPr/>
          </p:nvSpPr>
          <p:spPr>
            <a:xfrm>
              <a:off x="18030825" y="4695825"/>
              <a:ext cx="247650" cy="953"/>
            </a:xfrm>
            <a:custGeom>
              <a:avLst/>
              <a:gdLst/>
              <a:ahLst/>
              <a:cxnLst/>
              <a:pathLst>
                <a:path w="247650" h="953">
                  <a:moveTo>
                    <a:pt x="0" y="0"/>
                  </a:moveTo>
                  <a:lnTo>
                    <a:pt x="247650" y="0"/>
                  </a:lnTo>
                </a:path>
              </a:pathLst>
            </a:custGeom>
            <a:noFill/>
            <a:ln w="27623">
              <a:solidFill>
                <a:srgbClr val="263238"/>
              </a:solidFill>
              <a:prstDash val="solid"/>
            </a:ln>
          </p:spPr>
        </p:sp>
        <p:sp>
          <p:nvSpPr>
            <p:cNvPr id="1560" name="four:barrier-filling:textbox:1282"/>
            <p:cNvSpPr>
              <a:spLocks noGrp="1"/>
            </p:cNvSpPr>
            <p:nvPr/>
          </p:nvSpPr>
          <p:spPr>
            <a:xfrm>
              <a:off x="18345150" y="4581525"/>
              <a:ext cx="1143000" cy="228600"/>
            </a:xfrm>
            <a:prstGeom prst="rect">
              <a:avLst/>
            </a:prstGeom>
            <a:noFill/>
            <a:ln w="0">
              <a:noFill/>
              <a:prstDash val="solid"/>
            </a:ln>
          </p:spPr>
          <p:txBody>
            <a:bodyPr wrap="none" lIns="0" tIns="0" rIns="0" bIns="0" anchor="ctr">
              <a:normAutofit/>
            </a:bodyPr>
            <a:lstStyle>
              <a:defPPr algn="l">
                <a:defRPr sz="1500" b="1">
                  <a:solidFill>
                    <a:srgbClr val="263238"/>
                  </a:solidFill>
                  <a:latin typeface="Arial" panose="020B0604020202090204"/>
                  <a:ea typeface="Arial" panose="020B0604020202090204"/>
                  <a:cs typeface="Arial" panose="020B0604020202090204"/>
                </a:defRPr>
              </a:defPPr>
            </a:lstStyle>
            <a:p>
              <a:pPr algn="l">
                <a:defRPr sz="1500" b="1">
                  <a:solidFill>
                    <a:srgbClr val="263238"/>
                  </a:solidFill>
                  <a:latin typeface="Arial" panose="020B0604020202090204"/>
                  <a:ea typeface="Arial" panose="020B0604020202090204"/>
                  <a:cs typeface="Arial" panose="020B0604020202090204"/>
                </a:defRPr>
              </a:pPr>
              <a:r>
                <a:rPr sz="1500" b="1">
                  <a:solidFill>
                    <a:srgbClr val="263238"/>
                  </a:solidFill>
                  <a:latin typeface="Arial" panose="020B0604020202090204"/>
                  <a:ea typeface="Arial" panose="020B0604020202090204"/>
                  <a:cs typeface="Arial" panose="020B0604020202090204"/>
                </a:rPr>
                <a:t>Optimal</a:t>
              </a:r>
              <a:endParaRPr sz="1500" b="1">
                <a:solidFill>
                  <a:srgbClr val="263238"/>
                </a:solidFill>
                <a:latin typeface="Arial" panose="020B0604020202090204"/>
                <a:ea typeface="Arial" panose="020B0604020202090204"/>
                <a:cs typeface="Arial" panose="020B0604020202090204"/>
              </a:endParaRPr>
            </a:p>
          </p:txBody>
        </p:sp>
        <p:sp>
          <p:nvSpPr>
            <p:cNvPr id="1561" name="four:barrier-filling:line:1283"/>
            <p:cNvSpPr>
              <a:spLocks noGrp="1"/>
            </p:cNvSpPr>
            <p:nvPr/>
          </p:nvSpPr>
          <p:spPr>
            <a:xfrm>
              <a:off x="15944850" y="4867275"/>
              <a:ext cx="953" cy="1905000"/>
            </a:xfrm>
            <a:custGeom>
              <a:avLst/>
              <a:gdLst/>
              <a:ahLst/>
              <a:cxnLst/>
              <a:pathLst>
                <a:path w="953" h="1905000">
                  <a:moveTo>
                    <a:pt x="0" y="54293"/>
                  </a:moveTo>
                  <a:lnTo>
                    <a:pt x="0" y="1905000"/>
                  </a:lnTo>
                </a:path>
              </a:pathLst>
            </a:custGeom>
            <a:noFill/>
            <a:ln w="4763">
              <a:solidFill>
                <a:srgbClr val="D8E1E7"/>
              </a:solidFill>
              <a:prstDash val="solid"/>
            </a:ln>
          </p:spPr>
        </p:sp>
        <p:sp>
          <p:nvSpPr>
            <p:cNvPr id="1562" name="four:barrier-filling:line:1284"/>
            <p:cNvSpPr>
              <a:spLocks noGrp="1"/>
            </p:cNvSpPr>
            <p:nvPr/>
          </p:nvSpPr>
          <p:spPr>
            <a:xfrm>
              <a:off x="16868775" y="4867275"/>
              <a:ext cx="953" cy="1905000"/>
            </a:xfrm>
            <a:custGeom>
              <a:avLst/>
              <a:gdLst/>
              <a:ahLst/>
              <a:cxnLst/>
              <a:pathLst>
                <a:path w="953" h="1905000">
                  <a:moveTo>
                    <a:pt x="0" y="0"/>
                  </a:moveTo>
                  <a:lnTo>
                    <a:pt x="0" y="1905000"/>
                  </a:lnTo>
                </a:path>
              </a:pathLst>
            </a:custGeom>
            <a:noFill/>
            <a:ln w="4763">
              <a:solidFill>
                <a:srgbClr val="D8E1E7"/>
              </a:solidFill>
              <a:prstDash val="solid"/>
            </a:ln>
          </p:spPr>
        </p:sp>
        <p:sp>
          <p:nvSpPr>
            <p:cNvPr id="1563" name="four:barrier-filling:line:1285"/>
            <p:cNvSpPr>
              <a:spLocks noGrp="1"/>
            </p:cNvSpPr>
            <p:nvPr/>
          </p:nvSpPr>
          <p:spPr>
            <a:xfrm>
              <a:off x="17792700" y="4867275"/>
              <a:ext cx="953" cy="1905000"/>
            </a:xfrm>
            <a:custGeom>
              <a:avLst/>
              <a:gdLst/>
              <a:ahLst/>
              <a:cxnLst/>
              <a:pathLst>
                <a:path w="953" h="1905000">
                  <a:moveTo>
                    <a:pt x="0" y="0"/>
                  </a:moveTo>
                  <a:lnTo>
                    <a:pt x="0" y="1170350"/>
                  </a:lnTo>
                  <a:moveTo>
                    <a:pt x="0" y="1278935"/>
                  </a:moveTo>
                  <a:lnTo>
                    <a:pt x="0" y="1311184"/>
                  </a:lnTo>
                  <a:moveTo>
                    <a:pt x="0" y="1410244"/>
                  </a:moveTo>
                  <a:lnTo>
                    <a:pt x="0" y="1905000"/>
                  </a:lnTo>
                </a:path>
              </a:pathLst>
            </a:custGeom>
            <a:noFill/>
            <a:ln w="4763">
              <a:solidFill>
                <a:srgbClr val="D8E1E7"/>
              </a:solidFill>
              <a:prstDash val="solid"/>
            </a:ln>
          </p:spPr>
        </p:sp>
        <p:sp>
          <p:nvSpPr>
            <p:cNvPr id="1564" name="four:barrier-filling:line:1286"/>
            <p:cNvSpPr>
              <a:spLocks noGrp="1"/>
            </p:cNvSpPr>
            <p:nvPr/>
          </p:nvSpPr>
          <p:spPr>
            <a:xfrm>
              <a:off x="18716625" y="4867275"/>
              <a:ext cx="953" cy="1905000"/>
            </a:xfrm>
            <a:custGeom>
              <a:avLst/>
              <a:gdLst/>
              <a:ahLst/>
              <a:cxnLst/>
              <a:pathLst>
                <a:path w="953" h="1905000">
                  <a:moveTo>
                    <a:pt x="0" y="0"/>
                  </a:moveTo>
                  <a:lnTo>
                    <a:pt x="0" y="1905000"/>
                  </a:lnTo>
                </a:path>
              </a:pathLst>
            </a:custGeom>
            <a:noFill/>
            <a:ln w="4763">
              <a:solidFill>
                <a:srgbClr val="D8E1E7"/>
              </a:solidFill>
              <a:prstDash val="solid"/>
            </a:ln>
          </p:spPr>
        </p:sp>
        <p:sp>
          <p:nvSpPr>
            <p:cNvPr id="1565" name="four:barrier-filling:line:1287"/>
            <p:cNvSpPr>
              <a:spLocks noGrp="1"/>
            </p:cNvSpPr>
            <p:nvPr/>
          </p:nvSpPr>
          <p:spPr>
            <a:xfrm>
              <a:off x="19640550" y="4867275"/>
              <a:ext cx="953" cy="1905000"/>
            </a:xfrm>
            <a:custGeom>
              <a:avLst/>
              <a:gdLst/>
              <a:ahLst/>
              <a:cxnLst/>
              <a:pathLst>
                <a:path w="953" h="1905000">
                  <a:moveTo>
                    <a:pt x="0" y="54293"/>
                  </a:moveTo>
                  <a:lnTo>
                    <a:pt x="0" y="1905000"/>
                  </a:lnTo>
                </a:path>
              </a:pathLst>
            </a:custGeom>
            <a:noFill/>
            <a:ln w="4763">
              <a:solidFill>
                <a:srgbClr val="D8E1E7"/>
              </a:solidFill>
              <a:prstDash val="solid"/>
            </a:ln>
          </p:spPr>
        </p:sp>
        <p:sp>
          <p:nvSpPr>
            <p:cNvPr id="1566" name="four:barrier-filling:line:1288"/>
            <p:cNvSpPr>
              <a:spLocks noGrp="1"/>
            </p:cNvSpPr>
            <p:nvPr/>
          </p:nvSpPr>
          <p:spPr>
            <a:xfrm>
              <a:off x="15944850" y="4867275"/>
              <a:ext cx="3695700" cy="953"/>
            </a:xfrm>
            <a:custGeom>
              <a:avLst/>
              <a:gdLst/>
              <a:ahLst/>
              <a:cxnLst/>
              <a:pathLst>
                <a:path w="3695700" h="953">
                  <a:moveTo>
                    <a:pt x="54293" y="0"/>
                  </a:moveTo>
                  <a:lnTo>
                    <a:pt x="3641408" y="0"/>
                  </a:lnTo>
                </a:path>
              </a:pathLst>
            </a:custGeom>
            <a:noFill/>
            <a:ln w="4763">
              <a:solidFill>
                <a:srgbClr val="D8E1E7"/>
              </a:solidFill>
              <a:prstDash val="solid"/>
            </a:ln>
          </p:spPr>
        </p:sp>
        <p:sp>
          <p:nvSpPr>
            <p:cNvPr id="1567" name="four:barrier-filling:line:1289"/>
            <p:cNvSpPr>
              <a:spLocks noGrp="1"/>
            </p:cNvSpPr>
            <p:nvPr/>
          </p:nvSpPr>
          <p:spPr>
            <a:xfrm>
              <a:off x="15944850" y="5248275"/>
              <a:ext cx="3695700" cy="953"/>
            </a:xfrm>
            <a:custGeom>
              <a:avLst/>
              <a:gdLst/>
              <a:ahLst/>
              <a:cxnLst/>
              <a:pathLst>
                <a:path w="3695700" h="953">
                  <a:moveTo>
                    <a:pt x="0" y="0"/>
                  </a:moveTo>
                  <a:lnTo>
                    <a:pt x="3695700" y="0"/>
                  </a:lnTo>
                </a:path>
              </a:pathLst>
            </a:custGeom>
            <a:noFill/>
            <a:ln w="4763">
              <a:solidFill>
                <a:srgbClr val="D8E1E7"/>
              </a:solidFill>
              <a:prstDash val="solid"/>
            </a:ln>
          </p:spPr>
        </p:sp>
        <p:sp>
          <p:nvSpPr>
            <p:cNvPr id="1568" name="four:barrier-filling:line:1290"/>
            <p:cNvSpPr>
              <a:spLocks noGrp="1"/>
            </p:cNvSpPr>
            <p:nvPr/>
          </p:nvSpPr>
          <p:spPr>
            <a:xfrm>
              <a:off x="15944850" y="5629275"/>
              <a:ext cx="3695700" cy="953"/>
            </a:xfrm>
            <a:custGeom>
              <a:avLst/>
              <a:gdLst/>
              <a:ahLst/>
              <a:cxnLst/>
              <a:pathLst>
                <a:path w="3695700" h="953">
                  <a:moveTo>
                    <a:pt x="0" y="0"/>
                  </a:moveTo>
                  <a:lnTo>
                    <a:pt x="3695700" y="0"/>
                  </a:lnTo>
                </a:path>
              </a:pathLst>
            </a:custGeom>
            <a:noFill/>
            <a:ln w="4763">
              <a:solidFill>
                <a:srgbClr val="D8E1E7"/>
              </a:solidFill>
              <a:prstDash val="solid"/>
            </a:ln>
          </p:spPr>
        </p:sp>
        <p:sp>
          <p:nvSpPr>
            <p:cNvPr id="1569" name="four:barrier-filling:line:1291"/>
            <p:cNvSpPr>
              <a:spLocks noGrp="1"/>
            </p:cNvSpPr>
            <p:nvPr/>
          </p:nvSpPr>
          <p:spPr>
            <a:xfrm>
              <a:off x="15944850" y="6010275"/>
              <a:ext cx="3695700" cy="953"/>
            </a:xfrm>
            <a:custGeom>
              <a:avLst/>
              <a:gdLst/>
              <a:ahLst/>
              <a:cxnLst/>
              <a:pathLst>
                <a:path w="3695700" h="953">
                  <a:moveTo>
                    <a:pt x="0" y="0"/>
                  </a:moveTo>
                  <a:lnTo>
                    <a:pt x="3695700" y="0"/>
                  </a:lnTo>
                </a:path>
              </a:pathLst>
            </a:custGeom>
            <a:noFill/>
            <a:ln w="4763">
              <a:solidFill>
                <a:srgbClr val="D8E1E7"/>
              </a:solidFill>
              <a:prstDash val="solid"/>
            </a:ln>
          </p:spPr>
        </p:sp>
        <p:sp>
          <p:nvSpPr>
            <p:cNvPr id="1570" name="four:barrier-filling:line:1292"/>
            <p:cNvSpPr>
              <a:spLocks noGrp="1"/>
            </p:cNvSpPr>
            <p:nvPr/>
          </p:nvSpPr>
          <p:spPr>
            <a:xfrm>
              <a:off x="15944850" y="6391275"/>
              <a:ext cx="3695700" cy="953"/>
            </a:xfrm>
            <a:custGeom>
              <a:avLst/>
              <a:gdLst/>
              <a:ahLst/>
              <a:cxnLst/>
              <a:pathLst>
                <a:path w="3695700" h="953">
                  <a:moveTo>
                    <a:pt x="0" y="0"/>
                  </a:moveTo>
                  <a:lnTo>
                    <a:pt x="3695700" y="0"/>
                  </a:lnTo>
                </a:path>
              </a:pathLst>
            </a:custGeom>
            <a:noFill/>
            <a:ln w="4763">
              <a:solidFill>
                <a:srgbClr val="D8E1E7"/>
              </a:solidFill>
              <a:prstDash val="solid"/>
            </a:ln>
          </p:spPr>
        </p:sp>
        <p:sp>
          <p:nvSpPr>
            <p:cNvPr id="1571" name="four:barrier-filling:line:1293"/>
            <p:cNvSpPr>
              <a:spLocks noGrp="1"/>
            </p:cNvSpPr>
            <p:nvPr/>
          </p:nvSpPr>
          <p:spPr>
            <a:xfrm>
              <a:off x="15944850" y="6772275"/>
              <a:ext cx="3695700" cy="953"/>
            </a:xfrm>
            <a:custGeom>
              <a:avLst/>
              <a:gdLst/>
              <a:ahLst/>
              <a:cxnLst/>
              <a:pathLst>
                <a:path w="3695700" h="953">
                  <a:moveTo>
                    <a:pt x="0" y="0"/>
                  </a:moveTo>
                  <a:lnTo>
                    <a:pt x="1285399" y="0"/>
                  </a:lnTo>
                  <a:moveTo>
                    <a:pt x="1393984" y="0"/>
                  </a:moveTo>
                  <a:lnTo>
                    <a:pt x="3695700" y="0"/>
                  </a:lnTo>
                </a:path>
              </a:pathLst>
            </a:custGeom>
            <a:noFill/>
            <a:ln w="4763">
              <a:solidFill>
                <a:srgbClr val="D8E1E7"/>
              </a:solidFill>
              <a:prstDash val="solid"/>
            </a:ln>
          </p:spPr>
        </p:sp>
        <p:sp>
          <p:nvSpPr>
            <p:cNvPr id="1572" name="four:barrier-filling:rect:1294"/>
            <p:cNvSpPr>
              <a:spLocks noGrp="1"/>
            </p:cNvSpPr>
            <p:nvPr/>
          </p:nvSpPr>
          <p:spPr>
            <a:xfrm>
              <a:off x="15944850" y="4867275"/>
              <a:ext cx="3695700" cy="1905000"/>
            </a:xfrm>
            <a:prstGeom prst="rect">
              <a:avLst/>
            </a:prstGeom>
            <a:noFill/>
            <a:ln w="7620">
              <a:solidFill>
                <a:srgbClr val="A8B6C1"/>
              </a:solidFill>
              <a:prstDash val="solid"/>
            </a:ln>
          </p:spPr>
        </p:sp>
        <p:sp>
          <p:nvSpPr>
            <p:cNvPr id="1573" name="four:barrier-filling:line:1295"/>
            <p:cNvSpPr>
              <a:spLocks noGrp="1"/>
            </p:cNvSpPr>
            <p:nvPr/>
          </p:nvSpPr>
          <p:spPr>
            <a:xfrm>
              <a:off x="16268224" y="6267450"/>
              <a:ext cx="953" cy="762000"/>
            </a:xfrm>
            <a:custGeom>
              <a:avLst/>
              <a:gdLst/>
              <a:ahLst/>
              <a:cxnLst/>
              <a:pathLst>
                <a:path w="953" h="762000">
                  <a:moveTo>
                    <a:pt x="0" y="0"/>
                  </a:moveTo>
                  <a:lnTo>
                    <a:pt x="0" y="762000"/>
                  </a:lnTo>
                </a:path>
              </a:pathLst>
            </a:custGeom>
            <a:noFill/>
            <a:ln w="9525">
              <a:solidFill>
                <a:srgbClr val="0072B2">
                  <a:alpha val="70000"/>
                </a:srgbClr>
              </a:solidFill>
              <a:prstDash val="dash"/>
            </a:ln>
          </p:spPr>
        </p:sp>
        <p:sp>
          <p:nvSpPr>
            <p:cNvPr id="1574" name="four:barrier-filling:line:1296"/>
            <p:cNvSpPr>
              <a:spLocks noGrp="1"/>
            </p:cNvSpPr>
            <p:nvPr/>
          </p:nvSpPr>
          <p:spPr>
            <a:xfrm>
              <a:off x="17284541" y="6838950"/>
              <a:ext cx="953" cy="190500"/>
            </a:xfrm>
            <a:custGeom>
              <a:avLst/>
              <a:gdLst/>
              <a:ahLst/>
              <a:cxnLst/>
              <a:pathLst>
                <a:path w="953" h="190500">
                  <a:moveTo>
                    <a:pt x="0" y="0"/>
                  </a:moveTo>
                  <a:lnTo>
                    <a:pt x="0" y="190500"/>
                  </a:lnTo>
                </a:path>
              </a:pathLst>
            </a:custGeom>
            <a:noFill/>
            <a:ln w="9525">
              <a:solidFill>
                <a:srgbClr val="D55E00">
                  <a:alpha val="70000"/>
                </a:srgbClr>
              </a:solidFill>
              <a:prstDash val="dash"/>
            </a:ln>
          </p:spPr>
        </p:sp>
        <p:sp>
          <p:nvSpPr>
            <p:cNvPr id="1575" name="four:barrier-filling:line:1297"/>
            <p:cNvSpPr>
              <a:spLocks noGrp="1"/>
            </p:cNvSpPr>
            <p:nvPr/>
          </p:nvSpPr>
          <p:spPr>
            <a:xfrm>
              <a:off x="18300859" y="6539593"/>
              <a:ext cx="953" cy="489857"/>
            </a:xfrm>
            <a:custGeom>
              <a:avLst/>
              <a:gdLst/>
              <a:ahLst/>
              <a:cxnLst/>
              <a:pathLst>
                <a:path w="953" h="489857">
                  <a:moveTo>
                    <a:pt x="0" y="0"/>
                  </a:moveTo>
                  <a:lnTo>
                    <a:pt x="0" y="489857"/>
                  </a:lnTo>
                </a:path>
              </a:pathLst>
            </a:custGeom>
            <a:noFill/>
            <a:ln w="9525">
              <a:solidFill>
                <a:srgbClr val="009E73">
                  <a:alpha val="70000"/>
                </a:srgbClr>
              </a:solidFill>
              <a:prstDash val="dash"/>
            </a:ln>
          </p:spPr>
        </p:sp>
        <p:sp>
          <p:nvSpPr>
            <p:cNvPr id="1576" name="four:barrier-filling:line:1298"/>
            <p:cNvSpPr>
              <a:spLocks noGrp="1"/>
            </p:cNvSpPr>
            <p:nvPr/>
          </p:nvSpPr>
          <p:spPr>
            <a:xfrm>
              <a:off x="19317176" y="5913664"/>
              <a:ext cx="953" cy="1115786"/>
            </a:xfrm>
            <a:custGeom>
              <a:avLst/>
              <a:gdLst/>
              <a:ahLst/>
              <a:cxnLst/>
              <a:pathLst>
                <a:path w="953" h="1115786">
                  <a:moveTo>
                    <a:pt x="0" y="0"/>
                  </a:moveTo>
                  <a:lnTo>
                    <a:pt x="0" y="1115786"/>
                  </a:lnTo>
                </a:path>
              </a:pathLst>
            </a:custGeom>
            <a:noFill/>
            <a:ln w="9525">
              <a:solidFill>
                <a:srgbClr val="CC79A7">
                  <a:alpha val="70000"/>
                </a:srgbClr>
              </a:solidFill>
              <a:prstDash val="dash"/>
            </a:ln>
          </p:spPr>
        </p:sp>
        <p:sp>
          <p:nvSpPr>
            <p:cNvPr id="1577" name="four:barrier-filling:smooth-change-band:1299"/>
            <p:cNvSpPr>
              <a:spLocks noGrp="1"/>
            </p:cNvSpPr>
            <p:nvPr/>
          </p:nvSpPr>
          <p:spPr>
            <a:xfrm>
              <a:off x="16268224" y="5003346"/>
              <a:ext cx="508159" cy="1197429"/>
            </a:xfrm>
            <a:custGeom>
              <a:avLst/>
              <a:gdLst/>
              <a:ahLst/>
              <a:cxnLst/>
              <a:pathLst>
                <a:path w="508159" h="1197429">
                  <a:moveTo>
                    <a:pt x="0" y="1197429"/>
                  </a:moveTo>
                  <a:cubicBezTo>
                    <a:pt x="169386" y="1197429"/>
                    <a:pt x="338772" y="136071"/>
                    <a:pt x="508159" y="136071"/>
                  </a:cubicBezTo>
                  <a:lnTo>
                    <a:pt x="508159" y="0"/>
                  </a:lnTo>
                  <a:cubicBezTo>
                    <a:pt x="338772" y="0"/>
                    <a:pt x="169386" y="1197429"/>
                    <a:pt x="0" y="1197429"/>
                  </a:cubicBezTo>
                  <a:close/>
                </a:path>
              </a:pathLst>
            </a:custGeom>
            <a:solidFill>
              <a:srgbClr val="D3DCE4">
                <a:alpha val="32000"/>
              </a:srgbClr>
            </a:solidFill>
            <a:ln w="0">
              <a:noFill/>
            </a:ln>
          </p:spPr>
        </p:sp>
        <p:sp>
          <p:nvSpPr>
            <p:cNvPr id="1578" name="four:barrier-filling:smooth-change-band:1300"/>
            <p:cNvSpPr>
              <a:spLocks noGrp="1"/>
            </p:cNvSpPr>
            <p:nvPr/>
          </p:nvSpPr>
          <p:spPr>
            <a:xfrm>
              <a:off x="16776383" y="5003346"/>
              <a:ext cx="508159" cy="1768929"/>
            </a:xfrm>
            <a:custGeom>
              <a:avLst/>
              <a:gdLst/>
              <a:ahLst/>
              <a:cxnLst/>
              <a:pathLst>
                <a:path w="508159" h="1768929">
                  <a:moveTo>
                    <a:pt x="0" y="136071"/>
                  </a:moveTo>
                  <a:cubicBezTo>
                    <a:pt x="169386" y="136071"/>
                    <a:pt x="338773" y="1768929"/>
                    <a:pt x="508159" y="1768929"/>
                  </a:cubicBezTo>
                  <a:lnTo>
                    <a:pt x="508159" y="1768929"/>
                  </a:lnTo>
                  <a:cubicBezTo>
                    <a:pt x="338773" y="1768929"/>
                    <a:pt x="169386" y="0"/>
                    <a:pt x="0" y="0"/>
                  </a:cubicBezTo>
                  <a:close/>
                </a:path>
              </a:pathLst>
            </a:custGeom>
            <a:solidFill>
              <a:srgbClr val="D3DCE4">
                <a:alpha val="32000"/>
              </a:srgbClr>
            </a:solidFill>
            <a:ln w="0">
              <a:noFill/>
            </a:ln>
          </p:spPr>
        </p:sp>
        <p:sp>
          <p:nvSpPr>
            <p:cNvPr id="1579" name="four:barrier-filling:smooth-change-band:1301"/>
            <p:cNvSpPr>
              <a:spLocks noGrp="1"/>
            </p:cNvSpPr>
            <p:nvPr/>
          </p:nvSpPr>
          <p:spPr>
            <a:xfrm>
              <a:off x="17284541" y="6091918"/>
              <a:ext cx="508159" cy="680357"/>
            </a:xfrm>
            <a:custGeom>
              <a:avLst/>
              <a:gdLst/>
              <a:ahLst/>
              <a:cxnLst/>
              <a:pathLst>
                <a:path w="508159" h="680357">
                  <a:moveTo>
                    <a:pt x="0" y="680357"/>
                  </a:moveTo>
                  <a:cubicBezTo>
                    <a:pt x="169386" y="680357"/>
                    <a:pt x="338772" y="0"/>
                    <a:pt x="508159" y="0"/>
                  </a:cubicBezTo>
                  <a:lnTo>
                    <a:pt x="508159" y="136071"/>
                  </a:lnTo>
                  <a:cubicBezTo>
                    <a:pt x="338772" y="136071"/>
                    <a:pt x="169386" y="680357"/>
                    <a:pt x="0" y="680357"/>
                  </a:cubicBezTo>
                  <a:close/>
                </a:path>
              </a:pathLst>
            </a:custGeom>
            <a:solidFill>
              <a:srgbClr val="D3DCE4">
                <a:alpha val="32000"/>
              </a:srgbClr>
            </a:solidFill>
            <a:ln w="0">
              <a:noFill/>
            </a:ln>
          </p:spPr>
        </p:sp>
        <p:sp>
          <p:nvSpPr>
            <p:cNvPr id="1580" name="four:barrier-filling:smooth-change-band:1302"/>
            <p:cNvSpPr>
              <a:spLocks noGrp="1"/>
            </p:cNvSpPr>
            <p:nvPr/>
          </p:nvSpPr>
          <p:spPr>
            <a:xfrm>
              <a:off x="17792700" y="6091918"/>
              <a:ext cx="508159" cy="381000"/>
            </a:xfrm>
            <a:custGeom>
              <a:avLst/>
              <a:gdLst/>
              <a:ahLst/>
              <a:cxnLst/>
              <a:pathLst>
                <a:path w="508159" h="381000">
                  <a:moveTo>
                    <a:pt x="0" y="0"/>
                  </a:moveTo>
                  <a:cubicBezTo>
                    <a:pt x="169386" y="0"/>
                    <a:pt x="338772" y="381000"/>
                    <a:pt x="508159" y="381000"/>
                  </a:cubicBezTo>
                  <a:lnTo>
                    <a:pt x="508159" y="381000"/>
                  </a:lnTo>
                  <a:cubicBezTo>
                    <a:pt x="338772" y="381000"/>
                    <a:pt x="169386" y="136071"/>
                    <a:pt x="0" y="136071"/>
                  </a:cubicBezTo>
                  <a:close/>
                </a:path>
              </a:pathLst>
            </a:custGeom>
            <a:solidFill>
              <a:srgbClr val="D3DCE4">
                <a:alpha val="32000"/>
              </a:srgbClr>
            </a:solidFill>
            <a:ln w="0">
              <a:noFill/>
            </a:ln>
          </p:spPr>
        </p:sp>
        <p:sp>
          <p:nvSpPr>
            <p:cNvPr id="1581" name="four:barrier-filling:smooth-change-band:1303"/>
            <p:cNvSpPr>
              <a:spLocks noGrp="1"/>
            </p:cNvSpPr>
            <p:nvPr/>
          </p:nvSpPr>
          <p:spPr>
            <a:xfrm>
              <a:off x="18300859" y="5003346"/>
              <a:ext cx="508159" cy="1469571"/>
            </a:xfrm>
            <a:custGeom>
              <a:avLst/>
              <a:gdLst/>
              <a:ahLst/>
              <a:cxnLst/>
              <a:pathLst>
                <a:path w="508159" h="1469571">
                  <a:moveTo>
                    <a:pt x="0" y="1469571"/>
                  </a:moveTo>
                  <a:cubicBezTo>
                    <a:pt x="169386" y="1469571"/>
                    <a:pt x="338773" y="136071"/>
                    <a:pt x="508159" y="136071"/>
                  </a:cubicBezTo>
                  <a:lnTo>
                    <a:pt x="508159" y="0"/>
                  </a:lnTo>
                  <a:cubicBezTo>
                    <a:pt x="338773" y="0"/>
                    <a:pt x="169386" y="1469571"/>
                    <a:pt x="0" y="1469571"/>
                  </a:cubicBezTo>
                  <a:close/>
                </a:path>
              </a:pathLst>
            </a:custGeom>
            <a:solidFill>
              <a:srgbClr val="D3DCE4">
                <a:alpha val="32000"/>
              </a:srgbClr>
            </a:solidFill>
            <a:ln w="0">
              <a:noFill/>
            </a:ln>
          </p:spPr>
        </p:sp>
        <p:sp>
          <p:nvSpPr>
            <p:cNvPr id="1582" name="four:barrier-filling:smooth-change-band:1304"/>
            <p:cNvSpPr>
              <a:spLocks noGrp="1"/>
            </p:cNvSpPr>
            <p:nvPr/>
          </p:nvSpPr>
          <p:spPr>
            <a:xfrm>
              <a:off x="18809018" y="5003346"/>
              <a:ext cx="508159" cy="843643"/>
            </a:xfrm>
            <a:custGeom>
              <a:avLst/>
              <a:gdLst/>
              <a:ahLst/>
              <a:cxnLst/>
              <a:pathLst>
                <a:path w="508159" h="843643">
                  <a:moveTo>
                    <a:pt x="0" y="136071"/>
                  </a:moveTo>
                  <a:cubicBezTo>
                    <a:pt x="169386" y="136071"/>
                    <a:pt x="338772" y="843643"/>
                    <a:pt x="508159" y="843643"/>
                  </a:cubicBezTo>
                  <a:lnTo>
                    <a:pt x="508159" y="843643"/>
                  </a:lnTo>
                  <a:cubicBezTo>
                    <a:pt x="338772" y="843643"/>
                    <a:pt x="169386" y="0"/>
                    <a:pt x="0" y="0"/>
                  </a:cubicBezTo>
                  <a:close/>
                </a:path>
              </a:pathLst>
            </a:custGeom>
            <a:solidFill>
              <a:srgbClr val="D3DCE4">
                <a:alpha val="32000"/>
              </a:srgbClr>
            </a:solidFill>
            <a:ln w="0">
              <a:noFill/>
            </a:ln>
          </p:spPr>
        </p:sp>
        <p:sp>
          <p:nvSpPr>
            <p:cNvPr id="1583" name="four:barrier-filling:initial-filling-curve:1305"/>
            <p:cNvSpPr>
              <a:spLocks noGrp="1"/>
            </p:cNvSpPr>
            <p:nvPr/>
          </p:nvSpPr>
          <p:spPr>
            <a:xfrm>
              <a:off x="15944850" y="4867275"/>
              <a:ext cx="323374" cy="1333500"/>
            </a:xfrm>
            <a:custGeom>
              <a:avLst/>
              <a:gdLst/>
              <a:ahLst/>
              <a:cxnLst/>
              <a:pathLst>
                <a:path w="323374" h="1333500">
                  <a:moveTo>
                    <a:pt x="27329" y="26963"/>
                  </a:moveTo>
                  <a:cubicBezTo>
                    <a:pt x="116901" y="198432"/>
                    <a:pt x="206473" y="1135068"/>
                    <a:pt x="296045" y="1306537"/>
                  </a:cubicBezTo>
                </a:path>
              </a:pathLst>
            </a:custGeom>
            <a:noFill/>
            <a:ln w="33338">
              <a:solidFill>
                <a:srgbClr val="DDA5C4"/>
              </a:solidFill>
              <a:prstDash val="dash"/>
            </a:ln>
          </p:spPr>
        </p:sp>
        <p:sp>
          <p:nvSpPr>
            <p:cNvPr id="1584" name="four:barrier-filling:initial-filling-curve:1306"/>
            <p:cNvSpPr>
              <a:spLocks noGrp="1"/>
            </p:cNvSpPr>
            <p:nvPr/>
          </p:nvSpPr>
          <p:spPr>
            <a:xfrm>
              <a:off x="16268224" y="5003346"/>
              <a:ext cx="508159" cy="1197429"/>
            </a:xfrm>
            <a:custGeom>
              <a:avLst/>
              <a:gdLst/>
              <a:ahLst/>
              <a:cxnLst/>
              <a:pathLst>
                <a:path w="508159" h="1197429">
                  <a:moveTo>
                    <a:pt x="36575" y="1179711"/>
                  </a:moveTo>
                  <a:cubicBezTo>
                    <a:pt x="182407" y="1041990"/>
                    <a:pt x="328239" y="144475"/>
                    <a:pt x="474071" y="15442"/>
                  </a:cubicBezTo>
                </a:path>
              </a:pathLst>
            </a:custGeom>
            <a:noFill/>
            <a:ln w="33338">
              <a:solidFill>
                <a:srgbClr val="DDA5C4"/>
              </a:solidFill>
              <a:prstDash val="dash"/>
            </a:ln>
          </p:spPr>
        </p:sp>
        <p:sp>
          <p:nvSpPr>
            <p:cNvPr id="1585" name="four:barrier-filling:initial-filling-curve:1307"/>
            <p:cNvSpPr>
              <a:spLocks noGrp="1"/>
            </p:cNvSpPr>
            <p:nvPr/>
          </p:nvSpPr>
          <p:spPr>
            <a:xfrm>
              <a:off x="16776383" y="5003346"/>
              <a:ext cx="508159" cy="1768929"/>
            </a:xfrm>
            <a:custGeom>
              <a:avLst/>
              <a:gdLst/>
              <a:ahLst/>
              <a:cxnLst/>
              <a:pathLst>
                <a:path w="508159" h="1768929">
                  <a:moveTo>
                    <a:pt x="30810" y="18720"/>
                  </a:moveTo>
                  <a:cubicBezTo>
                    <a:pt x="178944" y="194936"/>
                    <a:pt x="327077" y="1559986"/>
                    <a:pt x="475211" y="1747584"/>
                  </a:cubicBezTo>
                </a:path>
              </a:pathLst>
            </a:custGeom>
            <a:noFill/>
            <a:ln w="33338">
              <a:solidFill>
                <a:srgbClr val="DDA5C4"/>
              </a:solidFill>
              <a:prstDash val="dash"/>
            </a:ln>
          </p:spPr>
        </p:sp>
        <p:sp>
          <p:nvSpPr>
            <p:cNvPr id="1586" name="four:barrier-filling:initial-filling-curve:1308"/>
            <p:cNvSpPr>
              <a:spLocks noGrp="1"/>
            </p:cNvSpPr>
            <p:nvPr/>
          </p:nvSpPr>
          <p:spPr>
            <a:xfrm>
              <a:off x="17284541" y="6227989"/>
              <a:ext cx="508159" cy="544286"/>
            </a:xfrm>
            <a:custGeom>
              <a:avLst/>
              <a:gdLst/>
              <a:ahLst/>
              <a:cxnLst/>
              <a:pathLst>
                <a:path w="508159" h="544286">
                  <a:moveTo>
                    <a:pt x="43174" y="533167"/>
                  </a:moveTo>
                  <a:cubicBezTo>
                    <a:pt x="184848" y="462384"/>
                    <a:pt x="326523" y="75538"/>
                    <a:pt x="468197" y="9569"/>
                  </a:cubicBezTo>
                </a:path>
              </a:pathLst>
            </a:custGeom>
            <a:noFill/>
            <a:ln w="33338">
              <a:solidFill>
                <a:srgbClr val="DDA5C4"/>
              </a:solidFill>
              <a:prstDash val="dash"/>
            </a:ln>
          </p:spPr>
        </p:sp>
        <p:sp>
          <p:nvSpPr>
            <p:cNvPr id="1587" name="four:barrier-filling:initial-filling-curve:1309"/>
            <p:cNvSpPr>
              <a:spLocks noGrp="1"/>
            </p:cNvSpPr>
            <p:nvPr/>
          </p:nvSpPr>
          <p:spPr>
            <a:xfrm>
              <a:off x="17792700" y="6227989"/>
              <a:ext cx="508159" cy="244929"/>
            </a:xfrm>
            <a:custGeom>
              <a:avLst/>
              <a:gdLst/>
              <a:ahLst/>
              <a:cxnLst/>
              <a:pathLst>
                <a:path w="508159" h="244929">
                  <a:moveTo>
                    <a:pt x="44276" y="5254"/>
                  </a:moveTo>
                  <a:cubicBezTo>
                    <a:pt x="182864" y="37132"/>
                    <a:pt x="321451" y="204397"/>
                    <a:pt x="460039" y="238756"/>
                  </a:cubicBezTo>
                </a:path>
              </a:pathLst>
            </a:custGeom>
            <a:noFill/>
            <a:ln w="33338">
              <a:solidFill>
                <a:srgbClr val="DDA5C4"/>
              </a:solidFill>
              <a:prstDash val="dash"/>
            </a:ln>
          </p:spPr>
        </p:sp>
        <p:sp>
          <p:nvSpPr>
            <p:cNvPr id="1588" name="four:barrier-filling:initial-filling-curve:1310"/>
            <p:cNvSpPr>
              <a:spLocks noGrp="1"/>
            </p:cNvSpPr>
            <p:nvPr/>
          </p:nvSpPr>
          <p:spPr>
            <a:xfrm>
              <a:off x="18300859" y="5003346"/>
              <a:ext cx="508159" cy="1469571"/>
            </a:xfrm>
            <a:custGeom>
              <a:avLst/>
              <a:gdLst/>
              <a:ahLst/>
              <a:cxnLst/>
              <a:pathLst>
                <a:path w="508159" h="1469571">
                  <a:moveTo>
                    <a:pt x="34686" y="1449965"/>
                  </a:moveTo>
                  <a:cubicBezTo>
                    <a:pt x="181715" y="1287710"/>
                    <a:pt x="328745" y="169372"/>
                    <a:pt x="475774" y="17145"/>
                  </a:cubicBezTo>
                </a:path>
              </a:pathLst>
            </a:custGeom>
            <a:noFill/>
            <a:ln w="33338">
              <a:solidFill>
                <a:srgbClr val="DDA5C4"/>
              </a:solidFill>
              <a:prstDash val="dash"/>
            </a:ln>
          </p:spPr>
        </p:sp>
        <p:sp>
          <p:nvSpPr>
            <p:cNvPr id="1589" name="four:barrier-filling:initial-filling-curve:1311"/>
            <p:cNvSpPr>
              <a:spLocks noGrp="1"/>
            </p:cNvSpPr>
            <p:nvPr/>
          </p:nvSpPr>
          <p:spPr>
            <a:xfrm>
              <a:off x="18809018" y="5003346"/>
              <a:ext cx="508159" cy="843643"/>
            </a:xfrm>
            <a:custGeom>
              <a:avLst/>
              <a:gdLst/>
              <a:ahLst/>
              <a:cxnLst/>
              <a:pathLst>
                <a:path w="508159" h="843643">
                  <a:moveTo>
                    <a:pt x="36858" y="12672"/>
                  </a:moveTo>
                  <a:cubicBezTo>
                    <a:pt x="180735" y="109085"/>
                    <a:pt x="324612" y="725871"/>
                    <a:pt x="468488" y="829021"/>
                  </a:cubicBezTo>
                </a:path>
              </a:pathLst>
            </a:custGeom>
            <a:noFill/>
            <a:ln w="33338">
              <a:solidFill>
                <a:srgbClr val="DDA5C4"/>
              </a:solidFill>
              <a:prstDash val="dash"/>
            </a:ln>
          </p:spPr>
        </p:sp>
        <p:sp>
          <p:nvSpPr>
            <p:cNvPr id="1590" name="four:barrier-filling:initial-filling-curve:1312"/>
            <p:cNvSpPr>
              <a:spLocks noGrp="1"/>
            </p:cNvSpPr>
            <p:nvPr/>
          </p:nvSpPr>
          <p:spPr>
            <a:xfrm>
              <a:off x="19317176" y="4867275"/>
              <a:ext cx="323374" cy="979714"/>
            </a:xfrm>
            <a:custGeom>
              <a:avLst/>
              <a:gdLst/>
              <a:ahLst/>
              <a:cxnLst/>
              <a:pathLst>
                <a:path w="323374" h="979714">
                  <a:moveTo>
                    <a:pt x="30221" y="955643"/>
                  </a:moveTo>
                  <a:cubicBezTo>
                    <a:pt x="117865" y="820665"/>
                    <a:pt x="205509" y="159049"/>
                    <a:pt x="293152" y="24071"/>
                  </a:cubicBezTo>
                </a:path>
              </a:pathLst>
            </a:custGeom>
            <a:noFill/>
            <a:ln w="33338">
              <a:solidFill>
                <a:srgbClr val="DDA5C4"/>
              </a:solidFill>
              <a:prstDash val="dash"/>
            </a:ln>
          </p:spPr>
        </p:sp>
        <p:sp>
          <p:nvSpPr>
            <p:cNvPr id="1591" name="four:barrier-filling:profile-halo:1313"/>
            <p:cNvSpPr>
              <a:spLocks noGrp="1"/>
            </p:cNvSpPr>
            <p:nvPr/>
          </p:nvSpPr>
          <p:spPr>
            <a:xfrm>
              <a:off x="15944850" y="4867275"/>
              <a:ext cx="323374" cy="1333500"/>
            </a:xfrm>
            <a:custGeom>
              <a:avLst/>
              <a:gdLst/>
              <a:ahLst/>
              <a:cxnLst/>
              <a:pathLst>
                <a:path w="323374" h="1333500">
                  <a:moveTo>
                    <a:pt x="27329" y="26963"/>
                  </a:moveTo>
                  <a:cubicBezTo>
                    <a:pt x="116901" y="198432"/>
                    <a:pt x="206473" y="1135068"/>
                    <a:pt x="296045" y="1306537"/>
                  </a:cubicBezTo>
                </a:path>
              </a:pathLst>
            </a:custGeom>
            <a:noFill/>
            <a:ln w="42863">
              <a:solidFill>
                <a:srgbClr val="FFFFFF"/>
              </a:solidFill>
              <a:prstDash val="solid"/>
            </a:ln>
          </p:spPr>
        </p:sp>
        <p:sp>
          <p:nvSpPr>
            <p:cNvPr id="1592" name="four:barrier-filling:optimized-filling-curve:1314"/>
            <p:cNvSpPr>
              <a:spLocks noGrp="1"/>
            </p:cNvSpPr>
            <p:nvPr/>
          </p:nvSpPr>
          <p:spPr>
            <a:xfrm>
              <a:off x="15944850" y="4867275"/>
              <a:ext cx="323374" cy="1333500"/>
            </a:xfrm>
            <a:custGeom>
              <a:avLst/>
              <a:gdLst/>
              <a:ahLst/>
              <a:cxnLst/>
              <a:pathLst>
                <a:path w="323374" h="1333500">
                  <a:moveTo>
                    <a:pt x="27329" y="26963"/>
                  </a:moveTo>
                  <a:cubicBezTo>
                    <a:pt x="116901" y="198432"/>
                    <a:pt x="206473" y="1135068"/>
                    <a:pt x="296045" y="1306537"/>
                  </a:cubicBezTo>
                </a:path>
              </a:pathLst>
            </a:custGeom>
            <a:noFill/>
            <a:ln w="26670">
              <a:solidFill>
                <a:srgbClr val="263238"/>
              </a:solidFill>
              <a:prstDash val="solid"/>
            </a:ln>
          </p:spPr>
        </p:sp>
        <p:sp>
          <p:nvSpPr>
            <p:cNvPr id="1593" name="four:barrier-filling:profile-halo:1315"/>
            <p:cNvSpPr>
              <a:spLocks noGrp="1"/>
            </p:cNvSpPr>
            <p:nvPr/>
          </p:nvSpPr>
          <p:spPr>
            <a:xfrm>
              <a:off x="16268224" y="5139418"/>
              <a:ext cx="508159" cy="1061357"/>
            </a:xfrm>
            <a:custGeom>
              <a:avLst/>
              <a:gdLst/>
              <a:ahLst/>
              <a:cxnLst/>
              <a:pathLst>
                <a:path w="508159" h="1061357">
                  <a:moveTo>
                    <a:pt x="37664" y="1044729"/>
                  </a:moveTo>
                  <a:cubicBezTo>
                    <a:pt x="181941" y="920651"/>
                    <a:pt x="326218" y="140707"/>
                    <a:pt x="470494" y="16628"/>
                  </a:cubicBezTo>
                </a:path>
              </a:pathLst>
            </a:custGeom>
            <a:noFill/>
            <a:ln w="42863">
              <a:solidFill>
                <a:srgbClr val="FFFFFF"/>
              </a:solidFill>
              <a:prstDash val="solid"/>
            </a:ln>
          </p:spPr>
        </p:sp>
        <p:sp>
          <p:nvSpPr>
            <p:cNvPr id="1594" name="four:barrier-filling:optimized-filling-curve:1316"/>
            <p:cNvSpPr>
              <a:spLocks noGrp="1"/>
            </p:cNvSpPr>
            <p:nvPr/>
          </p:nvSpPr>
          <p:spPr>
            <a:xfrm>
              <a:off x="16268224" y="5139418"/>
              <a:ext cx="508159" cy="1061357"/>
            </a:xfrm>
            <a:custGeom>
              <a:avLst/>
              <a:gdLst/>
              <a:ahLst/>
              <a:cxnLst/>
              <a:pathLst>
                <a:path w="508159" h="1061357">
                  <a:moveTo>
                    <a:pt x="37664" y="1044729"/>
                  </a:moveTo>
                  <a:cubicBezTo>
                    <a:pt x="181941" y="920651"/>
                    <a:pt x="326218" y="140707"/>
                    <a:pt x="470494" y="16628"/>
                  </a:cubicBezTo>
                </a:path>
              </a:pathLst>
            </a:custGeom>
            <a:noFill/>
            <a:ln w="26670">
              <a:solidFill>
                <a:srgbClr val="263238"/>
              </a:solidFill>
              <a:prstDash val="solid"/>
            </a:ln>
          </p:spPr>
        </p:sp>
        <p:sp>
          <p:nvSpPr>
            <p:cNvPr id="1595" name="four:barrier-filling:profile-halo:1317"/>
            <p:cNvSpPr>
              <a:spLocks noGrp="1"/>
            </p:cNvSpPr>
            <p:nvPr/>
          </p:nvSpPr>
          <p:spPr>
            <a:xfrm>
              <a:off x="16776383" y="5139418"/>
              <a:ext cx="508159" cy="1632857"/>
            </a:xfrm>
            <a:custGeom>
              <a:avLst/>
              <a:gdLst/>
              <a:ahLst/>
              <a:cxnLst/>
              <a:pathLst>
                <a:path w="508159" h="1632857">
                  <a:moveTo>
                    <a:pt x="33700" y="20592"/>
                  </a:moveTo>
                  <a:cubicBezTo>
                    <a:pt x="180620" y="195985"/>
                    <a:pt x="327539" y="1436872"/>
                    <a:pt x="474458" y="1612265"/>
                  </a:cubicBezTo>
                </a:path>
              </a:pathLst>
            </a:custGeom>
            <a:noFill/>
            <a:ln w="42863">
              <a:solidFill>
                <a:srgbClr val="FFFFFF"/>
              </a:solidFill>
              <a:prstDash val="solid"/>
            </a:ln>
          </p:spPr>
        </p:sp>
        <p:sp>
          <p:nvSpPr>
            <p:cNvPr id="1596" name="four:barrier-filling:optimized-filling-curve:1318"/>
            <p:cNvSpPr>
              <a:spLocks noGrp="1"/>
            </p:cNvSpPr>
            <p:nvPr/>
          </p:nvSpPr>
          <p:spPr>
            <a:xfrm>
              <a:off x="16776383" y="5139418"/>
              <a:ext cx="508159" cy="1632857"/>
            </a:xfrm>
            <a:custGeom>
              <a:avLst/>
              <a:gdLst/>
              <a:ahLst/>
              <a:cxnLst/>
              <a:pathLst>
                <a:path w="508159" h="1632857">
                  <a:moveTo>
                    <a:pt x="33700" y="20592"/>
                  </a:moveTo>
                  <a:cubicBezTo>
                    <a:pt x="180620" y="195985"/>
                    <a:pt x="327539" y="1436872"/>
                    <a:pt x="474458" y="1612265"/>
                  </a:cubicBezTo>
                </a:path>
              </a:pathLst>
            </a:custGeom>
            <a:noFill/>
            <a:ln w="26670">
              <a:solidFill>
                <a:srgbClr val="263238"/>
              </a:solidFill>
              <a:prstDash val="solid"/>
            </a:ln>
          </p:spPr>
        </p:sp>
        <p:sp>
          <p:nvSpPr>
            <p:cNvPr id="1597" name="four:barrier-filling:profile-halo:1319"/>
            <p:cNvSpPr>
              <a:spLocks noGrp="1"/>
            </p:cNvSpPr>
            <p:nvPr/>
          </p:nvSpPr>
          <p:spPr>
            <a:xfrm>
              <a:off x="17284541" y="6091918"/>
              <a:ext cx="508159" cy="680357"/>
            </a:xfrm>
            <a:custGeom>
              <a:avLst/>
              <a:gdLst/>
              <a:ahLst/>
              <a:cxnLst/>
              <a:pathLst>
                <a:path w="508159" h="680357">
                  <a:moveTo>
                    <a:pt x="41450" y="667515"/>
                  </a:moveTo>
                  <a:cubicBezTo>
                    <a:pt x="183203" y="582206"/>
                    <a:pt x="324956" y="98151"/>
                    <a:pt x="466708" y="12842"/>
                  </a:cubicBezTo>
                </a:path>
              </a:pathLst>
            </a:custGeom>
            <a:noFill/>
            <a:ln w="42863">
              <a:solidFill>
                <a:srgbClr val="FFFFFF"/>
              </a:solidFill>
              <a:prstDash val="solid"/>
            </a:ln>
          </p:spPr>
        </p:sp>
        <p:sp>
          <p:nvSpPr>
            <p:cNvPr id="1598" name="four:barrier-filling:optimized-filling-curve:1320"/>
            <p:cNvSpPr>
              <a:spLocks noGrp="1"/>
            </p:cNvSpPr>
            <p:nvPr/>
          </p:nvSpPr>
          <p:spPr>
            <a:xfrm>
              <a:off x="17284541" y="6091918"/>
              <a:ext cx="508159" cy="680357"/>
            </a:xfrm>
            <a:custGeom>
              <a:avLst/>
              <a:gdLst/>
              <a:ahLst/>
              <a:cxnLst/>
              <a:pathLst>
                <a:path w="508159" h="680357">
                  <a:moveTo>
                    <a:pt x="41450" y="667515"/>
                  </a:moveTo>
                  <a:cubicBezTo>
                    <a:pt x="183203" y="582206"/>
                    <a:pt x="324956" y="98151"/>
                    <a:pt x="466708" y="12842"/>
                  </a:cubicBezTo>
                </a:path>
              </a:pathLst>
            </a:custGeom>
            <a:noFill/>
            <a:ln w="26670">
              <a:solidFill>
                <a:srgbClr val="263238"/>
              </a:solidFill>
              <a:prstDash val="solid"/>
            </a:ln>
          </p:spPr>
        </p:sp>
        <p:sp>
          <p:nvSpPr>
            <p:cNvPr id="1599" name="four:barrier-filling:profile-halo:1321"/>
            <p:cNvSpPr>
              <a:spLocks noGrp="1"/>
            </p:cNvSpPr>
            <p:nvPr/>
          </p:nvSpPr>
          <p:spPr>
            <a:xfrm>
              <a:off x="17792700" y="6091918"/>
              <a:ext cx="508159" cy="381000"/>
            </a:xfrm>
            <a:custGeom>
              <a:avLst/>
              <a:gdLst/>
              <a:ahLst/>
              <a:cxnLst/>
              <a:pathLst>
                <a:path w="508159" h="381000">
                  <a:moveTo>
                    <a:pt x="45629" y="8664"/>
                  </a:moveTo>
                  <a:cubicBezTo>
                    <a:pt x="184596" y="59758"/>
                    <a:pt x="323563" y="321242"/>
                    <a:pt x="462530" y="372336"/>
                  </a:cubicBezTo>
                </a:path>
              </a:pathLst>
            </a:custGeom>
            <a:noFill/>
            <a:ln w="42863">
              <a:solidFill>
                <a:srgbClr val="FFFFFF"/>
              </a:solidFill>
              <a:prstDash val="solid"/>
            </a:ln>
          </p:spPr>
        </p:sp>
        <p:sp>
          <p:nvSpPr>
            <p:cNvPr id="1600" name="four:barrier-filling:optimized-filling-curve:1322"/>
            <p:cNvSpPr>
              <a:spLocks noGrp="1"/>
            </p:cNvSpPr>
            <p:nvPr/>
          </p:nvSpPr>
          <p:spPr>
            <a:xfrm>
              <a:off x="17792700" y="6091918"/>
              <a:ext cx="508159" cy="381000"/>
            </a:xfrm>
            <a:custGeom>
              <a:avLst/>
              <a:gdLst/>
              <a:ahLst/>
              <a:cxnLst/>
              <a:pathLst>
                <a:path w="508159" h="381000">
                  <a:moveTo>
                    <a:pt x="45629" y="8664"/>
                  </a:moveTo>
                  <a:cubicBezTo>
                    <a:pt x="184596" y="59758"/>
                    <a:pt x="323563" y="321242"/>
                    <a:pt x="462530" y="372336"/>
                  </a:cubicBezTo>
                </a:path>
              </a:pathLst>
            </a:custGeom>
            <a:noFill/>
            <a:ln w="26670">
              <a:solidFill>
                <a:srgbClr val="263238"/>
              </a:solidFill>
              <a:prstDash val="solid"/>
            </a:ln>
          </p:spPr>
        </p:sp>
        <p:sp>
          <p:nvSpPr>
            <p:cNvPr id="1601" name="four:barrier-filling:profile-halo:1323"/>
            <p:cNvSpPr>
              <a:spLocks noGrp="1"/>
            </p:cNvSpPr>
            <p:nvPr/>
          </p:nvSpPr>
          <p:spPr>
            <a:xfrm>
              <a:off x="18300859" y="5139418"/>
              <a:ext cx="508159" cy="1333500"/>
            </a:xfrm>
            <a:custGeom>
              <a:avLst/>
              <a:gdLst/>
              <a:ahLst/>
              <a:cxnLst/>
              <a:pathLst>
                <a:path w="508159" h="1333500">
                  <a:moveTo>
                    <a:pt x="35588" y="1314795"/>
                  </a:moveTo>
                  <a:cubicBezTo>
                    <a:pt x="181249" y="1165427"/>
                    <a:pt x="326910" y="168073"/>
                    <a:pt x="472571" y="18705"/>
                  </a:cubicBezTo>
                </a:path>
              </a:pathLst>
            </a:custGeom>
            <a:noFill/>
            <a:ln w="42863">
              <a:solidFill>
                <a:srgbClr val="FFFFFF"/>
              </a:solidFill>
              <a:prstDash val="solid"/>
            </a:ln>
          </p:spPr>
        </p:sp>
        <p:sp>
          <p:nvSpPr>
            <p:cNvPr id="1602" name="four:barrier-filling:optimized-filling-curve:1324"/>
            <p:cNvSpPr>
              <a:spLocks noGrp="1"/>
            </p:cNvSpPr>
            <p:nvPr/>
          </p:nvSpPr>
          <p:spPr>
            <a:xfrm>
              <a:off x="18300859" y="5139418"/>
              <a:ext cx="508159" cy="1333500"/>
            </a:xfrm>
            <a:custGeom>
              <a:avLst/>
              <a:gdLst/>
              <a:ahLst/>
              <a:cxnLst/>
              <a:pathLst>
                <a:path w="508159" h="1333500">
                  <a:moveTo>
                    <a:pt x="35588" y="1314795"/>
                  </a:moveTo>
                  <a:cubicBezTo>
                    <a:pt x="181249" y="1165427"/>
                    <a:pt x="326910" y="168073"/>
                    <a:pt x="472571" y="18705"/>
                  </a:cubicBezTo>
                </a:path>
              </a:pathLst>
            </a:custGeom>
            <a:noFill/>
            <a:ln w="26670">
              <a:solidFill>
                <a:srgbClr val="263238"/>
              </a:solidFill>
              <a:prstDash val="solid"/>
            </a:ln>
          </p:spPr>
        </p:sp>
        <p:sp>
          <p:nvSpPr>
            <p:cNvPr id="1603" name="four:barrier-filling:profile-halo:1325"/>
            <p:cNvSpPr>
              <a:spLocks noGrp="1"/>
            </p:cNvSpPr>
            <p:nvPr/>
          </p:nvSpPr>
          <p:spPr>
            <a:xfrm>
              <a:off x="18809018" y="5139418"/>
              <a:ext cx="508159" cy="707571"/>
            </a:xfrm>
            <a:custGeom>
              <a:avLst/>
              <a:gdLst/>
              <a:ahLst/>
              <a:cxnLst/>
              <a:pathLst>
                <a:path w="508159" h="707571">
                  <a:moveTo>
                    <a:pt x="41134" y="13158"/>
                  </a:moveTo>
                  <a:cubicBezTo>
                    <a:pt x="183098" y="101394"/>
                    <a:pt x="325061" y="606178"/>
                    <a:pt x="467025" y="694413"/>
                  </a:cubicBezTo>
                </a:path>
              </a:pathLst>
            </a:custGeom>
            <a:noFill/>
            <a:ln w="42863">
              <a:solidFill>
                <a:srgbClr val="FFFFFF"/>
              </a:solidFill>
              <a:prstDash val="solid"/>
            </a:ln>
          </p:spPr>
        </p:sp>
        <p:sp>
          <p:nvSpPr>
            <p:cNvPr id="1604" name="four:barrier-filling:optimized-filling-curve:1326"/>
            <p:cNvSpPr>
              <a:spLocks noGrp="1"/>
            </p:cNvSpPr>
            <p:nvPr/>
          </p:nvSpPr>
          <p:spPr>
            <a:xfrm>
              <a:off x="18809018" y="5139418"/>
              <a:ext cx="508159" cy="707571"/>
            </a:xfrm>
            <a:custGeom>
              <a:avLst/>
              <a:gdLst/>
              <a:ahLst/>
              <a:cxnLst/>
              <a:pathLst>
                <a:path w="508159" h="707571">
                  <a:moveTo>
                    <a:pt x="41134" y="13158"/>
                  </a:moveTo>
                  <a:cubicBezTo>
                    <a:pt x="183098" y="101394"/>
                    <a:pt x="325061" y="606178"/>
                    <a:pt x="467025" y="694413"/>
                  </a:cubicBezTo>
                </a:path>
              </a:pathLst>
            </a:custGeom>
            <a:noFill/>
            <a:ln w="26670">
              <a:solidFill>
                <a:srgbClr val="263238"/>
              </a:solidFill>
              <a:prstDash val="solid"/>
            </a:ln>
          </p:spPr>
        </p:sp>
        <p:sp>
          <p:nvSpPr>
            <p:cNvPr id="1605" name="four:barrier-filling:profile-halo:1327"/>
            <p:cNvSpPr>
              <a:spLocks noGrp="1"/>
            </p:cNvSpPr>
            <p:nvPr/>
          </p:nvSpPr>
          <p:spPr>
            <a:xfrm>
              <a:off x="19317176" y="4867275"/>
              <a:ext cx="323374" cy="979714"/>
            </a:xfrm>
            <a:custGeom>
              <a:avLst/>
              <a:gdLst/>
              <a:ahLst/>
              <a:cxnLst/>
              <a:pathLst>
                <a:path w="323374" h="979714">
                  <a:moveTo>
                    <a:pt x="30221" y="955643"/>
                  </a:moveTo>
                  <a:cubicBezTo>
                    <a:pt x="117865" y="820665"/>
                    <a:pt x="205509" y="159049"/>
                    <a:pt x="293152" y="24071"/>
                  </a:cubicBezTo>
                </a:path>
              </a:pathLst>
            </a:custGeom>
            <a:noFill/>
            <a:ln w="42863">
              <a:solidFill>
                <a:srgbClr val="FFFFFF"/>
              </a:solidFill>
              <a:prstDash val="solid"/>
            </a:ln>
          </p:spPr>
        </p:sp>
        <p:sp>
          <p:nvSpPr>
            <p:cNvPr id="1606" name="four:barrier-filling:optimized-filling-curve:1328"/>
            <p:cNvSpPr>
              <a:spLocks noGrp="1"/>
            </p:cNvSpPr>
            <p:nvPr/>
          </p:nvSpPr>
          <p:spPr>
            <a:xfrm>
              <a:off x="19317176" y="4867275"/>
              <a:ext cx="323374" cy="979714"/>
            </a:xfrm>
            <a:custGeom>
              <a:avLst/>
              <a:gdLst/>
              <a:ahLst/>
              <a:cxnLst/>
              <a:pathLst>
                <a:path w="323374" h="979714">
                  <a:moveTo>
                    <a:pt x="30221" y="955643"/>
                  </a:moveTo>
                  <a:cubicBezTo>
                    <a:pt x="117865" y="820665"/>
                    <a:pt x="205509" y="159049"/>
                    <a:pt x="293152" y="24071"/>
                  </a:cubicBezTo>
                </a:path>
              </a:pathLst>
            </a:custGeom>
            <a:noFill/>
            <a:ln w="26670">
              <a:solidFill>
                <a:srgbClr val="263238"/>
              </a:solidFill>
              <a:prstDash val="solid"/>
            </a:ln>
          </p:spPr>
        </p:sp>
        <p:sp>
          <p:nvSpPr>
            <p:cNvPr id="1607" name="four:barrier-filling:line:1329"/>
            <p:cNvSpPr>
              <a:spLocks noGrp="1"/>
            </p:cNvSpPr>
            <p:nvPr/>
          </p:nvSpPr>
          <p:spPr>
            <a:xfrm>
              <a:off x="16268224" y="5275489"/>
              <a:ext cx="3048952" cy="953"/>
            </a:xfrm>
            <a:custGeom>
              <a:avLst/>
              <a:gdLst/>
              <a:ahLst/>
              <a:cxnLst/>
              <a:pathLst>
                <a:path w="3048952" h="953">
                  <a:moveTo>
                    <a:pt x="0" y="0"/>
                  </a:moveTo>
                  <a:lnTo>
                    <a:pt x="3048952" y="0"/>
                  </a:lnTo>
                </a:path>
              </a:pathLst>
            </a:custGeom>
            <a:noFill/>
            <a:ln w="11430">
              <a:solidFill>
                <a:srgbClr val="8F9DA9"/>
              </a:solidFill>
              <a:prstDash val="dash"/>
            </a:ln>
          </p:spPr>
        </p:sp>
        <p:sp>
          <p:nvSpPr>
            <p:cNvPr id="1608" name="four:barrier-filling:textbox:1330"/>
            <p:cNvSpPr>
              <a:spLocks noGrp="1"/>
            </p:cNvSpPr>
            <p:nvPr/>
          </p:nvSpPr>
          <p:spPr>
            <a:xfrm>
              <a:off x="16230124" y="5104039"/>
              <a:ext cx="190500" cy="342900"/>
            </a:xfrm>
            <a:prstGeom prst="rect">
              <a:avLst/>
            </a:prstGeom>
            <a:solidFill>
              <a:srgbClr val="FFFFFF"/>
            </a:solidFill>
            <a:ln w="0">
              <a:noFill/>
              <a:prstDash val="solid"/>
            </a:ln>
          </p:spPr>
          <p:txBody>
            <a:bodyPr wrap="none" lIns="0" tIns="0" rIns="0" bIns="0" anchor="ctr">
              <a:normAutofit/>
            </a:bodyPr>
            <a:lstStyle>
              <a:defPPr algn="ctr">
                <a:defRPr sz="1725" b="0">
                  <a:solidFill>
                    <a:srgbClr val="7B8790"/>
                  </a:solidFill>
                  <a:latin typeface="Arial" panose="020B0604020202090204"/>
                  <a:ea typeface="Arial" panose="020B0604020202090204"/>
                  <a:cs typeface="Arial" panose="020B0604020202090204"/>
                </a:defRPr>
              </a:defPPr>
            </a:lstStyle>
            <a:p>
              <a:pPr algn="ctr">
                <a:defRPr sz="1725" b="0">
                  <a:solidFill>
                    <a:srgbClr val="7B8790"/>
                  </a:solidFill>
                  <a:latin typeface="Arial" panose="020B0604020202090204"/>
                  <a:ea typeface="Arial" panose="020B0604020202090204"/>
                  <a:cs typeface="Arial" panose="020B0604020202090204"/>
                </a:defRPr>
              </a:pPr>
              <a:r>
                <a:rPr sz="1725" b="0">
                  <a:solidFill>
                    <a:srgbClr val="7B8790"/>
                  </a:solidFill>
                  <a:latin typeface="Arial" panose="020B0604020202090204"/>
                  <a:ea typeface="Arial" panose="020B0604020202090204"/>
                  <a:cs typeface="Arial" panose="020B0604020202090204"/>
                </a:rPr>
                <a:t>T</a:t>
              </a:r>
              <a:endParaRPr sz="1725" b="0">
                <a:solidFill>
                  <a:srgbClr val="7B8790"/>
                </a:solidFill>
                <a:latin typeface="Arial" panose="020B0604020202090204"/>
                <a:ea typeface="Arial" panose="020B0604020202090204"/>
                <a:cs typeface="Arial" panose="020B0604020202090204"/>
              </a:endParaRPr>
            </a:p>
          </p:txBody>
        </p:sp>
        <p:sp>
          <p:nvSpPr>
            <p:cNvPr id="1609" name="four:barrier-filling:line:1333"/>
            <p:cNvSpPr>
              <a:spLocks noGrp="1"/>
            </p:cNvSpPr>
            <p:nvPr/>
          </p:nvSpPr>
          <p:spPr>
            <a:xfrm>
              <a:off x="16833533" y="5003346"/>
              <a:ext cx="959168" cy="953"/>
            </a:xfrm>
            <a:custGeom>
              <a:avLst/>
              <a:gdLst/>
              <a:ahLst/>
              <a:cxnLst/>
              <a:pathLst>
                <a:path w="959168" h="953">
                  <a:moveTo>
                    <a:pt x="0" y="0"/>
                  </a:moveTo>
                  <a:lnTo>
                    <a:pt x="959168" y="0"/>
                  </a:lnTo>
                </a:path>
              </a:pathLst>
            </a:custGeom>
            <a:noFill/>
            <a:ln w="9525">
              <a:solidFill>
                <a:srgbClr val="DDA5C4">
                  <a:alpha val="70000"/>
                </a:srgbClr>
              </a:solidFill>
              <a:prstDash val="dash"/>
            </a:ln>
          </p:spPr>
        </p:sp>
        <p:sp>
          <p:nvSpPr>
            <p:cNvPr id="1610" name="four:barrier-filling:line:1334"/>
            <p:cNvSpPr>
              <a:spLocks noGrp="1"/>
            </p:cNvSpPr>
            <p:nvPr/>
          </p:nvSpPr>
          <p:spPr>
            <a:xfrm>
              <a:off x="16833533" y="5139418"/>
              <a:ext cx="1282541" cy="953"/>
            </a:xfrm>
            <a:custGeom>
              <a:avLst/>
              <a:gdLst/>
              <a:ahLst/>
              <a:cxnLst/>
              <a:pathLst>
                <a:path w="1282541" h="953">
                  <a:moveTo>
                    <a:pt x="0" y="0"/>
                  </a:moveTo>
                  <a:lnTo>
                    <a:pt x="1282541" y="0"/>
                  </a:lnTo>
                </a:path>
              </a:pathLst>
            </a:custGeom>
            <a:noFill/>
            <a:ln w="9525">
              <a:solidFill>
                <a:srgbClr val="263238">
                  <a:alpha val="65000"/>
                </a:srgbClr>
              </a:solidFill>
              <a:prstDash val="dash"/>
            </a:ln>
          </p:spPr>
        </p:sp>
        <p:sp>
          <p:nvSpPr>
            <p:cNvPr id="1611" name="four:barrier-filling:line:1335"/>
            <p:cNvSpPr>
              <a:spLocks noGrp="1"/>
            </p:cNvSpPr>
            <p:nvPr/>
          </p:nvSpPr>
          <p:spPr>
            <a:xfrm>
              <a:off x="17792700" y="5003346"/>
              <a:ext cx="953" cy="272143"/>
            </a:xfrm>
            <a:custGeom>
              <a:avLst/>
              <a:gdLst/>
              <a:ahLst/>
              <a:cxnLst/>
              <a:pathLst>
                <a:path w="953" h="272143">
                  <a:moveTo>
                    <a:pt x="0" y="0"/>
                  </a:moveTo>
                  <a:lnTo>
                    <a:pt x="0" y="272143"/>
                  </a:lnTo>
                </a:path>
              </a:pathLst>
            </a:custGeom>
            <a:noFill/>
            <a:ln w="20003">
              <a:solidFill>
                <a:srgbClr val="DDA5C4"/>
              </a:solidFill>
              <a:prstDash val="solid"/>
            </a:ln>
          </p:spPr>
        </p:sp>
        <p:sp>
          <p:nvSpPr>
            <p:cNvPr id="1612" name="four:barrier-filling:line:1336"/>
            <p:cNvSpPr>
              <a:spLocks noGrp="1"/>
            </p:cNvSpPr>
            <p:nvPr/>
          </p:nvSpPr>
          <p:spPr>
            <a:xfrm>
              <a:off x="17754600" y="5003346"/>
              <a:ext cx="76200" cy="953"/>
            </a:xfrm>
            <a:custGeom>
              <a:avLst/>
              <a:gdLst/>
              <a:ahLst/>
              <a:cxnLst/>
              <a:pathLst>
                <a:path w="76200" h="953">
                  <a:moveTo>
                    <a:pt x="0" y="0"/>
                  </a:moveTo>
                  <a:lnTo>
                    <a:pt x="76200" y="0"/>
                  </a:lnTo>
                </a:path>
              </a:pathLst>
            </a:custGeom>
            <a:noFill/>
            <a:ln w="20003">
              <a:solidFill>
                <a:srgbClr val="DDA5C4"/>
              </a:solidFill>
              <a:prstDash val="solid"/>
            </a:ln>
          </p:spPr>
        </p:sp>
        <p:sp>
          <p:nvSpPr>
            <p:cNvPr id="1613" name="four:barrier-filling:line:1337"/>
            <p:cNvSpPr>
              <a:spLocks noGrp="1"/>
            </p:cNvSpPr>
            <p:nvPr/>
          </p:nvSpPr>
          <p:spPr>
            <a:xfrm>
              <a:off x="17754600" y="5275489"/>
              <a:ext cx="76200" cy="953"/>
            </a:xfrm>
            <a:custGeom>
              <a:avLst/>
              <a:gdLst/>
              <a:ahLst/>
              <a:cxnLst/>
              <a:pathLst>
                <a:path w="76200" h="953">
                  <a:moveTo>
                    <a:pt x="0" y="0"/>
                  </a:moveTo>
                  <a:lnTo>
                    <a:pt x="76200" y="0"/>
                  </a:lnTo>
                </a:path>
              </a:pathLst>
            </a:custGeom>
            <a:noFill/>
            <a:ln w="20003">
              <a:solidFill>
                <a:srgbClr val="DDA5C4"/>
              </a:solidFill>
              <a:prstDash val="solid"/>
            </a:ln>
          </p:spPr>
        </p:sp>
        <p:sp>
          <p:nvSpPr>
            <p:cNvPr id="1614" name="four:barrier-filling:line:1338"/>
            <p:cNvSpPr>
              <a:spLocks noGrp="1"/>
            </p:cNvSpPr>
            <p:nvPr/>
          </p:nvSpPr>
          <p:spPr>
            <a:xfrm>
              <a:off x="18116074" y="5139418"/>
              <a:ext cx="953" cy="136071"/>
            </a:xfrm>
            <a:custGeom>
              <a:avLst/>
              <a:gdLst/>
              <a:ahLst/>
              <a:cxnLst/>
              <a:pathLst>
                <a:path w="953" h="136071">
                  <a:moveTo>
                    <a:pt x="0" y="0"/>
                  </a:moveTo>
                  <a:lnTo>
                    <a:pt x="0" y="136071"/>
                  </a:lnTo>
                </a:path>
              </a:pathLst>
            </a:custGeom>
            <a:noFill/>
            <a:ln w="20003">
              <a:solidFill>
                <a:srgbClr val="263238"/>
              </a:solidFill>
              <a:prstDash val="solid"/>
            </a:ln>
          </p:spPr>
        </p:sp>
        <p:sp>
          <p:nvSpPr>
            <p:cNvPr id="1615" name="four:barrier-filling:line:1339"/>
            <p:cNvSpPr>
              <a:spLocks noGrp="1"/>
            </p:cNvSpPr>
            <p:nvPr/>
          </p:nvSpPr>
          <p:spPr>
            <a:xfrm>
              <a:off x="18077974" y="5139418"/>
              <a:ext cx="76200" cy="953"/>
            </a:xfrm>
            <a:custGeom>
              <a:avLst/>
              <a:gdLst/>
              <a:ahLst/>
              <a:cxnLst/>
              <a:pathLst>
                <a:path w="76200" h="953">
                  <a:moveTo>
                    <a:pt x="0" y="0"/>
                  </a:moveTo>
                  <a:lnTo>
                    <a:pt x="76200" y="0"/>
                  </a:lnTo>
                </a:path>
              </a:pathLst>
            </a:custGeom>
            <a:noFill/>
            <a:ln w="20003">
              <a:solidFill>
                <a:srgbClr val="263238"/>
              </a:solidFill>
              <a:prstDash val="solid"/>
            </a:ln>
          </p:spPr>
        </p:sp>
        <p:sp>
          <p:nvSpPr>
            <p:cNvPr id="1616" name="four:barrier-filling:line:1340"/>
            <p:cNvSpPr>
              <a:spLocks noGrp="1"/>
            </p:cNvSpPr>
            <p:nvPr/>
          </p:nvSpPr>
          <p:spPr>
            <a:xfrm>
              <a:off x="18077974" y="5275489"/>
              <a:ext cx="76200" cy="953"/>
            </a:xfrm>
            <a:custGeom>
              <a:avLst/>
              <a:gdLst/>
              <a:ahLst/>
              <a:cxnLst/>
              <a:pathLst>
                <a:path w="76200" h="953">
                  <a:moveTo>
                    <a:pt x="0" y="0"/>
                  </a:moveTo>
                  <a:lnTo>
                    <a:pt x="76200" y="0"/>
                  </a:lnTo>
                </a:path>
              </a:pathLst>
            </a:custGeom>
            <a:noFill/>
            <a:ln w="20003">
              <a:solidFill>
                <a:srgbClr val="263238"/>
              </a:solidFill>
              <a:prstDash val="solid"/>
            </a:ln>
          </p:spPr>
        </p:sp>
        <p:sp>
          <p:nvSpPr>
            <p:cNvPr id="1617" name="four:barrier-filling:textbox:1341"/>
            <p:cNvSpPr>
              <a:spLocks noGrp="1"/>
            </p:cNvSpPr>
            <p:nvPr/>
          </p:nvSpPr>
          <p:spPr>
            <a:xfrm>
              <a:off x="16916400" y="4917621"/>
              <a:ext cx="781050" cy="342900"/>
            </a:xfrm>
            <a:prstGeom prst="rect">
              <a:avLst/>
            </a:prstGeom>
            <a:solidFill>
              <a:srgbClr val="FFFFFF"/>
            </a:solidFill>
            <a:ln w="0">
              <a:noFill/>
              <a:prstDash val="solid"/>
            </a:ln>
          </p:spPr>
          <p:txBody>
            <a:bodyPr wrap="none" lIns="0" tIns="0" rIns="0" bIns="0" anchor="ctr">
              <a:normAutofit/>
            </a:bodyPr>
            <a:lstStyle>
              <a:defPPr algn="ctr">
                <a:defRPr sz="1800" b="0">
                  <a:solidFill>
                    <a:srgbClr val="DDA5C4"/>
                  </a:solidFill>
                  <a:latin typeface="Arial" panose="020B0604020202090204"/>
                  <a:ea typeface="Arial" panose="020B0604020202090204"/>
                  <a:cs typeface="Arial" panose="020B0604020202090204"/>
                </a:defRPr>
              </a:defPPr>
            </a:lstStyle>
            <a:p>
              <a:pPr algn="ctr">
                <a:defRPr sz="1800" b="0">
                  <a:solidFill>
                    <a:srgbClr val="DDA5C4"/>
                  </a:solidFill>
                  <a:latin typeface="Arial" panose="020B0604020202090204"/>
                  <a:ea typeface="Arial" panose="020B0604020202090204"/>
                  <a:cs typeface="Arial" panose="020B0604020202090204"/>
                </a:defRPr>
              </a:pPr>
              <a:r>
                <a:rPr sz="1800" b="0">
                  <a:solidFill>
                    <a:srgbClr val="DDA5C4"/>
                  </a:solidFill>
                  <a:latin typeface="Arial" panose="020B0604020202090204"/>
                  <a:ea typeface="Arial" panose="020B0604020202090204"/>
                  <a:cs typeface="Arial" panose="020B0604020202090204"/>
                </a:rPr>
                <a:t>δ</a:t>
              </a:r>
              <a:r>
                <a:rPr sz="1295" b="0" baseline="-25000">
                  <a:solidFill>
                    <a:srgbClr val="DDA5C4"/>
                  </a:solidFill>
                  <a:latin typeface="Arial" panose="020B0604020202090204"/>
                  <a:ea typeface="Arial" panose="020B0604020202090204"/>
                  <a:cs typeface="Arial" panose="020B0604020202090204"/>
                </a:rPr>
                <a:t>LCA</a:t>
              </a:r>
              <a:endParaRPr sz="1295" b="0" baseline="-25000">
                <a:solidFill>
                  <a:srgbClr val="DDA5C4"/>
                </a:solidFill>
                <a:latin typeface="Arial" panose="020B0604020202090204"/>
                <a:ea typeface="Arial" panose="020B0604020202090204"/>
                <a:cs typeface="Arial" panose="020B0604020202090204"/>
              </a:endParaRPr>
            </a:p>
          </p:txBody>
        </p:sp>
        <p:sp>
          <p:nvSpPr>
            <p:cNvPr id="1618" name="four:barrier-filling:textbox:1342"/>
            <p:cNvSpPr>
              <a:spLocks noGrp="1"/>
            </p:cNvSpPr>
            <p:nvPr/>
          </p:nvSpPr>
          <p:spPr>
            <a:xfrm>
              <a:off x="17620774" y="5342164"/>
              <a:ext cx="514350" cy="342900"/>
            </a:xfrm>
            <a:prstGeom prst="rect">
              <a:avLst/>
            </a:prstGeom>
            <a:solidFill>
              <a:srgbClr val="FFFFFF"/>
            </a:solidFill>
            <a:ln w="0">
              <a:noFill/>
              <a:prstDash val="solid"/>
            </a:ln>
          </p:spPr>
          <p:txBody>
            <a:bodyPr wrap="none" lIns="0" tIns="0" rIns="0" bIns="0" anchor="ctr">
              <a:normAutofit/>
            </a:bodyPr>
            <a:lstStyle>
              <a:defPPr algn="ctr">
                <a:defRPr sz="1800" b="0">
                  <a:solidFill>
                    <a:srgbClr val="263238"/>
                  </a:solidFill>
                  <a:latin typeface="Arial" panose="020B0604020202090204"/>
                  <a:ea typeface="Arial" panose="020B0604020202090204"/>
                  <a:cs typeface="Arial" panose="020B0604020202090204"/>
                </a:defRPr>
              </a:defPPr>
            </a:lstStyle>
            <a:p>
              <a:pPr algn="ctr">
                <a:defRPr sz="1800" b="0">
                  <a:solidFill>
                    <a:srgbClr val="263238"/>
                  </a:solidFill>
                  <a:latin typeface="Arial" panose="020B0604020202090204"/>
                  <a:ea typeface="Arial" panose="020B0604020202090204"/>
                  <a:cs typeface="Arial" panose="020B0604020202090204"/>
                </a:defRPr>
              </a:pPr>
              <a:r>
                <a:rPr sz="1800" b="0">
                  <a:solidFill>
                    <a:srgbClr val="263238"/>
                  </a:solidFill>
                  <a:latin typeface="Arial" panose="020B0604020202090204"/>
                  <a:ea typeface="Arial" panose="020B0604020202090204"/>
                  <a:cs typeface="Arial" panose="020B0604020202090204"/>
                </a:rPr>
                <a:t>δ</a:t>
              </a:r>
              <a:r>
                <a:rPr sz="1295" b="0" baseline="32000">
                  <a:solidFill>
                    <a:srgbClr val="263238"/>
                  </a:solidFill>
                  <a:latin typeface="Arial" panose="020B0604020202090204"/>
                  <a:ea typeface="Arial" panose="020B0604020202090204"/>
                  <a:cs typeface="Arial" panose="020B0604020202090204"/>
                </a:rPr>
                <a:t>*</a:t>
              </a:r>
              <a:endParaRPr sz="1295" b="0" baseline="32000">
                <a:solidFill>
                  <a:srgbClr val="263238"/>
                </a:solidFill>
                <a:latin typeface="Arial" panose="020B0604020202090204"/>
                <a:ea typeface="Arial" panose="020B0604020202090204"/>
                <a:cs typeface="Arial" panose="020B0604020202090204"/>
              </a:endParaRPr>
            </a:p>
          </p:txBody>
        </p:sp>
        <p:sp>
          <p:nvSpPr>
            <p:cNvPr id="1619" name="four:barrier-filling:line:1343"/>
            <p:cNvSpPr>
              <a:spLocks noGrp="1"/>
            </p:cNvSpPr>
            <p:nvPr/>
          </p:nvSpPr>
          <p:spPr>
            <a:xfrm>
              <a:off x="18116074" y="5304064"/>
              <a:ext cx="953" cy="200025"/>
            </a:xfrm>
            <a:custGeom>
              <a:avLst/>
              <a:gdLst/>
              <a:ahLst/>
              <a:cxnLst/>
              <a:pathLst>
                <a:path w="953" h="200025">
                  <a:moveTo>
                    <a:pt x="0" y="0"/>
                  </a:moveTo>
                  <a:lnTo>
                    <a:pt x="0" y="200025"/>
                  </a:lnTo>
                </a:path>
              </a:pathLst>
            </a:custGeom>
            <a:noFill/>
            <a:ln w="11430">
              <a:solidFill>
                <a:srgbClr val="263238"/>
              </a:solidFill>
              <a:prstDash val="solid"/>
            </a:ln>
          </p:spPr>
        </p:sp>
        <p:sp>
          <p:nvSpPr>
            <p:cNvPr id="1620" name="four:barrier-filling:line:1344"/>
            <p:cNvSpPr>
              <a:spLocks noGrp="1"/>
            </p:cNvSpPr>
            <p:nvPr/>
          </p:nvSpPr>
          <p:spPr>
            <a:xfrm>
              <a:off x="18068449" y="5504089"/>
              <a:ext cx="47625" cy="953"/>
            </a:xfrm>
            <a:custGeom>
              <a:avLst/>
              <a:gdLst/>
              <a:ahLst/>
              <a:cxnLst/>
              <a:pathLst>
                <a:path w="47625" h="953">
                  <a:moveTo>
                    <a:pt x="47625" y="0"/>
                  </a:moveTo>
                  <a:lnTo>
                    <a:pt x="0" y="0"/>
                  </a:lnTo>
                </a:path>
              </a:pathLst>
            </a:custGeom>
            <a:noFill/>
            <a:ln w="11430">
              <a:solidFill>
                <a:srgbClr val="263238"/>
              </a:solidFill>
              <a:prstDash val="solid"/>
            </a:ln>
          </p:spPr>
        </p:sp>
        <p:sp>
          <p:nvSpPr>
            <p:cNvPr id="1621" name="four:barrier-filling:line:1345"/>
            <p:cNvSpPr>
              <a:spLocks noGrp="1"/>
            </p:cNvSpPr>
            <p:nvPr/>
          </p:nvSpPr>
          <p:spPr>
            <a:xfrm>
              <a:off x="16268224" y="6886575"/>
              <a:ext cx="3048952" cy="953"/>
            </a:xfrm>
            <a:custGeom>
              <a:avLst/>
              <a:gdLst/>
              <a:ahLst/>
              <a:cxnLst/>
              <a:pathLst>
                <a:path w="3048952" h="953">
                  <a:moveTo>
                    <a:pt x="0" y="0"/>
                  </a:moveTo>
                  <a:lnTo>
                    <a:pt x="3048952" y="0"/>
                  </a:lnTo>
                </a:path>
              </a:pathLst>
            </a:custGeom>
            <a:noFill/>
            <a:ln w="10478">
              <a:solidFill>
                <a:srgbClr val="7A8994"/>
              </a:solidFill>
              <a:prstDash val="solid"/>
            </a:ln>
          </p:spPr>
        </p:sp>
        <p:sp>
          <p:nvSpPr>
            <p:cNvPr id="1622" name="four:barrier-filling:line:1346"/>
            <p:cNvSpPr>
              <a:spLocks noGrp="1"/>
            </p:cNvSpPr>
            <p:nvPr/>
          </p:nvSpPr>
          <p:spPr>
            <a:xfrm>
              <a:off x="16268224" y="6838950"/>
              <a:ext cx="953" cy="95250"/>
            </a:xfrm>
            <a:custGeom>
              <a:avLst/>
              <a:gdLst/>
              <a:ahLst/>
              <a:cxnLst/>
              <a:pathLst>
                <a:path w="953" h="95250">
                  <a:moveTo>
                    <a:pt x="0" y="0"/>
                  </a:moveTo>
                  <a:lnTo>
                    <a:pt x="0" y="95250"/>
                  </a:lnTo>
                </a:path>
              </a:pathLst>
            </a:custGeom>
            <a:noFill/>
            <a:ln w="19050">
              <a:solidFill>
                <a:srgbClr val="0072B2"/>
              </a:solidFill>
              <a:prstDash val="solid"/>
            </a:ln>
          </p:spPr>
        </p:sp>
        <p:sp>
          <p:nvSpPr>
            <p:cNvPr id="1623" name="four:barrier-filling:line:1347"/>
            <p:cNvSpPr>
              <a:spLocks noGrp="1"/>
            </p:cNvSpPr>
            <p:nvPr/>
          </p:nvSpPr>
          <p:spPr>
            <a:xfrm>
              <a:off x="19317176" y="6838950"/>
              <a:ext cx="953" cy="95250"/>
            </a:xfrm>
            <a:custGeom>
              <a:avLst/>
              <a:gdLst/>
              <a:ahLst/>
              <a:cxnLst/>
              <a:pathLst>
                <a:path w="953" h="95250">
                  <a:moveTo>
                    <a:pt x="0" y="0"/>
                  </a:moveTo>
                  <a:lnTo>
                    <a:pt x="0" y="95250"/>
                  </a:lnTo>
                </a:path>
              </a:pathLst>
            </a:custGeom>
            <a:noFill/>
            <a:ln w="19050">
              <a:solidFill>
                <a:srgbClr val="CC79A7"/>
              </a:solidFill>
              <a:prstDash val="solid"/>
            </a:ln>
          </p:spPr>
        </p:sp>
        <p:sp>
          <p:nvSpPr>
            <p:cNvPr id="1624" name="four:barrier-filling:regular-node:1348"/>
            <p:cNvSpPr>
              <a:spLocks noGrp="1"/>
            </p:cNvSpPr>
            <p:nvPr/>
          </p:nvSpPr>
          <p:spPr>
            <a:xfrm>
              <a:off x="16070342" y="5497830"/>
              <a:ext cx="72390" cy="72390"/>
            </a:xfrm>
            <a:prstGeom prst="ellipse">
              <a:avLst/>
            </a:prstGeom>
            <a:solidFill>
              <a:srgbClr val="0072B2"/>
            </a:solidFill>
            <a:ln w="9525">
              <a:solidFill>
                <a:srgbClr val="263238"/>
              </a:solidFill>
              <a:prstDash val="solid"/>
            </a:ln>
          </p:spPr>
        </p:sp>
        <p:sp>
          <p:nvSpPr>
            <p:cNvPr id="1625" name="four:barrier-filling:regular-node:1349"/>
            <p:cNvSpPr>
              <a:spLocks noGrp="1"/>
            </p:cNvSpPr>
            <p:nvPr/>
          </p:nvSpPr>
          <p:spPr>
            <a:xfrm>
              <a:off x="16486108" y="5633901"/>
              <a:ext cx="72390" cy="72390"/>
            </a:xfrm>
            <a:prstGeom prst="ellipse">
              <a:avLst/>
            </a:prstGeom>
            <a:solidFill>
              <a:srgbClr val="0072B2"/>
            </a:solidFill>
            <a:ln w="9525">
              <a:solidFill>
                <a:srgbClr val="263238"/>
              </a:solidFill>
              <a:prstDash val="solid"/>
            </a:ln>
          </p:spPr>
        </p:sp>
        <p:sp>
          <p:nvSpPr>
            <p:cNvPr id="1626" name="four:barrier-filling:regular-node:1350"/>
            <p:cNvSpPr>
              <a:spLocks noGrp="1"/>
            </p:cNvSpPr>
            <p:nvPr/>
          </p:nvSpPr>
          <p:spPr>
            <a:xfrm>
              <a:off x="16994267" y="5919651"/>
              <a:ext cx="72390" cy="72390"/>
            </a:xfrm>
            <a:prstGeom prst="ellipse">
              <a:avLst/>
            </a:prstGeom>
            <a:solidFill>
              <a:srgbClr val="81C9BA"/>
            </a:solidFill>
            <a:ln w="9525">
              <a:solidFill>
                <a:srgbClr val="263238"/>
              </a:solidFill>
              <a:prstDash val="solid"/>
            </a:ln>
          </p:spPr>
        </p:sp>
        <p:sp>
          <p:nvSpPr>
            <p:cNvPr id="1627" name="four:barrier-filling:regular-node:1351"/>
            <p:cNvSpPr>
              <a:spLocks noGrp="1"/>
            </p:cNvSpPr>
            <p:nvPr/>
          </p:nvSpPr>
          <p:spPr>
            <a:xfrm>
              <a:off x="17502426" y="6395901"/>
              <a:ext cx="72390" cy="72390"/>
            </a:xfrm>
            <a:prstGeom prst="ellipse">
              <a:avLst/>
            </a:prstGeom>
            <a:solidFill>
              <a:srgbClr val="D55E00"/>
            </a:solidFill>
            <a:ln w="9525">
              <a:solidFill>
                <a:srgbClr val="263238"/>
              </a:solidFill>
              <a:prstDash val="solid"/>
            </a:ln>
          </p:spPr>
        </p:sp>
        <p:sp>
          <p:nvSpPr>
            <p:cNvPr id="1628" name="four:barrier-filling:regular-node:1352"/>
            <p:cNvSpPr>
              <a:spLocks noGrp="1"/>
            </p:cNvSpPr>
            <p:nvPr/>
          </p:nvSpPr>
          <p:spPr>
            <a:xfrm>
              <a:off x="18010584" y="6246223"/>
              <a:ext cx="72390" cy="72390"/>
            </a:xfrm>
            <a:prstGeom prst="ellipse">
              <a:avLst/>
            </a:prstGeom>
            <a:solidFill>
              <a:srgbClr val="009E73"/>
            </a:solidFill>
            <a:ln w="9525">
              <a:solidFill>
                <a:srgbClr val="263238"/>
              </a:solidFill>
              <a:prstDash val="solid"/>
            </a:ln>
          </p:spPr>
        </p:sp>
        <p:sp>
          <p:nvSpPr>
            <p:cNvPr id="1629" name="four:barrier-filling:regular-node:1353"/>
            <p:cNvSpPr>
              <a:spLocks noGrp="1"/>
            </p:cNvSpPr>
            <p:nvPr/>
          </p:nvSpPr>
          <p:spPr>
            <a:xfrm>
              <a:off x="18518743" y="5769973"/>
              <a:ext cx="72390" cy="72390"/>
            </a:xfrm>
            <a:prstGeom prst="ellipse">
              <a:avLst/>
            </a:prstGeom>
            <a:solidFill>
              <a:srgbClr val="81C9BA"/>
            </a:solidFill>
            <a:ln w="9525">
              <a:solidFill>
                <a:srgbClr val="263238"/>
              </a:solidFill>
              <a:prstDash val="solid"/>
            </a:ln>
          </p:spPr>
        </p:sp>
        <p:sp>
          <p:nvSpPr>
            <p:cNvPr id="1630" name="four:barrier-filling:regular-node:1354"/>
            <p:cNvSpPr>
              <a:spLocks noGrp="1"/>
            </p:cNvSpPr>
            <p:nvPr/>
          </p:nvSpPr>
          <p:spPr>
            <a:xfrm>
              <a:off x="19026902" y="5457009"/>
              <a:ext cx="72390" cy="72390"/>
            </a:xfrm>
            <a:prstGeom prst="ellipse">
              <a:avLst/>
            </a:prstGeom>
            <a:solidFill>
              <a:srgbClr val="CC79A7"/>
            </a:solidFill>
            <a:ln w="9525">
              <a:solidFill>
                <a:srgbClr val="263238"/>
              </a:solidFill>
              <a:prstDash val="solid"/>
            </a:ln>
          </p:spPr>
        </p:sp>
        <p:sp>
          <p:nvSpPr>
            <p:cNvPr id="1631" name="four:barrier-filling:regular-node:1355"/>
            <p:cNvSpPr>
              <a:spLocks noGrp="1"/>
            </p:cNvSpPr>
            <p:nvPr/>
          </p:nvSpPr>
          <p:spPr>
            <a:xfrm>
              <a:off x="19442668" y="5320937"/>
              <a:ext cx="72390" cy="72390"/>
            </a:xfrm>
            <a:prstGeom prst="ellipse">
              <a:avLst/>
            </a:prstGeom>
            <a:solidFill>
              <a:srgbClr val="CC79A7"/>
            </a:solidFill>
            <a:ln w="9525">
              <a:solidFill>
                <a:srgbClr val="263238"/>
              </a:solidFill>
              <a:prstDash val="solid"/>
            </a:ln>
          </p:spPr>
        </p:sp>
        <p:sp>
          <p:nvSpPr>
            <p:cNvPr id="1632" name="four:barrier-filling:critical-node:1356"/>
            <p:cNvSpPr>
              <a:spLocks noGrp="1"/>
            </p:cNvSpPr>
            <p:nvPr/>
          </p:nvSpPr>
          <p:spPr>
            <a:xfrm>
              <a:off x="15897225" y="4819650"/>
              <a:ext cx="95250" cy="95250"/>
            </a:xfrm>
            <a:prstGeom prst="diamond">
              <a:avLst/>
            </a:prstGeom>
            <a:solidFill>
              <a:srgbClr val="DCE8ED"/>
            </a:solidFill>
            <a:ln w="10478">
              <a:solidFill>
                <a:srgbClr val="263238"/>
              </a:solidFill>
              <a:prstDash val="solid"/>
            </a:ln>
          </p:spPr>
        </p:sp>
        <p:sp>
          <p:nvSpPr>
            <p:cNvPr id="1633" name="four:barrier-filling:critical-node:1357"/>
            <p:cNvSpPr>
              <a:spLocks noGrp="1"/>
            </p:cNvSpPr>
            <p:nvPr/>
          </p:nvSpPr>
          <p:spPr>
            <a:xfrm>
              <a:off x="16220599" y="6153150"/>
              <a:ext cx="95250" cy="95250"/>
            </a:xfrm>
            <a:prstGeom prst="diamond">
              <a:avLst/>
            </a:prstGeom>
            <a:solidFill>
              <a:srgbClr val="0072B2"/>
            </a:solidFill>
            <a:ln w="10478">
              <a:solidFill>
                <a:srgbClr val="263238"/>
              </a:solidFill>
              <a:prstDash val="solid"/>
            </a:ln>
          </p:spPr>
        </p:sp>
        <p:sp>
          <p:nvSpPr>
            <p:cNvPr id="1634" name="four:barrier-filling:baseline-barrier:1358"/>
            <p:cNvSpPr>
              <a:spLocks noGrp="1"/>
            </p:cNvSpPr>
            <p:nvPr/>
          </p:nvSpPr>
          <p:spPr>
            <a:xfrm>
              <a:off x="16733520" y="4960484"/>
              <a:ext cx="85725" cy="85725"/>
            </a:xfrm>
            <a:prstGeom prst="diamond">
              <a:avLst/>
            </a:prstGeom>
            <a:solidFill>
              <a:srgbClr val="FFFFFF"/>
            </a:solidFill>
            <a:ln w="17145">
              <a:solidFill>
                <a:srgbClr val="DDA5C4"/>
              </a:solidFill>
              <a:prstDash val="solid"/>
            </a:ln>
          </p:spPr>
        </p:sp>
        <p:sp>
          <p:nvSpPr>
            <p:cNvPr id="1635" name="four:barrier-filling:optimal-barrier:1359"/>
            <p:cNvSpPr>
              <a:spLocks noGrp="1"/>
            </p:cNvSpPr>
            <p:nvPr/>
          </p:nvSpPr>
          <p:spPr>
            <a:xfrm>
              <a:off x="16728758" y="5091793"/>
              <a:ext cx="95250" cy="95250"/>
            </a:xfrm>
            <a:prstGeom prst="diamond">
              <a:avLst/>
            </a:prstGeom>
            <a:solidFill>
              <a:srgbClr val="FFFFFF"/>
            </a:solidFill>
            <a:ln w="16193">
              <a:solidFill>
                <a:srgbClr val="263238"/>
              </a:solidFill>
              <a:prstDash val="solid"/>
            </a:ln>
          </p:spPr>
        </p:sp>
        <p:sp>
          <p:nvSpPr>
            <p:cNvPr id="1636" name="four:barrier-filling:critical-node:1360"/>
            <p:cNvSpPr>
              <a:spLocks noGrp="1"/>
            </p:cNvSpPr>
            <p:nvPr/>
          </p:nvSpPr>
          <p:spPr>
            <a:xfrm>
              <a:off x="17236916" y="6724650"/>
              <a:ext cx="95250" cy="95250"/>
            </a:xfrm>
            <a:prstGeom prst="diamond">
              <a:avLst/>
            </a:prstGeom>
            <a:solidFill>
              <a:srgbClr val="D55E00"/>
            </a:solidFill>
            <a:ln w="10478">
              <a:solidFill>
                <a:srgbClr val="263238"/>
              </a:solidFill>
              <a:prstDash val="solid"/>
            </a:ln>
          </p:spPr>
        </p:sp>
        <p:sp>
          <p:nvSpPr>
            <p:cNvPr id="1637" name="four:barrier-filling:baseline-barrier:1361"/>
            <p:cNvSpPr>
              <a:spLocks noGrp="1"/>
            </p:cNvSpPr>
            <p:nvPr/>
          </p:nvSpPr>
          <p:spPr>
            <a:xfrm>
              <a:off x="17749838" y="6185127"/>
              <a:ext cx="85725" cy="85725"/>
            </a:xfrm>
            <a:prstGeom prst="diamond">
              <a:avLst/>
            </a:prstGeom>
            <a:solidFill>
              <a:srgbClr val="FFFFFF"/>
            </a:solidFill>
            <a:ln w="17145">
              <a:solidFill>
                <a:srgbClr val="DDA5C4"/>
              </a:solidFill>
              <a:prstDash val="solid"/>
            </a:ln>
          </p:spPr>
        </p:sp>
        <p:sp>
          <p:nvSpPr>
            <p:cNvPr id="1638" name="four:barrier-filling:optimal-barrier:1362"/>
            <p:cNvSpPr>
              <a:spLocks noGrp="1"/>
            </p:cNvSpPr>
            <p:nvPr/>
          </p:nvSpPr>
          <p:spPr>
            <a:xfrm>
              <a:off x="17745075" y="6044293"/>
              <a:ext cx="95250" cy="95250"/>
            </a:xfrm>
            <a:prstGeom prst="diamond">
              <a:avLst/>
            </a:prstGeom>
            <a:solidFill>
              <a:srgbClr val="FFFFFF"/>
            </a:solidFill>
            <a:ln w="16193">
              <a:solidFill>
                <a:srgbClr val="263238"/>
              </a:solidFill>
              <a:prstDash val="solid"/>
            </a:ln>
          </p:spPr>
        </p:sp>
        <p:sp>
          <p:nvSpPr>
            <p:cNvPr id="1639" name="four:barrier-filling:critical-node:1363"/>
            <p:cNvSpPr>
              <a:spLocks noGrp="1"/>
            </p:cNvSpPr>
            <p:nvPr/>
          </p:nvSpPr>
          <p:spPr>
            <a:xfrm>
              <a:off x="18253234" y="6425293"/>
              <a:ext cx="95250" cy="95250"/>
            </a:xfrm>
            <a:prstGeom prst="diamond">
              <a:avLst/>
            </a:prstGeom>
            <a:solidFill>
              <a:srgbClr val="009E73"/>
            </a:solidFill>
            <a:ln w="10478">
              <a:solidFill>
                <a:srgbClr val="263238"/>
              </a:solidFill>
              <a:prstDash val="solid"/>
            </a:ln>
          </p:spPr>
        </p:sp>
        <p:sp>
          <p:nvSpPr>
            <p:cNvPr id="1640" name="four:barrier-filling:baseline-barrier:1364"/>
            <p:cNvSpPr>
              <a:spLocks noGrp="1"/>
            </p:cNvSpPr>
            <p:nvPr/>
          </p:nvSpPr>
          <p:spPr>
            <a:xfrm>
              <a:off x="18766155" y="4960484"/>
              <a:ext cx="85725" cy="85725"/>
            </a:xfrm>
            <a:prstGeom prst="diamond">
              <a:avLst/>
            </a:prstGeom>
            <a:solidFill>
              <a:srgbClr val="FFFFFF"/>
            </a:solidFill>
            <a:ln w="17145">
              <a:solidFill>
                <a:srgbClr val="DDA5C4"/>
              </a:solidFill>
              <a:prstDash val="solid"/>
            </a:ln>
          </p:spPr>
        </p:sp>
        <p:sp>
          <p:nvSpPr>
            <p:cNvPr id="1641" name="four:barrier-filling:optimal-barrier:1365"/>
            <p:cNvSpPr>
              <a:spLocks noGrp="1"/>
            </p:cNvSpPr>
            <p:nvPr/>
          </p:nvSpPr>
          <p:spPr>
            <a:xfrm>
              <a:off x="18761393" y="5091793"/>
              <a:ext cx="95250" cy="95250"/>
            </a:xfrm>
            <a:prstGeom prst="diamond">
              <a:avLst/>
            </a:prstGeom>
            <a:solidFill>
              <a:srgbClr val="FFFFFF"/>
            </a:solidFill>
            <a:ln w="16193">
              <a:solidFill>
                <a:srgbClr val="263238"/>
              </a:solidFill>
              <a:prstDash val="solid"/>
            </a:ln>
          </p:spPr>
        </p:sp>
        <p:sp>
          <p:nvSpPr>
            <p:cNvPr id="1642" name="four:barrier-filling:critical-node:1366"/>
            <p:cNvSpPr>
              <a:spLocks noGrp="1"/>
            </p:cNvSpPr>
            <p:nvPr/>
          </p:nvSpPr>
          <p:spPr>
            <a:xfrm>
              <a:off x="19269551" y="5799364"/>
              <a:ext cx="95250" cy="95250"/>
            </a:xfrm>
            <a:prstGeom prst="diamond">
              <a:avLst/>
            </a:prstGeom>
            <a:solidFill>
              <a:srgbClr val="CC79A7"/>
            </a:solidFill>
            <a:ln w="10478">
              <a:solidFill>
                <a:srgbClr val="263238"/>
              </a:solidFill>
              <a:prstDash val="solid"/>
            </a:ln>
          </p:spPr>
        </p:sp>
        <p:sp>
          <p:nvSpPr>
            <p:cNvPr id="1643" name="four:barrier-filling:critical-node:1367"/>
            <p:cNvSpPr>
              <a:spLocks noGrp="1"/>
            </p:cNvSpPr>
            <p:nvPr/>
          </p:nvSpPr>
          <p:spPr>
            <a:xfrm>
              <a:off x="19592925" y="4819650"/>
              <a:ext cx="95250" cy="95250"/>
            </a:xfrm>
            <a:prstGeom prst="diamond">
              <a:avLst/>
            </a:prstGeom>
            <a:solidFill>
              <a:srgbClr val="DCE8ED"/>
            </a:solidFill>
            <a:ln w="10478">
              <a:solidFill>
                <a:srgbClr val="263238"/>
              </a:solidFill>
              <a:prstDash val="solid"/>
            </a:ln>
          </p:spPr>
        </p:sp>
        <p:sp>
          <p:nvSpPr>
            <p:cNvPr id="1644" name="four:barrier-filling:line:1368"/>
            <p:cNvSpPr>
              <a:spLocks noGrp="1"/>
            </p:cNvSpPr>
            <p:nvPr/>
          </p:nvSpPr>
          <p:spPr>
            <a:xfrm>
              <a:off x="15801975" y="4819650"/>
              <a:ext cx="953" cy="1952625"/>
            </a:xfrm>
            <a:custGeom>
              <a:avLst/>
              <a:gdLst/>
              <a:ahLst/>
              <a:cxnLst/>
              <a:pathLst>
                <a:path w="953" h="1952625">
                  <a:moveTo>
                    <a:pt x="0" y="1952625"/>
                  </a:moveTo>
                  <a:lnTo>
                    <a:pt x="0" y="0"/>
                  </a:lnTo>
                </a:path>
              </a:pathLst>
            </a:custGeom>
            <a:noFill/>
            <a:ln w="14288">
              <a:solidFill>
                <a:srgbClr val="263238"/>
              </a:solidFill>
              <a:prstDash val="solid"/>
            </a:ln>
          </p:spPr>
        </p:sp>
        <p:sp>
          <p:nvSpPr>
            <p:cNvPr id="1645" name="four:barrier-filling:polygon:1369"/>
            <p:cNvSpPr>
              <a:spLocks noGrp="1"/>
            </p:cNvSpPr>
            <p:nvPr/>
          </p:nvSpPr>
          <p:spPr>
            <a:xfrm>
              <a:off x="15769209" y="4819650"/>
              <a:ext cx="65532" cy="76200"/>
            </a:xfrm>
            <a:custGeom>
              <a:avLst/>
              <a:gdLst/>
              <a:ahLst/>
              <a:cxnLst/>
              <a:pathLst>
                <a:path w="65532" h="76200">
                  <a:moveTo>
                    <a:pt x="32766" y="0"/>
                  </a:moveTo>
                  <a:lnTo>
                    <a:pt x="0" y="76200"/>
                  </a:lnTo>
                  <a:lnTo>
                    <a:pt x="65532" y="76200"/>
                  </a:lnTo>
                  <a:close/>
                </a:path>
              </a:pathLst>
            </a:custGeom>
            <a:solidFill>
              <a:srgbClr val="263238"/>
            </a:solidFill>
            <a:ln w="0">
              <a:noFill/>
              <a:prstDash val="solid"/>
            </a:ln>
          </p:spPr>
        </p:sp>
        <p:sp>
          <p:nvSpPr>
            <p:cNvPr id="1646" name="four:barrier-filling:textbox:1370"/>
            <p:cNvSpPr>
              <a:spLocks noGrp="1"/>
            </p:cNvSpPr>
            <p:nvPr/>
          </p:nvSpPr>
          <p:spPr>
            <a:xfrm>
              <a:off x="15592425" y="5648325"/>
              <a:ext cx="209550" cy="342900"/>
            </a:xfrm>
            <a:prstGeom prst="rect">
              <a:avLst/>
            </a:prstGeom>
            <a:noFill/>
            <a:ln w="0">
              <a:noFill/>
              <a:prstDash val="solid"/>
            </a:ln>
          </p:spPr>
          <p:txBody>
            <a:bodyPr wrap="none" lIns="0" tIns="0" rIns="0" bIns="0" anchor="ctr">
              <a:normAutofit/>
            </a:bodyPr>
            <a:lstStyle>
              <a:defPPr algn="ctr">
                <a:defRPr sz="1875" b="0">
                  <a:solidFill>
                    <a:srgbClr val="263238"/>
                  </a:solidFill>
                  <a:latin typeface="Arial" panose="020B0604020202090204"/>
                  <a:ea typeface="Arial" panose="020B0604020202090204"/>
                  <a:cs typeface="Arial" panose="020B0604020202090204"/>
                </a:defRPr>
              </a:defPPr>
            </a:lstStyle>
            <a:p>
              <a:pPr algn="ctr">
                <a:defRPr sz="1875" b="0">
                  <a:solidFill>
                    <a:srgbClr val="263238"/>
                  </a:solidFill>
                  <a:latin typeface="Arial" panose="020B0604020202090204"/>
                  <a:ea typeface="Arial" panose="020B0604020202090204"/>
                  <a:cs typeface="Arial" panose="020B0604020202090204"/>
                </a:defRPr>
              </a:pPr>
              <a:r>
                <a:rPr sz="1875" b="0">
                  <a:solidFill>
                    <a:srgbClr val="263238"/>
                  </a:solidFill>
                  <a:latin typeface="Arial" panose="020B0604020202090204"/>
                  <a:ea typeface="Arial" panose="020B0604020202090204"/>
                  <a:cs typeface="Arial" panose="020B0604020202090204"/>
                </a:rPr>
                <a:t>ψ</a:t>
              </a:r>
              <a:endParaRPr sz="1875" b="0">
                <a:solidFill>
                  <a:srgbClr val="263238"/>
                </a:solidFill>
                <a:latin typeface="Arial" panose="020B0604020202090204"/>
                <a:ea typeface="Arial" panose="020B0604020202090204"/>
                <a:cs typeface="Arial" panose="020B0604020202090204"/>
              </a:endParaRPr>
            </a:p>
          </p:txBody>
        </p:sp>
        <p:sp>
          <p:nvSpPr>
            <p:cNvPr id="1647" name="four:barrier-filling:line:1371"/>
            <p:cNvSpPr>
              <a:spLocks noGrp="1"/>
            </p:cNvSpPr>
            <p:nvPr/>
          </p:nvSpPr>
          <p:spPr>
            <a:xfrm>
              <a:off x="15944850" y="7029450"/>
              <a:ext cx="3695700" cy="953"/>
            </a:xfrm>
            <a:custGeom>
              <a:avLst/>
              <a:gdLst/>
              <a:ahLst/>
              <a:cxnLst/>
              <a:pathLst>
                <a:path w="3695700" h="953">
                  <a:moveTo>
                    <a:pt x="0" y="0"/>
                  </a:moveTo>
                  <a:lnTo>
                    <a:pt x="3695700" y="0"/>
                  </a:lnTo>
                </a:path>
              </a:pathLst>
            </a:custGeom>
            <a:noFill/>
            <a:ln w="12383">
              <a:solidFill>
                <a:srgbClr val="263238"/>
              </a:solidFill>
              <a:prstDash val="solid"/>
            </a:ln>
          </p:spPr>
        </p:sp>
        <p:sp>
          <p:nvSpPr>
            <p:cNvPr id="1648" name="four:barrier-filling:polygon:1372"/>
            <p:cNvSpPr>
              <a:spLocks noGrp="1"/>
            </p:cNvSpPr>
            <p:nvPr/>
          </p:nvSpPr>
          <p:spPr>
            <a:xfrm>
              <a:off x="19573875" y="7000780"/>
              <a:ext cx="66675" cy="57340"/>
            </a:xfrm>
            <a:custGeom>
              <a:avLst/>
              <a:gdLst/>
              <a:ahLst/>
              <a:cxnLst/>
              <a:pathLst>
                <a:path w="66675" h="57340">
                  <a:moveTo>
                    <a:pt x="66675" y="28670"/>
                  </a:moveTo>
                  <a:lnTo>
                    <a:pt x="0" y="0"/>
                  </a:lnTo>
                  <a:lnTo>
                    <a:pt x="0" y="57340"/>
                  </a:lnTo>
                  <a:close/>
                </a:path>
              </a:pathLst>
            </a:custGeom>
            <a:solidFill>
              <a:srgbClr val="263238"/>
            </a:solidFill>
            <a:ln w="0">
              <a:noFill/>
              <a:prstDash val="solid"/>
            </a:ln>
          </p:spPr>
        </p:sp>
        <p:sp>
          <p:nvSpPr>
            <p:cNvPr id="1649" name="four:barrier-filling:textbox:1373"/>
            <p:cNvSpPr>
              <a:spLocks noGrp="1"/>
            </p:cNvSpPr>
            <p:nvPr/>
          </p:nvSpPr>
          <p:spPr>
            <a:xfrm>
              <a:off x="19678650" y="6896100"/>
              <a:ext cx="219075" cy="342900"/>
            </a:xfrm>
            <a:prstGeom prst="rect">
              <a:avLst/>
            </a:prstGeom>
            <a:noFill/>
            <a:ln w="0">
              <a:noFill/>
              <a:prstDash val="solid"/>
            </a:ln>
          </p:spPr>
          <p:txBody>
            <a:bodyPr wrap="none" lIns="0" tIns="0" rIns="0" bIns="0" anchor="ctr">
              <a:normAutofit/>
            </a:bodyPr>
            <a:lstStyle>
              <a:defPPr algn="ctr">
                <a:defRPr sz="1800" b="0">
                  <a:solidFill>
                    <a:srgbClr val="263238"/>
                  </a:solidFill>
                  <a:latin typeface="Arial" panose="020B0604020202090204"/>
                  <a:ea typeface="Arial" panose="020B0604020202090204"/>
                  <a:cs typeface="Arial" panose="020B0604020202090204"/>
                </a:defRPr>
              </a:defPPr>
            </a:lstStyle>
            <a:p>
              <a:pPr algn="ctr">
                <a:defRPr sz="1800" b="0">
                  <a:solidFill>
                    <a:srgbClr val="263238"/>
                  </a:solidFill>
                  <a:latin typeface="Arial" panose="020B0604020202090204"/>
                  <a:ea typeface="Arial" panose="020B0604020202090204"/>
                  <a:cs typeface="Arial" panose="020B0604020202090204"/>
                </a:defRPr>
              </a:pPr>
              <a:r>
                <a:rPr sz="1800" b="0">
                  <a:solidFill>
                    <a:srgbClr val="263238"/>
                  </a:solidFill>
                  <a:latin typeface="Arial" panose="020B0604020202090204"/>
                  <a:ea typeface="Arial" panose="020B0604020202090204"/>
                  <a:cs typeface="Arial" panose="020B0604020202090204"/>
                </a:rPr>
                <a:t>u</a:t>
              </a:r>
              <a:endParaRPr sz="1800" b="0">
                <a:solidFill>
                  <a:srgbClr val="263238"/>
                </a:solidFill>
                <a:latin typeface="Arial" panose="020B0604020202090204"/>
                <a:ea typeface="Arial" panose="020B0604020202090204"/>
                <a:cs typeface="Arial" panose="020B0604020202090204"/>
              </a:endParaRPr>
            </a:p>
          </p:txBody>
        </p:sp>
        <p:sp>
          <p:nvSpPr>
            <p:cNvPr id="1650" name="four:barrier-filling:line:1374"/>
            <p:cNvSpPr>
              <a:spLocks noGrp="1"/>
            </p:cNvSpPr>
            <p:nvPr/>
          </p:nvSpPr>
          <p:spPr>
            <a:xfrm>
              <a:off x="15944850" y="7181850"/>
              <a:ext cx="3695700" cy="953"/>
            </a:xfrm>
            <a:custGeom>
              <a:avLst/>
              <a:gdLst/>
              <a:ahLst/>
              <a:cxnLst/>
              <a:pathLst>
                <a:path w="3695700" h="953">
                  <a:moveTo>
                    <a:pt x="49530" y="0"/>
                  </a:moveTo>
                  <a:lnTo>
                    <a:pt x="273844" y="0"/>
                  </a:lnTo>
                  <a:moveTo>
                    <a:pt x="372904" y="0"/>
                  </a:moveTo>
                  <a:lnTo>
                    <a:pt x="782002" y="0"/>
                  </a:lnTo>
                  <a:moveTo>
                    <a:pt x="881063" y="0"/>
                  </a:moveTo>
                  <a:lnTo>
                    <a:pt x="1290161" y="0"/>
                  </a:lnTo>
                  <a:moveTo>
                    <a:pt x="1389221" y="0"/>
                  </a:moveTo>
                  <a:lnTo>
                    <a:pt x="1798320" y="0"/>
                  </a:lnTo>
                  <a:moveTo>
                    <a:pt x="1897380" y="0"/>
                  </a:moveTo>
                  <a:lnTo>
                    <a:pt x="2306479" y="0"/>
                  </a:lnTo>
                  <a:moveTo>
                    <a:pt x="2405539" y="0"/>
                  </a:moveTo>
                  <a:lnTo>
                    <a:pt x="2814638" y="0"/>
                  </a:lnTo>
                  <a:moveTo>
                    <a:pt x="2913698" y="0"/>
                  </a:moveTo>
                  <a:lnTo>
                    <a:pt x="3322796" y="0"/>
                  </a:lnTo>
                  <a:moveTo>
                    <a:pt x="3421856" y="0"/>
                  </a:moveTo>
                  <a:lnTo>
                    <a:pt x="3646170" y="0"/>
                  </a:lnTo>
                </a:path>
              </a:pathLst>
            </a:custGeom>
            <a:noFill/>
            <a:ln w="8573">
              <a:solidFill>
                <a:srgbClr val="91A5B4"/>
              </a:solidFill>
              <a:prstDash val="solid"/>
            </a:ln>
          </p:spPr>
        </p:sp>
        <p:sp>
          <p:nvSpPr>
            <p:cNvPr id="1651" name="four:barrier-filling:critical-node:1375"/>
            <p:cNvSpPr>
              <a:spLocks noGrp="1"/>
            </p:cNvSpPr>
            <p:nvPr/>
          </p:nvSpPr>
          <p:spPr>
            <a:xfrm>
              <a:off x="15901988" y="7138988"/>
              <a:ext cx="85725" cy="85725"/>
            </a:xfrm>
            <a:prstGeom prst="diamond">
              <a:avLst/>
            </a:prstGeom>
            <a:solidFill>
              <a:srgbClr val="DCE8ED"/>
            </a:solidFill>
            <a:ln w="10478">
              <a:solidFill>
                <a:srgbClr val="263238"/>
              </a:solidFill>
              <a:prstDash val="solid"/>
            </a:ln>
          </p:spPr>
        </p:sp>
        <p:sp>
          <p:nvSpPr>
            <p:cNvPr id="1652" name="four:barrier-filling:regular-node:1376"/>
            <p:cNvSpPr>
              <a:spLocks noGrp="1"/>
            </p:cNvSpPr>
            <p:nvPr/>
          </p:nvSpPr>
          <p:spPr>
            <a:xfrm>
              <a:off x="16073199" y="7148513"/>
              <a:ext cx="66675" cy="66675"/>
            </a:xfrm>
            <a:prstGeom prst="ellipse">
              <a:avLst/>
            </a:prstGeom>
            <a:solidFill>
              <a:srgbClr val="0072B2"/>
            </a:solidFill>
            <a:ln w="6668">
              <a:solidFill>
                <a:srgbClr val="263238"/>
              </a:solidFill>
              <a:prstDash val="solid"/>
            </a:ln>
          </p:spPr>
        </p:sp>
        <p:sp>
          <p:nvSpPr>
            <p:cNvPr id="1653" name="four:barrier-filling:critical-node:1377"/>
            <p:cNvSpPr>
              <a:spLocks noGrp="1"/>
            </p:cNvSpPr>
            <p:nvPr/>
          </p:nvSpPr>
          <p:spPr>
            <a:xfrm>
              <a:off x="16225361" y="7138988"/>
              <a:ext cx="85725" cy="85725"/>
            </a:xfrm>
            <a:prstGeom prst="diamond">
              <a:avLst/>
            </a:prstGeom>
            <a:solidFill>
              <a:srgbClr val="0072B2"/>
            </a:solidFill>
            <a:ln w="10478">
              <a:solidFill>
                <a:srgbClr val="263238"/>
              </a:solidFill>
              <a:prstDash val="solid"/>
            </a:ln>
          </p:spPr>
        </p:sp>
        <p:sp>
          <p:nvSpPr>
            <p:cNvPr id="1654" name="four:barrier-filling:regular-node:1378"/>
            <p:cNvSpPr>
              <a:spLocks noGrp="1"/>
            </p:cNvSpPr>
            <p:nvPr/>
          </p:nvSpPr>
          <p:spPr>
            <a:xfrm>
              <a:off x="16488966" y="7148513"/>
              <a:ext cx="66675" cy="66675"/>
            </a:xfrm>
            <a:prstGeom prst="ellipse">
              <a:avLst/>
            </a:prstGeom>
            <a:solidFill>
              <a:srgbClr val="0072B2"/>
            </a:solidFill>
            <a:ln w="6668">
              <a:solidFill>
                <a:srgbClr val="263238"/>
              </a:solidFill>
              <a:prstDash val="solid"/>
            </a:ln>
          </p:spPr>
        </p:sp>
        <p:sp>
          <p:nvSpPr>
            <p:cNvPr id="1655" name="four:barrier-filling:critical-node:1379"/>
            <p:cNvSpPr>
              <a:spLocks noGrp="1"/>
            </p:cNvSpPr>
            <p:nvPr/>
          </p:nvSpPr>
          <p:spPr>
            <a:xfrm>
              <a:off x="16733520" y="7138988"/>
              <a:ext cx="85725" cy="85725"/>
            </a:xfrm>
            <a:prstGeom prst="diamond">
              <a:avLst/>
            </a:prstGeom>
            <a:solidFill>
              <a:srgbClr val="DCE8ED"/>
            </a:solidFill>
            <a:ln w="10478">
              <a:solidFill>
                <a:srgbClr val="263238"/>
              </a:solidFill>
              <a:prstDash val="solid"/>
            </a:ln>
          </p:spPr>
        </p:sp>
        <p:sp>
          <p:nvSpPr>
            <p:cNvPr id="1656" name="four:barrier-filling:regular-node:1380"/>
            <p:cNvSpPr>
              <a:spLocks noGrp="1"/>
            </p:cNvSpPr>
            <p:nvPr/>
          </p:nvSpPr>
          <p:spPr>
            <a:xfrm>
              <a:off x="16997124" y="7148513"/>
              <a:ext cx="66675" cy="66675"/>
            </a:xfrm>
            <a:prstGeom prst="ellipse">
              <a:avLst/>
            </a:prstGeom>
            <a:solidFill>
              <a:srgbClr val="81C9BA"/>
            </a:solidFill>
            <a:ln w="6668">
              <a:solidFill>
                <a:srgbClr val="263238"/>
              </a:solidFill>
              <a:prstDash val="solid"/>
            </a:ln>
          </p:spPr>
        </p:sp>
        <p:sp>
          <p:nvSpPr>
            <p:cNvPr id="1657" name="four:barrier-filling:critical-node:1381"/>
            <p:cNvSpPr>
              <a:spLocks noGrp="1"/>
            </p:cNvSpPr>
            <p:nvPr/>
          </p:nvSpPr>
          <p:spPr>
            <a:xfrm>
              <a:off x="17241679" y="7138988"/>
              <a:ext cx="85725" cy="85725"/>
            </a:xfrm>
            <a:prstGeom prst="diamond">
              <a:avLst/>
            </a:prstGeom>
            <a:solidFill>
              <a:srgbClr val="D55E00"/>
            </a:solidFill>
            <a:ln w="10478">
              <a:solidFill>
                <a:srgbClr val="263238"/>
              </a:solidFill>
              <a:prstDash val="solid"/>
            </a:ln>
          </p:spPr>
        </p:sp>
        <p:sp>
          <p:nvSpPr>
            <p:cNvPr id="1658" name="four:barrier-filling:regular-node:1382"/>
            <p:cNvSpPr>
              <a:spLocks noGrp="1"/>
            </p:cNvSpPr>
            <p:nvPr/>
          </p:nvSpPr>
          <p:spPr>
            <a:xfrm>
              <a:off x="17505283" y="7148513"/>
              <a:ext cx="66675" cy="66675"/>
            </a:xfrm>
            <a:prstGeom prst="ellipse">
              <a:avLst/>
            </a:prstGeom>
            <a:solidFill>
              <a:srgbClr val="D55E00"/>
            </a:solidFill>
            <a:ln w="6668">
              <a:solidFill>
                <a:srgbClr val="263238"/>
              </a:solidFill>
              <a:prstDash val="solid"/>
            </a:ln>
          </p:spPr>
        </p:sp>
        <p:sp>
          <p:nvSpPr>
            <p:cNvPr id="1659" name="four:barrier-filling:critical-node:1383"/>
            <p:cNvSpPr>
              <a:spLocks noGrp="1"/>
            </p:cNvSpPr>
            <p:nvPr/>
          </p:nvSpPr>
          <p:spPr>
            <a:xfrm>
              <a:off x="17749838" y="7138988"/>
              <a:ext cx="85725" cy="85725"/>
            </a:xfrm>
            <a:prstGeom prst="diamond">
              <a:avLst/>
            </a:prstGeom>
            <a:solidFill>
              <a:srgbClr val="81C9BA"/>
            </a:solidFill>
            <a:ln w="10478">
              <a:solidFill>
                <a:srgbClr val="263238"/>
              </a:solidFill>
              <a:prstDash val="solid"/>
            </a:ln>
          </p:spPr>
        </p:sp>
        <p:sp>
          <p:nvSpPr>
            <p:cNvPr id="1660" name="four:barrier-filling:regular-node:1384"/>
            <p:cNvSpPr>
              <a:spLocks noGrp="1"/>
            </p:cNvSpPr>
            <p:nvPr/>
          </p:nvSpPr>
          <p:spPr>
            <a:xfrm>
              <a:off x="18013442" y="7148513"/>
              <a:ext cx="66675" cy="66675"/>
            </a:xfrm>
            <a:prstGeom prst="ellipse">
              <a:avLst/>
            </a:prstGeom>
            <a:solidFill>
              <a:srgbClr val="009E73"/>
            </a:solidFill>
            <a:ln w="6668">
              <a:solidFill>
                <a:srgbClr val="263238"/>
              </a:solidFill>
              <a:prstDash val="solid"/>
            </a:ln>
          </p:spPr>
        </p:sp>
        <p:sp>
          <p:nvSpPr>
            <p:cNvPr id="1661" name="four:barrier-filling:critical-node:1385"/>
            <p:cNvSpPr>
              <a:spLocks noGrp="1"/>
            </p:cNvSpPr>
            <p:nvPr/>
          </p:nvSpPr>
          <p:spPr>
            <a:xfrm>
              <a:off x="18257996" y="7138988"/>
              <a:ext cx="85725" cy="85725"/>
            </a:xfrm>
            <a:prstGeom prst="diamond">
              <a:avLst/>
            </a:prstGeom>
            <a:solidFill>
              <a:srgbClr val="009E73"/>
            </a:solidFill>
            <a:ln w="10478">
              <a:solidFill>
                <a:srgbClr val="263238"/>
              </a:solidFill>
              <a:prstDash val="solid"/>
            </a:ln>
          </p:spPr>
        </p:sp>
        <p:sp>
          <p:nvSpPr>
            <p:cNvPr id="1662" name="four:barrier-filling:regular-node:1386"/>
            <p:cNvSpPr>
              <a:spLocks noGrp="1"/>
            </p:cNvSpPr>
            <p:nvPr/>
          </p:nvSpPr>
          <p:spPr>
            <a:xfrm>
              <a:off x="18521601" y="7148513"/>
              <a:ext cx="66675" cy="66675"/>
            </a:xfrm>
            <a:prstGeom prst="ellipse">
              <a:avLst/>
            </a:prstGeom>
            <a:solidFill>
              <a:srgbClr val="81C9BA"/>
            </a:solidFill>
            <a:ln w="6668">
              <a:solidFill>
                <a:srgbClr val="263238"/>
              </a:solidFill>
              <a:prstDash val="solid"/>
            </a:ln>
          </p:spPr>
        </p:sp>
        <p:sp>
          <p:nvSpPr>
            <p:cNvPr id="1663" name="four:barrier-filling:critical-node:1387"/>
            <p:cNvSpPr>
              <a:spLocks noGrp="1"/>
            </p:cNvSpPr>
            <p:nvPr/>
          </p:nvSpPr>
          <p:spPr>
            <a:xfrm>
              <a:off x="18766155" y="7138988"/>
              <a:ext cx="85725" cy="85725"/>
            </a:xfrm>
            <a:prstGeom prst="diamond">
              <a:avLst/>
            </a:prstGeom>
            <a:solidFill>
              <a:srgbClr val="DCE8ED"/>
            </a:solidFill>
            <a:ln w="10478">
              <a:solidFill>
                <a:srgbClr val="263238"/>
              </a:solidFill>
              <a:prstDash val="solid"/>
            </a:ln>
          </p:spPr>
        </p:sp>
        <p:sp>
          <p:nvSpPr>
            <p:cNvPr id="1664" name="four:barrier-filling:regular-node:1388"/>
            <p:cNvSpPr>
              <a:spLocks noGrp="1"/>
            </p:cNvSpPr>
            <p:nvPr/>
          </p:nvSpPr>
          <p:spPr>
            <a:xfrm>
              <a:off x="19029759" y="7148513"/>
              <a:ext cx="66675" cy="66675"/>
            </a:xfrm>
            <a:prstGeom prst="ellipse">
              <a:avLst/>
            </a:prstGeom>
            <a:solidFill>
              <a:srgbClr val="CC79A7"/>
            </a:solidFill>
            <a:ln w="6668">
              <a:solidFill>
                <a:srgbClr val="263238"/>
              </a:solidFill>
              <a:prstDash val="solid"/>
            </a:ln>
          </p:spPr>
        </p:sp>
        <p:sp>
          <p:nvSpPr>
            <p:cNvPr id="1665" name="four:barrier-filling:critical-node:1389"/>
            <p:cNvSpPr>
              <a:spLocks noGrp="1"/>
            </p:cNvSpPr>
            <p:nvPr/>
          </p:nvSpPr>
          <p:spPr>
            <a:xfrm>
              <a:off x="19274314" y="7138988"/>
              <a:ext cx="85725" cy="85725"/>
            </a:xfrm>
            <a:prstGeom prst="diamond">
              <a:avLst/>
            </a:prstGeom>
            <a:solidFill>
              <a:srgbClr val="CC79A7"/>
            </a:solidFill>
            <a:ln w="10478">
              <a:solidFill>
                <a:srgbClr val="263238"/>
              </a:solidFill>
              <a:prstDash val="solid"/>
            </a:ln>
          </p:spPr>
        </p:sp>
        <p:sp>
          <p:nvSpPr>
            <p:cNvPr id="1666" name="four:barrier-filling:regular-node:1390"/>
            <p:cNvSpPr>
              <a:spLocks noGrp="1"/>
            </p:cNvSpPr>
            <p:nvPr/>
          </p:nvSpPr>
          <p:spPr>
            <a:xfrm>
              <a:off x="19445526" y="7148513"/>
              <a:ext cx="66675" cy="66675"/>
            </a:xfrm>
            <a:prstGeom prst="ellipse">
              <a:avLst/>
            </a:prstGeom>
            <a:solidFill>
              <a:srgbClr val="CC79A7"/>
            </a:solidFill>
            <a:ln w="6668">
              <a:solidFill>
                <a:srgbClr val="263238"/>
              </a:solidFill>
              <a:prstDash val="solid"/>
            </a:ln>
          </p:spPr>
        </p:sp>
        <p:sp>
          <p:nvSpPr>
            <p:cNvPr id="1667" name="four:barrier-filling:critical-node:1391"/>
            <p:cNvSpPr>
              <a:spLocks noGrp="1"/>
            </p:cNvSpPr>
            <p:nvPr/>
          </p:nvSpPr>
          <p:spPr>
            <a:xfrm>
              <a:off x="19597688" y="7138988"/>
              <a:ext cx="85725" cy="85725"/>
            </a:xfrm>
            <a:prstGeom prst="diamond">
              <a:avLst/>
            </a:prstGeom>
            <a:solidFill>
              <a:srgbClr val="DCE8ED"/>
            </a:solidFill>
            <a:ln w="10478">
              <a:solidFill>
                <a:srgbClr val="263238"/>
              </a:solidFill>
              <a:prstDash val="solid"/>
            </a:ln>
          </p:spPr>
        </p:sp>
        <p:sp>
          <p:nvSpPr>
            <p:cNvPr id="1668" name="four:barrier-filling:line:1392"/>
            <p:cNvSpPr>
              <a:spLocks noGrp="1"/>
            </p:cNvSpPr>
            <p:nvPr/>
          </p:nvSpPr>
          <p:spPr>
            <a:xfrm>
              <a:off x="17792700" y="7258050"/>
              <a:ext cx="953" cy="57150"/>
            </a:xfrm>
            <a:custGeom>
              <a:avLst/>
              <a:gdLst/>
              <a:ahLst/>
              <a:cxnLst/>
              <a:pathLst>
                <a:path w="953" h="57150">
                  <a:moveTo>
                    <a:pt x="0" y="0"/>
                  </a:moveTo>
                  <a:lnTo>
                    <a:pt x="0" y="57150"/>
                  </a:lnTo>
                </a:path>
              </a:pathLst>
            </a:custGeom>
            <a:noFill/>
            <a:ln w="11430">
              <a:solidFill>
                <a:srgbClr val="91A5B4"/>
              </a:solidFill>
              <a:prstDash val="solid"/>
            </a:ln>
          </p:spPr>
        </p:sp>
        <p:sp>
          <p:nvSpPr>
            <p:cNvPr id="1669" name="four:barrier-filling:polygon:1393"/>
            <p:cNvSpPr>
              <a:spLocks noGrp="1"/>
            </p:cNvSpPr>
            <p:nvPr/>
          </p:nvSpPr>
          <p:spPr>
            <a:xfrm>
              <a:off x="17776317" y="7277100"/>
              <a:ext cx="32766" cy="38100"/>
            </a:xfrm>
            <a:custGeom>
              <a:avLst/>
              <a:gdLst/>
              <a:ahLst/>
              <a:cxnLst/>
              <a:pathLst>
                <a:path w="32766" h="38100">
                  <a:moveTo>
                    <a:pt x="16383" y="38100"/>
                  </a:moveTo>
                  <a:lnTo>
                    <a:pt x="32766" y="0"/>
                  </a:lnTo>
                  <a:lnTo>
                    <a:pt x="0" y="0"/>
                  </a:lnTo>
                  <a:close/>
                </a:path>
              </a:pathLst>
            </a:custGeom>
            <a:solidFill>
              <a:srgbClr val="91A5B4"/>
            </a:solidFill>
            <a:ln w="0">
              <a:noFill/>
              <a:prstDash val="solid"/>
            </a:ln>
          </p:spPr>
        </p:sp>
        <p:sp>
          <p:nvSpPr>
            <p:cNvPr id="1670" name="four:barrier-filling:textbox:1394"/>
            <p:cNvSpPr>
              <a:spLocks noGrp="1"/>
            </p:cNvSpPr>
            <p:nvPr/>
          </p:nvSpPr>
          <p:spPr>
            <a:xfrm>
              <a:off x="15630525" y="7277100"/>
              <a:ext cx="247650" cy="342900"/>
            </a:xfrm>
            <a:prstGeom prst="rect">
              <a:avLst/>
            </a:prstGeom>
            <a:noFill/>
            <a:ln w="0">
              <a:noFill/>
              <a:prstDash val="solid"/>
            </a:ln>
          </p:spPr>
          <p:txBody>
            <a:bodyPr wrap="none" lIns="0" tIns="0" rIns="0" bIns="0" anchor="ctr">
              <a:normAutofit/>
            </a:bodyPr>
            <a:lstStyle>
              <a:defPPr algn="ctr">
                <a:defRPr sz="1950" b="0">
                  <a:solidFill>
                    <a:srgbClr val="263238"/>
                  </a:solidFill>
                  <a:latin typeface="Arial" panose="020B0604020202090204"/>
                  <a:ea typeface="Arial" panose="020B0604020202090204"/>
                  <a:cs typeface="Arial" panose="020B0604020202090204"/>
                </a:defRPr>
              </a:defPPr>
            </a:lstStyle>
            <a:p>
              <a:pPr algn="ctr">
                <a:defRPr sz="1950" b="0">
                  <a:solidFill>
                    <a:srgbClr val="263238"/>
                  </a:solidFill>
                  <a:latin typeface="Arial" panose="020B0604020202090204"/>
                  <a:ea typeface="Arial" panose="020B0604020202090204"/>
                  <a:cs typeface="Arial" panose="020B0604020202090204"/>
                </a:defRPr>
              </a:pPr>
              <a:r>
                <a:rPr sz="1950" b="0">
                  <a:solidFill>
                    <a:srgbClr val="263238"/>
                  </a:solidFill>
                  <a:latin typeface="Arial" panose="020B0604020202090204"/>
                  <a:ea typeface="Arial" panose="020B0604020202090204"/>
                  <a:cs typeface="Arial" panose="020B0604020202090204"/>
                </a:rPr>
                <a:t>tₐ</a:t>
              </a:r>
              <a:endParaRPr sz="1950" b="0">
                <a:solidFill>
                  <a:srgbClr val="263238"/>
                </a:solidFill>
                <a:latin typeface="Arial" panose="020B0604020202090204"/>
                <a:ea typeface="Arial" panose="020B0604020202090204"/>
                <a:cs typeface="Arial" panose="020B0604020202090204"/>
              </a:endParaRPr>
            </a:p>
          </p:txBody>
        </p:sp>
        <p:sp>
          <p:nvSpPr>
            <p:cNvPr id="1671" name="four:barrier-filling:filled-output-cell-0:1395"/>
            <p:cNvSpPr>
              <a:spLocks noGrp="1"/>
            </p:cNvSpPr>
            <p:nvPr/>
          </p:nvSpPr>
          <p:spPr>
            <a:xfrm>
              <a:off x="15944850" y="7343775"/>
              <a:ext cx="19248" cy="200025"/>
            </a:xfrm>
            <a:prstGeom prst="rect">
              <a:avLst/>
            </a:prstGeom>
            <a:solidFill>
              <a:srgbClr val="DCE8ED"/>
            </a:solidFill>
            <a:ln w="0">
              <a:noFill/>
              <a:prstDash val="solid"/>
            </a:ln>
          </p:spPr>
        </p:sp>
        <p:sp>
          <p:nvSpPr>
            <p:cNvPr id="1672" name="four:barrier-filling:filled-output-cell-1:1396"/>
            <p:cNvSpPr>
              <a:spLocks noGrp="1"/>
            </p:cNvSpPr>
            <p:nvPr/>
          </p:nvSpPr>
          <p:spPr>
            <a:xfrm>
              <a:off x="15964098" y="7343775"/>
              <a:ext cx="19248" cy="200025"/>
            </a:xfrm>
            <a:prstGeom prst="rect">
              <a:avLst/>
            </a:prstGeom>
            <a:solidFill>
              <a:srgbClr val="DCE8ED"/>
            </a:solidFill>
            <a:ln w="0">
              <a:noFill/>
              <a:prstDash val="solid"/>
            </a:ln>
          </p:spPr>
        </p:sp>
        <p:sp>
          <p:nvSpPr>
            <p:cNvPr id="1673" name="four:barrier-filling:filled-output-cell-2:1397"/>
            <p:cNvSpPr>
              <a:spLocks noGrp="1"/>
            </p:cNvSpPr>
            <p:nvPr/>
          </p:nvSpPr>
          <p:spPr>
            <a:xfrm>
              <a:off x="15983347" y="7343775"/>
              <a:ext cx="19248" cy="200025"/>
            </a:xfrm>
            <a:prstGeom prst="rect">
              <a:avLst/>
            </a:prstGeom>
            <a:solidFill>
              <a:srgbClr val="DCE8ED"/>
            </a:solidFill>
            <a:ln w="0">
              <a:noFill/>
              <a:prstDash val="solid"/>
            </a:ln>
          </p:spPr>
        </p:sp>
        <p:sp>
          <p:nvSpPr>
            <p:cNvPr id="1674" name="four:barrier-filling:filled-output-cell-3:1398"/>
            <p:cNvSpPr>
              <a:spLocks noGrp="1"/>
            </p:cNvSpPr>
            <p:nvPr/>
          </p:nvSpPr>
          <p:spPr>
            <a:xfrm>
              <a:off x="16002595" y="7343775"/>
              <a:ext cx="19248" cy="200025"/>
            </a:xfrm>
            <a:prstGeom prst="rect">
              <a:avLst/>
            </a:prstGeom>
            <a:solidFill>
              <a:srgbClr val="DCE8ED"/>
            </a:solidFill>
            <a:ln w="0">
              <a:noFill/>
              <a:prstDash val="solid"/>
            </a:ln>
          </p:spPr>
        </p:sp>
        <p:sp>
          <p:nvSpPr>
            <p:cNvPr id="1675" name="four:barrier-filling:filled-output-cell-4:1399"/>
            <p:cNvSpPr>
              <a:spLocks noGrp="1"/>
            </p:cNvSpPr>
            <p:nvPr/>
          </p:nvSpPr>
          <p:spPr>
            <a:xfrm>
              <a:off x="16021844" y="7343775"/>
              <a:ext cx="19248" cy="200025"/>
            </a:xfrm>
            <a:prstGeom prst="rect">
              <a:avLst/>
            </a:prstGeom>
            <a:solidFill>
              <a:srgbClr val="DCE8ED"/>
            </a:solidFill>
            <a:ln w="0">
              <a:noFill/>
              <a:prstDash val="solid"/>
            </a:ln>
          </p:spPr>
        </p:sp>
        <p:sp>
          <p:nvSpPr>
            <p:cNvPr id="1676" name="four:barrier-filling:filled-output-cell-5:1400"/>
            <p:cNvSpPr>
              <a:spLocks noGrp="1"/>
            </p:cNvSpPr>
            <p:nvPr/>
          </p:nvSpPr>
          <p:spPr>
            <a:xfrm>
              <a:off x="16041092" y="7343775"/>
              <a:ext cx="19248" cy="200025"/>
            </a:xfrm>
            <a:prstGeom prst="rect">
              <a:avLst/>
            </a:prstGeom>
            <a:solidFill>
              <a:srgbClr val="D4E2E9"/>
            </a:solidFill>
            <a:ln w="0">
              <a:noFill/>
              <a:prstDash val="solid"/>
            </a:ln>
          </p:spPr>
        </p:sp>
        <p:sp>
          <p:nvSpPr>
            <p:cNvPr id="1677" name="four:barrier-filling:filled-output-cell-6:1401"/>
            <p:cNvSpPr>
              <a:spLocks noGrp="1"/>
            </p:cNvSpPr>
            <p:nvPr/>
          </p:nvSpPr>
          <p:spPr>
            <a:xfrm>
              <a:off x="16060341" y="7343775"/>
              <a:ext cx="19248" cy="200025"/>
            </a:xfrm>
            <a:prstGeom prst="rect">
              <a:avLst/>
            </a:prstGeom>
            <a:solidFill>
              <a:srgbClr val="9DC6DC"/>
            </a:solidFill>
            <a:ln w="0">
              <a:noFill/>
              <a:prstDash val="solid"/>
            </a:ln>
          </p:spPr>
        </p:sp>
        <p:sp>
          <p:nvSpPr>
            <p:cNvPr id="1678" name="four:barrier-filling:filled-output-cell-7:1402"/>
            <p:cNvSpPr>
              <a:spLocks noGrp="1"/>
            </p:cNvSpPr>
            <p:nvPr/>
          </p:nvSpPr>
          <p:spPr>
            <a:xfrm>
              <a:off x="16079589" y="7343775"/>
              <a:ext cx="19248" cy="200025"/>
            </a:xfrm>
            <a:prstGeom prst="rect">
              <a:avLst/>
            </a:prstGeom>
            <a:solidFill>
              <a:srgbClr val="5AA2CA"/>
            </a:solidFill>
            <a:ln w="0">
              <a:noFill/>
              <a:prstDash val="solid"/>
            </a:ln>
          </p:spPr>
        </p:sp>
        <p:sp>
          <p:nvSpPr>
            <p:cNvPr id="1679" name="four:barrier-filling:filled-output-cell-8:1403"/>
            <p:cNvSpPr>
              <a:spLocks noGrp="1"/>
            </p:cNvSpPr>
            <p:nvPr/>
          </p:nvSpPr>
          <p:spPr>
            <a:xfrm>
              <a:off x="16098838" y="7343775"/>
              <a:ext cx="19248" cy="200025"/>
            </a:xfrm>
            <a:prstGeom prst="rect">
              <a:avLst/>
            </a:prstGeom>
            <a:solidFill>
              <a:srgbClr val="1D82BA"/>
            </a:solidFill>
            <a:ln w="0">
              <a:noFill/>
              <a:prstDash val="solid"/>
            </a:ln>
          </p:spPr>
        </p:sp>
        <p:sp>
          <p:nvSpPr>
            <p:cNvPr id="1680" name="four:barrier-filling:filled-output-cell-9:1404"/>
            <p:cNvSpPr>
              <a:spLocks noGrp="1"/>
            </p:cNvSpPr>
            <p:nvPr/>
          </p:nvSpPr>
          <p:spPr>
            <a:xfrm>
              <a:off x="16118086" y="7343775"/>
              <a:ext cx="19248" cy="200025"/>
            </a:xfrm>
            <a:prstGeom prst="rect">
              <a:avLst/>
            </a:prstGeom>
            <a:solidFill>
              <a:srgbClr val="0072B2"/>
            </a:solidFill>
            <a:ln w="0">
              <a:noFill/>
              <a:prstDash val="solid"/>
            </a:ln>
          </p:spPr>
        </p:sp>
        <p:sp>
          <p:nvSpPr>
            <p:cNvPr id="1681" name="four:barrier-filling:filled-output-cell-10:1405"/>
            <p:cNvSpPr>
              <a:spLocks noGrp="1"/>
            </p:cNvSpPr>
            <p:nvPr/>
          </p:nvSpPr>
          <p:spPr>
            <a:xfrm>
              <a:off x="16137334" y="7343775"/>
              <a:ext cx="19248" cy="200025"/>
            </a:xfrm>
            <a:prstGeom prst="rect">
              <a:avLst/>
            </a:prstGeom>
            <a:solidFill>
              <a:srgbClr val="0072B2"/>
            </a:solidFill>
            <a:ln w="0">
              <a:noFill/>
              <a:prstDash val="solid"/>
            </a:ln>
          </p:spPr>
        </p:sp>
        <p:sp>
          <p:nvSpPr>
            <p:cNvPr id="1682" name="four:barrier-filling:filled-output-cell-11:1406"/>
            <p:cNvSpPr>
              <a:spLocks noGrp="1"/>
            </p:cNvSpPr>
            <p:nvPr/>
          </p:nvSpPr>
          <p:spPr>
            <a:xfrm>
              <a:off x="16156583" y="7343775"/>
              <a:ext cx="19248" cy="200025"/>
            </a:xfrm>
            <a:prstGeom prst="rect">
              <a:avLst/>
            </a:prstGeom>
            <a:solidFill>
              <a:srgbClr val="0072B2"/>
            </a:solidFill>
            <a:ln w="0">
              <a:noFill/>
              <a:prstDash val="solid"/>
            </a:ln>
          </p:spPr>
        </p:sp>
        <p:sp>
          <p:nvSpPr>
            <p:cNvPr id="1683" name="four:barrier-filling:filled-output-cell-12:1407"/>
            <p:cNvSpPr>
              <a:spLocks noGrp="1"/>
            </p:cNvSpPr>
            <p:nvPr/>
          </p:nvSpPr>
          <p:spPr>
            <a:xfrm>
              <a:off x="16175831" y="7343775"/>
              <a:ext cx="19248" cy="200025"/>
            </a:xfrm>
            <a:prstGeom prst="rect">
              <a:avLst/>
            </a:prstGeom>
            <a:solidFill>
              <a:srgbClr val="0072B2"/>
            </a:solidFill>
            <a:ln w="0">
              <a:noFill/>
              <a:prstDash val="solid"/>
            </a:ln>
          </p:spPr>
        </p:sp>
        <p:sp>
          <p:nvSpPr>
            <p:cNvPr id="1684" name="four:barrier-filling:filled-output-cell-13:1408"/>
            <p:cNvSpPr>
              <a:spLocks noGrp="1"/>
            </p:cNvSpPr>
            <p:nvPr/>
          </p:nvSpPr>
          <p:spPr>
            <a:xfrm>
              <a:off x="16195080" y="7343775"/>
              <a:ext cx="19248" cy="200025"/>
            </a:xfrm>
            <a:prstGeom prst="rect">
              <a:avLst/>
            </a:prstGeom>
            <a:solidFill>
              <a:srgbClr val="0072B2"/>
            </a:solidFill>
            <a:ln w="0">
              <a:noFill/>
              <a:prstDash val="solid"/>
            </a:ln>
          </p:spPr>
        </p:sp>
        <p:sp>
          <p:nvSpPr>
            <p:cNvPr id="1685" name="four:barrier-filling:filled-output-cell-14:1409"/>
            <p:cNvSpPr>
              <a:spLocks noGrp="1"/>
            </p:cNvSpPr>
            <p:nvPr/>
          </p:nvSpPr>
          <p:spPr>
            <a:xfrm>
              <a:off x="16214328" y="7343775"/>
              <a:ext cx="19248" cy="200025"/>
            </a:xfrm>
            <a:prstGeom prst="rect">
              <a:avLst/>
            </a:prstGeom>
            <a:solidFill>
              <a:srgbClr val="0072B2"/>
            </a:solidFill>
            <a:ln w="0">
              <a:noFill/>
              <a:prstDash val="solid"/>
            </a:ln>
          </p:spPr>
        </p:sp>
        <p:sp>
          <p:nvSpPr>
            <p:cNvPr id="1686" name="four:barrier-filling:filled-output-cell-15:1410"/>
            <p:cNvSpPr>
              <a:spLocks noGrp="1"/>
            </p:cNvSpPr>
            <p:nvPr/>
          </p:nvSpPr>
          <p:spPr>
            <a:xfrm>
              <a:off x="16233577" y="7343775"/>
              <a:ext cx="19248" cy="200025"/>
            </a:xfrm>
            <a:prstGeom prst="rect">
              <a:avLst/>
            </a:prstGeom>
            <a:solidFill>
              <a:srgbClr val="0072B2"/>
            </a:solidFill>
            <a:ln w="0">
              <a:noFill/>
              <a:prstDash val="solid"/>
            </a:ln>
          </p:spPr>
        </p:sp>
        <p:sp>
          <p:nvSpPr>
            <p:cNvPr id="1687" name="four:barrier-filling:filled-output-cell-16:1411"/>
            <p:cNvSpPr>
              <a:spLocks noGrp="1"/>
            </p:cNvSpPr>
            <p:nvPr/>
          </p:nvSpPr>
          <p:spPr>
            <a:xfrm>
              <a:off x="16252825" y="7343775"/>
              <a:ext cx="19248" cy="200025"/>
            </a:xfrm>
            <a:prstGeom prst="rect">
              <a:avLst/>
            </a:prstGeom>
            <a:solidFill>
              <a:srgbClr val="0072B2"/>
            </a:solidFill>
            <a:ln w="0">
              <a:noFill/>
              <a:prstDash val="solid"/>
            </a:ln>
          </p:spPr>
        </p:sp>
        <p:sp>
          <p:nvSpPr>
            <p:cNvPr id="1688" name="four:barrier-filling:filled-output-cell-17:1412"/>
            <p:cNvSpPr>
              <a:spLocks noGrp="1"/>
            </p:cNvSpPr>
            <p:nvPr/>
          </p:nvSpPr>
          <p:spPr>
            <a:xfrm>
              <a:off x="16272073" y="7343775"/>
              <a:ext cx="19248" cy="200025"/>
            </a:xfrm>
            <a:prstGeom prst="rect">
              <a:avLst/>
            </a:prstGeom>
            <a:solidFill>
              <a:srgbClr val="0072B2"/>
            </a:solidFill>
            <a:ln w="0">
              <a:noFill/>
              <a:prstDash val="solid"/>
            </a:ln>
          </p:spPr>
        </p:sp>
        <p:sp>
          <p:nvSpPr>
            <p:cNvPr id="1689" name="four:barrier-filling:filled-output-cell-18:1413"/>
            <p:cNvSpPr>
              <a:spLocks noGrp="1"/>
            </p:cNvSpPr>
            <p:nvPr/>
          </p:nvSpPr>
          <p:spPr>
            <a:xfrm>
              <a:off x="16291322" y="7343775"/>
              <a:ext cx="19248" cy="200025"/>
            </a:xfrm>
            <a:prstGeom prst="rect">
              <a:avLst/>
            </a:prstGeom>
            <a:solidFill>
              <a:srgbClr val="0072B2"/>
            </a:solidFill>
            <a:ln w="0">
              <a:noFill/>
              <a:prstDash val="solid"/>
            </a:ln>
          </p:spPr>
        </p:sp>
        <p:sp>
          <p:nvSpPr>
            <p:cNvPr id="1690" name="four:barrier-filling:filled-output-cell-19:1414"/>
            <p:cNvSpPr>
              <a:spLocks noGrp="1"/>
            </p:cNvSpPr>
            <p:nvPr/>
          </p:nvSpPr>
          <p:spPr>
            <a:xfrm>
              <a:off x="16310570" y="7343775"/>
              <a:ext cx="19248" cy="200025"/>
            </a:xfrm>
            <a:prstGeom prst="rect">
              <a:avLst/>
            </a:prstGeom>
            <a:solidFill>
              <a:srgbClr val="0072B2"/>
            </a:solidFill>
            <a:ln w="0">
              <a:noFill/>
              <a:prstDash val="solid"/>
            </a:ln>
          </p:spPr>
        </p:sp>
        <p:sp>
          <p:nvSpPr>
            <p:cNvPr id="1691" name="four:barrier-filling:filled-output-cell-20:1415"/>
            <p:cNvSpPr>
              <a:spLocks noGrp="1"/>
            </p:cNvSpPr>
            <p:nvPr/>
          </p:nvSpPr>
          <p:spPr>
            <a:xfrm>
              <a:off x="16329819" y="7343775"/>
              <a:ext cx="19248" cy="200025"/>
            </a:xfrm>
            <a:prstGeom prst="rect">
              <a:avLst/>
            </a:prstGeom>
            <a:solidFill>
              <a:srgbClr val="0072B2"/>
            </a:solidFill>
            <a:ln w="0">
              <a:noFill/>
              <a:prstDash val="solid"/>
            </a:ln>
          </p:spPr>
        </p:sp>
        <p:sp>
          <p:nvSpPr>
            <p:cNvPr id="1692" name="four:barrier-filling:filled-output-cell-21:1416"/>
            <p:cNvSpPr>
              <a:spLocks noGrp="1"/>
            </p:cNvSpPr>
            <p:nvPr/>
          </p:nvSpPr>
          <p:spPr>
            <a:xfrm>
              <a:off x="16349067" y="7343775"/>
              <a:ext cx="19248" cy="200025"/>
            </a:xfrm>
            <a:prstGeom prst="rect">
              <a:avLst/>
            </a:prstGeom>
            <a:solidFill>
              <a:srgbClr val="0072B2"/>
            </a:solidFill>
            <a:ln w="0">
              <a:noFill/>
              <a:prstDash val="solid"/>
            </a:ln>
          </p:spPr>
        </p:sp>
        <p:sp>
          <p:nvSpPr>
            <p:cNvPr id="1693" name="four:barrier-filling:filled-output-cell-22:1417"/>
            <p:cNvSpPr>
              <a:spLocks noGrp="1"/>
            </p:cNvSpPr>
            <p:nvPr/>
          </p:nvSpPr>
          <p:spPr>
            <a:xfrm>
              <a:off x="16368316" y="7343775"/>
              <a:ext cx="19248" cy="200025"/>
            </a:xfrm>
            <a:prstGeom prst="rect">
              <a:avLst/>
            </a:prstGeom>
            <a:solidFill>
              <a:srgbClr val="0072B2"/>
            </a:solidFill>
            <a:ln w="0">
              <a:noFill/>
              <a:prstDash val="solid"/>
            </a:ln>
          </p:spPr>
        </p:sp>
        <p:sp>
          <p:nvSpPr>
            <p:cNvPr id="1694" name="four:barrier-filling:filled-output-cell-23:1418"/>
            <p:cNvSpPr>
              <a:spLocks noGrp="1"/>
            </p:cNvSpPr>
            <p:nvPr/>
          </p:nvSpPr>
          <p:spPr>
            <a:xfrm>
              <a:off x="16387564" y="7343775"/>
              <a:ext cx="19248" cy="200025"/>
            </a:xfrm>
            <a:prstGeom prst="rect">
              <a:avLst/>
            </a:prstGeom>
            <a:solidFill>
              <a:srgbClr val="0977B4"/>
            </a:solidFill>
            <a:ln w="0">
              <a:noFill/>
              <a:prstDash val="solid"/>
            </a:ln>
          </p:spPr>
        </p:sp>
        <p:sp>
          <p:nvSpPr>
            <p:cNvPr id="1695" name="four:barrier-filling:filled-output-cell-24:1419"/>
            <p:cNvSpPr>
              <a:spLocks noGrp="1"/>
            </p:cNvSpPr>
            <p:nvPr/>
          </p:nvSpPr>
          <p:spPr>
            <a:xfrm>
              <a:off x="16406813" y="7343775"/>
              <a:ext cx="19248" cy="200025"/>
            </a:xfrm>
            <a:prstGeom prst="rect">
              <a:avLst/>
            </a:prstGeom>
            <a:solidFill>
              <a:srgbClr val="2385BB"/>
            </a:solidFill>
            <a:ln w="0">
              <a:noFill/>
              <a:prstDash val="solid"/>
            </a:ln>
          </p:spPr>
        </p:sp>
        <p:sp>
          <p:nvSpPr>
            <p:cNvPr id="1696" name="four:barrier-filling:filled-output-cell-25:1420"/>
            <p:cNvSpPr>
              <a:spLocks noGrp="1"/>
            </p:cNvSpPr>
            <p:nvPr/>
          </p:nvSpPr>
          <p:spPr>
            <a:xfrm>
              <a:off x="16426061" y="7343775"/>
              <a:ext cx="19248" cy="200025"/>
            </a:xfrm>
            <a:prstGeom prst="rect">
              <a:avLst/>
            </a:prstGeom>
            <a:solidFill>
              <a:srgbClr val="4899C5"/>
            </a:solidFill>
            <a:ln w="0">
              <a:noFill/>
              <a:prstDash val="solid"/>
            </a:ln>
          </p:spPr>
        </p:sp>
        <p:sp>
          <p:nvSpPr>
            <p:cNvPr id="1697" name="four:barrier-filling:filled-output-cell-26:1421"/>
            <p:cNvSpPr>
              <a:spLocks noGrp="1"/>
            </p:cNvSpPr>
            <p:nvPr/>
          </p:nvSpPr>
          <p:spPr>
            <a:xfrm>
              <a:off x="16445309" y="7343775"/>
              <a:ext cx="19248" cy="200025"/>
            </a:xfrm>
            <a:prstGeom prst="rect">
              <a:avLst/>
            </a:prstGeom>
            <a:solidFill>
              <a:srgbClr val="72AFD1"/>
            </a:solidFill>
            <a:ln w="0">
              <a:noFill/>
              <a:prstDash val="solid"/>
            </a:ln>
          </p:spPr>
        </p:sp>
        <p:sp>
          <p:nvSpPr>
            <p:cNvPr id="1698" name="four:barrier-filling:filled-output-cell-27:1422"/>
            <p:cNvSpPr>
              <a:spLocks noGrp="1"/>
            </p:cNvSpPr>
            <p:nvPr/>
          </p:nvSpPr>
          <p:spPr>
            <a:xfrm>
              <a:off x="16464558" y="7343775"/>
              <a:ext cx="19248" cy="200025"/>
            </a:xfrm>
            <a:prstGeom prst="rect">
              <a:avLst/>
            </a:prstGeom>
            <a:solidFill>
              <a:srgbClr val="9CC5DC"/>
            </a:solidFill>
            <a:ln w="0">
              <a:noFill/>
              <a:prstDash val="solid"/>
            </a:ln>
          </p:spPr>
        </p:sp>
        <p:sp>
          <p:nvSpPr>
            <p:cNvPr id="1699" name="four:barrier-filling:filled-output-cell-28:1423"/>
            <p:cNvSpPr>
              <a:spLocks noGrp="1"/>
            </p:cNvSpPr>
            <p:nvPr/>
          </p:nvSpPr>
          <p:spPr>
            <a:xfrm>
              <a:off x="16483806" y="7343775"/>
              <a:ext cx="19248" cy="200025"/>
            </a:xfrm>
            <a:prstGeom prst="rect">
              <a:avLst/>
            </a:prstGeom>
            <a:solidFill>
              <a:srgbClr val="C9DBE4"/>
            </a:solidFill>
            <a:ln w="0">
              <a:noFill/>
              <a:prstDash val="solid"/>
            </a:ln>
          </p:spPr>
        </p:sp>
        <p:sp>
          <p:nvSpPr>
            <p:cNvPr id="1700" name="four:barrier-filling:filled-output-cell-29:1424"/>
            <p:cNvSpPr>
              <a:spLocks noGrp="1"/>
            </p:cNvSpPr>
            <p:nvPr/>
          </p:nvSpPr>
          <p:spPr>
            <a:xfrm>
              <a:off x="16503055" y="7343775"/>
              <a:ext cx="19248" cy="200025"/>
            </a:xfrm>
            <a:prstGeom prst="rect">
              <a:avLst/>
            </a:prstGeom>
            <a:solidFill>
              <a:srgbClr val="D8E5EB"/>
            </a:solidFill>
            <a:ln w="0">
              <a:noFill/>
              <a:prstDash val="solid"/>
            </a:ln>
          </p:spPr>
        </p:sp>
        <p:sp>
          <p:nvSpPr>
            <p:cNvPr id="1701" name="four:barrier-filling:filled-output-cell-30:1425"/>
            <p:cNvSpPr>
              <a:spLocks noGrp="1"/>
            </p:cNvSpPr>
            <p:nvPr/>
          </p:nvSpPr>
          <p:spPr>
            <a:xfrm>
              <a:off x="16522303" y="7343775"/>
              <a:ext cx="19248" cy="200025"/>
            </a:xfrm>
            <a:prstGeom prst="rect">
              <a:avLst/>
            </a:prstGeom>
            <a:solidFill>
              <a:srgbClr val="DCE8ED"/>
            </a:solidFill>
            <a:ln w="0">
              <a:noFill/>
              <a:prstDash val="solid"/>
            </a:ln>
          </p:spPr>
        </p:sp>
        <p:sp>
          <p:nvSpPr>
            <p:cNvPr id="1702" name="four:barrier-filling:filled-output-cell-31:1426"/>
            <p:cNvSpPr>
              <a:spLocks noGrp="1"/>
            </p:cNvSpPr>
            <p:nvPr/>
          </p:nvSpPr>
          <p:spPr>
            <a:xfrm>
              <a:off x="16541552" y="7343775"/>
              <a:ext cx="19248" cy="200025"/>
            </a:xfrm>
            <a:prstGeom prst="rect">
              <a:avLst/>
            </a:prstGeom>
            <a:solidFill>
              <a:srgbClr val="DCE8ED"/>
            </a:solidFill>
            <a:ln w="0">
              <a:noFill/>
              <a:prstDash val="solid"/>
            </a:ln>
          </p:spPr>
        </p:sp>
        <p:sp>
          <p:nvSpPr>
            <p:cNvPr id="1703" name="four:barrier-filling:filled-output-cell-32:1427"/>
            <p:cNvSpPr>
              <a:spLocks noGrp="1"/>
            </p:cNvSpPr>
            <p:nvPr/>
          </p:nvSpPr>
          <p:spPr>
            <a:xfrm>
              <a:off x="16560800" y="7343775"/>
              <a:ext cx="19248" cy="200025"/>
            </a:xfrm>
            <a:prstGeom prst="rect">
              <a:avLst/>
            </a:prstGeom>
            <a:solidFill>
              <a:srgbClr val="DCE8ED"/>
            </a:solidFill>
            <a:ln w="0">
              <a:noFill/>
              <a:prstDash val="solid"/>
            </a:ln>
          </p:spPr>
        </p:sp>
        <p:sp>
          <p:nvSpPr>
            <p:cNvPr id="1704" name="four:barrier-filling:filled-output-cell-33:1428"/>
            <p:cNvSpPr>
              <a:spLocks noGrp="1"/>
            </p:cNvSpPr>
            <p:nvPr/>
          </p:nvSpPr>
          <p:spPr>
            <a:xfrm>
              <a:off x="16580048" y="7343775"/>
              <a:ext cx="19248" cy="200025"/>
            </a:xfrm>
            <a:prstGeom prst="rect">
              <a:avLst/>
            </a:prstGeom>
            <a:solidFill>
              <a:srgbClr val="DCE8ED"/>
            </a:solidFill>
            <a:ln w="0">
              <a:noFill/>
              <a:prstDash val="solid"/>
            </a:ln>
          </p:spPr>
        </p:sp>
        <p:sp>
          <p:nvSpPr>
            <p:cNvPr id="1705" name="four:barrier-filling:filled-output-cell-34:1429"/>
            <p:cNvSpPr>
              <a:spLocks noGrp="1"/>
            </p:cNvSpPr>
            <p:nvPr/>
          </p:nvSpPr>
          <p:spPr>
            <a:xfrm>
              <a:off x="16599297" y="7343775"/>
              <a:ext cx="19248" cy="200025"/>
            </a:xfrm>
            <a:prstGeom prst="rect">
              <a:avLst/>
            </a:prstGeom>
            <a:solidFill>
              <a:srgbClr val="DCE8ED"/>
            </a:solidFill>
            <a:ln w="0">
              <a:noFill/>
              <a:prstDash val="solid"/>
            </a:ln>
          </p:spPr>
        </p:sp>
        <p:sp>
          <p:nvSpPr>
            <p:cNvPr id="1706" name="four:barrier-filling:filled-output-cell-35:1430"/>
            <p:cNvSpPr>
              <a:spLocks noGrp="1"/>
            </p:cNvSpPr>
            <p:nvPr/>
          </p:nvSpPr>
          <p:spPr>
            <a:xfrm>
              <a:off x="16618545" y="7343775"/>
              <a:ext cx="19248" cy="200025"/>
            </a:xfrm>
            <a:prstGeom prst="rect">
              <a:avLst/>
            </a:prstGeom>
            <a:solidFill>
              <a:srgbClr val="DCE8ED"/>
            </a:solidFill>
            <a:ln w="0">
              <a:noFill/>
              <a:prstDash val="solid"/>
            </a:ln>
          </p:spPr>
        </p:sp>
        <p:sp>
          <p:nvSpPr>
            <p:cNvPr id="1707" name="four:barrier-filling:filled-output-cell-36:1431"/>
            <p:cNvSpPr>
              <a:spLocks noGrp="1"/>
            </p:cNvSpPr>
            <p:nvPr/>
          </p:nvSpPr>
          <p:spPr>
            <a:xfrm>
              <a:off x="16637794" y="7343775"/>
              <a:ext cx="19248" cy="200025"/>
            </a:xfrm>
            <a:prstGeom prst="rect">
              <a:avLst/>
            </a:prstGeom>
            <a:solidFill>
              <a:srgbClr val="DCE8ED"/>
            </a:solidFill>
            <a:ln w="0">
              <a:noFill/>
              <a:prstDash val="solid"/>
            </a:ln>
          </p:spPr>
        </p:sp>
        <p:sp>
          <p:nvSpPr>
            <p:cNvPr id="1708" name="four:barrier-filling:filled-output-cell-37:1432"/>
            <p:cNvSpPr>
              <a:spLocks noGrp="1"/>
            </p:cNvSpPr>
            <p:nvPr/>
          </p:nvSpPr>
          <p:spPr>
            <a:xfrm>
              <a:off x="16657042" y="7343775"/>
              <a:ext cx="19248" cy="200025"/>
            </a:xfrm>
            <a:prstGeom prst="rect">
              <a:avLst/>
            </a:prstGeom>
            <a:solidFill>
              <a:srgbClr val="DCE8ED"/>
            </a:solidFill>
            <a:ln w="0">
              <a:noFill/>
              <a:prstDash val="solid"/>
            </a:ln>
          </p:spPr>
        </p:sp>
        <p:sp>
          <p:nvSpPr>
            <p:cNvPr id="1709" name="four:barrier-filling:filled-output-cell-38:1433"/>
            <p:cNvSpPr>
              <a:spLocks noGrp="1"/>
            </p:cNvSpPr>
            <p:nvPr/>
          </p:nvSpPr>
          <p:spPr>
            <a:xfrm>
              <a:off x="16676291" y="7343775"/>
              <a:ext cx="19248" cy="200025"/>
            </a:xfrm>
            <a:prstGeom prst="rect">
              <a:avLst/>
            </a:prstGeom>
            <a:solidFill>
              <a:srgbClr val="DCE8ED"/>
            </a:solidFill>
            <a:ln w="0">
              <a:noFill/>
              <a:prstDash val="solid"/>
            </a:ln>
          </p:spPr>
        </p:sp>
        <p:sp>
          <p:nvSpPr>
            <p:cNvPr id="1710" name="four:barrier-filling:filled-output-cell-39:1434"/>
            <p:cNvSpPr>
              <a:spLocks noGrp="1"/>
            </p:cNvSpPr>
            <p:nvPr/>
          </p:nvSpPr>
          <p:spPr>
            <a:xfrm>
              <a:off x="16695539" y="7343775"/>
              <a:ext cx="19248" cy="200025"/>
            </a:xfrm>
            <a:prstGeom prst="rect">
              <a:avLst/>
            </a:prstGeom>
            <a:solidFill>
              <a:srgbClr val="DCE8ED"/>
            </a:solidFill>
            <a:ln w="0">
              <a:noFill/>
              <a:prstDash val="solid"/>
            </a:ln>
          </p:spPr>
        </p:sp>
        <p:sp>
          <p:nvSpPr>
            <p:cNvPr id="1711" name="four:barrier-filling:filled-output-cell-40:1435"/>
            <p:cNvSpPr>
              <a:spLocks noGrp="1"/>
            </p:cNvSpPr>
            <p:nvPr/>
          </p:nvSpPr>
          <p:spPr>
            <a:xfrm>
              <a:off x="16714788" y="7343775"/>
              <a:ext cx="19248" cy="200025"/>
            </a:xfrm>
            <a:prstGeom prst="rect">
              <a:avLst/>
            </a:prstGeom>
            <a:solidFill>
              <a:srgbClr val="DCE8ED"/>
            </a:solidFill>
            <a:ln w="0">
              <a:noFill/>
              <a:prstDash val="solid"/>
            </a:ln>
          </p:spPr>
        </p:sp>
        <p:sp>
          <p:nvSpPr>
            <p:cNvPr id="1712" name="four:barrier-filling:filled-output-cell-41:1436"/>
            <p:cNvSpPr>
              <a:spLocks noGrp="1"/>
            </p:cNvSpPr>
            <p:nvPr/>
          </p:nvSpPr>
          <p:spPr>
            <a:xfrm>
              <a:off x="16734036" y="7343775"/>
              <a:ext cx="19248" cy="200025"/>
            </a:xfrm>
            <a:prstGeom prst="rect">
              <a:avLst/>
            </a:prstGeom>
            <a:solidFill>
              <a:srgbClr val="DCE8ED"/>
            </a:solidFill>
            <a:ln w="0">
              <a:noFill/>
              <a:prstDash val="solid"/>
            </a:ln>
          </p:spPr>
        </p:sp>
        <p:sp>
          <p:nvSpPr>
            <p:cNvPr id="1713" name="four:barrier-filling:filled-output-cell-42:1437"/>
            <p:cNvSpPr>
              <a:spLocks noGrp="1"/>
            </p:cNvSpPr>
            <p:nvPr/>
          </p:nvSpPr>
          <p:spPr>
            <a:xfrm>
              <a:off x="16753284" y="7343775"/>
              <a:ext cx="19248" cy="200025"/>
            </a:xfrm>
            <a:prstGeom prst="rect">
              <a:avLst/>
            </a:prstGeom>
            <a:solidFill>
              <a:srgbClr val="DCE8ED"/>
            </a:solidFill>
            <a:ln w="0">
              <a:noFill/>
              <a:prstDash val="solid"/>
            </a:ln>
          </p:spPr>
        </p:sp>
        <p:sp>
          <p:nvSpPr>
            <p:cNvPr id="1714" name="four:barrier-filling:filled-output-cell-43:1438"/>
            <p:cNvSpPr>
              <a:spLocks noGrp="1"/>
            </p:cNvSpPr>
            <p:nvPr/>
          </p:nvSpPr>
          <p:spPr>
            <a:xfrm>
              <a:off x="16772533" y="7343775"/>
              <a:ext cx="19248" cy="200025"/>
            </a:xfrm>
            <a:prstGeom prst="rect">
              <a:avLst/>
            </a:prstGeom>
            <a:solidFill>
              <a:srgbClr val="DCE8ED"/>
            </a:solidFill>
            <a:ln w="0">
              <a:noFill/>
              <a:prstDash val="solid"/>
            </a:ln>
          </p:spPr>
        </p:sp>
        <p:sp>
          <p:nvSpPr>
            <p:cNvPr id="1715" name="four:barrier-filling:filled-output-cell-44:1439"/>
            <p:cNvSpPr>
              <a:spLocks noGrp="1"/>
            </p:cNvSpPr>
            <p:nvPr/>
          </p:nvSpPr>
          <p:spPr>
            <a:xfrm>
              <a:off x="16791781" y="7343775"/>
              <a:ext cx="19248" cy="200025"/>
            </a:xfrm>
            <a:prstGeom prst="rect">
              <a:avLst/>
            </a:prstGeom>
            <a:solidFill>
              <a:srgbClr val="DCE8ED"/>
            </a:solidFill>
            <a:ln w="0">
              <a:noFill/>
              <a:prstDash val="solid"/>
            </a:ln>
          </p:spPr>
        </p:sp>
        <p:sp>
          <p:nvSpPr>
            <p:cNvPr id="1716" name="four:barrier-filling:filled-output-cell-45:1440"/>
            <p:cNvSpPr>
              <a:spLocks noGrp="1"/>
            </p:cNvSpPr>
            <p:nvPr/>
          </p:nvSpPr>
          <p:spPr>
            <a:xfrm>
              <a:off x="16811030" y="7343775"/>
              <a:ext cx="19248" cy="200025"/>
            </a:xfrm>
            <a:prstGeom prst="rect">
              <a:avLst/>
            </a:prstGeom>
            <a:solidFill>
              <a:srgbClr val="DCE8ED"/>
            </a:solidFill>
            <a:ln w="0">
              <a:noFill/>
              <a:prstDash val="solid"/>
            </a:ln>
          </p:spPr>
        </p:sp>
        <p:sp>
          <p:nvSpPr>
            <p:cNvPr id="1717" name="four:barrier-filling:filled-output-cell-46:1441"/>
            <p:cNvSpPr>
              <a:spLocks noGrp="1"/>
            </p:cNvSpPr>
            <p:nvPr/>
          </p:nvSpPr>
          <p:spPr>
            <a:xfrm>
              <a:off x="16830278" y="7343775"/>
              <a:ext cx="19248" cy="200025"/>
            </a:xfrm>
            <a:prstGeom prst="rect">
              <a:avLst/>
            </a:prstGeom>
            <a:solidFill>
              <a:srgbClr val="DCE8ED"/>
            </a:solidFill>
            <a:ln w="0">
              <a:noFill/>
              <a:prstDash val="solid"/>
            </a:ln>
          </p:spPr>
        </p:sp>
        <p:sp>
          <p:nvSpPr>
            <p:cNvPr id="1718" name="four:barrier-filling:filled-output-cell-47:1442"/>
            <p:cNvSpPr>
              <a:spLocks noGrp="1"/>
            </p:cNvSpPr>
            <p:nvPr/>
          </p:nvSpPr>
          <p:spPr>
            <a:xfrm>
              <a:off x="16849527" y="7343775"/>
              <a:ext cx="19248" cy="200025"/>
            </a:xfrm>
            <a:prstGeom prst="rect">
              <a:avLst/>
            </a:prstGeom>
            <a:solidFill>
              <a:srgbClr val="DCE8ED"/>
            </a:solidFill>
            <a:ln w="0">
              <a:noFill/>
              <a:prstDash val="solid"/>
            </a:ln>
          </p:spPr>
        </p:sp>
        <p:sp>
          <p:nvSpPr>
            <p:cNvPr id="1719" name="four:barrier-filling:filled-output-cell-48:1443"/>
            <p:cNvSpPr>
              <a:spLocks noGrp="1"/>
            </p:cNvSpPr>
            <p:nvPr/>
          </p:nvSpPr>
          <p:spPr>
            <a:xfrm>
              <a:off x="16868775" y="7343775"/>
              <a:ext cx="19248" cy="200025"/>
            </a:xfrm>
            <a:prstGeom prst="rect">
              <a:avLst/>
            </a:prstGeom>
            <a:solidFill>
              <a:srgbClr val="DCE8ED"/>
            </a:solidFill>
            <a:ln w="0">
              <a:noFill/>
              <a:prstDash val="solid"/>
            </a:ln>
          </p:spPr>
        </p:sp>
        <p:sp>
          <p:nvSpPr>
            <p:cNvPr id="1720" name="four:barrier-filling:filled-output-cell-49:1444"/>
            <p:cNvSpPr>
              <a:spLocks noGrp="1"/>
            </p:cNvSpPr>
            <p:nvPr/>
          </p:nvSpPr>
          <p:spPr>
            <a:xfrm>
              <a:off x="16888023" y="7343775"/>
              <a:ext cx="19248" cy="200025"/>
            </a:xfrm>
            <a:prstGeom prst="rect">
              <a:avLst/>
            </a:prstGeom>
            <a:solidFill>
              <a:srgbClr val="DCE8ED"/>
            </a:solidFill>
            <a:ln w="0">
              <a:noFill/>
              <a:prstDash val="solid"/>
            </a:ln>
          </p:spPr>
        </p:sp>
        <p:sp>
          <p:nvSpPr>
            <p:cNvPr id="1721" name="four:barrier-filling:filled-output-cell-50:1445"/>
            <p:cNvSpPr>
              <a:spLocks noGrp="1"/>
            </p:cNvSpPr>
            <p:nvPr/>
          </p:nvSpPr>
          <p:spPr>
            <a:xfrm>
              <a:off x="16907272" y="7343775"/>
              <a:ext cx="19248" cy="200025"/>
            </a:xfrm>
            <a:prstGeom prst="rect">
              <a:avLst/>
            </a:prstGeom>
            <a:solidFill>
              <a:srgbClr val="DCE8ED"/>
            </a:solidFill>
            <a:ln w="0">
              <a:noFill/>
              <a:prstDash val="solid"/>
            </a:ln>
          </p:spPr>
        </p:sp>
        <p:sp>
          <p:nvSpPr>
            <p:cNvPr id="1722" name="four:barrier-filling:filled-output-cell-51:1446"/>
            <p:cNvSpPr>
              <a:spLocks noGrp="1"/>
            </p:cNvSpPr>
            <p:nvPr/>
          </p:nvSpPr>
          <p:spPr>
            <a:xfrm>
              <a:off x="16926520" y="7343775"/>
              <a:ext cx="19248" cy="200025"/>
            </a:xfrm>
            <a:prstGeom prst="rect">
              <a:avLst/>
            </a:prstGeom>
            <a:solidFill>
              <a:srgbClr val="DCE8ED"/>
            </a:solidFill>
            <a:ln w="0">
              <a:noFill/>
              <a:prstDash val="solid"/>
            </a:ln>
          </p:spPr>
        </p:sp>
        <p:sp>
          <p:nvSpPr>
            <p:cNvPr id="1723" name="four:barrier-filling:filled-output-cell-52:1447"/>
            <p:cNvSpPr>
              <a:spLocks noGrp="1"/>
            </p:cNvSpPr>
            <p:nvPr/>
          </p:nvSpPr>
          <p:spPr>
            <a:xfrm>
              <a:off x="16945769" y="7343775"/>
              <a:ext cx="19248" cy="200025"/>
            </a:xfrm>
            <a:prstGeom prst="rect">
              <a:avLst/>
            </a:prstGeom>
            <a:solidFill>
              <a:srgbClr val="DCE8ED"/>
            </a:solidFill>
            <a:ln w="0">
              <a:noFill/>
              <a:prstDash val="solid"/>
            </a:ln>
          </p:spPr>
        </p:sp>
        <p:sp>
          <p:nvSpPr>
            <p:cNvPr id="1724" name="four:barrier-filling:filled-output-cell-53:1448"/>
            <p:cNvSpPr>
              <a:spLocks noGrp="1"/>
            </p:cNvSpPr>
            <p:nvPr/>
          </p:nvSpPr>
          <p:spPr>
            <a:xfrm>
              <a:off x="16965017" y="7343775"/>
              <a:ext cx="19248" cy="200025"/>
            </a:xfrm>
            <a:prstGeom prst="rect">
              <a:avLst/>
            </a:prstGeom>
            <a:solidFill>
              <a:srgbClr val="DCE8ED"/>
            </a:solidFill>
            <a:ln w="0">
              <a:noFill/>
              <a:prstDash val="solid"/>
            </a:ln>
          </p:spPr>
        </p:sp>
        <p:sp>
          <p:nvSpPr>
            <p:cNvPr id="1725" name="four:barrier-filling:filled-output-cell-54:1449"/>
            <p:cNvSpPr>
              <a:spLocks noGrp="1"/>
            </p:cNvSpPr>
            <p:nvPr/>
          </p:nvSpPr>
          <p:spPr>
            <a:xfrm>
              <a:off x="16984266" y="7343775"/>
              <a:ext cx="19248" cy="200025"/>
            </a:xfrm>
            <a:prstGeom prst="rect">
              <a:avLst/>
            </a:prstGeom>
            <a:solidFill>
              <a:srgbClr val="DCE8ED"/>
            </a:solidFill>
            <a:ln w="0">
              <a:noFill/>
              <a:prstDash val="solid"/>
            </a:ln>
          </p:spPr>
        </p:sp>
        <p:sp>
          <p:nvSpPr>
            <p:cNvPr id="1726" name="four:barrier-filling:filled-output-cell-55:1450"/>
            <p:cNvSpPr>
              <a:spLocks noGrp="1"/>
            </p:cNvSpPr>
            <p:nvPr/>
          </p:nvSpPr>
          <p:spPr>
            <a:xfrm>
              <a:off x="17003514" y="7343775"/>
              <a:ext cx="19248" cy="200025"/>
            </a:xfrm>
            <a:prstGeom prst="rect">
              <a:avLst/>
            </a:prstGeom>
            <a:solidFill>
              <a:srgbClr val="DCE8ED"/>
            </a:solidFill>
            <a:ln w="0">
              <a:noFill/>
              <a:prstDash val="solid"/>
            </a:ln>
          </p:spPr>
        </p:sp>
        <p:sp>
          <p:nvSpPr>
            <p:cNvPr id="1727" name="four:barrier-filling:filled-output-cell-56:1451"/>
            <p:cNvSpPr>
              <a:spLocks noGrp="1"/>
            </p:cNvSpPr>
            <p:nvPr/>
          </p:nvSpPr>
          <p:spPr>
            <a:xfrm>
              <a:off x="17022763" y="7343775"/>
              <a:ext cx="19248" cy="200025"/>
            </a:xfrm>
            <a:prstGeom prst="rect">
              <a:avLst/>
            </a:prstGeom>
            <a:solidFill>
              <a:srgbClr val="DBE8EC"/>
            </a:solidFill>
            <a:ln w="0">
              <a:noFill/>
              <a:prstDash val="solid"/>
            </a:ln>
          </p:spPr>
        </p:sp>
        <p:sp>
          <p:nvSpPr>
            <p:cNvPr id="1728" name="four:barrier-filling:filled-output-cell-57:1452"/>
            <p:cNvSpPr>
              <a:spLocks noGrp="1"/>
            </p:cNvSpPr>
            <p:nvPr/>
          </p:nvSpPr>
          <p:spPr>
            <a:xfrm>
              <a:off x="17042011" y="7343775"/>
              <a:ext cx="19248" cy="200025"/>
            </a:xfrm>
            <a:prstGeom prst="rect">
              <a:avLst/>
            </a:prstGeom>
            <a:solidFill>
              <a:srgbClr val="D3E3E5"/>
            </a:solidFill>
            <a:ln w="0">
              <a:noFill/>
              <a:prstDash val="solid"/>
            </a:ln>
          </p:spPr>
        </p:sp>
        <p:sp>
          <p:nvSpPr>
            <p:cNvPr id="1729" name="four:barrier-filling:filled-output-cell-58:1453"/>
            <p:cNvSpPr>
              <a:spLocks noGrp="1"/>
            </p:cNvSpPr>
            <p:nvPr/>
          </p:nvSpPr>
          <p:spPr>
            <a:xfrm>
              <a:off x="17061259" y="7343775"/>
              <a:ext cx="19248" cy="200025"/>
            </a:xfrm>
            <a:prstGeom prst="rect">
              <a:avLst/>
            </a:prstGeom>
            <a:solidFill>
              <a:srgbClr val="DAC9B8"/>
            </a:solidFill>
            <a:ln w="0">
              <a:noFill/>
              <a:prstDash val="solid"/>
            </a:ln>
          </p:spPr>
        </p:sp>
        <p:sp>
          <p:nvSpPr>
            <p:cNvPr id="1730" name="four:barrier-filling:filled-output-cell-59:1454"/>
            <p:cNvSpPr>
              <a:spLocks noGrp="1"/>
            </p:cNvSpPr>
            <p:nvPr/>
          </p:nvSpPr>
          <p:spPr>
            <a:xfrm>
              <a:off x="17080508" y="7343775"/>
              <a:ext cx="19248" cy="200025"/>
            </a:xfrm>
            <a:prstGeom prst="rect">
              <a:avLst/>
            </a:prstGeom>
            <a:solidFill>
              <a:srgbClr val="D9B08D"/>
            </a:solidFill>
            <a:ln w="0">
              <a:noFill/>
              <a:prstDash val="solid"/>
            </a:ln>
          </p:spPr>
        </p:sp>
        <p:sp>
          <p:nvSpPr>
            <p:cNvPr id="1731" name="four:barrier-filling:filled-output-cell-60:1455"/>
            <p:cNvSpPr>
              <a:spLocks noGrp="1"/>
            </p:cNvSpPr>
            <p:nvPr/>
          </p:nvSpPr>
          <p:spPr>
            <a:xfrm>
              <a:off x="17099756" y="7343775"/>
              <a:ext cx="19248" cy="200025"/>
            </a:xfrm>
            <a:prstGeom prst="rect">
              <a:avLst/>
            </a:prstGeom>
            <a:solidFill>
              <a:srgbClr val="D89660"/>
            </a:solidFill>
            <a:ln w="0">
              <a:noFill/>
              <a:prstDash val="solid"/>
            </a:ln>
          </p:spPr>
        </p:sp>
        <p:sp>
          <p:nvSpPr>
            <p:cNvPr id="1732" name="four:barrier-filling:filled-output-cell-61:1456"/>
            <p:cNvSpPr>
              <a:spLocks noGrp="1"/>
            </p:cNvSpPr>
            <p:nvPr/>
          </p:nvSpPr>
          <p:spPr>
            <a:xfrm>
              <a:off x="17119005" y="7343775"/>
              <a:ext cx="19248" cy="200025"/>
            </a:xfrm>
            <a:prstGeom prst="rect">
              <a:avLst/>
            </a:prstGeom>
            <a:solidFill>
              <a:srgbClr val="D77D35"/>
            </a:solidFill>
            <a:ln w="0">
              <a:noFill/>
              <a:prstDash val="solid"/>
            </a:ln>
          </p:spPr>
        </p:sp>
        <p:sp>
          <p:nvSpPr>
            <p:cNvPr id="1733" name="four:barrier-filling:filled-output-cell-62:1457"/>
            <p:cNvSpPr>
              <a:spLocks noGrp="1"/>
            </p:cNvSpPr>
            <p:nvPr/>
          </p:nvSpPr>
          <p:spPr>
            <a:xfrm>
              <a:off x="17138253" y="7343775"/>
              <a:ext cx="19248" cy="200025"/>
            </a:xfrm>
            <a:prstGeom prst="rect">
              <a:avLst/>
            </a:prstGeom>
            <a:solidFill>
              <a:srgbClr val="D66913"/>
            </a:solidFill>
            <a:ln w="0">
              <a:noFill/>
              <a:prstDash val="solid"/>
            </a:ln>
          </p:spPr>
        </p:sp>
        <p:sp>
          <p:nvSpPr>
            <p:cNvPr id="1734" name="four:barrier-filling:filled-output-cell-63:1458"/>
            <p:cNvSpPr>
              <a:spLocks noGrp="1"/>
            </p:cNvSpPr>
            <p:nvPr/>
          </p:nvSpPr>
          <p:spPr>
            <a:xfrm>
              <a:off x="17157502" y="7343775"/>
              <a:ext cx="19248" cy="200025"/>
            </a:xfrm>
            <a:prstGeom prst="rect">
              <a:avLst/>
            </a:prstGeom>
            <a:solidFill>
              <a:srgbClr val="D55F02"/>
            </a:solidFill>
            <a:ln w="0">
              <a:noFill/>
              <a:prstDash val="solid"/>
            </a:ln>
          </p:spPr>
        </p:sp>
        <p:sp>
          <p:nvSpPr>
            <p:cNvPr id="1735" name="four:barrier-filling:filled-output-cell-64:1459"/>
            <p:cNvSpPr>
              <a:spLocks noGrp="1"/>
            </p:cNvSpPr>
            <p:nvPr/>
          </p:nvSpPr>
          <p:spPr>
            <a:xfrm>
              <a:off x="17176750" y="7343775"/>
              <a:ext cx="19248" cy="200025"/>
            </a:xfrm>
            <a:prstGeom prst="rect">
              <a:avLst/>
            </a:prstGeom>
            <a:solidFill>
              <a:srgbClr val="D55E00"/>
            </a:solidFill>
            <a:ln w="0">
              <a:noFill/>
              <a:prstDash val="solid"/>
            </a:ln>
          </p:spPr>
        </p:sp>
        <p:sp>
          <p:nvSpPr>
            <p:cNvPr id="1736" name="four:barrier-filling:filled-output-cell-65:1460"/>
            <p:cNvSpPr>
              <a:spLocks noGrp="1"/>
            </p:cNvSpPr>
            <p:nvPr/>
          </p:nvSpPr>
          <p:spPr>
            <a:xfrm>
              <a:off x="17195998" y="7343775"/>
              <a:ext cx="19248" cy="200025"/>
            </a:xfrm>
            <a:prstGeom prst="rect">
              <a:avLst/>
            </a:prstGeom>
            <a:solidFill>
              <a:srgbClr val="D55E00"/>
            </a:solidFill>
            <a:ln w="0">
              <a:noFill/>
              <a:prstDash val="solid"/>
            </a:ln>
          </p:spPr>
        </p:sp>
        <p:sp>
          <p:nvSpPr>
            <p:cNvPr id="1737" name="four:barrier-filling:filled-output-cell-66:1461"/>
            <p:cNvSpPr>
              <a:spLocks noGrp="1"/>
            </p:cNvSpPr>
            <p:nvPr/>
          </p:nvSpPr>
          <p:spPr>
            <a:xfrm>
              <a:off x="17215247" y="7343775"/>
              <a:ext cx="19248" cy="200025"/>
            </a:xfrm>
            <a:prstGeom prst="rect">
              <a:avLst/>
            </a:prstGeom>
            <a:solidFill>
              <a:srgbClr val="D55E00"/>
            </a:solidFill>
            <a:ln w="0">
              <a:noFill/>
              <a:prstDash val="solid"/>
            </a:ln>
          </p:spPr>
        </p:sp>
        <p:sp>
          <p:nvSpPr>
            <p:cNvPr id="1738" name="four:barrier-filling:filled-output-cell-67:1462"/>
            <p:cNvSpPr>
              <a:spLocks noGrp="1"/>
            </p:cNvSpPr>
            <p:nvPr/>
          </p:nvSpPr>
          <p:spPr>
            <a:xfrm>
              <a:off x="17234495" y="7343775"/>
              <a:ext cx="19248" cy="200025"/>
            </a:xfrm>
            <a:prstGeom prst="rect">
              <a:avLst/>
            </a:prstGeom>
            <a:solidFill>
              <a:srgbClr val="D55E00"/>
            </a:solidFill>
            <a:ln w="0">
              <a:noFill/>
              <a:prstDash val="solid"/>
            </a:ln>
          </p:spPr>
        </p:sp>
        <p:sp>
          <p:nvSpPr>
            <p:cNvPr id="1739" name="four:barrier-filling:filled-output-cell-68:1463"/>
            <p:cNvSpPr>
              <a:spLocks noGrp="1"/>
            </p:cNvSpPr>
            <p:nvPr/>
          </p:nvSpPr>
          <p:spPr>
            <a:xfrm>
              <a:off x="17253744" y="7343775"/>
              <a:ext cx="19248" cy="200025"/>
            </a:xfrm>
            <a:prstGeom prst="rect">
              <a:avLst/>
            </a:prstGeom>
            <a:solidFill>
              <a:srgbClr val="D55E00"/>
            </a:solidFill>
            <a:ln w="0">
              <a:noFill/>
              <a:prstDash val="solid"/>
            </a:ln>
          </p:spPr>
        </p:sp>
        <p:sp>
          <p:nvSpPr>
            <p:cNvPr id="1740" name="four:barrier-filling:filled-output-cell-69:1464"/>
            <p:cNvSpPr>
              <a:spLocks noGrp="1"/>
            </p:cNvSpPr>
            <p:nvPr/>
          </p:nvSpPr>
          <p:spPr>
            <a:xfrm>
              <a:off x="17272992" y="7343775"/>
              <a:ext cx="19248" cy="200025"/>
            </a:xfrm>
            <a:prstGeom prst="rect">
              <a:avLst/>
            </a:prstGeom>
            <a:solidFill>
              <a:srgbClr val="D55E00"/>
            </a:solidFill>
            <a:ln w="0">
              <a:noFill/>
              <a:prstDash val="solid"/>
            </a:ln>
          </p:spPr>
        </p:sp>
        <p:sp>
          <p:nvSpPr>
            <p:cNvPr id="1741" name="four:barrier-filling:filled-output-cell-70:1465"/>
            <p:cNvSpPr>
              <a:spLocks noGrp="1"/>
            </p:cNvSpPr>
            <p:nvPr/>
          </p:nvSpPr>
          <p:spPr>
            <a:xfrm>
              <a:off x="17292241" y="7343775"/>
              <a:ext cx="19248" cy="200025"/>
            </a:xfrm>
            <a:prstGeom prst="rect">
              <a:avLst/>
            </a:prstGeom>
            <a:solidFill>
              <a:srgbClr val="D55E00"/>
            </a:solidFill>
            <a:ln w="0">
              <a:noFill/>
              <a:prstDash val="solid"/>
            </a:ln>
          </p:spPr>
        </p:sp>
        <p:sp>
          <p:nvSpPr>
            <p:cNvPr id="1742" name="four:barrier-filling:filled-output-cell-71:1466"/>
            <p:cNvSpPr>
              <a:spLocks noGrp="1"/>
            </p:cNvSpPr>
            <p:nvPr/>
          </p:nvSpPr>
          <p:spPr>
            <a:xfrm>
              <a:off x="17311489" y="7343775"/>
              <a:ext cx="19248" cy="200025"/>
            </a:xfrm>
            <a:prstGeom prst="rect">
              <a:avLst/>
            </a:prstGeom>
            <a:solidFill>
              <a:srgbClr val="D55E00"/>
            </a:solidFill>
            <a:ln w="0">
              <a:noFill/>
              <a:prstDash val="solid"/>
            </a:ln>
          </p:spPr>
        </p:sp>
        <p:sp>
          <p:nvSpPr>
            <p:cNvPr id="1743" name="four:barrier-filling:filled-output-cell-72:1467"/>
            <p:cNvSpPr>
              <a:spLocks noGrp="1"/>
            </p:cNvSpPr>
            <p:nvPr/>
          </p:nvSpPr>
          <p:spPr>
            <a:xfrm>
              <a:off x="17330738" y="7343775"/>
              <a:ext cx="19248" cy="200025"/>
            </a:xfrm>
            <a:prstGeom prst="rect">
              <a:avLst/>
            </a:prstGeom>
            <a:solidFill>
              <a:srgbClr val="D55E00"/>
            </a:solidFill>
            <a:ln w="0">
              <a:noFill/>
              <a:prstDash val="solid"/>
            </a:ln>
          </p:spPr>
        </p:sp>
        <p:sp>
          <p:nvSpPr>
            <p:cNvPr id="1744" name="four:barrier-filling:filled-output-cell-73:1468"/>
            <p:cNvSpPr>
              <a:spLocks noGrp="1"/>
            </p:cNvSpPr>
            <p:nvPr/>
          </p:nvSpPr>
          <p:spPr>
            <a:xfrm>
              <a:off x="17349986" y="7343775"/>
              <a:ext cx="19248" cy="200025"/>
            </a:xfrm>
            <a:prstGeom prst="rect">
              <a:avLst/>
            </a:prstGeom>
            <a:solidFill>
              <a:srgbClr val="D55E00"/>
            </a:solidFill>
            <a:ln w="0">
              <a:noFill/>
              <a:prstDash val="solid"/>
            </a:ln>
          </p:spPr>
        </p:sp>
        <p:sp>
          <p:nvSpPr>
            <p:cNvPr id="1745" name="four:barrier-filling:filled-output-cell-74:1469"/>
            <p:cNvSpPr>
              <a:spLocks noGrp="1"/>
            </p:cNvSpPr>
            <p:nvPr/>
          </p:nvSpPr>
          <p:spPr>
            <a:xfrm>
              <a:off x="17369234" y="7343775"/>
              <a:ext cx="19248" cy="200025"/>
            </a:xfrm>
            <a:prstGeom prst="rect">
              <a:avLst/>
            </a:prstGeom>
            <a:solidFill>
              <a:srgbClr val="D55E00"/>
            </a:solidFill>
            <a:ln w="0">
              <a:noFill/>
              <a:prstDash val="solid"/>
            </a:ln>
          </p:spPr>
        </p:sp>
        <p:sp>
          <p:nvSpPr>
            <p:cNvPr id="1746" name="four:barrier-filling:filled-output-cell-75:1470"/>
            <p:cNvSpPr>
              <a:spLocks noGrp="1"/>
            </p:cNvSpPr>
            <p:nvPr/>
          </p:nvSpPr>
          <p:spPr>
            <a:xfrm>
              <a:off x="17388483" y="7343775"/>
              <a:ext cx="19248" cy="200025"/>
            </a:xfrm>
            <a:prstGeom prst="rect">
              <a:avLst/>
            </a:prstGeom>
            <a:solidFill>
              <a:srgbClr val="D55E00"/>
            </a:solidFill>
            <a:ln w="0">
              <a:noFill/>
              <a:prstDash val="solid"/>
            </a:ln>
          </p:spPr>
        </p:sp>
        <p:sp>
          <p:nvSpPr>
            <p:cNvPr id="1747" name="four:barrier-filling:filled-output-cell-76:1471"/>
            <p:cNvSpPr>
              <a:spLocks noGrp="1"/>
            </p:cNvSpPr>
            <p:nvPr/>
          </p:nvSpPr>
          <p:spPr>
            <a:xfrm>
              <a:off x="17407731" y="7343775"/>
              <a:ext cx="19248" cy="200025"/>
            </a:xfrm>
            <a:prstGeom prst="rect">
              <a:avLst/>
            </a:prstGeom>
            <a:solidFill>
              <a:srgbClr val="D5640A"/>
            </a:solidFill>
            <a:ln w="0">
              <a:noFill/>
              <a:prstDash val="solid"/>
            </a:ln>
          </p:spPr>
        </p:sp>
        <p:sp>
          <p:nvSpPr>
            <p:cNvPr id="1748" name="four:barrier-filling:filled-output-cell-77:1472"/>
            <p:cNvSpPr>
              <a:spLocks noGrp="1"/>
            </p:cNvSpPr>
            <p:nvPr/>
          </p:nvSpPr>
          <p:spPr>
            <a:xfrm>
              <a:off x="17426980" y="7343775"/>
              <a:ext cx="19248" cy="200025"/>
            </a:xfrm>
            <a:prstGeom prst="rect">
              <a:avLst/>
            </a:prstGeom>
            <a:solidFill>
              <a:srgbClr val="D67120"/>
            </a:solidFill>
            <a:ln w="0">
              <a:noFill/>
              <a:prstDash val="solid"/>
            </a:ln>
          </p:spPr>
        </p:sp>
        <p:sp>
          <p:nvSpPr>
            <p:cNvPr id="1749" name="four:barrier-filling:filled-output-cell-78:1473"/>
            <p:cNvSpPr>
              <a:spLocks noGrp="1"/>
            </p:cNvSpPr>
            <p:nvPr/>
          </p:nvSpPr>
          <p:spPr>
            <a:xfrm>
              <a:off x="17446228" y="7343775"/>
              <a:ext cx="19248" cy="200025"/>
            </a:xfrm>
            <a:prstGeom prst="rect">
              <a:avLst/>
            </a:prstGeom>
            <a:solidFill>
              <a:srgbClr val="D7813D"/>
            </a:solidFill>
            <a:ln w="0">
              <a:noFill/>
              <a:prstDash val="solid"/>
            </a:ln>
          </p:spPr>
        </p:sp>
        <p:sp>
          <p:nvSpPr>
            <p:cNvPr id="1750" name="four:barrier-filling:filled-output-cell-79:1474"/>
            <p:cNvSpPr>
              <a:spLocks noGrp="1"/>
            </p:cNvSpPr>
            <p:nvPr/>
          </p:nvSpPr>
          <p:spPr>
            <a:xfrm>
              <a:off x="17465477" y="7343775"/>
              <a:ext cx="19248" cy="200025"/>
            </a:xfrm>
            <a:prstGeom prst="rect">
              <a:avLst/>
            </a:prstGeom>
            <a:solidFill>
              <a:srgbClr val="A1B0B5"/>
            </a:solidFill>
            <a:ln w="0">
              <a:noFill/>
              <a:prstDash val="solid"/>
            </a:ln>
          </p:spPr>
        </p:sp>
        <p:sp>
          <p:nvSpPr>
            <p:cNvPr id="1751" name="four:barrier-filling:filled-output-cell-80:1475"/>
            <p:cNvSpPr>
              <a:spLocks noGrp="1"/>
            </p:cNvSpPr>
            <p:nvPr/>
          </p:nvSpPr>
          <p:spPr>
            <a:xfrm>
              <a:off x="17484725" y="7343775"/>
              <a:ext cx="19248" cy="200025"/>
            </a:xfrm>
            <a:prstGeom prst="rect">
              <a:avLst/>
            </a:prstGeom>
            <a:solidFill>
              <a:srgbClr val="5CBDA6"/>
            </a:solidFill>
            <a:ln w="0">
              <a:noFill/>
              <a:prstDash val="solid"/>
            </a:ln>
          </p:spPr>
        </p:sp>
        <p:sp>
          <p:nvSpPr>
            <p:cNvPr id="1752" name="four:barrier-filling:filled-output-cell-81:1476"/>
            <p:cNvSpPr>
              <a:spLocks noGrp="1"/>
            </p:cNvSpPr>
            <p:nvPr/>
          </p:nvSpPr>
          <p:spPr>
            <a:xfrm>
              <a:off x="17503973" y="7343775"/>
              <a:ext cx="19248" cy="200025"/>
            </a:xfrm>
            <a:prstGeom prst="rect">
              <a:avLst/>
            </a:prstGeom>
            <a:solidFill>
              <a:srgbClr val="72C4B2"/>
            </a:solidFill>
            <a:ln w="0">
              <a:noFill/>
              <a:prstDash val="solid"/>
            </a:ln>
          </p:spPr>
        </p:sp>
        <p:sp>
          <p:nvSpPr>
            <p:cNvPr id="1753" name="four:barrier-filling:filled-output-cell-82:1477"/>
            <p:cNvSpPr>
              <a:spLocks noGrp="1"/>
            </p:cNvSpPr>
            <p:nvPr/>
          </p:nvSpPr>
          <p:spPr>
            <a:xfrm>
              <a:off x="17523222" y="7343775"/>
              <a:ext cx="19248" cy="200025"/>
            </a:xfrm>
            <a:prstGeom prst="rect">
              <a:avLst/>
            </a:prstGeom>
            <a:solidFill>
              <a:srgbClr val="7FC9BA"/>
            </a:solidFill>
            <a:ln w="0">
              <a:noFill/>
              <a:prstDash val="solid"/>
            </a:ln>
          </p:spPr>
        </p:sp>
        <p:sp>
          <p:nvSpPr>
            <p:cNvPr id="1754" name="four:barrier-filling:filled-output-cell-83:1478"/>
            <p:cNvSpPr>
              <a:spLocks noGrp="1"/>
            </p:cNvSpPr>
            <p:nvPr/>
          </p:nvSpPr>
          <p:spPr>
            <a:xfrm>
              <a:off x="17542470" y="7343775"/>
              <a:ext cx="19248" cy="200025"/>
            </a:xfrm>
            <a:prstGeom prst="rect">
              <a:avLst/>
            </a:prstGeom>
            <a:solidFill>
              <a:srgbClr val="81C9BA"/>
            </a:solidFill>
            <a:ln w="0">
              <a:noFill/>
              <a:prstDash val="solid"/>
            </a:ln>
          </p:spPr>
        </p:sp>
        <p:sp>
          <p:nvSpPr>
            <p:cNvPr id="1755" name="four:barrier-filling:filled-output-cell-84:1479"/>
            <p:cNvSpPr>
              <a:spLocks noGrp="1"/>
            </p:cNvSpPr>
            <p:nvPr/>
          </p:nvSpPr>
          <p:spPr>
            <a:xfrm>
              <a:off x="17561719" y="7343775"/>
              <a:ext cx="19248" cy="200025"/>
            </a:xfrm>
            <a:prstGeom prst="rect">
              <a:avLst/>
            </a:prstGeom>
            <a:solidFill>
              <a:srgbClr val="81C9BA"/>
            </a:solidFill>
            <a:ln w="0">
              <a:noFill/>
              <a:prstDash val="solid"/>
            </a:ln>
          </p:spPr>
        </p:sp>
        <p:sp>
          <p:nvSpPr>
            <p:cNvPr id="1756" name="four:barrier-filling:filled-output-cell-85:1480"/>
            <p:cNvSpPr>
              <a:spLocks noGrp="1"/>
            </p:cNvSpPr>
            <p:nvPr/>
          </p:nvSpPr>
          <p:spPr>
            <a:xfrm>
              <a:off x="17580967" y="7343775"/>
              <a:ext cx="19248" cy="200025"/>
            </a:xfrm>
            <a:prstGeom prst="rect">
              <a:avLst/>
            </a:prstGeom>
            <a:solidFill>
              <a:srgbClr val="81C9BA"/>
            </a:solidFill>
            <a:ln w="0">
              <a:noFill/>
              <a:prstDash val="solid"/>
            </a:ln>
          </p:spPr>
        </p:sp>
        <p:sp>
          <p:nvSpPr>
            <p:cNvPr id="1757" name="four:barrier-filling:filled-output-cell-86:1481"/>
            <p:cNvSpPr>
              <a:spLocks noGrp="1"/>
            </p:cNvSpPr>
            <p:nvPr/>
          </p:nvSpPr>
          <p:spPr>
            <a:xfrm>
              <a:off x="17600216" y="7343775"/>
              <a:ext cx="19248" cy="200025"/>
            </a:xfrm>
            <a:prstGeom prst="rect">
              <a:avLst/>
            </a:prstGeom>
            <a:solidFill>
              <a:srgbClr val="81C9BA"/>
            </a:solidFill>
            <a:ln w="0">
              <a:noFill/>
              <a:prstDash val="solid"/>
            </a:ln>
          </p:spPr>
        </p:sp>
        <p:sp>
          <p:nvSpPr>
            <p:cNvPr id="1758" name="four:barrier-filling:filled-output-cell-87:1482"/>
            <p:cNvSpPr>
              <a:spLocks noGrp="1"/>
            </p:cNvSpPr>
            <p:nvPr/>
          </p:nvSpPr>
          <p:spPr>
            <a:xfrm>
              <a:off x="17619464" y="7343775"/>
              <a:ext cx="19248" cy="200025"/>
            </a:xfrm>
            <a:prstGeom prst="rect">
              <a:avLst/>
            </a:prstGeom>
            <a:solidFill>
              <a:srgbClr val="81C9BA"/>
            </a:solidFill>
            <a:ln w="0">
              <a:noFill/>
              <a:prstDash val="solid"/>
            </a:ln>
          </p:spPr>
        </p:sp>
        <p:sp>
          <p:nvSpPr>
            <p:cNvPr id="1759" name="four:barrier-filling:filled-output-cell-88:1483"/>
            <p:cNvSpPr>
              <a:spLocks noGrp="1"/>
            </p:cNvSpPr>
            <p:nvPr/>
          </p:nvSpPr>
          <p:spPr>
            <a:xfrm>
              <a:off x="17638713" y="7343775"/>
              <a:ext cx="19248" cy="200025"/>
            </a:xfrm>
            <a:prstGeom prst="rect">
              <a:avLst/>
            </a:prstGeom>
            <a:solidFill>
              <a:srgbClr val="81C9BA"/>
            </a:solidFill>
            <a:ln w="0">
              <a:noFill/>
              <a:prstDash val="solid"/>
            </a:ln>
          </p:spPr>
        </p:sp>
        <p:sp>
          <p:nvSpPr>
            <p:cNvPr id="1760" name="four:barrier-filling:filled-output-cell-89:1484"/>
            <p:cNvSpPr>
              <a:spLocks noGrp="1"/>
            </p:cNvSpPr>
            <p:nvPr/>
          </p:nvSpPr>
          <p:spPr>
            <a:xfrm>
              <a:off x="17657961" y="7343775"/>
              <a:ext cx="19248" cy="200025"/>
            </a:xfrm>
            <a:prstGeom prst="rect">
              <a:avLst/>
            </a:prstGeom>
            <a:solidFill>
              <a:srgbClr val="81C9BA"/>
            </a:solidFill>
            <a:ln w="0">
              <a:noFill/>
              <a:prstDash val="solid"/>
            </a:ln>
          </p:spPr>
        </p:sp>
        <p:sp>
          <p:nvSpPr>
            <p:cNvPr id="1761" name="four:barrier-filling:filled-output-cell-90:1485"/>
            <p:cNvSpPr>
              <a:spLocks noGrp="1"/>
            </p:cNvSpPr>
            <p:nvPr/>
          </p:nvSpPr>
          <p:spPr>
            <a:xfrm>
              <a:off x="17677209" y="7343775"/>
              <a:ext cx="19248" cy="200025"/>
            </a:xfrm>
            <a:prstGeom prst="rect">
              <a:avLst/>
            </a:prstGeom>
            <a:solidFill>
              <a:srgbClr val="81C9BA"/>
            </a:solidFill>
            <a:ln w="0">
              <a:noFill/>
              <a:prstDash val="solid"/>
            </a:ln>
          </p:spPr>
        </p:sp>
        <p:sp>
          <p:nvSpPr>
            <p:cNvPr id="1762" name="four:barrier-filling:filled-output-cell-91:1486"/>
            <p:cNvSpPr>
              <a:spLocks noGrp="1"/>
            </p:cNvSpPr>
            <p:nvPr/>
          </p:nvSpPr>
          <p:spPr>
            <a:xfrm>
              <a:off x="17696458" y="7343775"/>
              <a:ext cx="19248" cy="200025"/>
            </a:xfrm>
            <a:prstGeom prst="rect">
              <a:avLst/>
            </a:prstGeom>
            <a:solidFill>
              <a:srgbClr val="81C9BA"/>
            </a:solidFill>
            <a:ln w="0">
              <a:noFill/>
              <a:prstDash val="solid"/>
            </a:ln>
          </p:spPr>
        </p:sp>
        <p:sp>
          <p:nvSpPr>
            <p:cNvPr id="1763" name="four:barrier-filling:filled-output-cell-92:1487"/>
            <p:cNvSpPr>
              <a:spLocks noGrp="1"/>
            </p:cNvSpPr>
            <p:nvPr/>
          </p:nvSpPr>
          <p:spPr>
            <a:xfrm>
              <a:off x="17715706" y="7343775"/>
              <a:ext cx="19248" cy="200025"/>
            </a:xfrm>
            <a:prstGeom prst="rect">
              <a:avLst/>
            </a:prstGeom>
            <a:solidFill>
              <a:srgbClr val="81C9BA"/>
            </a:solidFill>
            <a:ln w="0">
              <a:noFill/>
              <a:prstDash val="solid"/>
            </a:ln>
          </p:spPr>
        </p:sp>
        <p:sp>
          <p:nvSpPr>
            <p:cNvPr id="1764" name="four:barrier-filling:filled-output-cell-93:1488"/>
            <p:cNvSpPr>
              <a:spLocks noGrp="1"/>
            </p:cNvSpPr>
            <p:nvPr/>
          </p:nvSpPr>
          <p:spPr>
            <a:xfrm>
              <a:off x="17734955" y="7343775"/>
              <a:ext cx="19248" cy="200025"/>
            </a:xfrm>
            <a:prstGeom prst="rect">
              <a:avLst/>
            </a:prstGeom>
            <a:solidFill>
              <a:srgbClr val="81C9BA"/>
            </a:solidFill>
            <a:ln w="0">
              <a:noFill/>
              <a:prstDash val="solid"/>
            </a:ln>
          </p:spPr>
        </p:sp>
        <p:sp>
          <p:nvSpPr>
            <p:cNvPr id="1765" name="four:barrier-filling:filled-output-cell-94:1489"/>
            <p:cNvSpPr>
              <a:spLocks noGrp="1"/>
            </p:cNvSpPr>
            <p:nvPr/>
          </p:nvSpPr>
          <p:spPr>
            <a:xfrm>
              <a:off x="17754203" y="7343775"/>
              <a:ext cx="19248" cy="200025"/>
            </a:xfrm>
            <a:prstGeom prst="rect">
              <a:avLst/>
            </a:prstGeom>
            <a:solidFill>
              <a:srgbClr val="81C9BA"/>
            </a:solidFill>
            <a:ln w="0">
              <a:noFill/>
              <a:prstDash val="solid"/>
            </a:ln>
          </p:spPr>
        </p:sp>
        <p:sp>
          <p:nvSpPr>
            <p:cNvPr id="1766" name="four:barrier-filling:filled-output-cell-95:1490"/>
            <p:cNvSpPr>
              <a:spLocks noGrp="1"/>
            </p:cNvSpPr>
            <p:nvPr/>
          </p:nvSpPr>
          <p:spPr>
            <a:xfrm>
              <a:off x="17773452" y="7343775"/>
              <a:ext cx="19248" cy="200025"/>
            </a:xfrm>
            <a:prstGeom prst="rect">
              <a:avLst/>
            </a:prstGeom>
            <a:solidFill>
              <a:srgbClr val="81C9BA"/>
            </a:solidFill>
            <a:ln w="0">
              <a:noFill/>
              <a:prstDash val="solid"/>
            </a:ln>
          </p:spPr>
        </p:sp>
        <p:sp>
          <p:nvSpPr>
            <p:cNvPr id="1767" name="four:barrier-filling:filled-output-cell-96:1491"/>
            <p:cNvSpPr>
              <a:spLocks noGrp="1"/>
            </p:cNvSpPr>
            <p:nvPr/>
          </p:nvSpPr>
          <p:spPr>
            <a:xfrm>
              <a:off x="17792700" y="7343775"/>
              <a:ext cx="19248" cy="200025"/>
            </a:xfrm>
            <a:prstGeom prst="rect">
              <a:avLst/>
            </a:prstGeom>
            <a:solidFill>
              <a:srgbClr val="81C9BA"/>
            </a:solidFill>
            <a:ln w="0">
              <a:noFill/>
              <a:prstDash val="solid"/>
            </a:ln>
          </p:spPr>
        </p:sp>
        <p:sp>
          <p:nvSpPr>
            <p:cNvPr id="1768" name="four:barrier-filling:filled-output-cell-97:1492"/>
            <p:cNvSpPr>
              <a:spLocks noGrp="1"/>
            </p:cNvSpPr>
            <p:nvPr/>
          </p:nvSpPr>
          <p:spPr>
            <a:xfrm>
              <a:off x="17811948" y="7343775"/>
              <a:ext cx="19248" cy="200025"/>
            </a:xfrm>
            <a:prstGeom prst="rect">
              <a:avLst/>
            </a:prstGeom>
            <a:solidFill>
              <a:srgbClr val="81C9BA"/>
            </a:solidFill>
            <a:ln w="0">
              <a:noFill/>
              <a:prstDash val="solid"/>
            </a:ln>
          </p:spPr>
        </p:sp>
        <p:sp>
          <p:nvSpPr>
            <p:cNvPr id="1769" name="four:barrier-filling:filled-output-cell-98:1493"/>
            <p:cNvSpPr>
              <a:spLocks noGrp="1"/>
            </p:cNvSpPr>
            <p:nvPr/>
          </p:nvSpPr>
          <p:spPr>
            <a:xfrm>
              <a:off x="17831197" y="7343775"/>
              <a:ext cx="19248" cy="200025"/>
            </a:xfrm>
            <a:prstGeom prst="rect">
              <a:avLst/>
            </a:prstGeom>
            <a:solidFill>
              <a:srgbClr val="81C9BA"/>
            </a:solidFill>
            <a:ln w="0">
              <a:noFill/>
              <a:prstDash val="solid"/>
            </a:ln>
          </p:spPr>
        </p:sp>
        <p:sp>
          <p:nvSpPr>
            <p:cNvPr id="1770" name="four:barrier-filling:filled-output-cell-99:1494"/>
            <p:cNvSpPr>
              <a:spLocks noGrp="1"/>
            </p:cNvSpPr>
            <p:nvPr/>
          </p:nvSpPr>
          <p:spPr>
            <a:xfrm>
              <a:off x="17850445" y="7343775"/>
              <a:ext cx="19248" cy="200025"/>
            </a:xfrm>
            <a:prstGeom prst="rect">
              <a:avLst/>
            </a:prstGeom>
            <a:solidFill>
              <a:srgbClr val="81C9BA"/>
            </a:solidFill>
            <a:ln w="0">
              <a:noFill/>
              <a:prstDash val="solid"/>
            </a:ln>
          </p:spPr>
        </p:sp>
        <p:sp>
          <p:nvSpPr>
            <p:cNvPr id="1771" name="four:barrier-filling:filled-output-cell-100:1495"/>
            <p:cNvSpPr>
              <a:spLocks noGrp="1"/>
            </p:cNvSpPr>
            <p:nvPr/>
          </p:nvSpPr>
          <p:spPr>
            <a:xfrm>
              <a:off x="17869694" y="7343775"/>
              <a:ext cx="19248" cy="200025"/>
            </a:xfrm>
            <a:prstGeom prst="rect">
              <a:avLst/>
            </a:prstGeom>
            <a:solidFill>
              <a:srgbClr val="81C9BA"/>
            </a:solidFill>
            <a:ln w="0">
              <a:noFill/>
              <a:prstDash val="solid"/>
            </a:ln>
          </p:spPr>
        </p:sp>
        <p:sp>
          <p:nvSpPr>
            <p:cNvPr id="1772" name="four:barrier-filling:filled-output-cell-101:1496"/>
            <p:cNvSpPr>
              <a:spLocks noGrp="1"/>
            </p:cNvSpPr>
            <p:nvPr/>
          </p:nvSpPr>
          <p:spPr>
            <a:xfrm>
              <a:off x="17888942" y="7343775"/>
              <a:ext cx="19248" cy="200025"/>
            </a:xfrm>
            <a:prstGeom prst="rect">
              <a:avLst/>
            </a:prstGeom>
            <a:solidFill>
              <a:srgbClr val="81C9BA"/>
            </a:solidFill>
            <a:ln w="0">
              <a:noFill/>
              <a:prstDash val="solid"/>
            </a:ln>
          </p:spPr>
        </p:sp>
        <p:sp>
          <p:nvSpPr>
            <p:cNvPr id="1773" name="four:barrier-filling:filled-output-cell-102:1497"/>
            <p:cNvSpPr>
              <a:spLocks noGrp="1"/>
            </p:cNvSpPr>
            <p:nvPr/>
          </p:nvSpPr>
          <p:spPr>
            <a:xfrm>
              <a:off x="17908191" y="7343775"/>
              <a:ext cx="19248" cy="200025"/>
            </a:xfrm>
            <a:prstGeom prst="rect">
              <a:avLst/>
            </a:prstGeom>
            <a:solidFill>
              <a:srgbClr val="81C9BA"/>
            </a:solidFill>
            <a:ln w="0">
              <a:noFill/>
              <a:prstDash val="solid"/>
            </a:ln>
          </p:spPr>
        </p:sp>
        <p:sp>
          <p:nvSpPr>
            <p:cNvPr id="1774" name="four:barrier-filling:filled-output-cell-103:1498"/>
            <p:cNvSpPr>
              <a:spLocks noGrp="1"/>
            </p:cNvSpPr>
            <p:nvPr/>
          </p:nvSpPr>
          <p:spPr>
            <a:xfrm>
              <a:off x="17927439" y="7343775"/>
              <a:ext cx="19248" cy="200025"/>
            </a:xfrm>
            <a:prstGeom prst="rect">
              <a:avLst/>
            </a:prstGeom>
            <a:solidFill>
              <a:srgbClr val="81C9BA"/>
            </a:solidFill>
            <a:ln w="0">
              <a:noFill/>
              <a:prstDash val="solid"/>
            </a:ln>
          </p:spPr>
        </p:sp>
        <p:sp>
          <p:nvSpPr>
            <p:cNvPr id="1775" name="four:barrier-filling:filled-output-cell-104:1499"/>
            <p:cNvSpPr>
              <a:spLocks noGrp="1"/>
            </p:cNvSpPr>
            <p:nvPr/>
          </p:nvSpPr>
          <p:spPr>
            <a:xfrm>
              <a:off x="17946688" y="7343775"/>
              <a:ext cx="19248" cy="200025"/>
            </a:xfrm>
            <a:prstGeom prst="rect">
              <a:avLst/>
            </a:prstGeom>
            <a:solidFill>
              <a:srgbClr val="81C9BA"/>
            </a:solidFill>
            <a:ln w="0">
              <a:noFill/>
              <a:prstDash val="solid"/>
            </a:ln>
          </p:spPr>
        </p:sp>
        <p:sp>
          <p:nvSpPr>
            <p:cNvPr id="1776" name="four:barrier-filling:filled-output-cell-105:1500"/>
            <p:cNvSpPr>
              <a:spLocks noGrp="1"/>
            </p:cNvSpPr>
            <p:nvPr/>
          </p:nvSpPr>
          <p:spPr>
            <a:xfrm>
              <a:off x="17965936" y="7343775"/>
              <a:ext cx="19248" cy="200025"/>
            </a:xfrm>
            <a:prstGeom prst="rect">
              <a:avLst/>
            </a:prstGeom>
            <a:solidFill>
              <a:srgbClr val="81C9BA"/>
            </a:solidFill>
            <a:ln w="0">
              <a:noFill/>
              <a:prstDash val="solid"/>
            </a:ln>
          </p:spPr>
        </p:sp>
        <p:sp>
          <p:nvSpPr>
            <p:cNvPr id="1777" name="four:barrier-filling:filled-output-cell-106:1501"/>
            <p:cNvSpPr>
              <a:spLocks noGrp="1"/>
            </p:cNvSpPr>
            <p:nvPr/>
          </p:nvSpPr>
          <p:spPr>
            <a:xfrm>
              <a:off x="17985184" y="7343775"/>
              <a:ext cx="19248" cy="200025"/>
            </a:xfrm>
            <a:prstGeom prst="rect">
              <a:avLst/>
            </a:prstGeom>
            <a:solidFill>
              <a:srgbClr val="81C9BA"/>
            </a:solidFill>
            <a:ln w="0">
              <a:noFill/>
              <a:prstDash val="solid"/>
            </a:ln>
          </p:spPr>
        </p:sp>
        <p:sp>
          <p:nvSpPr>
            <p:cNvPr id="1778" name="four:barrier-filling:filled-output-cell-107:1502"/>
            <p:cNvSpPr>
              <a:spLocks noGrp="1"/>
            </p:cNvSpPr>
            <p:nvPr/>
          </p:nvSpPr>
          <p:spPr>
            <a:xfrm>
              <a:off x="18004433" y="7343775"/>
              <a:ext cx="19248" cy="200025"/>
            </a:xfrm>
            <a:prstGeom prst="rect">
              <a:avLst/>
            </a:prstGeom>
            <a:solidFill>
              <a:srgbClr val="81C9BA"/>
            </a:solidFill>
            <a:ln w="0">
              <a:noFill/>
              <a:prstDash val="solid"/>
            </a:ln>
          </p:spPr>
        </p:sp>
        <p:sp>
          <p:nvSpPr>
            <p:cNvPr id="1779" name="four:barrier-filling:filled-output-cell-108:1503"/>
            <p:cNvSpPr>
              <a:spLocks noGrp="1"/>
            </p:cNvSpPr>
            <p:nvPr/>
          </p:nvSpPr>
          <p:spPr>
            <a:xfrm>
              <a:off x="18023681" y="7343775"/>
              <a:ext cx="19248" cy="200025"/>
            </a:xfrm>
            <a:prstGeom prst="rect">
              <a:avLst/>
            </a:prstGeom>
            <a:solidFill>
              <a:srgbClr val="81C9BA"/>
            </a:solidFill>
            <a:ln w="0">
              <a:noFill/>
              <a:prstDash val="solid"/>
            </a:ln>
          </p:spPr>
        </p:sp>
        <p:sp>
          <p:nvSpPr>
            <p:cNvPr id="1780" name="four:barrier-filling:filled-output-cell-109:1504"/>
            <p:cNvSpPr>
              <a:spLocks noGrp="1"/>
            </p:cNvSpPr>
            <p:nvPr/>
          </p:nvSpPr>
          <p:spPr>
            <a:xfrm>
              <a:off x="18042930" y="7343775"/>
              <a:ext cx="19248" cy="200025"/>
            </a:xfrm>
            <a:prstGeom prst="rect">
              <a:avLst/>
            </a:prstGeom>
            <a:solidFill>
              <a:srgbClr val="7FC9B9"/>
            </a:solidFill>
            <a:ln w="0">
              <a:noFill/>
              <a:prstDash val="solid"/>
            </a:ln>
          </p:spPr>
        </p:sp>
        <p:sp>
          <p:nvSpPr>
            <p:cNvPr id="1781" name="four:barrier-filling:filled-output-cell-110:1505"/>
            <p:cNvSpPr>
              <a:spLocks noGrp="1"/>
            </p:cNvSpPr>
            <p:nvPr/>
          </p:nvSpPr>
          <p:spPr>
            <a:xfrm>
              <a:off x="18062178" y="7343775"/>
              <a:ext cx="19248" cy="200025"/>
            </a:xfrm>
            <a:prstGeom prst="rect">
              <a:avLst/>
            </a:prstGeom>
            <a:solidFill>
              <a:srgbClr val="73C5B3"/>
            </a:solidFill>
            <a:ln w="0">
              <a:noFill/>
              <a:prstDash val="solid"/>
            </a:ln>
          </p:spPr>
        </p:sp>
        <p:sp>
          <p:nvSpPr>
            <p:cNvPr id="1782" name="four:barrier-filling:filled-output-cell-111:1506"/>
            <p:cNvSpPr>
              <a:spLocks noGrp="1"/>
            </p:cNvSpPr>
            <p:nvPr/>
          </p:nvSpPr>
          <p:spPr>
            <a:xfrm>
              <a:off x="18081427" y="7343775"/>
              <a:ext cx="19248" cy="200025"/>
            </a:xfrm>
            <a:prstGeom prst="rect">
              <a:avLst/>
            </a:prstGeom>
            <a:solidFill>
              <a:srgbClr val="60BEA8"/>
            </a:solidFill>
            <a:ln w="0">
              <a:noFill/>
              <a:prstDash val="solid"/>
            </a:ln>
          </p:spPr>
        </p:sp>
        <p:sp>
          <p:nvSpPr>
            <p:cNvPr id="1783" name="four:barrier-filling:filled-output-cell-112:1507"/>
            <p:cNvSpPr>
              <a:spLocks noGrp="1"/>
            </p:cNvSpPr>
            <p:nvPr/>
          </p:nvSpPr>
          <p:spPr>
            <a:xfrm>
              <a:off x="18100675" y="7343775"/>
              <a:ext cx="19248" cy="200025"/>
            </a:xfrm>
            <a:prstGeom prst="rect">
              <a:avLst/>
            </a:prstGeom>
            <a:solidFill>
              <a:srgbClr val="48B69B"/>
            </a:solidFill>
            <a:ln w="0">
              <a:noFill/>
              <a:prstDash val="solid"/>
            </a:ln>
          </p:spPr>
        </p:sp>
        <p:sp>
          <p:nvSpPr>
            <p:cNvPr id="1784" name="four:barrier-filling:filled-output-cell-113:1508"/>
            <p:cNvSpPr>
              <a:spLocks noGrp="1"/>
            </p:cNvSpPr>
            <p:nvPr/>
          </p:nvSpPr>
          <p:spPr>
            <a:xfrm>
              <a:off x="18119923" y="7343775"/>
              <a:ext cx="19248" cy="200025"/>
            </a:xfrm>
            <a:prstGeom prst="rect">
              <a:avLst/>
            </a:prstGeom>
            <a:solidFill>
              <a:srgbClr val="2EAE8D"/>
            </a:solidFill>
            <a:ln w="0">
              <a:noFill/>
              <a:prstDash val="solid"/>
            </a:ln>
          </p:spPr>
        </p:sp>
        <p:sp>
          <p:nvSpPr>
            <p:cNvPr id="1785" name="four:barrier-filling:filled-output-cell-114:1509"/>
            <p:cNvSpPr>
              <a:spLocks noGrp="1"/>
            </p:cNvSpPr>
            <p:nvPr/>
          </p:nvSpPr>
          <p:spPr>
            <a:xfrm>
              <a:off x="18139172" y="7343775"/>
              <a:ext cx="19248" cy="200025"/>
            </a:xfrm>
            <a:prstGeom prst="rect">
              <a:avLst/>
            </a:prstGeom>
            <a:solidFill>
              <a:srgbClr val="1AA781"/>
            </a:solidFill>
            <a:ln w="0">
              <a:noFill/>
              <a:prstDash val="solid"/>
            </a:ln>
          </p:spPr>
        </p:sp>
        <p:sp>
          <p:nvSpPr>
            <p:cNvPr id="1786" name="four:barrier-filling:filled-output-cell-115:1510"/>
            <p:cNvSpPr>
              <a:spLocks noGrp="1"/>
            </p:cNvSpPr>
            <p:nvPr/>
          </p:nvSpPr>
          <p:spPr>
            <a:xfrm>
              <a:off x="18158420" y="7343775"/>
              <a:ext cx="19248" cy="200025"/>
            </a:xfrm>
            <a:prstGeom prst="rect">
              <a:avLst/>
            </a:prstGeom>
            <a:solidFill>
              <a:srgbClr val="07A177"/>
            </a:solidFill>
            <a:ln w="0">
              <a:noFill/>
              <a:prstDash val="solid"/>
            </a:ln>
          </p:spPr>
        </p:sp>
        <p:sp>
          <p:nvSpPr>
            <p:cNvPr id="1787" name="four:barrier-filling:filled-output-cell-116:1511"/>
            <p:cNvSpPr>
              <a:spLocks noGrp="1"/>
            </p:cNvSpPr>
            <p:nvPr/>
          </p:nvSpPr>
          <p:spPr>
            <a:xfrm>
              <a:off x="18177669" y="7343775"/>
              <a:ext cx="19248" cy="200025"/>
            </a:xfrm>
            <a:prstGeom prst="rect">
              <a:avLst/>
            </a:prstGeom>
            <a:solidFill>
              <a:srgbClr val="009E73"/>
            </a:solidFill>
            <a:ln w="0">
              <a:noFill/>
              <a:prstDash val="solid"/>
            </a:ln>
          </p:spPr>
        </p:sp>
        <p:sp>
          <p:nvSpPr>
            <p:cNvPr id="1788" name="four:barrier-filling:filled-output-cell-117:1512"/>
            <p:cNvSpPr>
              <a:spLocks noGrp="1"/>
            </p:cNvSpPr>
            <p:nvPr/>
          </p:nvSpPr>
          <p:spPr>
            <a:xfrm>
              <a:off x="18196917" y="7343775"/>
              <a:ext cx="19248" cy="200025"/>
            </a:xfrm>
            <a:prstGeom prst="rect">
              <a:avLst/>
            </a:prstGeom>
            <a:solidFill>
              <a:srgbClr val="009E73"/>
            </a:solidFill>
            <a:ln w="0">
              <a:noFill/>
              <a:prstDash val="solid"/>
            </a:ln>
          </p:spPr>
        </p:sp>
        <p:sp>
          <p:nvSpPr>
            <p:cNvPr id="1789" name="four:barrier-filling:filled-output-cell-118:1513"/>
            <p:cNvSpPr>
              <a:spLocks noGrp="1"/>
            </p:cNvSpPr>
            <p:nvPr/>
          </p:nvSpPr>
          <p:spPr>
            <a:xfrm>
              <a:off x="18216166" y="7343775"/>
              <a:ext cx="19248" cy="200025"/>
            </a:xfrm>
            <a:prstGeom prst="rect">
              <a:avLst/>
            </a:prstGeom>
            <a:solidFill>
              <a:srgbClr val="009E73"/>
            </a:solidFill>
            <a:ln w="0">
              <a:noFill/>
              <a:prstDash val="solid"/>
            </a:ln>
          </p:spPr>
        </p:sp>
        <p:sp>
          <p:nvSpPr>
            <p:cNvPr id="1790" name="four:barrier-filling:filled-output-cell-119:1514"/>
            <p:cNvSpPr>
              <a:spLocks noGrp="1"/>
            </p:cNvSpPr>
            <p:nvPr/>
          </p:nvSpPr>
          <p:spPr>
            <a:xfrm>
              <a:off x="18235414" y="7343775"/>
              <a:ext cx="19248" cy="200025"/>
            </a:xfrm>
            <a:prstGeom prst="rect">
              <a:avLst/>
            </a:prstGeom>
            <a:solidFill>
              <a:srgbClr val="009E73"/>
            </a:solidFill>
            <a:ln w="0">
              <a:noFill/>
              <a:prstDash val="solid"/>
            </a:ln>
          </p:spPr>
        </p:sp>
        <p:sp>
          <p:nvSpPr>
            <p:cNvPr id="1791" name="four:barrier-filling:filled-output-cell-120:1515"/>
            <p:cNvSpPr>
              <a:spLocks noGrp="1"/>
            </p:cNvSpPr>
            <p:nvPr/>
          </p:nvSpPr>
          <p:spPr>
            <a:xfrm>
              <a:off x="18254663" y="7343775"/>
              <a:ext cx="19248" cy="200025"/>
            </a:xfrm>
            <a:prstGeom prst="rect">
              <a:avLst/>
            </a:prstGeom>
            <a:solidFill>
              <a:srgbClr val="009E73"/>
            </a:solidFill>
            <a:ln w="0">
              <a:noFill/>
              <a:prstDash val="solid"/>
            </a:ln>
          </p:spPr>
        </p:sp>
        <p:sp>
          <p:nvSpPr>
            <p:cNvPr id="1792" name="four:barrier-filling:filled-output-cell-121:1516"/>
            <p:cNvSpPr>
              <a:spLocks noGrp="1"/>
            </p:cNvSpPr>
            <p:nvPr/>
          </p:nvSpPr>
          <p:spPr>
            <a:xfrm>
              <a:off x="18273911" y="7343775"/>
              <a:ext cx="19248" cy="200025"/>
            </a:xfrm>
            <a:prstGeom prst="rect">
              <a:avLst/>
            </a:prstGeom>
            <a:solidFill>
              <a:srgbClr val="009E73"/>
            </a:solidFill>
            <a:ln w="0">
              <a:noFill/>
              <a:prstDash val="solid"/>
            </a:ln>
          </p:spPr>
        </p:sp>
        <p:sp>
          <p:nvSpPr>
            <p:cNvPr id="1793" name="four:barrier-filling:filled-output-cell-122:1517"/>
            <p:cNvSpPr>
              <a:spLocks noGrp="1"/>
            </p:cNvSpPr>
            <p:nvPr/>
          </p:nvSpPr>
          <p:spPr>
            <a:xfrm>
              <a:off x="18293159" y="7343775"/>
              <a:ext cx="19248" cy="200025"/>
            </a:xfrm>
            <a:prstGeom prst="rect">
              <a:avLst/>
            </a:prstGeom>
            <a:solidFill>
              <a:srgbClr val="009E73"/>
            </a:solidFill>
            <a:ln w="0">
              <a:noFill/>
              <a:prstDash val="solid"/>
            </a:ln>
          </p:spPr>
        </p:sp>
        <p:sp>
          <p:nvSpPr>
            <p:cNvPr id="1794" name="four:barrier-filling:filled-output-cell-123:1518"/>
            <p:cNvSpPr>
              <a:spLocks noGrp="1"/>
            </p:cNvSpPr>
            <p:nvPr/>
          </p:nvSpPr>
          <p:spPr>
            <a:xfrm>
              <a:off x="18312408" y="7343775"/>
              <a:ext cx="19248" cy="200025"/>
            </a:xfrm>
            <a:prstGeom prst="rect">
              <a:avLst/>
            </a:prstGeom>
            <a:solidFill>
              <a:srgbClr val="009E73"/>
            </a:solidFill>
            <a:ln w="0">
              <a:noFill/>
              <a:prstDash val="solid"/>
            </a:ln>
          </p:spPr>
        </p:sp>
        <p:sp>
          <p:nvSpPr>
            <p:cNvPr id="1795" name="four:barrier-filling:filled-output-cell-124:1519"/>
            <p:cNvSpPr>
              <a:spLocks noGrp="1"/>
            </p:cNvSpPr>
            <p:nvPr/>
          </p:nvSpPr>
          <p:spPr>
            <a:xfrm>
              <a:off x="18331656" y="7343775"/>
              <a:ext cx="19248" cy="200025"/>
            </a:xfrm>
            <a:prstGeom prst="rect">
              <a:avLst/>
            </a:prstGeom>
            <a:solidFill>
              <a:srgbClr val="009E73"/>
            </a:solidFill>
            <a:ln w="0">
              <a:noFill/>
              <a:prstDash val="solid"/>
            </a:ln>
          </p:spPr>
        </p:sp>
        <p:sp>
          <p:nvSpPr>
            <p:cNvPr id="1796" name="four:barrier-filling:filled-output-cell-125:1520"/>
            <p:cNvSpPr>
              <a:spLocks noGrp="1"/>
            </p:cNvSpPr>
            <p:nvPr/>
          </p:nvSpPr>
          <p:spPr>
            <a:xfrm>
              <a:off x="18350905" y="7343775"/>
              <a:ext cx="19248" cy="200025"/>
            </a:xfrm>
            <a:prstGeom prst="rect">
              <a:avLst/>
            </a:prstGeom>
            <a:solidFill>
              <a:srgbClr val="009E73"/>
            </a:solidFill>
            <a:ln w="0">
              <a:noFill/>
              <a:prstDash val="solid"/>
            </a:ln>
          </p:spPr>
        </p:sp>
        <p:sp>
          <p:nvSpPr>
            <p:cNvPr id="1797" name="four:barrier-filling:filled-output-cell-126:1521"/>
            <p:cNvSpPr>
              <a:spLocks noGrp="1"/>
            </p:cNvSpPr>
            <p:nvPr/>
          </p:nvSpPr>
          <p:spPr>
            <a:xfrm>
              <a:off x="18370153" y="7343775"/>
              <a:ext cx="19248" cy="200025"/>
            </a:xfrm>
            <a:prstGeom prst="rect">
              <a:avLst/>
            </a:prstGeom>
            <a:solidFill>
              <a:srgbClr val="009E73"/>
            </a:solidFill>
            <a:ln w="0">
              <a:noFill/>
              <a:prstDash val="solid"/>
            </a:ln>
          </p:spPr>
        </p:sp>
        <p:sp>
          <p:nvSpPr>
            <p:cNvPr id="1798" name="four:barrier-filling:filled-output-cell-127:1522"/>
            <p:cNvSpPr>
              <a:spLocks noGrp="1"/>
            </p:cNvSpPr>
            <p:nvPr/>
          </p:nvSpPr>
          <p:spPr>
            <a:xfrm>
              <a:off x="18389402" y="7343775"/>
              <a:ext cx="19248" cy="200025"/>
            </a:xfrm>
            <a:prstGeom prst="rect">
              <a:avLst/>
            </a:prstGeom>
            <a:solidFill>
              <a:srgbClr val="009E73"/>
            </a:solidFill>
            <a:ln w="0">
              <a:noFill/>
              <a:prstDash val="solid"/>
            </a:ln>
          </p:spPr>
        </p:sp>
        <p:sp>
          <p:nvSpPr>
            <p:cNvPr id="1799" name="four:barrier-filling:filled-output-cell-128:1523"/>
            <p:cNvSpPr>
              <a:spLocks noGrp="1"/>
            </p:cNvSpPr>
            <p:nvPr/>
          </p:nvSpPr>
          <p:spPr>
            <a:xfrm>
              <a:off x="18408650" y="7343775"/>
              <a:ext cx="19248" cy="200025"/>
            </a:xfrm>
            <a:prstGeom prst="rect">
              <a:avLst/>
            </a:prstGeom>
            <a:solidFill>
              <a:srgbClr val="019E74"/>
            </a:solidFill>
            <a:ln w="0">
              <a:noFill/>
              <a:prstDash val="solid"/>
            </a:ln>
          </p:spPr>
        </p:sp>
        <p:sp>
          <p:nvSpPr>
            <p:cNvPr id="1800" name="four:barrier-filling:filled-output-cell-129:1524"/>
            <p:cNvSpPr>
              <a:spLocks noGrp="1"/>
            </p:cNvSpPr>
            <p:nvPr/>
          </p:nvSpPr>
          <p:spPr>
            <a:xfrm>
              <a:off x="18427898" y="7343775"/>
              <a:ext cx="19248" cy="200025"/>
            </a:xfrm>
            <a:prstGeom prst="rect">
              <a:avLst/>
            </a:prstGeom>
            <a:solidFill>
              <a:srgbClr val="11A47D"/>
            </a:solidFill>
            <a:ln w="0">
              <a:noFill/>
              <a:prstDash val="solid"/>
            </a:ln>
          </p:spPr>
        </p:sp>
        <p:sp>
          <p:nvSpPr>
            <p:cNvPr id="1801" name="four:barrier-filling:filled-output-cell-130:1525"/>
            <p:cNvSpPr>
              <a:spLocks noGrp="1"/>
            </p:cNvSpPr>
            <p:nvPr/>
          </p:nvSpPr>
          <p:spPr>
            <a:xfrm>
              <a:off x="18447147" y="7343775"/>
              <a:ext cx="19248" cy="200025"/>
            </a:xfrm>
            <a:prstGeom prst="rect">
              <a:avLst/>
            </a:prstGeom>
            <a:solidFill>
              <a:srgbClr val="31AF8E"/>
            </a:solidFill>
            <a:ln w="0">
              <a:noFill/>
              <a:prstDash val="solid"/>
            </a:ln>
          </p:spPr>
        </p:sp>
        <p:sp>
          <p:nvSpPr>
            <p:cNvPr id="1802" name="four:barrier-filling:filled-output-cell-131:1526"/>
            <p:cNvSpPr>
              <a:spLocks noGrp="1"/>
            </p:cNvSpPr>
            <p:nvPr/>
          </p:nvSpPr>
          <p:spPr>
            <a:xfrm>
              <a:off x="18466395" y="7343775"/>
              <a:ext cx="19248" cy="200025"/>
            </a:xfrm>
            <a:prstGeom prst="rect">
              <a:avLst/>
            </a:prstGeom>
            <a:solidFill>
              <a:srgbClr val="59BCA4"/>
            </a:solidFill>
            <a:ln w="0">
              <a:noFill/>
              <a:prstDash val="solid"/>
            </a:ln>
          </p:spPr>
        </p:sp>
        <p:sp>
          <p:nvSpPr>
            <p:cNvPr id="1803" name="four:barrier-filling:filled-output-cell-132:1527"/>
            <p:cNvSpPr>
              <a:spLocks noGrp="1"/>
            </p:cNvSpPr>
            <p:nvPr/>
          </p:nvSpPr>
          <p:spPr>
            <a:xfrm>
              <a:off x="18485644" y="7343775"/>
              <a:ext cx="19248" cy="200025"/>
            </a:xfrm>
            <a:prstGeom prst="rect">
              <a:avLst/>
            </a:prstGeom>
            <a:solidFill>
              <a:srgbClr val="83CABC"/>
            </a:solidFill>
            <a:ln w="0">
              <a:noFill/>
              <a:prstDash val="solid"/>
            </a:ln>
          </p:spPr>
        </p:sp>
        <p:sp>
          <p:nvSpPr>
            <p:cNvPr id="1804" name="four:barrier-filling:filled-output-cell-133:1528"/>
            <p:cNvSpPr>
              <a:spLocks noGrp="1"/>
            </p:cNvSpPr>
            <p:nvPr/>
          </p:nvSpPr>
          <p:spPr>
            <a:xfrm>
              <a:off x="18504892" y="7343775"/>
              <a:ext cx="19248" cy="200025"/>
            </a:xfrm>
            <a:prstGeom prst="rect">
              <a:avLst/>
            </a:prstGeom>
            <a:solidFill>
              <a:srgbClr val="ABD7D2"/>
            </a:solidFill>
            <a:ln w="0">
              <a:noFill/>
              <a:prstDash val="solid"/>
            </a:ln>
          </p:spPr>
        </p:sp>
        <p:sp>
          <p:nvSpPr>
            <p:cNvPr id="1805" name="four:barrier-filling:filled-output-cell-134:1529"/>
            <p:cNvSpPr>
              <a:spLocks noGrp="1"/>
            </p:cNvSpPr>
            <p:nvPr/>
          </p:nvSpPr>
          <p:spPr>
            <a:xfrm>
              <a:off x="18524141" y="7343775"/>
              <a:ext cx="19248" cy="200025"/>
            </a:xfrm>
            <a:prstGeom prst="rect">
              <a:avLst/>
            </a:prstGeom>
            <a:solidFill>
              <a:srgbClr val="D7E0E8"/>
            </a:solidFill>
            <a:ln w="0">
              <a:noFill/>
              <a:prstDash val="solid"/>
            </a:ln>
          </p:spPr>
        </p:sp>
        <p:sp>
          <p:nvSpPr>
            <p:cNvPr id="1806" name="four:barrier-filling:filled-output-cell-135:1530"/>
            <p:cNvSpPr>
              <a:spLocks noGrp="1"/>
            </p:cNvSpPr>
            <p:nvPr/>
          </p:nvSpPr>
          <p:spPr>
            <a:xfrm>
              <a:off x="18543389" y="7343775"/>
              <a:ext cx="19248" cy="200025"/>
            </a:xfrm>
            <a:prstGeom prst="rect">
              <a:avLst/>
            </a:prstGeom>
            <a:solidFill>
              <a:srgbClr val="DCE7ED"/>
            </a:solidFill>
            <a:ln w="0">
              <a:noFill/>
              <a:prstDash val="solid"/>
            </a:ln>
          </p:spPr>
        </p:sp>
        <p:sp>
          <p:nvSpPr>
            <p:cNvPr id="1807" name="four:barrier-filling:filled-output-cell-136:1531"/>
            <p:cNvSpPr>
              <a:spLocks noGrp="1"/>
            </p:cNvSpPr>
            <p:nvPr/>
          </p:nvSpPr>
          <p:spPr>
            <a:xfrm>
              <a:off x="18562638" y="7343775"/>
              <a:ext cx="19248" cy="200025"/>
            </a:xfrm>
            <a:prstGeom prst="rect">
              <a:avLst/>
            </a:prstGeom>
            <a:solidFill>
              <a:srgbClr val="DCE8ED"/>
            </a:solidFill>
            <a:ln w="0">
              <a:noFill/>
              <a:prstDash val="solid"/>
            </a:ln>
          </p:spPr>
        </p:sp>
        <p:sp>
          <p:nvSpPr>
            <p:cNvPr id="1808" name="four:barrier-filling:filled-output-cell-137:1532"/>
            <p:cNvSpPr>
              <a:spLocks noGrp="1"/>
            </p:cNvSpPr>
            <p:nvPr/>
          </p:nvSpPr>
          <p:spPr>
            <a:xfrm>
              <a:off x="18581886" y="7343775"/>
              <a:ext cx="19248" cy="200025"/>
            </a:xfrm>
            <a:prstGeom prst="rect">
              <a:avLst/>
            </a:prstGeom>
            <a:solidFill>
              <a:srgbClr val="DCE8ED"/>
            </a:solidFill>
            <a:ln w="0">
              <a:noFill/>
              <a:prstDash val="solid"/>
            </a:ln>
          </p:spPr>
        </p:sp>
        <p:sp>
          <p:nvSpPr>
            <p:cNvPr id="1809" name="four:barrier-filling:filled-output-cell-138:1533"/>
            <p:cNvSpPr>
              <a:spLocks noGrp="1"/>
            </p:cNvSpPr>
            <p:nvPr/>
          </p:nvSpPr>
          <p:spPr>
            <a:xfrm>
              <a:off x="18601134" y="7343775"/>
              <a:ext cx="19248" cy="200025"/>
            </a:xfrm>
            <a:prstGeom prst="rect">
              <a:avLst/>
            </a:prstGeom>
            <a:solidFill>
              <a:srgbClr val="DCE8ED"/>
            </a:solidFill>
            <a:ln w="0">
              <a:noFill/>
              <a:prstDash val="solid"/>
            </a:ln>
          </p:spPr>
        </p:sp>
        <p:sp>
          <p:nvSpPr>
            <p:cNvPr id="1810" name="four:barrier-filling:filled-output-cell-139:1534"/>
            <p:cNvSpPr>
              <a:spLocks noGrp="1"/>
            </p:cNvSpPr>
            <p:nvPr/>
          </p:nvSpPr>
          <p:spPr>
            <a:xfrm>
              <a:off x="18620383" y="7343775"/>
              <a:ext cx="19248" cy="200025"/>
            </a:xfrm>
            <a:prstGeom prst="rect">
              <a:avLst/>
            </a:prstGeom>
            <a:solidFill>
              <a:srgbClr val="DCE8ED"/>
            </a:solidFill>
            <a:ln w="0">
              <a:noFill/>
              <a:prstDash val="solid"/>
            </a:ln>
          </p:spPr>
        </p:sp>
        <p:sp>
          <p:nvSpPr>
            <p:cNvPr id="1811" name="four:barrier-filling:filled-output-cell-140:1535"/>
            <p:cNvSpPr>
              <a:spLocks noGrp="1"/>
            </p:cNvSpPr>
            <p:nvPr/>
          </p:nvSpPr>
          <p:spPr>
            <a:xfrm>
              <a:off x="18639631" y="7343775"/>
              <a:ext cx="19248" cy="200025"/>
            </a:xfrm>
            <a:prstGeom prst="rect">
              <a:avLst/>
            </a:prstGeom>
            <a:solidFill>
              <a:srgbClr val="DCE8ED"/>
            </a:solidFill>
            <a:ln w="0">
              <a:noFill/>
              <a:prstDash val="solid"/>
            </a:ln>
          </p:spPr>
        </p:sp>
        <p:sp>
          <p:nvSpPr>
            <p:cNvPr id="1812" name="four:barrier-filling:filled-output-cell-141:1536"/>
            <p:cNvSpPr>
              <a:spLocks noGrp="1"/>
            </p:cNvSpPr>
            <p:nvPr/>
          </p:nvSpPr>
          <p:spPr>
            <a:xfrm>
              <a:off x="18658880" y="7343775"/>
              <a:ext cx="19248" cy="200025"/>
            </a:xfrm>
            <a:prstGeom prst="rect">
              <a:avLst/>
            </a:prstGeom>
            <a:solidFill>
              <a:srgbClr val="DCE8ED"/>
            </a:solidFill>
            <a:ln w="0">
              <a:noFill/>
              <a:prstDash val="solid"/>
            </a:ln>
          </p:spPr>
        </p:sp>
        <p:sp>
          <p:nvSpPr>
            <p:cNvPr id="1813" name="four:barrier-filling:filled-output-cell-142:1537"/>
            <p:cNvSpPr>
              <a:spLocks noGrp="1"/>
            </p:cNvSpPr>
            <p:nvPr/>
          </p:nvSpPr>
          <p:spPr>
            <a:xfrm>
              <a:off x="18678128" y="7343775"/>
              <a:ext cx="19248" cy="200025"/>
            </a:xfrm>
            <a:prstGeom prst="rect">
              <a:avLst/>
            </a:prstGeom>
            <a:solidFill>
              <a:srgbClr val="DCE8ED"/>
            </a:solidFill>
            <a:ln w="0">
              <a:noFill/>
              <a:prstDash val="solid"/>
            </a:ln>
          </p:spPr>
        </p:sp>
        <p:sp>
          <p:nvSpPr>
            <p:cNvPr id="1814" name="four:barrier-filling:filled-output-cell-143:1538"/>
            <p:cNvSpPr>
              <a:spLocks noGrp="1"/>
            </p:cNvSpPr>
            <p:nvPr/>
          </p:nvSpPr>
          <p:spPr>
            <a:xfrm>
              <a:off x="18697377" y="7343775"/>
              <a:ext cx="19248" cy="200025"/>
            </a:xfrm>
            <a:prstGeom prst="rect">
              <a:avLst/>
            </a:prstGeom>
            <a:solidFill>
              <a:srgbClr val="DCE8ED"/>
            </a:solidFill>
            <a:ln w="0">
              <a:noFill/>
              <a:prstDash val="solid"/>
            </a:ln>
          </p:spPr>
        </p:sp>
        <p:sp>
          <p:nvSpPr>
            <p:cNvPr id="1815" name="four:barrier-filling:filled-output-cell-144:1539"/>
            <p:cNvSpPr>
              <a:spLocks noGrp="1"/>
            </p:cNvSpPr>
            <p:nvPr/>
          </p:nvSpPr>
          <p:spPr>
            <a:xfrm>
              <a:off x="18716625" y="7343775"/>
              <a:ext cx="19248" cy="200025"/>
            </a:xfrm>
            <a:prstGeom prst="rect">
              <a:avLst/>
            </a:prstGeom>
            <a:solidFill>
              <a:srgbClr val="DCE8ED"/>
            </a:solidFill>
            <a:ln w="0">
              <a:noFill/>
              <a:prstDash val="solid"/>
            </a:ln>
          </p:spPr>
        </p:sp>
        <p:sp>
          <p:nvSpPr>
            <p:cNvPr id="1816" name="four:barrier-filling:filled-output-cell-145:1540"/>
            <p:cNvSpPr>
              <a:spLocks noGrp="1"/>
            </p:cNvSpPr>
            <p:nvPr/>
          </p:nvSpPr>
          <p:spPr>
            <a:xfrm>
              <a:off x="18735873" y="7343775"/>
              <a:ext cx="19248" cy="200025"/>
            </a:xfrm>
            <a:prstGeom prst="rect">
              <a:avLst/>
            </a:prstGeom>
            <a:solidFill>
              <a:srgbClr val="DCE8ED"/>
            </a:solidFill>
            <a:ln w="0">
              <a:noFill/>
              <a:prstDash val="solid"/>
            </a:ln>
          </p:spPr>
        </p:sp>
        <p:sp>
          <p:nvSpPr>
            <p:cNvPr id="1817" name="four:barrier-filling:filled-output-cell-146:1541"/>
            <p:cNvSpPr>
              <a:spLocks noGrp="1"/>
            </p:cNvSpPr>
            <p:nvPr/>
          </p:nvSpPr>
          <p:spPr>
            <a:xfrm>
              <a:off x="18755122" y="7343775"/>
              <a:ext cx="19248" cy="200025"/>
            </a:xfrm>
            <a:prstGeom prst="rect">
              <a:avLst/>
            </a:prstGeom>
            <a:solidFill>
              <a:srgbClr val="DCE8ED"/>
            </a:solidFill>
            <a:ln w="0">
              <a:noFill/>
              <a:prstDash val="solid"/>
            </a:ln>
          </p:spPr>
        </p:sp>
        <p:sp>
          <p:nvSpPr>
            <p:cNvPr id="1818" name="four:barrier-filling:filled-output-cell-147:1542"/>
            <p:cNvSpPr>
              <a:spLocks noGrp="1"/>
            </p:cNvSpPr>
            <p:nvPr/>
          </p:nvSpPr>
          <p:spPr>
            <a:xfrm>
              <a:off x="18774370" y="7343775"/>
              <a:ext cx="19248" cy="200025"/>
            </a:xfrm>
            <a:prstGeom prst="rect">
              <a:avLst/>
            </a:prstGeom>
            <a:solidFill>
              <a:srgbClr val="DCE8ED"/>
            </a:solidFill>
            <a:ln w="0">
              <a:noFill/>
              <a:prstDash val="solid"/>
            </a:ln>
          </p:spPr>
        </p:sp>
        <p:sp>
          <p:nvSpPr>
            <p:cNvPr id="1819" name="four:barrier-filling:filled-output-cell-148:1543"/>
            <p:cNvSpPr>
              <a:spLocks noGrp="1"/>
            </p:cNvSpPr>
            <p:nvPr/>
          </p:nvSpPr>
          <p:spPr>
            <a:xfrm>
              <a:off x="18793619" y="7343775"/>
              <a:ext cx="19248" cy="200025"/>
            </a:xfrm>
            <a:prstGeom prst="rect">
              <a:avLst/>
            </a:prstGeom>
            <a:solidFill>
              <a:srgbClr val="DCE8ED"/>
            </a:solidFill>
            <a:ln w="0">
              <a:noFill/>
              <a:prstDash val="solid"/>
            </a:ln>
          </p:spPr>
        </p:sp>
        <p:sp>
          <p:nvSpPr>
            <p:cNvPr id="1820" name="four:barrier-filling:filled-output-cell-149:1544"/>
            <p:cNvSpPr>
              <a:spLocks noGrp="1"/>
            </p:cNvSpPr>
            <p:nvPr/>
          </p:nvSpPr>
          <p:spPr>
            <a:xfrm>
              <a:off x="18812867" y="7343775"/>
              <a:ext cx="19248" cy="200025"/>
            </a:xfrm>
            <a:prstGeom prst="rect">
              <a:avLst/>
            </a:prstGeom>
            <a:solidFill>
              <a:srgbClr val="DCE8ED"/>
            </a:solidFill>
            <a:ln w="0">
              <a:noFill/>
              <a:prstDash val="solid"/>
            </a:ln>
          </p:spPr>
        </p:sp>
        <p:sp>
          <p:nvSpPr>
            <p:cNvPr id="1821" name="four:barrier-filling:filled-output-cell-150:1545"/>
            <p:cNvSpPr>
              <a:spLocks noGrp="1"/>
            </p:cNvSpPr>
            <p:nvPr/>
          </p:nvSpPr>
          <p:spPr>
            <a:xfrm>
              <a:off x="18832116" y="7343775"/>
              <a:ext cx="19248" cy="200025"/>
            </a:xfrm>
            <a:prstGeom prst="rect">
              <a:avLst/>
            </a:prstGeom>
            <a:solidFill>
              <a:srgbClr val="DCE8ED"/>
            </a:solidFill>
            <a:ln w="0">
              <a:noFill/>
              <a:prstDash val="solid"/>
            </a:ln>
          </p:spPr>
        </p:sp>
        <p:sp>
          <p:nvSpPr>
            <p:cNvPr id="1822" name="four:barrier-filling:filled-output-cell-151:1546"/>
            <p:cNvSpPr>
              <a:spLocks noGrp="1"/>
            </p:cNvSpPr>
            <p:nvPr/>
          </p:nvSpPr>
          <p:spPr>
            <a:xfrm>
              <a:off x="18851364" y="7343775"/>
              <a:ext cx="19248" cy="200025"/>
            </a:xfrm>
            <a:prstGeom prst="rect">
              <a:avLst/>
            </a:prstGeom>
            <a:solidFill>
              <a:srgbClr val="DCE8ED"/>
            </a:solidFill>
            <a:ln w="0">
              <a:noFill/>
              <a:prstDash val="solid"/>
            </a:ln>
          </p:spPr>
        </p:sp>
        <p:sp>
          <p:nvSpPr>
            <p:cNvPr id="1823" name="four:barrier-filling:filled-output-cell-152:1547"/>
            <p:cNvSpPr>
              <a:spLocks noGrp="1"/>
            </p:cNvSpPr>
            <p:nvPr/>
          </p:nvSpPr>
          <p:spPr>
            <a:xfrm>
              <a:off x="18870613" y="7343775"/>
              <a:ext cx="19248" cy="200025"/>
            </a:xfrm>
            <a:prstGeom prst="rect">
              <a:avLst/>
            </a:prstGeom>
            <a:solidFill>
              <a:srgbClr val="DCE8ED"/>
            </a:solidFill>
            <a:ln w="0">
              <a:noFill/>
              <a:prstDash val="solid"/>
            </a:ln>
          </p:spPr>
        </p:sp>
        <p:sp>
          <p:nvSpPr>
            <p:cNvPr id="1824" name="four:barrier-filling:filled-output-cell-153:1548"/>
            <p:cNvSpPr>
              <a:spLocks noGrp="1"/>
            </p:cNvSpPr>
            <p:nvPr/>
          </p:nvSpPr>
          <p:spPr>
            <a:xfrm>
              <a:off x="18889861" y="7343775"/>
              <a:ext cx="19248" cy="200025"/>
            </a:xfrm>
            <a:prstGeom prst="rect">
              <a:avLst/>
            </a:prstGeom>
            <a:solidFill>
              <a:srgbClr val="DCE8ED"/>
            </a:solidFill>
            <a:ln w="0">
              <a:noFill/>
              <a:prstDash val="solid"/>
            </a:ln>
          </p:spPr>
        </p:sp>
        <p:sp>
          <p:nvSpPr>
            <p:cNvPr id="1825" name="four:barrier-filling:filled-output-cell-154:1549"/>
            <p:cNvSpPr>
              <a:spLocks noGrp="1"/>
            </p:cNvSpPr>
            <p:nvPr/>
          </p:nvSpPr>
          <p:spPr>
            <a:xfrm>
              <a:off x="18909109" y="7343775"/>
              <a:ext cx="19248" cy="200025"/>
            </a:xfrm>
            <a:prstGeom prst="rect">
              <a:avLst/>
            </a:prstGeom>
            <a:solidFill>
              <a:srgbClr val="DCE8ED"/>
            </a:solidFill>
            <a:ln w="0">
              <a:noFill/>
              <a:prstDash val="solid"/>
            </a:ln>
          </p:spPr>
        </p:sp>
        <p:sp>
          <p:nvSpPr>
            <p:cNvPr id="1826" name="four:barrier-filling:filled-output-cell-155:1550"/>
            <p:cNvSpPr>
              <a:spLocks noGrp="1"/>
            </p:cNvSpPr>
            <p:nvPr/>
          </p:nvSpPr>
          <p:spPr>
            <a:xfrm>
              <a:off x="18928358" y="7343775"/>
              <a:ext cx="19248" cy="200025"/>
            </a:xfrm>
            <a:prstGeom prst="rect">
              <a:avLst/>
            </a:prstGeom>
            <a:solidFill>
              <a:srgbClr val="DCE8ED"/>
            </a:solidFill>
            <a:ln w="0">
              <a:noFill/>
              <a:prstDash val="solid"/>
            </a:ln>
          </p:spPr>
        </p:sp>
        <p:sp>
          <p:nvSpPr>
            <p:cNvPr id="1827" name="four:barrier-filling:filled-output-cell-156:1551"/>
            <p:cNvSpPr>
              <a:spLocks noGrp="1"/>
            </p:cNvSpPr>
            <p:nvPr/>
          </p:nvSpPr>
          <p:spPr>
            <a:xfrm>
              <a:off x="18947606" y="7343775"/>
              <a:ext cx="19248" cy="200025"/>
            </a:xfrm>
            <a:prstGeom prst="rect">
              <a:avLst/>
            </a:prstGeom>
            <a:solidFill>
              <a:srgbClr val="DCE8ED"/>
            </a:solidFill>
            <a:ln w="0">
              <a:noFill/>
              <a:prstDash val="solid"/>
            </a:ln>
          </p:spPr>
        </p:sp>
        <p:sp>
          <p:nvSpPr>
            <p:cNvPr id="1828" name="four:barrier-filling:filled-output-cell-157:1552"/>
            <p:cNvSpPr>
              <a:spLocks noGrp="1"/>
            </p:cNvSpPr>
            <p:nvPr/>
          </p:nvSpPr>
          <p:spPr>
            <a:xfrm>
              <a:off x="18966855" y="7343775"/>
              <a:ext cx="19248" cy="200025"/>
            </a:xfrm>
            <a:prstGeom prst="rect">
              <a:avLst/>
            </a:prstGeom>
            <a:solidFill>
              <a:srgbClr val="DCE8ED"/>
            </a:solidFill>
            <a:ln w="0">
              <a:noFill/>
              <a:prstDash val="solid"/>
            </a:ln>
          </p:spPr>
        </p:sp>
        <p:sp>
          <p:nvSpPr>
            <p:cNvPr id="1829" name="four:barrier-filling:filled-output-cell-158:1553"/>
            <p:cNvSpPr>
              <a:spLocks noGrp="1"/>
            </p:cNvSpPr>
            <p:nvPr/>
          </p:nvSpPr>
          <p:spPr>
            <a:xfrm>
              <a:off x="18986103" y="7343775"/>
              <a:ext cx="19248" cy="200025"/>
            </a:xfrm>
            <a:prstGeom prst="rect">
              <a:avLst/>
            </a:prstGeom>
            <a:solidFill>
              <a:srgbClr val="DCE8ED"/>
            </a:solidFill>
            <a:ln w="0">
              <a:noFill/>
              <a:prstDash val="solid"/>
            </a:ln>
          </p:spPr>
        </p:sp>
        <p:sp>
          <p:nvSpPr>
            <p:cNvPr id="1830" name="four:barrier-filling:filled-output-cell-159:1554"/>
            <p:cNvSpPr>
              <a:spLocks noGrp="1"/>
            </p:cNvSpPr>
            <p:nvPr/>
          </p:nvSpPr>
          <p:spPr>
            <a:xfrm>
              <a:off x="19005352" y="7343775"/>
              <a:ext cx="19248" cy="200025"/>
            </a:xfrm>
            <a:prstGeom prst="rect">
              <a:avLst/>
            </a:prstGeom>
            <a:solidFill>
              <a:srgbClr val="DCE8ED"/>
            </a:solidFill>
            <a:ln w="0">
              <a:noFill/>
              <a:prstDash val="solid"/>
            </a:ln>
          </p:spPr>
        </p:sp>
        <p:sp>
          <p:nvSpPr>
            <p:cNvPr id="1831" name="four:barrier-filling:filled-output-cell-160:1555"/>
            <p:cNvSpPr>
              <a:spLocks noGrp="1"/>
            </p:cNvSpPr>
            <p:nvPr/>
          </p:nvSpPr>
          <p:spPr>
            <a:xfrm>
              <a:off x="19024600" y="7343775"/>
              <a:ext cx="19248" cy="200025"/>
            </a:xfrm>
            <a:prstGeom prst="rect">
              <a:avLst/>
            </a:prstGeom>
            <a:solidFill>
              <a:srgbClr val="DCE8ED"/>
            </a:solidFill>
            <a:ln w="0">
              <a:noFill/>
              <a:prstDash val="solid"/>
            </a:ln>
          </p:spPr>
        </p:sp>
        <p:sp>
          <p:nvSpPr>
            <p:cNvPr id="1832" name="four:barrier-filling:filled-output-cell-161:1556"/>
            <p:cNvSpPr>
              <a:spLocks noGrp="1"/>
            </p:cNvSpPr>
            <p:nvPr/>
          </p:nvSpPr>
          <p:spPr>
            <a:xfrm>
              <a:off x="19043848" y="7343775"/>
              <a:ext cx="19248" cy="200025"/>
            </a:xfrm>
            <a:prstGeom prst="rect">
              <a:avLst/>
            </a:prstGeom>
            <a:solidFill>
              <a:srgbClr val="DCE8ED"/>
            </a:solidFill>
            <a:ln w="0">
              <a:noFill/>
              <a:prstDash val="solid"/>
            </a:ln>
          </p:spPr>
        </p:sp>
        <p:sp>
          <p:nvSpPr>
            <p:cNvPr id="1833" name="four:barrier-filling:filled-output-cell-162:1557"/>
            <p:cNvSpPr>
              <a:spLocks noGrp="1"/>
            </p:cNvSpPr>
            <p:nvPr/>
          </p:nvSpPr>
          <p:spPr>
            <a:xfrm>
              <a:off x="19063097" y="7343775"/>
              <a:ext cx="19248" cy="200025"/>
            </a:xfrm>
            <a:prstGeom prst="rect">
              <a:avLst/>
            </a:prstGeom>
            <a:solidFill>
              <a:srgbClr val="DCE6E9"/>
            </a:solidFill>
            <a:ln w="0">
              <a:noFill/>
              <a:prstDash val="solid"/>
            </a:ln>
          </p:spPr>
        </p:sp>
        <p:sp>
          <p:nvSpPr>
            <p:cNvPr id="1834" name="four:barrier-filling:filled-output-cell-163:1558"/>
            <p:cNvSpPr>
              <a:spLocks noGrp="1"/>
            </p:cNvSpPr>
            <p:nvPr/>
          </p:nvSpPr>
          <p:spPr>
            <a:xfrm>
              <a:off x="19082345" y="7343775"/>
              <a:ext cx="19248" cy="200025"/>
            </a:xfrm>
            <a:prstGeom prst="rect">
              <a:avLst/>
            </a:prstGeom>
            <a:solidFill>
              <a:srgbClr val="DADCDB"/>
            </a:solidFill>
            <a:ln w="0">
              <a:noFill/>
              <a:prstDash val="solid"/>
            </a:ln>
          </p:spPr>
        </p:sp>
        <p:sp>
          <p:nvSpPr>
            <p:cNvPr id="1835" name="four:barrier-filling:filled-output-cell-164:1559"/>
            <p:cNvSpPr>
              <a:spLocks noGrp="1"/>
            </p:cNvSpPr>
            <p:nvPr/>
          </p:nvSpPr>
          <p:spPr>
            <a:xfrm>
              <a:off x="19101594" y="7343775"/>
              <a:ext cx="19248" cy="200025"/>
            </a:xfrm>
            <a:prstGeom prst="rect">
              <a:avLst/>
            </a:prstGeom>
            <a:solidFill>
              <a:srgbClr val="D7C8D9"/>
            </a:solidFill>
            <a:ln w="0">
              <a:noFill/>
              <a:prstDash val="solid"/>
            </a:ln>
          </p:spPr>
        </p:sp>
        <p:sp>
          <p:nvSpPr>
            <p:cNvPr id="1836" name="four:barrier-filling:filled-output-cell-165:1560"/>
            <p:cNvSpPr>
              <a:spLocks noGrp="1"/>
            </p:cNvSpPr>
            <p:nvPr/>
          </p:nvSpPr>
          <p:spPr>
            <a:xfrm>
              <a:off x="19120842" y="7343775"/>
              <a:ext cx="19248" cy="200025"/>
            </a:xfrm>
            <a:prstGeom prst="rect">
              <a:avLst/>
            </a:prstGeom>
            <a:solidFill>
              <a:srgbClr val="D4B2CB"/>
            </a:solidFill>
            <a:ln w="0">
              <a:noFill/>
              <a:prstDash val="solid"/>
            </a:ln>
          </p:spPr>
        </p:sp>
        <p:sp>
          <p:nvSpPr>
            <p:cNvPr id="1837" name="four:barrier-filling:filled-output-cell-166:1561"/>
            <p:cNvSpPr>
              <a:spLocks noGrp="1"/>
            </p:cNvSpPr>
            <p:nvPr/>
          </p:nvSpPr>
          <p:spPr>
            <a:xfrm>
              <a:off x="19140091" y="7343775"/>
              <a:ext cx="19248" cy="200025"/>
            </a:xfrm>
            <a:prstGeom prst="rect">
              <a:avLst/>
            </a:prstGeom>
            <a:solidFill>
              <a:srgbClr val="D19DBE"/>
            </a:solidFill>
            <a:ln w="0">
              <a:noFill/>
              <a:prstDash val="solid"/>
            </a:ln>
          </p:spPr>
        </p:sp>
        <p:sp>
          <p:nvSpPr>
            <p:cNvPr id="1838" name="four:barrier-filling:filled-output-cell-167:1562"/>
            <p:cNvSpPr>
              <a:spLocks noGrp="1"/>
            </p:cNvSpPr>
            <p:nvPr/>
          </p:nvSpPr>
          <p:spPr>
            <a:xfrm>
              <a:off x="19159339" y="7343775"/>
              <a:ext cx="19248" cy="200025"/>
            </a:xfrm>
            <a:prstGeom prst="rect">
              <a:avLst/>
            </a:prstGeom>
            <a:solidFill>
              <a:srgbClr val="CF8AB2"/>
            </a:solidFill>
            <a:ln w="0">
              <a:noFill/>
              <a:prstDash val="solid"/>
            </a:ln>
          </p:spPr>
        </p:sp>
        <p:sp>
          <p:nvSpPr>
            <p:cNvPr id="1839" name="four:barrier-filling:filled-output-cell-168:1563"/>
            <p:cNvSpPr>
              <a:spLocks noGrp="1"/>
            </p:cNvSpPr>
            <p:nvPr/>
          </p:nvSpPr>
          <p:spPr>
            <a:xfrm>
              <a:off x="19178588" y="7343775"/>
              <a:ext cx="19248" cy="200025"/>
            </a:xfrm>
            <a:prstGeom prst="rect">
              <a:avLst/>
            </a:prstGeom>
            <a:solidFill>
              <a:srgbClr val="CD7EAA"/>
            </a:solidFill>
            <a:ln w="0">
              <a:noFill/>
              <a:prstDash val="solid"/>
            </a:ln>
          </p:spPr>
        </p:sp>
        <p:sp>
          <p:nvSpPr>
            <p:cNvPr id="1840" name="four:barrier-filling:filled-output-cell-169:1564"/>
            <p:cNvSpPr>
              <a:spLocks noGrp="1"/>
            </p:cNvSpPr>
            <p:nvPr/>
          </p:nvSpPr>
          <p:spPr>
            <a:xfrm>
              <a:off x="19197836" y="7343775"/>
              <a:ext cx="19248" cy="200025"/>
            </a:xfrm>
            <a:prstGeom prst="rect">
              <a:avLst/>
            </a:prstGeom>
            <a:solidFill>
              <a:srgbClr val="CC79A7"/>
            </a:solidFill>
            <a:ln w="0">
              <a:noFill/>
              <a:prstDash val="solid"/>
            </a:ln>
          </p:spPr>
        </p:sp>
        <p:sp>
          <p:nvSpPr>
            <p:cNvPr id="1841" name="four:barrier-filling:filled-output-cell-170:1565"/>
            <p:cNvSpPr>
              <a:spLocks noGrp="1"/>
            </p:cNvSpPr>
            <p:nvPr/>
          </p:nvSpPr>
          <p:spPr>
            <a:xfrm>
              <a:off x="19217084" y="7343775"/>
              <a:ext cx="19248" cy="200025"/>
            </a:xfrm>
            <a:prstGeom prst="rect">
              <a:avLst/>
            </a:prstGeom>
            <a:solidFill>
              <a:srgbClr val="CC79A7"/>
            </a:solidFill>
            <a:ln w="0">
              <a:noFill/>
              <a:prstDash val="solid"/>
            </a:ln>
          </p:spPr>
        </p:sp>
        <p:sp>
          <p:nvSpPr>
            <p:cNvPr id="1842" name="four:barrier-filling:filled-output-cell-171:1566"/>
            <p:cNvSpPr>
              <a:spLocks noGrp="1"/>
            </p:cNvSpPr>
            <p:nvPr/>
          </p:nvSpPr>
          <p:spPr>
            <a:xfrm>
              <a:off x="19236333" y="7343775"/>
              <a:ext cx="19248" cy="200025"/>
            </a:xfrm>
            <a:prstGeom prst="rect">
              <a:avLst/>
            </a:prstGeom>
            <a:solidFill>
              <a:srgbClr val="CC79A7"/>
            </a:solidFill>
            <a:ln w="0">
              <a:noFill/>
              <a:prstDash val="solid"/>
            </a:ln>
          </p:spPr>
        </p:sp>
        <p:sp>
          <p:nvSpPr>
            <p:cNvPr id="1843" name="four:barrier-filling:filled-output-cell-172:1567"/>
            <p:cNvSpPr>
              <a:spLocks noGrp="1"/>
            </p:cNvSpPr>
            <p:nvPr/>
          </p:nvSpPr>
          <p:spPr>
            <a:xfrm>
              <a:off x="19255581" y="7343775"/>
              <a:ext cx="19248" cy="200025"/>
            </a:xfrm>
            <a:prstGeom prst="rect">
              <a:avLst/>
            </a:prstGeom>
            <a:solidFill>
              <a:srgbClr val="CC79A7"/>
            </a:solidFill>
            <a:ln w="0">
              <a:noFill/>
              <a:prstDash val="solid"/>
            </a:ln>
          </p:spPr>
        </p:sp>
        <p:sp>
          <p:nvSpPr>
            <p:cNvPr id="1844" name="four:barrier-filling:filled-output-cell-173:1568"/>
            <p:cNvSpPr>
              <a:spLocks noGrp="1"/>
            </p:cNvSpPr>
            <p:nvPr/>
          </p:nvSpPr>
          <p:spPr>
            <a:xfrm>
              <a:off x="19274830" y="7343775"/>
              <a:ext cx="19248" cy="200025"/>
            </a:xfrm>
            <a:prstGeom prst="rect">
              <a:avLst/>
            </a:prstGeom>
            <a:solidFill>
              <a:srgbClr val="CC79A7"/>
            </a:solidFill>
            <a:ln w="0">
              <a:noFill/>
              <a:prstDash val="solid"/>
            </a:ln>
          </p:spPr>
        </p:sp>
        <p:sp>
          <p:nvSpPr>
            <p:cNvPr id="1845" name="four:barrier-filling:filled-output-cell-174:1569"/>
            <p:cNvSpPr>
              <a:spLocks noGrp="1"/>
            </p:cNvSpPr>
            <p:nvPr/>
          </p:nvSpPr>
          <p:spPr>
            <a:xfrm>
              <a:off x="19294078" y="7343775"/>
              <a:ext cx="19248" cy="200025"/>
            </a:xfrm>
            <a:prstGeom prst="rect">
              <a:avLst/>
            </a:prstGeom>
            <a:solidFill>
              <a:srgbClr val="CC79A7"/>
            </a:solidFill>
            <a:ln w="0">
              <a:noFill/>
              <a:prstDash val="solid"/>
            </a:ln>
          </p:spPr>
        </p:sp>
        <p:sp>
          <p:nvSpPr>
            <p:cNvPr id="1846" name="four:barrier-filling:filled-output-cell-175:1570"/>
            <p:cNvSpPr>
              <a:spLocks noGrp="1"/>
            </p:cNvSpPr>
            <p:nvPr/>
          </p:nvSpPr>
          <p:spPr>
            <a:xfrm>
              <a:off x="19313327" y="7343775"/>
              <a:ext cx="19248" cy="200025"/>
            </a:xfrm>
            <a:prstGeom prst="rect">
              <a:avLst/>
            </a:prstGeom>
            <a:solidFill>
              <a:srgbClr val="CC79A7"/>
            </a:solidFill>
            <a:ln w="0">
              <a:noFill/>
              <a:prstDash val="solid"/>
            </a:ln>
          </p:spPr>
        </p:sp>
        <p:sp>
          <p:nvSpPr>
            <p:cNvPr id="1847" name="four:barrier-filling:filled-output-cell-176:1571"/>
            <p:cNvSpPr>
              <a:spLocks noGrp="1"/>
            </p:cNvSpPr>
            <p:nvPr/>
          </p:nvSpPr>
          <p:spPr>
            <a:xfrm>
              <a:off x="19332575" y="7343775"/>
              <a:ext cx="19248" cy="200025"/>
            </a:xfrm>
            <a:prstGeom prst="rect">
              <a:avLst/>
            </a:prstGeom>
            <a:solidFill>
              <a:srgbClr val="CC79A7"/>
            </a:solidFill>
            <a:ln w="0">
              <a:noFill/>
              <a:prstDash val="solid"/>
            </a:ln>
          </p:spPr>
        </p:sp>
        <p:sp>
          <p:nvSpPr>
            <p:cNvPr id="1848" name="four:barrier-filling:filled-output-cell-177:1572"/>
            <p:cNvSpPr>
              <a:spLocks noGrp="1"/>
            </p:cNvSpPr>
            <p:nvPr/>
          </p:nvSpPr>
          <p:spPr>
            <a:xfrm>
              <a:off x="19351823" y="7343775"/>
              <a:ext cx="19248" cy="200025"/>
            </a:xfrm>
            <a:prstGeom prst="rect">
              <a:avLst/>
            </a:prstGeom>
            <a:solidFill>
              <a:srgbClr val="CC79A7"/>
            </a:solidFill>
            <a:ln w="0">
              <a:noFill/>
              <a:prstDash val="solid"/>
            </a:ln>
          </p:spPr>
        </p:sp>
        <p:sp>
          <p:nvSpPr>
            <p:cNvPr id="1849" name="four:barrier-filling:filled-output-cell-178:1573"/>
            <p:cNvSpPr>
              <a:spLocks noGrp="1"/>
            </p:cNvSpPr>
            <p:nvPr/>
          </p:nvSpPr>
          <p:spPr>
            <a:xfrm>
              <a:off x="19371072" y="7343775"/>
              <a:ext cx="19248" cy="200025"/>
            </a:xfrm>
            <a:prstGeom prst="rect">
              <a:avLst/>
            </a:prstGeom>
            <a:solidFill>
              <a:srgbClr val="CC79A7"/>
            </a:solidFill>
            <a:ln w="0">
              <a:noFill/>
              <a:prstDash val="solid"/>
            </a:ln>
          </p:spPr>
        </p:sp>
        <p:sp>
          <p:nvSpPr>
            <p:cNvPr id="1850" name="four:barrier-filling:filled-output-cell-179:1574"/>
            <p:cNvSpPr>
              <a:spLocks noGrp="1"/>
            </p:cNvSpPr>
            <p:nvPr/>
          </p:nvSpPr>
          <p:spPr>
            <a:xfrm>
              <a:off x="19390320" y="7343775"/>
              <a:ext cx="19248" cy="200025"/>
            </a:xfrm>
            <a:prstGeom prst="rect">
              <a:avLst/>
            </a:prstGeom>
            <a:solidFill>
              <a:srgbClr val="CC79A7"/>
            </a:solidFill>
            <a:ln w="0">
              <a:noFill/>
              <a:prstDash val="solid"/>
            </a:ln>
          </p:spPr>
        </p:sp>
        <p:sp>
          <p:nvSpPr>
            <p:cNvPr id="1851" name="four:barrier-filling:filled-output-cell-180:1575"/>
            <p:cNvSpPr>
              <a:spLocks noGrp="1"/>
            </p:cNvSpPr>
            <p:nvPr/>
          </p:nvSpPr>
          <p:spPr>
            <a:xfrm>
              <a:off x="19409569" y="7343775"/>
              <a:ext cx="19248" cy="200025"/>
            </a:xfrm>
            <a:prstGeom prst="rect">
              <a:avLst/>
            </a:prstGeom>
            <a:solidFill>
              <a:srgbClr val="CC79A7"/>
            </a:solidFill>
            <a:ln w="0">
              <a:noFill/>
              <a:prstDash val="solid"/>
            </a:ln>
          </p:spPr>
        </p:sp>
        <p:sp>
          <p:nvSpPr>
            <p:cNvPr id="1852" name="four:barrier-filling:filled-output-cell-181:1576"/>
            <p:cNvSpPr>
              <a:spLocks noGrp="1"/>
            </p:cNvSpPr>
            <p:nvPr/>
          </p:nvSpPr>
          <p:spPr>
            <a:xfrm>
              <a:off x="19428817" y="7343775"/>
              <a:ext cx="19248" cy="200025"/>
            </a:xfrm>
            <a:prstGeom prst="rect">
              <a:avLst/>
            </a:prstGeom>
            <a:solidFill>
              <a:srgbClr val="CC79A7"/>
            </a:solidFill>
            <a:ln w="0">
              <a:noFill/>
              <a:prstDash val="solid"/>
            </a:ln>
          </p:spPr>
        </p:sp>
        <p:sp>
          <p:nvSpPr>
            <p:cNvPr id="1853" name="four:barrier-filling:filled-output-cell-182:1577"/>
            <p:cNvSpPr>
              <a:spLocks noGrp="1"/>
            </p:cNvSpPr>
            <p:nvPr/>
          </p:nvSpPr>
          <p:spPr>
            <a:xfrm>
              <a:off x="19448066" y="7343775"/>
              <a:ext cx="19248" cy="200025"/>
            </a:xfrm>
            <a:prstGeom prst="rect">
              <a:avLst/>
            </a:prstGeom>
            <a:solidFill>
              <a:srgbClr val="CC79A7"/>
            </a:solidFill>
            <a:ln w="0">
              <a:noFill/>
              <a:prstDash val="solid"/>
            </a:ln>
          </p:spPr>
        </p:sp>
        <p:sp>
          <p:nvSpPr>
            <p:cNvPr id="1854" name="four:barrier-filling:filled-output-cell-183:1578"/>
            <p:cNvSpPr>
              <a:spLocks noGrp="1"/>
            </p:cNvSpPr>
            <p:nvPr/>
          </p:nvSpPr>
          <p:spPr>
            <a:xfrm>
              <a:off x="19467314" y="7343775"/>
              <a:ext cx="19248" cy="200025"/>
            </a:xfrm>
            <a:prstGeom prst="rect">
              <a:avLst/>
            </a:prstGeom>
            <a:solidFill>
              <a:srgbClr val="CE88B0"/>
            </a:solidFill>
            <a:ln w="0">
              <a:noFill/>
              <a:prstDash val="solid"/>
            </a:ln>
          </p:spPr>
        </p:sp>
        <p:sp>
          <p:nvSpPr>
            <p:cNvPr id="1855" name="four:barrier-filling:filled-output-cell-184:1579"/>
            <p:cNvSpPr>
              <a:spLocks noGrp="1"/>
            </p:cNvSpPr>
            <p:nvPr/>
          </p:nvSpPr>
          <p:spPr>
            <a:xfrm>
              <a:off x="19486563" y="7343775"/>
              <a:ext cx="19248" cy="200025"/>
            </a:xfrm>
            <a:prstGeom prst="rect">
              <a:avLst/>
            </a:prstGeom>
            <a:solidFill>
              <a:srgbClr val="D2A6C3"/>
            </a:solidFill>
            <a:ln w="0">
              <a:noFill/>
              <a:prstDash val="solid"/>
            </a:ln>
          </p:spPr>
        </p:sp>
        <p:sp>
          <p:nvSpPr>
            <p:cNvPr id="1856" name="four:barrier-filling:filled-output-cell-185:1580"/>
            <p:cNvSpPr>
              <a:spLocks noGrp="1"/>
            </p:cNvSpPr>
            <p:nvPr/>
          </p:nvSpPr>
          <p:spPr>
            <a:xfrm>
              <a:off x="19505811" y="7343775"/>
              <a:ext cx="19248" cy="200025"/>
            </a:xfrm>
            <a:prstGeom prst="rect">
              <a:avLst/>
            </a:prstGeom>
            <a:solidFill>
              <a:srgbClr val="D7C8D9"/>
            </a:solidFill>
            <a:ln w="0">
              <a:noFill/>
              <a:prstDash val="solid"/>
            </a:ln>
          </p:spPr>
        </p:sp>
        <p:sp>
          <p:nvSpPr>
            <p:cNvPr id="1857" name="four:barrier-filling:filled-output-cell-186:1581"/>
            <p:cNvSpPr>
              <a:spLocks noGrp="1"/>
            </p:cNvSpPr>
            <p:nvPr/>
          </p:nvSpPr>
          <p:spPr>
            <a:xfrm>
              <a:off x="19525059" y="7343775"/>
              <a:ext cx="19248" cy="200025"/>
            </a:xfrm>
            <a:prstGeom prst="rect">
              <a:avLst/>
            </a:prstGeom>
            <a:solidFill>
              <a:srgbClr val="DBE3E5"/>
            </a:solidFill>
            <a:ln w="0">
              <a:noFill/>
              <a:prstDash val="solid"/>
            </a:ln>
          </p:spPr>
        </p:sp>
        <p:sp>
          <p:nvSpPr>
            <p:cNvPr id="1858" name="four:barrier-filling:filled-output-cell-187:1582"/>
            <p:cNvSpPr>
              <a:spLocks noGrp="1"/>
            </p:cNvSpPr>
            <p:nvPr/>
          </p:nvSpPr>
          <p:spPr>
            <a:xfrm>
              <a:off x="19544308" y="7343775"/>
              <a:ext cx="19248" cy="200025"/>
            </a:xfrm>
            <a:prstGeom prst="rect">
              <a:avLst/>
            </a:prstGeom>
            <a:solidFill>
              <a:srgbClr val="DCE8ED"/>
            </a:solidFill>
            <a:ln w="0">
              <a:noFill/>
              <a:prstDash val="solid"/>
            </a:ln>
          </p:spPr>
        </p:sp>
        <p:sp>
          <p:nvSpPr>
            <p:cNvPr id="1859" name="four:barrier-filling:filled-output-cell-188:1583"/>
            <p:cNvSpPr>
              <a:spLocks noGrp="1"/>
            </p:cNvSpPr>
            <p:nvPr/>
          </p:nvSpPr>
          <p:spPr>
            <a:xfrm>
              <a:off x="19563556" y="7343775"/>
              <a:ext cx="19248" cy="200025"/>
            </a:xfrm>
            <a:prstGeom prst="rect">
              <a:avLst/>
            </a:prstGeom>
            <a:solidFill>
              <a:srgbClr val="DCE8ED"/>
            </a:solidFill>
            <a:ln w="0">
              <a:noFill/>
              <a:prstDash val="solid"/>
            </a:ln>
          </p:spPr>
        </p:sp>
        <p:sp>
          <p:nvSpPr>
            <p:cNvPr id="1860" name="four:barrier-filling:filled-output-cell-189:1584"/>
            <p:cNvSpPr>
              <a:spLocks noGrp="1"/>
            </p:cNvSpPr>
            <p:nvPr/>
          </p:nvSpPr>
          <p:spPr>
            <a:xfrm>
              <a:off x="19582805" y="7343775"/>
              <a:ext cx="19248" cy="200025"/>
            </a:xfrm>
            <a:prstGeom prst="rect">
              <a:avLst/>
            </a:prstGeom>
            <a:solidFill>
              <a:srgbClr val="DCE8ED"/>
            </a:solidFill>
            <a:ln w="0">
              <a:noFill/>
              <a:prstDash val="solid"/>
            </a:ln>
          </p:spPr>
        </p:sp>
        <p:sp>
          <p:nvSpPr>
            <p:cNvPr id="1861" name="four:barrier-filling:filled-output-cell-190:1585"/>
            <p:cNvSpPr>
              <a:spLocks noGrp="1"/>
            </p:cNvSpPr>
            <p:nvPr/>
          </p:nvSpPr>
          <p:spPr>
            <a:xfrm>
              <a:off x="19602053" y="7343775"/>
              <a:ext cx="19248" cy="200025"/>
            </a:xfrm>
            <a:prstGeom prst="rect">
              <a:avLst/>
            </a:prstGeom>
            <a:solidFill>
              <a:srgbClr val="DCE8ED"/>
            </a:solidFill>
            <a:ln w="0">
              <a:noFill/>
              <a:prstDash val="solid"/>
            </a:ln>
          </p:spPr>
        </p:sp>
        <p:sp>
          <p:nvSpPr>
            <p:cNvPr id="1862" name="four:barrier-filling:filled-output-cell-191:1586"/>
            <p:cNvSpPr>
              <a:spLocks noGrp="1"/>
            </p:cNvSpPr>
            <p:nvPr/>
          </p:nvSpPr>
          <p:spPr>
            <a:xfrm>
              <a:off x="19621302" y="7343775"/>
              <a:ext cx="19248" cy="200025"/>
            </a:xfrm>
            <a:prstGeom prst="rect">
              <a:avLst/>
            </a:prstGeom>
            <a:solidFill>
              <a:srgbClr val="DCE8ED"/>
            </a:solidFill>
            <a:ln w="0">
              <a:noFill/>
              <a:prstDash val="solid"/>
            </a:ln>
          </p:spPr>
        </p:sp>
        <p:sp>
          <p:nvSpPr>
            <p:cNvPr id="1863" name="four:barrier-filling:filled-output-border:1587"/>
            <p:cNvSpPr>
              <a:spLocks noGrp="1"/>
            </p:cNvSpPr>
            <p:nvPr/>
          </p:nvSpPr>
          <p:spPr>
            <a:xfrm>
              <a:off x="15944850" y="7343775"/>
              <a:ext cx="3695700" cy="200025"/>
            </a:xfrm>
            <a:prstGeom prst="rect">
              <a:avLst/>
            </a:prstGeom>
            <a:noFill/>
            <a:ln w="7620">
              <a:solidFill>
                <a:srgbClr val="263238"/>
              </a:solidFill>
              <a:prstDash val="solid"/>
            </a:ln>
          </p:spPr>
        </p:sp>
      </p:grpSp>
      <p:grpSp>
        <p:nvGrpSpPr>
          <p:cNvPr id="1864" name="time-step-strips"/>
          <p:cNvGrpSpPr/>
          <p:nvPr/>
        </p:nvGrpSpPr>
        <p:grpSpPr>
          <a:xfrm>
            <a:off x="0" y="0"/>
            <a:ext cx="24955500" cy="8572500"/>
            <a:chOff x="0" y="0"/>
            <a:chExt cx="24955500" cy="8572500"/>
          </a:xfrm>
        </p:grpSpPr>
        <p:sp>
          <p:nvSpPr>
            <p:cNvPr id="1865" name="four:time-step-strips:textbox:1588"/>
            <p:cNvSpPr>
              <a:spLocks noGrp="1"/>
            </p:cNvSpPr>
            <p:nvPr/>
          </p:nvSpPr>
          <p:spPr>
            <a:xfrm>
              <a:off x="20840700" y="1057275"/>
              <a:ext cx="3514725" cy="304800"/>
            </a:xfrm>
            <a:prstGeom prst="rect">
              <a:avLst/>
            </a:prstGeom>
            <a:noFill/>
            <a:ln w="0">
              <a:noFill/>
              <a:prstDash val="solid"/>
            </a:ln>
          </p:spPr>
          <p:txBody>
            <a:bodyPr wrap="none" lIns="0" tIns="0" rIns="0" bIns="0" anchor="ctr">
              <a:normAutofit/>
            </a:bodyPr>
            <a:lstStyle>
              <a:defPPr algn="l">
                <a:defRPr sz="1800" b="1">
                  <a:solidFill>
                    <a:srgbClr val="263238"/>
                  </a:solidFill>
                  <a:latin typeface="Arial" panose="020B0604020202090204"/>
                  <a:ea typeface="Arial" panose="020B0604020202090204"/>
                  <a:cs typeface="Arial" panose="020B0604020202090204"/>
                </a:defRPr>
              </a:defPPr>
            </a:lstStyle>
            <a:p>
              <a:pPr algn="l">
                <a:defRPr sz="1800" b="1">
                  <a:solidFill>
                    <a:srgbClr val="263238"/>
                  </a:solidFill>
                  <a:latin typeface="Arial" panose="020B0604020202090204"/>
                  <a:ea typeface="Arial" panose="020B0604020202090204"/>
                  <a:cs typeface="Arial" panose="020B0604020202090204"/>
                </a:defRPr>
              </a:pPr>
              <a:r>
                <a:rPr sz="1800" b="1">
                  <a:solidFill>
                    <a:srgbClr val="263238"/>
                  </a:solidFill>
                  <a:latin typeface="Arial" panose="020B0604020202090204"/>
                  <a:ea typeface="Arial" panose="020B0604020202090204"/>
                  <a:cs typeface="Arial" panose="020B0604020202090204"/>
                </a:rPr>
                <a:t>Time-step layouts</a:t>
              </a:r>
              <a:endParaRPr sz="1800" b="1">
                <a:solidFill>
                  <a:srgbClr val="263238"/>
                </a:solidFill>
                <a:latin typeface="Arial" panose="020B0604020202090204"/>
                <a:ea typeface="Arial" panose="020B0604020202090204"/>
                <a:cs typeface="Arial" panose="020B0604020202090204"/>
              </a:endParaRPr>
            </a:p>
          </p:txBody>
        </p:sp>
        <p:sp>
          <p:nvSpPr>
            <p:cNvPr id="1866" name="four:time-step-strips:textbox:1589"/>
            <p:cNvSpPr>
              <a:spLocks noGrp="1"/>
            </p:cNvSpPr>
            <p:nvPr/>
          </p:nvSpPr>
          <p:spPr>
            <a:xfrm>
              <a:off x="20831175" y="1552575"/>
              <a:ext cx="323850" cy="342900"/>
            </a:xfrm>
            <a:prstGeom prst="rect">
              <a:avLst/>
            </a:prstGeom>
            <a:noFill/>
            <a:ln w="0">
              <a:noFill/>
              <a:prstDash val="solid"/>
            </a:ln>
          </p:spPr>
          <p:txBody>
            <a:bodyPr wrap="none" lIns="0" tIns="0" rIns="0" bIns="0" anchor="ctr">
              <a:normAutofit/>
            </a:bodyPr>
            <a:lstStyle>
              <a:defPPr algn="ctr">
                <a:defRPr sz="2025" b="0">
                  <a:solidFill>
                    <a:srgbClr val="263238"/>
                  </a:solidFill>
                  <a:latin typeface="Arial" panose="020B0604020202090204"/>
                  <a:ea typeface="Arial" panose="020B0604020202090204"/>
                  <a:cs typeface="Arial" panose="020B0604020202090204"/>
                </a:defRPr>
              </a:defPPr>
            </a:lstStyle>
            <a:p>
              <a:pPr algn="ctr">
                <a:defRPr sz="2025" b="0">
                  <a:solidFill>
                    <a:srgbClr val="263238"/>
                  </a:solidFill>
                  <a:latin typeface="Arial" panose="020B0604020202090204"/>
                  <a:ea typeface="Arial" panose="020B0604020202090204"/>
                  <a:cs typeface="Arial" panose="020B0604020202090204"/>
                </a:defRPr>
              </a:pPr>
              <a:r>
                <a:rPr sz="2025" b="0">
                  <a:solidFill>
                    <a:srgbClr val="263238"/>
                  </a:solidFill>
                  <a:latin typeface="Arial" panose="020B0604020202090204"/>
                  <a:ea typeface="Arial" panose="020B0604020202090204"/>
                  <a:cs typeface="Arial" panose="020B0604020202090204"/>
                </a:rPr>
                <a:t>tₐ</a:t>
              </a:r>
              <a:endParaRPr sz="2025" b="0">
                <a:solidFill>
                  <a:srgbClr val="263238"/>
                </a:solidFill>
                <a:latin typeface="Arial" panose="020B0604020202090204"/>
                <a:ea typeface="Arial" panose="020B0604020202090204"/>
                <a:cs typeface="Arial" panose="020B0604020202090204"/>
              </a:endParaRPr>
            </a:p>
          </p:txBody>
        </p:sp>
        <p:sp>
          <p:nvSpPr>
            <p:cNvPr id="1867" name="four:time-step-strips:time-strip-tₐ-cell-0:1590"/>
            <p:cNvSpPr>
              <a:spLocks noGrp="1"/>
            </p:cNvSpPr>
            <p:nvPr/>
          </p:nvSpPr>
          <p:spPr>
            <a:xfrm>
              <a:off x="21240750" y="1581150"/>
              <a:ext cx="15379" cy="276225"/>
            </a:xfrm>
            <a:prstGeom prst="rect">
              <a:avLst/>
            </a:prstGeom>
            <a:solidFill>
              <a:srgbClr val="DCE8ED"/>
            </a:solidFill>
            <a:ln w="0">
              <a:noFill/>
              <a:prstDash val="solid"/>
            </a:ln>
          </p:spPr>
        </p:sp>
        <p:sp>
          <p:nvSpPr>
            <p:cNvPr id="1868" name="four:time-step-strips:time-strip-tₐ-cell-1:1591"/>
            <p:cNvSpPr>
              <a:spLocks noGrp="1"/>
            </p:cNvSpPr>
            <p:nvPr/>
          </p:nvSpPr>
          <p:spPr>
            <a:xfrm>
              <a:off x="21256129" y="1581150"/>
              <a:ext cx="15379" cy="276225"/>
            </a:xfrm>
            <a:prstGeom prst="rect">
              <a:avLst/>
            </a:prstGeom>
            <a:solidFill>
              <a:srgbClr val="DCE8ED"/>
            </a:solidFill>
            <a:ln w="0">
              <a:noFill/>
              <a:prstDash val="solid"/>
            </a:ln>
          </p:spPr>
        </p:sp>
        <p:sp>
          <p:nvSpPr>
            <p:cNvPr id="1869" name="four:time-step-strips:time-strip-tₐ-cell-2:1592"/>
            <p:cNvSpPr>
              <a:spLocks noGrp="1"/>
            </p:cNvSpPr>
            <p:nvPr/>
          </p:nvSpPr>
          <p:spPr>
            <a:xfrm>
              <a:off x="21271508" y="1581150"/>
              <a:ext cx="15379" cy="276225"/>
            </a:xfrm>
            <a:prstGeom prst="rect">
              <a:avLst/>
            </a:prstGeom>
            <a:solidFill>
              <a:srgbClr val="DCE8ED"/>
            </a:solidFill>
            <a:ln w="0">
              <a:noFill/>
              <a:prstDash val="solid"/>
            </a:ln>
          </p:spPr>
        </p:sp>
        <p:sp>
          <p:nvSpPr>
            <p:cNvPr id="1870" name="four:time-step-strips:time-strip-tₐ-cell-3:1593"/>
            <p:cNvSpPr>
              <a:spLocks noGrp="1"/>
            </p:cNvSpPr>
            <p:nvPr/>
          </p:nvSpPr>
          <p:spPr>
            <a:xfrm>
              <a:off x="21286887" y="1581150"/>
              <a:ext cx="15379" cy="276225"/>
            </a:xfrm>
            <a:prstGeom prst="rect">
              <a:avLst/>
            </a:prstGeom>
            <a:solidFill>
              <a:srgbClr val="DCE8ED"/>
            </a:solidFill>
            <a:ln w="0">
              <a:noFill/>
              <a:prstDash val="solid"/>
            </a:ln>
          </p:spPr>
        </p:sp>
        <p:sp>
          <p:nvSpPr>
            <p:cNvPr id="1871" name="four:time-step-strips:time-strip-tₐ-cell-4:1594"/>
            <p:cNvSpPr>
              <a:spLocks noGrp="1"/>
            </p:cNvSpPr>
            <p:nvPr/>
          </p:nvSpPr>
          <p:spPr>
            <a:xfrm>
              <a:off x="21302266" y="1581150"/>
              <a:ext cx="15379" cy="276225"/>
            </a:xfrm>
            <a:prstGeom prst="rect">
              <a:avLst/>
            </a:prstGeom>
            <a:solidFill>
              <a:srgbClr val="DCE8ED"/>
            </a:solidFill>
            <a:ln w="0">
              <a:noFill/>
              <a:prstDash val="solid"/>
            </a:ln>
          </p:spPr>
        </p:sp>
        <p:sp>
          <p:nvSpPr>
            <p:cNvPr id="1872" name="four:time-step-strips:time-strip-tₐ-cell-5:1595"/>
            <p:cNvSpPr>
              <a:spLocks noGrp="1"/>
            </p:cNvSpPr>
            <p:nvPr/>
          </p:nvSpPr>
          <p:spPr>
            <a:xfrm>
              <a:off x="21317645" y="1581150"/>
              <a:ext cx="15379" cy="276225"/>
            </a:xfrm>
            <a:prstGeom prst="rect">
              <a:avLst/>
            </a:prstGeom>
            <a:solidFill>
              <a:srgbClr val="D4E2E9"/>
            </a:solidFill>
            <a:ln w="0">
              <a:noFill/>
              <a:prstDash val="solid"/>
            </a:ln>
          </p:spPr>
        </p:sp>
        <p:sp>
          <p:nvSpPr>
            <p:cNvPr id="1873" name="four:time-step-strips:time-strip-tₐ-cell-6:1596"/>
            <p:cNvSpPr>
              <a:spLocks noGrp="1"/>
            </p:cNvSpPr>
            <p:nvPr/>
          </p:nvSpPr>
          <p:spPr>
            <a:xfrm>
              <a:off x="21333023" y="1581150"/>
              <a:ext cx="15379" cy="276225"/>
            </a:xfrm>
            <a:prstGeom prst="rect">
              <a:avLst/>
            </a:prstGeom>
            <a:solidFill>
              <a:srgbClr val="9DC6DC"/>
            </a:solidFill>
            <a:ln w="0">
              <a:noFill/>
              <a:prstDash val="solid"/>
            </a:ln>
          </p:spPr>
        </p:sp>
        <p:sp>
          <p:nvSpPr>
            <p:cNvPr id="1874" name="four:time-step-strips:time-strip-tₐ-cell-7:1597"/>
            <p:cNvSpPr>
              <a:spLocks noGrp="1"/>
            </p:cNvSpPr>
            <p:nvPr/>
          </p:nvSpPr>
          <p:spPr>
            <a:xfrm>
              <a:off x="21348402" y="1581150"/>
              <a:ext cx="15379" cy="276225"/>
            </a:xfrm>
            <a:prstGeom prst="rect">
              <a:avLst/>
            </a:prstGeom>
            <a:solidFill>
              <a:srgbClr val="5AA2CA"/>
            </a:solidFill>
            <a:ln w="0">
              <a:noFill/>
              <a:prstDash val="solid"/>
            </a:ln>
          </p:spPr>
        </p:sp>
        <p:sp>
          <p:nvSpPr>
            <p:cNvPr id="1875" name="four:time-step-strips:time-strip-tₐ-cell-8:1598"/>
            <p:cNvSpPr>
              <a:spLocks noGrp="1"/>
            </p:cNvSpPr>
            <p:nvPr/>
          </p:nvSpPr>
          <p:spPr>
            <a:xfrm>
              <a:off x="21363781" y="1581150"/>
              <a:ext cx="15379" cy="276225"/>
            </a:xfrm>
            <a:prstGeom prst="rect">
              <a:avLst/>
            </a:prstGeom>
            <a:solidFill>
              <a:srgbClr val="1D82BA"/>
            </a:solidFill>
            <a:ln w="0">
              <a:noFill/>
              <a:prstDash val="solid"/>
            </a:ln>
          </p:spPr>
        </p:sp>
        <p:sp>
          <p:nvSpPr>
            <p:cNvPr id="1876" name="four:time-step-strips:time-strip-tₐ-cell-9:1599"/>
            <p:cNvSpPr>
              <a:spLocks noGrp="1"/>
            </p:cNvSpPr>
            <p:nvPr/>
          </p:nvSpPr>
          <p:spPr>
            <a:xfrm>
              <a:off x="21379160" y="1581150"/>
              <a:ext cx="15379" cy="276225"/>
            </a:xfrm>
            <a:prstGeom prst="rect">
              <a:avLst/>
            </a:prstGeom>
            <a:solidFill>
              <a:srgbClr val="0072B2"/>
            </a:solidFill>
            <a:ln w="0">
              <a:noFill/>
              <a:prstDash val="solid"/>
            </a:ln>
          </p:spPr>
        </p:sp>
        <p:sp>
          <p:nvSpPr>
            <p:cNvPr id="1877" name="four:time-step-strips:time-strip-tₐ-cell-10:1600"/>
            <p:cNvSpPr>
              <a:spLocks noGrp="1"/>
            </p:cNvSpPr>
            <p:nvPr/>
          </p:nvSpPr>
          <p:spPr>
            <a:xfrm>
              <a:off x="21394539" y="1581150"/>
              <a:ext cx="15379" cy="276225"/>
            </a:xfrm>
            <a:prstGeom prst="rect">
              <a:avLst/>
            </a:prstGeom>
            <a:solidFill>
              <a:srgbClr val="0072B2"/>
            </a:solidFill>
            <a:ln w="0">
              <a:noFill/>
              <a:prstDash val="solid"/>
            </a:ln>
          </p:spPr>
        </p:sp>
        <p:sp>
          <p:nvSpPr>
            <p:cNvPr id="1878" name="four:time-step-strips:time-strip-tₐ-cell-11:1601"/>
            <p:cNvSpPr>
              <a:spLocks noGrp="1"/>
            </p:cNvSpPr>
            <p:nvPr/>
          </p:nvSpPr>
          <p:spPr>
            <a:xfrm>
              <a:off x="21409918" y="1581150"/>
              <a:ext cx="15379" cy="276225"/>
            </a:xfrm>
            <a:prstGeom prst="rect">
              <a:avLst/>
            </a:prstGeom>
            <a:solidFill>
              <a:srgbClr val="0072B2"/>
            </a:solidFill>
            <a:ln w="0">
              <a:noFill/>
              <a:prstDash val="solid"/>
            </a:ln>
          </p:spPr>
        </p:sp>
        <p:sp>
          <p:nvSpPr>
            <p:cNvPr id="1879" name="four:time-step-strips:time-strip-tₐ-cell-12:1602"/>
            <p:cNvSpPr>
              <a:spLocks noGrp="1"/>
            </p:cNvSpPr>
            <p:nvPr/>
          </p:nvSpPr>
          <p:spPr>
            <a:xfrm>
              <a:off x="21425297" y="1581150"/>
              <a:ext cx="15379" cy="276225"/>
            </a:xfrm>
            <a:prstGeom prst="rect">
              <a:avLst/>
            </a:prstGeom>
            <a:solidFill>
              <a:srgbClr val="0072B2"/>
            </a:solidFill>
            <a:ln w="0">
              <a:noFill/>
              <a:prstDash val="solid"/>
            </a:ln>
          </p:spPr>
        </p:sp>
        <p:sp>
          <p:nvSpPr>
            <p:cNvPr id="1880" name="four:time-step-strips:time-strip-tₐ-cell-13:1603"/>
            <p:cNvSpPr>
              <a:spLocks noGrp="1"/>
            </p:cNvSpPr>
            <p:nvPr/>
          </p:nvSpPr>
          <p:spPr>
            <a:xfrm>
              <a:off x="21440676" y="1581150"/>
              <a:ext cx="15379" cy="276225"/>
            </a:xfrm>
            <a:prstGeom prst="rect">
              <a:avLst/>
            </a:prstGeom>
            <a:solidFill>
              <a:srgbClr val="0072B2"/>
            </a:solidFill>
            <a:ln w="0">
              <a:noFill/>
              <a:prstDash val="solid"/>
            </a:ln>
          </p:spPr>
        </p:sp>
        <p:sp>
          <p:nvSpPr>
            <p:cNvPr id="1881" name="four:time-step-strips:time-strip-tₐ-cell-14:1604"/>
            <p:cNvSpPr>
              <a:spLocks noGrp="1"/>
            </p:cNvSpPr>
            <p:nvPr/>
          </p:nvSpPr>
          <p:spPr>
            <a:xfrm>
              <a:off x="21456055" y="1581150"/>
              <a:ext cx="15379" cy="276225"/>
            </a:xfrm>
            <a:prstGeom prst="rect">
              <a:avLst/>
            </a:prstGeom>
            <a:solidFill>
              <a:srgbClr val="0072B2"/>
            </a:solidFill>
            <a:ln w="0">
              <a:noFill/>
              <a:prstDash val="solid"/>
            </a:ln>
          </p:spPr>
        </p:sp>
        <p:sp>
          <p:nvSpPr>
            <p:cNvPr id="1882" name="four:time-step-strips:time-strip-tₐ-cell-15:1605"/>
            <p:cNvSpPr>
              <a:spLocks noGrp="1"/>
            </p:cNvSpPr>
            <p:nvPr/>
          </p:nvSpPr>
          <p:spPr>
            <a:xfrm>
              <a:off x="21471434" y="1581150"/>
              <a:ext cx="15379" cy="276225"/>
            </a:xfrm>
            <a:prstGeom prst="rect">
              <a:avLst/>
            </a:prstGeom>
            <a:solidFill>
              <a:srgbClr val="0072B2"/>
            </a:solidFill>
            <a:ln w="0">
              <a:noFill/>
              <a:prstDash val="solid"/>
            </a:ln>
          </p:spPr>
        </p:sp>
        <p:sp>
          <p:nvSpPr>
            <p:cNvPr id="1883" name="four:time-step-strips:time-strip-tₐ-cell-16:1606"/>
            <p:cNvSpPr>
              <a:spLocks noGrp="1"/>
            </p:cNvSpPr>
            <p:nvPr/>
          </p:nvSpPr>
          <p:spPr>
            <a:xfrm>
              <a:off x="21486812" y="1581150"/>
              <a:ext cx="15379" cy="276225"/>
            </a:xfrm>
            <a:prstGeom prst="rect">
              <a:avLst/>
            </a:prstGeom>
            <a:solidFill>
              <a:srgbClr val="0072B2"/>
            </a:solidFill>
            <a:ln w="0">
              <a:noFill/>
              <a:prstDash val="solid"/>
            </a:ln>
          </p:spPr>
        </p:sp>
        <p:sp>
          <p:nvSpPr>
            <p:cNvPr id="1884" name="four:time-step-strips:time-strip-tₐ-cell-17:1607"/>
            <p:cNvSpPr>
              <a:spLocks noGrp="1"/>
            </p:cNvSpPr>
            <p:nvPr/>
          </p:nvSpPr>
          <p:spPr>
            <a:xfrm>
              <a:off x="21502191" y="1581150"/>
              <a:ext cx="15379" cy="276225"/>
            </a:xfrm>
            <a:prstGeom prst="rect">
              <a:avLst/>
            </a:prstGeom>
            <a:solidFill>
              <a:srgbClr val="0072B2"/>
            </a:solidFill>
            <a:ln w="0">
              <a:noFill/>
              <a:prstDash val="solid"/>
            </a:ln>
          </p:spPr>
        </p:sp>
        <p:sp>
          <p:nvSpPr>
            <p:cNvPr id="1885" name="four:time-step-strips:time-strip-tₐ-cell-18:1608"/>
            <p:cNvSpPr>
              <a:spLocks noGrp="1"/>
            </p:cNvSpPr>
            <p:nvPr/>
          </p:nvSpPr>
          <p:spPr>
            <a:xfrm>
              <a:off x="21517570" y="1581150"/>
              <a:ext cx="15379" cy="276225"/>
            </a:xfrm>
            <a:prstGeom prst="rect">
              <a:avLst/>
            </a:prstGeom>
            <a:solidFill>
              <a:srgbClr val="0072B2"/>
            </a:solidFill>
            <a:ln w="0">
              <a:noFill/>
              <a:prstDash val="solid"/>
            </a:ln>
          </p:spPr>
        </p:sp>
        <p:sp>
          <p:nvSpPr>
            <p:cNvPr id="1886" name="four:time-step-strips:time-strip-tₐ-cell-19:1609"/>
            <p:cNvSpPr>
              <a:spLocks noGrp="1"/>
            </p:cNvSpPr>
            <p:nvPr/>
          </p:nvSpPr>
          <p:spPr>
            <a:xfrm>
              <a:off x="21532949" y="1581150"/>
              <a:ext cx="15379" cy="276225"/>
            </a:xfrm>
            <a:prstGeom prst="rect">
              <a:avLst/>
            </a:prstGeom>
            <a:solidFill>
              <a:srgbClr val="0072B2"/>
            </a:solidFill>
            <a:ln w="0">
              <a:noFill/>
              <a:prstDash val="solid"/>
            </a:ln>
          </p:spPr>
        </p:sp>
        <p:sp>
          <p:nvSpPr>
            <p:cNvPr id="1887" name="four:time-step-strips:time-strip-tₐ-cell-20:1610"/>
            <p:cNvSpPr>
              <a:spLocks noGrp="1"/>
            </p:cNvSpPr>
            <p:nvPr/>
          </p:nvSpPr>
          <p:spPr>
            <a:xfrm>
              <a:off x="21548328" y="1581150"/>
              <a:ext cx="15379" cy="276225"/>
            </a:xfrm>
            <a:prstGeom prst="rect">
              <a:avLst/>
            </a:prstGeom>
            <a:solidFill>
              <a:srgbClr val="0072B2"/>
            </a:solidFill>
            <a:ln w="0">
              <a:noFill/>
              <a:prstDash val="solid"/>
            </a:ln>
          </p:spPr>
        </p:sp>
        <p:sp>
          <p:nvSpPr>
            <p:cNvPr id="1888" name="four:time-step-strips:time-strip-tₐ-cell-21:1611"/>
            <p:cNvSpPr>
              <a:spLocks noGrp="1"/>
            </p:cNvSpPr>
            <p:nvPr/>
          </p:nvSpPr>
          <p:spPr>
            <a:xfrm>
              <a:off x="21563707" y="1581150"/>
              <a:ext cx="15379" cy="276225"/>
            </a:xfrm>
            <a:prstGeom prst="rect">
              <a:avLst/>
            </a:prstGeom>
            <a:solidFill>
              <a:srgbClr val="0072B2"/>
            </a:solidFill>
            <a:ln w="0">
              <a:noFill/>
              <a:prstDash val="solid"/>
            </a:ln>
          </p:spPr>
        </p:sp>
        <p:sp>
          <p:nvSpPr>
            <p:cNvPr id="1889" name="four:time-step-strips:time-strip-tₐ-cell-22:1612"/>
            <p:cNvSpPr>
              <a:spLocks noGrp="1"/>
            </p:cNvSpPr>
            <p:nvPr/>
          </p:nvSpPr>
          <p:spPr>
            <a:xfrm>
              <a:off x="21579086" y="1581150"/>
              <a:ext cx="15379" cy="276225"/>
            </a:xfrm>
            <a:prstGeom prst="rect">
              <a:avLst/>
            </a:prstGeom>
            <a:solidFill>
              <a:srgbClr val="0072B2"/>
            </a:solidFill>
            <a:ln w="0">
              <a:noFill/>
              <a:prstDash val="solid"/>
            </a:ln>
          </p:spPr>
        </p:sp>
        <p:sp>
          <p:nvSpPr>
            <p:cNvPr id="1890" name="four:time-step-strips:time-strip-tₐ-cell-23:1613"/>
            <p:cNvSpPr>
              <a:spLocks noGrp="1"/>
            </p:cNvSpPr>
            <p:nvPr/>
          </p:nvSpPr>
          <p:spPr>
            <a:xfrm>
              <a:off x="21594465" y="1581150"/>
              <a:ext cx="15379" cy="276225"/>
            </a:xfrm>
            <a:prstGeom prst="rect">
              <a:avLst/>
            </a:prstGeom>
            <a:solidFill>
              <a:srgbClr val="0977B4"/>
            </a:solidFill>
            <a:ln w="0">
              <a:noFill/>
              <a:prstDash val="solid"/>
            </a:ln>
          </p:spPr>
        </p:sp>
        <p:sp>
          <p:nvSpPr>
            <p:cNvPr id="1891" name="four:time-step-strips:time-strip-tₐ-cell-24:1614"/>
            <p:cNvSpPr>
              <a:spLocks noGrp="1"/>
            </p:cNvSpPr>
            <p:nvPr/>
          </p:nvSpPr>
          <p:spPr>
            <a:xfrm>
              <a:off x="21609844" y="1581150"/>
              <a:ext cx="15379" cy="276225"/>
            </a:xfrm>
            <a:prstGeom prst="rect">
              <a:avLst/>
            </a:prstGeom>
            <a:solidFill>
              <a:srgbClr val="2385BB"/>
            </a:solidFill>
            <a:ln w="0">
              <a:noFill/>
              <a:prstDash val="solid"/>
            </a:ln>
          </p:spPr>
        </p:sp>
        <p:sp>
          <p:nvSpPr>
            <p:cNvPr id="1892" name="four:time-step-strips:time-strip-tₐ-cell-25:1615"/>
            <p:cNvSpPr>
              <a:spLocks noGrp="1"/>
            </p:cNvSpPr>
            <p:nvPr/>
          </p:nvSpPr>
          <p:spPr>
            <a:xfrm>
              <a:off x="21625223" y="1581150"/>
              <a:ext cx="15379" cy="276225"/>
            </a:xfrm>
            <a:prstGeom prst="rect">
              <a:avLst/>
            </a:prstGeom>
            <a:solidFill>
              <a:srgbClr val="4899C5"/>
            </a:solidFill>
            <a:ln w="0">
              <a:noFill/>
              <a:prstDash val="solid"/>
            </a:ln>
          </p:spPr>
        </p:sp>
        <p:sp>
          <p:nvSpPr>
            <p:cNvPr id="1893" name="four:time-step-strips:time-strip-tₐ-cell-26:1616"/>
            <p:cNvSpPr>
              <a:spLocks noGrp="1"/>
            </p:cNvSpPr>
            <p:nvPr/>
          </p:nvSpPr>
          <p:spPr>
            <a:xfrm>
              <a:off x="21640602" y="1581150"/>
              <a:ext cx="15379" cy="276225"/>
            </a:xfrm>
            <a:prstGeom prst="rect">
              <a:avLst/>
            </a:prstGeom>
            <a:solidFill>
              <a:srgbClr val="72AFD1"/>
            </a:solidFill>
            <a:ln w="0">
              <a:noFill/>
              <a:prstDash val="solid"/>
            </a:ln>
          </p:spPr>
        </p:sp>
        <p:sp>
          <p:nvSpPr>
            <p:cNvPr id="1894" name="four:time-step-strips:time-strip-tₐ-cell-27:1617"/>
            <p:cNvSpPr>
              <a:spLocks noGrp="1"/>
            </p:cNvSpPr>
            <p:nvPr/>
          </p:nvSpPr>
          <p:spPr>
            <a:xfrm>
              <a:off x="21655980" y="1581150"/>
              <a:ext cx="15379" cy="276225"/>
            </a:xfrm>
            <a:prstGeom prst="rect">
              <a:avLst/>
            </a:prstGeom>
            <a:solidFill>
              <a:srgbClr val="9CC5DC"/>
            </a:solidFill>
            <a:ln w="0">
              <a:noFill/>
              <a:prstDash val="solid"/>
            </a:ln>
          </p:spPr>
        </p:sp>
        <p:sp>
          <p:nvSpPr>
            <p:cNvPr id="1895" name="four:time-step-strips:time-strip-tₐ-cell-28:1618"/>
            <p:cNvSpPr>
              <a:spLocks noGrp="1"/>
            </p:cNvSpPr>
            <p:nvPr/>
          </p:nvSpPr>
          <p:spPr>
            <a:xfrm>
              <a:off x="21671359" y="1581150"/>
              <a:ext cx="15379" cy="276225"/>
            </a:xfrm>
            <a:prstGeom prst="rect">
              <a:avLst/>
            </a:prstGeom>
            <a:solidFill>
              <a:srgbClr val="C9DBE4"/>
            </a:solidFill>
            <a:ln w="0">
              <a:noFill/>
              <a:prstDash val="solid"/>
            </a:ln>
          </p:spPr>
        </p:sp>
        <p:sp>
          <p:nvSpPr>
            <p:cNvPr id="1896" name="four:time-step-strips:time-strip-tₐ-cell-29:1619"/>
            <p:cNvSpPr>
              <a:spLocks noGrp="1"/>
            </p:cNvSpPr>
            <p:nvPr/>
          </p:nvSpPr>
          <p:spPr>
            <a:xfrm>
              <a:off x="21686738" y="1581150"/>
              <a:ext cx="15379" cy="276225"/>
            </a:xfrm>
            <a:prstGeom prst="rect">
              <a:avLst/>
            </a:prstGeom>
            <a:solidFill>
              <a:srgbClr val="D8E5EB"/>
            </a:solidFill>
            <a:ln w="0">
              <a:noFill/>
              <a:prstDash val="solid"/>
            </a:ln>
          </p:spPr>
        </p:sp>
        <p:sp>
          <p:nvSpPr>
            <p:cNvPr id="1897" name="four:time-step-strips:time-strip-tₐ-cell-30:1620"/>
            <p:cNvSpPr>
              <a:spLocks noGrp="1"/>
            </p:cNvSpPr>
            <p:nvPr/>
          </p:nvSpPr>
          <p:spPr>
            <a:xfrm>
              <a:off x="21702117" y="1581150"/>
              <a:ext cx="15379" cy="276225"/>
            </a:xfrm>
            <a:prstGeom prst="rect">
              <a:avLst/>
            </a:prstGeom>
            <a:solidFill>
              <a:srgbClr val="DCE8ED"/>
            </a:solidFill>
            <a:ln w="0">
              <a:noFill/>
              <a:prstDash val="solid"/>
            </a:ln>
          </p:spPr>
        </p:sp>
        <p:sp>
          <p:nvSpPr>
            <p:cNvPr id="1898" name="four:time-step-strips:time-strip-tₐ-cell-31:1621"/>
            <p:cNvSpPr>
              <a:spLocks noGrp="1"/>
            </p:cNvSpPr>
            <p:nvPr/>
          </p:nvSpPr>
          <p:spPr>
            <a:xfrm>
              <a:off x="21717496" y="1581150"/>
              <a:ext cx="15379" cy="276225"/>
            </a:xfrm>
            <a:prstGeom prst="rect">
              <a:avLst/>
            </a:prstGeom>
            <a:solidFill>
              <a:srgbClr val="DCE8ED"/>
            </a:solidFill>
            <a:ln w="0">
              <a:noFill/>
              <a:prstDash val="solid"/>
            </a:ln>
          </p:spPr>
        </p:sp>
        <p:sp>
          <p:nvSpPr>
            <p:cNvPr id="1899" name="four:time-step-strips:time-strip-tₐ-cell-32:1622"/>
            <p:cNvSpPr>
              <a:spLocks noGrp="1"/>
            </p:cNvSpPr>
            <p:nvPr/>
          </p:nvSpPr>
          <p:spPr>
            <a:xfrm>
              <a:off x="21732875" y="1581150"/>
              <a:ext cx="15379" cy="276225"/>
            </a:xfrm>
            <a:prstGeom prst="rect">
              <a:avLst/>
            </a:prstGeom>
            <a:solidFill>
              <a:srgbClr val="DCE8ED"/>
            </a:solidFill>
            <a:ln w="0">
              <a:noFill/>
              <a:prstDash val="solid"/>
            </a:ln>
          </p:spPr>
        </p:sp>
        <p:sp>
          <p:nvSpPr>
            <p:cNvPr id="1900" name="four:time-step-strips:time-strip-tₐ-cell-33:1623"/>
            <p:cNvSpPr>
              <a:spLocks noGrp="1"/>
            </p:cNvSpPr>
            <p:nvPr/>
          </p:nvSpPr>
          <p:spPr>
            <a:xfrm>
              <a:off x="21748254" y="1581150"/>
              <a:ext cx="15379" cy="276225"/>
            </a:xfrm>
            <a:prstGeom prst="rect">
              <a:avLst/>
            </a:prstGeom>
            <a:solidFill>
              <a:srgbClr val="DCE8ED"/>
            </a:solidFill>
            <a:ln w="0">
              <a:noFill/>
              <a:prstDash val="solid"/>
            </a:ln>
          </p:spPr>
        </p:sp>
        <p:sp>
          <p:nvSpPr>
            <p:cNvPr id="1901" name="four:time-step-strips:time-strip-tₐ-cell-34:1624"/>
            <p:cNvSpPr>
              <a:spLocks noGrp="1"/>
            </p:cNvSpPr>
            <p:nvPr/>
          </p:nvSpPr>
          <p:spPr>
            <a:xfrm>
              <a:off x="21763633" y="1581150"/>
              <a:ext cx="15379" cy="276225"/>
            </a:xfrm>
            <a:prstGeom prst="rect">
              <a:avLst/>
            </a:prstGeom>
            <a:solidFill>
              <a:srgbClr val="DCE8ED"/>
            </a:solidFill>
            <a:ln w="0">
              <a:noFill/>
              <a:prstDash val="solid"/>
            </a:ln>
          </p:spPr>
        </p:sp>
        <p:sp>
          <p:nvSpPr>
            <p:cNvPr id="1902" name="four:time-step-strips:time-strip-tₐ-cell-35:1625"/>
            <p:cNvSpPr>
              <a:spLocks noGrp="1"/>
            </p:cNvSpPr>
            <p:nvPr/>
          </p:nvSpPr>
          <p:spPr>
            <a:xfrm>
              <a:off x="21779012" y="1581150"/>
              <a:ext cx="15379" cy="276225"/>
            </a:xfrm>
            <a:prstGeom prst="rect">
              <a:avLst/>
            </a:prstGeom>
            <a:solidFill>
              <a:srgbClr val="DCE8ED"/>
            </a:solidFill>
            <a:ln w="0">
              <a:noFill/>
              <a:prstDash val="solid"/>
            </a:ln>
          </p:spPr>
        </p:sp>
        <p:sp>
          <p:nvSpPr>
            <p:cNvPr id="1903" name="four:time-step-strips:time-strip-tₐ-cell-36:1626"/>
            <p:cNvSpPr>
              <a:spLocks noGrp="1"/>
            </p:cNvSpPr>
            <p:nvPr/>
          </p:nvSpPr>
          <p:spPr>
            <a:xfrm>
              <a:off x="21794391" y="1581150"/>
              <a:ext cx="15379" cy="276225"/>
            </a:xfrm>
            <a:prstGeom prst="rect">
              <a:avLst/>
            </a:prstGeom>
            <a:solidFill>
              <a:srgbClr val="DCE8ED"/>
            </a:solidFill>
            <a:ln w="0">
              <a:noFill/>
              <a:prstDash val="solid"/>
            </a:ln>
          </p:spPr>
        </p:sp>
        <p:sp>
          <p:nvSpPr>
            <p:cNvPr id="1904" name="four:time-step-strips:time-strip-tₐ-cell-37:1627"/>
            <p:cNvSpPr>
              <a:spLocks noGrp="1"/>
            </p:cNvSpPr>
            <p:nvPr/>
          </p:nvSpPr>
          <p:spPr>
            <a:xfrm>
              <a:off x="21809770" y="1581150"/>
              <a:ext cx="15379" cy="276225"/>
            </a:xfrm>
            <a:prstGeom prst="rect">
              <a:avLst/>
            </a:prstGeom>
            <a:solidFill>
              <a:srgbClr val="DCE8ED"/>
            </a:solidFill>
            <a:ln w="0">
              <a:noFill/>
              <a:prstDash val="solid"/>
            </a:ln>
          </p:spPr>
        </p:sp>
        <p:sp>
          <p:nvSpPr>
            <p:cNvPr id="1905" name="four:time-step-strips:time-strip-tₐ-cell-38:1628"/>
            <p:cNvSpPr>
              <a:spLocks noGrp="1"/>
            </p:cNvSpPr>
            <p:nvPr/>
          </p:nvSpPr>
          <p:spPr>
            <a:xfrm>
              <a:off x="21825148" y="1581150"/>
              <a:ext cx="15379" cy="276225"/>
            </a:xfrm>
            <a:prstGeom prst="rect">
              <a:avLst/>
            </a:prstGeom>
            <a:solidFill>
              <a:srgbClr val="DCE8ED"/>
            </a:solidFill>
            <a:ln w="0">
              <a:noFill/>
              <a:prstDash val="solid"/>
            </a:ln>
          </p:spPr>
        </p:sp>
        <p:sp>
          <p:nvSpPr>
            <p:cNvPr id="1906" name="four:time-step-strips:time-strip-tₐ-cell-39:1629"/>
            <p:cNvSpPr>
              <a:spLocks noGrp="1"/>
            </p:cNvSpPr>
            <p:nvPr/>
          </p:nvSpPr>
          <p:spPr>
            <a:xfrm>
              <a:off x="21840527" y="1581150"/>
              <a:ext cx="15379" cy="276225"/>
            </a:xfrm>
            <a:prstGeom prst="rect">
              <a:avLst/>
            </a:prstGeom>
            <a:solidFill>
              <a:srgbClr val="DCE8ED"/>
            </a:solidFill>
            <a:ln w="0">
              <a:noFill/>
              <a:prstDash val="solid"/>
            </a:ln>
          </p:spPr>
        </p:sp>
        <p:sp>
          <p:nvSpPr>
            <p:cNvPr id="1907" name="four:time-step-strips:time-strip-tₐ-cell-40:1630"/>
            <p:cNvSpPr>
              <a:spLocks noGrp="1"/>
            </p:cNvSpPr>
            <p:nvPr/>
          </p:nvSpPr>
          <p:spPr>
            <a:xfrm>
              <a:off x="21855906" y="1581150"/>
              <a:ext cx="15379" cy="276225"/>
            </a:xfrm>
            <a:prstGeom prst="rect">
              <a:avLst/>
            </a:prstGeom>
            <a:solidFill>
              <a:srgbClr val="DCE8ED"/>
            </a:solidFill>
            <a:ln w="0">
              <a:noFill/>
              <a:prstDash val="solid"/>
            </a:ln>
          </p:spPr>
        </p:sp>
        <p:sp>
          <p:nvSpPr>
            <p:cNvPr id="1908" name="four:time-step-strips:time-strip-tₐ-cell-41:1631"/>
            <p:cNvSpPr>
              <a:spLocks noGrp="1"/>
            </p:cNvSpPr>
            <p:nvPr/>
          </p:nvSpPr>
          <p:spPr>
            <a:xfrm>
              <a:off x="21871285" y="1581150"/>
              <a:ext cx="15379" cy="276225"/>
            </a:xfrm>
            <a:prstGeom prst="rect">
              <a:avLst/>
            </a:prstGeom>
            <a:solidFill>
              <a:srgbClr val="DCE8ED"/>
            </a:solidFill>
            <a:ln w="0">
              <a:noFill/>
              <a:prstDash val="solid"/>
            </a:ln>
          </p:spPr>
        </p:sp>
        <p:sp>
          <p:nvSpPr>
            <p:cNvPr id="1909" name="four:time-step-strips:time-strip-tₐ-cell-42:1632"/>
            <p:cNvSpPr>
              <a:spLocks noGrp="1"/>
            </p:cNvSpPr>
            <p:nvPr/>
          </p:nvSpPr>
          <p:spPr>
            <a:xfrm>
              <a:off x="21886664" y="1581150"/>
              <a:ext cx="15379" cy="276225"/>
            </a:xfrm>
            <a:prstGeom prst="rect">
              <a:avLst/>
            </a:prstGeom>
            <a:solidFill>
              <a:srgbClr val="DCE8ED"/>
            </a:solidFill>
            <a:ln w="0">
              <a:noFill/>
              <a:prstDash val="solid"/>
            </a:ln>
          </p:spPr>
        </p:sp>
        <p:sp>
          <p:nvSpPr>
            <p:cNvPr id="1910" name="four:time-step-strips:time-strip-tₐ-cell-43:1633"/>
            <p:cNvSpPr>
              <a:spLocks noGrp="1"/>
            </p:cNvSpPr>
            <p:nvPr/>
          </p:nvSpPr>
          <p:spPr>
            <a:xfrm>
              <a:off x="21902043" y="1581150"/>
              <a:ext cx="15379" cy="276225"/>
            </a:xfrm>
            <a:prstGeom prst="rect">
              <a:avLst/>
            </a:prstGeom>
            <a:solidFill>
              <a:srgbClr val="DCE8ED"/>
            </a:solidFill>
            <a:ln w="0">
              <a:noFill/>
              <a:prstDash val="solid"/>
            </a:ln>
          </p:spPr>
        </p:sp>
        <p:sp>
          <p:nvSpPr>
            <p:cNvPr id="1911" name="four:time-step-strips:time-strip-tₐ-cell-44:1634"/>
            <p:cNvSpPr>
              <a:spLocks noGrp="1"/>
            </p:cNvSpPr>
            <p:nvPr/>
          </p:nvSpPr>
          <p:spPr>
            <a:xfrm>
              <a:off x="21917422" y="1581150"/>
              <a:ext cx="15379" cy="276225"/>
            </a:xfrm>
            <a:prstGeom prst="rect">
              <a:avLst/>
            </a:prstGeom>
            <a:solidFill>
              <a:srgbClr val="DCE8ED"/>
            </a:solidFill>
            <a:ln w="0">
              <a:noFill/>
              <a:prstDash val="solid"/>
            </a:ln>
          </p:spPr>
        </p:sp>
        <p:sp>
          <p:nvSpPr>
            <p:cNvPr id="1912" name="four:time-step-strips:time-strip-tₐ-cell-45:1635"/>
            <p:cNvSpPr>
              <a:spLocks noGrp="1"/>
            </p:cNvSpPr>
            <p:nvPr/>
          </p:nvSpPr>
          <p:spPr>
            <a:xfrm>
              <a:off x="21932801" y="1581150"/>
              <a:ext cx="15379" cy="276225"/>
            </a:xfrm>
            <a:prstGeom prst="rect">
              <a:avLst/>
            </a:prstGeom>
            <a:solidFill>
              <a:srgbClr val="DCE8ED"/>
            </a:solidFill>
            <a:ln w="0">
              <a:noFill/>
              <a:prstDash val="solid"/>
            </a:ln>
          </p:spPr>
        </p:sp>
        <p:sp>
          <p:nvSpPr>
            <p:cNvPr id="1913" name="four:time-step-strips:time-strip-tₐ-cell-46:1636"/>
            <p:cNvSpPr>
              <a:spLocks noGrp="1"/>
            </p:cNvSpPr>
            <p:nvPr/>
          </p:nvSpPr>
          <p:spPr>
            <a:xfrm>
              <a:off x="21948180" y="1581150"/>
              <a:ext cx="15379" cy="276225"/>
            </a:xfrm>
            <a:prstGeom prst="rect">
              <a:avLst/>
            </a:prstGeom>
            <a:solidFill>
              <a:srgbClr val="DCE8ED"/>
            </a:solidFill>
            <a:ln w="0">
              <a:noFill/>
              <a:prstDash val="solid"/>
            </a:ln>
          </p:spPr>
        </p:sp>
        <p:sp>
          <p:nvSpPr>
            <p:cNvPr id="1914" name="four:time-step-strips:time-strip-tₐ-cell-47:1637"/>
            <p:cNvSpPr>
              <a:spLocks noGrp="1"/>
            </p:cNvSpPr>
            <p:nvPr/>
          </p:nvSpPr>
          <p:spPr>
            <a:xfrm>
              <a:off x="21963559" y="1581150"/>
              <a:ext cx="15379" cy="276225"/>
            </a:xfrm>
            <a:prstGeom prst="rect">
              <a:avLst/>
            </a:prstGeom>
            <a:solidFill>
              <a:srgbClr val="DCE8ED"/>
            </a:solidFill>
            <a:ln w="0">
              <a:noFill/>
              <a:prstDash val="solid"/>
            </a:ln>
          </p:spPr>
        </p:sp>
        <p:sp>
          <p:nvSpPr>
            <p:cNvPr id="1915" name="four:time-step-strips:time-strip-tₐ-cell-48:1638"/>
            <p:cNvSpPr>
              <a:spLocks noGrp="1"/>
            </p:cNvSpPr>
            <p:nvPr/>
          </p:nvSpPr>
          <p:spPr>
            <a:xfrm>
              <a:off x="21978938" y="1581150"/>
              <a:ext cx="15379" cy="276225"/>
            </a:xfrm>
            <a:prstGeom prst="rect">
              <a:avLst/>
            </a:prstGeom>
            <a:solidFill>
              <a:srgbClr val="DCE8ED"/>
            </a:solidFill>
            <a:ln w="0">
              <a:noFill/>
              <a:prstDash val="solid"/>
            </a:ln>
          </p:spPr>
        </p:sp>
        <p:sp>
          <p:nvSpPr>
            <p:cNvPr id="1916" name="four:time-step-strips:time-strip-tₐ-cell-49:1639"/>
            <p:cNvSpPr>
              <a:spLocks noGrp="1"/>
            </p:cNvSpPr>
            <p:nvPr/>
          </p:nvSpPr>
          <p:spPr>
            <a:xfrm>
              <a:off x="21994316" y="1581150"/>
              <a:ext cx="15379" cy="276225"/>
            </a:xfrm>
            <a:prstGeom prst="rect">
              <a:avLst/>
            </a:prstGeom>
            <a:solidFill>
              <a:srgbClr val="DCE8ED"/>
            </a:solidFill>
            <a:ln w="0">
              <a:noFill/>
              <a:prstDash val="solid"/>
            </a:ln>
          </p:spPr>
        </p:sp>
        <p:sp>
          <p:nvSpPr>
            <p:cNvPr id="1917" name="four:time-step-strips:time-strip-tₐ-cell-50:1640"/>
            <p:cNvSpPr>
              <a:spLocks noGrp="1"/>
            </p:cNvSpPr>
            <p:nvPr/>
          </p:nvSpPr>
          <p:spPr>
            <a:xfrm>
              <a:off x="22009695" y="1581150"/>
              <a:ext cx="15379" cy="276225"/>
            </a:xfrm>
            <a:prstGeom prst="rect">
              <a:avLst/>
            </a:prstGeom>
            <a:solidFill>
              <a:srgbClr val="DCE8ED"/>
            </a:solidFill>
            <a:ln w="0">
              <a:noFill/>
              <a:prstDash val="solid"/>
            </a:ln>
          </p:spPr>
        </p:sp>
        <p:sp>
          <p:nvSpPr>
            <p:cNvPr id="1918" name="four:time-step-strips:time-strip-tₐ-cell-51:1641"/>
            <p:cNvSpPr>
              <a:spLocks noGrp="1"/>
            </p:cNvSpPr>
            <p:nvPr/>
          </p:nvSpPr>
          <p:spPr>
            <a:xfrm>
              <a:off x="22025074" y="1581150"/>
              <a:ext cx="15379" cy="276225"/>
            </a:xfrm>
            <a:prstGeom prst="rect">
              <a:avLst/>
            </a:prstGeom>
            <a:solidFill>
              <a:srgbClr val="DCE8ED"/>
            </a:solidFill>
            <a:ln w="0">
              <a:noFill/>
              <a:prstDash val="solid"/>
            </a:ln>
          </p:spPr>
        </p:sp>
        <p:sp>
          <p:nvSpPr>
            <p:cNvPr id="1919" name="four:time-step-strips:time-strip-tₐ-cell-52:1642"/>
            <p:cNvSpPr>
              <a:spLocks noGrp="1"/>
            </p:cNvSpPr>
            <p:nvPr/>
          </p:nvSpPr>
          <p:spPr>
            <a:xfrm>
              <a:off x="22040453" y="1581150"/>
              <a:ext cx="15379" cy="276225"/>
            </a:xfrm>
            <a:prstGeom prst="rect">
              <a:avLst/>
            </a:prstGeom>
            <a:solidFill>
              <a:srgbClr val="DCE8ED"/>
            </a:solidFill>
            <a:ln w="0">
              <a:noFill/>
              <a:prstDash val="solid"/>
            </a:ln>
          </p:spPr>
        </p:sp>
        <p:sp>
          <p:nvSpPr>
            <p:cNvPr id="1920" name="four:time-step-strips:time-strip-tₐ-cell-53:1643"/>
            <p:cNvSpPr>
              <a:spLocks noGrp="1"/>
            </p:cNvSpPr>
            <p:nvPr/>
          </p:nvSpPr>
          <p:spPr>
            <a:xfrm>
              <a:off x="22055832" y="1581150"/>
              <a:ext cx="15379" cy="276225"/>
            </a:xfrm>
            <a:prstGeom prst="rect">
              <a:avLst/>
            </a:prstGeom>
            <a:solidFill>
              <a:srgbClr val="DCE8ED"/>
            </a:solidFill>
            <a:ln w="0">
              <a:noFill/>
              <a:prstDash val="solid"/>
            </a:ln>
          </p:spPr>
        </p:sp>
        <p:sp>
          <p:nvSpPr>
            <p:cNvPr id="1921" name="four:time-step-strips:time-strip-tₐ-cell-54:1644"/>
            <p:cNvSpPr>
              <a:spLocks noGrp="1"/>
            </p:cNvSpPr>
            <p:nvPr/>
          </p:nvSpPr>
          <p:spPr>
            <a:xfrm>
              <a:off x="22071211" y="1581150"/>
              <a:ext cx="15379" cy="276225"/>
            </a:xfrm>
            <a:prstGeom prst="rect">
              <a:avLst/>
            </a:prstGeom>
            <a:solidFill>
              <a:srgbClr val="DCE8ED"/>
            </a:solidFill>
            <a:ln w="0">
              <a:noFill/>
              <a:prstDash val="solid"/>
            </a:ln>
          </p:spPr>
        </p:sp>
        <p:sp>
          <p:nvSpPr>
            <p:cNvPr id="1922" name="four:time-step-strips:time-strip-tₐ-cell-55:1645"/>
            <p:cNvSpPr>
              <a:spLocks noGrp="1"/>
            </p:cNvSpPr>
            <p:nvPr/>
          </p:nvSpPr>
          <p:spPr>
            <a:xfrm>
              <a:off x="22086590" y="1581150"/>
              <a:ext cx="15379" cy="276225"/>
            </a:xfrm>
            <a:prstGeom prst="rect">
              <a:avLst/>
            </a:prstGeom>
            <a:solidFill>
              <a:srgbClr val="DCE8ED"/>
            </a:solidFill>
            <a:ln w="0">
              <a:noFill/>
              <a:prstDash val="solid"/>
            </a:ln>
          </p:spPr>
        </p:sp>
        <p:sp>
          <p:nvSpPr>
            <p:cNvPr id="1923" name="four:time-step-strips:time-strip-tₐ-cell-56:1646"/>
            <p:cNvSpPr>
              <a:spLocks noGrp="1"/>
            </p:cNvSpPr>
            <p:nvPr/>
          </p:nvSpPr>
          <p:spPr>
            <a:xfrm>
              <a:off x="22101969" y="1581150"/>
              <a:ext cx="15379" cy="276225"/>
            </a:xfrm>
            <a:prstGeom prst="rect">
              <a:avLst/>
            </a:prstGeom>
            <a:solidFill>
              <a:srgbClr val="DBE8EC"/>
            </a:solidFill>
            <a:ln w="0">
              <a:noFill/>
              <a:prstDash val="solid"/>
            </a:ln>
          </p:spPr>
        </p:sp>
        <p:sp>
          <p:nvSpPr>
            <p:cNvPr id="1924" name="four:time-step-strips:time-strip-tₐ-cell-57:1647"/>
            <p:cNvSpPr>
              <a:spLocks noGrp="1"/>
            </p:cNvSpPr>
            <p:nvPr/>
          </p:nvSpPr>
          <p:spPr>
            <a:xfrm>
              <a:off x="22117348" y="1581150"/>
              <a:ext cx="15379" cy="276225"/>
            </a:xfrm>
            <a:prstGeom prst="rect">
              <a:avLst/>
            </a:prstGeom>
            <a:solidFill>
              <a:srgbClr val="D3E3E5"/>
            </a:solidFill>
            <a:ln w="0">
              <a:noFill/>
              <a:prstDash val="solid"/>
            </a:ln>
          </p:spPr>
        </p:sp>
        <p:sp>
          <p:nvSpPr>
            <p:cNvPr id="1925" name="four:time-step-strips:time-strip-tₐ-cell-58:1648"/>
            <p:cNvSpPr>
              <a:spLocks noGrp="1"/>
            </p:cNvSpPr>
            <p:nvPr/>
          </p:nvSpPr>
          <p:spPr>
            <a:xfrm>
              <a:off x="22132727" y="1581150"/>
              <a:ext cx="15379" cy="276225"/>
            </a:xfrm>
            <a:prstGeom prst="rect">
              <a:avLst/>
            </a:prstGeom>
            <a:solidFill>
              <a:srgbClr val="DAC9B8"/>
            </a:solidFill>
            <a:ln w="0">
              <a:noFill/>
              <a:prstDash val="solid"/>
            </a:ln>
          </p:spPr>
        </p:sp>
        <p:sp>
          <p:nvSpPr>
            <p:cNvPr id="1926" name="four:time-step-strips:time-strip-tₐ-cell-59:1649"/>
            <p:cNvSpPr>
              <a:spLocks noGrp="1"/>
            </p:cNvSpPr>
            <p:nvPr/>
          </p:nvSpPr>
          <p:spPr>
            <a:xfrm>
              <a:off x="22148105" y="1581150"/>
              <a:ext cx="15379" cy="276225"/>
            </a:xfrm>
            <a:prstGeom prst="rect">
              <a:avLst/>
            </a:prstGeom>
            <a:solidFill>
              <a:srgbClr val="D9B08D"/>
            </a:solidFill>
            <a:ln w="0">
              <a:noFill/>
              <a:prstDash val="solid"/>
            </a:ln>
          </p:spPr>
        </p:sp>
        <p:sp>
          <p:nvSpPr>
            <p:cNvPr id="1927" name="four:time-step-strips:time-strip-tₐ-cell-60:1650"/>
            <p:cNvSpPr>
              <a:spLocks noGrp="1"/>
            </p:cNvSpPr>
            <p:nvPr/>
          </p:nvSpPr>
          <p:spPr>
            <a:xfrm>
              <a:off x="22163484" y="1581150"/>
              <a:ext cx="15379" cy="276225"/>
            </a:xfrm>
            <a:prstGeom prst="rect">
              <a:avLst/>
            </a:prstGeom>
            <a:solidFill>
              <a:srgbClr val="D89660"/>
            </a:solidFill>
            <a:ln w="0">
              <a:noFill/>
              <a:prstDash val="solid"/>
            </a:ln>
          </p:spPr>
        </p:sp>
        <p:sp>
          <p:nvSpPr>
            <p:cNvPr id="1928" name="four:time-step-strips:time-strip-tₐ-cell-61:1651"/>
            <p:cNvSpPr>
              <a:spLocks noGrp="1"/>
            </p:cNvSpPr>
            <p:nvPr/>
          </p:nvSpPr>
          <p:spPr>
            <a:xfrm>
              <a:off x="22178863" y="1581150"/>
              <a:ext cx="15379" cy="276225"/>
            </a:xfrm>
            <a:prstGeom prst="rect">
              <a:avLst/>
            </a:prstGeom>
            <a:solidFill>
              <a:srgbClr val="D77D35"/>
            </a:solidFill>
            <a:ln w="0">
              <a:noFill/>
              <a:prstDash val="solid"/>
            </a:ln>
          </p:spPr>
        </p:sp>
        <p:sp>
          <p:nvSpPr>
            <p:cNvPr id="1929" name="four:time-step-strips:time-strip-tₐ-cell-62:1652"/>
            <p:cNvSpPr>
              <a:spLocks noGrp="1"/>
            </p:cNvSpPr>
            <p:nvPr/>
          </p:nvSpPr>
          <p:spPr>
            <a:xfrm>
              <a:off x="22194242" y="1581150"/>
              <a:ext cx="15379" cy="276225"/>
            </a:xfrm>
            <a:prstGeom prst="rect">
              <a:avLst/>
            </a:prstGeom>
            <a:solidFill>
              <a:srgbClr val="D66913"/>
            </a:solidFill>
            <a:ln w="0">
              <a:noFill/>
              <a:prstDash val="solid"/>
            </a:ln>
          </p:spPr>
        </p:sp>
        <p:sp>
          <p:nvSpPr>
            <p:cNvPr id="1930" name="four:time-step-strips:time-strip-tₐ-cell-63:1653"/>
            <p:cNvSpPr>
              <a:spLocks noGrp="1"/>
            </p:cNvSpPr>
            <p:nvPr/>
          </p:nvSpPr>
          <p:spPr>
            <a:xfrm>
              <a:off x="22209621" y="1581150"/>
              <a:ext cx="15379" cy="276225"/>
            </a:xfrm>
            <a:prstGeom prst="rect">
              <a:avLst/>
            </a:prstGeom>
            <a:solidFill>
              <a:srgbClr val="D55F02"/>
            </a:solidFill>
            <a:ln w="0">
              <a:noFill/>
              <a:prstDash val="solid"/>
            </a:ln>
          </p:spPr>
        </p:sp>
        <p:sp>
          <p:nvSpPr>
            <p:cNvPr id="1931" name="four:time-step-strips:time-strip-tₐ-cell-64:1654"/>
            <p:cNvSpPr>
              <a:spLocks noGrp="1"/>
            </p:cNvSpPr>
            <p:nvPr/>
          </p:nvSpPr>
          <p:spPr>
            <a:xfrm>
              <a:off x="22225000" y="1581150"/>
              <a:ext cx="15379" cy="276225"/>
            </a:xfrm>
            <a:prstGeom prst="rect">
              <a:avLst/>
            </a:prstGeom>
            <a:solidFill>
              <a:srgbClr val="D55E00"/>
            </a:solidFill>
            <a:ln w="0">
              <a:noFill/>
              <a:prstDash val="solid"/>
            </a:ln>
          </p:spPr>
        </p:sp>
        <p:sp>
          <p:nvSpPr>
            <p:cNvPr id="1932" name="four:time-step-strips:time-strip-tₐ-cell-65:1655"/>
            <p:cNvSpPr>
              <a:spLocks noGrp="1"/>
            </p:cNvSpPr>
            <p:nvPr/>
          </p:nvSpPr>
          <p:spPr>
            <a:xfrm>
              <a:off x="22240379" y="1581150"/>
              <a:ext cx="15379" cy="276225"/>
            </a:xfrm>
            <a:prstGeom prst="rect">
              <a:avLst/>
            </a:prstGeom>
            <a:solidFill>
              <a:srgbClr val="D55E00"/>
            </a:solidFill>
            <a:ln w="0">
              <a:noFill/>
              <a:prstDash val="solid"/>
            </a:ln>
          </p:spPr>
        </p:sp>
        <p:sp>
          <p:nvSpPr>
            <p:cNvPr id="1933" name="four:time-step-strips:time-strip-tₐ-cell-66:1656"/>
            <p:cNvSpPr>
              <a:spLocks noGrp="1"/>
            </p:cNvSpPr>
            <p:nvPr/>
          </p:nvSpPr>
          <p:spPr>
            <a:xfrm>
              <a:off x="22255758" y="1581150"/>
              <a:ext cx="15379" cy="276225"/>
            </a:xfrm>
            <a:prstGeom prst="rect">
              <a:avLst/>
            </a:prstGeom>
            <a:solidFill>
              <a:srgbClr val="D55E00"/>
            </a:solidFill>
            <a:ln w="0">
              <a:noFill/>
              <a:prstDash val="solid"/>
            </a:ln>
          </p:spPr>
        </p:sp>
        <p:sp>
          <p:nvSpPr>
            <p:cNvPr id="1934" name="four:time-step-strips:time-strip-tₐ-cell-67:1657"/>
            <p:cNvSpPr>
              <a:spLocks noGrp="1"/>
            </p:cNvSpPr>
            <p:nvPr/>
          </p:nvSpPr>
          <p:spPr>
            <a:xfrm>
              <a:off x="22271137" y="1581150"/>
              <a:ext cx="15379" cy="276225"/>
            </a:xfrm>
            <a:prstGeom prst="rect">
              <a:avLst/>
            </a:prstGeom>
            <a:solidFill>
              <a:srgbClr val="D55E00"/>
            </a:solidFill>
            <a:ln w="0">
              <a:noFill/>
              <a:prstDash val="solid"/>
            </a:ln>
          </p:spPr>
        </p:sp>
        <p:sp>
          <p:nvSpPr>
            <p:cNvPr id="1935" name="four:time-step-strips:time-strip-tₐ-cell-68:1658"/>
            <p:cNvSpPr>
              <a:spLocks noGrp="1"/>
            </p:cNvSpPr>
            <p:nvPr/>
          </p:nvSpPr>
          <p:spPr>
            <a:xfrm>
              <a:off x="22286516" y="1581150"/>
              <a:ext cx="15379" cy="276225"/>
            </a:xfrm>
            <a:prstGeom prst="rect">
              <a:avLst/>
            </a:prstGeom>
            <a:solidFill>
              <a:srgbClr val="D55E00"/>
            </a:solidFill>
            <a:ln w="0">
              <a:noFill/>
              <a:prstDash val="solid"/>
            </a:ln>
          </p:spPr>
        </p:sp>
        <p:sp>
          <p:nvSpPr>
            <p:cNvPr id="1936" name="four:time-step-strips:time-strip-tₐ-cell-69:1659"/>
            <p:cNvSpPr>
              <a:spLocks noGrp="1"/>
            </p:cNvSpPr>
            <p:nvPr/>
          </p:nvSpPr>
          <p:spPr>
            <a:xfrm>
              <a:off x="22301895" y="1581150"/>
              <a:ext cx="15379" cy="276225"/>
            </a:xfrm>
            <a:prstGeom prst="rect">
              <a:avLst/>
            </a:prstGeom>
            <a:solidFill>
              <a:srgbClr val="D55E00"/>
            </a:solidFill>
            <a:ln w="0">
              <a:noFill/>
              <a:prstDash val="solid"/>
            </a:ln>
          </p:spPr>
        </p:sp>
        <p:sp>
          <p:nvSpPr>
            <p:cNvPr id="1937" name="four:time-step-strips:time-strip-tₐ-cell-70:1660"/>
            <p:cNvSpPr>
              <a:spLocks noGrp="1"/>
            </p:cNvSpPr>
            <p:nvPr/>
          </p:nvSpPr>
          <p:spPr>
            <a:xfrm>
              <a:off x="22317273" y="1581150"/>
              <a:ext cx="15379" cy="276225"/>
            </a:xfrm>
            <a:prstGeom prst="rect">
              <a:avLst/>
            </a:prstGeom>
            <a:solidFill>
              <a:srgbClr val="D55E00"/>
            </a:solidFill>
            <a:ln w="0">
              <a:noFill/>
              <a:prstDash val="solid"/>
            </a:ln>
          </p:spPr>
        </p:sp>
        <p:sp>
          <p:nvSpPr>
            <p:cNvPr id="1938" name="four:time-step-strips:time-strip-tₐ-cell-71:1661"/>
            <p:cNvSpPr>
              <a:spLocks noGrp="1"/>
            </p:cNvSpPr>
            <p:nvPr/>
          </p:nvSpPr>
          <p:spPr>
            <a:xfrm>
              <a:off x="22332652" y="1581150"/>
              <a:ext cx="15379" cy="276225"/>
            </a:xfrm>
            <a:prstGeom prst="rect">
              <a:avLst/>
            </a:prstGeom>
            <a:solidFill>
              <a:srgbClr val="D55E00"/>
            </a:solidFill>
            <a:ln w="0">
              <a:noFill/>
              <a:prstDash val="solid"/>
            </a:ln>
          </p:spPr>
        </p:sp>
        <p:sp>
          <p:nvSpPr>
            <p:cNvPr id="1939" name="four:time-step-strips:time-strip-tₐ-cell-72:1662"/>
            <p:cNvSpPr>
              <a:spLocks noGrp="1"/>
            </p:cNvSpPr>
            <p:nvPr/>
          </p:nvSpPr>
          <p:spPr>
            <a:xfrm>
              <a:off x="22348031" y="1581150"/>
              <a:ext cx="15379" cy="276225"/>
            </a:xfrm>
            <a:prstGeom prst="rect">
              <a:avLst/>
            </a:prstGeom>
            <a:solidFill>
              <a:srgbClr val="D55E00"/>
            </a:solidFill>
            <a:ln w="0">
              <a:noFill/>
              <a:prstDash val="solid"/>
            </a:ln>
          </p:spPr>
        </p:sp>
        <p:sp>
          <p:nvSpPr>
            <p:cNvPr id="1940" name="four:time-step-strips:time-strip-tₐ-cell-73:1663"/>
            <p:cNvSpPr>
              <a:spLocks noGrp="1"/>
            </p:cNvSpPr>
            <p:nvPr/>
          </p:nvSpPr>
          <p:spPr>
            <a:xfrm>
              <a:off x="22363410" y="1581150"/>
              <a:ext cx="15379" cy="276225"/>
            </a:xfrm>
            <a:prstGeom prst="rect">
              <a:avLst/>
            </a:prstGeom>
            <a:solidFill>
              <a:srgbClr val="D55E00"/>
            </a:solidFill>
            <a:ln w="0">
              <a:noFill/>
              <a:prstDash val="solid"/>
            </a:ln>
          </p:spPr>
        </p:sp>
        <p:sp>
          <p:nvSpPr>
            <p:cNvPr id="1941" name="four:time-step-strips:time-strip-tₐ-cell-74:1664"/>
            <p:cNvSpPr>
              <a:spLocks noGrp="1"/>
            </p:cNvSpPr>
            <p:nvPr/>
          </p:nvSpPr>
          <p:spPr>
            <a:xfrm>
              <a:off x="22378789" y="1581150"/>
              <a:ext cx="15379" cy="276225"/>
            </a:xfrm>
            <a:prstGeom prst="rect">
              <a:avLst/>
            </a:prstGeom>
            <a:solidFill>
              <a:srgbClr val="D55E00"/>
            </a:solidFill>
            <a:ln w="0">
              <a:noFill/>
              <a:prstDash val="solid"/>
            </a:ln>
          </p:spPr>
        </p:sp>
        <p:sp>
          <p:nvSpPr>
            <p:cNvPr id="1942" name="four:time-step-strips:time-strip-tₐ-cell-75:1665"/>
            <p:cNvSpPr>
              <a:spLocks noGrp="1"/>
            </p:cNvSpPr>
            <p:nvPr/>
          </p:nvSpPr>
          <p:spPr>
            <a:xfrm>
              <a:off x="22394168" y="1581150"/>
              <a:ext cx="15379" cy="276225"/>
            </a:xfrm>
            <a:prstGeom prst="rect">
              <a:avLst/>
            </a:prstGeom>
            <a:solidFill>
              <a:srgbClr val="D55E00"/>
            </a:solidFill>
            <a:ln w="0">
              <a:noFill/>
              <a:prstDash val="solid"/>
            </a:ln>
          </p:spPr>
        </p:sp>
        <p:sp>
          <p:nvSpPr>
            <p:cNvPr id="1943" name="four:time-step-strips:time-strip-tₐ-cell-76:1666"/>
            <p:cNvSpPr>
              <a:spLocks noGrp="1"/>
            </p:cNvSpPr>
            <p:nvPr/>
          </p:nvSpPr>
          <p:spPr>
            <a:xfrm>
              <a:off x="22409547" y="1581150"/>
              <a:ext cx="15379" cy="276225"/>
            </a:xfrm>
            <a:prstGeom prst="rect">
              <a:avLst/>
            </a:prstGeom>
            <a:solidFill>
              <a:srgbClr val="D5640A"/>
            </a:solidFill>
            <a:ln w="0">
              <a:noFill/>
              <a:prstDash val="solid"/>
            </a:ln>
          </p:spPr>
        </p:sp>
        <p:sp>
          <p:nvSpPr>
            <p:cNvPr id="1944" name="four:time-step-strips:time-strip-tₐ-cell-77:1667"/>
            <p:cNvSpPr>
              <a:spLocks noGrp="1"/>
            </p:cNvSpPr>
            <p:nvPr/>
          </p:nvSpPr>
          <p:spPr>
            <a:xfrm>
              <a:off x="22424926" y="1581150"/>
              <a:ext cx="15379" cy="276225"/>
            </a:xfrm>
            <a:prstGeom prst="rect">
              <a:avLst/>
            </a:prstGeom>
            <a:solidFill>
              <a:srgbClr val="D67120"/>
            </a:solidFill>
            <a:ln w="0">
              <a:noFill/>
              <a:prstDash val="solid"/>
            </a:ln>
          </p:spPr>
        </p:sp>
        <p:sp>
          <p:nvSpPr>
            <p:cNvPr id="1945" name="four:time-step-strips:time-strip-tₐ-cell-78:1668"/>
            <p:cNvSpPr>
              <a:spLocks noGrp="1"/>
            </p:cNvSpPr>
            <p:nvPr/>
          </p:nvSpPr>
          <p:spPr>
            <a:xfrm>
              <a:off x="22440305" y="1581150"/>
              <a:ext cx="15379" cy="276225"/>
            </a:xfrm>
            <a:prstGeom prst="rect">
              <a:avLst/>
            </a:prstGeom>
            <a:solidFill>
              <a:srgbClr val="D7813D"/>
            </a:solidFill>
            <a:ln w="0">
              <a:noFill/>
              <a:prstDash val="solid"/>
            </a:ln>
          </p:spPr>
        </p:sp>
        <p:sp>
          <p:nvSpPr>
            <p:cNvPr id="1946" name="four:time-step-strips:time-strip-tₐ-cell-79:1669"/>
            <p:cNvSpPr>
              <a:spLocks noGrp="1"/>
            </p:cNvSpPr>
            <p:nvPr/>
          </p:nvSpPr>
          <p:spPr>
            <a:xfrm>
              <a:off x="22455684" y="1581150"/>
              <a:ext cx="15379" cy="276225"/>
            </a:xfrm>
            <a:prstGeom prst="rect">
              <a:avLst/>
            </a:prstGeom>
            <a:solidFill>
              <a:srgbClr val="A1B0B5"/>
            </a:solidFill>
            <a:ln w="0">
              <a:noFill/>
              <a:prstDash val="solid"/>
            </a:ln>
          </p:spPr>
        </p:sp>
        <p:sp>
          <p:nvSpPr>
            <p:cNvPr id="1947" name="four:time-step-strips:time-strip-tₐ-cell-80:1670"/>
            <p:cNvSpPr>
              <a:spLocks noGrp="1"/>
            </p:cNvSpPr>
            <p:nvPr/>
          </p:nvSpPr>
          <p:spPr>
            <a:xfrm>
              <a:off x="22471063" y="1581150"/>
              <a:ext cx="15379" cy="276225"/>
            </a:xfrm>
            <a:prstGeom prst="rect">
              <a:avLst/>
            </a:prstGeom>
            <a:solidFill>
              <a:srgbClr val="5CBDA6"/>
            </a:solidFill>
            <a:ln w="0">
              <a:noFill/>
              <a:prstDash val="solid"/>
            </a:ln>
          </p:spPr>
        </p:sp>
        <p:sp>
          <p:nvSpPr>
            <p:cNvPr id="1948" name="four:time-step-strips:time-strip-tₐ-cell-81:1671"/>
            <p:cNvSpPr>
              <a:spLocks noGrp="1"/>
            </p:cNvSpPr>
            <p:nvPr/>
          </p:nvSpPr>
          <p:spPr>
            <a:xfrm>
              <a:off x="22486441" y="1581150"/>
              <a:ext cx="15379" cy="276225"/>
            </a:xfrm>
            <a:prstGeom prst="rect">
              <a:avLst/>
            </a:prstGeom>
            <a:solidFill>
              <a:srgbClr val="72C4B2"/>
            </a:solidFill>
            <a:ln w="0">
              <a:noFill/>
              <a:prstDash val="solid"/>
            </a:ln>
          </p:spPr>
        </p:sp>
        <p:sp>
          <p:nvSpPr>
            <p:cNvPr id="1949" name="four:time-step-strips:time-strip-tₐ-cell-82:1672"/>
            <p:cNvSpPr>
              <a:spLocks noGrp="1"/>
            </p:cNvSpPr>
            <p:nvPr/>
          </p:nvSpPr>
          <p:spPr>
            <a:xfrm>
              <a:off x="22501820" y="1581150"/>
              <a:ext cx="15379" cy="276225"/>
            </a:xfrm>
            <a:prstGeom prst="rect">
              <a:avLst/>
            </a:prstGeom>
            <a:solidFill>
              <a:srgbClr val="7FC9BA"/>
            </a:solidFill>
            <a:ln w="0">
              <a:noFill/>
              <a:prstDash val="solid"/>
            </a:ln>
          </p:spPr>
        </p:sp>
        <p:sp>
          <p:nvSpPr>
            <p:cNvPr id="1950" name="four:time-step-strips:time-strip-tₐ-cell-83:1673"/>
            <p:cNvSpPr>
              <a:spLocks noGrp="1"/>
            </p:cNvSpPr>
            <p:nvPr/>
          </p:nvSpPr>
          <p:spPr>
            <a:xfrm>
              <a:off x="22517199" y="1581150"/>
              <a:ext cx="15379" cy="276225"/>
            </a:xfrm>
            <a:prstGeom prst="rect">
              <a:avLst/>
            </a:prstGeom>
            <a:solidFill>
              <a:srgbClr val="81C9BA"/>
            </a:solidFill>
            <a:ln w="0">
              <a:noFill/>
              <a:prstDash val="solid"/>
            </a:ln>
          </p:spPr>
        </p:sp>
        <p:sp>
          <p:nvSpPr>
            <p:cNvPr id="1951" name="four:time-step-strips:time-strip-tₐ-cell-84:1674"/>
            <p:cNvSpPr>
              <a:spLocks noGrp="1"/>
            </p:cNvSpPr>
            <p:nvPr/>
          </p:nvSpPr>
          <p:spPr>
            <a:xfrm>
              <a:off x="22532578" y="1581150"/>
              <a:ext cx="15379" cy="276225"/>
            </a:xfrm>
            <a:prstGeom prst="rect">
              <a:avLst/>
            </a:prstGeom>
            <a:solidFill>
              <a:srgbClr val="81C9BA"/>
            </a:solidFill>
            <a:ln w="0">
              <a:noFill/>
              <a:prstDash val="solid"/>
            </a:ln>
          </p:spPr>
        </p:sp>
        <p:sp>
          <p:nvSpPr>
            <p:cNvPr id="1952" name="four:time-step-strips:time-strip-tₐ-cell-85:1675"/>
            <p:cNvSpPr>
              <a:spLocks noGrp="1"/>
            </p:cNvSpPr>
            <p:nvPr/>
          </p:nvSpPr>
          <p:spPr>
            <a:xfrm>
              <a:off x="22547957" y="1581150"/>
              <a:ext cx="15379" cy="276225"/>
            </a:xfrm>
            <a:prstGeom prst="rect">
              <a:avLst/>
            </a:prstGeom>
            <a:solidFill>
              <a:srgbClr val="81C9BA"/>
            </a:solidFill>
            <a:ln w="0">
              <a:noFill/>
              <a:prstDash val="solid"/>
            </a:ln>
          </p:spPr>
        </p:sp>
        <p:sp>
          <p:nvSpPr>
            <p:cNvPr id="1953" name="four:time-step-strips:time-strip-tₐ-cell-86:1676"/>
            <p:cNvSpPr>
              <a:spLocks noGrp="1"/>
            </p:cNvSpPr>
            <p:nvPr/>
          </p:nvSpPr>
          <p:spPr>
            <a:xfrm>
              <a:off x="22563336" y="1581150"/>
              <a:ext cx="15379" cy="276225"/>
            </a:xfrm>
            <a:prstGeom prst="rect">
              <a:avLst/>
            </a:prstGeom>
            <a:solidFill>
              <a:srgbClr val="81C9BA"/>
            </a:solidFill>
            <a:ln w="0">
              <a:noFill/>
              <a:prstDash val="solid"/>
            </a:ln>
          </p:spPr>
        </p:sp>
        <p:sp>
          <p:nvSpPr>
            <p:cNvPr id="1954" name="four:time-step-strips:time-strip-tₐ-cell-87:1677"/>
            <p:cNvSpPr>
              <a:spLocks noGrp="1"/>
            </p:cNvSpPr>
            <p:nvPr/>
          </p:nvSpPr>
          <p:spPr>
            <a:xfrm>
              <a:off x="22578715" y="1581150"/>
              <a:ext cx="15379" cy="276225"/>
            </a:xfrm>
            <a:prstGeom prst="rect">
              <a:avLst/>
            </a:prstGeom>
            <a:solidFill>
              <a:srgbClr val="81C9BA"/>
            </a:solidFill>
            <a:ln w="0">
              <a:noFill/>
              <a:prstDash val="solid"/>
            </a:ln>
          </p:spPr>
        </p:sp>
        <p:sp>
          <p:nvSpPr>
            <p:cNvPr id="1955" name="four:time-step-strips:time-strip-tₐ-cell-88:1678"/>
            <p:cNvSpPr>
              <a:spLocks noGrp="1"/>
            </p:cNvSpPr>
            <p:nvPr/>
          </p:nvSpPr>
          <p:spPr>
            <a:xfrm>
              <a:off x="22594094" y="1581150"/>
              <a:ext cx="15379" cy="276225"/>
            </a:xfrm>
            <a:prstGeom prst="rect">
              <a:avLst/>
            </a:prstGeom>
            <a:solidFill>
              <a:srgbClr val="81C9BA"/>
            </a:solidFill>
            <a:ln w="0">
              <a:noFill/>
              <a:prstDash val="solid"/>
            </a:ln>
          </p:spPr>
        </p:sp>
        <p:sp>
          <p:nvSpPr>
            <p:cNvPr id="1956" name="four:time-step-strips:time-strip-tₐ-cell-89:1679"/>
            <p:cNvSpPr>
              <a:spLocks noGrp="1"/>
            </p:cNvSpPr>
            <p:nvPr/>
          </p:nvSpPr>
          <p:spPr>
            <a:xfrm>
              <a:off x="22609473" y="1581150"/>
              <a:ext cx="15379" cy="276225"/>
            </a:xfrm>
            <a:prstGeom prst="rect">
              <a:avLst/>
            </a:prstGeom>
            <a:solidFill>
              <a:srgbClr val="81C9BA"/>
            </a:solidFill>
            <a:ln w="0">
              <a:noFill/>
              <a:prstDash val="solid"/>
            </a:ln>
          </p:spPr>
        </p:sp>
        <p:sp>
          <p:nvSpPr>
            <p:cNvPr id="1957" name="four:time-step-strips:time-strip-tₐ-cell-90:1680"/>
            <p:cNvSpPr>
              <a:spLocks noGrp="1"/>
            </p:cNvSpPr>
            <p:nvPr/>
          </p:nvSpPr>
          <p:spPr>
            <a:xfrm>
              <a:off x="22624852" y="1581150"/>
              <a:ext cx="15379" cy="276225"/>
            </a:xfrm>
            <a:prstGeom prst="rect">
              <a:avLst/>
            </a:prstGeom>
            <a:solidFill>
              <a:srgbClr val="81C9BA"/>
            </a:solidFill>
            <a:ln w="0">
              <a:noFill/>
              <a:prstDash val="solid"/>
            </a:ln>
          </p:spPr>
        </p:sp>
        <p:sp>
          <p:nvSpPr>
            <p:cNvPr id="1958" name="four:time-step-strips:time-strip-tₐ-cell-91:1681"/>
            <p:cNvSpPr>
              <a:spLocks noGrp="1"/>
            </p:cNvSpPr>
            <p:nvPr/>
          </p:nvSpPr>
          <p:spPr>
            <a:xfrm>
              <a:off x="22640230" y="1581150"/>
              <a:ext cx="15379" cy="276225"/>
            </a:xfrm>
            <a:prstGeom prst="rect">
              <a:avLst/>
            </a:prstGeom>
            <a:solidFill>
              <a:srgbClr val="81C9BA"/>
            </a:solidFill>
            <a:ln w="0">
              <a:noFill/>
              <a:prstDash val="solid"/>
            </a:ln>
          </p:spPr>
        </p:sp>
        <p:sp>
          <p:nvSpPr>
            <p:cNvPr id="1959" name="four:time-step-strips:time-strip-tₐ-cell-92:1682"/>
            <p:cNvSpPr>
              <a:spLocks noGrp="1"/>
            </p:cNvSpPr>
            <p:nvPr/>
          </p:nvSpPr>
          <p:spPr>
            <a:xfrm>
              <a:off x="22655609" y="1581150"/>
              <a:ext cx="15379" cy="276225"/>
            </a:xfrm>
            <a:prstGeom prst="rect">
              <a:avLst/>
            </a:prstGeom>
            <a:solidFill>
              <a:srgbClr val="81C9BA"/>
            </a:solidFill>
            <a:ln w="0">
              <a:noFill/>
              <a:prstDash val="solid"/>
            </a:ln>
          </p:spPr>
        </p:sp>
        <p:sp>
          <p:nvSpPr>
            <p:cNvPr id="1960" name="four:time-step-strips:time-strip-tₐ-cell-93:1683"/>
            <p:cNvSpPr>
              <a:spLocks noGrp="1"/>
            </p:cNvSpPr>
            <p:nvPr/>
          </p:nvSpPr>
          <p:spPr>
            <a:xfrm>
              <a:off x="22670988" y="1581150"/>
              <a:ext cx="15379" cy="276225"/>
            </a:xfrm>
            <a:prstGeom prst="rect">
              <a:avLst/>
            </a:prstGeom>
            <a:solidFill>
              <a:srgbClr val="81C9BA"/>
            </a:solidFill>
            <a:ln w="0">
              <a:noFill/>
              <a:prstDash val="solid"/>
            </a:ln>
          </p:spPr>
        </p:sp>
        <p:sp>
          <p:nvSpPr>
            <p:cNvPr id="1961" name="four:time-step-strips:time-strip-tₐ-cell-94:1684"/>
            <p:cNvSpPr>
              <a:spLocks noGrp="1"/>
            </p:cNvSpPr>
            <p:nvPr/>
          </p:nvSpPr>
          <p:spPr>
            <a:xfrm>
              <a:off x="22686367" y="1581150"/>
              <a:ext cx="15379" cy="276225"/>
            </a:xfrm>
            <a:prstGeom prst="rect">
              <a:avLst/>
            </a:prstGeom>
            <a:solidFill>
              <a:srgbClr val="81C9BA"/>
            </a:solidFill>
            <a:ln w="0">
              <a:noFill/>
              <a:prstDash val="solid"/>
            </a:ln>
          </p:spPr>
        </p:sp>
        <p:sp>
          <p:nvSpPr>
            <p:cNvPr id="1962" name="four:time-step-strips:time-strip-tₐ-cell-95:1685"/>
            <p:cNvSpPr>
              <a:spLocks noGrp="1"/>
            </p:cNvSpPr>
            <p:nvPr/>
          </p:nvSpPr>
          <p:spPr>
            <a:xfrm>
              <a:off x="22701746" y="1581150"/>
              <a:ext cx="15379" cy="276225"/>
            </a:xfrm>
            <a:prstGeom prst="rect">
              <a:avLst/>
            </a:prstGeom>
            <a:solidFill>
              <a:srgbClr val="81C9BA"/>
            </a:solidFill>
            <a:ln w="0">
              <a:noFill/>
              <a:prstDash val="solid"/>
            </a:ln>
          </p:spPr>
        </p:sp>
        <p:sp>
          <p:nvSpPr>
            <p:cNvPr id="1963" name="four:time-step-strips:time-strip-tₐ-cell-96:1686"/>
            <p:cNvSpPr>
              <a:spLocks noGrp="1"/>
            </p:cNvSpPr>
            <p:nvPr/>
          </p:nvSpPr>
          <p:spPr>
            <a:xfrm>
              <a:off x="22717125" y="1581150"/>
              <a:ext cx="15379" cy="276225"/>
            </a:xfrm>
            <a:prstGeom prst="rect">
              <a:avLst/>
            </a:prstGeom>
            <a:solidFill>
              <a:srgbClr val="81C9BA"/>
            </a:solidFill>
            <a:ln w="0">
              <a:noFill/>
              <a:prstDash val="solid"/>
            </a:ln>
          </p:spPr>
        </p:sp>
        <p:sp>
          <p:nvSpPr>
            <p:cNvPr id="1964" name="four:time-step-strips:time-strip-tₐ-cell-97:1687"/>
            <p:cNvSpPr>
              <a:spLocks noGrp="1"/>
            </p:cNvSpPr>
            <p:nvPr/>
          </p:nvSpPr>
          <p:spPr>
            <a:xfrm>
              <a:off x="22732504" y="1581150"/>
              <a:ext cx="15379" cy="276225"/>
            </a:xfrm>
            <a:prstGeom prst="rect">
              <a:avLst/>
            </a:prstGeom>
            <a:solidFill>
              <a:srgbClr val="81C9BA"/>
            </a:solidFill>
            <a:ln w="0">
              <a:noFill/>
              <a:prstDash val="solid"/>
            </a:ln>
          </p:spPr>
        </p:sp>
        <p:sp>
          <p:nvSpPr>
            <p:cNvPr id="1965" name="four:time-step-strips:time-strip-tₐ-cell-98:1688"/>
            <p:cNvSpPr>
              <a:spLocks noGrp="1"/>
            </p:cNvSpPr>
            <p:nvPr/>
          </p:nvSpPr>
          <p:spPr>
            <a:xfrm>
              <a:off x="22747883" y="1581150"/>
              <a:ext cx="15379" cy="276225"/>
            </a:xfrm>
            <a:prstGeom prst="rect">
              <a:avLst/>
            </a:prstGeom>
            <a:solidFill>
              <a:srgbClr val="81C9BA"/>
            </a:solidFill>
            <a:ln w="0">
              <a:noFill/>
              <a:prstDash val="solid"/>
            </a:ln>
          </p:spPr>
        </p:sp>
        <p:sp>
          <p:nvSpPr>
            <p:cNvPr id="1966" name="four:time-step-strips:time-strip-tₐ-cell-99:1689"/>
            <p:cNvSpPr>
              <a:spLocks noGrp="1"/>
            </p:cNvSpPr>
            <p:nvPr/>
          </p:nvSpPr>
          <p:spPr>
            <a:xfrm>
              <a:off x="22763262" y="1581150"/>
              <a:ext cx="15379" cy="276225"/>
            </a:xfrm>
            <a:prstGeom prst="rect">
              <a:avLst/>
            </a:prstGeom>
            <a:solidFill>
              <a:srgbClr val="81C9BA"/>
            </a:solidFill>
            <a:ln w="0">
              <a:noFill/>
              <a:prstDash val="solid"/>
            </a:ln>
          </p:spPr>
        </p:sp>
        <p:sp>
          <p:nvSpPr>
            <p:cNvPr id="1967" name="four:time-step-strips:time-strip-tₐ-cell-100:1690"/>
            <p:cNvSpPr>
              <a:spLocks noGrp="1"/>
            </p:cNvSpPr>
            <p:nvPr/>
          </p:nvSpPr>
          <p:spPr>
            <a:xfrm>
              <a:off x="22778641" y="1581150"/>
              <a:ext cx="15379" cy="276225"/>
            </a:xfrm>
            <a:prstGeom prst="rect">
              <a:avLst/>
            </a:prstGeom>
            <a:solidFill>
              <a:srgbClr val="81C9BA"/>
            </a:solidFill>
            <a:ln w="0">
              <a:noFill/>
              <a:prstDash val="solid"/>
            </a:ln>
          </p:spPr>
        </p:sp>
        <p:sp>
          <p:nvSpPr>
            <p:cNvPr id="1968" name="four:time-step-strips:time-strip-tₐ-cell-101:1691"/>
            <p:cNvSpPr>
              <a:spLocks noGrp="1"/>
            </p:cNvSpPr>
            <p:nvPr/>
          </p:nvSpPr>
          <p:spPr>
            <a:xfrm>
              <a:off x="22794020" y="1581150"/>
              <a:ext cx="15379" cy="276225"/>
            </a:xfrm>
            <a:prstGeom prst="rect">
              <a:avLst/>
            </a:prstGeom>
            <a:solidFill>
              <a:srgbClr val="81C9BA"/>
            </a:solidFill>
            <a:ln w="0">
              <a:noFill/>
              <a:prstDash val="solid"/>
            </a:ln>
          </p:spPr>
        </p:sp>
        <p:sp>
          <p:nvSpPr>
            <p:cNvPr id="1969" name="four:time-step-strips:time-strip-tₐ-cell-102:1692"/>
            <p:cNvSpPr>
              <a:spLocks noGrp="1"/>
            </p:cNvSpPr>
            <p:nvPr/>
          </p:nvSpPr>
          <p:spPr>
            <a:xfrm>
              <a:off x="22809398" y="1581150"/>
              <a:ext cx="15379" cy="276225"/>
            </a:xfrm>
            <a:prstGeom prst="rect">
              <a:avLst/>
            </a:prstGeom>
            <a:solidFill>
              <a:srgbClr val="81C9BA"/>
            </a:solidFill>
            <a:ln w="0">
              <a:noFill/>
              <a:prstDash val="solid"/>
            </a:ln>
          </p:spPr>
        </p:sp>
        <p:sp>
          <p:nvSpPr>
            <p:cNvPr id="1970" name="four:time-step-strips:time-strip-tₐ-cell-103:1693"/>
            <p:cNvSpPr>
              <a:spLocks noGrp="1"/>
            </p:cNvSpPr>
            <p:nvPr/>
          </p:nvSpPr>
          <p:spPr>
            <a:xfrm>
              <a:off x="22824777" y="1581150"/>
              <a:ext cx="15379" cy="276225"/>
            </a:xfrm>
            <a:prstGeom prst="rect">
              <a:avLst/>
            </a:prstGeom>
            <a:solidFill>
              <a:srgbClr val="81C9BA"/>
            </a:solidFill>
            <a:ln w="0">
              <a:noFill/>
              <a:prstDash val="solid"/>
            </a:ln>
          </p:spPr>
        </p:sp>
        <p:sp>
          <p:nvSpPr>
            <p:cNvPr id="1971" name="four:time-step-strips:time-strip-tₐ-cell-104:1694"/>
            <p:cNvSpPr>
              <a:spLocks noGrp="1"/>
            </p:cNvSpPr>
            <p:nvPr/>
          </p:nvSpPr>
          <p:spPr>
            <a:xfrm>
              <a:off x="22840156" y="1581150"/>
              <a:ext cx="15379" cy="276225"/>
            </a:xfrm>
            <a:prstGeom prst="rect">
              <a:avLst/>
            </a:prstGeom>
            <a:solidFill>
              <a:srgbClr val="81C9BA"/>
            </a:solidFill>
            <a:ln w="0">
              <a:noFill/>
              <a:prstDash val="solid"/>
            </a:ln>
          </p:spPr>
        </p:sp>
        <p:sp>
          <p:nvSpPr>
            <p:cNvPr id="1972" name="four:time-step-strips:time-strip-tₐ-cell-105:1695"/>
            <p:cNvSpPr>
              <a:spLocks noGrp="1"/>
            </p:cNvSpPr>
            <p:nvPr/>
          </p:nvSpPr>
          <p:spPr>
            <a:xfrm>
              <a:off x="22855535" y="1581150"/>
              <a:ext cx="15379" cy="276225"/>
            </a:xfrm>
            <a:prstGeom prst="rect">
              <a:avLst/>
            </a:prstGeom>
            <a:solidFill>
              <a:srgbClr val="81C9BA"/>
            </a:solidFill>
            <a:ln w="0">
              <a:noFill/>
              <a:prstDash val="solid"/>
            </a:ln>
          </p:spPr>
        </p:sp>
        <p:sp>
          <p:nvSpPr>
            <p:cNvPr id="1973" name="four:time-step-strips:time-strip-tₐ-cell-106:1696"/>
            <p:cNvSpPr>
              <a:spLocks noGrp="1"/>
            </p:cNvSpPr>
            <p:nvPr/>
          </p:nvSpPr>
          <p:spPr>
            <a:xfrm>
              <a:off x="22870914" y="1581150"/>
              <a:ext cx="15379" cy="276225"/>
            </a:xfrm>
            <a:prstGeom prst="rect">
              <a:avLst/>
            </a:prstGeom>
            <a:solidFill>
              <a:srgbClr val="81C9BA"/>
            </a:solidFill>
            <a:ln w="0">
              <a:noFill/>
              <a:prstDash val="solid"/>
            </a:ln>
          </p:spPr>
        </p:sp>
        <p:sp>
          <p:nvSpPr>
            <p:cNvPr id="1974" name="four:time-step-strips:time-strip-tₐ-cell-107:1697"/>
            <p:cNvSpPr>
              <a:spLocks noGrp="1"/>
            </p:cNvSpPr>
            <p:nvPr/>
          </p:nvSpPr>
          <p:spPr>
            <a:xfrm>
              <a:off x="22886293" y="1581150"/>
              <a:ext cx="15379" cy="276225"/>
            </a:xfrm>
            <a:prstGeom prst="rect">
              <a:avLst/>
            </a:prstGeom>
            <a:solidFill>
              <a:srgbClr val="81C9BA"/>
            </a:solidFill>
            <a:ln w="0">
              <a:noFill/>
              <a:prstDash val="solid"/>
            </a:ln>
          </p:spPr>
        </p:sp>
        <p:sp>
          <p:nvSpPr>
            <p:cNvPr id="1975" name="four:time-step-strips:time-strip-tₐ-cell-108:1698"/>
            <p:cNvSpPr>
              <a:spLocks noGrp="1"/>
            </p:cNvSpPr>
            <p:nvPr/>
          </p:nvSpPr>
          <p:spPr>
            <a:xfrm>
              <a:off x="22901672" y="1581150"/>
              <a:ext cx="15379" cy="276225"/>
            </a:xfrm>
            <a:prstGeom prst="rect">
              <a:avLst/>
            </a:prstGeom>
            <a:solidFill>
              <a:srgbClr val="81C9BA"/>
            </a:solidFill>
            <a:ln w="0">
              <a:noFill/>
              <a:prstDash val="solid"/>
            </a:ln>
          </p:spPr>
        </p:sp>
        <p:sp>
          <p:nvSpPr>
            <p:cNvPr id="1976" name="four:time-step-strips:time-strip-tₐ-cell-109:1699"/>
            <p:cNvSpPr>
              <a:spLocks noGrp="1"/>
            </p:cNvSpPr>
            <p:nvPr/>
          </p:nvSpPr>
          <p:spPr>
            <a:xfrm>
              <a:off x="22917051" y="1581150"/>
              <a:ext cx="15379" cy="276225"/>
            </a:xfrm>
            <a:prstGeom prst="rect">
              <a:avLst/>
            </a:prstGeom>
            <a:solidFill>
              <a:srgbClr val="7FC9B9"/>
            </a:solidFill>
            <a:ln w="0">
              <a:noFill/>
              <a:prstDash val="solid"/>
            </a:ln>
          </p:spPr>
        </p:sp>
        <p:sp>
          <p:nvSpPr>
            <p:cNvPr id="1977" name="four:time-step-strips:time-strip-tₐ-cell-110:1700"/>
            <p:cNvSpPr>
              <a:spLocks noGrp="1"/>
            </p:cNvSpPr>
            <p:nvPr/>
          </p:nvSpPr>
          <p:spPr>
            <a:xfrm>
              <a:off x="22932430" y="1581150"/>
              <a:ext cx="15379" cy="276225"/>
            </a:xfrm>
            <a:prstGeom prst="rect">
              <a:avLst/>
            </a:prstGeom>
            <a:solidFill>
              <a:srgbClr val="73C5B3"/>
            </a:solidFill>
            <a:ln w="0">
              <a:noFill/>
              <a:prstDash val="solid"/>
            </a:ln>
          </p:spPr>
        </p:sp>
        <p:sp>
          <p:nvSpPr>
            <p:cNvPr id="1978" name="four:time-step-strips:time-strip-tₐ-cell-111:1701"/>
            <p:cNvSpPr>
              <a:spLocks noGrp="1"/>
            </p:cNvSpPr>
            <p:nvPr/>
          </p:nvSpPr>
          <p:spPr>
            <a:xfrm>
              <a:off x="22947809" y="1581150"/>
              <a:ext cx="15379" cy="276225"/>
            </a:xfrm>
            <a:prstGeom prst="rect">
              <a:avLst/>
            </a:prstGeom>
            <a:solidFill>
              <a:srgbClr val="60BEA8"/>
            </a:solidFill>
            <a:ln w="0">
              <a:noFill/>
              <a:prstDash val="solid"/>
            </a:ln>
          </p:spPr>
        </p:sp>
        <p:sp>
          <p:nvSpPr>
            <p:cNvPr id="1979" name="four:time-step-strips:time-strip-tₐ-cell-112:1702"/>
            <p:cNvSpPr>
              <a:spLocks noGrp="1"/>
            </p:cNvSpPr>
            <p:nvPr/>
          </p:nvSpPr>
          <p:spPr>
            <a:xfrm>
              <a:off x="22963188" y="1581150"/>
              <a:ext cx="15379" cy="276225"/>
            </a:xfrm>
            <a:prstGeom prst="rect">
              <a:avLst/>
            </a:prstGeom>
            <a:solidFill>
              <a:srgbClr val="48B69B"/>
            </a:solidFill>
            <a:ln w="0">
              <a:noFill/>
              <a:prstDash val="solid"/>
            </a:ln>
          </p:spPr>
        </p:sp>
        <p:sp>
          <p:nvSpPr>
            <p:cNvPr id="1980" name="four:time-step-strips:time-strip-tₐ-cell-113:1703"/>
            <p:cNvSpPr>
              <a:spLocks noGrp="1"/>
            </p:cNvSpPr>
            <p:nvPr/>
          </p:nvSpPr>
          <p:spPr>
            <a:xfrm>
              <a:off x="22978566" y="1581150"/>
              <a:ext cx="15379" cy="276225"/>
            </a:xfrm>
            <a:prstGeom prst="rect">
              <a:avLst/>
            </a:prstGeom>
            <a:solidFill>
              <a:srgbClr val="2EAE8D"/>
            </a:solidFill>
            <a:ln w="0">
              <a:noFill/>
              <a:prstDash val="solid"/>
            </a:ln>
          </p:spPr>
        </p:sp>
        <p:sp>
          <p:nvSpPr>
            <p:cNvPr id="1981" name="four:time-step-strips:time-strip-tₐ-cell-114:1704"/>
            <p:cNvSpPr>
              <a:spLocks noGrp="1"/>
            </p:cNvSpPr>
            <p:nvPr/>
          </p:nvSpPr>
          <p:spPr>
            <a:xfrm>
              <a:off x="22993945" y="1581150"/>
              <a:ext cx="15379" cy="276225"/>
            </a:xfrm>
            <a:prstGeom prst="rect">
              <a:avLst/>
            </a:prstGeom>
            <a:solidFill>
              <a:srgbClr val="1AA781"/>
            </a:solidFill>
            <a:ln w="0">
              <a:noFill/>
              <a:prstDash val="solid"/>
            </a:ln>
          </p:spPr>
        </p:sp>
        <p:sp>
          <p:nvSpPr>
            <p:cNvPr id="1982" name="four:time-step-strips:time-strip-tₐ-cell-115:1705"/>
            <p:cNvSpPr>
              <a:spLocks noGrp="1"/>
            </p:cNvSpPr>
            <p:nvPr/>
          </p:nvSpPr>
          <p:spPr>
            <a:xfrm>
              <a:off x="23009324" y="1581150"/>
              <a:ext cx="15379" cy="276225"/>
            </a:xfrm>
            <a:prstGeom prst="rect">
              <a:avLst/>
            </a:prstGeom>
            <a:solidFill>
              <a:srgbClr val="07A177"/>
            </a:solidFill>
            <a:ln w="0">
              <a:noFill/>
              <a:prstDash val="solid"/>
            </a:ln>
          </p:spPr>
        </p:sp>
        <p:sp>
          <p:nvSpPr>
            <p:cNvPr id="1983" name="four:time-step-strips:time-strip-tₐ-cell-116:1706"/>
            <p:cNvSpPr>
              <a:spLocks noGrp="1"/>
            </p:cNvSpPr>
            <p:nvPr/>
          </p:nvSpPr>
          <p:spPr>
            <a:xfrm>
              <a:off x="23024703" y="1581150"/>
              <a:ext cx="15379" cy="276225"/>
            </a:xfrm>
            <a:prstGeom prst="rect">
              <a:avLst/>
            </a:prstGeom>
            <a:solidFill>
              <a:srgbClr val="009E73"/>
            </a:solidFill>
            <a:ln w="0">
              <a:noFill/>
              <a:prstDash val="solid"/>
            </a:ln>
          </p:spPr>
        </p:sp>
        <p:sp>
          <p:nvSpPr>
            <p:cNvPr id="1984" name="four:time-step-strips:time-strip-tₐ-cell-117:1707"/>
            <p:cNvSpPr>
              <a:spLocks noGrp="1"/>
            </p:cNvSpPr>
            <p:nvPr/>
          </p:nvSpPr>
          <p:spPr>
            <a:xfrm>
              <a:off x="23040082" y="1581150"/>
              <a:ext cx="15379" cy="276225"/>
            </a:xfrm>
            <a:prstGeom prst="rect">
              <a:avLst/>
            </a:prstGeom>
            <a:solidFill>
              <a:srgbClr val="009E73"/>
            </a:solidFill>
            <a:ln w="0">
              <a:noFill/>
              <a:prstDash val="solid"/>
            </a:ln>
          </p:spPr>
        </p:sp>
        <p:sp>
          <p:nvSpPr>
            <p:cNvPr id="1985" name="four:time-step-strips:time-strip-tₐ-cell-118:1708"/>
            <p:cNvSpPr>
              <a:spLocks noGrp="1"/>
            </p:cNvSpPr>
            <p:nvPr/>
          </p:nvSpPr>
          <p:spPr>
            <a:xfrm>
              <a:off x="23055461" y="1581150"/>
              <a:ext cx="15379" cy="276225"/>
            </a:xfrm>
            <a:prstGeom prst="rect">
              <a:avLst/>
            </a:prstGeom>
            <a:solidFill>
              <a:srgbClr val="009E73"/>
            </a:solidFill>
            <a:ln w="0">
              <a:noFill/>
              <a:prstDash val="solid"/>
            </a:ln>
          </p:spPr>
        </p:sp>
        <p:sp>
          <p:nvSpPr>
            <p:cNvPr id="1986" name="four:time-step-strips:time-strip-tₐ-cell-119:1709"/>
            <p:cNvSpPr>
              <a:spLocks noGrp="1"/>
            </p:cNvSpPr>
            <p:nvPr/>
          </p:nvSpPr>
          <p:spPr>
            <a:xfrm>
              <a:off x="23070840" y="1581150"/>
              <a:ext cx="15379" cy="276225"/>
            </a:xfrm>
            <a:prstGeom prst="rect">
              <a:avLst/>
            </a:prstGeom>
            <a:solidFill>
              <a:srgbClr val="009E73"/>
            </a:solidFill>
            <a:ln w="0">
              <a:noFill/>
              <a:prstDash val="solid"/>
            </a:ln>
          </p:spPr>
        </p:sp>
        <p:sp>
          <p:nvSpPr>
            <p:cNvPr id="1987" name="four:time-step-strips:time-strip-tₐ-cell-120:1710"/>
            <p:cNvSpPr>
              <a:spLocks noGrp="1"/>
            </p:cNvSpPr>
            <p:nvPr/>
          </p:nvSpPr>
          <p:spPr>
            <a:xfrm>
              <a:off x="23086219" y="1581150"/>
              <a:ext cx="15379" cy="276225"/>
            </a:xfrm>
            <a:prstGeom prst="rect">
              <a:avLst/>
            </a:prstGeom>
            <a:solidFill>
              <a:srgbClr val="009E73"/>
            </a:solidFill>
            <a:ln w="0">
              <a:noFill/>
              <a:prstDash val="solid"/>
            </a:ln>
          </p:spPr>
        </p:sp>
        <p:sp>
          <p:nvSpPr>
            <p:cNvPr id="1988" name="four:time-step-strips:time-strip-tₐ-cell-121:1711"/>
            <p:cNvSpPr>
              <a:spLocks noGrp="1"/>
            </p:cNvSpPr>
            <p:nvPr/>
          </p:nvSpPr>
          <p:spPr>
            <a:xfrm>
              <a:off x="23101598" y="1581150"/>
              <a:ext cx="15379" cy="276225"/>
            </a:xfrm>
            <a:prstGeom prst="rect">
              <a:avLst/>
            </a:prstGeom>
            <a:solidFill>
              <a:srgbClr val="009E73"/>
            </a:solidFill>
            <a:ln w="0">
              <a:noFill/>
              <a:prstDash val="solid"/>
            </a:ln>
          </p:spPr>
        </p:sp>
        <p:sp>
          <p:nvSpPr>
            <p:cNvPr id="1989" name="four:time-step-strips:time-strip-tₐ-cell-122:1712"/>
            <p:cNvSpPr>
              <a:spLocks noGrp="1"/>
            </p:cNvSpPr>
            <p:nvPr/>
          </p:nvSpPr>
          <p:spPr>
            <a:xfrm>
              <a:off x="23116977" y="1581150"/>
              <a:ext cx="15379" cy="276225"/>
            </a:xfrm>
            <a:prstGeom prst="rect">
              <a:avLst/>
            </a:prstGeom>
            <a:solidFill>
              <a:srgbClr val="009E73"/>
            </a:solidFill>
            <a:ln w="0">
              <a:noFill/>
              <a:prstDash val="solid"/>
            </a:ln>
          </p:spPr>
        </p:sp>
        <p:sp>
          <p:nvSpPr>
            <p:cNvPr id="1990" name="four:time-step-strips:time-strip-tₐ-cell-123:1713"/>
            <p:cNvSpPr>
              <a:spLocks noGrp="1"/>
            </p:cNvSpPr>
            <p:nvPr/>
          </p:nvSpPr>
          <p:spPr>
            <a:xfrm>
              <a:off x="23132355" y="1581150"/>
              <a:ext cx="15379" cy="276225"/>
            </a:xfrm>
            <a:prstGeom prst="rect">
              <a:avLst/>
            </a:prstGeom>
            <a:solidFill>
              <a:srgbClr val="009E73"/>
            </a:solidFill>
            <a:ln w="0">
              <a:noFill/>
              <a:prstDash val="solid"/>
            </a:ln>
          </p:spPr>
        </p:sp>
        <p:sp>
          <p:nvSpPr>
            <p:cNvPr id="1991" name="four:time-step-strips:time-strip-tₐ-cell-124:1714"/>
            <p:cNvSpPr>
              <a:spLocks noGrp="1"/>
            </p:cNvSpPr>
            <p:nvPr/>
          </p:nvSpPr>
          <p:spPr>
            <a:xfrm>
              <a:off x="23147734" y="1581150"/>
              <a:ext cx="15379" cy="276225"/>
            </a:xfrm>
            <a:prstGeom prst="rect">
              <a:avLst/>
            </a:prstGeom>
            <a:solidFill>
              <a:srgbClr val="009E73"/>
            </a:solidFill>
            <a:ln w="0">
              <a:noFill/>
              <a:prstDash val="solid"/>
            </a:ln>
          </p:spPr>
        </p:sp>
        <p:sp>
          <p:nvSpPr>
            <p:cNvPr id="1992" name="four:time-step-strips:time-strip-tₐ-cell-125:1715"/>
            <p:cNvSpPr>
              <a:spLocks noGrp="1"/>
            </p:cNvSpPr>
            <p:nvPr/>
          </p:nvSpPr>
          <p:spPr>
            <a:xfrm>
              <a:off x="23163113" y="1581150"/>
              <a:ext cx="15379" cy="276225"/>
            </a:xfrm>
            <a:prstGeom prst="rect">
              <a:avLst/>
            </a:prstGeom>
            <a:solidFill>
              <a:srgbClr val="009E73"/>
            </a:solidFill>
            <a:ln w="0">
              <a:noFill/>
              <a:prstDash val="solid"/>
            </a:ln>
          </p:spPr>
        </p:sp>
        <p:sp>
          <p:nvSpPr>
            <p:cNvPr id="1993" name="four:time-step-strips:time-strip-tₐ-cell-126:1716"/>
            <p:cNvSpPr>
              <a:spLocks noGrp="1"/>
            </p:cNvSpPr>
            <p:nvPr/>
          </p:nvSpPr>
          <p:spPr>
            <a:xfrm>
              <a:off x="23178492" y="1581150"/>
              <a:ext cx="15379" cy="276225"/>
            </a:xfrm>
            <a:prstGeom prst="rect">
              <a:avLst/>
            </a:prstGeom>
            <a:solidFill>
              <a:srgbClr val="009E73"/>
            </a:solidFill>
            <a:ln w="0">
              <a:noFill/>
              <a:prstDash val="solid"/>
            </a:ln>
          </p:spPr>
        </p:sp>
        <p:sp>
          <p:nvSpPr>
            <p:cNvPr id="1994" name="four:time-step-strips:time-strip-tₐ-cell-127:1717"/>
            <p:cNvSpPr>
              <a:spLocks noGrp="1"/>
            </p:cNvSpPr>
            <p:nvPr/>
          </p:nvSpPr>
          <p:spPr>
            <a:xfrm>
              <a:off x="23193871" y="1581150"/>
              <a:ext cx="15379" cy="276225"/>
            </a:xfrm>
            <a:prstGeom prst="rect">
              <a:avLst/>
            </a:prstGeom>
            <a:solidFill>
              <a:srgbClr val="009E73"/>
            </a:solidFill>
            <a:ln w="0">
              <a:noFill/>
              <a:prstDash val="solid"/>
            </a:ln>
          </p:spPr>
        </p:sp>
        <p:sp>
          <p:nvSpPr>
            <p:cNvPr id="1995" name="four:time-step-strips:time-strip-tₐ-cell-128:1718"/>
            <p:cNvSpPr>
              <a:spLocks noGrp="1"/>
            </p:cNvSpPr>
            <p:nvPr/>
          </p:nvSpPr>
          <p:spPr>
            <a:xfrm>
              <a:off x="23209250" y="1581150"/>
              <a:ext cx="15379" cy="276225"/>
            </a:xfrm>
            <a:prstGeom prst="rect">
              <a:avLst/>
            </a:prstGeom>
            <a:solidFill>
              <a:srgbClr val="019E74"/>
            </a:solidFill>
            <a:ln w="0">
              <a:noFill/>
              <a:prstDash val="solid"/>
            </a:ln>
          </p:spPr>
        </p:sp>
        <p:sp>
          <p:nvSpPr>
            <p:cNvPr id="1996" name="four:time-step-strips:time-strip-tₐ-cell-129:1719"/>
            <p:cNvSpPr>
              <a:spLocks noGrp="1"/>
            </p:cNvSpPr>
            <p:nvPr/>
          </p:nvSpPr>
          <p:spPr>
            <a:xfrm>
              <a:off x="23224629" y="1581150"/>
              <a:ext cx="15379" cy="276225"/>
            </a:xfrm>
            <a:prstGeom prst="rect">
              <a:avLst/>
            </a:prstGeom>
            <a:solidFill>
              <a:srgbClr val="11A47D"/>
            </a:solidFill>
            <a:ln w="0">
              <a:noFill/>
              <a:prstDash val="solid"/>
            </a:ln>
          </p:spPr>
        </p:sp>
        <p:sp>
          <p:nvSpPr>
            <p:cNvPr id="1997" name="four:time-step-strips:time-strip-tₐ-cell-130:1720"/>
            <p:cNvSpPr>
              <a:spLocks noGrp="1"/>
            </p:cNvSpPr>
            <p:nvPr/>
          </p:nvSpPr>
          <p:spPr>
            <a:xfrm>
              <a:off x="23240008" y="1581150"/>
              <a:ext cx="15379" cy="276225"/>
            </a:xfrm>
            <a:prstGeom prst="rect">
              <a:avLst/>
            </a:prstGeom>
            <a:solidFill>
              <a:srgbClr val="31AF8E"/>
            </a:solidFill>
            <a:ln w="0">
              <a:noFill/>
              <a:prstDash val="solid"/>
            </a:ln>
          </p:spPr>
        </p:sp>
        <p:sp>
          <p:nvSpPr>
            <p:cNvPr id="1998" name="four:time-step-strips:time-strip-tₐ-cell-131:1721"/>
            <p:cNvSpPr>
              <a:spLocks noGrp="1"/>
            </p:cNvSpPr>
            <p:nvPr/>
          </p:nvSpPr>
          <p:spPr>
            <a:xfrm>
              <a:off x="23255387" y="1581150"/>
              <a:ext cx="15379" cy="276225"/>
            </a:xfrm>
            <a:prstGeom prst="rect">
              <a:avLst/>
            </a:prstGeom>
            <a:solidFill>
              <a:srgbClr val="59BCA4"/>
            </a:solidFill>
            <a:ln w="0">
              <a:noFill/>
              <a:prstDash val="solid"/>
            </a:ln>
          </p:spPr>
        </p:sp>
        <p:sp>
          <p:nvSpPr>
            <p:cNvPr id="1999" name="four:time-step-strips:time-strip-tₐ-cell-132:1722"/>
            <p:cNvSpPr>
              <a:spLocks noGrp="1"/>
            </p:cNvSpPr>
            <p:nvPr/>
          </p:nvSpPr>
          <p:spPr>
            <a:xfrm>
              <a:off x="23270766" y="1581150"/>
              <a:ext cx="15379" cy="276225"/>
            </a:xfrm>
            <a:prstGeom prst="rect">
              <a:avLst/>
            </a:prstGeom>
            <a:solidFill>
              <a:srgbClr val="83CABC"/>
            </a:solidFill>
            <a:ln w="0">
              <a:noFill/>
              <a:prstDash val="solid"/>
            </a:ln>
          </p:spPr>
        </p:sp>
        <p:sp>
          <p:nvSpPr>
            <p:cNvPr id="2000" name="four:time-step-strips:time-strip-tₐ-cell-133:1723"/>
            <p:cNvSpPr>
              <a:spLocks noGrp="1"/>
            </p:cNvSpPr>
            <p:nvPr/>
          </p:nvSpPr>
          <p:spPr>
            <a:xfrm>
              <a:off x="23286145" y="1581150"/>
              <a:ext cx="15379" cy="276225"/>
            </a:xfrm>
            <a:prstGeom prst="rect">
              <a:avLst/>
            </a:prstGeom>
            <a:solidFill>
              <a:srgbClr val="ABD7D2"/>
            </a:solidFill>
            <a:ln w="0">
              <a:noFill/>
              <a:prstDash val="solid"/>
            </a:ln>
          </p:spPr>
        </p:sp>
        <p:sp>
          <p:nvSpPr>
            <p:cNvPr id="2001" name="four:time-step-strips:time-strip-tₐ-cell-134:1724"/>
            <p:cNvSpPr>
              <a:spLocks noGrp="1"/>
            </p:cNvSpPr>
            <p:nvPr/>
          </p:nvSpPr>
          <p:spPr>
            <a:xfrm>
              <a:off x="23301523" y="1581150"/>
              <a:ext cx="15379" cy="276225"/>
            </a:xfrm>
            <a:prstGeom prst="rect">
              <a:avLst/>
            </a:prstGeom>
            <a:solidFill>
              <a:srgbClr val="D7E0E8"/>
            </a:solidFill>
            <a:ln w="0">
              <a:noFill/>
              <a:prstDash val="solid"/>
            </a:ln>
          </p:spPr>
        </p:sp>
        <p:sp>
          <p:nvSpPr>
            <p:cNvPr id="2002" name="four:time-step-strips:time-strip-tₐ-cell-135:1725"/>
            <p:cNvSpPr>
              <a:spLocks noGrp="1"/>
            </p:cNvSpPr>
            <p:nvPr/>
          </p:nvSpPr>
          <p:spPr>
            <a:xfrm>
              <a:off x="23316902" y="1581150"/>
              <a:ext cx="15379" cy="276225"/>
            </a:xfrm>
            <a:prstGeom prst="rect">
              <a:avLst/>
            </a:prstGeom>
            <a:solidFill>
              <a:srgbClr val="DCE7ED"/>
            </a:solidFill>
            <a:ln w="0">
              <a:noFill/>
              <a:prstDash val="solid"/>
            </a:ln>
          </p:spPr>
        </p:sp>
        <p:sp>
          <p:nvSpPr>
            <p:cNvPr id="2003" name="four:time-step-strips:time-strip-tₐ-cell-136:1726"/>
            <p:cNvSpPr>
              <a:spLocks noGrp="1"/>
            </p:cNvSpPr>
            <p:nvPr/>
          </p:nvSpPr>
          <p:spPr>
            <a:xfrm>
              <a:off x="23332281" y="1581150"/>
              <a:ext cx="15379" cy="276225"/>
            </a:xfrm>
            <a:prstGeom prst="rect">
              <a:avLst/>
            </a:prstGeom>
            <a:solidFill>
              <a:srgbClr val="DCE8ED"/>
            </a:solidFill>
            <a:ln w="0">
              <a:noFill/>
              <a:prstDash val="solid"/>
            </a:ln>
          </p:spPr>
        </p:sp>
        <p:sp>
          <p:nvSpPr>
            <p:cNvPr id="2004" name="four:time-step-strips:time-strip-tₐ-cell-137:1727"/>
            <p:cNvSpPr>
              <a:spLocks noGrp="1"/>
            </p:cNvSpPr>
            <p:nvPr/>
          </p:nvSpPr>
          <p:spPr>
            <a:xfrm>
              <a:off x="23347660" y="1581150"/>
              <a:ext cx="15379" cy="276225"/>
            </a:xfrm>
            <a:prstGeom prst="rect">
              <a:avLst/>
            </a:prstGeom>
            <a:solidFill>
              <a:srgbClr val="DCE8ED"/>
            </a:solidFill>
            <a:ln w="0">
              <a:noFill/>
              <a:prstDash val="solid"/>
            </a:ln>
          </p:spPr>
        </p:sp>
        <p:sp>
          <p:nvSpPr>
            <p:cNvPr id="2005" name="four:time-step-strips:time-strip-tₐ-cell-138:1728"/>
            <p:cNvSpPr>
              <a:spLocks noGrp="1"/>
            </p:cNvSpPr>
            <p:nvPr/>
          </p:nvSpPr>
          <p:spPr>
            <a:xfrm>
              <a:off x="23363039" y="1581150"/>
              <a:ext cx="15379" cy="276225"/>
            </a:xfrm>
            <a:prstGeom prst="rect">
              <a:avLst/>
            </a:prstGeom>
            <a:solidFill>
              <a:srgbClr val="DCE8ED"/>
            </a:solidFill>
            <a:ln w="0">
              <a:noFill/>
              <a:prstDash val="solid"/>
            </a:ln>
          </p:spPr>
        </p:sp>
        <p:sp>
          <p:nvSpPr>
            <p:cNvPr id="2006" name="four:time-step-strips:time-strip-tₐ-cell-139:1729"/>
            <p:cNvSpPr>
              <a:spLocks noGrp="1"/>
            </p:cNvSpPr>
            <p:nvPr/>
          </p:nvSpPr>
          <p:spPr>
            <a:xfrm>
              <a:off x="23378418" y="1581150"/>
              <a:ext cx="15379" cy="276225"/>
            </a:xfrm>
            <a:prstGeom prst="rect">
              <a:avLst/>
            </a:prstGeom>
            <a:solidFill>
              <a:srgbClr val="DCE8ED"/>
            </a:solidFill>
            <a:ln w="0">
              <a:noFill/>
              <a:prstDash val="solid"/>
            </a:ln>
          </p:spPr>
        </p:sp>
        <p:sp>
          <p:nvSpPr>
            <p:cNvPr id="2007" name="four:time-step-strips:time-strip-tₐ-cell-140:1730"/>
            <p:cNvSpPr>
              <a:spLocks noGrp="1"/>
            </p:cNvSpPr>
            <p:nvPr/>
          </p:nvSpPr>
          <p:spPr>
            <a:xfrm>
              <a:off x="23393797" y="1581150"/>
              <a:ext cx="15379" cy="276225"/>
            </a:xfrm>
            <a:prstGeom prst="rect">
              <a:avLst/>
            </a:prstGeom>
            <a:solidFill>
              <a:srgbClr val="DCE8ED"/>
            </a:solidFill>
            <a:ln w="0">
              <a:noFill/>
              <a:prstDash val="solid"/>
            </a:ln>
          </p:spPr>
        </p:sp>
        <p:sp>
          <p:nvSpPr>
            <p:cNvPr id="2008" name="four:time-step-strips:time-strip-tₐ-cell-141:1731"/>
            <p:cNvSpPr>
              <a:spLocks noGrp="1"/>
            </p:cNvSpPr>
            <p:nvPr/>
          </p:nvSpPr>
          <p:spPr>
            <a:xfrm>
              <a:off x="23409176" y="1581150"/>
              <a:ext cx="15379" cy="276225"/>
            </a:xfrm>
            <a:prstGeom prst="rect">
              <a:avLst/>
            </a:prstGeom>
            <a:solidFill>
              <a:srgbClr val="DCE8ED"/>
            </a:solidFill>
            <a:ln w="0">
              <a:noFill/>
              <a:prstDash val="solid"/>
            </a:ln>
          </p:spPr>
        </p:sp>
        <p:sp>
          <p:nvSpPr>
            <p:cNvPr id="2009" name="four:time-step-strips:time-strip-tₐ-cell-142:1732"/>
            <p:cNvSpPr>
              <a:spLocks noGrp="1"/>
            </p:cNvSpPr>
            <p:nvPr/>
          </p:nvSpPr>
          <p:spPr>
            <a:xfrm>
              <a:off x="23424555" y="1581150"/>
              <a:ext cx="15379" cy="276225"/>
            </a:xfrm>
            <a:prstGeom prst="rect">
              <a:avLst/>
            </a:prstGeom>
            <a:solidFill>
              <a:srgbClr val="DCE8ED"/>
            </a:solidFill>
            <a:ln w="0">
              <a:noFill/>
              <a:prstDash val="solid"/>
            </a:ln>
          </p:spPr>
        </p:sp>
        <p:sp>
          <p:nvSpPr>
            <p:cNvPr id="2010" name="four:time-step-strips:time-strip-tₐ-cell-143:1733"/>
            <p:cNvSpPr>
              <a:spLocks noGrp="1"/>
            </p:cNvSpPr>
            <p:nvPr/>
          </p:nvSpPr>
          <p:spPr>
            <a:xfrm>
              <a:off x="23439934" y="1581150"/>
              <a:ext cx="15379" cy="276225"/>
            </a:xfrm>
            <a:prstGeom prst="rect">
              <a:avLst/>
            </a:prstGeom>
            <a:solidFill>
              <a:srgbClr val="DCE8ED"/>
            </a:solidFill>
            <a:ln w="0">
              <a:noFill/>
              <a:prstDash val="solid"/>
            </a:ln>
          </p:spPr>
        </p:sp>
        <p:sp>
          <p:nvSpPr>
            <p:cNvPr id="2011" name="four:time-step-strips:time-strip-tₐ-cell-144:1734"/>
            <p:cNvSpPr>
              <a:spLocks noGrp="1"/>
            </p:cNvSpPr>
            <p:nvPr/>
          </p:nvSpPr>
          <p:spPr>
            <a:xfrm>
              <a:off x="23455313" y="1581150"/>
              <a:ext cx="15379" cy="276225"/>
            </a:xfrm>
            <a:prstGeom prst="rect">
              <a:avLst/>
            </a:prstGeom>
            <a:solidFill>
              <a:srgbClr val="DCE8ED"/>
            </a:solidFill>
            <a:ln w="0">
              <a:noFill/>
              <a:prstDash val="solid"/>
            </a:ln>
          </p:spPr>
        </p:sp>
        <p:sp>
          <p:nvSpPr>
            <p:cNvPr id="2012" name="four:time-step-strips:time-strip-tₐ-cell-145:1735"/>
            <p:cNvSpPr>
              <a:spLocks noGrp="1"/>
            </p:cNvSpPr>
            <p:nvPr/>
          </p:nvSpPr>
          <p:spPr>
            <a:xfrm>
              <a:off x="23470691" y="1581150"/>
              <a:ext cx="15379" cy="276225"/>
            </a:xfrm>
            <a:prstGeom prst="rect">
              <a:avLst/>
            </a:prstGeom>
            <a:solidFill>
              <a:srgbClr val="DCE8ED"/>
            </a:solidFill>
            <a:ln w="0">
              <a:noFill/>
              <a:prstDash val="solid"/>
            </a:ln>
          </p:spPr>
        </p:sp>
        <p:sp>
          <p:nvSpPr>
            <p:cNvPr id="2013" name="four:time-step-strips:time-strip-tₐ-cell-146:1736"/>
            <p:cNvSpPr>
              <a:spLocks noGrp="1"/>
            </p:cNvSpPr>
            <p:nvPr/>
          </p:nvSpPr>
          <p:spPr>
            <a:xfrm>
              <a:off x="23486070" y="1581150"/>
              <a:ext cx="15379" cy="276225"/>
            </a:xfrm>
            <a:prstGeom prst="rect">
              <a:avLst/>
            </a:prstGeom>
            <a:solidFill>
              <a:srgbClr val="DCE8ED"/>
            </a:solidFill>
            <a:ln w="0">
              <a:noFill/>
              <a:prstDash val="solid"/>
            </a:ln>
          </p:spPr>
        </p:sp>
        <p:sp>
          <p:nvSpPr>
            <p:cNvPr id="2014" name="four:time-step-strips:time-strip-tₐ-cell-147:1737"/>
            <p:cNvSpPr>
              <a:spLocks noGrp="1"/>
            </p:cNvSpPr>
            <p:nvPr/>
          </p:nvSpPr>
          <p:spPr>
            <a:xfrm>
              <a:off x="23501449" y="1581150"/>
              <a:ext cx="15379" cy="276225"/>
            </a:xfrm>
            <a:prstGeom prst="rect">
              <a:avLst/>
            </a:prstGeom>
            <a:solidFill>
              <a:srgbClr val="DCE8ED"/>
            </a:solidFill>
            <a:ln w="0">
              <a:noFill/>
              <a:prstDash val="solid"/>
            </a:ln>
          </p:spPr>
        </p:sp>
        <p:sp>
          <p:nvSpPr>
            <p:cNvPr id="2015" name="four:time-step-strips:time-strip-tₐ-cell-148:1738"/>
            <p:cNvSpPr>
              <a:spLocks noGrp="1"/>
            </p:cNvSpPr>
            <p:nvPr/>
          </p:nvSpPr>
          <p:spPr>
            <a:xfrm>
              <a:off x="23516828" y="1581150"/>
              <a:ext cx="15379" cy="276225"/>
            </a:xfrm>
            <a:prstGeom prst="rect">
              <a:avLst/>
            </a:prstGeom>
            <a:solidFill>
              <a:srgbClr val="DCE8ED"/>
            </a:solidFill>
            <a:ln w="0">
              <a:noFill/>
              <a:prstDash val="solid"/>
            </a:ln>
          </p:spPr>
        </p:sp>
        <p:sp>
          <p:nvSpPr>
            <p:cNvPr id="2016" name="four:time-step-strips:time-strip-tₐ-cell-149:1739"/>
            <p:cNvSpPr>
              <a:spLocks noGrp="1"/>
            </p:cNvSpPr>
            <p:nvPr/>
          </p:nvSpPr>
          <p:spPr>
            <a:xfrm>
              <a:off x="23532207" y="1581150"/>
              <a:ext cx="15379" cy="276225"/>
            </a:xfrm>
            <a:prstGeom prst="rect">
              <a:avLst/>
            </a:prstGeom>
            <a:solidFill>
              <a:srgbClr val="DCE8ED"/>
            </a:solidFill>
            <a:ln w="0">
              <a:noFill/>
              <a:prstDash val="solid"/>
            </a:ln>
          </p:spPr>
        </p:sp>
        <p:sp>
          <p:nvSpPr>
            <p:cNvPr id="2017" name="four:time-step-strips:time-strip-tₐ-cell-150:1740"/>
            <p:cNvSpPr>
              <a:spLocks noGrp="1"/>
            </p:cNvSpPr>
            <p:nvPr/>
          </p:nvSpPr>
          <p:spPr>
            <a:xfrm>
              <a:off x="23547586" y="1581150"/>
              <a:ext cx="15379" cy="276225"/>
            </a:xfrm>
            <a:prstGeom prst="rect">
              <a:avLst/>
            </a:prstGeom>
            <a:solidFill>
              <a:srgbClr val="DCE8ED"/>
            </a:solidFill>
            <a:ln w="0">
              <a:noFill/>
              <a:prstDash val="solid"/>
            </a:ln>
          </p:spPr>
        </p:sp>
        <p:sp>
          <p:nvSpPr>
            <p:cNvPr id="2018" name="four:time-step-strips:time-strip-tₐ-cell-151:1741"/>
            <p:cNvSpPr>
              <a:spLocks noGrp="1"/>
            </p:cNvSpPr>
            <p:nvPr/>
          </p:nvSpPr>
          <p:spPr>
            <a:xfrm>
              <a:off x="23562965" y="1581150"/>
              <a:ext cx="15379" cy="276225"/>
            </a:xfrm>
            <a:prstGeom prst="rect">
              <a:avLst/>
            </a:prstGeom>
            <a:solidFill>
              <a:srgbClr val="DCE8ED"/>
            </a:solidFill>
            <a:ln w="0">
              <a:noFill/>
              <a:prstDash val="solid"/>
            </a:ln>
          </p:spPr>
        </p:sp>
        <p:sp>
          <p:nvSpPr>
            <p:cNvPr id="2019" name="four:time-step-strips:time-strip-tₐ-cell-152:1742"/>
            <p:cNvSpPr>
              <a:spLocks noGrp="1"/>
            </p:cNvSpPr>
            <p:nvPr/>
          </p:nvSpPr>
          <p:spPr>
            <a:xfrm>
              <a:off x="23578344" y="1581150"/>
              <a:ext cx="15379" cy="276225"/>
            </a:xfrm>
            <a:prstGeom prst="rect">
              <a:avLst/>
            </a:prstGeom>
            <a:solidFill>
              <a:srgbClr val="DCE8ED"/>
            </a:solidFill>
            <a:ln w="0">
              <a:noFill/>
              <a:prstDash val="solid"/>
            </a:ln>
          </p:spPr>
        </p:sp>
        <p:sp>
          <p:nvSpPr>
            <p:cNvPr id="2020" name="four:time-step-strips:time-strip-tₐ-cell-153:1743"/>
            <p:cNvSpPr>
              <a:spLocks noGrp="1"/>
            </p:cNvSpPr>
            <p:nvPr/>
          </p:nvSpPr>
          <p:spPr>
            <a:xfrm>
              <a:off x="23593723" y="1581150"/>
              <a:ext cx="15379" cy="276225"/>
            </a:xfrm>
            <a:prstGeom prst="rect">
              <a:avLst/>
            </a:prstGeom>
            <a:solidFill>
              <a:srgbClr val="DCE8ED"/>
            </a:solidFill>
            <a:ln w="0">
              <a:noFill/>
              <a:prstDash val="solid"/>
            </a:ln>
          </p:spPr>
        </p:sp>
        <p:sp>
          <p:nvSpPr>
            <p:cNvPr id="2021" name="four:time-step-strips:time-strip-tₐ-cell-154:1744"/>
            <p:cNvSpPr>
              <a:spLocks noGrp="1"/>
            </p:cNvSpPr>
            <p:nvPr/>
          </p:nvSpPr>
          <p:spPr>
            <a:xfrm>
              <a:off x="23609102" y="1581150"/>
              <a:ext cx="15379" cy="276225"/>
            </a:xfrm>
            <a:prstGeom prst="rect">
              <a:avLst/>
            </a:prstGeom>
            <a:solidFill>
              <a:srgbClr val="DCE8ED"/>
            </a:solidFill>
            <a:ln w="0">
              <a:noFill/>
              <a:prstDash val="solid"/>
            </a:ln>
          </p:spPr>
        </p:sp>
        <p:sp>
          <p:nvSpPr>
            <p:cNvPr id="2022" name="four:time-step-strips:time-strip-tₐ-cell-155:1745"/>
            <p:cNvSpPr>
              <a:spLocks noGrp="1"/>
            </p:cNvSpPr>
            <p:nvPr/>
          </p:nvSpPr>
          <p:spPr>
            <a:xfrm>
              <a:off x="23624480" y="1581150"/>
              <a:ext cx="15379" cy="276225"/>
            </a:xfrm>
            <a:prstGeom prst="rect">
              <a:avLst/>
            </a:prstGeom>
            <a:solidFill>
              <a:srgbClr val="DCE8ED"/>
            </a:solidFill>
            <a:ln w="0">
              <a:noFill/>
              <a:prstDash val="solid"/>
            </a:ln>
          </p:spPr>
        </p:sp>
        <p:sp>
          <p:nvSpPr>
            <p:cNvPr id="2023" name="four:time-step-strips:time-strip-tₐ-cell-156:1746"/>
            <p:cNvSpPr>
              <a:spLocks noGrp="1"/>
            </p:cNvSpPr>
            <p:nvPr/>
          </p:nvSpPr>
          <p:spPr>
            <a:xfrm>
              <a:off x="23639859" y="1581150"/>
              <a:ext cx="15379" cy="276225"/>
            </a:xfrm>
            <a:prstGeom prst="rect">
              <a:avLst/>
            </a:prstGeom>
            <a:solidFill>
              <a:srgbClr val="DCE8ED"/>
            </a:solidFill>
            <a:ln w="0">
              <a:noFill/>
              <a:prstDash val="solid"/>
            </a:ln>
          </p:spPr>
        </p:sp>
        <p:sp>
          <p:nvSpPr>
            <p:cNvPr id="2024" name="four:time-step-strips:time-strip-tₐ-cell-157:1747"/>
            <p:cNvSpPr>
              <a:spLocks noGrp="1"/>
            </p:cNvSpPr>
            <p:nvPr/>
          </p:nvSpPr>
          <p:spPr>
            <a:xfrm>
              <a:off x="23655238" y="1581150"/>
              <a:ext cx="15379" cy="276225"/>
            </a:xfrm>
            <a:prstGeom prst="rect">
              <a:avLst/>
            </a:prstGeom>
            <a:solidFill>
              <a:srgbClr val="DCE8ED"/>
            </a:solidFill>
            <a:ln w="0">
              <a:noFill/>
              <a:prstDash val="solid"/>
            </a:ln>
          </p:spPr>
        </p:sp>
        <p:sp>
          <p:nvSpPr>
            <p:cNvPr id="2025" name="four:time-step-strips:time-strip-tₐ-cell-158:1748"/>
            <p:cNvSpPr>
              <a:spLocks noGrp="1"/>
            </p:cNvSpPr>
            <p:nvPr/>
          </p:nvSpPr>
          <p:spPr>
            <a:xfrm>
              <a:off x="23670617" y="1581150"/>
              <a:ext cx="15379" cy="276225"/>
            </a:xfrm>
            <a:prstGeom prst="rect">
              <a:avLst/>
            </a:prstGeom>
            <a:solidFill>
              <a:srgbClr val="DCE8ED"/>
            </a:solidFill>
            <a:ln w="0">
              <a:noFill/>
              <a:prstDash val="solid"/>
            </a:ln>
          </p:spPr>
        </p:sp>
        <p:sp>
          <p:nvSpPr>
            <p:cNvPr id="2026" name="four:time-step-strips:time-strip-tₐ-cell-159:1749"/>
            <p:cNvSpPr>
              <a:spLocks noGrp="1"/>
            </p:cNvSpPr>
            <p:nvPr/>
          </p:nvSpPr>
          <p:spPr>
            <a:xfrm>
              <a:off x="23685996" y="1581150"/>
              <a:ext cx="15379" cy="276225"/>
            </a:xfrm>
            <a:prstGeom prst="rect">
              <a:avLst/>
            </a:prstGeom>
            <a:solidFill>
              <a:srgbClr val="DCE8ED"/>
            </a:solidFill>
            <a:ln w="0">
              <a:noFill/>
              <a:prstDash val="solid"/>
            </a:ln>
          </p:spPr>
        </p:sp>
        <p:sp>
          <p:nvSpPr>
            <p:cNvPr id="2027" name="four:time-step-strips:time-strip-tₐ-cell-160:1750"/>
            <p:cNvSpPr>
              <a:spLocks noGrp="1"/>
            </p:cNvSpPr>
            <p:nvPr/>
          </p:nvSpPr>
          <p:spPr>
            <a:xfrm>
              <a:off x="23701375" y="1581150"/>
              <a:ext cx="15379" cy="276225"/>
            </a:xfrm>
            <a:prstGeom prst="rect">
              <a:avLst/>
            </a:prstGeom>
            <a:solidFill>
              <a:srgbClr val="DCE8ED"/>
            </a:solidFill>
            <a:ln w="0">
              <a:noFill/>
              <a:prstDash val="solid"/>
            </a:ln>
          </p:spPr>
        </p:sp>
        <p:sp>
          <p:nvSpPr>
            <p:cNvPr id="2028" name="four:time-step-strips:time-strip-tₐ-cell-161:1751"/>
            <p:cNvSpPr>
              <a:spLocks noGrp="1"/>
            </p:cNvSpPr>
            <p:nvPr/>
          </p:nvSpPr>
          <p:spPr>
            <a:xfrm>
              <a:off x="23716754" y="1581150"/>
              <a:ext cx="15379" cy="276225"/>
            </a:xfrm>
            <a:prstGeom prst="rect">
              <a:avLst/>
            </a:prstGeom>
            <a:solidFill>
              <a:srgbClr val="DCE8ED"/>
            </a:solidFill>
            <a:ln w="0">
              <a:noFill/>
              <a:prstDash val="solid"/>
            </a:ln>
          </p:spPr>
        </p:sp>
        <p:sp>
          <p:nvSpPr>
            <p:cNvPr id="2029" name="four:time-step-strips:time-strip-tₐ-cell-162:1752"/>
            <p:cNvSpPr>
              <a:spLocks noGrp="1"/>
            </p:cNvSpPr>
            <p:nvPr/>
          </p:nvSpPr>
          <p:spPr>
            <a:xfrm>
              <a:off x="23732133" y="1581150"/>
              <a:ext cx="15379" cy="276225"/>
            </a:xfrm>
            <a:prstGeom prst="rect">
              <a:avLst/>
            </a:prstGeom>
            <a:solidFill>
              <a:srgbClr val="DCE6E9"/>
            </a:solidFill>
            <a:ln w="0">
              <a:noFill/>
              <a:prstDash val="solid"/>
            </a:ln>
          </p:spPr>
        </p:sp>
        <p:sp>
          <p:nvSpPr>
            <p:cNvPr id="2030" name="four:time-step-strips:time-strip-tₐ-cell-163:1753"/>
            <p:cNvSpPr>
              <a:spLocks noGrp="1"/>
            </p:cNvSpPr>
            <p:nvPr/>
          </p:nvSpPr>
          <p:spPr>
            <a:xfrm>
              <a:off x="23747512" y="1581150"/>
              <a:ext cx="15379" cy="276225"/>
            </a:xfrm>
            <a:prstGeom prst="rect">
              <a:avLst/>
            </a:prstGeom>
            <a:solidFill>
              <a:srgbClr val="DADCDB"/>
            </a:solidFill>
            <a:ln w="0">
              <a:noFill/>
              <a:prstDash val="solid"/>
            </a:ln>
          </p:spPr>
        </p:sp>
        <p:sp>
          <p:nvSpPr>
            <p:cNvPr id="2031" name="four:time-step-strips:time-strip-tₐ-cell-164:1754"/>
            <p:cNvSpPr>
              <a:spLocks noGrp="1"/>
            </p:cNvSpPr>
            <p:nvPr/>
          </p:nvSpPr>
          <p:spPr>
            <a:xfrm>
              <a:off x="23762891" y="1581150"/>
              <a:ext cx="15379" cy="276225"/>
            </a:xfrm>
            <a:prstGeom prst="rect">
              <a:avLst/>
            </a:prstGeom>
            <a:solidFill>
              <a:srgbClr val="D7C8D9"/>
            </a:solidFill>
            <a:ln w="0">
              <a:noFill/>
              <a:prstDash val="solid"/>
            </a:ln>
          </p:spPr>
        </p:sp>
        <p:sp>
          <p:nvSpPr>
            <p:cNvPr id="2032" name="four:time-step-strips:time-strip-tₐ-cell-165:1755"/>
            <p:cNvSpPr>
              <a:spLocks noGrp="1"/>
            </p:cNvSpPr>
            <p:nvPr/>
          </p:nvSpPr>
          <p:spPr>
            <a:xfrm>
              <a:off x="23778270" y="1581150"/>
              <a:ext cx="15379" cy="276225"/>
            </a:xfrm>
            <a:prstGeom prst="rect">
              <a:avLst/>
            </a:prstGeom>
            <a:solidFill>
              <a:srgbClr val="D4B2CB"/>
            </a:solidFill>
            <a:ln w="0">
              <a:noFill/>
              <a:prstDash val="solid"/>
            </a:ln>
          </p:spPr>
        </p:sp>
        <p:sp>
          <p:nvSpPr>
            <p:cNvPr id="2033" name="four:time-step-strips:time-strip-tₐ-cell-166:1756"/>
            <p:cNvSpPr>
              <a:spLocks noGrp="1"/>
            </p:cNvSpPr>
            <p:nvPr/>
          </p:nvSpPr>
          <p:spPr>
            <a:xfrm>
              <a:off x="23793648" y="1581150"/>
              <a:ext cx="15379" cy="276225"/>
            </a:xfrm>
            <a:prstGeom prst="rect">
              <a:avLst/>
            </a:prstGeom>
            <a:solidFill>
              <a:srgbClr val="D19DBE"/>
            </a:solidFill>
            <a:ln w="0">
              <a:noFill/>
              <a:prstDash val="solid"/>
            </a:ln>
          </p:spPr>
        </p:sp>
        <p:sp>
          <p:nvSpPr>
            <p:cNvPr id="2034" name="four:time-step-strips:time-strip-tₐ-cell-167:1757"/>
            <p:cNvSpPr>
              <a:spLocks noGrp="1"/>
            </p:cNvSpPr>
            <p:nvPr/>
          </p:nvSpPr>
          <p:spPr>
            <a:xfrm>
              <a:off x="23809027" y="1581150"/>
              <a:ext cx="15379" cy="276225"/>
            </a:xfrm>
            <a:prstGeom prst="rect">
              <a:avLst/>
            </a:prstGeom>
            <a:solidFill>
              <a:srgbClr val="CF8AB2"/>
            </a:solidFill>
            <a:ln w="0">
              <a:noFill/>
              <a:prstDash val="solid"/>
            </a:ln>
          </p:spPr>
        </p:sp>
        <p:sp>
          <p:nvSpPr>
            <p:cNvPr id="2035" name="four:time-step-strips:time-strip-tₐ-cell-168:1758"/>
            <p:cNvSpPr>
              <a:spLocks noGrp="1"/>
            </p:cNvSpPr>
            <p:nvPr/>
          </p:nvSpPr>
          <p:spPr>
            <a:xfrm>
              <a:off x="23824406" y="1581150"/>
              <a:ext cx="15379" cy="276225"/>
            </a:xfrm>
            <a:prstGeom prst="rect">
              <a:avLst/>
            </a:prstGeom>
            <a:solidFill>
              <a:srgbClr val="CD7EAA"/>
            </a:solidFill>
            <a:ln w="0">
              <a:noFill/>
              <a:prstDash val="solid"/>
            </a:ln>
          </p:spPr>
        </p:sp>
        <p:sp>
          <p:nvSpPr>
            <p:cNvPr id="2036" name="four:time-step-strips:time-strip-tₐ-cell-169:1759"/>
            <p:cNvSpPr>
              <a:spLocks noGrp="1"/>
            </p:cNvSpPr>
            <p:nvPr/>
          </p:nvSpPr>
          <p:spPr>
            <a:xfrm>
              <a:off x="23839785" y="1581150"/>
              <a:ext cx="15379" cy="276225"/>
            </a:xfrm>
            <a:prstGeom prst="rect">
              <a:avLst/>
            </a:prstGeom>
            <a:solidFill>
              <a:srgbClr val="CC79A7"/>
            </a:solidFill>
            <a:ln w="0">
              <a:noFill/>
              <a:prstDash val="solid"/>
            </a:ln>
          </p:spPr>
        </p:sp>
        <p:sp>
          <p:nvSpPr>
            <p:cNvPr id="2037" name="four:time-step-strips:time-strip-tₐ-cell-170:1760"/>
            <p:cNvSpPr>
              <a:spLocks noGrp="1"/>
            </p:cNvSpPr>
            <p:nvPr/>
          </p:nvSpPr>
          <p:spPr>
            <a:xfrm>
              <a:off x="23855164" y="1581150"/>
              <a:ext cx="15379" cy="276225"/>
            </a:xfrm>
            <a:prstGeom prst="rect">
              <a:avLst/>
            </a:prstGeom>
            <a:solidFill>
              <a:srgbClr val="CC79A7"/>
            </a:solidFill>
            <a:ln w="0">
              <a:noFill/>
              <a:prstDash val="solid"/>
            </a:ln>
          </p:spPr>
        </p:sp>
        <p:sp>
          <p:nvSpPr>
            <p:cNvPr id="2038" name="four:time-step-strips:time-strip-tₐ-cell-171:1761"/>
            <p:cNvSpPr>
              <a:spLocks noGrp="1"/>
            </p:cNvSpPr>
            <p:nvPr/>
          </p:nvSpPr>
          <p:spPr>
            <a:xfrm>
              <a:off x="23870543" y="1581150"/>
              <a:ext cx="15379" cy="276225"/>
            </a:xfrm>
            <a:prstGeom prst="rect">
              <a:avLst/>
            </a:prstGeom>
            <a:solidFill>
              <a:srgbClr val="CC79A7"/>
            </a:solidFill>
            <a:ln w="0">
              <a:noFill/>
              <a:prstDash val="solid"/>
            </a:ln>
          </p:spPr>
        </p:sp>
        <p:sp>
          <p:nvSpPr>
            <p:cNvPr id="2039" name="four:time-step-strips:time-strip-tₐ-cell-172:1762"/>
            <p:cNvSpPr>
              <a:spLocks noGrp="1"/>
            </p:cNvSpPr>
            <p:nvPr/>
          </p:nvSpPr>
          <p:spPr>
            <a:xfrm>
              <a:off x="23885922" y="1581150"/>
              <a:ext cx="15379" cy="276225"/>
            </a:xfrm>
            <a:prstGeom prst="rect">
              <a:avLst/>
            </a:prstGeom>
            <a:solidFill>
              <a:srgbClr val="CC79A7"/>
            </a:solidFill>
            <a:ln w="0">
              <a:noFill/>
              <a:prstDash val="solid"/>
            </a:ln>
          </p:spPr>
        </p:sp>
        <p:sp>
          <p:nvSpPr>
            <p:cNvPr id="2040" name="four:time-step-strips:time-strip-tₐ-cell-173:1763"/>
            <p:cNvSpPr>
              <a:spLocks noGrp="1"/>
            </p:cNvSpPr>
            <p:nvPr/>
          </p:nvSpPr>
          <p:spPr>
            <a:xfrm>
              <a:off x="23901301" y="1581150"/>
              <a:ext cx="15379" cy="276225"/>
            </a:xfrm>
            <a:prstGeom prst="rect">
              <a:avLst/>
            </a:prstGeom>
            <a:solidFill>
              <a:srgbClr val="CC79A7"/>
            </a:solidFill>
            <a:ln w="0">
              <a:noFill/>
              <a:prstDash val="solid"/>
            </a:ln>
          </p:spPr>
        </p:sp>
        <p:sp>
          <p:nvSpPr>
            <p:cNvPr id="2041" name="four:time-step-strips:time-strip-tₐ-cell-174:1764"/>
            <p:cNvSpPr>
              <a:spLocks noGrp="1"/>
            </p:cNvSpPr>
            <p:nvPr/>
          </p:nvSpPr>
          <p:spPr>
            <a:xfrm>
              <a:off x="23916680" y="1581150"/>
              <a:ext cx="15379" cy="276225"/>
            </a:xfrm>
            <a:prstGeom prst="rect">
              <a:avLst/>
            </a:prstGeom>
            <a:solidFill>
              <a:srgbClr val="CC79A7"/>
            </a:solidFill>
            <a:ln w="0">
              <a:noFill/>
              <a:prstDash val="solid"/>
            </a:ln>
          </p:spPr>
        </p:sp>
        <p:sp>
          <p:nvSpPr>
            <p:cNvPr id="2042" name="four:time-step-strips:time-strip-tₐ-cell-175:1765"/>
            <p:cNvSpPr>
              <a:spLocks noGrp="1"/>
            </p:cNvSpPr>
            <p:nvPr/>
          </p:nvSpPr>
          <p:spPr>
            <a:xfrm>
              <a:off x="23932059" y="1581150"/>
              <a:ext cx="15379" cy="276225"/>
            </a:xfrm>
            <a:prstGeom prst="rect">
              <a:avLst/>
            </a:prstGeom>
            <a:solidFill>
              <a:srgbClr val="CC79A7"/>
            </a:solidFill>
            <a:ln w="0">
              <a:noFill/>
              <a:prstDash val="solid"/>
            </a:ln>
          </p:spPr>
        </p:sp>
        <p:sp>
          <p:nvSpPr>
            <p:cNvPr id="2043" name="four:time-step-strips:time-strip-tₐ-cell-176:1766"/>
            <p:cNvSpPr>
              <a:spLocks noGrp="1"/>
            </p:cNvSpPr>
            <p:nvPr/>
          </p:nvSpPr>
          <p:spPr>
            <a:xfrm>
              <a:off x="23947438" y="1581150"/>
              <a:ext cx="15379" cy="276225"/>
            </a:xfrm>
            <a:prstGeom prst="rect">
              <a:avLst/>
            </a:prstGeom>
            <a:solidFill>
              <a:srgbClr val="CC79A7"/>
            </a:solidFill>
            <a:ln w="0">
              <a:noFill/>
              <a:prstDash val="solid"/>
            </a:ln>
          </p:spPr>
        </p:sp>
        <p:sp>
          <p:nvSpPr>
            <p:cNvPr id="2044" name="four:time-step-strips:time-strip-tₐ-cell-177:1767"/>
            <p:cNvSpPr>
              <a:spLocks noGrp="1"/>
            </p:cNvSpPr>
            <p:nvPr/>
          </p:nvSpPr>
          <p:spPr>
            <a:xfrm>
              <a:off x="23962816" y="1581150"/>
              <a:ext cx="15379" cy="276225"/>
            </a:xfrm>
            <a:prstGeom prst="rect">
              <a:avLst/>
            </a:prstGeom>
            <a:solidFill>
              <a:srgbClr val="CC79A7"/>
            </a:solidFill>
            <a:ln w="0">
              <a:noFill/>
              <a:prstDash val="solid"/>
            </a:ln>
          </p:spPr>
        </p:sp>
        <p:sp>
          <p:nvSpPr>
            <p:cNvPr id="2045" name="four:time-step-strips:time-strip-tₐ-cell-178:1768"/>
            <p:cNvSpPr>
              <a:spLocks noGrp="1"/>
            </p:cNvSpPr>
            <p:nvPr/>
          </p:nvSpPr>
          <p:spPr>
            <a:xfrm>
              <a:off x="23978195" y="1581150"/>
              <a:ext cx="15379" cy="276225"/>
            </a:xfrm>
            <a:prstGeom prst="rect">
              <a:avLst/>
            </a:prstGeom>
            <a:solidFill>
              <a:srgbClr val="CC79A7"/>
            </a:solidFill>
            <a:ln w="0">
              <a:noFill/>
              <a:prstDash val="solid"/>
            </a:ln>
          </p:spPr>
        </p:sp>
        <p:sp>
          <p:nvSpPr>
            <p:cNvPr id="2046" name="four:time-step-strips:time-strip-tₐ-cell-179:1769"/>
            <p:cNvSpPr>
              <a:spLocks noGrp="1"/>
            </p:cNvSpPr>
            <p:nvPr/>
          </p:nvSpPr>
          <p:spPr>
            <a:xfrm>
              <a:off x="23993574" y="1581150"/>
              <a:ext cx="15379" cy="276225"/>
            </a:xfrm>
            <a:prstGeom prst="rect">
              <a:avLst/>
            </a:prstGeom>
            <a:solidFill>
              <a:srgbClr val="CC79A7"/>
            </a:solidFill>
            <a:ln w="0">
              <a:noFill/>
              <a:prstDash val="solid"/>
            </a:ln>
          </p:spPr>
        </p:sp>
        <p:sp>
          <p:nvSpPr>
            <p:cNvPr id="2047" name="four:time-step-strips:time-strip-tₐ-cell-180:1770"/>
            <p:cNvSpPr>
              <a:spLocks noGrp="1"/>
            </p:cNvSpPr>
            <p:nvPr/>
          </p:nvSpPr>
          <p:spPr>
            <a:xfrm>
              <a:off x="24008953" y="1581150"/>
              <a:ext cx="15379" cy="276225"/>
            </a:xfrm>
            <a:prstGeom prst="rect">
              <a:avLst/>
            </a:prstGeom>
            <a:solidFill>
              <a:srgbClr val="CC79A7"/>
            </a:solidFill>
            <a:ln w="0">
              <a:noFill/>
              <a:prstDash val="solid"/>
            </a:ln>
          </p:spPr>
        </p:sp>
        <p:sp>
          <p:nvSpPr>
            <p:cNvPr id="2048" name="four:time-step-strips:time-strip-tₐ-cell-181:1771"/>
            <p:cNvSpPr>
              <a:spLocks noGrp="1"/>
            </p:cNvSpPr>
            <p:nvPr/>
          </p:nvSpPr>
          <p:spPr>
            <a:xfrm>
              <a:off x="24024332" y="1581150"/>
              <a:ext cx="15379" cy="276225"/>
            </a:xfrm>
            <a:prstGeom prst="rect">
              <a:avLst/>
            </a:prstGeom>
            <a:solidFill>
              <a:srgbClr val="CC79A7"/>
            </a:solidFill>
            <a:ln w="0">
              <a:noFill/>
              <a:prstDash val="solid"/>
            </a:ln>
          </p:spPr>
        </p:sp>
        <p:sp>
          <p:nvSpPr>
            <p:cNvPr id="2049" name="four:time-step-strips:time-strip-tₐ-cell-182:1772"/>
            <p:cNvSpPr>
              <a:spLocks noGrp="1"/>
            </p:cNvSpPr>
            <p:nvPr/>
          </p:nvSpPr>
          <p:spPr>
            <a:xfrm>
              <a:off x="24039711" y="1581150"/>
              <a:ext cx="15379" cy="276225"/>
            </a:xfrm>
            <a:prstGeom prst="rect">
              <a:avLst/>
            </a:prstGeom>
            <a:solidFill>
              <a:srgbClr val="CC79A7"/>
            </a:solidFill>
            <a:ln w="0">
              <a:noFill/>
              <a:prstDash val="solid"/>
            </a:ln>
          </p:spPr>
        </p:sp>
        <p:sp>
          <p:nvSpPr>
            <p:cNvPr id="2050" name="four:time-step-strips:time-strip-tₐ-cell-183:1773"/>
            <p:cNvSpPr>
              <a:spLocks noGrp="1"/>
            </p:cNvSpPr>
            <p:nvPr/>
          </p:nvSpPr>
          <p:spPr>
            <a:xfrm>
              <a:off x="24055090" y="1581150"/>
              <a:ext cx="15379" cy="276225"/>
            </a:xfrm>
            <a:prstGeom prst="rect">
              <a:avLst/>
            </a:prstGeom>
            <a:solidFill>
              <a:srgbClr val="CE88B0"/>
            </a:solidFill>
            <a:ln w="0">
              <a:noFill/>
              <a:prstDash val="solid"/>
            </a:ln>
          </p:spPr>
        </p:sp>
        <p:sp>
          <p:nvSpPr>
            <p:cNvPr id="2051" name="four:time-step-strips:time-strip-tₐ-cell-184:1774"/>
            <p:cNvSpPr>
              <a:spLocks noGrp="1"/>
            </p:cNvSpPr>
            <p:nvPr/>
          </p:nvSpPr>
          <p:spPr>
            <a:xfrm>
              <a:off x="24070469" y="1581150"/>
              <a:ext cx="15379" cy="276225"/>
            </a:xfrm>
            <a:prstGeom prst="rect">
              <a:avLst/>
            </a:prstGeom>
            <a:solidFill>
              <a:srgbClr val="D2A6C3"/>
            </a:solidFill>
            <a:ln w="0">
              <a:noFill/>
              <a:prstDash val="solid"/>
            </a:ln>
          </p:spPr>
        </p:sp>
        <p:sp>
          <p:nvSpPr>
            <p:cNvPr id="2052" name="four:time-step-strips:time-strip-tₐ-cell-185:1775"/>
            <p:cNvSpPr>
              <a:spLocks noGrp="1"/>
            </p:cNvSpPr>
            <p:nvPr/>
          </p:nvSpPr>
          <p:spPr>
            <a:xfrm>
              <a:off x="24085848" y="1581150"/>
              <a:ext cx="15379" cy="276225"/>
            </a:xfrm>
            <a:prstGeom prst="rect">
              <a:avLst/>
            </a:prstGeom>
            <a:solidFill>
              <a:srgbClr val="D7C8D9"/>
            </a:solidFill>
            <a:ln w="0">
              <a:noFill/>
              <a:prstDash val="solid"/>
            </a:ln>
          </p:spPr>
        </p:sp>
        <p:sp>
          <p:nvSpPr>
            <p:cNvPr id="2053" name="four:time-step-strips:time-strip-tₐ-cell-186:1776"/>
            <p:cNvSpPr>
              <a:spLocks noGrp="1"/>
            </p:cNvSpPr>
            <p:nvPr/>
          </p:nvSpPr>
          <p:spPr>
            <a:xfrm>
              <a:off x="24101227" y="1581150"/>
              <a:ext cx="15379" cy="276225"/>
            </a:xfrm>
            <a:prstGeom prst="rect">
              <a:avLst/>
            </a:prstGeom>
            <a:solidFill>
              <a:srgbClr val="DBE3E5"/>
            </a:solidFill>
            <a:ln w="0">
              <a:noFill/>
              <a:prstDash val="solid"/>
            </a:ln>
          </p:spPr>
        </p:sp>
        <p:sp>
          <p:nvSpPr>
            <p:cNvPr id="2054" name="four:time-step-strips:time-strip-tₐ-cell-187:1777"/>
            <p:cNvSpPr>
              <a:spLocks noGrp="1"/>
            </p:cNvSpPr>
            <p:nvPr/>
          </p:nvSpPr>
          <p:spPr>
            <a:xfrm>
              <a:off x="24116605" y="1581150"/>
              <a:ext cx="15379" cy="276225"/>
            </a:xfrm>
            <a:prstGeom prst="rect">
              <a:avLst/>
            </a:prstGeom>
            <a:solidFill>
              <a:srgbClr val="DCE8ED"/>
            </a:solidFill>
            <a:ln w="0">
              <a:noFill/>
              <a:prstDash val="solid"/>
            </a:ln>
          </p:spPr>
        </p:sp>
        <p:sp>
          <p:nvSpPr>
            <p:cNvPr id="2055" name="four:time-step-strips:time-strip-tₐ-cell-188:1778"/>
            <p:cNvSpPr>
              <a:spLocks noGrp="1"/>
            </p:cNvSpPr>
            <p:nvPr/>
          </p:nvSpPr>
          <p:spPr>
            <a:xfrm>
              <a:off x="24131984" y="1581150"/>
              <a:ext cx="15379" cy="276225"/>
            </a:xfrm>
            <a:prstGeom prst="rect">
              <a:avLst/>
            </a:prstGeom>
            <a:solidFill>
              <a:srgbClr val="DCE8ED"/>
            </a:solidFill>
            <a:ln w="0">
              <a:noFill/>
              <a:prstDash val="solid"/>
            </a:ln>
          </p:spPr>
        </p:sp>
        <p:sp>
          <p:nvSpPr>
            <p:cNvPr id="2056" name="four:time-step-strips:time-strip-tₐ-cell-189:1779"/>
            <p:cNvSpPr>
              <a:spLocks noGrp="1"/>
            </p:cNvSpPr>
            <p:nvPr/>
          </p:nvSpPr>
          <p:spPr>
            <a:xfrm>
              <a:off x="24147363" y="1581150"/>
              <a:ext cx="15379" cy="276225"/>
            </a:xfrm>
            <a:prstGeom prst="rect">
              <a:avLst/>
            </a:prstGeom>
            <a:solidFill>
              <a:srgbClr val="DCE8ED"/>
            </a:solidFill>
            <a:ln w="0">
              <a:noFill/>
              <a:prstDash val="solid"/>
            </a:ln>
          </p:spPr>
        </p:sp>
        <p:sp>
          <p:nvSpPr>
            <p:cNvPr id="2057" name="four:time-step-strips:time-strip-tₐ-cell-190:1780"/>
            <p:cNvSpPr>
              <a:spLocks noGrp="1"/>
            </p:cNvSpPr>
            <p:nvPr/>
          </p:nvSpPr>
          <p:spPr>
            <a:xfrm>
              <a:off x="24162742" y="1581150"/>
              <a:ext cx="15379" cy="276225"/>
            </a:xfrm>
            <a:prstGeom prst="rect">
              <a:avLst/>
            </a:prstGeom>
            <a:solidFill>
              <a:srgbClr val="DCE8ED"/>
            </a:solidFill>
            <a:ln w="0">
              <a:noFill/>
              <a:prstDash val="solid"/>
            </a:ln>
          </p:spPr>
        </p:sp>
        <p:sp>
          <p:nvSpPr>
            <p:cNvPr id="2058" name="four:time-step-strips:time-strip-tₐ-cell-191:1781"/>
            <p:cNvSpPr>
              <a:spLocks noGrp="1"/>
            </p:cNvSpPr>
            <p:nvPr/>
          </p:nvSpPr>
          <p:spPr>
            <a:xfrm>
              <a:off x="24178121" y="1581150"/>
              <a:ext cx="15379" cy="276225"/>
            </a:xfrm>
            <a:prstGeom prst="rect">
              <a:avLst/>
            </a:prstGeom>
            <a:solidFill>
              <a:srgbClr val="DCE8ED"/>
            </a:solidFill>
            <a:ln w="0">
              <a:noFill/>
              <a:prstDash val="solid"/>
            </a:ln>
          </p:spPr>
        </p:sp>
        <p:sp>
          <p:nvSpPr>
            <p:cNvPr id="2059" name="four:time-step-strips:time-strip-tₐ-border:1782"/>
            <p:cNvSpPr>
              <a:spLocks noGrp="1"/>
            </p:cNvSpPr>
            <p:nvPr/>
          </p:nvSpPr>
          <p:spPr>
            <a:xfrm>
              <a:off x="21240750" y="1581150"/>
              <a:ext cx="2952750" cy="276225"/>
            </a:xfrm>
            <a:prstGeom prst="rect">
              <a:avLst/>
            </a:prstGeom>
            <a:noFill/>
            <a:ln w="7620">
              <a:solidFill>
                <a:srgbClr val="263238"/>
              </a:solidFill>
              <a:prstDash val="solid"/>
            </a:ln>
          </p:spPr>
        </p:sp>
        <p:sp>
          <p:nvSpPr>
            <p:cNvPr id="2060" name="four:time-step-strips:textbox:1783"/>
            <p:cNvSpPr>
              <a:spLocks noGrp="1"/>
            </p:cNvSpPr>
            <p:nvPr/>
          </p:nvSpPr>
          <p:spPr>
            <a:xfrm>
              <a:off x="20831175" y="2266950"/>
              <a:ext cx="323850" cy="342900"/>
            </a:xfrm>
            <a:prstGeom prst="rect">
              <a:avLst/>
            </a:prstGeom>
            <a:noFill/>
            <a:ln w="0">
              <a:noFill/>
              <a:prstDash val="solid"/>
            </a:ln>
          </p:spPr>
          <p:txBody>
            <a:bodyPr wrap="none" lIns="0" tIns="0" rIns="0" bIns="0" anchor="ctr">
              <a:normAutofit/>
            </a:bodyPr>
            <a:lstStyle>
              <a:defPPr algn="ctr">
                <a:defRPr sz="2025" b="0">
                  <a:solidFill>
                    <a:srgbClr val="263238"/>
                  </a:solidFill>
                  <a:latin typeface="Arial" panose="020B0604020202090204"/>
                  <a:ea typeface="Arial" panose="020B0604020202090204"/>
                  <a:cs typeface="Arial" panose="020B0604020202090204"/>
                </a:defRPr>
              </a:defPPr>
            </a:lstStyle>
            <a:p>
              <a:pPr algn="ctr">
                <a:defRPr sz="2025" b="0">
                  <a:solidFill>
                    <a:srgbClr val="263238"/>
                  </a:solidFill>
                  <a:latin typeface="Arial" panose="020B0604020202090204"/>
                  <a:ea typeface="Arial" panose="020B0604020202090204"/>
                  <a:cs typeface="Arial" panose="020B0604020202090204"/>
                </a:defRPr>
              </a:pPr>
              <a:r>
                <a:rPr sz="2025" b="0">
                  <a:solidFill>
                    <a:srgbClr val="263238"/>
                  </a:solidFill>
                  <a:latin typeface="Arial" panose="020B0604020202090204"/>
                  <a:ea typeface="Arial" panose="020B0604020202090204"/>
                  <a:cs typeface="Arial" panose="020B0604020202090204"/>
                </a:rPr>
                <a:t>tᵦ</a:t>
              </a:r>
              <a:endParaRPr sz="2025" b="0">
                <a:solidFill>
                  <a:srgbClr val="263238"/>
                </a:solidFill>
                <a:latin typeface="Arial" panose="020B0604020202090204"/>
                <a:ea typeface="Arial" panose="020B0604020202090204"/>
                <a:cs typeface="Arial" panose="020B0604020202090204"/>
              </a:endParaRPr>
            </a:p>
          </p:txBody>
        </p:sp>
        <p:sp>
          <p:nvSpPr>
            <p:cNvPr id="2061" name="four:time-step-strips:time-strip-tᵦ-cell-0:1784"/>
            <p:cNvSpPr>
              <a:spLocks noGrp="1"/>
            </p:cNvSpPr>
            <p:nvPr/>
          </p:nvSpPr>
          <p:spPr>
            <a:xfrm>
              <a:off x="21240750" y="2295525"/>
              <a:ext cx="15379" cy="276225"/>
            </a:xfrm>
            <a:prstGeom prst="rect">
              <a:avLst/>
            </a:prstGeom>
            <a:solidFill>
              <a:srgbClr val="DCE8ED"/>
            </a:solidFill>
            <a:ln w="0">
              <a:noFill/>
              <a:prstDash val="solid"/>
            </a:ln>
          </p:spPr>
        </p:sp>
        <p:sp>
          <p:nvSpPr>
            <p:cNvPr id="2062" name="four:time-step-strips:time-strip-tᵦ-cell-1:1785"/>
            <p:cNvSpPr>
              <a:spLocks noGrp="1"/>
            </p:cNvSpPr>
            <p:nvPr/>
          </p:nvSpPr>
          <p:spPr>
            <a:xfrm>
              <a:off x="21256129" y="2295525"/>
              <a:ext cx="15379" cy="276225"/>
            </a:xfrm>
            <a:prstGeom prst="rect">
              <a:avLst/>
            </a:prstGeom>
            <a:solidFill>
              <a:srgbClr val="DCE8ED"/>
            </a:solidFill>
            <a:ln w="0">
              <a:noFill/>
              <a:prstDash val="solid"/>
            </a:ln>
          </p:spPr>
        </p:sp>
        <p:sp>
          <p:nvSpPr>
            <p:cNvPr id="2063" name="four:time-step-strips:time-strip-tᵦ-cell-2:1786"/>
            <p:cNvSpPr>
              <a:spLocks noGrp="1"/>
            </p:cNvSpPr>
            <p:nvPr/>
          </p:nvSpPr>
          <p:spPr>
            <a:xfrm>
              <a:off x="21271508" y="2295525"/>
              <a:ext cx="15379" cy="276225"/>
            </a:xfrm>
            <a:prstGeom prst="rect">
              <a:avLst/>
            </a:prstGeom>
            <a:solidFill>
              <a:srgbClr val="5AA2CA"/>
            </a:solidFill>
            <a:ln w="0">
              <a:noFill/>
              <a:prstDash val="solid"/>
            </a:ln>
          </p:spPr>
        </p:sp>
        <p:sp>
          <p:nvSpPr>
            <p:cNvPr id="2064" name="four:time-step-strips:time-strip-tᵦ-cell-3:1787"/>
            <p:cNvSpPr>
              <a:spLocks noGrp="1"/>
            </p:cNvSpPr>
            <p:nvPr/>
          </p:nvSpPr>
          <p:spPr>
            <a:xfrm>
              <a:off x="21286887" y="2295525"/>
              <a:ext cx="15379" cy="276225"/>
            </a:xfrm>
            <a:prstGeom prst="rect">
              <a:avLst/>
            </a:prstGeom>
            <a:solidFill>
              <a:srgbClr val="0072B2"/>
            </a:solidFill>
            <a:ln w="0">
              <a:noFill/>
              <a:prstDash val="solid"/>
            </a:ln>
          </p:spPr>
        </p:sp>
        <p:sp>
          <p:nvSpPr>
            <p:cNvPr id="2065" name="four:time-step-strips:time-strip-tᵦ-cell-4:1788"/>
            <p:cNvSpPr>
              <a:spLocks noGrp="1"/>
            </p:cNvSpPr>
            <p:nvPr/>
          </p:nvSpPr>
          <p:spPr>
            <a:xfrm>
              <a:off x="21302266" y="2295525"/>
              <a:ext cx="15379" cy="276225"/>
            </a:xfrm>
            <a:prstGeom prst="rect">
              <a:avLst/>
            </a:prstGeom>
            <a:solidFill>
              <a:srgbClr val="0072B2"/>
            </a:solidFill>
            <a:ln w="0">
              <a:noFill/>
              <a:prstDash val="solid"/>
            </a:ln>
          </p:spPr>
        </p:sp>
        <p:sp>
          <p:nvSpPr>
            <p:cNvPr id="2066" name="four:time-step-strips:time-strip-tᵦ-cell-5:1789"/>
            <p:cNvSpPr>
              <a:spLocks noGrp="1"/>
            </p:cNvSpPr>
            <p:nvPr/>
          </p:nvSpPr>
          <p:spPr>
            <a:xfrm>
              <a:off x="21317645" y="2295525"/>
              <a:ext cx="15379" cy="276225"/>
            </a:xfrm>
            <a:prstGeom prst="rect">
              <a:avLst/>
            </a:prstGeom>
            <a:solidFill>
              <a:srgbClr val="0072B2"/>
            </a:solidFill>
            <a:ln w="0">
              <a:noFill/>
              <a:prstDash val="solid"/>
            </a:ln>
          </p:spPr>
        </p:sp>
        <p:sp>
          <p:nvSpPr>
            <p:cNvPr id="2067" name="four:time-step-strips:time-strip-tᵦ-cell-6:1790"/>
            <p:cNvSpPr>
              <a:spLocks noGrp="1"/>
            </p:cNvSpPr>
            <p:nvPr/>
          </p:nvSpPr>
          <p:spPr>
            <a:xfrm>
              <a:off x="21333023" y="2295525"/>
              <a:ext cx="15379" cy="276225"/>
            </a:xfrm>
            <a:prstGeom prst="rect">
              <a:avLst/>
            </a:prstGeom>
            <a:solidFill>
              <a:srgbClr val="0072B2"/>
            </a:solidFill>
            <a:ln w="0">
              <a:noFill/>
              <a:prstDash val="solid"/>
            </a:ln>
          </p:spPr>
        </p:sp>
        <p:sp>
          <p:nvSpPr>
            <p:cNvPr id="2068" name="four:time-step-strips:time-strip-tᵦ-cell-7:1791"/>
            <p:cNvSpPr>
              <a:spLocks noGrp="1"/>
            </p:cNvSpPr>
            <p:nvPr/>
          </p:nvSpPr>
          <p:spPr>
            <a:xfrm>
              <a:off x="21348402" y="2295525"/>
              <a:ext cx="15379" cy="276225"/>
            </a:xfrm>
            <a:prstGeom prst="rect">
              <a:avLst/>
            </a:prstGeom>
            <a:solidFill>
              <a:srgbClr val="0072B2"/>
            </a:solidFill>
            <a:ln w="0">
              <a:noFill/>
              <a:prstDash val="solid"/>
            </a:ln>
          </p:spPr>
        </p:sp>
        <p:sp>
          <p:nvSpPr>
            <p:cNvPr id="2069" name="four:time-step-strips:time-strip-tᵦ-cell-8:1792"/>
            <p:cNvSpPr>
              <a:spLocks noGrp="1"/>
            </p:cNvSpPr>
            <p:nvPr/>
          </p:nvSpPr>
          <p:spPr>
            <a:xfrm>
              <a:off x="21363781" y="2295525"/>
              <a:ext cx="15379" cy="276225"/>
            </a:xfrm>
            <a:prstGeom prst="rect">
              <a:avLst/>
            </a:prstGeom>
            <a:solidFill>
              <a:srgbClr val="0072B2"/>
            </a:solidFill>
            <a:ln w="0">
              <a:noFill/>
              <a:prstDash val="solid"/>
            </a:ln>
          </p:spPr>
        </p:sp>
        <p:sp>
          <p:nvSpPr>
            <p:cNvPr id="2070" name="four:time-step-strips:time-strip-tᵦ-cell-9:1793"/>
            <p:cNvSpPr>
              <a:spLocks noGrp="1"/>
            </p:cNvSpPr>
            <p:nvPr/>
          </p:nvSpPr>
          <p:spPr>
            <a:xfrm>
              <a:off x="21379160" y="2295525"/>
              <a:ext cx="15379" cy="276225"/>
            </a:xfrm>
            <a:prstGeom prst="rect">
              <a:avLst/>
            </a:prstGeom>
            <a:solidFill>
              <a:srgbClr val="0072B2"/>
            </a:solidFill>
            <a:ln w="0">
              <a:noFill/>
              <a:prstDash val="solid"/>
            </a:ln>
          </p:spPr>
        </p:sp>
        <p:sp>
          <p:nvSpPr>
            <p:cNvPr id="2071" name="four:time-step-strips:time-strip-tᵦ-cell-10:1794"/>
            <p:cNvSpPr>
              <a:spLocks noGrp="1"/>
            </p:cNvSpPr>
            <p:nvPr/>
          </p:nvSpPr>
          <p:spPr>
            <a:xfrm>
              <a:off x="21394539" y="2295525"/>
              <a:ext cx="15379" cy="276225"/>
            </a:xfrm>
            <a:prstGeom prst="rect">
              <a:avLst/>
            </a:prstGeom>
            <a:solidFill>
              <a:srgbClr val="0072B2"/>
            </a:solidFill>
            <a:ln w="0">
              <a:noFill/>
              <a:prstDash val="solid"/>
            </a:ln>
          </p:spPr>
        </p:sp>
        <p:sp>
          <p:nvSpPr>
            <p:cNvPr id="2072" name="four:time-step-strips:time-strip-tᵦ-cell-11:1795"/>
            <p:cNvSpPr>
              <a:spLocks noGrp="1"/>
            </p:cNvSpPr>
            <p:nvPr/>
          </p:nvSpPr>
          <p:spPr>
            <a:xfrm>
              <a:off x="21409918" y="2295525"/>
              <a:ext cx="15379" cy="276225"/>
            </a:xfrm>
            <a:prstGeom prst="rect">
              <a:avLst/>
            </a:prstGeom>
            <a:solidFill>
              <a:srgbClr val="0072B2"/>
            </a:solidFill>
            <a:ln w="0">
              <a:noFill/>
              <a:prstDash val="solid"/>
            </a:ln>
          </p:spPr>
        </p:sp>
        <p:sp>
          <p:nvSpPr>
            <p:cNvPr id="2073" name="four:time-step-strips:time-strip-tᵦ-cell-12:1796"/>
            <p:cNvSpPr>
              <a:spLocks noGrp="1"/>
            </p:cNvSpPr>
            <p:nvPr/>
          </p:nvSpPr>
          <p:spPr>
            <a:xfrm>
              <a:off x="21425297" y="2295525"/>
              <a:ext cx="15379" cy="276225"/>
            </a:xfrm>
            <a:prstGeom prst="rect">
              <a:avLst/>
            </a:prstGeom>
            <a:solidFill>
              <a:srgbClr val="0072B2"/>
            </a:solidFill>
            <a:ln w="0">
              <a:noFill/>
              <a:prstDash val="solid"/>
            </a:ln>
          </p:spPr>
        </p:sp>
        <p:sp>
          <p:nvSpPr>
            <p:cNvPr id="2074" name="four:time-step-strips:time-strip-tᵦ-cell-13:1797"/>
            <p:cNvSpPr>
              <a:spLocks noGrp="1"/>
            </p:cNvSpPr>
            <p:nvPr/>
          </p:nvSpPr>
          <p:spPr>
            <a:xfrm>
              <a:off x="21440676" y="2295525"/>
              <a:ext cx="15379" cy="276225"/>
            </a:xfrm>
            <a:prstGeom prst="rect">
              <a:avLst/>
            </a:prstGeom>
            <a:solidFill>
              <a:srgbClr val="0072B2"/>
            </a:solidFill>
            <a:ln w="0">
              <a:noFill/>
              <a:prstDash val="solid"/>
            </a:ln>
          </p:spPr>
        </p:sp>
        <p:sp>
          <p:nvSpPr>
            <p:cNvPr id="2075" name="four:time-step-strips:time-strip-tᵦ-cell-14:1798"/>
            <p:cNvSpPr>
              <a:spLocks noGrp="1"/>
            </p:cNvSpPr>
            <p:nvPr/>
          </p:nvSpPr>
          <p:spPr>
            <a:xfrm>
              <a:off x="21456055" y="2295525"/>
              <a:ext cx="15379" cy="276225"/>
            </a:xfrm>
            <a:prstGeom prst="rect">
              <a:avLst/>
            </a:prstGeom>
            <a:solidFill>
              <a:srgbClr val="0072B2"/>
            </a:solidFill>
            <a:ln w="0">
              <a:noFill/>
              <a:prstDash val="solid"/>
            </a:ln>
          </p:spPr>
        </p:sp>
        <p:sp>
          <p:nvSpPr>
            <p:cNvPr id="2076" name="four:time-step-strips:time-strip-tᵦ-cell-15:1799"/>
            <p:cNvSpPr>
              <a:spLocks noGrp="1"/>
            </p:cNvSpPr>
            <p:nvPr/>
          </p:nvSpPr>
          <p:spPr>
            <a:xfrm>
              <a:off x="21471434" y="2295525"/>
              <a:ext cx="15379" cy="276225"/>
            </a:xfrm>
            <a:prstGeom prst="rect">
              <a:avLst/>
            </a:prstGeom>
            <a:solidFill>
              <a:srgbClr val="0072B2"/>
            </a:solidFill>
            <a:ln w="0">
              <a:noFill/>
              <a:prstDash val="solid"/>
            </a:ln>
          </p:spPr>
        </p:sp>
        <p:sp>
          <p:nvSpPr>
            <p:cNvPr id="2077" name="four:time-step-strips:time-strip-tᵦ-cell-16:1800"/>
            <p:cNvSpPr>
              <a:spLocks noGrp="1"/>
            </p:cNvSpPr>
            <p:nvPr/>
          </p:nvSpPr>
          <p:spPr>
            <a:xfrm>
              <a:off x="21486812" y="2295525"/>
              <a:ext cx="15379" cy="276225"/>
            </a:xfrm>
            <a:prstGeom prst="rect">
              <a:avLst/>
            </a:prstGeom>
            <a:solidFill>
              <a:srgbClr val="0072B2"/>
            </a:solidFill>
            <a:ln w="0">
              <a:noFill/>
              <a:prstDash val="solid"/>
            </a:ln>
          </p:spPr>
        </p:sp>
        <p:sp>
          <p:nvSpPr>
            <p:cNvPr id="2078" name="four:time-step-strips:time-strip-tᵦ-cell-17:1801"/>
            <p:cNvSpPr>
              <a:spLocks noGrp="1"/>
            </p:cNvSpPr>
            <p:nvPr/>
          </p:nvSpPr>
          <p:spPr>
            <a:xfrm>
              <a:off x="21502191" y="2295525"/>
              <a:ext cx="15379" cy="276225"/>
            </a:xfrm>
            <a:prstGeom prst="rect">
              <a:avLst/>
            </a:prstGeom>
            <a:solidFill>
              <a:srgbClr val="0072B2"/>
            </a:solidFill>
            <a:ln w="0">
              <a:noFill/>
              <a:prstDash val="solid"/>
            </a:ln>
          </p:spPr>
        </p:sp>
        <p:sp>
          <p:nvSpPr>
            <p:cNvPr id="2079" name="four:time-step-strips:time-strip-tᵦ-cell-18:1802"/>
            <p:cNvSpPr>
              <a:spLocks noGrp="1"/>
            </p:cNvSpPr>
            <p:nvPr/>
          </p:nvSpPr>
          <p:spPr>
            <a:xfrm>
              <a:off x="21517570" y="2295525"/>
              <a:ext cx="15379" cy="276225"/>
            </a:xfrm>
            <a:prstGeom prst="rect">
              <a:avLst/>
            </a:prstGeom>
            <a:solidFill>
              <a:srgbClr val="0072B2"/>
            </a:solidFill>
            <a:ln w="0">
              <a:noFill/>
              <a:prstDash val="solid"/>
            </a:ln>
          </p:spPr>
        </p:sp>
        <p:sp>
          <p:nvSpPr>
            <p:cNvPr id="2080" name="four:time-step-strips:time-strip-tᵦ-cell-19:1803"/>
            <p:cNvSpPr>
              <a:spLocks noGrp="1"/>
            </p:cNvSpPr>
            <p:nvPr/>
          </p:nvSpPr>
          <p:spPr>
            <a:xfrm>
              <a:off x="21532949" y="2295525"/>
              <a:ext cx="15379" cy="276225"/>
            </a:xfrm>
            <a:prstGeom prst="rect">
              <a:avLst/>
            </a:prstGeom>
            <a:solidFill>
              <a:srgbClr val="0072B2"/>
            </a:solidFill>
            <a:ln w="0">
              <a:noFill/>
              <a:prstDash val="solid"/>
            </a:ln>
          </p:spPr>
        </p:sp>
        <p:sp>
          <p:nvSpPr>
            <p:cNvPr id="2081" name="four:time-step-strips:time-strip-tᵦ-cell-20:1804"/>
            <p:cNvSpPr>
              <a:spLocks noGrp="1"/>
            </p:cNvSpPr>
            <p:nvPr/>
          </p:nvSpPr>
          <p:spPr>
            <a:xfrm>
              <a:off x="21548328" y="2295525"/>
              <a:ext cx="15379" cy="276225"/>
            </a:xfrm>
            <a:prstGeom prst="rect">
              <a:avLst/>
            </a:prstGeom>
            <a:solidFill>
              <a:srgbClr val="0072B2"/>
            </a:solidFill>
            <a:ln w="0">
              <a:noFill/>
              <a:prstDash val="solid"/>
            </a:ln>
          </p:spPr>
        </p:sp>
        <p:sp>
          <p:nvSpPr>
            <p:cNvPr id="2082" name="four:time-step-strips:time-strip-tᵦ-cell-21:1805"/>
            <p:cNvSpPr>
              <a:spLocks noGrp="1"/>
            </p:cNvSpPr>
            <p:nvPr/>
          </p:nvSpPr>
          <p:spPr>
            <a:xfrm>
              <a:off x="21563707" y="2295525"/>
              <a:ext cx="15379" cy="276225"/>
            </a:xfrm>
            <a:prstGeom prst="rect">
              <a:avLst/>
            </a:prstGeom>
            <a:solidFill>
              <a:srgbClr val="0072B2"/>
            </a:solidFill>
            <a:ln w="0">
              <a:noFill/>
              <a:prstDash val="solid"/>
            </a:ln>
          </p:spPr>
        </p:sp>
        <p:sp>
          <p:nvSpPr>
            <p:cNvPr id="2083" name="four:time-step-strips:time-strip-tᵦ-cell-22:1806"/>
            <p:cNvSpPr>
              <a:spLocks noGrp="1"/>
            </p:cNvSpPr>
            <p:nvPr/>
          </p:nvSpPr>
          <p:spPr>
            <a:xfrm>
              <a:off x="21579086" y="2295525"/>
              <a:ext cx="15379" cy="276225"/>
            </a:xfrm>
            <a:prstGeom prst="rect">
              <a:avLst/>
            </a:prstGeom>
            <a:solidFill>
              <a:srgbClr val="0072B2"/>
            </a:solidFill>
            <a:ln w="0">
              <a:noFill/>
              <a:prstDash val="solid"/>
            </a:ln>
          </p:spPr>
        </p:sp>
        <p:sp>
          <p:nvSpPr>
            <p:cNvPr id="2084" name="four:time-step-strips:time-strip-tᵦ-cell-23:1807"/>
            <p:cNvSpPr>
              <a:spLocks noGrp="1"/>
            </p:cNvSpPr>
            <p:nvPr/>
          </p:nvSpPr>
          <p:spPr>
            <a:xfrm>
              <a:off x="21594465" y="2295525"/>
              <a:ext cx="15379" cy="276225"/>
            </a:xfrm>
            <a:prstGeom prst="rect">
              <a:avLst/>
            </a:prstGeom>
            <a:solidFill>
              <a:srgbClr val="0977B4"/>
            </a:solidFill>
            <a:ln w="0">
              <a:noFill/>
              <a:prstDash val="solid"/>
            </a:ln>
          </p:spPr>
        </p:sp>
        <p:sp>
          <p:nvSpPr>
            <p:cNvPr id="2085" name="four:time-step-strips:time-strip-tᵦ-cell-24:1808"/>
            <p:cNvSpPr>
              <a:spLocks noGrp="1"/>
            </p:cNvSpPr>
            <p:nvPr/>
          </p:nvSpPr>
          <p:spPr>
            <a:xfrm>
              <a:off x="21609844" y="2295525"/>
              <a:ext cx="15379" cy="276225"/>
            </a:xfrm>
            <a:prstGeom prst="rect">
              <a:avLst/>
            </a:prstGeom>
            <a:solidFill>
              <a:srgbClr val="2385BB"/>
            </a:solidFill>
            <a:ln w="0">
              <a:noFill/>
              <a:prstDash val="solid"/>
            </a:ln>
          </p:spPr>
        </p:sp>
        <p:sp>
          <p:nvSpPr>
            <p:cNvPr id="2086" name="four:time-step-strips:time-strip-tᵦ-cell-25:1809"/>
            <p:cNvSpPr>
              <a:spLocks noGrp="1"/>
            </p:cNvSpPr>
            <p:nvPr/>
          </p:nvSpPr>
          <p:spPr>
            <a:xfrm>
              <a:off x="21625223" y="2295525"/>
              <a:ext cx="15379" cy="276225"/>
            </a:xfrm>
            <a:prstGeom prst="rect">
              <a:avLst/>
            </a:prstGeom>
            <a:solidFill>
              <a:srgbClr val="4899C5"/>
            </a:solidFill>
            <a:ln w="0">
              <a:noFill/>
              <a:prstDash val="solid"/>
            </a:ln>
          </p:spPr>
        </p:sp>
        <p:sp>
          <p:nvSpPr>
            <p:cNvPr id="2087" name="four:time-step-strips:time-strip-tᵦ-cell-26:1810"/>
            <p:cNvSpPr>
              <a:spLocks noGrp="1"/>
            </p:cNvSpPr>
            <p:nvPr/>
          </p:nvSpPr>
          <p:spPr>
            <a:xfrm>
              <a:off x="21640602" y="2295525"/>
              <a:ext cx="15379" cy="276225"/>
            </a:xfrm>
            <a:prstGeom prst="rect">
              <a:avLst/>
            </a:prstGeom>
            <a:solidFill>
              <a:srgbClr val="72AFD1"/>
            </a:solidFill>
            <a:ln w="0">
              <a:noFill/>
              <a:prstDash val="solid"/>
            </a:ln>
          </p:spPr>
        </p:sp>
        <p:sp>
          <p:nvSpPr>
            <p:cNvPr id="2088" name="four:time-step-strips:time-strip-tᵦ-cell-27:1811"/>
            <p:cNvSpPr>
              <a:spLocks noGrp="1"/>
            </p:cNvSpPr>
            <p:nvPr/>
          </p:nvSpPr>
          <p:spPr>
            <a:xfrm>
              <a:off x="21655980" y="2295525"/>
              <a:ext cx="15379" cy="276225"/>
            </a:xfrm>
            <a:prstGeom prst="rect">
              <a:avLst/>
            </a:prstGeom>
            <a:solidFill>
              <a:srgbClr val="9CC5DC"/>
            </a:solidFill>
            <a:ln w="0">
              <a:noFill/>
              <a:prstDash val="solid"/>
            </a:ln>
          </p:spPr>
        </p:sp>
        <p:sp>
          <p:nvSpPr>
            <p:cNvPr id="2089" name="four:time-step-strips:time-strip-tᵦ-cell-28:1812"/>
            <p:cNvSpPr>
              <a:spLocks noGrp="1"/>
            </p:cNvSpPr>
            <p:nvPr/>
          </p:nvSpPr>
          <p:spPr>
            <a:xfrm>
              <a:off x="21671359" y="2295525"/>
              <a:ext cx="15379" cy="276225"/>
            </a:xfrm>
            <a:prstGeom prst="rect">
              <a:avLst/>
            </a:prstGeom>
            <a:solidFill>
              <a:srgbClr val="C9DBE4"/>
            </a:solidFill>
            <a:ln w="0">
              <a:noFill/>
              <a:prstDash val="solid"/>
            </a:ln>
          </p:spPr>
        </p:sp>
        <p:sp>
          <p:nvSpPr>
            <p:cNvPr id="2090" name="four:time-step-strips:time-strip-tᵦ-cell-29:1813"/>
            <p:cNvSpPr>
              <a:spLocks noGrp="1"/>
            </p:cNvSpPr>
            <p:nvPr/>
          </p:nvSpPr>
          <p:spPr>
            <a:xfrm>
              <a:off x="21686738" y="2295525"/>
              <a:ext cx="15379" cy="276225"/>
            </a:xfrm>
            <a:prstGeom prst="rect">
              <a:avLst/>
            </a:prstGeom>
            <a:solidFill>
              <a:srgbClr val="D8E5EB"/>
            </a:solidFill>
            <a:ln w="0">
              <a:noFill/>
              <a:prstDash val="solid"/>
            </a:ln>
          </p:spPr>
        </p:sp>
        <p:sp>
          <p:nvSpPr>
            <p:cNvPr id="2091" name="four:time-step-strips:time-strip-tᵦ-cell-30:1814"/>
            <p:cNvSpPr>
              <a:spLocks noGrp="1"/>
            </p:cNvSpPr>
            <p:nvPr/>
          </p:nvSpPr>
          <p:spPr>
            <a:xfrm>
              <a:off x="21702117" y="2295525"/>
              <a:ext cx="15379" cy="276225"/>
            </a:xfrm>
            <a:prstGeom prst="rect">
              <a:avLst/>
            </a:prstGeom>
            <a:solidFill>
              <a:srgbClr val="DCE8ED"/>
            </a:solidFill>
            <a:ln w="0">
              <a:noFill/>
              <a:prstDash val="solid"/>
            </a:ln>
          </p:spPr>
        </p:sp>
        <p:sp>
          <p:nvSpPr>
            <p:cNvPr id="2092" name="four:time-step-strips:time-strip-tᵦ-cell-31:1815"/>
            <p:cNvSpPr>
              <a:spLocks noGrp="1"/>
            </p:cNvSpPr>
            <p:nvPr/>
          </p:nvSpPr>
          <p:spPr>
            <a:xfrm>
              <a:off x="21717496" y="2295525"/>
              <a:ext cx="15379" cy="276225"/>
            </a:xfrm>
            <a:prstGeom prst="rect">
              <a:avLst/>
            </a:prstGeom>
            <a:solidFill>
              <a:srgbClr val="DCE8ED"/>
            </a:solidFill>
            <a:ln w="0">
              <a:noFill/>
              <a:prstDash val="solid"/>
            </a:ln>
          </p:spPr>
        </p:sp>
        <p:sp>
          <p:nvSpPr>
            <p:cNvPr id="2093" name="four:time-step-strips:time-strip-tᵦ-cell-32:1816"/>
            <p:cNvSpPr>
              <a:spLocks noGrp="1"/>
            </p:cNvSpPr>
            <p:nvPr/>
          </p:nvSpPr>
          <p:spPr>
            <a:xfrm>
              <a:off x="21732875" y="2295525"/>
              <a:ext cx="15379" cy="276225"/>
            </a:xfrm>
            <a:prstGeom prst="rect">
              <a:avLst/>
            </a:prstGeom>
            <a:solidFill>
              <a:srgbClr val="DCE8ED"/>
            </a:solidFill>
            <a:ln w="0">
              <a:noFill/>
              <a:prstDash val="solid"/>
            </a:ln>
          </p:spPr>
        </p:sp>
        <p:sp>
          <p:nvSpPr>
            <p:cNvPr id="2094" name="four:time-step-strips:time-strip-tᵦ-cell-33:1817"/>
            <p:cNvSpPr>
              <a:spLocks noGrp="1"/>
            </p:cNvSpPr>
            <p:nvPr/>
          </p:nvSpPr>
          <p:spPr>
            <a:xfrm>
              <a:off x="21748254" y="2295525"/>
              <a:ext cx="15379" cy="276225"/>
            </a:xfrm>
            <a:prstGeom prst="rect">
              <a:avLst/>
            </a:prstGeom>
            <a:solidFill>
              <a:srgbClr val="DCE8ED"/>
            </a:solidFill>
            <a:ln w="0">
              <a:noFill/>
              <a:prstDash val="solid"/>
            </a:ln>
          </p:spPr>
        </p:sp>
        <p:sp>
          <p:nvSpPr>
            <p:cNvPr id="2095" name="four:time-step-strips:time-strip-tᵦ-cell-34:1818"/>
            <p:cNvSpPr>
              <a:spLocks noGrp="1"/>
            </p:cNvSpPr>
            <p:nvPr/>
          </p:nvSpPr>
          <p:spPr>
            <a:xfrm>
              <a:off x="21763633" y="2295525"/>
              <a:ext cx="15379" cy="276225"/>
            </a:xfrm>
            <a:prstGeom prst="rect">
              <a:avLst/>
            </a:prstGeom>
            <a:solidFill>
              <a:srgbClr val="DCE8ED"/>
            </a:solidFill>
            <a:ln w="0">
              <a:noFill/>
              <a:prstDash val="solid"/>
            </a:ln>
          </p:spPr>
        </p:sp>
        <p:sp>
          <p:nvSpPr>
            <p:cNvPr id="2096" name="four:time-step-strips:time-strip-tᵦ-cell-35:1819"/>
            <p:cNvSpPr>
              <a:spLocks noGrp="1"/>
            </p:cNvSpPr>
            <p:nvPr/>
          </p:nvSpPr>
          <p:spPr>
            <a:xfrm>
              <a:off x="21779012" y="2295525"/>
              <a:ext cx="15379" cy="276225"/>
            </a:xfrm>
            <a:prstGeom prst="rect">
              <a:avLst/>
            </a:prstGeom>
            <a:solidFill>
              <a:srgbClr val="DCE8ED"/>
            </a:solidFill>
            <a:ln w="0">
              <a:noFill/>
              <a:prstDash val="solid"/>
            </a:ln>
          </p:spPr>
        </p:sp>
        <p:sp>
          <p:nvSpPr>
            <p:cNvPr id="2097" name="four:time-step-strips:time-strip-tᵦ-cell-36:1820"/>
            <p:cNvSpPr>
              <a:spLocks noGrp="1"/>
            </p:cNvSpPr>
            <p:nvPr/>
          </p:nvSpPr>
          <p:spPr>
            <a:xfrm>
              <a:off x="21794391" y="2295525"/>
              <a:ext cx="15379" cy="276225"/>
            </a:xfrm>
            <a:prstGeom prst="rect">
              <a:avLst/>
            </a:prstGeom>
            <a:solidFill>
              <a:srgbClr val="DCE8ED"/>
            </a:solidFill>
            <a:ln w="0">
              <a:noFill/>
              <a:prstDash val="solid"/>
            </a:ln>
          </p:spPr>
        </p:sp>
        <p:sp>
          <p:nvSpPr>
            <p:cNvPr id="2098" name="four:time-step-strips:time-strip-tᵦ-cell-37:1821"/>
            <p:cNvSpPr>
              <a:spLocks noGrp="1"/>
            </p:cNvSpPr>
            <p:nvPr/>
          </p:nvSpPr>
          <p:spPr>
            <a:xfrm>
              <a:off x="21809770" y="2295525"/>
              <a:ext cx="15379" cy="276225"/>
            </a:xfrm>
            <a:prstGeom prst="rect">
              <a:avLst/>
            </a:prstGeom>
            <a:solidFill>
              <a:srgbClr val="DCE8ED"/>
            </a:solidFill>
            <a:ln w="0">
              <a:noFill/>
              <a:prstDash val="solid"/>
            </a:ln>
          </p:spPr>
        </p:sp>
        <p:sp>
          <p:nvSpPr>
            <p:cNvPr id="2099" name="four:time-step-strips:time-strip-tᵦ-cell-38:1822"/>
            <p:cNvSpPr>
              <a:spLocks noGrp="1"/>
            </p:cNvSpPr>
            <p:nvPr/>
          </p:nvSpPr>
          <p:spPr>
            <a:xfrm>
              <a:off x="21825148" y="2295525"/>
              <a:ext cx="15379" cy="276225"/>
            </a:xfrm>
            <a:prstGeom prst="rect">
              <a:avLst/>
            </a:prstGeom>
            <a:solidFill>
              <a:srgbClr val="DCE8ED"/>
            </a:solidFill>
            <a:ln w="0">
              <a:noFill/>
              <a:prstDash val="solid"/>
            </a:ln>
          </p:spPr>
        </p:sp>
        <p:sp>
          <p:nvSpPr>
            <p:cNvPr id="2100" name="four:time-step-strips:time-strip-tᵦ-cell-39:1823"/>
            <p:cNvSpPr>
              <a:spLocks noGrp="1"/>
            </p:cNvSpPr>
            <p:nvPr/>
          </p:nvSpPr>
          <p:spPr>
            <a:xfrm>
              <a:off x="21840527" y="2295525"/>
              <a:ext cx="15379" cy="276225"/>
            </a:xfrm>
            <a:prstGeom prst="rect">
              <a:avLst/>
            </a:prstGeom>
            <a:solidFill>
              <a:srgbClr val="DCE8ED"/>
            </a:solidFill>
            <a:ln w="0">
              <a:noFill/>
              <a:prstDash val="solid"/>
            </a:ln>
          </p:spPr>
        </p:sp>
        <p:sp>
          <p:nvSpPr>
            <p:cNvPr id="2101" name="four:time-step-strips:time-strip-tᵦ-cell-40:1824"/>
            <p:cNvSpPr>
              <a:spLocks noGrp="1"/>
            </p:cNvSpPr>
            <p:nvPr/>
          </p:nvSpPr>
          <p:spPr>
            <a:xfrm>
              <a:off x="21855906" y="2295525"/>
              <a:ext cx="15379" cy="276225"/>
            </a:xfrm>
            <a:prstGeom prst="rect">
              <a:avLst/>
            </a:prstGeom>
            <a:solidFill>
              <a:srgbClr val="DCE8ED"/>
            </a:solidFill>
            <a:ln w="0">
              <a:noFill/>
              <a:prstDash val="solid"/>
            </a:ln>
          </p:spPr>
        </p:sp>
        <p:sp>
          <p:nvSpPr>
            <p:cNvPr id="2102" name="four:time-step-strips:time-strip-tᵦ-cell-41:1825"/>
            <p:cNvSpPr>
              <a:spLocks noGrp="1"/>
            </p:cNvSpPr>
            <p:nvPr/>
          </p:nvSpPr>
          <p:spPr>
            <a:xfrm>
              <a:off x="21871285" y="2295525"/>
              <a:ext cx="15379" cy="276225"/>
            </a:xfrm>
            <a:prstGeom prst="rect">
              <a:avLst/>
            </a:prstGeom>
            <a:solidFill>
              <a:srgbClr val="DCE8ED"/>
            </a:solidFill>
            <a:ln w="0">
              <a:noFill/>
              <a:prstDash val="solid"/>
            </a:ln>
          </p:spPr>
        </p:sp>
        <p:sp>
          <p:nvSpPr>
            <p:cNvPr id="2103" name="four:time-step-strips:time-strip-tᵦ-cell-42:1826"/>
            <p:cNvSpPr>
              <a:spLocks noGrp="1"/>
            </p:cNvSpPr>
            <p:nvPr/>
          </p:nvSpPr>
          <p:spPr>
            <a:xfrm>
              <a:off x="21886664" y="2295525"/>
              <a:ext cx="15379" cy="276225"/>
            </a:xfrm>
            <a:prstGeom prst="rect">
              <a:avLst/>
            </a:prstGeom>
            <a:solidFill>
              <a:srgbClr val="DCE8ED"/>
            </a:solidFill>
            <a:ln w="0">
              <a:noFill/>
              <a:prstDash val="solid"/>
            </a:ln>
          </p:spPr>
        </p:sp>
        <p:sp>
          <p:nvSpPr>
            <p:cNvPr id="2104" name="four:time-step-strips:time-strip-tᵦ-cell-43:1827"/>
            <p:cNvSpPr>
              <a:spLocks noGrp="1"/>
            </p:cNvSpPr>
            <p:nvPr/>
          </p:nvSpPr>
          <p:spPr>
            <a:xfrm>
              <a:off x="21902043" y="2295525"/>
              <a:ext cx="15379" cy="276225"/>
            </a:xfrm>
            <a:prstGeom prst="rect">
              <a:avLst/>
            </a:prstGeom>
            <a:solidFill>
              <a:srgbClr val="DCE8ED"/>
            </a:solidFill>
            <a:ln w="0">
              <a:noFill/>
              <a:prstDash val="solid"/>
            </a:ln>
          </p:spPr>
        </p:sp>
        <p:sp>
          <p:nvSpPr>
            <p:cNvPr id="2105" name="four:time-step-strips:time-strip-tᵦ-cell-44:1828"/>
            <p:cNvSpPr>
              <a:spLocks noGrp="1"/>
            </p:cNvSpPr>
            <p:nvPr/>
          </p:nvSpPr>
          <p:spPr>
            <a:xfrm>
              <a:off x="21917422" y="2295525"/>
              <a:ext cx="15379" cy="276225"/>
            </a:xfrm>
            <a:prstGeom prst="rect">
              <a:avLst/>
            </a:prstGeom>
            <a:solidFill>
              <a:srgbClr val="DCE8ED"/>
            </a:solidFill>
            <a:ln w="0">
              <a:noFill/>
              <a:prstDash val="solid"/>
            </a:ln>
          </p:spPr>
        </p:sp>
        <p:sp>
          <p:nvSpPr>
            <p:cNvPr id="2106" name="four:time-step-strips:time-strip-tᵦ-cell-45:1829"/>
            <p:cNvSpPr>
              <a:spLocks noGrp="1"/>
            </p:cNvSpPr>
            <p:nvPr/>
          </p:nvSpPr>
          <p:spPr>
            <a:xfrm>
              <a:off x="21932801" y="2295525"/>
              <a:ext cx="15379" cy="276225"/>
            </a:xfrm>
            <a:prstGeom prst="rect">
              <a:avLst/>
            </a:prstGeom>
            <a:solidFill>
              <a:srgbClr val="DCE8ED"/>
            </a:solidFill>
            <a:ln w="0">
              <a:noFill/>
              <a:prstDash val="solid"/>
            </a:ln>
          </p:spPr>
        </p:sp>
        <p:sp>
          <p:nvSpPr>
            <p:cNvPr id="2107" name="four:time-step-strips:time-strip-tᵦ-cell-46:1830"/>
            <p:cNvSpPr>
              <a:spLocks noGrp="1"/>
            </p:cNvSpPr>
            <p:nvPr/>
          </p:nvSpPr>
          <p:spPr>
            <a:xfrm>
              <a:off x="21948180" y="2295525"/>
              <a:ext cx="15379" cy="276225"/>
            </a:xfrm>
            <a:prstGeom prst="rect">
              <a:avLst/>
            </a:prstGeom>
            <a:solidFill>
              <a:srgbClr val="DCE8ED"/>
            </a:solidFill>
            <a:ln w="0">
              <a:noFill/>
              <a:prstDash val="solid"/>
            </a:ln>
          </p:spPr>
        </p:sp>
        <p:sp>
          <p:nvSpPr>
            <p:cNvPr id="2108" name="four:time-step-strips:time-strip-tᵦ-cell-47:1831"/>
            <p:cNvSpPr>
              <a:spLocks noGrp="1"/>
            </p:cNvSpPr>
            <p:nvPr/>
          </p:nvSpPr>
          <p:spPr>
            <a:xfrm>
              <a:off x="21963559" y="2295525"/>
              <a:ext cx="15379" cy="276225"/>
            </a:xfrm>
            <a:prstGeom prst="rect">
              <a:avLst/>
            </a:prstGeom>
            <a:solidFill>
              <a:srgbClr val="DCE8ED"/>
            </a:solidFill>
            <a:ln w="0">
              <a:noFill/>
              <a:prstDash val="solid"/>
            </a:ln>
          </p:spPr>
        </p:sp>
        <p:sp>
          <p:nvSpPr>
            <p:cNvPr id="2109" name="four:time-step-strips:time-strip-tᵦ-cell-48:1832"/>
            <p:cNvSpPr>
              <a:spLocks noGrp="1"/>
            </p:cNvSpPr>
            <p:nvPr/>
          </p:nvSpPr>
          <p:spPr>
            <a:xfrm>
              <a:off x="21978938" y="2295525"/>
              <a:ext cx="15379" cy="276225"/>
            </a:xfrm>
            <a:prstGeom prst="rect">
              <a:avLst/>
            </a:prstGeom>
            <a:solidFill>
              <a:srgbClr val="DCE8ED"/>
            </a:solidFill>
            <a:ln w="0">
              <a:noFill/>
              <a:prstDash val="solid"/>
            </a:ln>
          </p:spPr>
        </p:sp>
        <p:sp>
          <p:nvSpPr>
            <p:cNvPr id="2110" name="four:time-step-strips:time-strip-tᵦ-cell-49:1833"/>
            <p:cNvSpPr>
              <a:spLocks noGrp="1"/>
            </p:cNvSpPr>
            <p:nvPr/>
          </p:nvSpPr>
          <p:spPr>
            <a:xfrm>
              <a:off x="21994316" y="2295525"/>
              <a:ext cx="15379" cy="276225"/>
            </a:xfrm>
            <a:prstGeom prst="rect">
              <a:avLst/>
            </a:prstGeom>
            <a:solidFill>
              <a:srgbClr val="DCE8ED"/>
            </a:solidFill>
            <a:ln w="0">
              <a:noFill/>
              <a:prstDash val="solid"/>
            </a:ln>
          </p:spPr>
        </p:sp>
        <p:sp>
          <p:nvSpPr>
            <p:cNvPr id="2111" name="four:time-step-strips:time-strip-tᵦ-cell-50:1834"/>
            <p:cNvSpPr>
              <a:spLocks noGrp="1"/>
            </p:cNvSpPr>
            <p:nvPr/>
          </p:nvSpPr>
          <p:spPr>
            <a:xfrm>
              <a:off x="22009695" y="2295525"/>
              <a:ext cx="15379" cy="276225"/>
            </a:xfrm>
            <a:prstGeom prst="rect">
              <a:avLst/>
            </a:prstGeom>
            <a:solidFill>
              <a:srgbClr val="DCE8ED"/>
            </a:solidFill>
            <a:ln w="0">
              <a:noFill/>
              <a:prstDash val="solid"/>
            </a:ln>
          </p:spPr>
        </p:sp>
        <p:sp>
          <p:nvSpPr>
            <p:cNvPr id="2112" name="four:time-step-strips:time-strip-tᵦ-cell-51:1835"/>
            <p:cNvSpPr>
              <a:spLocks noGrp="1"/>
            </p:cNvSpPr>
            <p:nvPr/>
          </p:nvSpPr>
          <p:spPr>
            <a:xfrm>
              <a:off x="22025074" y="2295525"/>
              <a:ext cx="15379" cy="276225"/>
            </a:xfrm>
            <a:prstGeom prst="rect">
              <a:avLst/>
            </a:prstGeom>
            <a:solidFill>
              <a:srgbClr val="DCE8ED"/>
            </a:solidFill>
            <a:ln w="0">
              <a:noFill/>
              <a:prstDash val="solid"/>
            </a:ln>
          </p:spPr>
        </p:sp>
        <p:sp>
          <p:nvSpPr>
            <p:cNvPr id="2113" name="four:time-step-strips:time-strip-tᵦ-cell-52:1836"/>
            <p:cNvSpPr>
              <a:spLocks noGrp="1"/>
            </p:cNvSpPr>
            <p:nvPr/>
          </p:nvSpPr>
          <p:spPr>
            <a:xfrm>
              <a:off x="22040453" y="2295525"/>
              <a:ext cx="15379" cy="276225"/>
            </a:xfrm>
            <a:prstGeom prst="rect">
              <a:avLst/>
            </a:prstGeom>
            <a:solidFill>
              <a:srgbClr val="DCE8ED"/>
            </a:solidFill>
            <a:ln w="0">
              <a:noFill/>
              <a:prstDash val="solid"/>
            </a:ln>
          </p:spPr>
        </p:sp>
        <p:sp>
          <p:nvSpPr>
            <p:cNvPr id="2114" name="four:time-step-strips:time-strip-tᵦ-cell-53:1837"/>
            <p:cNvSpPr>
              <a:spLocks noGrp="1"/>
            </p:cNvSpPr>
            <p:nvPr/>
          </p:nvSpPr>
          <p:spPr>
            <a:xfrm>
              <a:off x="22055832" y="2295525"/>
              <a:ext cx="15379" cy="276225"/>
            </a:xfrm>
            <a:prstGeom prst="rect">
              <a:avLst/>
            </a:prstGeom>
            <a:solidFill>
              <a:srgbClr val="DCE8ED"/>
            </a:solidFill>
            <a:ln w="0">
              <a:noFill/>
              <a:prstDash val="solid"/>
            </a:ln>
          </p:spPr>
        </p:sp>
        <p:sp>
          <p:nvSpPr>
            <p:cNvPr id="2115" name="four:time-step-strips:time-strip-tᵦ-cell-54:1838"/>
            <p:cNvSpPr>
              <a:spLocks noGrp="1"/>
            </p:cNvSpPr>
            <p:nvPr/>
          </p:nvSpPr>
          <p:spPr>
            <a:xfrm>
              <a:off x="22071211" y="2295525"/>
              <a:ext cx="15379" cy="276225"/>
            </a:xfrm>
            <a:prstGeom prst="rect">
              <a:avLst/>
            </a:prstGeom>
            <a:solidFill>
              <a:srgbClr val="DCE8ED"/>
            </a:solidFill>
            <a:ln w="0">
              <a:noFill/>
              <a:prstDash val="solid"/>
            </a:ln>
          </p:spPr>
        </p:sp>
        <p:sp>
          <p:nvSpPr>
            <p:cNvPr id="2116" name="four:time-step-strips:time-strip-tᵦ-cell-55:1839"/>
            <p:cNvSpPr>
              <a:spLocks noGrp="1"/>
            </p:cNvSpPr>
            <p:nvPr/>
          </p:nvSpPr>
          <p:spPr>
            <a:xfrm>
              <a:off x="22086590" y="2295525"/>
              <a:ext cx="15379" cy="276225"/>
            </a:xfrm>
            <a:prstGeom prst="rect">
              <a:avLst/>
            </a:prstGeom>
            <a:solidFill>
              <a:srgbClr val="DCE8ED"/>
            </a:solidFill>
            <a:ln w="0">
              <a:noFill/>
              <a:prstDash val="solid"/>
            </a:ln>
          </p:spPr>
        </p:sp>
        <p:sp>
          <p:nvSpPr>
            <p:cNvPr id="2117" name="four:time-step-strips:time-strip-tᵦ-cell-56:1840"/>
            <p:cNvSpPr>
              <a:spLocks noGrp="1"/>
            </p:cNvSpPr>
            <p:nvPr/>
          </p:nvSpPr>
          <p:spPr>
            <a:xfrm>
              <a:off x="22101969" y="2295525"/>
              <a:ext cx="15379" cy="276225"/>
            </a:xfrm>
            <a:prstGeom prst="rect">
              <a:avLst/>
            </a:prstGeom>
            <a:solidFill>
              <a:srgbClr val="DCE8ED"/>
            </a:solidFill>
            <a:ln w="0">
              <a:noFill/>
              <a:prstDash val="solid"/>
            </a:ln>
          </p:spPr>
        </p:sp>
        <p:sp>
          <p:nvSpPr>
            <p:cNvPr id="2118" name="four:time-step-strips:time-strip-tᵦ-cell-57:1841"/>
            <p:cNvSpPr>
              <a:spLocks noGrp="1"/>
            </p:cNvSpPr>
            <p:nvPr/>
          </p:nvSpPr>
          <p:spPr>
            <a:xfrm>
              <a:off x="22117348" y="2295525"/>
              <a:ext cx="15379" cy="276225"/>
            </a:xfrm>
            <a:prstGeom prst="rect">
              <a:avLst/>
            </a:prstGeom>
            <a:solidFill>
              <a:srgbClr val="DCE8ED"/>
            </a:solidFill>
            <a:ln w="0">
              <a:noFill/>
              <a:prstDash val="solid"/>
            </a:ln>
          </p:spPr>
        </p:sp>
        <p:sp>
          <p:nvSpPr>
            <p:cNvPr id="2119" name="four:time-step-strips:time-strip-tᵦ-cell-58:1842"/>
            <p:cNvSpPr>
              <a:spLocks noGrp="1"/>
            </p:cNvSpPr>
            <p:nvPr/>
          </p:nvSpPr>
          <p:spPr>
            <a:xfrm>
              <a:off x="22132727" y="2295525"/>
              <a:ext cx="15379" cy="276225"/>
            </a:xfrm>
            <a:prstGeom prst="rect">
              <a:avLst/>
            </a:prstGeom>
            <a:solidFill>
              <a:srgbClr val="D6E4E7"/>
            </a:solidFill>
            <a:ln w="0">
              <a:noFill/>
              <a:prstDash val="solid"/>
            </a:ln>
          </p:spPr>
        </p:sp>
        <p:sp>
          <p:nvSpPr>
            <p:cNvPr id="2120" name="four:time-step-strips:time-strip-tᵦ-cell-59:1843"/>
            <p:cNvSpPr>
              <a:spLocks noGrp="1"/>
            </p:cNvSpPr>
            <p:nvPr/>
          </p:nvSpPr>
          <p:spPr>
            <a:xfrm>
              <a:off x="22148105" y="2295525"/>
              <a:ext cx="15379" cy="276225"/>
            </a:xfrm>
            <a:prstGeom prst="rect">
              <a:avLst/>
            </a:prstGeom>
            <a:solidFill>
              <a:srgbClr val="DBCEC0"/>
            </a:solidFill>
            <a:ln w="0">
              <a:noFill/>
              <a:prstDash val="solid"/>
            </a:ln>
          </p:spPr>
        </p:sp>
        <p:sp>
          <p:nvSpPr>
            <p:cNvPr id="2121" name="four:time-step-strips:time-strip-tᵦ-cell-60:1844"/>
            <p:cNvSpPr>
              <a:spLocks noGrp="1"/>
            </p:cNvSpPr>
            <p:nvPr/>
          </p:nvSpPr>
          <p:spPr>
            <a:xfrm>
              <a:off x="22163484" y="2295525"/>
              <a:ext cx="15379" cy="276225"/>
            </a:xfrm>
            <a:prstGeom prst="rect">
              <a:avLst/>
            </a:prstGeom>
            <a:solidFill>
              <a:srgbClr val="D9B697"/>
            </a:solidFill>
            <a:ln w="0">
              <a:noFill/>
              <a:prstDash val="solid"/>
            </a:ln>
          </p:spPr>
        </p:sp>
        <p:sp>
          <p:nvSpPr>
            <p:cNvPr id="2122" name="four:time-step-strips:time-strip-tᵦ-cell-61:1845"/>
            <p:cNvSpPr>
              <a:spLocks noGrp="1"/>
            </p:cNvSpPr>
            <p:nvPr/>
          </p:nvSpPr>
          <p:spPr>
            <a:xfrm>
              <a:off x="22178863" y="2295525"/>
              <a:ext cx="15379" cy="276225"/>
            </a:xfrm>
            <a:prstGeom prst="rect">
              <a:avLst/>
            </a:prstGeom>
            <a:solidFill>
              <a:srgbClr val="D89B69"/>
            </a:solidFill>
            <a:ln w="0">
              <a:noFill/>
              <a:prstDash val="solid"/>
            </a:ln>
          </p:spPr>
        </p:sp>
        <p:sp>
          <p:nvSpPr>
            <p:cNvPr id="2123" name="four:time-step-strips:time-strip-tᵦ-cell-62:1846"/>
            <p:cNvSpPr>
              <a:spLocks noGrp="1"/>
            </p:cNvSpPr>
            <p:nvPr/>
          </p:nvSpPr>
          <p:spPr>
            <a:xfrm>
              <a:off x="22194242" y="2295525"/>
              <a:ext cx="15379" cy="276225"/>
            </a:xfrm>
            <a:prstGeom prst="rect">
              <a:avLst/>
            </a:prstGeom>
            <a:solidFill>
              <a:srgbClr val="D7813C"/>
            </a:solidFill>
            <a:ln w="0">
              <a:noFill/>
              <a:prstDash val="solid"/>
            </a:ln>
          </p:spPr>
        </p:sp>
        <p:sp>
          <p:nvSpPr>
            <p:cNvPr id="2124" name="four:time-step-strips:time-strip-tᵦ-cell-63:1847"/>
            <p:cNvSpPr>
              <a:spLocks noGrp="1"/>
            </p:cNvSpPr>
            <p:nvPr/>
          </p:nvSpPr>
          <p:spPr>
            <a:xfrm>
              <a:off x="22209621" y="2295525"/>
              <a:ext cx="15379" cy="276225"/>
            </a:xfrm>
            <a:prstGeom prst="rect">
              <a:avLst/>
            </a:prstGeom>
            <a:solidFill>
              <a:srgbClr val="D66C18"/>
            </a:solidFill>
            <a:ln w="0">
              <a:noFill/>
              <a:prstDash val="solid"/>
            </a:ln>
          </p:spPr>
        </p:sp>
        <p:sp>
          <p:nvSpPr>
            <p:cNvPr id="2125" name="four:time-step-strips:time-strip-tᵦ-cell-64:1848"/>
            <p:cNvSpPr>
              <a:spLocks noGrp="1"/>
            </p:cNvSpPr>
            <p:nvPr/>
          </p:nvSpPr>
          <p:spPr>
            <a:xfrm>
              <a:off x="22225000" y="2295525"/>
              <a:ext cx="15379" cy="276225"/>
            </a:xfrm>
            <a:prstGeom prst="rect">
              <a:avLst/>
            </a:prstGeom>
            <a:solidFill>
              <a:srgbClr val="D55F03"/>
            </a:solidFill>
            <a:ln w="0">
              <a:noFill/>
              <a:prstDash val="solid"/>
            </a:ln>
          </p:spPr>
        </p:sp>
        <p:sp>
          <p:nvSpPr>
            <p:cNvPr id="2126" name="four:time-step-strips:time-strip-tᵦ-cell-65:1849"/>
            <p:cNvSpPr>
              <a:spLocks noGrp="1"/>
            </p:cNvSpPr>
            <p:nvPr/>
          </p:nvSpPr>
          <p:spPr>
            <a:xfrm>
              <a:off x="22240379" y="2295525"/>
              <a:ext cx="15379" cy="276225"/>
            </a:xfrm>
            <a:prstGeom prst="rect">
              <a:avLst/>
            </a:prstGeom>
            <a:solidFill>
              <a:srgbClr val="D55E00"/>
            </a:solidFill>
            <a:ln w="0">
              <a:noFill/>
              <a:prstDash val="solid"/>
            </a:ln>
          </p:spPr>
        </p:sp>
        <p:sp>
          <p:nvSpPr>
            <p:cNvPr id="2127" name="four:time-step-strips:time-strip-tᵦ-cell-66:1850"/>
            <p:cNvSpPr>
              <a:spLocks noGrp="1"/>
            </p:cNvSpPr>
            <p:nvPr/>
          </p:nvSpPr>
          <p:spPr>
            <a:xfrm>
              <a:off x="22255758" y="2295525"/>
              <a:ext cx="15379" cy="276225"/>
            </a:xfrm>
            <a:prstGeom prst="rect">
              <a:avLst/>
            </a:prstGeom>
            <a:solidFill>
              <a:srgbClr val="D55E00"/>
            </a:solidFill>
            <a:ln w="0">
              <a:noFill/>
              <a:prstDash val="solid"/>
            </a:ln>
          </p:spPr>
        </p:sp>
        <p:sp>
          <p:nvSpPr>
            <p:cNvPr id="2128" name="four:time-step-strips:time-strip-tᵦ-cell-67:1851"/>
            <p:cNvSpPr>
              <a:spLocks noGrp="1"/>
            </p:cNvSpPr>
            <p:nvPr/>
          </p:nvSpPr>
          <p:spPr>
            <a:xfrm>
              <a:off x="22271137" y="2295525"/>
              <a:ext cx="15379" cy="276225"/>
            </a:xfrm>
            <a:prstGeom prst="rect">
              <a:avLst/>
            </a:prstGeom>
            <a:solidFill>
              <a:srgbClr val="D55E00"/>
            </a:solidFill>
            <a:ln w="0">
              <a:noFill/>
              <a:prstDash val="solid"/>
            </a:ln>
          </p:spPr>
        </p:sp>
        <p:sp>
          <p:nvSpPr>
            <p:cNvPr id="2129" name="four:time-step-strips:time-strip-tᵦ-cell-68:1852"/>
            <p:cNvSpPr>
              <a:spLocks noGrp="1"/>
            </p:cNvSpPr>
            <p:nvPr/>
          </p:nvSpPr>
          <p:spPr>
            <a:xfrm>
              <a:off x="22286516" y="2295525"/>
              <a:ext cx="15379" cy="276225"/>
            </a:xfrm>
            <a:prstGeom prst="rect">
              <a:avLst/>
            </a:prstGeom>
            <a:solidFill>
              <a:srgbClr val="D55E00"/>
            </a:solidFill>
            <a:ln w="0">
              <a:noFill/>
              <a:prstDash val="solid"/>
            </a:ln>
          </p:spPr>
        </p:sp>
        <p:sp>
          <p:nvSpPr>
            <p:cNvPr id="2130" name="four:time-step-strips:time-strip-tᵦ-cell-69:1853"/>
            <p:cNvSpPr>
              <a:spLocks noGrp="1"/>
            </p:cNvSpPr>
            <p:nvPr/>
          </p:nvSpPr>
          <p:spPr>
            <a:xfrm>
              <a:off x="22301895" y="2295525"/>
              <a:ext cx="15379" cy="276225"/>
            </a:xfrm>
            <a:prstGeom prst="rect">
              <a:avLst/>
            </a:prstGeom>
            <a:solidFill>
              <a:srgbClr val="D55E00"/>
            </a:solidFill>
            <a:ln w="0">
              <a:noFill/>
              <a:prstDash val="solid"/>
            </a:ln>
          </p:spPr>
        </p:sp>
        <p:sp>
          <p:nvSpPr>
            <p:cNvPr id="2131" name="four:time-step-strips:time-strip-tᵦ-cell-70:1854"/>
            <p:cNvSpPr>
              <a:spLocks noGrp="1"/>
            </p:cNvSpPr>
            <p:nvPr/>
          </p:nvSpPr>
          <p:spPr>
            <a:xfrm>
              <a:off x="22317273" y="2295525"/>
              <a:ext cx="15379" cy="276225"/>
            </a:xfrm>
            <a:prstGeom prst="rect">
              <a:avLst/>
            </a:prstGeom>
            <a:solidFill>
              <a:srgbClr val="D55E00"/>
            </a:solidFill>
            <a:ln w="0">
              <a:noFill/>
              <a:prstDash val="solid"/>
            </a:ln>
          </p:spPr>
        </p:sp>
        <p:sp>
          <p:nvSpPr>
            <p:cNvPr id="2132" name="four:time-step-strips:time-strip-tᵦ-cell-71:1855"/>
            <p:cNvSpPr>
              <a:spLocks noGrp="1"/>
            </p:cNvSpPr>
            <p:nvPr/>
          </p:nvSpPr>
          <p:spPr>
            <a:xfrm>
              <a:off x="22332652" y="2295525"/>
              <a:ext cx="15379" cy="276225"/>
            </a:xfrm>
            <a:prstGeom prst="rect">
              <a:avLst/>
            </a:prstGeom>
            <a:solidFill>
              <a:srgbClr val="D55E00"/>
            </a:solidFill>
            <a:ln w="0">
              <a:noFill/>
              <a:prstDash val="solid"/>
            </a:ln>
          </p:spPr>
        </p:sp>
        <p:sp>
          <p:nvSpPr>
            <p:cNvPr id="2133" name="four:time-step-strips:time-strip-tᵦ-cell-72:1856"/>
            <p:cNvSpPr>
              <a:spLocks noGrp="1"/>
            </p:cNvSpPr>
            <p:nvPr/>
          </p:nvSpPr>
          <p:spPr>
            <a:xfrm>
              <a:off x="22348031" y="2295525"/>
              <a:ext cx="15379" cy="276225"/>
            </a:xfrm>
            <a:prstGeom prst="rect">
              <a:avLst/>
            </a:prstGeom>
            <a:solidFill>
              <a:srgbClr val="D55E00"/>
            </a:solidFill>
            <a:ln w="0">
              <a:noFill/>
              <a:prstDash val="solid"/>
            </a:ln>
          </p:spPr>
        </p:sp>
        <p:sp>
          <p:nvSpPr>
            <p:cNvPr id="2134" name="four:time-step-strips:time-strip-tᵦ-cell-73:1857"/>
            <p:cNvSpPr>
              <a:spLocks noGrp="1"/>
            </p:cNvSpPr>
            <p:nvPr/>
          </p:nvSpPr>
          <p:spPr>
            <a:xfrm>
              <a:off x="22363410" y="2295525"/>
              <a:ext cx="15379" cy="276225"/>
            </a:xfrm>
            <a:prstGeom prst="rect">
              <a:avLst/>
            </a:prstGeom>
            <a:solidFill>
              <a:srgbClr val="D55E00"/>
            </a:solidFill>
            <a:ln w="0">
              <a:noFill/>
              <a:prstDash val="solid"/>
            </a:ln>
          </p:spPr>
        </p:sp>
        <p:sp>
          <p:nvSpPr>
            <p:cNvPr id="2135" name="four:time-step-strips:time-strip-tᵦ-cell-74:1858"/>
            <p:cNvSpPr>
              <a:spLocks noGrp="1"/>
            </p:cNvSpPr>
            <p:nvPr/>
          </p:nvSpPr>
          <p:spPr>
            <a:xfrm>
              <a:off x="22378789" y="2295525"/>
              <a:ext cx="15379" cy="276225"/>
            </a:xfrm>
            <a:prstGeom prst="rect">
              <a:avLst/>
            </a:prstGeom>
            <a:solidFill>
              <a:srgbClr val="D55E00"/>
            </a:solidFill>
            <a:ln w="0">
              <a:noFill/>
              <a:prstDash val="solid"/>
            </a:ln>
          </p:spPr>
        </p:sp>
        <p:sp>
          <p:nvSpPr>
            <p:cNvPr id="2136" name="four:time-step-strips:time-strip-tᵦ-cell-75:1859"/>
            <p:cNvSpPr>
              <a:spLocks noGrp="1"/>
            </p:cNvSpPr>
            <p:nvPr/>
          </p:nvSpPr>
          <p:spPr>
            <a:xfrm>
              <a:off x="22394168" y="2295525"/>
              <a:ext cx="15379" cy="276225"/>
            </a:xfrm>
            <a:prstGeom prst="rect">
              <a:avLst/>
            </a:prstGeom>
            <a:solidFill>
              <a:srgbClr val="D55E00"/>
            </a:solidFill>
            <a:ln w="0">
              <a:noFill/>
              <a:prstDash val="solid"/>
            </a:ln>
          </p:spPr>
        </p:sp>
        <p:sp>
          <p:nvSpPr>
            <p:cNvPr id="2137" name="four:time-step-strips:time-strip-tᵦ-cell-76:1860"/>
            <p:cNvSpPr>
              <a:spLocks noGrp="1"/>
            </p:cNvSpPr>
            <p:nvPr/>
          </p:nvSpPr>
          <p:spPr>
            <a:xfrm>
              <a:off x="22409547" y="2295525"/>
              <a:ext cx="15379" cy="276225"/>
            </a:xfrm>
            <a:prstGeom prst="rect">
              <a:avLst/>
            </a:prstGeom>
            <a:solidFill>
              <a:srgbClr val="D55E00"/>
            </a:solidFill>
            <a:ln w="0">
              <a:noFill/>
              <a:prstDash val="solid"/>
            </a:ln>
          </p:spPr>
        </p:sp>
        <p:sp>
          <p:nvSpPr>
            <p:cNvPr id="2138" name="four:time-step-strips:time-strip-tᵦ-cell-77:1861"/>
            <p:cNvSpPr>
              <a:spLocks noGrp="1"/>
            </p:cNvSpPr>
            <p:nvPr/>
          </p:nvSpPr>
          <p:spPr>
            <a:xfrm>
              <a:off x="22424926" y="2295525"/>
              <a:ext cx="15379" cy="276225"/>
            </a:xfrm>
            <a:prstGeom prst="rect">
              <a:avLst/>
            </a:prstGeom>
            <a:solidFill>
              <a:srgbClr val="D55E00"/>
            </a:solidFill>
            <a:ln w="0">
              <a:noFill/>
              <a:prstDash val="solid"/>
            </a:ln>
          </p:spPr>
        </p:sp>
        <p:sp>
          <p:nvSpPr>
            <p:cNvPr id="2139" name="four:time-step-strips:time-strip-tᵦ-cell-78:1862"/>
            <p:cNvSpPr>
              <a:spLocks noGrp="1"/>
            </p:cNvSpPr>
            <p:nvPr/>
          </p:nvSpPr>
          <p:spPr>
            <a:xfrm>
              <a:off x="22440305" y="2295525"/>
              <a:ext cx="15379" cy="276225"/>
            </a:xfrm>
            <a:prstGeom prst="rect">
              <a:avLst/>
            </a:prstGeom>
            <a:solidFill>
              <a:srgbClr val="D55E00"/>
            </a:solidFill>
            <a:ln w="0">
              <a:noFill/>
              <a:prstDash val="solid"/>
            </a:ln>
          </p:spPr>
        </p:sp>
        <p:sp>
          <p:nvSpPr>
            <p:cNvPr id="2140" name="four:time-step-strips:time-strip-tᵦ-cell-79:1863"/>
            <p:cNvSpPr>
              <a:spLocks noGrp="1"/>
            </p:cNvSpPr>
            <p:nvPr/>
          </p:nvSpPr>
          <p:spPr>
            <a:xfrm>
              <a:off x="22455684" y="2295525"/>
              <a:ext cx="15379" cy="276225"/>
            </a:xfrm>
            <a:prstGeom prst="rect">
              <a:avLst/>
            </a:prstGeom>
            <a:solidFill>
              <a:srgbClr val="D55F02"/>
            </a:solidFill>
            <a:ln w="0">
              <a:noFill/>
              <a:prstDash val="solid"/>
            </a:ln>
          </p:spPr>
        </p:sp>
        <p:sp>
          <p:nvSpPr>
            <p:cNvPr id="2141" name="four:time-step-strips:time-strip-tᵦ-cell-80:1864"/>
            <p:cNvSpPr>
              <a:spLocks noGrp="1"/>
            </p:cNvSpPr>
            <p:nvPr/>
          </p:nvSpPr>
          <p:spPr>
            <a:xfrm>
              <a:off x="22471063" y="2295525"/>
              <a:ext cx="15379" cy="276225"/>
            </a:xfrm>
            <a:prstGeom prst="rect">
              <a:avLst/>
            </a:prstGeom>
            <a:solidFill>
              <a:srgbClr val="D66811"/>
            </a:solidFill>
            <a:ln w="0">
              <a:noFill/>
              <a:prstDash val="solid"/>
            </a:ln>
          </p:spPr>
        </p:sp>
        <p:sp>
          <p:nvSpPr>
            <p:cNvPr id="2142" name="four:time-step-strips:time-strip-tᵦ-cell-81:1865"/>
            <p:cNvSpPr>
              <a:spLocks noGrp="1"/>
            </p:cNvSpPr>
            <p:nvPr/>
          </p:nvSpPr>
          <p:spPr>
            <a:xfrm>
              <a:off x="22486441" y="2295525"/>
              <a:ext cx="15379" cy="276225"/>
            </a:xfrm>
            <a:prstGeom prst="rect">
              <a:avLst/>
            </a:prstGeom>
            <a:solidFill>
              <a:srgbClr val="D6772B"/>
            </a:solidFill>
            <a:ln w="0">
              <a:noFill/>
              <a:prstDash val="solid"/>
            </a:ln>
          </p:spPr>
        </p:sp>
        <p:sp>
          <p:nvSpPr>
            <p:cNvPr id="2143" name="four:time-step-strips:time-strip-tᵦ-cell-82:1866"/>
            <p:cNvSpPr>
              <a:spLocks noGrp="1"/>
            </p:cNvSpPr>
            <p:nvPr/>
          </p:nvSpPr>
          <p:spPr>
            <a:xfrm>
              <a:off x="22501820" y="2295525"/>
              <a:ext cx="15379" cy="276225"/>
            </a:xfrm>
            <a:prstGeom prst="rect">
              <a:avLst/>
            </a:prstGeom>
            <a:solidFill>
              <a:srgbClr val="98ADAC"/>
            </a:solidFill>
            <a:ln w="0">
              <a:noFill/>
              <a:prstDash val="solid"/>
            </a:ln>
          </p:spPr>
        </p:sp>
        <p:sp>
          <p:nvSpPr>
            <p:cNvPr id="2144" name="four:time-step-strips:time-strip-tᵦ-cell-83:1867"/>
            <p:cNvSpPr>
              <a:spLocks noGrp="1"/>
            </p:cNvSpPr>
            <p:nvPr/>
          </p:nvSpPr>
          <p:spPr>
            <a:xfrm>
              <a:off x="22517199" y="2295525"/>
              <a:ext cx="15379" cy="276225"/>
            </a:xfrm>
            <a:prstGeom prst="rect">
              <a:avLst/>
            </a:prstGeom>
            <a:solidFill>
              <a:srgbClr val="A8B1BB"/>
            </a:solidFill>
            <a:ln w="0">
              <a:noFill/>
              <a:prstDash val="solid"/>
            </a:ln>
          </p:spPr>
        </p:sp>
        <p:sp>
          <p:nvSpPr>
            <p:cNvPr id="2145" name="four:time-step-strips:time-strip-tᵦ-cell-84:1868"/>
            <p:cNvSpPr>
              <a:spLocks noGrp="1"/>
            </p:cNvSpPr>
            <p:nvPr/>
          </p:nvSpPr>
          <p:spPr>
            <a:xfrm>
              <a:off x="22532578" y="2295525"/>
              <a:ext cx="15379" cy="276225"/>
            </a:xfrm>
            <a:prstGeom prst="rect">
              <a:avLst/>
            </a:prstGeom>
            <a:solidFill>
              <a:srgbClr val="65C0AB"/>
            </a:solidFill>
            <a:ln w="0">
              <a:noFill/>
              <a:prstDash val="solid"/>
            </a:ln>
          </p:spPr>
        </p:sp>
        <p:sp>
          <p:nvSpPr>
            <p:cNvPr id="2146" name="four:time-step-strips:time-strip-tᵦ-cell-85:1869"/>
            <p:cNvSpPr>
              <a:spLocks noGrp="1"/>
            </p:cNvSpPr>
            <p:nvPr/>
          </p:nvSpPr>
          <p:spPr>
            <a:xfrm>
              <a:off x="22547957" y="2295525"/>
              <a:ext cx="15379" cy="276225"/>
            </a:xfrm>
            <a:prstGeom prst="rect">
              <a:avLst/>
            </a:prstGeom>
            <a:solidFill>
              <a:srgbClr val="78C6B6"/>
            </a:solidFill>
            <a:ln w="0">
              <a:noFill/>
              <a:prstDash val="solid"/>
            </a:ln>
          </p:spPr>
        </p:sp>
        <p:sp>
          <p:nvSpPr>
            <p:cNvPr id="2147" name="four:time-step-strips:time-strip-tᵦ-cell-86:1870"/>
            <p:cNvSpPr>
              <a:spLocks noGrp="1"/>
            </p:cNvSpPr>
            <p:nvPr/>
          </p:nvSpPr>
          <p:spPr>
            <a:xfrm>
              <a:off x="22563336" y="2295525"/>
              <a:ext cx="15379" cy="276225"/>
            </a:xfrm>
            <a:prstGeom prst="rect">
              <a:avLst/>
            </a:prstGeom>
            <a:solidFill>
              <a:srgbClr val="81C9BA"/>
            </a:solidFill>
            <a:ln w="0">
              <a:noFill/>
              <a:prstDash val="solid"/>
            </a:ln>
          </p:spPr>
        </p:sp>
        <p:sp>
          <p:nvSpPr>
            <p:cNvPr id="2148" name="four:time-step-strips:time-strip-tᵦ-cell-87:1871"/>
            <p:cNvSpPr>
              <a:spLocks noGrp="1"/>
            </p:cNvSpPr>
            <p:nvPr/>
          </p:nvSpPr>
          <p:spPr>
            <a:xfrm>
              <a:off x="22578715" y="2295525"/>
              <a:ext cx="15379" cy="276225"/>
            </a:xfrm>
            <a:prstGeom prst="rect">
              <a:avLst/>
            </a:prstGeom>
            <a:solidFill>
              <a:srgbClr val="81C9BA"/>
            </a:solidFill>
            <a:ln w="0">
              <a:noFill/>
              <a:prstDash val="solid"/>
            </a:ln>
          </p:spPr>
        </p:sp>
        <p:sp>
          <p:nvSpPr>
            <p:cNvPr id="2149" name="four:time-step-strips:time-strip-tᵦ-cell-88:1872"/>
            <p:cNvSpPr>
              <a:spLocks noGrp="1"/>
            </p:cNvSpPr>
            <p:nvPr/>
          </p:nvSpPr>
          <p:spPr>
            <a:xfrm>
              <a:off x="22594094" y="2295525"/>
              <a:ext cx="15379" cy="276225"/>
            </a:xfrm>
            <a:prstGeom prst="rect">
              <a:avLst/>
            </a:prstGeom>
            <a:solidFill>
              <a:srgbClr val="81C9BA"/>
            </a:solidFill>
            <a:ln w="0">
              <a:noFill/>
              <a:prstDash val="solid"/>
            </a:ln>
          </p:spPr>
        </p:sp>
        <p:sp>
          <p:nvSpPr>
            <p:cNvPr id="2150" name="four:time-step-strips:time-strip-tᵦ-cell-89:1873"/>
            <p:cNvSpPr>
              <a:spLocks noGrp="1"/>
            </p:cNvSpPr>
            <p:nvPr/>
          </p:nvSpPr>
          <p:spPr>
            <a:xfrm>
              <a:off x="22609473" y="2295525"/>
              <a:ext cx="15379" cy="276225"/>
            </a:xfrm>
            <a:prstGeom prst="rect">
              <a:avLst/>
            </a:prstGeom>
            <a:solidFill>
              <a:srgbClr val="81C9BA"/>
            </a:solidFill>
            <a:ln w="0">
              <a:noFill/>
              <a:prstDash val="solid"/>
            </a:ln>
          </p:spPr>
        </p:sp>
        <p:sp>
          <p:nvSpPr>
            <p:cNvPr id="2151" name="four:time-step-strips:time-strip-tᵦ-cell-90:1874"/>
            <p:cNvSpPr>
              <a:spLocks noGrp="1"/>
            </p:cNvSpPr>
            <p:nvPr/>
          </p:nvSpPr>
          <p:spPr>
            <a:xfrm>
              <a:off x="22624852" y="2295525"/>
              <a:ext cx="15379" cy="276225"/>
            </a:xfrm>
            <a:prstGeom prst="rect">
              <a:avLst/>
            </a:prstGeom>
            <a:solidFill>
              <a:srgbClr val="81C9BA"/>
            </a:solidFill>
            <a:ln w="0">
              <a:noFill/>
              <a:prstDash val="solid"/>
            </a:ln>
          </p:spPr>
        </p:sp>
        <p:sp>
          <p:nvSpPr>
            <p:cNvPr id="2152" name="four:time-step-strips:time-strip-tᵦ-cell-91:1875"/>
            <p:cNvSpPr>
              <a:spLocks noGrp="1"/>
            </p:cNvSpPr>
            <p:nvPr/>
          </p:nvSpPr>
          <p:spPr>
            <a:xfrm>
              <a:off x="22640230" y="2295525"/>
              <a:ext cx="15379" cy="276225"/>
            </a:xfrm>
            <a:prstGeom prst="rect">
              <a:avLst/>
            </a:prstGeom>
            <a:solidFill>
              <a:srgbClr val="81C9BA"/>
            </a:solidFill>
            <a:ln w="0">
              <a:noFill/>
              <a:prstDash val="solid"/>
            </a:ln>
          </p:spPr>
        </p:sp>
        <p:sp>
          <p:nvSpPr>
            <p:cNvPr id="2153" name="four:time-step-strips:time-strip-tᵦ-cell-92:1876"/>
            <p:cNvSpPr>
              <a:spLocks noGrp="1"/>
            </p:cNvSpPr>
            <p:nvPr/>
          </p:nvSpPr>
          <p:spPr>
            <a:xfrm>
              <a:off x="22655609" y="2295525"/>
              <a:ext cx="15379" cy="276225"/>
            </a:xfrm>
            <a:prstGeom prst="rect">
              <a:avLst/>
            </a:prstGeom>
            <a:solidFill>
              <a:srgbClr val="81C9BA"/>
            </a:solidFill>
            <a:ln w="0">
              <a:noFill/>
              <a:prstDash val="solid"/>
            </a:ln>
          </p:spPr>
        </p:sp>
        <p:sp>
          <p:nvSpPr>
            <p:cNvPr id="2154" name="four:time-step-strips:time-strip-tᵦ-cell-93:1877"/>
            <p:cNvSpPr>
              <a:spLocks noGrp="1"/>
            </p:cNvSpPr>
            <p:nvPr/>
          </p:nvSpPr>
          <p:spPr>
            <a:xfrm>
              <a:off x="22670988" y="2295525"/>
              <a:ext cx="15379" cy="276225"/>
            </a:xfrm>
            <a:prstGeom prst="rect">
              <a:avLst/>
            </a:prstGeom>
            <a:solidFill>
              <a:srgbClr val="81C9BA"/>
            </a:solidFill>
            <a:ln w="0">
              <a:noFill/>
              <a:prstDash val="solid"/>
            </a:ln>
          </p:spPr>
        </p:sp>
        <p:sp>
          <p:nvSpPr>
            <p:cNvPr id="2155" name="four:time-step-strips:time-strip-tᵦ-cell-94:1878"/>
            <p:cNvSpPr>
              <a:spLocks noGrp="1"/>
            </p:cNvSpPr>
            <p:nvPr/>
          </p:nvSpPr>
          <p:spPr>
            <a:xfrm>
              <a:off x="22686367" y="2295525"/>
              <a:ext cx="15379" cy="276225"/>
            </a:xfrm>
            <a:prstGeom prst="rect">
              <a:avLst/>
            </a:prstGeom>
            <a:solidFill>
              <a:srgbClr val="81C9BA"/>
            </a:solidFill>
            <a:ln w="0">
              <a:noFill/>
              <a:prstDash val="solid"/>
            </a:ln>
          </p:spPr>
        </p:sp>
        <p:sp>
          <p:nvSpPr>
            <p:cNvPr id="2156" name="four:time-step-strips:time-strip-tᵦ-cell-95:1879"/>
            <p:cNvSpPr>
              <a:spLocks noGrp="1"/>
            </p:cNvSpPr>
            <p:nvPr/>
          </p:nvSpPr>
          <p:spPr>
            <a:xfrm>
              <a:off x="22701746" y="2295525"/>
              <a:ext cx="15379" cy="276225"/>
            </a:xfrm>
            <a:prstGeom prst="rect">
              <a:avLst/>
            </a:prstGeom>
            <a:solidFill>
              <a:srgbClr val="81C9BA"/>
            </a:solidFill>
            <a:ln w="0">
              <a:noFill/>
              <a:prstDash val="solid"/>
            </a:ln>
          </p:spPr>
        </p:sp>
        <p:sp>
          <p:nvSpPr>
            <p:cNvPr id="2157" name="four:time-step-strips:time-strip-tᵦ-cell-96:1880"/>
            <p:cNvSpPr>
              <a:spLocks noGrp="1"/>
            </p:cNvSpPr>
            <p:nvPr/>
          </p:nvSpPr>
          <p:spPr>
            <a:xfrm>
              <a:off x="22717125" y="2295525"/>
              <a:ext cx="15379" cy="276225"/>
            </a:xfrm>
            <a:prstGeom prst="rect">
              <a:avLst/>
            </a:prstGeom>
            <a:solidFill>
              <a:srgbClr val="81C9BA"/>
            </a:solidFill>
            <a:ln w="0">
              <a:noFill/>
              <a:prstDash val="solid"/>
            </a:ln>
          </p:spPr>
        </p:sp>
        <p:sp>
          <p:nvSpPr>
            <p:cNvPr id="2158" name="four:time-step-strips:time-strip-tᵦ-cell-97:1881"/>
            <p:cNvSpPr>
              <a:spLocks noGrp="1"/>
            </p:cNvSpPr>
            <p:nvPr/>
          </p:nvSpPr>
          <p:spPr>
            <a:xfrm>
              <a:off x="22732504" y="2295525"/>
              <a:ext cx="15379" cy="276225"/>
            </a:xfrm>
            <a:prstGeom prst="rect">
              <a:avLst/>
            </a:prstGeom>
            <a:solidFill>
              <a:srgbClr val="81C9BA"/>
            </a:solidFill>
            <a:ln w="0">
              <a:noFill/>
              <a:prstDash val="solid"/>
            </a:ln>
          </p:spPr>
        </p:sp>
        <p:sp>
          <p:nvSpPr>
            <p:cNvPr id="2159" name="four:time-step-strips:time-strip-tᵦ-cell-98:1882"/>
            <p:cNvSpPr>
              <a:spLocks noGrp="1"/>
            </p:cNvSpPr>
            <p:nvPr/>
          </p:nvSpPr>
          <p:spPr>
            <a:xfrm>
              <a:off x="22747883" y="2295525"/>
              <a:ext cx="15379" cy="276225"/>
            </a:xfrm>
            <a:prstGeom prst="rect">
              <a:avLst/>
            </a:prstGeom>
            <a:solidFill>
              <a:srgbClr val="81C9BA"/>
            </a:solidFill>
            <a:ln w="0">
              <a:noFill/>
              <a:prstDash val="solid"/>
            </a:ln>
          </p:spPr>
        </p:sp>
        <p:sp>
          <p:nvSpPr>
            <p:cNvPr id="2160" name="four:time-step-strips:time-strip-tᵦ-cell-99:1883"/>
            <p:cNvSpPr>
              <a:spLocks noGrp="1"/>
            </p:cNvSpPr>
            <p:nvPr/>
          </p:nvSpPr>
          <p:spPr>
            <a:xfrm>
              <a:off x="22763262" y="2295525"/>
              <a:ext cx="15379" cy="276225"/>
            </a:xfrm>
            <a:prstGeom prst="rect">
              <a:avLst/>
            </a:prstGeom>
            <a:solidFill>
              <a:srgbClr val="81C9BA"/>
            </a:solidFill>
            <a:ln w="0">
              <a:noFill/>
              <a:prstDash val="solid"/>
            </a:ln>
          </p:spPr>
        </p:sp>
        <p:sp>
          <p:nvSpPr>
            <p:cNvPr id="2161" name="four:time-step-strips:time-strip-tᵦ-cell-100:1884"/>
            <p:cNvSpPr>
              <a:spLocks noGrp="1"/>
            </p:cNvSpPr>
            <p:nvPr/>
          </p:nvSpPr>
          <p:spPr>
            <a:xfrm>
              <a:off x="22778641" y="2295525"/>
              <a:ext cx="15379" cy="276225"/>
            </a:xfrm>
            <a:prstGeom prst="rect">
              <a:avLst/>
            </a:prstGeom>
            <a:solidFill>
              <a:srgbClr val="81C9BA"/>
            </a:solidFill>
            <a:ln w="0">
              <a:noFill/>
              <a:prstDash val="solid"/>
            </a:ln>
          </p:spPr>
        </p:sp>
        <p:sp>
          <p:nvSpPr>
            <p:cNvPr id="2162" name="four:time-step-strips:time-strip-tᵦ-cell-101:1885"/>
            <p:cNvSpPr>
              <a:spLocks noGrp="1"/>
            </p:cNvSpPr>
            <p:nvPr/>
          </p:nvSpPr>
          <p:spPr>
            <a:xfrm>
              <a:off x="22794020" y="2295525"/>
              <a:ext cx="15379" cy="276225"/>
            </a:xfrm>
            <a:prstGeom prst="rect">
              <a:avLst/>
            </a:prstGeom>
            <a:solidFill>
              <a:srgbClr val="81C9BA"/>
            </a:solidFill>
            <a:ln w="0">
              <a:noFill/>
              <a:prstDash val="solid"/>
            </a:ln>
          </p:spPr>
        </p:sp>
        <p:sp>
          <p:nvSpPr>
            <p:cNvPr id="2163" name="four:time-step-strips:time-strip-tᵦ-cell-102:1886"/>
            <p:cNvSpPr>
              <a:spLocks noGrp="1"/>
            </p:cNvSpPr>
            <p:nvPr/>
          </p:nvSpPr>
          <p:spPr>
            <a:xfrm>
              <a:off x="22809398" y="2295525"/>
              <a:ext cx="15379" cy="276225"/>
            </a:xfrm>
            <a:prstGeom prst="rect">
              <a:avLst/>
            </a:prstGeom>
            <a:solidFill>
              <a:srgbClr val="81C9BA"/>
            </a:solidFill>
            <a:ln w="0">
              <a:noFill/>
              <a:prstDash val="solid"/>
            </a:ln>
          </p:spPr>
        </p:sp>
        <p:sp>
          <p:nvSpPr>
            <p:cNvPr id="2164" name="four:time-step-strips:time-strip-tᵦ-cell-103:1887"/>
            <p:cNvSpPr>
              <a:spLocks noGrp="1"/>
            </p:cNvSpPr>
            <p:nvPr/>
          </p:nvSpPr>
          <p:spPr>
            <a:xfrm>
              <a:off x="22824777" y="2295525"/>
              <a:ext cx="15379" cy="276225"/>
            </a:xfrm>
            <a:prstGeom prst="rect">
              <a:avLst/>
            </a:prstGeom>
            <a:solidFill>
              <a:srgbClr val="81C9BA"/>
            </a:solidFill>
            <a:ln w="0">
              <a:noFill/>
              <a:prstDash val="solid"/>
            </a:ln>
          </p:spPr>
        </p:sp>
        <p:sp>
          <p:nvSpPr>
            <p:cNvPr id="2165" name="four:time-step-strips:time-strip-tᵦ-cell-104:1888"/>
            <p:cNvSpPr>
              <a:spLocks noGrp="1"/>
            </p:cNvSpPr>
            <p:nvPr/>
          </p:nvSpPr>
          <p:spPr>
            <a:xfrm>
              <a:off x="22840156" y="2295525"/>
              <a:ext cx="15379" cy="276225"/>
            </a:xfrm>
            <a:prstGeom prst="rect">
              <a:avLst/>
            </a:prstGeom>
            <a:solidFill>
              <a:srgbClr val="81C9BA"/>
            </a:solidFill>
            <a:ln w="0">
              <a:noFill/>
              <a:prstDash val="solid"/>
            </a:ln>
          </p:spPr>
        </p:sp>
        <p:sp>
          <p:nvSpPr>
            <p:cNvPr id="2166" name="four:time-step-strips:time-strip-tᵦ-cell-105:1889"/>
            <p:cNvSpPr>
              <a:spLocks noGrp="1"/>
            </p:cNvSpPr>
            <p:nvPr/>
          </p:nvSpPr>
          <p:spPr>
            <a:xfrm>
              <a:off x="22855535" y="2295525"/>
              <a:ext cx="15379" cy="276225"/>
            </a:xfrm>
            <a:prstGeom prst="rect">
              <a:avLst/>
            </a:prstGeom>
            <a:solidFill>
              <a:srgbClr val="81C9BA"/>
            </a:solidFill>
            <a:ln w="0">
              <a:noFill/>
              <a:prstDash val="solid"/>
            </a:ln>
          </p:spPr>
        </p:sp>
        <p:sp>
          <p:nvSpPr>
            <p:cNvPr id="2167" name="four:time-step-strips:time-strip-tᵦ-cell-106:1890"/>
            <p:cNvSpPr>
              <a:spLocks noGrp="1"/>
            </p:cNvSpPr>
            <p:nvPr/>
          </p:nvSpPr>
          <p:spPr>
            <a:xfrm>
              <a:off x="22870914" y="2295525"/>
              <a:ext cx="15379" cy="276225"/>
            </a:xfrm>
            <a:prstGeom prst="rect">
              <a:avLst/>
            </a:prstGeom>
            <a:solidFill>
              <a:srgbClr val="81C9BA"/>
            </a:solidFill>
            <a:ln w="0">
              <a:noFill/>
              <a:prstDash val="solid"/>
            </a:ln>
          </p:spPr>
        </p:sp>
        <p:sp>
          <p:nvSpPr>
            <p:cNvPr id="2168" name="four:time-step-strips:time-strip-tᵦ-cell-107:1891"/>
            <p:cNvSpPr>
              <a:spLocks noGrp="1"/>
            </p:cNvSpPr>
            <p:nvPr/>
          </p:nvSpPr>
          <p:spPr>
            <a:xfrm>
              <a:off x="22886293" y="2295525"/>
              <a:ext cx="15379" cy="276225"/>
            </a:xfrm>
            <a:prstGeom prst="rect">
              <a:avLst/>
            </a:prstGeom>
            <a:solidFill>
              <a:srgbClr val="81C9BA"/>
            </a:solidFill>
            <a:ln w="0">
              <a:noFill/>
              <a:prstDash val="solid"/>
            </a:ln>
          </p:spPr>
        </p:sp>
        <p:sp>
          <p:nvSpPr>
            <p:cNvPr id="2169" name="four:time-step-strips:time-strip-tᵦ-cell-108:1892"/>
            <p:cNvSpPr>
              <a:spLocks noGrp="1"/>
            </p:cNvSpPr>
            <p:nvPr/>
          </p:nvSpPr>
          <p:spPr>
            <a:xfrm>
              <a:off x="22901672" y="2295525"/>
              <a:ext cx="15379" cy="276225"/>
            </a:xfrm>
            <a:prstGeom prst="rect">
              <a:avLst/>
            </a:prstGeom>
            <a:solidFill>
              <a:srgbClr val="81C9BA"/>
            </a:solidFill>
            <a:ln w="0">
              <a:noFill/>
              <a:prstDash val="solid"/>
            </a:ln>
          </p:spPr>
        </p:sp>
        <p:sp>
          <p:nvSpPr>
            <p:cNvPr id="2170" name="four:time-step-strips:time-strip-tᵦ-cell-109:1893"/>
            <p:cNvSpPr>
              <a:spLocks noGrp="1"/>
            </p:cNvSpPr>
            <p:nvPr/>
          </p:nvSpPr>
          <p:spPr>
            <a:xfrm>
              <a:off x="22917051" y="2295525"/>
              <a:ext cx="15379" cy="276225"/>
            </a:xfrm>
            <a:prstGeom prst="rect">
              <a:avLst/>
            </a:prstGeom>
            <a:solidFill>
              <a:srgbClr val="81C9BA"/>
            </a:solidFill>
            <a:ln w="0">
              <a:noFill/>
              <a:prstDash val="solid"/>
            </a:ln>
          </p:spPr>
        </p:sp>
        <p:sp>
          <p:nvSpPr>
            <p:cNvPr id="2171" name="four:time-step-strips:time-strip-tᵦ-cell-110:1894"/>
            <p:cNvSpPr>
              <a:spLocks noGrp="1"/>
            </p:cNvSpPr>
            <p:nvPr/>
          </p:nvSpPr>
          <p:spPr>
            <a:xfrm>
              <a:off x="22932430" y="2295525"/>
              <a:ext cx="15379" cy="276225"/>
            </a:xfrm>
            <a:prstGeom prst="rect">
              <a:avLst/>
            </a:prstGeom>
            <a:solidFill>
              <a:srgbClr val="81C9BA"/>
            </a:solidFill>
            <a:ln w="0">
              <a:noFill/>
              <a:prstDash val="solid"/>
            </a:ln>
          </p:spPr>
        </p:sp>
        <p:sp>
          <p:nvSpPr>
            <p:cNvPr id="2172" name="four:time-step-strips:time-strip-tᵦ-cell-111:1895"/>
            <p:cNvSpPr>
              <a:spLocks noGrp="1"/>
            </p:cNvSpPr>
            <p:nvPr/>
          </p:nvSpPr>
          <p:spPr>
            <a:xfrm>
              <a:off x="22947809" y="2295525"/>
              <a:ext cx="15379" cy="276225"/>
            </a:xfrm>
            <a:prstGeom prst="rect">
              <a:avLst/>
            </a:prstGeom>
            <a:solidFill>
              <a:srgbClr val="81C9BA"/>
            </a:solidFill>
            <a:ln w="0">
              <a:noFill/>
              <a:prstDash val="solid"/>
            </a:ln>
          </p:spPr>
        </p:sp>
        <p:sp>
          <p:nvSpPr>
            <p:cNvPr id="2173" name="four:time-step-strips:time-strip-tᵦ-cell-112:1896"/>
            <p:cNvSpPr>
              <a:spLocks noGrp="1"/>
            </p:cNvSpPr>
            <p:nvPr/>
          </p:nvSpPr>
          <p:spPr>
            <a:xfrm>
              <a:off x="22963188" y="2295525"/>
              <a:ext cx="15379" cy="276225"/>
            </a:xfrm>
            <a:prstGeom prst="rect">
              <a:avLst/>
            </a:prstGeom>
            <a:solidFill>
              <a:srgbClr val="81C9BA"/>
            </a:solidFill>
            <a:ln w="0">
              <a:noFill/>
              <a:prstDash val="solid"/>
            </a:ln>
          </p:spPr>
        </p:sp>
        <p:sp>
          <p:nvSpPr>
            <p:cNvPr id="2174" name="four:time-step-strips:time-strip-tᵦ-cell-113:1897"/>
            <p:cNvSpPr>
              <a:spLocks noGrp="1"/>
            </p:cNvSpPr>
            <p:nvPr/>
          </p:nvSpPr>
          <p:spPr>
            <a:xfrm>
              <a:off x="22978566" y="2295525"/>
              <a:ext cx="15379" cy="276225"/>
            </a:xfrm>
            <a:prstGeom prst="rect">
              <a:avLst/>
            </a:prstGeom>
            <a:solidFill>
              <a:srgbClr val="81C9BA"/>
            </a:solidFill>
            <a:ln w="0">
              <a:noFill/>
              <a:prstDash val="solid"/>
            </a:ln>
          </p:spPr>
        </p:sp>
        <p:sp>
          <p:nvSpPr>
            <p:cNvPr id="2175" name="four:time-step-strips:time-strip-tᵦ-cell-114:1898"/>
            <p:cNvSpPr>
              <a:spLocks noGrp="1"/>
            </p:cNvSpPr>
            <p:nvPr/>
          </p:nvSpPr>
          <p:spPr>
            <a:xfrm>
              <a:off x="22993945" y="2295525"/>
              <a:ext cx="15379" cy="276225"/>
            </a:xfrm>
            <a:prstGeom prst="rect">
              <a:avLst/>
            </a:prstGeom>
            <a:solidFill>
              <a:srgbClr val="81C9BA"/>
            </a:solidFill>
            <a:ln w="0">
              <a:noFill/>
              <a:prstDash val="solid"/>
            </a:ln>
          </p:spPr>
        </p:sp>
        <p:sp>
          <p:nvSpPr>
            <p:cNvPr id="2176" name="four:time-step-strips:time-strip-tᵦ-cell-115:1899"/>
            <p:cNvSpPr>
              <a:spLocks noGrp="1"/>
            </p:cNvSpPr>
            <p:nvPr/>
          </p:nvSpPr>
          <p:spPr>
            <a:xfrm>
              <a:off x="23009324" y="2295525"/>
              <a:ext cx="15379" cy="276225"/>
            </a:xfrm>
            <a:prstGeom prst="rect">
              <a:avLst/>
            </a:prstGeom>
            <a:solidFill>
              <a:srgbClr val="7FC9B9"/>
            </a:solidFill>
            <a:ln w="0">
              <a:noFill/>
              <a:prstDash val="solid"/>
            </a:ln>
          </p:spPr>
        </p:sp>
        <p:sp>
          <p:nvSpPr>
            <p:cNvPr id="2177" name="four:time-step-strips:time-strip-tᵦ-cell-116:1900"/>
            <p:cNvSpPr>
              <a:spLocks noGrp="1"/>
            </p:cNvSpPr>
            <p:nvPr/>
          </p:nvSpPr>
          <p:spPr>
            <a:xfrm>
              <a:off x="23024703" y="2295525"/>
              <a:ext cx="15379" cy="276225"/>
            </a:xfrm>
            <a:prstGeom prst="rect">
              <a:avLst/>
            </a:prstGeom>
            <a:solidFill>
              <a:srgbClr val="73C5B3"/>
            </a:solidFill>
            <a:ln w="0">
              <a:noFill/>
              <a:prstDash val="solid"/>
            </a:ln>
          </p:spPr>
        </p:sp>
        <p:sp>
          <p:nvSpPr>
            <p:cNvPr id="2178" name="four:time-step-strips:time-strip-tᵦ-cell-117:1901"/>
            <p:cNvSpPr>
              <a:spLocks noGrp="1"/>
            </p:cNvSpPr>
            <p:nvPr/>
          </p:nvSpPr>
          <p:spPr>
            <a:xfrm>
              <a:off x="23040082" y="2295525"/>
              <a:ext cx="15379" cy="276225"/>
            </a:xfrm>
            <a:prstGeom prst="rect">
              <a:avLst/>
            </a:prstGeom>
            <a:solidFill>
              <a:srgbClr val="60BEA8"/>
            </a:solidFill>
            <a:ln w="0">
              <a:noFill/>
              <a:prstDash val="solid"/>
            </a:ln>
          </p:spPr>
        </p:sp>
        <p:sp>
          <p:nvSpPr>
            <p:cNvPr id="2179" name="four:time-step-strips:time-strip-tᵦ-cell-118:1902"/>
            <p:cNvSpPr>
              <a:spLocks noGrp="1"/>
            </p:cNvSpPr>
            <p:nvPr/>
          </p:nvSpPr>
          <p:spPr>
            <a:xfrm>
              <a:off x="23055461" y="2295525"/>
              <a:ext cx="15379" cy="276225"/>
            </a:xfrm>
            <a:prstGeom prst="rect">
              <a:avLst/>
            </a:prstGeom>
            <a:solidFill>
              <a:srgbClr val="48B69B"/>
            </a:solidFill>
            <a:ln w="0">
              <a:noFill/>
              <a:prstDash val="solid"/>
            </a:ln>
          </p:spPr>
        </p:sp>
        <p:sp>
          <p:nvSpPr>
            <p:cNvPr id="2180" name="four:time-step-strips:time-strip-tᵦ-cell-119:1903"/>
            <p:cNvSpPr>
              <a:spLocks noGrp="1"/>
            </p:cNvSpPr>
            <p:nvPr/>
          </p:nvSpPr>
          <p:spPr>
            <a:xfrm>
              <a:off x="23070840" y="2295525"/>
              <a:ext cx="15379" cy="276225"/>
            </a:xfrm>
            <a:prstGeom prst="rect">
              <a:avLst/>
            </a:prstGeom>
            <a:solidFill>
              <a:srgbClr val="2EAE8D"/>
            </a:solidFill>
            <a:ln w="0">
              <a:noFill/>
              <a:prstDash val="solid"/>
            </a:ln>
          </p:spPr>
        </p:sp>
        <p:sp>
          <p:nvSpPr>
            <p:cNvPr id="2181" name="four:time-step-strips:time-strip-tᵦ-cell-120:1904"/>
            <p:cNvSpPr>
              <a:spLocks noGrp="1"/>
            </p:cNvSpPr>
            <p:nvPr/>
          </p:nvSpPr>
          <p:spPr>
            <a:xfrm>
              <a:off x="23086219" y="2295525"/>
              <a:ext cx="15379" cy="276225"/>
            </a:xfrm>
            <a:prstGeom prst="rect">
              <a:avLst/>
            </a:prstGeom>
            <a:solidFill>
              <a:srgbClr val="1AA781"/>
            </a:solidFill>
            <a:ln w="0">
              <a:noFill/>
              <a:prstDash val="solid"/>
            </a:ln>
          </p:spPr>
        </p:sp>
        <p:sp>
          <p:nvSpPr>
            <p:cNvPr id="2182" name="four:time-step-strips:time-strip-tᵦ-cell-121:1905"/>
            <p:cNvSpPr>
              <a:spLocks noGrp="1"/>
            </p:cNvSpPr>
            <p:nvPr/>
          </p:nvSpPr>
          <p:spPr>
            <a:xfrm>
              <a:off x="23101598" y="2295525"/>
              <a:ext cx="15379" cy="276225"/>
            </a:xfrm>
            <a:prstGeom prst="rect">
              <a:avLst/>
            </a:prstGeom>
            <a:solidFill>
              <a:srgbClr val="07A177"/>
            </a:solidFill>
            <a:ln w="0">
              <a:noFill/>
              <a:prstDash val="solid"/>
            </a:ln>
          </p:spPr>
        </p:sp>
        <p:sp>
          <p:nvSpPr>
            <p:cNvPr id="2183" name="four:time-step-strips:time-strip-tᵦ-cell-122:1906"/>
            <p:cNvSpPr>
              <a:spLocks noGrp="1"/>
            </p:cNvSpPr>
            <p:nvPr/>
          </p:nvSpPr>
          <p:spPr>
            <a:xfrm>
              <a:off x="23116977" y="2295525"/>
              <a:ext cx="15379" cy="276225"/>
            </a:xfrm>
            <a:prstGeom prst="rect">
              <a:avLst/>
            </a:prstGeom>
            <a:solidFill>
              <a:srgbClr val="009E73"/>
            </a:solidFill>
            <a:ln w="0">
              <a:noFill/>
              <a:prstDash val="solid"/>
            </a:ln>
          </p:spPr>
        </p:sp>
        <p:sp>
          <p:nvSpPr>
            <p:cNvPr id="2184" name="four:time-step-strips:time-strip-tᵦ-cell-123:1907"/>
            <p:cNvSpPr>
              <a:spLocks noGrp="1"/>
            </p:cNvSpPr>
            <p:nvPr/>
          </p:nvSpPr>
          <p:spPr>
            <a:xfrm>
              <a:off x="23132355" y="2295525"/>
              <a:ext cx="15379" cy="276225"/>
            </a:xfrm>
            <a:prstGeom prst="rect">
              <a:avLst/>
            </a:prstGeom>
            <a:solidFill>
              <a:srgbClr val="009E73"/>
            </a:solidFill>
            <a:ln w="0">
              <a:noFill/>
              <a:prstDash val="solid"/>
            </a:ln>
          </p:spPr>
        </p:sp>
        <p:sp>
          <p:nvSpPr>
            <p:cNvPr id="2185" name="four:time-step-strips:time-strip-tᵦ-cell-124:1908"/>
            <p:cNvSpPr>
              <a:spLocks noGrp="1"/>
            </p:cNvSpPr>
            <p:nvPr/>
          </p:nvSpPr>
          <p:spPr>
            <a:xfrm>
              <a:off x="23147734" y="2295525"/>
              <a:ext cx="15379" cy="276225"/>
            </a:xfrm>
            <a:prstGeom prst="rect">
              <a:avLst/>
            </a:prstGeom>
            <a:solidFill>
              <a:srgbClr val="009E73"/>
            </a:solidFill>
            <a:ln w="0">
              <a:noFill/>
              <a:prstDash val="solid"/>
            </a:ln>
          </p:spPr>
        </p:sp>
        <p:sp>
          <p:nvSpPr>
            <p:cNvPr id="2186" name="four:time-step-strips:time-strip-tᵦ-cell-125:1909"/>
            <p:cNvSpPr>
              <a:spLocks noGrp="1"/>
            </p:cNvSpPr>
            <p:nvPr/>
          </p:nvSpPr>
          <p:spPr>
            <a:xfrm>
              <a:off x="23163113" y="2295525"/>
              <a:ext cx="15379" cy="276225"/>
            </a:xfrm>
            <a:prstGeom prst="rect">
              <a:avLst/>
            </a:prstGeom>
            <a:solidFill>
              <a:srgbClr val="009E73"/>
            </a:solidFill>
            <a:ln w="0">
              <a:noFill/>
              <a:prstDash val="solid"/>
            </a:ln>
          </p:spPr>
        </p:sp>
        <p:sp>
          <p:nvSpPr>
            <p:cNvPr id="2187" name="four:time-step-strips:time-strip-tᵦ-cell-126:1910"/>
            <p:cNvSpPr>
              <a:spLocks noGrp="1"/>
            </p:cNvSpPr>
            <p:nvPr/>
          </p:nvSpPr>
          <p:spPr>
            <a:xfrm>
              <a:off x="23178492" y="2295525"/>
              <a:ext cx="15379" cy="276225"/>
            </a:xfrm>
            <a:prstGeom prst="rect">
              <a:avLst/>
            </a:prstGeom>
            <a:solidFill>
              <a:srgbClr val="009E73"/>
            </a:solidFill>
            <a:ln w="0">
              <a:noFill/>
              <a:prstDash val="solid"/>
            </a:ln>
          </p:spPr>
        </p:sp>
        <p:sp>
          <p:nvSpPr>
            <p:cNvPr id="2188" name="four:time-step-strips:time-strip-tᵦ-cell-127:1911"/>
            <p:cNvSpPr>
              <a:spLocks noGrp="1"/>
            </p:cNvSpPr>
            <p:nvPr/>
          </p:nvSpPr>
          <p:spPr>
            <a:xfrm>
              <a:off x="23193871" y="2295525"/>
              <a:ext cx="15379" cy="276225"/>
            </a:xfrm>
            <a:prstGeom prst="rect">
              <a:avLst/>
            </a:prstGeom>
            <a:solidFill>
              <a:srgbClr val="009E73"/>
            </a:solidFill>
            <a:ln w="0">
              <a:noFill/>
              <a:prstDash val="solid"/>
            </a:ln>
          </p:spPr>
        </p:sp>
        <p:sp>
          <p:nvSpPr>
            <p:cNvPr id="2189" name="four:time-step-strips:time-strip-tᵦ-cell-128:1912"/>
            <p:cNvSpPr>
              <a:spLocks noGrp="1"/>
            </p:cNvSpPr>
            <p:nvPr/>
          </p:nvSpPr>
          <p:spPr>
            <a:xfrm>
              <a:off x="23209250" y="2295525"/>
              <a:ext cx="15379" cy="276225"/>
            </a:xfrm>
            <a:prstGeom prst="rect">
              <a:avLst/>
            </a:prstGeom>
            <a:solidFill>
              <a:srgbClr val="009E73"/>
            </a:solidFill>
            <a:ln w="0">
              <a:noFill/>
              <a:prstDash val="solid"/>
            </a:ln>
          </p:spPr>
        </p:sp>
        <p:sp>
          <p:nvSpPr>
            <p:cNvPr id="2190" name="four:time-step-strips:time-strip-tᵦ-cell-129:1913"/>
            <p:cNvSpPr>
              <a:spLocks noGrp="1"/>
            </p:cNvSpPr>
            <p:nvPr/>
          </p:nvSpPr>
          <p:spPr>
            <a:xfrm>
              <a:off x="23224629" y="2295525"/>
              <a:ext cx="15379" cy="276225"/>
            </a:xfrm>
            <a:prstGeom prst="rect">
              <a:avLst/>
            </a:prstGeom>
            <a:solidFill>
              <a:srgbClr val="009E73"/>
            </a:solidFill>
            <a:ln w="0">
              <a:noFill/>
              <a:prstDash val="solid"/>
            </a:ln>
          </p:spPr>
        </p:sp>
        <p:sp>
          <p:nvSpPr>
            <p:cNvPr id="2191" name="four:time-step-strips:time-strip-tᵦ-cell-130:1914"/>
            <p:cNvSpPr>
              <a:spLocks noGrp="1"/>
            </p:cNvSpPr>
            <p:nvPr/>
          </p:nvSpPr>
          <p:spPr>
            <a:xfrm>
              <a:off x="23240008" y="2295525"/>
              <a:ext cx="15379" cy="276225"/>
            </a:xfrm>
            <a:prstGeom prst="rect">
              <a:avLst/>
            </a:prstGeom>
            <a:solidFill>
              <a:srgbClr val="009E73"/>
            </a:solidFill>
            <a:ln w="0">
              <a:noFill/>
              <a:prstDash val="solid"/>
            </a:ln>
          </p:spPr>
        </p:sp>
        <p:sp>
          <p:nvSpPr>
            <p:cNvPr id="2192" name="four:time-step-strips:time-strip-tᵦ-cell-131:1915"/>
            <p:cNvSpPr>
              <a:spLocks noGrp="1"/>
            </p:cNvSpPr>
            <p:nvPr/>
          </p:nvSpPr>
          <p:spPr>
            <a:xfrm>
              <a:off x="23255387" y="2295525"/>
              <a:ext cx="15379" cy="276225"/>
            </a:xfrm>
            <a:prstGeom prst="rect">
              <a:avLst/>
            </a:prstGeom>
            <a:solidFill>
              <a:srgbClr val="009E73"/>
            </a:solidFill>
            <a:ln w="0">
              <a:noFill/>
              <a:prstDash val="solid"/>
            </a:ln>
          </p:spPr>
        </p:sp>
        <p:sp>
          <p:nvSpPr>
            <p:cNvPr id="2193" name="four:time-step-strips:time-strip-tᵦ-cell-132:1916"/>
            <p:cNvSpPr>
              <a:spLocks noGrp="1"/>
            </p:cNvSpPr>
            <p:nvPr/>
          </p:nvSpPr>
          <p:spPr>
            <a:xfrm>
              <a:off x="23270766" y="2295525"/>
              <a:ext cx="15379" cy="276225"/>
            </a:xfrm>
            <a:prstGeom prst="rect">
              <a:avLst/>
            </a:prstGeom>
            <a:solidFill>
              <a:srgbClr val="06A076"/>
            </a:solidFill>
            <a:ln w="0">
              <a:noFill/>
              <a:prstDash val="solid"/>
            </a:ln>
          </p:spPr>
        </p:sp>
        <p:sp>
          <p:nvSpPr>
            <p:cNvPr id="2194" name="four:time-step-strips:time-strip-tᵦ-cell-133:1917"/>
            <p:cNvSpPr>
              <a:spLocks noGrp="1"/>
            </p:cNvSpPr>
            <p:nvPr/>
          </p:nvSpPr>
          <p:spPr>
            <a:xfrm>
              <a:off x="23286145" y="2295525"/>
              <a:ext cx="15379" cy="276225"/>
            </a:xfrm>
            <a:prstGeom prst="rect">
              <a:avLst/>
            </a:prstGeom>
            <a:solidFill>
              <a:srgbClr val="1DA883"/>
            </a:solidFill>
            <a:ln w="0">
              <a:noFill/>
              <a:prstDash val="solid"/>
            </a:ln>
          </p:spPr>
        </p:sp>
        <p:sp>
          <p:nvSpPr>
            <p:cNvPr id="2195" name="four:time-step-strips:time-strip-tᵦ-cell-134:1918"/>
            <p:cNvSpPr>
              <a:spLocks noGrp="1"/>
            </p:cNvSpPr>
            <p:nvPr/>
          </p:nvSpPr>
          <p:spPr>
            <a:xfrm>
              <a:off x="23301523" y="2295525"/>
              <a:ext cx="15379" cy="276225"/>
            </a:xfrm>
            <a:prstGeom prst="rect">
              <a:avLst/>
            </a:prstGeom>
            <a:solidFill>
              <a:srgbClr val="40B396"/>
            </a:solidFill>
            <a:ln w="0">
              <a:noFill/>
              <a:prstDash val="solid"/>
            </a:ln>
          </p:spPr>
        </p:sp>
        <p:sp>
          <p:nvSpPr>
            <p:cNvPr id="2196" name="four:time-step-strips:time-strip-tᵦ-cell-135:1919"/>
            <p:cNvSpPr>
              <a:spLocks noGrp="1"/>
            </p:cNvSpPr>
            <p:nvPr/>
          </p:nvSpPr>
          <p:spPr>
            <a:xfrm>
              <a:off x="23316902" y="2295525"/>
              <a:ext cx="15379" cy="276225"/>
            </a:xfrm>
            <a:prstGeom prst="rect">
              <a:avLst/>
            </a:prstGeom>
            <a:solidFill>
              <a:srgbClr val="6AC2AE"/>
            </a:solidFill>
            <a:ln w="0">
              <a:noFill/>
              <a:prstDash val="solid"/>
            </a:ln>
          </p:spPr>
        </p:sp>
        <p:sp>
          <p:nvSpPr>
            <p:cNvPr id="2197" name="four:time-step-strips:time-strip-tᵦ-cell-136:1920"/>
            <p:cNvSpPr>
              <a:spLocks noGrp="1"/>
            </p:cNvSpPr>
            <p:nvPr/>
          </p:nvSpPr>
          <p:spPr>
            <a:xfrm>
              <a:off x="23332281" y="2295525"/>
              <a:ext cx="15379" cy="276225"/>
            </a:xfrm>
            <a:prstGeom prst="rect">
              <a:avLst/>
            </a:prstGeom>
            <a:solidFill>
              <a:srgbClr val="93D0C5"/>
            </a:solidFill>
            <a:ln w="0">
              <a:noFill/>
              <a:prstDash val="solid"/>
            </a:ln>
          </p:spPr>
        </p:sp>
        <p:sp>
          <p:nvSpPr>
            <p:cNvPr id="2198" name="four:time-step-strips:time-strip-tᵦ-cell-137:1921"/>
            <p:cNvSpPr>
              <a:spLocks noGrp="1"/>
            </p:cNvSpPr>
            <p:nvPr/>
          </p:nvSpPr>
          <p:spPr>
            <a:xfrm>
              <a:off x="23347660" y="2295525"/>
              <a:ext cx="15379" cy="276225"/>
            </a:xfrm>
            <a:prstGeom prst="rect">
              <a:avLst/>
            </a:prstGeom>
            <a:solidFill>
              <a:srgbClr val="B8DCD9"/>
            </a:solidFill>
            <a:ln w="0">
              <a:noFill/>
              <a:prstDash val="solid"/>
            </a:ln>
          </p:spPr>
        </p:sp>
        <p:sp>
          <p:nvSpPr>
            <p:cNvPr id="2199" name="four:time-step-strips:time-strip-tᵦ-cell-138:1922"/>
            <p:cNvSpPr>
              <a:spLocks noGrp="1"/>
            </p:cNvSpPr>
            <p:nvPr/>
          </p:nvSpPr>
          <p:spPr>
            <a:xfrm>
              <a:off x="23363039" y="2295525"/>
              <a:ext cx="15379" cy="276225"/>
            </a:xfrm>
            <a:prstGeom prst="rect">
              <a:avLst/>
            </a:prstGeom>
            <a:solidFill>
              <a:srgbClr val="D9E4EB"/>
            </a:solidFill>
            <a:ln w="0">
              <a:noFill/>
              <a:prstDash val="solid"/>
            </a:ln>
          </p:spPr>
        </p:sp>
        <p:sp>
          <p:nvSpPr>
            <p:cNvPr id="2200" name="four:time-step-strips:time-strip-tᵦ-cell-139:1923"/>
            <p:cNvSpPr>
              <a:spLocks noGrp="1"/>
            </p:cNvSpPr>
            <p:nvPr/>
          </p:nvSpPr>
          <p:spPr>
            <a:xfrm>
              <a:off x="23378418" y="2295525"/>
              <a:ext cx="15379" cy="276225"/>
            </a:xfrm>
            <a:prstGeom prst="rect">
              <a:avLst/>
            </a:prstGeom>
            <a:solidFill>
              <a:srgbClr val="DCE8ED"/>
            </a:solidFill>
            <a:ln w="0">
              <a:noFill/>
              <a:prstDash val="solid"/>
            </a:ln>
          </p:spPr>
        </p:sp>
        <p:sp>
          <p:nvSpPr>
            <p:cNvPr id="2201" name="four:time-step-strips:time-strip-tᵦ-cell-140:1924"/>
            <p:cNvSpPr>
              <a:spLocks noGrp="1"/>
            </p:cNvSpPr>
            <p:nvPr/>
          </p:nvSpPr>
          <p:spPr>
            <a:xfrm>
              <a:off x="23393797" y="2295525"/>
              <a:ext cx="15379" cy="276225"/>
            </a:xfrm>
            <a:prstGeom prst="rect">
              <a:avLst/>
            </a:prstGeom>
            <a:solidFill>
              <a:srgbClr val="DCE8ED"/>
            </a:solidFill>
            <a:ln w="0">
              <a:noFill/>
              <a:prstDash val="solid"/>
            </a:ln>
          </p:spPr>
        </p:sp>
        <p:sp>
          <p:nvSpPr>
            <p:cNvPr id="2202" name="four:time-step-strips:time-strip-tᵦ-cell-141:1925"/>
            <p:cNvSpPr>
              <a:spLocks noGrp="1"/>
            </p:cNvSpPr>
            <p:nvPr/>
          </p:nvSpPr>
          <p:spPr>
            <a:xfrm>
              <a:off x="23409176" y="2295525"/>
              <a:ext cx="15379" cy="276225"/>
            </a:xfrm>
            <a:prstGeom prst="rect">
              <a:avLst/>
            </a:prstGeom>
            <a:solidFill>
              <a:srgbClr val="DCE8ED"/>
            </a:solidFill>
            <a:ln w="0">
              <a:noFill/>
              <a:prstDash val="solid"/>
            </a:ln>
          </p:spPr>
        </p:sp>
        <p:sp>
          <p:nvSpPr>
            <p:cNvPr id="2203" name="four:time-step-strips:time-strip-tᵦ-cell-142:1926"/>
            <p:cNvSpPr>
              <a:spLocks noGrp="1"/>
            </p:cNvSpPr>
            <p:nvPr/>
          </p:nvSpPr>
          <p:spPr>
            <a:xfrm>
              <a:off x="23424555" y="2295525"/>
              <a:ext cx="15379" cy="276225"/>
            </a:xfrm>
            <a:prstGeom prst="rect">
              <a:avLst/>
            </a:prstGeom>
            <a:solidFill>
              <a:srgbClr val="DCE8ED"/>
            </a:solidFill>
            <a:ln w="0">
              <a:noFill/>
              <a:prstDash val="solid"/>
            </a:ln>
          </p:spPr>
        </p:sp>
        <p:sp>
          <p:nvSpPr>
            <p:cNvPr id="2204" name="four:time-step-strips:time-strip-tᵦ-cell-143:1927"/>
            <p:cNvSpPr>
              <a:spLocks noGrp="1"/>
            </p:cNvSpPr>
            <p:nvPr/>
          </p:nvSpPr>
          <p:spPr>
            <a:xfrm>
              <a:off x="23439934" y="2295525"/>
              <a:ext cx="15379" cy="276225"/>
            </a:xfrm>
            <a:prstGeom prst="rect">
              <a:avLst/>
            </a:prstGeom>
            <a:solidFill>
              <a:srgbClr val="DCE8ED"/>
            </a:solidFill>
            <a:ln w="0">
              <a:noFill/>
              <a:prstDash val="solid"/>
            </a:ln>
          </p:spPr>
        </p:sp>
        <p:sp>
          <p:nvSpPr>
            <p:cNvPr id="2205" name="four:time-step-strips:time-strip-tᵦ-cell-144:1928"/>
            <p:cNvSpPr>
              <a:spLocks noGrp="1"/>
            </p:cNvSpPr>
            <p:nvPr/>
          </p:nvSpPr>
          <p:spPr>
            <a:xfrm>
              <a:off x="23455313" y="2295525"/>
              <a:ext cx="15379" cy="276225"/>
            </a:xfrm>
            <a:prstGeom prst="rect">
              <a:avLst/>
            </a:prstGeom>
            <a:solidFill>
              <a:srgbClr val="DCE8ED"/>
            </a:solidFill>
            <a:ln w="0">
              <a:noFill/>
              <a:prstDash val="solid"/>
            </a:ln>
          </p:spPr>
        </p:sp>
        <p:sp>
          <p:nvSpPr>
            <p:cNvPr id="2206" name="four:time-step-strips:time-strip-tᵦ-cell-145:1929"/>
            <p:cNvSpPr>
              <a:spLocks noGrp="1"/>
            </p:cNvSpPr>
            <p:nvPr/>
          </p:nvSpPr>
          <p:spPr>
            <a:xfrm>
              <a:off x="23470691" y="2295525"/>
              <a:ext cx="15379" cy="276225"/>
            </a:xfrm>
            <a:prstGeom prst="rect">
              <a:avLst/>
            </a:prstGeom>
            <a:solidFill>
              <a:srgbClr val="DCE8ED"/>
            </a:solidFill>
            <a:ln w="0">
              <a:noFill/>
              <a:prstDash val="solid"/>
            </a:ln>
          </p:spPr>
        </p:sp>
        <p:sp>
          <p:nvSpPr>
            <p:cNvPr id="2207" name="four:time-step-strips:time-strip-tᵦ-cell-146:1930"/>
            <p:cNvSpPr>
              <a:spLocks noGrp="1"/>
            </p:cNvSpPr>
            <p:nvPr/>
          </p:nvSpPr>
          <p:spPr>
            <a:xfrm>
              <a:off x="23486070" y="2295525"/>
              <a:ext cx="15379" cy="276225"/>
            </a:xfrm>
            <a:prstGeom prst="rect">
              <a:avLst/>
            </a:prstGeom>
            <a:solidFill>
              <a:srgbClr val="DCE8ED"/>
            </a:solidFill>
            <a:ln w="0">
              <a:noFill/>
              <a:prstDash val="solid"/>
            </a:ln>
          </p:spPr>
        </p:sp>
        <p:sp>
          <p:nvSpPr>
            <p:cNvPr id="2208" name="four:time-step-strips:time-strip-tᵦ-cell-147:1931"/>
            <p:cNvSpPr>
              <a:spLocks noGrp="1"/>
            </p:cNvSpPr>
            <p:nvPr/>
          </p:nvSpPr>
          <p:spPr>
            <a:xfrm>
              <a:off x="23501449" y="2295525"/>
              <a:ext cx="15379" cy="276225"/>
            </a:xfrm>
            <a:prstGeom prst="rect">
              <a:avLst/>
            </a:prstGeom>
            <a:solidFill>
              <a:srgbClr val="DCE8ED"/>
            </a:solidFill>
            <a:ln w="0">
              <a:noFill/>
              <a:prstDash val="solid"/>
            </a:ln>
          </p:spPr>
        </p:sp>
        <p:sp>
          <p:nvSpPr>
            <p:cNvPr id="2209" name="four:time-step-strips:time-strip-tᵦ-cell-148:1932"/>
            <p:cNvSpPr>
              <a:spLocks noGrp="1"/>
            </p:cNvSpPr>
            <p:nvPr/>
          </p:nvSpPr>
          <p:spPr>
            <a:xfrm>
              <a:off x="23516828" y="2295525"/>
              <a:ext cx="15379" cy="276225"/>
            </a:xfrm>
            <a:prstGeom prst="rect">
              <a:avLst/>
            </a:prstGeom>
            <a:solidFill>
              <a:srgbClr val="DCE8ED"/>
            </a:solidFill>
            <a:ln w="0">
              <a:noFill/>
              <a:prstDash val="solid"/>
            </a:ln>
          </p:spPr>
        </p:sp>
        <p:sp>
          <p:nvSpPr>
            <p:cNvPr id="2210" name="four:time-step-strips:time-strip-tᵦ-cell-149:1933"/>
            <p:cNvSpPr>
              <a:spLocks noGrp="1"/>
            </p:cNvSpPr>
            <p:nvPr/>
          </p:nvSpPr>
          <p:spPr>
            <a:xfrm>
              <a:off x="23532207" y="2295525"/>
              <a:ext cx="15379" cy="276225"/>
            </a:xfrm>
            <a:prstGeom prst="rect">
              <a:avLst/>
            </a:prstGeom>
            <a:solidFill>
              <a:srgbClr val="DCE8ED"/>
            </a:solidFill>
            <a:ln w="0">
              <a:noFill/>
              <a:prstDash val="solid"/>
            </a:ln>
          </p:spPr>
        </p:sp>
        <p:sp>
          <p:nvSpPr>
            <p:cNvPr id="2211" name="four:time-step-strips:time-strip-tᵦ-cell-150:1934"/>
            <p:cNvSpPr>
              <a:spLocks noGrp="1"/>
            </p:cNvSpPr>
            <p:nvPr/>
          </p:nvSpPr>
          <p:spPr>
            <a:xfrm>
              <a:off x="23547586" y="2295525"/>
              <a:ext cx="15379" cy="276225"/>
            </a:xfrm>
            <a:prstGeom prst="rect">
              <a:avLst/>
            </a:prstGeom>
            <a:solidFill>
              <a:srgbClr val="DCE8ED"/>
            </a:solidFill>
            <a:ln w="0">
              <a:noFill/>
              <a:prstDash val="solid"/>
            </a:ln>
          </p:spPr>
        </p:sp>
        <p:sp>
          <p:nvSpPr>
            <p:cNvPr id="2212" name="four:time-step-strips:time-strip-tᵦ-cell-151:1935"/>
            <p:cNvSpPr>
              <a:spLocks noGrp="1"/>
            </p:cNvSpPr>
            <p:nvPr/>
          </p:nvSpPr>
          <p:spPr>
            <a:xfrm>
              <a:off x="23562965" y="2295525"/>
              <a:ext cx="15379" cy="276225"/>
            </a:xfrm>
            <a:prstGeom prst="rect">
              <a:avLst/>
            </a:prstGeom>
            <a:solidFill>
              <a:srgbClr val="DCE8ED"/>
            </a:solidFill>
            <a:ln w="0">
              <a:noFill/>
              <a:prstDash val="solid"/>
            </a:ln>
          </p:spPr>
        </p:sp>
        <p:sp>
          <p:nvSpPr>
            <p:cNvPr id="2213" name="four:time-step-strips:time-strip-tᵦ-cell-152:1936"/>
            <p:cNvSpPr>
              <a:spLocks noGrp="1"/>
            </p:cNvSpPr>
            <p:nvPr/>
          </p:nvSpPr>
          <p:spPr>
            <a:xfrm>
              <a:off x="23578344" y="2295525"/>
              <a:ext cx="15379" cy="276225"/>
            </a:xfrm>
            <a:prstGeom prst="rect">
              <a:avLst/>
            </a:prstGeom>
            <a:solidFill>
              <a:srgbClr val="DCE8ED"/>
            </a:solidFill>
            <a:ln w="0">
              <a:noFill/>
              <a:prstDash val="solid"/>
            </a:ln>
          </p:spPr>
        </p:sp>
        <p:sp>
          <p:nvSpPr>
            <p:cNvPr id="2214" name="four:time-step-strips:time-strip-tᵦ-cell-153:1937"/>
            <p:cNvSpPr>
              <a:spLocks noGrp="1"/>
            </p:cNvSpPr>
            <p:nvPr/>
          </p:nvSpPr>
          <p:spPr>
            <a:xfrm>
              <a:off x="23593723" y="2295525"/>
              <a:ext cx="15379" cy="276225"/>
            </a:xfrm>
            <a:prstGeom prst="rect">
              <a:avLst/>
            </a:prstGeom>
            <a:solidFill>
              <a:srgbClr val="DCE8ED"/>
            </a:solidFill>
            <a:ln w="0">
              <a:noFill/>
              <a:prstDash val="solid"/>
            </a:ln>
          </p:spPr>
        </p:sp>
        <p:sp>
          <p:nvSpPr>
            <p:cNvPr id="2215" name="four:time-step-strips:time-strip-tᵦ-cell-154:1938"/>
            <p:cNvSpPr>
              <a:spLocks noGrp="1"/>
            </p:cNvSpPr>
            <p:nvPr/>
          </p:nvSpPr>
          <p:spPr>
            <a:xfrm>
              <a:off x="23609102" y="2295525"/>
              <a:ext cx="15379" cy="276225"/>
            </a:xfrm>
            <a:prstGeom prst="rect">
              <a:avLst/>
            </a:prstGeom>
            <a:solidFill>
              <a:srgbClr val="DCE8ED"/>
            </a:solidFill>
            <a:ln w="0">
              <a:noFill/>
              <a:prstDash val="solid"/>
            </a:ln>
          </p:spPr>
        </p:sp>
        <p:sp>
          <p:nvSpPr>
            <p:cNvPr id="2216" name="four:time-step-strips:time-strip-tᵦ-cell-155:1939"/>
            <p:cNvSpPr>
              <a:spLocks noGrp="1"/>
            </p:cNvSpPr>
            <p:nvPr/>
          </p:nvSpPr>
          <p:spPr>
            <a:xfrm>
              <a:off x="23624480" y="2295525"/>
              <a:ext cx="15379" cy="276225"/>
            </a:xfrm>
            <a:prstGeom prst="rect">
              <a:avLst/>
            </a:prstGeom>
            <a:solidFill>
              <a:srgbClr val="DCE8ED"/>
            </a:solidFill>
            <a:ln w="0">
              <a:noFill/>
              <a:prstDash val="solid"/>
            </a:ln>
          </p:spPr>
        </p:sp>
        <p:sp>
          <p:nvSpPr>
            <p:cNvPr id="2217" name="four:time-step-strips:time-strip-tᵦ-cell-156:1940"/>
            <p:cNvSpPr>
              <a:spLocks noGrp="1"/>
            </p:cNvSpPr>
            <p:nvPr/>
          </p:nvSpPr>
          <p:spPr>
            <a:xfrm>
              <a:off x="23639859" y="2295525"/>
              <a:ext cx="15379" cy="276225"/>
            </a:xfrm>
            <a:prstGeom prst="rect">
              <a:avLst/>
            </a:prstGeom>
            <a:solidFill>
              <a:srgbClr val="DCE8ED"/>
            </a:solidFill>
            <a:ln w="0">
              <a:noFill/>
              <a:prstDash val="solid"/>
            </a:ln>
          </p:spPr>
        </p:sp>
        <p:sp>
          <p:nvSpPr>
            <p:cNvPr id="2218" name="four:time-step-strips:time-strip-tᵦ-cell-157:1941"/>
            <p:cNvSpPr>
              <a:spLocks noGrp="1"/>
            </p:cNvSpPr>
            <p:nvPr/>
          </p:nvSpPr>
          <p:spPr>
            <a:xfrm>
              <a:off x="23655238" y="2295525"/>
              <a:ext cx="15379" cy="276225"/>
            </a:xfrm>
            <a:prstGeom prst="rect">
              <a:avLst/>
            </a:prstGeom>
            <a:solidFill>
              <a:srgbClr val="DCE8ED"/>
            </a:solidFill>
            <a:ln w="0">
              <a:noFill/>
              <a:prstDash val="solid"/>
            </a:ln>
          </p:spPr>
        </p:sp>
        <p:sp>
          <p:nvSpPr>
            <p:cNvPr id="2219" name="four:time-step-strips:time-strip-tᵦ-cell-158:1942"/>
            <p:cNvSpPr>
              <a:spLocks noGrp="1"/>
            </p:cNvSpPr>
            <p:nvPr/>
          </p:nvSpPr>
          <p:spPr>
            <a:xfrm>
              <a:off x="23670617" y="2295525"/>
              <a:ext cx="15379" cy="276225"/>
            </a:xfrm>
            <a:prstGeom prst="rect">
              <a:avLst/>
            </a:prstGeom>
            <a:solidFill>
              <a:srgbClr val="DCE8ED"/>
            </a:solidFill>
            <a:ln w="0">
              <a:noFill/>
              <a:prstDash val="solid"/>
            </a:ln>
          </p:spPr>
        </p:sp>
        <p:sp>
          <p:nvSpPr>
            <p:cNvPr id="2220" name="four:time-step-strips:time-strip-tᵦ-cell-159:1943"/>
            <p:cNvSpPr>
              <a:spLocks noGrp="1"/>
            </p:cNvSpPr>
            <p:nvPr/>
          </p:nvSpPr>
          <p:spPr>
            <a:xfrm>
              <a:off x="23685996" y="2295525"/>
              <a:ext cx="15379" cy="276225"/>
            </a:xfrm>
            <a:prstGeom prst="rect">
              <a:avLst/>
            </a:prstGeom>
            <a:solidFill>
              <a:srgbClr val="DCE8ED"/>
            </a:solidFill>
            <a:ln w="0">
              <a:noFill/>
              <a:prstDash val="solid"/>
            </a:ln>
          </p:spPr>
        </p:sp>
        <p:sp>
          <p:nvSpPr>
            <p:cNvPr id="2221" name="four:time-step-strips:time-strip-tᵦ-cell-160:1944"/>
            <p:cNvSpPr>
              <a:spLocks noGrp="1"/>
            </p:cNvSpPr>
            <p:nvPr/>
          </p:nvSpPr>
          <p:spPr>
            <a:xfrm>
              <a:off x="23701375" y="2295525"/>
              <a:ext cx="15379" cy="276225"/>
            </a:xfrm>
            <a:prstGeom prst="rect">
              <a:avLst/>
            </a:prstGeom>
            <a:solidFill>
              <a:srgbClr val="DCE8ED"/>
            </a:solidFill>
            <a:ln w="0">
              <a:noFill/>
              <a:prstDash val="solid"/>
            </a:ln>
          </p:spPr>
        </p:sp>
        <p:sp>
          <p:nvSpPr>
            <p:cNvPr id="2222" name="four:time-step-strips:time-strip-tᵦ-cell-161:1945"/>
            <p:cNvSpPr>
              <a:spLocks noGrp="1"/>
            </p:cNvSpPr>
            <p:nvPr/>
          </p:nvSpPr>
          <p:spPr>
            <a:xfrm>
              <a:off x="23716754" y="2295525"/>
              <a:ext cx="15379" cy="276225"/>
            </a:xfrm>
            <a:prstGeom prst="rect">
              <a:avLst/>
            </a:prstGeom>
            <a:solidFill>
              <a:srgbClr val="DCE8ED"/>
            </a:solidFill>
            <a:ln w="0">
              <a:noFill/>
              <a:prstDash val="solid"/>
            </a:ln>
          </p:spPr>
        </p:sp>
        <p:sp>
          <p:nvSpPr>
            <p:cNvPr id="2223" name="four:time-step-strips:time-strip-tᵦ-cell-162:1946"/>
            <p:cNvSpPr>
              <a:spLocks noGrp="1"/>
            </p:cNvSpPr>
            <p:nvPr/>
          </p:nvSpPr>
          <p:spPr>
            <a:xfrm>
              <a:off x="23732133" y="2295525"/>
              <a:ext cx="15379" cy="276225"/>
            </a:xfrm>
            <a:prstGeom prst="rect">
              <a:avLst/>
            </a:prstGeom>
            <a:solidFill>
              <a:srgbClr val="DCE8ED"/>
            </a:solidFill>
            <a:ln w="0">
              <a:noFill/>
              <a:prstDash val="solid"/>
            </a:ln>
          </p:spPr>
        </p:sp>
        <p:sp>
          <p:nvSpPr>
            <p:cNvPr id="2224" name="four:time-step-strips:time-strip-tᵦ-cell-163:1947"/>
            <p:cNvSpPr>
              <a:spLocks noGrp="1"/>
            </p:cNvSpPr>
            <p:nvPr/>
          </p:nvSpPr>
          <p:spPr>
            <a:xfrm>
              <a:off x="23747512" y="2295525"/>
              <a:ext cx="15379" cy="276225"/>
            </a:xfrm>
            <a:prstGeom prst="rect">
              <a:avLst/>
            </a:prstGeom>
            <a:solidFill>
              <a:srgbClr val="DCE8ED"/>
            </a:solidFill>
            <a:ln w="0">
              <a:noFill/>
              <a:prstDash val="solid"/>
            </a:ln>
          </p:spPr>
        </p:sp>
        <p:sp>
          <p:nvSpPr>
            <p:cNvPr id="2225" name="four:time-step-strips:time-strip-tᵦ-cell-164:1948"/>
            <p:cNvSpPr>
              <a:spLocks noGrp="1"/>
            </p:cNvSpPr>
            <p:nvPr/>
          </p:nvSpPr>
          <p:spPr>
            <a:xfrm>
              <a:off x="23762891" y="2295525"/>
              <a:ext cx="15379" cy="276225"/>
            </a:xfrm>
            <a:prstGeom prst="rect">
              <a:avLst/>
            </a:prstGeom>
            <a:solidFill>
              <a:srgbClr val="DCE8ED"/>
            </a:solidFill>
            <a:ln w="0">
              <a:noFill/>
              <a:prstDash val="solid"/>
            </a:ln>
          </p:spPr>
        </p:sp>
        <p:sp>
          <p:nvSpPr>
            <p:cNvPr id="2226" name="four:time-step-strips:time-strip-tᵦ-cell-165:1949"/>
            <p:cNvSpPr>
              <a:spLocks noGrp="1"/>
            </p:cNvSpPr>
            <p:nvPr/>
          </p:nvSpPr>
          <p:spPr>
            <a:xfrm>
              <a:off x="23778270" y="2295525"/>
              <a:ext cx="15379" cy="276225"/>
            </a:xfrm>
            <a:prstGeom prst="rect">
              <a:avLst/>
            </a:prstGeom>
            <a:solidFill>
              <a:srgbClr val="DCE8ED"/>
            </a:solidFill>
            <a:ln w="0">
              <a:noFill/>
              <a:prstDash val="solid"/>
            </a:ln>
          </p:spPr>
        </p:sp>
        <p:sp>
          <p:nvSpPr>
            <p:cNvPr id="2227" name="four:time-step-strips:time-strip-tᵦ-cell-166:1950"/>
            <p:cNvSpPr>
              <a:spLocks noGrp="1"/>
            </p:cNvSpPr>
            <p:nvPr/>
          </p:nvSpPr>
          <p:spPr>
            <a:xfrm>
              <a:off x="23793648" y="2295525"/>
              <a:ext cx="15379" cy="276225"/>
            </a:xfrm>
            <a:prstGeom prst="rect">
              <a:avLst/>
            </a:prstGeom>
            <a:solidFill>
              <a:srgbClr val="DBE2E5"/>
            </a:solidFill>
            <a:ln w="0">
              <a:noFill/>
              <a:prstDash val="solid"/>
            </a:ln>
          </p:spPr>
        </p:sp>
        <p:sp>
          <p:nvSpPr>
            <p:cNvPr id="2228" name="four:time-step-strips:time-strip-tᵦ-cell-167:1951"/>
            <p:cNvSpPr>
              <a:spLocks noGrp="1"/>
            </p:cNvSpPr>
            <p:nvPr/>
          </p:nvSpPr>
          <p:spPr>
            <a:xfrm>
              <a:off x="23809027" y="2295525"/>
              <a:ext cx="15379" cy="276225"/>
            </a:xfrm>
            <a:prstGeom prst="rect">
              <a:avLst/>
            </a:prstGeom>
            <a:solidFill>
              <a:srgbClr val="D9D3E0"/>
            </a:solidFill>
            <a:ln w="0">
              <a:noFill/>
              <a:prstDash val="solid"/>
            </a:ln>
          </p:spPr>
        </p:sp>
        <p:sp>
          <p:nvSpPr>
            <p:cNvPr id="2229" name="four:time-step-strips:time-strip-tᵦ-cell-168:1952"/>
            <p:cNvSpPr>
              <a:spLocks noGrp="1"/>
            </p:cNvSpPr>
            <p:nvPr/>
          </p:nvSpPr>
          <p:spPr>
            <a:xfrm>
              <a:off x="23824406" y="2295525"/>
              <a:ext cx="15379" cy="276225"/>
            </a:xfrm>
            <a:prstGeom prst="rect">
              <a:avLst/>
            </a:prstGeom>
            <a:solidFill>
              <a:srgbClr val="D6C0D4"/>
            </a:solidFill>
            <a:ln w="0">
              <a:noFill/>
              <a:prstDash val="solid"/>
            </a:ln>
          </p:spPr>
        </p:sp>
        <p:sp>
          <p:nvSpPr>
            <p:cNvPr id="2230" name="four:time-step-strips:time-strip-tᵦ-cell-169:1953"/>
            <p:cNvSpPr>
              <a:spLocks noGrp="1"/>
            </p:cNvSpPr>
            <p:nvPr/>
          </p:nvSpPr>
          <p:spPr>
            <a:xfrm>
              <a:off x="23839785" y="2295525"/>
              <a:ext cx="15379" cy="276225"/>
            </a:xfrm>
            <a:prstGeom prst="rect">
              <a:avLst/>
            </a:prstGeom>
            <a:solidFill>
              <a:srgbClr val="D3AAC6"/>
            </a:solidFill>
            <a:ln w="0">
              <a:noFill/>
              <a:prstDash val="solid"/>
            </a:ln>
          </p:spPr>
        </p:sp>
        <p:sp>
          <p:nvSpPr>
            <p:cNvPr id="2231" name="four:time-step-strips:time-strip-tᵦ-cell-170:1954"/>
            <p:cNvSpPr>
              <a:spLocks noGrp="1"/>
            </p:cNvSpPr>
            <p:nvPr/>
          </p:nvSpPr>
          <p:spPr>
            <a:xfrm>
              <a:off x="23855164" y="2295525"/>
              <a:ext cx="15379" cy="276225"/>
            </a:xfrm>
            <a:prstGeom prst="rect">
              <a:avLst/>
            </a:prstGeom>
            <a:solidFill>
              <a:srgbClr val="D095B9"/>
            </a:solidFill>
            <a:ln w="0">
              <a:noFill/>
              <a:prstDash val="solid"/>
            </a:ln>
          </p:spPr>
        </p:sp>
        <p:sp>
          <p:nvSpPr>
            <p:cNvPr id="2232" name="four:time-step-strips:time-strip-tᵦ-cell-171:1955"/>
            <p:cNvSpPr>
              <a:spLocks noGrp="1"/>
            </p:cNvSpPr>
            <p:nvPr/>
          </p:nvSpPr>
          <p:spPr>
            <a:xfrm>
              <a:off x="23870543" y="2295525"/>
              <a:ext cx="15379" cy="276225"/>
            </a:xfrm>
            <a:prstGeom prst="rect">
              <a:avLst/>
            </a:prstGeom>
            <a:solidFill>
              <a:srgbClr val="CE85AE"/>
            </a:solidFill>
            <a:ln w="0">
              <a:noFill/>
              <a:prstDash val="solid"/>
            </a:ln>
          </p:spPr>
        </p:sp>
        <p:sp>
          <p:nvSpPr>
            <p:cNvPr id="2233" name="four:time-step-strips:time-strip-tᵦ-cell-172:1956"/>
            <p:cNvSpPr>
              <a:spLocks noGrp="1"/>
            </p:cNvSpPr>
            <p:nvPr/>
          </p:nvSpPr>
          <p:spPr>
            <a:xfrm>
              <a:off x="23885922" y="2295525"/>
              <a:ext cx="15379" cy="276225"/>
            </a:xfrm>
            <a:prstGeom prst="rect">
              <a:avLst/>
            </a:prstGeom>
            <a:solidFill>
              <a:srgbClr val="CC7AA8"/>
            </a:solidFill>
            <a:ln w="0">
              <a:noFill/>
              <a:prstDash val="solid"/>
            </a:ln>
          </p:spPr>
        </p:sp>
        <p:sp>
          <p:nvSpPr>
            <p:cNvPr id="2234" name="four:time-step-strips:time-strip-tᵦ-cell-173:1957"/>
            <p:cNvSpPr>
              <a:spLocks noGrp="1"/>
            </p:cNvSpPr>
            <p:nvPr/>
          </p:nvSpPr>
          <p:spPr>
            <a:xfrm>
              <a:off x="23901301" y="2295525"/>
              <a:ext cx="15379" cy="276225"/>
            </a:xfrm>
            <a:prstGeom prst="rect">
              <a:avLst/>
            </a:prstGeom>
            <a:solidFill>
              <a:srgbClr val="CC79A7"/>
            </a:solidFill>
            <a:ln w="0">
              <a:noFill/>
              <a:prstDash val="solid"/>
            </a:ln>
          </p:spPr>
        </p:sp>
        <p:sp>
          <p:nvSpPr>
            <p:cNvPr id="2235" name="four:time-step-strips:time-strip-tᵦ-cell-174:1958"/>
            <p:cNvSpPr>
              <a:spLocks noGrp="1"/>
            </p:cNvSpPr>
            <p:nvPr/>
          </p:nvSpPr>
          <p:spPr>
            <a:xfrm>
              <a:off x="23916680" y="2295525"/>
              <a:ext cx="15379" cy="276225"/>
            </a:xfrm>
            <a:prstGeom prst="rect">
              <a:avLst/>
            </a:prstGeom>
            <a:solidFill>
              <a:srgbClr val="CC79A7"/>
            </a:solidFill>
            <a:ln w="0">
              <a:noFill/>
              <a:prstDash val="solid"/>
            </a:ln>
          </p:spPr>
        </p:sp>
        <p:sp>
          <p:nvSpPr>
            <p:cNvPr id="2236" name="four:time-step-strips:time-strip-tᵦ-cell-175:1959"/>
            <p:cNvSpPr>
              <a:spLocks noGrp="1"/>
            </p:cNvSpPr>
            <p:nvPr/>
          </p:nvSpPr>
          <p:spPr>
            <a:xfrm>
              <a:off x="23932059" y="2295525"/>
              <a:ext cx="15379" cy="276225"/>
            </a:xfrm>
            <a:prstGeom prst="rect">
              <a:avLst/>
            </a:prstGeom>
            <a:solidFill>
              <a:srgbClr val="CC79A7"/>
            </a:solidFill>
            <a:ln w="0">
              <a:noFill/>
              <a:prstDash val="solid"/>
            </a:ln>
          </p:spPr>
        </p:sp>
        <p:sp>
          <p:nvSpPr>
            <p:cNvPr id="2237" name="four:time-step-strips:time-strip-tᵦ-cell-176:1960"/>
            <p:cNvSpPr>
              <a:spLocks noGrp="1"/>
            </p:cNvSpPr>
            <p:nvPr/>
          </p:nvSpPr>
          <p:spPr>
            <a:xfrm>
              <a:off x="23947438" y="2295525"/>
              <a:ext cx="15379" cy="276225"/>
            </a:xfrm>
            <a:prstGeom prst="rect">
              <a:avLst/>
            </a:prstGeom>
            <a:solidFill>
              <a:srgbClr val="CC79A7"/>
            </a:solidFill>
            <a:ln w="0">
              <a:noFill/>
              <a:prstDash val="solid"/>
            </a:ln>
          </p:spPr>
        </p:sp>
        <p:sp>
          <p:nvSpPr>
            <p:cNvPr id="2238" name="four:time-step-strips:time-strip-tᵦ-cell-177:1961"/>
            <p:cNvSpPr>
              <a:spLocks noGrp="1"/>
            </p:cNvSpPr>
            <p:nvPr/>
          </p:nvSpPr>
          <p:spPr>
            <a:xfrm>
              <a:off x="23962816" y="2295525"/>
              <a:ext cx="15379" cy="276225"/>
            </a:xfrm>
            <a:prstGeom prst="rect">
              <a:avLst/>
            </a:prstGeom>
            <a:solidFill>
              <a:srgbClr val="CC79A7"/>
            </a:solidFill>
            <a:ln w="0">
              <a:noFill/>
              <a:prstDash val="solid"/>
            </a:ln>
          </p:spPr>
        </p:sp>
        <p:sp>
          <p:nvSpPr>
            <p:cNvPr id="2239" name="four:time-step-strips:time-strip-tᵦ-cell-178:1962"/>
            <p:cNvSpPr>
              <a:spLocks noGrp="1"/>
            </p:cNvSpPr>
            <p:nvPr/>
          </p:nvSpPr>
          <p:spPr>
            <a:xfrm>
              <a:off x="23978195" y="2295525"/>
              <a:ext cx="15379" cy="276225"/>
            </a:xfrm>
            <a:prstGeom prst="rect">
              <a:avLst/>
            </a:prstGeom>
            <a:solidFill>
              <a:srgbClr val="CC79A7"/>
            </a:solidFill>
            <a:ln w="0">
              <a:noFill/>
              <a:prstDash val="solid"/>
            </a:ln>
          </p:spPr>
        </p:sp>
        <p:sp>
          <p:nvSpPr>
            <p:cNvPr id="2240" name="four:time-step-strips:time-strip-tᵦ-cell-179:1963"/>
            <p:cNvSpPr>
              <a:spLocks noGrp="1"/>
            </p:cNvSpPr>
            <p:nvPr/>
          </p:nvSpPr>
          <p:spPr>
            <a:xfrm>
              <a:off x="23993574" y="2295525"/>
              <a:ext cx="15379" cy="276225"/>
            </a:xfrm>
            <a:prstGeom prst="rect">
              <a:avLst/>
            </a:prstGeom>
            <a:solidFill>
              <a:srgbClr val="CC79A7"/>
            </a:solidFill>
            <a:ln w="0">
              <a:noFill/>
              <a:prstDash val="solid"/>
            </a:ln>
          </p:spPr>
        </p:sp>
        <p:sp>
          <p:nvSpPr>
            <p:cNvPr id="2241" name="four:time-step-strips:time-strip-tᵦ-cell-180:1964"/>
            <p:cNvSpPr>
              <a:spLocks noGrp="1"/>
            </p:cNvSpPr>
            <p:nvPr/>
          </p:nvSpPr>
          <p:spPr>
            <a:xfrm>
              <a:off x="24008953" y="2295525"/>
              <a:ext cx="15379" cy="276225"/>
            </a:xfrm>
            <a:prstGeom prst="rect">
              <a:avLst/>
            </a:prstGeom>
            <a:solidFill>
              <a:srgbClr val="CC79A7"/>
            </a:solidFill>
            <a:ln w="0">
              <a:noFill/>
              <a:prstDash val="solid"/>
            </a:ln>
          </p:spPr>
        </p:sp>
        <p:sp>
          <p:nvSpPr>
            <p:cNvPr id="2242" name="four:time-step-strips:time-strip-tᵦ-cell-181:1965"/>
            <p:cNvSpPr>
              <a:spLocks noGrp="1"/>
            </p:cNvSpPr>
            <p:nvPr/>
          </p:nvSpPr>
          <p:spPr>
            <a:xfrm>
              <a:off x="24024332" y="2295525"/>
              <a:ext cx="15379" cy="276225"/>
            </a:xfrm>
            <a:prstGeom prst="rect">
              <a:avLst/>
            </a:prstGeom>
            <a:solidFill>
              <a:srgbClr val="CD7EAA"/>
            </a:solidFill>
            <a:ln w="0">
              <a:noFill/>
              <a:prstDash val="solid"/>
            </a:ln>
          </p:spPr>
        </p:sp>
        <p:sp>
          <p:nvSpPr>
            <p:cNvPr id="2243" name="four:time-step-strips:time-strip-tᵦ-cell-182:1966"/>
            <p:cNvSpPr>
              <a:spLocks noGrp="1"/>
            </p:cNvSpPr>
            <p:nvPr/>
          </p:nvSpPr>
          <p:spPr>
            <a:xfrm>
              <a:off x="24039711" y="2295525"/>
              <a:ext cx="15379" cy="276225"/>
            </a:xfrm>
            <a:prstGeom prst="rect">
              <a:avLst/>
            </a:prstGeom>
            <a:solidFill>
              <a:srgbClr val="D091B6"/>
            </a:solidFill>
            <a:ln w="0">
              <a:noFill/>
              <a:prstDash val="solid"/>
            </a:ln>
          </p:spPr>
        </p:sp>
        <p:sp>
          <p:nvSpPr>
            <p:cNvPr id="2244" name="four:time-step-strips:time-strip-tᵦ-cell-183:1967"/>
            <p:cNvSpPr>
              <a:spLocks noGrp="1"/>
            </p:cNvSpPr>
            <p:nvPr/>
          </p:nvSpPr>
          <p:spPr>
            <a:xfrm>
              <a:off x="24055090" y="2295525"/>
              <a:ext cx="15379" cy="276225"/>
            </a:xfrm>
            <a:prstGeom prst="rect">
              <a:avLst/>
            </a:prstGeom>
            <a:solidFill>
              <a:srgbClr val="D4AEC8"/>
            </a:solidFill>
            <a:ln w="0">
              <a:noFill/>
              <a:prstDash val="solid"/>
            </a:ln>
          </p:spPr>
        </p:sp>
        <p:sp>
          <p:nvSpPr>
            <p:cNvPr id="2245" name="four:time-step-strips:time-strip-tᵦ-cell-184:1968"/>
            <p:cNvSpPr>
              <a:spLocks noGrp="1"/>
            </p:cNvSpPr>
            <p:nvPr/>
          </p:nvSpPr>
          <p:spPr>
            <a:xfrm>
              <a:off x="24070469" y="2295525"/>
              <a:ext cx="15379" cy="276225"/>
            </a:xfrm>
            <a:prstGeom prst="rect">
              <a:avLst/>
            </a:prstGeom>
            <a:solidFill>
              <a:srgbClr val="D8CADA"/>
            </a:solidFill>
            <a:ln w="0">
              <a:noFill/>
              <a:prstDash val="solid"/>
            </a:ln>
          </p:spPr>
        </p:sp>
        <p:sp>
          <p:nvSpPr>
            <p:cNvPr id="2246" name="four:time-step-strips:time-strip-tᵦ-cell-185:1969"/>
            <p:cNvSpPr>
              <a:spLocks noGrp="1"/>
            </p:cNvSpPr>
            <p:nvPr/>
          </p:nvSpPr>
          <p:spPr>
            <a:xfrm>
              <a:off x="24085848" y="2295525"/>
              <a:ext cx="15379" cy="276225"/>
            </a:xfrm>
            <a:prstGeom prst="rect">
              <a:avLst/>
            </a:prstGeom>
            <a:solidFill>
              <a:srgbClr val="DBE1E3"/>
            </a:solidFill>
            <a:ln w="0">
              <a:noFill/>
              <a:prstDash val="solid"/>
            </a:ln>
          </p:spPr>
        </p:sp>
        <p:sp>
          <p:nvSpPr>
            <p:cNvPr id="2247" name="four:time-step-strips:time-strip-tᵦ-cell-186:1970"/>
            <p:cNvSpPr>
              <a:spLocks noGrp="1"/>
            </p:cNvSpPr>
            <p:nvPr/>
          </p:nvSpPr>
          <p:spPr>
            <a:xfrm>
              <a:off x="24101227" y="2295525"/>
              <a:ext cx="15379" cy="276225"/>
            </a:xfrm>
            <a:prstGeom prst="rect">
              <a:avLst/>
            </a:prstGeom>
            <a:solidFill>
              <a:srgbClr val="DCE8ED"/>
            </a:solidFill>
            <a:ln w="0">
              <a:noFill/>
              <a:prstDash val="solid"/>
            </a:ln>
          </p:spPr>
        </p:sp>
        <p:sp>
          <p:nvSpPr>
            <p:cNvPr id="2248" name="four:time-step-strips:time-strip-tᵦ-cell-187:1971"/>
            <p:cNvSpPr>
              <a:spLocks noGrp="1"/>
            </p:cNvSpPr>
            <p:nvPr/>
          </p:nvSpPr>
          <p:spPr>
            <a:xfrm>
              <a:off x="24116605" y="2295525"/>
              <a:ext cx="15379" cy="276225"/>
            </a:xfrm>
            <a:prstGeom prst="rect">
              <a:avLst/>
            </a:prstGeom>
            <a:solidFill>
              <a:srgbClr val="DCE8ED"/>
            </a:solidFill>
            <a:ln w="0">
              <a:noFill/>
              <a:prstDash val="solid"/>
            </a:ln>
          </p:spPr>
        </p:sp>
        <p:sp>
          <p:nvSpPr>
            <p:cNvPr id="2249" name="four:time-step-strips:time-strip-tᵦ-cell-188:1972"/>
            <p:cNvSpPr>
              <a:spLocks noGrp="1"/>
            </p:cNvSpPr>
            <p:nvPr/>
          </p:nvSpPr>
          <p:spPr>
            <a:xfrm>
              <a:off x="24131984" y="2295525"/>
              <a:ext cx="15379" cy="276225"/>
            </a:xfrm>
            <a:prstGeom prst="rect">
              <a:avLst/>
            </a:prstGeom>
            <a:solidFill>
              <a:srgbClr val="DCE8ED"/>
            </a:solidFill>
            <a:ln w="0">
              <a:noFill/>
              <a:prstDash val="solid"/>
            </a:ln>
          </p:spPr>
        </p:sp>
        <p:sp>
          <p:nvSpPr>
            <p:cNvPr id="2250" name="four:time-step-strips:time-strip-tᵦ-cell-189:1973"/>
            <p:cNvSpPr>
              <a:spLocks noGrp="1"/>
            </p:cNvSpPr>
            <p:nvPr/>
          </p:nvSpPr>
          <p:spPr>
            <a:xfrm>
              <a:off x="24147363" y="2295525"/>
              <a:ext cx="15379" cy="276225"/>
            </a:xfrm>
            <a:prstGeom prst="rect">
              <a:avLst/>
            </a:prstGeom>
            <a:solidFill>
              <a:srgbClr val="DCE8ED"/>
            </a:solidFill>
            <a:ln w="0">
              <a:noFill/>
              <a:prstDash val="solid"/>
            </a:ln>
          </p:spPr>
        </p:sp>
        <p:sp>
          <p:nvSpPr>
            <p:cNvPr id="2251" name="four:time-step-strips:time-strip-tᵦ-cell-190:1974"/>
            <p:cNvSpPr>
              <a:spLocks noGrp="1"/>
            </p:cNvSpPr>
            <p:nvPr/>
          </p:nvSpPr>
          <p:spPr>
            <a:xfrm>
              <a:off x="24162742" y="2295525"/>
              <a:ext cx="15379" cy="276225"/>
            </a:xfrm>
            <a:prstGeom prst="rect">
              <a:avLst/>
            </a:prstGeom>
            <a:solidFill>
              <a:srgbClr val="DCE8ED"/>
            </a:solidFill>
            <a:ln w="0">
              <a:noFill/>
              <a:prstDash val="solid"/>
            </a:ln>
          </p:spPr>
        </p:sp>
        <p:sp>
          <p:nvSpPr>
            <p:cNvPr id="2252" name="four:time-step-strips:time-strip-tᵦ-cell-191:1975"/>
            <p:cNvSpPr>
              <a:spLocks noGrp="1"/>
            </p:cNvSpPr>
            <p:nvPr/>
          </p:nvSpPr>
          <p:spPr>
            <a:xfrm>
              <a:off x="24178121" y="2295525"/>
              <a:ext cx="15379" cy="276225"/>
            </a:xfrm>
            <a:prstGeom prst="rect">
              <a:avLst/>
            </a:prstGeom>
            <a:solidFill>
              <a:srgbClr val="DCE8ED"/>
            </a:solidFill>
            <a:ln w="0">
              <a:noFill/>
              <a:prstDash val="solid"/>
            </a:ln>
          </p:spPr>
        </p:sp>
        <p:sp>
          <p:nvSpPr>
            <p:cNvPr id="2253" name="four:time-step-strips:time-strip-tᵦ-border:1976"/>
            <p:cNvSpPr>
              <a:spLocks noGrp="1"/>
            </p:cNvSpPr>
            <p:nvPr/>
          </p:nvSpPr>
          <p:spPr>
            <a:xfrm>
              <a:off x="21240750" y="2295525"/>
              <a:ext cx="2952750" cy="276225"/>
            </a:xfrm>
            <a:prstGeom prst="rect">
              <a:avLst/>
            </a:prstGeom>
            <a:noFill/>
            <a:ln w="7620">
              <a:solidFill>
                <a:srgbClr val="263238"/>
              </a:solidFill>
              <a:prstDash val="solid"/>
            </a:ln>
          </p:spPr>
        </p:sp>
        <p:sp>
          <p:nvSpPr>
            <p:cNvPr id="2254" name="four:time-step-strips:textbox:1977"/>
            <p:cNvSpPr>
              <a:spLocks noGrp="1"/>
            </p:cNvSpPr>
            <p:nvPr/>
          </p:nvSpPr>
          <p:spPr>
            <a:xfrm>
              <a:off x="20831175" y="2981325"/>
              <a:ext cx="323850" cy="342900"/>
            </a:xfrm>
            <a:prstGeom prst="rect">
              <a:avLst/>
            </a:prstGeom>
            <a:noFill/>
            <a:ln w="0">
              <a:noFill/>
              <a:prstDash val="solid"/>
            </a:ln>
          </p:spPr>
          <p:txBody>
            <a:bodyPr wrap="none" lIns="0" tIns="0" rIns="0" bIns="0" anchor="ctr">
              <a:normAutofit/>
            </a:bodyPr>
            <a:lstStyle>
              <a:defPPr algn="ctr">
                <a:defRPr sz="2025" b="0">
                  <a:solidFill>
                    <a:srgbClr val="263238"/>
                  </a:solidFill>
                  <a:latin typeface="Arial" panose="020B0604020202090204"/>
                  <a:ea typeface="Arial" panose="020B0604020202090204"/>
                  <a:cs typeface="Arial" panose="020B0604020202090204"/>
                </a:defRPr>
              </a:defPPr>
            </a:lstStyle>
            <a:p>
              <a:pPr algn="ctr">
                <a:defRPr sz="2025" b="0">
                  <a:solidFill>
                    <a:srgbClr val="263238"/>
                  </a:solidFill>
                  <a:latin typeface="Arial" panose="020B0604020202090204"/>
                  <a:ea typeface="Arial" panose="020B0604020202090204"/>
                  <a:cs typeface="Arial" panose="020B0604020202090204"/>
                </a:defRPr>
              </a:pPr>
              <a:r>
                <a:rPr sz="2025" b="0">
                  <a:solidFill>
                    <a:srgbClr val="263238"/>
                  </a:solidFill>
                  <a:latin typeface="Arial" panose="020B0604020202090204"/>
                  <a:ea typeface="Arial" panose="020B0604020202090204"/>
                  <a:cs typeface="Arial" panose="020B0604020202090204"/>
                </a:rPr>
                <a:t>tᵢ</a:t>
              </a:r>
              <a:endParaRPr sz="2025" b="0">
                <a:solidFill>
                  <a:srgbClr val="263238"/>
                </a:solidFill>
                <a:latin typeface="Arial" panose="020B0604020202090204"/>
                <a:ea typeface="Arial" panose="020B0604020202090204"/>
                <a:cs typeface="Arial" panose="020B0604020202090204"/>
              </a:endParaRPr>
            </a:p>
          </p:txBody>
        </p:sp>
        <p:sp>
          <p:nvSpPr>
            <p:cNvPr id="2255" name="four:time-step-strips:time-strip-tᵢ-cell-0:1978"/>
            <p:cNvSpPr>
              <a:spLocks noGrp="1"/>
            </p:cNvSpPr>
            <p:nvPr/>
          </p:nvSpPr>
          <p:spPr>
            <a:xfrm>
              <a:off x="21240750" y="3009900"/>
              <a:ext cx="15379" cy="276225"/>
            </a:xfrm>
            <a:prstGeom prst="rect">
              <a:avLst/>
            </a:prstGeom>
            <a:solidFill>
              <a:srgbClr val="DCE8ED"/>
            </a:solidFill>
            <a:ln w="0">
              <a:noFill/>
              <a:prstDash val="solid"/>
            </a:ln>
          </p:spPr>
        </p:sp>
        <p:sp>
          <p:nvSpPr>
            <p:cNvPr id="2256" name="four:time-step-strips:time-strip-tᵢ-cell-1:1979"/>
            <p:cNvSpPr>
              <a:spLocks noGrp="1"/>
            </p:cNvSpPr>
            <p:nvPr/>
          </p:nvSpPr>
          <p:spPr>
            <a:xfrm>
              <a:off x="21256129" y="3009900"/>
              <a:ext cx="15379" cy="276225"/>
            </a:xfrm>
            <a:prstGeom prst="rect">
              <a:avLst/>
            </a:prstGeom>
            <a:solidFill>
              <a:srgbClr val="DCE8ED"/>
            </a:solidFill>
            <a:ln w="0">
              <a:noFill/>
              <a:prstDash val="solid"/>
            </a:ln>
          </p:spPr>
        </p:sp>
        <p:sp>
          <p:nvSpPr>
            <p:cNvPr id="2257" name="four:time-step-strips:time-strip-tᵢ-cell-2:1980"/>
            <p:cNvSpPr>
              <a:spLocks noGrp="1"/>
            </p:cNvSpPr>
            <p:nvPr/>
          </p:nvSpPr>
          <p:spPr>
            <a:xfrm>
              <a:off x="21271508" y="3009900"/>
              <a:ext cx="15379" cy="276225"/>
            </a:xfrm>
            <a:prstGeom prst="rect">
              <a:avLst/>
            </a:prstGeom>
            <a:solidFill>
              <a:srgbClr val="DCE8ED"/>
            </a:solidFill>
            <a:ln w="0">
              <a:noFill/>
              <a:prstDash val="solid"/>
            </a:ln>
          </p:spPr>
        </p:sp>
        <p:sp>
          <p:nvSpPr>
            <p:cNvPr id="2258" name="four:time-step-strips:time-strip-tᵢ-cell-3:1981"/>
            <p:cNvSpPr>
              <a:spLocks noGrp="1"/>
            </p:cNvSpPr>
            <p:nvPr/>
          </p:nvSpPr>
          <p:spPr>
            <a:xfrm>
              <a:off x="21286887" y="3009900"/>
              <a:ext cx="15379" cy="276225"/>
            </a:xfrm>
            <a:prstGeom prst="rect">
              <a:avLst/>
            </a:prstGeom>
            <a:solidFill>
              <a:srgbClr val="DCE8ED"/>
            </a:solidFill>
            <a:ln w="0">
              <a:noFill/>
              <a:prstDash val="solid"/>
            </a:ln>
          </p:spPr>
        </p:sp>
        <p:sp>
          <p:nvSpPr>
            <p:cNvPr id="2259" name="four:time-step-strips:time-strip-tᵢ-cell-4:1982"/>
            <p:cNvSpPr>
              <a:spLocks noGrp="1"/>
            </p:cNvSpPr>
            <p:nvPr/>
          </p:nvSpPr>
          <p:spPr>
            <a:xfrm>
              <a:off x="21302266" y="3009900"/>
              <a:ext cx="15379" cy="276225"/>
            </a:xfrm>
            <a:prstGeom prst="rect">
              <a:avLst/>
            </a:prstGeom>
            <a:solidFill>
              <a:srgbClr val="DCE8ED"/>
            </a:solidFill>
            <a:ln w="0">
              <a:noFill/>
              <a:prstDash val="solid"/>
            </a:ln>
          </p:spPr>
        </p:sp>
        <p:sp>
          <p:nvSpPr>
            <p:cNvPr id="2260" name="four:time-step-strips:time-strip-tᵢ-cell-5:1983"/>
            <p:cNvSpPr>
              <a:spLocks noGrp="1"/>
            </p:cNvSpPr>
            <p:nvPr/>
          </p:nvSpPr>
          <p:spPr>
            <a:xfrm>
              <a:off x="21317645" y="3009900"/>
              <a:ext cx="15379" cy="276225"/>
            </a:xfrm>
            <a:prstGeom prst="rect">
              <a:avLst/>
            </a:prstGeom>
            <a:solidFill>
              <a:srgbClr val="DCE8ED"/>
            </a:solidFill>
            <a:ln w="0">
              <a:noFill/>
              <a:prstDash val="solid"/>
            </a:ln>
          </p:spPr>
        </p:sp>
        <p:sp>
          <p:nvSpPr>
            <p:cNvPr id="2261" name="four:time-step-strips:time-strip-tᵢ-cell-6:1984"/>
            <p:cNvSpPr>
              <a:spLocks noGrp="1"/>
            </p:cNvSpPr>
            <p:nvPr/>
          </p:nvSpPr>
          <p:spPr>
            <a:xfrm>
              <a:off x="21333023" y="3009900"/>
              <a:ext cx="15379" cy="276225"/>
            </a:xfrm>
            <a:prstGeom prst="rect">
              <a:avLst/>
            </a:prstGeom>
            <a:solidFill>
              <a:srgbClr val="D2E1E8"/>
            </a:solidFill>
            <a:ln w="0">
              <a:noFill/>
              <a:prstDash val="solid"/>
            </a:ln>
          </p:spPr>
        </p:sp>
        <p:sp>
          <p:nvSpPr>
            <p:cNvPr id="2262" name="four:time-step-strips:time-strip-tᵢ-cell-7:1985"/>
            <p:cNvSpPr>
              <a:spLocks noGrp="1"/>
            </p:cNvSpPr>
            <p:nvPr/>
          </p:nvSpPr>
          <p:spPr>
            <a:xfrm>
              <a:off x="21348402" y="3009900"/>
              <a:ext cx="15379" cy="276225"/>
            </a:xfrm>
            <a:prstGeom prst="rect">
              <a:avLst/>
            </a:prstGeom>
            <a:solidFill>
              <a:srgbClr val="A2C9DD"/>
            </a:solidFill>
            <a:ln w="0">
              <a:noFill/>
              <a:prstDash val="solid"/>
            </a:ln>
          </p:spPr>
        </p:sp>
        <p:sp>
          <p:nvSpPr>
            <p:cNvPr id="2263" name="four:time-step-strips:time-strip-tᵢ-cell-8:1986"/>
            <p:cNvSpPr>
              <a:spLocks noGrp="1"/>
            </p:cNvSpPr>
            <p:nvPr/>
          </p:nvSpPr>
          <p:spPr>
            <a:xfrm>
              <a:off x="21363781" y="3009900"/>
              <a:ext cx="15379" cy="276225"/>
            </a:xfrm>
            <a:prstGeom prst="rect">
              <a:avLst/>
            </a:prstGeom>
            <a:solidFill>
              <a:srgbClr val="68AACE"/>
            </a:solidFill>
            <a:ln w="0">
              <a:noFill/>
              <a:prstDash val="solid"/>
            </a:ln>
          </p:spPr>
        </p:sp>
        <p:sp>
          <p:nvSpPr>
            <p:cNvPr id="2264" name="four:time-step-strips:time-strip-tᵢ-cell-9:1987"/>
            <p:cNvSpPr>
              <a:spLocks noGrp="1"/>
            </p:cNvSpPr>
            <p:nvPr/>
          </p:nvSpPr>
          <p:spPr>
            <a:xfrm>
              <a:off x="21379160" y="3009900"/>
              <a:ext cx="15379" cy="276225"/>
            </a:xfrm>
            <a:prstGeom prst="rect">
              <a:avLst/>
            </a:prstGeom>
            <a:solidFill>
              <a:srgbClr val="318CBF"/>
            </a:solidFill>
            <a:ln w="0">
              <a:noFill/>
              <a:prstDash val="solid"/>
            </a:ln>
          </p:spPr>
        </p:sp>
        <p:sp>
          <p:nvSpPr>
            <p:cNvPr id="2265" name="four:time-step-strips:time-strip-tᵢ-cell-10:1988"/>
            <p:cNvSpPr>
              <a:spLocks noGrp="1"/>
            </p:cNvSpPr>
            <p:nvPr/>
          </p:nvSpPr>
          <p:spPr>
            <a:xfrm>
              <a:off x="21394539" y="3009900"/>
              <a:ext cx="15379" cy="276225"/>
            </a:xfrm>
            <a:prstGeom prst="rect">
              <a:avLst/>
            </a:prstGeom>
            <a:solidFill>
              <a:srgbClr val="0977B4"/>
            </a:solidFill>
            <a:ln w="0">
              <a:noFill/>
              <a:prstDash val="solid"/>
            </a:ln>
          </p:spPr>
        </p:sp>
        <p:sp>
          <p:nvSpPr>
            <p:cNvPr id="2266" name="four:time-step-strips:time-strip-tᵢ-cell-11:1989"/>
            <p:cNvSpPr>
              <a:spLocks noGrp="1"/>
            </p:cNvSpPr>
            <p:nvPr/>
          </p:nvSpPr>
          <p:spPr>
            <a:xfrm>
              <a:off x="21409918" y="3009900"/>
              <a:ext cx="15379" cy="276225"/>
            </a:xfrm>
            <a:prstGeom prst="rect">
              <a:avLst/>
            </a:prstGeom>
            <a:solidFill>
              <a:srgbClr val="0072B2"/>
            </a:solidFill>
            <a:ln w="0">
              <a:noFill/>
              <a:prstDash val="solid"/>
            </a:ln>
          </p:spPr>
        </p:sp>
        <p:sp>
          <p:nvSpPr>
            <p:cNvPr id="2267" name="four:time-step-strips:time-strip-tᵢ-cell-12:1990"/>
            <p:cNvSpPr>
              <a:spLocks noGrp="1"/>
            </p:cNvSpPr>
            <p:nvPr/>
          </p:nvSpPr>
          <p:spPr>
            <a:xfrm>
              <a:off x="21425297" y="3009900"/>
              <a:ext cx="15379" cy="276225"/>
            </a:xfrm>
            <a:prstGeom prst="rect">
              <a:avLst/>
            </a:prstGeom>
            <a:solidFill>
              <a:srgbClr val="0072B2"/>
            </a:solidFill>
            <a:ln w="0">
              <a:noFill/>
              <a:prstDash val="solid"/>
            </a:ln>
          </p:spPr>
        </p:sp>
        <p:sp>
          <p:nvSpPr>
            <p:cNvPr id="2268" name="four:time-step-strips:time-strip-tᵢ-cell-13:1991"/>
            <p:cNvSpPr>
              <a:spLocks noGrp="1"/>
            </p:cNvSpPr>
            <p:nvPr/>
          </p:nvSpPr>
          <p:spPr>
            <a:xfrm>
              <a:off x="21440676" y="3009900"/>
              <a:ext cx="15379" cy="276225"/>
            </a:xfrm>
            <a:prstGeom prst="rect">
              <a:avLst/>
            </a:prstGeom>
            <a:solidFill>
              <a:srgbClr val="0072B2"/>
            </a:solidFill>
            <a:ln w="0">
              <a:noFill/>
              <a:prstDash val="solid"/>
            </a:ln>
          </p:spPr>
        </p:sp>
        <p:sp>
          <p:nvSpPr>
            <p:cNvPr id="2269" name="four:time-step-strips:time-strip-tᵢ-cell-14:1992"/>
            <p:cNvSpPr>
              <a:spLocks noGrp="1"/>
            </p:cNvSpPr>
            <p:nvPr/>
          </p:nvSpPr>
          <p:spPr>
            <a:xfrm>
              <a:off x="21456055" y="3009900"/>
              <a:ext cx="15379" cy="276225"/>
            </a:xfrm>
            <a:prstGeom prst="rect">
              <a:avLst/>
            </a:prstGeom>
            <a:solidFill>
              <a:srgbClr val="0072B2"/>
            </a:solidFill>
            <a:ln w="0">
              <a:noFill/>
              <a:prstDash val="solid"/>
            </a:ln>
          </p:spPr>
        </p:sp>
        <p:sp>
          <p:nvSpPr>
            <p:cNvPr id="2270" name="four:time-step-strips:time-strip-tᵢ-cell-15:1993"/>
            <p:cNvSpPr>
              <a:spLocks noGrp="1"/>
            </p:cNvSpPr>
            <p:nvPr/>
          </p:nvSpPr>
          <p:spPr>
            <a:xfrm>
              <a:off x="21471434" y="3009900"/>
              <a:ext cx="15379" cy="276225"/>
            </a:xfrm>
            <a:prstGeom prst="rect">
              <a:avLst/>
            </a:prstGeom>
            <a:solidFill>
              <a:srgbClr val="0072B2"/>
            </a:solidFill>
            <a:ln w="0">
              <a:noFill/>
              <a:prstDash val="solid"/>
            </a:ln>
          </p:spPr>
        </p:sp>
        <p:sp>
          <p:nvSpPr>
            <p:cNvPr id="2271" name="four:time-step-strips:time-strip-tᵢ-cell-16:1994"/>
            <p:cNvSpPr>
              <a:spLocks noGrp="1"/>
            </p:cNvSpPr>
            <p:nvPr/>
          </p:nvSpPr>
          <p:spPr>
            <a:xfrm>
              <a:off x="21486812" y="3009900"/>
              <a:ext cx="15379" cy="276225"/>
            </a:xfrm>
            <a:prstGeom prst="rect">
              <a:avLst/>
            </a:prstGeom>
            <a:solidFill>
              <a:srgbClr val="0072B2"/>
            </a:solidFill>
            <a:ln w="0">
              <a:noFill/>
              <a:prstDash val="solid"/>
            </a:ln>
          </p:spPr>
        </p:sp>
        <p:sp>
          <p:nvSpPr>
            <p:cNvPr id="2272" name="four:time-step-strips:time-strip-tᵢ-cell-17:1995"/>
            <p:cNvSpPr>
              <a:spLocks noGrp="1"/>
            </p:cNvSpPr>
            <p:nvPr/>
          </p:nvSpPr>
          <p:spPr>
            <a:xfrm>
              <a:off x="21502191" y="3009900"/>
              <a:ext cx="15379" cy="276225"/>
            </a:xfrm>
            <a:prstGeom prst="rect">
              <a:avLst/>
            </a:prstGeom>
            <a:solidFill>
              <a:srgbClr val="0072B2"/>
            </a:solidFill>
            <a:ln w="0">
              <a:noFill/>
              <a:prstDash val="solid"/>
            </a:ln>
          </p:spPr>
        </p:sp>
        <p:sp>
          <p:nvSpPr>
            <p:cNvPr id="2273" name="four:time-step-strips:time-strip-tᵢ-cell-18:1996"/>
            <p:cNvSpPr>
              <a:spLocks noGrp="1"/>
            </p:cNvSpPr>
            <p:nvPr/>
          </p:nvSpPr>
          <p:spPr>
            <a:xfrm>
              <a:off x="21517570" y="3009900"/>
              <a:ext cx="15379" cy="276225"/>
            </a:xfrm>
            <a:prstGeom prst="rect">
              <a:avLst/>
            </a:prstGeom>
            <a:solidFill>
              <a:srgbClr val="0072B2"/>
            </a:solidFill>
            <a:ln w="0">
              <a:noFill/>
              <a:prstDash val="solid"/>
            </a:ln>
          </p:spPr>
        </p:sp>
        <p:sp>
          <p:nvSpPr>
            <p:cNvPr id="2274" name="four:time-step-strips:time-strip-tᵢ-cell-19:1997"/>
            <p:cNvSpPr>
              <a:spLocks noGrp="1"/>
            </p:cNvSpPr>
            <p:nvPr/>
          </p:nvSpPr>
          <p:spPr>
            <a:xfrm>
              <a:off x="21532949" y="3009900"/>
              <a:ext cx="15379" cy="276225"/>
            </a:xfrm>
            <a:prstGeom prst="rect">
              <a:avLst/>
            </a:prstGeom>
            <a:solidFill>
              <a:srgbClr val="0072B2"/>
            </a:solidFill>
            <a:ln w="0">
              <a:noFill/>
              <a:prstDash val="solid"/>
            </a:ln>
          </p:spPr>
        </p:sp>
        <p:sp>
          <p:nvSpPr>
            <p:cNvPr id="2275" name="four:time-step-strips:time-strip-tᵢ-cell-20:1998"/>
            <p:cNvSpPr>
              <a:spLocks noGrp="1"/>
            </p:cNvSpPr>
            <p:nvPr/>
          </p:nvSpPr>
          <p:spPr>
            <a:xfrm>
              <a:off x="21548328" y="3009900"/>
              <a:ext cx="15379" cy="276225"/>
            </a:xfrm>
            <a:prstGeom prst="rect">
              <a:avLst/>
            </a:prstGeom>
            <a:solidFill>
              <a:srgbClr val="0072B2"/>
            </a:solidFill>
            <a:ln w="0">
              <a:noFill/>
              <a:prstDash val="solid"/>
            </a:ln>
          </p:spPr>
        </p:sp>
        <p:sp>
          <p:nvSpPr>
            <p:cNvPr id="2276" name="four:time-step-strips:time-strip-tᵢ-cell-21:1999"/>
            <p:cNvSpPr>
              <a:spLocks noGrp="1"/>
            </p:cNvSpPr>
            <p:nvPr/>
          </p:nvSpPr>
          <p:spPr>
            <a:xfrm>
              <a:off x="21563707" y="3009900"/>
              <a:ext cx="15379" cy="276225"/>
            </a:xfrm>
            <a:prstGeom prst="rect">
              <a:avLst/>
            </a:prstGeom>
            <a:solidFill>
              <a:srgbClr val="0072B2"/>
            </a:solidFill>
            <a:ln w="0">
              <a:noFill/>
              <a:prstDash val="solid"/>
            </a:ln>
          </p:spPr>
        </p:sp>
        <p:sp>
          <p:nvSpPr>
            <p:cNvPr id="2277" name="four:time-step-strips:time-strip-tᵢ-cell-22:2000"/>
            <p:cNvSpPr>
              <a:spLocks noGrp="1"/>
            </p:cNvSpPr>
            <p:nvPr/>
          </p:nvSpPr>
          <p:spPr>
            <a:xfrm>
              <a:off x="21579086" y="3009900"/>
              <a:ext cx="15379" cy="276225"/>
            </a:xfrm>
            <a:prstGeom prst="rect">
              <a:avLst/>
            </a:prstGeom>
            <a:solidFill>
              <a:srgbClr val="0D79B6"/>
            </a:solidFill>
            <a:ln w="0">
              <a:noFill/>
              <a:prstDash val="solid"/>
            </a:ln>
          </p:spPr>
        </p:sp>
        <p:sp>
          <p:nvSpPr>
            <p:cNvPr id="2278" name="four:time-step-strips:time-strip-tᵢ-cell-23:2001"/>
            <p:cNvSpPr>
              <a:spLocks noGrp="1"/>
            </p:cNvSpPr>
            <p:nvPr/>
          </p:nvSpPr>
          <p:spPr>
            <a:xfrm>
              <a:off x="21594465" y="3009900"/>
              <a:ext cx="15379" cy="276225"/>
            </a:xfrm>
            <a:prstGeom prst="rect">
              <a:avLst/>
            </a:prstGeom>
            <a:solidFill>
              <a:srgbClr val="2A88BD"/>
            </a:solidFill>
            <a:ln w="0">
              <a:noFill/>
              <a:prstDash val="solid"/>
            </a:ln>
          </p:spPr>
        </p:sp>
        <p:sp>
          <p:nvSpPr>
            <p:cNvPr id="2279" name="four:time-step-strips:time-strip-tᵢ-cell-24:2002"/>
            <p:cNvSpPr>
              <a:spLocks noGrp="1"/>
            </p:cNvSpPr>
            <p:nvPr/>
          </p:nvSpPr>
          <p:spPr>
            <a:xfrm>
              <a:off x="21609844" y="3009900"/>
              <a:ext cx="15379" cy="276225"/>
            </a:xfrm>
            <a:prstGeom prst="rect">
              <a:avLst/>
            </a:prstGeom>
            <a:solidFill>
              <a:srgbClr val="519DC8"/>
            </a:solidFill>
            <a:ln w="0">
              <a:noFill/>
              <a:prstDash val="solid"/>
            </a:ln>
          </p:spPr>
        </p:sp>
        <p:sp>
          <p:nvSpPr>
            <p:cNvPr id="2280" name="four:time-step-strips:time-strip-tᵢ-cell-25:2003"/>
            <p:cNvSpPr>
              <a:spLocks noGrp="1"/>
            </p:cNvSpPr>
            <p:nvPr/>
          </p:nvSpPr>
          <p:spPr>
            <a:xfrm>
              <a:off x="21625223" y="3009900"/>
              <a:ext cx="15379" cy="276225"/>
            </a:xfrm>
            <a:prstGeom prst="rect">
              <a:avLst/>
            </a:prstGeom>
            <a:solidFill>
              <a:srgbClr val="7BB4D3"/>
            </a:solidFill>
            <a:ln w="0">
              <a:noFill/>
              <a:prstDash val="solid"/>
            </a:ln>
          </p:spPr>
        </p:sp>
        <p:sp>
          <p:nvSpPr>
            <p:cNvPr id="2281" name="four:time-step-strips:time-strip-tᵢ-cell-26:2004"/>
            <p:cNvSpPr>
              <a:spLocks noGrp="1"/>
            </p:cNvSpPr>
            <p:nvPr/>
          </p:nvSpPr>
          <p:spPr>
            <a:xfrm>
              <a:off x="21640602" y="3009900"/>
              <a:ext cx="15379" cy="276225"/>
            </a:xfrm>
            <a:prstGeom prst="rect">
              <a:avLst/>
            </a:prstGeom>
            <a:solidFill>
              <a:srgbClr val="A4CADE"/>
            </a:solidFill>
            <a:ln w="0">
              <a:noFill/>
              <a:prstDash val="solid"/>
            </a:ln>
          </p:spPr>
        </p:sp>
        <p:sp>
          <p:nvSpPr>
            <p:cNvPr id="2282" name="four:time-step-strips:time-strip-tᵢ-cell-27:2005"/>
            <p:cNvSpPr>
              <a:spLocks noGrp="1"/>
            </p:cNvSpPr>
            <p:nvPr/>
          </p:nvSpPr>
          <p:spPr>
            <a:xfrm>
              <a:off x="21655980" y="3009900"/>
              <a:ext cx="15379" cy="276225"/>
            </a:xfrm>
            <a:prstGeom prst="rect">
              <a:avLst/>
            </a:prstGeom>
            <a:solidFill>
              <a:srgbClr val="CDDEE5"/>
            </a:solidFill>
            <a:ln w="0">
              <a:noFill/>
              <a:prstDash val="solid"/>
            </a:ln>
          </p:spPr>
        </p:sp>
        <p:sp>
          <p:nvSpPr>
            <p:cNvPr id="2283" name="four:time-step-strips:time-strip-tᵢ-cell-28:2006"/>
            <p:cNvSpPr>
              <a:spLocks noGrp="1"/>
            </p:cNvSpPr>
            <p:nvPr/>
          </p:nvSpPr>
          <p:spPr>
            <a:xfrm>
              <a:off x="21671359" y="3009900"/>
              <a:ext cx="15379" cy="276225"/>
            </a:xfrm>
            <a:prstGeom prst="rect">
              <a:avLst/>
            </a:prstGeom>
            <a:solidFill>
              <a:srgbClr val="DAE7EC"/>
            </a:solidFill>
            <a:ln w="0">
              <a:noFill/>
              <a:prstDash val="solid"/>
            </a:ln>
          </p:spPr>
        </p:sp>
        <p:sp>
          <p:nvSpPr>
            <p:cNvPr id="2284" name="four:time-step-strips:time-strip-tᵢ-cell-29:2007"/>
            <p:cNvSpPr>
              <a:spLocks noGrp="1"/>
            </p:cNvSpPr>
            <p:nvPr/>
          </p:nvSpPr>
          <p:spPr>
            <a:xfrm>
              <a:off x="21686738" y="3009900"/>
              <a:ext cx="15379" cy="276225"/>
            </a:xfrm>
            <a:prstGeom prst="rect">
              <a:avLst/>
            </a:prstGeom>
            <a:solidFill>
              <a:srgbClr val="DCE8ED"/>
            </a:solidFill>
            <a:ln w="0">
              <a:noFill/>
              <a:prstDash val="solid"/>
            </a:ln>
          </p:spPr>
        </p:sp>
        <p:sp>
          <p:nvSpPr>
            <p:cNvPr id="2285" name="four:time-step-strips:time-strip-tᵢ-cell-30:2008"/>
            <p:cNvSpPr>
              <a:spLocks noGrp="1"/>
            </p:cNvSpPr>
            <p:nvPr/>
          </p:nvSpPr>
          <p:spPr>
            <a:xfrm>
              <a:off x="21702117" y="3009900"/>
              <a:ext cx="15379" cy="276225"/>
            </a:xfrm>
            <a:prstGeom prst="rect">
              <a:avLst/>
            </a:prstGeom>
            <a:solidFill>
              <a:srgbClr val="DCE8ED"/>
            </a:solidFill>
            <a:ln w="0">
              <a:noFill/>
              <a:prstDash val="solid"/>
            </a:ln>
          </p:spPr>
        </p:sp>
        <p:sp>
          <p:nvSpPr>
            <p:cNvPr id="2286" name="four:time-step-strips:time-strip-tᵢ-cell-31:2009"/>
            <p:cNvSpPr>
              <a:spLocks noGrp="1"/>
            </p:cNvSpPr>
            <p:nvPr/>
          </p:nvSpPr>
          <p:spPr>
            <a:xfrm>
              <a:off x="21717496" y="3009900"/>
              <a:ext cx="15379" cy="276225"/>
            </a:xfrm>
            <a:prstGeom prst="rect">
              <a:avLst/>
            </a:prstGeom>
            <a:solidFill>
              <a:srgbClr val="DCE8ED"/>
            </a:solidFill>
            <a:ln w="0">
              <a:noFill/>
              <a:prstDash val="solid"/>
            </a:ln>
          </p:spPr>
        </p:sp>
        <p:sp>
          <p:nvSpPr>
            <p:cNvPr id="2287" name="four:time-step-strips:time-strip-tᵢ-cell-32:2010"/>
            <p:cNvSpPr>
              <a:spLocks noGrp="1"/>
            </p:cNvSpPr>
            <p:nvPr/>
          </p:nvSpPr>
          <p:spPr>
            <a:xfrm>
              <a:off x="21732875" y="3009900"/>
              <a:ext cx="15379" cy="276225"/>
            </a:xfrm>
            <a:prstGeom prst="rect">
              <a:avLst/>
            </a:prstGeom>
            <a:solidFill>
              <a:srgbClr val="DCE8ED"/>
            </a:solidFill>
            <a:ln w="0">
              <a:noFill/>
              <a:prstDash val="solid"/>
            </a:ln>
          </p:spPr>
        </p:sp>
        <p:sp>
          <p:nvSpPr>
            <p:cNvPr id="2288" name="four:time-step-strips:time-strip-tᵢ-cell-33:2011"/>
            <p:cNvSpPr>
              <a:spLocks noGrp="1"/>
            </p:cNvSpPr>
            <p:nvPr/>
          </p:nvSpPr>
          <p:spPr>
            <a:xfrm>
              <a:off x="21748254" y="3009900"/>
              <a:ext cx="15379" cy="276225"/>
            </a:xfrm>
            <a:prstGeom prst="rect">
              <a:avLst/>
            </a:prstGeom>
            <a:solidFill>
              <a:srgbClr val="DCE8ED"/>
            </a:solidFill>
            <a:ln w="0">
              <a:noFill/>
              <a:prstDash val="solid"/>
            </a:ln>
          </p:spPr>
        </p:sp>
        <p:sp>
          <p:nvSpPr>
            <p:cNvPr id="2289" name="four:time-step-strips:time-strip-tᵢ-cell-34:2012"/>
            <p:cNvSpPr>
              <a:spLocks noGrp="1"/>
            </p:cNvSpPr>
            <p:nvPr/>
          </p:nvSpPr>
          <p:spPr>
            <a:xfrm>
              <a:off x="21763633" y="3009900"/>
              <a:ext cx="15379" cy="276225"/>
            </a:xfrm>
            <a:prstGeom prst="rect">
              <a:avLst/>
            </a:prstGeom>
            <a:solidFill>
              <a:srgbClr val="DCE8ED"/>
            </a:solidFill>
            <a:ln w="0">
              <a:noFill/>
              <a:prstDash val="solid"/>
            </a:ln>
          </p:spPr>
        </p:sp>
        <p:sp>
          <p:nvSpPr>
            <p:cNvPr id="2290" name="four:time-step-strips:time-strip-tᵢ-cell-35:2013"/>
            <p:cNvSpPr>
              <a:spLocks noGrp="1"/>
            </p:cNvSpPr>
            <p:nvPr/>
          </p:nvSpPr>
          <p:spPr>
            <a:xfrm>
              <a:off x="21779012" y="3009900"/>
              <a:ext cx="15379" cy="276225"/>
            </a:xfrm>
            <a:prstGeom prst="rect">
              <a:avLst/>
            </a:prstGeom>
            <a:solidFill>
              <a:srgbClr val="DCE8ED"/>
            </a:solidFill>
            <a:ln w="0">
              <a:noFill/>
              <a:prstDash val="solid"/>
            </a:ln>
          </p:spPr>
        </p:sp>
        <p:sp>
          <p:nvSpPr>
            <p:cNvPr id="2291" name="four:time-step-strips:time-strip-tᵢ-cell-36:2014"/>
            <p:cNvSpPr>
              <a:spLocks noGrp="1"/>
            </p:cNvSpPr>
            <p:nvPr/>
          </p:nvSpPr>
          <p:spPr>
            <a:xfrm>
              <a:off x="21794391" y="3009900"/>
              <a:ext cx="15379" cy="276225"/>
            </a:xfrm>
            <a:prstGeom prst="rect">
              <a:avLst/>
            </a:prstGeom>
            <a:solidFill>
              <a:srgbClr val="DCE8ED"/>
            </a:solidFill>
            <a:ln w="0">
              <a:noFill/>
              <a:prstDash val="solid"/>
            </a:ln>
          </p:spPr>
        </p:sp>
        <p:sp>
          <p:nvSpPr>
            <p:cNvPr id="2292" name="four:time-step-strips:time-strip-tᵢ-cell-37:2015"/>
            <p:cNvSpPr>
              <a:spLocks noGrp="1"/>
            </p:cNvSpPr>
            <p:nvPr/>
          </p:nvSpPr>
          <p:spPr>
            <a:xfrm>
              <a:off x="21809770" y="3009900"/>
              <a:ext cx="15379" cy="276225"/>
            </a:xfrm>
            <a:prstGeom prst="rect">
              <a:avLst/>
            </a:prstGeom>
            <a:solidFill>
              <a:srgbClr val="DCE8ED"/>
            </a:solidFill>
            <a:ln w="0">
              <a:noFill/>
              <a:prstDash val="solid"/>
            </a:ln>
          </p:spPr>
        </p:sp>
        <p:sp>
          <p:nvSpPr>
            <p:cNvPr id="2293" name="four:time-step-strips:time-strip-tᵢ-cell-38:2016"/>
            <p:cNvSpPr>
              <a:spLocks noGrp="1"/>
            </p:cNvSpPr>
            <p:nvPr/>
          </p:nvSpPr>
          <p:spPr>
            <a:xfrm>
              <a:off x="21825148" y="3009900"/>
              <a:ext cx="15379" cy="276225"/>
            </a:xfrm>
            <a:prstGeom prst="rect">
              <a:avLst/>
            </a:prstGeom>
            <a:solidFill>
              <a:srgbClr val="DCE8ED"/>
            </a:solidFill>
            <a:ln w="0">
              <a:noFill/>
              <a:prstDash val="solid"/>
            </a:ln>
          </p:spPr>
        </p:sp>
        <p:sp>
          <p:nvSpPr>
            <p:cNvPr id="2294" name="four:time-step-strips:time-strip-tᵢ-cell-39:2017"/>
            <p:cNvSpPr>
              <a:spLocks noGrp="1"/>
            </p:cNvSpPr>
            <p:nvPr/>
          </p:nvSpPr>
          <p:spPr>
            <a:xfrm>
              <a:off x="21840527" y="3009900"/>
              <a:ext cx="15379" cy="276225"/>
            </a:xfrm>
            <a:prstGeom prst="rect">
              <a:avLst/>
            </a:prstGeom>
            <a:solidFill>
              <a:srgbClr val="DCE8ED"/>
            </a:solidFill>
            <a:ln w="0">
              <a:noFill/>
              <a:prstDash val="solid"/>
            </a:ln>
          </p:spPr>
        </p:sp>
        <p:sp>
          <p:nvSpPr>
            <p:cNvPr id="2295" name="four:time-step-strips:time-strip-tᵢ-cell-40:2018"/>
            <p:cNvSpPr>
              <a:spLocks noGrp="1"/>
            </p:cNvSpPr>
            <p:nvPr/>
          </p:nvSpPr>
          <p:spPr>
            <a:xfrm>
              <a:off x="21855906" y="3009900"/>
              <a:ext cx="15379" cy="276225"/>
            </a:xfrm>
            <a:prstGeom prst="rect">
              <a:avLst/>
            </a:prstGeom>
            <a:solidFill>
              <a:srgbClr val="DCE8ED"/>
            </a:solidFill>
            <a:ln w="0">
              <a:noFill/>
              <a:prstDash val="solid"/>
            </a:ln>
          </p:spPr>
        </p:sp>
        <p:sp>
          <p:nvSpPr>
            <p:cNvPr id="2296" name="four:time-step-strips:time-strip-tᵢ-cell-41:2019"/>
            <p:cNvSpPr>
              <a:spLocks noGrp="1"/>
            </p:cNvSpPr>
            <p:nvPr/>
          </p:nvSpPr>
          <p:spPr>
            <a:xfrm>
              <a:off x="21871285" y="3009900"/>
              <a:ext cx="15379" cy="276225"/>
            </a:xfrm>
            <a:prstGeom prst="rect">
              <a:avLst/>
            </a:prstGeom>
            <a:solidFill>
              <a:srgbClr val="DCE8ED"/>
            </a:solidFill>
            <a:ln w="0">
              <a:noFill/>
              <a:prstDash val="solid"/>
            </a:ln>
          </p:spPr>
        </p:sp>
        <p:sp>
          <p:nvSpPr>
            <p:cNvPr id="2297" name="four:time-step-strips:time-strip-tᵢ-cell-42:2020"/>
            <p:cNvSpPr>
              <a:spLocks noGrp="1"/>
            </p:cNvSpPr>
            <p:nvPr/>
          </p:nvSpPr>
          <p:spPr>
            <a:xfrm>
              <a:off x="21886664" y="3009900"/>
              <a:ext cx="15379" cy="276225"/>
            </a:xfrm>
            <a:prstGeom prst="rect">
              <a:avLst/>
            </a:prstGeom>
            <a:solidFill>
              <a:srgbClr val="DCE8ED"/>
            </a:solidFill>
            <a:ln w="0">
              <a:noFill/>
              <a:prstDash val="solid"/>
            </a:ln>
          </p:spPr>
        </p:sp>
        <p:sp>
          <p:nvSpPr>
            <p:cNvPr id="2298" name="four:time-step-strips:time-strip-tᵢ-cell-43:2021"/>
            <p:cNvSpPr>
              <a:spLocks noGrp="1"/>
            </p:cNvSpPr>
            <p:nvPr/>
          </p:nvSpPr>
          <p:spPr>
            <a:xfrm>
              <a:off x="21902043" y="3009900"/>
              <a:ext cx="15379" cy="276225"/>
            </a:xfrm>
            <a:prstGeom prst="rect">
              <a:avLst/>
            </a:prstGeom>
            <a:solidFill>
              <a:srgbClr val="DCE8ED"/>
            </a:solidFill>
            <a:ln w="0">
              <a:noFill/>
              <a:prstDash val="solid"/>
            </a:ln>
          </p:spPr>
        </p:sp>
        <p:sp>
          <p:nvSpPr>
            <p:cNvPr id="2299" name="four:time-step-strips:time-strip-tᵢ-cell-44:2022"/>
            <p:cNvSpPr>
              <a:spLocks noGrp="1"/>
            </p:cNvSpPr>
            <p:nvPr/>
          </p:nvSpPr>
          <p:spPr>
            <a:xfrm>
              <a:off x="21917422" y="3009900"/>
              <a:ext cx="15379" cy="276225"/>
            </a:xfrm>
            <a:prstGeom prst="rect">
              <a:avLst/>
            </a:prstGeom>
            <a:solidFill>
              <a:srgbClr val="DCE8ED"/>
            </a:solidFill>
            <a:ln w="0">
              <a:noFill/>
              <a:prstDash val="solid"/>
            </a:ln>
          </p:spPr>
        </p:sp>
        <p:sp>
          <p:nvSpPr>
            <p:cNvPr id="2300" name="four:time-step-strips:time-strip-tᵢ-cell-45:2023"/>
            <p:cNvSpPr>
              <a:spLocks noGrp="1"/>
            </p:cNvSpPr>
            <p:nvPr/>
          </p:nvSpPr>
          <p:spPr>
            <a:xfrm>
              <a:off x="21932801" y="3009900"/>
              <a:ext cx="15379" cy="276225"/>
            </a:xfrm>
            <a:prstGeom prst="rect">
              <a:avLst/>
            </a:prstGeom>
            <a:solidFill>
              <a:srgbClr val="DCE8ED"/>
            </a:solidFill>
            <a:ln w="0">
              <a:noFill/>
              <a:prstDash val="solid"/>
            </a:ln>
          </p:spPr>
        </p:sp>
        <p:sp>
          <p:nvSpPr>
            <p:cNvPr id="2301" name="four:time-step-strips:time-strip-tᵢ-cell-46:2024"/>
            <p:cNvSpPr>
              <a:spLocks noGrp="1"/>
            </p:cNvSpPr>
            <p:nvPr/>
          </p:nvSpPr>
          <p:spPr>
            <a:xfrm>
              <a:off x="21948180" y="3009900"/>
              <a:ext cx="15379" cy="276225"/>
            </a:xfrm>
            <a:prstGeom prst="rect">
              <a:avLst/>
            </a:prstGeom>
            <a:solidFill>
              <a:srgbClr val="DCE8ED"/>
            </a:solidFill>
            <a:ln w="0">
              <a:noFill/>
              <a:prstDash val="solid"/>
            </a:ln>
          </p:spPr>
        </p:sp>
        <p:sp>
          <p:nvSpPr>
            <p:cNvPr id="2302" name="four:time-step-strips:time-strip-tᵢ-cell-47:2025"/>
            <p:cNvSpPr>
              <a:spLocks noGrp="1"/>
            </p:cNvSpPr>
            <p:nvPr/>
          </p:nvSpPr>
          <p:spPr>
            <a:xfrm>
              <a:off x="21963559" y="3009900"/>
              <a:ext cx="15379" cy="276225"/>
            </a:xfrm>
            <a:prstGeom prst="rect">
              <a:avLst/>
            </a:prstGeom>
            <a:solidFill>
              <a:srgbClr val="DCE8ED"/>
            </a:solidFill>
            <a:ln w="0">
              <a:noFill/>
              <a:prstDash val="solid"/>
            </a:ln>
          </p:spPr>
        </p:sp>
        <p:sp>
          <p:nvSpPr>
            <p:cNvPr id="2303" name="four:time-step-strips:time-strip-tᵢ-cell-48:2026"/>
            <p:cNvSpPr>
              <a:spLocks noGrp="1"/>
            </p:cNvSpPr>
            <p:nvPr/>
          </p:nvSpPr>
          <p:spPr>
            <a:xfrm>
              <a:off x="21978938" y="3009900"/>
              <a:ext cx="15379" cy="276225"/>
            </a:xfrm>
            <a:prstGeom prst="rect">
              <a:avLst/>
            </a:prstGeom>
            <a:solidFill>
              <a:srgbClr val="DCE8ED"/>
            </a:solidFill>
            <a:ln w="0">
              <a:noFill/>
              <a:prstDash val="solid"/>
            </a:ln>
          </p:spPr>
        </p:sp>
        <p:sp>
          <p:nvSpPr>
            <p:cNvPr id="2304" name="four:time-step-strips:time-strip-tᵢ-cell-49:2027"/>
            <p:cNvSpPr>
              <a:spLocks noGrp="1"/>
            </p:cNvSpPr>
            <p:nvPr/>
          </p:nvSpPr>
          <p:spPr>
            <a:xfrm>
              <a:off x="21994316" y="3009900"/>
              <a:ext cx="15379" cy="276225"/>
            </a:xfrm>
            <a:prstGeom prst="rect">
              <a:avLst/>
            </a:prstGeom>
            <a:solidFill>
              <a:srgbClr val="DCE8ED"/>
            </a:solidFill>
            <a:ln w="0">
              <a:noFill/>
              <a:prstDash val="solid"/>
            </a:ln>
          </p:spPr>
        </p:sp>
        <p:sp>
          <p:nvSpPr>
            <p:cNvPr id="2305" name="four:time-step-strips:time-strip-tᵢ-cell-50:2028"/>
            <p:cNvSpPr>
              <a:spLocks noGrp="1"/>
            </p:cNvSpPr>
            <p:nvPr/>
          </p:nvSpPr>
          <p:spPr>
            <a:xfrm>
              <a:off x="22009695" y="3009900"/>
              <a:ext cx="15379" cy="276225"/>
            </a:xfrm>
            <a:prstGeom prst="rect">
              <a:avLst/>
            </a:prstGeom>
            <a:solidFill>
              <a:srgbClr val="DCE8ED"/>
            </a:solidFill>
            <a:ln w="0">
              <a:noFill/>
              <a:prstDash val="solid"/>
            </a:ln>
          </p:spPr>
        </p:sp>
        <p:sp>
          <p:nvSpPr>
            <p:cNvPr id="2306" name="four:time-step-strips:time-strip-tᵢ-cell-51:2029"/>
            <p:cNvSpPr>
              <a:spLocks noGrp="1"/>
            </p:cNvSpPr>
            <p:nvPr/>
          </p:nvSpPr>
          <p:spPr>
            <a:xfrm>
              <a:off x="22025074" y="3009900"/>
              <a:ext cx="15379" cy="276225"/>
            </a:xfrm>
            <a:prstGeom prst="rect">
              <a:avLst/>
            </a:prstGeom>
            <a:solidFill>
              <a:srgbClr val="DCE8ED"/>
            </a:solidFill>
            <a:ln w="0">
              <a:noFill/>
              <a:prstDash val="solid"/>
            </a:ln>
          </p:spPr>
        </p:sp>
        <p:sp>
          <p:nvSpPr>
            <p:cNvPr id="2307" name="four:time-step-strips:time-strip-tᵢ-cell-52:2030"/>
            <p:cNvSpPr>
              <a:spLocks noGrp="1"/>
            </p:cNvSpPr>
            <p:nvPr/>
          </p:nvSpPr>
          <p:spPr>
            <a:xfrm>
              <a:off x="22040453" y="3009900"/>
              <a:ext cx="15379" cy="276225"/>
            </a:xfrm>
            <a:prstGeom prst="rect">
              <a:avLst/>
            </a:prstGeom>
            <a:solidFill>
              <a:srgbClr val="DCE8ED"/>
            </a:solidFill>
            <a:ln w="0">
              <a:noFill/>
              <a:prstDash val="solid"/>
            </a:ln>
          </p:spPr>
        </p:sp>
        <p:sp>
          <p:nvSpPr>
            <p:cNvPr id="2308" name="four:time-step-strips:time-strip-tᵢ-cell-53:2031"/>
            <p:cNvSpPr>
              <a:spLocks noGrp="1"/>
            </p:cNvSpPr>
            <p:nvPr/>
          </p:nvSpPr>
          <p:spPr>
            <a:xfrm>
              <a:off x="22055832" y="3009900"/>
              <a:ext cx="15379" cy="276225"/>
            </a:xfrm>
            <a:prstGeom prst="rect">
              <a:avLst/>
            </a:prstGeom>
            <a:solidFill>
              <a:srgbClr val="DCE8ED"/>
            </a:solidFill>
            <a:ln w="0">
              <a:noFill/>
              <a:prstDash val="solid"/>
            </a:ln>
          </p:spPr>
        </p:sp>
        <p:sp>
          <p:nvSpPr>
            <p:cNvPr id="2309" name="four:time-step-strips:time-strip-tᵢ-cell-54:2032"/>
            <p:cNvSpPr>
              <a:spLocks noGrp="1"/>
            </p:cNvSpPr>
            <p:nvPr/>
          </p:nvSpPr>
          <p:spPr>
            <a:xfrm>
              <a:off x="22071211" y="3009900"/>
              <a:ext cx="15379" cy="276225"/>
            </a:xfrm>
            <a:prstGeom prst="rect">
              <a:avLst/>
            </a:prstGeom>
            <a:solidFill>
              <a:srgbClr val="DCE8ED"/>
            </a:solidFill>
            <a:ln w="0">
              <a:noFill/>
              <a:prstDash val="solid"/>
            </a:ln>
          </p:spPr>
        </p:sp>
        <p:sp>
          <p:nvSpPr>
            <p:cNvPr id="2310" name="four:time-step-strips:time-strip-tᵢ-cell-55:2033"/>
            <p:cNvSpPr>
              <a:spLocks noGrp="1"/>
            </p:cNvSpPr>
            <p:nvPr/>
          </p:nvSpPr>
          <p:spPr>
            <a:xfrm>
              <a:off x="22086590" y="3009900"/>
              <a:ext cx="15379" cy="276225"/>
            </a:xfrm>
            <a:prstGeom prst="rect">
              <a:avLst/>
            </a:prstGeom>
            <a:solidFill>
              <a:srgbClr val="DBE7EC"/>
            </a:solidFill>
            <a:ln w="0">
              <a:noFill/>
              <a:prstDash val="solid"/>
            </a:ln>
          </p:spPr>
        </p:sp>
        <p:sp>
          <p:nvSpPr>
            <p:cNvPr id="2311" name="four:time-step-strips:time-strip-tᵢ-cell-56:2034"/>
            <p:cNvSpPr>
              <a:spLocks noGrp="1"/>
            </p:cNvSpPr>
            <p:nvPr/>
          </p:nvSpPr>
          <p:spPr>
            <a:xfrm>
              <a:off x="22101969" y="3009900"/>
              <a:ext cx="15379" cy="276225"/>
            </a:xfrm>
            <a:prstGeom prst="rect">
              <a:avLst/>
            </a:prstGeom>
            <a:solidFill>
              <a:srgbClr val="D5DDE7"/>
            </a:solidFill>
            <a:ln w="0">
              <a:noFill/>
              <a:prstDash val="solid"/>
            </a:ln>
          </p:spPr>
        </p:sp>
        <p:sp>
          <p:nvSpPr>
            <p:cNvPr id="2312" name="four:time-step-strips:time-strip-tᵢ-cell-57:2035"/>
            <p:cNvSpPr>
              <a:spLocks noGrp="1"/>
            </p:cNvSpPr>
            <p:nvPr/>
          </p:nvSpPr>
          <p:spPr>
            <a:xfrm>
              <a:off x="22117348" y="3009900"/>
              <a:ext cx="15379" cy="276225"/>
            </a:xfrm>
            <a:prstGeom prst="rect">
              <a:avLst/>
            </a:prstGeom>
            <a:solidFill>
              <a:srgbClr val="A3D5CD"/>
            </a:solidFill>
            <a:ln w="0">
              <a:noFill/>
              <a:prstDash val="solid"/>
            </a:ln>
          </p:spPr>
        </p:sp>
        <p:sp>
          <p:nvSpPr>
            <p:cNvPr id="2313" name="four:time-step-strips:time-strip-tᵢ-cell-58:2036"/>
            <p:cNvSpPr>
              <a:spLocks noGrp="1"/>
            </p:cNvSpPr>
            <p:nvPr/>
          </p:nvSpPr>
          <p:spPr>
            <a:xfrm>
              <a:off x="22132727" y="3009900"/>
              <a:ext cx="15379" cy="276225"/>
            </a:xfrm>
            <a:prstGeom prst="rect">
              <a:avLst/>
            </a:prstGeom>
            <a:solidFill>
              <a:srgbClr val="7BC7B7"/>
            </a:solidFill>
            <a:ln w="0">
              <a:noFill/>
              <a:prstDash val="solid"/>
            </a:ln>
          </p:spPr>
        </p:sp>
        <p:sp>
          <p:nvSpPr>
            <p:cNvPr id="2314" name="four:time-step-strips:time-strip-tᵢ-cell-59:2037"/>
            <p:cNvSpPr>
              <a:spLocks noGrp="1"/>
            </p:cNvSpPr>
            <p:nvPr/>
          </p:nvSpPr>
          <p:spPr>
            <a:xfrm>
              <a:off x="22148105" y="3009900"/>
              <a:ext cx="15379" cy="276225"/>
            </a:xfrm>
            <a:prstGeom prst="rect">
              <a:avLst/>
            </a:prstGeom>
            <a:solidFill>
              <a:srgbClr val="50B9A0"/>
            </a:solidFill>
            <a:ln w="0">
              <a:noFill/>
              <a:prstDash val="solid"/>
            </a:ln>
          </p:spPr>
        </p:sp>
        <p:sp>
          <p:nvSpPr>
            <p:cNvPr id="2315" name="four:time-step-strips:time-strip-tᵢ-cell-60:2038"/>
            <p:cNvSpPr>
              <a:spLocks noGrp="1"/>
            </p:cNvSpPr>
            <p:nvPr/>
          </p:nvSpPr>
          <p:spPr>
            <a:xfrm>
              <a:off x="22163484" y="3009900"/>
              <a:ext cx="15379" cy="276225"/>
            </a:xfrm>
            <a:prstGeom prst="rect">
              <a:avLst/>
            </a:prstGeom>
            <a:solidFill>
              <a:srgbClr val="2BAC8B"/>
            </a:solidFill>
            <a:ln w="0">
              <a:noFill/>
              <a:prstDash val="solid"/>
            </a:ln>
          </p:spPr>
        </p:sp>
        <p:sp>
          <p:nvSpPr>
            <p:cNvPr id="2316" name="four:time-step-strips:time-strip-tᵢ-cell-61:2039"/>
            <p:cNvSpPr>
              <a:spLocks noGrp="1"/>
            </p:cNvSpPr>
            <p:nvPr/>
          </p:nvSpPr>
          <p:spPr>
            <a:xfrm>
              <a:off x="22178863" y="3009900"/>
              <a:ext cx="15379" cy="276225"/>
            </a:xfrm>
            <a:prstGeom prst="rect">
              <a:avLst/>
            </a:prstGeom>
            <a:solidFill>
              <a:srgbClr val="0DA27A"/>
            </a:solidFill>
            <a:ln w="0">
              <a:noFill/>
              <a:prstDash val="solid"/>
            </a:ln>
          </p:spPr>
        </p:sp>
        <p:sp>
          <p:nvSpPr>
            <p:cNvPr id="2317" name="four:time-step-strips:time-strip-tᵢ-cell-62:2040"/>
            <p:cNvSpPr>
              <a:spLocks noGrp="1"/>
            </p:cNvSpPr>
            <p:nvPr/>
          </p:nvSpPr>
          <p:spPr>
            <a:xfrm>
              <a:off x="22194242" y="3009900"/>
              <a:ext cx="15379" cy="276225"/>
            </a:xfrm>
            <a:prstGeom prst="rect">
              <a:avLst/>
            </a:prstGeom>
            <a:solidFill>
              <a:srgbClr val="009E73"/>
            </a:solidFill>
            <a:ln w="0">
              <a:noFill/>
              <a:prstDash val="solid"/>
            </a:ln>
          </p:spPr>
        </p:sp>
        <p:sp>
          <p:nvSpPr>
            <p:cNvPr id="2318" name="four:time-step-strips:time-strip-tᵢ-cell-63:2041"/>
            <p:cNvSpPr>
              <a:spLocks noGrp="1"/>
            </p:cNvSpPr>
            <p:nvPr/>
          </p:nvSpPr>
          <p:spPr>
            <a:xfrm>
              <a:off x="22209621" y="3009900"/>
              <a:ext cx="15379" cy="276225"/>
            </a:xfrm>
            <a:prstGeom prst="rect">
              <a:avLst/>
            </a:prstGeom>
            <a:solidFill>
              <a:srgbClr val="009E73"/>
            </a:solidFill>
            <a:ln w="0">
              <a:noFill/>
              <a:prstDash val="solid"/>
            </a:ln>
          </p:spPr>
        </p:sp>
        <p:sp>
          <p:nvSpPr>
            <p:cNvPr id="2319" name="four:time-step-strips:time-strip-tᵢ-cell-64:2042"/>
            <p:cNvSpPr>
              <a:spLocks noGrp="1"/>
            </p:cNvSpPr>
            <p:nvPr/>
          </p:nvSpPr>
          <p:spPr>
            <a:xfrm>
              <a:off x="22225000" y="3009900"/>
              <a:ext cx="15379" cy="276225"/>
            </a:xfrm>
            <a:prstGeom prst="rect">
              <a:avLst/>
            </a:prstGeom>
            <a:solidFill>
              <a:srgbClr val="009E73"/>
            </a:solidFill>
            <a:ln w="0">
              <a:noFill/>
              <a:prstDash val="solid"/>
            </a:ln>
          </p:spPr>
        </p:sp>
        <p:sp>
          <p:nvSpPr>
            <p:cNvPr id="2320" name="four:time-step-strips:time-strip-tᵢ-cell-65:2043"/>
            <p:cNvSpPr>
              <a:spLocks noGrp="1"/>
            </p:cNvSpPr>
            <p:nvPr/>
          </p:nvSpPr>
          <p:spPr>
            <a:xfrm>
              <a:off x="22240379" y="3009900"/>
              <a:ext cx="15379" cy="276225"/>
            </a:xfrm>
            <a:prstGeom prst="rect">
              <a:avLst/>
            </a:prstGeom>
            <a:solidFill>
              <a:srgbClr val="009E73"/>
            </a:solidFill>
            <a:ln w="0">
              <a:noFill/>
              <a:prstDash val="solid"/>
            </a:ln>
          </p:spPr>
        </p:sp>
        <p:sp>
          <p:nvSpPr>
            <p:cNvPr id="2321" name="four:time-step-strips:time-strip-tᵢ-cell-66:2044"/>
            <p:cNvSpPr>
              <a:spLocks noGrp="1"/>
            </p:cNvSpPr>
            <p:nvPr/>
          </p:nvSpPr>
          <p:spPr>
            <a:xfrm>
              <a:off x="22255758" y="3009900"/>
              <a:ext cx="15379" cy="276225"/>
            </a:xfrm>
            <a:prstGeom prst="rect">
              <a:avLst/>
            </a:prstGeom>
            <a:solidFill>
              <a:srgbClr val="009E73"/>
            </a:solidFill>
            <a:ln w="0">
              <a:noFill/>
              <a:prstDash val="solid"/>
            </a:ln>
          </p:spPr>
        </p:sp>
        <p:sp>
          <p:nvSpPr>
            <p:cNvPr id="2322" name="four:time-step-strips:time-strip-tᵢ-cell-67:2045"/>
            <p:cNvSpPr>
              <a:spLocks noGrp="1"/>
            </p:cNvSpPr>
            <p:nvPr/>
          </p:nvSpPr>
          <p:spPr>
            <a:xfrm>
              <a:off x="22271137" y="3009900"/>
              <a:ext cx="15379" cy="276225"/>
            </a:xfrm>
            <a:prstGeom prst="rect">
              <a:avLst/>
            </a:prstGeom>
            <a:solidFill>
              <a:srgbClr val="009E73"/>
            </a:solidFill>
            <a:ln w="0">
              <a:noFill/>
              <a:prstDash val="solid"/>
            </a:ln>
          </p:spPr>
        </p:sp>
        <p:sp>
          <p:nvSpPr>
            <p:cNvPr id="2323" name="four:time-step-strips:time-strip-tᵢ-cell-68:2046"/>
            <p:cNvSpPr>
              <a:spLocks noGrp="1"/>
            </p:cNvSpPr>
            <p:nvPr/>
          </p:nvSpPr>
          <p:spPr>
            <a:xfrm>
              <a:off x="22286516" y="3009900"/>
              <a:ext cx="15379" cy="276225"/>
            </a:xfrm>
            <a:prstGeom prst="rect">
              <a:avLst/>
            </a:prstGeom>
            <a:solidFill>
              <a:srgbClr val="009E73"/>
            </a:solidFill>
            <a:ln w="0">
              <a:noFill/>
              <a:prstDash val="solid"/>
            </a:ln>
          </p:spPr>
        </p:sp>
        <p:sp>
          <p:nvSpPr>
            <p:cNvPr id="2324" name="four:time-step-strips:time-strip-tᵢ-cell-69:2047"/>
            <p:cNvSpPr>
              <a:spLocks noGrp="1"/>
            </p:cNvSpPr>
            <p:nvPr/>
          </p:nvSpPr>
          <p:spPr>
            <a:xfrm>
              <a:off x="22301895" y="3009900"/>
              <a:ext cx="15379" cy="276225"/>
            </a:xfrm>
            <a:prstGeom prst="rect">
              <a:avLst/>
            </a:prstGeom>
            <a:solidFill>
              <a:srgbClr val="009E73"/>
            </a:solidFill>
            <a:ln w="0">
              <a:noFill/>
              <a:prstDash val="solid"/>
            </a:ln>
          </p:spPr>
        </p:sp>
        <p:sp>
          <p:nvSpPr>
            <p:cNvPr id="2325" name="four:time-step-strips:time-strip-tᵢ-cell-70:2048"/>
            <p:cNvSpPr>
              <a:spLocks noGrp="1"/>
            </p:cNvSpPr>
            <p:nvPr/>
          </p:nvSpPr>
          <p:spPr>
            <a:xfrm>
              <a:off x="22317273" y="3009900"/>
              <a:ext cx="15379" cy="276225"/>
            </a:xfrm>
            <a:prstGeom prst="rect">
              <a:avLst/>
            </a:prstGeom>
            <a:solidFill>
              <a:srgbClr val="009E73"/>
            </a:solidFill>
            <a:ln w="0">
              <a:noFill/>
              <a:prstDash val="solid"/>
            </a:ln>
          </p:spPr>
        </p:sp>
        <p:sp>
          <p:nvSpPr>
            <p:cNvPr id="2326" name="four:time-step-strips:time-strip-tᵢ-cell-71:2049"/>
            <p:cNvSpPr>
              <a:spLocks noGrp="1"/>
            </p:cNvSpPr>
            <p:nvPr/>
          </p:nvSpPr>
          <p:spPr>
            <a:xfrm>
              <a:off x="22332652" y="3009900"/>
              <a:ext cx="15379" cy="276225"/>
            </a:xfrm>
            <a:prstGeom prst="rect">
              <a:avLst/>
            </a:prstGeom>
            <a:solidFill>
              <a:srgbClr val="009E73"/>
            </a:solidFill>
            <a:ln w="0">
              <a:noFill/>
              <a:prstDash val="solid"/>
            </a:ln>
          </p:spPr>
        </p:sp>
        <p:sp>
          <p:nvSpPr>
            <p:cNvPr id="2327" name="four:time-step-strips:time-strip-tᵢ-cell-72:2050"/>
            <p:cNvSpPr>
              <a:spLocks noGrp="1"/>
            </p:cNvSpPr>
            <p:nvPr/>
          </p:nvSpPr>
          <p:spPr>
            <a:xfrm>
              <a:off x="22348031" y="3009900"/>
              <a:ext cx="15379" cy="276225"/>
            </a:xfrm>
            <a:prstGeom prst="rect">
              <a:avLst/>
            </a:prstGeom>
            <a:solidFill>
              <a:srgbClr val="009E73"/>
            </a:solidFill>
            <a:ln w="0">
              <a:noFill/>
              <a:prstDash val="solid"/>
            </a:ln>
          </p:spPr>
        </p:sp>
        <p:sp>
          <p:nvSpPr>
            <p:cNvPr id="2328" name="four:time-step-strips:time-strip-tᵢ-cell-73:2051"/>
            <p:cNvSpPr>
              <a:spLocks noGrp="1"/>
            </p:cNvSpPr>
            <p:nvPr/>
          </p:nvSpPr>
          <p:spPr>
            <a:xfrm>
              <a:off x="22363410" y="3009900"/>
              <a:ext cx="15379" cy="276225"/>
            </a:xfrm>
            <a:prstGeom prst="rect">
              <a:avLst/>
            </a:prstGeom>
            <a:solidFill>
              <a:srgbClr val="009E73"/>
            </a:solidFill>
            <a:ln w="0">
              <a:noFill/>
              <a:prstDash val="solid"/>
            </a:ln>
          </p:spPr>
        </p:sp>
        <p:sp>
          <p:nvSpPr>
            <p:cNvPr id="2329" name="four:time-step-strips:time-strip-tᵢ-cell-74:2052"/>
            <p:cNvSpPr>
              <a:spLocks noGrp="1"/>
            </p:cNvSpPr>
            <p:nvPr/>
          </p:nvSpPr>
          <p:spPr>
            <a:xfrm>
              <a:off x="22378789" y="3009900"/>
              <a:ext cx="15379" cy="276225"/>
            </a:xfrm>
            <a:prstGeom prst="rect">
              <a:avLst/>
            </a:prstGeom>
            <a:solidFill>
              <a:srgbClr val="009E73"/>
            </a:solidFill>
            <a:ln w="0">
              <a:noFill/>
              <a:prstDash val="solid"/>
            </a:ln>
          </p:spPr>
        </p:sp>
        <p:sp>
          <p:nvSpPr>
            <p:cNvPr id="2330" name="four:time-step-strips:time-strip-tᵢ-cell-75:2053"/>
            <p:cNvSpPr>
              <a:spLocks noGrp="1"/>
            </p:cNvSpPr>
            <p:nvPr/>
          </p:nvSpPr>
          <p:spPr>
            <a:xfrm>
              <a:off x="22394168" y="3009900"/>
              <a:ext cx="15379" cy="276225"/>
            </a:xfrm>
            <a:prstGeom prst="rect">
              <a:avLst/>
            </a:prstGeom>
            <a:solidFill>
              <a:srgbClr val="009E73"/>
            </a:solidFill>
            <a:ln w="0">
              <a:noFill/>
              <a:prstDash val="solid"/>
            </a:ln>
          </p:spPr>
        </p:sp>
        <p:sp>
          <p:nvSpPr>
            <p:cNvPr id="2331" name="four:time-step-strips:time-strip-tᵢ-cell-76:2054"/>
            <p:cNvSpPr>
              <a:spLocks noGrp="1"/>
            </p:cNvSpPr>
            <p:nvPr/>
          </p:nvSpPr>
          <p:spPr>
            <a:xfrm>
              <a:off x="22409547" y="3009900"/>
              <a:ext cx="15379" cy="276225"/>
            </a:xfrm>
            <a:prstGeom prst="rect">
              <a:avLst/>
            </a:prstGeom>
            <a:solidFill>
              <a:srgbClr val="009E73"/>
            </a:solidFill>
            <a:ln w="0">
              <a:noFill/>
              <a:prstDash val="solid"/>
            </a:ln>
          </p:spPr>
        </p:sp>
        <p:sp>
          <p:nvSpPr>
            <p:cNvPr id="2332" name="four:time-step-strips:time-strip-tᵢ-cell-77:2055"/>
            <p:cNvSpPr>
              <a:spLocks noGrp="1"/>
            </p:cNvSpPr>
            <p:nvPr/>
          </p:nvSpPr>
          <p:spPr>
            <a:xfrm>
              <a:off x="22424926" y="3009900"/>
              <a:ext cx="15379" cy="276225"/>
            </a:xfrm>
            <a:prstGeom prst="rect">
              <a:avLst/>
            </a:prstGeom>
            <a:solidFill>
              <a:srgbClr val="009E73"/>
            </a:solidFill>
            <a:ln w="0">
              <a:noFill/>
              <a:prstDash val="solid"/>
            </a:ln>
          </p:spPr>
        </p:sp>
        <p:sp>
          <p:nvSpPr>
            <p:cNvPr id="2333" name="four:time-step-strips:time-strip-tᵢ-cell-78:2056"/>
            <p:cNvSpPr>
              <a:spLocks noGrp="1"/>
            </p:cNvSpPr>
            <p:nvPr/>
          </p:nvSpPr>
          <p:spPr>
            <a:xfrm>
              <a:off x="22440305" y="3009900"/>
              <a:ext cx="15379" cy="276225"/>
            </a:xfrm>
            <a:prstGeom prst="rect">
              <a:avLst/>
            </a:prstGeom>
            <a:solidFill>
              <a:srgbClr val="009E73"/>
            </a:solidFill>
            <a:ln w="0">
              <a:noFill/>
              <a:prstDash val="solid"/>
            </a:ln>
          </p:spPr>
        </p:sp>
        <p:sp>
          <p:nvSpPr>
            <p:cNvPr id="2334" name="four:time-step-strips:time-strip-tᵢ-cell-79:2057"/>
            <p:cNvSpPr>
              <a:spLocks noGrp="1"/>
            </p:cNvSpPr>
            <p:nvPr/>
          </p:nvSpPr>
          <p:spPr>
            <a:xfrm>
              <a:off x="22455684" y="3009900"/>
              <a:ext cx="15379" cy="276225"/>
            </a:xfrm>
            <a:prstGeom prst="rect">
              <a:avLst/>
            </a:prstGeom>
            <a:solidFill>
              <a:srgbClr val="029F74"/>
            </a:solidFill>
            <a:ln w="0">
              <a:noFill/>
              <a:prstDash val="solid"/>
            </a:ln>
          </p:spPr>
        </p:sp>
        <p:sp>
          <p:nvSpPr>
            <p:cNvPr id="2335" name="four:time-step-strips:time-strip-tᵢ-cell-80:2058"/>
            <p:cNvSpPr>
              <a:spLocks noGrp="1"/>
            </p:cNvSpPr>
            <p:nvPr/>
          </p:nvSpPr>
          <p:spPr>
            <a:xfrm>
              <a:off x="22471063" y="3009900"/>
              <a:ext cx="15379" cy="276225"/>
            </a:xfrm>
            <a:prstGeom prst="rect">
              <a:avLst/>
            </a:prstGeom>
            <a:solidFill>
              <a:srgbClr val="0EA37B"/>
            </a:solidFill>
            <a:ln w="0">
              <a:noFill/>
              <a:prstDash val="solid"/>
            </a:ln>
          </p:spPr>
        </p:sp>
        <p:sp>
          <p:nvSpPr>
            <p:cNvPr id="2336" name="four:time-step-strips:time-strip-tᵢ-cell-81:2059"/>
            <p:cNvSpPr>
              <a:spLocks noGrp="1"/>
            </p:cNvSpPr>
            <p:nvPr/>
          </p:nvSpPr>
          <p:spPr>
            <a:xfrm>
              <a:off x="22486441" y="3009900"/>
              <a:ext cx="15379" cy="276225"/>
            </a:xfrm>
            <a:prstGeom prst="rect">
              <a:avLst/>
            </a:prstGeom>
            <a:solidFill>
              <a:srgbClr val="21A985"/>
            </a:solidFill>
            <a:ln w="0">
              <a:noFill/>
              <a:prstDash val="solid"/>
            </a:ln>
          </p:spPr>
        </p:sp>
        <p:sp>
          <p:nvSpPr>
            <p:cNvPr id="2337" name="four:time-step-strips:time-strip-tᵢ-cell-82:2060"/>
            <p:cNvSpPr>
              <a:spLocks noGrp="1"/>
            </p:cNvSpPr>
            <p:nvPr/>
          </p:nvSpPr>
          <p:spPr>
            <a:xfrm>
              <a:off x="22501820" y="3009900"/>
              <a:ext cx="15379" cy="276225"/>
            </a:xfrm>
            <a:prstGeom prst="rect">
              <a:avLst/>
            </a:prstGeom>
            <a:solidFill>
              <a:srgbClr val="39B193"/>
            </a:solidFill>
            <a:ln w="0">
              <a:noFill/>
              <a:prstDash val="solid"/>
            </a:ln>
          </p:spPr>
        </p:sp>
        <p:sp>
          <p:nvSpPr>
            <p:cNvPr id="2338" name="four:time-step-strips:time-strip-tᵢ-cell-83:2061"/>
            <p:cNvSpPr>
              <a:spLocks noGrp="1"/>
            </p:cNvSpPr>
            <p:nvPr/>
          </p:nvSpPr>
          <p:spPr>
            <a:xfrm>
              <a:off x="22517199" y="3009900"/>
              <a:ext cx="15379" cy="276225"/>
            </a:xfrm>
            <a:prstGeom prst="rect">
              <a:avLst/>
            </a:prstGeom>
            <a:solidFill>
              <a:srgbClr val="53BAA1"/>
            </a:solidFill>
            <a:ln w="0">
              <a:noFill/>
              <a:prstDash val="solid"/>
            </a:ln>
          </p:spPr>
        </p:sp>
        <p:sp>
          <p:nvSpPr>
            <p:cNvPr id="2339" name="four:time-step-strips:time-strip-tᵢ-cell-84:2062"/>
            <p:cNvSpPr>
              <a:spLocks noGrp="1"/>
            </p:cNvSpPr>
            <p:nvPr/>
          </p:nvSpPr>
          <p:spPr>
            <a:xfrm>
              <a:off x="22532578" y="3009900"/>
              <a:ext cx="15379" cy="276225"/>
            </a:xfrm>
            <a:prstGeom prst="rect">
              <a:avLst/>
            </a:prstGeom>
            <a:solidFill>
              <a:srgbClr val="67C1AC"/>
            </a:solidFill>
            <a:ln w="0">
              <a:noFill/>
              <a:prstDash val="solid"/>
            </a:ln>
          </p:spPr>
        </p:sp>
        <p:sp>
          <p:nvSpPr>
            <p:cNvPr id="2340" name="four:time-step-strips:time-strip-tᵢ-cell-85:2063"/>
            <p:cNvSpPr>
              <a:spLocks noGrp="1"/>
            </p:cNvSpPr>
            <p:nvPr/>
          </p:nvSpPr>
          <p:spPr>
            <a:xfrm>
              <a:off x="22547957" y="3009900"/>
              <a:ext cx="15379" cy="276225"/>
            </a:xfrm>
            <a:prstGeom prst="rect">
              <a:avLst/>
            </a:prstGeom>
            <a:solidFill>
              <a:srgbClr val="79C7B6"/>
            </a:solidFill>
            <a:ln w="0">
              <a:noFill/>
              <a:prstDash val="solid"/>
            </a:ln>
          </p:spPr>
        </p:sp>
        <p:sp>
          <p:nvSpPr>
            <p:cNvPr id="2341" name="four:time-step-strips:time-strip-tᵢ-cell-86:2064"/>
            <p:cNvSpPr>
              <a:spLocks noGrp="1"/>
            </p:cNvSpPr>
            <p:nvPr/>
          </p:nvSpPr>
          <p:spPr>
            <a:xfrm>
              <a:off x="22563336" y="3009900"/>
              <a:ext cx="15379" cy="276225"/>
            </a:xfrm>
            <a:prstGeom prst="rect">
              <a:avLst/>
            </a:prstGeom>
            <a:solidFill>
              <a:srgbClr val="81C9BA"/>
            </a:solidFill>
            <a:ln w="0">
              <a:noFill/>
              <a:prstDash val="solid"/>
            </a:ln>
          </p:spPr>
        </p:sp>
        <p:sp>
          <p:nvSpPr>
            <p:cNvPr id="2342" name="four:time-step-strips:time-strip-tᵢ-cell-87:2065"/>
            <p:cNvSpPr>
              <a:spLocks noGrp="1"/>
            </p:cNvSpPr>
            <p:nvPr/>
          </p:nvSpPr>
          <p:spPr>
            <a:xfrm>
              <a:off x="22578715" y="3009900"/>
              <a:ext cx="15379" cy="276225"/>
            </a:xfrm>
            <a:prstGeom prst="rect">
              <a:avLst/>
            </a:prstGeom>
            <a:solidFill>
              <a:srgbClr val="81C9BA"/>
            </a:solidFill>
            <a:ln w="0">
              <a:noFill/>
              <a:prstDash val="solid"/>
            </a:ln>
          </p:spPr>
        </p:sp>
        <p:sp>
          <p:nvSpPr>
            <p:cNvPr id="2343" name="four:time-step-strips:time-strip-tᵢ-cell-88:2066"/>
            <p:cNvSpPr>
              <a:spLocks noGrp="1"/>
            </p:cNvSpPr>
            <p:nvPr/>
          </p:nvSpPr>
          <p:spPr>
            <a:xfrm>
              <a:off x="22594094" y="3009900"/>
              <a:ext cx="15379" cy="276225"/>
            </a:xfrm>
            <a:prstGeom prst="rect">
              <a:avLst/>
            </a:prstGeom>
            <a:solidFill>
              <a:srgbClr val="81C9BA"/>
            </a:solidFill>
            <a:ln w="0">
              <a:noFill/>
              <a:prstDash val="solid"/>
            </a:ln>
          </p:spPr>
        </p:sp>
        <p:sp>
          <p:nvSpPr>
            <p:cNvPr id="2344" name="four:time-step-strips:time-strip-tᵢ-cell-89:2067"/>
            <p:cNvSpPr>
              <a:spLocks noGrp="1"/>
            </p:cNvSpPr>
            <p:nvPr/>
          </p:nvSpPr>
          <p:spPr>
            <a:xfrm>
              <a:off x="22609473" y="3009900"/>
              <a:ext cx="15379" cy="276225"/>
            </a:xfrm>
            <a:prstGeom prst="rect">
              <a:avLst/>
            </a:prstGeom>
            <a:solidFill>
              <a:srgbClr val="81C9BA"/>
            </a:solidFill>
            <a:ln w="0">
              <a:noFill/>
              <a:prstDash val="solid"/>
            </a:ln>
          </p:spPr>
        </p:sp>
        <p:sp>
          <p:nvSpPr>
            <p:cNvPr id="2345" name="four:time-step-strips:time-strip-tᵢ-cell-90:2068"/>
            <p:cNvSpPr>
              <a:spLocks noGrp="1"/>
            </p:cNvSpPr>
            <p:nvPr/>
          </p:nvSpPr>
          <p:spPr>
            <a:xfrm>
              <a:off x="22624852" y="3009900"/>
              <a:ext cx="15379" cy="276225"/>
            </a:xfrm>
            <a:prstGeom prst="rect">
              <a:avLst/>
            </a:prstGeom>
            <a:solidFill>
              <a:srgbClr val="81C9BA"/>
            </a:solidFill>
            <a:ln w="0">
              <a:noFill/>
              <a:prstDash val="solid"/>
            </a:ln>
          </p:spPr>
        </p:sp>
        <p:sp>
          <p:nvSpPr>
            <p:cNvPr id="2346" name="four:time-step-strips:time-strip-tᵢ-cell-91:2069"/>
            <p:cNvSpPr>
              <a:spLocks noGrp="1"/>
            </p:cNvSpPr>
            <p:nvPr/>
          </p:nvSpPr>
          <p:spPr>
            <a:xfrm>
              <a:off x="22640230" y="3009900"/>
              <a:ext cx="15379" cy="276225"/>
            </a:xfrm>
            <a:prstGeom prst="rect">
              <a:avLst/>
            </a:prstGeom>
            <a:solidFill>
              <a:srgbClr val="81C9BA"/>
            </a:solidFill>
            <a:ln w="0">
              <a:noFill/>
              <a:prstDash val="solid"/>
            </a:ln>
          </p:spPr>
        </p:sp>
        <p:sp>
          <p:nvSpPr>
            <p:cNvPr id="2347" name="four:time-step-strips:time-strip-tᵢ-cell-92:2070"/>
            <p:cNvSpPr>
              <a:spLocks noGrp="1"/>
            </p:cNvSpPr>
            <p:nvPr/>
          </p:nvSpPr>
          <p:spPr>
            <a:xfrm>
              <a:off x="22655609" y="3009900"/>
              <a:ext cx="15379" cy="276225"/>
            </a:xfrm>
            <a:prstGeom prst="rect">
              <a:avLst/>
            </a:prstGeom>
            <a:solidFill>
              <a:srgbClr val="81C9BA"/>
            </a:solidFill>
            <a:ln w="0">
              <a:noFill/>
              <a:prstDash val="solid"/>
            </a:ln>
          </p:spPr>
        </p:sp>
        <p:sp>
          <p:nvSpPr>
            <p:cNvPr id="2348" name="four:time-step-strips:time-strip-tᵢ-cell-93:2071"/>
            <p:cNvSpPr>
              <a:spLocks noGrp="1"/>
            </p:cNvSpPr>
            <p:nvPr/>
          </p:nvSpPr>
          <p:spPr>
            <a:xfrm>
              <a:off x="22670988" y="3009900"/>
              <a:ext cx="15379" cy="276225"/>
            </a:xfrm>
            <a:prstGeom prst="rect">
              <a:avLst/>
            </a:prstGeom>
            <a:solidFill>
              <a:srgbClr val="81C9BA"/>
            </a:solidFill>
            <a:ln w="0">
              <a:noFill/>
              <a:prstDash val="solid"/>
            </a:ln>
          </p:spPr>
        </p:sp>
        <p:sp>
          <p:nvSpPr>
            <p:cNvPr id="2349" name="four:time-step-strips:time-strip-tᵢ-cell-94:2072"/>
            <p:cNvSpPr>
              <a:spLocks noGrp="1"/>
            </p:cNvSpPr>
            <p:nvPr/>
          </p:nvSpPr>
          <p:spPr>
            <a:xfrm>
              <a:off x="22686367" y="3009900"/>
              <a:ext cx="15379" cy="276225"/>
            </a:xfrm>
            <a:prstGeom prst="rect">
              <a:avLst/>
            </a:prstGeom>
            <a:solidFill>
              <a:srgbClr val="81C9BA"/>
            </a:solidFill>
            <a:ln w="0">
              <a:noFill/>
              <a:prstDash val="solid"/>
            </a:ln>
          </p:spPr>
        </p:sp>
        <p:sp>
          <p:nvSpPr>
            <p:cNvPr id="2350" name="four:time-step-strips:time-strip-tᵢ-cell-95:2073"/>
            <p:cNvSpPr>
              <a:spLocks noGrp="1"/>
            </p:cNvSpPr>
            <p:nvPr/>
          </p:nvSpPr>
          <p:spPr>
            <a:xfrm>
              <a:off x="22701746" y="3009900"/>
              <a:ext cx="15379" cy="276225"/>
            </a:xfrm>
            <a:prstGeom prst="rect">
              <a:avLst/>
            </a:prstGeom>
            <a:solidFill>
              <a:srgbClr val="81C9BA"/>
            </a:solidFill>
            <a:ln w="0">
              <a:noFill/>
              <a:prstDash val="solid"/>
            </a:ln>
          </p:spPr>
        </p:sp>
        <p:sp>
          <p:nvSpPr>
            <p:cNvPr id="2351" name="four:time-step-strips:time-strip-tᵢ-cell-96:2074"/>
            <p:cNvSpPr>
              <a:spLocks noGrp="1"/>
            </p:cNvSpPr>
            <p:nvPr/>
          </p:nvSpPr>
          <p:spPr>
            <a:xfrm>
              <a:off x="22717125" y="3009900"/>
              <a:ext cx="15379" cy="276225"/>
            </a:xfrm>
            <a:prstGeom prst="rect">
              <a:avLst/>
            </a:prstGeom>
            <a:solidFill>
              <a:srgbClr val="81C9BA"/>
            </a:solidFill>
            <a:ln w="0">
              <a:noFill/>
              <a:prstDash val="solid"/>
            </a:ln>
          </p:spPr>
        </p:sp>
        <p:sp>
          <p:nvSpPr>
            <p:cNvPr id="2352" name="four:time-step-strips:time-strip-tᵢ-cell-97:2075"/>
            <p:cNvSpPr>
              <a:spLocks noGrp="1"/>
            </p:cNvSpPr>
            <p:nvPr/>
          </p:nvSpPr>
          <p:spPr>
            <a:xfrm>
              <a:off x="22732504" y="3009900"/>
              <a:ext cx="15379" cy="276225"/>
            </a:xfrm>
            <a:prstGeom prst="rect">
              <a:avLst/>
            </a:prstGeom>
            <a:solidFill>
              <a:srgbClr val="81C9BA"/>
            </a:solidFill>
            <a:ln w="0">
              <a:noFill/>
              <a:prstDash val="solid"/>
            </a:ln>
          </p:spPr>
        </p:sp>
        <p:sp>
          <p:nvSpPr>
            <p:cNvPr id="2353" name="four:time-step-strips:time-strip-tᵢ-cell-98:2076"/>
            <p:cNvSpPr>
              <a:spLocks noGrp="1"/>
            </p:cNvSpPr>
            <p:nvPr/>
          </p:nvSpPr>
          <p:spPr>
            <a:xfrm>
              <a:off x="22747883" y="3009900"/>
              <a:ext cx="15379" cy="276225"/>
            </a:xfrm>
            <a:prstGeom prst="rect">
              <a:avLst/>
            </a:prstGeom>
            <a:solidFill>
              <a:srgbClr val="81C9BA"/>
            </a:solidFill>
            <a:ln w="0">
              <a:noFill/>
              <a:prstDash val="solid"/>
            </a:ln>
          </p:spPr>
        </p:sp>
        <p:sp>
          <p:nvSpPr>
            <p:cNvPr id="2354" name="four:time-step-strips:time-strip-tᵢ-cell-99:2077"/>
            <p:cNvSpPr>
              <a:spLocks noGrp="1"/>
            </p:cNvSpPr>
            <p:nvPr/>
          </p:nvSpPr>
          <p:spPr>
            <a:xfrm>
              <a:off x="22763262" y="3009900"/>
              <a:ext cx="15379" cy="276225"/>
            </a:xfrm>
            <a:prstGeom prst="rect">
              <a:avLst/>
            </a:prstGeom>
            <a:solidFill>
              <a:srgbClr val="81C9BA"/>
            </a:solidFill>
            <a:ln w="0">
              <a:noFill/>
              <a:prstDash val="solid"/>
            </a:ln>
          </p:spPr>
        </p:sp>
        <p:sp>
          <p:nvSpPr>
            <p:cNvPr id="2355" name="four:time-step-strips:time-strip-tᵢ-cell-100:2078"/>
            <p:cNvSpPr>
              <a:spLocks noGrp="1"/>
            </p:cNvSpPr>
            <p:nvPr/>
          </p:nvSpPr>
          <p:spPr>
            <a:xfrm>
              <a:off x="22778641" y="3009900"/>
              <a:ext cx="15379" cy="276225"/>
            </a:xfrm>
            <a:prstGeom prst="rect">
              <a:avLst/>
            </a:prstGeom>
            <a:solidFill>
              <a:srgbClr val="81C9BA"/>
            </a:solidFill>
            <a:ln w="0">
              <a:noFill/>
              <a:prstDash val="solid"/>
            </a:ln>
          </p:spPr>
        </p:sp>
        <p:sp>
          <p:nvSpPr>
            <p:cNvPr id="2356" name="four:time-step-strips:time-strip-tᵢ-cell-101:2079"/>
            <p:cNvSpPr>
              <a:spLocks noGrp="1"/>
            </p:cNvSpPr>
            <p:nvPr/>
          </p:nvSpPr>
          <p:spPr>
            <a:xfrm>
              <a:off x="22794020" y="3009900"/>
              <a:ext cx="15379" cy="276225"/>
            </a:xfrm>
            <a:prstGeom prst="rect">
              <a:avLst/>
            </a:prstGeom>
            <a:solidFill>
              <a:srgbClr val="81C9BA"/>
            </a:solidFill>
            <a:ln w="0">
              <a:noFill/>
              <a:prstDash val="solid"/>
            </a:ln>
          </p:spPr>
        </p:sp>
        <p:sp>
          <p:nvSpPr>
            <p:cNvPr id="2357" name="four:time-step-strips:time-strip-tᵢ-cell-102:2080"/>
            <p:cNvSpPr>
              <a:spLocks noGrp="1"/>
            </p:cNvSpPr>
            <p:nvPr/>
          </p:nvSpPr>
          <p:spPr>
            <a:xfrm>
              <a:off x="22809398" y="3009900"/>
              <a:ext cx="15379" cy="276225"/>
            </a:xfrm>
            <a:prstGeom prst="rect">
              <a:avLst/>
            </a:prstGeom>
            <a:solidFill>
              <a:srgbClr val="81C9BA"/>
            </a:solidFill>
            <a:ln w="0">
              <a:noFill/>
              <a:prstDash val="solid"/>
            </a:ln>
          </p:spPr>
        </p:sp>
        <p:sp>
          <p:nvSpPr>
            <p:cNvPr id="2358" name="four:time-step-strips:time-strip-tᵢ-cell-103:2081"/>
            <p:cNvSpPr>
              <a:spLocks noGrp="1"/>
            </p:cNvSpPr>
            <p:nvPr/>
          </p:nvSpPr>
          <p:spPr>
            <a:xfrm>
              <a:off x="22824777" y="3009900"/>
              <a:ext cx="15379" cy="276225"/>
            </a:xfrm>
            <a:prstGeom prst="rect">
              <a:avLst/>
            </a:prstGeom>
            <a:solidFill>
              <a:srgbClr val="81C9BA"/>
            </a:solidFill>
            <a:ln w="0">
              <a:noFill/>
              <a:prstDash val="solid"/>
            </a:ln>
          </p:spPr>
        </p:sp>
        <p:sp>
          <p:nvSpPr>
            <p:cNvPr id="2359" name="four:time-step-strips:time-strip-tᵢ-cell-104:2082"/>
            <p:cNvSpPr>
              <a:spLocks noGrp="1"/>
            </p:cNvSpPr>
            <p:nvPr/>
          </p:nvSpPr>
          <p:spPr>
            <a:xfrm>
              <a:off x="22840156" y="3009900"/>
              <a:ext cx="15379" cy="276225"/>
            </a:xfrm>
            <a:prstGeom prst="rect">
              <a:avLst/>
            </a:prstGeom>
            <a:solidFill>
              <a:srgbClr val="81C9BA"/>
            </a:solidFill>
            <a:ln w="0">
              <a:noFill/>
              <a:prstDash val="solid"/>
            </a:ln>
          </p:spPr>
        </p:sp>
        <p:sp>
          <p:nvSpPr>
            <p:cNvPr id="2360" name="four:time-step-strips:time-strip-tᵢ-cell-105:2083"/>
            <p:cNvSpPr>
              <a:spLocks noGrp="1"/>
            </p:cNvSpPr>
            <p:nvPr/>
          </p:nvSpPr>
          <p:spPr>
            <a:xfrm>
              <a:off x="22855535" y="3009900"/>
              <a:ext cx="15379" cy="276225"/>
            </a:xfrm>
            <a:prstGeom prst="rect">
              <a:avLst/>
            </a:prstGeom>
            <a:solidFill>
              <a:srgbClr val="81C9BA"/>
            </a:solidFill>
            <a:ln w="0">
              <a:noFill/>
              <a:prstDash val="solid"/>
            </a:ln>
          </p:spPr>
        </p:sp>
        <p:sp>
          <p:nvSpPr>
            <p:cNvPr id="2361" name="four:time-step-strips:time-strip-tᵢ-cell-106:2084"/>
            <p:cNvSpPr>
              <a:spLocks noGrp="1"/>
            </p:cNvSpPr>
            <p:nvPr/>
          </p:nvSpPr>
          <p:spPr>
            <a:xfrm>
              <a:off x="22870914" y="3009900"/>
              <a:ext cx="15379" cy="276225"/>
            </a:xfrm>
            <a:prstGeom prst="rect">
              <a:avLst/>
            </a:prstGeom>
            <a:solidFill>
              <a:srgbClr val="81C9BA"/>
            </a:solidFill>
            <a:ln w="0">
              <a:noFill/>
              <a:prstDash val="solid"/>
            </a:ln>
          </p:spPr>
        </p:sp>
        <p:sp>
          <p:nvSpPr>
            <p:cNvPr id="2362" name="four:time-step-strips:time-strip-tᵢ-cell-107:2085"/>
            <p:cNvSpPr>
              <a:spLocks noGrp="1"/>
            </p:cNvSpPr>
            <p:nvPr/>
          </p:nvSpPr>
          <p:spPr>
            <a:xfrm>
              <a:off x="22886293" y="3009900"/>
              <a:ext cx="15379" cy="276225"/>
            </a:xfrm>
            <a:prstGeom prst="rect">
              <a:avLst/>
            </a:prstGeom>
            <a:solidFill>
              <a:srgbClr val="81C9BA"/>
            </a:solidFill>
            <a:ln w="0">
              <a:noFill/>
              <a:prstDash val="solid"/>
            </a:ln>
          </p:spPr>
        </p:sp>
        <p:sp>
          <p:nvSpPr>
            <p:cNvPr id="2363" name="four:time-step-strips:time-strip-tᵢ-cell-108:2086"/>
            <p:cNvSpPr>
              <a:spLocks noGrp="1"/>
            </p:cNvSpPr>
            <p:nvPr/>
          </p:nvSpPr>
          <p:spPr>
            <a:xfrm>
              <a:off x="22901672" y="3009900"/>
              <a:ext cx="15379" cy="276225"/>
            </a:xfrm>
            <a:prstGeom prst="rect">
              <a:avLst/>
            </a:prstGeom>
            <a:solidFill>
              <a:srgbClr val="81C9BA"/>
            </a:solidFill>
            <a:ln w="0">
              <a:noFill/>
              <a:prstDash val="solid"/>
            </a:ln>
          </p:spPr>
        </p:sp>
        <p:sp>
          <p:nvSpPr>
            <p:cNvPr id="2364" name="four:time-step-strips:time-strip-tᵢ-cell-109:2087"/>
            <p:cNvSpPr>
              <a:spLocks noGrp="1"/>
            </p:cNvSpPr>
            <p:nvPr/>
          </p:nvSpPr>
          <p:spPr>
            <a:xfrm>
              <a:off x="22917051" y="3009900"/>
              <a:ext cx="15379" cy="276225"/>
            </a:xfrm>
            <a:prstGeom prst="rect">
              <a:avLst/>
            </a:prstGeom>
            <a:solidFill>
              <a:srgbClr val="81C9BA"/>
            </a:solidFill>
            <a:ln w="0">
              <a:noFill/>
              <a:prstDash val="solid"/>
            </a:ln>
          </p:spPr>
        </p:sp>
        <p:sp>
          <p:nvSpPr>
            <p:cNvPr id="2365" name="four:time-step-strips:time-strip-tᵢ-cell-110:2088"/>
            <p:cNvSpPr>
              <a:spLocks noGrp="1"/>
            </p:cNvSpPr>
            <p:nvPr/>
          </p:nvSpPr>
          <p:spPr>
            <a:xfrm>
              <a:off x="22932430" y="3009900"/>
              <a:ext cx="15379" cy="276225"/>
            </a:xfrm>
            <a:prstGeom prst="rect">
              <a:avLst/>
            </a:prstGeom>
            <a:solidFill>
              <a:srgbClr val="81C9BA"/>
            </a:solidFill>
            <a:ln w="0">
              <a:noFill/>
              <a:prstDash val="solid"/>
            </a:ln>
          </p:spPr>
        </p:sp>
        <p:sp>
          <p:nvSpPr>
            <p:cNvPr id="2366" name="four:time-step-strips:time-strip-tᵢ-cell-111:2089"/>
            <p:cNvSpPr>
              <a:spLocks noGrp="1"/>
            </p:cNvSpPr>
            <p:nvPr/>
          </p:nvSpPr>
          <p:spPr>
            <a:xfrm>
              <a:off x="22947809" y="3009900"/>
              <a:ext cx="15379" cy="276225"/>
            </a:xfrm>
            <a:prstGeom prst="rect">
              <a:avLst/>
            </a:prstGeom>
            <a:solidFill>
              <a:srgbClr val="81C9BA"/>
            </a:solidFill>
            <a:ln w="0">
              <a:noFill/>
              <a:prstDash val="solid"/>
            </a:ln>
          </p:spPr>
        </p:sp>
        <p:sp>
          <p:nvSpPr>
            <p:cNvPr id="2367" name="four:time-step-strips:time-strip-tᵢ-cell-112:2090"/>
            <p:cNvSpPr>
              <a:spLocks noGrp="1"/>
            </p:cNvSpPr>
            <p:nvPr/>
          </p:nvSpPr>
          <p:spPr>
            <a:xfrm>
              <a:off x="22963188" y="3009900"/>
              <a:ext cx="15379" cy="276225"/>
            </a:xfrm>
            <a:prstGeom prst="rect">
              <a:avLst/>
            </a:prstGeom>
            <a:solidFill>
              <a:srgbClr val="81C9BA"/>
            </a:solidFill>
            <a:ln w="0">
              <a:noFill/>
              <a:prstDash val="solid"/>
            </a:ln>
          </p:spPr>
        </p:sp>
        <p:sp>
          <p:nvSpPr>
            <p:cNvPr id="2368" name="four:time-step-strips:time-strip-tᵢ-cell-113:2091"/>
            <p:cNvSpPr>
              <a:spLocks noGrp="1"/>
            </p:cNvSpPr>
            <p:nvPr/>
          </p:nvSpPr>
          <p:spPr>
            <a:xfrm>
              <a:off x="22978566" y="3009900"/>
              <a:ext cx="15379" cy="276225"/>
            </a:xfrm>
            <a:prstGeom prst="rect">
              <a:avLst/>
            </a:prstGeom>
            <a:solidFill>
              <a:srgbClr val="81C9BA"/>
            </a:solidFill>
            <a:ln w="0">
              <a:noFill/>
              <a:prstDash val="solid"/>
            </a:ln>
          </p:spPr>
        </p:sp>
        <p:sp>
          <p:nvSpPr>
            <p:cNvPr id="2369" name="four:time-step-strips:time-strip-tᵢ-cell-114:2092"/>
            <p:cNvSpPr>
              <a:spLocks noGrp="1"/>
            </p:cNvSpPr>
            <p:nvPr/>
          </p:nvSpPr>
          <p:spPr>
            <a:xfrm>
              <a:off x="22993945" y="3009900"/>
              <a:ext cx="15379" cy="276225"/>
            </a:xfrm>
            <a:prstGeom prst="rect">
              <a:avLst/>
            </a:prstGeom>
            <a:solidFill>
              <a:srgbClr val="7EC8B9"/>
            </a:solidFill>
            <a:ln w="0">
              <a:noFill/>
              <a:prstDash val="solid"/>
            </a:ln>
          </p:spPr>
        </p:sp>
        <p:sp>
          <p:nvSpPr>
            <p:cNvPr id="2370" name="four:time-step-strips:time-strip-tᵢ-cell-115:2093"/>
            <p:cNvSpPr>
              <a:spLocks noGrp="1"/>
            </p:cNvSpPr>
            <p:nvPr/>
          </p:nvSpPr>
          <p:spPr>
            <a:xfrm>
              <a:off x="23009324" y="3009900"/>
              <a:ext cx="15379" cy="276225"/>
            </a:xfrm>
            <a:prstGeom prst="rect">
              <a:avLst/>
            </a:prstGeom>
            <a:solidFill>
              <a:srgbClr val="6FC3B0"/>
            </a:solidFill>
            <a:ln w="0">
              <a:noFill/>
              <a:prstDash val="solid"/>
            </a:ln>
          </p:spPr>
        </p:sp>
        <p:sp>
          <p:nvSpPr>
            <p:cNvPr id="2371" name="four:time-step-strips:time-strip-tᵢ-cell-116:2094"/>
            <p:cNvSpPr>
              <a:spLocks noGrp="1"/>
            </p:cNvSpPr>
            <p:nvPr/>
          </p:nvSpPr>
          <p:spPr>
            <a:xfrm>
              <a:off x="23024703" y="3009900"/>
              <a:ext cx="15379" cy="276225"/>
            </a:xfrm>
            <a:prstGeom prst="rect">
              <a:avLst/>
            </a:prstGeom>
            <a:solidFill>
              <a:srgbClr val="AEB2C1"/>
            </a:solidFill>
            <a:ln w="0">
              <a:noFill/>
              <a:prstDash val="solid"/>
            </a:ln>
          </p:spPr>
        </p:sp>
        <p:sp>
          <p:nvSpPr>
            <p:cNvPr id="2372" name="four:time-step-strips:time-strip-tᵢ-cell-117:2095"/>
            <p:cNvSpPr>
              <a:spLocks noGrp="1"/>
            </p:cNvSpPr>
            <p:nvPr/>
          </p:nvSpPr>
          <p:spPr>
            <a:xfrm>
              <a:off x="23040082" y="3009900"/>
              <a:ext cx="15379" cy="276225"/>
            </a:xfrm>
            <a:prstGeom prst="rect">
              <a:avLst/>
            </a:prstGeom>
            <a:solidFill>
              <a:srgbClr val="9EAFB2"/>
            </a:solidFill>
            <a:ln w="0">
              <a:noFill/>
              <a:prstDash val="solid"/>
            </a:ln>
          </p:spPr>
        </p:sp>
        <p:sp>
          <p:nvSpPr>
            <p:cNvPr id="2373" name="four:time-step-strips:time-strip-tᵢ-cell-118:2096"/>
            <p:cNvSpPr>
              <a:spLocks noGrp="1"/>
            </p:cNvSpPr>
            <p:nvPr/>
          </p:nvSpPr>
          <p:spPr>
            <a:xfrm>
              <a:off x="23055461" y="3009900"/>
              <a:ext cx="15379" cy="276225"/>
            </a:xfrm>
            <a:prstGeom prst="rect">
              <a:avLst/>
            </a:prstGeom>
            <a:solidFill>
              <a:srgbClr val="D77E36"/>
            </a:solidFill>
            <a:ln w="0">
              <a:noFill/>
              <a:prstDash val="solid"/>
            </a:ln>
          </p:spPr>
        </p:sp>
        <p:sp>
          <p:nvSpPr>
            <p:cNvPr id="2374" name="four:time-step-strips:time-strip-tᵢ-cell-119:2097"/>
            <p:cNvSpPr>
              <a:spLocks noGrp="1"/>
            </p:cNvSpPr>
            <p:nvPr/>
          </p:nvSpPr>
          <p:spPr>
            <a:xfrm>
              <a:off x="23070840" y="3009900"/>
              <a:ext cx="15379" cy="276225"/>
            </a:xfrm>
            <a:prstGeom prst="rect">
              <a:avLst/>
            </a:prstGeom>
            <a:solidFill>
              <a:srgbClr val="D66E1B"/>
            </a:solidFill>
            <a:ln w="0">
              <a:noFill/>
              <a:prstDash val="solid"/>
            </a:ln>
          </p:spPr>
        </p:sp>
        <p:sp>
          <p:nvSpPr>
            <p:cNvPr id="2375" name="four:time-step-strips:time-strip-tᵢ-cell-120:2098"/>
            <p:cNvSpPr>
              <a:spLocks noGrp="1"/>
            </p:cNvSpPr>
            <p:nvPr/>
          </p:nvSpPr>
          <p:spPr>
            <a:xfrm>
              <a:off x="23086219" y="3009900"/>
              <a:ext cx="15379" cy="276225"/>
            </a:xfrm>
            <a:prstGeom prst="rect">
              <a:avLst/>
            </a:prstGeom>
            <a:solidFill>
              <a:srgbClr val="D56207"/>
            </a:solidFill>
            <a:ln w="0">
              <a:noFill/>
              <a:prstDash val="solid"/>
            </a:ln>
          </p:spPr>
        </p:sp>
        <p:sp>
          <p:nvSpPr>
            <p:cNvPr id="2376" name="four:time-step-strips:time-strip-tᵢ-cell-121:2099"/>
            <p:cNvSpPr>
              <a:spLocks noGrp="1"/>
            </p:cNvSpPr>
            <p:nvPr/>
          </p:nvSpPr>
          <p:spPr>
            <a:xfrm>
              <a:off x="23101598" y="3009900"/>
              <a:ext cx="15379" cy="276225"/>
            </a:xfrm>
            <a:prstGeom prst="rect">
              <a:avLst/>
            </a:prstGeom>
            <a:solidFill>
              <a:srgbClr val="D55E00"/>
            </a:solidFill>
            <a:ln w="0">
              <a:noFill/>
              <a:prstDash val="solid"/>
            </a:ln>
          </p:spPr>
        </p:sp>
        <p:sp>
          <p:nvSpPr>
            <p:cNvPr id="2377" name="four:time-step-strips:time-strip-tᵢ-cell-122:2100"/>
            <p:cNvSpPr>
              <a:spLocks noGrp="1"/>
            </p:cNvSpPr>
            <p:nvPr/>
          </p:nvSpPr>
          <p:spPr>
            <a:xfrm>
              <a:off x="23116977" y="3009900"/>
              <a:ext cx="15379" cy="276225"/>
            </a:xfrm>
            <a:prstGeom prst="rect">
              <a:avLst/>
            </a:prstGeom>
            <a:solidFill>
              <a:srgbClr val="D55E00"/>
            </a:solidFill>
            <a:ln w="0">
              <a:noFill/>
              <a:prstDash val="solid"/>
            </a:ln>
          </p:spPr>
        </p:sp>
        <p:sp>
          <p:nvSpPr>
            <p:cNvPr id="2378" name="four:time-step-strips:time-strip-tᵢ-cell-123:2101"/>
            <p:cNvSpPr>
              <a:spLocks noGrp="1"/>
            </p:cNvSpPr>
            <p:nvPr/>
          </p:nvSpPr>
          <p:spPr>
            <a:xfrm>
              <a:off x="23132355" y="3009900"/>
              <a:ext cx="15379" cy="276225"/>
            </a:xfrm>
            <a:prstGeom prst="rect">
              <a:avLst/>
            </a:prstGeom>
            <a:solidFill>
              <a:srgbClr val="D55E00"/>
            </a:solidFill>
            <a:ln w="0">
              <a:noFill/>
              <a:prstDash val="solid"/>
            </a:ln>
          </p:spPr>
        </p:sp>
        <p:sp>
          <p:nvSpPr>
            <p:cNvPr id="2379" name="four:time-step-strips:time-strip-tᵢ-cell-124:2102"/>
            <p:cNvSpPr>
              <a:spLocks noGrp="1"/>
            </p:cNvSpPr>
            <p:nvPr/>
          </p:nvSpPr>
          <p:spPr>
            <a:xfrm>
              <a:off x="23147734" y="3009900"/>
              <a:ext cx="15379" cy="276225"/>
            </a:xfrm>
            <a:prstGeom prst="rect">
              <a:avLst/>
            </a:prstGeom>
            <a:solidFill>
              <a:srgbClr val="D55E00"/>
            </a:solidFill>
            <a:ln w="0">
              <a:noFill/>
              <a:prstDash val="solid"/>
            </a:ln>
          </p:spPr>
        </p:sp>
        <p:sp>
          <p:nvSpPr>
            <p:cNvPr id="2380" name="four:time-step-strips:time-strip-tᵢ-cell-125:2103"/>
            <p:cNvSpPr>
              <a:spLocks noGrp="1"/>
            </p:cNvSpPr>
            <p:nvPr/>
          </p:nvSpPr>
          <p:spPr>
            <a:xfrm>
              <a:off x="23163113" y="3009900"/>
              <a:ext cx="15379" cy="276225"/>
            </a:xfrm>
            <a:prstGeom prst="rect">
              <a:avLst/>
            </a:prstGeom>
            <a:solidFill>
              <a:srgbClr val="D55E00"/>
            </a:solidFill>
            <a:ln w="0">
              <a:noFill/>
              <a:prstDash val="solid"/>
            </a:ln>
          </p:spPr>
        </p:sp>
        <p:sp>
          <p:nvSpPr>
            <p:cNvPr id="2381" name="four:time-step-strips:time-strip-tᵢ-cell-126:2104"/>
            <p:cNvSpPr>
              <a:spLocks noGrp="1"/>
            </p:cNvSpPr>
            <p:nvPr/>
          </p:nvSpPr>
          <p:spPr>
            <a:xfrm>
              <a:off x="23178492" y="3009900"/>
              <a:ext cx="15379" cy="276225"/>
            </a:xfrm>
            <a:prstGeom prst="rect">
              <a:avLst/>
            </a:prstGeom>
            <a:solidFill>
              <a:srgbClr val="D55E00"/>
            </a:solidFill>
            <a:ln w="0">
              <a:noFill/>
              <a:prstDash val="solid"/>
            </a:ln>
          </p:spPr>
        </p:sp>
        <p:sp>
          <p:nvSpPr>
            <p:cNvPr id="2382" name="four:time-step-strips:time-strip-tᵢ-cell-127:2105"/>
            <p:cNvSpPr>
              <a:spLocks noGrp="1"/>
            </p:cNvSpPr>
            <p:nvPr/>
          </p:nvSpPr>
          <p:spPr>
            <a:xfrm>
              <a:off x="23193871" y="3009900"/>
              <a:ext cx="15379" cy="276225"/>
            </a:xfrm>
            <a:prstGeom prst="rect">
              <a:avLst/>
            </a:prstGeom>
            <a:solidFill>
              <a:srgbClr val="D55E00"/>
            </a:solidFill>
            <a:ln w="0">
              <a:noFill/>
              <a:prstDash val="solid"/>
            </a:ln>
          </p:spPr>
        </p:sp>
        <p:sp>
          <p:nvSpPr>
            <p:cNvPr id="2383" name="four:time-step-strips:time-strip-tᵢ-cell-128:2106"/>
            <p:cNvSpPr>
              <a:spLocks noGrp="1"/>
            </p:cNvSpPr>
            <p:nvPr/>
          </p:nvSpPr>
          <p:spPr>
            <a:xfrm>
              <a:off x="23209250" y="3009900"/>
              <a:ext cx="15379" cy="276225"/>
            </a:xfrm>
            <a:prstGeom prst="rect">
              <a:avLst/>
            </a:prstGeom>
            <a:solidFill>
              <a:srgbClr val="D55E00"/>
            </a:solidFill>
            <a:ln w="0">
              <a:noFill/>
              <a:prstDash val="solid"/>
            </a:ln>
          </p:spPr>
        </p:sp>
        <p:sp>
          <p:nvSpPr>
            <p:cNvPr id="2384" name="four:time-step-strips:time-strip-tᵢ-cell-129:2107"/>
            <p:cNvSpPr>
              <a:spLocks noGrp="1"/>
            </p:cNvSpPr>
            <p:nvPr/>
          </p:nvSpPr>
          <p:spPr>
            <a:xfrm>
              <a:off x="23224629" y="3009900"/>
              <a:ext cx="15379" cy="276225"/>
            </a:xfrm>
            <a:prstGeom prst="rect">
              <a:avLst/>
            </a:prstGeom>
            <a:solidFill>
              <a:srgbClr val="D55E00"/>
            </a:solidFill>
            <a:ln w="0">
              <a:noFill/>
              <a:prstDash val="solid"/>
            </a:ln>
          </p:spPr>
        </p:sp>
        <p:sp>
          <p:nvSpPr>
            <p:cNvPr id="2385" name="four:time-step-strips:time-strip-tᵢ-cell-130:2108"/>
            <p:cNvSpPr>
              <a:spLocks noGrp="1"/>
            </p:cNvSpPr>
            <p:nvPr/>
          </p:nvSpPr>
          <p:spPr>
            <a:xfrm>
              <a:off x="23240008" y="3009900"/>
              <a:ext cx="15379" cy="276225"/>
            </a:xfrm>
            <a:prstGeom prst="rect">
              <a:avLst/>
            </a:prstGeom>
            <a:solidFill>
              <a:srgbClr val="D55E00"/>
            </a:solidFill>
            <a:ln w="0">
              <a:noFill/>
              <a:prstDash val="solid"/>
            </a:ln>
          </p:spPr>
        </p:sp>
        <p:sp>
          <p:nvSpPr>
            <p:cNvPr id="2386" name="four:time-step-strips:time-strip-tᵢ-cell-131:2109"/>
            <p:cNvSpPr>
              <a:spLocks noGrp="1"/>
            </p:cNvSpPr>
            <p:nvPr/>
          </p:nvSpPr>
          <p:spPr>
            <a:xfrm>
              <a:off x="23255387" y="3009900"/>
              <a:ext cx="15379" cy="276225"/>
            </a:xfrm>
            <a:prstGeom prst="rect">
              <a:avLst/>
            </a:prstGeom>
            <a:solidFill>
              <a:srgbClr val="D55E00"/>
            </a:solidFill>
            <a:ln w="0">
              <a:noFill/>
              <a:prstDash val="solid"/>
            </a:ln>
          </p:spPr>
        </p:sp>
        <p:sp>
          <p:nvSpPr>
            <p:cNvPr id="2387" name="four:time-step-strips:time-strip-tᵢ-cell-132:2110"/>
            <p:cNvSpPr>
              <a:spLocks noGrp="1"/>
            </p:cNvSpPr>
            <p:nvPr/>
          </p:nvSpPr>
          <p:spPr>
            <a:xfrm>
              <a:off x="23270766" y="3009900"/>
              <a:ext cx="15379" cy="276225"/>
            </a:xfrm>
            <a:prstGeom prst="rect">
              <a:avLst/>
            </a:prstGeom>
            <a:solidFill>
              <a:srgbClr val="D55E00"/>
            </a:solidFill>
            <a:ln w="0">
              <a:noFill/>
              <a:prstDash val="solid"/>
            </a:ln>
          </p:spPr>
        </p:sp>
        <p:sp>
          <p:nvSpPr>
            <p:cNvPr id="2388" name="four:time-step-strips:time-strip-tᵢ-cell-133:2111"/>
            <p:cNvSpPr>
              <a:spLocks noGrp="1"/>
            </p:cNvSpPr>
            <p:nvPr/>
          </p:nvSpPr>
          <p:spPr>
            <a:xfrm>
              <a:off x="23286145" y="3009900"/>
              <a:ext cx="15379" cy="276225"/>
            </a:xfrm>
            <a:prstGeom prst="rect">
              <a:avLst/>
            </a:prstGeom>
            <a:solidFill>
              <a:srgbClr val="D55E00"/>
            </a:solidFill>
            <a:ln w="0">
              <a:noFill/>
              <a:prstDash val="solid"/>
            </a:ln>
          </p:spPr>
        </p:sp>
        <p:sp>
          <p:nvSpPr>
            <p:cNvPr id="2389" name="four:time-step-strips:time-strip-tᵢ-cell-134:2112"/>
            <p:cNvSpPr>
              <a:spLocks noGrp="1"/>
            </p:cNvSpPr>
            <p:nvPr/>
          </p:nvSpPr>
          <p:spPr>
            <a:xfrm>
              <a:off x="23301523" y="3009900"/>
              <a:ext cx="15379" cy="276225"/>
            </a:xfrm>
            <a:prstGeom prst="rect">
              <a:avLst/>
            </a:prstGeom>
            <a:solidFill>
              <a:srgbClr val="D55E00"/>
            </a:solidFill>
            <a:ln w="0">
              <a:noFill/>
              <a:prstDash val="solid"/>
            </a:ln>
          </p:spPr>
        </p:sp>
        <p:sp>
          <p:nvSpPr>
            <p:cNvPr id="2390" name="four:time-step-strips:time-strip-tᵢ-cell-135:2113"/>
            <p:cNvSpPr>
              <a:spLocks noGrp="1"/>
            </p:cNvSpPr>
            <p:nvPr/>
          </p:nvSpPr>
          <p:spPr>
            <a:xfrm>
              <a:off x="23316902" y="3009900"/>
              <a:ext cx="15379" cy="276225"/>
            </a:xfrm>
            <a:prstGeom prst="rect">
              <a:avLst/>
            </a:prstGeom>
            <a:solidFill>
              <a:srgbClr val="D55E00"/>
            </a:solidFill>
            <a:ln w="0">
              <a:noFill/>
              <a:prstDash val="solid"/>
            </a:ln>
          </p:spPr>
        </p:sp>
        <p:sp>
          <p:nvSpPr>
            <p:cNvPr id="2391" name="four:time-step-strips:time-strip-tᵢ-cell-136:2114"/>
            <p:cNvSpPr>
              <a:spLocks noGrp="1"/>
            </p:cNvSpPr>
            <p:nvPr/>
          </p:nvSpPr>
          <p:spPr>
            <a:xfrm>
              <a:off x="23332281" y="3009900"/>
              <a:ext cx="15379" cy="276225"/>
            </a:xfrm>
            <a:prstGeom prst="rect">
              <a:avLst/>
            </a:prstGeom>
            <a:solidFill>
              <a:srgbClr val="D5660E"/>
            </a:solidFill>
            <a:ln w="0">
              <a:noFill/>
              <a:prstDash val="solid"/>
            </a:ln>
          </p:spPr>
        </p:sp>
        <p:sp>
          <p:nvSpPr>
            <p:cNvPr id="2392" name="four:time-step-strips:time-strip-tᵢ-cell-137:2115"/>
            <p:cNvSpPr>
              <a:spLocks noGrp="1"/>
            </p:cNvSpPr>
            <p:nvPr/>
          </p:nvSpPr>
          <p:spPr>
            <a:xfrm>
              <a:off x="23347660" y="3009900"/>
              <a:ext cx="15379" cy="276225"/>
            </a:xfrm>
            <a:prstGeom prst="rect">
              <a:avLst/>
            </a:prstGeom>
            <a:solidFill>
              <a:srgbClr val="D6782D"/>
            </a:solidFill>
            <a:ln w="0">
              <a:noFill/>
              <a:prstDash val="solid"/>
            </a:ln>
          </p:spPr>
        </p:sp>
        <p:sp>
          <p:nvSpPr>
            <p:cNvPr id="2393" name="four:time-step-strips:time-strip-tᵢ-cell-138:2116"/>
            <p:cNvSpPr>
              <a:spLocks noGrp="1"/>
            </p:cNvSpPr>
            <p:nvPr/>
          </p:nvSpPr>
          <p:spPr>
            <a:xfrm>
              <a:off x="23363039" y="3009900"/>
              <a:ext cx="15379" cy="276225"/>
            </a:xfrm>
            <a:prstGeom prst="rect">
              <a:avLst/>
            </a:prstGeom>
            <a:solidFill>
              <a:srgbClr val="D89056"/>
            </a:solidFill>
            <a:ln w="0">
              <a:noFill/>
              <a:prstDash val="solid"/>
            </a:ln>
          </p:spPr>
        </p:sp>
        <p:sp>
          <p:nvSpPr>
            <p:cNvPr id="2394" name="four:time-step-strips:time-strip-tᵢ-cell-139:2117"/>
            <p:cNvSpPr>
              <a:spLocks noGrp="1"/>
            </p:cNvSpPr>
            <p:nvPr/>
          </p:nvSpPr>
          <p:spPr>
            <a:xfrm>
              <a:off x="23378418" y="3009900"/>
              <a:ext cx="15379" cy="276225"/>
            </a:xfrm>
            <a:prstGeom prst="rect">
              <a:avLst/>
            </a:prstGeom>
            <a:solidFill>
              <a:srgbClr val="D9AB84"/>
            </a:solidFill>
            <a:ln w="0">
              <a:noFill/>
              <a:prstDash val="solid"/>
            </a:ln>
          </p:spPr>
        </p:sp>
        <p:sp>
          <p:nvSpPr>
            <p:cNvPr id="2395" name="four:time-step-strips:time-strip-tᵢ-cell-140:2118"/>
            <p:cNvSpPr>
              <a:spLocks noGrp="1"/>
            </p:cNvSpPr>
            <p:nvPr/>
          </p:nvSpPr>
          <p:spPr>
            <a:xfrm>
              <a:off x="23393797" y="3009900"/>
              <a:ext cx="15379" cy="276225"/>
            </a:xfrm>
            <a:prstGeom prst="rect">
              <a:avLst/>
            </a:prstGeom>
            <a:solidFill>
              <a:srgbClr val="DAC5B1"/>
            </a:solidFill>
            <a:ln w="0">
              <a:noFill/>
              <a:prstDash val="solid"/>
            </a:ln>
          </p:spPr>
        </p:sp>
        <p:sp>
          <p:nvSpPr>
            <p:cNvPr id="2396" name="four:time-step-strips:time-strip-tᵢ-cell-141:2119"/>
            <p:cNvSpPr>
              <a:spLocks noGrp="1"/>
            </p:cNvSpPr>
            <p:nvPr/>
          </p:nvSpPr>
          <p:spPr>
            <a:xfrm>
              <a:off x="23409176" y="3009900"/>
              <a:ext cx="15379" cy="276225"/>
            </a:xfrm>
            <a:prstGeom prst="rect">
              <a:avLst/>
            </a:prstGeom>
            <a:solidFill>
              <a:srgbClr val="D1E1E3"/>
            </a:solidFill>
            <a:ln w="0">
              <a:noFill/>
              <a:prstDash val="solid"/>
            </a:ln>
          </p:spPr>
        </p:sp>
        <p:sp>
          <p:nvSpPr>
            <p:cNvPr id="2397" name="four:time-step-strips:time-strip-tᵢ-cell-142:2120"/>
            <p:cNvSpPr>
              <a:spLocks noGrp="1"/>
            </p:cNvSpPr>
            <p:nvPr/>
          </p:nvSpPr>
          <p:spPr>
            <a:xfrm>
              <a:off x="23424555" y="3009900"/>
              <a:ext cx="15379" cy="276225"/>
            </a:xfrm>
            <a:prstGeom prst="rect">
              <a:avLst/>
            </a:prstGeom>
            <a:solidFill>
              <a:srgbClr val="DBE7EC"/>
            </a:solidFill>
            <a:ln w="0">
              <a:noFill/>
              <a:prstDash val="solid"/>
            </a:ln>
          </p:spPr>
        </p:sp>
        <p:sp>
          <p:nvSpPr>
            <p:cNvPr id="2398" name="four:time-step-strips:time-strip-tᵢ-cell-143:2121"/>
            <p:cNvSpPr>
              <a:spLocks noGrp="1"/>
            </p:cNvSpPr>
            <p:nvPr/>
          </p:nvSpPr>
          <p:spPr>
            <a:xfrm>
              <a:off x="23439934" y="3009900"/>
              <a:ext cx="15379" cy="276225"/>
            </a:xfrm>
            <a:prstGeom prst="rect">
              <a:avLst/>
            </a:prstGeom>
            <a:solidFill>
              <a:srgbClr val="DCE8ED"/>
            </a:solidFill>
            <a:ln w="0">
              <a:noFill/>
              <a:prstDash val="solid"/>
            </a:ln>
          </p:spPr>
        </p:sp>
        <p:sp>
          <p:nvSpPr>
            <p:cNvPr id="2399" name="four:time-step-strips:time-strip-tᵢ-cell-144:2122"/>
            <p:cNvSpPr>
              <a:spLocks noGrp="1"/>
            </p:cNvSpPr>
            <p:nvPr/>
          </p:nvSpPr>
          <p:spPr>
            <a:xfrm>
              <a:off x="23455313" y="3009900"/>
              <a:ext cx="15379" cy="276225"/>
            </a:xfrm>
            <a:prstGeom prst="rect">
              <a:avLst/>
            </a:prstGeom>
            <a:solidFill>
              <a:srgbClr val="DCE8ED"/>
            </a:solidFill>
            <a:ln w="0">
              <a:noFill/>
              <a:prstDash val="solid"/>
            </a:ln>
          </p:spPr>
        </p:sp>
        <p:sp>
          <p:nvSpPr>
            <p:cNvPr id="2400" name="four:time-step-strips:time-strip-tᵢ-cell-145:2123"/>
            <p:cNvSpPr>
              <a:spLocks noGrp="1"/>
            </p:cNvSpPr>
            <p:nvPr/>
          </p:nvSpPr>
          <p:spPr>
            <a:xfrm>
              <a:off x="23470691" y="3009900"/>
              <a:ext cx="15379" cy="276225"/>
            </a:xfrm>
            <a:prstGeom prst="rect">
              <a:avLst/>
            </a:prstGeom>
            <a:solidFill>
              <a:srgbClr val="DCE8ED"/>
            </a:solidFill>
            <a:ln w="0">
              <a:noFill/>
              <a:prstDash val="solid"/>
            </a:ln>
          </p:spPr>
        </p:sp>
        <p:sp>
          <p:nvSpPr>
            <p:cNvPr id="2401" name="four:time-step-strips:time-strip-tᵢ-cell-146:2124"/>
            <p:cNvSpPr>
              <a:spLocks noGrp="1"/>
            </p:cNvSpPr>
            <p:nvPr/>
          </p:nvSpPr>
          <p:spPr>
            <a:xfrm>
              <a:off x="23486070" y="3009900"/>
              <a:ext cx="15379" cy="276225"/>
            </a:xfrm>
            <a:prstGeom prst="rect">
              <a:avLst/>
            </a:prstGeom>
            <a:solidFill>
              <a:srgbClr val="DCE8ED"/>
            </a:solidFill>
            <a:ln w="0">
              <a:noFill/>
              <a:prstDash val="solid"/>
            </a:ln>
          </p:spPr>
        </p:sp>
        <p:sp>
          <p:nvSpPr>
            <p:cNvPr id="2402" name="four:time-step-strips:time-strip-tᵢ-cell-147:2125"/>
            <p:cNvSpPr>
              <a:spLocks noGrp="1"/>
            </p:cNvSpPr>
            <p:nvPr/>
          </p:nvSpPr>
          <p:spPr>
            <a:xfrm>
              <a:off x="23501449" y="3009900"/>
              <a:ext cx="15379" cy="276225"/>
            </a:xfrm>
            <a:prstGeom prst="rect">
              <a:avLst/>
            </a:prstGeom>
            <a:solidFill>
              <a:srgbClr val="DCE8ED"/>
            </a:solidFill>
            <a:ln w="0">
              <a:noFill/>
              <a:prstDash val="solid"/>
            </a:ln>
          </p:spPr>
        </p:sp>
        <p:sp>
          <p:nvSpPr>
            <p:cNvPr id="2403" name="four:time-step-strips:time-strip-tᵢ-cell-148:2126"/>
            <p:cNvSpPr>
              <a:spLocks noGrp="1"/>
            </p:cNvSpPr>
            <p:nvPr/>
          </p:nvSpPr>
          <p:spPr>
            <a:xfrm>
              <a:off x="23516828" y="3009900"/>
              <a:ext cx="15379" cy="276225"/>
            </a:xfrm>
            <a:prstGeom prst="rect">
              <a:avLst/>
            </a:prstGeom>
            <a:solidFill>
              <a:srgbClr val="DCE8ED"/>
            </a:solidFill>
            <a:ln w="0">
              <a:noFill/>
              <a:prstDash val="solid"/>
            </a:ln>
          </p:spPr>
        </p:sp>
        <p:sp>
          <p:nvSpPr>
            <p:cNvPr id="2404" name="four:time-step-strips:time-strip-tᵢ-cell-149:2127"/>
            <p:cNvSpPr>
              <a:spLocks noGrp="1"/>
            </p:cNvSpPr>
            <p:nvPr/>
          </p:nvSpPr>
          <p:spPr>
            <a:xfrm>
              <a:off x="23532207" y="3009900"/>
              <a:ext cx="15379" cy="276225"/>
            </a:xfrm>
            <a:prstGeom prst="rect">
              <a:avLst/>
            </a:prstGeom>
            <a:solidFill>
              <a:srgbClr val="DCE8ED"/>
            </a:solidFill>
            <a:ln w="0">
              <a:noFill/>
              <a:prstDash val="solid"/>
            </a:ln>
          </p:spPr>
        </p:sp>
        <p:sp>
          <p:nvSpPr>
            <p:cNvPr id="2405" name="four:time-step-strips:time-strip-tᵢ-cell-150:2128"/>
            <p:cNvSpPr>
              <a:spLocks noGrp="1"/>
            </p:cNvSpPr>
            <p:nvPr/>
          </p:nvSpPr>
          <p:spPr>
            <a:xfrm>
              <a:off x="23547586" y="3009900"/>
              <a:ext cx="15379" cy="276225"/>
            </a:xfrm>
            <a:prstGeom prst="rect">
              <a:avLst/>
            </a:prstGeom>
            <a:solidFill>
              <a:srgbClr val="DCE8ED"/>
            </a:solidFill>
            <a:ln w="0">
              <a:noFill/>
              <a:prstDash val="solid"/>
            </a:ln>
          </p:spPr>
        </p:sp>
        <p:sp>
          <p:nvSpPr>
            <p:cNvPr id="2406" name="four:time-step-strips:time-strip-tᵢ-cell-151:2129"/>
            <p:cNvSpPr>
              <a:spLocks noGrp="1"/>
            </p:cNvSpPr>
            <p:nvPr/>
          </p:nvSpPr>
          <p:spPr>
            <a:xfrm>
              <a:off x="23562965" y="3009900"/>
              <a:ext cx="15379" cy="276225"/>
            </a:xfrm>
            <a:prstGeom prst="rect">
              <a:avLst/>
            </a:prstGeom>
            <a:solidFill>
              <a:srgbClr val="DCE8ED"/>
            </a:solidFill>
            <a:ln w="0">
              <a:noFill/>
              <a:prstDash val="solid"/>
            </a:ln>
          </p:spPr>
        </p:sp>
        <p:sp>
          <p:nvSpPr>
            <p:cNvPr id="2407" name="four:time-step-strips:time-strip-tᵢ-cell-152:2130"/>
            <p:cNvSpPr>
              <a:spLocks noGrp="1"/>
            </p:cNvSpPr>
            <p:nvPr/>
          </p:nvSpPr>
          <p:spPr>
            <a:xfrm>
              <a:off x="23578344" y="3009900"/>
              <a:ext cx="15379" cy="276225"/>
            </a:xfrm>
            <a:prstGeom prst="rect">
              <a:avLst/>
            </a:prstGeom>
            <a:solidFill>
              <a:srgbClr val="DCE8ED"/>
            </a:solidFill>
            <a:ln w="0">
              <a:noFill/>
              <a:prstDash val="solid"/>
            </a:ln>
          </p:spPr>
        </p:sp>
        <p:sp>
          <p:nvSpPr>
            <p:cNvPr id="2408" name="four:time-step-strips:time-strip-tᵢ-cell-153:2131"/>
            <p:cNvSpPr>
              <a:spLocks noGrp="1"/>
            </p:cNvSpPr>
            <p:nvPr/>
          </p:nvSpPr>
          <p:spPr>
            <a:xfrm>
              <a:off x="23593723" y="3009900"/>
              <a:ext cx="15379" cy="276225"/>
            </a:xfrm>
            <a:prstGeom prst="rect">
              <a:avLst/>
            </a:prstGeom>
            <a:solidFill>
              <a:srgbClr val="DCE8ED"/>
            </a:solidFill>
            <a:ln w="0">
              <a:noFill/>
              <a:prstDash val="solid"/>
            </a:ln>
          </p:spPr>
        </p:sp>
        <p:sp>
          <p:nvSpPr>
            <p:cNvPr id="2409" name="four:time-step-strips:time-strip-tᵢ-cell-154:2132"/>
            <p:cNvSpPr>
              <a:spLocks noGrp="1"/>
            </p:cNvSpPr>
            <p:nvPr/>
          </p:nvSpPr>
          <p:spPr>
            <a:xfrm>
              <a:off x="23609102" y="3009900"/>
              <a:ext cx="15379" cy="276225"/>
            </a:xfrm>
            <a:prstGeom prst="rect">
              <a:avLst/>
            </a:prstGeom>
            <a:solidFill>
              <a:srgbClr val="DCE8ED"/>
            </a:solidFill>
            <a:ln w="0">
              <a:noFill/>
              <a:prstDash val="solid"/>
            </a:ln>
          </p:spPr>
        </p:sp>
        <p:sp>
          <p:nvSpPr>
            <p:cNvPr id="2410" name="four:time-step-strips:time-strip-tᵢ-cell-155:2133"/>
            <p:cNvSpPr>
              <a:spLocks noGrp="1"/>
            </p:cNvSpPr>
            <p:nvPr/>
          </p:nvSpPr>
          <p:spPr>
            <a:xfrm>
              <a:off x="23624480" y="3009900"/>
              <a:ext cx="15379" cy="276225"/>
            </a:xfrm>
            <a:prstGeom prst="rect">
              <a:avLst/>
            </a:prstGeom>
            <a:solidFill>
              <a:srgbClr val="DCE8ED"/>
            </a:solidFill>
            <a:ln w="0">
              <a:noFill/>
              <a:prstDash val="solid"/>
            </a:ln>
          </p:spPr>
        </p:sp>
        <p:sp>
          <p:nvSpPr>
            <p:cNvPr id="2411" name="four:time-step-strips:time-strip-tᵢ-cell-156:2134"/>
            <p:cNvSpPr>
              <a:spLocks noGrp="1"/>
            </p:cNvSpPr>
            <p:nvPr/>
          </p:nvSpPr>
          <p:spPr>
            <a:xfrm>
              <a:off x="23639859" y="3009900"/>
              <a:ext cx="15379" cy="276225"/>
            </a:xfrm>
            <a:prstGeom prst="rect">
              <a:avLst/>
            </a:prstGeom>
            <a:solidFill>
              <a:srgbClr val="DCE8ED"/>
            </a:solidFill>
            <a:ln w="0">
              <a:noFill/>
              <a:prstDash val="solid"/>
            </a:ln>
          </p:spPr>
        </p:sp>
        <p:sp>
          <p:nvSpPr>
            <p:cNvPr id="2412" name="four:time-step-strips:time-strip-tᵢ-cell-157:2135"/>
            <p:cNvSpPr>
              <a:spLocks noGrp="1"/>
            </p:cNvSpPr>
            <p:nvPr/>
          </p:nvSpPr>
          <p:spPr>
            <a:xfrm>
              <a:off x="23655238" y="3009900"/>
              <a:ext cx="15379" cy="276225"/>
            </a:xfrm>
            <a:prstGeom prst="rect">
              <a:avLst/>
            </a:prstGeom>
            <a:solidFill>
              <a:srgbClr val="DCE8ED"/>
            </a:solidFill>
            <a:ln w="0">
              <a:noFill/>
              <a:prstDash val="solid"/>
            </a:ln>
          </p:spPr>
        </p:sp>
        <p:sp>
          <p:nvSpPr>
            <p:cNvPr id="2413" name="four:time-step-strips:time-strip-tᵢ-cell-158:2136"/>
            <p:cNvSpPr>
              <a:spLocks noGrp="1"/>
            </p:cNvSpPr>
            <p:nvPr/>
          </p:nvSpPr>
          <p:spPr>
            <a:xfrm>
              <a:off x="23670617" y="3009900"/>
              <a:ext cx="15379" cy="276225"/>
            </a:xfrm>
            <a:prstGeom prst="rect">
              <a:avLst/>
            </a:prstGeom>
            <a:solidFill>
              <a:srgbClr val="DCE8ED"/>
            </a:solidFill>
            <a:ln w="0">
              <a:noFill/>
              <a:prstDash val="solid"/>
            </a:ln>
          </p:spPr>
        </p:sp>
        <p:sp>
          <p:nvSpPr>
            <p:cNvPr id="2414" name="four:time-step-strips:time-strip-tᵢ-cell-159:2137"/>
            <p:cNvSpPr>
              <a:spLocks noGrp="1"/>
            </p:cNvSpPr>
            <p:nvPr/>
          </p:nvSpPr>
          <p:spPr>
            <a:xfrm>
              <a:off x="23685996" y="3009900"/>
              <a:ext cx="15379" cy="276225"/>
            </a:xfrm>
            <a:prstGeom prst="rect">
              <a:avLst/>
            </a:prstGeom>
            <a:solidFill>
              <a:srgbClr val="DCE8ED"/>
            </a:solidFill>
            <a:ln w="0">
              <a:noFill/>
              <a:prstDash val="solid"/>
            </a:ln>
          </p:spPr>
        </p:sp>
        <p:sp>
          <p:nvSpPr>
            <p:cNvPr id="2415" name="four:time-step-strips:time-strip-tᵢ-cell-160:2138"/>
            <p:cNvSpPr>
              <a:spLocks noGrp="1"/>
            </p:cNvSpPr>
            <p:nvPr/>
          </p:nvSpPr>
          <p:spPr>
            <a:xfrm>
              <a:off x="23701375" y="3009900"/>
              <a:ext cx="15379" cy="276225"/>
            </a:xfrm>
            <a:prstGeom prst="rect">
              <a:avLst/>
            </a:prstGeom>
            <a:solidFill>
              <a:srgbClr val="DCE8ED"/>
            </a:solidFill>
            <a:ln w="0">
              <a:noFill/>
              <a:prstDash val="solid"/>
            </a:ln>
          </p:spPr>
        </p:sp>
        <p:sp>
          <p:nvSpPr>
            <p:cNvPr id="2416" name="four:time-step-strips:time-strip-tᵢ-cell-161:2139"/>
            <p:cNvSpPr>
              <a:spLocks noGrp="1"/>
            </p:cNvSpPr>
            <p:nvPr/>
          </p:nvSpPr>
          <p:spPr>
            <a:xfrm>
              <a:off x="23716754" y="3009900"/>
              <a:ext cx="15379" cy="276225"/>
            </a:xfrm>
            <a:prstGeom prst="rect">
              <a:avLst/>
            </a:prstGeom>
            <a:solidFill>
              <a:srgbClr val="DCE8ED"/>
            </a:solidFill>
            <a:ln w="0">
              <a:noFill/>
              <a:prstDash val="solid"/>
            </a:ln>
          </p:spPr>
        </p:sp>
        <p:sp>
          <p:nvSpPr>
            <p:cNvPr id="2417" name="four:time-step-strips:time-strip-tᵢ-cell-162:2140"/>
            <p:cNvSpPr>
              <a:spLocks noGrp="1"/>
            </p:cNvSpPr>
            <p:nvPr/>
          </p:nvSpPr>
          <p:spPr>
            <a:xfrm>
              <a:off x="23732133" y="3009900"/>
              <a:ext cx="15379" cy="276225"/>
            </a:xfrm>
            <a:prstGeom prst="rect">
              <a:avLst/>
            </a:prstGeom>
            <a:solidFill>
              <a:srgbClr val="DCE8ED"/>
            </a:solidFill>
            <a:ln w="0">
              <a:noFill/>
              <a:prstDash val="solid"/>
            </a:ln>
          </p:spPr>
        </p:sp>
        <p:sp>
          <p:nvSpPr>
            <p:cNvPr id="2418" name="four:time-step-strips:time-strip-tᵢ-cell-163:2141"/>
            <p:cNvSpPr>
              <a:spLocks noGrp="1"/>
            </p:cNvSpPr>
            <p:nvPr/>
          </p:nvSpPr>
          <p:spPr>
            <a:xfrm>
              <a:off x="23747512" y="3009900"/>
              <a:ext cx="15379" cy="276225"/>
            </a:xfrm>
            <a:prstGeom prst="rect">
              <a:avLst/>
            </a:prstGeom>
            <a:solidFill>
              <a:srgbClr val="DCE8ED"/>
            </a:solidFill>
            <a:ln w="0">
              <a:noFill/>
              <a:prstDash val="solid"/>
            </a:ln>
          </p:spPr>
        </p:sp>
        <p:sp>
          <p:nvSpPr>
            <p:cNvPr id="2419" name="four:time-step-strips:time-strip-tᵢ-cell-164:2142"/>
            <p:cNvSpPr>
              <a:spLocks noGrp="1"/>
            </p:cNvSpPr>
            <p:nvPr/>
          </p:nvSpPr>
          <p:spPr>
            <a:xfrm>
              <a:off x="23762891" y="3009900"/>
              <a:ext cx="15379" cy="276225"/>
            </a:xfrm>
            <a:prstGeom prst="rect">
              <a:avLst/>
            </a:prstGeom>
            <a:solidFill>
              <a:srgbClr val="DCE8ED"/>
            </a:solidFill>
            <a:ln w="0">
              <a:noFill/>
              <a:prstDash val="solid"/>
            </a:ln>
          </p:spPr>
        </p:sp>
        <p:sp>
          <p:nvSpPr>
            <p:cNvPr id="2420" name="four:time-step-strips:time-strip-tᵢ-cell-165:2143"/>
            <p:cNvSpPr>
              <a:spLocks noGrp="1"/>
            </p:cNvSpPr>
            <p:nvPr/>
          </p:nvSpPr>
          <p:spPr>
            <a:xfrm>
              <a:off x="23778270" y="3009900"/>
              <a:ext cx="15379" cy="276225"/>
            </a:xfrm>
            <a:prstGeom prst="rect">
              <a:avLst/>
            </a:prstGeom>
            <a:solidFill>
              <a:srgbClr val="DCE8ED"/>
            </a:solidFill>
            <a:ln w="0">
              <a:noFill/>
              <a:prstDash val="solid"/>
            </a:ln>
          </p:spPr>
        </p:sp>
        <p:sp>
          <p:nvSpPr>
            <p:cNvPr id="2421" name="four:time-step-strips:time-strip-tᵢ-cell-166:2144"/>
            <p:cNvSpPr>
              <a:spLocks noGrp="1"/>
            </p:cNvSpPr>
            <p:nvPr/>
          </p:nvSpPr>
          <p:spPr>
            <a:xfrm>
              <a:off x="23793648" y="3009900"/>
              <a:ext cx="15379" cy="276225"/>
            </a:xfrm>
            <a:prstGeom prst="rect">
              <a:avLst/>
            </a:prstGeom>
            <a:solidFill>
              <a:srgbClr val="DCE8ED"/>
            </a:solidFill>
            <a:ln w="0">
              <a:noFill/>
              <a:prstDash val="solid"/>
            </a:ln>
          </p:spPr>
        </p:sp>
        <p:sp>
          <p:nvSpPr>
            <p:cNvPr id="2422" name="four:time-step-strips:time-strip-tᵢ-cell-167:2145"/>
            <p:cNvSpPr>
              <a:spLocks noGrp="1"/>
            </p:cNvSpPr>
            <p:nvPr/>
          </p:nvSpPr>
          <p:spPr>
            <a:xfrm>
              <a:off x="23809027" y="3009900"/>
              <a:ext cx="15379" cy="276225"/>
            </a:xfrm>
            <a:prstGeom prst="rect">
              <a:avLst/>
            </a:prstGeom>
            <a:solidFill>
              <a:srgbClr val="DCE8ED"/>
            </a:solidFill>
            <a:ln w="0">
              <a:noFill/>
              <a:prstDash val="solid"/>
            </a:ln>
          </p:spPr>
        </p:sp>
        <p:sp>
          <p:nvSpPr>
            <p:cNvPr id="2423" name="four:time-step-strips:time-strip-tᵢ-cell-168:2146"/>
            <p:cNvSpPr>
              <a:spLocks noGrp="1"/>
            </p:cNvSpPr>
            <p:nvPr/>
          </p:nvSpPr>
          <p:spPr>
            <a:xfrm>
              <a:off x="23824406" y="3009900"/>
              <a:ext cx="15379" cy="276225"/>
            </a:xfrm>
            <a:prstGeom prst="rect">
              <a:avLst/>
            </a:prstGeom>
            <a:solidFill>
              <a:srgbClr val="DCE8ED"/>
            </a:solidFill>
            <a:ln w="0">
              <a:noFill/>
              <a:prstDash val="solid"/>
            </a:ln>
          </p:spPr>
        </p:sp>
        <p:sp>
          <p:nvSpPr>
            <p:cNvPr id="2424" name="four:time-step-strips:time-strip-tᵢ-cell-169:2147"/>
            <p:cNvSpPr>
              <a:spLocks noGrp="1"/>
            </p:cNvSpPr>
            <p:nvPr/>
          </p:nvSpPr>
          <p:spPr>
            <a:xfrm>
              <a:off x="23839785" y="3009900"/>
              <a:ext cx="15379" cy="276225"/>
            </a:xfrm>
            <a:prstGeom prst="rect">
              <a:avLst/>
            </a:prstGeom>
            <a:solidFill>
              <a:srgbClr val="DCE8ED"/>
            </a:solidFill>
            <a:ln w="0">
              <a:noFill/>
              <a:prstDash val="solid"/>
            </a:ln>
          </p:spPr>
        </p:sp>
        <p:sp>
          <p:nvSpPr>
            <p:cNvPr id="2425" name="four:time-step-strips:time-strip-tᵢ-cell-170:2148"/>
            <p:cNvSpPr>
              <a:spLocks noGrp="1"/>
            </p:cNvSpPr>
            <p:nvPr/>
          </p:nvSpPr>
          <p:spPr>
            <a:xfrm>
              <a:off x="23855164" y="3009900"/>
              <a:ext cx="15379" cy="276225"/>
            </a:xfrm>
            <a:prstGeom prst="rect">
              <a:avLst/>
            </a:prstGeom>
            <a:solidFill>
              <a:srgbClr val="DCE7EC"/>
            </a:solidFill>
            <a:ln w="0">
              <a:noFill/>
              <a:prstDash val="solid"/>
            </a:ln>
          </p:spPr>
        </p:sp>
        <p:sp>
          <p:nvSpPr>
            <p:cNvPr id="2426" name="four:time-step-strips:time-strip-tᵢ-cell-171:2149"/>
            <p:cNvSpPr>
              <a:spLocks noGrp="1"/>
            </p:cNvSpPr>
            <p:nvPr/>
          </p:nvSpPr>
          <p:spPr>
            <a:xfrm>
              <a:off x="23870543" y="3009900"/>
              <a:ext cx="15379" cy="276225"/>
            </a:xfrm>
            <a:prstGeom prst="rect">
              <a:avLst/>
            </a:prstGeom>
            <a:solidFill>
              <a:srgbClr val="DBE0E2"/>
            </a:solidFill>
            <a:ln w="0">
              <a:noFill/>
              <a:prstDash val="solid"/>
            </a:ln>
          </p:spPr>
        </p:sp>
        <p:sp>
          <p:nvSpPr>
            <p:cNvPr id="2427" name="four:time-step-strips:time-strip-tᵢ-cell-172:2150"/>
            <p:cNvSpPr>
              <a:spLocks noGrp="1"/>
            </p:cNvSpPr>
            <p:nvPr/>
          </p:nvSpPr>
          <p:spPr>
            <a:xfrm>
              <a:off x="23885922" y="3009900"/>
              <a:ext cx="15379" cy="276225"/>
            </a:xfrm>
            <a:prstGeom prst="rect">
              <a:avLst/>
            </a:prstGeom>
            <a:solidFill>
              <a:srgbClr val="D8D0DE"/>
            </a:solidFill>
            <a:ln w="0">
              <a:noFill/>
              <a:prstDash val="solid"/>
            </a:ln>
          </p:spPr>
        </p:sp>
        <p:sp>
          <p:nvSpPr>
            <p:cNvPr id="2428" name="four:time-step-strips:time-strip-tᵢ-cell-173:2151"/>
            <p:cNvSpPr>
              <a:spLocks noGrp="1"/>
            </p:cNvSpPr>
            <p:nvPr/>
          </p:nvSpPr>
          <p:spPr>
            <a:xfrm>
              <a:off x="23901301" y="3009900"/>
              <a:ext cx="15379" cy="276225"/>
            </a:xfrm>
            <a:prstGeom prst="rect">
              <a:avLst/>
            </a:prstGeom>
            <a:solidFill>
              <a:srgbClr val="D6BBD1"/>
            </a:solidFill>
            <a:ln w="0">
              <a:noFill/>
              <a:prstDash val="solid"/>
            </a:ln>
          </p:spPr>
        </p:sp>
        <p:sp>
          <p:nvSpPr>
            <p:cNvPr id="2429" name="four:time-step-strips:time-strip-tᵢ-cell-174:2152"/>
            <p:cNvSpPr>
              <a:spLocks noGrp="1"/>
            </p:cNvSpPr>
            <p:nvPr/>
          </p:nvSpPr>
          <p:spPr>
            <a:xfrm>
              <a:off x="23916680" y="3009900"/>
              <a:ext cx="15379" cy="276225"/>
            </a:xfrm>
            <a:prstGeom prst="rect">
              <a:avLst/>
            </a:prstGeom>
            <a:solidFill>
              <a:srgbClr val="D2A6C3"/>
            </a:solidFill>
            <a:ln w="0">
              <a:noFill/>
              <a:prstDash val="solid"/>
            </a:ln>
          </p:spPr>
        </p:sp>
        <p:sp>
          <p:nvSpPr>
            <p:cNvPr id="2430" name="four:time-step-strips:time-strip-tᵢ-cell-175:2153"/>
            <p:cNvSpPr>
              <a:spLocks noGrp="1"/>
            </p:cNvSpPr>
            <p:nvPr/>
          </p:nvSpPr>
          <p:spPr>
            <a:xfrm>
              <a:off x="23932059" y="3009900"/>
              <a:ext cx="15379" cy="276225"/>
            </a:xfrm>
            <a:prstGeom prst="rect">
              <a:avLst/>
            </a:prstGeom>
            <a:solidFill>
              <a:srgbClr val="D091B6"/>
            </a:solidFill>
            <a:ln w="0">
              <a:noFill/>
              <a:prstDash val="solid"/>
            </a:ln>
          </p:spPr>
        </p:sp>
        <p:sp>
          <p:nvSpPr>
            <p:cNvPr id="2431" name="four:time-step-strips:time-strip-tᵢ-cell-176:2154"/>
            <p:cNvSpPr>
              <a:spLocks noGrp="1"/>
            </p:cNvSpPr>
            <p:nvPr/>
          </p:nvSpPr>
          <p:spPr>
            <a:xfrm>
              <a:off x="23947438" y="3009900"/>
              <a:ext cx="15379" cy="276225"/>
            </a:xfrm>
            <a:prstGeom prst="rect">
              <a:avLst/>
            </a:prstGeom>
            <a:solidFill>
              <a:srgbClr val="CD82AD"/>
            </a:solidFill>
            <a:ln w="0">
              <a:noFill/>
              <a:prstDash val="solid"/>
            </a:ln>
          </p:spPr>
        </p:sp>
        <p:sp>
          <p:nvSpPr>
            <p:cNvPr id="2432" name="four:time-step-strips:time-strip-tᵢ-cell-177:2155"/>
            <p:cNvSpPr>
              <a:spLocks noGrp="1"/>
            </p:cNvSpPr>
            <p:nvPr/>
          </p:nvSpPr>
          <p:spPr>
            <a:xfrm>
              <a:off x="23962816" y="3009900"/>
              <a:ext cx="15379" cy="276225"/>
            </a:xfrm>
            <a:prstGeom prst="rect">
              <a:avLst/>
            </a:prstGeom>
            <a:solidFill>
              <a:srgbClr val="CC7AA8"/>
            </a:solidFill>
            <a:ln w="0">
              <a:noFill/>
              <a:prstDash val="solid"/>
            </a:ln>
          </p:spPr>
        </p:sp>
        <p:sp>
          <p:nvSpPr>
            <p:cNvPr id="2433" name="four:time-step-strips:time-strip-tᵢ-cell-178:2156"/>
            <p:cNvSpPr>
              <a:spLocks noGrp="1"/>
            </p:cNvSpPr>
            <p:nvPr/>
          </p:nvSpPr>
          <p:spPr>
            <a:xfrm>
              <a:off x="23978195" y="3009900"/>
              <a:ext cx="15379" cy="276225"/>
            </a:xfrm>
            <a:prstGeom prst="rect">
              <a:avLst/>
            </a:prstGeom>
            <a:solidFill>
              <a:srgbClr val="CC79A7"/>
            </a:solidFill>
            <a:ln w="0">
              <a:noFill/>
              <a:prstDash val="solid"/>
            </a:ln>
          </p:spPr>
        </p:sp>
        <p:sp>
          <p:nvSpPr>
            <p:cNvPr id="2434" name="four:time-step-strips:time-strip-tᵢ-cell-179:2157"/>
            <p:cNvSpPr>
              <a:spLocks noGrp="1"/>
            </p:cNvSpPr>
            <p:nvPr/>
          </p:nvSpPr>
          <p:spPr>
            <a:xfrm>
              <a:off x="23993574" y="3009900"/>
              <a:ext cx="15379" cy="276225"/>
            </a:xfrm>
            <a:prstGeom prst="rect">
              <a:avLst/>
            </a:prstGeom>
            <a:solidFill>
              <a:srgbClr val="CC79A7"/>
            </a:solidFill>
            <a:ln w="0">
              <a:noFill/>
              <a:prstDash val="solid"/>
            </a:ln>
          </p:spPr>
        </p:sp>
        <p:sp>
          <p:nvSpPr>
            <p:cNvPr id="2435" name="four:time-step-strips:time-strip-tᵢ-cell-180:2158"/>
            <p:cNvSpPr>
              <a:spLocks noGrp="1"/>
            </p:cNvSpPr>
            <p:nvPr/>
          </p:nvSpPr>
          <p:spPr>
            <a:xfrm>
              <a:off x="24008953" y="3009900"/>
              <a:ext cx="15379" cy="276225"/>
            </a:xfrm>
            <a:prstGeom prst="rect">
              <a:avLst/>
            </a:prstGeom>
            <a:solidFill>
              <a:srgbClr val="CC79A7"/>
            </a:solidFill>
            <a:ln w="0">
              <a:noFill/>
              <a:prstDash val="solid"/>
            </a:ln>
          </p:spPr>
        </p:sp>
        <p:sp>
          <p:nvSpPr>
            <p:cNvPr id="2436" name="four:time-step-strips:time-strip-tᵢ-cell-181:2159"/>
            <p:cNvSpPr>
              <a:spLocks noGrp="1"/>
            </p:cNvSpPr>
            <p:nvPr/>
          </p:nvSpPr>
          <p:spPr>
            <a:xfrm>
              <a:off x="24024332" y="3009900"/>
              <a:ext cx="15379" cy="276225"/>
            </a:xfrm>
            <a:prstGeom prst="rect">
              <a:avLst/>
            </a:prstGeom>
            <a:solidFill>
              <a:srgbClr val="CC79A7"/>
            </a:solidFill>
            <a:ln w="0">
              <a:noFill/>
              <a:prstDash val="solid"/>
            </a:ln>
          </p:spPr>
        </p:sp>
        <p:sp>
          <p:nvSpPr>
            <p:cNvPr id="2437" name="four:time-step-strips:time-strip-tᵢ-cell-182:2160"/>
            <p:cNvSpPr>
              <a:spLocks noGrp="1"/>
            </p:cNvSpPr>
            <p:nvPr/>
          </p:nvSpPr>
          <p:spPr>
            <a:xfrm>
              <a:off x="24039711" y="3009900"/>
              <a:ext cx="15379" cy="276225"/>
            </a:xfrm>
            <a:prstGeom prst="rect">
              <a:avLst/>
            </a:prstGeom>
            <a:solidFill>
              <a:srgbClr val="CC79A7"/>
            </a:solidFill>
            <a:ln w="0">
              <a:noFill/>
              <a:prstDash val="solid"/>
            </a:ln>
          </p:spPr>
        </p:sp>
        <p:sp>
          <p:nvSpPr>
            <p:cNvPr id="2438" name="four:time-step-strips:time-strip-tᵢ-cell-183:2161"/>
            <p:cNvSpPr>
              <a:spLocks noGrp="1"/>
            </p:cNvSpPr>
            <p:nvPr/>
          </p:nvSpPr>
          <p:spPr>
            <a:xfrm>
              <a:off x="24055090" y="3009900"/>
              <a:ext cx="15379" cy="276225"/>
            </a:xfrm>
            <a:prstGeom prst="rect">
              <a:avLst/>
            </a:prstGeom>
            <a:solidFill>
              <a:srgbClr val="CC79A7"/>
            </a:solidFill>
            <a:ln w="0">
              <a:noFill/>
              <a:prstDash val="solid"/>
            </a:ln>
          </p:spPr>
        </p:sp>
        <p:sp>
          <p:nvSpPr>
            <p:cNvPr id="2439" name="four:time-step-strips:time-strip-tᵢ-cell-184:2162"/>
            <p:cNvSpPr>
              <a:spLocks noGrp="1"/>
            </p:cNvSpPr>
            <p:nvPr/>
          </p:nvSpPr>
          <p:spPr>
            <a:xfrm>
              <a:off x="24070469" y="3009900"/>
              <a:ext cx="15379" cy="276225"/>
            </a:xfrm>
            <a:prstGeom prst="rect">
              <a:avLst/>
            </a:prstGeom>
            <a:solidFill>
              <a:srgbClr val="CC79A7"/>
            </a:solidFill>
            <a:ln w="0">
              <a:noFill/>
              <a:prstDash val="solid"/>
            </a:ln>
          </p:spPr>
        </p:sp>
        <p:sp>
          <p:nvSpPr>
            <p:cNvPr id="2440" name="four:time-step-strips:time-strip-tᵢ-cell-185:2163"/>
            <p:cNvSpPr>
              <a:spLocks noGrp="1"/>
            </p:cNvSpPr>
            <p:nvPr/>
          </p:nvSpPr>
          <p:spPr>
            <a:xfrm>
              <a:off x="24085848" y="3009900"/>
              <a:ext cx="15379" cy="276225"/>
            </a:xfrm>
            <a:prstGeom prst="rect">
              <a:avLst/>
            </a:prstGeom>
            <a:solidFill>
              <a:srgbClr val="CC79A7"/>
            </a:solidFill>
            <a:ln w="0">
              <a:noFill/>
              <a:prstDash val="solid"/>
            </a:ln>
          </p:spPr>
        </p:sp>
        <p:sp>
          <p:nvSpPr>
            <p:cNvPr id="2441" name="four:time-step-strips:time-strip-tᵢ-cell-186:2164"/>
            <p:cNvSpPr>
              <a:spLocks noGrp="1"/>
            </p:cNvSpPr>
            <p:nvPr/>
          </p:nvSpPr>
          <p:spPr>
            <a:xfrm>
              <a:off x="24101227" y="3009900"/>
              <a:ext cx="15379" cy="276225"/>
            </a:xfrm>
            <a:prstGeom prst="rect">
              <a:avLst/>
            </a:prstGeom>
            <a:solidFill>
              <a:srgbClr val="CC79A7"/>
            </a:solidFill>
            <a:ln w="0">
              <a:noFill/>
              <a:prstDash val="solid"/>
            </a:ln>
          </p:spPr>
        </p:sp>
        <p:sp>
          <p:nvSpPr>
            <p:cNvPr id="2442" name="four:time-step-strips:time-strip-tᵢ-cell-187:2165"/>
            <p:cNvSpPr>
              <a:spLocks noGrp="1"/>
            </p:cNvSpPr>
            <p:nvPr/>
          </p:nvSpPr>
          <p:spPr>
            <a:xfrm>
              <a:off x="24116605" y="3009900"/>
              <a:ext cx="15379" cy="276225"/>
            </a:xfrm>
            <a:prstGeom prst="rect">
              <a:avLst/>
            </a:prstGeom>
            <a:solidFill>
              <a:srgbClr val="CD7EAA"/>
            </a:solidFill>
            <a:ln w="0">
              <a:noFill/>
              <a:prstDash val="solid"/>
            </a:ln>
          </p:spPr>
        </p:sp>
        <p:sp>
          <p:nvSpPr>
            <p:cNvPr id="2443" name="four:time-step-strips:time-strip-tᵢ-cell-188:2166"/>
            <p:cNvSpPr>
              <a:spLocks noGrp="1"/>
            </p:cNvSpPr>
            <p:nvPr/>
          </p:nvSpPr>
          <p:spPr>
            <a:xfrm>
              <a:off x="24131984" y="3009900"/>
              <a:ext cx="15379" cy="276225"/>
            </a:xfrm>
            <a:prstGeom prst="rect">
              <a:avLst/>
            </a:prstGeom>
            <a:solidFill>
              <a:srgbClr val="D5B7CE"/>
            </a:solidFill>
            <a:ln w="0">
              <a:noFill/>
              <a:prstDash val="solid"/>
            </a:ln>
          </p:spPr>
        </p:sp>
        <p:sp>
          <p:nvSpPr>
            <p:cNvPr id="2444" name="four:time-step-strips:time-strip-tᵢ-cell-189:2167"/>
            <p:cNvSpPr>
              <a:spLocks noGrp="1"/>
            </p:cNvSpPr>
            <p:nvPr/>
          </p:nvSpPr>
          <p:spPr>
            <a:xfrm>
              <a:off x="24147363" y="3009900"/>
              <a:ext cx="15379" cy="276225"/>
            </a:xfrm>
            <a:prstGeom prst="rect">
              <a:avLst/>
            </a:prstGeom>
            <a:solidFill>
              <a:srgbClr val="DCE8EC"/>
            </a:solidFill>
            <a:ln w="0">
              <a:noFill/>
              <a:prstDash val="solid"/>
            </a:ln>
          </p:spPr>
        </p:sp>
        <p:sp>
          <p:nvSpPr>
            <p:cNvPr id="2445" name="four:time-step-strips:time-strip-tᵢ-cell-190:2168"/>
            <p:cNvSpPr>
              <a:spLocks noGrp="1"/>
            </p:cNvSpPr>
            <p:nvPr/>
          </p:nvSpPr>
          <p:spPr>
            <a:xfrm>
              <a:off x="24162742" y="3009900"/>
              <a:ext cx="15379" cy="276225"/>
            </a:xfrm>
            <a:prstGeom prst="rect">
              <a:avLst/>
            </a:prstGeom>
            <a:solidFill>
              <a:srgbClr val="DCE8ED"/>
            </a:solidFill>
            <a:ln w="0">
              <a:noFill/>
              <a:prstDash val="solid"/>
            </a:ln>
          </p:spPr>
        </p:sp>
        <p:sp>
          <p:nvSpPr>
            <p:cNvPr id="2446" name="four:time-step-strips:time-strip-tᵢ-cell-191:2169"/>
            <p:cNvSpPr>
              <a:spLocks noGrp="1"/>
            </p:cNvSpPr>
            <p:nvPr/>
          </p:nvSpPr>
          <p:spPr>
            <a:xfrm>
              <a:off x="24178121" y="3009900"/>
              <a:ext cx="15379" cy="276225"/>
            </a:xfrm>
            <a:prstGeom prst="rect">
              <a:avLst/>
            </a:prstGeom>
            <a:solidFill>
              <a:srgbClr val="DCE8ED"/>
            </a:solidFill>
            <a:ln w="0">
              <a:noFill/>
              <a:prstDash val="solid"/>
            </a:ln>
          </p:spPr>
        </p:sp>
        <p:sp>
          <p:nvSpPr>
            <p:cNvPr id="2447" name="four:time-step-strips:time-strip-tᵢ-border:2170"/>
            <p:cNvSpPr>
              <a:spLocks noGrp="1"/>
            </p:cNvSpPr>
            <p:nvPr/>
          </p:nvSpPr>
          <p:spPr>
            <a:xfrm>
              <a:off x="21240750" y="3009900"/>
              <a:ext cx="2952750" cy="276225"/>
            </a:xfrm>
            <a:prstGeom prst="rect">
              <a:avLst/>
            </a:prstGeom>
            <a:noFill/>
            <a:ln w="7620">
              <a:solidFill>
                <a:srgbClr val="263238"/>
              </a:solidFill>
              <a:prstDash val="solid"/>
            </a:ln>
          </p:spPr>
        </p:sp>
        <p:sp>
          <p:nvSpPr>
            <p:cNvPr id="2448" name="four:time-step-strips:textbox:2171"/>
            <p:cNvSpPr>
              <a:spLocks noGrp="1"/>
            </p:cNvSpPr>
            <p:nvPr/>
          </p:nvSpPr>
          <p:spPr>
            <a:xfrm>
              <a:off x="20831175" y="3695700"/>
              <a:ext cx="323850" cy="342900"/>
            </a:xfrm>
            <a:prstGeom prst="rect">
              <a:avLst/>
            </a:prstGeom>
            <a:noFill/>
            <a:ln w="0">
              <a:noFill/>
              <a:prstDash val="solid"/>
            </a:ln>
          </p:spPr>
          <p:txBody>
            <a:bodyPr wrap="none" lIns="0" tIns="0" rIns="0" bIns="0" anchor="ctr">
              <a:normAutofit/>
            </a:bodyPr>
            <a:lstStyle>
              <a:defPPr algn="ctr">
                <a:defRPr sz="2025" b="0">
                  <a:solidFill>
                    <a:srgbClr val="263238"/>
                  </a:solidFill>
                  <a:latin typeface="Arial" panose="020B0604020202090204"/>
                  <a:ea typeface="Arial" panose="020B0604020202090204"/>
                  <a:cs typeface="Arial" panose="020B0604020202090204"/>
                </a:defRPr>
              </a:defPPr>
            </a:lstStyle>
            <a:p>
              <a:pPr algn="ctr">
                <a:defRPr sz="2025" b="0">
                  <a:solidFill>
                    <a:srgbClr val="263238"/>
                  </a:solidFill>
                  <a:latin typeface="Arial" panose="020B0604020202090204"/>
                  <a:ea typeface="Arial" panose="020B0604020202090204"/>
                  <a:cs typeface="Arial" panose="020B0604020202090204"/>
                </a:defRPr>
              </a:pPr>
              <a:r>
                <a:rPr sz="2025" b="0">
                  <a:solidFill>
                    <a:srgbClr val="263238"/>
                  </a:solidFill>
                  <a:latin typeface="Arial" panose="020B0604020202090204"/>
                  <a:ea typeface="Arial" panose="020B0604020202090204"/>
                  <a:cs typeface="Arial" panose="020B0604020202090204"/>
                </a:rPr>
                <a:t>t</a:t>
              </a:r>
              <a:r>
                <a:rPr sz="1460" b="0" baseline="-25000">
                  <a:solidFill>
                    <a:srgbClr val="263238"/>
                  </a:solidFill>
                  <a:latin typeface="Arial" panose="020B0604020202090204"/>
                  <a:ea typeface="Arial" panose="020B0604020202090204"/>
                  <a:cs typeface="Arial" panose="020B0604020202090204"/>
                </a:rPr>
                <a:t>n</a:t>
              </a:r>
              <a:endParaRPr sz="1460" b="0" baseline="-25000">
                <a:solidFill>
                  <a:srgbClr val="263238"/>
                </a:solidFill>
                <a:latin typeface="Arial" panose="020B0604020202090204"/>
                <a:ea typeface="Arial" panose="020B0604020202090204"/>
                <a:cs typeface="Arial" panose="020B0604020202090204"/>
              </a:endParaRPr>
            </a:p>
          </p:txBody>
        </p:sp>
        <p:sp>
          <p:nvSpPr>
            <p:cNvPr id="2449" name="four:time-step-strips:time-strip-tₙ-cell-0:2172"/>
            <p:cNvSpPr>
              <a:spLocks noGrp="1"/>
            </p:cNvSpPr>
            <p:nvPr/>
          </p:nvSpPr>
          <p:spPr>
            <a:xfrm>
              <a:off x="21240750" y="3724275"/>
              <a:ext cx="15379" cy="276225"/>
            </a:xfrm>
            <a:prstGeom prst="rect">
              <a:avLst/>
            </a:prstGeom>
            <a:solidFill>
              <a:srgbClr val="DCE8ED"/>
            </a:solidFill>
            <a:ln w="0">
              <a:noFill/>
              <a:prstDash val="solid"/>
            </a:ln>
          </p:spPr>
        </p:sp>
        <p:sp>
          <p:nvSpPr>
            <p:cNvPr id="2450" name="four:time-step-strips:time-strip-tₙ-cell-1:2173"/>
            <p:cNvSpPr>
              <a:spLocks noGrp="1"/>
            </p:cNvSpPr>
            <p:nvPr/>
          </p:nvSpPr>
          <p:spPr>
            <a:xfrm>
              <a:off x="21256129" y="3724275"/>
              <a:ext cx="15379" cy="276225"/>
            </a:xfrm>
            <a:prstGeom prst="rect">
              <a:avLst/>
            </a:prstGeom>
            <a:solidFill>
              <a:srgbClr val="DCE8ED"/>
            </a:solidFill>
            <a:ln w="0">
              <a:noFill/>
              <a:prstDash val="solid"/>
            </a:ln>
          </p:spPr>
        </p:sp>
        <p:sp>
          <p:nvSpPr>
            <p:cNvPr id="2451" name="four:time-step-strips:time-strip-tₙ-cell-2:2174"/>
            <p:cNvSpPr>
              <a:spLocks noGrp="1"/>
            </p:cNvSpPr>
            <p:nvPr/>
          </p:nvSpPr>
          <p:spPr>
            <a:xfrm>
              <a:off x="21271508" y="3724275"/>
              <a:ext cx="15379" cy="276225"/>
            </a:xfrm>
            <a:prstGeom prst="rect">
              <a:avLst/>
            </a:prstGeom>
            <a:solidFill>
              <a:srgbClr val="DCE8ED"/>
            </a:solidFill>
            <a:ln w="0">
              <a:noFill/>
              <a:prstDash val="solid"/>
            </a:ln>
          </p:spPr>
        </p:sp>
        <p:sp>
          <p:nvSpPr>
            <p:cNvPr id="2452" name="four:time-step-strips:time-strip-tₙ-cell-3:2175"/>
            <p:cNvSpPr>
              <a:spLocks noGrp="1"/>
            </p:cNvSpPr>
            <p:nvPr/>
          </p:nvSpPr>
          <p:spPr>
            <a:xfrm>
              <a:off x="21286887" y="3724275"/>
              <a:ext cx="15379" cy="276225"/>
            </a:xfrm>
            <a:prstGeom prst="rect">
              <a:avLst/>
            </a:prstGeom>
            <a:solidFill>
              <a:srgbClr val="D9E6EB"/>
            </a:solidFill>
            <a:ln w="0">
              <a:noFill/>
              <a:prstDash val="solid"/>
            </a:ln>
          </p:spPr>
        </p:sp>
        <p:sp>
          <p:nvSpPr>
            <p:cNvPr id="2453" name="four:time-step-strips:time-strip-tₙ-cell-4:2176"/>
            <p:cNvSpPr>
              <a:spLocks noGrp="1"/>
            </p:cNvSpPr>
            <p:nvPr/>
          </p:nvSpPr>
          <p:spPr>
            <a:xfrm>
              <a:off x="21302266" y="3724275"/>
              <a:ext cx="15379" cy="276225"/>
            </a:xfrm>
            <a:prstGeom prst="rect">
              <a:avLst/>
            </a:prstGeom>
            <a:solidFill>
              <a:srgbClr val="D9B698"/>
            </a:solidFill>
            <a:ln w="0">
              <a:noFill/>
              <a:prstDash val="solid"/>
            </a:ln>
          </p:spPr>
        </p:sp>
        <p:sp>
          <p:nvSpPr>
            <p:cNvPr id="2454" name="four:time-step-strips:time-strip-tₙ-cell-5:2177"/>
            <p:cNvSpPr>
              <a:spLocks noGrp="1"/>
            </p:cNvSpPr>
            <p:nvPr/>
          </p:nvSpPr>
          <p:spPr>
            <a:xfrm>
              <a:off x="21317645" y="3724275"/>
              <a:ext cx="15379" cy="276225"/>
            </a:xfrm>
            <a:prstGeom prst="rect">
              <a:avLst/>
            </a:prstGeom>
            <a:solidFill>
              <a:srgbClr val="D6782D"/>
            </a:solidFill>
            <a:ln w="0">
              <a:noFill/>
              <a:prstDash val="solid"/>
            </a:ln>
          </p:spPr>
        </p:sp>
        <p:sp>
          <p:nvSpPr>
            <p:cNvPr id="2455" name="four:time-step-strips:time-strip-tₙ-cell-6:2178"/>
            <p:cNvSpPr>
              <a:spLocks noGrp="1"/>
            </p:cNvSpPr>
            <p:nvPr/>
          </p:nvSpPr>
          <p:spPr>
            <a:xfrm>
              <a:off x="21333023" y="3724275"/>
              <a:ext cx="15379" cy="276225"/>
            </a:xfrm>
            <a:prstGeom prst="rect">
              <a:avLst/>
            </a:prstGeom>
            <a:solidFill>
              <a:srgbClr val="D55E00"/>
            </a:solidFill>
            <a:ln w="0">
              <a:noFill/>
              <a:prstDash val="solid"/>
            </a:ln>
          </p:spPr>
        </p:sp>
        <p:sp>
          <p:nvSpPr>
            <p:cNvPr id="2456" name="four:time-step-strips:time-strip-tₙ-cell-7:2179"/>
            <p:cNvSpPr>
              <a:spLocks noGrp="1"/>
            </p:cNvSpPr>
            <p:nvPr/>
          </p:nvSpPr>
          <p:spPr>
            <a:xfrm>
              <a:off x="21348402" y="3724275"/>
              <a:ext cx="15379" cy="276225"/>
            </a:xfrm>
            <a:prstGeom prst="rect">
              <a:avLst/>
            </a:prstGeom>
            <a:solidFill>
              <a:srgbClr val="D55E00"/>
            </a:solidFill>
            <a:ln w="0">
              <a:noFill/>
              <a:prstDash val="solid"/>
            </a:ln>
          </p:spPr>
        </p:sp>
        <p:sp>
          <p:nvSpPr>
            <p:cNvPr id="2457" name="four:time-step-strips:time-strip-tₙ-cell-8:2180"/>
            <p:cNvSpPr>
              <a:spLocks noGrp="1"/>
            </p:cNvSpPr>
            <p:nvPr/>
          </p:nvSpPr>
          <p:spPr>
            <a:xfrm>
              <a:off x="21363781" y="3724275"/>
              <a:ext cx="15379" cy="276225"/>
            </a:xfrm>
            <a:prstGeom prst="rect">
              <a:avLst/>
            </a:prstGeom>
            <a:solidFill>
              <a:srgbClr val="D55E00"/>
            </a:solidFill>
            <a:ln w="0">
              <a:noFill/>
              <a:prstDash val="solid"/>
            </a:ln>
          </p:spPr>
        </p:sp>
        <p:sp>
          <p:nvSpPr>
            <p:cNvPr id="2458" name="four:time-step-strips:time-strip-tₙ-cell-9:2181"/>
            <p:cNvSpPr>
              <a:spLocks noGrp="1"/>
            </p:cNvSpPr>
            <p:nvPr/>
          </p:nvSpPr>
          <p:spPr>
            <a:xfrm>
              <a:off x="21379160" y="3724275"/>
              <a:ext cx="15379" cy="276225"/>
            </a:xfrm>
            <a:prstGeom prst="rect">
              <a:avLst/>
            </a:prstGeom>
            <a:solidFill>
              <a:srgbClr val="D55E00"/>
            </a:solidFill>
            <a:ln w="0">
              <a:noFill/>
              <a:prstDash val="solid"/>
            </a:ln>
          </p:spPr>
        </p:sp>
        <p:sp>
          <p:nvSpPr>
            <p:cNvPr id="2459" name="four:time-step-strips:time-strip-tₙ-cell-10:2182"/>
            <p:cNvSpPr>
              <a:spLocks noGrp="1"/>
            </p:cNvSpPr>
            <p:nvPr/>
          </p:nvSpPr>
          <p:spPr>
            <a:xfrm>
              <a:off x="21394539" y="3724275"/>
              <a:ext cx="15379" cy="276225"/>
            </a:xfrm>
            <a:prstGeom prst="rect">
              <a:avLst/>
            </a:prstGeom>
            <a:solidFill>
              <a:srgbClr val="D55E00"/>
            </a:solidFill>
            <a:ln w="0">
              <a:noFill/>
              <a:prstDash val="solid"/>
            </a:ln>
          </p:spPr>
        </p:sp>
        <p:sp>
          <p:nvSpPr>
            <p:cNvPr id="2460" name="four:time-step-strips:time-strip-tₙ-cell-11:2183"/>
            <p:cNvSpPr>
              <a:spLocks noGrp="1"/>
            </p:cNvSpPr>
            <p:nvPr/>
          </p:nvSpPr>
          <p:spPr>
            <a:xfrm>
              <a:off x="21409918" y="3724275"/>
              <a:ext cx="15379" cy="276225"/>
            </a:xfrm>
            <a:prstGeom prst="rect">
              <a:avLst/>
            </a:prstGeom>
            <a:solidFill>
              <a:srgbClr val="D55E00"/>
            </a:solidFill>
            <a:ln w="0">
              <a:noFill/>
              <a:prstDash val="solid"/>
            </a:ln>
          </p:spPr>
        </p:sp>
        <p:sp>
          <p:nvSpPr>
            <p:cNvPr id="2461" name="four:time-step-strips:time-strip-tₙ-cell-12:2184"/>
            <p:cNvSpPr>
              <a:spLocks noGrp="1"/>
            </p:cNvSpPr>
            <p:nvPr/>
          </p:nvSpPr>
          <p:spPr>
            <a:xfrm>
              <a:off x="21425297" y="3724275"/>
              <a:ext cx="15379" cy="276225"/>
            </a:xfrm>
            <a:prstGeom prst="rect">
              <a:avLst/>
            </a:prstGeom>
            <a:solidFill>
              <a:srgbClr val="D55E00"/>
            </a:solidFill>
            <a:ln w="0">
              <a:noFill/>
              <a:prstDash val="solid"/>
            </a:ln>
          </p:spPr>
        </p:sp>
        <p:sp>
          <p:nvSpPr>
            <p:cNvPr id="2462" name="four:time-step-strips:time-strip-tₙ-cell-13:2185"/>
            <p:cNvSpPr>
              <a:spLocks noGrp="1"/>
            </p:cNvSpPr>
            <p:nvPr/>
          </p:nvSpPr>
          <p:spPr>
            <a:xfrm>
              <a:off x="21440676" y="3724275"/>
              <a:ext cx="15379" cy="276225"/>
            </a:xfrm>
            <a:prstGeom prst="rect">
              <a:avLst/>
            </a:prstGeom>
            <a:solidFill>
              <a:srgbClr val="D55E00"/>
            </a:solidFill>
            <a:ln w="0">
              <a:noFill/>
              <a:prstDash val="solid"/>
            </a:ln>
          </p:spPr>
        </p:sp>
        <p:sp>
          <p:nvSpPr>
            <p:cNvPr id="2463" name="four:time-step-strips:time-strip-tₙ-cell-14:2186"/>
            <p:cNvSpPr>
              <a:spLocks noGrp="1"/>
            </p:cNvSpPr>
            <p:nvPr/>
          </p:nvSpPr>
          <p:spPr>
            <a:xfrm>
              <a:off x="21456055" y="3724275"/>
              <a:ext cx="15379" cy="276225"/>
            </a:xfrm>
            <a:prstGeom prst="rect">
              <a:avLst/>
            </a:prstGeom>
            <a:solidFill>
              <a:srgbClr val="D55E00"/>
            </a:solidFill>
            <a:ln w="0">
              <a:noFill/>
              <a:prstDash val="solid"/>
            </a:ln>
          </p:spPr>
        </p:sp>
        <p:sp>
          <p:nvSpPr>
            <p:cNvPr id="2464" name="four:time-step-strips:time-strip-tₙ-cell-15:2187"/>
            <p:cNvSpPr>
              <a:spLocks noGrp="1"/>
            </p:cNvSpPr>
            <p:nvPr/>
          </p:nvSpPr>
          <p:spPr>
            <a:xfrm>
              <a:off x="21471434" y="3724275"/>
              <a:ext cx="15379" cy="276225"/>
            </a:xfrm>
            <a:prstGeom prst="rect">
              <a:avLst/>
            </a:prstGeom>
            <a:solidFill>
              <a:srgbClr val="D55E00"/>
            </a:solidFill>
            <a:ln w="0">
              <a:noFill/>
              <a:prstDash val="solid"/>
            </a:ln>
          </p:spPr>
        </p:sp>
        <p:sp>
          <p:nvSpPr>
            <p:cNvPr id="2465" name="four:time-step-strips:time-strip-tₙ-cell-16:2188"/>
            <p:cNvSpPr>
              <a:spLocks noGrp="1"/>
            </p:cNvSpPr>
            <p:nvPr/>
          </p:nvSpPr>
          <p:spPr>
            <a:xfrm>
              <a:off x="21486812" y="3724275"/>
              <a:ext cx="15379" cy="276225"/>
            </a:xfrm>
            <a:prstGeom prst="rect">
              <a:avLst/>
            </a:prstGeom>
            <a:solidFill>
              <a:srgbClr val="D55E00"/>
            </a:solidFill>
            <a:ln w="0">
              <a:noFill/>
              <a:prstDash val="solid"/>
            </a:ln>
          </p:spPr>
        </p:sp>
        <p:sp>
          <p:nvSpPr>
            <p:cNvPr id="2466" name="four:time-step-strips:time-strip-tₙ-cell-17:2189"/>
            <p:cNvSpPr>
              <a:spLocks noGrp="1"/>
            </p:cNvSpPr>
            <p:nvPr/>
          </p:nvSpPr>
          <p:spPr>
            <a:xfrm>
              <a:off x="21502191" y="3724275"/>
              <a:ext cx="15379" cy="276225"/>
            </a:xfrm>
            <a:prstGeom prst="rect">
              <a:avLst/>
            </a:prstGeom>
            <a:solidFill>
              <a:srgbClr val="D55E00"/>
            </a:solidFill>
            <a:ln w="0">
              <a:noFill/>
              <a:prstDash val="solid"/>
            </a:ln>
          </p:spPr>
        </p:sp>
        <p:sp>
          <p:nvSpPr>
            <p:cNvPr id="2467" name="four:time-step-strips:time-strip-tₙ-cell-18:2190"/>
            <p:cNvSpPr>
              <a:spLocks noGrp="1"/>
            </p:cNvSpPr>
            <p:nvPr/>
          </p:nvSpPr>
          <p:spPr>
            <a:xfrm>
              <a:off x="21517570" y="3724275"/>
              <a:ext cx="15379" cy="276225"/>
            </a:xfrm>
            <a:prstGeom prst="rect">
              <a:avLst/>
            </a:prstGeom>
            <a:solidFill>
              <a:srgbClr val="D55E00"/>
            </a:solidFill>
            <a:ln w="0">
              <a:noFill/>
              <a:prstDash val="solid"/>
            </a:ln>
          </p:spPr>
        </p:sp>
        <p:sp>
          <p:nvSpPr>
            <p:cNvPr id="2468" name="four:time-step-strips:time-strip-tₙ-cell-19:2191"/>
            <p:cNvSpPr>
              <a:spLocks noGrp="1"/>
            </p:cNvSpPr>
            <p:nvPr/>
          </p:nvSpPr>
          <p:spPr>
            <a:xfrm>
              <a:off x="21532949" y="3724275"/>
              <a:ext cx="15379" cy="276225"/>
            </a:xfrm>
            <a:prstGeom prst="rect">
              <a:avLst/>
            </a:prstGeom>
            <a:solidFill>
              <a:srgbClr val="D55E00"/>
            </a:solidFill>
            <a:ln w="0">
              <a:noFill/>
              <a:prstDash val="solid"/>
            </a:ln>
          </p:spPr>
        </p:sp>
        <p:sp>
          <p:nvSpPr>
            <p:cNvPr id="2469" name="four:time-step-strips:time-strip-tₙ-cell-20:2192"/>
            <p:cNvSpPr>
              <a:spLocks noGrp="1"/>
            </p:cNvSpPr>
            <p:nvPr/>
          </p:nvSpPr>
          <p:spPr>
            <a:xfrm>
              <a:off x="21548328" y="3724275"/>
              <a:ext cx="15379" cy="276225"/>
            </a:xfrm>
            <a:prstGeom prst="rect">
              <a:avLst/>
            </a:prstGeom>
            <a:solidFill>
              <a:srgbClr val="D55E00"/>
            </a:solidFill>
            <a:ln w="0">
              <a:noFill/>
              <a:prstDash val="solid"/>
            </a:ln>
          </p:spPr>
        </p:sp>
        <p:sp>
          <p:nvSpPr>
            <p:cNvPr id="2470" name="four:time-step-strips:time-strip-tₙ-cell-21:2193"/>
            <p:cNvSpPr>
              <a:spLocks noGrp="1"/>
            </p:cNvSpPr>
            <p:nvPr/>
          </p:nvSpPr>
          <p:spPr>
            <a:xfrm>
              <a:off x="21563707" y="3724275"/>
              <a:ext cx="15379" cy="276225"/>
            </a:xfrm>
            <a:prstGeom prst="rect">
              <a:avLst/>
            </a:prstGeom>
            <a:solidFill>
              <a:srgbClr val="D55E00"/>
            </a:solidFill>
            <a:ln w="0">
              <a:noFill/>
              <a:prstDash val="solid"/>
            </a:ln>
          </p:spPr>
        </p:sp>
        <p:sp>
          <p:nvSpPr>
            <p:cNvPr id="2471" name="four:time-step-strips:time-strip-tₙ-cell-22:2194"/>
            <p:cNvSpPr>
              <a:spLocks noGrp="1"/>
            </p:cNvSpPr>
            <p:nvPr/>
          </p:nvSpPr>
          <p:spPr>
            <a:xfrm>
              <a:off x="21579086" y="3724275"/>
              <a:ext cx="15379" cy="276225"/>
            </a:xfrm>
            <a:prstGeom prst="rect">
              <a:avLst/>
            </a:prstGeom>
            <a:solidFill>
              <a:srgbClr val="D55E00"/>
            </a:solidFill>
            <a:ln w="0">
              <a:noFill/>
              <a:prstDash val="solid"/>
            </a:ln>
          </p:spPr>
        </p:sp>
        <p:sp>
          <p:nvSpPr>
            <p:cNvPr id="2472" name="four:time-step-strips:time-strip-tₙ-cell-23:2195"/>
            <p:cNvSpPr>
              <a:spLocks noGrp="1"/>
            </p:cNvSpPr>
            <p:nvPr/>
          </p:nvSpPr>
          <p:spPr>
            <a:xfrm>
              <a:off x="21594465" y="3724275"/>
              <a:ext cx="15379" cy="276225"/>
            </a:xfrm>
            <a:prstGeom prst="rect">
              <a:avLst/>
            </a:prstGeom>
            <a:solidFill>
              <a:srgbClr val="D55E00"/>
            </a:solidFill>
            <a:ln w="0">
              <a:noFill/>
              <a:prstDash val="solid"/>
            </a:ln>
          </p:spPr>
        </p:sp>
        <p:sp>
          <p:nvSpPr>
            <p:cNvPr id="2473" name="four:time-step-strips:time-strip-tₙ-cell-24:2196"/>
            <p:cNvSpPr>
              <a:spLocks noGrp="1"/>
            </p:cNvSpPr>
            <p:nvPr/>
          </p:nvSpPr>
          <p:spPr>
            <a:xfrm>
              <a:off x="21609844" y="3724275"/>
              <a:ext cx="15379" cy="276225"/>
            </a:xfrm>
            <a:prstGeom prst="rect">
              <a:avLst/>
            </a:prstGeom>
            <a:solidFill>
              <a:srgbClr val="D55E00"/>
            </a:solidFill>
            <a:ln w="0">
              <a:noFill/>
              <a:prstDash val="solid"/>
            </a:ln>
          </p:spPr>
        </p:sp>
        <p:sp>
          <p:nvSpPr>
            <p:cNvPr id="2474" name="four:time-step-strips:time-strip-tₙ-cell-25:2197"/>
            <p:cNvSpPr>
              <a:spLocks noGrp="1"/>
            </p:cNvSpPr>
            <p:nvPr/>
          </p:nvSpPr>
          <p:spPr>
            <a:xfrm>
              <a:off x="21625223" y="3724275"/>
              <a:ext cx="15379" cy="276225"/>
            </a:xfrm>
            <a:prstGeom prst="rect">
              <a:avLst/>
            </a:prstGeom>
            <a:solidFill>
              <a:srgbClr val="D55F02"/>
            </a:solidFill>
            <a:ln w="0">
              <a:noFill/>
              <a:prstDash val="solid"/>
            </a:ln>
          </p:spPr>
        </p:sp>
        <p:sp>
          <p:nvSpPr>
            <p:cNvPr id="2475" name="four:time-step-strips:time-strip-tₙ-cell-26:2198"/>
            <p:cNvSpPr>
              <a:spLocks noGrp="1"/>
            </p:cNvSpPr>
            <p:nvPr/>
          </p:nvSpPr>
          <p:spPr>
            <a:xfrm>
              <a:off x="21640602" y="3724275"/>
              <a:ext cx="15379" cy="276225"/>
            </a:xfrm>
            <a:prstGeom prst="rect">
              <a:avLst/>
            </a:prstGeom>
            <a:solidFill>
              <a:srgbClr val="D66811"/>
            </a:solidFill>
            <a:ln w="0">
              <a:noFill/>
              <a:prstDash val="solid"/>
            </a:ln>
          </p:spPr>
        </p:sp>
        <p:sp>
          <p:nvSpPr>
            <p:cNvPr id="2476" name="four:time-step-strips:time-strip-tₙ-cell-27:2199"/>
            <p:cNvSpPr>
              <a:spLocks noGrp="1"/>
            </p:cNvSpPr>
            <p:nvPr/>
          </p:nvSpPr>
          <p:spPr>
            <a:xfrm>
              <a:off x="21655980" y="3724275"/>
              <a:ext cx="15379" cy="276225"/>
            </a:xfrm>
            <a:prstGeom prst="rect">
              <a:avLst/>
            </a:prstGeom>
            <a:solidFill>
              <a:srgbClr val="D6772B"/>
            </a:solidFill>
            <a:ln w="0">
              <a:noFill/>
              <a:prstDash val="solid"/>
            </a:ln>
          </p:spPr>
        </p:sp>
        <p:sp>
          <p:nvSpPr>
            <p:cNvPr id="2477" name="four:time-step-strips:time-strip-tₙ-cell-28:2200"/>
            <p:cNvSpPr>
              <a:spLocks noGrp="1"/>
            </p:cNvSpPr>
            <p:nvPr/>
          </p:nvSpPr>
          <p:spPr>
            <a:xfrm>
              <a:off x="21671359" y="3724275"/>
              <a:ext cx="15379" cy="276225"/>
            </a:xfrm>
            <a:prstGeom prst="rect">
              <a:avLst/>
            </a:prstGeom>
            <a:solidFill>
              <a:srgbClr val="98ADAC"/>
            </a:solidFill>
            <a:ln w="0">
              <a:noFill/>
              <a:prstDash val="solid"/>
            </a:ln>
          </p:spPr>
        </p:sp>
        <p:sp>
          <p:nvSpPr>
            <p:cNvPr id="2478" name="four:time-step-strips:time-strip-tₙ-cell-29:2201"/>
            <p:cNvSpPr>
              <a:spLocks noGrp="1"/>
            </p:cNvSpPr>
            <p:nvPr/>
          </p:nvSpPr>
          <p:spPr>
            <a:xfrm>
              <a:off x="21686738" y="3724275"/>
              <a:ext cx="15379" cy="276225"/>
            </a:xfrm>
            <a:prstGeom prst="rect">
              <a:avLst/>
            </a:prstGeom>
            <a:solidFill>
              <a:srgbClr val="A8B1BB"/>
            </a:solidFill>
            <a:ln w="0">
              <a:noFill/>
              <a:prstDash val="solid"/>
            </a:ln>
          </p:spPr>
        </p:sp>
        <p:sp>
          <p:nvSpPr>
            <p:cNvPr id="2479" name="four:time-step-strips:time-strip-tₙ-cell-30:2202"/>
            <p:cNvSpPr>
              <a:spLocks noGrp="1"/>
            </p:cNvSpPr>
            <p:nvPr/>
          </p:nvSpPr>
          <p:spPr>
            <a:xfrm>
              <a:off x="21702117" y="3724275"/>
              <a:ext cx="15379" cy="276225"/>
            </a:xfrm>
            <a:prstGeom prst="rect">
              <a:avLst/>
            </a:prstGeom>
            <a:solidFill>
              <a:srgbClr val="65C0AB"/>
            </a:solidFill>
            <a:ln w="0">
              <a:noFill/>
              <a:prstDash val="solid"/>
            </a:ln>
          </p:spPr>
        </p:sp>
        <p:sp>
          <p:nvSpPr>
            <p:cNvPr id="2480" name="four:time-step-strips:time-strip-tₙ-cell-31:2203"/>
            <p:cNvSpPr>
              <a:spLocks noGrp="1"/>
            </p:cNvSpPr>
            <p:nvPr/>
          </p:nvSpPr>
          <p:spPr>
            <a:xfrm>
              <a:off x="21717496" y="3724275"/>
              <a:ext cx="15379" cy="276225"/>
            </a:xfrm>
            <a:prstGeom prst="rect">
              <a:avLst/>
            </a:prstGeom>
            <a:solidFill>
              <a:srgbClr val="78C6B6"/>
            </a:solidFill>
            <a:ln w="0">
              <a:noFill/>
              <a:prstDash val="solid"/>
            </a:ln>
          </p:spPr>
        </p:sp>
        <p:sp>
          <p:nvSpPr>
            <p:cNvPr id="2481" name="four:time-step-strips:time-strip-tₙ-cell-32:2204"/>
            <p:cNvSpPr>
              <a:spLocks noGrp="1"/>
            </p:cNvSpPr>
            <p:nvPr/>
          </p:nvSpPr>
          <p:spPr>
            <a:xfrm>
              <a:off x="21732875" y="3724275"/>
              <a:ext cx="15379" cy="276225"/>
            </a:xfrm>
            <a:prstGeom prst="rect">
              <a:avLst/>
            </a:prstGeom>
            <a:solidFill>
              <a:srgbClr val="81C9BA"/>
            </a:solidFill>
            <a:ln w="0">
              <a:noFill/>
              <a:prstDash val="solid"/>
            </a:ln>
          </p:spPr>
        </p:sp>
        <p:sp>
          <p:nvSpPr>
            <p:cNvPr id="2482" name="four:time-step-strips:time-strip-tₙ-cell-33:2205"/>
            <p:cNvSpPr>
              <a:spLocks noGrp="1"/>
            </p:cNvSpPr>
            <p:nvPr/>
          </p:nvSpPr>
          <p:spPr>
            <a:xfrm>
              <a:off x="21748254" y="3724275"/>
              <a:ext cx="15379" cy="276225"/>
            </a:xfrm>
            <a:prstGeom prst="rect">
              <a:avLst/>
            </a:prstGeom>
            <a:solidFill>
              <a:srgbClr val="81C9BA"/>
            </a:solidFill>
            <a:ln w="0">
              <a:noFill/>
              <a:prstDash val="solid"/>
            </a:ln>
          </p:spPr>
        </p:sp>
        <p:sp>
          <p:nvSpPr>
            <p:cNvPr id="2483" name="four:time-step-strips:time-strip-tₙ-cell-34:2206"/>
            <p:cNvSpPr>
              <a:spLocks noGrp="1"/>
            </p:cNvSpPr>
            <p:nvPr/>
          </p:nvSpPr>
          <p:spPr>
            <a:xfrm>
              <a:off x="21763633" y="3724275"/>
              <a:ext cx="15379" cy="276225"/>
            </a:xfrm>
            <a:prstGeom prst="rect">
              <a:avLst/>
            </a:prstGeom>
            <a:solidFill>
              <a:srgbClr val="81C9BA"/>
            </a:solidFill>
            <a:ln w="0">
              <a:noFill/>
              <a:prstDash val="solid"/>
            </a:ln>
          </p:spPr>
        </p:sp>
        <p:sp>
          <p:nvSpPr>
            <p:cNvPr id="2484" name="four:time-step-strips:time-strip-tₙ-cell-35:2207"/>
            <p:cNvSpPr>
              <a:spLocks noGrp="1"/>
            </p:cNvSpPr>
            <p:nvPr/>
          </p:nvSpPr>
          <p:spPr>
            <a:xfrm>
              <a:off x="21779012" y="3724275"/>
              <a:ext cx="15379" cy="276225"/>
            </a:xfrm>
            <a:prstGeom prst="rect">
              <a:avLst/>
            </a:prstGeom>
            <a:solidFill>
              <a:srgbClr val="81C9BA"/>
            </a:solidFill>
            <a:ln w="0">
              <a:noFill/>
              <a:prstDash val="solid"/>
            </a:ln>
          </p:spPr>
        </p:sp>
        <p:sp>
          <p:nvSpPr>
            <p:cNvPr id="2485" name="four:time-step-strips:time-strip-tₙ-cell-36:2208"/>
            <p:cNvSpPr>
              <a:spLocks noGrp="1"/>
            </p:cNvSpPr>
            <p:nvPr/>
          </p:nvSpPr>
          <p:spPr>
            <a:xfrm>
              <a:off x="21794391" y="3724275"/>
              <a:ext cx="15379" cy="276225"/>
            </a:xfrm>
            <a:prstGeom prst="rect">
              <a:avLst/>
            </a:prstGeom>
            <a:solidFill>
              <a:srgbClr val="81C9BA"/>
            </a:solidFill>
            <a:ln w="0">
              <a:noFill/>
              <a:prstDash val="solid"/>
            </a:ln>
          </p:spPr>
        </p:sp>
        <p:sp>
          <p:nvSpPr>
            <p:cNvPr id="2486" name="four:time-step-strips:time-strip-tₙ-cell-37:2209"/>
            <p:cNvSpPr>
              <a:spLocks noGrp="1"/>
            </p:cNvSpPr>
            <p:nvPr/>
          </p:nvSpPr>
          <p:spPr>
            <a:xfrm>
              <a:off x="21809770" y="3724275"/>
              <a:ext cx="15379" cy="276225"/>
            </a:xfrm>
            <a:prstGeom prst="rect">
              <a:avLst/>
            </a:prstGeom>
            <a:solidFill>
              <a:srgbClr val="81C9BA"/>
            </a:solidFill>
            <a:ln w="0">
              <a:noFill/>
              <a:prstDash val="solid"/>
            </a:ln>
          </p:spPr>
        </p:sp>
        <p:sp>
          <p:nvSpPr>
            <p:cNvPr id="2487" name="four:time-step-strips:time-strip-tₙ-cell-38:2210"/>
            <p:cNvSpPr>
              <a:spLocks noGrp="1"/>
            </p:cNvSpPr>
            <p:nvPr/>
          </p:nvSpPr>
          <p:spPr>
            <a:xfrm>
              <a:off x="21825148" y="3724275"/>
              <a:ext cx="15379" cy="276225"/>
            </a:xfrm>
            <a:prstGeom prst="rect">
              <a:avLst/>
            </a:prstGeom>
            <a:solidFill>
              <a:srgbClr val="81C9BA"/>
            </a:solidFill>
            <a:ln w="0">
              <a:noFill/>
              <a:prstDash val="solid"/>
            </a:ln>
          </p:spPr>
        </p:sp>
        <p:sp>
          <p:nvSpPr>
            <p:cNvPr id="2488" name="four:time-step-strips:time-strip-tₙ-cell-39:2211"/>
            <p:cNvSpPr>
              <a:spLocks noGrp="1"/>
            </p:cNvSpPr>
            <p:nvPr/>
          </p:nvSpPr>
          <p:spPr>
            <a:xfrm>
              <a:off x="21840527" y="3724275"/>
              <a:ext cx="15379" cy="276225"/>
            </a:xfrm>
            <a:prstGeom prst="rect">
              <a:avLst/>
            </a:prstGeom>
            <a:solidFill>
              <a:srgbClr val="81C9BA"/>
            </a:solidFill>
            <a:ln w="0">
              <a:noFill/>
              <a:prstDash val="solid"/>
            </a:ln>
          </p:spPr>
        </p:sp>
        <p:sp>
          <p:nvSpPr>
            <p:cNvPr id="2489" name="four:time-step-strips:time-strip-tₙ-cell-40:2212"/>
            <p:cNvSpPr>
              <a:spLocks noGrp="1"/>
            </p:cNvSpPr>
            <p:nvPr/>
          </p:nvSpPr>
          <p:spPr>
            <a:xfrm>
              <a:off x="21855906" y="3724275"/>
              <a:ext cx="15379" cy="276225"/>
            </a:xfrm>
            <a:prstGeom prst="rect">
              <a:avLst/>
            </a:prstGeom>
            <a:solidFill>
              <a:srgbClr val="81C9BA"/>
            </a:solidFill>
            <a:ln w="0">
              <a:noFill/>
              <a:prstDash val="solid"/>
            </a:ln>
          </p:spPr>
        </p:sp>
        <p:sp>
          <p:nvSpPr>
            <p:cNvPr id="2490" name="four:time-step-strips:time-strip-tₙ-cell-41:2213"/>
            <p:cNvSpPr>
              <a:spLocks noGrp="1"/>
            </p:cNvSpPr>
            <p:nvPr/>
          </p:nvSpPr>
          <p:spPr>
            <a:xfrm>
              <a:off x="21871285" y="3724275"/>
              <a:ext cx="15379" cy="276225"/>
            </a:xfrm>
            <a:prstGeom prst="rect">
              <a:avLst/>
            </a:prstGeom>
            <a:solidFill>
              <a:srgbClr val="81C9BA"/>
            </a:solidFill>
            <a:ln w="0">
              <a:noFill/>
              <a:prstDash val="solid"/>
            </a:ln>
          </p:spPr>
        </p:sp>
        <p:sp>
          <p:nvSpPr>
            <p:cNvPr id="2491" name="four:time-step-strips:time-strip-tₙ-cell-42:2214"/>
            <p:cNvSpPr>
              <a:spLocks noGrp="1"/>
            </p:cNvSpPr>
            <p:nvPr/>
          </p:nvSpPr>
          <p:spPr>
            <a:xfrm>
              <a:off x="21886664" y="3724275"/>
              <a:ext cx="15379" cy="276225"/>
            </a:xfrm>
            <a:prstGeom prst="rect">
              <a:avLst/>
            </a:prstGeom>
            <a:solidFill>
              <a:srgbClr val="81C9BA"/>
            </a:solidFill>
            <a:ln w="0">
              <a:noFill/>
              <a:prstDash val="solid"/>
            </a:ln>
          </p:spPr>
        </p:sp>
        <p:sp>
          <p:nvSpPr>
            <p:cNvPr id="2492" name="four:time-step-strips:time-strip-tₙ-cell-43:2215"/>
            <p:cNvSpPr>
              <a:spLocks noGrp="1"/>
            </p:cNvSpPr>
            <p:nvPr/>
          </p:nvSpPr>
          <p:spPr>
            <a:xfrm>
              <a:off x="21902043" y="3724275"/>
              <a:ext cx="15379" cy="276225"/>
            </a:xfrm>
            <a:prstGeom prst="rect">
              <a:avLst/>
            </a:prstGeom>
            <a:solidFill>
              <a:srgbClr val="81C9BA"/>
            </a:solidFill>
            <a:ln w="0">
              <a:noFill/>
              <a:prstDash val="solid"/>
            </a:ln>
          </p:spPr>
        </p:sp>
        <p:sp>
          <p:nvSpPr>
            <p:cNvPr id="2493" name="four:time-step-strips:time-strip-tₙ-cell-44:2216"/>
            <p:cNvSpPr>
              <a:spLocks noGrp="1"/>
            </p:cNvSpPr>
            <p:nvPr/>
          </p:nvSpPr>
          <p:spPr>
            <a:xfrm>
              <a:off x="21917422" y="3724275"/>
              <a:ext cx="15379" cy="276225"/>
            </a:xfrm>
            <a:prstGeom prst="rect">
              <a:avLst/>
            </a:prstGeom>
            <a:solidFill>
              <a:srgbClr val="81C9BA"/>
            </a:solidFill>
            <a:ln w="0">
              <a:noFill/>
              <a:prstDash val="solid"/>
            </a:ln>
          </p:spPr>
        </p:sp>
        <p:sp>
          <p:nvSpPr>
            <p:cNvPr id="2494" name="four:time-step-strips:time-strip-tₙ-cell-45:2217"/>
            <p:cNvSpPr>
              <a:spLocks noGrp="1"/>
            </p:cNvSpPr>
            <p:nvPr/>
          </p:nvSpPr>
          <p:spPr>
            <a:xfrm>
              <a:off x="21932801" y="3724275"/>
              <a:ext cx="15379" cy="276225"/>
            </a:xfrm>
            <a:prstGeom prst="rect">
              <a:avLst/>
            </a:prstGeom>
            <a:solidFill>
              <a:srgbClr val="81C9BA"/>
            </a:solidFill>
            <a:ln w="0">
              <a:noFill/>
              <a:prstDash val="solid"/>
            </a:ln>
          </p:spPr>
        </p:sp>
        <p:sp>
          <p:nvSpPr>
            <p:cNvPr id="2495" name="four:time-step-strips:time-strip-tₙ-cell-46:2218"/>
            <p:cNvSpPr>
              <a:spLocks noGrp="1"/>
            </p:cNvSpPr>
            <p:nvPr/>
          </p:nvSpPr>
          <p:spPr>
            <a:xfrm>
              <a:off x="21948180" y="3724275"/>
              <a:ext cx="15379" cy="276225"/>
            </a:xfrm>
            <a:prstGeom prst="rect">
              <a:avLst/>
            </a:prstGeom>
            <a:solidFill>
              <a:srgbClr val="81C9BA"/>
            </a:solidFill>
            <a:ln w="0">
              <a:noFill/>
              <a:prstDash val="solid"/>
            </a:ln>
          </p:spPr>
        </p:sp>
        <p:sp>
          <p:nvSpPr>
            <p:cNvPr id="2496" name="four:time-step-strips:time-strip-tₙ-cell-47:2219"/>
            <p:cNvSpPr>
              <a:spLocks noGrp="1"/>
            </p:cNvSpPr>
            <p:nvPr/>
          </p:nvSpPr>
          <p:spPr>
            <a:xfrm>
              <a:off x="21963559" y="3724275"/>
              <a:ext cx="15379" cy="276225"/>
            </a:xfrm>
            <a:prstGeom prst="rect">
              <a:avLst/>
            </a:prstGeom>
            <a:solidFill>
              <a:srgbClr val="81C9BA"/>
            </a:solidFill>
            <a:ln w="0">
              <a:noFill/>
              <a:prstDash val="solid"/>
            </a:ln>
          </p:spPr>
        </p:sp>
        <p:sp>
          <p:nvSpPr>
            <p:cNvPr id="2497" name="four:time-step-strips:time-strip-tₙ-cell-48:2220"/>
            <p:cNvSpPr>
              <a:spLocks noGrp="1"/>
            </p:cNvSpPr>
            <p:nvPr/>
          </p:nvSpPr>
          <p:spPr>
            <a:xfrm>
              <a:off x="21978938" y="3724275"/>
              <a:ext cx="15379" cy="276225"/>
            </a:xfrm>
            <a:prstGeom prst="rect">
              <a:avLst/>
            </a:prstGeom>
            <a:solidFill>
              <a:srgbClr val="81C9BA"/>
            </a:solidFill>
            <a:ln w="0">
              <a:noFill/>
              <a:prstDash val="solid"/>
            </a:ln>
          </p:spPr>
        </p:sp>
        <p:sp>
          <p:nvSpPr>
            <p:cNvPr id="2498" name="four:time-step-strips:time-strip-tₙ-cell-49:2221"/>
            <p:cNvSpPr>
              <a:spLocks noGrp="1"/>
            </p:cNvSpPr>
            <p:nvPr/>
          </p:nvSpPr>
          <p:spPr>
            <a:xfrm>
              <a:off x="21994316" y="3724275"/>
              <a:ext cx="15379" cy="276225"/>
            </a:xfrm>
            <a:prstGeom prst="rect">
              <a:avLst/>
            </a:prstGeom>
            <a:solidFill>
              <a:srgbClr val="81C9BA"/>
            </a:solidFill>
            <a:ln w="0">
              <a:noFill/>
              <a:prstDash val="solid"/>
            </a:ln>
          </p:spPr>
        </p:sp>
        <p:sp>
          <p:nvSpPr>
            <p:cNvPr id="2499" name="four:time-step-strips:time-strip-tₙ-cell-50:2222"/>
            <p:cNvSpPr>
              <a:spLocks noGrp="1"/>
            </p:cNvSpPr>
            <p:nvPr/>
          </p:nvSpPr>
          <p:spPr>
            <a:xfrm>
              <a:off x="22009695" y="3724275"/>
              <a:ext cx="15379" cy="276225"/>
            </a:xfrm>
            <a:prstGeom prst="rect">
              <a:avLst/>
            </a:prstGeom>
            <a:solidFill>
              <a:srgbClr val="81C9BA"/>
            </a:solidFill>
            <a:ln w="0">
              <a:noFill/>
              <a:prstDash val="solid"/>
            </a:ln>
          </p:spPr>
        </p:sp>
        <p:sp>
          <p:nvSpPr>
            <p:cNvPr id="2500" name="four:time-step-strips:time-strip-tₙ-cell-51:2223"/>
            <p:cNvSpPr>
              <a:spLocks noGrp="1"/>
            </p:cNvSpPr>
            <p:nvPr/>
          </p:nvSpPr>
          <p:spPr>
            <a:xfrm>
              <a:off x="22025074" y="3724275"/>
              <a:ext cx="15379" cy="276225"/>
            </a:xfrm>
            <a:prstGeom prst="rect">
              <a:avLst/>
            </a:prstGeom>
            <a:solidFill>
              <a:srgbClr val="81C9BA"/>
            </a:solidFill>
            <a:ln w="0">
              <a:noFill/>
              <a:prstDash val="solid"/>
            </a:ln>
          </p:spPr>
        </p:sp>
        <p:sp>
          <p:nvSpPr>
            <p:cNvPr id="2501" name="four:time-step-strips:time-strip-tₙ-cell-52:2224"/>
            <p:cNvSpPr>
              <a:spLocks noGrp="1"/>
            </p:cNvSpPr>
            <p:nvPr/>
          </p:nvSpPr>
          <p:spPr>
            <a:xfrm>
              <a:off x="22040453" y="3724275"/>
              <a:ext cx="15379" cy="276225"/>
            </a:xfrm>
            <a:prstGeom prst="rect">
              <a:avLst/>
            </a:prstGeom>
            <a:solidFill>
              <a:srgbClr val="81C9BA"/>
            </a:solidFill>
            <a:ln w="0">
              <a:noFill/>
              <a:prstDash val="solid"/>
            </a:ln>
          </p:spPr>
        </p:sp>
        <p:sp>
          <p:nvSpPr>
            <p:cNvPr id="2502" name="four:time-step-strips:time-strip-tₙ-cell-53:2225"/>
            <p:cNvSpPr>
              <a:spLocks noGrp="1"/>
            </p:cNvSpPr>
            <p:nvPr/>
          </p:nvSpPr>
          <p:spPr>
            <a:xfrm>
              <a:off x="22055832" y="3724275"/>
              <a:ext cx="15379" cy="276225"/>
            </a:xfrm>
            <a:prstGeom prst="rect">
              <a:avLst/>
            </a:prstGeom>
            <a:solidFill>
              <a:srgbClr val="81C9BA"/>
            </a:solidFill>
            <a:ln w="0">
              <a:noFill/>
              <a:prstDash val="solid"/>
            </a:ln>
          </p:spPr>
        </p:sp>
        <p:sp>
          <p:nvSpPr>
            <p:cNvPr id="2503" name="four:time-step-strips:time-strip-tₙ-cell-54:2226"/>
            <p:cNvSpPr>
              <a:spLocks noGrp="1"/>
            </p:cNvSpPr>
            <p:nvPr/>
          </p:nvSpPr>
          <p:spPr>
            <a:xfrm>
              <a:off x="22071211" y="3724275"/>
              <a:ext cx="15379" cy="276225"/>
            </a:xfrm>
            <a:prstGeom prst="rect">
              <a:avLst/>
            </a:prstGeom>
            <a:solidFill>
              <a:srgbClr val="81C9BA"/>
            </a:solidFill>
            <a:ln w="0">
              <a:noFill/>
              <a:prstDash val="solid"/>
            </a:ln>
          </p:spPr>
        </p:sp>
        <p:sp>
          <p:nvSpPr>
            <p:cNvPr id="2504" name="four:time-step-strips:time-strip-tₙ-cell-55:2227"/>
            <p:cNvSpPr>
              <a:spLocks noGrp="1"/>
            </p:cNvSpPr>
            <p:nvPr/>
          </p:nvSpPr>
          <p:spPr>
            <a:xfrm>
              <a:off x="22086590" y="3724275"/>
              <a:ext cx="15379" cy="276225"/>
            </a:xfrm>
            <a:prstGeom prst="rect">
              <a:avLst/>
            </a:prstGeom>
            <a:solidFill>
              <a:srgbClr val="81C9BA"/>
            </a:solidFill>
            <a:ln w="0">
              <a:noFill/>
              <a:prstDash val="solid"/>
            </a:ln>
          </p:spPr>
        </p:sp>
        <p:sp>
          <p:nvSpPr>
            <p:cNvPr id="2505" name="four:time-step-strips:time-strip-tₙ-cell-56:2228"/>
            <p:cNvSpPr>
              <a:spLocks noGrp="1"/>
            </p:cNvSpPr>
            <p:nvPr/>
          </p:nvSpPr>
          <p:spPr>
            <a:xfrm>
              <a:off x="22101969" y="3724275"/>
              <a:ext cx="15379" cy="276225"/>
            </a:xfrm>
            <a:prstGeom prst="rect">
              <a:avLst/>
            </a:prstGeom>
            <a:solidFill>
              <a:srgbClr val="81C9BA"/>
            </a:solidFill>
            <a:ln w="0">
              <a:noFill/>
              <a:prstDash val="solid"/>
            </a:ln>
          </p:spPr>
        </p:sp>
        <p:sp>
          <p:nvSpPr>
            <p:cNvPr id="2506" name="four:time-step-strips:time-strip-tₙ-cell-57:2229"/>
            <p:cNvSpPr>
              <a:spLocks noGrp="1"/>
            </p:cNvSpPr>
            <p:nvPr/>
          </p:nvSpPr>
          <p:spPr>
            <a:xfrm>
              <a:off x="22117348" y="3724275"/>
              <a:ext cx="15379" cy="276225"/>
            </a:xfrm>
            <a:prstGeom prst="rect">
              <a:avLst/>
            </a:prstGeom>
            <a:solidFill>
              <a:srgbClr val="81C9BA"/>
            </a:solidFill>
            <a:ln w="0">
              <a:noFill/>
              <a:prstDash val="solid"/>
            </a:ln>
          </p:spPr>
        </p:sp>
        <p:sp>
          <p:nvSpPr>
            <p:cNvPr id="2507" name="four:time-step-strips:time-strip-tₙ-cell-58:2230"/>
            <p:cNvSpPr>
              <a:spLocks noGrp="1"/>
            </p:cNvSpPr>
            <p:nvPr/>
          </p:nvSpPr>
          <p:spPr>
            <a:xfrm>
              <a:off x="22132727" y="3724275"/>
              <a:ext cx="15379" cy="276225"/>
            </a:xfrm>
            <a:prstGeom prst="rect">
              <a:avLst/>
            </a:prstGeom>
            <a:solidFill>
              <a:srgbClr val="81C9BA"/>
            </a:solidFill>
            <a:ln w="0">
              <a:noFill/>
              <a:prstDash val="solid"/>
            </a:ln>
          </p:spPr>
        </p:sp>
        <p:sp>
          <p:nvSpPr>
            <p:cNvPr id="2508" name="four:time-step-strips:time-strip-tₙ-cell-59:2231"/>
            <p:cNvSpPr>
              <a:spLocks noGrp="1"/>
            </p:cNvSpPr>
            <p:nvPr/>
          </p:nvSpPr>
          <p:spPr>
            <a:xfrm>
              <a:off x="22148105" y="3724275"/>
              <a:ext cx="15379" cy="276225"/>
            </a:xfrm>
            <a:prstGeom prst="rect">
              <a:avLst/>
            </a:prstGeom>
            <a:solidFill>
              <a:srgbClr val="81C9BA"/>
            </a:solidFill>
            <a:ln w="0">
              <a:noFill/>
              <a:prstDash val="solid"/>
            </a:ln>
          </p:spPr>
        </p:sp>
        <p:sp>
          <p:nvSpPr>
            <p:cNvPr id="2509" name="four:time-step-strips:time-strip-tₙ-cell-60:2232"/>
            <p:cNvSpPr>
              <a:spLocks noGrp="1"/>
            </p:cNvSpPr>
            <p:nvPr/>
          </p:nvSpPr>
          <p:spPr>
            <a:xfrm>
              <a:off x="22163484" y="3724275"/>
              <a:ext cx="15379" cy="276225"/>
            </a:xfrm>
            <a:prstGeom prst="rect">
              <a:avLst/>
            </a:prstGeom>
            <a:solidFill>
              <a:srgbClr val="7EC8B9"/>
            </a:solidFill>
            <a:ln w="0">
              <a:noFill/>
              <a:prstDash val="solid"/>
            </a:ln>
          </p:spPr>
        </p:sp>
        <p:sp>
          <p:nvSpPr>
            <p:cNvPr id="2510" name="four:time-step-strips:time-strip-tₙ-cell-61:2233"/>
            <p:cNvSpPr>
              <a:spLocks noGrp="1"/>
            </p:cNvSpPr>
            <p:nvPr/>
          </p:nvSpPr>
          <p:spPr>
            <a:xfrm>
              <a:off x="22178863" y="3724275"/>
              <a:ext cx="15379" cy="276225"/>
            </a:xfrm>
            <a:prstGeom prst="rect">
              <a:avLst/>
            </a:prstGeom>
            <a:solidFill>
              <a:srgbClr val="70C4B1"/>
            </a:solidFill>
            <a:ln w="0">
              <a:noFill/>
              <a:prstDash val="solid"/>
            </a:ln>
          </p:spPr>
        </p:sp>
        <p:sp>
          <p:nvSpPr>
            <p:cNvPr id="2511" name="four:time-step-strips:time-strip-tₙ-cell-62:2234"/>
            <p:cNvSpPr>
              <a:spLocks noGrp="1"/>
            </p:cNvSpPr>
            <p:nvPr/>
          </p:nvSpPr>
          <p:spPr>
            <a:xfrm>
              <a:off x="22194242" y="3724275"/>
              <a:ext cx="15379" cy="276225"/>
            </a:xfrm>
            <a:prstGeom prst="rect">
              <a:avLst/>
            </a:prstGeom>
            <a:solidFill>
              <a:srgbClr val="5CBDA6"/>
            </a:solidFill>
            <a:ln w="0">
              <a:noFill/>
              <a:prstDash val="solid"/>
            </a:ln>
          </p:spPr>
        </p:sp>
        <p:sp>
          <p:nvSpPr>
            <p:cNvPr id="2512" name="four:time-step-strips:time-strip-tₙ-cell-63:2235"/>
            <p:cNvSpPr>
              <a:spLocks noGrp="1"/>
            </p:cNvSpPr>
            <p:nvPr/>
          </p:nvSpPr>
          <p:spPr>
            <a:xfrm>
              <a:off x="22209621" y="3724275"/>
              <a:ext cx="15379" cy="276225"/>
            </a:xfrm>
            <a:prstGeom prst="rect">
              <a:avLst/>
            </a:prstGeom>
            <a:solidFill>
              <a:srgbClr val="42B498"/>
            </a:solidFill>
            <a:ln w="0">
              <a:noFill/>
              <a:prstDash val="solid"/>
            </a:ln>
          </p:spPr>
        </p:sp>
        <p:sp>
          <p:nvSpPr>
            <p:cNvPr id="2513" name="four:time-step-strips:time-strip-tₙ-cell-64:2236"/>
            <p:cNvSpPr>
              <a:spLocks noGrp="1"/>
            </p:cNvSpPr>
            <p:nvPr/>
          </p:nvSpPr>
          <p:spPr>
            <a:xfrm>
              <a:off x="22225000" y="3724275"/>
              <a:ext cx="15379" cy="276225"/>
            </a:xfrm>
            <a:prstGeom prst="rect">
              <a:avLst/>
            </a:prstGeom>
            <a:solidFill>
              <a:srgbClr val="2AAC8A"/>
            </a:solidFill>
            <a:ln w="0">
              <a:noFill/>
              <a:prstDash val="solid"/>
            </a:ln>
          </p:spPr>
        </p:sp>
        <p:sp>
          <p:nvSpPr>
            <p:cNvPr id="2514" name="four:time-step-strips:time-strip-tₙ-cell-65:2237"/>
            <p:cNvSpPr>
              <a:spLocks noGrp="1"/>
            </p:cNvSpPr>
            <p:nvPr/>
          </p:nvSpPr>
          <p:spPr>
            <a:xfrm>
              <a:off x="22240379" y="3724275"/>
              <a:ext cx="15379" cy="276225"/>
            </a:xfrm>
            <a:prstGeom prst="rect">
              <a:avLst/>
            </a:prstGeom>
            <a:solidFill>
              <a:srgbClr val="15A57F"/>
            </a:solidFill>
            <a:ln w="0">
              <a:noFill/>
              <a:prstDash val="solid"/>
            </a:ln>
          </p:spPr>
        </p:sp>
        <p:sp>
          <p:nvSpPr>
            <p:cNvPr id="2515" name="four:time-step-strips:time-strip-tₙ-cell-66:2238"/>
            <p:cNvSpPr>
              <a:spLocks noGrp="1"/>
            </p:cNvSpPr>
            <p:nvPr/>
          </p:nvSpPr>
          <p:spPr>
            <a:xfrm>
              <a:off x="22255758" y="3724275"/>
              <a:ext cx="15379" cy="276225"/>
            </a:xfrm>
            <a:prstGeom prst="rect">
              <a:avLst/>
            </a:prstGeom>
            <a:solidFill>
              <a:srgbClr val="05A076"/>
            </a:solidFill>
            <a:ln w="0">
              <a:noFill/>
              <a:prstDash val="solid"/>
            </a:ln>
          </p:spPr>
        </p:sp>
        <p:sp>
          <p:nvSpPr>
            <p:cNvPr id="2516" name="four:time-step-strips:time-strip-tₙ-cell-67:2239"/>
            <p:cNvSpPr>
              <a:spLocks noGrp="1"/>
            </p:cNvSpPr>
            <p:nvPr/>
          </p:nvSpPr>
          <p:spPr>
            <a:xfrm>
              <a:off x="22271137" y="3724275"/>
              <a:ext cx="15379" cy="276225"/>
            </a:xfrm>
            <a:prstGeom prst="rect">
              <a:avLst/>
            </a:prstGeom>
            <a:solidFill>
              <a:srgbClr val="009E73"/>
            </a:solidFill>
            <a:ln w="0">
              <a:noFill/>
              <a:prstDash val="solid"/>
            </a:ln>
          </p:spPr>
        </p:sp>
        <p:sp>
          <p:nvSpPr>
            <p:cNvPr id="2517" name="four:time-step-strips:time-strip-tₙ-cell-68:2240"/>
            <p:cNvSpPr>
              <a:spLocks noGrp="1"/>
            </p:cNvSpPr>
            <p:nvPr/>
          </p:nvSpPr>
          <p:spPr>
            <a:xfrm>
              <a:off x="22286516" y="3724275"/>
              <a:ext cx="15379" cy="276225"/>
            </a:xfrm>
            <a:prstGeom prst="rect">
              <a:avLst/>
            </a:prstGeom>
            <a:solidFill>
              <a:srgbClr val="009E73"/>
            </a:solidFill>
            <a:ln w="0">
              <a:noFill/>
              <a:prstDash val="solid"/>
            </a:ln>
          </p:spPr>
        </p:sp>
        <p:sp>
          <p:nvSpPr>
            <p:cNvPr id="2518" name="four:time-step-strips:time-strip-tₙ-cell-69:2241"/>
            <p:cNvSpPr>
              <a:spLocks noGrp="1"/>
            </p:cNvSpPr>
            <p:nvPr/>
          </p:nvSpPr>
          <p:spPr>
            <a:xfrm>
              <a:off x="22301895" y="3724275"/>
              <a:ext cx="15379" cy="276225"/>
            </a:xfrm>
            <a:prstGeom prst="rect">
              <a:avLst/>
            </a:prstGeom>
            <a:solidFill>
              <a:srgbClr val="009E73"/>
            </a:solidFill>
            <a:ln w="0">
              <a:noFill/>
              <a:prstDash val="solid"/>
            </a:ln>
          </p:spPr>
        </p:sp>
        <p:sp>
          <p:nvSpPr>
            <p:cNvPr id="2519" name="four:time-step-strips:time-strip-tₙ-cell-70:2242"/>
            <p:cNvSpPr>
              <a:spLocks noGrp="1"/>
            </p:cNvSpPr>
            <p:nvPr/>
          </p:nvSpPr>
          <p:spPr>
            <a:xfrm>
              <a:off x="22317273" y="3724275"/>
              <a:ext cx="15379" cy="276225"/>
            </a:xfrm>
            <a:prstGeom prst="rect">
              <a:avLst/>
            </a:prstGeom>
            <a:solidFill>
              <a:srgbClr val="009E73"/>
            </a:solidFill>
            <a:ln w="0">
              <a:noFill/>
              <a:prstDash val="solid"/>
            </a:ln>
          </p:spPr>
        </p:sp>
        <p:sp>
          <p:nvSpPr>
            <p:cNvPr id="2520" name="four:time-step-strips:time-strip-tₙ-cell-71:2243"/>
            <p:cNvSpPr>
              <a:spLocks noGrp="1"/>
            </p:cNvSpPr>
            <p:nvPr/>
          </p:nvSpPr>
          <p:spPr>
            <a:xfrm>
              <a:off x="22332652" y="3724275"/>
              <a:ext cx="15379" cy="276225"/>
            </a:xfrm>
            <a:prstGeom prst="rect">
              <a:avLst/>
            </a:prstGeom>
            <a:solidFill>
              <a:srgbClr val="009E73"/>
            </a:solidFill>
            <a:ln w="0">
              <a:noFill/>
              <a:prstDash val="solid"/>
            </a:ln>
          </p:spPr>
        </p:sp>
        <p:sp>
          <p:nvSpPr>
            <p:cNvPr id="2521" name="four:time-step-strips:time-strip-tₙ-cell-72:2244"/>
            <p:cNvSpPr>
              <a:spLocks noGrp="1"/>
            </p:cNvSpPr>
            <p:nvPr/>
          </p:nvSpPr>
          <p:spPr>
            <a:xfrm>
              <a:off x="22348031" y="3724275"/>
              <a:ext cx="15379" cy="276225"/>
            </a:xfrm>
            <a:prstGeom prst="rect">
              <a:avLst/>
            </a:prstGeom>
            <a:solidFill>
              <a:srgbClr val="009E73"/>
            </a:solidFill>
            <a:ln w="0">
              <a:noFill/>
              <a:prstDash val="solid"/>
            </a:ln>
          </p:spPr>
        </p:sp>
        <p:sp>
          <p:nvSpPr>
            <p:cNvPr id="2522" name="four:time-step-strips:time-strip-tₙ-cell-73:2245"/>
            <p:cNvSpPr>
              <a:spLocks noGrp="1"/>
            </p:cNvSpPr>
            <p:nvPr/>
          </p:nvSpPr>
          <p:spPr>
            <a:xfrm>
              <a:off x="22363410" y="3724275"/>
              <a:ext cx="15379" cy="276225"/>
            </a:xfrm>
            <a:prstGeom prst="rect">
              <a:avLst/>
            </a:prstGeom>
            <a:solidFill>
              <a:srgbClr val="009E73"/>
            </a:solidFill>
            <a:ln w="0">
              <a:noFill/>
              <a:prstDash val="solid"/>
            </a:ln>
          </p:spPr>
        </p:sp>
        <p:sp>
          <p:nvSpPr>
            <p:cNvPr id="2523" name="four:time-step-strips:time-strip-tₙ-cell-74:2246"/>
            <p:cNvSpPr>
              <a:spLocks noGrp="1"/>
            </p:cNvSpPr>
            <p:nvPr/>
          </p:nvSpPr>
          <p:spPr>
            <a:xfrm>
              <a:off x="22378789" y="3724275"/>
              <a:ext cx="15379" cy="276225"/>
            </a:xfrm>
            <a:prstGeom prst="rect">
              <a:avLst/>
            </a:prstGeom>
            <a:solidFill>
              <a:srgbClr val="009E73"/>
            </a:solidFill>
            <a:ln w="0">
              <a:noFill/>
              <a:prstDash val="solid"/>
            </a:ln>
          </p:spPr>
        </p:sp>
        <p:sp>
          <p:nvSpPr>
            <p:cNvPr id="2524" name="four:time-step-strips:time-strip-tₙ-cell-75:2247"/>
            <p:cNvSpPr>
              <a:spLocks noGrp="1"/>
            </p:cNvSpPr>
            <p:nvPr/>
          </p:nvSpPr>
          <p:spPr>
            <a:xfrm>
              <a:off x="22394168" y="3724275"/>
              <a:ext cx="15379" cy="276225"/>
            </a:xfrm>
            <a:prstGeom prst="rect">
              <a:avLst/>
            </a:prstGeom>
            <a:solidFill>
              <a:srgbClr val="009E73"/>
            </a:solidFill>
            <a:ln w="0">
              <a:noFill/>
              <a:prstDash val="solid"/>
            </a:ln>
          </p:spPr>
        </p:sp>
        <p:sp>
          <p:nvSpPr>
            <p:cNvPr id="2525" name="four:time-step-strips:time-strip-tₙ-cell-76:2248"/>
            <p:cNvSpPr>
              <a:spLocks noGrp="1"/>
            </p:cNvSpPr>
            <p:nvPr/>
          </p:nvSpPr>
          <p:spPr>
            <a:xfrm>
              <a:off x="22409547" y="3724275"/>
              <a:ext cx="15379" cy="276225"/>
            </a:xfrm>
            <a:prstGeom prst="rect">
              <a:avLst/>
            </a:prstGeom>
            <a:solidFill>
              <a:srgbClr val="009E73"/>
            </a:solidFill>
            <a:ln w="0">
              <a:noFill/>
              <a:prstDash val="solid"/>
            </a:ln>
          </p:spPr>
        </p:sp>
        <p:sp>
          <p:nvSpPr>
            <p:cNvPr id="2526" name="four:time-step-strips:time-strip-tₙ-cell-77:2249"/>
            <p:cNvSpPr>
              <a:spLocks noGrp="1"/>
            </p:cNvSpPr>
            <p:nvPr/>
          </p:nvSpPr>
          <p:spPr>
            <a:xfrm>
              <a:off x="22424926" y="3724275"/>
              <a:ext cx="15379" cy="276225"/>
            </a:xfrm>
            <a:prstGeom prst="rect">
              <a:avLst/>
            </a:prstGeom>
            <a:solidFill>
              <a:srgbClr val="09A178"/>
            </a:solidFill>
            <a:ln w="0">
              <a:noFill/>
              <a:prstDash val="solid"/>
            </a:ln>
          </p:spPr>
        </p:sp>
        <p:sp>
          <p:nvSpPr>
            <p:cNvPr id="2527" name="four:time-step-strips:time-strip-tₙ-cell-78:2250"/>
            <p:cNvSpPr>
              <a:spLocks noGrp="1"/>
            </p:cNvSpPr>
            <p:nvPr/>
          </p:nvSpPr>
          <p:spPr>
            <a:xfrm>
              <a:off x="22440305" y="3724275"/>
              <a:ext cx="15379" cy="276225"/>
            </a:xfrm>
            <a:prstGeom prst="rect">
              <a:avLst/>
            </a:prstGeom>
            <a:solidFill>
              <a:srgbClr val="24AA87"/>
            </a:solidFill>
            <a:ln w="0">
              <a:noFill/>
              <a:prstDash val="solid"/>
            </a:ln>
          </p:spPr>
        </p:sp>
        <p:sp>
          <p:nvSpPr>
            <p:cNvPr id="2528" name="four:time-step-strips:time-strip-tₙ-cell-79:2251"/>
            <p:cNvSpPr>
              <a:spLocks noGrp="1"/>
            </p:cNvSpPr>
            <p:nvPr/>
          </p:nvSpPr>
          <p:spPr>
            <a:xfrm>
              <a:off x="22455684" y="3724275"/>
              <a:ext cx="15379" cy="276225"/>
            </a:xfrm>
            <a:prstGeom prst="rect">
              <a:avLst/>
            </a:prstGeom>
            <a:solidFill>
              <a:srgbClr val="49B69B"/>
            </a:solidFill>
            <a:ln w="0">
              <a:noFill/>
              <a:prstDash val="solid"/>
            </a:ln>
          </p:spPr>
        </p:sp>
        <p:sp>
          <p:nvSpPr>
            <p:cNvPr id="2529" name="four:time-step-strips:time-strip-tₙ-cell-80:2252"/>
            <p:cNvSpPr>
              <a:spLocks noGrp="1"/>
            </p:cNvSpPr>
            <p:nvPr/>
          </p:nvSpPr>
          <p:spPr>
            <a:xfrm>
              <a:off x="22471063" y="3724275"/>
              <a:ext cx="15379" cy="276225"/>
            </a:xfrm>
            <a:prstGeom prst="rect">
              <a:avLst/>
            </a:prstGeom>
            <a:solidFill>
              <a:srgbClr val="72C4B2"/>
            </a:solidFill>
            <a:ln w="0">
              <a:noFill/>
              <a:prstDash val="solid"/>
            </a:ln>
          </p:spPr>
        </p:sp>
        <p:sp>
          <p:nvSpPr>
            <p:cNvPr id="2530" name="four:time-step-strips:time-strip-tₙ-cell-81:2253"/>
            <p:cNvSpPr>
              <a:spLocks noGrp="1"/>
            </p:cNvSpPr>
            <p:nvPr/>
          </p:nvSpPr>
          <p:spPr>
            <a:xfrm>
              <a:off x="22486441" y="3724275"/>
              <a:ext cx="15379" cy="276225"/>
            </a:xfrm>
            <a:prstGeom prst="rect">
              <a:avLst/>
            </a:prstGeom>
            <a:solidFill>
              <a:srgbClr val="9CD3CA"/>
            </a:solidFill>
            <a:ln w="0">
              <a:noFill/>
              <a:prstDash val="solid"/>
            </a:ln>
          </p:spPr>
        </p:sp>
        <p:sp>
          <p:nvSpPr>
            <p:cNvPr id="2531" name="four:time-step-strips:time-strip-tₙ-cell-82:2254"/>
            <p:cNvSpPr>
              <a:spLocks noGrp="1"/>
            </p:cNvSpPr>
            <p:nvPr/>
          </p:nvSpPr>
          <p:spPr>
            <a:xfrm>
              <a:off x="22501820" y="3724275"/>
              <a:ext cx="15379" cy="276225"/>
            </a:xfrm>
            <a:prstGeom prst="rect">
              <a:avLst/>
            </a:prstGeom>
            <a:solidFill>
              <a:srgbClr val="D3DAE6"/>
            </a:solidFill>
            <a:ln w="0">
              <a:noFill/>
              <a:prstDash val="solid"/>
            </a:ln>
          </p:spPr>
        </p:sp>
        <p:sp>
          <p:nvSpPr>
            <p:cNvPr id="2532" name="four:time-step-strips:time-strip-tₙ-cell-83:2255"/>
            <p:cNvSpPr>
              <a:spLocks noGrp="1"/>
            </p:cNvSpPr>
            <p:nvPr/>
          </p:nvSpPr>
          <p:spPr>
            <a:xfrm>
              <a:off x="22517199" y="3724275"/>
              <a:ext cx="15379" cy="276225"/>
            </a:xfrm>
            <a:prstGeom prst="rect">
              <a:avLst/>
            </a:prstGeom>
            <a:solidFill>
              <a:srgbClr val="DAE5EC"/>
            </a:solidFill>
            <a:ln w="0">
              <a:noFill/>
              <a:prstDash val="solid"/>
            </a:ln>
          </p:spPr>
        </p:sp>
        <p:sp>
          <p:nvSpPr>
            <p:cNvPr id="2533" name="four:time-step-strips:time-strip-tₙ-cell-84:2256"/>
            <p:cNvSpPr>
              <a:spLocks noGrp="1"/>
            </p:cNvSpPr>
            <p:nvPr/>
          </p:nvSpPr>
          <p:spPr>
            <a:xfrm>
              <a:off x="22532578" y="3724275"/>
              <a:ext cx="15379" cy="276225"/>
            </a:xfrm>
            <a:prstGeom prst="rect">
              <a:avLst/>
            </a:prstGeom>
            <a:solidFill>
              <a:srgbClr val="DCE8ED"/>
            </a:solidFill>
            <a:ln w="0">
              <a:noFill/>
              <a:prstDash val="solid"/>
            </a:ln>
          </p:spPr>
        </p:sp>
        <p:sp>
          <p:nvSpPr>
            <p:cNvPr id="2534" name="four:time-step-strips:time-strip-tₙ-cell-85:2257"/>
            <p:cNvSpPr>
              <a:spLocks noGrp="1"/>
            </p:cNvSpPr>
            <p:nvPr/>
          </p:nvSpPr>
          <p:spPr>
            <a:xfrm>
              <a:off x="22547957" y="3724275"/>
              <a:ext cx="15379" cy="276225"/>
            </a:xfrm>
            <a:prstGeom prst="rect">
              <a:avLst/>
            </a:prstGeom>
            <a:solidFill>
              <a:srgbClr val="DCE8ED"/>
            </a:solidFill>
            <a:ln w="0">
              <a:noFill/>
              <a:prstDash val="solid"/>
            </a:ln>
          </p:spPr>
        </p:sp>
        <p:sp>
          <p:nvSpPr>
            <p:cNvPr id="2535" name="four:time-step-strips:time-strip-tₙ-cell-86:2258"/>
            <p:cNvSpPr>
              <a:spLocks noGrp="1"/>
            </p:cNvSpPr>
            <p:nvPr/>
          </p:nvSpPr>
          <p:spPr>
            <a:xfrm>
              <a:off x="22563336" y="3724275"/>
              <a:ext cx="15379" cy="276225"/>
            </a:xfrm>
            <a:prstGeom prst="rect">
              <a:avLst/>
            </a:prstGeom>
            <a:solidFill>
              <a:srgbClr val="DCE8ED"/>
            </a:solidFill>
            <a:ln w="0">
              <a:noFill/>
              <a:prstDash val="solid"/>
            </a:ln>
          </p:spPr>
        </p:sp>
        <p:sp>
          <p:nvSpPr>
            <p:cNvPr id="2536" name="four:time-step-strips:time-strip-tₙ-cell-87:2259"/>
            <p:cNvSpPr>
              <a:spLocks noGrp="1"/>
            </p:cNvSpPr>
            <p:nvPr/>
          </p:nvSpPr>
          <p:spPr>
            <a:xfrm>
              <a:off x="22578715" y="3724275"/>
              <a:ext cx="15379" cy="276225"/>
            </a:xfrm>
            <a:prstGeom prst="rect">
              <a:avLst/>
            </a:prstGeom>
            <a:solidFill>
              <a:srgbClr val="DCE8ED"/>
            </a:solidFill>
            <a:ln w="0">
              <a:noFill/>
              <a:prstDash val="solid"/>
            </a:ln>
          </p:spPr>
        </p:sp>
        <p:sp>
          <p:nvSpPr>
            <p:cNvPr id="2537" name="four:time-step-strips:time-strip-tₙ-cell-88:2260"/>
            <p:cNvSpPr>
              <a:spLocks noGrp="1"/>
            </p:cNvSpPr>
            <p:nvPr/>
          </p:nvSpPr>
          <p:spPr>
            <a:xfrm>
              <a:off x="22594094" y="3724275"/>
              <a:ext cx="15379" cy="276225"/>
            </a:xfrm>
            <a:prstGeom prst="rect">
              <a:avLst/>
            </a:prstGeom>
            <a:solidFill>
              <a:srgbClr val="DCE8ED"/>
            </a:solidFill>
            <a:ln w="0">
              <a:noFill/>
              <a:prstDash val="solid"/>
            </a:ln>
          </p:spPr>
        </p:sp>
        <p:sp>
          <p:nvSpPr>
            <p:cNvPr id="2538" name="four:time-step-strips:time-strip-tₙ-cell-89:2261"/>
            <p:cNvSpPr>
              <a:spLocks noGrp="1"/>
            </p:cNvSpPr>
            <p:nvPr/>
          </p:nvSpPr>
          <p:spPr>
            <a:xfrm>
              <a:off x="22609473" y="3724275"/>
              <a:ext cx="15379" cy="276225"/>
            </a:xfrm>
            <a:prstGeom prst="rect">
              <a:avLst/>
            </a:prstGeom>
            <a:solidFill>
              <a:srgbClr val="DCE8ED"/>
            </a:solidFill>
            <a:ln w="0">
              <a:noFill/>
              <a:prstDash val="solid"/>
            </a:ln>
          </p:spPr>
        </p:sp>
        <p:sp>
          <p:nvSpPr>
            <p:cNvPr id="2539" name="four:time-step-strips:time-strip-tₙ-cell-90:2262"/>
            <p:cNvSpPr>
              <a:spLocks noGrp="1"/>
            </p:cNvSpPr>
            <p:nvPr/>
          </p:nvSpPr>
          <p:spPr>
            <a:xfrm>
              <a:off x="22624852" y="3724275"/>
              <a:ext cx="15379" cy="276225"/>
            </a:xfrm>
            <a:prstGeom prst="rect">
              <a:avLst/>
            </a:prstGeom>
            <a:solidFill>
              <a:srgbClr val="DCE8ED"/>
            </a:solidFill>
            <a:ln w="0">
              <a:noFill/>
              <a:prstDash val="solid"/>
            </a:ln>
          </p:spPr>
        </p:sp>
        <p:sp>
          <p:nvSpPr>
            <p:cNvPr id="2540" name="four:time-step-strips:time-strip-tₙ-cell-91:2263"/>
            <p:cNvSpPr>
              <a:spLocks noGrp="1"/>
            </p:cNvSpPr>
            <p:nvPr/>
          </p:nvSpPr>
          <p:spPr>
            <a:xfrm>
              <a:off x="22640230" y="3724275"/>
              <a:ext cx="15379" cy="276225"/>
            </a:xfrm>
            <a:prstGeom prst="rect">
              <a:avLst/>
            </a:prstGeom>
            <a:solidFill>
              <a:srgbClr val="DCE8ED"/>
            </a:solidFill>
            <a:ln w="0">
              <a:noFill/>
              <a:prstDash val="solid"/>
            </a:ln>
          </p:spPr>
        </p:sp>
        <p:sp>
          <p:nvSpPr>
            <p:cNvPr id="2541" name="four:time-step-strips:time-strip-tₙ-cell-92:2264"/>
            <p:cNvSpPr>
              <a:spLocks noGrp="1"/>
            </p:cNvSpPr>
            <p:nvPr/>
          </p:nvSpPr>
          <p:spPr>
            <a:xfrm>
              <a:off x="22655609" y="3724275"/>
              <a:ext cx="15379" cy="276225"/>
            </a:xfrm>
            <a:prstGeom prst="rect">
              <a:avLst/>
            </a:prstGeom>
            <a:solidFill>
              <a:srgbClr val="DCE8ED"/>
            </a:solidFill>
            <a:ln w="0">
              <a:noFill/>
              <a:prstDash val="solid"/>
            </a:ln>
          </p:spPr>
        </p:sp>
        <p:sp>
          <p:nvSpPr>
            <p:cNvPr id="2542" name="four:time-step-strips:time-strip-tₙ-cell-93:2265"/>
            <p:cNvSpPr>
              <a:spLocks noGrp="1"/>
            </p:cNvSpPr>
            <p:nvPr/>
          </p:nvSpPr>
          <p:spPr>
            <a:xfrm>
              <a:off x="22670988" y="3724275"/>
              <a:ext cx="15379" cy="276225"/>
            </a:xfrm>
            <a:prstGeom prst="rect">
              <a:avLst/>
            </a:prstGeom>
            <a:solidFill>
              <a:srgbClr val="DCE8ED"/>
            </a:solidFill>
            <a:ln w="0">
              <a:noFill/>
              <a:prstDash val="solid"/>
            </a:ln>
          </p:spPr>
        </p:sp>
        <p:sp>
          <p:nvSpPr>
            <p:cNvPr id="2543" name="four:time-step-strips:time-strip-tₙ-cell-94:2266"/>
            <p:cNvSpPr>
              <a:spLocks noGrp="1"/>
            </p:cNvSpPr>
            <p:nvPr/>
          </p:nvSpPr>
          <p:spPr>
            <a:xfrm>
              <a:off x="22686367" y="3724275"/>
              <a:ext cx="15379" cy="276225"/>
            </a:xfrm>
            <a:prstGeom prst="rect">
              <a:avLst/>
            </a:prstGeom>
            <a:solidFill>
              <a:srgbClr val="DCE8ED"/>
            </a:solidFill>
            <a:ln w="0">
              <a:noFill/>
              <a:prstDash val="solid"/>
            </a:ln>
          </p:spPr>
        </p:sp>
        <p:sp>
          <p:nvSpPr>
            <p:cNvPr id="2544" name="four:time-step-strips:time-strip-tₙ-cell-95:2267"/>
            <p:cNvSpPr>
              <a:spLocks noGrp="1"/>
            </p:cNvSpPr>
            <p:nvPr/>
          </p:nvSpPr>
          <p:spPr>
            <a:xfrm>
              <a:off x="22701746" y="3724275"/>
              <a:ext cx="15379" cy="276225"/>
            </a:xfrm>
            <a:prstGeom prst="rect">
              <a:avLst/>
            </a:prstGeom>
            <a:solidFill>
              <a:srgbClr val="DCE8ED"/>
            </a:solidFill>
            <a:ln w="0">
              <a:noFill/>
              <a:prstDash val="solid"/>
            </a:ln>
          </p:spPr>
        </p:sp>
        <p:sp>
          <p:nvSpPr>
            <p:cNvPr id="2545" name="four:time-step-strips:time-strip-tₙ-cell-96:2268"/>
            <p:cNvSpPr>
              <a:spLocks noGrp="1"/>
            </p:cNvSpPr>
            <p:nvPr/>
          </p:nvSpPr>
          <p:spPr>
            <a:xfrm>
              <a:off x="22717125" y="3724275"/>
              <a:ext cx="15379" cy="276225"/>
            </a:xfrm>
            <a:prstGeom prst="rect">
              <a:avLst/>
            </a:prstGeom>
            <a:solidFill>
              <a:srgbClr val="DCE8ED"/>
            </a:solidFill>
            <a:ln w="0">
              <a:noFill/>
              <a:prstDash val="solid"/>
            </a:ln>
          </p:spPr>
        </p:sp>
        <p:sp>
          <p:nvSpPr>
            <p:cNvPr id="2546" name="four:time-step-strips:time-strip-tₙ-cell-97:2269"/>
            <p:cNvSpPr>
              <a:spLocks noGrp="1"/>
            </p:cNvSpPr>
            <p:nvPr/>
          </p:nvSpPr>
          <p:spPr>
            <a:xfrm>
              <a:off x="22732504" y="3724275"/>
              <a:ext cx="15379" cy="276225"/>
            </a:xfrm>
            <a:prstGeom prst="rect">
              <a:avLst/>
            </a:prstGeom>
            <a:solidFill>
              <a:srgbClr val="DCE8ED"/>
            </a:solidFill>
            <a:ln w="0">
              <a:noFill/>
              <a:prstDash val="solid"/>
            </a:ln>
          </p:spPr>
        </p:sp>
        <p:sp>
          <p:nvSpPr>
            <p:cNvPr id="2547" name="four:time-step-strips:time-strip-tₙ-cell-98:2270"/>
            <p:cNvSpPr>
              <a:spLocks noGrp="1"/>
            </p:cNvSpPr>
            <p:nvPr/>
          </p:nvSpPr>
          <p:spPr>
            <a:xfrm>
              <a:off x="22747883" y="3724275"/>
              <a:ext cx="15379" cy="276225"/>
            </a:xfrm>
            <a:prstGeom prst="rect">
              <a:avLst/>
            </a:prstGeom>
            <a:solidFill>
              <a:srgbClr val="DCE8ED"/>
            </a:solidFill>
            <a:ln w="0">
              <a:noFill/>
              <a:prstDash val="solid"/>
            </a:ln>
          </p:spPr>
        </p:sp>
        <p:sp>
          <p:nvSpPr>
            <p:cNvPr id="2548" name="four:time-step-strips:time-strip-tₙ-cell-99:2271"/>
            <p:cNvSpPr>
              <a:spLocks noGrp="1"/>
            </p:cNvSpPr>
            <p:nvPr/>
          </p:nvSpPr>
          <p:spPr>
            <a:xfrm>
              <a:off x="22763262" y="3724275"/>
              <a:ext cx="15379" cy="276225"/>
            </a:xfrm>
            <a:prstGeom prst="rect">
              <a:avLst/>
            </a:prstGeom>
            <a:solidFill>
              <a:srgbClr val="DCE8ED"/>
            </a:solidFill>
            <a:ln w="0">
              <a:noFill/>
              <a:prstDash val="solid"/>
            </a:ln>
          </p:spPr>
        </p:sp>
        <p:sp>
          <p:nvSpPr>
            <p:cNvPr id="2549" name="four:time-step-strips:time-strip-tₙ-cell-100:2272"/>
            <p:cNvSpPr>
              <a:spLocks noGrp="1"/>
            </p:cNvSpPr>
            <p:nvPr/>
          </p:nvSpPr>
          <p:spPr>
            <a:xfrm>
              <a:off x="22778641" y="3724275"/>
              <a:ext cx="15379" cy="276225"/>
            </a:xfrm>
            <a:prstGeom prst="rect">
              <a:avLst/>
            </a:prstGeom>
            <a:solidFill>
              <a:srgbClr val="DCE8ED"/>
            </a:solidFill>
            <a:ln w="0">
              <a:noFill/>
              <a:prstDash val="solid"/>
            </a:ln>
          </p:spPr>
        </p:sp>
        <p:sp>
          <p:nvSpPr>
            <p:cNvPr id="2550" name="four:time-step-strips:time-strip-tₙ-cell-101:2273"/>
            <p:cNvSpPr>
              <a:spLocks noGrp="1"/>
            </p:cNvSpPr>
            <p:nvPr/>
          </p:nvSpPr>
          <p:spPr>
            <a:xfrm>
              <a:off x="22794020" y="3724275"/>
              <a:ext cx="15379" cy="276225"/>
            </a:xfrm>
            <a:prstGeom prst="rect">
              <a:avLst/>
            </a:prstGeom>
            <a:solidFill>
              <a:srgbClr val="DCE8ED"/>
            </a:solidFill>
            <a:ln w="0">
              <a:noFill/>
              <a:prstDash val="solid"/>
            </a:ln>
          </p:spPr>
        </p:sp>
        <p:sp>
          <p:nvSpPr>
            <p:cNvPr id="2551" name="four:time-step-strips:time-strip-tₙ-cell-102:2274"/>
            <p:cNvSpPr>
              <a:spLocks noGrp="1"/>
            </p:cNvSpPr>
            <p:nvPr/>
          </p:nvSpPr>
          <p:spPr>
            <a:xfrm>
              <a:off x="22809398" y="3724275"/>
              <a:ext cx="15379" cy="276225"/>
            </a:xfrm>
            <a:prstGeom prst="rect">
              <a:avLst/>
            </a:prstGeom>
            <a:solidFill>
              <a:srgbClr val="DCE8ED"/>
            </a:solidFill>
            <a:ln w="0">
              <a:noFill/>
              <a:prstDash val="solid"/>
            </a:ln>
          </p:spPr>
        </p:sp>
        <p:sp>
          <p:nvSpPr>
            <p:cNvPr id="2552" name="four:time-step-strips:time-strip-tₙ-cell-103:2275"/>
            <p:cNvSpPr>
              <a:spLocks noGrp="1"/>
            </p:cNvSpPr>
            <p:nvPr/>
          </p:nvSpPr>
          <p:spPr>
            <a:xfrm>
              <a:off x="22824777" y="3724275"/>
              <a:ext cx="15379" cy="276225"/>
            </a:xfrm>
            <a:prstGeom prst="rect">
              <a:avLst/>
            </a:prstGeom>
            <a:solidFill>
              <a:srgbClr val="DCE8ED"/>
            </a:solidFill>
            <a:ln w="0">
              <a:noFill/>
              <a:prstDash val="solid"/>
            </a:ln>
          </p:spPr>
        </p:sp>
        <p:sp>
          <p:nvSpPr>
            <p:cNvPr id="2553" name="four:time-step-strips:time-strip-tₙ-cell-104:2276"/>
            <p:cNvSpPr>
              <a:spLocks noGrp="1"/>
            </p:cNvSpPr>
            <p:nvPr/>
          </p:nvSpPr>
          <p:spPr>
            <a:xfrm>
              <a:off x="22840156" y="3724275"/>
              <a:ext cx="15379" cy="276225"/>
            </a:xfrm>
            <a:prstGeom prst="rect">
              <a:avLst/>
            </a:prstGeom>
            <a:solidFill>
              <a:srgbClr val="DCE8ED"/>
            </a:solidFill>
            <a:ln w="0">
              <a:noFill/>
              <a:prstDash val="solid"/>
            </a:ln>
          </p:spPr>
        </p:sp>
        <p:sp>
          <p:nvSpPr>
            <p:cNvPr id="2554" name="four:time-step-strips:time-strip-tₙ-cell-105:2277"/>
            <p:cNvSpPr>
              <a:spLocks noGrp="1"/>
            </p:cNvSpPr>
            <p:nvPr/>
          </p:nvSpPr>
          <p:spPr>
            <a:xfrm>
              <a:off x="22855535" y="3724275"/>
              <a:ext cx="15379" cy="276225"/>
            </a:xfrm>
            <a:prstGeom prst="rect">
              <a:avLst/>
            </a:prstGeom>
            <a:solidFill>
              <a:srgbClr val="DCE8ED"/>
            </a:solidFill>
            <a:ln w="0">
              <a:noFill/>
              <a:prstDash val="solid"/>
            </a:ln>
          </p:spPr>
        </p:sp>
        <p:sp>
          <p:nvSpPr>
            <p:cNvPr id="2555" name="four:time-step-strips:time-strip-tₙ-cell-106:2278"/>
            <p:cNvSpPr>
              <a:spLocks noGrp="1"/>
            </p:cNvSpPr>
            <p:nvPr/>
          </p:nvSpPr>
          <p:spPr>
            <a:xfrm>
              <a:off x="22870914" y="3724275"/>
              <a:ext cx="15379" cy="276225"/>
            </a:xfrm>
            <a:prstGeom prst="rect">
              <a:avLst/>
            </a:prstGeom>
            <a:solidFill>
              <a:srgbClr val="DCE8ED"/>
            </a:solidFill>
            <a:ln w="0">
              <a:noFill/>
              <a:prstDash val="solid"/>
            </a:ln>
          </p:spPr>
        </p:sp>
        <p:sp>
          <p:nvSpPr>
            <p:cNvPr id="2556" name="four:time-step-strips:time-strip-tₙ-cell-107:2279"/>
            <p:cNvSpPr>
              <a:spLocks noGrp="1"/>
            </p:cNvSpPr>
            <p:nvPr/>
          </p:nvSpPr>
          <p:spPr>
            <a:xfrm>
              <a:off x="22886293" y="3724275"/>
              <a:ext cx="15379" cy="276225"/>
            </a:xfrm>
            <a:prstGeom prst="rect">
              <a:avLst/>
            </a:prstGeom>
            <a:solidFill>
              <a:srgbClr val="DCE8ED"/>
            </a:solidFill>
            <a:ln w="0">
              <a:noFill/>
              <a:prstDash val="solid"/>
            </a:ln>
          </p:spPr>
        </p:sp>
        <p:sp>
          <p:nvSpPr>
            <p:cNvPr id="2557" name="four:time-step-strips:time-strip-tₙ-cell-108:2280"/>
            <p:cNvSpPr>
              <a:spLocks noGrp="1"/>
            </p:cNvSpPr>
            <p:nvPr/>
          </p:nvSpPr>
          <p:spPr>
            <a:xfrm>
              <a:off x="22901672" y="3724275"/>
              <a:ext cx="15379" cy="276225"/>
            </a:xfrm>
            <a:prstGeom prst="rect">
              <a:avLst/>
            </a:prstGeom>
            <a:solidFill>
              <a:srgbClr val="DCE8ED"/>
            </a:solidFill>
            <a:ln w="0">
              <a:noFill/>
              <a:prstDash val="solid"/>
            </a:ln>
          </p:spPr>
        </p:sp>
        <p:sp>
          <p:nvSpPr>
            <p:cNvPr id="2558" name="four:time-step-strips:time-strip-tₙ-cell-109:2281"/>
            <p:cNvSpPr>
              <a:spLocks noGrp="1"/>
            </p:cNvSpPr>
            <p:nvPr/>
          </p:nvSpPr>
          <p:spPr>
            <a:xfrm>
              <a:off x="22917051" y="3724275"/>
              <a:ext cx="15379" cy="276225"/>
            </a:xfrm>
            <a:prstGeom prst="rect">
              <a:avLst/>
            </a:prstGeom>
            <a:solidFill>
              <a:srgbClr val="DCE8ED"/>
            </a:solidFill>
            <a:ln w="0">
              <a:noFill/>
              <a:prstDash val="solid"/>
            </a:ln>
          </p:spPr>
        </p:sp>
        <p:sp>
          <p:nvSpPr>
            <p:cNvPr id="2559" name="four:time-step-strips:time-strip-tₙ-cell-110:2282"/>
            <p:cNvSpPr>
              <a:spLocks noGrp="1"/>
            </p:cNvSpPr>
            <p:nvPr/>
          </p:nvSpPr>
          <p:spPr>
            <a:xfrm>
              <a:off x="22932430" y="3724275"/>
              <a:ext cx="15379" cy="276225"/>
            </a:xfrm>
            <a:prstGeom prst="rect">
              <a:avLst/>
            </a:prstGeom>
            <a:solidFill>
              <a:srgbClr val="DBE7ED"/>
            </a:solidFill>
            <a:ln w="0">
              <a:noFill/>
              <a:prstDash val="solid"/>
            </a:ln>
          </p:spPr>
        </p:sp>
        <p:sp>
          <p:nvSpPr>
            <p:cNvPr id="2560" name="four:time-step-strips:time-strip-tₙ-cell-111:2283"/>
            <p:cNvSpPr>
              <a:spLocks noGrp="1"/>
            </p:cNvSpPr>
            <p:nvPr/>
          </p:nvSpPr>
          <p:spPr>
            <a:xfrm>
              <a:off x="22947809" y="3724275"/>
              <a:ext cx="15379" cy="276225"/>
            </a:xfrm>
            <a:prstGeom prst="rect">
              <a:avLst/>
            </a:prstGeom>
            <a:solidFill>
              <a:srgbClr val="D0E0E7"/>
            </a:solidFill>
            <a:ln w="0">
              <a:noFill/>
              <a:prstDash val="solid"/>
            </a:ln>
          </p:spPr>
        </p:sp>
        <p:sp>
          <p:nvSpPr>
            <p:cNvPr id="2561" name="four:time-step-strips:time-strip-tₙ-cell-112:2284"/>
            <p:cNvSpPr>
              <a:spLocks noGrp="1"/>
            </p:cNvSpPr>
            <p:nvPr/>
          </p:nvSpPr>
          <p:spPr>
            <a:xfrm>
              <a:off x="22963188" y="3724275"/>
              <a:ext cx="15379" cy="276225"/>
            </a:xfrm>
            <a:prstGeom prst="rect">
              <a:avLst/>
            </a:prstGeom>
            <a:solidFill>
              <a:srgbClr val="ABCEE0"/>
            </a:solidFill>
            <a:ln w="0">
              <a:noFill/>
              <a:prstDash val="solid"/>
            </a:ln>
          </p:spPr>
        </p:sp>
        <p:sp>
          <p:nvSpPr>
            <p:cNvPr id="2562" name="four:time-step-strips:time-strip-tₙ-cell-113:2285"/>
            <p:cNvSpPr>
              <a:spLocks noGrp="1"/>
            </p:cNvSpPr>
            <p:nvPr/>
          </p:nvSpPr>
          <p:spPr>
            <a:xfrm>
              <a:off x="22978566" y="3724275"/>
              <a:ext cx="15379" cy="276225"/>
            </a:xfrm>
            <a:prstGeom prst="rect">
              <a:avLst/>
            </a:prstGeom>
            <a:solidFill>
              <a:srgbClr val="84B9D5"/>
            </a:solidFill>
            <a:ln w="0">
              <a:noFill/>
              <a:prstDash val="solid"/>
            </a:ln>
          </p:spPr>
        </p:sp>
        <p:sp>
          <p:nvSpPr>
            <p:cNvPr id="2563" name="four:time-step-strips:time-strip-tₙ-cell-114:2286"/>
            <p:cNvSpPr>
              <a:spLocks noGrp="1"/>
            </p:cNvSpPr>
            <p:nvPr/>
          </p:nvSpPr>
          <p:spPr>
            <a:xfrm>
              <a:off x="22993945" y="3724275"/>
              <a:ext cx="15379" cy="276225"/>
            </a:xfrm>
            <a:prstGeom prst="rect">
              <a:avLst/>
            </a:prstGeom>
            <a:solidFill>
              <a:srgbClr val="58A1CA"/>
            </a:solidFill>
            <a:ln w="0">
              <a:noFill/>
              <a:prstDash val="solid"/>
            </a:ln>
          </p:spPr>
        </p:sp>
        <p:sp>
          <p:nvSpPr>
            <p:cNvPr id="2564" name="four:time-step-strips:time-strip-tₙ-cell-115:2287"/>
            <p:cNvSpPr>
              <a:spLocks noGrp="1"/>
            </p:cNvSpPr>
            <p:nvPr/>
          </p:nvSpPr>
          <p:spPr>
            <a:xfrm>
              <a:off x="23009324" y="3724275"/>
              <a:ext cx="15379" cy="276225"/>
            </a:xfrm>
            <a:prstGeom prst="rect">
              <a:avLst/>
            </a:prstGeom>
            <a:solidFill>
              <a:srgbClr val="318CBF"/>
            </a:solidFill>
            <a:ln w="0">
              <a:noFill/>
              <a:prstDash val="solid"/>
            </a:ln>
          </p:spPr>
        </p:sp>
        <p:sp>
          <p:nvSpPr>
            <p:cNvPr id="2565" name="four:time-step-strips:time-strip-tₙ-cell-116:2288"/>
            <p:cNvSpPr>
              <a:spLocks noGrp="1"/>
            </p:cNvSpPr>
            <p:nvPr/>
          </p:nvSpPr>
          <p:spPr>
            <a:xfrm>
              <a:off x="23024703" y="3724275"/>
              <a:ext cx="15379" cy="276225"/>
            </a:xfrm>
            <a:prstGeom prst="rect">
              <a:avLst/>
            </a:prstGeom>
            <a:solidFill>
              <a:srgbClr val="127CB7"/>
            </a:solidFill>
            <a:ln w="0">
              <a:noFill/>
              <a:prstDash val="solid"/>
            </a:ln>
          </p:spPr>
        </p:sp>
        <p:sp>
          <p:nvSpPr>
            <p:cNvPr id="2566" name="four:time-step-strips:time-strip-tₙ-cell-117:2289"/>
            <p:cNvSpPr>
              <a:spLocks noGrp="1"/>
            </p:cNvSpPr>
            <p:nvPr/>
          </p:nvSpPr>
          <p:spPr>
            <a:xfrm>
              <a:off x="23040082" y="3724275"/>
              <a:ext cx="15379" cy="276225"/>
            </a:xfrm>
            <a:prstGeom prst="rect">
              <a:avLst/>
            </a:prstGeom>
            <a:solidFill>
              <a:srgbClr val="0173B2"/>
            </a:solidFill>
            <a:ln w="0">
              <a:noFill/>
              <a:prstDash val="solid"/>
            </a:ln>
          </p:spPr>
        </p:sp>
        <p:sp>
          <p:nvSpPr>
            <p:cNvPr id="2567" name="four:time-step-strips:time-strip-tₙ-cell-118:2290"/>
            <p:cNvSpPr>
              <a:spLocks noGrp="1"/>
            </p:cNvSpPr>
            <p:nvPr/>
          </p:nvSpPr>
          <p:spPr>
            <a:xfrm>
              <a:off x="23055461" y="3724275"/>
              <a:ext cx="15379" cy="276225"/>
            </a:xfrm>
            <a:prstGeom prst="rect">
              <a:avLst/>
            </a:prstGeom>
            <a:solidFill>
              <a:srgbClr val="0072B2"/>
            </a:solidFill>
            <a:ln w="0">
              <a:noFill/>
              <a:prstDash val="solid"/>
            </a:ln>
          </p:spPr>
        </p:sp>
        <p:sp>
          <p:nvSpPr>
            <p:cNvPr id="2568" name="four:time-step-strips:time-strip-tₙ-cell-119:2291"/>
            <p:cNvSpPr>
              <a:spLocks noGrp="1"/>
            </p:cNvSpPr>
            <p:nvPr/>
          </p:nvSpPr>
          <p:spPr>
            <a:xfrm>
              <a:off x="23070840" y="3724275"/>
              <a:ext cx="15379" cy="276225"/>
            </a:xfrm>
            <a:prstGeom prst="rect">
              <a:avLst/>
            </a:prstGeom>
            <a:solidFill>
              <a:srgbClr val="0072B2"/>
            </a:solidFill>
            <a:ln w="0">
              <a:noFill/>
              <a:prstDash val="solid"/>
            </a:ln>
          </p:spPr>
        </p:sp>
        <p:sp>
          <p:nvSpPr>
            <p:cNvPr id="2569" name="four:time-step-strips:time-strip-tₙ-cell-120:2292"/>
            <p:cNvSpPr>
              <a:spLocks noGrp="1"/>
            </p:cNvSpPr>
            <p:nvPr/>
          </p:nvSpPr>
          <p:spPr>
            <a:xfrm>
              <a:off x="23086219" y="3724275"/>
              <a:ext cx="15379" cy="276225"/>
            </a:xfrm>
            <a:prstGeom prst="rect">
              <a:avLst/>
            </a:prstGeom>
            <a:solidFill>
              <a:srgbClr val="0072B2"/>
            </a:solidFill>
            <a:ln w="0">
              <a:noFill/>
              <a:prstDash val="solid"/>
            </a:ln>
          </p:spPr>
        </p:sp>
        <p:sp>
          <p:nvSpPr>
            <p:cNvPr id="2570" name="four:time-step-strips:time-strip-tₙ-cell-121:2293"/>
            <p:cNvSpPr>
              <a:spLocks noGrp="1"/>
            </p:cNvSpPr>
            <p:nvPr/>
          </p:nvSpPr>
          <p:spPr>
            <a:xfrm>
              <a:off x="23101598" y="3724275"/>
              <a:ext cx="15379" cy="276225"/>
            </a:xfrm>
            <a:prstGeom prst="rect">
              <a:avLst/>
            </a:prstGeom>
            <a:solidFill>
              <a:srgbClr val="0072B2"/>
            </a:solidFill>
            <a:ln w="0">
              <a:noFill/>
              <a:prstDash val="solid"/>
            </a:ln>
          </p:spPr>
        </p:sp>
        <p:sp>
          <p:nvSpPr>
            <p:cNvPr id="2571" name="four:time-step-strips:time-strip-tₙ-cell-122:2294"/>
            <p:cNvSpPr>
              <a:spLocks noGrp="1"/>
            </p:cNvSpPr>
            <p:nvPr/>
          </p:nvSpPr>
          <p:spPr>
            <a:xfrm>
              <a:off x="23116977" y="3724275"/>
              <a:ext cx="15379" cy="276225"/>
            </a:xfrm>
            <a:prstGeom prst="rect">
              <a:avLst/>
            </a:prstGeom>
            <a:solidFill>
              <a:srgbClr val="0072B2"/>
            </a:solidFill>
            <a:ln w="0">
              <a:noFill/>
              <a:prstDash val="solid"/>
            </a:ln>
          </p:spPr>
        </p:sp>
        <p:sp>
          <p:nvSpPr>
            <p:cNvPr id="2572" name="four:time-step-strips:time-strip-tₙ-cell-123:2295"/>
            <p:cNvSpPr>
              <a:spLocks noGrp="1"/>
            </p:cNvSpPr>
            <p:nvPr/>
          </p:nvSpPr>
          <p:spPr>
            <a:xfrm>
              <a:off x="23132355" y="3724275"/>
              <a:ext cx="15379" cy="276225"/>
            </a:xfrm>
            <a:prstGeom prst="rect">
              <a:avLst/>
            </a:prstGeom>
            <a:solidFill>
              <a:srgbClr val="0072B2"/>
            </a:solidFill>
            <a:ln w="0">
              <a:noFill/>
              <a:prstDash val="solid"/>
            </a:ln>
          </p:spPr>
        </p:sp>
        <p:sp>
          <p:nvSpPr>
            <p:cNvPr id="2573" name="four:time-step-strips:time-strip-tₙ-cell-124:2296"/>
            <p:cNvSpPr>
              <a:spLocks noGrp="1"/>
            </p:cNvSpPr>
            <p:nvPr/>
          </p:nvSpPr>
          <p:spPr>
            <a:xfrm>
              <a:off x="23147734" y="3724275"/>
              <a:ext cx="15379" cy="276225"/>
            </a:xfrm>
            <a:prstGeom prst="rect">
              <a:avLst/>
            </a:prstGeom>
            <a:solidFill>
              <a:srgbClr val="0072B2"/>
            </a:solidFill>
            <a:ln w="0">
              <a:noFill/>
              <a:prstDash val="solid"/>
            </a:ln>
          </p:spPr>
        </p:sp>
        <p:sp>
          <p:nvSpPr>
            <p:cNvPr id="2574" name="four:time-step-strips:time-strip-tₙ-cell-125:2297"/>
            <p:cNvSpPr>
              <a:spLocks noGrp="1"/>
            </p:cNvSpPr>
            <p:nvPr/>
          </p:nvSpPr>
          <p:spPr>
            <a:xfrm>
              <a:off x="23163113" y="3724275"/>
              <a:ext cx="15379" cy="276225"/>
            </a:xfrm>
            <a:prstGeom prst="rect">
              <a:avLst/>
            </a:prstGeom>
            <a:solidFill>
              <a:srgbClr val="0072B2"/>
            </a:solidFill>
            <a:ln w="0">
              <a:noFill/>
              <a:prstDash val="solid"/>
            </a:ln>
          </p:spPr>
        </p:sp>
        <p:sp>
          <p:nvSpPr>
            <p:cNvPr id="2575" name="four:time-step-strips:time-strip-tₙ-cell-126:2298"/>
            <p:cNvSpPr>
              <a:spLocks noGrp="1"/>
            </p:cNvSpPr>
            <p:nvPr/>
          </p:nvSpPr>
          <p:spPr>
            <a:xfrm>
              <a:off x="23178492" y="3724275"/>
              <a:ext cx="15379" cy="276225"/>
            </a:xfrm>
            <a:prstGeom prst="rect">
              <a:avLst/>
            </a:prstGeom>
            <a:solidFill>
              <a:srgbClr val="0072B2"/>
            </a:solidFill>
            <a:ln w="0">
              <a:noFill/>
              <a:prstDash val="solid"/>
            </a:ln>
          </p:spPr>
        </p:sp>
        <p:sp>
          <p:nvSpPr>
            <p:cNvPr id="2576" name="four:time-step-strips:time-strip-tₙ-cell-127:2299"/>
            <p:cNvSpPr>
              <a:spLocks noGrp="1"/>
            </p:cNvSpPr>
            <p:nvPr/>
          </p:nvSpPr>
          <p:spPr>
            <a:xfrm>
              <a:off x="23193871" y="3724275"/>
              <a:ext cx="15379" cy="276225"/>
            </a:xfrm>
            <a:prstGeom prst="rect">
              <a:avLst/>
            </a:prstGeom>
            <a:solidFill>
              <a:srgbClr val="0072B2"/>
            </a:solidFill>
            <a:ln w="0">
              <a:noFill/>
              <a:prstDash val="solid"/>
            </a:ln>
          </p:spPr>
        </p:sp>
        <p:sp>
          <p:nvSpPr>
            <p:cNvPr id="2577" name="four:time-step-strips:time-strip-tₙ-cell-128:2300"/>
            <p:cNvSpPr>
              <a:spLocks noGrp="1"/>
            </p:cNvSpPr>
            <p:nvPr/>
          </p:nvSpPr>
          <p:spPr>
            <a:xfrm>
              <a:off x="23209250" y="3724275"/>
              <a:ext cx="15379" cy="276225"/>
            </a:xfrm>
            <a:prstGeom prst="rect">
              <a:avLst/>
            </a:prstGeom>
            <a:solidFill>
              <a:srgbClr val="0072B2"/>
            </a:solidFill>
            <a:ln w="0">
              <a:noFill/>
              <a:prstDash val="solid"/>
            </a:ln>
          </p:spPr>
        </p:sp>
        <p:sp>
          <p:nvSpPr>
            <p:cNvPr id="2578" name="four:time-step-strips:time-strip-tₙ-cell-129:2301"/>
            <p:cNvSpPr>
              <a:spLocks noGrp="1"/>
            </p:cNvSpPr>
            <p:nvPr/>
          </p:nvSpPr>
          <p:spPr>
            <a:xfrm>
              <a:off x="23224629" y="3724275"/>
              <a:ext cx="15379" cy="276225"/>
            </a:xfrm>
            <a:prstGeom prst="rect">
              <a:avLst/>
            </a:prstGeom>
            <a:solidFill>
              <a:srgbClr val="0072B2"/>
            </a:solidFill>
            <a:ln w="0">
              <a:noFill/>
              <a:prstDash val="solid"/>
            </a:ln>
          </p:spPr>
        </p:sp>
        <p:sp>
          <p:nvSpPr>
            <p:cNvPr id="2579" name="four:time-step-strips:time-strip-tₙ-cell-130:2302"/>
            <p:cNvSpPr>
              <a:spLocks noGrp="1"/>
            </p:cNvSpPr>
            <p:nvPr/>
          </p:nvSpPr>
          <p:spPr>
            <a:xfrm>
              <a:off x="23240008" y="3724275"/>
              <a:ext cx="15379" cy="276225"/>
            </a:xfrm>
            <a:prstGeom prst="rect">
              <a:avLst/>
            </a:prstGeom>
            <a:solidFill>
              <a:srgbClr val="0072B2"/>
            </a:solidFill>
            <a:ln w="0">
              <a:noFill/>
              <a:prstDash val="solid"/>
            </a:ln>
          </p:spPr>
        </p:sp>
        <p:sp>
          <p:nvSpPr>
            <p:cNvPr id="2580" name="four:time-step-strips:time-strip-tₙ-cell-131:2303"/>
            <p:cNvSpPr>
              <a:spLocks noGrp="1"/>
            </p:cNvSpPr>
            <p:nvPr/>
          </p:nvSpPr>
          <p:spPr>
            <a:xfrm>
              <a:off x="23255387" y="3724275"/>
              <a:ext cx="15379" cy="276225"/>
            </a:xfrm>
            <a:prstGeom prst="rect">
              <a:avLst/>
            </a:prstGeom>
            <a:solidFill>
              <a:srgbClr val="0072B2"/>
            </a:solidFill>
            <a:ln w="0">
              <a:noFill/>
              <a:prstDash val="solid"/>
            </a:ln>
          </p:spPr>
        </p:sp>
        <p:sp>
          <p:nvSpPr>
            <p:cNvPr id="2581" name="four:time-step-strips:time-strip-tₙ-cell-132:2304"/>
            <p:cNvSpPr>
              <a:spLocks noGrp="1"/>
            </p:cNvSpPr>
            <p:nvPr/>
          </p:nvSpPr>
          <p:spPr>
            <a:xfrm>
              <a:off x="23270766" y="3724275"/>
              <a:ext cx="15379" cy="276225"/>
            </a:xfrm>
            <a:prstGeom prst="rect">
              <a:avLst/>
            </a:prstGeom>
            <a:solidFill>
              <a:srgbClr val="0575B3"/>
            </a:solidFill>
            <a:ln w="0">
              <a:noFill/>
              <a:prstDash val="solid"/>
            </a:ln>
          </p:spPr>
        </p:sp>
        <p:sp>
          <p:nvSpPr>
            <p:cNvPr id="2582" name="four:time-step-strips:time-strip-tₙ-cell-133:2305"/>
            <p:cNvSpPr>
              <a:spLocks noGrp="1"/>
            </p:cNvSpPr>
            <p:nvPr/>
          </p:nvSpPr>
          <p:spPr>
            <a:xfrm>
              <a:off x="23286145" y="3724275"/>
              <a:ext cx="15379" cy="276225"/>
            </a:xfrm>
            <a:prstGeom prst="rect">
              <a:avLst/>
            </a:prstGeom>
            <a:solidFill>
              <a:srgbClr val="167EB8"/>
            </a:solidFill>
            <a:ln w="0">
              <a:noFill/>
              <a:prstDash val="solid"/>
            </a:ln>
          </p:spPr>
        </p:sp>
        <p:sp>
          <p:nvSpPr>
            <p:cNvPr id="2583" name="four:time-step-strips:time-strip-tₙ-cell-134:2306"/>
            <p:cNvSpPr>
              <a:spLocks noGrp="1"/>
            </p:cNvSpPr>
            <p:nvPr/>
          </p:nvSpPr>
          <p:spPr>
            <a:xfrm>
              <a:off x="23301523" y="3724275"/>
              <a:ext cx="15379" cy="276225"/>
            </a:xfrm>
            <a:prstGeom prst="rect">
              <a:avLst/>
            </a:prstGeom>
            <a:solidFill>
              <a:srgbClr val="7698A5"/>
            </a:solidFill>
            <a:ln w="0">
              <a:noFill/>
              <a:prstDash val="solid"/>
            </a:ln>
          </p:spPr>
        </p:sp>
        <p:sp>
          <p:nvSpPr>
            <p:cNvPr id="2584" name="four:time-step-strips:time-strip-tₙ-cell-135:2307"/>
            <p:cNvSpPr>
              <a:spLocks noGrp="1"/>
            </p:cNvSpPr>
            <p:nvPr/>
          </p:nvSpPr>
          <p:spPr>
            <a:xfrm>
              <a:off x="23316902" y="3724275"/>
              <a:ext cx="15379" cy="276225"/>
            </a:xfrm>
            <a:prstGeom prst="rect">
              <a:avLst/>
            </a:prstGeom>
            <a:solidFill>
              <a:srgbClr val="92A3A5"/>
            </a:solidFill>
            <a:ln w="0">
              <a:noFill/>
              <a:prstDash val="solid"/>
            </a:ln>
          </p:spPr>
        </p:sp>
        <p:sp>
          <p:nvSpPr>
            <p:cNvPr id="2585" name="four:time-step-strips:time-strip-tₙ-cell-136:2308"/>
            <p:cNvSpPr>
              <a:spLocks noGrp="1"/>
            </p:cNvSpPr>
            <p:nvPr/>
          </p:nvSpPr>
          <p:spPr>
            <a:xfrm>
              <a:off x="23332281" y="3724275"/>
              <a:ext cx="15379" cy="276225"/>
            </a:xfrm>
            <a:prstGeom prst="rect">
              <a:avLst/>
            </a:prstGeom>
            <a:solidFill>
              <a:srgbClr val="AEAFA5"/>
            </a:solidFill>
            <a:ln w="0">
              <a:noFill/>
              <a:prstDash val="solid"/>
            </a:ln>
          </p:spPr>
        </p:sp>
        <p:sp>
          <p:nvSpPr>
            <p:cNvPr id="2586" name="four:time-step-strips:time-strip-tₙ-cell-137:2309"/>
            <p:cNvSpPr>
              <a:spLocks noGrp="1"/>
            </p:cNvSpPr>
            <p:nvPr/>
          </p:nvSpPr>
          <p:spPr>
            <a:xfrm>
              <a:off x="23347660" y="3724275"/>
              <a:ext cx="15379" cy="276225"/>
            </a:xfrm>
            <a:prstGeom prst="rect">
              <a:avLst/>
            </a:prstGeom>
            <a:solidFill>
              <a:srgbClr val="C7B9A5"/>
            </a:solidFill>
            <a:ln w="0">
              <a:noFill/>
              <a:prstDash val="solid"/>
            </a:ln>
          </p:spPr>
        </p:sp>
        <p:sp>
          <p:nvSpPr>
            <p:cNvPr id="2587" name="four:time-step-strips:time-strip-tₙ-cell-138:2310"/>
            <p:cNvSpPr>
              <a:spLocks noGrp="1"/>
            </p:cNvSpPr>
            <p:nvPr/>
          </p:nvSpPr>
          <p:spPr>
            <a:xfrm>
              <a:off x="23363039" y="3724275"/>
              <a:ext cx="15379" cy="276225"/>
            </a:xfrm>
            <a:prstGeom prst="rect">
              <a:avLst/>
            </a:prstGeom>
            <a:solidFill>
              <a:srgbClr val="D4B3CB"/>
            </a:solidFill>
            <a:ln w="0">
              <a:noFill/>
              <a:prstDash val="solid"/>
            </a:ln>
          </p:spPr>
        </p:sp>
        <p:sp>
          <p:nvSpPr>
            <p:cNvPr id="2588" name="four:time-step-strips:time-strip-tₙ-cell-139:2311"/>
            <p:cNvSpPr>
              <a:spLocks noGrp="1"/>
            </p:cNvSpPr>
            <p:nvPr/>
          </p:nvSpPr>
          <p:spPr>
            <a:xfrm>
              <a:off x="23378418" y="3724275"/>
              <a:ext cx="15379" cy="276225"/>
            </a:xfrm>
            <a:prstGeom prst="rect">
              <a:avLst/>
            </a:prstGeom>
            <a:solidFill>
              <a:srgbClr val="D4B4CC"/>
            </a:solidFill>
            <a:ln w="0">
              <a:noFill/>
              <a:prstDash val="solid"/>
            </a:ln>
          </p:spPr>
        </p:sp>
        <p:sp>
          <p:nvSpPr>
            <p:cNvPr id="2589" name="four:time-step-strips:time-strip-tₙ-cell-140:2312"/>
            <p:cNvSpPr>
              <a:spLocks noGrp="1"/>
            </p:cNvSpPr>
            <p:nvPr/>
          </p:nvSpPr>
          <p:spPr>
            <a:xfrm>
              <a:off x="23393797" y="3724275"/>
              <a:ext cx="15379" cy="276225"/>
            </a:xfrm>
            <a:prstGeom prst="rect">
              <a:avLst/>
            </a:prstGeom>
            <a:solidFill>
              <a:srgbClr val="D4B4CC"/>
            </a:solidFill>
            <a:ln w="0">
              <a:noFill/>
              <a:prstDash val="solid"/>
            </a:ln>
          </p:spPr>
        </p:sp>
        <p:sp>
          <p:nvSpPr>
            <p:cNvPr id="2590" name="four:time-step-strips:time-strip-tₙ-cell-141:2313"/>
            <p:cNvSpPr>
              <a:spLocks noGrp="1"/>
            </p:cNvSpPr>
            <p:nvPr/>
          </p:nvSpPr>
          <p:spPr>
            <a:xfrm>
              <a:off x="23409176" y="3724275"/>
              <a:ext cx="15379" cy="276225"/>
            </a:xfrm>
            <a:prstGeom prst="rect">
              <a:avLst/>
            </a:prstGeom>
            <a:solidFill>
              <a:srgbClr val="D4B4CC"/>
            </a:solidFill>
            <a:ln w="0">
              <a:noFill/>
              <a:prstDash val="solid"/>
            </a:ln>
          </p:spPr>
        </p:sp>
        <p:sp>
          <p:nvSpPr>
            <p:cNvPr id="2591" name="four:time-step-strips:time-strip-tₙ-cell-142:2314"/>
            <p:cNvSpPr>
              <a:spLocks noGrp="1"/>
            </p:cNvSpPr>
            <p:nvPr/>
          </p:nvSpPr>
          <p:spPr>
            <a:xfrm>
              <a:off x="23424555" y="3724275"/>
              <a:ext cx="15379" cy="276225"/>
            </a:xfrm>
            <a:prstGeom prst="rect">
              <a:avLst/>
            </a:prstGeom>
            <a:solidFill>
              <a:srgbClr val="D4B4CC"/>
            </a:solidFill>
            <a:ln w="0">
              <a:noFill/>
              <a:prstDash val="solid"/>
            </a:ln>
          </p:spPr>
        </p:sp>
        <p:sp>
          <p:nvSpPr>
            <p:cNvPr id="2592" name="four:time-step-strips:time-strip-tₙ-cell-143:2315"/>
            <p:cNvSpPr>
              <a:spLocks noGrp="1"/>
            </p:cNvSpPr>
            <p:nvPr/>
          </p:nvSpPr>
          <p:spPr>
            <a:xfrm>
              <a:off x="23439934" y="3724275"/>
              <a:ext cx="15379" cy="276225"/>
            </a:xfrm>
            <a:prstGeom prst="rect">
              <a:avLst/>
            </a:prstGeom>
            <a:solidFill>
              <a:srgbClr val="D4B4CC"/>
            </a:solidFill>
            <a:ln w="0">
              <a:noFill/>
              <a:prstDash val="solid"/>
            </a:ln>
          </p:spPr>
        </p:sp>
        <p:sp>
          <p:nvSpPr>
            <p:cNvPr id="2593" name="four:time-step-strips:time-strip-tₙ-cell-144:2316"/>
            <p:cNvSpPr>
              <a:spLocks noGrp="1"/>
            </p:cNvSpPr>
            <p:nvPr/>
          </p:nvSpPr>
          <p:spPr>
            <a:xfrm>
              <a:off x="23455313" y="3724275"/>
              <a:ext cx="15379" cy="276225"/>
            </a:xfrm>
            <a:prstGeom prst="rect">
              <a:avLst/>
            </a:prstGeom>
            <a:solidFill>
              <a:srgbClr val="D4B4CC"/>
            </a:solidFill>
            <a:ln w="0">
              <a:noFill/>
              <a:prstDash val="solid"/>
            </a:ln>
          </p:spPr>
        </p:sp>
        <p:sp>
          <p:nvSpPr>
            <p:cNvPr id="2594" name="four:time-step-strips:time-strip-tₙ-cell-145:2317"/>
            <p:cNvSpPr>
              <a:spLocks noGrp="1"/>
            </p:cNvSpPr>
            <p:nvPr/>
          </p:nvSpPr>
          <p:spPr>
            <a:xfrm>
              <a:off x="23470691" y="3724275"/>
              <a:ext cx="15379" cy="276225"/>
            </a:xfrm>
            <a:prstGeom prst="rect">
              <a:avLst/>
            </a:prstGeom>
            <a:solidFill>
              <a:srgbClr val="D4B4CC"/>
            </a:solidFill>
            <a:ln w="0">
              <a:noFill/>
              <a:prstDash val="solid"/>
            </a:ln>
          </p:spPr>
        </p:sp>
        <p:sp>
          <p:nvSpPr>
            <p:cNvPr id="2595" name="four:time-step-strips:time-strip-tₙ-cell-146:2318"/>
            <p:cNvSpPr>
              <a:spLocks noGrp="1"/>
            </p:cNvSpPr>
            <p:nvPr/>
          </p:nvSpPr>
          <p:spPr>
            <a:xfrm>
              <a:off x="23486070" y="3724275"/>
              <a:ext cx="15379" cy="276225"/>
            </a:xfrm>
            <a:prstGeom prst="rect">
              <a:avLst/>
            </a:prstGeom>
            <a:solidFill>
              <a:srgbClr val="D4B4CC"/>
            </a:solidFill>
            <a:ln w="0">
              <a:noFill/>
              <a:prstDash val="solid"/>
            </a:ln>
          </p:spPr>
        </p:sp>
        <p:sp>
          <p:nvSpPr>
            <p:cNvPr id="2596" name="four:time-step-strips:time-strip-tₙ-cell-147:2319"/>
            <p:cNvSpPr>
              <a:spLocks noGrp="1"/>
            </p:cNvSpPr>
            <p:nvPr/>
          </p:nvSpPr>
          <p:spPr>
            <a:xfrm>
              <a:off x="23501449" y="3724275"/>
              <a:ext cx="15379" cy="276225"/>
            </a:xfrm>
            <a:prstGeom prst="rect">
              <a:avLst/>
            </a:prstGeom>
            <a:solidFill>
              <a:srgbClr val="D4B4CC"/>
            </a:solidFill>
            <a:ln w="0">
              <a:noFill/>
              <a:prstDash val="solid"/>
            </a:ln>
          </p:spPr>
        </p:sp>
        <p:sp>
          <p:nvSpPr>
            <p:cNvPr id="2597" name="four:time-step-strips:time-strip-tₙ-cell-148:2320"/>
            <p:cNvSpPr>
              <a:spLocks noGrp="1"/>
            </p:cNvSpPr>
            <p:nvPr/>
          </p:nvSpPr>
          <p:spPr>
            <a:xfrm>
              <a:off x="23516828" y="3724275"/>
              <a:ext cx="15379" cy="276225"/>
            </a:xfrm>
            <a:prstGeom prst="rect">
              <a:avLst/>
            </a:prstGeom>
            <a:solidFill>
              <a:srgbClr val="D4B4CC"/>
            </a:solidFill>
            <a:ln w="0">
              <a:noFill/>
              <a:prstDash val="solid"/>
            </a:ln>
          </p:spPr>
        </p:sp>
        <p:sp>
          <p:nvSpPr>
            <p:cNvPr id="2598" name="four:time-step-strips:time-strip-tₙ-cell-149:2321"/>
            <p:cNvSpPr>
              <a:spLocks noGrp="1"/>
            </p:cNvSpPr>
            <p:nvPr/>
          </p:nvSpPr>
          <p:spPr>
            <a:xfrm>
              <a:off x="23532207" y="3724275"/>
              <a:ext cx="15379" cy="276225"/>
            </a:xfrm>
            <a:prstGeom prst="rect">
              <a:avLst/>
            </a:prstGeom>
            <a:solidFill>
              <a:srgbClr val="D4B4CC"/>
            </a:solidFill>
            <a:ln w="0">
              <a:noFill/>
              <a:prstDash val="solid"/>
            </a:ln>
          </p:spPr>
        </p:sp>
        <p:sp>
          <p:nvSpPr>
            <p:cNvPr id="2599" name="four:time-step-strips:time-strip-tₙ-cell-150:2322"/>
            <p:cNvSpPr>
              <a:spLocks noGrp="1"/>
            </p:cNvSpPr>
            <p:nvPr/>
          </p:nvSpPr>
          <p:spPr>
            <a:xfrm>
              <a:off x="23547586" y="3724275"/>
              <a:ext cx="15379" cy="276225"/>
            </a:xfrm>
            <a:prstGeom prst="rect">
              <a:avLst/>
            </a:prstGeom>
            <a:solidFill>
              <a:srgbClr val="D4B4CC"/>
            </a:solidFill>
            <a:ln w="0">
              <a:noFill/>
              <a:prstDash val="solid"/>
            </a:ln>
          </p:spPr>
        </p:sp>
        <p:sp>
          <p:nvSpPr>
            <p:cNvPr id="2600" name="four:time-step-strips:time-strip-tₙ-cell-151:2323"/>
            <p:cNvSpPr>
              <a:spLocks noGrp="1"/>
            </p:cNvSpPr>
            <p:nvPr/>
          </p:nvSpPr>
          <p:spPr>
            <a:xfrm>
              <a:off x="23562965" y="3724275"/>
              <a:ext cx="15379" cy="276225"/>
            </a:xfrm>
            <a:prstGeom prst="rect">
              <a:avLst/>
            </a:prstGeom>
            <a:solidFill>
              <a:srgbClr val="D4B4CC"/>
            </a:solidFill>
            <a:ln w="0">
              <a:noFill/>
              <a:prstDash val="solid"/>
            </a:ln>
          </p:spPr>
        </p:sp>
        <p:sp>
          <p:nvSpPr>
            <p:cNvPr id="2601" name="four:time-step-strips:time-strip-tₙ-cell-152:2324"/>
            <p:cNvSpPr>
              <a:spLocks noGrp="1"/>
            </p:cNvSpPr>
            <p:nvPr/>
          </p:nvSpPr>
          <p:spPr>
            <a:xfrm>
              <a:off x="23578344" y="3724275"/>
              <a:ext cx="15379" cy="276225"/>
            </a:xfrm>
            <a:prstGeom prst="rect">
              <a:avLst/>
            </a:prstGeom>
            <a:solidFill>
              <a:srgbClr val="D4B4CC"/>
            </a:solidFill>
            <a:ln w="0">
              <a:noFill/>
              <a:prstDash val="solid"/>
            </a:ln>
          </p:spPr>
        </p:sp>
        <p:sp>
          <p:nvSpPr>
            <p:cNvPr id="2602" name="four:time-step-strips:time-strip-tₙ-cell-153:2325"/>
            <p:cNvSpPr>
              <a:spLocks noGrp="1"/>
            </p:cNvSpPr>
            <p:nvPr/>
          </p:nvSpPr>
          <p:spPr>
            <a:xfrm>
              <a:off x="23593723" y="3724275"/>
              <a:ext cx="15379" cy="276225"/>
            </a:xfrm>
            <a:prstGeom prst="rect">
              <a:avLst/>
            </a:prstGeom>
            <a:solidFill>
              <a:srgbClr val="D4B4CC"/>
            </a:solidFill>
            <a:ln w="0">
              <a:noFill/>
              <a:prstDash val="solid"/>
            </a:ln>
          </p:spPr>
        </p:sp>
        <p:sp>
          <p:nvSpPr>
            <p:cNvPr id="2603" name="four:time-step-strips:time-strip-tₙ-cell-154:2326"/>
            <p:cNvSpPr>
              <a:spLocks noGrp="1"/>
            </p:cNvSpPr>
            <p:nvPr/>
          </p:nvSpPr>
          <p:spPr>
            <a:xfrm>
              <a:off x="23609102" y="3724275"/>
              <a:ext cx="15379" cy="276225"/>
            </a:xfrm>
            <a:prstGeom prst="rect">
              <a:avLst/>
            </a:prstGeom>
            <a:solidFill>
              <a:srgbClr val="D4B4CC"/>
            </a:solidFill>
            <a:ln w="0">
              <a:noFill/>
              <a:prstDash val="solid"/>
            </a:ln>
          </p:spPr>
        </p:sp>
        <p:sp>
          <p:nvSpPr>
            <p:cNvPr id="2604" name="four:time-step-strips:time-strip-tₙ-cell-155:2327"/>
            <p:cNvSpPr>
              <a:spLocks noGrp="1"/>
            </p:cNvSpPr>
            <p:nvPr/>
          </p:nvSpPr>
          <p:spPr>
            <a:xfrm>
              <a:off x="23624480" y="3724275"/>
              <a:ext cx="15379" cy="276225"/>
            </a:xfrm>
            <a:prstGeom prst="rect">
              <a:avLst/>
            </a:prstGeom>
            <a:solidFill>
              <a:srgbClr val="D4B4CC"/>
            </a:solidFill>
            <a:ln w="0">
              <a:noFill/>
              <a:prstDash val="solid"/>
            </a:ln>
          </p:spPr>
        </p:sp>
        <p:sp>
          <p:nvSpPr>
            <p:cNvPr id="2605" name="four:time-step-strips:time-strip-tₙ-cell-156:2328"/>
            <p:cNvSpPr>
              <a:spLocks noGrp="1"/>
            </p:cNvSpPr>
            <p:nvPr/>
          </p:nvSpPr>
          <p:spPr>
            <a:xfrm>
              <a:off x="23639859" y="3724275"/>
              <a:ext cx="15379" cy="276225"/>
            </a:xfrm>
            <a:prstGeom prst="rect">
              <a:avLst/>
            </a:prstGeom>
            <a:solidFill>
              <a:srgbClr val="D4B4CC"/>
            </a:solidFill>
            <a:ln w="0">
              <a:noFill/>
              <a:prstDash val="solid"/>
            </a:ln>
          </p:spPr>
        </p:sp>
        <p:sp>
          <p:nvSpPr>
            <p:cNvPr id="2606" name="four:time-step-strips:time-strip-tₙ-cell-157:2329"/>
            <p:cNvSpPr>
              <a:spLocks noGrp="1"/>
            </p:cNvSpPr>
            <p:nvPr/>
          </p:nvSpPr>
          <p:spPr>
            <a:xfrm>
              <a:off x="23655238" y="3724275"/>
              <a:ext cx="15379" cy="276225"/>
            </a:xfrm>
            <a:prstGeom prst="rect">
              <a:avLst/>
            </a:prstGeom>
            <a:solidFill>
              <a:srgbClr val="D4B4CC"/>
            </a:solidFill>
            <a:ln w="0">
              <a:noFill/>
              <a:prstDash val="solid"/>
            </a:ln>
          </p:spPr>
        </p:sp>
        <p:sp>
          <p:nvSpPr>
            <p:cNvPr id="2607" name="four:time-step-strips:time-strip-tₙ-cell-158:2330"/>
            <p:cNvSpPr>
              <a:spLocks noGrp="1"/>
            </p:cNvSpPr>
            <p:nvPr/>
          </p:nvSpPr>
          <p:spPr>
            <a:xfrm>
              <a:off x="23670617" y="3724275"/>
              <a:ext cx="15379" cy="276225"/>
            </a:xfrm>
            <a:prstGeom prst="rect">
              <a:avLst/>
            </a:prstGeom>
            <a:solidFill>
              <a:srgbClr val="D4B4CC"/>
            </a:solidFill>
            <a:ln w="0">
              <a:noFill/>
              <a:prstDash val="solid"/>
            </a:ln>
          </p:spPr>
        </p:sp>
        <p:sp>
          <p:nvSpPr>
            <p:cNvPr id="2608" name="four:time-step-strips:time-strip-tₙ-cell-159:2331"/>
            <p:cNvSpPr>
              <a:spLocks noGrp="1"/>
            </p:cNvSpPr>
            <p:nvPr/>
          </p:nvSpPr>
          <p:spPr>
            <a:xfrm>
              <a:off x="23685996" y="3724275"/>
              <a:ext cx="15379" cy="276225"/>
            </a:xfrm>
            <a:prstGeom prst="rect">
              <a:avLst/>
            </a:prstGeom>
            <a:solidFill>
              <a:srgbClr val="D4B4CC"/>
            </a:solidFill>
            <a:ln w="0">
              <a:noFill/>
              <a:prstDash val="solid"/>
            </a:ln>
          </p:spPr>
        </p:sp>
        <p:sp>
          <p:nvSpPr>
            <p:cNvPr id="2609" name="four:time-step-strips:time-strip-tₙ-cell-160:2332"/>
            <p:cNvSpPr>
              <a:spLocks noGrp="1"/>
            </p:cNvSpPr>
            <p:nvPr/>
          </p:nvSpPr>
          <p:spPr>
            <a:xfrm>
              <a:off x="23701375" y="3724275"/>
              <a:ext cx="15379" cy="276225"/>
            </a:xfrm>
            <a:prstGeom prst="rect">
              <a:avLst/>
            </a:prstGeom>
            <a:solidFill>
              <a:srgbClr val="D4B4CC"/>
            </a:solidFill>
            <a:ln w="0">
              <a:noFill/>
              <a:prstDash val="solid"/>
            </a:ln>
          </p:spPr>
        </p:sp>
        <p:sp>
          <p:nvSpPr>
            <p:cNvPr id="2610" name="four:time-step-strips:time-strip-tₙ-cell-161:2333"/>
            <p:cNvSpPr>
              <a:spLocks noGrp="1"/>
            </p:cNvSpPr>
            <p:nvPr/>
          </p:nvSpPr>
          <p:spPr>
            <a:xfrm>
              <a:off x="23716754" y="3724275"/>
              <a:ext cx="15379" cy="276225"/>
            </a:xfrm>
            <a:prstGeom prst="rect">
              <a:avLst/>
            </a:prstGeom>
            <a:solidFill>
              <a:srgbClr val="D4B4CC"/>
            </a:solidFill>
            <a:ln w="0">
              <a:noFill/>
              <a:prstDash val="solid"/>
            </a:ln>
          </p:spPr>
        </p:sp>
        <p:sp>
          <p:nvSpPr>
            <p:cNvPr id="2611" name="four:time-step-strips:time-strip-tₙ-cell-162:2334"/>
            <p:cNvSpPr>
              <a:spLocks noGrp="1"/>
            </p:cNvSpPr>
            <p:nvPr/>
          </p:nvSpPr>
          <p:spPr>
            <a:xfrm>
              <a:off x="23732133" y="3724275"/>
              <a:ext cx="15379" cy="276225"/>
            </a:xfrm>
            <a:prstGeom prst="rect">
              <a:avLst/>
            </a:prstGeom>
            <a:solidFill>
              <a:srgbClr val="D4B4CC"/>
            </a:solidFill>
            <a:ln w="0">
              <a:noFill/>
              <a:prstDash val="solid"/>
            </a:ln>
          </p:spPr>
        </p:sp>
        <p:sp>
          <p:nvSpPr>
            <p:cNvPr id="2612" name="four:time-step-strips:time-strip-tₙ-cell-163:2335"/>
            <p:cNvSpPr>
              <a:spLocks noGrp="1"/>
            </p:cNvSpPr>
            <p:nvPr/>
          </p:nvSpPr>
          <p:spPr>
            <a:xfrm>
              <a:off x="23747512" y="3724275"/>
              <a:ext cx="15379" cy="276225"/>
            </a:xfrm>
            <a:prstGeom prst="rect">
              <a:avLst/>
            </a:prstGeom>
            <a:solidFill>
              <a:srgbClr val="D4B4CC"/>
            </a:solidFill>
            <a:ln w="0">
              <a:noFill/>
              <a:prstDash val="solid"/>
            </a:ln>
          </p:spPr>
        </p:sp>
        <p:sp>
          <p:nvSpPr>
            <p:cNvPr id="2613" name="four:time-step-strips:time-strip-tₙ-cell-164:2336"/>
            <p:cNvSpPr>
              <a:spLocks noGrp="1"/>
            </p:cNvSpPr>
            <p:nvPr/>
          </p:nvSpPr>
          <p:spPr>
            <a:xfrm>
              <a:off x="23762891" y="3724275"/>
              <a:ext cx="15379" cy="276225"/>
            </a:xfrm>
            <a:prstGeom prst="rect">
              <a:avLst/>
            </a:prstGeom>
            <a:solidFill>
              <a:srgbClr val="D4B4CC"/>
            </a:solidFill>
            <a:ln w="0">
              <a:noFill/>
              <a:prstDash val="solid"/>
            </a:ln>
          </p:spPr>
        </p:sp>
        <p:sp>
          <p:nvSpPr>
            <p:cNvPr id="2614" name="four:time-step-strips:time-strip-tₙ-cell-165:2337"/>
            <p:cNvSpPr>
              <a:spLocks noGrp="1"/>
            </p:cNvSpPr>
            <p:nvPr/>
          </p:nvSpPr>
          <p:spPr>
            <a:xfrm>
              <a:off x="23778270" y="3724275"/>
              <a:ext cx="15379" cy="276225"/>
            </a:xfrm>
            <a:prstGeom prst="rect">
              <a:avLst/>
            </a:prstGeom>
            <a:solidFill>
              <a:srgbClr val="D4B4CC"/>
            </a:solidFill>
            <a:ln w="0">
              <a:noFill/>
              <a:prstDash val="solid"/>
            </a:ln>
          </p:spPr>
        </p:sp>
        <p:sp>
          <p:nvSpPr>
            <p:cNvPr id="2615" name="four:time-step-strips:time-strip-tₙ-cell-166:2338"/>
            <p:cNvSpPr>
              <a:spLocks noGrp="1"/>
            </p:cNvSpPr>
            <p:nvPr/>
          </p:nvSpPr>
          <p:spPr>
            <a:xfrm>
              <a:off x="23793648" y="3724275"/>
              <a:ext cx="15379" cy="276225"/>
            </a:xfrm>
            <a:prstGeom prst="rect">
              <a:avLst/>
            </a:prstGeom>
            <a:solidFill>
              <a:srgbClr val="D4B4CC"/>
            </a:solidFill>
            <a:ln w="0">
              <a:noFill/>
              <a:prstDash val="solid"/>
            </a:ln>
          </p:spPr>
        </p:sp>
        <p:sp>
          <p:nvSpPr>
            <p:cNvPr id="2616" name="four:time-step-strips:time-strip-tₙ-cell-167:2339"/>
            <p:cNvSpPr>
              <a:spLocks noGrp="1"/>
            </p:cNvSpPr>
            <p:nvPr/>
          </p:nvSpPr>
          <p:spPr>
            <a:xfrm>
              <a:off x="23809027" y="3724275"/>
              <a:ext cx="15379" cy="276225"/>
            </a:xfrm>
            <a:prstGeom prst="rect">
              <a:avLst/>
            </a:prstGeom>
            <a:solidFill>
              <a:srgbClr val="D4B4CC"/>
            </a:solidFill>
            <a:ln w="0">
              <a:noFill/>
              <a:prstDash val="solid"/>
            </a:ln>
          </p:spPr>
        </p:sp>
        <p:sp>
          <p:nvSpPr>
            <p:cNvPr id="2617" name="four:time-step-strips:time-strip-tₙ-cell-168:2340"/>
            <p:cNvSpPr>
              <a:spLocks noGrp="1"/>
            </p:cNvSpPr>
            <p:nvPr/>
          </p:nvSpPr>
          <p:spPr>
            <a:xfrm>
              <a:off x="23824406" y="3724275"/>
              <a:ext cx="15379" cy="276225"/>
            </a:xfrm>
            <a:prstGeom prst="rect">
              <a:avLst/>
            </a:prstGeom>
            <a:solidFill>
              <a:srgbClr val="D4B2CB"/>
            </a:solidFill>
            <a:ln w="0">
              <a:noFill/>
              <a:prstDash val="solid"/>
            </a:ln>
          </p:spPr>
        </p:sp>
        <p:sp>
          <p:nvSpPr>
            <p:cNvPr id="2618" name="four:time-step-strips:time-strip-tₙ-cell-169:2341"/>
            <p:cNvSpPr>
              <a:spLocks noGrp="1"/>
            </p:cNvSpPr>
            <p:nvPr/>
          </p:nvSpPr>
          <p:spPr>
            <a:xfrm>
              <a:off x="23839785" y="3724275"/>
              <a:ext cx="15379" cy="276225"/>
            </a:xfrm>
            <a:prstGeom prst="rect">
              <a:avLst/>
            </a:prstGeom>
            <a:solidFill>
              <a:srgbClr val="D3ACC7"/>
            </a:solidFill>
            <a:ln w="0">
              <a:noFill/>
              <a:prstDash val="solid"/>
            </a:ln>
          </p:spPr>
        </p:sp>
        <p:sp>
          <p:nvSpPr>
            <p:cNvPr id="2619" name="four:time-step-strips:time-strip-tₙ-cell-170:2342"/>
            <p:cNvSpPr>
              <a:spLocks noGrp="1"/>
            </p:cNvSpPr>
            <p:nvPr/>
          </p:nvSpPr>
          <p:spPr>
            <a:xfrm>
              <a:off x="23855164" y="3724275"/>
              <a:ext cx="15379" cy="276225"/>
            </a:xfrm>
            <a:prstGeom prst="rect">
              <a:avLst/>
            </a:prstGeom>
            <a:solidFill>
              <a:srgbClr val="D2A3C1"/>
            </a:solidFill>
            <a:ln w="0">
              <a:noFill/>
              <a:prstDash val="solid"/>
            </a:ln>
          </p:spPr>
        </p:sp>
        <p:sp>
          <p:nvSpPr>
            <p:cNvPr id="2620" name="four:time-step-strips:time-strip-tₙ-cell-171:2343"/>
            <p:cNvSpPr>
              <a:spLocks noGrp="1"/>
            </p:cNvSpPr>
            <p:nvPr/>
          </p:nvSpPr>
          <p:spPr>
            <a:xfrm>
              <a:off x="23870543" y="3724275"/>
              <a:ext cx="15379" cy="276225"/>
            </a:xfrm>
            <a:prstGeom prst="rect">
              <a:avLst/>
            </a:prstGeom>
            <a:solidFill>
              <a:srgbClr val="D098BA"/>
            </a:solidFill>
            <a:ln w="0">
              <a:noFill/>
              <a:prstDash val="solid"/>
            </a:ln>
          </p:spPr>
        </p:sp>
        <p:sp>
          <p:nvSpPr>
            <p:cNvPr id="2621" name="four:time-step-strips:time-strip-tₙ-cell-172:2344"/>
            <p:cNvSpPr>
              <a:spLocks noGrp="1"/>
            </p:cNvSpPr>
            <p:nvPr/>
          </p:nvSpPr>
          <p:spPr>
            <a:xfrm>
              <a:off x="23885922" y="3724275"/>
              <a:ext cx="15379" cy="276225"/>
            </a:xfrm>
            <a:prstGeom prst="rect">
              <a:avLst/>
            </a:prstGeom>
            <a:solidFill>
              <a:srgbClr val="CF8DB3"/>
            </a:solidFill>
            <a:ln w="0">
              <a:noFill/>
              <a:prstDash val="solid"/>
            </a:ln>
          </p:spPr>
        </p:sp>
        <p:sp>
          <p:nvSpPr>
            <p:cNvPr id="2622" name="four:time-step-strips:time-strip-tₙ-cell-173:2345"/>
            <p:cNvSpPr>
              <a:spLocks noGrp="1"/>
            </p:cNvSpPr>
            <p:nvPr/>
          </p:nvSpPr>
          <p:spPr>
            <a:xfrm>
              <a:off x="23901301" y="3724275"/>
              <a:ext cx="15379" cy="276225"/>
            </a:xfrm>
            <a:prstGeom prst="rect">
              <a:avLst/>
            </a:prstGeom>
            <a:solidFill>
              <a:srgbClr val="CD82AD"/>
            </a:solidFill>
            <a:ln w="0">
              <a:noFill/>
              <a:prstDash val="solid"/>
            </a:ln>
          </p:spPr>
        </p:sp>
        <p:sp>
          <p:nvSpPr>
            <p:cNvPr id="2623" name="four:time-step-strips:time-strip-tₙ-cell-174:2346"/>
            <p:cNvSpPr>
              <a:spLocks noGrp="1"/>
            </p:cNvSpPr>
            <p:nvPr/>
          </p:nvSpPr>
          <p:spPr>
            <a:xfrm>
              <a:off x="23916680" y="3724275"/>
              <a:ext cx="15379" cy="276225"/>
            </a:xfrm>
            <a:prstGeom prst="rect">
              <a:avLst/>
            </a:prstGeom>
            <a:solidFill>
              <a:srgbClr val="CC7BA9"/>
            </a:solidFill>
            <a:ln w="0">
              <a:noFill/>
              <a:prstDash val="solid"/>
            </a:ln>
          </p:spPr>
        </p:sp>
        <p:sp>
          <p:nvSpPr>
            <p:cNvPr id="2624" name="four:time-step-strips:time-strip-tₙ-cell-175:2347"/>
            <p:cNvSpPr>
              <a:spLocks noGrp="1"/>
            </p:cNvSpPr>
            <p:nvPr/>
          </p:nvSpPr>
          <p:spPr>
            <a:xfrm>
              <a:off x="23932059" y="3724275"/>
              <a:ext cx="15379" cy="276225"/>
            </a:xfrm>
            <a:prstGeom prst="rect">
              <a:avLst/>
            </a:prstGeom>
            <a:solidFill>
              <a:srgbClr val="CC79A7"/>
            </a:solidFill>
            <a:ln w="0">
              <a:noFill/>
              <a:prstDash val="solid"/>
            </a:ln>
          </p:spPr>
        </p:sp>
        <p:sp>
          <p:nvSpPr>
            <p:cNvPr id="2625" name="four:time-step-strips:time-strip-tₙ-cell-176:2348"/>
            <p:cNvSpPr>
              <a:spLocks noGrp="1"/>
            </p:cNvSpPr>
            <p:nvPr/>
          </p:nvSpPr>
          <p:spPr>
            <a:xfrm>
              <a:off x="23947438" y="3724275"/>
              <a:ext cx="15379" cy="276225"/>
            </a:xfrm>
            <a:prstGeom prst="rect">
              <a:avLst/>
            </a:prstGeom>
            <a:solidFill>
              <a:srgbClr val="CC79A7"/>
            </a:solidFill>
            <a:ln w="0">
              <a:noFill/>
              <a:prstDash val="solid"/>
            </a:ln>
          </p:spPr>
        </p:sp>
        <p:sp>
          <p:nvSpPr>
            <p:cNvPr id="2626" name="four:time-step-strips:time-strip-tₙ-cell-177:2349"/>
            <p:cNvSpPr>
              <a:spLocks noGrp="1"/>
            </p:cNvSpPr>
            <p:nvPr/>
          </p:nvSpPr>
          <p:spPr>
            <a:xfrm>
              <a:off x="23962816" y="3724275"/>
              <a:ext cx="15379" cy="276225"/>
            </a:xfrm>
            <a:prstGeom prst="rect">
              <a:avLst/>
            </a:prstGeom>
            <a:solidFill>
              <a:srgbClr val="CC79A7"/>
            </a:solidFill>
            <a:ln w="0">
              <a:noFill/>
              <a:prstDash val="solid"/>
            </a:ln>
          </p:spPr>
        </p:sp>
        <p:sp>
          <p:nvSpPr>
            <p:cNvPr id="2627" name="four:time-step-strips:time-strip-tₙ-cell-178:2350"/>
            <p:cNvSpPr>
              <a:spLocks noGrp="1"/>
            </p:cNvSpPr>
            <p:nvPr/>
          </p:nvSpPr>
          <p:spPr>
            <a:xfrm>
              <a:off x="23978195" y="3724275"/>
              <a:ext cx="15379" cy="276225"/>
            </a:xfrm>
            <a:prstGeom prst="rect">
              <a:avLst/>
            </a:prstGeom>
            <a:solidFill>
              <a:srgbClr val="CC79A7"/>
            </a:solidFill>
            <a:ln w="0">
              <a:noFill/>
              <a:prstDash val="solid"/>
            </a:ln>
          </p:spPr>
        </p:sp>
        <p:sp>
          <p:nvSpPr>
            <p:cNvPr id="2628" name="four:time-step-strips:time-strip-tₙ-cell-179:2351"/>
            <p:cNvSpPr>
              <a:spLocks noGrp="1"/>
            </p:cNvSpPr>
            <p:nvPr/>
          </p:nvSpPr>
          <p:spPr>
            <a:xfrm>
              <a:off x="23993574" y="3724275"/>
              <a:ext cx="15379" cy="276225"/>
            </a:xfrm>
            <a:prstGeom prst="rect">
              <a:avLst/>
            </a:prstGeom>
            <a:solidFill>
              <a:srgbClr val="CC79A7"/>
            </a:solidFill>
            <a:ln w="0">
              <a:noFill/>
              <a:prstDash val="solid"/>
            </a:ln>
          </p:spPr>
        </p:sp>
        <p:sp>
          <p:nvSpPr>
            <p:cNvPr id="2629" name="four:time-step-strips:time-strip-tₙ-cell-180:2352"/>
            <p:cNvSpPr>
              <a:spLocks noGrp="1"/>
            </p:cNvSpPr>
            <p:nvPr/>
          </p:nvSpPr>
          <p:spPr>
            <a:xfrm>
              <a:off x="24008953" y="3724275"/>
              <a:ext cx="15379" cy="276225"/>
            </a:xfrm>
            <a:prstGeom prst="rect">
              <a:avLst/>
            </a:prstGeom>
            <a:solidFill>
              <a:srgbClr val="CC79A7"/>
            </a:solidFill>
            <a:ln w="0">
              <a:noFill/>
              <a:prstDash val="solid"/>
            </a:ln>
          </p:spPr>
        </p:sp>
        <p:sp>
          <p:nvSpPr>
            <p:cNvPr id="2630" name="four:time-step-strips:time-strip-tₙ-cell-181:2353"/>
            <p:cNvSpPr>
              <a:spLocks noGrp="1"/>
            </p:cNvSpPr>
            <p:nvPr/>
          </p:nvSpPr>
          <p:spPr>
            <a:xfrm>
              <a:off x="24024332" y="3724275"/>
              <a:ext cx="15379" cy="276225"/>
            </a:xfrm>
            <a:prstGeom prst="rect">
              <a:avLst/>
            </a:prstGeom>
            <a:solidFill>
              <a:srgbClr val="CC79A7"/>
            </a:solidFill>
            <a:ln w="0">
              <a:noFill/>
              <a:prstDash val="solid"/>
            </a:ln>
          </p:spPr>
        </p:sp>
        <p:sp>
          <p:nvSpPr>
            <p:cNvPr id="2631" name="four:time-step-strips:time-strip-tₙ-cell-182:2354"/>
            <p:cNvSpPr>
              <a:spLocks noGrp="1"/>
            </p:cNvSpPr>
            <p:nvPr/>
          </p:nvSpPr>
          <p:spPr>
            <a:xfrm>
              <a:off x="24039711" y="3724275"/>
              <a:ext cx="15379" cy="276225"/>
            </a:xfrm>
            <a:prstGeom prst="rect">
              <a:avLst/>
            </a:prstGeom>
            <a:solidFill>
              <a:srgbClr val="CC79A7"/>
            </a:solidFill>
            <a:ln w="0">
              <a:noFill/>
              <a:prstDash val="solid"/>
            </a:ln>
          </p:spPr>
        </p:sp>
        <p:sp>
          <p:nvSpPr>
            <p:cNvPr id="2632" name="four:time-step-strips:time-strip-tₙ-cell-183:2355"/>
            <p:cNvSpPr>
              <a:spLocks noGrp="1"/>
            </p:cNvSpPr>
            <p:nvPr/>
          </p:nvSpPr>
          <p:spPr>
            <a:xfrm>
              <a:off x="24055090" y="3724275"/>
              <a:ext cx="15379" cy="276225"/>
            </a:xfrm>
            <a:prstGeom prst="rect">
              <a:avLst/>
            </a:prstGeom>
            <a:solidFill>
              <a:srgbClr val="CC79A7"/>
            </a:solidFill>
            <a:ln w="0">
              <a:noFill/>
              <a:prstDash val="solid"/>
            </a:ln>
          </p:spPr>
        </p:sp>
        <p:sp>
          <p:nvSpPr>
            <p:cNvPr id="2633" name="four:time-step-strips:time-strip-tₙ-cell-184:2356"/>
            <p:cNvSpPr>
              <a:spLocks noGrp="1"/>
            </p:cNvSpPr>
            <p:nvPr/>
          </p:nvSpPr>
          <p:spPr>
            <a:xfrm>
              <a:off x="24070469" y="3724275"/>
              <a:ext cx="15379" cy="276225"/>
            </a:xfrm>
            <a:prstGeom prst="rect">
              <a:avLst/>
            </a:prstGeom>
            <a:solidFill>
              <a:srgbClr val="CD7EAA"/>
            </a:solidFill>
            <a:ln w="0">
              <a:noFill/>
              <a:prstDash val="solid"/>
            </a:ln>
          </p:spPr>
        </p:sp>
        <p:sp>
          <p:nvSpPr>
            <p:cNvPr id="2634" name="four:time-step-strips:time-strip-tₙ-cell-185:2357"/>
            <p:cNvSpPr>
              <a:spLocks noGrp="1"/>
            </p:cNvSpPr>
            <p:nvPr/>
          </p:nvSpPr>
          <p:spPr>
            <a:xfrm>
              <a:off x="24085848" y="3724275"/>
              <a:ext cx="15379" cy="276225"/>
            </a:xfrm>
            <a:prstGeom prst="rect">
              <a:avLst/>
            </a:prstGeom>
            <a:solidFill>
              <a:srgbClr val="D19CBD"/>
            </a:solidFill>
            <a:ln w="0">
              <a:noFill/>
              <a:prstDash val="solid"/>
            </a:ln>
          </p:spPr>
        </p:sp>
        <p:sp>
          <p:nvSpPr>
            <p:cNvPr id="2635" name="four:time-step-strips:time-strip-tₙ-cell-186:2358"/>
            <p:cNvSpPr>
              <a:spLocks noGrp="1"/>
            </p:cNvSpPr>
            <p:nvPr/>
          </p:nvSpPr>
          <p:spPr>
            <a:xfrm>
              <a:off x="24101227" y="3724275"/>
              <a:ext cx="15379" cy="276225"/>
            </a:xfrm>
            <a:prstGeom prst="rect">
              <a:avLst/>
            </a:prstGeom>
            <a:solidFill>
              <a:srgbClr val="D7C5D7"/>
            </a:solidFill>
            <a:ln w="0">
              <a:noFill/>
              <a:prstDash val="solid"/>
            </a:ln>
          </p:spPr>
        </p:sp>
        <p:sp>
          <p:nvSpPr>
            <p:cNvPr id="2636" name="four:time-step-strips:time-strip-tₙ-cell-187:2359"/>
            <p:cNvSpPr>
              <a:spLocks noGrp="1"/>
            </p:cNvSpPr>
            <p:nvPr/>
          </p:nvSpPr>
          <p:spPr>
            <a:xfrm>
              <a:off x="24116605" y="3724275"/>
              <a:ext cx="15379" cy="276225"/>
            </a:xfrm>
            <a:prstGeom prst="rect">
              <a:avLst/>
            </a:prstGeom>
            <a:solidFill>
              <a:srgbClr val="DBE4E7"/>
            </a:solidFill>
            <a:ln w="0">
              <a:noFill/>
              <a:prstDash val="solid"/>
            </a:ln>
          </p:spPr>
        </p:sp>
        <p:sp>
          <p:nvSpPr>
            <p:cNvPr id="2637" name="four:time-step-strips:time-strip-tₙ-cell-188:2360"/>
            <p:cNvSpPr>
              <a:spLocks noGrp="1"/>
            </p:cNvSpPr>
            <p:nvPr/>
          </p:nvSpPr>
          <p:spPr>
            <a:xfrm>
              <a:off x="24131984" y="3724275"/>
              <a:ext cx="15379" cy="276225"/>
            </a:xfrm>
            <a:prstGeom prst="rect">
              <a:avLst/>
            </a:prstGeom>
            <a:solidFill>
              <a:srgbClr val="DCE8ED"/>
            </a:solidFill>
            <a:ln w="0">
              <a:noFill/>
              <a:prstDash val="solid"/>
            </a:ln>
          </p:spPr>
        </p:sp>
        <p:sp>
          <p:nvSpPr>
            <p:cNvPr id="2638" name="four:time-step-strips:time-strip-tₙ-cell-189:2361"/>
            <p:cNvSpPr>
              <a:spLocks noGrp="1"/>
            </p:cNvSpPr>
            <p:nvPr/>
          </p:nvSpPr>
          <p:spPr>
            <a:xfrm>
              <a:off x="24147363" y="3724275"/>
              <a:ext cx="15379" cy="276225"/>
            </a:xfrm>
            <a:prstGeom prst="rect">
              <a:avLst/>
            </a:prstGeom>
            <a:solidFill>
              <a:srgbClr val="DCE8ED"/>
            </a:solidFill>
            <a:ln w="0">
              <a:noFill/>
              <a:prstDash val="solid"/>
            </a:ln>
          </p:spPr>
        </p:sp>
        <p:sp>
          <p:nvSpPr>
            <p:cNvPr id="2639" name="four:time-step-strips:time-strip-tₙ-cell-190:2362"/>
            <p:cNvSpPr>
              <a:spLocks noGrp="1"/>
            </p:cNvSpPr>
            <p:nvPr/>
          </p:nvSpPr>
          <p:spPr>
            <a:xfrm>
              <a:off x="24162742" y="3724275"/>
              <a:ext cx="15379" cy="276225"/>
            </a:xfrm>
            <a:prstGeom prst="rect">
              <a:avLst/>
            </a:prstGeom>
            <a:solidFill>
              <a:srgbClr val="DCE8ED"/>
            </a:solidFill>
            <a:ln w="0">
              <a:noFill/>
              <a:prstDash val="solid"/>
            </a:ln>
          </p:spPr>
        </p:sp>
        <p:sp>
          <p:nvSpPr>
            <p:cNvPr id="2640" name="four:time-step-strips:time-strip-tₙ-cell-191:2363"/>
            <p:cNvSpPr>
              <a:spLocks noGrp="1"/>
            </p:cNvSpPr>
            <p:nvPr/>
          </p:nvSpPr>
          <p:spPr>
            <a:xfrm>
              <a:off x="24178121" y="3724275"/>
              <a:ext cx="15379" cy="276225"/>
            </a:xfrm>
            <a:prstGeom prst="rect">
              <a:avLst/>
            </a:prstGeom>
            <a:solidFill>
              <a:srgbClr val="DCE8ED"/>
            </a:solidFill>
            <a:ln w="0">
              <a:noFill/>
              <a:prstDash val="solid"/>
            </a:ln>
          </p:spPr>
        </p:sp>
        <p:sp>
          <p:nvSpPr>
            <p:cNvPr id="2641" name="four:time-step-strips:time-strip-tₙ-border:2364"/>
            <p:cNvSpPr>
              <a:spLocks noGrp="1"/>
            </p:cNvSpPr>
            <p:nvPr/>
          </p:nvSpPr>
          <p:spPr>
            <a:xfrm>
              <a:off x="21240750" y="3724275"/>
              <a:ext cx="2952750" cy="276225"/>
            </a:xfrm>
            <a:prstGeom prst="rect">
              <a:avLst/>
            </a:prstGeom>
            <a:noFill/>
            <a:ln w="7620">
              <a:solidFill>
                <a:srgbClr val="263238"/>
              </a:solidFill>
              <a:prstDash val="solid"/>
            </a:ln>
          </p:spPr>
        </p:sp>
        <p:sp>
          <p:nvSpPr>
            <p:cNvPr id="2642" name="four:time-step-strips:line:2365"/>
            <p:cNvSpPr>
              <a:spLocks noGrp="1"/>
            </p:cNvSpPr>
            <p:nvPr/>
          </p:nvSpPr>
          <p:spPr>
            <a:xfrm>
              <a:off x="24336375" y="1676400"/>
              <a:ext cx="953" cy="2324100"/>
            </a:xfrm>
            <a:custGeom>
              <a:avLst/>
              <a:gdLst/>
              <a:ahLst/>
              <a:cxnLst/>
              <a:pathLst>
                <a:path w="953" h="2324100">
                  <a:moveTo>
                    <a:pt x="0" y="0"/>
                  </a:moveTo>
                  <a:lnTo>
                    <a:pt x="0" y="2324100"/>
                  </a:lnTo>
                </a:path>
              </a:pathLst>
            </a:custGeom>
            <a:noFill/>
            <a:ln w="13335">
              <a:solidFill>
                <a:srgbClr val="5DA4CB"/>
              </a:solidFill>
              <a:prstDash val="solid"/>
            </a:ln>
          </p:spPr>
        </p:sp>
        <p:sp>
          <p:nvSpPr>
            <p:cNvPr id="2643" name="four:time-step-strips:polygon:2366"/>
            <p:cNvSpPr>
              <a:spLocks noGrp="1"/>
            </p:cNvSpPr>
            <p:nvPr/>
          </p:nvSpPr>
          <p:spPr>
            <a:xfrm>
              <a:off x="24303609" y="3924300"/>
              <a:ext cx="65532" cy="76200"/>
            </a:xfrm>
            <a:custGeom>
              <a:avLst/>
              <a:gdLst/>
              <a:ahLst/>
              <a:cxnLst/>
              <a:pathLst>
                <a:path w="65532" h="76200">
                  <a:moveTo>
                    <a:pt x="32766" y="76200"/>
                  </a:moveTo>
                  <a:lnTo>
                    <a:pt x="65532" y="0"/>
                  </a:lnTo>
                  <a:lnTo>
                    <a:pt x="0" y="0"/>
                  </a:lnTo>
                  <a:close/>
                </a:path>
              </a:pathLst>
            </a:custGeom>
            <a:solidFill>
              <a:srgbClr val="5DA4CB"/>
            </a:solidFill>
            <a:ln w="0">
              <a:noFill/>
              <a:prstDash val="solid"/>
            </a:ln>
          </p:spPr>
        </p:sp>
        <p:sp>
          <p:nvSpPr>
            <p:cNvPr id="2644" name="four:time-step-strips:textbox:2367"/>
            <p:cNvSpPr>
              <a:spLocks noGrp="1"/>
            </p:cNvSpPr>
            <p:nvPr/>
          </p:nvSpPr>
          <p:spPr>
            <a:xfrm>
              <a:off x="24355425" y="2686050"/>
              <a:ext cx="190500" cy="342900"/>
            </a:xfrm>
            <a:prstGeom prst="rect">
              <a:avLst/>
            </a:prstGeom>
            <a:noFill/>
            <a:ln w="0">
              <a:noFill/>
              <a:prstDash val="solid"/>
            </a:ln>
          </p:spPr>
          <p:txBody>
            <a:bodyPr wrap="none" lIns="0" tIns="0" rIns="0" bIns="0" anchor="ctr">
              <a:normAutofit/>
            </a:bodyPr>
            <a:lstStyle>
              <a:defPPr algn="ctr">
                <a:defRPr sz="1875" b="0">
                  <a:solidFill>
                    <a:srgbClr val="7B8790"/>
                  </a:solidFill>
                  <a:latin typeface="Arial" panose="020B0604020202090204"/>
                  <a:ea typeface="Arial" panose="020B0604020202090204"/>
                  <a:cs typeface="Arial" panose="020B0604020202090204"/>
                </a:defRPr>
              </a:defPPr>
            </a:lstStyle>
            <a:p>
              <a:pPr algn="ctr">
                <a:defRPr sz="1875" b="0">
                  <a:solidFill>
                    <a:srgbClr val="7B8790"/>
                  </a:solidFill>
                  <a:latin typeface="Arial" panose="020B0604020202090204"/>
                  <a:ea typeface="Arial" panose="020B0604020202090204"/>
                  <a:cs typeface="Arial" panose="020B0604020202090204"/>
                </a:defRPr>
              </a:pPr>
              <a:r>
                <a:rPr sz="1875" b="0">
                  <a:solidFill>
                    <a:srgbClr val="7B8790"/>
                  </a:solidFill>
                  <a:latin typeface="Arial" panose="020B0604020202090204"/>
                  <a:ea typeface="Arial" panose="020B0604020202090204"/>
                  <a:cs typeface="Arial" panose="020B0604020202090204"/>
                </a:rPr>
                <a:t>t</a:t>
              </a:r>
              <a:endParaRPr sz="1875" b="0">
                <a:solidFill>
                  <a:srgbClr val="7B8790"/>
                </a:solidFill>
                <a:latin typeface="Arial" panose="020B0604020202090204"/>
                <a:ea typeface="Arial" panose="020B0604020202090204"/>
                <a:cs typeface="Arial" panose="020B0604020202090204"/>
              </a:endParaRPr>
            </a:p>
          </p:txBody>
        </p:sp>
        <p:sp>
          <p:nvSpPr>
            <p:cNvPr id="2645" name="four:time-step-strips:line:2368"/>
            <p:cNvSpPr>
              <a:spLocks noGrp="1"/>
            </p:cNvSpPr>
            <p:nvPr/>
          </p:nvSpPr>
          <p:spPr>
            <a:xfrm>
              <a:off x="22650450" y="4286250"/>
              <a:ext cx="953" cy="123825"/>
            </a:xfrm>
            <a:custGeom>
              <a:avLst/>
              <a:gdLst/>
              <a:ahLst/>
              <a:cxnLst/>
              <a:pathLst>
                <a:path w="953" h="123825">
                  <a:moveTo>
                    <a:pt x="0" y="0"/>
                  </a:moveTo>
                  <a:lnTo>
                    <a:pt x="0" y="123825"/>
                  </a:lnTo>
                </a:path>
              </a:pathLst>
            </a:custGeom>
            <a:noFill/>
            <a:ln w="15240">
              <a:solidFill>
                <a:srgbClr val="5DA4CB"/>
              </a:solidFill>
              <a:prstDash val="solid"/>
            </a:ln>
          </p:spPr>
        </p:sp>
        <p:sp>
          <p:nvSpPr>
            <p:cNvPr id="2646" name="four:time-step-strips:polygon:2369"/>
            <p:cNvSpPr>
              <a:spLocks noGrp="1"/>
            </p:cNvSpPr>
            <p:nvPr/>
          </p:nvSpPr>
          <p:spPr>
            <a:xfrm>
              <a:off x="22621780" y="4343400"/>
              <a:ext cx="57341" cy="66675"/>
            </a:xfrm>
            <a:custGeom>
              <a:avLst/>
              <a:gdLst/>
              <a:ahLst/>
              <a:cxnLst/>
              <a:pathLst>
                <a:path w="57341" h="66675">
                  <a:moveTo>
                    <a:pt x="28670" y="66675"/>
                  </a:moveTo>
                  <a:lnTo>
                    <a:pt x="57341" y="0"/>
                  </a:lnTo>
                  <a:lnTo>
                    <a:pt x="0" y="0"/>
                  </a:lnTo>
                  <a:close/>
                </a:path>
              </a:pathLst>
            </a:custGeom>
            <a:solidFill>
              <a:srgbClr val="5DA4CB"/>
            </a:solidFill>
            <a:ln w="0">
              <a:noFill/>
              <a:prstDash val="solid"/>
            </a:ln>
          </p:spPr>
        </p:sp>
      </p:grpSp>
      <p:grpSp>
        <p:nvGrpSpPr>
          <p:cNvPr id="2647" name="rotate-and-assemble"/>
          <p:cNvGrpSpPr/>
          <p:nvPr/>
        </p:nvGrpSpPr>
        <p:grpSpPr>
          <a:xfrm>
            <a:off x="0" y="0"/>
            <a:ext cx="24955500" cy="8572500"/>
            <a:chOff x="0" y="0"/>
            <a:chExt cx="24955500" cy="8572500"/>
          </a:xfrm>
        </p:grpSpPr>
        <p:sp>
          <p:nvSpPr>
            <p:cNvPr id="2648" name="four:rotate-and-assemble:line:2370"/>
            <p:cNvSpPr>
              <a:spLocks noGrp="1"/>
            </p:cNvSpPr>
            <p:nvPr/>
          </p:nvSpPr>
          <p:spPr>
            <a:xfrm>
              <a:off x="23087513" y="4889995"/>
              <a:ext cx="1087" cy="24905"/>
            </a:xfrm>
            <a:custGeom>
              <a:avLst/>
              <a:gdLst/>
              <a:ahLst/>
              <a:cxnLst/>
              <a:pathLst>
                <a:path w="1087" h="24905">
                  <a:moveTo>
                    <a:pt x="1087" y="24905"/>
                  </a:moveTo>
                  <a:lnTo>
                    <a:pt x="0" y="0"/>
                  </a:lnTo>
                </a:path>
              </a:pathLst>
            </a:custGeom>
            <a:noFill/>
            <a:ln w="26670">
              <a:solidFill>
                <a:srgbClr val="6F8EA9"/>
              </a:solidFill>
              <a:prstDash val="solid"/>
            </a:ln>
          </p:spPr>
        </p:sp>
        <p:sp>
          <p:nvSpPr>
            <p:cNvPr id="2649" name="four:rotate-and-assemble:line:2371"/>
            <p:cNvSpPr>
              <a:spLocks noGrp="1"/>
            </p:cNvSpPr>
            <p:nvPr/>
          </p:nvSpPr>
          <p:spPr>
            <a:xfrm>
              <a:off x="23084259" y="4865280"/>
              <a:ext cx="3254" cy="24715"/>
            </a:xfrm>
            <a:custGeom>
              <a:avLst/>
              <a:gdLst/>
              <a:ahLst/>
              <a:cxnLst/>
              <a:pathLst>
                <a:path w="3254" h="24715">
                  <a:moveTo>
                    <a:pt x="3254" y="24715"/>
                  </a:moveTo>
                  <a:lnTo>
                    <a:pt x="0" y="0"/>
                  </a:lnTo>
                </a:path>
              </a:pathLst>
            </a:custGeom>
            <a:noFill/>
            <a:ln w="26670">
              <a:solidFill>
                <a:srgbClr val="6F8EA9"/>
              </a:solidFill>
              <a:prstDash val="solid"/>
            </a:ln>
          </p:spPr>
        </p:sp>
        <p:sp>
          <p:nvSpPr>
            <p:cNvPr id="2650" name="four:rotate-and-assemble:line:2372"/>
            <p:cNvSpPr>
              <a:spLocks noGrp="1"/>
            </p:cNvSpPr>
            <p:nvPr/>
          </p:nvSpPr>
          <p:spPr>
            <a:xfrm>
              <a:off x="23078863" y="4840942"/>
              <a:ext cx="5396" cy="24338"/>
            </a:xfrm>
            <a:custGeom>
              <a:avLst/>
              <a:gdLst/>
              <a:ahLst/>
              <a:cxnLst/>
              <a:pathLst>
                <a:path w="5396" h="24338">
                  <a:moveTo>
                    <a:pt x="5396" y="24338"/>
                  </a:moveTo>
                  <a:lnTo>
                    <a:pt x="0" y="0"/>
                  </a:lnTo>
                </a:path>
              </a:pathLst>
            </a:custGeom>
            <a:noFill/>
            <a:ln w="26670">
              <a:solidFill>
                <a:srgbClr val="6F8EA9"/>
              </a:solidFill>
              <a:prstDash val="solid"/>
            </a:ln>
          </p:spPr>
        </p:sp>
        <p:sp>
          <p:nvSpPr>
            <p:cNvPr id="2651" name="four:rotate-and-assemble:line:2373"/>
            <p:cNvSpPr>
              <a:spLocks noGrp="1"/>
            </p:cNvSpPr>
            <p:nvPr/>
          </p:nvSpPr>
          <p:spPr>
            <a:xfrm>
              <a:off x="23071367" y="4817168"/>
              <a:ext cx="7496" cy="23775"/>
            </a:xfrm>
            <a:custGeom>
              <a:avLst/>
              <a:gdLst/>
              <a:ahLst/>
              <a:cxnLst/>
              <a:pathLst>
                <a:path w="7496" h="23775">
                  <a:moveTo>
                    <a:pt x="7496" y="23775"/>
                  </a:moveTo>
                  <a:lnTo>
                    <a:pt x="0" y="0"/>
                  </a:lnTo>
                </a:path>
              </a:pathLst>
            </a:custGeom>
            <a:noFill/>
            <a:ln w="26670">
              <a:solidFill>
                <a:srgbClr val="6F8EA9"/>
              </a:solidFill>
              <a:prstDash val="solid"/>
            </a:ln>
          </p:spPr>
        </p:sp>
        <p:sp>
          <p:nvSpPr>
            <p:cNvPr id="2652" name="four:rotate-and-assemble:line:2374"/>
            <p:cNvSpPr>
              <a:spLocks noGrp="1"/>
            </p:cNvSpPr>
            <p:nvPr/>
          </p:nvSpPr>
          <p:spPr>
            <a:xfrm>
              <a:off x="23061827" y="4794137"/>
              <a:ext cx="9540" cy="23031"/>
            </a:xfrm>
            <a:custGeom>
              <a:avLst/>
              <a:gdLst/>
              <a:ahLst/>
              <a:cxnLst/>
              <a:pathLst>
                <a:path w="9540" h="23031">
                  <a:moveTo>
                    <a:pt x="9540" y="23031"/>
                  </a:moveTo>
                  <a:lnTo>
                    <a:pt x="0" y="0"/>
                  </a:lnTo>
                </a:path>
              </a:pathLst>
            </a:custGeom>
            <a:noFill/>
            <a:ln w="26670">
              <a:solidFill>
                <a:srgbClr val="6F8EA9"/>
              </a:solidFill>
              <a:prstDash val="solid"/>
            </a:ln>
          </p:spPr>
        </p:sp>
        <p:sp>
          <p:nvSpPr>
            <p:cNvPr id="2653" name="four:rotate-and-assemble:line:2375"/>
            <p:cNvSpPr>
              <a:spLocks noGrp="1"/>
            </p:cNvSpPr>
            <p:nvPr/>
          </p:nvSpPr>
          <p:spPr>
            <a:xfrm>
              <a:off x="23050317" y="4772025"/>
              <a:ext cx="11511" cy="22112"/>
            </a:xfrm>
            <a:custGeom>
              <a:avLst/>
              <a:gdLst/>
              <a:ahLst/>
              <a:cxnLst/>
              <a:pathLst>
                <a:path w="11511" h="22112">
                  <a:moveTo>
                    <a:pt x="11511" y="22112"/>
                  </a:moveTo>
                  <a:lnTo>
                    <a:pt x="0" y="0"/>
                  </a:lnTo>
                </a:path>
              </a:pathLst>
            </a:custGeom>
            <a:noFill/>
            <a:ln w="26670">
              <a:solidFill>
                <a:srgbClr val="6F8EA9"/>
              </a:solidFill>
              <a:prstDash val="solid"/>
            </a:ln>
          </p:spPr>
        </p:sp>
        <p:sp>
          <p:nvSpPr>
            <p:cNvPr id="2654" name="four:rotate-and-assemble:line:2376"/>
            <p:cNvSpPr>
              <a:spLocks noGrp="1"/>
            </p:cNvSpPr>
            <p:nvPr/>
          </p:nvSpPr>
          <p:spPr>
            <a:xfrm>
              <a:off x="23036923" y="4751001"/>
              <a:ext cx="13394" cy="21024"/>
            </a:xfrm>
            <a:custGeom>
              <a:avLst/>
              <a:gdLst/>
              <a:ahLst/>
              <a:cxnLst/>
              <a:pathLst>
                <a:path w="13394" h="21024">
                  <a:moveTo>
                    <a:pt x="13394" y="21024"/>
                  </a:moveTo>
                  <a:lnTo>
                    <a:pt x="0" y="0"/>
                  </a:lnTo>
                </a:path>
              </a:pathLst>
            </a:custGeom>
            <a:noFill/>
            <a:ln w="26670">
              <a:solidFill>
                <a:srgbClr val="6F8EA9"/>
              </a:solidFill>
              <a:prstDash val="solid"/>
            </a:ln>
          </p:spPr>
        </p:sp>
        <p:sp>
          <p:nvSpPr>
            <p:cNvPr id="2655" name="four:rotate-and-assemble:line:2377"/>
            <p:cNvSpPr>
              <a:spLocks noGrp="1"/>
            </p:cNvSpPr>
            <p:nvPr/>
          </p:nvSpPr>
          <p:spPr>
            <a:xfrm>
              <a:off x="23021747" y="4731223"/>
              <a:ext cx="15175" cy="19777"/>
            </a:xfrm>
            <a:custGeom>
              <a:avLst/>
              <a:gdLst/>
              <a:ahLst/>
              <a:cxnLst/>
              <a:pathLst>
                <a:path w="15175" h="19777">
                  <a:moveTo>
                    <a:pt x="15175" y="19777"/>
                  </a:moveTo>
                  <a:lnTo>
                    <a:pt x="0" y="0"/>
                  </a:lnTo>
                </a:path>
              </a:pathLst>
            </a:custGeom>
            <a:noFill/>
            <a:ln w="26670">
              <a:solidFill>
                <a:srgbClr val="6F8EA9"/>
              </a:solidFill>
              <a:prstDash val="solid"/>
            </a:ln>
          </p:spPr>
        </p:sp>
        <p:sp>
          <p:nvSpPr>
            <p:cNvPr id="2656" name="four:rotate-and-assemble:line:2378"/>
            <p:cNvSpPr>
              <a:spLocks noGrp="1"/>
            </p:cNvSpPr>
            <p:nvPr/>
          </p:nvSpPr>
          <p:spPr>
            <a:xfrm>
              <a:off x="23004906" y="4712844"/>
              <a:ext cx="16841" cy="18379"/>
            </a:xfrm>
            <a:custGeom>
              <a:avLst/>
              <a:gdLst/>
              <a:ahLst/>
              <a:cxnLst/>
              <a:pathLst>
                <a:path w="16841" h="18379">
                  <a:moveTo>
                    <a:pt x="16841" y="18379"/>
                  </a:moveTo>
                  <a:lnTo>
                    <a:pt x="0" y="0"/>
                  </a:lnTo>
                </a:path>
              </a:pathLst>
            </a:custGeom>
            <a:noFill/>
            <a:ln w="26670">
              <a:solidFill>
                <a:srgbClr val="6F8EA9"/>
              </a:solidFill>
              <a:prstDash val="solid"/>
            </a:ln>
          </p:spPr>
        </p:sp>
        <p:sp>
          <p:nvSpPr>
            <p:cNvPr id="2657" name="four:rotate-and-assemble:line:2379"/>
            <p:cNvSpPr>
              <a:spLocks noGrp="1"/>
            </p:cNvSpPr>
            <p:nvPr/>
          </p:nvSpPr>
          <p:spPr>
            <a:xfrm>
              <a:off x="22986527" y="4696003"/>
              <a:ext cx="18379" cy="16841"/>
            </a:xfrm>
            <a:custGeom>
              <a:avLst/>
              <a:gdLst/>
              <a:ahLst/>
              <a:cxnLst/>
              <a:pathLst>
                <a:path w="18379" h="16841">
                  <a:moveTo>
                    <a:pt x="18379" y="16841"/>
                  </a:moveTo>
                  <a:lnTo>
                    <a:pt x="0" y="0"/>
                  </a:lnTo>
                </a:path>
              </a:pathLst>
            </a:custGeom>
            <a:noFill/>
            <a:ln w="26670">
              <a:solidFill>
                <a:srgbClr val="6F8EA9"/>
              </a:solidFill>
              <a:prstDash val="solid"/>
            </a:ln>
          </p:spPr>
        </p:sp>
        <p:sp>
          <p:nvSpPr>
            <p:cNvPr id="2658" name="four:rotate-and-assemble:line:2380"/>
            <p:cNvSpPr>
              <a:spLocks noGrp="1"/>
            </p:cNvSpPr>
            <p:nvPr/>
          </p:nvSpPr>
          <p:spPr>
            <a:xfrm>
              <a:off x="22966749" y="4680827"/>
              <a:ext cx="19777" cy="15175"/>
            </a:xfrm>
            <a:custGeom>
              <a:avLst/>
              <a:gdLst/>
              <a:ahLst/>
              <a:cxnLst/>
              <a:pathLst>
                <a:path w="19777" h="15175">
                  <a:moveTo>
                    <a:pt x="19777" y="15175"/>
                  </a:moveTo>
                  <a:lnTo>
                    <a:pt x="0" y="0"/>
                  </a:lnTo>
                </a:path>
              </a:pathLst>
            </a:custGeom>
            <a:noFill/>
            <a:ln w="26670">
              <a:solidFill>
                <a:srgbClr val="6F8EA9"/>
              </a:solidFill>
              <a:prstDash val="solid"/>
            </a:ln>
          </p:spPr>
        </p:sp>
        <p:sp>
          <p:nvSpPr>
            <p:cNvPr id="2659" name="four:rotate-and-assemble:line:2381"/>
            <p:cNvSpPr>
              <a:spLocks noGrp="1"/>
            </p:cNvSpPr>
            <p:nvPr/>
          </p:nvSpPr>
          <p:spPr>
            <a:xfrm>
              <a:off x="22945725" y="4667433"/>
              <a:ext cx="21024" cy="13394"/>
            </a:xfrm>
            <a:custGeom>
              <a:avLst/>
              <a:gdLst/>
              <a:ahLst/>
              <a:cxnLst/>
              <a:pathLst>
                <a:path w="21024" h="13394">
                  <a:moveTo>
                    <a:pt x="21024" y="13394"/>
                  </a:moveTo>
                  <a:lnTo>
                    <a:pt x="0" y="0"/>
                  </a:lnTo>
                </a:path>
              </a:pathLst>
            </a:custGeom>
            <a:noFill/>
            <a:ln w="26670">
              <a:solidFill>
                <a:srgbClr val="6F8EA9"/>
              </a:solidFill>
              <a:prstDash val="solid"/>
            </a:ln>
          </p:spPr>
        </p:sp>
        <p:sp>
          <p:nvSpPr>
            <p:cNvPr id="2660" name="four:rotate-and-assemble:line:2382"/>
            <p:cNvSpPr>
              <a:spLocks noGrp="1"/>
            </p:cNvSpPr>
            <p:nvPr/>
          </p:nvSpPr>
          <p:spPr>
            <a:xfrm>
              <a:off x="22923613" y="4655923"/>
              <a:ext cx="22112" cy="11511"/>
            </a:xfrm>
            <a:custGeom>
              <a:avLst/>
              <a:gdLst/>
              <a:ahLst/>
              <a:cxnLst/>
              <a:pathLst>
                <a:path w="22112" h="11511">
                  <a:moveTo>
                    <a:pt x="22112" y="11511"/>
                  </a:moveTo>
                  <a:lnTo>
                    <a:pt x="0" y="0"/>
                  </a:lnTo>
                </a:path>
              </a:pathLst>
            </a:custGeom>
            <a:noFill/>
            <a:ln w="26670">
              <a:solidFill>
                <a:srgbClr val="6F8EA9"/>
              </a:solidFill>
              <a:prstDash val="solid"/>
            </a:ln>
          </p:spPr>
        </p:sp>
        <p:sp>
          <p:nvSpPr>
            <p:cNvPr id="2661" name="four:rotate-and-assemble:line:2383"/>
            <p:cNvSpPr>
              <a:spLocks noGrp="1"/>
            </p:cNvSpPr>
            <p:nvPr/>
          </p:nvSpPr>
          <p:spPr>
            <a:xfrm>
              <a:off x="22900582" y="4646383"/>
              <a:ext cx="23031" cy="9540"/>
            </a:xfrm>
            <a:custGeom>
              <a:avLst/>
              <a:gdLst/>
              <a:ahLst/>
              <a:cxnLst/>
              <a:pathLst>
                <a:path w="23031" h="9540">
                  <a:moveTo>
                    <a:pt x="23031" y="9540"/>
                  </a:moveTo>
                  <a:lnTo>
                    <a:pt x="0" y="0"/>
                  </a:lnTo>
                </a:path>
              </a:pathLst>
            </a:custGeom>
            <a:noFill/>
            <a:ln w="26670">
              <a:solidFill>
                <a:srgbClr val="6F8EA9"/>
              </a:solidFill>
              <a:prstDash val="solid"/>
            </a:ln>
          </p:spPr>
        </p:sp>
        <p:sp>
          <p:nvSpPr>
            <p:cNvPr id="2662" name="four:rotate-and-assemble:line:2384"/>
            <p:cNvSpPr>
              <a:spLocks noGrp="1"/>
            </p:cNvSpPr>
            <p:nvPr/>
          </p:nvSpPr>
          <p:spPr>
            <a:xfrm>
              <a:off x="22876808" y="4638887"/>
              <a:ext cx="23775" cy="7496"/>
            </a:xfrm>
            <a:custGeom>
              <a:avLst/>
              <a:gdLst/>
              <a:ahLst/>
              <a:cxnLst/>
              <a:pathLst>
                <a:path w="23775" h="7496">
                  <a:moveTo>
                    <a:pt x="23775" y="7496"/>
                  </a:moveTo>
                  <a:lnTo>
                    <a:pt x="0" y="0"/>
                  </a:lnTo>
                </a:path>
              </a:pathLst>
            </a:custGeom>
            <a:noFill/>
            <a:ln w="26670">
              <a:solidFill>
                <a:srgbClr val="6F8EA9"/>
              </a:solidFill>
              <a:prstDash val="solid"/>
            </a:ln>
          </p:spPr>
        </p:sp>
        <p:sp>
          <p:nvSpPr>
            <p:cNvPr id="2663" name="four:rotate-and-assemble:line:2385"/>
            <p:cNvSpPr>
              <a:spLocks noGrp="1"/>
            </p:cNvSpPr>
            <p:nvPr/>
          </p:nvSpPr>
          <p:spPr>
            <a:xfrm>
              <a:off x="22852470" y="4633491"/>
              <a:ext cx="24338" cy="5396"/>
            </a:xfrm>
            <a:custGeom>
              <a:avLst/>
              <a:gdLst/>
              <a:ahLst/>
              <a:cxnLst/>
              <a:pathLst>
                <a:path w="24338" h="5396">
                  <a:moveTo>
                    <a:pt x="24338" y="5396"/>
                  </a:moveTo>
                  <a:lnTo>
                    <a:pt x="0" y="0"/>
                  </a:lnTo>
                </a:path>
              </a:pathLst>
            </a:custGeom>
            <a:noFill/>
            <a:ln w="26670">
              <a:solidFill>
                <a:srgbClr val="6F8EA9"/>
              </a:solidFill>
              <a:prstDash val="solid"/>
            </a:ln>
          </p:spPr>
        </p:sp>
        <p:sp>
          <p:nvSpPr>
            <p:cNvPr id="2664" name="four:rotate-and-assemble:line:2386"/>
            <p:cNvSpPr>
              <a:spLocks noGrp="1"/>
            </p:cNvSpPr>
            <p:nvPr/>
          </p:nvSpPr>
          <p:spPr>
            <a:xfrm>
              <a:off x="22827755" y="4630237"/>
              <a:ext cx="24715" cy="3254"/>
            </a:xfrm>
            <a:custGeom>
              <a:avLst/>
              <a:gdLst/>
              <a:ahLst/>
              <a:cxnLst/>
              <a:pathLst>
                <a:path w="24715" h="3254">
                  <a:moveTo>
                    <a:pt x="24715" y="3254"/>
                  </a:moveTo>
                  <a:lnTo>
                    <a:pt x="0" y="0"/>
                  </a:lnTo>
                </a:path>
              </a:pathLst>
            </a:custGeom>
            <a:noFill/>
            <a:ln w="26670">
              <a:solidFill>
                <a:srgbClr val="6F8EA9"/>
              </a:solidFill>
              <a:prstDash val="solid"/>
            </a:ln>
          </p:spPr>
        </p:sp>
        <p:sp>
          <p:nvSpPr>
            <p:cNvPr id="2665" name="four:rotate-and-assemble:line:2387"/>
            <p:cNvSpPr>
              <a:spLocks noGrp="1"/>
            </p:cNvSpPr>
            <p:nvPr/>
          </p:nvSpPr>
          <p:spPr>
            <a:xfrm>
              <a:off x="22802850" y="4629150"/>
              <a:ext cx="24905" cy="1087"/>
            </a:xfrm>
            <a:custGeom>
              <a:avLst/>
              <a:gdLst/>
              <a:ahLst/>
              <a:cxnLst/>
              <a:pathLst>
                <a:path w="24905" h="1087">
                  <a:moveTo>
                    <a:pt x="24905" y="1087"/>
                  </a:moveTo>
                  <a:lnTo>
                    <a:pt x="0" y="0"/>
                  </a:lnTo>
                </a:path>
              </a:pathLst>
            </a:custGeom>
            <a:noFill/>
            <a:ln w="26670">
              <a:solidFill>
                <a:srgbClr val="6F8EA9"/>
              </a:solidFill>
              <a:prstDash val="solid"/>
            </a:ln>
          </p:spPr>
        </p:sp>
        <p:sp>
          <p:nvSpPr>
            <p:cNvPr id="2666" name="four:rotate-and-assemble:polygon:2388"/>
            <p:cNvSpPr>
              <a:spLocks noGrp="1"/>
            </p:cNvSpPr>
            <p:nvPr/>
          </p:nvSpPr>
          <p:spPr>
            <a:xfrm>
              <a:off x="22802850" y="4592386"/>
              <a:ext cx="96946" cy="81837"/>
            </a:xfrm>
            <a:custGeom>
              <a:avLst/>
              <a:gdLst/>
              <a:ahLst/>
              <a:cxnLst/>
              <a:pathLst>
                <a:path w="96946" h="81837">
                  <a:moveTo>
                    <a:pt x="0" y="36764"/>
                  </a:moveTo>
                  <a:lnTo>
                    <a:pt x="93373" y="81837"/>
                  </a:lnTo>
                  <a:lnTo>
                    <a:pt x="96946" y="0"/>
                  </a:lnTo>
                  <a:close/>
                </a:path>
              </a:pathLst>
            </a:custGeom>
            <a:solidFill>
              <a:srgbClr val="6F8EA9"/>
            </a:solidFill>
            <a:ln w="0">
              <a:noFill/>
              <a:prstDash val="solid"/>
            </a:ln>
          </p:spPr>
        </p:sp>
        <p:sp>
          <p:nvSpPr>
            <p:cNvPr id="2667" name="four:rotate-and-assemble:textbox:2389"/>
            <p:cNvSpPr>
              <a:spLocks noGrp="1"/>
            </p:cNvSpPr>
            <p:nvPr/>
          </p:nvSpPr>
          <p:spPr>
            <a:xfrm>
              <a:off x="22212300" y="4591050"/>
              <a:ext cx="514350" cy="295275"/>
            </a:xfrm>
            <a:prstGeom prst="rect">
              <a:avLst/>
            </a:prstGeom>
            <a:noFill/>
            <a:ln w="0">
              <a:noFill/>
              <a:prstDash val="solid"/>
            </a:ln>
          </p:spPr>
          <p:txBody>
            <a:bodyPr wrap="none" lIns="0" tIns="0" rIns="0" bIns="0" anchor="ctr">
              <a:normAutofit/>
            </a:bodyPr>
            <a:lstStyle>
              <a:defPPr algn="ctr">
                <a:defRPr sz="1575" b="1">
                  <a:solidFill>
                    <a:srgbClr val="6F8EA9"/>
                  </a:solidFill>
                  <a:latin typeface="Arial" panose="020B0604020202090204"/>
                  <a:ea typeface="Arial" panose="020B0604020202090204"/>
                  <a:cs typeface="Arial" panose="020B0604020202090204"/>
                </a:defRPr>
              </a:defPPr>
            </a:lstStyle>
            <a:p>
              <a:pPr algn="ctr">
                <a:defRPr sz="1575" b="1">
                  <a:solidFill>
                    <a:srgbClr val="6F8EA9"/>
                  </a:solidFill>
                  <a:latin typeface="Arial" panose="020B0604020202090204"/>
                  <a:ea typeface="Arial" panose="020B0604020202090204"/>
                  <a:cs typeface="Arial" panose="020B0604020202090204"/>
                </a:defRPr>
              </a:pPr>
              <a:r>
                <a:rPr sz="1575" b="1">
                  <a:solidFill>
                    <a:srgbClr val="6F8EA9"/>
                  </a:solidFill>
                  <a:latin typeface="Arial" panose="020B0604020202090204"/>
                  <a:ea typeface="Arial" panose="020B0604020202090204"/>
                  <a:cs typeface="Arial" panose="020B0604020202090204"/>
                </a:rPr>
                <a:t>90°</a:t>
              </a:r>
              <a:endParaRPr sz="1575" b="1">
                <a:solidFill>
                  <a:srgbClr val="6F8EA9"/>
                </a:solidFill>
                <a:latin typeface="Arial" panose="020B0604020202090204"/>
                <a:ea typeface="Arial" panose="020B0604020202090204"/>
                <a:cs typeface="Arial" panose="020B0604020202090204"/>
              </a:endParaRPr>
            </a:p>
          </p:txBody>
        </p:sp>
        <p:sp>
          <p:nvSpPr>
            <p:cNvPr id="2668" name="four:rotate-and-assemble:line:2390"/>
            <p:cNvSpPr>
              <a:spLocks noGrp="1"/>
            </p:cNvSpPr>
            <p:nvPr/>
          </p:nvSpPr>
          <p:spPr>
            <a:xfrm>
              <a:off x="22650450" y="5133975"/>
              <a:ext cx="953" cy="180975"/>
            </a:xfrm>
            <a:custGeom>
              <a:avLst/>
              <a:gdLst/>
              <a:ahLst/>
              <a:cxnLst/>
              <a:pathLst>
                <a:path w="953" h="180975">
                  <a:moveTo>
                    <a:pt x="0" y="0"/>
                  </a:moveTo>
                  <a:lnTo>
                    <a:pt x="0" y="180975"/>
                  </a:lnTo>
                </a:path>
              </a:pathLst>
            </a:custGeom>
            <a:noFill/>
            <a:ln w="15240">
              <a:solidFill>
                <a:srgbClr val="5DA4CB"/>
              </a:solidFill>
              <a:prstDash val="solid"/>
            </a:ln>
          </p:spPr>
        </p:sp>
        <p:sp>
          <p:nvSpPr>
            <p:cNvPr id="2669" name="four:rotate-and-assemble:polygon:2391"/>
            <p:cNvSpPr>
              <a:spLocks noGrp="1"/>
            </p:cNvSpPr>
            <p:nvPr/>
          </p:nvSpPr>
          <p:spPr>
            <a:xfrm>
              <a:off x="22617684" y="5238750"/>
              <a:ext cx="65532" cy="76200"/>
            </a:xfrm>
            <a:custGeom>
              <a:avLst/>
              <a:gdLst/>
              <a:ahLst/>
              <a:cxnLst/>
              <a:pathLst>
                <a:path w="65532" h="76200">
                  <a:moveTo>
                    <a:pt x="32766" y="76200"/>
                  </a:moveTo>
                  <a:lnTo>
                    <a:pt x="65532" y="0"/>
                  </a:lnTo>
                  <a:lnTo>
                    <a:pt x="0" y="0"/>
                  </a:lnTo>
                  <a:close/>
                </a:path>
              </a:pathLst>
            </a:custGeom>
            <a:solidFill>
              <a:srgbClr val="5DA4CB"/>
            </a:solidFill>
            <a:ln w="0">
              <a:noFill/>
              <a:prstDash val="solid"/>
            </a:ln>
          </p:spPr>
        </p:sp>
      </p:grpSp>
      <p:grpSp>
        <p:nvGrpSpPr>
          <p:cNvPr id="2670" name="temporal-output"/>
          <p:cNvGrpSpPr/>
          <p:nvPr/>
        </p:nvGrpSpPr>
        <p:grpSpPr>
          <a:xfrm>
            <a:off x="0" y="0"/>
            <a:ext cx="24955500" cy="8572500"/>
            <a:chOff x="0" y="0"/>
            <a:chExt cx="24955500" cy="8572500"/>
          </a:xfrm>
        </p:grpSpPr>
        <p:sp>
          <p:nvSpPr>
            <p:cNvPr id="2671" name="four:temporal-output:textbox:2392"/>
            <p:cNvSpPr>
              <a:spLocks noGrp="1"/>
            </p:cNvSpPr>
            <p:nvPr/>
          </p:nvSpPr>
          <p:spPr>
            <a:xfrm>
              <a:off x="20840700" y="5429250"/>
              <a:ext cx="3514725" cy="304800"/>
            </a:xfrm>
            <a:prstGeom prst="rect">
              <a:avLst/>
            </a:prstGeom>
            <a:noFill/>
            <a:ln w="0">
              <a:noFill/>
              <a:prstDash val="solid"/>
            </a:ln>
          </p:spPr>
          <p:txBody>
            <a:bodyPr wrap="none" lIns="0" tIns="0" rIns="0" bIns="0" anchor="ctr">
              <a:normAutofit/>
            </a:bodyPr>
            <a:lstStyle>
              <a:defPPr algn="l">
                <a:defRPr sz="1725" b="1">
                  <a:solidFill>
                    <a:srgbClr val="263238"/>
                  </a:solidFill>
                  <a:latin typeface="Arial" panose="020B0604020202090204"/>
                  <a:ea typeface="Arial" panose="020B0604020202090204"/>
                  <a:cs typeface="Arial" panose="020B0604020202090204"/>
                </a:defRPr>
              </a:defPPr>
            </a:lstStyle>
            <a:p>
              <a:pPr algn="l">
                <a:defRPr sz="1725" b="1">
                  <a:solidFill>
                    <a:srgbClr val="263238"/>
                  </a:solidFill>
                  <a:latin typeface="Arial" panose="020B0604020202090204"/>
                  <a:ea typeface="Arial" panose="020B0604020202090204"/>
                  <a:cs typeface="Arial" panose="020B0604020202090204"/>
                </a:defRPr>
              </a:pPr>
              <a:r>
                <a:rPr sz="1725" b="1">
                  <a:solidFill>
                    <a:srgbClr val="263238"/>
                  </a:solidFill>
                  <a:latin typeface="Arial" panose="020B0604020202090204"/>
                  <a:ea typeface="Arial" panose="020B0604020202090204"/>
                  <a:cs typeface="Arial" panose="020B0604020202090204"/>
                </a:rPr>
                <a:t>Temporal merge tree map</a:t>
              </a:r>
              <a:endParaRPr sz="1725" b="1">
                <a:solidFill>
                  <a:srgbClr val="263238"/>
                </a:solidFill>
                <a:latin typeface="Arial" panose="020B0604020202090204"/>
                <a:ea typeface="Arial" panose="020B0604020202090204"/>
                <a:cs typeface="Arial" panose="020B0604020202090204"/>
              </a:endParaRPr>
            </a:p>
          </p:txBody>
        </p:sp>
        <p:sp>
          <p:nvSpPr>
            <p:cNvPr id="2672" name="smooth-map-background">
              <a:extLst>
                <a:ext uri="{FF2B5EF4-FFF2-40B4-BE49-F238E27FC236}">
                  <a16:creationId xmlns:a16="http://schemas.microsoft.com/office/drawing/2014/main" id="{C6BE18C7-B5CE-4EB5-BEF4-36FF58C0A25A}"/>
                </a:ext>
              </a:extLst>
            </p:cNvPr>
            <p:cNvSpPr>
              <a:spLocks noGrp="1"/>
            </p:cNvSpPr>
            <p:nvPr/>
          </p:nvSpPr>
          <p:spPr>
            <a:xfrm>
              <a:off x="21240750" y="6019800"/>
              <a:ext cx="2838450" cy="1143000"/>
            </a:xfrm>
            <a:prstGeom prst="rect">
              <a:avLst/>
            </a:prstGeom>
            <a:solidFill>
              <a:srgbClr val="DCE8ED"/>
            </a:solidFill>
            <a:ln w="0">
              <a:noFill/>
            </a:ln>
          </p:spPr>
        </p:sp>
        <p:sp>
          <p:nvSpPr>
            <p:cNvPr id="2673" name="smooth-map-feature-1-shade-1">
              <a:extLst>
                <a:ext uri="{FF2B5EF4-FFF2-40B4-BE49-F238E27FC236}">
                  <a16:creationId xmlns:a16="http://schemas.microsoft.com/office/drawing/2014/main" id="{C9710D71-B187-4A1B-81E8-42A9F89972B6}"/>
                </a:ext>
              </a:extLst>
            </p:cNvPr>
            <p:cNvSpPr>
              <a:spLocks noGrp="1"/>
            </p:cNvSpPr>
            <p:nvPr/>
          </p:nvSpPr>
          <p:spPr>
            <a:xfrm>
              <a:off x="21240750" y="6019800"/>
              <a:ext cx="2838450" cy="1143000"/>
            </a:xfrm>
            <a:custGeom>
              <a:pathLst>
                <a:path w="2838450" h="1143000">
                  <a:moveTo>
                    <a:pt x="0" y="930587"/>
                  </a:moveTo>
                  <a:cubicBezTo>
                    <a:pt x="118269" y="930587"/>
                    <a:pt x="236538" y="930587"/>
                    <a:pt x="354806" y="930587"/>
                  </a:cubicBezTo>
                  <a:cubicBezTo>
                    <a:pt x="591344" y="930587"/>
                    <a:pt x="827881" y="909477"/>
                    <a:pt x="1064419" y="909477"/>
                  </a:cubicBezTo>
                  <a:cubicBezTo>
                    <a:pt x="1300956" y="909477"/>
                    <a:pt x="1537494" y="932965"/>
                    <a:pt x="1774031" y="932965"/>
                  </a:cubicBezTo>
                  <a:cubicBezTo>
                    <a:pt x="2010569" y="932965"/>
                    <a:pt x="2247106" y="273153"/>
                    <a:pt x="2483644" y="273153"/>
                  </a:cubicBezTo>
                  <a:cubicBezTo>
                    <a:pt x="2601912" y="273153"/>
                    <a:pt x="2720181" y="273153"/>
                    <a:pt x="2838450" y="273153"/>
                  </a:cubicBezTo>
                  <a:lnTo>
                    <a:pt x="2838450" y="526888"/>
                  </a:lnTo>
                  <a:cubicBezTo>
                    <a:pt x="2720181" y="526888"/>
                    <a:pt x="2601912" y="526888"/>
                    <a:pt x="2483644" y="526888"/>
                  </a:cubicBezTo>
                  <a:cubicBezTo>
                    <a:pt x="2247106" y="526888"/>
                    <a:pt x="2010569" y="1143000"/>
                    <a:pt x="1774031" y="1143000"/>
                  </a:cubicBezTo>
                  <a:cubicBezTo>
                    <a:pt x="1537494" y="1143000"/>
                    <a:pt x="1300956" y="1143000"/>
                    <a:pt x="1064419" y="1143000"/>
                  </a:cubicBezTo>
                  <a:cubicBezTo>
                    <a:pt x="827881" y="1143000"/>
                    <a:pt x="591344" y="1143000"/>
                    <a:pt x="354806" y="1143000"/>
                  </a:cubicBezTo>
                  <a:cubicBezTo>
                    <a:pt x="236538" y="1143000"/>
                    <a:pt x="118269" y="1143000"/>
                    <a:pt x="0" y="1143000"/>
                  </a:cubicBezTo>
                  <a:close/>
                </a:path>
              </a:pathLst>
            </a:custGeom>
            <a:solidFill>
              <a:srgbClr val="0072B2">
                <a:alpha val="2500"/>
              </a:srgbClr>
            </a:solidFill>
            <a:ln w="0">
              <a:noFill/>
            </a:ln>
          </p:spPr>
        </p:sp>
        <p:sp>
          <p:nvSpPr>
            <p:cNvPr id="2674" name="smooth-map-feature-1-shade-2">
              <a:extLst>
                <a:ext uri="{FF2B5EF4-FFF2-40B4-BE49-F238E27FC236}">
                  <a16:creationId xmlns:a16="http://schemas.microsoft.com/office/drawing/2014/main" id="{4059A899-04F4-4D16-B268-1F7701A523A5}"/>
                </a:ext>
              </a:extLst>
            </p:cNvPr>
            <p:cNvSpPr>
              <a:spLocks noGrp="1"/>
            </p:cNvSpPr>
            <p:nvPr/>
          </p:nvSpPr>
          <p:spPr>
            <a:xfrm>
              <a:off x="21240750" y="6019800"/>
              <a:ext cx="2838450" cy="1143000"/>
            </a:xfrm>
            <a:custGeom>
              <a:pathLst>
                <a:path w="2838450" h="1143000">
                  <a:moveTo>
                    <a:pt x="0" y="940578"/>
                  </a:moveTo>
                  <a:cubicBezTo>
                    <a:pt x="118269" y="940578"/>
                    <a:pt x="236538" y="940578"/>
                    <a:pt x="354806" y="940578"/>
                  </a:cubicBezTo>
                  <a:cubicBezTo>
                    <a:pt x="591344" y="940578"/>
                    <a:pt x="827881" y="922662"/>
                    <a:pt x="1064419" y="922662"/>
                  </a:cubicBezTo>
                  <a:cubicBezTo>
                    <a:pt x="1300956" y="922662"/>
                    <a:pt x="1537494" y="942676"/>
                    <a:pt x="1774031" y="942676"/>
                  </a:cubicBezTo>
                  <a:cubicBezTo>
                    <a:pt x="2010569" y="942676"/>
                    <a:pt x="2247106" y="284007"/>
                    <a:pt x="2483644" y="284007"/>
                  </a:cubicBezTo>
                  <a:cubicBezTo>
                    <a:pt x="2601912" y="284007"/>
                    <a:pt x="2720181" y="284007"/>
                    <a:pt x="2838450" y="284007"/>
                  </a:cubicBezTo>
                  <a:lnTo>
                    <a:pt x="2838450" y="516033"/>
                  </a:lnTo>
                  <a:cubicBezTo>
                    <a:pt x="2720181" y="516033"/>
                    <a:pt x="2601912" y="516033"/>
                    <a:pt x="2483644" y="516033"/>
                  </a:cubicBezTo>
                  <a:cubicBezTo>
                    <a:pt x="2247106" y="516033"/>
                    <a:pt x="2010569" y="1143000"/>
                    <a:pt x="1774031" y="1143000"/>
                  </a:cubicBezTo>
                  <a:cubicBezTo>
                    <a:pt x="1537494" y="1143000"/>
                    <a:pt x="1300956" y="1143000"/>
                    <a:pt x="1064419" y="1143000"/>
                  </a:cubicBezTo>
                  <a:cubicBezTo>
                    <a:pt x="827881" y="1143000"/>
                    <a:pt x="591344" y="1143000"/>
                    <a:pt x="354806" y="1143000"/>
                  </a:cubicBezTo>
                  <a:cubicBezTo>
                    <a:pt x="236538" y="1143000"/>
                    <a:pt x="118269" y="1143000"/>
                    <a:pt x="0" y="1143000"/>
                  </a:cubicBezTo>
                  <a:close/>
                </a:path>
              </a:pathLst>
            </a:custGeom>
            <a:solidFill>
              <a:srgbClr val="0072B2">
                <a:alpha val="2128"/>
              </a:srgbClr>
            </a:solidFill>
            <a:ln w="0">
              <a:noFill/>
            </a:ln>
          </p:spPr>
        </p:sp>
        <p:sp>
          <p:nvSpPr>
            <p:cNvPr id="2675" name="smooth-map-feature-1-shade-3">
              <a:extLst>
                <a:ext uri="{FF2B5EF4-FFF2-40B4-BE49-F238E27FC236}">
                  <a16:creationId xmlns:a16="http://schemas.microsoft.com/office/drawing/2014/main" id="{DBCA5F24-E41C-4FCF-9FA8-1239433F5F6B}"/>
                </a:ext>
              </a:extLst>
            </p:cNvPr>
            <p:cNvSpPr>
              <a:spLocks noGrp="1"/>
            </p:cNvSpPr>
            <p:nvPr/>
          </p:nvSpPr>
          <p:spPr>
            <a:xfrm>
              <a:off x="21240750" y="6019800"/>
              <a:ext cx="2838450" cy="1143000"/>
            </a:xfrm>
            <a:custGeom>
              <a:pathLst>
                <a:path w="2838450" h="1143000">
                  <a:moveTo>
                    <a:pt x="0" y="947261"/>
                  </a:moveTo>
                  <a:cubicBezTo>
                    <a:pt x="118269" y="947261"/>
                    <a:pt x="236538" y="947261"/>
                    <a:pt x="354806" y="947261"/>
                  </a:cubicBezTo>
                  <a:cubicBezTo>
                    <a:pt x="591344" y="947261"/>
                    <a:pt x="827881" y="931480"/>
                    <a:pt x="1064419" y="931480"/>
                  </a:cubicBezTo>
                  <a:cubicBezTo>
                    <a:pt x="1300956" y="931480"/>
                    <a:pt x="1537494" y="949172"/>
                    <a:pt x="1774031" y="949172"/>
                  </a:cubicBezTo>
                  <a:cubicBezTo>
                    <a:pt x="2010569" y="949172"/>
                    <a:pt x="2247106" y="291266"/>
                    <a:pt x="2483644" y="291266"/>
                  </a:cubicBezTo>
                  <a:cubicBezTo>
                    <a:pt x="2601912" y="291266"/>
                    <a:pt x="2720181" y="291266"/>
                    <a:pt x="2838450" y="291266"/>
                  </a:cubicBezTo>
                  <a:lnTo>
                    <a:pt x="2838450" y="508774"/>
                  </a:lnTo>
                  <a:cubicBezTo>
                    <a:pt x="2720181" y="508774"/>
                    <a:pt x="2601912" y="508774"/>
                    <a:pt x="2483644" y="508774"/>
                  </a:cubicBezTo>
                  <a:cubicBezTo>
                    <a:pt x="2247106" y="508774"/>
                    <a:pt x="2010569" y="1143000"/>
                    <a:pt x="1774031" y="1143000"/>
                  </a:cubicBezTo>
                  <a:cubicBezTo>
                    <a:pt x="1537494" y="1143000"/>
                    <a:pt x="1300956" y="1143000"/>
                    <a:pt x="1064419" y="1143000"/>
                  </a:cubicBezTo>
                  <a:cubicBezTo>
                    <a:pt x="827881" y="1143000"/>
                    <a:pt x="591344" y="1143000"/>
                    <a:pt x="354806" y="1143000"/>
                  </a:cubicBezTo>
                  <a:cubicBezTo>
                    <a:pt x="236538" y="1143000"/>
                    <a:pt x="118269" y="1143000"/>
                    <a:pt x="0" y="1143000"/>
                  </a:cubicBezTo>
                  <a:close/>
                </a:path>
              </a:pathLst>
            </a:custGeom>
            <a:solidFill>
              <a:srgbClr val="0072B2">
                <a:alpha val="2174"/>
              </a:srgbClr>
            </a:solidFill>
            <a:ln w="0">
              <a:noFill/>
            </a:ln>
          </p:spPr>
        </p:sp>
        <p:sp>
          <p:nvSpPr>
            <p:cNvPr id="2676" name="smooth-map-feature-1-shade-4">
              <a:extLst>
                <a:ext uri="{FF2B5EF4-FFF2-40B4-BE49-F238E27FC236}">
                  <a16:creationId xmlns:a16="http://schemas.microsoft.com/office/drawing/2014/main" id="{B8F00C38-02C4-47B5-9568-492F50575A96}"/>
                </a:ext>
              </a:extLst>
            </p:cNvPr>
            <p:cNvSpPr>
              <a:spLocks noGrp="1"/>
            </p:cNvSpPr>
            <p:nvPr/>
          </p:nvSpPr>
          <p:spPr>
            <a:xfrm>
              <a:off x="21240750" y="6019800"/>
              <a:ext cx="2838450" cy="1143000"/>
            </a:xfrm>
            <a:custGeom>
              <a:pathLst>
                <a:path w="2838450" h="1143000">
                  <a:moveTo>
                    <a:pt x="0" y="952407"/>
                  </a:moveTo>
                  <a:cubicBezTo>
                    <a:pt x="118269" y="952407"/>
                    <a:pt x="236538" y="952407"/>
                    <a:pt x="354806" y="952407"/>
                  </a:cubicBezTo>
                  <a:cubicBezTo>
                    <a:pt x="591344" y="952407"/>
                    <a:pt x="827881" y="938272"/>
                    <a:pt x="1064419" y="938272"/>
                  </a:cubicBezTo>
                  <a:cubicBezTo>
                    <a:pt x="1300956" y="938272"/>
                    <a:pt x="1537494" y="954174"/>
                    <a:pt x="1774031" y="954174"/>
                  </a:cubicBezTo>
                  <a:cubicBezTo>
                    <a:pt x="2010569" y="954174"/>
                    <a:pt x="2247106" y="296857"/>
                    <a:pt x="2483644" y="296857"/>
                  </a:cubicBezTo>
                  <a:cubicBezTo>
                    <a:pt x="2601912" y="296857"/>
                    <a:pt x="2720181" y="296857"/>
                    <a:pt x="2838450" y="296857"/>
                  </a:cubicBezTo>
                  <a:lnTo>
                    <a:pt x="2838450" y="503183"/>
                  </a:lnTo>
                  <a:cubicBezTo>
                    <a:pt x="2720181" y="503183"/>
                    <a:pt x="2601912" y="503183"/>
                    <a:pt x="2483644" y="503183"/>
                  </a:cubicBezTo>
                  <a:cubicBezTo>
                    <a:pt x="2247106" y="503183"/>
                    <a:pt x="2010569" y="1135980"/>
                    <a:pt x="1774031" y="1138777"/>
                  </a:cubicBezTo>
                  <a:cubicBezTo>
                    <a:pt x="1537494" y="1141574"/>
                    <a:pt x="1300956" y="1143000"/>
                    <a:pt x="1064419" y="1143000"/>
                  </a:cubicBezTo>
                  <a:cubicBezTo>
                    <a:pt x="827881" y="1143000"/>
                    <a:pt x="591344" y="1142325"/>
                    <a:pt x="354806" y="1142325"/>
                  </a:cubicBezTo>
                  <a:cubicBezTo>
                    <a:pt x="236538" y="1142325"/>
                    <a:pt x="118269" y="1142325"/>
                    <a:pt x="0" y="1142325"/>
                  </a:cubicBezTo>
                  <a:close/>
                </a:path>
              </a:pathLst>
            </a:custGeom>
            <a:solidFill>
              <a:srgbClr val="0072B2">
                <a:alpha val="2222"/>
              </a:srgbClr>
            </a:solidFill>
            <a:ln w="0">
              <a:noFill/>
            </a:ln>
          </p:spPr>
        </p:sp>
        <p:sp>
          <p:nvSpPr>
            <p:cNvPr id="2677" name="smooth-map-feature-1-shade-5">
              <a:extLst>
                <a:ext uri="{FF2B5EF4-FFF2-40B4-BE49-F238E27FC236}">
                  <a16:creationId xmlns:a16="http://schemas.microsoft.com/office/drawing/2014/main" id="{3A9756C4-0857-4B35-963D-5A447E52634D}"/>
                </a:ext>
              </a:extLst>
            </p:cNvPr>
            <p:cNvSpPr>
              <a:spLocks noGrp="1"/>
            </p:cNvSpPr>
            <p:nvPr/>
          </p:nvSpPr>
          <p:spPr>
            <a:xfrm>
              <a:off x="21240750" y="6019800"/>
              <a:ext cx="2838450" cy="1143000"/>
            </a:xfrm>
            <a:custGeom>
              <a:pathLst>
                <a:path w="2838450" h="1143000">
                  <a:moveTo>
                    <a:pt x="0" y="956655"/>
                  </a:moveTo>
                  <a:cubicBezTo>
                    <a:pt x="118269" y="956655"/>
                    <a:pt x="236538" y="956655"/>
                    <a:pt x="354806" y="956655"/>
                  </a:cubicBezTo>
                  <a:cubicBezTo>
                    <a:pt x="591344" y="956655"/>
                    <a:pt x="827881" y="943878"/>
                    <a:pt x="1064419" y="943878"/>
                  </a:cubicBezTo>
                  <a:cubicBezTo>
                    <a:pt x="1300956" y="943878"/>
                    <a:pt x="1537494" y="958303"/>
                    <a:pt x="1774031" y="958303"/>
                  </a:cubicBezTo>
                  <a:cubicBezTo>
                    <a:pt x="2010569" y="958303"/>
                    <a:pt x="2247106" y="301472"/>
                    <a:pt x="2483644" y="301472"/>
                  </a:cubicBezTo>
                  <a:cubicBezTo>
                    <a:pt x="2601912" y="301472"/>
                    <a:pt x="2720181" y="301472"/>
                    <a:pt x="2838450" y="301472"/>
                  </a:cubicBezTo>
                  <a:lnTo>
                    <a:pt x="2838450" y="498568"/>
                  </a:lnTo>
                  <a:cubicBezTo>
                    <a:pt x="2720181" y="498568"/>
                    <a:pt x="2601912" y="498568"/>
                    <a:pt x="2483644" y="498568"/>
                  </a:cubicBezTo>
                  <a:cubicBezTo>
                    <a:pt x="2247106" y="498568"/>
                    <a:pt x="2010569" y="1129152"/>
                    <a:pt x="1774031" y="1134648"/>
                  </a:cubicBezTo>
                  <a:cubicBezTo>
                    <a:pt x="1537494" y="1140144"/>
                    <a:pt x="1300956" y="1143000"/>
                    <a:pt x="1064419" y="1143000"/>
                  </a:cubicBezTo>
                  <a:cubicBezTo>
                    <a:pt x="827881" y="1143000"/>
                    <a:pt x="591344" y="1138077"/>
                    <a:pt x="354806" y="1138077"/>
                  </a:cubicBezTo>
                  <a:cubicBezTo>
                    <a:pt x="236538" y="1138077"/>
                    <a:pt x="118269" y="1138077"/>
                    <a:pt x="0" y="1138077"/>
                  </a:cubicBezTo>
                  <a:close/>
                </a:path>
              </a:pathLst>
            </a:custGeom>
            <a:solidFill>
              <a:srgbClr val="0072B2">
                <a:alpha val="2273"/>
              </a:srgbClr>
            </a:solidFill>
            <a:ln w="0">
              <a:noFill/>
            </a:ln>
          </p:spPr>
        </p:sp>
        <p:sp>
          <p:nvSpPr>
            <p:cNvPr id="2678" name="smooth-map-feature-1-shade-6">
              <a:extLst>
                <a:ext uri="{FF2B5EF4-FFF2-40B4-BE49-F238E27FC236}">
                  <a16:creationId xmlns:a16="http://schemas.microsoft.com/office/drawing/2014/main" id="{9FD7B907-E70D-4CE3-B17B-C5B83A7E325B}"/>
                </a:ext>
              </a:extLst>
            </p:cNvPr>
            <p:cNvSpPr>
              <a:spLocks noGrp="1"/>
            </p:cNvSpPr>
            <p:nvPr/>
          </p:nvSpPr>
          <p:spPr>
            <a:xfrm>
              <a:off x="21240750" y="6019800"/>
              <a:ext cx="2838450" cy="1143000"/>
            </a:xfrm>
            <a:custGeom>
              <a:pathLst>
                <a:path w="2838450" h="1143000">
                  <a:moveTo>
                    <a:pt x="0" y="960309"/>
                  </a:moveTo>
                  <a:cubicBezTo>
                    <a:pt x="118269" y="960309"/>
                    <a:pt x="236538" y="960309"/>
                    <a:pt x="354806" y="960309"/>
                  </a:cubicBezTo>
                  <a:cubicBezTo>
                    <a:pt x="591344" y="960309"/>
                    <a:pt x="827881" y="948700"/>
                    <a:pt x="1064419" y="948700"/>
                  </a:cubicBezTo>
                  <a:cubicBezTo>
                    <a:pt x="1300956" y="948700"/>
                    <a:pt x="1537494" y="961855"/>
                    <a:pt x="1774031" y="961855"/>
                  </a:cubicBezTo>
                  <a:cubicBezTo>
                    <a:pt x="2010569" y="961855"/>
                    <a:pt x="2247106" y="305442"/>
                    <a:pt x="2483644" y="305442"/>
                  </a:cubicBezTo>
                  <a:cubicBezTo>
                    <a:pt x="2601912" y="305442"/>
                    <a:pt x="2720181" y="305442"/>
                    <a:pt x="2838450" y="305442"/>
                  </a:cubicBezTo>
                  <a:lnTo>
                    <a:pt x="2838450" y="494598"/>
                  </a:lnTo>
                  <a:cubicBezTo>
                    <a:pt x="2720181" y="494598"/>
                    <a:pt x="2601912" y="494598"/>
                    <a:pt x="2483644" y="494598"/>
                  </a:cubicBezTo>
                  <a:cubicBezTo>
                    <a:pt x="2247106" y="494598"/>
                    <a:pt x="2010569" y="1123306"/>
                    <a:pt x="1774031" y="1131096"/>
                  </a:cubicBezTo>
                  <a:cubicBezTo>
                    <a:pt x="1537494" y="1138886"/>
                    <a:pt x="1300956" y="1143000"/>
                    <a:pt x="1064419" y="1143000"/>
                  </a:cubicBezTo>
                  <a:cubicBezTo>
                    <a:pt x="827881" y="1143000"/>
                    <a:pt x="591344" y="1134422"/>
                    <a:pt x="354806" y="1134422"/>
                  </a:cubicBezTo>
                  <a:cubicBezTo>
                    <a:pt x="236538" y="1134422"/>
                    <a:pt x="118269" y="1134422"/>
                    <a:pt x="0" y="1134422"/>
                  </a:cubicBezTo>
                  <a:close/>
                </a:path>
              </a:pathLst>
            </a:custGeom>
            <a:solidFill>
              <a:srgbClr val="0072B2">
                <a:alpha val="2326"/>
              </a:srgbClr>
            </a:solidFill>
            <a:ln w="0">
              <a:noFill/>
            </a:ln>
          </p:spPr>
        </p:sp>
        <p:sp>
          <p:nvSpPr>
            <p:cNvPr id="2679" name="smooth-map-feature-1-shade-7">
              <a:extLst>
                <a:ext uri="{FF2B5EF4-FFF2-40B4-BE49-F238E27FC236}">
                  <a16:creationId xmlns:a16="http://schemas.microsoft.com/office/drawing/2014/main" id="{9A00F8DD-DB6E-4D23-AA15-54AD68E3FD4B}"/>
                </a:ext>
              </a:extLst>
            </p:cNvPr>
            <p:cNvSpPr>
              <a:spLocks noGrp="1"/>
            </p:cNvSpPr>
            <p:nvPr/>
          </p:nvSpPr>
          <p:spPr>
            <a:xfrm>
              <a:off x="21240750" y="6019800"/>
              <a:ext cx="2838450" cy="1143000"/>
            </a:xfrm>
            <a:custGeom>
              <a:pathLst>
                <a:path w="2838450" h="1143000">
                  <a:moveTo>
                    <a:pt x="0" y="963542"/>
                  </a:moveTo>
                  <a:cubicBezTo>
                    <a:pt x="118269" y="963542"/>
                    <a:pt x="236538" y="963542"/>
                    <a:pt x="354806" y="963542"/>
                  </a:cubicBezTo>
                  <a:cubicBezTo>
                    <a:pt x="591344" y="963542"/>
                    <a:pt x="827881" y="952966"/>
                    <a:pt x="1064419" y="952966"/>
                  </a:cubicBezTo>
                  <a:cubicBezTo>
                    <a:pt x="1300956" y="952966"/>
                    <a:pt x="1537494" y="964997"/>
                    <a:pt x="1774031" y="964997"/>
                  </a:cubicBezTo>
                  <a:cubicBezTo>
                    <a:pt x="2010569" y="964997"/>
                    <a:pt x="2247106" y="308954"/>
                    <a:pt x="2483644" y="308954"/>
                  </a:cubicBezTo>
                  <a:cubicBezTo>
                    <a:pt x="2601912" y="308954"/>
                    <a:pt x="2720181" y="308954"/>
                    <a:pt x="2838450" y="308954"/>
                  </a:cubicBezTo>
                  <a:lnTo>
                    <a:pt x="2838450" y="491086"/>
                  </a:lnTo>
                  <a:cubicBezTo>
                    <a:pt x="2720181" y="491086"/>
                    <a:pt x="2601912" y="491086"/>
                    <a:pt x="2483644" y="491086"/>
                  </a:cubicBezTo>
                  <a:cubicBezTo>
                    <a:pt x="2247106" y="491086"/>
                    <a:pt x="2010569" y="1118155"/>
                    <a:pt x="1774031" y="1127954"/>
                  </a:cubicBezTo>
                  <a:cubicBezTo>
                    <a:pt x="1537494" y="1137753"/>
                    <a:pt x="1300956" y="1143000"/>
                    <a:pt x="1064419" y="1143000"/>
                  </a:cubicBezTo>
                  <a:cubicBezTo>
                    <a:pt x="827881" y="1143000"/>
                    <a:pt x="591344" y="1131190"/>
                    <a:pt x="354806" y="1131190"/>
                  </a:cubicBezTo>
                  <a:cubicBezTo>
                    <a:pt x="236538" y="1131190"/>
                    <a:pt x="118269" y="1131190"/>
                    <a:pt x="0" y="1131190"/>
                  </a:cubicBezTo>
                  <a:close/>
                </a:path>
              </a:pathLst>
            </a:custGeom>
            <a:solidFill>
              <a:srgbClr val="0072B2">
                <a:alpha val="2381"/>
              </a:srgbClr>
            </a:solidFill>
            <a:ln w="0">
              <a:noFill/>
            </a:ln>
          </p:spPr>
        </p:sp>
        <p:sp>
          <p:nvSpPr>
            <p:cNvPr id="2680" name="smooth-map-feature-1-shade-8">
              <a:extLst>
                <a:ext uri="{FF2B5EF4-FFF2-40B4-BE49-F238E27FC236}">
                  <a16:creationId xmlns:a16="http://schemas.microsoft.com/office/drawing/2014/main" id="{5D48EBB3-B4B2-4E18-A6F8-90EF5224AED6}"/>
                </a:ext>
              </a:extLst>
            </p:cNvPr>
            <p:cNvSpPr>
              <a:spLocks noGrp="1"/>
            </p:cNvSpPr>
            <p:nvPr/>
          </p:nvSpPr>
          <p:spPr>
            <a:xfrm>
              <a:off x="21240750" y="6019800"/>
              <a:ext cx="2838450" cy="1143000"/>
            </a:xfrm>
            <a:custGeom>
              <a:pathLst>
                <a:path w="2838450" h="1143000">
                  <a:moveTo>
                    <a:pt x="0" y="966458"/>
                  </a:moveTo>
                  <a:cubicBezTo>
                    <a:pt x="118269" y="966458"/>
                    <a:pt x="236538" y="966458"/>
                    <a:pt x="354806" y="966458"/>
                  </a:cubicBezTo>
                  <a:cubicBezTo>
                    <a:pt x="591344" y="966458"/>
                    <a:pt x="827881" y="956815"/>
                    <a:pt x="1064419" y="956815"/>
                  </a:cubicBezTo>
                  <a:cubicBezTo>
                    <a:pt x="1300956" y="956815"/>
                    <a:pt x="1537494" y="967832"/>
                    <a:pt x="1774031" y="967832"/>
                  </a:cubicBezTo>
                  <a:cubicBezTo>
                    <a:pt x="2010569" y="967832"/>
                    <a:pt x="2247106" y="312123"/>
                    <a:pt x="2483644" y="312123"/>
                  </a:cubicBezTo>
                  <a:cubicBezTo>
                    <a:pt x="2601912" y="312123"/>
                    <a:pt x="2720181" y="312123"/>
                    <a:pt x="2838450" y="312123"/>
                  </a:cubicBezTo>
                  <a:lnTo>
                    <a:pt x="2838450" y="487918"/>
                  </a:lnTo>
                  <a:cubicBezTo>
                    <a:pt x="2720181" y="487918"/>
                    <a:pt x="2601912" y="487918"/>
                    <a:pt x="2483644" y="487918"/>
                  </a:cubicBezTo>
                  <a:cubicBezTo>
                    <a:pt x="2247106" y="487918"/>
                    <a:pt x="2010569" y="1113524"/>
                    <a:pt x="1774031" y="1125119"/>
                  </a:cubicBezTo>
                  <a:cubicBezTo>
                    <a:pt x="1537494" y="1136714"/>
                    <a:pt x="1300956" y="1143000"/>
                    <a:pt x="1064419" y="1143000"/>
                  </a:cubicBezTo>
                  <a:cubicBezTo>
                    <a:pt x="827881" y="1143000"/>
                    <a:pt x="591344" y="1128273"/>
                    <a:pt x="354806" y="1128273"/>
                  </a:cubicBezTo>
                  <a:cubicBezTo>
                    <a:pt x="236538" y="1128273"/>
                    <a:pt x="118269" y="1128273"/>
                    <a:pt x="0" y="1128273"/>
                  </a:cubicBezTo>
                  <a:close/>
                </a:path>
              </a:pathLst>
            </a:custGeom>
            <a:solidFill>
              <a:srgbClr val="0072B2">
                <a:alpha val="2439"/>
              </a:srgbClr>
            </a:solidFill>
            <a:ln w="0">
              <a:noFill/>
            </a:ln>
          </p:spPr>
        </p:sp>
        <p:sp>
          <p:nvSpPr>
            <p:cNvPr id="2681" name="smooth-map-feature-1-shade-9">
              <a:extLst>
                <a:ext uri="{FF2B5EF4-FFF2-40B4-BE49-F238E27FC236}">
                  <a16:creationId xmlns:a16="http://schemas.microsoft.com/office/drawing/2014/main" id="{3AB36A71-8307-49FC-B92C-0ADA3FE25097}"/>
                </a:ext>
              </a:extLst>
            </p:cNvPr>
            <p:cNvSpPr>
              <a:spLocks noGrp="1"/>
            </p:cNvSpPr>
            <p:nvPr/>
          </p:nvSpPr>
          <p:spPr>
            <a:xfrm>
              <a:off x="21240750" y="6019800"/>
              <a:ext cx="2838450" cy="1143000"/>
            </a:xfrm>
            <a:custGeom>
              <a:pathLst>
                <a:path w="2838450" h="1143000">
                  <a:moveTo>
                    <a:pt x="0" y="969130"/>
                  </a:moveTo>
                  <a:cubicBezTo>
                    <a:pt x="118269" y="969130"/>
                    <a:pt x="236538" y="969130"/>
                    <a:pt x="354806" y="969130"/>
                  </a:cubicBezTo>
                  <a:cubicBezTo>
                    <a:pt x="591344" y="969130"/>
                    <a:pt x="827881" y="960341"/>
                    <a:pt x="1064419" y="960341"/>
                  </a:cubicBezTo>
                  <a:cubicBezTo>
                    <a:pt x="1300956" y="960341"/>
                    <a:pt x="1537494" y="970429"/>
                    <a:pt x="1774031" y="970429"/>
                  </a:cubicBezTo>
                  <a:cubicBezTo>
                    <a:pt x="2010569" y="970429"/>
                    <a:pt x="2247106" y="315025"/>
                    <a:pt x="2483644" y="315025"/>
                  </a:cubicBezTo>
                  <a:cubicBezTo>
                    <a:pt x="2601912" y="315025"/>
                    <a:pt x="2720181" y="315025"/>
                    <a:pt x="2838450" y="315025"/>
                  </a:cubicBezTo>
                  <a:lnTo>
                    <a:pt x="2838450" y="485015"/>
                  </a:lnTo>
                  <a:cubicBezTo>
                    <a:pt x="2720181" y="485015"/>
                    <a:pt x="2601912" y="485015"/>
                    <a:pt x="2483644" y="485015"/>
                  </a:cubicBezTo>
                  <a:cubicBezTo>
                    <a:pt x="2247106" y="485015"/>
                    <a:pt x="2010569" y="1109295"/>
                    <a:pt x="1774031" y="1122522"/>
                  </a:cubicBezTo>
                  <a:cubicBezTo>
                    <a:pt x="1537494" y="1135749"/>
                    <a:pt x="1300956" y="1143000"/>
                    <a:pt x="1064419" y="1143000"/>
                  </a:cubicBezTo>
                  <a:cubicBezTo>
                    <a:pt x="827881" y="1143000"/>
                    <a:pt x="591344" y="1125602"/>
                    <a:pt x="354806" y="1125602"/>
                  </a:cubicBezTo>
                  <a:cubicBezTo>
                    <a:pt x="236538" y="1125602"/>
                    <a:pt x="118269" y="1125602"/>
                    <a:pt x="0" y="1125602"/>
                  </a:cubicBezTo>
                  <a:close/>
                </a:path>
              </a:pathLst>
            </a:custGeom>
            <a:solidFill>
              <a:srgbClr val="0072B2">
                <a:alpha val="2500"/>
              </a:srgbClr>
            </a:solidFill>
            <a:ln w="0">
              <a:noFill/>
            </a:ln>
          </p:spPr>
        </p:sp>
        <p:sp>
          <p:nvSpPr>
            <p:cNvPr id="2682" name="smooth-map-feature-1-shade-10">
              <a:extLst>
                <a:ext uri="{FF2B5EF4-FFF2-40B4-BE49-F238E27FC236}">
                  <a16:creationId xmlns:a16="http://schemas.microsoft.com/office/drawing/2014/main" id="{EB3BBB79-23CA-4D7A-B530-C7F8B1C6ECFF}"/>
                </a:ext>
              </a:extLst>
            </p:cNvPr>
            <p:cNvSpPr>
              <a:spLocks noGrp="1"/>
            </p:cNvSpPr>
            <p:nvPr/>
          </p:nvSpPr>
          <p:spPr>
            <a:xfrm>
              <a:off x="21240750" y="6019800"/>
              <a:ext cx="2838450" cy="1143000"/>
            </a:xfrm>
            <a:custGeom>
              <a:pathLst>
                <a:path w="2838450" h="1143000">
                  <a:moveTo>
                    <a:pt x="0" y="971606"/>
                  </a:moveTo>
                  <a:cubicBezTo>
                    <a:pt x="118269" y="971606"/>
                    <a:pt x="236538" y="971606"/>
                    <a:pt x="354806" y="971606"/>
                  </a:cubicBezTo>
                  <a:cubicBezTo>
                    <a:pt x="591344" y="971606"/>
                    <a:pt x="827881" y="963608"/>
                    <a:pt x="1064419" y="963608"/>
                  </a:cubicBezTo>
                  <a:cubicBezTo>
                    <a:pt x="1300956" y="963608"/>
                    <a:pt x="1537494" y="972835"/>
                    <a:pt x="1774031" y="972835"/>
                  </a:cubicBezTo>
                  <a:cubicBezTo>
                    <a:pt x="2010569" y="972835"/>
                    <a:pt x="2247106" y="317714"/>
                    <a:pt x="2483644" y="317714"/>
                  </a:cubicBezTo>
                  <a:cubicBezTo>
                    <a:pt x="2601912" y="317714"/>
                    <a:pt x="2720181" y="317714"/>
                    <a:pt x="2838450" y="317714"/>
                  </a:cubicBezTo>
                  <a:lnTo>
                    <a:pt x="2838450" y="482326"/>
                  </a:lnTo>
                  <a:cubicBezTo>
                    <a:pt x="2720181" y="482326"/>
                    <a:pt x="2601912" y="482326"/>
                    <a:pt x="2483644" y="482326"/>
                  </a:cubicBezTo>
                  <a:cubicBezTo>
                    <a:pt x="2247106" y="482326"/>
                    <a:pt x="2010569" y="1105388"/>
                    <a:pt x="1774031" y="1120116"/>
                  </a:cubicBezTo>
                  <a:cubicBezTo>
                    <a:pt x="1537494" y="1134843"/>
                    <a:pt x="1300956" y="1143000"/>
                    <a:pt x="1064419" y="1143000"/>
                  </a:cubicBezTo>
                  <a:cubicBezTo>
                    <a:pt x="827881" y="1143000"/>
                    <a:pt x="591344" y="1123126"/>
                    <a:pt x="354806" y="1123126"/>
                  </a:cubicBezTo>
                  <a:cubicBezTo>
                    <a:pt x="236538" y="1123126"/>
                    <a:pt x="118269" y="1123126"/>
                    <a:pt x="0" y="1123126"/>
                  </a:cubicBezTo>
                  <a:close/>
                </a:path>
              </a:pathLst>
            </a:custGeom>
            <a:solidFill>
              <a:srgbClr val="0072B2">
                <a:alpha val="2564"/>
              </a:srgbClr>
            </a:solidFill>
            <a:ln w="0">
              <a:noFill/>
            </a:ln>
          </p:spPr>
        </p:sp>
        <p:sp>
          <p:nvSpPr>
            <p:cNvPr id="2683" name="smooth-map-feature-1-shade-11">
              <a:extLst>
                <a:ext uri="{FF2B5EF4-FFF2-40B4-BE49-F238E27FC236}">
                  <a16:creationId xmlns:a16="http://schemas.microsoft.com/office/drawing/2014/main" id="{D3FE61F8-A5F9-4628-A7AC-2D8D0343EE9B}"/>
                </a:ext>
              </a:extLst>
            </p:cNvPr>
            <p:cNvSpPr>
              <a:spLocks noGrp="1"/>
            </p:cNvSpPr>
            <p:nvPr/>
          </p:nvSpPr>
          <p:spPr>
            <a:xfrm>
              <a:off x="21240750" y="6019800"/>
              <a:ext cx="2838450" cy="1143000"/>
            </a:xfrm>
            <a:custGeom>
              <a:pathLst>
                <a:path w="2838450" h="1143000">
                  <a:moveTo>
                    <a:pt x="0" y="973922"/>
                  </a:moveTo>
                  <a:cubicBezTo>
                    <a:pt x="118269" y="973922"/>
                    <a:pt x="236538" y="973922"/>
                    <a:pt x="354806" y="973922"/>
                  </a:cubicBezTo>
                  <a:cubicBezTo>
                    <a:pt x="591344" y="973922"/>
                    <a:pt x="827881" y="966665"/>
                    <a:pt x="1064419" y="966665"/>
                  </a:cubicBezTo>
                  <a:cubicBezTo>
                    <a:pt x="1300956" y="966665"/>
                    <a:pt x="1537494" y="975087"/>
                    <a:pt x="1774031" y="975087"/>
                  </a:cubicBezTo>
                  <a:cubicBezTo>
                    <a:pt x="2010569" y="975087"/>
                    <a:pt x="2247106" y="320231"/>
                    <a:pt x="2483644" y="320231"/>
                  </a:cubicBezTo>
                  <a:cubicBezTo>
                    <a:pt x="2601912" y="320231"/>
                    <a:pt x="2720181" y="320231"/>
                    <a:pt x="2838450" y="320231"/>
                  </a:cubicBezTo>
                  <a:lnTo>
                    <a:pt x="2838450" y="479809"/>
                  </a:lnTo>
                  <a:cubicBezTo>
                    <a:pt x="2720181" y="479809"/>
                    <a:pt x="2601912" y="479809"/>
                    <a:pt x="2483644" y="479809"/>
                  </a:cubicBezTo>
                  <a:cubicBezTo>
                    <a:pt x="2247106" y="479809"/>
                    <a:pt x="2010569" y="1101742"/>
                    <a:pt x="1774031" y="1117864"/>
                  </a:cubicBezTo>
                  <a:cubicBezTo>
                    <a:pt x="1537494" y="1133986"/>
                    <a:pt x="1300956" y="1143000"/>
                    <a:pt x="1064419" y="1143000"/>
                  </a:cubicBezTo>
                  <a:cubicBezTo>
                    <a:pt x="827881" y="1143000"/>
                    <a:pt x="591344" y="1120810"/>
                    <a:pt x="354806" y="1120810"/>
                  </a:cubicBezTo>
                  <a:cubicBezTo>
                    <a:pt x="236538" y="1120810"/>
                    <a:pt x="118269" y="1120810"/>
                    <a:pt x="0" y="1120810"/>
                  </a:cubicBezTo>
                  <a:close/>
                </a:path>
              </a:pathLst>
            </a:custGeom>
            <a:solidFill>
              <a:srgbClr val="0072B2">
                <a:alpha val="2632"/>
              </a:srgbClr>
            </a:solidFill>
            <a:ln w="0">
              <a:noFill/>
            </a:ln>
          </p:spPr>
        </p:sp>
        <p:sp>
          <p:nvSpPr>
            <p:cNvPr id="2684" name="smooth-map-feature-1-shade-12">
              <a:extLst>
                <a:ext uri="{FF2B5EF4-FFF2-40B4-BE49-F238E27FC236}">
                  <a16:creationId xmlns:a16="http://schemas.microsoft.com/office/drawing/2014/main" id="{2D524C05-728C-451F-A5DC-8365BD65827B}"/>
                </a:ext>
              </a:extLst>
            </p:cNvPr>
            <p:cNvSpPr>
              <a:spLocks noGrp="1"/>
            </p:cNvSpPr>
            <p:nvPr/>
          </p:nvSpPr>
          <p:spPr>
            <a:xfrm>
              <a:off x="21240750" y="6019800"/>
              <a:ext cx="2838450" cy="1143000"/>
            </a:xfrm>
            <a:custGeom>
              <a:pathLst>
                <a:path w="2838450" h="1143000">
                  <a:moveTo>
                    <a:pt x="0" y="976106"/>
                  </a:moveTo>
                  <a:cubicBezTo>
                    <a:pt x="118269" y="976106"/>
                    <a:pt x="236538" y="976106"/>
                    <a:pt x="354806" y="976106"/>
                  </a:cubicBezTo>
                  <a:cubicBezTo>
                    <a:pt x="591344" y="976106"/>
                    <a:pt x="827881" y="969547"/>
                    <a:pt x="1064419" y="969547"/>
                  </a:cubicBezTo>
                  <a:cubicBezTo>
                    <a:pt x="1300956" y="969547"/>
                    <a:pt x="1537494" y="977210"/>
                    <a:pt x="1774031" y="977210"/>
                  </a:cubicBezTo>
                  <a:cubicBezTo>
                    <a:pt x="2010569" y="977210"/>
                    <a:pt x="2247106" y="322603"/>
                    <a:pt x="2483644" y="322603"/>
                  </a:cubicBezTo>
                  <a:cubicBezTo>
                    <a:pt x="2601912" y="322603"/>
                    <a:pt x="2720181" y="322603"/>
                    <a:pt x="2838450" y="322603"/>
                  </a:cubicBezTo>
                  <a:lnTo>
                    <a:pt x="2838450" y="477437"/>
                  </a:lnTo>
                  <a:cubicBezTo>
                    <a:pt x="2720181" y="477437"/>
                    <a:pt x="2601912" y="477437"/>
                    <a:pt x="2483644" y="477437"/>
                  </a:cubicBezTo>
                  <a:cubicBezTo>
                    <a:pt x="2247106" y="477437"/>
                    <a:pt x="2010569" y="1098314"/>
                    <a:pt x="1774031" y="1115742"/>
                  </a:cubicBezTo>
                  <a:cubicBezTo>
                    <a:pt x="1537494" y="1133170"/>
                    <a:pt x="1300956" y="1143000"/>
                    <a:pt x="1064419" y="1143000"/>
                  </a:cubicBezTo>
                  <a:cubicBezTo>
                    <a:pt x="827881" y="1143000"/>
                    <a:pt x="591344" y="1118626"/>
                    <a:pt x="354806" y="1118626"/>
                  </a:cubicBezTo>
                  <a:cubicBezTo>
                    <a:pt x="236538" y="1118626"/>
                    <a:pt x="118269" y="1118626"/>
                    <a:pt x="0" y="1118626"/>
                  </a:cubicBezTo>
                  <a:close/>
                </a:path>
              </a:pathLst>
            </a:custGeom>
            <a:solidFill>
              <a:srgbClr val="0072B2">
                <a:alpha val="2703"/>
              </a:srgbClr>
            </a:solidFill>
            <a:ln w="0">
              <a:noFill/>
            </a:ln>
          </p:spPr>
        </p:sp>
        <p:sp>
          <p:nvSpPr>
            <p:cNvPr id="2685" name="smooth-map-feature-1-shade-13">
              <a:extLst>
                <a:ext uri="{FF2B5EF4-FFF2-40B4-BE49-F238E27FC236}">
                  <a16:creationId xmlns:a16="http://schemas.microsoft.com/office/drawing/2014/main" id="{B3104D71-F76D-40C3-A482-89713211ECC3}"/>
                </a:ext>
              </a:extLst>
            </p:cNvPr>
            <p:cNvSpPr>
              <a:spLocks noGrp="1"/>
            </p:cNvSpPr>
            <p:nvPr/>
          </p:nvSpPr>
          <p:spPr>
            <a:xfrm>
              <a:off x="21240750" y="6019800"/>
              <a:ext cx="2838450" cy="1143000"/>
            </a:xfrm>
            <a:custGeom>
              <a:pathLst>
                <a:path w="2838450" h="1143000">
                  <a:moveTo>
                    <a:pt x="0" y="978178"/>
                  </a:moveTo>
                  <a:cubicBezTo>
                    <a:pt x="118269" y="978178"/>
                    <a:pt x="236538" y="978178"/>
                    <a:pt x="354806" y="978178"/>
                  </a:cubicBezTo>
                  <a:cubicBezTo>
                    <a:pt x="591344" y="978178"/>
                    <a:pt x="827881" y="972282"/>
                    <a:pt x="1064419" y="972282"/>
                  </a:cubicBezTo>
                  <a:cubicBezTo>
                    <a:pt x="1300956" y="972282"/>
                    <a:pt x="1537494" y="979224"/>
                    <a:pt x="1774031" y="979224"/>
                  </a:cubicBezTo>
                  <a:cubicBezTo>
                    <a:pt x="2010569" y="979224"/>
                    <a:pt x="2247106" y="324855"/>
                    <a:pt x="2483644" y="324855"/>
                  </a:cubicBezTo>
                  <a:cubicBezTo>
                    <a:pt x="2601912" y="324855"/>
                    <a:pt x="2720181" y="324855"/>
                    <a:pt x="2838450" y="324855"/>
                  </a:cubicBezTo>
                  <a:lnTo>
                    <a:pt x="2838450" y="475185"/>
                  </a:lnTo>
                  <a:cubicBezTo>
                    <a:pt x="2720181" y="475185"/>
                    <a:pt x="2601912" y="475185"/>
                    <a:pt x="2483644" y="475185"/>
                  </a:cubicBezTo>
                  <a:cubicBezTo>
                    <a:pt x="2247106" y="475185"/>
                    <a:pt x="2010569" y="1095067"/>
                    <a:pt x="1774031" y="1113727"/>
                  </a:cubicBezTo>
                  <a:cubicBezTo>
                    <a:pt x="1537494" y="1132387"/>
                    <a:pt x="1300956" y="1143000"/>
                    <a:pt x="1064419" y="1143000"/>
                  </a:cubicBezTo>
                  <a:cubicBezTo>
                    <a:pt x="827881" y="1143000"/>
                    <a:pt x="591344" y="1116553"/>
                    <a:pt x="354806" y="1116553"/>
                  </a:cubicBezTo>
                  <a:cubicBezTo>
                    <a:pt x="236538" y="1116553"/>
                    <a:pt x="118269" y="1116553"/>
                    <a:pt x="0" y="1116553"/>
                  </a:cubicBezTo>
                  <a:close/>
                </a:path>
              </a:pathLst>
            </a:custGeom>
            <a:solidFill>
              <a:srgbClr val="0072B2">
                <a:alpha val="2778"/>
              </a:srgbClr>
            </a:solidFill>
            <a:ln w="0">
              <a:noFill/>
            </a:ln>
          </p:spPr>
        </p:sp>
        <p:sp>
          <p:nvSpPr>
            <p:cNvPr id="2686" name="smooth-map-feature-1-shade-14">
              <a:extLst>
                <a:ext uri="{FF2B5EF4-FFF2-40B4-BE49-F238E27FC236}">
                  <a16:creationId xmlns:a16="http://schemas.microsoft.com/office/drawing/2014/main" id="{9C0D924B-D096-48DA-9569-1A0E69C5B101}"/>
                </a:ext>
              </a:extLst>
            </p:cNvPr>
            <p:cNvSpPr>
              <a:spLocks noGrp="1"/>
            </p:cNvSpPr>
            <p:nvPr/>
          </p:nvSpPr>
          <p:spPr>
            <a:xfrm>
              <a:off x="21240750" y="6019800"/>
              <a:ext cx="2838450" cy="1143000"/>
            </a:xfrm>
            <a:custGeom>
              <a:pathLst>
                <a:path w="2838450" h="1143000">
                  <a:moveTo>
                    <a:pt x="0" y="980157"/>
                  </a:moveTo>
                  <a:cubicBezTo>
                    <a:pt x="118269" y="980157"/>
                    <a:pt x="236538" y="980157"/>
                    <a:pt x="354806" y="980157"/>
                  </a:cubicBezTo>
                  <a:cubicBezTo>
                    <a:pt x="591344" y="980157"/>
                    <a:pt x="827881" y="974893"/>
                    <a:pt x="1064419" y="974893"/>
                  </a:cubicBezTo>
                  <a:cubicBezTo>
                    <a:pt x="1300956" y="974893"/>
                    <a:pt x="1537494" y="981147"/>
                    <a:pt x="1774031" y="981147"/>
                  </a:cubicBezTo>
                  <a:cubicBezTo>
                    <a:pt x="2010569" y="981147"/>
                    <a:pt x="2247106" y="327005"/>
                    <a:pt x="2483644" y="327005"/>
                  </a:cubicBezTo>
                  <a:cubicBezTo>
                    <a:pt x="2601912" y="327005"/>
                    <a:pt x="2720181" y="327005"/>
                    <a:pt x="2838450" y="327005"/>
                  </a:cubicBezTo>
                  <a:lnTo>
                    <a:pt x="2838450" y="473035"/>
                  </a:lnTo>
                  <a:cubicBezTo>
                    <a:pt x="2720181" y="473035"/>
                    <a:pt x="2601912" y="473035"/>
                    <a:pt x="2483644" y="473035"/>
                  </a:cubicBezTo>
                  <a:cubicBezTo>
                    <a:pt x="2247106" y="473035"/>
                    <a:pt x="2010569" y="1091974"/>
                    <a:pt x="1774031" y="1111804"/>
                  </a:cubicBezTo>
                  <a:cubicBezTo>
                    <a:pt x="1537494" y="1131633"/>
                    <a:pt x="1300956" y="1143000"/>
                    <a:pt x="1064419" y="1143000"/>
                  </a:cubicBezTo>
                  <a:cubicBezTo>
                    <a:pt x="827881" y="1143000"/>
                    <a:pt x="591344" y="1114575"/>
                    <a:pt x="354806" y="1114575"/>
                  </a:cubicBezTo>
                  <a:cubicBezTo>
                    <a:pt x="236538" y="1114575"/>
                    <a:pt x="118269" y="1114575"/>
                    <a:pt x="0" y="1114575"/>
                  </a:cubicBezTo>
                  <a:close/>
                </a:path>
              </a:pathLst>
            </a:custGeom>
            <a:solidFill>
              <a:srgbClr val="0072B2">
                <a:alpha val="2857"/>
              </a:srgbClr>
            </a:solidFill>
            <a:ln w="0">
              <a:noFill/>
            </a:ln>
          </p:spPr>
        </p:sp>
        <p:sp>
          <p:nvSpPr>
            <p:cNvPr id="2687" name="smooth-map-feature-1-shade-15">
              <a:extLst>
                <a:ext uri="{FF2B5EF4-FFF2-40B4-BE49-F238E27FC236}">
                  <a16:creationId xmlns:a16="http://schemas.microsoft.com/office/drawing/2014/main" id="{BF5B4E57-8536-47BB-B0FF-44611BF7173D}"/>
                </a:ext>
              </a:extLst>
            </p:cNvPr>
            <p:cNvSpPr>
              <a:spLocks noGrp="1"/>
            </p:cNvSpPr>
            <p:nvPr/>
          </p:nvSpPr>
          <p:spPr>
            <a:xfrm>
              <a:off x="21240750" y="6019800"/>
              <a:ext cx="2838450" cy="1143000"/>
            </a:xfrm>
            <a:custGeom>
              <a:pathLst>
                <a:path w="2838450" h="1143000">
                  <a:moveTo>
                    <a:pt x="0" y="982055"/>
                  </a:moveTo>
                  <a:cubicBezTo>
                    <a:pt x="118269" y="982055"/>
                    <a:pt x="236538" y="982055"/>
                    <a:pt x="354806" y="982055"/>
                  </a:cubicBezTo>
                  <a:cubicBezTo>
                    <a:pt x="591344" y="982055"/>
                    <a:pt x="827881" y="977398"/>
                    <a:pt x="1064419" y="977398"/>
                  </a:cubicBezTo>
                  <a:cubicBezTo>
                    <a:pt x="1300956" y="977398"/>
                    <a:pt x="1537494" y="982992"/>
                    <a:pt x="1774031" y="982992"/>
                  </a:cubicBezTo>
                  <a:cubicBezTo>
                    <a:pt x="2010569" y="982992"/>
                    <a:pt x="2247106" y="329066"/>
                    <a:pt x="2483644" y="329066"/>
                  </a:cubicBezTo>
                  <a:cubicBezTo>
                    <a:pt x="2601912" y="329066"/>
                    <a:pt x="2720181" y="329066"/>
                    <a:pt x="2838450" y="329066"/>
                  </a:cubicBezTo>
                  <a:lnTo>
                    <a:pt x="2838450" y="470974"/>
                  </a:lnTo>
                  <a:cubicBezTo>
                    <a:pt x="2720181" y="470974"/>
                    <a:pt x="2601912" y="470974"/>
                    <a:pt x="2483644" y="470974"/>
                  </a:cubicBezTo>
                  <a:cubicBezTo>
                    <a:pt x="2247106" y="470974"/>
                    <a:pt x="2010569" y="1089015"/>
                    <a:pt x="1774031" y="1109959"/>
                  </a:cubicBezTo>
                  <a:cubicBezTo>
                    <a:pt x="1537494" y="1130903"/>
                    <a:pt x="1300956" y="1143000"/>
                    <a:pt x="1064419" y="1143000"/>
                  </a:cubicBezTo>
                  <a:cubicBezTo>
                    <a:pt x="827881" y="1143000"/>
                    <a:pt x="591344" y="1112677"/>
                    <a:pt x="354806" y="1112677"/>
                  </a:cubicBezTo>
                  <a:cubicBezTo>
                    <a:pt x="236538" y="1112677"/>
                    <a:pt x="118269" y="1112677"/>
                    <a:pt x="0" y="1112677"/>
                  </a:cubicBezTo>
                  <a:close/>
                </a:path>
              </a:pathLst>
            </a:custGeom>
            <a:solidFill>
              <a:srgbClr val="0072B2">
                <a:alpha val="2941"/>
              </a:srgbClr>
            </a:solidFill>
            <a:ln w="0">
              <a:noFill/>
            </a:ln>
          </p:spPr>
        </p:sp>
        <p:sp>
          <p:nvSpPr>
            <p:cNvPr id="2688" name="smooth-map-feature-1-shade-16">
              <a:extLst>
                <a:ext uri="{FF2B5EF4-FFF2-40B4-BE49-F238E27FC236}">
                  <a16:creationId xmlns:a16="http://schemas.microsoft.com/office/drawing/2014/main" id="{0B60FD2C-CF6E-4BFF-8F62-19FF73465339}"/>
                </a:ext>
              </a:extLst>
            </p:cNvPr>
            <p:cNvSpPr>
              <a:spLocks noGrp="1"/>
            </p:cNvSpPr>
            <p:nvPr/>
          </p:nvSpPr>
          <p:spPr>
            <a:xfrm>
              <a:off x="21240750" y="6019800"/>
              <a:ext cx="2838450" cy="1143000"/>
            </a:xfrm>
            <a:custGeom>
              <a:pathLst>
                <a:path w="2838450" h="1143000">
                  <a:moveTo>
                    <a:pt x="0" y="983883"/>
                  </a:moveTo>
                  <a:cubicBezTo>
                    <a:pt x="118269" y="983883"/>
                    <a:pt x="236538" y="983883"/>
                    <a:pt x="354806" y="983883"/>
                  </a:cubicBezTo>
                  <a:cubicBezTo>
                    <a:pt x="591344" y="983883"/>
                    <a:pt x="827881" y="979811"/>
                    <a:pt x="1064419" y="979811"/>
                  </a:cubicBezTo>
                  <a:cubicBezTo>
                    <a:pt x="1300956" y="979811"/>
                    <a:pt x="1537494" y="984769"/>
                    <a:pt x="1774031" y="984769"/>
                  </a:cubicBezTo>
                  <a:cubicBezTo>
                    <a:pt x="2010569" y="984769"/>
                    <a:pt x="2247106" y="331053"/>
                    <a:pt x="2483644" y="331053"/>
                  </a:cubicBezTo>
                  <a:cubicBezTo>
                    <a:pt x="2601912" y="331053"/>
                    <a:pt x="2720181" y="331053"/>
                    <a:pt x="2838450" y="331053"/>
                  </a:cubicBezTo>
                  <a:lnTo>
                    <a:pt x="2838450" y="468987"/>
                  </a:lnTo>
                  <a:cubicBezTo>
                    <a:pt x="2720181" y="468987"/>
                    <a:pt x="2601912" y="468987"/>
                    <a:pt x="2483644" y="468987"/>
                  </a:cubicBezTo>
                  <a:cubicBezTo>
                    <a:pt x="2247106" y="468987"/>
                    <a:pt x="2010569" y="1086169"/>
                    <a:pt x="1774031" y="1108182"/>
                  </a:cubicBezTo>
                  <a:cubicBezTo>
                    <a:pt x="1537494" y="1130195"/>
                    <a:pt x="1300956" y="1143000"/>
                    <a:pt x="1064419" y="1143000"/>
                  </a:cubicBezTo>
                  <a:cubicBezTo>
                    <a:pt x="827881" y="1143000"/>
                    <a:pt x="591344" y="1110849"/>
                    <a:pt x="354806" y="1110849"/>
                  </a:cubicBezTo>
                  <a:cubicBezTo>
                    <a:pt x="236538" y="1110849"/>
                    <a:pt x="118269" y="1110849"/>
                    <a:pt x="0" y="1110849"/>
                  </a:cubicBezTo>
                  <a:close/>
                </a:path>
              </a:pathLst>
            </a:custGeom>
            <a:solidFill>
              <a:srgbClr val="0072B2">
                <a:alpha val="3030"/>
              </a:srgbClr>
            </a:solidFill>
            <a:ln w="0">
              <a:noFill/>
            </a:ln>
          </p:spPr>
        </p:sp>
        <p:sp>
          <p:nvSpPr>
            <p:cNvPr id="2689" name="smooth-map-feature-1-shade-17">
              <a:extLst>
                <a:ext uri="{FF2B5EF4-FFF2-40B4-BE49-F238E27FC236}">
                  <a16:creationId xmlns:a16="http://schemas.microsoft.com/office/drawing/2014/main" id="{64682B9F-6A51-4ACD-9F05-B0E7F5475292}"/>
                </a:ext>
              </a:extLst>
            </p:cNvPr>
            <p:cNvSpPr>
              <a:spLocks noGrp="1"/>
            </p:cNvSpPr>
            <p:nvPr/>
          </p:nvSpPr>
          <p:spPr>
            <a:xfrm>
              <a:off x="21240750" y="6019800"/>
              <a:ext cx="2838450" cy="1143000"/>
            </a:xfrm>
            <a:custGeom>
              <a:pathLst>
                <a:path w="2838450" h="1143000">
                  <a:moveTo>
                    <a:pt x="0" y="985651"/>
                  </a:moveTo>
                  <a:cubicBezTo>
                    <a:pt x="118269" y="985651"/>
                    <a:pt x="236538" y="985651"/>
                    <a:pt x="354806" y="985651"/>
                  </a:cubicBezTo>
                  <a:cubicBezTo>
                    <a:pt x="591344" y="985651"/>
                    <a:pt x="827881" y="982144"/>
                    <a:pt x="1064419" y="982144"/>
                  </a:cubicBezTo>
                  <a:cubicBezTo>
                    <a:pt x="1300956" y="982144"/>
                    <a:pt x="1537494" y="986488"/>
                    <a:pt x="1774031" y="986488"/>
                  </a:cubicBezTo>
                  <a:cubicBezTo>
                    <a:pt x="2010569" y="986488"/>
                    <a:pt x="2247106" y="332974"/>
                    <a:pt x="2483644" y="332974"/>
                  </a:cubicBezTo>
                  <a:cubicBezTo>
                    <a:pt x="2601912" y="332974"/>
                    <a:pt x="2720181" y="332974"/>
                    <a:pt x="2838450" y="332974"/>
                  </a:cubicBezTo>
                  <a:lnTo>
                    <a:pt x="2838450" y="467067"/>
                  </a:lnTo>
                  <a:cubicBezTo>
                    <a:pt x="2720181" y="467067"/>
                    <a:pt x="2601912" y="467067"/>
                    <a:pt x="2483644" y="467067"/>
                  </a:cubicBezTo>
                  <a:cubicBezTo>
                    <a:pt x="2247106" y="467067"/>
                    <a:pt x="2010569" y="1083422"/>
                    <a:pt x="1774031" y="1106463"/>
                  </a:cubicBezTo>
                  <a:cubicBezTo>
                    <a:pt x="1537494" y="1129504"/>
                    <a:pt x="1300956" y="1143000"/>
                    <a:pt x="1064419" y="1143000"/>
                  </a:cubicBezTo>
                  <a:cubicBezTo>
                    <a:pt x="827881" y="1143000"/>
                    <a:pt x="591344" y="1109080"/>
                    <a:pt x="354806" y="1109080"/>
                  </a:cubicBezTo>
                  <a:cubicBezTo>
                    <a:pt x="236538" y="1109080"/>
                    <a:pt x="118269" y="1109080"/>
                    <a:pt x="0" y="1109080"/>
                  </a:cubicBezTo>
                  <a:close/>
                </a:path>
              </a:pathLst>
            </a:custGeom>
            <a:solidFill>
              <a:srgbClr val="0072B2">
                <a:alpha val="3125"/>
              </a:srgbClr>
            </a:solidFill>
            <a:ln w="0">
              <a:noFill/>
            </a:ln>
          </p:spPr>
        </p:sp>
        <p:sp>
          <p:nvSpPr>
            <p:cNvPr id="2690" name="smooth-map-feature-1-shade-18">
              <a:extLst>
                <a:ext uri="{FF2B5EF4-FFF2-40B4-BE49-F238E27FC236}">
                  <a16:creationId xmlns:a16="http://schemas.microsoft.com/office/drawing/2014/main" id="{E6EEFB0F-C393-4E4C-B6EE-9358F9CBB2AC}"/>
                </a:ext>
              </a:extLst>
            </p:cNvPr>
            <p:cNvSpPr>
              <a:spLocks noGrp="1"/>
            </p:cNvSpPr>
            <p:nvPr/>
          </p:nvSpPr>
          <p:spPr>
            <a:xfrm>
              <a:off x="21240750" y="6019800"/>
              <a:ext cx="2838450" cy="1143000"/>
            </a:xfrm>
            <a:custGeom>
              <a:pathLst>
                <a:path w="2838450" h="1143000">
                  <a:moveTo>
                    <a:pt x="0" y="987367"/>
                  </a:moveTo>
                  <a:cubicBezTo>
                    <a:pt x="118269" y="987367"/>
                    <a:pt x="236538" y="987367"/>
                    <a:pt x="354806" y="987367"/>
                  </a:cubicBezTo>
                  <a:cubicBezTo>
                    <a:pt x="591344" y="987367"/>
                    <a:pt x="827881" y="984408"/>
                    <a:pt x="1064419" y="984408"/>
                  </a:cubicBezTo>
                  <a:cubicBezTo>
                    <a:pt x="1300956" y="984408"/>
                    <a:pt x="1537494" y="988156"/>
                    <a:pt x="1774031" y="988156"/>
                  </a:cubicBezTo>
                  <a:cubicBezTo>
                    <a:pt x="2010569" y="988156"/>
                    <a:pt x="2247106" y="334838"/>
                    <a:pt x="2483644" y="334838"/>
                  </a:cubicBezTo>
                  <a:cubicBezTo>
                    <a:pt x="2601912" y="334838"/>
                    <a:pt x="2720181" y="334838"/>
                    <a:pt x="2838450" y="334838"/>
                  </a:cubicBezTo>
                  <a:lnTo>
                    <a:pt x="2838450" y="465202"/>
                  </a:lnTo>
                  <a:cubicBezTo>
                    <a:pt x="2720181" y="465202"/>
                    <a:pt x="2601912" y="465202"/>
                    <a:pt x="2483644" y="465202"/>
                  </a:cubicBezTo>
                  <a:cubicBezTo>
                    <a:pt x="2247106" y="465202"/>
                    <a:pt x="2010569" y="1080899"/>
                    <a:pt x="1774031" y="1104795"/>
                  </a:cubicBezTo>
                  <a:cubicBezTo>
                    <a:pt x="1537494" y="1128691"/>
                    <a:pt x="1300956" y="1142767"/>
                    <a:pt x="1064419" y="1142767"/>
                  </a:cubicBezTo>
                  <a:cubicBezTo>
                    <a:pt x="827881" y="1142767"/>
                    <a:pt x="591344" y="1107364"/>
                    <a:pt x="354806" y="1107364"/>
                  </a:cubicBezTo>
                  <a:cubicBezTo>
                    <a:pt x="236538" y="1107364"/>
                    <a:pt x="118269" y="1107364"/>
                    <a:pt x="0" y="1107364"/>
                  </a:cubicBezTo>
                  <a:close/>
                </a:path>
              </a:pathLst>
            </a:custGeom>
            <a:solidFill>
              <a:srgbClr val="0072B2">
                <a:alpha val="3226"/>
              </a:srgbClr>
            </a:solidFill>
            <a:ln w="0">
              <a:noFill/>
            </a:ln>
          </p:spPr>
        </p:sp>
        <p:sp>
          <p:nvSpPr>
            <p:cNvPr id="2691" name="smooth-map-feature-1-shade-19">
              <a:extLst>
                <a:ext uri="{FF2B5EF4-FFF2-40B4-BE49-F238E27FC236}">
                  <a16:creationId xmlns:a16="http://schemas.microsoft.com/office/drawing/2014/main" id="{7736DB82-C28D-4ABD-BD15-D1AAC668925D}"/>
                </a:ext>
              </a:extLst>
            </p:cNvPr>
            <p:cNvSpPr>
              <a:spLocks noGrp="1"/>
            </p:cNvSpPr>
            <p:nvPr/>
          </p:nvSpPr>
          <p:spPr>
            <a:xfrm>
              <a:off x="21240750" y="6019800"/>
              <a:ext cx="2838450" cy="1143000"/>
            </a:xfrm>
            <a:custGeom>
              <a:pathLst>
                <a:path w="2838450" h="1143000">
                  <a:moveTo>
                    <a:pt x="0" y="989038"/>
                  </a:moveTo>
                  <a:cubicBezTo>
                    <a:pt x="118269" y="989038"/>
                    <a:pt x="236538" y="989038"/>
                    <a:pt x="354806" y="989038"/>
                  </a:cubicBezTo>
                  <a:cubicBezTo>
                    <a:pt x="591344" y="989038"/>
                    <a:pt x="827881" y="986613"/>
                    <a:pt x="1064419" y="986613"/>
                  </a:cubicBezTo>
                  <a:cubicBezTo>
                    <a:pt x="1300956" y="986613"/>
                    <a:pt x="1537494" y="989780"/>
                    <a:pt x="1774031" y="989780"/>
                  </a:cubicBezTo>
                  <a:cubicBezTo>
                    <a:pt x="2010569" y="989780"/>
                    <a:pt x="2247106" y="336653"/>
                    <a:pt x="2483644" y="336653"/>
                  </a:cubicBezTo>
                  <a:cubicBezTo>
                    <a:pt x="2601912" y="336653"/>
                    <a:pt x="2720181" y="336653"/>
                    <a:pt x="2838450" y="336653"/>
                  </a:cubicBezTo>
                  <a:lnTo>
                    <a:pt x="2838450" y="463387"/>
                  </a:lnTo>
                  <a:cubicBezTo>
                    <a:pt x="2720181" y="463387"/>
                    <a:pt x="2601912" y="463387"/>
                    <a:pt x="2483644" y="463387"/>
                  </a:cubicBezTo>
                  <a:cubicBezTo>
                    <a:pt x="2247106" y="463387"/>
                    <a:pt x="2010569" y="1079620"/>
                    <a:pt x="1774031" y="1103171"/>
                  </a:cubicBezTo>
                  <a:cubicBezTo>
                    <a:pt x="1537494" y="1126722"/>
                    <a:pt x="1300956" y="1140563"/>
                    <a:pt x="1064419" y="1140563"/>
                  </a:cubicBezTo>
                  <a:cubicBezTo>
                    <a:pt x="827881" y="1140563"/>
                    <a:pt x="591344" y="1105694"/>
                    <a:pt x="354806" y="1105694"/>
                  </a:cubicBezTo>
                  <a:cubicBezTo>
                    <a:pt x="236538" y="1105694"/>
                    <a:pt x="118269" y="1105694"/>
                    <a:pt x="0" y="1105694"/>
                  </a:cubicBezTo>
                  <a:close/>
                </a:path>
              </a:pathLst>
            </a:custGeom>
            <a:solidFill>
              <a:srgbClr val="0072B2">
                <a:alpha val="3333"/>
              </a:srgbClr>
            </a:solidFill>
            <a:ln w="0">
              <a:noFill/>
            </a:ln>
          </p:spPr>
        </p:sp>
        <p:sp>
          <p:nvSpPr>
            <p:cNvPr id="2692" name="smooth-map-feature-1-shade-20">
              <a:extLst>
                <a:ext uri="{FF2B5EF4-FFF2-40B4-BE49-F238E27FC236}">
                  <a16:creationId xmlns:a16="http://schemas.microsoft.com/office/drawing/2014/main" id="{C73D56EA-EA16-46A1-9B74-A5EEA088BD87}"/>
                </a:ext>
              </a:extLst>
            </p:cNvPr>
            <p:cNvSpPr>
              <a:spLocks noGrp="1"/>
            </p:cNvSpPr>
            <p:nvPr/>
          </p:nvSpPr>
          <p:spPr>
            <a:xfrm>
              <a:off x="21240750" y="6019800"/>
              <a:ext cx="2838450" cy="1143000"/>
            </a:xfrm>
            <a:custGeom>
              <a:pathLst>
                <a:path w="2838450" h="1143000">
                  <a:moveTo>
                    <a:pt x="0" y="990669"/>
                  </a:moveTo>
                  <a:cubicBezTo>
                    <a:pt x="118269" y="990669"/>
                    <a:pt x="236538" y="990669"/>
                    <a:pt x="354806" y="990669"/>
                  </a:cubicBezTo>
                  <a:cubicBezTo>
                    <a:pt x="591344" y="990669"/>
                    <a:pt x="827881" y="988766"/>
                    <a:pt x="1064419" y="988766"/>
                  </a:cubicBezTo>
                  <a:cubicBezTo>
                    <a:pt x="1300956" y="988766"/>
                    <a:pt x="1537494" y="991366"/>
                    <a:pt x="1774031" y="991366"/>
                  </a:cubicBezTo>
                  <a:cubicBezTo>
                    <a:pt x="2010569" y="991366"/>
                    <a:pt x="2247106" y="338425"/>
                    <a:pt x="2483644" y="338425"/>
                  </a:cubicBezTo>
                  <a:cubicBezTo>
                    <a:pt x="2601912" y="338425"/>
                    <a:pt x="2720181" y="338425"/>
                    <a:pt x="2838450" y="338425"/>
                  </a:cubicBezTo>
                  <a:lnTo>
                    <a:pt x="2838450" y="461615"/>
                  </a:lnTo>
                  <a:cubicBezTo>
                    <a:pt x="2720181" y="461615"/>
                    <a:pt x="2601912" y="461615"/>
                    <a:pt x="2483644" y="461615"/>
                  </a:cubicBezTo>
                  <a:cubicBezTo>
                    <a:pt x="2247106" y="461615"/>
                    <a:pt x="2010569" y="1078372"/>
                    <a:pt x="1774031" y="1101586"/>
                  </a:cubicBezTo>
                  <a:cubicBezTo>
                    <a:pt x="1537494" y="1124799"/>
                    <a:pt x="1300956" y="1138410"/>
                    <a:pt x="1064419" y="1138410"/>
                  </a:cubicBezTo>
                  <a:cubicBezTo>
                    <a:pt x="827881" y="1138410"/>
                    <a:pt x="591344" y="1104062"/>
                    <a:pt x="354806" y="1104062"/>
                  </a:cubicBezTo>
                  <a:cubicBezTo>
                    <a:pt x="236538" y="1104062"/>
                    <a:pt x="118269" y="1104062"/>
                    <a:pt x="0" y="1104062"/>
                  </a:cubicBezTo>
                  <a:close/>
                </a:path>
              </a:pathLst>
            </a:custGeom>
            <a:solidFill>
              <a:srgbClr val="0072B2">
                <a:alpha val="3448"/>
              </a:srgbClr>
            </a:solidFill>
            <a:ln w="0">
              <a:noFill/>
            </a:ln>
          </p:spPr>
        </p:sp>
        <p:sp>
          <p:nvSpPr>
            <p:cNvPr id="2693" name="smooth-map-feature-1-shade-21">
              <a:extLst>
                <a:ext uri="{FF2B5EF4-FFF2-40B4-BE49-F238E27FC236}">
                  <a16:creationId xmlns:a16="http://schemas.microsoft.com/office/drawing/2014/main" id="{2A61E763-9416-4BA6-9649-06DD9A6970D0}"/>
                </a:ext>
              </a:extLst>
            </p:cNvPr>
            <p:cNvSpPr>
              <a:spLocks noGrp="1"/>
            </p:cNvSpPr>
            <p:nvPr/>
          </p:nvSpPr>
          <p:spPr>
            <a:xfrm>
              <a:off x="21240750" y="6019800"/>
              <a:ext cx="2838450" cy="1143000"/>
            </a:xfrm>
            <a:custGeom>
              <a:pathLst>
                <a:path w="2838450" h="1143000">
                  <a:moveTo>
                    <a:pt x="0" y="992267"/>
                  </a:moveTo>
                  <a:cubicBezTo>
                    <a:pt x="118269" y="992267"/>
                    <a:pt x="236538" y="992267"/>
                    <a:pt x="354806" y="992267"/>
                  </a:cubicBezTo>
                  <a:cubicBezTo>
                    <a:pt x="591344" y="992267"/>
                    <a:pt x="827881" y="990874"/>
                    <a:pt x="1064419" y="990874"/>
                  </a:cubicBezTo>
                  <a:cubicBezTo>
                    <a:pt x="1300956" y="990874"/>
                    <a:pt x="1537494" y="992918"/>
                    <a:pt x="1774031" y="992918"/>
                  </a:cubicBezTo>
                  <a:cubicBezTo>
                    <a:pt x="2010569" y="992918"/>
                    <a:pt x="2247106" y="340160"/>
                    <a:pt x="2483644" y="340160"/>
                  </a:cubicBezTo>
                  <a:cubicBezTo>
                    <a:pt x="2601912" y="340160"/>
                    <a:pt x="2720181" y="340160"/>
                    <a:pt x="2838450" y="340160"/>
                  </a:cubicBezTo>
                  <a:lnTo>
                    <a:pt x="2838450" y="459880"/>
                  </a:lnTo>
                  <a:cubicBezTo>
                    <a:pt x="2720181" y="459880"/>
                    <a:pt x="2601912" y="459880"/>
                    <a:pt x="2483644" y="459880"/>
                  </a:cubicBezTo>
                  <a:cubicBezTo>
                    <a:pt x="2247106" y="459880"/>
                    <a:pt x="2010569" y="1077150"/>
                    <a:pt x="1774031" y="1100033"/>
                  </a:cubicBezTo>
                  <a:cubicBezTo>
                    <a:pt x="1537494" y="1122916"/>
                    <a:pt x="1300956" y="1136302"/>
                    <a:pt x="1064419" y="1136302"/>
                  </a:cubicBezTo>
                  <a:cubicBezTo>
                    <a:pt x="827881" y="1136302"/>
                    <a:pt x="591344" y="1102465"/>
                    <a:pt x="354806" y="1102465"/>
                  </a:cubicBezTo>
                  <a:cubicBezTo>
                    <a:pt x="236538" y="1102465"/>
                    <a:pt x="118269" y="1102465"/>
                    <a:pt x="0" y="1102465"/>
                  </a:cubicBezTo>
                  <a:close/>
                </a:path>
              </a:pathLst>
            </a:custGeom>
            <a:solidFill>
              <a:srgbClr val="0072B2">
                <a:alpha val="3571"/>
              </a:srgbClr>
            </a:solidFill>
            <a:ln w="0">
              <a:noFill/>
            </a:ln>
          </p:spPr>
        </p:sp>
        <p:sp>
          <p:nvSpPr>
            <p:cNvPr id="2694" name="smooth-map-feature-1-shade-22">
              <a:extLst>
                <a:ext uri="{FF2B5EF4-FFF2-40B4-BE49-F238E27FC236}">
                  <a16:creationId xmlns:a16="http://schemas.microsoft.com/office/drawing/2014/main" id="{ECB4C648-1A9E-41A2-9966-0C95E29A3A01}"/>
                </a:ext>
              </a:extLst>
            </p:cNvPr>
            <p:cNvSpPr>
              <a:spLocks noGrp="1"/>
            </p:cNvSpPr>
            <p:nvPr/>
          </p:nvSpPr>
          <p:spPr>
            <a:xfrm>
              <a:off x="21240750" y="6019800"/>
              <a:ext cx="2838450" cy="1143000"/>
            </a:xfrm>
            <a:custGeom>
              <a:pathLst>
                <a:path w="2838450" h="1143000">
                  <a:moveTo>
                    <a:pt x="0" y="993835"/>
                  </a:moveTo>
                  <a:cubicBezTo>
                    <a:pt x="118269" y="993835"/>
                    <a:pt x="236538" y="993835"/>
                    <a:pt x="354806" y="993835"/>
                  </a:cubicBezTo>
                  <a:cubicBezTo>
                    <a:pt x="591344" y="993835"/>
                    <a:pt x="827881" y="992944"/>
                    <a:pt x="1064419" y="992944"/>
                  </a:cubicBezTo>
                  <a:cubicBezTo>
                    <a:pt x="1300956" y="992944"/>
                    <a:pt x="1537494" y="994442"/>
                    <a:pt x="1774031" y="994442"/>
                  </a:cubicBezTo>
                  <a:cubicBezTo>
                    <a:pt x="2010569" y="994442"/>
                    <a:pt x="2247106" y="341864"/>
                    <a:pt x="2483644" y="341864"/>
                  </a:cubicBezTo>
                  <a:cubicBezTo>
                    <a:pt x="2601912" y="341864"/>
                    <a:pt x="2720181" y="341864"/>
                    <a:pt x="2838450" y="341864"/>
                  </a:cubicBezTo>
                  <a:lnTo>
                    <a:pt x="2838450" y="458176"/>
                  </a:lnTo>
                  <a:cubicBezTo>
                    <a:pt x="2720181" y="458176"/>
                    <a:pt x="2601912" y="458176"/>
                    <a:pt x="2483644" y="458176"/>
                  </a:cubicBezTo>
                  <a:cubicBezTo>
                    <a:pt x="2247106" y="458176"/>
                    <a:pt x="2010569" y="1075951"/>
                    <a:pt x="1774031" y="1098509"/>
                  </a:cubicBezTo>
                  <a:cubicBezTo>
                    <a:pt x="1537494" y="1121066"/>
                    <a:pt x="1300956" y="1134232"/>
                    <a:pt x="1064419" y="1134232"/>
                  </a:cubicBezTo>
                  <a:cubicBezTo>
                    <a:pt x="827881" y="1134232"/>
                    <a:pt x="591344" y="1100897"/>
                    <a:pt x="354806" y="1100897"/>
                  </a:cubicBezTo>
                  <a:cubicBezTo>
                    <a:pt x="236538" y="1100897"/>
                    <a:pt x="118269" y="1100897"/>
                    <a:pt x="0" y="1100897"/>
                  </a:cubicBezTo>
                  <a:close/>
                </a:path>
              </a:pathLst>
            </a:custGeom>
            <a:solidFill>
              <a:srgbClr val="0072B2">
                <a:alpha val="3704"/>
              </a:srgbClr>
            </a:solidFill>
            <a:ln w="0">
              <a:noFill/>
            </a:ln>
          </p:spPr>
        </p:sp>
        <p:sp>
          <p:nvSpPr>
            <p:cNvPr id="2695" name="smooth-map-feature-1-shade-23">
              <a:extLst>
                <a:ext uri="{FF2B5EF4-FFF2-40B4-BE49-F238E27FC236}">
                  <a16:creationId xmlns:a16="http://schemas.microsoft.com/office/drawing/2014/main" id="{6E4E93C3-9BEA-4F94-8B71-6705DB1DC2A3}"/>
                </a:ext>
              </a:extLst>
            </p:cNvPr>
            <p:cNvSpPr>
              <a:spLocks noGrp="1"/>
            </p:cNvSpPr>
            <p:nvPr/>
          </p:nvSpPr>
          <p:spPr>
            <a:xfrm>
              <a:off x="21240750" y="6019800"/>
              <a:ext cx="2838450" cy="1143000"/>
            </a:xfrm>
            <a:custGeom>
              <a:pathLst>
                <a:path w="2838450" h="1143000">
                  <a:moveTo>
                    <a:pt x="0" y="995378"/>
                  </a:moveTo>
                  <a:cubicBezTo>
                    <a:pt x="118269" y="995378"/>
                    <a:pt x="236538" y="995378"/>
                    <a:pt x="354806" y="995378"/>
                  </a:cubicBezTo>
                  <a:cubicBezTo>
                    <a:pt x="591344" y="995378"/>
                    <a:pt x="827881" y="994980"/>
                    <a:pt x="1064419" y="994980"/>
                  </a:cubicBezTo>
                  <a:cubicBezTo>
                    <a:pt x="1300956" y="994980"/>
                    <a:pt x="1537494" y="995943"/>
                    <a:pt x="1774031" y="995943"/>
                  </a:cubicBezTo>
                  <a:cubicBezTo>
                    <a:pt x="2010569" y="995943"/>
                    <a:pt x="2247106" y="343541"/>
                    <a:pt x="2483644" y="343541"/>
                  </a:cubicBezTo>
                  <a:cubicBezTo>
                    <a:pt x="2601912" y="343541"/>
                    <a:pt x="2720181" y="343541"/>
                    <a:pt x="2838450" y="343541"/>
                  </a:cubicBezTo>
                  <a:lnTo>
                    <a:pt x="2838450" y="456499"/>
                  </a:lnTo>
                  <a:cubicBezTo>
                    <a:pt x="2720181" y="456499"/>
                    <a:pt x="2601912" y="456499"/>
                    <a:pt x="2483644" y="456499"/>
                  </a:cubicBezTo>
                  <a:cubicBezTo>
                    <a:pt x="2247106" y="456499"/>
                    <a:pt x="2010569" y="1074772"/>
                    <a:pt x="1774031" y="1097008"/>
                  </a:cubicBezTo>
                  <a:cubicBezTo>
                    <a:pt x="1537494" y="1119245"/>
                    <a:pt x="1300956" y="1132195"/>
                    <a:pt x="1064419" y="1132195"/>
                  </a:cubicBezTo>
                  <a:cubicBezTo>
                    <a:pt x="827881" y="1132195"/>
                    <a:pt x="591344" y="1099354"/>
                    <a:pt x="354806" y="1099354"/>
                  </a:cubicBezTo>
                  <a:cubicBezTo>
                    <a:pt x="236538" y="1099354"/>
                    <a:pt x="118269" y="1099354"/>
                    <a:pt x="0" y="1099354"/>
                  </a:cubicBezTo>
                  <a:close/>
                </a:path>
              </a:pathLst>
            </a:custGeom>
            <a:solidFill>
              <a:srgbClr val="0072B2">
                <a:alpha val="3846"/>
              </a:srgbClr>
            </a:solidFill>
            <a:ln w="0">
              <a:noFill/>
            </a:ln>
          </p:spPr>
        </p:sp>
        <p:sp>
          <p:nvSpPr>
            <p:cNvPr id="2696" name="smooth-map-feature-1-shade-24">
              <a:extLst>
                <a:ext uri="{FF2B5EF4-FFF2-40B4-BE49-F238E27FC236}">
                  <a16:creationId xmlns:a16="http://schemas.microsoft.com/office/drawing/2014/main" id="{1619608E-32E5-434D-9C9F-B1E0A2B0D823}"/>
                </a:ext>
              </a:extLst>
            </p:cNvPr>
            <p:cNvSpPr>
              <a:spLocks noGrp="1"/>
            </p:cNvSpPr>
            <p:nvPr/>
          </p:nvSpPr>
          <p:spPr>
            <a:xfrm>
              <a:off x="21240750" y="6019800"/>
              <a:ext cx="2838450" cy="1143000"/>
            </a:xfrm>
            <a:custGeom>
              <a:pathLst>
                <a:path w="2838450" h="1143000">
                  <a:moveTo>
                    <a:pt x="0" y="996900"/>
                  </a:moveTo>
                  <a:cubicBezTo>
                    <a:pt x="118269" y="996900"/>
                    <a:pt x="236538" y="996900"/>
                    <a:pt x="354806" y="996900"/>
                  </a:cubicBezTo>
                  <a:cubicBezTo>
                    <a:pt x="591344" y="996900"/>
                    <a:pt x="827881" y="996940"/>
                    <a:pt x="1064419" y="996989"/>
                  </a:cubicBezTo>
                  <a:cubicBezTo>
                    <a:pt x="1300956" y="997039"/>
                    <a:pt x="1537494" y="997422"/>
                    <a:pt x="1774031" y="997422"/>
                  </a:cubicBezTo>
                  <a:cubicBezTo>
                    <a:pt x="2010569" y="997422"/>
                    <a:pt x="2247106" y="345195"/>
                    <a:pt x="2483644" y="345195"/>
                  </a:cubicBezTo>
                  <a:cubicBezTo>
                    <a:pt x="2601912" y="345195"/>
                    <a:pt x="2720181" y="345195"/>
                    <a:pt x="2838450" y="345195"/>
                  </a:cubicBezTo>
                  <a:lnTo>
                    <a:pt x="2838450" y="454845"/>
                  </a:lnTo>
                  <a:cubicBezTo>
                    <a:pt x="2720181" y="454845"/>
                    <a:pt x="2601912" y="454845"/>
                    <a:pt x="2483644" y="454845"/>
                  </a:cubicBezTo>
                  <a:cubicBezTo>
                    <a:pt x="2247106" y="454845"/>
                    <a:pt x="2010569" y="1073609"/>
                    <a:pt x="1774031" y="1095529"/>
                  </a:cubicBezTo>
                  <a:cubicBezTo>
                    <a:pt x="1537494" y="1117448"/>
                    <a:pt x="1300956" y="1130186"/>
                    <a:pt x="1064419" y="1130186"/>
                  </a:cubicBezTo>
                  <a:cubicBezTo>
                    <a:pt x="827881" y="1130186"/>
                    <a:pt x="591344" y="1097831"/>
                    <a:pt x="354806" y="1097831"/>
                  </a:cubicBezTo>
                  <a:cubicBezTo>
                    <a:pt x="236538" y="1097831"/>
                    <a:pt x="118269" y="1097831"/>
                    <a:pt x="0" y="1097831"/>
                  </a:cubicBezTo>
                  <a:close/>
                </a:path>
              </a:pathLst>
            </a:custGeom>
            <a:solidFill>
              <a:srgbClr val="0072B2">
                <a:alpha val="4000"/>
              </a:srgbClr>
            </a:solidFill>
            <a:ln w="0">
              <a:noFill/>
            </a:ln>
          </p:spPr>
        </p:sp>
        <p:sp>
          <p:nvSpPr>
            <p:cNvPr id="2697" name="smooth-map-feature-1-shade-25">
              <a:extLst>
                <a:ext uri="{FF2B5EF4-FFF2-40B4-BE49-F238E27FC236}">
                  <a16:creationId xmlns:a16="http://schemas.microsoft.com/office/drawing/2014/main" id="{C9DE8EFF-8FCD-437C-B4D8-4D8B1747175A}"/>
                </a:ext>
              </a:extLst>
            </p:cNvPr>
            <p:cNvSpPr>
              <a:spLocks noGrp="1"/>
            </p:cNvSpPr>
            <p:nvPr/>
          </p:nvSpPr>
          <p:spPr>
            <a:xfrm>
              <a:off x="21240750" y="6019800"/>
              <a:ext cx="2838450" cy="1143000"/>
            </a:xfrm>
            <a:custGeom>
              <a:pathLst>
                <a:path w="2838450" h="1143000">
                  <a:moveTo>
                    <a:pt x="0" y="998406"/>
                  </a:moveTo>
                  <a:cubicBezTo>
                    <a:pt x="118269" y="998406"/>
                    <a:pt x="236538" y="998406"/>
                    <a:pt x="354806" y="998406"/>
                  </a:cubicBezTo>
                  <a:cubicBezTo>
                    <a:pt x="591344" y="998406"/>
                    <a:pt x="827881" y="998976"/>
                    <a:pt x="1064419" y="998976"/>
                  </a:cubicBezTo>
                  <a:cubicBezTo>
                    <a:pt x="1300956" y="998976"/>
                    <a:pt x="1537494" y="998946"/>
                    <a:pt x="1774031" y="998886"/>
                  </a:cubicBezTo>
                  <a:cubicBezTo>
                    <a:pt x="2010569" y="998825"/>
                    <a:pt x="2247106" y="346830"/>
                    <a:pt x="2483644" y="346830"/>
                  </a:cubicBezTo>
                  <a:cubicBezTo>
                    <a:pt x="2601912" y="346830"/>
                    <a:pt x="2720181" y="346830"/>
                    <a:pt x="2838450" y="346830"/>
                  </a:cubicBezTo>
                  <a:lnTo>
                    <a:pt x="2838450" y="453210"/>
                  </a:lnTo>
                  <a:cubicBezTo>
                    <a:pt x="2720181" y="453210"/>
                    <a:pt x="2601912" y="453210"/>
                    <a:pt x="2483644" y="453210"/>
                  </a:cubicBezTo>
                  <a:cubicBezTo>
                    <a:pt x="2247106" y="453210"/>
                    <a:pt x="2010569" y="1072460"/>
                    <a:pt x="1774031" y="1094066"/>
                  </a:cubicBezTo>
                  <a:cubicBezTo>
                    <a:pt x="1537494" y="1115671"/>
                    <a:pt x="1300956" y="1128200"/>
                    <a:pt x="1064419" y="1128200"/>
                  </a:cubicBezTo>
                  <a:cubicBezTo>
                    <a:pt x="827881" y="1128200"/>
                    <a:pt x="591344" y="1096326"/>
                    <a:pt x="354806" y="1096326"/>
                  </a:cubicBezTo>
                  <a:cubicBezTo>
                    <a:pt x="236538" y="1096326"/>
                    <a:pt x="118269" y="1096326"/>
                    <a:pt x="0" y="1096326"/>
                  </a:cubicBezTo>
                  <a:close/>
                </a:path>
              </a:pathLst>
            </a:custGeom>
            <a:solidFill>
              <a:srgbClr val="0072B2">
                <a:alpha val="4167"/>
              </a:srgbClr>
            </a:solidFill>
            <a:ln w="0">
              <a:noFill/>
            </a:ln>
          </p:spPr>
        </p:sp>
        <p:sp>
          <p:nvSpPr>
            <p:cNvPr id="2698" name="smooth-map-feature-1-shade-26">
              <a:extLst>
                <a:ext uri="{FF2B5EF4-FFF2-40B4-BE49-F238E27FC236}">
                  <a16:creationId xmlns:a16="http://schemas.microsoft.com/office/drawing/2014/main" id="{71CD30CF-359A-49FA-B519-18FC0719A77B}"/>
                </a:ext>
              </a:extLst>
            </p:cNvPr>
            <p:cNvSpPr>
              <a:spLocks noGrp="1"/>
            </p:cNvSpPr>
            <p:nvPr/>
          </p:nvSpPr>
          <p:spPr>
            <a:xfrm>
              <a:off x="21240750" y="6019800"/>
              <a:ext cx="2838450" cy="1143000"/>
            </a:xfrm>
            <a:custGeom>
              <a:pathLst>
                <a:path w="2838450" h="1143000">
                  <a:moveTo>
                    <a:pt x="0" y="999897"/>
                  </a:moveTo>
                  <a:cubicBezTo>
                    <a:pt x="118269" y="999897"/>
                    <a:pt x="236538" y="999897"/>
                    <a:pt x="354806" y="999897"/>
                  </a:cubicBezTo>
                  <a:cubicBezTo>
                    <a:pt x="591344" y="999897"/>
                    <a:pt x="827881" y="1000944"/>
                    <a:pt x="1064419" y="1000944"/>
                  </a:cubicBezTo>
                  <a:cubicBezTo>
                    <a:pt x="1300956" y="1000944"/>
                    <a:pt x="1537494" y="1000741"/>
                    <a:pt x="1774031" y="1000335"/>
                  </a:cubicBezTo>
                  <a:cubicBezTo>
                    <a:pt x="2010569" y="999930"/>
                    <a:pt x="2247106" y="348450"/>
                    <a:pt x="2483644" y="348450"/>
                  </a:cubicBezTo>
                  <a:cubicBezTo>
                    <a:pt x="2601912" y="348450"/>
                    <a:pt x="2720181" y="348450"/>
                    <a:pt x="2838450" y="348450"/>
                  </a:cubicBezTo>
                  <a:lnTo>
                    <a:pt x="2838450" y="451590"/>
                  </a:lnTo>
                  <a:cubicBezTo>
                    <a:pt x="2720181" y="451590"/>
                    <a:pt x="2601912" y="451590"/>
                    <a:pt x="2483644" y="451590"/>
                  </a:cubicBezTo>
                  <a:cubicBezTo>
                    <a:pt x="2247106" y="451590"/>
                    <a:pt x="2010569" y="1071322"/>
                    <a:pt x="1774031" y="1092616"/>
                  </a:cubicBezTo>
                  <a:cubicBezTo>
                    <a:pt x="1537494" y="1113910"/>
                    <a:pt x="1300956" y="1126231"/>
                    <a:pt x="1064419" y="1126231"/>
                  </a:cubicBezTo>
                  <a:cubicBezTo>
                    <a:pt x="827881" y="1126231"/>
                    <a:pt x="591344" y="1094834"/>
                    <a:pt x="354806" y="1094834"/>
                  </a:cubicBezTo>
                  <a:cubicBezTo>
                    <a:pt x="236538" y="1094834"/>
                    <a:pt x="118269" y="1094834"/>
                    <a:pt x="0" y="1094834"/>
                  </a:cubicBezTo>
                  <a:close/>
                </a:path>
              </a:pathLst>
            </a:custGeom>
            <a:solidFill>
              <a:srgbClr val="0072B2">
                <a:alpha val="4348"/>
              </a:srgbClr>
            </a:solidFill>
            <a:ln w="0">
              <a:noFill/>
            </a:ln>
          </p:spPr>
        </p:sp>
        <p:sp>
          <p:nvSpPr>
            <p:cNvPr id="2699" name="smooth-map-feature-1-shade-27">
              <a:extLst>
                <a:ext uri="{FF2B5EF4-FFF2-40B4-BE49-F238E27FC236}">
                  <a16:creationId xmlns:a16="http://schemas.microsoft.com/office/drawing/2014/main" id="{326F8568-0B08-4DA4-BC90-49A55B7A6F6F}"/>
                </a:ext>
              </a:extLst>
            </p:cNvPr>
            <p:cNvSpPr>
              <a:spLocks noGrp="1"/>
            </p:cNvSpPr>
            <p:nvPr/>
          </p:nvSpPr>
          <p:spPr>
            <a:xfrm>
              <a:off x="21240750" y="6019800"/>
              <a:ext cx="2838450" cy="1143000"/>
            </a:xfrm>
            <a:custGeom>
              <a:pathLst>
                <a:path w="2838450" h="1143000">
                  <a:moveTo>
                    <a:pt x="0" y="1001379"/>
                  </a:moveTo>
                  <a:cubicBezTo>
                    <a:pt x="118269" y="1001379"/>
                    <a:pt x="236538" y="1001379"/>
                    <a:pt x="354806" y="1001379"/>
                  </a:cubicBezTo>
                  <a:cubicBezTo>
                    <a:pt x="591344" y="1001379"/>
                    <a:pt x="827881" y="1002899"/>
                    <a:pt x="1064419" y="1002899"/>
                  </a:cubicBezTo>
                  <a:cubicBezTo>
                    <a:pt x="1300956" y="1002899"/>
                    <a:pt x="1537494" y="1002523"/>
                    <a:pt x="1774031" y="1001775"/>
                  </a:cubicBezTo>
                  <a:cubicBezTo>
                    <a:pt x="2010569" y="1001027"/>
                    <a:pt x="2247106" y="350060"/>
                    <a:pt x="2483644" y="350060"/>
                  </a:cubicBezTo>
                  <a:cubicBezTo>
                    <a:pt x="2601912" y="350060"/>
                    <a:pt x="2720181" y="350060"/>
                    <a:pt x="2838450" y="350060"/>
                  </a:cubicBezTo>
                  <a:lnTo>
                    <a:pt x="2838450" y="449980"/>
                  </a:lnTo>
                  <a:cubicBezTo>
                    <a:pt x="2720181" y="449980"/>
                    <a:pt x="2601912" y="449980"/>
                    <a:pt x="2483644" y="449980"/>
                  </a:cubicBezTo>
                  <a:cubicBezTo>
                    <a:pt x="2247106" y="449980"/>
                    <a:pt x="2010569" y="1070192"/>
                    <a:pt x="1774031" y="1091176"/>
                  </a:cubicBezTo>
                  <a:cubicBezTo>
                    <a:pt x="1537494" y="1112160"/>
                    <a:pt x="1300956" y="1124276"/>
                    <a:pt x="1064419" y="1124276"/>
                  </a:cubicBezTo>
                  <a:cubicBezTo>
                    <a:pt x="827881" y="1124276"/>
                    <a:pt x="591344" y="1093353"/>
                    <a:pt x="354806" y="1093353"/>
                  </a:cubicBezTo>
                  <a:cubicBezTo>
                    <a:pt x="236538" y="1093353"/>
                    <a:pt x="118269" y="1093353"/>
                    <a:pt x="0" y="1093353"/>
                  </a:cubicBezTo>
                  <a:close/>
                </a:path>
              </a:pathLst>
            </a:custGeom>
            <a:solidFill>
              <a:srgbClr val="0072B2">
                <a:alpha val="4545"/>
              </a:srgbClr>
            </a:solidFill>
            <a:ln w="0">
              <a:noFill/>
            </a:ln>
          </p:spPr>
        </p:sp>
        <p:sp>
          <p:nvSpPr>
            <p:cNvPr id="2700" name="smooth-map-feature-1-shade-28">
              <a:extLst>
                <a:ext uri="{FF2B5EF4-FFF2-40B4-BE49-F238E27FC236}">
                  <a16:creationId xmlns:a16="http://schemas.microsoft.com/office/drawing/2014/main" id="{33034CF1-BD56-433A-9ACA-10BE043E1A58}"/>
                </a:ext>
              </a:extLst>
            </p:cNvPr>
            <p:cNvSpPr>
              <a:spLocks noGrp="1"/>
            </p:cNvSpPr>
            <p:nvPr/>
          </p:nvSpPr>
          <p:spPr>
            <a:xfrm>
              <a:off x="21240750" y="6019800"/>
              <a:ext cx="2838450" cy="1143000"/>
            </a:xfrm>
            <a:custGeom>
              <a:pathLst>
                <a:path w="2838450" h="1143000">
                  <a:moveTo>
                    <a:pt x="0" y="1002853"/>
                  </a:moveTo>
                  <a:cubicBezTo>
                    <a:pt x="118269" y="1002853"/>
                    <a:pt x="236538" y="1002853"/>
                    <a:pt x="354806" y="1002853"/>
                  </a:cubicBezTo>
                  <a:cubicBezTo>
                    <a:pt x="591344" y="1002853"/>
                    <a:pt x="827881" y="1004845"/>
                    <a:pt x="1064419" y="1004845"/>
                  </a:cubicBezTo>
                  <a:cubicBezTo>
                    <a:pt x="1300956" y="1004845"/>
                    <a:pt x="1537494" y="1004297"/>
                    <a:pt x="1774031" y="1003209"/>
                  </a:cubicBezTo>
                  <a:cubicBezTo>
                    <a:pt x="2010569" y="1002120"/>
                    <a:pt x="2247106" y="351662"/>
                    <a:pt x="2483644" y="351662"/>
                  </a:cubicBezTo>
                  <a:cubicBezTo>
                    <a:pt x="2601912" y="351662"/>
                    <a:pt x="2720181" y="351662"/>
                    <a:pt x="2838450" y="351662"/>
                  </a:cubicBezTo>
                  <a:lnTo>
                    <a:pt x="2838450" y="448378"/>
                  </a:lnTo>
                  <a:cubicBezTo>
                    <a:pt x="2720181" y="448378"/>
                    <a:pt x="2601912" y="448378"/>
                    <a:pt x="2483644" y="448378"/>
                  </a:cubicBezTo>
                  <a:cubicBezTo>
                    <a:pt x="2247106" y="448378"/>
                    <a:pt x="2010569" y="1069068"/>
                    <a:pt x="1774031" y="1089742"/>
                  </a:cubicBezTo>
                  <a:cubicBezTo>
                    <a:pt x="1537494" y="1110417"/>
                    <a:pt x="1300956" y="1122330"/>
                    <a:pt x="1064419" y="1122330"/>
                  </a:cubicBezTo>
                  <a:cubicBezTo>
                    <a:pt x="827881" y="1122330"/>
                    <a:pt x="591344" y="1091878"/>
                    <a:pt x="354806" y="1091878"/>
                  </a:cubicBezTo>
                  <a:cubicBezTo>
                    <a:pt x="236538" y="1091878"/>
                    <a:pt x="118269" y="1091878"/>
                    <a:pt x="0" y="1091878"/>
                  </a:cubicBezTo>
                  <a:close/>
                </a:path>
              </a:pathLst>
            </a:custGeom>
            <a:solidFill>
              <a:srgbClr val="0072B2">
                <a:alpha val="4762"/>
              </a:srgbClr>
            </a:solidFill>
            <a:ln w="0">
              <a:noFill/>
            </a:ln>
          </p:spPr>
        </p:sp>
        <p:sp>
          <p:nvSpPr>
            <p:cNvPr id="2701" name="smooth-map-feature-1-shade-29">
              <a:extLst>
                <a:ext uri="{FF2B5EF4-FFF2-40B4-BE49-F238E27FC236}">
                  <a16:creationId xmlns:a16="http://schemas.microsoft.com/office/drawing/2014/main" id="{79F76EEC-CF04-4B3A-97D7-06AC7013E458}"/>
                </a:ext>
              </a:extLst>
            </p:cNvPr>
            <p:cNvSpPr>
              <a:spLocks noGrp="1"/>
            </p:cNvSpPr>
            <p:nvPr/>
          </p:nvSpPr>
          <p:spPr>
            <a:xfrm>
              <a:off x="21240750" y="6019800"/>
              <a:ext cx="2838450" cy="1143000"/>
            </a:xfrm>
            <a:custGeom>
              <a:pathLst>
                <a:path w="2838450" h="1143000">
                  <a:moveTo>
                    <a:pt x="0" y="1004324"/>
                  </a:moveTo>
                  <a:cubicBezTo>
                    <a:pt x="118269" y="1004324"/>
                    <a:pt x="236538" y="1004324"/>
                    <a:pt x="354806" y="1004324"/>
                  </a:cubicBezTo>
                  <a:cubicBezTo>
                    <a:pt x="591344" y="1004324"/>
                    <a:pt x="827881" y="1006787"/>
                    <a:pt x="1064419" y="1006787"/>
                  </a:cubicBezTo>
                  <a:cubicBezTo>
                    <a:pt x="1300956" y="1006787"/>
                    <a:pt x="1537494" y="1006066"/>
                    <a:pt x="1774031" y="1004639"/>
                  </a:cubicBezTo>
                  <a:cubicBezTo>
                    <a:pt x="2010569" y="1003211"/>
                    <a:pt x="2247106" y="353260"/>
                    <a:pt x="2483644" y="353260"/>
                  </a:cubicBezTo>
                  <a:cubicBezTo>
                    <a:pt x="2601912" y="353260"/>
                    <a:pt x="2720181" y="353260"/>
                    <a:pt x="2838450" y="353260"/>
                  </a:cubicBezTo>
                  <a:lnTo>
                    <a:pt x="2838450" y="446780"/>
                  </a:lnTo>
                  <a:cubicBezTo>
                    <a:pt x="2720181" y="446780"/>
                    <a:pt x="2601912" y="446780"/>
                    <a:pt x="2483644" y="446780"/>
                  </a:cubicBezTo>
                  <a:cubicBezTo>
                    <a:pt x="2247106" y="446780"/>
                    <a:pt x="2010569" y="1067946"/>
                    <a:pt x="1774031" y="1088312"/>
                  </a:cubicBezTo>
                  <a:cubicBezTo>
                    <a:pt x="1537494" y="1108679"/>
                    <a:pt x="1300956" y="1120389"/>
                    <a:pt x="1064419" y="1120389"/>
                  </a:cubicBezTo>
                  <a:cubicBezTo>
                    <a:pt x="827881" y="1120389"/>
                    <a:pt x="591344" y="1090407"/>
                    <a:pt x="354806" y="1090407"/>
                  </a:cubicBezTo>
                  <a:cubicBezTo>
                    <a:pt x="236538" y="1090407"/>
                    <a:pt x="118269" y="1090407"/>
                    <a:pt x="0" y="1090407"/>
                  </a:cubicBezTo>
                  <a:close/>
                </a:path>
              </a:pathLst>
            </a:custGeom>
            <a:solidFill>
              <a:srgbClr val="0072B2">
                <a:alpha val="5000"/>
              </a:srgbClr>
            </a:solidFill>
            <a:ln w="0">
              <a:noFill/>
            </a:ln>
          </p:spPr>
        </p:sp>
        <p:sp>
          <p:nvSpPr>
            <p:cNvPr id="2702" name="smooth-map-feature-1-shade-30">
              <a:extLst>
                <a:ext uri="{FF2B5EF4-FFF2-40B4-BE49-F238E27FC236}">
                  <a16:creationId xmlns:a16="http://schemas.microsoft.com/office/drawing/2014/main" id="{F0BB9A6A-CB6C-4207-9F8A-0B0AC7045B50}"/>
                </a:ext>
              </a:extLst>
            </p:cNvPr>
            <p:cNvSpPr>
              <a:spLocks noGrp="1"/>
            </p:cNvSpPr>
            <p:nvPr/>
          </p:nvSpPr>
          <p:spPr>
            <a:xfrm>
              <a:off x="21240750" y="6019800"/>
              <a:ext cx="2838450" cy="1143000"/>
            </a:xfrm>
            <a:custGeom>
              <a:pathLst>
                <a:path w="2838450" h="1143000">
                  <a:moveTo>
                    <a:pt x="0" y="1005795"/>
                  </a:moveTo>
                  <a:cubicBezTo>
                    <a:pt x="118269" y="1005795"/>
                    <a:pt x="236538" y="1005795"/>
                    <a:pt x="354806" y="1005795"/>
                  </a:cubicBezTo>
                  <a:cubicBezTo>
                    <a:pt x="591344" y="1005795"/>
                    <a:pt x="827881" y="1008728"/>
                    <a:pt x="1064419" y="1008728"/>
                  </a:cubicBezTo>
                  <a:cubicBezTo>
                    <a:pt x="1300956" y="1008728"/>
                    <a:pt x="1537494" y="1007834"/>
                    <a:pt x="1774031" y="1006068"/>
                  </a:cubicBezTo>
                  <a:cubicBezTo>
                    <a:pt x="2010569" y="1004303"/>
                    <a:pt x="2247106" y="354858"/>
                    <a:pt x="2483644" y="354858"/>
                  </a:cubicBezTo>
                  <a:cubicBezTo>
                    <a:pt x="2601912" y="354858"/>
                    <a:pt x="2720181" y="354858"/>
                    <a:pt x="2838450" y="354858"/>
                  </a:cubicBezTo>
                  <a:lnTo>
                    <a:pt x="2838450" y="445182"/>
                  </a:lnTo>
                  <a:cubicBezTo>
                    <a:pt x="2720181" y="445182"/>
                    <a:pt x="2601912" y="445182"/>
                    <a:pt x="2483644" y="445182"/>
                  </a:cubicBezTo>
                  <a:cubicBezTo>
                    <a:pt x="2247106" y="445182"/>
                    <a:pt x="2010569" y="1066826"/>
                    <a:pt x="1774031" y="1086883"/>
                  </a:cubicBezTo>
                  <a:cubicBezTo>
                    <a:pt x="1537494" y="1106940"/>
                    <a:pt x="1300956" y="1118448"/>
                    <a:pt x="1064419" y="1118448"/>
                  </a:cubicBezTo>
                  <a:cubicBezTo>
                    <a:pt x="827881" y="1118448"/>
                    <a:pt x="591344" y="1088936"/>
                    <a:pt x="354806" y="1088936"/>
                  </a:cubicBezTo>
                  <a:cubicBezTo>
                    <a:pt x="236538" y="1088936"/>
                    <a:pt x="118269" y="1088936"/>
                    <a:pt x="0" y="1088936"/>
                  </a:cubicBezTo>
                  <a:close/>
                </a:path>
              </a:pathLst>
            </a:custGeom>
            <a:solidFill>
              <a:srgbClr val="0072B2">
                <a:alpha val="5263"/>
              </a:srgbClr>
            </a:solidFill>
            <a:ln w="0">
              <a:noFill/>
            </a:ln>
          </p:spPr>
        </p:sp>
        <p:sp>
          <p:nvSpPr>
            <p:cNvPr id="2703" name="smooth-map-feature-1-shade-31">
              <a:extLst>
                <a:ext uri="{FF2B5EF4-FFF2-40B4-BE49-F238E27FC236}">
                  <a16:creationId xmlns:a16="http://schemas.microsoft.com/office/drawing/2014/main" id="{D3063021-293E-42ED-895D-DD659E3E517B}"/>
                </a:ext>
              </a:extLst>
            </p:cNvPr>
            <p:cNvSpPr>
              <a:spLocks noGrp="1"/>
            </p:cNvSpPr>
            <p:nvPr/>
          </p:nvSpPr>
          <p:spPr>
            <a:xfrm>
              <a:off x="21240750" y="6019800"/>
              <a:ext cx="2838450" cy="1143000"/>
            </a:xfrm>
            <a:custGeom>
              <a:pathLst>
                <a:path w="2838450" h="1143000">
                  <a:moveTo>
                    <a:pt x="0" y="1007270"/>
                  </a:moveTo>
                  <a:cubicBezTo>
                    <a:pt x="118269" y="1007270"/>
                    <a:pt x="236538" y="1007270"/>
                    <a:pt x="354806" y="1007270"/>
                  </a:cubicBezTo>
                  <a:cubicBezTo>
                    <a:pt x="591344" y="1007270"/>
                    <a:pt x="827881" y="1010674"/>
                    <a:pt x="1064419" y="1010674"/>
                  </a:cubicBezTo>
                  <a:cubicBezTo>
                    <a:pt x="1300956" y="1010674"/>
                    <a:pt x="1537494" y="1009606"/>
                    <a:pt x="1774031" y="1007502"/>
                  </a:cubicBezTo>
                  <a:cubicBezTo>
                    <a:pt x="2010569" y="1005397"/>
                    <a:pt x="2247106" y="356460"/>
                    <a:pt x="2483644" y="356460"/>
                  </a:cubicBezTo>
                  <a:cubicBezTo>
                    <a:pt x="2601912" y="356460"/>
                    <a:pt x="2720181" y="356460"/>
                    <a:pt x="2838450" y="356460"/>
                  </a:cubicBezTo>
                  <a:lnTo>
                    <a:pt x="2838450" y="443580"/>
                  </a:lnTo>
                  <a:cubicBezTo>
                    <a:pt x="2720181" y="443580"/>
                    <a:pt x="2601912" y="443580"/>
                    <a:pt x="2483644" y="443580"/>
                  </a:cubicBezTo>
                  <a:cubicBezTo>
                    <a:pt x="2247106" y="443580"/>
                    <a:pt x="2010569" y="1065703"/>
                    <a:pt x="1774031" y="1085450"/>
                  </a:cubicBezTo>
                  <a:cubicBezTo>
                    <a:pt x="1537494" y="1105196"/>
                    <a:pt x="1300956" y="1116502"/>
                    <a:pt x="1064419" y="1116502"/>
                  </a:cubicBezTo>
                  <a:cubicBezTo>
                    <a:pt x="827881" y="1116502"/>
                    <a:pt x="591344" y="1087462"/>
                    <a:pt x="354806" y="1087462"/>
                  </a:cubicBezTo>
                  <a:cubicBezTo>
                    <a:pt x="236538" y="1087462"/>
                    <a:pt x="118269" y="1087462"/>
                    <a:pt x="0" y="1087462"/>
                  </a:cubicBezTo>
                  <a:close/>
                </a:path>
              </a:pathLst>
            </a:custGeom>
            <a:solidFill>
              <a:srgbClr val="0072B2">
                <a:alpha val="5556"/>
              </a:srgbClr>
            </a:solidFill>
            <a:ln w="0">
              <a:noFill/>
            </a:ln>
          </p:spPr>
        </p:sp>
        <p:sp>
          <p:nvSpPr>
            <p:cNvPr id="2704" name="smooth-map-feature-1-shade-32">
              <a:extLst>
                <a:ext uri="{FF2B5EF4-FFF2-40B4-BE49-F238E27FC236}">
                  <a16:creationId xmlns:a16="http://schemas.microsoft.com/office/drawing/2014/main" id="{CDCEB030-730A-496D-A2D7-EB74DE1AB229}"/>
                </a:ext>
              </a:extLst>
            </p:cNvPr>
            <p:cNvSpPr>
              <a:spLocks noGrp="1"/>
            </p:cNvSpPr>
            <p:nvPr/>
          </p:nvSpPr>
          <p:spPr>
            <a:xfrm>
              <a:off x="21240750" y="6019800"/>
              <a:ext cx="2838450" cy="1143000"/>
            </a:xfrm>
            <a:custGeom>
              <a:pathLst>
                <a:path w="2838450" h="1143000">
                  <a:moveTo>
                    <a:pt x="0" y="1008751"/>
                  </a:moveTo>
                  <a:cubicBezTo>
                    <a:pt x="118269" y="1008751"/>
                    <a:pt x="236538" y="1008751"/>
                    <a:pt x="354806" y="1008751"/>
                  </a:cubicBezTo>
                  <a:cubicBezTo>
                    <a:pt x="591344" y="1008751"/>
                    <a:pt x="827881" y="1012629"/>
                    <a:pt x="1064419" y="1012629"/>
                  </a:cubicBezTo>
                  <a:cubicBezTo>
                    <a:pt x="1300956" y="1012629"/>
                    <a:pt x="1537494" y="1011386"/>
                    <a:pt x="1774031" y="1008942"/>
                  </a:cubicBezTo>
                  <a:cubicBezTo>
                    <a:pt x="2010569" y="1006497"/>
                    <a:pt x="2247106" y="358069"/>
                    <a:pt x="2483644" y="358069"/>
                  </a:cubicBezTo>
                  <a:cubicBezTo>
                    <a:pt x="2601912" y="358069"/>
                    <a:pt x="2720181" y="358069"/>
                    <a:pt x="2838450" y="358069"/>
                  </a:cubicBezTo>
                  <a:lnTo>
                    <a:pt x="2838450" y="441971"/>
                  </a:lnTo>
                  <a:cubicBezTo>
                    <a:pt x="2720181" y="441971"/>
                    <a:pt x="2601912" y="441971"/>
                    <a:pt x="2483644" y="441971"/>
                  </a:cubicBezTo>
                  <a:cubicBezTo>
                    <a:pt x="2247106" y="441971"/>
                    <a:pt x="2010569" y="1064576"/>
                    <a:pt x="1774031" y="1084009"/>
                  </a:cubicBezTo>
                  <a:cubicBezTo>
                    <a:pt x="1537494" y="1103443"/>
                    <a:pt x="1300956" y="1114547"/>
                    <a:pt x="1064419" y="1114547"/>
                  </a:cubicBezTo>
                  <a:cubicBezTo>
                    <a:pt x="827881" y="1114547"/>
                    <a:pt x="591344" y="1085980"/>
                    <a:pt x="354806" y="1085980"/>
                  </a:cubicBezTo>
                  <a:cubicBezTo>
                    <a:pt x="236538" y="1085980"/>
                    <a:pt x="118269" y="1085980"/>
                    <a:pt x="0" y="1085980"/>
                  </a:cubicBezTo>
                  <a:close/>
                </a:path>
              </a:pathLst>
            </a:custGeom>
            <a:solidFill>
              <a:srgbClr val="0072B2">
                <a:alpha val="5882"/>
              </a:srgbClr>
            </a:solidFill>
            <a:ln w="0">
              <a:noFill/>
            </a:ln>
          </p:spPr>
        </p:sp>
        <p:sp>
          <p:nvSpPr>
            <p:cNvPr id="2705" name="smooth-map-feature-1-shade-33">
              <a:extLst>
                <a:ext uri="{FF2B5EF4-FFF2-40B4-BE49-F238E27FC236}">
                  <a16:creationId xmlns:a16="http://schemas.microsoft.com/office/drawing/2014/main" id="{8BFDE272-E78F-41C6-9B01-99BEC3266FF1}"/>
                </a:ext>
              </a:extLst>
            </p:cNvPr>
            <p:cNvSpPr>
              <a:spLocks noGrp="1"/>
            </p:cNvSpPr>
            <p:nvPr/>
          </p:nvSpPr>
          <p:spPr>
            <a:xfrm>
              <a:off x="21240750" y="6019800"/>
              <a:ext cx="2838450" cy="1143000"/>
            </a:xfrm>
            <a:custGeom>
              <a:pathLst>
                <a:path w="2838450" h="1143000">
                  <a:moveTo>
                    <a:pt x="0" y="1010244"/>
                  </a:moveTo>
                  <a:cubicBezTo>
                    <a:pt x="118269" y="1010244"/>
                    <a:pt x="236538" y="1010244"/>
                    <a:pt x="354806" y="1010244"/>
                  </a:cubicBezTo>
                  <a:cubicBezTo>
                    <a:pt x="591344" y="1010244"/>
                    <a:pt x="827881" y="1014599"/>
                    <a:pt x="1064419" y="1014599"/>
                  </a:cubicBezTo>
                  <a:cubicBezTo>
                    <a:pt x="1300956" y="1014599"/>
                    <a:pt x="1537494" y="1013179"/>
                    <a:pt x="1774031" y="1010392"/>
                  </a:cubicBezTo>
                  <a:cubicBezTo>
                    <a:pt x="2010569" y="1007606"/>
                    <a:pt x="2247106" y="359691"/>
                    <a:pt x="2483644" y="359691"/>
                  </a:cubicBezTo>
                  <a:cubicBezTo>
                    <a:pt x="2601912" y="359691"/>
                    <a:pt x="2720181" y="359691"/>
                    <a:pt x="2838450" y="359691"/>
                  </a:cubicBezTo>
                  <a:lnTo>
                    <a:pt x="2838450" y="440349"/>
                  </a:lnTo>
                  <a:cubicBezTo>
                    <a:pt x="2720181" y="440349"/>
                    <a:pt x="2601912" y="440349"/>
                    <a:pt x="2483644" y="440349"/>
                  </a:cubicBezTo>
                  <a:cubicBezTo>
                    <a:pt x="2247106" y="440349"/>
                    <a:pt x="2010569" y="1063440"/>
                    <a:pt x="1774031" y="1082559"/>
                  </a:cubicBezTo>
                  <a:cubicBezTo>
                    <a:pt x="1537494" y="1101677"/>
                    <a:pt x="1300956" y="1112577"/>
                    <a:pt x="1064419" y="1112577"/>
                  </a:cubicBezTo>
                  <a:cubicBezTo>
                    <a:pt x="827881" y="1112577"/>
                    <a:pt x="591344" y="1084488"/>
                    <a:pt x="354806" y="1084488"/>
                  </a:cubicBezTo>
                  <a:cubicBezTo>
                    <a:pt x="236538" y="1084488"/>
                    <a:pt x="118269" y="1084488"/>
                    <a:pt x="0" y="1084488"/>
                  </a:cubicBezTo>
                  <a:close/>
                </a:path>
              </a:pathLst>
            </a:custGeom>
            <a:solidFill>
              <a:srgbClr val="0072B2">
                <a:alpha val="6250"/>
              </a:srgbClr>
            </a:solidFill>
            <a:ln w="0">
              <a:noFill/>
            </a:ln>
          </p:spPr>
        </p:sp>
        <p:sp>
          <p:nvSpPr>
            <p:cNvPr id="2706" name="smooth-map-feature-1-shade-34">
              <a:extLst>
                <a:ext uri="{FF2B5EF4-FFF2-40B4-BE49-F238E27FC236}">
                  <a16:creationId xmlns:a16="http://schemas.microsoft.com/office/drawing/2014/main" id="{9E7F60A8-CA31-4B8F-AF4A-5481AE59B8AB}"/>
                </a:ext>
              </a:extLst>
            </p:cNvPr>
            <p:cNvSpPr>
              <a:spLocks noGrp="1"/>
            </p:cNvSpPr>
            <p:nvPr/>
          </p:nvSpPr>
          <p:spPr>
            <a:xfrm>
              <a:off x="21240750" y="6019800"/>
              <a:ext cx="2838450" cy="1143000"/>
            </a:xfrm>
            <a:custGeom>
              <a:pathLst>
                <a:path w="2838450" h="1143000">
                  <a:moveTo>
                    <a:pt x="0" y="1011752"/>
                  </a:moveTo>
                  <a:cubicBezTo>
                    <a:pt x="118269" y="1011752"/>
                    <a:pt x="236538" y="1011752"/>
                    <a:pt x="354806" y="1011752"/>
                  </a:cubicBezTo>
                  <a:cubicBezTo>
                    <a:pt x="591344" y="1011752"/>
                    <a:pt x="827881" y="1016589"/>
                    <a:pt x="1064419" y="1016589"/>
                  </a:cubicBezTo>
                  <a:cubicBezTo>
                    <a:pt x="1300956" y="1016589"/>
                    <a:pt x="1537494" y="1014989"/>
                    <a:pt x="1774031" y="1011858"/>
                  </a:cubicBezTo>
                  <a:cubicBezTo>
                    <a:pt x="2010569" y="1008727"/>
                    <a:pt x="2247106" y="361329"/>
                    <a:pt x="2483644" y="361329"/>
                  </a:cubicBezTo>
                  <a:cubicBezTo>
                    <a:pt x="2601912" y="361329"/>
                    <a:pt x="2720181" y="361329"/>
                    <a:pt x="2838450" y="361329"/>
                  </a:cubicBezTo>
                  <a:lnTo>
                    <a:pt x="2838450" y="438711"/>
                  </a:lnTo>
                  <a:cubicBezTo>
                    <a:pt x="2720181" y="438711"/>
                    <a:pt x="2601912" y="438711"/>
                    <a:pt x="2483644" y="438711"/>
                  </a:cubicBezTo>
                  <a:cubicBezTo>
                    <a:pt x="2247106" y="438711"/>
                    <a:pt x="2010569" y="1062293"/>
                    <a:pt x="1774031" y="1081093"/>
                  </a:cubicBezTo>
                  <a:cubicBezTo>
                    <a:pt x="1537494" y="1099892"/>
                    <a:pt x="1300956" y="1110587"/>
                    <a:pt x="1064419" y="1110587"/>
                  </a:cubicBezTo>
                  <a:cubicBezTo>
                    <a:pt x="827881" y="1110587"/>
                    <a:pt x="591344" y="1082980"/>
                    <a:pt x="354806" y="1082980"/>
                  </a:cubicBezTo>
                  <a:cubicBezTo>
                    <a:pt x="236538" y="1082980"/>
                    <a:pt x="118269" y="1082980"/>
                    <a:pt x="0" y="1082980"/>
                  </a:cubicBezTo>
                  <a:close/>
                </a:path>
              </a:pathLst>
            </a:custGeom>
            <a:solidFill>
              <a:srgbClr val="0072B2">
                <a:alpha val="6667"/>
              </a:srgbClr>
            </a:solidFill>
            <a:ln w="0">
              <a:noFill/>
            </a:ln>
          </p:spPr>
        </p:sp>
        <p:sp>
          <p:nvSpPr>
            <p:cNvPr id="2707" name="smooth-map-feature-1-shade-35">
              <a:extLst>
                <a:ext uri="{FF2B5EF4-FFF2-40B4-BE49-F238E27FC236}">
                  <a16:creationId xmlns:a16="http://schemas.microsoft.com/office/drawing/2014/main" id="{C8895A0D-464B-4D9A-8348-99AE99E7AF70}"/>
                </a:ext>
              </a:extLst>
            </p:cNvPr>
            <p:cNvSpPr>
              <a:spLocks noGrp="1"/>
            </p:cNvSpPr>
            <p:nvPr/>
          </p:nvSpPr>
          <p:spPr>
            <a:xfrm>
              <a:off x="21240750" y="6019800"/>
              <a:ext cx="2838450" cy="1143000"/>
            </a:xfrm>
            <a:custGeom>
              <a:pathLst>
                <a:path w="2838450" h="1143000">
                  <a:moveTo>
                    <a:pt x="0" y="1013280"/>
                  </a:moveTo>
                  <a:cubicBezTo>
                    <a:pt x="118269" y="1013280"/>
                    <a:pt x="236538" y="1013280"/>
                    <a:pt x="354806" y="1013280"/>
                  </a:cubicBezTo>
                  <a:cubicBezTo>
                    <a:pt x="591344" y="1013280"/>
                    <a:pt x="827881" y="1018606"/>
                    <a:pt x="1064419" y="1018606"/>
                  </a:cubicBezTo>
                  <a:cubicBezTo>
                    <a:pt x="1300956" y="1018606"/>
                    <a:pt x="1537494" y="1016824"/>
                    <a:pt x="1774031" y="1013344"/>
                  </a:cubicBezTo>
                  <a:cubicBezTo>
                    <a:pt x="2010569" y="1009864"/>
                    <a:pt x="2247106" y="362990"/>
                    <a:pt x="2483644" y="362990"/>
                  </a:cubicBezTo>
                  <a:cubicBezTo>
                    <a:pt x="2601912" y="362990"/>
                    <a:pt x="2720181" y="362990"/>
                    <a:pt x="2838450" y="362990"/>
                  </a:cubicBezTo>
                  <a:lnTo>
                    <a:pt x="2838450" y="437050"/>
                  </a:lnTo>
                  <a:cubicBezTo>
                    <a:pt x="2720181" y="437050"/>
                    <a:pt x="2601912" y="437050"/>
                    <a:pt x="2483644" y="437050"/>
                  </a:cubicBezTo>
                  <a:cubicBezTo>
                    <a:pt x="2247106" y="437050"/>
                    <a:pt x="2010569" y="1061131"/>
                    <a:pt x="1774031" y="1079607"/>
                  </a:cubicBezTo>
                  <a:cubicBezTo>
                    <a:pt x="1537494" y="1098083"/>
                    <a:pt x="1300956" y="1108570"/>
                    <a:pt x="1064419" y="1108570"/>
                  </a:cubicBezTo>
                  <a:cubicBezTo>
                    <a:pt x="827881" y="1108570"/>
                    <a:pt x="591344" y="1081451"/>
                    <a:pt x="354806" y="1081451"/>
                  </a:cubicBezTo>
                  <a:cubicBezTo>
                    <a:pt x="236538" y="1081451"/>
                    <a:pt x="118269" y="1081451"/>
                    <a:pt x="0" y="1081451"/>
                  </a:cubicBezTo>
                  <a:close/>
                </a:path>
              </a:pathLst>
            </a:custGeom>
            <a:solidFill>
              <a:srgbClr val="0072B2">
                <a:alpha val="7143"/>
              </a:srgbClr>
            </a:solidFill>
            <a:ln w="0">
              <a:noFill/>
            </a:ln>
          </p:spPr>
        </p:sp>
        <p:sp>
          <p:nvSpPr>
            <p:cNvPr id="2708" name="smooth-map-feature-1-shade-36">
              <a:extLst>
                <a:ext uri="{FF2B5EF4-FFF2-40B4-BE49-F238E27FC236}">
                  <a16:creationId xmlns:a16="http://schemas.microsoft.com/office/drawing/2014/main" id="{2C3E13CC-2DE5-45C7-B2A8-E0835768580B}"/>
                </a:ext>
              </a:extLst>
            </p:cNvPr>
            <p:cNvSpPr>
              <a:spLocks noGrp="1"/>
            </p:cNvSpPr>
            <p:nvPr/>
          </p:nvSpPr>
          <p:spPr>
            <a:xfrm>
              <a:off x="21240750" y="6019800"/>
              <a:ext cx="2838450" cy="1143000"/>
            </a:xfrm>
            <a:custGeom>
              <a:pathLst>
                <a:path w="2838450" h="1143000">
                  <a:moveTo>
                    <a:pt x="0" y="1014835"/>
                  </a:moveTo>
                  <a:cubicBezTo>
                    <a:pt x="118269" y="1014835"/>
                    <a:pt x="236538" y="1014835"/>
                    <a:pt x="354806" y="1014835"/>
                  </a:cubicBezTo>
                  <a:cubicBezTo>
                    <a:pt x="591344" y="1014835"/>
                    <a:pt x="827881" y="1020657"/>
                    <a:pt x="1064419" y="1020657"/>
                  </a:cubicBezTo>
                  <a:cubicBezTo>
                    <a:pt x="1300956" y="1020657"/>
                    <a:pt x="1537494" y="1018689"/>
                    <a:pt x="1774031" y="1014855"/>
                  </a:cubicBezTo>
                  <a:cubicBezTo>
                    <a:pt x="2010569" y="1011021"/>
                    <a:pt x="2247106" y="364678"/>
                    <a:pt x="2483644" y="364678"/>
                  </a:cubicBezTo>
                  <a:cubicBezTo>
                    <a:pt x="2601912" y="364678"/>
                    <a:pt x="2720181" y="364678"/>
                    <a:pt x="2838450" y="364678"/>
                  </a:cubicBezTo>
                  <a:lnTo>
                    <a:pt x="2838450" y="435362"/>
                  </a:lnTo>
                  <a:cubicBezTo>
                    <a:pt x="2720181" y="435362"/>
                    <a:pt x="2601912" y="435362"/>
                    <a:pt x="2483644" y="435362"/>
                  </a:cubicBezTo>
                  <a:cubicBezTo>
                    <a:pt x="2247106" y="435362"/>
                    <a:pt x="2010569" y="1059950"/>
                    <a:pt x="1774031" y="1078096"/>
                  </a:cubicBezTo>
                  <a:cubicBezTo>
                    <a:pt x="1537494" y="1096242"/>
                    <a:pt x="1300956" y="1106519"/>
                    <a:pt x="1064419" y="1106519"/>
                  </a:cubicBezTo>
                  <a:cubicBezTo>
                    <a:pt x="827881" y="1106519"/>
                    <a:pt x="591344" y="1079897"/>
                    <a:pt x="354806" y="1079897"/>
                  </a:cubicBezTo>
                  <a:cubicBezTo>
                    <a:pt x="236538" y="1079897"/>
                    <a:pt x="118269" y="1079897"/>
                    <a:pt x="0" y="1079897"/>
                  </a:cubicBezTo>
                  <a:close/>
                </a:path>
              </a:pathLst>
            </a:custGeom>
            <a:solidFill>
              <a:srgbClr val="0072B2">
                <a:alpha val="7692"/>
              </a:srgbClr>
            </a:solidFill>
            <a:ln w="0">
              <a:noFill/>
            </a:ln>
          </p:spPr>
        </p:sp>
        <p:sp>
          <p:nvSpPr>
            <p:cNvPr id="2709" name="smooth-map-feature-1-shade-37">
              <a:extLst>
                <a:ext uri="{FF2B5EF4-FFF2-40B4-BE49-F238E27FC236}">
                  <a16:creationId xmlns:a16="http://schemas.microsoft.com/office/drawing/2014/main" id="{C0AFB0ED-F125-4443-A836-03430243B60B}"/>
                </a:ext>
              </a:extLst>
            </p:cNvPr>
            <p:cNvSpPr>
              <a:spLocks noGrp="1"/>
            </p:cNvSpPr>
            <p:nvPr/>
          </p:nvSpPr>
          <p:spPr>
            <a:xfrm>
              <a:off x="21240750" y="6019800"/>
              <a:ext cx="2838450" cy="1143000"/>
            </a:xfrm>
            <a:custGeom>
              <a:pathLst>
                <a:path w="2838450" h="1143000">
                  <a:moveTo>
                    <a:pt x="0" y="1016421"/>
                  </a:moveTo>
                  <a:cubicBezTo>
                    <a:pt x="118269" y="1016421"/>
                    <a:pt x="236538" y="1016421"/>
                    <a:pt x="354806" y="1016421"/>
                  </a:cubicBezTo>
                  <a:cubicBezTo>
                    <a:pt x="591344" y="1016421"/>
                    <a:pt x="827881" y="1022751"/>
                    <a:pt x="1064419" y="1022751"/>
                  </a:cubicBezTo>
                  <a:cubicBezTo>
                    <a:pt x="1300956" y="1022751"/>
                    <a:pt x="1537494" y="1020592"/>
                    <a:pt x="1774031" y="1016397"/>
                  </a:cubicBezTo>
                  <a:cubicBezTo>
                    <a:pt x="2010569" y="1012202"/>
                    <a:pt x="2247106" y="366402"/>
                    <a:pt x="2483644" y="366402"/>
                  </a:cubicBezTo>
                  <a:cubicBezTo>
                    <a:pt x="2601912" y="366402"/>
                    <a:pt x="2720181" y="366402"/>
                    <a:pt x="2838450" y="366402"/>
                  </a:cubicBezTo>
                  <a:lnTo>
                    <a:pt x="2838450" y="433638"/>
                  </a:lnTo>
                  <a:cubicBezTo>
                    <a:pt x="2720181" y="433638"/>
                    <a:pt x="2601912" y="433638"/>
                    <a:pt x="2483644" y="433638"/>
                  </a:cubicBezTo>
                  <a:cubicBezTo>
                    <a:pt x="2247106" y="433638"/>
                    <a:pt x="2010569" y="1058745"/>
                    <a:pt x="1774031" y="1076554"/>
                  </a:cubicBezTo>
                  <a:cubicBezTo>
                    <a:pt x="1537494" y="1094362"/>
                    <a:pt x="1300956" y="1104425"/>
                    <a:pt x="1064419" y="1104425"/>
                  </a:cubicBezTo>
                  <a:cubicBezTo>
                    <a:pt x="827881" y="1104425"/>
                    <a:pt x="591344" y="1078310"/>
                    <a:pt x="354806" y="1078310"/>
                  </a:cubicBezTo>
                  <a:cubicBezTo>
                    <a:pt x="236538" y="1078310"/>
                    <a:pt x="118269" y="1078310"/>
                    <a:pt x="0" y="1078310"/>
                  </a:cubicBezTo>
                  <a:close/>
                </a:path>
              </a:pathLst>
            </a:custGeom>
            <a:solidFill>
              <a:srgbClr val="0072B2">
                <a:alpha val="8333"/>
              </a:srgbClr>
            </a:solidFill>
            <a:ln w="0">
              <a:noFill/>
            </a:ln>
          </p:spPr>
        </p:sp>
        <p:sp>
          <p:nvSpPr>
            <p:cNvPr id="2710" name="smooth-map-feature-1-shade-38">
              <a:extLst>
                <a:ext uri="{FF2B5EF4-FFF2-40B4-BE49-F238E27FC236}">
                  <a16:creationId xmlns:a16="http://schemas.microsoft.com/office/drawing/2014/main" id="{18C5D268-CA41-4E54-864A-7067592A5D36}"/>
                </a:ext>
              </a:extLst>
            </p:cNvPr>
            <p:cNvSpPr>
              <a:spLocks noGrp="1"/>
            </p:cNvSpPr>
            <p:nvPr/>
          </p:nvSpPr>
          <p:spPr>
            <a:xfrm>
              <a:off x="21240750" y="6019800"/>
              <a:ext cx="2838450" cy="1143000"/>
            </a:xfrm>
            <a:custGeom>
              <a:pathLst>
                <a:path w="2838450" h="1143000">
                  <a:moveTo>
                    <a:pt x="0" y="1018049"/>
                  </a:moveTo>
                  <a:cubicBezTo>
                    <a:pt x="118269" y="1018049"/>
                    <a:pt x="236538" y="1018049"/>
                    <a:pt x="354806" y="1018049"/>
                  </a:cubicBezTo>
                  <a:cubicBezTo>
                    <a:pt x="591344" y="1018049"/>
                    <a:pt x="827881" y="1024898"/>
                    <a:pt x="1064419" y="1024898"/>
                  </a:cubicBezTo>
                  <a:cubicBezTo>
                    <a:pt x="1300956" y="1024898"/>
                    <a:pt x="1537494" y="1022543"/>
                    <a:pt x="1774031" y="1017979"/>
                  </a:cubicBezTo>
                  <a:cubicBezTo>
                    <a:pt x="2010569" y="1013414"/>
                    <a:pt x="2247106" y="368170"/>
                    <a:pt x="2483644" y="368170"/>
                  </a:cubicBezTo>
                  <a:cubicBezTo>
                    <a:pt x="2601912" y="368170"/>
                    <a:pt x="2720181" y="368170"/>
                    <a:pt x="2838450" y="368170"/>
                  </a:cubicBezTo>
                  <a:lnTo>
                    <a:pt x="2838450" y="431870"/>
                  </a:lnTo>
                  <a:cubicBezTo>
                    <a:pt x="2720181" y="431870"/>
                    <a:pt x="2601912" y="431870"/>
                    <a:pt x="2483644" y="431870"/>
                  </a:cubicBezTo>
                  <a:cubicBezTo>
                    <a:pt x="2247106" y="431870"/>
                    <a:pt x="2010569" y="1057510"/>
                    <a:pt x="1774031" y="1074972"/>
                  </a:cubicBezTo>
                  <a:cubicBezTo>
                    <a:pt x="1537494" y="1092434"/>
                    <a:pt x="1300956" y="1102277"/>
                    <a:pt x="1064419" y="1102277"/>
                  </a:cubicBezTo>
                  <a:cubicBezTo>
                    <a:pt x="827881" y="1102277"/>
                    <a:pt x="591344" y="1076683"/>
                    <a:pt x="354806" y="1076683"/>
                  </a:cubicBezTo>
                  <a:cubicBezTo>
                    <a:pt x="236538" y="1076683"/>
                    <a:pt x="118269" y="1076683"/>
                    <a:pt x="0" y="1076683"/>
                  </a:cubicBezTo>
                  <a:close/>
                </a:path>
              </a:pathLst>
            </a:custGeom>
            <a:solidFill>
              <a:srgbClr val="0072B2">
                <a:alpha val="9091"/>
              </a:srgbClr>
            </a:solidFill>
            <a:ln w="0">
              <a:noFill/>
            </a:ln>
          </p:spPr>
        </p:sp>
        <p:sp>
          <p:nvSpPr>
            <p:cNvPr id="2711" name="smooth-map-feature-1-shade-39">
              <a:extLst>
                <a:ext uri="{FF2B5EF4-FFF2-40B4-BE49-F238E27FC236}">
                  <a16:creationId xmlns:a16="http://schemas.microsoft.com/office/drawing/2014/main" id="{87536DF7-6190-4DF4-A03E-46D253562D71}"/>
                </a:ext>
              </a:extLst>
            </p:cNvPr>
            <p:cNvSpPr>
              <a:spLocks noGrp="1"/>
            </p:cNvSpPr>
            <p:nvPr/>
          </p:nvSpPr>
          <p:spPr>
            <a:xfrm>
              <a:off x="21240750" y="6019800"/>
              <a:ext cx="2838450" cy="1143000"/>
            </a:xfrm>
            <a:custGeom>
              <a:pathLst>
                <a:path w="2838450" h="1143000">
                  <a:moveTo>
                    <a:pt x="0" y="1019726"/>
                  </a:moveTo>
                  <a:cubicBezTo>
                    <a:pt x="118269" y="1019726"/>
                    <a:pt x="236538" y="1019726"/>
                    <a:pt x="354806" y="1019726"/>
                  </a:cubicBezTo>
                  <a:cubicBezTo>
                    <a:pt x="591344" y="1019726"/>
                    <a:pt x="827881" y="1027111"/>
                    <a:pt x="1064419" y="1027111"/>
                  </a:cubicBezTo>
                  <a:cubicBezTo>
                    <a:pt x="1300956" y="1027111"/>
                    <a:pt x="1537494" y="1024553"/>
                    <a:pt x="1774031" y="1019609"/>
                  </a:cubicBezTo>
                  <a:cubicBezTo>
                    <a:pt x="2010569" y="1014664"/>
                    <a:pt x="2247106" y="369992"/>
                    <a:pt x="2483644" y="369992"/>
                  </a:cubicBezTo>
                  <a:cubicBezTo>
                    <a:pt x="2601912" y="369992"/>
                    <a:pt x="2720181" y="369992"/>
                    <a:pt x="2838450" y="369992"/>
                  </a:cubicBezTo>
                  <a:lnTo>
                    <a:pt x="2838450" y="430048"/>
                  </a:lnTo>
                  <a:cubicBezTo>
                    <a:pt x="2720181" y="430048"/>
                    <a:pt x="2601912" y="430048"/>
                    <a:pt x="2483644" y="430048"/>
                  </a:cubicBezTo>
                  <a:cubicBezTo>
                    <a:pt x="2247106" y="430048"/>
                    <a:pt x="2010569" y="1056238"/>
                    <a:pt x="1774031" y="1073342"/>
                  </a:cubicBezTo>
                  <a:cubicBezTo>
                    <a:pt x="1537494" y="1090446"/>
                    <a:pt x="1300956" y="1100064"/>
                    <a:pt x="1064419" y="1100064"/>
                  </a:cubicBezTo>
                  <a:cubicBezTo>
                    <a:pt x="827881" y="1100064"/>
                    <a:pt x="591344" y="1075006"/>
                    <a:pt x="354806" y="1075006"/>
                  </a:cubicBezTo>
                  <a:cubicBezTo>
                    <a:pt x="236538" y="1075006"/>
                    <a:pt x="118269" y="1075006"/>
                    <a:pt x="0" y="1075006"/>
                  </a:cubicBezTo>
                  <a:close/>
                </a:path>
              </a:pathLst>
            </a:custGeom>
            <a:solidFill>
              <a:srgbClr val="0072B2">
                <a:alpha val="10000"/>
              </a:srgbClr>
            </a:solidFill>
            <a:ln w="0">
              <a:noFill/>
            </a:ln>
          </p:spPr>
        </p:sp>
        <p:sp>
          <p:nvSpPr>
            <p:cNvPr id="2712" name="smooth-map-feature-1-shade-40">
              <a:extLst>
                <a:ext uri="{FF2B5EF4-FFF2-40B4-BE49-F238E27FC236}">
                  <a16:creationId xmlns:a16="http://schemas.microsoft.com/office/drawing/2014/main" id="{4B45443D-8985-42FF-92B5-8793B6F9E0B7}"/>
                </a:ext>
              </a:extLst>
            </p:cNvPr>
            <p:cNvSpPr>
              <a:spLocks noGrp="1"/>
            </p:cNvSpPr>
            <p:nvPr/>
          </p:nvSpPr>
          <p:spPr>
            <a:xfrm>
              <a:off x="21240750" y="6019800"/>
              <a:ext cx="2838450" cy="1143000"/>
            </a:xfrm>
            <a:custGeom>
              <a:pathLst>
                <a:path w="2838450" h="1143000">
                  <a:moveTo>
                    <a:pt x="0" y="1021465"/>
                  </a:moveTo>
                  <a:cubicBezTo>
                    <a:pt x="118269" y="1021465"/>
                    <a:pt x="236538" y="1021465"/>
                    <a:pt x="354806" y="1021465"/>
                  </a:cubicBezTo>
                  <a:cubicBezTo>
                    <a:pt x="591344" y="1021465"/>
                    <a:pt x="827881" y="1029407"/>
                    <a:pt x="1064419" y="1029407"/>
                  </a:cubicBezTo>
                  <a:cubicBezTo>
                    <a:pt x="1300956" y="1029407"/>
                    <a:pt x="1537494" y="1026637"/>
                    <a:pt x="1774031" y="1021299"/>
                  </a:cubicBezTo>
                  <a:cubicBezTo>
                    <a:pt x="2010569" y="1015961"/>
                    <a:pt x="2247106" y="371881"/>
                    <a:pt x="2483644" y="371881"/>
                  </a:cubicBezTo>
                  <a:cubicBezTo>
                    <a:pt x="2601912" y="371881"/>
                    <a:pt x="2720181" y="371881"/>
                    <a:pt x="2838450" y="371881"/>
                  </a:cubicBezTo>
                  <a:lnTo>
                    <a:pt x="2838450" y="428159"/>
                  </a:lnTo>
                  <a:cubicBezTo>
                    <a:pt x="2720181" y="428159"/>
                    <a:pt x="2601912" y="428159"/>
                    <a:pt x="2483644" y="428159"/>
                  </a:cubicBezTo>
                  <a:cubicBezTo>
                    <a:pt x="2247106" y="428159"/>
                    <a:pt x="2010569" y="1054919"/>
                    <a:pt x="1774031" y="1071652"/>
                  </a:cubicBezTo>
                  <a:cubicBezTo>
                    <a:pt x="1537494" y="1088384"/>
                    <a:pt x="1300956" y="1097769"/>
                    <a:pt x="1064419" y="1097769"/>
                  </a:cubicBezTo>
                  <a:cubicBezTo>
                    <a:pt x="827881" y="1097769"/>
                    <a:pt x="591344" y="1073267"/>
                    <a:pt x="354806" y="1073267"/>
                  </a:cubicBezTo>
                  <a:cubicBezTo>
                    <a:pt x="236538" y="1073267"/>
                    <a:pt x="118269" y="1073267"/>
                    <a:pt x="0" y="1073267"/>
                  </a:cubicBezTo>
                  <a:close/>
                </a:path>
              </a:pathLst>
            </a:custGeom>
            <a:solidFill>
              <a:srgbClr val="0072B2">
                <a:alpha val="11111"/>
              </a:srgbClr>
            </a:solidFill>
            <a:ln w="0">
              <a:noFill/>
            </a:ln>
          </p:spPr>
        </p:sp>
        <p:sp>
          <p:nvSpPr>
            <p:cNvPr id="2713" name="smooth-map-feature-1-shade-41">
              <a:extLst>
                <a:ext uri="{FF2B5EF4-FFF2-40B4-BE49-F238E27FC236}">
                  <a16:creationId xmlns:a16="http://schemas.microsoft.com/office/drawing/2014/main" id="{003DE0A4-746E-4291-8D08-9B39B9111A73}"/>
                </a:ext>
              </a:extLst>
            </p:cNvPr>
            <p:cNvSpPr>
              <a:spLocks noGrp="1"/>
            </p:cNvSpPr>
            <p:nvPr/>
          </p:nvSpPr>
          <p:spPr>
            <a:xfrm>
              <a:off x="21240750" y="6019800"/>
              <a:ext cx="2838450" cy="1143000"/>
            </a:xfrm>
            <a:custGeom>
              <a:pathLst>
                <a:path w="2838450" h="1143000">
                  <a:moveTo>
                    <a:pt x="0" y="1023282"/>
                  </a:moveTo>
                  <a:cubicBezTo>
                    <a:pt x="118269" y="1023282"/>
                    <a:pt x="236538" y="1023282"/>
                    <a:pt x="354806" y="1023282"/>
                  </a:cubicBezTo>
                  <a:cubicBezTo>
                    <a:pt x="591344" y="1023282"/>
                    <a:pt x="827881" y="1031804"/>
                    <a:pt x="1064419" y="1031804"/>
                  </a:cubicBezTo>
                  <a:cubicBezTo>
                    <a:pt x="1300956" y="1031804"/>
                    <a:pt x="1537494" y="1028814"/>
                    <a:pt x="1774031" y="1023065"/>
                  </a:cubicBezTo>
                  <a:cubicBezTo>
                    <a:pt x="2010569" y="1017317"/>
                    <a:pt x="2247106" y="373855"/>
                    <a:pt x="2483644" y="373855"/>
                  </a:cubicBezTo>
                  <a:cubicBezTo>
                    <a:pt x="2601912" y="373855"/>
                    <a:pt x="2720181" y="373855"/>
                    <a:pt x="2838450" y="373855"/>
                  </a:cubicBezTo>
                  <a:lnTo>
                    <a:pt x="2838450" y="426185"/>
                  </a:lnTo>
                  <a:cubicBezTo>
                    <a:pt x="2720181" y="426185"/>
                    <a:pt x="2601912" y="426185"/>
                    <a:pt x="2483644" y="426185"/>
                  </a:cubicBezTo>
                  <a:cubicBezTo>
                    <a:pt x="2247106" y="426185"/>
                    <a:pt x="2010569" y="1053542"/>
                    <a:pt x="1774031" y="1069886"/>
                  </a:cubicBezTo>
                  <a:cubicBezTo>
                    <a:pt x="1537494" y="1086229"/>
                    <a:pt x="1300956" y="1095371"/>
                    <a:pt x="1064419" y="1095371"/>
                  </a:cubicBezTo>
                  <a:cubicBezTo>
                    <a:pt x="827881" y="1095371"/>
                    <a:pt x="591344" y="1071450"/>
                    <a:pt x="354806" y="1071450"/>
                  </a:cubicBezTo>
                  <a:cubicBezTo>
                    <a:pt x="236538" y="1071450"/>
                    <a:pt x="118269" y="1071450"/>
                    <a:pt x="0" y="1071450"/>
                  </a:cubicBezTo>
                  <a:close/>
                </a:path>
              </a:pathLst>
            </a:custGeom>
            <a:solidFill>
              <a:srgbClr val="0072B2">
                <a:alpha val="12500"/>
              </a:srgbClr>
            </a:solidFill>
            <a:ln w="0">
              <a:noFill/>
            </a:ln>
          </p:spPr>
        </p:sp>
        <p:sp>
          <p:nvSpPr>
            <p:cNvPr id="2714" name="smooth-map-feature-1-shade-42">
              <a:extLst>
                <a:ext uri="{FF2B5EF4-FFF2-40B4-BE49-F238E27FC236}">
                  <a16:creationId xmlns:a16="http://schemas.microsoft.com/office/drawing/2014/main" id="{B652972B-2FF5-45AB-982E-69944E45AFE8}"/>
                </a:ext>
              </a:extLst>
            </p:cNvPr>
            <p:cNvSpPr>
              <a:spLocks noGrp="1"/>
            </p:cNvSpPr>
            <p:nvPr/>
          </p:nvSpPr>
          <p:spPr>
            <a:xfrm>
              <a:off x="21240750" y="6019800"/>
              <a:ext cx="2838450" cy="1143000"/>
            </a:xfrm>
            <a:custGeom>
              <a:pathLst>
                <a:path w="2838450" h="1143000">
                  <a:moveTo>
                    <a:pt x="0" y="1025198"/>
                  </a:moveTo>
                  <a:cubicBezTo>
                    <a:pt x="118269" y="1025198"/>
                    <a:pt x="236538" y="1025198"/>
                    <a:pt x="354806" y="1025198"/>
                  </a:cubicBezTo>
                  <a:cubicBezTo>
                    <a:pt x="591344" y="1025198"/>
                    <a:pt x="827881" y="1034334"/>
                    <a:pt x="1064419" y="1034334"/>
                  </a:cubicBezTo>
                  <a:cubicBezTo>
                    <a:pt x="1300956" y="1034334"/>
                    <a:pt x="1537494" y="1031109"/>
                    <a:pt x="1774031" y="1024928"/>
                  </a:cubicBezTo>
                  <a:cubicBezTo>
                    <a:pt x="2010569" y="1018748"/>
                    <a:pt x="2247106" y="375937"/>
                    <a:pt x="2483644" y="375937"/>
                  </a:cubicBezTo>
                  <a:cubicBezTo>
                    <a:pt x="2601912" y="375937"/>
                    <a:pt x="2720181" y="375937"/>
                    <a:pt x="2838450" y="375937"/>
                  </a:cubicBezTo>
                  <a:lnTo>
                    <a:pt x="2838450" y="424103"/>
                  </a:lnTo>
                  <a:cubicBezTo>
                    <a:pt x="2720181" y="424103"/>
                    <a:pt x="2601912" y="424103"/>
                    <a:pt x="2483644" y="424103"/>
                  </a:cubicBezTo>
                  <a:cubicBezTo>
                    <a:pt x="2247106" y="424103"/>
                    <a:pt x="2010569" y="1052091"/>
                    <a:pt x="1774031" y="1068023"/>
                  </a:cubicBezTo>
                  <a:cubicBezTo>
                    <a:pt x="1537494" y="1083955"/>
                    <a:pt x="1300956" y="1092842"/>
                    <a:pt x="1064419" y="1092842"/>
                  </a:cubicBezTo>
                  <a:cubicBezTo>
                    <a:pt x="827881" y="1092842"/>
                    <a:pt x="591344" y="1069533"/>
                    <a:pt x="354806" y="1069533"/>
                  </a:cubicBezTo>
                  <a:cubicBezTo>
                    <a:pt x="236538" y="1069533"/>
                    <a:pt x="118269" y="1069533"/>
                    <a:pt x="0" y="1069533"/>
                  </a:cubicBezTo>
                  <a:close/>
                </a:path>
              </a:pathLst>
            </a:custGeom>
            <a:solidFill>
              <a:srgbClr val="0072B2">
                <a:alpha val="14286"/>
              </a:srgbClr>
            </a:solidFill>
            <a:ln w="0">
              <a:noFill/>
            </a:ln>
          </p:spPr>
        </p:sp>
        <p:sp>
          <p:nvSpPr>
            <p:cNvPr id="2715" name="smooth-map-feature-1-shade-43">
              <a:extLst>
                <a:ext uri="{FF2B5EF4-FFF2-40B4-BE49-F238E27FC236}">
                  <a16:creationId xmlns:a16="http://schemas.microsoft.com/office/drawing/2014/main" id="{D7E20F41-6E5C-499B-8207-DE0043EB5E6E}"/>
                </a:ext>
              </a:extLst>
            </p:cNvPr>
            <p:cNvSpPr>
              <a:spLocks noGrp="1"/>
            </p:cNvSpPr>
            <p:nvPr/>
          </p:nvSpPr>
          <p:spPr>
            <a:xfrm>
              <a:off x="21240750" y="6019800"/>
              <a:ext cx="2838450" cy="1143000"/>
            </a:xfrm>
            <a:custGeom>
              <a:pathLst>
                <a:path w="2838450" h="1143000">
                  <a:moveTo>
                    <a:pt x="0" y="1027246"/>
                  </a:moveTo>
                  <a:cubicBezTo>
                    <a:pt x="118269" y="1027246"/>
                    <a:pt x="236538" y="1027246"/>
                    <a:pt x="354806" y="1027246"/>
                  </a:cubicBezTo>
                  <a:cubicBezTo>
                    <a:pt x="591344" y="1027246"/>
                    <a:pt x="827881" y="1037035"/>
                    <a:pt x="1064419" y="1037035"/>
                  </a:cubicBezTo>
                  <a:cubicBezTo>
                    <a:pt x="1300956" y="1037035"/>
                    <a:pt x="1537494" y="1033559"/>
                    <a:pt x="1774031" y="1026918"/>
                  </a:cubicBezTo>
                  <a:cubicBezTo>
                    <a:pt x="2010569" y="1020277"/>
                    <a:pt x="2247106" y="378161"/>
                    <a:pt x="2483644" y="378161"/>
                  </a:cubicBezTo>
                  <a:cubicBezTo>
                    <a:pt x="2601912" y="378161"/>
                    <a:pt x="2720181" y="378161"/>
                    <a:pt x="2838450" y="378161"/>
                  </a:cubicBezTo>
                  <a:lnTo>
                    <a:pt x="2838450" y="421879"/>
                  </a:lnTo>
                  <a:cubicBezTo>
                    <a:pt x="2720181" y="421879"/>
                    <a:pt x="2601912" y="421879"/>
                    <a:pt x="2483644" y="421879"/>
                  </a:cubicBezTo>
                  <a:cubicBezTo>
                    <a:pt x="2247106" y="421879"/>
                    <a:pt x="2010569" y="1050541"/>
                    <a:pt x="1774031" y="1066033"/>
                  </a:cubicBezTo>
                  <a:cubicBezTo>
                    <a:pt x="1537494" y="1081525"/>
                    <a:pt x="1300956" y="1090140"/>
                    <a:pt x="1064419" y="1090140"/>
                  </a:cubicBezTo>
                  <a:cubicBezTo>
                    <a:pt x="827881" y="1090140"/>
                    <a:pt x="591344" y="1067486"/>
                    <a:pt x="354806" y="1067486"/>
                  </a:cubicBezTo>
                  <a:cubicBezTo>
                    <a:pt x="236538" y="1067486"/>
                    <a:pt x="118269" y="1067486"/>
                    <a:pt x="0" y="1067486"/>
                  </a:cubicBezTo>
                  <a:close/>
                </a:path>
              </a:pathLst>
            </a:custGeom>
            <a:solidFill>
              <a:srgbClr val="0072B2">
                <a:alpha val="16667"/>
              </a:srgbClr>
            </a:solidFill>
            <a:ln w="0">
              <a:noFill/>
            </a:ln>
          </p:spPr>
        </p:sp>
        <p:sp>
          <p:nvSpPr>
            <p:cNvPr id="2716" name="smooth-map-feature-1-shade-44">
              <a:extLst>
                <a:ext uri="{FF2B5EF4-FFF2-40B4-BE49-F238E27FC236}">
                  <a16:creationId xmlns:a16="http://schemas.microsoft.com/office/drawing/2014/main" id="{6F7D5327-264F-4350-AC94-2737330BD819}"/>
                </a:ext>
              </a:extLst>
            </p:cNvPr>
            <p:cNvSpPr>
              <a:spLocks noGrp="1"/>
            </p:cNvSpPr>
            <p:nvPr/>
          </p:nvSpPr>
          <p:spPr>
            <a:xfrm>
              <a:off x="21240750" y="6019800"/>
              <a:ext cx="2838450" cy="1143000"/>
            </a:xfrm>
            <a:custGeom>
              <a:pathLst>
                <a:path w="2838450" h="1143000">
                  <a:moveTo>
                    <a:pt x="0" y="1029471"/>
                  </a:moveTo>
                  <a:cubicBezTo>
                    <a:pt x="118269" y="1029471"/>
                    <a:pt x="236538" y="1029471"/>
                    <a:pt x="354806" y="1029471"/>
                  </a:cubicBezTo>
                  <a:cubicBezTo>
                    <a:pt x="591344" y="1029471"/>
                    <a:pt x="827881" y="1039972"/>
                    <a:pt x="1064419" y="1039972"/>
                  </a:cubicBezTo>
                  <a:cubicBezTo>
                    <a:pt x="1300956" y="1039972"/>
                    <a:pt x="1537494" y="1036222"/>
                    <a:pt x="1774031" y="1029081"/>
                  </a:cubicBezTo>
                  <a:cubicBezTo>
                    <a:pt x="2010569" y="1021941"/>
                    <a:pt x="2247106" y="380579"/>
                    <a:pt x="2483644" y="380579"/>
                  </a:cubicBezTo>
                  <a:cubicBezTo>
                    <a:pt x="2601912" y="380579"/>
                    <a:pt x="2720181" y="380579"/>
                    <a:pt x="2838450" y="380579"/>
                  </a:cubicBezTo>
                  <a:lnTo>
                    <a:pt x="2838450" y="419461"/>
                  </a:lnTo>
                  <a:cubicBezTo>
                    <a:pt x="2720181" y="419461"/>
                    <a:pt x="2601912" y="419461"/>
                    <a:pt x="2483644" y="419461"/>
                  </a:cubicBezTo>
                  <a:cubicBezTo>
                    <a:pt x="2247106" y="419461"/>
                    <a:pt x="2010569" y="1048858"/>
                    <a:pt x="1774031" y="1063870"/>
                  </a:cubicBezTo>
                  <a:cubicBezTo>
                    <a:pt x="1537494" y="1078882"/>
                    <a:pt x="1300956" y="1087204"/>
                    <a:pt x="1064419" y="1087204"/>
                  </a:cubicBezTo>
                  <a:cubicBezTo>
                    <a:pt x="827881" y="1087204"/>
                    <a:pt x="591344" y="1065261"/>
                    <a:pt x="354806" y="1065261"/>
                  </a:cubicBezTo>
                  <a:cubicBezTo>
                    <a:pt x="236538" y="1065261"/>
                    <a:pt x="118269" y="1065261"/>
                    <a:pt x="0" y="1065261"/>
                  </a:cubicBezTo>
                  <a:close/>
                </a:path>
              </a:pathLst>
            </a:custGeom>
            <a:solidFill>
              <a:srgbClr val="0072B2">
                <a:alpha val="20000"/>
              </a:srgbClr>
            </a:solidFill>
            <a:ln w="0">
              <a:noFill/>
            </a:ln>
          </p:spPr>
        </p:sp>
        <p:sp>
          <p:nvSpPr>
            <p:cNvPr id="2717" name="smooth-map-feature-1-shade-45">
              <a:extLst>
                <a:ext uri="{FF2B5EF4-FFF2-40B4-BE49-F238E27FC236}">
                  <a16:creationId xmlns:a16="http://schemas.microsoft.com/office/drawing/2014/main" id="{D7FB77EA-5CA9-4F20-B6F6-944D185F2886}"/>
                </a:ext>
              </a:extLst>
            </p:cNvPr>
            <p:cNvSpPr>
              <a:spLocks noGrp="1"/>
            </p:cNvSpPr>
            <p:nvPr/>
          </p:nvSpPr>
          <p:spPr>
            <a:xfrm>
              <a:off x="21240750" y="6019800"/>
              <a:ext cx="2838450" cy="1143000"/>
            </a:xfrm>
            <a:custGeom>
              <a:pathLst>
                <a:path w="2838450" h="1143000">
                  <a:moveTo>
                    <a:pt x="0" y="1031953"/>
                  </a:moveTo>
                  <a:cubicBezTo>
                    <a:pt x="118269" y="1031953"/>
                    <a:pt x="236538" y="1031953"/>
                    <a:pt x="354806" y="1031953"/>
                  </a:cubicBezTo>
                  <a:cubicBezTo>
                    <a:pt x="591344" y="1031953"/>
                    <a:pt x="827881" y="1043248"/>
                    <a:pt x="1064419" y="1043248"/>
                  </a:cubicBezTo>
                  <a:cubicBezTo>
                    <a:pt x="1300956" y="1043248"/>
                    <a:pt x="1537494" y="1039191"/>
                    <a:pt x="1774031" y="1031495"/>
                  </a:cubicBezTo>
                  <a:cubicBezTo>
                    <a:pt x="2010569" y="1023798"/>
                    <a:pt x="2247106" y="383276"/>
                    <a:pt x="2483644" y="383276"/>
                  </a:cubicBezTo>
                  <a:cubicBezTo>
                    <a:pt x="2601912" y="383276"/>
                    <a:pt x="2720181" y="383276"/>
                    <a:pt x="2838450" y="383276"/>
                  </a:cubicBezTo>
                  <a:lnTo>
                    <a:pt x="2838450" y="416764"/>
                  </a:lnTo>
                  <a:cubicBezTo>
                    <a:pt x="2720181" y="416764"/>
                    <a:pt x="2601912" y="416764"/>
                    <a:pt x="2483644" y="416764"/>
                  </a:cubicBezTo>
                  <a:cubicBezTo>
                    <a:pt x="2247106" y="416764"/>
                    <a:pt x="2010569" y="1046981"/>
                    <a:pt x="1774031" y="1061457"/>
                  </a:cubicBezTo>
                  <a:cubicBezTo>
                    <a:pt x="1537494" y="1075933"/>
                    <a:pt x="1300956" y="1083927"/>
                    <a:pt x="1064419" y="1083927"/>
                  </a:cubicBezTo>
                  <a:cubicBezTo>
                    <a:pt x="827881" y="1083927"/>
                    <a:pt x="591344" y="1062778"/>
                    <a:pt x="354806" y="1062778"/>
                  </a:cubicBezTo>
                  <a:cubicBezTo>
                    <a:pt x="236538" y="1062778"/>
                    <a:pt x="118269" y="1062778"/>
                    <a:pt x="0" y="1062778"/>
                  </a:cubicBezTo>
                  <a:close/>
                </a:path>
              </a:pathLst>
            </a:custGeom>
            <a:solidFill>
              <a:srgbClr val="0072B2">
                <a:alpha val="25000"/>
              </a:srgbClr>
            </a:solidFill>
            <a:ln w="0">
              <a:noFill/>
            </a:ln>
          </p:spPr>
        </p:sp>
        <p:sp>
          <p:nvSpPr>
            <p:cNvPr id="2718" name="smooth-map-feature-1-shade-46">
              <a:extLst>
                <a:ext uri="{FF2B5EF4-FFF2-40B4-BE49-F238E27FC236}">
                  <a16:creationId xmlns:a16="http://schemas.microsoft.com/office/drawing/2014/main" id="{3AE4649C-A253-4EE1-8CCD-51AC8D87894E}"/>
                </a:ext>
              </a:extLst>
            </p:cNvPr>
            <p:cNvSpPr>
              <a:spLocks noGrp="1"/>
            </p:cNvSpPr>
            <p:nvPr/>
          </p:nvSpPr>
          <p:spPr>
            <a:xfrm>
              <a:off x="21240750" y="6019800"/>
              <a:ext cx="2838450" cy="1143000"/>
            </a:xfrm>
            <a:custGeom>
              <a:pathLst>
                <a:path w="2838450" h="1143000">
                  <a:moveTo>
                    <a:pt x="0" y="1034850"/>
                  </a:moveTo>
                  <a:cubicBezTo>
                    <a:pt x="118269" y="1034850"/>
                    <a:pt x="236538" y="1034850"/>
                    <a:pt x="354806" y="1034850"/>
                  </a:cubicBezTo>
                  <a:cubicBezTo>
                    <a:pt x="591344" y="1034850"/>
                    <a:pt x="827881" y="1047071"/>
                    <a:pt x="1064419" y="1047071"/>
                  </a:cubicBezTo>
                  <a:cubicBezTo>
                    <a:pt x="1300956" y="1047071"/>
                    <a:pt x="1537494" y="1042653"/>
                    <a:pt x="1774031" y="1034310"/>
                  </a:cubicBezTo>
                  <a:cubicBezTo>
                    <a:pt x="2010569" y="1025967"/>
                    <a:pt x="2247106" y="386423"/>
                    <a:pt x="2483644" y="386423"/>
                  </a:cubicBezTo>
                  <a:cubicBezTo>
                    <a:pt x="2601912" y="386423"/>
                    <a:pt x="2720181" y="386423"/>
                    <a:pt x="2838450" y="386423"/>
                  </a:cubicBezTo>
                  <a:lnTo>
                    <a:pt x="2838450" y="413617"/>
                  </a:lnTo>
                  <a:cubicBezTo>
                    <a:pt x="2720181" y="413617"/>
                    <a:pt x="2601912" y="413617"/>
                    <a:pt x="2483644" y="413617"/>
                  </a:cubicBezTo>
                  <a:cubicBezTo>
                    <a:pt x="2247106" y="413617"/>
                    <a:pt x="2010569" y="1044793"/>
                    <a:pt x="1774031" y="1058641"/>
                  </a:cubicBezTo>
                  <a:cubicBezTo>
                    <a:pt x="1537494" y="1072490"/>
                    <a:pt x="1300956" y="1080105"/>
                    <a:pt x="1064419" y="1080105"/>
                  </a:cubicBezTo>
                  <a:cubicBezTo>
                    <a:pt x="827881" y="1080105"/>
                    <a:pt x="591344" y="1059882"/>
                    <a:pt x="354806" y="1059882"/>
                  </a:cubicBezTo>
                  <a:cubicBezTo>
                    <a:pt x="236538" y="1059882"/>
                    <a:pt x="118269" y="1059882"/>
                    <a:pt x="0" y="1059882"/>
                  </a:cubicBezTo>
                  <a:close/>
                </a:path>
              </a:pathLst>
            </a:custGeom>
            <a:solidFill>
              <a:srgbClr val="0072B2">
                <a:alpha val="33333"/>
              </a:srgbClr>
            </a:solidFill>
            <a:ln w="0">
              <a:noFill/>
            </a:ln>
          </p:spPr>
        </p:sp>
        <p:sp>
          <p:nvSpPr>
            <p:cNvPr id="2719" name="smooth-map-feature-1-shade-47">
              <a:extLst>
                <a:ext uri="{FF2B5EF4-FFF2-40B4-BE49-F238E27FC236}">
                  <a16:creationId xmlns:a16="http://schemas.microsoft.com/office/drawing/2014/main" id="{FCA1B620-278E-42CD-8BE1-1EBBD892E01C}"/>
                </a:ext>
              </a:extLst>
            </p:cNvPr>
            <p:cNvSpPr>
              <a:spLocks noGrp="1"/>
            </p:cNvSpPr>
            <p:nvPr/>
          </p:nvSpPr>
          <p:spPr>
            <a:xfrm>
              <a:off x="21240750" y="6019800"/>
              <a:ext cx="2838450" cy="1143000"/>
            </a:xfrm>
            <a:custGeom>
              <a:pathLst>
                <a:path w="2838450" h="1143000">
                  <a:moveTo>
                    <a:pt x="0" y="1038563"/>
                  </a:moveTo>
                  <a:cubicBezTo>
                    <a:pt x="118269" y="1038563"/>
                    <a:pt x="236538" y="1038563"/>
                    <a:pt x="354806" y="1038563"/>
                  </a:cubicBezTo>
                  <a:cubicBezTo>
                    <a:pt x="591344" y="1038563"/>
                    <a:pt x="827881" y="1051970"/>
                    <a:pt x="1064419" y="1051970"/>
                  </a:cubicBezTo>
                  <a:cubicBezTo>
                    <a:pt x="1300956" y="1051970"/>
                    <a:pt x="1537494" y="1047088"/>
                    <a:pt x="1774031" y="1037919"/>
                  </a:cubicBezTo>
                  <a:cubicBezTo>
                    <a:pt x="2010569" y="1028750"/>
                    <a:pt x="2247106" y="390456"/>
                    <a:pt x="2483644" y="390456"/>
                  </a:cubicBezTo>
                  <a:cubicBezTo>
                    <a:pt x="2601912" y="390456"/>
                    <a:pt x="2720181" y="390456"/>
                    <a:pt x="2838450" y="390456"/>
                  </a:cubicBezTo>
                  <a:lnTo>
                    <a:pt x="2838450" y="409584"/>
                  </a:lnTo>
                  <a:cubicBezTo>
                    <a:pt x="2720181" y="409584"/>
                    <a:pt x="2601912" y="409584"/>
                    <a:pt x="2483644" y="409584"/>
                  </a:cubicBezTo>
                  <a:cubicBezTo>
                    <a:pt x="2247106" y="409584"/>
                    <a:pt x="2010569" y="1041991"/>
                    <a:pt x="1774031" y="1055032"/>
                  </a:cubicBezTo>
                  <a:cubicBezTo>
                    <a:pt x="1537494" y="1068073"/>
                    <a:pt x="1300956" y="1075205"/>
                    <a:pt x="1064419" y="1075205"/>
                  </a:cubicBezTo>
                  <a:cubicBezTo>
                    <a:pt x="827881" y="1075205"/>
                    <a:pt x="591344" y="1056169"/>
                    <a:pt x="354806" y="1056169"/>
                  </a:cubicBezTo>
                  <a:cubicBezTo>
                    <a:pt x="236538" y="1056169"/>
                    <a:pt x="118269" y="1056169"/>
                    <a:pt x="0" y="1056169"/>
                  </a:cubicBezTo>
                  <a:close/>
                </a:path>
              </a:pathLst>
            </a:custGeom>
            <a:solidFill>
              <a:srgbClr val="0072B2">
                <a:alpha val="50000"/>
              </a:srgbClr>
            </a:solidFill>
            <a:ln w="0">
              <a:noFill/>
            </a:ln>
          </p:spPr>
        </p:sp>
        <p:sp>
          <p:nvSpPr>
            <p:cNvPr id="2720" name="smooth-map-feature-1-shade-48">
              <a:extLst>
                <a:ext uri="{FF2B5EF4-FFF2-40B4-BE49-F238E27FC236}">
                  <a16:creationId xmlns:a16="http://schemas.microsoft.com/office/drawing/2014/main" id="{FB22FEA5-AD50-4D97-BCFA-5378188EDDC5}"/>
                </a:ext>
              </a:extLst>
            </p:cNvPr>
            <p:cNvSpPr>
              <a:spLocks noGrp="1"/>
            </p:cNvSpPr>
            <p:nvPr/>
          </p:nvSpPr>
          <p:spPr>
            <a:xfrm>
              <a:off x="21240750" y="6019800"/>
              <a:ext cx="2838450" cy="1143000"/>
            </a:xfrm>
            <a:custGeom>
              <a:pathLst>
                <a:path w="2838450" h="1143000">
                  <a:moveTo>
                    <a:pt x="0" y="1047366"/>
                  </a:moveTo>
                  <a:cubicBezTo>
                    <a:pt x="118269" y="1047366"/>
                    <a:pt x="236538" y="1047366"/>
                    <a:pt x="354806" y="1047366"/>
                  </a:cubicBezTo>
                  <a:cubicBezTo>
                    <a:pt x="591344" y="1047366"/>
                    <a:pt x="827881" y="1063588"/>
                    <a:pt x="1064419" y="1063588"/>
                  </a:cubicBezTo>
                  <a:cubicBezTo>
                    <a:pt x="1300956" y="1063588"/>
                    <a:pt x="1537494" y="1057590"/>
                    <a:pt x="1774031" y="1046476"/>
                  </a:cubicBezTo>
                  <a:cubicBezTo>
                    <a:pt x="2010569" y="1035362"/>
                    <a:pt x="2247106" y="400020"/>
                    <a:pt x="2483644" y="400020"/>
                  </a:cubicBezTo>
                  <a:cubicBezTo>
                    <a:pt x="2601912" y="400020"/>
                    <a:pt x="2720181" y="400020"/>
                    <a:pt x="2838450" y="400020"/>
                  </a:cubicBezTo>
                  <a:lnTo>
                    <a:pt x="2838450" y="400020"/>
                  </a:lnTo>
                  <a:cubicBezTo>
                    <a:pt x="2720181" y="400020"/>
                    <a:pt x="2601912" y="400020"/>
                    <a:pt x="2483644" y="400020"/>
                  </a:cubicBezTo>
                  <a:cubicBezTo>
                    <a:pt x="2247106" y="400020"/>
                    <a:pt x="2010569" y="1035362"/>
                    <a:pt x="1774031" y="1046476"/>
                  </a:cubicBezTo>
                  <a:cubicBezTo>
                    <a:pt x="1537494" y="1057590"/>
                    <a:pt x="1300956" y="1063588"/>
                    <a:pt x="1064419" y="1063588"/>
                  </a:cubicBezTo>
                  <a:cubicBezTo>
                    <a:pt x="827881" y="1063588"/>
                    <a:pt x="591344" y="1047366"/>
                    <a:pt x="354806" y="1047366"/>
                  </a:cubicBezTo>
                  <a:cubicBezTo>
                    <a:pt x="236538" y="1047366"/>
                    <a:pt x="118269" y="1047366"/>
                    <a:pt x="0" y="1047366"/>
                  </a:cubicBezTo>
                  <a:close/>
                </a:path>
              </a:pathLst>
            </a:custGeom>
            <a:solidFill>
              <a:srgbClr val="0072B2">
                <a:alpha val="100000"/>
              </a:srgbClr>
            </a:solidFill>
            <a:ln w="0">
              <a:noFill/>
            </a:ln>
          </p:spPr>
        </p:sp>
        <p:sp>
          <p:nvSpPr>
            <p:cNvPr id="2721" name="smooth-map-feature-2-shade-1">
              <a:extLst>
                <a:ext uri="{FF2B5EF4-FFF2-40B4-BE49-F238E27FC236}">
                  <a16:creationId xmlns:a16="http://schemas.microsoft.com/office/drawing/2014/main" id="{C06977F8-9331-4E3D-82E7-183701AABF54}"/>
                </a:ext>
              </a:extLst>
            </p:cNvPr>
            <p:cNvSpPr>
              <a:spLocks noGrp="1"/>
            </p:cNvSpPr>
            <p:nvPr/>
          </p:nvSpPr>
          <p:spPr>
            <a:xfrm>
              <a:off x="21240750" y="6019800"/>
              <a:ext cx="2838450" cy="1143000"/>
            </a:xfrm>
            <a:custGeom>
              <a:pathLst>
                <a:path w="2838450" h="1143000">
                  <a:moveTo>
                    <a:pt x="0" y="613680"/>
                  </a:moveTo>
                  <a:cubicBezTo>
                    <a:pt x="118269" y="613680"/>
                    <a:pt x="236538" y="613680"/>
                    <a:pt x="354806" y="613680"/>
                  </a:cubicBezTo>
                  <a:cubicBezTo>
                    <a:pt x="591344" y="613680"/>
                    <a:pt x="827881" y="602489"/>
                    <a:pt x="1064419" y="584694"/>
                  </a:cubicBezTo>
                  <a:cubicBezTo>
                    <a:pt x="1300956" y="566898"/>
                    <a:pt x="1537494" y="247235"/>
                    <a:pt x="1774031" y="247235"/>
                  </a:cubicBezTo>
                  <a:cubicBezTo>
                    <a:pt x="2010569" y="247235"/>
                    <a:pt x="2247106" y="867444"/>
                    <a:pt x="2483644" y="867444"/>
                  </a:cubicBezTo>
                  <a:cubicBezTo>
                    <a:pt x="2601912" y="867444"/>
                    <a:pt x="2720181" y="867444"/>
                    <a:pt x="2838450" y="867444"/>
                  </a:cubicBezTo>
                  <a:lnTo>
                    <a:pt x="2838450" y="1143000"/>
                  </a:lnTo>
                  <a:cubicBezTo>
                    <a:pt x="2720181" y="1143000"/>
                    <a:pt x="2601912" y="1143000"/>
                    <a:pt x="2483644" y="1143000"/>
                  </a:cubicBezTo>
                  <a:cubicBezTo>
                    <a:pt x="2247106" y="1143000"/>
                    <a:pt x="2010569" y="509330"/>
                    <a:pt x="1774031" y="509330"/>
                  </a:cubicBezTo>
                  <a:cubicBezTo>
                    <a:pt x="1537494" y="509330"/>
                    <a:pt x="1300956" y="844934"/>
                    <a:pt x="1064419" y="844934"/>
                  </a:cubicBezTo>
                  <a:cubicBezTo>
                    <a:pt x="827881" y="844934"/>
                    <a:pt x="591344" y="843510"/>
                    <a:pt x="354806" y="843510"/>
                  </a:cubicBezTo>
                  <a:cubicBezTo>
                    <a:pt x="236538" y="843510"/>
                    <a:pt x="118269" y="843510"/>
                    <a:pt x="0" y="843510"/>
                  </a:cubicBezTo>
                  <a:close/>
                </a:path>
              </a:pathLst>
            </a:custGeom>
            <a:solidFill>
              <a:srgbClr val="D55E00">
                <a:alpha val="2500"/>
              </a:srgbClr>
            </a:solidFill>
            <a:ln w="0">
              <a:noFill/>
            </a:ln>
          </p:spPr>
        </p:sp>
        <p:sp>
          <p:nvSpPr>
            <p:cNvPr id="2722" name="smooth-map-feature-2-shade-2">
              <a:extLst>
                <a:ext uri="{FF2B5EF4-FFF2-40B4-BE49-F238E27FC236}">
                  <a16:creationId xmlns:a16="http://schemas.microsoft.com/office/drawing/2014/main" id="{4756537B-695F-476B-B553-85394472073F}"/>
                </a:ext>
              </a:extLst>
            </p:cNvPr>
            <p:cNvSpPr>
              <a:spLocks noGrp="1"/>
            </p:cNvSpPr>
            <p:nvPr/>
          </p:nvSpPr>
          <p:spPr>
            <a:xfrm>
              <a:off x="21240750" y="6019800"/>
              <a:ext cx="2838450" cy="1143000"/>
            </a:xfrm>
            <a:custGeom>
              <a:pathLst>
                <a:path w="2838450" h="1143000">
                  <a:moveTo>
                    <a:pt x="0" y="623511"/>
                  </a:moveTo>
                  <a:cubicBezTo>
                    <a:pt x="118269" y="623511"/>
                    <a:pt x="236538" y="623511"/>
                    <a:pt x="354806" y="623511"/>
                  </a:cubicBezTo>
                  <a:cubicBezTo>
                    <a:pt x="591344" y="623511"/>
                    <a:pt x="827881" y="612883"/>
                    <a:pt x="1064419" y="595826"/>
                  </a:cubicBezTo>
                  <a:cubicBezTo>
                    <a:pt x="1300956" y="578769"/>
                    <a:pt x="1537494" y="258447"/>
                    <a:pt x="1774031" y="258447"/>
                  </a:cubicBezTo>
                  <a:cubicBezTo>
                    <a:pt x="2010569" y="258447"/>
                    <a:pt x="2247106" y="882831"/>
                    <a:pt x="2483644" y="882831"/>
                  </a:cubicBezTo>
                  <a:cubicBezTo>
                    <a:pt x="2601912" y="882831"/>
                    <a:pt x="2720181" y="882831"/>
                    <a:pt x="2838450" y="882831"/>
                  </a:cubicBezTo>
                  <a:lnTo>
                    <a:pt x="2838450" y="1143000"/>
                  </a:lnTo>
                  <a:cubicBezTo>
                    <a:pt x="2720181" y="1143000"/>
                    <a:pt x="2601912" y="1143000"/>
                    <a:pt x="2483644" y="1143000"/>
                  </a:cubicBezTo>
                  <a:cubicBezTo>
                    <a:pt x="2247106" y="1143000"/>
                    <a:pt x="2010569" y="498118"/>
                    <a:pt x="1774031" y="498118"/>
                  </a:cubicBezTo>
                  <a:cubicBezTo>
                    <a:pt x="1537494" y="498118"/>
                    <a:pt x="1300956" y="833802"/>
                    <a:pt x="1064419" y="833802"/>
                  </a:cubicBezTo>
                  <a:cubicBezTo>
                    <a:pt x="827881" y="833802"/>
                    <a:pt x="591344" y="833678"/>
                    <a:pt x="354806" y="833678"/>
                  </a:cubicBezTo>
                  <a:cubicBezTo>
                    <a:pt x="236538" y="833678"/>
                    <a:pt x="118269" y="833678"/>
                    <a:pt x="0" y="833678"/>
                  </a:cubicBezTo>
                  <a:close/>
                </a:path>
              </a:pathLst>
            </a:custGeom>
            <a:solidFill>
              <a:srgbClr val="D55E00">
                <a:alpha val="2128"/>
              </a:srgbClr>
            </a:solidFill>
            <a:ln w="0">
              <a:noFill/>
            </a:ln>
          </p:spPr>
        </p:sp>
        <p:sp>
          <p:nvSpPr>
            <p:cNvPr id="2723" name="smooth-map-feature-2-shade-3">
              <a:extLst>
                <a:ext uri="{FF2B5EF4-FFF2-40B4-BE49-F238E27FC236}">
                  <a16:creationId xmlns:a16="http://schemas.microsoft.com/office/drawing/2014/main" id="{24F2F235-57FF-4B24-90EA-04A4847D978C}"/>
                </a:ext>
              </a:extLst>
            </p:cNvPr>
            <p:cNvSpPr>
              <a:spLocks noGrp="1"/>
            </p:cNvSpPr>
            <p:nvPr/>
          </p:nvSpPr>
          <p:spPr>
            <a:xfrm>
              <a:off x="21240750" y="6019800"/>
              <a:ext cx="2838450" cy="1143000"/>
            </a:xfrm>
            <a:custGeom>
              <a:pathLst>
                <a:path w="2838450" h="1143000">
                  <a:moveTo>
                    <a:pt x="0" y="630087"/>
                  </a:moveTo>
                  <a:cubicBezTo>
                    <a:pt x="118269" y="630087"/>
                    <a:pt x="236538" y="630087"/>
                    <a:pt x="354806" y="630087"/>
                  </a:cubicBezTo>
                  <a:cubicBezTo>
                    <a:pt x="591344" y="630087"/>
                    <a:pt x="827881" y="619832"/>
                    <a:pt x="1064419" y="603272"/>
                  </a:cubicBezTo>
                  <a:cubicBezTo>
                    <a:pt x="1300956" y="586711"/>
                    <a:pt x="1537494" y="265946"/>
                    <a:pt x="1774031" y="265946"/>
                  </a:cubicBezTo>
                  <a:cubicBezTo>
                    <a:pt x="2010569" y="265946"/>
                    <a:pt x="2247106" y="893122"/>
                    <a:pt x="2483644" y="893122"/>
                  </a:cubicBezTo>
                  <a:cubicBezTo>
                    <a:pt x="2601912" y="893122"/>
                    <a:pt x="2720181" y="893122"/>
                    <a:pt x="2838450" y="893122"/>
                  </a:cubicBezTo>
                  <a:lnTo>
                    <a:pt x="2838450" y="1143000"/>
                  </a:lnTo>
                  <a:cubicBezTo>
                    <a:pt x="2720181" y="1143000"/>
                    <a:pt x="2601912" y="1143000"/>
                    <a:pt x="2483644" y="1143000"/>
                  </a:cubicBezTo>
                  <a:cubicBezTo>
                    <a:pt x="2247106" y="1143000"/>
                    <a:pt x="2010569" y="490619"/>
                    <a:pt x="1774031" y="490619"/>
                  </a:cubicBezTo>
                  <a:cubicBezTo>
                    <a:pt x="1537494" y="490619"/>
                    <a:pt x="1300956" y="825860"/>
                    <a:pt x="1064419" y="826356"/>
                  </a:cubicBezTo>
                  <a:cubicBezTo>
                    <a:pt x="827881" y="826853"/>
                    <a:pt x="591344" y="827103"/>
                    <a:pt x="354806" y="827103"/>
                  </a:cubicBezTo>
                  <a:cubicBezTo>
                    <a:pt x="236538" y="827103"/>
                    <a:pt x="118269" y="827103"/>
                    <a:pt x="0" y="827103"/>
                  </a:cubicBezTo>
                  <a:close/>
                </a:path>
              </a:pathLst>
            </a:custGeom>
            <a:solidFill>
              <a:srgbClr val="D55E00">
                <a:alpha val="2174"/>
              </a:srgbClr>
            </a:solidFill>
            <a:ln w="0">
              <a:noFill/>
            </a:ln>
          </p:spPr>
        </p:sp>
        <p:sp>
          <p:nvSpPr>
            <p:cNvPr id="2724" name="smooth-map-feature-2-shade-4">
              <a:extLst>
                <a:ext uri="{FF2B5EF4-FFF2-40B4-BE49-F238E27FC236}">
                  <a16:creationId xmlns:a16="http://schemas.microsoft.com/office/drawing/2014/main" id="{48846C4F-CD3A-476F-B23B-2E90DA1651FC}"/>
                </a:ext>
              </a:extLst>
            </p:cNvPr>
            <p:cNvSpPr>
              <a:spLocks noGrp="1"/>
            </p:cNvSpPr>
            <p:nvPr/>
          </p:nvSpPr>
          <p:spPr>
            <a:xfrm>
              <a:off x="21240750" y="6019800"/>
              <a:ext cx="2838450" cy="1143000"/>
            </a:xfrm>
            <a:custGeom>
              <a:pathLst>
                <a:path w="2838450" h="1143000">
                  <a:moveTo>
                    <a:pt x="0" y="635151"/>
                  </a:moveTo>
                  <a:cubicBezTo>
                    <a:pt x="118269" y="635151"/>
                    <a:pt x="236538" y="635151"/>
                    <a:pt x="354806" y="635151"/>
                  </a:cubicBezTo>
                  <a:cubicBezTo>
                    <a:pt x="591344" y="635151"/>
                    <a:pt x="827881" y="625182"/>
                    <a:pt x="1064419" y="609006"/>
                  </a:cubicBezTo>
                  <a:cubicBezTo>
                    <a:pt x="1300956" y="592830"/>
                    <a:pt x="1537494" y="271721"/>
                    <a:pt x="1774031" y="271721"/>
                  </a:cubicBezTo>
                  <a:cubicBezTo>
                    <a:pt x="2010569" y="271721"/>
                    <a:pt x="2247106" y="901049"/>
                    <a:pt x="2483644" y="901049"/>
                  </a:cubicBezTo>
                  <a:cubicBezTo>
                    <a:pt x="2601912" y="901049"/>
                    <a:pt x="2720181" y="901049"/>
                    <a:pt x="2838450" y="901049"/>
                  </a:cubicBezTo>
                  <a:lnTo>
                    <a:pt x="2838450" y="1143000"/>
                  </a:lnTo>
                  <a:cubicBezTo>
                    <a:pt x="2720181" y="1143000"/>
                    <a:pt x="2601912" y="1143000"/>
                    <a:pt x="2483644" y="1143000"/>
                  </a:cubicBezTo>
                  <a:cubicBezTo>
                    <a:pt x="2247106" y="1143000"/>
                    <a:pt x="2010569" y="484844"/>
                    <a:pt x="1774031" y="484844"/>
                  </a:cubicBezTo>
                  <a:cubicBezTo>
                    <a:pt x="1537494" y="484844"/>
                    <a:pt x="1300956" y="819681"/>
                    <a:pt x="1064419" y="820622"/>
                  </a:cubicBezTo>
                  <a:cubicBezTo>
                    <a:pt x="827881" y="821562"/>
                    <a:pt x="591344" y="822038"/>
                    <a:pt x="354806" y="822038"/>
                  </a:cubicBezTo>
                  <a:cubicBezTo>
                    <a:pt x="236538" y="822038"/>
                    <a:pt x="118269" y="822038"/>
                    <a:pt x="0" y="822038"/>
                  </a:cubicBezTo>
                  <a:close/>
                </a:path>
              </a:pathLst>
            </a:custGeom>
            <a:solidFill>
              <a:srgbClr val="D55E00">
                <a:alpha val="2222"/>
              </a:srgbClr>
            </a:solidFill>
            <a:ln w="0">
              <a:noFill/>
            </a:ln>
          </p:spPr>
        </p:sp>
        <p:sp>
          <p:nvSpPr>
            <p:cNvPr id="2725" name="smooth-map-feature-2-shade-5">
              <a:extLst>
                <a:ext uri="{FF2B5EF4-FFF2-40B4-BE49-F238E27FC236}">
                  <a16:creationId xmlns:a16="http://schemas.microsoft.com/office/drawing/2014/main" id="{CD4244D9-C582-4ABF-A660-00DD9FEA8059}"/>
                </a:ext>
              </a:extLst>
            </p:cNvPr>
            <p:cNvSpPr>
              <a:spLocks noGrp="1"/>
            </p:cNvSpPr>
            <p:nvPr/>
          </p:nvSpPr>
          <p:spPr>
            <a:xfrm>
              <a:off x="21240750" y="6019800"/>
              <a:ext cx="2838450" cy="1143000"/>
            </a:xfrm>
            <a:custGeom>
              <a:pathLst>
                <a:path w="2838450" h="1143000">
                  <a:moveTo>
                    <a:pt x="0" y="639331"/>
                  </a:moveTo>
                  <a:cubicBezTo>
                    <a:pt x="118269" y="639331"/>
                    <a:pt x="236538" y="639331"/>
                    <a:pt x="354806" y="639331"/>
                  </a:cubicBezTo>
                  <a:cubicBezTo>
                    <a:pt x="591344" y="639331"/>
                    <a:pt x="827881" y="629597"/>
                    <a:pt x="1064419" y="613739"/>
                  </a:cubicBezTo>
                  <a:cubicBezTo>
                    <a:pt x="1300956" y="597881"/>
                    <a:pt x="1537494" y="276488"/>
                    <a:pt x="1774031" y="276488"/>
                  </a:cubicBezTo>
                  <a:cubicBezTo>
                    <a:pt x="2010569" y="276488"/>
                    <a:pt x="2247106" y="907591"/>
                    <a:pt x="2483644" y="907591"/>
                  </a:cubicBezTo>
                  <a:cubicBezTo>
                    <a:pt x="2601912" y="907591"/>
                    <a:pt x="2720181" y="907591"/>
                    <a:pt x="2838450" y="907591"/>
                  </a:cubicBezTo>
                  <a:lnTo>
                    <a:pt x="2838450" y="1143000"/>
                  </a:lnTo>
                  <a:cubicBezTo>
                    <a:pt x="2720181" y="1143000"/>
                    <a:pt x="2601912" y="1143000"/>
                    <a:pt x="2483644" y="1143000"/>
                  </a:cubicBezTo>
                  <a:cubicBezTo>
                    <a:pt x="2247106" y="1143000"/>
                    <a:pt x="2010569" y="480077"/>
                    <a:pt x="1774031" y="480077"/>
                  </a:cubicBezTo>
                  <a:cubicBezTo>
                    <a:pt x="1537494" y="480077"/>
                    <a:pt x="1300956" y="814583"/>
                    <a:pt x="1064419" y="815889"/>
                  </a:cubicBezTo>
                  <a:cubicBezTo>
                    <a:pt x="827881" y="817194"/>
                    <a:pt x="591344" y="817858"/>
                    <a:pt x="354806" y="817858"/>
                  </a:cubicBezTo>
                  <a:cubicBezTo>
                    <a:pt x="236538" y="817858"/>
                    <a:pt x="118269" y="817858"/>
                    <a:pt x="0" y="817858"/>
                  </a:cubicBezTo>
                  <a:close/>
                </a:path>
              </a:pathLst>
            </a:custGeom>
            <a:solidFill>
              <a:srgbClr val="D55E00">
                <a:alpha val="2273"/>
              </a:srgbClr>
            </a:solidFill>
            <a:ln w="0">
              <a:noFill/>
            </a:ln>
          </p:spPr>
        </p:sp>
        <p:sp>
          <p:nvSpPr>
            <p:cNvPr id="2726" name="smooth-map-feature-2-shade-6">
              <a:extLst>
                <a:ext uri="{FF2B5EF4-FFF2-40B4-BE49-F238E27FC236}">
                  <a16:creationId xmlns:a16="http://schemas.microsoft.com/office/drawing/2014/main" id="{9D015E4E-281F-440F-8B16-8502EB05FB7F}"/>
                </a:ext>
              </a:extLst>
            </p:cNvPr>
            <p:cNvSpPr>
              <a:spLocks noGrp="1"/>
            </p:cNvSpPr>
            <p:nvPr/>
          </p:nvSpPr>
          <p:spPr>
            <a:xfrm>
              <a:off x="21240750" y="6019800"/>
              <a:ext cx="2838450" cy="1143000"/>
            </a:xfrm>
            <a:custGeom>
              <a:pathLst>
                <a:path w="2838450" h="1143000">
                  <a:moveTo>
                    <a:pt x="0" y="642927"/>
                  </a:moveTo>
                  <a:cubicBezTo>
                    <a:pt x="118269" y="642927"/>
                    <a:pt x="236538" y="642927"/>
                    <a:pt x="354806" y="642927"/>
                  </a:cubicBezTo>
                  <a:cubicBezTo>
                    <a:pt x="591344" y="642927"/>
                    <a:pt x="827881" y="633395"/>
                    <a:pt x="1064419" y="617811"/>
                  </a:cubicBezTo>
                  <a:cubicBezTo>
                    <a:pt x="1300956" y="602228"/>
                    <a:pt x="1537494" y="280589"/>
                    <a:pt x="1774031" y="280589"/>
                  </a:cubicBezTo>
                  <a:cubicBezTo>
                    <a:pt x="2010569" y="280589"/>
                    <a:pt x="2247106" y="913219"/>
                    <a:pt x="2483644" y="913219"/>
                  </a:cubicBezTo>
                  <a:cubicBezTo>
                    <a:pt x="2601912" y="913219"/>
                    <a:pt x="2720181" y="913219"/>
                    <a:pt x="2838450" y="913219"/>
                  </a:cubicBezTo>
                  <a:lnTo>
                    <a:pt x="2838450" y="1143000"/>
                  </a:lnTo>
                  <a:cubicBezTo>
                    <a:pt x="2720181" y="1143000"/>
                    <a:pt x="2601912" y="1143000"/>
                    <a:pt x="2483644" y="1143000"/>
                  </a:cubicBezTo>
                  <a:cubicBezTo>
                    <a:pt x="2247106" y="1143000"/>
                    <a:pt x="2010569" y="475976"/>
                    <a:pt x="1774031" y="475976"/>
                  </a:cubicBezTo>
                  <a:cubicBezTo>
                    <a:pt x="1537494" y="475976"/>
                    <a:pt x="1300956" y="810198"/>
                    <a:pt x="1064419" y="811817"/>
                  </a:cubicBezTo>
                  <a:cubicBezTo>
                    <a:pt x="827881" y="813435"/>
                    <a:pt x="591344" y="814262"/>
                    <a:pt x="354806" y="814262"/>
                  </a:cubicBezTo>
                  <a:cubicBezTo>
                    <a:pt x="236538" y="814262"/>
                    <a:pt x="118269" y="814262"/>
                    <a:pt x="0" y="814262"/>
                  </a:cubicBezTo>
                  <a:close/>
                </a:path>
              </a:pathLst>
            </a:custGeom>
            <a:solidFill>
              <a:srgbClr val="D55E00">
                <a:alpha val="2326"/>
              </a:srgbClr>
            </a:solidFill>
            <a:ln w="0">
              <a:noFill/>
            </a:ln>
          </p:spPr>
        </p:sp>
        <p:sp>
          <p:nvSpPr>
            <p:cNvPr id="2727" name="smooth-map-feature-2-shade-7">
              <a:extLst>
                <a:ext uri="{FF2B5EF4-FFF2-40B4-BE49-F238E27FC236}">
                  <a16:creationId xmlns:a16="http://schemas.microsoft.com/office/drawing/2014/main" id="{EAAE2CB1-4446-4532-9AEA-55B54A42A714}"/>
                </a:ext>
              </a:extLst>
            </p:cNvPr>
            <p:cNvSpPr>
              <a:spLocks noGrp="1"/>
            </p:cNvSpPr>
            <p:nvPr/>
          </p:nvSpPr>
          <p:spPr>
            <a:xfrm>
              <a:off x="21240750" y="6019800"/>
              <a:ext cx="2838450" cy="1143000"/>
            </a:xfrm>
            <a:custGeom>
              <a:pathLst>
                <a:path w="2838450" h="1143000">
                  <a:moveTo>
                    <a:pt x="0" y="646108"/>
                  </a:moveTo>
                  <a:cubicBezTo>
                    <a:pt x="118269" y="646108"/>
                    <a:pt x="236538" y="646108"/>
                    <a:pt x="354806" y="646108"/>
                  </a:cubicBezTo>
                  <a:cubicBezTo>
                    <a:pt x="591344" y="646108"/>
                    <a:pt x="827881" y="636753"/>
                    <a:pt x="1064419" y="621413"/>
                  </a:cubicBezTo>
                  <a:cubicBezTo>
                    <a:pt x="1300956" y="606073"/>
                    <a:pt x="1537494" y="284216"/>
                    <a:pt x="1774031" y="284216"/>
                  </a:cubicBezTo>
                  <a:cubicBezTo>
                    <a:pt x="2010569" y="284216"/>
                    <a:pt x="2247106" y="918198"/>
                    <a:pt x="2483644" y="918198"/>
                  </a:cubicBezTo>
                  <a:cubicBezTo>
                    <a:pt x="2601912" y="918198"/>
                    <a:pt x="2720181" y="918198"/>
                    <a:pt x="2838450" y="918198"/>
                  </a:cubicBezTo>
                  <a:lnTo>
                    <a:pt x="2838450" y="1143000"/>
                  </a:lnTo>
                  <a:cubicBezTo>
                    <a:pt x="2720181" y="1143000"/>
                    <a:pt x="2601912" y="1143000"/>
                    <a:pt x="2483644" y="1143000"/>
                  </a:cubicBezTo>
                  <a:cubicBezTo>
                    <a:pt x="2247106" y="1143000"/>
                    <a:pt x="2010569" y="472349"/>
                    <a:pt x="1774031" y="472349"/>
                  </a:cubicBezTo>
                  <a:cubicBezTo>
                    <a:pt x="1537494" y="472349"/>
                    <a:pt x="1300956" y="806320"/>
                    <a:pt x="1064419" y="808215"/>
                  </a:cubicBezTo>
                  <a:cubicBezTo>
                    <a:pt x="827881" y="810110"/>
                    <a:pt x="591344" y="811081"/>
                    <a:pt x="354806" y="811081"/>
                  </a:cubicBezTo>
                  <a:cubicBezTo>
                    <a:pt x="236538" y="811081"/>
                    <a:pt x="118269" y="811081"/>
                    <a:pt x="0" y="811081"/>
                  </a:cubicBezTo>
                  <a:close/>
                </a:path>
              </a:pathLst>
            </a:custGeom>
            <a:solidFill>
              <a:srgbClr val="D55E00">
                <a:alpha val="2381"/>
              </a:srgbClr>
            </a:solidFill>
            <a:ln w="0">
              <a:noFill/>
            </a:ln>
          </p:spPr>
        </p:sp>
        <p:sp>
          <p:nvSpPr>
            <p:cNvPr id="2728" name="smooth-map-feature-2-shade-8">
              <a:extLst>
                <a:ext uri="{FF2B5EF4-FFF2-40B4-BE49-F238E27FC236}">
                  <a16:creationId xmlns:a16="http://schemas.microsoft.com/office/drawing/2014/main" id="{F750B474-9BB7-41F2-9085-B8BADCAB8F7E}"/>
                </a:ext>
              </a:extLst>
            </p:cNvPr>
            <p:cNvSpPr>
              <a:spLocks noGrp="1"/>
            </p:cNvSpPr>
            <p:nvPr/>
          </p:nvSpPr>
          <p:spPr>
            <a:xfrm>
              <a:off x="21240750" y="6019800"/>
              <a:ext cx="2838450" cy="1143000"/>
            </a:xfrm>
            <a:custGeom>
              <a:pathLst>
                <a:path w="2838450" h="1143000">
                  <a:moveTo>
                    <a:pt x="0" y="648978"/>
                  </a:moveTo>
                  <a:cubicBezTo>
                    <a:pt x="118269" y="648978"/>
                    <a:pt x="236538" y="648978"/>
                    <a:pt x="354806" y="648978"/>
                  </a:cubicBezTo>
                  <a:cubicBezTo>
                    <a:pt x="591344" y="648978"/>
                    <a:pt x="827881" y="639783"/>
                    <a:pt x="1064419" y="624663"/>
                  </a:cubicBezTo>
                  <a:cubicBezTo>
                    <a:pt x="1300956" y="609543"/>
                    <a:pt x="1537494" y="287489"/>
                    <a:pt x="1774031" y="287489"/>
                  </a:cubicBezTo>
                  <a:cubicBezTo>
                    <a:pt x="2010569" y="287489"/>
                    <a:pt x="2247106" y="922690"/>
                    <a:pt x="2483644" y="922690"/>
                  </a:cubicBezTo>
                  <a:cubicBezTo>
                    <a:pt x="2601912" y="922690"/>
                    <a:pt x="2720181" y="922690"/>
                    <a:pt x="2838450" y="922690"/>
                  </a:cubicBezTo>
                  <a:lnTo>
                    <a:pt x="2838450" y="1143000"/>
                  </a:lnTo>
                  <a:cubicBezTo>
                    <a:pt x="2720181" y="1143000"/>
                    <a:pt x="2601912" y="1143000"/>
                    <a:pt x="2483644" y="1143000"/>
                  </a:cubicBezTo>
                  <a:cubicBezTo>
                    <a:pt x="2247106" y="1143000"/>
                    <a:pt x="2010569" y="469076"/>
                    <a:pt x="1774031" y="469076"/>
                  </a:cubicBezTo>
                  <a:cubicBezTo>
                    <a:pt x="1537494" y="469076"/>
                    <a:pt x="1300956" y="802821"/>
                    <a:pt x="1064419" y="804965"/>
                  </a:cubicBezTo>
                  <a:cubicBezTo>
                    <a:pt x="827881" y="807108"/>
                    <a:pt x="591344" y="808211"/>
                    <a:pt x="354806" y="808211"/>
                  </a:cubicBezTo>
                  <a:cubicBezTo>
                    <a:pt x="236538" y="808211"/>
                    <a:pt x="118269" y="808211"/>
                    <a:pt x="0" y="808211"/>
                  </a:cubicBezTo>
                  <a:close/>
                </a:path>
              </a:pathLst>
            </a:custGeom>
            <a:solidFill>
              <a:srgbClr val="D55E00">
                <a:alpha val="2439"/>
              </a:srgbClr>
            </a:solidFill>
            <a:ln w="0">
              <a:noFill/>
            </a:ln>
          </p:spPr>
        </p:sp>
        <p:sp>
          <p:nvSpPr>
            <p:cNvPr id="2729" name="smooth-map-feature-2-shade-9">
              <a:extLst>
                <a:ext uri="{FF2B5EF4-FFF2-40B4-BE49-F238E27FC236}">
                  <a16:creationId xmlns:a16="http://schemas.microsoft.com/office/drawing/2014/main" id="{C8564102-4004-4B61-A5FD-876D5985C284}"/>
                </a:ext>
              </a:extLst>
            </p:cNvPr>
            <p:cNvSpPr>
              <a:spLocks noGrp="1"/>
            </p:cNvSpPr>
            <p:nvPr/>
          </p:nvSpPr>
          <p:spPr>
            <a:xfrm>
              <a:off x="21240750" y="6019800"/>
              <a:ext cx="2838450" cy="1143000"/>
            </a:xfrm>
            <a:custGeom>
              <a:pathLst>
                <a:path w="2838450" h="1143000">
                  <a:moveTo>
                    <a:pt x="0" y="651607"/>
                  </a:moveTo>
                  <a:cubicBezTo>
                    <a:pt x="118269" y="651607"/>
                    <a:pt x="236538" y="651607"/>
                    <a:pt x="354806" y="651607"/>
                  </a:cubicBezTo>
                  <a:cubicBezTo>
                    <a:pt x="591344" y="651607"/>
                    <a:pt x="827881" y="642558"/>
                    <a:pt x="1064419" y="627640"/>
                  </a:cubicBezTo>
                  <a:cubicBezTo>
                    <a:pt x="1300956" y="612721"/>
                    <a:pt x="1537494" y="290487"/>
                    <a:pt x="1774031" y="290487"/>
                  </a:cubicBezTo>
                  <a:cubicBezTo>
                    <a:pt x="2010569" y="290487"/>
                    <a:pt x="2247106" y="926804"/>
                    <a:pt x="2483644" y="926804"/>
                  </a:cubicBezTo>
                  <a:cubicBezTo>
                    <a:pt x="2601912" y="926804"/>
                    <a:pt x="2720181" y="926804"/>
                    <a:pt x="2838450" y="926804"/>
                  </a:cubicBezTo>
                  <a:lnTo>
                    <a:pt x="2838450" y="1143000"/>
                  </a:lnTo>
                  <a:cubicBezTo>
                    <a:pt x="2720181" y="1143000"/>
                    <a:pt x="2601912" y="1143000"/>
                    <a:pt x="2483644" y="1143000"/>
                  </a:cubicBezTo>
                  <a:cubicBezTo>
                    <a:pt x="2247106" y="1143000"/>
                    <a:pt x="2010569" y="466078"/>
                    <a:pt x="1774031" y="466078"/>
                  </a:cubicBezTo>
                  <a:cubicBezTo>
                    <a:pt x="1537494" y="466078"/>
                    <a:pt x="1300956" y="799618"/>
                    <a:pt x="1064419" y="801988"/>
                  </a:cubicBezTo>
                  <a:cubicBezTo>
                    <a:pt x="827881" y="804359"/>
                    <a:pt x="591344" y="805582"/>
                    <a:pt x="354806" y="805582"/>
                  </a:cubicBezTo>
                  <a:cubicBezTo>
                    <a:pt x="236538" y="805582"/>
                    <a:pt x="118269" y="805582"/>
                    <a:pt x="0" y="805582"/>
                  </a:cubicBezTo>
                  <a:close/>
                </a:path>
              </a:pathLst>
            </a:custGeom>
            <a:solidFill>
              <a:srgbClr val="D55E00">
                <a:alpha val="2500"/>
              </a:srgbClr>
            </a:solidFill>
            <a:ln w="0">
              <a:noFill/>
            </a:ln>
          </p:spPr>
        </p:sp>
        <p:sp>
          <p:nvSpPr>
            <p:cNvPr id="2730" name="smooth-map-feature-2-shade-10">
              <a:extLst>
                <a:ext uri="{FF2B5EF4-FFF2-40B4-BE49-F238E27FC236}">
                  <a16:creationId xmlns:a16="http://schemas.microsoft.com/office/drawing/2014/main" id="{3EC28CEF-C318-4B65-8D10-D881734A2225}"/>
                </a:ext>
              </a:extLst>
            </p:cNvPr>
            <p:cNvSpPr>
              <a:spLocks noGrp="1"/>
            </p:cNvSpPr>
            <p:nvPr/>
          </p:nvSpPr>
          <p:spPr>
            <a:xfrm>
              <a:off x="21240750" y="6019800"/>
              <a:ext cx="2838450" cy="1143000"/>
            </a:xfrm>
            <a:custGeom>
              <a:pathLst>
                <a:path w="2838450" h="1143000">
                  <a:moveTo>
                    <a:pt x="0" y="654043"/>
                  </a:moveTo>
                  <a:cubicBezTo>
                    <a:pt x="118269" y="654043"/>
                    <a:pt x="236538" y="654043"/>
                    <a:pt x="354806" y="654043"/>
                  </a:cubicBezTo>
                  <a:cubicBezTo>
                    <a:pt x="591344" y="654043"/>
                    <a:pt x="827881" y="645129"/>
                    <a:pt x="1064419" y="630398"/>
                  </a:cubicBezTo>
                  <a:cubicBezTo>
                    <a:pt x="1300956" y="615668"/>
                    <a:pt x="1537494" y="293265"/>
                    <a:pt x="1774031" y="293265"/>
                  </a:cubicBezTo>
                  <a:cubicBezTo>
                    <a:pt x="2010569" y="293265"/>
                    <a:pt x="2247106" y="930617"/>
                    <a:pt x="2483644" y="930617"/>
                  </a:cubicBezTo>
                  <a:cubicBezTo>
                    <a:pt x="2601912" y="930617"/>
                    <a:pt x="2720181" y="930617"/>
                    <a:pt x="2838450" y="930617"/>
                  </a:cubicBezTo>
                  <a:lnTo>
                    <a:pt x="2838450" y="1143000"/>
                  </a:lnTo>
                  <a:cubicBezTo>
                    <a:pt x="2720181" y="1143000"/>
                    <a:pt x="2601912" y="1143000"/>
                    <a:pt x="2483644" y="1143000"/>
                  </a:cubicBezTo>
                  <a:cubicBezTo>
                    <a:pt x="2247106" y="1143000"/>
                    <a:pt x="2010569" y="463300"/>
                    <a:pt x="1774031" y="463300"/>
                  </a:cubicBezTo>
                  <a:cubicBezTo>
                    <a:pt x="1537494" y="463300"/>
                    <a:pt x="1300956" y="796649"/>
                    <a:pt x="1064419" y="799230"/>
                  </a:cubicBezTo>
                  <a:cubicBezTo>
                    <a:pt x="827881" y="801811"/>
                    <a:pt x="591344" y="803146"/>
                    <a:pt x="354806" y="803146"/>
                  </a:cubicBezTo>
                  <a:cubicBezTo>
                    <a:pt x="236538" y="803146"/>
                    <a:pt x="118269" y="803146"/>
                    <a:pt x="0" y="803146"/>
                  </a:cubicBezTo>
                  <a:close/>
                </a:path>
              </a:pathLst>
            </a:custGeom>
            <a:solidFill>
              <a:srgbClr val="D55E00">
                <a:alpha val="2564"/>
              </a:srgbClr>
            </a:solidFill>
            <a:ln w="0">
              <a:noFill/>
            </a:ln>
          </p:spPr>
        </p:sp>
        <p:sp>
          <p:nvSpPr>
            <p:cNvPr id="2731" name="smooth-map-feature-2-shade-11">
              <a:extLst>
                <a:ext uri="{FF2B5EF4-FFF2-40B4-BE49-F238E27FC236}">
                  <a16:creationId xmlns:a16="http://schemas.microsoft.com/office/drawing/2014/main" id="{36790427-F0C5-47C6-8F88-E79F9CE5D9EB}"/>
                </a:ext>
              </a:extLst>
            </p:cNvPr>
            <p:cNvSpPr>
              <a:spLocks noGrp="1"/>
            </p:cNvSpPr>
            <p:nvPr/>
          </p:nvSpPr>
          <p:spPr>
            <a:xfrm>
              <a:off x="21240750" y="6019800"/>
              <a:ext cx="2838450" cy="1143000"/>
            </a:xfrm>
            <a:custGeom>
              <a:pathLst>
                <a:path w="2838450" h="1143000">
                  <a:moveTo>
                    <a:pt x="0" y="656323"/>
                  </a:moveTo>
                  <a:cubicBezTo>
                    <a:pt x="118269" y="656323"/>
                    <a:pt x="236538" y="656323"/>
                    <a:pt x="354806" y="656323"/>
                  </a:cubicBezTo>
                  <a:cubicBezTo>
                    <a:pt x="591344" y="656323"/>
                    <a:pt x="827881" y="647534"/>
                    <a:pt x="1064419" y="632979"/>
                  </a:cubicBezTo>
                  <a:cubicBezTo>
                    <a:pt x="1300956" y="618424"/>
                    <a:pt x="1537494" y="295865"/>
                    <a:pt x="1774031" y="295865"/>
                  </a:cubicBezTo>
                  <a:cubicBezTo>
                    <a:pt x="2010569" y="295865"/>
                    <a:pt x="2247106" y="934184"/>
                    <a:pt x="2483644" y="934184"/>
                  </a:cubicBezTo>
                  <a:cubicBezTo>
                    <a:pt x="2601912" y="934184"/>
                    <a:pt x="2720181" y="934184"/>
                    <a:pt x="2838450" y="934184"/>
                  </a:cubicBezTo>
                  <a:lnTo>
                    <a:pt x="2838450" y="1143000"/>
                  </a:lnTo>
                  <a:cubicBezTo>
                    <a:pt x="2720181" y="1143000"/>
                    <a:pt x="2601912" y="1143000"/>
                    <a:pt x="2483644" y="1143000"/>
                  </a:cubicBezTo>
                  <a:cubicBezTo>
                    <a:pt x="2247106" y="1143000"/>
                    <a:pt x="2010569" y="460700"/>
                    <a:pt x="1774031" y="460700"/>
                  </a:cubicBezTo>
                  <a:cubicBezTo>
                    <a:pt x="1537494" y="460700"/>
                    <a:pt x="1300956" y="793872"/>
                    <a:pt x="1064419" y="796649"/>
                  </a:cubicBezTo>
                  <a:cubicBezTo>
                    <a:pt x="827881" y="799426"/>
                    <a:pt x="591344" y="800867"/>
                    <a:pt x="354806" y="800867"/>
                  </a:cubicBezTo>
                  <a:cubicBezTo>
                    <a:pt x="236538" y="800867"/>
                    <a:pt x="118269" y="800867"/>
                    <a:pt x="0" y="800867"/>
                  </a:cubicBezTo>
                  <a:close/>
                </a:path>
              </a:pathLst>
            </a:custGeom>
            <a:solidFill>
              <a:srgbClr val="D55E00">
                <a:alpha val="2632"/>
              </a:srgbClr>
            </a:solidFill>
            <a:ln w="0">
              <a:noFill/>
            </a:ln>
          </p:spPr>
        </p:sp>
        <p:sp>
          <p:nvSpPr>
            <p:cNvPr id="2732" name="smooth-map-feature-2-shade-12">
              <a:extLst>
                <a:ext uri="{FF2B5EF4-FFF2-40B4-BE49-F238E27FC236}">
                  <a16:creationId xmlns:a16="http://schemas.microsoft.com/office/drawing/2014/main" id="{C63A413D-8506-4EBF-9710-7AB242CB89D7}"/>
                </a:ext>
              </a:extLst>
            </p:cNvPr>
            <p:cNvSpPr>
              <a:spLocks noGrp="1"/>
            </p:cNvSpPr>
            <p:nvPr/>
          </p:nvSpPr>
          <p:spPr>
            <a:xfrm>
              <a:off x="21240750" y="6019800"/>
              <a:ext cx="2838450" cy="1143000"/>
            </a:xfrm>
            <a:custGeom>
              <a:pathLst>
                <a:path w="2838450" h="1143000">
                  <a:moveTo>
                    <a:pt x="0" y="658472"/>
                  </a:moveTo>
                  <a:cubicBezTo>
                    <a:pt x="118269" y="658472"/>
                    <a:pt x="236538" y="658472"/>
                    <a:pt x="354806" y="658472"/>
                  </a:cubicBezTo>
                  <a:cubicBezTo>
                    <a:pt x="591344" y="658472"/>
                    <a:pt x="827881" y="649801"/>
                    <a:pt x="1064419" y="635412"/>
                  </a:cubicBezTo>
                  <a:cubicBezTo>
                    <a:pt x="1300956" y="621024"/>
                    <a:pt x="1537494" y="298315"/>
                    <a:pt x="1774031" y="298315"/>
                  </a:cubicBezTo>
                  <a:cubicBezTo>
                    <a:pt x="2010569" y="298315"/>
                    <a:pt x="2247106" y="937548"/>
                    <a:pt x="2483644" y="937548"/>
                  </a:cubicBezTo>
                  <a:cubicBezTo>
                    <a:pt x="2601912" y="937548"/>
                    <a:pt x="2720181" y="937548"/>
                    <a:pt x="2838450" y="937548"/>
                  </a:cubicBezTo>
                  <a:lnTo>
                    <a:pt x="2838450" y="1143000"/>
                  </a:lnTo>
                  <a:cubicBezTo>
                    <a:pt x="2720181" y="1143000"/>
                    <a:pt x="2601912" y="1143000"/>
                    <a:pt x="2483644" y="1143000"/>
                  </a:cubicBezTo>
                  <a:cubicBezTo>
                    <a:pt x="2247106" y="1143000"/>
                    <a:pt x="2010569" y="458250"/>
                    <a:pt x="1774031" y="458250"/>
                  </a:cubicBezTo>
                  <a:cubicBezTo>
                    <a:pt x="1537494" y="458250"/>
                    <a:pt x="1300956" y="791254"/>
                    <a:pt x="1064419" y="794215"/>
                  </a:cubicBezTo>
                  <a:cubicBezTo>
                    <a:pt x="827881" y="797177"/>
                    <a:pt x="591344" y="798718"/>
                    <a:pt x="354806" y="798718"/>
                  </a:cubicBezTo>
                  <a:cubicBezTo>
                    <a:pt x="236538" y="798718"/>
                    <a:pt x="118269" y="798718"/>
                    <a:pt x="0" y="798718"/>
                  </a:cubicBezTo>
                  <a:close/>
                </a:path>
              </a:pathLst>
            </a:custGeom>
            <a:solidFill>
              <a:srgbClr val="D55E00">
                <a:alpha val="2703"/>
              </a:srgbClr>
            </a:solidFill>
            <a:ln w="0">
              <a:noFill/>
            </a:ln>
          </p:spPr>
        </p:sp>
        <p:sp>
          <p:nvSpPr>
            <p:cNvPr id="2733" name="smooth-map-feature-2-shade-13">
              <a:extLst>
                <a:ext uri="{FF2B5EF4-FFF2-40B4-BE49-F238E27FC236}">
                  <a16:creationId xmlns:a16="http://schemas.microsoft.com/office/drawing/2014/main" id="{988030B9-6CFC-45A2-9391-F034DAB58767}"/>
                </a:ext>
              </a:extLst>
            </p:cNvPr>
            <p:cNvSpPr>
              <a:spLocks noGrp="1"/>
            </p:cNvSpPr>
            <p:nvPr/>
          </p:nvSpPr>
          <p:spPr>
            <a:xfrm>
              <a:off x="21240750" y="6019800"/>
              <a:ext cx="2838450" cy="1143000"/>
            </a:xfrm>
            <a:custGeom>
              <a:pathLst>
                <a:path w="2838450" h="1143000">
                  <a:moveTo>
                    <a:pt x="0" y="660512"/>
                  </a:moveTo>
                  <a:cubicBezTo>
                    <a:pt x="118269" y="660512"/>
                    <a:pt x="236538" y="660512"/>
                    <a:pt x="354806" y="660512"/>
                  </a:cubicBezTo>
                  <a:cubicBezTo>
                    <a:pt x="591344" y="660512"/>
                    <a:pt x="827881" y="651953"/>
                    <a:pt x="1064419" y="637722"/>
                  </a:cubicBezTo>
                  <a:cubicBezTo>
                    <a:pt x="1300956" y="623491"/>
                    <a:pt x="1537494" y="300641"/>
                    <a:pt x="1774031" y="300641"/>
                  </a:cubicBezTo>
                  <a:cubicBezTo>
                    <a:pt x="2010569" y="300641"/>
                    <a:pt x="2247106" y="940740"/>
                    <a:pt x="2483644" y="940740"/>
                  </a:cubicBezTo>
                  <a:cubicBezTo>
                    <a:pt x="2601912" y="940740"/>
                    <a:pt x="2720181" y="940740"/>
                    <a:pt x="2838450" y="940740"/>
                  </a:cubicBezTo>
                  <a:lnTo>
                    <a:pt x="2838450" y="1143000"/>
                  </a:lnTo>
                  <a:cubicBezTo>
                    <a:pt x="2720181" y="1143000"/>
                    <a:pt x="2601912" y="1143000"/>
                    <a:pt x="2483644" y="1143000"/>
                  </a:cubicBezTo>
                  <a:cubicBezTo>
                    <a:pt x="2247106" y="1143000"/>
                    <a:pt x="2010569" y="455924"/>
                    <a:pt x="1774031" y="455924"/>
                  </a:cubicBezTo>
                  <a:cubicBezTo>
                    <a:pt x="1537494" y="455924"/>
                    <a:pt x="1300956" y="788769"/>
                    <a:pt x="1064419" y="791906"/>
                  </a:cubicBezTo>
                  <a:cubicBezTo>
                    <a:pt x="827881" y="795043"/>
                    <a:pt x="591344" y="796678"/>
                    <a:pt x="354806" y="796678"/>
                  </a:cubicBezTo>
                  <a:cubicBezTo>
                    <a:pt x="236538" y="796678"/>
                    <a:pt x="118269" y="796678"/>
                    <a:pt x="0" y="796678"/>
                  </a:cubicBezTo>
                  <a:close/>
                </a:path>
              </a:pathLst>
            </a:custGeom>
            <a:solidFill>
              <a:srgbClr val="D55E00">
                <a:alpha val="2778"/>
              </a:srgbClr>
            </a:solidFill>
            <a:ln w="0">
              <a:noFill/>
            </a:ln>
          </p:spPr>
        </p:sp>
        <p:sp>
          <p:nvSpPr>
            <p:cNvPr id="2734" name="smooth-map-feature-2-shade-14">
              <a:extLst>
                <a:ext uri="{FF2B5EF4-FFF2-40B4-BE49-F238E27FC236}">
                  <a16:creationId xmlns:a16="http://schemas.microsoft.com/office/drawing/2014/main" id="{0F908B90-3039-4262-88F3-C8A84A908EB3}"/>
                </a:ext>
              </a:extLst>
            </p:cNvPr>
            <p:cNvSpPr>
              <a:spLocks noGrp="1"/>
            </p:cNvSpPr>
            <p:nvPr/>
          </p:nvSpPr>
          <p:spPr>
            <a:xfrm>
              <a:off x="21240750" y="6019800"/>
              <a:ext cx="2838450" cy="1143000"/>
            </a:xfrm>
            <a:custGeom>
              <a:pathLst>
                <a:path w="2838450" h="1143000">
                  <a:moveTo>
                    <a:pt x="0" y="662458"/>
                  </a:moveTo>
                  <a:cubicBezTo>
                    <a:pt x="118269" y="662458"/>
                    <a:pt x="236538" y="662458"/>
                    <a:pt x="354806" y="662458"/>
                  </a:cubicBezTo>
                  <a:cubicBezTo>
                    <a:pt x="591344" y="662458"/>
                    <a:pt x="827881" y="654007"/>
                    <a:pt x="1064419" y="639927"/>
                  </a:cubicBezTo>
                  <a:cubicBezTo>
                    <a:pt x="1300956" y="625846"/>
                    <a:pt x="1537494" y="302862"/>
                    <a:pt x="1774031" y="302862"/>
                  </a:cubicBezTo>
                  <a:cubicBezTo>
                    <a:pt x="2010569" y="302862"/>
                    <a:pt x="2247106" y="943787"/>
                    <a:pt x="2483644" y="943787"/>
                  </a:cubicBezTo>
                  <a:cubicBezTo>
                    <a:pt x="2601912" y="943787"/>
                    <a:pt x="2720181" y="943787"/>
                    <a:pt x="2838450" y="943787"/>
                  </a:cubicBezTo>
                  <a:lnTo>
                    <a:pt x="2838450" y="1143000"/>
                  </a:lnTo>
                  <a:cubicBezTo>
                    <a:pt x="2720181" y="1143000"/>
                    <a:pt x="2601912" y="1143000"/>
                    <a:pt x="2483644" y="1143000"/>
                  </a:cubicBezTo>
                  <a:cubicBezTo>
                    <a:pt x="2247106" y="1143000"/>
                    <a:pt x="2010569" y="453703"/>
                    <a:pt x="1774031" y="453703"/>
                  </a:cubicBezTo>
                  <a:cubicBezTo>
                    <a:pt x="1537494" y="453703"/>
                    <a:pt x="1300956" y="786397"/>
                    <a:pt x="1064419" y="789701"/>
                  </a:cubicBezTo>
                  <a:cubicBezTo>
                    <a:pt x="827881" y="793005"/>
                    <a:pt x="591344" y="794731"/>
                    <a:pt x="354806" y="794731"/>
                  </a:cubicBezTo>
                  <a:cubicBezTo>
                    <a:pt x="236538" y="794731"/>
                    <a:pt x="118269" y="794731"/>
                    <a:pt x="0" y="794731"/>
                  </a:cubicBezTo>
                  <a:close/>
                </a:path>
              </a:pathLst>
            </a:custGeom>
            <a:solidFill>
              <a:srgbClr val="D55E00">
                <a:alpha val="2857"/>
              </a:srgbClr>
            </a:solidFill>
            <a:ln w="0">
              <a:noFill/>
            </a:ln>
          </p:spPr>
        </p:sp>
        <p:sp>
          <p:nvSpPr>
            <p:cNvPr id="2735" name="smooth-map-feature-2-shade-15">
              <a:extLst>
                <a:ext uri="{FF2B5EF4-FFF2-40B4-BE49-F238E27FC236}">
                  <a16:creationId xmlns:a16="http://schemas.microsoft.com/office/drawing/2014/main" id="{4585726B-71A8-4FC4-987E-B4CA77EC6107}"/>
                </a:ext>
              </a:extLst>
            </p:cNvPr>
            <p:cNvSpPr>
              <a:spLocks noGrp="1"/>
            </p:cNvSpPr>
            <p:nvPr/>
          </p:nvSpPr>
          <p:spPr>
            <a:xfrm>
              <a:off x="21240750" y="6019800"/>
              <a:ext cx="2838450" cy="1143000"/>
            </a:xfrm>
            <a:custGeom>
              <a:pathLst>
                <a:path w="2838450" h="1143000">
                  <a:moveTo>
                    <a:pt x="0" y="664326"/>
                  </a:moveTo>
                  <a:cubicBezTo>
                    <a:pt x="118269" y="664326"/>
                    <a:pt x="236538" y="664326"/>
                    <a:pt x="354806" y="664326"/>
                  </a:cubicBezTo>
                  <a:cubicBezTo>
                    <a:pt x="591344" y="664326"/>
                    <a:pt x="827881" y="655976"/>
                    <a:pt x="1064419" y="642041"/>
                  </a:cubicBezTo>
                  <a:cubicBezTo>
                    <a:pt x="1300956" y="628106"/>
                    <a:pt x="1537494" y="304991"/>
                    <a:pt x="1774031" y="304991"/>
                  </a:cubicBezTo>
                  <a:cubicBezTo>
                    <a:pt x="2010569" y="304991"/>
                    <a:pt x="2247106" y="946710"/>
                    <a:pt x="2483644" y="946710"/>
                  </a:cubicBezTo>
                  <a:cubicBezTo>
                    <a:pt x="2601912" y="946710"/>
                    <a:pt x="2720181" y="946710"/>
                    <a:pt x="2838450" y="946710"/>
                  </a:cubicBezTo>
                  <a:lnTo>
                    <a:pt x="2838450" y="1143000"/>
                  </a:lnTo>
                  <a:cubicBezTo>
                    <a:pt x="2720181" y="1143000"/>
                    <a:pt x="2601912" y="1143000"/>
                    <a:pt x="2483644" y="1143000"/>
                  </a:cubicBezTo>
                  <a:cubicBezTo>
                    <a:pt x="2247106" y="1143000"/>
                    <a:pt x="2010569" y="451574"/>
                    <a:pt x="1774031" y="451574"/>
                  </a:cubicBezTo>
                  <a:cubicBezTo>
                    <a:pt x="1537494" y="451574"/>
                    <a:pt x="1300956" y="784123"/>
                    <a:pt x="1064419" y="787587"/>
                  </a:cubicBezTo>
                  <a:cubicBezTo>
                    <a:pt x="827881" y="791050"/>
                    <a:pt x="591344" y="792864"/>
                    <a:pt x="354806" y="792864"/>
                  </a:cubicBezTo>
                  <a:cubicBezTo>
                    <a:pt x="236538" y="792864"/>
                    <a:pt x="118269" y="792864"/>
                    <a:pt x="0" y="792864"/>
                  </a:cubicBezTo>
                  <a:close/>
                </a:path>
              </a:pathLst>
            </a:custGeom>
            <a:solidFill>
              <a:srgbClr val="D55E00">
                <a:alpha val="2941"/>
              </a:srgbClr>
            </a:solidFill>
            <a:ln w="0">
              <a:noFill/>
            </a:ln>
          </p:spPr>
        </p:sp>
        <p:sp>
          <p:nvSpPr>
            <p:cNvPr id="2736" name="smooth-map-feature-2-shade-16">
              <a:extLst>
                <a:ext uri="{FF2B5EF4-FFF2-40B4-BE49-F238E27FC236}">
                  <a16:creationId xmlns:a16="http://schemas.microsoft.com/office/drawing/2014/main" id="{25A18D1A-9665-45AC-AB6B-3B46F9224C03}"/>
                </a:ext>
              </a:extLst>
            </p:cNvPr>
            <p:cNvSpPr>
              <a:spLocks noGrp="1"/>
            </p:cNvSpPr>
            <p:nvPr/>
          </p:nvSpPr>
          <p:spPr>
            <a:xfrm>
              <a:off x="21240750" y="6019800"/>
              <a:ext cx="2838450" cy="1143000"/>
            </a:xfrm>
            <a:custGeom>
              <a:pathLst>
                <a:path w="2838450" h="1143000">
                  <a:moveTo>
                    <a:pt x="0" y="666125"/>
                  </a:moveTo>
                  <a:cubicBezTo>
                    <a:pt x="118269" y="666125"/>
                    <a:pt x="236538" y="666125"/>
                    <a:pt x="354806" y="666125"/>
                  </a:cubicBezTo>
                  <a:cubicBezTo>
                    <a:pt x="591344" y="666125"/>
                    <a:pt x="827881" y="657874"/>
                    <a:pt x="1064419" y="644078"/>
                  </a:cubicBezTo>
                  <a:cubicBezTo>
                    <a:pt x="1300956" y="630283"/>
                    <a:pt x="1537494" y="307043"/>
                    <a:pt x="1774031" y="307043"/>
                  </a:cubicBezTo>
                  <a:cubicBezTo>
                    <a:pt x="2010569" y="307043"/>
                    <a:pt x="2247106" y="949526"/>
                    <a:pt x="2483644" y="949526"/>
                  </a:cubicBezTo>
                  <a:cubicBezTo>
                    <a:pt x="2601912" y="949526"/>
                    <a:pt x="2720181" y="949526"/>
                    <a:pt x="2838450" y="949526"/>
                  </a:cubicBezTo>
                  <a:lnTo>
                    <a:pt x="2838450" y="1143000"/>
                  </a:lnTo>
                  <a:cubicBezTo>
                    <a:pt x="2720181" y="1143000"/>
                    <a:pt x="2601912" y="1143000"/>
                    <a:pt x="2483644" y="1143000"/>
                  </a:cubicBezTo>
                  <a:cubicBezTo>
                    <a:pt x="2247106" y="1143000"/>
                    <a:pt x="2010569" y="449522"/>
                    <a:pt x="1774031" y="449522"/>
                  </a:cubicBezTo>
                  <a:cubicBezTo>
                    <a:pt x="1537494" y="449522"/>
                    <a:pt x="1300956" y="781932"/>
                    <a:pt x="1064419" y="785549"/>
                  </a:cubicBezTo>
                  <a:cubicBezTo>
                    <a:pt x="827881" y="789167"/>
                    <a:pt x="591344" y="791065"/>
                    <a:pt x="354806" y="791065"/>
                  </a:cubicBezTo>
                  <a:cubicBezTo>
                    <a:pt x="236538" y="791065"/>
                    <a:pt x="118269" y="791065"/>
                    <a:pt x="0" y="791065"/>
                  </a:cubicBezTo>
                  <a:close/>
                </a:path>
              </a:pathLst>
            </a:custGeom>
            <a:solidFill>
              <a:srgbClr val="D55E00">
                <a:alpha val="3030"/>
              </a:srgbClr>
            </a:solidFill>
            <a:ln w="0">
              <a:noFill/>
            </a:ln>
          </p:spPr>
        </p:sp>
        <p:sp>
          <p:nvSpPr>
            <p:cNvPr id="2737" name="smooth-map-feature-2-shade-17">
              <a:extLst>
                <a:ext uri="{FF2B5EF4-FFF2-40B4-BE49-F238E27FC236}">
                  <a16:creationId xmlns:a16="http://schemas.microsoft.com/office/drawing/2014/main" id="{707D0042-EC81-4F98-BDD8-5AE90D35420F}"/>
                </a:ext>
              </a:extLst>
            </p:cNvPr>
            <p:cNvSpPr>
              <a:spLocks noGrp="1"/>
            </p:cNvSpPr>
            <p:nvPr/>
          </p:nvSpPr>
          <p:spPr>
            <a:xfrm>
              <a:off x="21240750" y="6019800"/>
              <a:ext cx="2838450" cy="1143000"/>
            </a:xfrm>
            <a:custGeom>
              <a:pathLst>
                <a:path w="2838450" h="1143000">
                  <a:moveTo>
                    <a:pt x="0" y="667865"/>
                  </a:moveTo>
                  <a:cubicBezTo>
                    <a:pt x="118269" y="667865"/>
                    <a:pt x="236538" y="667865"/>
                    <a:pt x="354806" y="667865"/>
                  </a:cubicBezTo>
                  <a:cubicBezTo>
                    <a:pt x="591344" y="667865"/>
                    <a:pt x="827881" y="659709"/>
                    <a:pt x="1064419" y="646048"/>
                  </a:cubicBezTo>
                  <a:cubicBezTo>
                    <a:pt x="1300956" y="632388"/>
                    <a:pt x="1537494" y="309027"/>
                    <a:pt x="1774031" y="309027"/>
                  </a:cubicBezTo>
                  <a:cubicBezTo>
                    <a:pt x="2010569" y="309027"/>
                    <a:pt x="2247106" y="952249"/>
                    <a:pt x="2483644" y="952249"/>
                  </a:cubicBezTo>
                  <a:cubicBezTo>
                    <a:pt x="2601912" y="952249"/>
                    <a:pt x="2720181" y="952249"/>
                    <a:pt x="2838450" y="952249"/>
                  </a:cubicBezTo>
                  <a:lnTo>
                    <a:pt x="2838450" y="1142347"/>
                  </a:lnTo>
                  <a:cubicBezTo>
                    <a:pt x="2720181" y="1142347"/>
                    <a:pt x="2601912" y="1142347"/>
                    <a:pt x="2483644" y="1142347"/>
                  </a:cubicBezTo>
                  <a:cubicBezTo>
                    <a:pt x="2247106" y="1142347"/>
                    <a:pt x="2010569" y="447538"/>
                    <a:pt x="1774031" y="447538"/>
                  </a:cubicBezTo>
                  <a:cubicBezTo>
                    <a:pt x="1537494" y="447538"/>
                    <a:pt x="1300956" y="779814"/>
                    <a:pt x="1064419" y="783579"/>
                  </a:cubicBezTo>
                  <a:cubicBezTo>
                    <a:pt x="827881" y="787345"/>
                    <a:pt x="591344" y="789325"/>
                    <a:pt x="354806" y="789325"/>
                  </a:cubicBezTo>
                  <a:cubicBezTo>
                    <a:pt x="236538" y="789325"/>
                    <a:pt x="118269" y="789325"/>
                    <a:pt x="0" y="789325"/>
                  </a:cubicBezTo>
                  <a:close/>
                </a:path>
              </a:pathLst>
            </a:custGeom>
            <a:solidFill>
              <a:srgbClr val="D55E00">
                <a:alpha val="3125"/>
              </a:srgbClr>
            </a:solidFill>
            <a:ln w="0">
              <a:noFill/>
            </a:ln>
          </p:spPr>
        </p:sp>
        <p:sp>
          <p:nvSpPr>
            <p:cNvPr id="2738" name="smooth-map-feature-2-shade-18">
              <a:extLst>
                <a:ext uri="{FF2B5EF4-FFF2-40B4-BE49-F238E27FC236}">
                  <a16:creationId xmlns:a16="http://schemas.microsoft.com/office/drawing/2014/main" id="{BB5DFAD7-44F2-407A-BEB4-40CD16B361FD}"/>
                </a:ext>
              </a:extLst>
            </p:cNvPr>
            <p:cNvSpPr>
              <a:spLocks noGrp="1"/>
            </p:cNvSpPr>
            <p:nvPr/>
          </p:nvSpPr>
          <p:spPr>
            <a:xfrm>
              <a:off x="21240750" y="6019800"/>
              <a:ext cx="2838450" cy="1143000"/>
            </a:xfrm>
            <a:custGeom>
              <a:pathLst>
                <a:path w="2838450" h="1143000">
                  <a:moveTo>
                    <a:pt x="0" y="669554"/>
                  </a:moveTo>
                  <a:cubicBezTo>
                    <a:pt x="118269" y="669554"/>
                    <a:pt x="236538" y="669554"/>
                    <a:pt x="354806" y="669554"/>
                  </a:cubicBezTo>
                  <a:cubicBezTo>
                    <a:pt x="591344" y="669554"/>
                    <a:pt x="827881" y="661489"/>
                    <a:pt x="1064419" y="647960"/>
                  </a:cubicBezTo>
                  <a:cubicBezTo>
                    <a:pt x="1300956" y="634432"/>
                    <a:pt x="1537494" y="310953"/>
                    <a:pt x="1774031" y="310953"/>
                  </a:cubicBezTo>
                  <a:cubicBezTo>
                    <a:pt x="2010569" y="310953"/>
                    <a:pt x="2247106" y="954892"/>
                    <a:pt x="2483644" y="954892"/>
                  </a:cubicBezTo>
                  <a:cubicBezTo>
                    <a:pt x="2601912" y="954892"/>
                    <a:pt x="2720181" y="954892"/>
                    <a:pt x="2838450" y="954892"/>
                  </a:cubicBezTo>
                  <a:lnTo>
                    <a:pt x="2838450" y="1139704"/>
                  </a:lnTo>
                  <a:cubicBezTo>
                    <a:pt x="2720181" y="1139704"/>
                    <a:pt x="2601912" y="1139704"/>
                    <a:pt x="2483644" y="1139704"/>
                  </a:cubicBezTo>
                  <a:cubicBezTo>
                    <a:pt x="2247106" y="1139704"/>
                    <a:pt x="2010569" y="445612"/>
                    <a:pt x="1774031" y="445612"/>
                  </a:cubicBezTo>
                  <a:cubicBezTo>
                    <a:pt x="1537494" y="445612"/>
                    <a:pt x="1300956" y="777758"/>
                    <a:pt x="1064419" y="781667"/>
                  </a:cubicBezTo>
                  <a:cubicBezTo>
                    <a:pt x="827881" y="785577"/>
                    <a:pt x="591344" y="787636"/>
                    <a:pt x="354806" y="787636"/>
                  </a:cubicBezTo>
                  <a:cubicBezTo>
                    <a:pt x="236538" y="787636"/>
                    <a:pt x="118269" y="787636"/>
                    <a:pt x="0" y="787636"/>
                  </a:cubicBezTo>
                  <a:close/>
                </a:path>
              </a:pathLst>
            </a:custGeom>
            <a:solidFill>
              <a:srgbClr val="D55E00">
                <a:alpha val="3226"/>
              </a:srgbClr>
            </a:solidFill>
            <a:ln w="0">
              <a:noFill/>
            </a:ln>
          </p:spPr>
        </p:sp>
        <p:sp>
          <p:nvSpPr>
            <p:cNvPr id="2739" name="smooth-map-feature-2-shade-19">
              <a:extLst>
                <a:ext uri="{FF2B5EF4-FFF2-40B4-BE49-F238E27FC236}">
                  <a16:creationId xmlns:a16="http://schemas.microsoft.com/office/drawing/2014/main" id="{1F58CA43-4DF8-4503-939A-B80F4F43DA83}"/>
                </a:ext>
              </a:extLst>
            </p:cNvPr>
            <p:cNvSpPr>
              <a:spLocks noGrp="1"/>
            </p:cNvSpPr>
            <p:nvPr/>
          </p:nvSpPr>
          <p:spPr>
            <a:xfrm>
              <a:off x="21240750" y="6019800"/>
              <a:ext cx="2838450" cy="1143000"/>
            </a:xfrm>
            <a:custGeom>
              <a:pathLst>
                <a:path w="2838450" h="1143000">
                  <a:moveTo>
                    <a:pt x="0" y="671198"/>
                  </a:moveTo>
                  <a:cubicBezTo>
                    <a:pt x="118269" y="671198"/>
                    <a:pt x="236538" y="671198"/>
                    <a:pt x="354806" y="671198"/>
                  </a:cubicBezTo>
                  <a:cubicBezTo>
                    <a:pt x="591344" y="671198"/>
                    <a:pt x="827881" y="663222"/>
                    <a:pt x="1064419" y="649822"/>
                  </a:cubicBezTo>
                  <a:cubicBezTo>
                    <a:pt x="1300956" y="636422"/>
                    <a:pt x="1537494" y="312828"/>
                    <a:pt x="1774031" y="312828"/>
                  </a:cubicBezTo>
                  <a:cubicBezTo>
                    <a:pt x="2010569" y="312828"/>
                    <a:pt x="2247106" y="957465"/>
                    <a:pt x="2483644" y="957465"/>
                  </a:cubicBezTo>
                  <a:cubicBezTo>
                    <a:pt x="2601912" y="957465"/>
                    <a:pt x="2720181" y="957465"/>
                    <a:pt x="2838450" y="957465"/>
                  </a:cubicBezTo>
                  <a:lnTo>
                    <a:pt x="2838450" y="1137131"/>
                  </a:lnTo>
                  <a:cubicBezTo>
                    <a:pt x="2720181" y="1137131"/>
                    <a:pt x="2601912" y="1137131"/>
                    <a:pt x="2483644" y="1137131"/>
                  </a:cubicBezTo>
                  <a:cubicBezTo>
                    <a:pt x="2247106" y="1137131"/>
                    <a:pt x="2010569" y="443737"/>
                    <a:pt x="1774031" y="443737"/>
                  </a:cubicBezTo>
                  <a:cubicBezTo>
                    <a:pt x="1537494" y="443737"/>
                    <a:pt x="1300956" y="775756"/>
                    <a:pt x="1064419" y="779806"/>
                  </a:cubicBezTo>
                  <a:cubicBezTo>
                    <a:pt x="827881" y="783855"/>
                    <a:pt x="591344" y="785992"/>
                    <a:pt x="354806" y="785992"/>
                  </a:cubicBezTo>
                  <a:cubicBezTo>
                    <a:pt x="236538" y="785992"/>
                    <a:pt x="118269" y="785992"/>
                    <a:pt x="0" y="785992"/>
                  </a:cubicBezTo>
                  <a:close/>
                </a:path>
              </a:pathLst>
            </a:custGeom>
            <a:solidFill>
              <a:srgbClr val="D55E00">
                <a:alpha val="3333"/>
              </a:srgbClr>
            </a:solidFill>
            <a:ln w="0">
              <a:noFill/>
            </a:ln>
          </p:spPr>
        </p:sp>
        <p:sp>
          <p:nvSpPr>
            <p:cNvPr id="2740" name="smooth-map-feature-2-shade-20">
              <a:extLst>
                <a:ext uri="{FF2B5EF4-FFF2-40B4-BE49-F238E27FC236}">
                  <a16:creationId xmlns:a16="http://schemas.microsoft.com/office/drawing/2014/main" id="{9DFF5EF0-0BEF-4A24-827D-EE37EFA4CB44}"/>
                </a:ext>
              </a:extLst>
            </p:cNvPr>
            <p:cNvSpPr>
              <a:spLocks noGrp="1"/>
            </p:cNvSpPr>
            <p:nvPr/>
          </p:nvSpPr>
          <p:spPr>
            <a:xfrm>
              <a:off x="21240750" y="6019800"/>
              <a:ext cx="2838450" cy="1143000"/>
            </a:xfrm>
            <a:custGeom>
              <a:pathLst>
                <a:path w="2838450" h="1143000">
                  <a:moveTo>
                    <a:pt x="0" y="672803"/>
                  </a:moveTo>
                  <a:cubicBezTo>
                    <a:pt x="118269" y="672803"/>
                    <a:pt x="236538" y="672803"/>
                    <a:pt x="354806" y="672803"/>
                  </a:cubicBezTo>
                  <a:cubicBezTo>
                    <a:pt x="591344" y="672803"/>
                    <a:pt x="827881" y="664915"/>
                    <a:pt x="1064419" y="651640"/>
                  </a:cubicBezTo>
                  <a:cubicBezTo>
                    <a:pt x="1300956" y="638365"/>
                    <a:pt x="1537494" y="314658"/>
                    <a:pt x="1774031" y="314658"/>
                  </a:cubicBezTo>
                  <a:cubicBezTo>
                    <a:pt x="2010569" y="314658"/>
                    <a:pt x="2247106" y="959978"/>
                    <a:pt x="2483644" y="959978"/>
                  </a:cubicBezTo>
                  <a:cubicBezTo>
                    <a:pt x="2601912" y="959978"/>
                    <a:pt x="2720181" y="959978"/>
                    <a:pt x="2838450" y="959978"/>
                  </a:cubicBezTo>
                  <a:lnTo>
                    <a:pt x="2838450" y="1134619"/>
                  </a:lnTo>
                  <a:cubicBezTo>
                    <a:pt x="2720181" y="1134619"/>
                    <a:pt x="2601912" y="1134619"/>
                    <a:pt x="2483644" y="1134619"/>
                  </a:cubicBezTo>
                  <a:cubicBezTo>
                    <a:pt x="2247106" y="1134619"/>
                    <a:pt x="2010569" y="441907"/>
                    <a:pt x="1774031" y="441907"/>
                  </a:cubicBezTo>
                  <a:cubicBezTo>
                    <a:pt x="1537494" y="441907"/>
                    <a:pt x="1300956" y="773802"/>
                    <a:pt x="1064419" y="777988"/>
                  </a:cubicBezTo>
                  <a:cubicBezTo>
                    <a:pt x="827881" y="782174"/>
                    <a:pt x="591344" y="784387"/>
                    <a:pt x="354806" y="784387"/>
                  </a:cubicBezTo>
                  <a:cubicBezTo>
                    <a:pt x="236538" y="784387"/>
                    <a:pt x="118269" y="784387"/>
                    <a:pt x="0" y="784387"/>
                  </a:cubicBezTo>
                  <a:close/>
                </a:path>
              </a:pathLst>
            </a:custGeom>
            <a:solidFill>
              <a:srgbClr val="D55E00">
                <a:alpha val="3448"/>
              </a:srgbClr>
            </a:solidFill>
            <a:ln w="0">
              <a:noFill/>
            </a:ln>
          </p:spPr>
        </p:sp>
        <p:sp>
          <p:nvSpPr>
            <p:cNvPr id="2741" name="smooth-map-feature-2-shade-21">
              <a:extLst>
                <a:ext uri="{FF2B5EF4-FFF2-40B4-BE49-F238E27FC236}">
                  <a16:creationId xmlns:a16="http://schemas.microsoft.com/office/drawing/2014/main" id="{3E0703CF-DBEF-49F8-BC7A-5EF94545DF2E}"/>
                </a:ext>
              </a:extLst>
            </p:cNvPr>
            <p:cNvSpPr>
              <a:spLocks noGrp="1"/>
            </p:cNvSpPr>
            <p:nvPr/>
          </p:nvSpPr>
          <p:spPr>
            <a:xfrm>
              <a:off x="21240750" y="6019800"/>
              <a:ext cx="2838450" cy="1143000"/>
            </a:xfrm>
            <a:custGeom>
              <a:pathLst>
                <a:path w="2838450" h="1143000">
                  <a:moveTo>
                    <a:pt x="0" y="674375"/>
                  </a:moveTo>
                  <a:cubicBezTo>
                    <a:pt x="118269" y="674375"/>
                    <a:pt x="236538" y="674375"/>
                    <a:pt x="354806" y="674375"/>
                  </a:cubicBezTo>
                  <a:cubicBezTo>
                    <a:pt x="591344" y="674375"/>
                    <a:pt x="827881" y="666572"/>
                    <a:pt x="1064419" y="653420"/>
                  </a:cubicBezTo>
                  <a:cubicBezTo>
                    <a:pt x="1300956" y="640267"/>
                    <a:pt x="1537494" y="316451"/>
                    <a:pt x="1774031" y="316451"/>
                  </a:cubicBezTo>
                  <a:cubicBezTo>
                    <a:pt x="2010569" y="316451"/>
                    <a:pt x="2247106" y="962438"/>
                    <a:pt x="2483644" y="962438"/>
                  </a:cubicBezTo>
                  <a:cubicBezTo>
                    <a:pt x="2601912" y="962438"/>
                    <a:pt x="2720181" y="962438"/>
                    <a:pt x="2838450" y="962438"/>
                  </a:cubicBezTo>
                  <a:lnTo>
                    <a:pt x="2838450" y="1132158"/>
                  </a:lnTo>
                  <a:cubicBezTo>
                    <a:pt x="2720181" y="1132158"/>
                    <a:pt x="2601912" y="1132158"/>
                    <a:pt x="2483644" y="1132158"/>
                  </a:cubicBezTo>
                  <a:cubicBezTo>
                    <a:pt x="2247106" y="1132158"/>
                    <a:pt x="2010569" y="440114"/>
                    <a:pt x="1774031" y="440114"/>
                  </a:cubicBezTo>
                  <a:cubicBezTo>
                    <a:pt x="1537494" y="440114"/>
                    <a:pt x="1300956" y="771889"/>
                    <a:pt x="1064419" y="776208"/>
                  </a:cubicBezTo>
                  <a:cubicBezTo>
                    <a:pt x="827881" y="780528"/>
                    <a:pt x="591344" y="782815"/>
                    <a:pt x="354806" y="782815"/>
                  </a:cubicBezTo>
                  <a:cubicBezTo>
                    <a:pt x="236538" y="782815"/>
                    <a:pt x="118269" y="782815"/>
                    <a:pt x="0" y="782815"/>
                  </a:cubicBezTo>
                  <a:close/>
                </a:path>
              </a:pathLst>
            </a:custGeom>
            <a:solidFill>
              <a:srgbClr val="D55E00">
                <a:alpha val="3571"/>
              </a:srgbClr>
            </a:solidFill>
            <a:ln w="0">
              <a:noFill/>
            </a:ln>
          </p:spPr>
        </p:sp>
        <p:sp>
          <p:nvSpPr>
            <p:cNvPr id="2742" name="smooth-map-feature-2-shade-22">
              <a:extLst>
                <a:ext uri="{FF2B5EF4-FFF2-40B4-BE49-F238E27FC236}">
                  <a16:creationId xmlns:a16="http://schemas.microsoft.com/office/drawing/2014/main" id="{4533D926-3557-4487-AB32-6EB78FAB6FB7}"/>
                </a:ext>
              </a:extLst>
            </p:cNvPr>
            <p:cNvSpPr>
              <a:spLocks noGrp="1"/>
            </p:cNvSpPr>
            <p:nvPr/>
          </p:nvSpPr>
          <p:spPr>
            <a:xfrm>
              <a:off x="21240750" y="6019800"/>
              <a:ext cx="2838450" cy="1143000"/>
            </a:xfrm>
            <a:custGeom>
              <a:pathLst>
                <a:path w="2838450" h="1143000">
                  <a:moveTo>
                    <a:pt x="0" y="675918"/>
                  </a:moveTo>
                  <a:cubicBezTo>
                    <a:pt x="118269" y="675918"/>
                    <a:pt x="236538" y="675918"/>
                    <a:pt x="354806" y="675918"/>
                  </a:cubicBezTo>
                  <a:cubicBezTo>
                    <a:pt x="591344" y="675918"/>
                    <a:pt x="827881" y="668198"/>
                    <a:pt x="1064419" y="655167"/>
                  </a:cubicBezTo>
                  <a:cubicBezTo>
                    <a:pt x="1300956" y="642135"/>
                    <a:pt x="1537494" y="318211"/>
                    <a:pt x="1774031" y="318211"/>
                  </a:cubicBezTo>
                  <a:cubicBezTo>
                    <a:pt x="2010569" y="318211"/>
                    <a:pt x="2247106" y="964853"/>
                    <a:pt x="2483644" y="964853"/>
                  </a:cubicBezTo>
                  <a:cubicBezTo>
                    <a:pt x="2601912" y="964853"/>
                    <a:pt x="2720181" y="964853"/>
                    <a:pt x="2838450" y="964853"/>
                  </a:cubicBezTo>
                  <a:lnTo>
                    <a:pt x="2838450" y="1129743"/>
                  </a:lnTo>
                  <a:cubicBezTo>
                    <a:pt x="2720181" y="1129743"/>
                    <a:pt x="2601912" y="1129743"/>
                    <a:pt x="2483644" y="1129743"/>
                  </a:cubicBezTo>
                  <a:cubicBezTo>
                    <a:pt x="2247106" y="1129743"/>
                    <a:pt x="2010569" y="438354"/>
                    <a:pt x="1774031" y="438354"/>
                  </a:cubicBezTo>
                  <a:cubicBezTo>
                    <a:pt x="1537494" y="438354"/>
                    <a:pt x="1300956" y="770010"/>
                    <a:pt x="1064419" y="774461"/>
                  </a:cubicBezTo>
                  <a:cubicBezTo>
                    <a:pt x="827881" y="778911"/>
                    <a:pt x="591344" y="781272"/>
                    <a:pt x="354806" y="781272"/>
                  </a:cubicBezTo>
                  <a:cubicBezTo>
                    <a:pt x="236538" y="781272"/>
                    <a:pt x="118269" y="781272"/>
                    <a:pt x="0" y="781272"/>
                  </a:cubicBezTo>
                  <a:close/>
                </a:path>
              </a:pathLst>
            </a:custGeom>
            <a:solidFill>
              <a:srgbClr val="D55E00">
                <a:alpha val="3704"/>
              </a:srgbClr>
            </a:solidFill>
            <a:ln w="0">
              <a:noFill/>
            </a:ln>
          </p:spPr>
        </p:sp>
        <p:sp>
          <p:nvSpPr>
            <p:cNvPr id="2743" name="smooth-map-feature-2-shade-23">
              <a:extLst>
                <a:ext uri="{FF2B5EF4-FFF2-40B4-BE49-F238E27FC236}">
                  <a16:creationId xmlns:a16="http://schemas.microsoft.com/office/drawing/2014/main" id="{F9B37A7B-AFA1-4726-B06D-DD83CF1D76D3}"/>
                </a:ext>
              </a:extLst>
            </p:cNvPr>
            <p:cNvSpPr>
              <a:spLocks noGrp="1"/>
            </p:cNvSpPr>
            <p:nvPr/>
          </p:nvSpPr>
          <p:spPr>
            <a:xfrm>
              <a:off x="21240750" y="6019800"/>
              <a:ext cx="2838450" cy="1143000"/>
            </a:xfrm>
            <a:custGeom>
              <a:pathLst>
                <a:path w="2838450" h="1143000">
                  <a:moveTo>
                    <a:pt x="0" y="677437"/>
                  </a:moveTo>
                  <a:cubicBezTo>
                    <a:pt x="118269" y="677437"/>
                    <a:pt x="236538" y="677437"/>
                    <a:pt x="354806" y="677437"/>
                  </a:cubicBezTo>
                  <a:cubicBezTo>
                    <a:pt x="591344" y="677437"/>
                    <a:pt x="827881" y="669799"/>
                    <a:pt x="1064419" y="656887"/>
                  </a:cubicBezTo>
                  <a:cubicBezTo>
                    <a:pt x="1300956" y="643974"/>
                    <a:pt x="1537494" y="319943"/>
                    <a:pt x="1774031" y="319943"/>
                  </a:cubicBezTo>
                  <a:cubicBezTo>
                    <a:pt x="2010569" y="319943"/>
                    <a:pt x="2247106" y="967230"/>
                    <a:pt x="2483644" y="967230"/>
                  </a:cubicBezTo>
                  <a:cubicBezTo>
                    <a:pt x="2601912" y="967230"/>
                    <a:pt x="2720181" y="967230"/>
                    <a:pt x="2838450" y="967230"/>
                  </a:cubicBezTo>
                  <a:lnTo>
                    <a:pt x="2838450" y="1127366"/>
                  </a:lnTo>
                  <a:cubicBezTo>
                    <a:pt x="2720181" y="1127366"/>
                    <a:pt x="2601912" y="1127366"/>
                    <a:pt x="2483644" y="1127366"/>
                  </a:cubicBezTo>
                  <a:cubicBezTo>
                    <a:pt x="2247106" y="1127366"/>
                    <a:pt x="2010569" y="436623"/>
                    <a:pt x="1774031" y="436623"/>
                  </a:cubicBezTo>
                  <a:cubicBezTo>
                    <a:pt x="1537494" y="436623"/>
                    <a:pt x="1300956" y="768162"/>
                    <a:pt x="1064419" y="772741"/>
                  </a:cubicBezTo>
                  <a:cubicBezTo>
                    <a:pt x="827881" y="777320"/>
                    <a:pt x="591344" y="779753"/>
                    <a:pt x="354806" y="779753"/>
                  </a:cubicBezTo>
                  <a:cubicBezTo>
                    <a:pt x="236538" y="779753"/>
                    <a:pt x="118269" y="779753"/>
                    <a:pt x="0" y="779753"/>
                  </a:cubicBezTo>
                  <a:close/>
                </a:path>
              </a:pathLst>
            </a:custGeom>
            <a:solidFill>
              <a:srgbClr val="D55E00">
                <a:alpha val="3846"/>
              </a:srgbClr>
            </a:solidFill>
            <a:ln w="0">
              <a:noFill/>
            </a:ln>
          </p:spPr>
        </p:sp>
        <p:sp>
          <p:nvSpPr>
            <p:cNvPr id="2744" name="smooth-map-feature-2-shade-24">
              <a:extLst>
                <a:ext uri="{FF2B5EF4-FFF2-40B4-BE49-F238E27FC236}">
                  <a16:creationId xmlns:a16="http://schemas.microsoft.com/office/drawing/2014/main" id="{E9AD2E52-0DFF-49DE-BA0B-BA3D04D07FC5}"/>
                </a:ext>
              </a:extLst>
            </p:cNvPr>
            <p:cNvSpPr>
              <a:spLocks noGrp="1"/>
            </p:cNvSpPr>
            <p:nvPr/>
          </p:nvSpPr>
          <p:spPr>
            <a:xfrm>
              <a:off x="21240750" y="6019800"/>
              <a:ext cx="2838450" cy="1143000"/>
            </a:xfrm>
            <a:custGeom>
              <a:pathLst>
                <a:path w="2838450" h="1143000">
                  <a:moveTo>
                    <a:pt x="0" y="678935"/>
                  </a:moveTo>
                  <a:cubicBezTo>
                    <a:pt x="118269" y="678935"/>
                    <a:pt x="236538" y="678935"/>
                    <a:pt x="354806" y="678935"/>
                  </a:cubicBezTo>
                  <a:cubicBezTo>
                    <a:pt x="591344" y="678935"/>
                    <a:pt x="827881" y="671378"/>
                    <a:pt x="1064419" y="658583"/>
                  </a:cubicBezTo>
                  <a:cubicBezTo>
                    <a:pt x="1300956" y="645788"/>
                    <a:pt x="1537494" y="321651"/>
                    <a:pt x="1774031" y="321651"/>
                  </a:cubicBezTo>
                  <a:cubicBezTo>
                    <a:pt x="2010569" y="321651"/>
                    <a:pt x="2247106" y="969575"/>
                    <a:pt x="2483644" y="969575"/>
                  </a:cubicBezTo>
                  <a:cubicBezTo>
                    <a:pt x="2601912" y="969575"/>
                    <a:pt x="2720181" y="969575"/>
                    <a:pt x="2838450" y="969575"/>
                  </a:cubicBezTo>
                  <a:lnTo>
                    <a:pt x="2838450" y="1125022"/>
                  </a:lnTo>
                  <a:cubicBezTo>
                    <a:pt x="2720181" y="1125022"/>
                    <a:pt x="2601912" y="1125022"/>
                    <a:pt x="2483644" y="1125022"/>
                  </a:cubicBezTo>
                  <a:cubicBezTo>
                    <a:pt x="2247106" y="1125022"/>
                    <a:pt x="2010569" y="434914"/>
                    <a:pt x="1774031" y="434914"/>
                  </a:cubicBezTo>
                  <a:cubicBezTo>
                    <a:pt x="1537494" y="434914"/>
                    <a:pt x="1300956" y="766339"/>
                    <a:pt x="1064419" y="771045"/>
                  </a:cubicBezTo>
                  <a:cubicBezTo>
                    <a:pt x="827881" y="775751"/>
                    <a:pt x="591344" y="778255"/>
                    <a:pt x="354806" y="778255"/>
                  </a:cubicBezTo>
                  <a:cubicBezTo>
                    <a:pt x="236538" y="778255"/>
                    <a:pt x="118269" y="778255"/>
                    <a:pt x="0" y="778255"/>
                  </a:cubicBezTo>
                  <a:close/>
                </a:path>
              </a:pathLst>
            </a:custGeom>
            <a:solidFill>
              <a:srgbClr val="D55E00">
                <a:alpha val="4000"/>
              </a:srgbClr>
            </a:solidFill>
            <a:ln w="0">
              <a:noFill/>
            </a:ln>
          </p:spPr>
        </p:sp>
        <p:sp>
          <p:nvSpPr>
            <p:cNvPr id="2745" name="smooth-map-feature-2-shade-25">
              <a:extLst>
                <a:ext uri="{FF2B5EF4-FFF2-40B4-BE49-F238E27FC236}">
                  <a16:creationId xmlns:a16="http://schemas.microsoft.com/office/drawing/2014/main" id="{EF6D5DB6-0596-45B3-AB24-20F892ECB9FB}"/>
                </a:ext>
              </a:extLst>
            </p:cNvPr>
            <p:cNvSpPr>
              <a:spLocks noGrp="1"/>
            </p:cNvSpPr>
            <p:nvPr/>
          </p:nvSpPr>
          <p:spPr>
            <a:xfrm>
              <a:off x="21240750" y="6019800"/>
              <a:ext cx="2838450" cy="1143000"/>
            </a:xfrm>
            <a:custGeom>
              <a:pathLst>
                <a:path w="2838450" h="1143000">
                  <a:moveTo>
                    <a:pt x="0" y="680416"/>
                  </a:moveTo>
                  <a:cubicBezTo>
                    <a:pt x="118269" y="680416"/>
                    <a:pt x="236538" y="680416"/>
                    <a:pt x="354806" y="680416"/>
                  </a:cubicBezTo>
                  <a:cubicBezTo>
                    <a:pt x="591344" y="680416"/>
                    <a:pt x="827881" y="672939"/>
                    <a:pt x="1064419" y="660260"/>
                  </a:cubicBezTo>
                  <a:cubicBezTo>
                    <a:pt x="1300956" y="647581"/>
                    <a:pt x="1537494" y="323340"/>
                    <a:pt x="1774031" y="323340"/>
                  </a:cubicBezTo>
                  <a:cubicBezTo>
                    <a:pt x="2010569" y="323340"/>
                    <a:pt x="2247106" y="971893"/>
                    <a:pt x="2483644" y="971893"/>
                  </a:cubicBezTo>
                  <a:cubicBezTo>
                    <a:pt x="2601912" y="971893"/>
                    <a:pt x="2720181" y="971893"/>
                    <a:pt x="2838450" y="971893"/>
                  </a:cubicBezTo>
                  <a:lnTo>
                    <a:pt x="2838450" y="1122703"/>
                  </a:lnTo>
                  <a:cubicBezTo>
                    <a:pt x="2720181" y="1122703"/>
                    <a:pt x="2601912" y="1122703"/>
                    <a:pt x="2483644" y="1122703"/>
                  </a:cubicBezTo>
                  <a:cubicBezTo>
                    <a:pt x="2247106" y="1122703"/>
                    <a:pt x="2010569" y="433225"/>
                    <a:pt x="1774031" y="433225"/>
                  </a:cubicBezTo>
                  <a:cubicBezTo>
                    <a:pt x="1537494" y="433225"/>
                    <a:pt x="1300956" y="764537"/>
                    <a:pt x="1064419" y="769368"/>
                  </a:cubicBezTo>
                  <a:cubicBezTo>
                    <a:pt x="827881" y="774199"/>
                    <a:pt x="591344" y="776774"/>
                    <a:pt x="354806" y="776774"/>
                  </a:cubicBezTo>
                  <a:cubicBezTo>
                    <a:pt x="236538" y="776774"/>
                    <a:pt x="118269" y="776774"/>
                    <a:pt x="0" y="776774"/>
                  </a:cubicBezTo>
                  <a:close/>
                </a:path>
              </a:pathLst>
            </a:custGeom>
            <a:solidFill>
              <a:srgbClr val="D55E00">
                <a:alpha val="4167"/>
              </a:srgbClr>
            </a:solidFill>
            <a:ln w="0">
              <a:noFill/>
            </a:ln>
          </p:spPr>
        </p:sp>
        <p:sp>
          <p:nvSpPr>
            <p:cNvPr id="2746" name="smooth-map-feature-2-shade-26">
              <a:extLst>
                <a:ext uri="{FF2B5EF4-FFF2-40B4-BE49-F238E27FC236}">
                  <a16:creationId xmlns:a16="http://schemas.microsoft.com/office/drawing/2014/main" id="{D9B0FDDF-0241-447F-B2B5-BC0B11090905}"/>
                </a:ext>
              </a:extLst>
            </p:cNvPr>
            <p:cNvSpPr>
              <a:spLocks noGrp="1"/>
            </p:cNvSpPr>
            <p:nvPr/>
          </p:nvSpPr>
          <p:spPr>
            <a:xfrm>
              <a:off x="21240750" y="6019800"/>
              <a:ext cx="2838450" cy="1143000"/>
            </a:xfrm>
            <a:custGeom>
              <a:pathLst>
                <a:path w="2838450" h="1143000">
                  <a:moveTo>
                    <a:pt x="0" y="681884"/>
                  </a:moveTo>
                  <a:cubicBezTo>
                    <a:pt x="118269" y="681884"/>
                    <a:pt x="236538" y="681884"/>
                    <a:pt x="354806" y="681884"/>
                  </a:cubicBezTo>
                  <a:cubicBezTo>
                    <a:pt x="591344" y="681884"/>
                    <a:pt x="827881" y="674486"/>
                    <a:pt x="1064419" y="661922"/>
                  </a:cubicBezTo>
                  <a:cubicBezTo>
                    <a:pt x="1300956" y="649359"/>
                    <a:pt x="1537494" y="325014"/>
                    <a:pt x="1774031" y="325014"/>
                  </a:cubicBezTo>
                  <a:cubicBezTo>
                    <a:pt x="2010569" y="325014"/>
                    <a:pt x="2247106" y="974190"/>
                    <a:pt x="2483644" y="974190"/>
                  </a:cubicBezTo>
                  <a:cubicBezTo>
                    <a:pt x="2601912" y="974190"/>
                    <a:pt x="2720181" y="974190"/>
                    <a:pt x="2838450" y="974190"/>
                  </a:cubicBezTo>
                  <a:lnTo>
                    <a:pt x="2838450" y="1120406"/>
                  </a:lnTo>
                  <a:cubicBezTo>
                    <a:pt x="2720181" y="1120406"/>
                    <a:pt x="2601912" y="1120406"/>
                    <a:pt x="2483644" y="1120406"/>
                  </a:cubicBezTo>
                  <a:cubicBezTo>
                    <a:pt x="2247106" y="1120406"/>
                    <a:pt x="2010569" y="431551"/>
                    <a:pt x="1774031" y="431551"/>
                  </a:cubicBezTo>
                  <a:cubicBezTo>
                    <a:pt x="1537494" y="431551"/>
                    <a:pt x="1300956" y="762751"/>
                    <a:pt x="1064419" y="767706"/>
                  </a:cubicBezTo>
                  <a:cubicBezTo>
                    <a:pt x="827881" y="772660"/>
                    <a:pt x="591344" y="775306"/>
                    <a:pt x="354806" y="775306"/>
                  </a:cubicBezTo>
                  <a:cubicBezTo>
                    <a:pt x="236538" y="775306"/>
                    <a:pt x="118269" y="775306"/>
                    <a:pt x="0" y="775306"/>
                  </a:cubicBezTo>
                  <a:close/>
                </a:path>
              </a:pathLst>
            </a:custGeom>
            <a:solidFill>
              <a:srgbClr val="D55E00">
                <a:alpha val="4348"/>
              </a:srgbClr>
            </a:solidFill>
            <a:ln w="0">
              <a:noFill/>
            </a:ln>
          </p:spPr>
        </p:sp>
        <p:sp>
          <p:nvSpPr>
            <p:cNvPr id="2747" name="smooth-map-feature-2-shade-27">
              <a:extLst>
                <a:ext uri="{FF2B5EF4-FFF2-40B4-BE49-F238E27FC236}">
                  <a16:creationId xmlns:a16="http://schemas.microsoft.com/office/drawing/2014/main" id="{319D646E-FC21-4EF7-AE68-49A4096EF878}"/>
                </a:ext>
              </a:extLst>
            </p:cNvPr>
            <p:cNvSpPr>
              <a:spLocks noGrp="1"/>
            </p:cNvSpPr>
            <p:nvPr/>
          </p:nvSpPr>
          <p:spPr>
            <a:xfrm>
              <a:off x="21240750" y="6019800"/>
              <a:ext cx="2838450" cy="1143000"/>
            </a:xfrm>
            <a:custGeom>
              <a:pathLst>
                <a:path w="2838450" h="1143000">
                  <a:moveTo>
                    <a:pt x="0" y="683342"/>
                  </a:moveTo>
                  <a:cubicBezTo>
                    <a:pt x="118269" y="683342"/>
                    <a:pt x="236538" y="683342"/>
                    <a:pt x="354806" y="683342"/>
                  </a:cubicBezTo>
                  <a:cubicBezTo>
                    <a:pt x="591344" y="683342"/>
                    <a:pt x="827881" y="676021"/>
                    <a:pt x="1064419" y="663573"/>
                  </a:cubicBezTo>
                  <a:cubicBezTo>
                    <a:pt x="1300956" y="651124"/>
                    <a:pt x="1537494" y="326676"/>
                    <a:pt x="1774031" y="326676"/>
                  </a:cubicBezTo>
                  <a:cubicBezTo>
                    <a:pt x="2010569" y="326676"/>
                    <a:pt x="2247106" y="976472"/>
                    <a:pt x="2483644" y="976472"/>
                  </a:cubicBezTo>
                  <a:cubicBezTo>
                    <a:pt x="2601912" y="976472"/>
                    <a:pt x="2720181" y="976472"/>
                    <a:pt x="2838450" y="976472"/>
                  </a:cubicBezTo>
                  <a:lnTo>
                    <a:pt x="2838450" y="1118124"/>
                  </a:lnTo>
                  <a:cubicBezTo>
                    <a:pt x="2720181" y="1118124"/>
                    <a:pt x="2601912" y="1118124"/>
                    <a:pt x="2483644" y="1118124"/>
                  </a:cubicBezTo>
                  <a:cubicBezTo>
                    <a:pt x="2247106" y="1118124"/>
                    <a:pt x="2010569" y="429889"/>
                    <a:pt x="1774031" y="429889"/>
                  </a:cubicBezTo>
                  <a:cubicBezTo>
                    <a:pt x="1537494" y="429889"/>
                    <a:pt x="1300956" y="760977"/>
                    <a:pt x="1064419" y="766055"/>
                  </a:cubicBezTo>
                  <a:cubicBezTo>
                    <a:pt x="827881" y="771133"/>
                    <a:pt x="591344" y="773848"/>
                    <a:pt x="354806" y="773848"/>
                  </a:cubicBezTo>
                  <a:cubicBezTo>
                    <a:pt x="236538" y="773848"/>
                    <a:pt x="118269" y="773848"/>
                    <a:pt x="0" y="773848"/>
                  </a:cubicBezTo>
                  <a:close/>
                </a:path>
              </a:pathLst>
            </a:custGeom>
            <a:solidFill>
              <a:srgbClr val="D55E00">
                <a:alpha val="4545"/>
              </a:srgbClr>
            </a:solidFill>
            <a:ln w="0">
              <a:noFill/>
            </a:ln>
          </p:spPr>
        </p:sp>
        <p:sp>
          <p:nvSpPr>
            <p:cNvPr id="2748" name="smooth-map-feature-2-shade-28">
              <a:extLst>
                <a:ext uri="{FF2B5EF4-FFF2-40B4-BE49-F238E27FC236}">
                  <a16:creationId xmlns:a16="http://schemas.microsoft.com/office/drawing/2014/main" id="{85DB55EB-4EA3-47C6-BA65-7990C1CF1FA6}"/>
                </a:ext>
              </a:extLst>
            </p:cNvPr>
            <p:cNvSpPr>
              <a:spLocks noGrp="1"/>
            </p:cNvSpPr>
            <p:nvPr/>
          </p:nvSpPr>
          <p:spPr>
            <a:xfrm>
              <a:off x="21240750" y="6019800"/>
              <a:ext cx="2838450" cy="1143000"/>
            </a:xfrm>
            <a:custGeom>
              <a:pathLst>
                <a:path w="2838450" h="1143000">
                  <a:moveTo>
                    <a:pt x="0" y="684793"/>
                  </a:moveTo>
                  <a:cubicBezTo>
                    <a:pt x="118269" y="684793"/>
                    <a:pt x="236538" y="684793"/>
                    <a:pt x="354806" y="684793"/>
                  </a:cubicBezTo>
                  <a:cubicBezTo>
                    <a:pt x="591344" y="684793"/>
                    <a:pt x="827881" y="677550"/>
                    <a:pt x="1064419" y="665216"/>
                  </a:cubicBezTo>
                  <a:cubicBezTo>
                    <a:pt x="1300956" y="652881"/>
                    <a:pt x="1537494" y="328331"/>
                    <a:pt x="1774031" y="328331"/>
                  </a:cubicBezTo>
                  <a:cubicBezTo>
                    <a:pt x="2010569" y="328331"/>
                    <a:pt x="2247106" y="978743"/>
                    <a:pt x="2483644" y="978743"/>
                  </a:cubicBezTo>
                  <a:cubicBezTo>
                    <a:pt x="2601912" y="978743"/>
                    <a:pt x="2720181" y="978743"/>
                    <a:pt x="2838450" y="978743"/>
                  </a:cubicBezTo>
                  <a:lnTo>
                    <a:pt x="2838450" y="1115853"/>
                  </a:lnTo>
                  <a:cubicBezTo>
                    <a:pt x="2720181" y="1115853"/>
                    <a:pt x="2601912" y="1115853"/>
                    <a:pt x="2483644" y="1115853"/>
                  </a:cubicBezTo>
                  <a:cubicBezTo>
                    <a:pt x="2247106" y="1115853"/>
                    <a:pt x="2010569" y="428234"/>
                    <a:pt x="1774031" y="428234"/>
                  </a:cubicBezTo>
                  <a:cubicBezTo>
                    <a:pt x="1537494" y="428234"/>
                    <a:pt x="1300956" y="759212"/>
                    <a:pt x="1064419" y="764412"/>
                  </a:cubicBezTo>
                  <a:cubicBezTo>
                    <a:pt x="827881" y="769612"/>
                    <a:pt x="591344" y="772397"/>
                    <a:pt x="354806" y="772397"/>
                  </a:cubicBezTo>
                  <a:cubicBezTo>
                    <a:pt x="236538" y="772397"/>
                    <a:pt x="118269" y="772397"/>
                    <a:pt x="0" y="772397"/>
                  </a:cubicBezTo>
                  <a:close/>
                </a:path>
              </a:pathLst>
            </a:custGeom>
            <a:solidFill>
              <a:srgbClr val="D55E00">
                <a:alpha val="4762"/>
              </a:srgbClr>
            </a:solidFill>
            <a:ln w="0">
              <a:noFill/>
            </a:ln>
          </p:spPr>
        </p:sp>
        <p:sp>
          <p:nvSpPr>
            <p:cNvPr id="2749" name="smooth-map-feature-2-shade-29">
              <a:extLst>
                <a:ext uri="{FF2B5EF4-FFF2-40B4-BE49-F238E27FC236}">
                  <a16:creationId xmlns:a16="http://schemas.microsoft.com/office/drawing/2014/main" id="{338296F8-5F49-4061-991E-46C2491A81E3}"/>
                </a:ext>
              </a:extLst>
            </p:cNvPr>
            <p:cNvSpPr>
              <a:spLocks noGrp="1"/>
            </p:cNvSpPr>
            <p:nvPr/>
          </p:nvSpPr>
          <p:spPr>
            <a:xfrm>
              <a:off x="21240750" y="6019800"/>
              <a:ext cx="2838450" cy="1143000"/>
            </a:xfrm>
            <a:custGeom>
              <a:pathLst>
                <a:path w="2838450" h="1143000">
                  <a:moveTo>
                    <a:pt x="0" y="686240"/>
                  </a:moveTo>
                  <a:cubicBezTo>
                    <a:pt x="118269" y="686240"/>
                    <a:pt x="236538" y="686240"/>
                    <a:pt x="354806" y="686240"/>
                  </a:cubicBezTo>
                  <a:cubicBezTo>
                    <a:pt x="591344" y="686240"/>
                    <a:pt x="827881" y="679075"/>
                    <a:pt x="1064419" y="666855"/>
                  </a:cubicBezTo>
                  <a:cubicBezTo>
                    <a:pt x="1300956" y="654635"/>
                    <a:pt x="1537494" y="329982"/>
                    <a:pt x="1774031" y="329982"/>
                  </a:cubicBezTo>
                  <a:cubicBezTo>
                    <a:pt x="2010569" y="329982"/>
                    <a:pt x="2247106" y="981008"/>
                    <a:pt x="2483644" y="981008"/>
                  </a:cubicBezTo>
                  <a:cubicBezTo>
                    <a:pt x="2601912" y="981008"/>
                    <a:pt x="2720181" y="981008"/>
                    <a:pt x="2838450" y="981008"/>
                  </a:cubicBezTo>
                  <a:lnTo>
                    <a:pt x="2838450" y="1113588"/>
                  </a:lnTo>
                  <a:cubicBezTo>
                    <a:pt x="2720181" y="1113588"/>
                    <a:pt x="2601912" y="1113588"/>
                    <a:pt x="2483644" y="1113588"/>
                  </a:cubicBezTo>
                  <a:cubicBezTo>
                    <a:pt x="2247106" y="1113588"/>
                    <a:pt x="2010569" y="426583"/>
                    <a:pt x="1774031" y="426583"/>
                  </a:cubicBezTo>
                  <a:cubicBezTo>
                    <a:pt x="1537494" y="426583"/>
                    <a:pt x="1300956" y="757451"/>
                    <a:pt x="1064419" y="762773"/>
                  </a:cubicBezTo>
                  <a:cubicBezTo>
                    <a:pt x="827881" y="768094"/>
                    <a:pt x="591344" y="770949"/>
                    <a:pt x="354806" y="770949"/>
                  </a:cubicBezTo>
                  <a:cubicBezTo>
                    <a:pt x="236538" y="770949"/>
                    <a:pt x="118269" y="770949"/>
                    <a:pt x="0" y="770949"/>
                  </a:cubicBezTo>
                  <a:close/>
                </a:path>
              </a:pathLst>
            </a:custGeom>
            <a:solidFill>
              <a:srgbClr val="D55E00">
                <a:alpha val="5000"/>
              </a:srgbClr>
            </a:solidFill>
            <a:ln w="0">
              <a:noFill/>
            </a:ln>
          </p:spPr>
        </p:sp>
        <p:sp>
          <p:nvSpPr>
            <p:cNvPr id="2750" name="smooth-map-feature-2-shade-30">
              <a:extLst>
                <a:ext uri="{FF2B5EF4-FFF2-40B4-BE49-F238E27FC236}">
                  <a16:creationId xmlns:a16="http://schemas.microsoft.com/office/drawing/2014/main" id="{1BFBE45A-BAF1-43CB-9142-0D033ED81862}"/>
                </a:ext>
              </a:extLst>
            </p:cNvPr>
            <p:cNvSpPr>
              <a:spLocks noGrp="1"/>
            </p:cNvSpPr>
            <p:nvPr/>
          </p:nvSpPr>
          <p:spPr>
            <a:xfrm>
              <a:off x="21240750" y="6019800"/>
              <a:ext cx="2838450" cy="1143000"/>
            </a:xfrm>
            <a:custGeom>
              <a:pathLst>
                <a:path w="2838450" h="1143000">
                  <a:moveTo>
                    <a:pt x="0" y="687688"/>
                  </a:moveTo>
                  <a:cubicBezTo>
                    <a:pt x="118269" y="687688"/>
                    <a:pt x="236538" y="687688"/>
                    <a:pt x="354806" y="687688"/>
                  </a:cubicBezTo>
                  <a:cubicBezTo>
                    <a:pt x="591344" y="687688"/>
                    <a:pt x="827881" y="680600"/>
                    <a:pt x="1064419" y="668494"/>
                  </a:cubicBezTo>
                  <a:cubicBezTo>
                    <a:pt x="1300956" y="656388"/>
                    <a:pt x="1537494" y="331633"/>
                    <a:pt x="1774031" y="331633"/>
                  </a:cubicBezTo>
                  <a:cubicBezTo>
                    <a:pt x="2010569" y="331633"/>
                    <a:pt x="2247106" y="983274"/>
                    <a:pt x="2483644" y="983274"/>
                  </a:cubicBezTo>
                  <a:cubicBezTo>
                    <a:pt x="2601912" y="983274"/>
                    <a:pt x="2720181" y="983274"/>
                    <a:pt x="2838450" y="983274"/>
                  </a:cubicBezTo>
                  <a:lnTo>
                    <a:pt x="2838450" y="1111322"/>
                  </a:lnTo>
                  <a:cubicBezTo>
                    <a:pt x="2720181" y="1111322"/>
                    <a:pt x="2601912" y="1111322"/>
                    <a:pt x="2483644" y="1111322"/>
                  </a:cubicBezTo>
                  <a:cubicBezTo>
                    <a:pt x="2247106" y="1111322"/>
                    <a:pt x="2010569" y="424932"/>
                    <a:pt x="1774031" y="424932"/>
                  </a:cubicBezTo>
                  <a:cubicBezTo>
                    <a:pt x="1537494" y="424932"/>
                    <a:pt x="1300956" y="755690"/>
                    <a:pt x="1064419" y="761134"/>
                  </a:cubicBezTo>
                  <a:cubicBezTo>
                    <a:pt x="827881" y="766577"/>
                    <a:pt x="591344" y="769502"/>
                    <a:pt x="354806" y="769502"/>
                  </a:cubicBezTo>
                  <a:cubicBezTo>
                    <a:pt x="236538" y="769502"/>
                    <a:pt x="118269" y="769502"/>
                    <a:pt x="0" y="769502"/>
                  </a:cubicBezTo>
                  <a:close/>
                </a:path>
              </a:pathLst>
            </a:custGeom>
            <a:solidFill>
              <a:srgbClr val="D55E00">
                <a:alpha val="5263"/>
              </a:srgbClr>
            </a:solidFill>
            <a:ln w="0">
              <a:noFill/>
            </a:ln>
          </p:spPr>
        </p:sp>
        <p:sp>
          <p:nvSpPr>
            <p:cNvPr id="2751" name="smooth-map-feature-2-shade-31">
              <a:extLst>
                <a:ext uri="{FF2B5EF4-FFF2-40B4-BE49-F238E27FC236}">
                  <a16:creationId xmlns:a16="http://schemas.microsoft.com/office/drawing/2014/main" id="{6CFB2A53-01DC-461B-8F9E-F7BC739D0F90}"/>
                </a:ext>
              </a:extLst>
            </p:cNvPr>
            <p:cNvSpPr>
              <a:spLocks noGrp="1"/>
            </p:cNvSpPr>
            <p:nvPr/>
          </p:nvSpPr>
          <p:spPr>
            <a:xfrm>
              <a:off x="21240750" y="6019800"/>
              <a:ext cx="2838450" cy="1143000"/>
            </a:xfrm>
            <a:custGeom>
              <a:pathLst>
                <a:path w="2838450" h="1143000">
                  <a:moveTo>
                    <a:pt x="0" y="689139"/>
                  </a:moveTo>
                  <a:cubicBezTo>
                    <a:pt x="118269" y="689139"/>
                    <a:pt x="236538" y="689139"/>
                    <a:pt x="354806" y="689139"/>
                  </a:cubicBezTo>
                  <a:cubicBezTo>
                    <a:pt x="591344" y="689139"/>
                    <a:pt x="827881" y="682128"/>
                    <a:pt x="1064419" y="670137"/>
                  </a:cubicBezTo>
                  <a:cubicBezTo>
                    <a:pt x="1300956" y="658146"/>
                    <a:pt x="1537494" y="333287"/>
                    <a:pt x="1774031" y="333287"/>
                  </a:cubicBezTo>
                  <a:cubicBezTo>
                    <a:pt x="2010569" y="333287"/>
                    <a:pt x="2247106" y="985545"/>
                    <a:pt x="2483644" y="985545"/>
                  </a:cubicBezTo>
                  <a:cubicBezTo>
                    <a:pt x="2601912" y="985545"/>
                    <a:pt x="2720181" y="985545"/>
                    <a:pt x="2838450" y="985545"/>
                  </a:cubicBezTo>
                  <a:lnTo>
                    <a:pt x="2838450" y="1109051"/>
                  </a:lnTo>
                  <a:cubicBezTo>
                    <a:pt x="2720181" y="1109051"/>
                    <a:pt x="2601912" y="1109051"/>
                    <a:pt x="2483644" y="1109051"/>
                  </a:cubicBezTo>
                  <a:cubicBezTo>
                    <a:pt x="2247106" y="1109051"/>
                    <a:pt x="2010569" y="423278"/>
                    <a:pt x="1774031" y="423278"/>
                  </a:cubicBezTo>
                  <a:cubicBezTo>
                    <a:pt x="1537494" y="423278"/>
                    <a:pt x="1300956" y="753926"/>
                    <a:pt x="1064419" y="759491"/>
                  </a:cubicBezTo>
                  <a:cubicBezTo>
                    <a:pt x="827881" y="765056"/>
                    <a:pt x="591344" y="768051"/>
                    <a:pt x="354806" y="768051"/>
                  </a:cubicBezTo>
                  <a:cubicBezTo>
                    <a:pt x="236538" y="768051"/>
                    <a:pt x="118269" y="768051"/>
                    <a:pt x="0" y="768051"/>
                  </a:cubicBezTo>
                  <a:close/>
                </a:path>
              </a:pathLst>
            </a:custGeom>
            <a:solidFill>
              <a:srgbClr val="D55E00">
                <a:alpha val="5556"/>
              </a:srgbClr>
            </a:solidFill>
            <a:ln w="0">
              <a:noFill/>
            </a:ln>
          </p:spPr>
        </p:sp>
        <p:sp>
          <p:nvSpPr>
            <p:cNvPr id="2752" name="smooth-map-feature-2-shade-32">
              <a:extLst>
                <a:ext uri="{FF2B5EF4-FFF2-40B4-BE49-F238E27FC236}">
                  <a16:creationId xmlns:a16="http://schemas.microsoft.com/office/drawing/2014/main" id="{09A64A8A-4F1D-4206-A7EE-AAD9A14806FA}"/>
                </a:ext>
              </a:extLst>
            </p:cNvPr>
            <p:cNvSpPr>
              <a:spLocks noGrp="1"/>
            </p:cNvSpPr>
            <p:nvPr/>
          </p:nvSpPr>
          <p:spPr>
            <a:xfrm>
              <a:off x="21240750" y="6019800"/>
              <a:ext cx="2838450" cy="1143000"/>
            </a:xfrm>
            <a:custGeom>
              <a:pathLst>
                <a:path w="2838450" h="1143000">
                  <a:moveTo>
                    <a:pt x="0" y="690596"/>
                  </a:moveTo>
                  <a:cubicBezTo>
                    <a:pt x="118269" y="690596"/>
                    <a:pt x="236538" y="690596"/>
                    <a:pt x="354806" y="690596"/>
                  </a:cubicBezTo>
                  <a:cubicBezTo>
                    <a:pt x="591344" y="690596"/>
                    <a:pt x="827881" y="683664"/>
                    <a:pt x="1064419" y="671788"/>
                  </a:cubicBezTo>
                  <a:cubicBezTo>
                    <a:pt x="1300956" y="659912"/>
                    <a:pt x="1537494" y="334950"/>
                    <a:pt x="1774031" y="334950"/>
                  </a:cubicBezTo>
                  <a:cubicBezTo>
                    <a:pt x="2010569" y="334950"/>
                    <a:pt x="2247106" y="987826"/>
                    <a:pt x="2483644" y="987826"/>
                  </a:cubicBezTo>
                  <a:cubicBezTo>
                    <a:pt x="2601912" y="987826"/>
                    <a:pt x="2720181" y="987826"/>
                    <a:pt x="2838450" y="987826"/>
                  </a:cubicBezTo>
                  <a:lnTo>
                    <a:pt x="2838450" y="1106770"/>
                  </a:lnTo>
                  <a:cubicBezTo>
                    <a:pt x="2720181" y="1106770"/>
                    <a:pt x="2601912" y="1106770"/>
                    <a:pt x="2483644" y="1106770"/>
                  </a:cubicBezTo>
                  <a:cubicBezTo>
                    <a:pt x="2247106" y="1106770"/>
                    <a:pt x="2010569" y="421615"/>
                    <a:pt x="1774031" y="421615"/>
                  </a:cubicBezTo>
                  <a:cubicBezTo>
                    <a:pt x="1537494" y="421615"/>
                    <a:pt x="1300956" y="752153"/>
                    <a:pt x="1064419" y="757840"/>
                  </a:cubicBezTo>
                  <a:cubicBezTo>
                    <a:pt x="827881" y="763527"/>
                    <a:pt x="591344" y="766593"/>
                    <a:pt x="354806" y="766593"/>
                  </a:cubicBezTo>
                  <a:cubicBezTo>
                    <a:pt x="236538" y="766593"/>
                    <a:pt x="118269" y="766593"/>
                    <a:pt x="0" y="766593"/>
                  </a:cubicBezTo>
                  <a:close/>
                </a:path>
              </a:pathLst>
            </a:custGeom>
            <a:solidFill>
              <a:srgbClr val="D55E00">
                <a:alpha val="5882"/>
              </a:srgbClr>
            </a:solidFill>
            <a:ln w="0">
              <a:noFill/>
            </a:ln>
          </p:spPr>
        </p:sp>
        <p:sp>
          <p:nvSpPr>
            <p:cNvPr id="2753" name="smooth-map-feature-2-shade-33">
              <a:extLst>
                <a:ext uri="{FF2B5EF4-FFF2-40B4-BE49-F238E27FC236}">
                  <a16:creationId xmlns:a16="http://schemas.microsoft.com/office/drawing/2014/main" id="{D5AD848D-4DC5-4F50-9AC0-40ABC938D313}"/>
                </a:ext>
              </a:extLst>
            </p:cNvPr>
            <p:cNvSpPr>
              <a:spLocks noGrp="1"/>
            </p:cNvSpPr>
            <p:nvPr/>
          </p:nvSpPr>
          <p:spPr>
            <a:xfrm>
              <a:off x="21240750" y="6019800"/>
              <a:ext cx="2838450" cy="1143000"/>
            </a:xfrm>
            <a:custGeom>
              <a:pathLst>
                <a:path w="2838450" h="1143000">
                  <a:moveTo>
                    <a:pt x="0" y="692065"/>
                  </a:moveTo>
                  <a:cubicBezTo>
                    <a:pt x="118269" y="692065"/>
                    <a:pt x="236538" y="692065"/>
                    <a:pt x="354806" y="692065"/>
                  </a:cubicBezTo>
                  <a:cubicBezTo>
                    <a:pt x="591344" y="692065"/>
                    <a:pt x="827881" y="685211"/>
                    <a:pt x="1064419" y="673451"/>
                  </a:cubicBezTo>
                  <a:cubicBezTo>
                    <a:pt x="1300956" y="661691"/>
                    <a:pt x="1537494" y="336625"/>
                    <a:pt x="1774031" y="336625"/>
                  </a:cubicBezTo>
                  <a:cubicBezTo>
                    <a:pt x="2010569" y="336625"/>
                    <a:pt x="2247106" y="990125"/>
                    <a:pt x="2483644" y="990125"/>
                  </a:cubicBezTo>
                  <a:cubicBezTo>
                    <a:pt x="2601912" y="990125"/>
                    <a:pt x="2720181" y="990125"/>
                    <a:pt x="2838450" y="990125"/>
                  </a:cubicBezTo>
                  <a:lnTo>
                    <a:pt x="2838450" y="1104471"/>
                  </a:lnTo>
                  <a:cubicBezTo>
                    <a:pt x="2720181" y="1104471"/>
                    <a:pt x="2601912" y="1104471"/>
                    <a:pt x="2483644" y="1104471"/>
                  </a:cubicBezTo>
                  <a:cubicBezTo>
                    <a:pt x="2247106" y="1104471"/>
                    <a:pt x="2010569" y="419940"/>
                    <a:pt x="1774031" y="419940"/>
                  </a:cubicBezTo>
                  <a:cubicBezTo>
                    <a:pt x="1537494" y="419940"/>
                    <a:pt x="1300956" y="750367"/>
                    <a:pt x="1064419" y="756177"/>
                  </a:cubicBezTo>
                  <a:cubicBezTo>
                    <a:pt x="827881" y="761987"/>
                    <a:pt x="591344" y="765124"/>
                    <a:pt x="354806" y="765124"/>
                  </a:cubicBezTo>
                  <a:cubicBezTo>
                    <a:pt x="236538" y="765124"/>
                    <a:pt x="118269" y="765124"/>
                    <a:pt x="0" y="765124"/>
                  </a:cubicBezTo>
                  <a:close/>
                </a:path>
              </a:pathLst>
            </a:custGeom>
            <a:solidFill>
              <a:srgbClr val="D55E00">
                <a:alpha val="6250"/>
              </a:srgbClr>
            </a:solidFill>
            <a:ln w="0">
              <a:noFill/>
            </a:ln>
          </p:spPr>
        </p:sp>
        <p:sp>
          <p:nvSpPr>
            <p:cNvPr id="2754" name="smooth-map-feature-2-shade-34">
              <a:extLst>
                <a:ext uri="{FF2B5EF4-FFF2-40B4-BE49-F238E27FC236}">
                  <a16:creationId xmlns:a16="http://schemas.microsoft.com/office/drawing/2014/main" id="{E7E1055C-DD04-4F48-96FA-238F842D52F2}"/>
                </a:ext>
              </a:extLst>
            </p:cNvPr>
            <p:cNvSpPr>
              <a:spLocks noGrp="1"/>
            </p:cNvSpPr>
            <p:nvPr/>
          </p:nvSpPr>
          <p:spPr>
            <a:xfrm>
              <a:off x="21240750" y="6019800"/>
              <a:ext cx="2838450" cy="1143000"/>
            </a:xfrm>
            <a:custGeom>
              <a:pathLst>
                <a:path w="2838450" h="1143000">
                  <a:moveTo>
                    <a:pt x="0" y="693549"/>
                  </a:moveTo>
                  <a:cubicBezTo>
                    <a:pt x="118269" y="693549"/>
                    <a:pt x="236538" y="693549"/>
                    <a:pt x="354806" y="693549"/>
                  </a:cubicBezTo>
                  <a:cubicBezTo>
                    <a:pt x="591344" y="693549"/>
                    <a:pt x="827881" y="686773"/>
                    <a:pt x="1064419" y="675131"/>
                  </a:cubicBezTo>
                  <a:cubicBezTo>
                    <a:pt x="1300956" y="663489"/>
                    <a:pt x="1537494" y="338317"/>
                    <a:pt x="1774031" y="338317"/>
                  </a:cubicBezTo>
                  <a:cubicBezTo>
                    <a:pt x="2010569" y="338317"/>
                    <a:pt x="2247106" y="992448"/>
                    <a:pt x="2483644" y="992448"/>
                  </a:cubicBezTo>
                  <a:cubicBezTo>
                    <a:pt x="2601912" y="992448"/>
                    <a:pt x="2720181" y="992448"/>
                    <a:pt x="2838450" y="992448"/>
                  </a:cubicBezTo>
                  <a:lnTo>
                    <a:pt x="2838450" y="1102148"/>
                  </a:lnTo>
                  <a:cubicBezTo>
                    <a:pt x="2720181" y="1102148"/>
                    <a:pt x="2601912" y="1102148"/>
                    <a:pt x="2483644" y="1102148"/>
                  </a:cubicBezTo>
                  <a:cubicBezTo>
                    <a:pt x="2247106" y="1102148"/>
                    <a:pt x="2010569" y="418248"/>
                    <a:pt x="1774031" y="418248"/>
                  </a:cubicBezTo>
                  <a:cubicBezTo>
                    <a:pt x="1537494" y="418248"/>
                    <a:pt x="1300956" y="748562"/>
                    <a:pt x="1064419" y="754497"/>
                  </a:cubicBezTo>
                  <a:cubicBezTo>
                    <a:pt x="827881" y="760431"/>
                    <a:pt x="591344" y="763640"/>
                    <a:pt x="354806" y="763640"/>
                  </a:cubicBezTo>
                  <a:cubicBezTo>
                    <a:pt x="236538" y="763640"/>
                    <a:pt x="118269" y="763640"/>
                    <a:pt x="0" y="763640"/>
                  </a:cubicBezTo>
                  <a:close/>
                </a:path>
              </a:pathLst>
            </a:custGeom>
            <a:solidFill>
              <a:srgbClr val="D55E00">
                <a:alpha val="6667"/>
              </a:srgbClr>
            </a:solidFill>
            <a:ln w="0">
              <a:noFill/>
            </a:ln>
          </p:spPr>
        </p:sp>
        <p:sp>
          <p:nvSpPr>
            <p:cNvPr id="2755" name="smooth-map-feature-2-shade-35">
              <a:extLst>
                <a:ext uri="{FF2B5EF4-FFF2-40B4-BE49-F238E27FC236}">
                  <a16:creationId xmlns:a16="http://schemas.microsoft.com/office/drawing/2014/main" id="{74AADCED-47C1-483C-8291-69200681AD42}"/>
                </a:ext>
              </a:extLst>
            </p:cNvPr>
            <p:cNvSpPr>
              <a:spLocks noGrp="1"/>
            </p:cNvSpPr>
            <p:nvPr/>
          </p:nvSpPr>
          <p:spPr>
            <a:xfrm>
              <a:off x="21240750" y="6019800"/>
              <a:ext cx="2838450" cy="1143000"/>
            </a:xfrm>
            <a:custGeom>
              <a:pathLst>
                <a:path w="2838450" h="1143000">
                  <a:moveTo>
                    <a:pt x="0" y="695053"/>
                  </a:moveTo>
                  <a:cubicBezTo>
                    <a:pt x="118269" y="695053"/>
                    <a:pt x="236538" y="695053"/>
                    <a:pt x="354806" y="695053"/>
                  </a:cubicBezTo>
                  <a:cubicBezTo>
                    <a:pt x="591344" y="695053"/>
                    <a:pt x="827881" y="688357"/>
                    <a:pt x="1064419" y="676834"/>
                  </a:cubicBezTo>
                  <a:cubicBezTo>
                    <a:pt x="1300956" y="665311"/>
                    <a:pt x="1537494" y="340032"/>
                    <a:pt x="1774031" y="340032"/>
                  </a:cubicBezTo>
                  <a:cubicBezTo>
                    <a:pt x="2010569" y="340032"/>
                    <a:pt x="2247106" y="994802"/>
                    <a:pt x="2483644" y="994802"/>
                  </a:cubicBezTo>
                  <a:cubicBezTo>
                    <a:pt x="2601912" y="994802"/>
                    <a:pt x="2720181" y="994802"/>
                    <a:pt x="2838450" y="994802"/>
                  </a:cubicBezTo>
                  <a:lnTo>
                    <a:pt x="2838450" y="1099794"/>
                  </a:lnTo>
                  <a:cubicBezTo>
                    <a:pt x="2720181" y="1099794"/>
                    <a:pt x="2601912" y="1099794"/>
                    <a:pt x="2483644" y="1099794"/>
                  </a:cubicBezTo>
                  <a:cubicBezTo>
                    <a:pt x="2247106" y="1099794"/>
                    <a:pt x="2010569" y="416533"/>
                    <a:pt x="1774031" y="416533"/>
                  </a:cubicBezTo>
                  <a:cubicBezTo>
                    <a:pt x="1537494" y="416533"/>
                    <a:pt x="1300956" y="746733"/>
                    <a:pt x="1064419" y="752794"/>
                  </a:cubicBezTo>
                  <a:cubicBezTo>
                    <a:pt x="827881" y="758854"/>
                    <a:pt x="591344" y="762136"/>
                    <a:pt x="354806" y="762136"/>
                  </a:cubicBezTo>
                  <a:cubicBezTo>
                    <a:pt x="236538" y="762136"/>
                    <a:pt x="118269" y="762136"/>
                    <a:pt x="0" y="762136"/>
                  </a:cubicBezTo>
                  <a:close/>
                </a:path>
              </a:pathLst>
            </a:custGeom>
            <a:solidFill>
              <a:srgbClr val="D55E00">
                <a:alpha val="7143"/>
              </a:srgbClr>
            </a:solidFill>
            <a:ln w="0">
              <a:noFill/>
            </a:ln>
          </p:spPr>
        </p:sp>
        <p:sp>
          <p:nvSpPr>
            <p:cNvPr id="2756" name="smooth-map-feature-2-shade-36">
              <a:extLst>
                <a:ext uri="{FF2B5EF4-FFF2-40B4-BE49-F238E27FC236}">
                  <a16:creationId xmlns:a16="http://schemas.microsoft.com/office/drawing/2014/main" id="{17C350BE-1B92-4785-B129-7A62791AFD22}"/>
                </a:ext>
              </a:extLst>
            </p:cNvPr>
            <p:cNvSpPr>
              <a:spLocks noGrp="1"/>
            </p:cNvSpPr>
            <p:nvPr/>
          </p:nvSpPr>
          <p:spPr>
            <a:xfrm>
              <a:off x="21240750" y="6019800"/>
              <a:ext cx="2838450" cy="1143000"/>
            </a:xfrm>
            <a:custGeom>
              <a:pathLst>
                <a:path w="2838450" h="1143000">
                  <a:moveTo>
                    <a:pt x="0" y="696583"/>
                  </a:moveTo>
                  <a:cubicBezTo>
                    <a:pt x="118269" y="696583"/>
                    <a:pt x="236538" y="696583"/>
                    <a:pt x="354806" y="696583"/>
                  </a:cubicBezTo>
                  <a:cubicBezTo>
                    <a:pt x="591344" y="696583"/>
                    <a:pt x="827881" y="689967"/>
                    <a:pt x="1064419" y="678566"/>
                  </a:cubicBezTo>
                  <a:cubicBezTo>
                    <a:pt x="1300956" y="667165"/>
                    <a:pt x="1537494" y="341777"/>
                    <a:pt x="1774031" y="341777"/>
                  </a:cubicBezTo>
                  <a:cubicBezTo>
                    <a:pt x="2010569" y="341777"/>
                    <a:pt x="2247106" y="997196"/>
                    <a:pt x="2483644" y="997196"/>
                  </a:cubicBezTo>
                  <a:cubicBezTo>
                    <a:pt x="2601912" y="997196"/>
                    <a:pt x="2720181" y="997196"/>
                    <a:pt x="2838450" y="997196"/>
                  </a:cubicBezTo>
                  <a:lnTo>
                    <a:pt x="2838450" y="1097400"/>
                  </a:lnTo>
                  <a:cubicBezTo>
                    <a:pt x="2720181" y="1097400"/>
                    <a:pt x="2601912" y="1097400"/>
                    <a:pt x="2483644" y="1097400"/>
                  </a:cubicBezTo>
                  <a:cubicBezTo>
                    <a:pt x="2247106" y="1097400"/>
                    <a:pt x="2010569" y="414789"/>
                    <a:pt x="1774031" y="414789"/>
                  </a:cubicBezTo>
                  <a:cubicBezTo>
                    <a:pt x="1537494" y="414789"/>
                    <a:pt x="1300956" y="744874"/>
                    <a:pt x="1064419" y="751062"/>
                  </a:cubicBezTo>
                  <a:cubicBezTo>
                    <a:pt x="827881" y="757249"/>
                    <a:pt x="591344" y="760607"/>
                    <a:pt x="354806" y="760607"/>
                  </a:cubicBezTo>
                  <a:cubicBezTo>
                    <a:pt x="236538" y="760607"/>
                    <a:pt x="118269" y="760607"/>
                    <a:pt x="0" y="760607"/>
                  </a:cubicBezTo>
                  <a:close/>
                </a:path>
              </a:pathLst>
            </a:custGeom>
            <a:solidFill>
              <a:srgbClr val="D55E00">
                <a:alpha val="7692"/>
              </a:srgbClr>
            </a:solidFill>
            <a:ln w="0">
              <a:noFill/>
            </a:ln>
          </p:spPr>
        </p:sp>
        <p:sp>
          <p:nvSpPr>
            <p:cNvPr id="2757" name="smooth-map-feature-2-shade-37">
              <a:extLst>
                <a:ext uri="{FF2B5EF4-FFF2-40B4-BE49-F238E27FC236}">
                  <a16:creationId xmlns:a16="http://schemas.microsoft.com/office/drawing/2014/main" id="{2CCDD24A-4904-4F3D-BA59-7E6D4F08C5EB}"/>
                </a:ext>
              </a:extLst>
            </p:cNvPr>
            <p:cNvSpPr>
              <a:spLocks noGrp="1"/>
            </p:cNvSpPr>
            <p:nvPr/>
          </p:nvSpPr>
          <p:spPr>
            <a:xfrm>
              <a:off x="21240750" y="6019800"/>
              <a:ext cx="2838450" cy="1143000"/>
            </a:xfrm>
            <a:custGeom>
              <a:pathLst>
                <a:path w="2838450" h="1143000">
                  <a:moveTo>
                    <a:pt x="0" y="698144"/>
                  </a:moveTo>
                  <a:cubicBezTo>
                    <a:pt x="118269" y="698144"/>
                    <a:pt x="236538" y="698144"/>
                    <a:pt x="354806" y="698144"/>
                  </a:cubicBezTo>
                  <a:cubicBezTo>
                    <a:pt x="591344" y="698144"/>
                    <a:pt x="827881" y="691611"/>
                    <a:pt x="1064419" y="680334"/>
                  </a:cubicBezTo>
                  <a:cubicBezTo>
                    <a:pt x="1300956" y="669057"/>
                    <a:pt x="1537494" y="343557"/>
                    <a:pt x="1774031" y="343557"/>
                  </a:cubicBezTo>
                  <a:cubicBezTo>
                    <a:pt x="2010569" y="343557"/>
                    <a:pt x="2247106" y="999640"/>
                    <a:pt x="2483644" y="999640"/>
                  </a:cubicBezTo>
                  <a:cubicBezTo>
                    <a:pt x="2601912" y="999640"/>
                    <a:pt x="2720181" y="999640"/>
                    <a:pt x="2838450" y="999640"/>
                  </a:cubicBezTo>
                  <a:lnTo>
                    <a:pt x="2838450" y="1094956"/>
                  </a:lnTo>
                  <a:cubicBezTo>
                    <a:pt x="2720181" y="1094956"/>
                    <a:pt x="2601912" y="1094956"/>
                    <a:pt x="2483644" y="1094956"/>
                  </a:cubicBezTo>
                  <a:cubicBezTo>
                    <a:pt x="2247106" y="1094956"/>
                    <a:pt x="2010569" y="413008"/>
                    <a:pt x="1774031" y="413008"/>
                  </a:cubicBezTo>
                  <a:cubicBezTo>
                    <a:pt x="1537494" y="413008"/>
                    <a:pt x="1300956" y="742976"/>
                    <a:pt x="1064419" y="749294"/>
                  </a:cubicBezTo>
                  <a:cubicBezTo>
                    <a:pt x="827881" y="755611"/>
                    <a:pt x="591344" y="759045"/>
                    <a:pt x="354806" y="759045"/>
                  </a:cubicBezTo>
                  <a:cubicBezTo>
                    <a:pt x="236538" y="759045"/>
                    <a:pt x="118269" y="759045"/>
                    <a:pt x="0" y="759045"/>
                  </a:cubicBezTo>
                  <a:close/>
                </a:path>
              </a:pathLst>
            </a:custGeom>
            <a:solidFill>
              <a:srgbClr val="D55E00">
                <a:alpha val="8333"/>
              </a:srgbClr>
            </a:solidFill>
            <a:ln w="0">
              <a:noFill/>
            </a:ln>
          </p:spPr>
        </p:sp>
        <p:sp>
          <p:nvSpPr>
            <p:cNvPr id="2758" name="smooth-map-feature-2-shade-38">
              <a:extLst>
                <a:ext uri="{FF2B5EF4-FFF2-40B4-BE49-F238E27FC236}">
                  <a16:creationId xmlns:a16="http://schemas.microsoft.com/office/drawing/2014/main" id="{8AD825C7-916E-4EC0-8A14-9C3991E0498D}"/>
                </a:ext>
              </a:extLst>
            </p:cNvPr>
            <p:cNvSpPr>
              <a:spLocks noGrp="1"/>
            </p:cNvSpPr>
            <p:nvPr/>
          </p:nvSpPr>
          <p:spPr>
            <a:xfrm>
              <a:off x="21240750" y="6019800"/>
              <a:ext cx="2838450" cy="1143000"/>
            </a:xfrm>
            <a:custGeom>
              <a:pathLst>
                <a:path w="2838450" h="1143000">
                  <a:moveTo>
                    <a:pt x="0" y="699745"/>
                  </a:moveTo>
                  <a:cubicBezTo>
                    <a:pt x="118269" y="699745"/>
                    <a:pt x="236538" y="699745"/>
                    <a:pt x="354806" y="699745"/>
                  </a:cubicBezTo>
                  <a:cubicBezTo>
                    <a:pt x="591344" y="699745"/>
                    <a:pt x="827881" y="693297"/>
                    <a:pt x="1064419" y="682147"/>
                  </a:cubicBezTo>
                  <a:cubicBezTo>
                    <a:pt x="1300956" y="670998"/>
                    <a:pt x="1537494" y="345383"/>
                    <a:pt x="1774031" y="345383"/>
                  </a:cubicBezTo>
                  <a:cubicBezTo>
                    <a:pt x="2010569" y="345383"/>
                    <a:pt x="2247106" y="1002146"/>
                    <a:pt x="2483644" y="1002146"/>
                  </a:cubicBezTo>
                  <a:cubicBezTo>
                    <a:pt x="2601912" y="1002146"/>
                    <a:pt x="2720181" y="1002146"/>
                    <a:pt x="2838450" y="1002146"/>
                  </a:cubicBezTo>
                  <a:lnTo>
                    <a:pt x="2838450" y="1092450"/>
                  </a:lnTo>
                  <a:cubicBezTo>
                    <a:pt x="2720181" y="1092450"/>
                    <a:pt x="2601912" y="1092450"/>
                    <a:pt x="2483644" y="1092450"/>
                  </a:cubicBezTo>
                  <a:cubicBezTo>
                    <a:pt x="2247106" y="1092450"/>
                    <a:pt x="2010569" y="411182"/>
                    <a:pt x="1774031" y="411182"/>
                  </a:cubicBezTo>
                  <a:cubicBezTo>
                    <a:pt x="1537494" y="411182"/>
                    <a:pt x="1300956" y="741029"/>
                    <a:pt x="1064419" y="747481"/>
                  </a:cubicBezTo>
                  <a:cubicBezTo>
                    <a:pt x="827881" y="753932"/>
                    <a:pt x="591344" y="757444"/>
                    <a:pt x="354806" y="757444"/>
                  </a:cubicBezTo>
                  <a:cubicBezTo>
                    <a:pt x="236538" y="757444"/>
                    <a:pt x="118269" y="757444"/>
                    <a:pt x="0" y="757444"/>
                  </a:cubicBezTo>
                  <a:close/>
                </a:path>
              </a:pathLst>
            </a:custGeom>
            <a:solidFill>
              <a:srgbClr val="D55E00">
                <a:alpha val="9091"/>
              </a:srgbClr>
            </a:solidFill>
            <a:ln w="0">
              <a:noFill/>
            </a:ln>
          </p:spPr>
        </p:sp>
        <p:sp>
          <p:nvSpPr>
            <p:cNvPr id="2759" name="smooth-map-feature-2-shade-39">
              <a:extLst>
                <a:ext uri="{FF2B5EF4-FFF2-40B4-BE49-F238E27FC236}">
                  <a16:creationId xmlns:a16="http://schemas.microsoft.com/office/drawing/2014/main" id="{8FD6C470-C2AE-46A9-AAB9-C5DE51908391}"/>
                </a:ext>
              </a:extLst>
            </p:cNvPr>
            <p:cNvSpPr>
              <a:spLocks noGrp="1"/>
            </p:cNvSpPr>
            <p:nvPr/>
          </p:nvSpPr>
          <p:spPr>
            <a:xfrm>
              <a:off x="21240750" y="6019800"/>
              <a:ext cx="2838450" cy="1143000"/>
            </a:xfrm>
            <a:custGeom>
              <a:pathLst>
                <a:path w="2838450" h="1143000">
                  <a:moveTo>
                    <a:pt x="0" y="701396"/>
                  </a:moveTo>
                  <a:cubicBezTo>
                    <a:pt x="118269" y="701396"/>
                    <a:pt x="236538" y="701396"/>
                    <a:pt x="354806" y="701396"/>
                  </a:cubicBezTo>
                  <a:cubicBezTo>
                    <a:pt x="591344" y="701396"/>
                    <a:pt x="827881" y="695034"/>
                    <a:pt x="1064419" y="684016"/>
                  </a:cubicBezTo>
                  <a:cubicBezTo>
                    <a:pt x="1300956" y="672998"/>
                    <a:pt x="1537494" y="347265"/>
                    <a:pt x="1774031" y="347265"/>
                  </a:cubicBezTo>
                  <a:cubicBezTo>
                    <a:pt x="2010569" y="347265"/>
                    <a:pt x="2247106" y="1004728"/>
                    <a:pt x="2483644" y="1004728"/>
                  </a:cubicBezTo>
                  <a:cubicBezTo>
                    <a:pt x="2601912" y="1004728"/>
                    <a:pt x="2720181" y="1004728"/>
                    <a:pt x="2838450" y="1004728"/>
                  </a:cubicBezTo>
                  <a:lnTo>
                    <a:pt x="2838450" y="1089868"/>
                  </a:lnTo>
                  <a:cubicBezTo>
                    <a:pt x="2720181" y="1089868"/>
                    <a:pt x="2601912" y="1089868"/>
                    <a:pt x="2483644" y="1089868"/>
                  </a:cubicBezTo>
                  <a:cubicBezTo>
                    <a:pt x="2247106" y="1089868"/>
                    <a:pt x="2010569" y="409300"/>
                    <a:pt x="1774031" y="409300"/>
                  </a:cubicBezTo>
                  <a:cubicBezTo>
                    <a:pt x="1537494" y="409300"/>
                    <a:pt x="1300956" y="739023"/>
                    <a:pt x="1064419" y="745612"/>
                  </a:cubicBezTo>
                  <a:cubicBezTo>
                    <a:pt x="827881" y="752200"/>
                    <a:pt x="591344" y="755794"/>
                    <a:pt x="354806" y="755794"/>
                  </a:cubicBezTo>
                  <a:cubicBezTo>
                    <a:pt x="236538" y="755794"/>
                    <a:pt x="118269" y="755794"/>
                    <a:pt x="0" y="755794"/>
                  </a:cubicBezTo>
                  <a:close/>
                </a:path>
              </a:pathLst>
            </a:custGeom>
            <a:solidFill>
              <a:srgbClr val="D55E00">
                <a:alpha val="10000"/>
              </a:srgbClr>
            </a:solidFill>
            <a:ln w="0">
              <a:noFill/>
            </a:ln>
          </p:spPr>
        </p:sp>
        <p:sp>
          <p:nvSpPr>
            <p:cNvPr id="2760" name="smooth-map-feature-2-shade-40">
              <a:extLst>
                <a:ext uri="{FF2B5EF4-FFF2-40B4-BE49-F238E27FC236}">
                  <a16:creationId xmlns:a16="http://schemas.microsoft.com/office/drawing/2014/main" id="{3A95A1D8-1DC1-44AC-B4AE-48C0A57F4E62}"/>
                </a:ext>
              </a:extLst>
            </p:cNvPr>
            <p:cNvSpPr>
              <a:spLocks noGrp="1"/>
            </p:cNvSpPr>
            <p:nvPr/>
          </p:nvSpPr>
          <p:spPr>
            <a:xfrm>
              <a:off x="21240750" y="6019800"/>
              <a:ext cx="2838450" cy="1143000"/>
            </a:xfrm>
            <a:custGeom>
              <a:pathLst>
                <a:path w="2838450" h="1143000">
                  <a:moveTo>
                    <a:pt x="0" y="703107"/>
                  </a:moveTo>
                  <a:cubicBezTo>
                    <a:pt x="118269" y="703107"/>
                    <a:pt x="236538" y="703107"/>
                    <a:pt x="354806" y="703107"/>
                  </a:cubicBezTo>
                  <a:cubicBezTo>
                    <a:pt x="591344" y="703107"/>
                    <a:pt x="827881" y="696835"/>
                    <a:pt x="1064419" y="685954"/>
                  </a:cubicBezTo>
                  <a:cubicBezTo>
                    <a:pt x="1300956" y="675072"/>
                    <a:pt x="1537494" y="349217"/>
                    <a:pt x="1774031" y="349217"/>
                  </a:cubicBezTo>
                  <a:cubicBezTo>
                    <a:pt x="2010569" y="349217"/>
                    <a:pt x="2247106" y="1007407"/>
                    <a:pt x="2483644" y="1007407"/>
                  </a:cubicBezTo>
                  <a:cubicBezTo>
                    <a:pt x="2601912" y="1007407"/>
                    <a:pt x="2720181" y="1007407"/>
                    <a:pt x="2838450" y="1007407"/>
                  </a:cubicBezTo>
                  <a:lnTo>
                    <a:pt x="2838450" y="1087189"/>
                  </a:lnTo>
                  <a:cubicBezTo>
                    <a:pt x="2720181" y="1087189"/>
                    <a:pt x="2601912" y="1087189"/>
                    <a:pt x="2483644" y="1087189"/>
                  </a:cubicBezTo>
                  <a:cubicBezTo>
                    <a:pt x="2247106" y="1087189"/>
                    <a:pt x="2010569" y="407348"/>
                    <a:pt x="1774031" y="407348"/>
                  </a:cubicBezTo>
                  <a:cubicBezTo>
                    <a:pt x="1537494" y="407348"/>
                    <a:pt x="1300956" y="736944"/>
                    <a:pt x="1064419" y="743674"/>
                  </a:cubicBezTo>
                  <a:cubicBezTo>
                    <a:pt x="827881" y="750405"/>
                    <a:pt x="591344" y="754083"/>
                    <a:pt x="354806" y="754083"/>
                  </a:cubicBezTo>
                  <a:cubicBezTo>
                    <a:pt x="236538" y="754083"/>
                    <a:pt x="118269" y="754083"/>
                    <a:pt x="0" y="754083"/>
                  </a:cubicBezTo>
                  <a:close/>
                </a:path>
              </a:pathLst>
            </a:custGeom>
            <a:solidFill>
              <a:srgbClr val="D55E00">
                <a:alpha val="11111"/>
              </a:srgbClr>
            </a:solidFill>
            <a:ln w="0">
              <a:noFill/>
            </a:ln>
          </p:spPr>
        </p:sp>
        <p:sp>
          <p:nvSpPr>
            <p:cNvPr id="2761" name="smooth-map-feature-2-shade-41">
              <a:extLst>
                <a:ext uri="{FF2B5EF4-FFF2-40B4-BE49-F238E27FC236}">
                  <a16:creationId xmlns:a16="http://schemas.microsoft.com/office/drawing/2014/main" id="{33B1B7C1-6F11-4A0C-8370-2B75392EE19A}"/>
                </a:ext>
              </a:extLst>
            </p:cNvPr>
            <p:cNvSpPr>
              <a:spLocks noGrp="1"/>
            </p:cNvSpPr>
            <p:nvPr/>
          </p:nvSpPr>
          <p:spPr>
            <a:xfrm>
              <a:off x="21240750" y="6019800"/>
              <a:ext cx="2838450" cy="1143000"/>
            </a:xfrm>
            <a:custGeom>
              <a:pathLst>
                <a:path w="2838450" h="1143000">
                  <a:moveTo>
                    <a:pt x="0" y="704895"/>
                  </a:moveTo>
                  <a:cubicBezTo>
                    <a:pt x="118269" y="704895"/>
                    <a:pt x="236538" y="704895"/>
                    <a:pt x="354806" y="704895"/>
                  </a:cubicBezTo>
                  <a:cubicBezTo>
                    <a:pt x="591344" y="704895"/>
                    <a:pt x="827881" y="698717"/>
                    <a:pt x="1064419" y="687978"/>
                  </a:cubicBezTo>
                  <a:cubicBezTo>
                    <a:pt x="1300956" y="677240"/>
                    <a:pt x="1537494" y="351256"/>
                    <a:pt x="1774031" y="351256"/>
                  </a:cubicBezTo>
                  <a:cubicBezTo>
                    <a:pt x="2010569" y="351256"/>
                    <a:pt x="2247106" y="1010205"/>
                    <a:pt x="2483644" y="1010205"/>
                  </a:cubicBezTo>
                  <a:cubicBezTo>
                    <a:pt x="2601912" y="1010205"/>
                    <a:pt x="2720181" y="1010205"/>
                    <a:pt x="2838450" y="1010205"/>
                  </a:cubicBezTo>
                  <a:lnTo>
                    <a:pt x="2838450" y="1084391"/>
                  </a:lnTo>
                  <a:cubicBezTo>
                    <a:pt x="2720181" y="1084391"/>
                    <a:pt x="2601912" y="1084391"/>
                    <a:pt x="2483644" y="1084391"/>
                  </a:cubicBezTo>
                  <a:cubicBezTo>
                    <a:pt x="2247106" y="1084391"/>
                    <a:pt x="2010569" y="405309"/>
                    <a:pt x="1774031" y="405309"/>
                  </a:cubicBezTo>
                  <a:cubicBezTo>
                    <a:pt x="1537494" y="405309"/>
                    <a:pt x="1300956" y="734771"/>
                    <a:pt x="1064419" y="741650"/>
                  </a:cubicBezTo>
                  <a:cubicBezTo>
                    <a:pt x="827881" y="748529"/>
                    <a:pt x="591344" y="752295"/>
                    <a:pt x="354806" y="752295"/>
                  </a:cubicBezTo>
                  <a:cubicBezTo>
                    <a:pt x="236538" y="752295"/>
                    <a:pt x="118269" y="752295"/>
                    <a:pt x="0" y="752295"/>
                  </a:cubicBezTo>
                  <a:close/>
                </a:path>
              </a:pathLst>
            </a:custGeom>
            <a:solidFill>
              <a:srgbClr val="D55E00">
                <a:alpha val="12500"/>
              </a:srgbClr>
            </a:solidFill>
            <a:ln w="0">
              <a:noFill/>
            </a:ln>
          </p:spPr>
        </p:sp>
        <p:sp>
          <p:nvSpPr>
            <p:cNvPr id="2762" name="smooth-map-feature-2-shade-42">
              <a:extLst>
                <a:ext uri="{FF2B5EF4-FFF2-40B4-BE49-F238E27FC236}">
                  <a16:creationId xmlns:a16="http://schemas.microsoft.com/office/drawing/2014/main" id="{B6B9CC1E-8CDF-456D-AF3B-7ACEA15AEC45}"/>
                </a:ext>
              </a:extLst>
            </p:cNvPr>
            <p:cNvSpPr>
              <a:spLocks noGrp="1"/>
            </p:cNvSpPr>
            <p:nvPr/>
          </p:nvSpPr>
          <p:spPr>
            <a:xfrm>
              <a:off x="21240750" y="6019800"/>
              <a:ext cx="2838450" cy="1143000"/>
            </a:xfrm>
            <a:custGeom>
              <a:pathLst>
                <a:path w="2838450" h="1143000">
                  <a:moveTo>
                    <a:pt x="0" y="706781"/>
                  </a:moveTo>
                  <a:cubicBezTo>
                    <a:pt x="118269" y="706781"/>
                    <a:pt x="236538" y="706781"/>
                    <a:pt x="354806" y="706781"/>
                  </a:cubicBezTo>
                  <a:cubicBezTo>
                    <a:pt x="591344" y="706781"/>
                    <a:pt x="827881" y="700701"/>
                    <a:pt x="1064419" y="690114"/>
                  </a:cubicBezTo>
                  <a:cubicBezTo>
                    <a:pt x="1300956" y="679526"/>
                    <a:pt x="1537494" y="353406"/>
                    <a:pt x="1774031" y="353406"/>
                  </a:cubicBezTo>
                  <a:cubicBezTo>
                    <a:pt x="2010569" y="353406"/>
                    <a:pt x="2247106" y="1013157"/>
                    <a:pt x="2483644" y="1013157"/>
                  </a:cubicBezTo>
                  <a:cubicBezTo>
                    <a:pt x="2601912" y="1013157"/>
                    <a:pt x="2720181" y="1013157"/>
                    <a:pt x="2838450" y="1013157"/>
                  </a:cubicBezTo>
                  <a:lnTo>
                    <a:pt x="2838450" y="1081439"/>
                  </a:lnTo>
                  <a:cubicBezTo>
                    <a:pt x="2720181" y="1081439"/>
                    <a:pt x="2601912" y="1081439"/>
                    <a:pt x="2483644" y="1081439"/>
                  </a:cubicBezTo>
                  <a:cubicBezTo>
                    <a:pt x="2247106" y="1081439"/>
                    <a:pt x="2010569" y="403159"/>
                    <a:pt x="1774031" y="403159"/>
                  </a:cubicBezTo>
                  <a:cubicBezTo>
                    <a:pt x="1537494" y="403159"/>
                    <a:pt x="1300956" y="732479"/>
                    <a:pt x="1064419" y="739514"/>
                  </a:cubicBezTo>
                  <a:cubicBezTo>
                    <a:pt x="827881" y="746549"/>
                    <a:pt x="591344" y="750409"/>
                    <a:pt x="354806" y="750409"/>
                  </a:cubicBezTo>
                  <a:cubicBezTo>
                    <a:pt x="236538" y="750409"/>
                    <a:pt x="118269" y="750409"/>
                    <a:pt x="0" y="750409"/>
                  </a:cubicBezTo>
                  <a:close/>
                </a:path>
              </a:pathLst>
            </a:custGeom>
            <a:solidFill>
              <a:srgbClr val="D55E00">
                <a:alpha val="14286"/>
              </a:srgbClr>
            </a:solidFill>
            <a:ln w="0">
              <a:noFill/>
            </a:ln>
          </p:spPr>
        </p:sp>
        <p:sp>
          <p:nvSpPr>
            <p:cNvPr id="2763" name="smooth-map-feature-2-shade-43">
              <a:extLst>
                <a:ext uri="{FF2B5EF4-FFF2-40B4-BE49-F238E27FC236}">
                  <a16:creationId xmlns:a16="http://schemas.microsoft.com/office/drawing/2014/main" id="{46D23156-F13E-4DA0-B7D7-60D9F5D8D14E}"/>
                </a:ext>
              </a:extLst>
            </p:cNvPr>
            <p:cNvSpPr>
              <a:spLocks noGrp="1"/>
            </p:cNvSpPr>
            <p:nvPr/>
          </p:nvSpPr>
          <p:spPr>
            <a:xfrm>
              <a:off x="21240750" y="6019800"/>
              <a:ext cx="2838450" cy="1143000"/>
            </a:xfrm>
            <a:custGeom>
              <a:pathLst>
                <a:path w="2838450" h="1143000">
                  <a:moveTo>
                    <a:pt x="0" y="708796"/>
                  </a:moveTo>
                  <a:cubicBezTo>
                    <a:pt x="118269" y="708796"/>
                    <a:pt x="236538" y="708796"/>
                    <a:pt x="354806" y="708796"/>
                  </a:cubicBezTo>
                  <a:cubicBezTo>
                    <a:pt x="591344" y="708796"/>
                    <a:pt x="827881" y="702821"/>
                    <a:pt x="1064419" y="692395"/>
                  </a:cubicBezTo>
                  <a:cubicBezTo>
                    <a:pt x="1300956" y="681969"/>
                    <a:pt x="1537494" y="355704"/>
                    <a:pt x="1774031" y="355704"/>
                  </a:cubicBezTo>
                  <a:cubicBezTo>
                    <a:pt x="2010569" y="355704"/>
                    <a:pt x="2247106" y="1016310"/>
                    <a:pt x="2483644" y="1016310"/>
                  </a:cubicBezTo>
                  <a:cubicBezTo>
                    <a:pt x="2601912" y="1016310"/>
                    <a:pt x="2720181" y="1016310"/>
                    <a:pt x="2838450" y="1016310"/>
                  </a:cubicBezTo>
                  <a:lnTo>
                    <a:pt x="2838450" y="1078286"/>
                  </a:lnTo>
                  <a:cubicBezTo>
                    <a:pt x="2720181" y="1078286"/>
                    <a:pt x="2601912" y="1078286"/>
                    <a:pt x="2483644" y="1078286"/>
                  </a:cubicBezTo>
                  <a:cubicBezTo>
                    <a:pt x="2247106" y="1078286"/>
                    <a:pt x="2010569" y="400861"/>
                    <a:pt x="1774031" y="400861"/>
                  </a:cubicBezTo>
                  <a:cubicBezTo>
                    <a:pt x="1537494" y="400861"/>
                    <a:pt x="1300956" y="730031"/>
                    <a:pt x="1064419" y="737233"/>
                  </a:cubicBezTo>
                  <a:cubicBezTo>
                    <a:pt x="827881" y="744435"/>
                    <a:pt x="591344" y="748394"/>
                    <a:pt x="354806" y="748394"/>
                  </a:cubicBezTo>
                  <a:cubicBezTo>
                    <a:pt x="236538" y="748394"/>
                    <a:pt x="118269" y="748394"/>
                    <a:pt x="0" y="748394"/>
                  </a:cubicBezTo>
                  <a:close/>
                </a:path>
              </a:pathLst>
            </a:custGeom>
            <a:solidFill>
              <a:srgbClr val="D55E00">
                <a:alpha val="16667"/>
              </a:srgbClr>
            </a:solidFill>
            <a:ln w="0">
              <a:noFill/>
            </a:ln>
          </p:spPr>
        </p:sp>
        <p:sp>
          <p:nvSpPr>
            <p:cNvPr id="2764" name="smooth-map-feature-2-shade-44">
              <a:extLst>
                <a:ext uri="{FF2B5EF4-FFF2-40B4-BE49-F238E27FC236}">
                  <a16:creationId xmlns:a16="http://schemas.microsoft.com/office/drawing/2014/main" id="{605B91EF-A4CE-412E-9919-0884E2182A63}"/>
                </a:ext>
              </a:extLst>
            </p:cNvPr>
            <p:cNvSpPr>
              <a:spLocks noGrp="1"/>
            </p:cNvSpPr>
            <p:nvPr/>
          </p:nvSpPr>
          <p:spPr>
            <a:xfrm>
              <a:off x="21240750" y="6019800"/>
              <a:ext cx="2838450" cy="1143000"/>
            </a:xfrm>
            <a:custGeom>
              <a:pathLst>
                <a:path w="2838450" h="1143000">
                  <a:moveTo>
                    <a:pt x="0" y="710985"/>
                  </a:moveTo>
                  <a:cubicBezTo>
                    <a:pt x="118269" y="710985"/>
                    <a:pt x="236538" y="710985"/>
                    <a:pt x="354806" y="710985"/>
                  </a:cubicBezTo>
                  <a:cubicBezTo>
                    <a:pt x="591344" y="710985"/>
                    <a:pt x="827881" y="705124"/>
                    <a:pt x="1064419" y="694874"/>
                  </a:cubicBezTo>
                  <a:cubicBezTo>
                    <a:pt x="1300956" y="684624"/>
                    <a:pt x="1537494" y="358201"/>
                    <a:pt x="1774031" y="358201"/>
                  </a:cubicBezTo>
                  <a:cubicBezTo>
                    <a:pt x="2010569" y="358201"/>
                    <a:pt x="2247106" y="1019737"/>
                    <a:pt x="2483644" y="1019737"/>
                  </a:cubicBezTo>
                  <a:cubicBezTo>
                    <a:pt x="2601912" y="1019737"/>
                    <a:pt x="2720181" y="1019737"/>
                    <a:pt x="2838450" y="1019737"/>
                  </a:cubicBezTo>
                  <a:lnTo>
                    <a:pt x="2838450" y="1074859"/>
                  </a:lnTo>
                  <a:cubicBezTo>
                    <a:pt x="2720181" y="1074859"/>
                    <a:pt x="2601912" y="1074859"/>
                    <a:pt x="2483644" y="1074859"/>
                  </a:cubicBezTo>
                  <a:cubicBezTo>
                    <a:pt x="2247106" y="1074859"/>
                    <a:pt x="2010569" y="398364"/>
                    <a:pt x="1774031" y="398364"/>
                  </a:cubicBezTo>
                  <a:cubicBezTo>
                    <a:pt x="1537494" y="398364"/>
                    <a:pt x="1300956" y="727371"/>
                    <a:pt x="1064419" y="734754"/>
                  </a:cubicBezTo>
                  <a:cubicBezTo>
                    <a:pt x="827881" y="742136"/>
                    <a:pt x="591344" y="746204"/>
                    <a:pt x="354806" y="746204"/>
                  </a:cubicBezTo>
                  <a:cubicBezTo>
                    <a:pt x="236538" y="746204"/>
                    <a:pt x="118269" y="746204"/>
                    <a:pt x="0" y="746204"/>
                  </a:cubicBezTo>
                  <a:close/>
                </a:path>
              </a:pathLst>
            </a:custGeom>
            <a:solidFill>
              <a:srgbClr val="D55E00">
                <a:alpha val="20000"/>
              </a:srgbClr>
            </a:solidFill>
            <a:ln w="0">
              <a:noFill/>
            </a:ln>
          </p:spPr>
        </p:sp>
        <p:sp>
          <p:nvSpPr>
            <p:cNvPr id="2765" name="smooth-map-feature-2-shade-45">
              <a:extLst>
                <a:ext uri="{FF2B5EF4-FFF2-40B4-BE49-F238E27FC236}">
                  <a16:creationId xmlns:a16="http://schemas.microsoft.com/office/drawing/2014/main" id="{B3667E7A-4562-440B-A3CB-2AF7EDB54F34}"/>
                </a:ext>
              </a:extLst>
            </p:cNvPr>
            <p:cNvSpPr>
              <a:spLocks noGrp="1"/>
            </p:cNvSpPr>
            <p:nvPr/>
          </p:nvSpPr>
          <p:spPr>
            <a:xfrm>
              <a:off x="21240750" y="6019800"/>
              <a:ext cx="2838450" cy="1143000"/>
            </a:xfrm>
            <a:custGeom>
              <a:pathLst>
                <a:path w="2838450" h="1143000">
                  <a:moveTo>
                    <a:pt x="0" y="713428"/>
                  </a:moveTo>
                  <a:cubicBezTo>
                    <a:pt x="118269" y="713428"/>
                    <a:pt x="236538" y="713428"/>
                    <a:pt x="354806" y="713428"/>
                  </a:cubicBezTo>
                  <a:cubicBezTo>
                    <a:pt x="591344" y="713428"/>
                    <a:pt x="827881" y="707694"/>
                    <a:pt x="1064419" y="697641"/>
                  </a:cubicBezTo>
                  <a:cubicBezTo>
                    <a:pt x="1300956" y="687587"/>
                    <a:pt x="1537494" y="360987"/>
                    <a:pt x="1774031" y="360987"/>
                  </a:cubicBezTo>
                  <a:cubicBezTo>
                    <a:pt x="2010569" y="360987"/>
                    <a:pt x="2247106" y="1023561"/>
                    <a:pt x="2483644" y="1023561"/>
                  </a:cubicBezTo>
                  <a:cubicBezTo>
                    <a:pt x="2601912" y="1023561"/>
                    <a:pt x="2720181" y="1023561"/>
                    <a:pt x="2838450" y="1023561"/>
                  </a:cubicBezTo>
                  <a:lnTo>
                    <a:pt x="2838450" y="1071035"/>
                  </a:lnTo>
                  <a:cubicBezTo>
                    <a:pt x="2720181" y="1071035"/>
                    <a:pt x="2601912" y="1071035"/>
                    <a:pt x="2483644" y="1071035"/>
                  </a:cubicBezTo>
                  <a:cubicBezTo>
                    <a:pt x="2247106" y="1071035"/>
                    <a:pt x="2010569" y="395578"/>
                    <a:pt x="1774031" y="395578"/>
                  </a:cubicBezTo>
                  <a:cubicBezTo>
                    <a:pt x="1537494" y="395578"/>
                    <a:pt x="1300956" y="724403"/>
                    <a:pt x="1064419" y="731987"/>
                  </a:cubicBezTo>
                  <a:cubicBezTo>
                    <a:pt x="827881" y="739571"/>
                    <a:pt x="591344" y="743761"/>
                    <a:pt x="354806" y="743761"/>
                  </a:cubicBezTo>
                  <a:cubicBezTo>
                    <a:pt x="236538" y="743761"/>
                    <a:pt x="118269" y="743761"/>
                    <a:pt x="0" y="743761"/>
                  </a:cubicBezTo>
                  <a:close/>
                </a:path>
              </a:pathLst>
            </a:custGeom>
            <a:solidFill>
              <a:srgbClr val="D55E00">
                <a:alpha val="25000"/>
              </a:srgbClr>
            </a:solidFill>
            <a:ln w="0">
              <a:noFill/>
            </a:ln>
          </p:spPr>
        </p:sp>
        <p:sp>
          <p:nvSpPr>
            <p:cNvPr id="2766" name="smooth-map-feature-2-shade-46">
              <a:extLst>
                <a:ext uri="{FF2B5EF4-FFF2-40B4-BE49-F238E27FC236}">
                  <a16:creationId xmlns:a16="http://schemas.microsoft.com/office/drawing/2014/main" id="{5D2A8D1C-9413-401C-A273-65FF351F8E8D}"/>
                </a:ext>
              </a:extLst>
            </p:cNvPr>
            <p:cNvSpPr>
              <a:spLocks noGrp="1"/>
            </p:cNvSpPr>
            <p:nvPr/>
          </p:nvSpPr>
          <p:spPr>
            <a:xfrm>
              <a:off x="21240750" y="6019800"/>
              <a:ext cx="2838450" cy="1143000"/>
            </a:xfrm>
            <a:custGeom>
              <a:pathLst>
                <a:path w="2838450" h="1143000">
                  <a:moveTo>
                    <a:pt x="0" y="716278"/>
                  </a:moveTo>
                  <a:cubicBezTo>
                    <a:pt x="118269" y="716278"/>
                    <a:pt x="236538" y="716278"/>
                    <a:pt x="354806" y="716278"/>
                  </a:cubicBezTo>
                  <a:cubicBezTo>
                    <a:pt x="591344" y="716278"/>
                    <a:pt x="827881" y="710692"/>
                    <a:pt x="1064419" y="700868"/>
                  </a:cubicBezTo>
                  <a:cubicBezTo>
                    <a:pt x="1300956" y="691044"/>
                    <a:pt x="1537494" y="364237"/>
                    <a:pt x="1774031" y="364237"/>
                  </a:cubicBezTo>
                  <a:cubicBezTo>
                    <a:pt x="2010569" y="364237"/>
                    <a:pt x="2247106" y="1028022"/>
                    <a:pt x="2483644" y="1028022"/>
                  </a:cubicBezTo>
                  <a:cubicBezTo>
                    <a:pt x="2601912" y="1028022"/>
                    <a:pt x="2720181" y="1028022"/>
                    <a:pt x="2838450" y="1028022"/>
                  </a:cubicBezTo>
                  <a:lnTo>
                    <a:pt x="2838450" y="1066574"/>
                  </a:lnTo>
                  <a:cubicBezTo>
                    <a:pt x="2720181" y="1066574"/>
                    <a:pt x="2601912" y="1066574"/>
                    <a:pt x="2483644" y="1066574"/>
                  </a:cubicBezTo>
                  <a:cubicBezTo>
                    <a:pt x="2247106" y="1066574"/>
                    <a:pt x="2010569" y="392328"/>
                    <a:pt x="1774031" y="392328"/>
                  </a:cubicBezTo>
                  <a:cubicBezTo>
                    <a:pt x="1537494" y="392328"/>
                    <a:pt x="1300956" y="720941"/>
                    <a:pt x="1064419" y="728760"/>
                  </a:cubicBezTo>
                  <a:cubicBezTo>
                    <a:pt x="827881" y="736578"/>
                    <a:pt x="591344" y="740911"/>
                    <a:pt x="354806" y="740911"/>
                  </a:cubicBezTo>
                  <a:cubicBezTo>
                    <a:pt x="236538" y="740911"/>
                    <a:pt x="118269" y="740911"/>
                    <a:pt x="0" y="740911"/>
                  </a:cubicBezTo>
                  <a:close/>
                </a:path>
              </a:pathLst>
            </a:custGeom>
            <a:solidFill>
              <a:srgbClr val="D55E00">
                <a:alpha val="33333"/>
              </a:srgbClr>
            </a:solidFill>
            <a:ln w="0">
              <a:noFill/>
            </a:ln>
          </p:spPr>
        </p:sp>
        <p:sp>
          <p:nvSpPr>
            <p:cNvPr id="2767" name="smooth-map-feature-2-shade-47">
              <a:extLst>
                <a:ext uri="{FF2B5EF4-FFF2-40B4-BE49-F238E27FC236}">
                  <a16:creationId xmlns:a16="http://schemas.microsoft.com/office/drawing/2014/main" id="{9BDA2B1A-533C-49B5-AE62-1C57663CE2FB}"/>
                </a:ext>
              </a:extLst>
            </p:cNvPr>
            <p:cNvSpPr>
              <a:spLocks noGrp="1"/>
            </p:cNvSpPr>
            <p:nvPr/>
          </p:nvSpPr>
          <p:spPr>
            <a:xfrm>
              <a:off x="21240750" y="6019800"/>
              <a:ext cx="2838450" cy="1143000"/>
            </a:xfrm>
            <a:custGeom>
              <a:pathLst>
                <a:path w="2838450" h="1143000">
                  <a:moveTo>
                    <a:pt x="0" y="719932"/>
                  </a:moveTo>
                  <a:cubicBezTo>
                    <a:pt x="118269" y="719932"/>
                    <a:pt x="236538" y="719932"/>
                    <a:pt x="354806" y="719932"/>
                  </a:cubicBezTo>
                  <a:cubicBezTo>
                    <a:pt x="591344" y="719932"/>
                    <a:pt x="827881" y="714534"/>
                    <a:pt x="1064419" y="705005"/>
                  </a:cubicBezTo>
                  <a:cubicBezTo>
                    <a:pt x="1300956" y="695476"/>
                    <a:pt x="1537494" y="368404"/>
                    <a:pt x="1774031" y="368404"/>
                  </a:cubicBezTo>
                  <a:cubicBezTo>
                    <a:pt x="2010569" y="368404"/>
                    <a:pt x="2247106" y="1033740"/>
                    <a:pt x="2483644" y="1033740"/>
                  </a:cubicBezTo>
                  <a:cubicBezTo>
                    <a:pt x="2601912" y="1033740"/>
                    <a:pt x="2720181" y="1033740"/>
                    <a:pt x="2838450" y="1033740"/>
                  </a:cubicBezTo>
                  <a:lnTo>
                    <a:pt x="2838450" y="1060856"/>
                  </a:lnTo>
                  <a:cubicBezTo>
                    <a:pt x="2720181" y="1060856"/>
                    <a:pt x="2601912" y="1060856"/>
                    <a:pt x="2483644" y="1060856"/>
                  </a:cubicBezTo>
                  <a:cubicBezTo>
                    <a:pt x="2247106" y="1060856"/>
                    <a:pt x="2010569" y="388161"/>
                    <a:pt x="1774031" y="388161"/>
                  </a:cubicBezTo>
                  <a:cubicBezTo>
                    <a:pt x="1537494" y="388161"/>
                    <a:pt x="1300956" y="716505"/>
                    <a:pt x="1064419" y="724623"/>
                  </a:cubicBezTo>
                  <a:cubicBezTo>
                    <a:pt x="827881" y="732741"/>
                    <a:pt x="591344" y="737258"/>
                    <a:pt x="354806" y="737258"/>
                  </a:cubicBezTo>
                  <a:cubicBezTo>
                    <a:pt x="236538" y="737258"/>
                    <a:pt x="118269" y="737258"/>
                    <a:pt x="0" y="737258"/>
                  </a:cubicBezTo>
                  <a:close/>
                </a:path>
              </a:pathLst>
            </a:custGeom>
            <a:solidFill>
              <a:srgbClr val="D55E00">
                <a:alpha val="50000"/>
              </a:srgbClr>
            </a:solidFill>
            <a:ln w="0">
              <a:noFill/>
            </a:ln>
          </p:spPr>
        </p:sp>
        <p:sp>
          <p:nvSpPr>
            <p:cNvPr id="2768" name="smooth-map-feature-2-shade-48">
              <a:extLst>
                <a:ext uri="{FF2B5EF4-FFF2-40B4-BE49-F238E27FC236}">
                  <a16:creationId xmlns:a16="http://schemas.microsoft.com/office/drawing/2014/main" id="{1B28E1E4-417C-47A2-8739-072FEC43E1DE}"/>
                </a:ext>
              </a:extLst>
            </p:cNvPr>
            <p:cNvSpPr>
              <a:spLocks noGrp="1"/>
            </p:cNvSpPr>
            <p:nvPr/>
          </p:nvSpPr>
          <p:spPr>
            <a:xfrm>
              <a:off x="21240750" y="6019800"/>
              <a:ext cx="2838450" cy="1143000"/>
            </a:xfrm>
            <a:custGeom>
              <a:pathLst>
                <a:path w="2838450" h="1143000">
                  <a:moveTo>
                    <a:pt x="0" y="728595"/>
                  </a:moveTo>
                  <a:cubicBezTo>
                    <a:pt x="118269" y="728595"/>
                    <a:pt x="236538" y="728595"/>
                    <a:pt x="354806" y="728595"/>
                  </a:cubicBezTo>
                  <a:cubicBezTo>
                    <a:pt x="591344" y="728595"/>
                    <a:pt x="827881" y="723640"/>
                    <a:pt x="1064419" y="714814"/>
                  </a:cubicBezTo>
                  <a:cubicBezTo>
                    <a:pt x="1300956" y="705988"/>
                    <a:pt x="1537494" y="378283"/>
                    <a:pt x="1774031" y="378283"/>
                  </a:cubicBezTo>
                  <a:cubicBezTo>
                    <a:pt x="2010569" y="378283"/>
                    <a:pt x="2247106" y="1047298"/>
                    <a:pt x="2483644" y="1047298"/>
                  </a:cubicBezTo>
                  <a:cubicBezTo>
                    <a:pt x="2601912" y="1047298"/>
                    <a:pt x="2720181" y="1047298"/>
                    <a:pt x="2838450" y="1047298"/>
                  </a:cubicBezTo>
                  <a:lnTo>
                    <a:pt x="2838450" y="1047298"/>
                  </a:lnTo>
                  <a:cubicBezTo>
                    <a:pt x="2720181" y="1047298"/>
                    <a:pt x="2601912" y="1047298"/>
                    <a:pt x="2483644" y="1047298"/>
                  </a:cubicBezTo>
                  <a:cubicBezTo>
                    <a:pt x="2247106" y="1047298"/>
                    <a:pt x="2010569" y="378283"/>
                    <a:pt x="1774031" y="378283"/>
                  </a:cubicBezTo>
                  <a:cubicBezTo>
                    <a:pt x="1537494" y="378283"/>
                    <a:pt x="1300956" y="705988"/>
                    <a:pt x="1064419" y="714814"/>
                  </a:cubicBezTo>
                  <a:cubicBezTo>
                    <a:pt x="827881" y="723640"/>
                    <a:pt x="591344" y="728595"/>
                    <a:pt x="354806" y="728595"/>
                  </a:cubicBezTo>
                  <a:cubicBezTo>
                    <a:pt x="236538" y="728595"/>
                    <a:pt x="118269" y="728595"/>
                    <a:pt x="0" y="728595"/>
                  </a:cubicBezTo>
                  <a:close/>
                </a:path>
              </a:pathLst>
            </a:custGeom>
            <a:solidFill>
              <a:srgbClr val="D55E00">
                <a:alpha val="100000"/>
              </a:srgbClr>
            </a:solidFill>
            <a:ln w="0">
              <a:noFill/>
            </a:ln>
          </p:spPr>
        </p:sp>
        <p:sp>
          <p:nvSpPr>
            <p:cNvPr id="2769" name="smooth-map-feature-3-shade-1">
              <a:extLst>
                <a:ext uri="{FF2B5EF4-FFF2-40B4-BE49-F238E27FC236}">
                  <a16:creationId xmlns:a16="http://schemas.microsoft.com/office/drawing/2014/main" id="{3F6667A3-8C64-4DFA-8950-CA454B61832E}"/>
                </a:ext>
              </a:extLst>
            </p:cNvPr>
            <p:cNvSpPr>
              <a:spLocks noGrp="1"/>
            </p:cNvSpPr>
            <p:nvPr/>
          </p:nvSpPr>
          <p:spPr>
            <a:xfrm>
              <a:off x="21240750" y="6019800"/>
              <a:ext cx="2838450" cy="1143000"/>
            </a:xfrm>
            <a:custGeom>
              <a:pathLst>
                <a:path w="2838450" h="1143000">
                  <a:moveTo>
                    <a:pt x="0" y="217332"/>
                  </a:moveTo>
                  <a:cubicBezTo>
                    <a:pt x="118269" y="217332"/>
                    <a:pt x="236538" y="217332"/>
                    <a:pt x="354806" y="217332"/>
                  </a:cubicBezTo>
                  <a:cubicBezTo>
                    <a:pt x="591344" y="217332"/>
                    <a:pt x="827881" y="186848"/>
                    <a:pt x="1064419" y="186848"/>
                  </a:cubicBezTo>
                  <a:cubicBezTo>
                    <a:pt x="1300956" y="186848"/>
                    <a:pt x="1537494" y="494514"/>
                    <a:pt x="1774031" y="494514"/>
                  </a:cubicBezTo>
                  <a:cubicBezTo>
                    <a:pt x="2010569" y="494514"/>
                    <a:pt x="2247106" y="476131"/>
                    <a:pt x="2483644" y="476131"/>
                  </a:cubicBezTo>
                  <a:cubicBezTo>
                    <a:pt x="2601912" y="476131"/>
                    <a:pt x="2720181" y="476131"/>
                    <a:pt x="2838450" y="476131"/>
                  </a:cubicBezTo>
                  <a:lnTo>
                    <a:pt x="2838450" y="975814"/>
                  </a:lnTo>
                  <a:cubicBezTo>
                    <a:pt x="2720181" y="975814"/>
                    <a:pt x="2601912" y="975814"/>
                    <a:pt x="2483644" y="975814"/>
                  </a:cubicBezTo>
                  <a:cubicBezTo>
                    <a:pt x="2247106" y="975814"/>
                    <a:pt x="2010569" y="956301"/>
                    <a:pt x="1774031" y="929210"/>
                  </a:cubicBezTo>
                  <a:cubicBezTo>
                    <a:pt x="1537494" y="902120"/>
                    <a:pt x="1300956" y="611889"/>
                    <a:pt x="1064419" y="611889"/>
                  </a:cubicBezTo>
                  <a:cubicBezTo>
                    <a:pt x="827881" y="611889"/>
                    <a:pt x="591344" y="635066"/>
                    <a:pt x="354806" y="635066"/>
                  </a:cubicBezTo>
                  <a:cubicBezTo>
                    <a:pt x="236538" y="635066"/>
                    <a:pt x="118269" y="635066"/>
                    <a:pt x="0" y="635066"/>
                  </a:cubicBezTo>
                  <a:close/>
                </a:path>
              </a:pathLst>
            </a:custGeom>
            <a:solidFill>
              <a:srgbClr val="009E73">
                <a:alpha val="2500"/>
              </a:srgbClr>
            </a:solidFill>
            <a:ln w="0">
              <a:noFill/>
            </a:ln>
          </p:spPr>
        </p:sp>
        <p:sp>
          <p:nvSpPr>
            <p:cNvPr id="2770" name="smooth-map-feature-3-shade-2">
              <a:extLst>
                <a:ext uri="{FF2B5EF4-FFF2-40B4-BE49-F238E27FC236}">
                  <a16:creationId xmlns:a16="http://schemas.microsoft.com/office/drawing/2014/main" id="{613B08CD-63AE-41E7-A490-0381BA079314}"/>
                </a:ext>
              </a:extLst>
            </p:cNvPr>
            <p:cNvSpPr>
              <a:spLocks noGrp="1"/>
            </p:cNvSpPr>
            <p:nvPr/>
          </p:nvSpPr>
          <p:spPr>
            <a:xfrm>
              <a:off x="21240750" y="6019800"/>
              <a:ext cx="2838450" cy="1143000"/>
            </a:xfrm>
            <a:custGeom>
              <a:pathLst>
                <a:path w="2838450" h="1143000">
                  <a:moveTo>
                    <a:pt x="0" y="235201"/>
                  </a:moveTo>
                  <a:cubicBezTo>
                    <a:pt x="118269" y="235201"/>
                    <a:pt x="236538" y="235201"/>
                    <a:pt x="354806" y="235201"/>
                  </a:cubicBezTo>
                  <a:cubicBezTo>
                    <a:pt x="591344" y="235201"/>
                    <a:pt x="827881" y="205030"/>
                    <a:pt x="1064419" y="205030"/>
                  </a:cubicBezTo>
                  <a:cubicBezTo>
                    <a:pt x="1300956" y="205030"/>
                    <a:pt x="1537494" y="513110"/>
                    <a:pt x="1774031" y="513110"/>
                  </a:cubicBezTo>
                  <a:cubicBezTo>
                    <a:pt x="2010569" y="513110"/>
                    <a:pt x="2247106" y="497506"/>
                    <a:pt x="2483644" y="497506"/>
                  </a:cubicBezTo>
                  <a:cubicBezTo>
                    <a:pt x="2601912" y="497506"/>
                    <a:pt x="2720181" y="497506"/>
                    <a:pt x="2838450" y="497506"/>
                  </a:cubicBezTo>
                  <a:lnTo>
                    <a:pt x="2838450" y="954439"/>
                  </a:lnTo>
                  <a:cubicBezTo>
                    <a:pt x="2720181" y="954439"/>
                    <a:pt x="2601912" y="954439"/>
                    <a:pt x="2483644" y="954439"/>
                  </a:cubicBezTo>
                  <a:cubicBezTo>
                    <a:pt x="2247106" y="954439"/>
                    <a:pt x="2010569" y="936282"/>
                    <a:pt x="1774031" y="910615"/>
                  </a:cubicBezTo>
                  <a:cubicBezTo>
                    <a:pt x="1537494" y="884949"/>
                    <a:pt x="1300956" y="593707"/>
                    <a:pt x="1064419" y="593707"/>
                  </a:cubicBezTo>
                  <a:cubicBezTo>
                    <a:pt x="827881" y="593707"/>
                    <a:pt x="591344" y="617196"/>
                    <a:pt x="354806" y="617196"/>
                  </a:cubicBezTo>
                  <a:cubicBezTo>
                    <a:pt x="236538" y="617196"/>
                    <a:pt x="118269" y="617196"/>
                    <a:pt x="0" y="617196"/>
                  </a:cubicBezTo>
                  <a:close/>
                </a:path>
              </a:pathLst>
            </a:custGeom>
            <a:solidFill>
              <a:srgbClr val="009E73">
                <a:alpha val="2128"/>
              </a:srgbClr>
            </a:solidFill>
            <a:ln w="0">
              <a:noFill/>
            </a:ln>
          </p:spPr>
        </p:sp>
        <p:sp>
          <p:nvSpPr>
            <p:cNvPr id="2771" name="smooth-map-feature-3-shade-3">
              <a:extLst>
                <a:ext uri="{FF2B5EF4-FFF2-40B4-BE49-F238E27FC236}">
                  <a16:creationId xmlns:a16="http://schemas.microsoft.com/office/drawing/2014/main" id="{E8D6EEFD-30CC-4E78-99FB-26770103EE46}"/>
                </a:ext>
              </a:extLst>
            </p:cNvPr>
            <p:cNvSpPr>
              <a:spLocks noGrp="1"/>
            </p:cNvSpPr>
            <p:nvPr/>
          </p:nvSpPr>
          <p:spPr>
            <a:xfrm>
              <a:off x="21240750" y="6019800"/>
              <a:ext cx="2838450" cy="1143000"/>
            </a:xfrm>
            <a:custGeom>
              <a:pathLst>
                <a:path w="2838450" h="1143000">
                  <a:moveTo>
                    <a:pt x="0" y="247153"/>
                  </a:moveTo>
                  <a:cubicBezTo>
                    <a:pt x="118269" y="247153"/>
                    <a:pt x="236538" y="247153"/>
                    <a:pt x="354806" y="247153"/>
                  </a:cubicBezTo>
                  <a:cubicBezTo>
                    <a:pt x="591344" y="247153"/>
                    <a:pt x="827881" y="217191"/>
                    <a:pt x="1064419" y="217191"/>
                  </a:cubicBezTo>
                  <a:cubicBezTo>
                    <a:pt x="1300956" y="217191"/>
                    <a:pt x="1537494" y="525546"/>
                    <a:pt x="1774031" y="525546"/>
                  </a:cubicBezTo>
                  <a:cubicBezTo>
                    <a:pt x="2010569" y="525546"/>
                    <a:pt x="2247106" y="511802"/>
                    <a:pt x="2483644" y="511802"/>
                  </a:cubicBezTo>
                  <a:cubicBezTo>
                    <a:pt x="2601912" y="511802"/>
                    <a:pt x="2720181" y="511802"/>
                    <a:pt x="2838450" y="511802"/>
                  </a:cubicBezTo>
                  <a:lnTo>
                    <a:pt x="2838450" y="940143"/>
                  </a:lnTo>
                  <a:cubicBezTo>
                    <a:pt x="2720181" y="940143"/>
                    <a:pt x="2601912" y="940143"/>
                    <a:pt x="2483644" y="940143"/>
                  </a:cubicBezTo>
                  <a:cubicBezTo>
                    <a:pt x="2247106" y="940143"/>
                    <a:pt x="2010569" y="922881"/>
                    <a:pt x="1774031" y="898178"/>
                  </a:cubicBezTo>
                  <a:cubicBezTo>
                    <a:pt x="1537494" y="873476"/>
                    <a:pt x="1300956" y="581546"/>
                    <a:pt x="1064419" y="581546"/>
                  </a:cubicBezTo>
                  <a:cubicBezTo>
                    <a:pt x="827881" y="581546"/>
                    <a:pt x="591344" y="605245"/>
                    <a:pt x="354806" y="605245"/>
                  </a:cubicBezTo>
                  <a:cubicBezTo>
                    <a:pt x="236538" y="605245"/>
                    <a:pt x="118269" y="605245"/>
                    <a:pt x="0" y="605245"/>
                  </a:cubicBezTo>
                  <a:close/>
                </a:path>
              </a:pathLst>
            </a:custGeom>
            <a:solidFill>
              <a:srgbClr val="009E73">
                <a:alpha val="2174"/>
              </a:srgbClr>
            </a:solidFill>
            <a:ln w="0">
              <a:noFill/>
            </a:ln>
          </p:spPr>
        </p:sp>
        <p:sp>
          <p:nvSpPr>
            <p:cNvPr id="2772" name="smooth-map-feature-3-shade-4">
              <a:extLst>
                <a:ext uri="{FF2B5EF4-FFF2-40B4-BE49-F238E27FC236}">
                  <a16:creationId xmlns:a16="http://schemas.microsoft.com/office/drawing/2014/main" id="{DB220AF9-13CC-4D23-9E1B-A75C16D66F6B}"/>
                </a:ext>
              </a:extLst>
            </p:cNvPr>
            <p:cNvSpPr>
              <a:spLocks noGrp="1"/>
            </p:cNvSpPr>
            <p:nvPr/>
          </p:nvSpPr>
          <p:spPr>
            <a:xfrm>
              <a:off x="21240750" y="6019800"/>
              <a:ext cx="2838450" cy="1143000"/>
            </a:xfrm>
            <a:custGeom>
              <a:pathLst>
                <a:path w="2838450" h="1143000">
                  <a:moveTo>
                    <a:pt x="0" y="256358"/>
                  </a:moveTo>
                  <a:cubicBezTo>
                    <a:pt x="118269" y="256358"/>
                    <a:pt x="236538" y="256358"/>
                    <a:pt x="354806" y="256358"/>
                  </a:cubicBezTo>
                  <a:cubicBezTo>
                    <a:pt x="591344" y="256358"/>
                    <a:pt x="827881" y="226557"/>
                    <a:pt x="1064419" y="226557"/>
                  </a:cubicBezTo>
                  <a:cubicBezTo>
                    <a:pt x="1300956" y="226557"/>
                    <a:pt x="1537494" y="535125"/>
                    <a:pt x="1774031" y="535125"/>
                  </a:cubicBezTo>
                  <a:cubicBezTo>
                    <a:pt x="2010569" y="535125"/>
                    <a:pt x="2247106" y="522813"/>
                    <a:pt x="2483644" y="522813"/>
                  </a:cubicBezTo>
                  <a:cubicBezTo>
                    <a:pt x="2601912" y="522813"/>
                    <a:pt x="2720181" y="522813"/>
                    <a:pt x="2838450" y="522813"/>
                  </a:cubicBezTo>
                  <a:lnTo>
                    <a:pt x="2838450" y="929132"/>
                  </a:lnTo>
                  <a:cubicBezTo>
                    <a:pt x="2720181" y="929132"/>
                    <a:pt x="2601912" y="929132"/>
                    <a:pt x="2483644" y="929132"/>
                  </a:cubicBezTo>
                  <a:cubicBezTo>
                    <a:pt x="2247106" y="929132"/>
                    <a:pt x="2010569" y="912553"/>
                    <a:pt x="1774031" y="888600"/>
                  </a:cubicBezTo>
                  <a:cubicBezTo>
                    <a:pt x="1537494" y="864647"/>
                    <a:pt x="1300956" y="572180"/>
                    <a:pt x="1064419" y="572180"/>
                  </a:cubicBezTo>
                  <a:cubicBezTo>
                    <a:pt x="827881" y="572180"/>
                    <a:pt x="591344" y="596040"/>
                    <a:pt x="354806" y="596040"/>
                  </a:cubicBezTo>
                  <a:cubicBezTo>
                    <a:pt x="236538" y="596040"/>
                    <a:pt x="118269" y="596040"/>
                    <a:pt x="0" y="596040"/>
                  </a:cubicBezTo>
                  <a:close/>
                </a:path>
              </a:pathLst>
            </a:custGeom>
            <a:solidFill>
              <a:srgbClr val="009E73">
                <a:alpha val="2222"/>
              </a:srgbClr>
            </a:solidFill>
            <a:ln w="0">
              <a:noFill/>
            </a:ln>
          </p:spPr>
        </p:sp>
        <p:sp>
          <p:nvSpPr>
            <p:cNvPr id="2773" name="smooth-map-feature-3-shade-5">
              <a:extLst>
                <a:ext uri="{FF2B5EF4-FFF2-40B4-BE49-F238E27FC236}">
                  <a16:creationId xmlns:a16="http://schemas.microsoft.com/office/drawing/2014/main" id="{1CC5AC49-34E5-4294-ACF1-66A9A29FD483}"/>
                </a:ext>
              </a:extLst>
            </p:cNvPr>
            <p:cNvSpPr>
              <a:spLocks noGrp="1"/>
            </p:cNvSpPr>
            <p:nvPr/>
          </p:nvSpPr>
          <p:spPr>
            <a:xfrm>
              <a:off x="21240750" y="6019800"/>
              <a:ext cx="2838450" cy="1143000"/>
            </a:xfrm>
            <a:custGeom>
              <a:pathLst>
                <a:path w="2838450" h="1143000">
                  <a:moveTo>
                    <a:pt x="0" y="263955"/>
                  </a:moveTo>
                  <a:cubicBezTo>
                    <a:pt x="118269" y="263955"/>
                    <a:pt x="236538" y="263955"/>
                    <a:pt x="354806" y="263955"/>
                  </a:cubicBezTo>
                  <a:cubicBezTo>
                    <a:pt x="591344" y="263955"/>
                    <a:pt x="827881" y="234287"/>
                    <a:pt x="1064419" y="234287"/>
                  </a:cubicBezTo>
                  <a:cubicBezTo>
                    <a:pt x="1300956" y="234287"/>
                    <a:pt x="1537494" y="543031"/>
                    <a:pt x="1774031" y="543031"/>
                  </a:cubicBezTo>
                  <a:cubicBezTo>
                    <a:pt x="2010569" y="543031"/>
                    <a:pt x="2247106" y="531901"/>
                    <a:pt x="2483644" y="531901"/>
                  </a:cubicBezTo>
                  <a:cubicBezTo>
                    <a:pt x="2601912" y="531901"/>
                    <a:pt x="2720181" y="531901"/>
                    <a:pt x="2838450" y="531901"/>
                  </a:cubicBezTo>
                  <a:lnTo>
                    <a:pt x="2838450" y="920044"/>
                  </a:lnTo>
                  <a:cubicBezTo>
                    <a:pt x="2720181" y="920044"/>
                    <a:pt x="2601912" y="920044"/>
                    <a:pt x="2483644" y="920044"/>
                  </a:cubicBezTo>
                  <a:cubicBezTo>
                    <a:pt x="2247106" y="920044"/>
                    <a:pt x="2010569" y="904024"/>
                    <a:pt x="1774031" y="880694"/>
                  </a:cubicBezTo>
                  <a:cubicBezTo>
                    <a:pt x="1537494" y="857364"/>
                    <a:pt x="1300956" y="564450"/>
                    <a:pt x="1064419" y="564450"/>
                  </a:cubicBezTo>
                  <a:cubicBezTo>
                    <a:pt x="827881" y="564450"/>
                    <a:pt x="591344" y="588443"/>
                    <a:pt x="354806" y="588443"/>
                  </a:cubicBezTo>
                  <a:cubicBezTo>
                    <a:pt x="236538" y="588443"/>
                    <a:pt x="118269" y="588443"/>
                    <a:pt x="0" y="588443"/>
                  </a:cubicBezTo>
                  <a:close/>
                </a:path>
              </a:pathLst>
            </a:custGeom>
            <a:solidFill>
              <a:srgbClr val="009E73">
                <a:alpha val="2273"/>
              </a:srgbClr>
            </a:solidFill>
            <a:ln w="0">
              <a:noFill/>
            </a:ln>
          </p:spPr>
        </p:sp>
        <p:sp>
          <p:nvSpPr>
            <p:cNvPr id="2774" name="smooth-map-feature-3-shade-6">
              <a:extLst>
                <a:ext uri="{FF2B5EF4-FFF2-40B4-BE49-F238E27FC236}">
                  <a16:creationId xmlns:a16="http://schemas.microsoft.com/office/drawing/2014/main" id="{2835A638-E715-492A-A378-B5BADF68F844}"/>
                </a:ext>
              </a:extLst>
            </p:cNvPr>
            <p:cNvSpPr>
              <a:spLocks noGrp="1"/>
            </p:cNvSpPr>
            <p:nvPr/>
          </p:nvSpPr>
          <p:spPr>
            <a:xfrm>
              <a:off x="21240750" y="6019800"/>
              <a:ext cx="2838450" cy="1143000"/>
            </a:xfrm>
            <a:custGeom>
              <a:pathLst>
                <a:path w="2838450" h="1143000">
                  <a:moveTo>
                    <a:pt x="0" y="270491"/>
                  </a:moveTo>
                  <a:cubicBezTo>
                    <a:pt x="118269" y="270491"/>
                    <a:pt x="236538" y="270491"/>
                    <a:pt x="354806" y="270491"/>
                  </a:cubicBezTo>
                  <a:cubicBezTo>
                    <a:pt x="591344" y="270491"/>
                    <a:pt x="827881" y="240938"/>
                    <a:pt x="1064419" y="240938"/>
                  </a:cubicBezTo>
                  <a:cubicBezTo>
                    <a:pt x="1300956" y="240938"/>
                    <a:pt x="1537494" y="549833"/>
                    <a:pt x="1774031" y="549833"/>
                  </a:cubicBezTo>
                  <a:cubicBezTo>
                    <a:pt x="2010569" y="549833"/>
                    <a:pt x="2247106" y="539719"/>
                    <a:pt x="2483644" y="539719"/>
                  </a:cubicBezTo>
                  <a:cubicBezTo>
                    <a:pt x="2601912" y="539719"/>
                    <a:pt x="2720181" y="539719"/>
                    <a:pt x="2838450" y="539719"/>
                  </a:cubicBezTo>
                  <a:lnTo>
                    <a:pt x="2838450" y="912225"/>
                  </a:lnTo>
                  <a:cubicBezTo>
                    <a:pt x="2720181" y="912225"/>
                    <a:pt x="2601912" y="912225"/>
                    <a:pt x="2483644" y="912225"/>
                  </a:cubicBezTo>
                  <a:cubicBezTo>
                    <a:pt x="2247106" y="912225"/>
                    <a:pt x="2010569" y="896684"/>
                    <a:pt x="1774031" y="873892"/>
                  </a:cubicBezTo>
                  <a:cubicBezTo>
                    <a:pt x="1537494" y="851101"/>
                    <a:pt x="1300956" y="557799"/>
                    <a:pt x="1064419" y="557799"/>
                  </a:cubicBezTo>
                  <a:cubicBezTo>
                    <a:pt x="827881" y="557799"/>
                    <a:pt x="591344" y="581906"/>
                    <a:pt x="354806" y="581906"/>
                  </a:cubicBezTo>
                  <a:cubicBezTo>
                    <a:pt x="236538" y="581906"/>
                    <a:pt x="118269" y="581906"/>
                    <a:pt x="0" y="581906"/>
                  </a:cubicBezTo>
                  <a:close/>
                </a:path>
              </a:pathLst>
            </a:custGeom>
            <a:solidFill>
              <a:srgbClr val="009E73">
                <a:alpha val="2326"/>
              </a:srgbClr>
            </a:solidFill>
            <a:ln w="0">
              <a:noFill/>
            </a:ln>
          </p:spPr>
        </p:sp>
        <p:sp>
          <p:nvSpPr>
            <p:cNvPr id="2775" name="smooth-map-feature-3-shade-7">
              <a:extLst>
                <a:ext uri="{FF2B5EF4-FFF2-40B4-BE49-F238E27FC236}">
                  <a16:creationId xmlns:a16="http://schemas.microsoft.com/office/drawing/2014/main" id="{3883780E-2923-4D51-AED4-C00100529D2E}"/>
                </a:ext>
              </a:extLst>
            </p:cNvPr>
            <p:cNvSpPr>
              <a:spLocks noGrp="1"/>
            </p:cNvSpPr>
            <p:nvPr/>
          </p:nvSpPr>
          <p:spPr>
            <a:xfrm>
              <a:off x="21240750" y="6019800"/>
              <a:ext cx="2838450" cy="1143000"/>
            </a:xfrm>
            <a:custGeom>
              <a:pathLst>
                <a:path w="2838450" h="1143000">
                  <a:moveTo>
                    <a:pt x="0" y="276273"/>
                  </a:moveTo>
                  <a:cubicBezTo>
                    <a:pt x="118269" y="276273"/>
                    <a:pt x="236538" y="276273"/>
                    <a:pt x="354806" y="276273"/>
                  </a:cubicBezTo>
                  <a:cubicBezTo>
                    <a:pt x="591344" y="276273"/>
                    <a:pt x="827881" y="246821"/>
                    <a:pt x="1064419" y="246821"/>
                  </a:cubicBezTo>
                  <a:cubicBezTo>
                    <a:pt x="1300956" y="246821"/>
                    <a:pt x="1537494" y="555849"/>
                    <a:pt x="1774031" y="555849"/>
                  </a:cubicBezTo>
                  <a:cubicBezTo>
                    <a:pt x="2010569" y="555849"/>
                    <a:pt x="2247106" y="546635"/>
                    <a:pt x="2483644" y="546635"/>
                  </a:cubicBezTo>
                  <a:cubicBezTo>
                    <a:pt x="2601912" y="546635"/>
                    <a:pt x="2720181" y="546635"/>
                    <a:pt x="2838450" y="546635"/>
                  </a:cubicBezTo>
                  <a:lnTo>
                    <a:pt x="2838450" y="905310"/>
                  </a:lnTo>
                  <a:cubicBezTo>
                    <a:pt x="2720181" y="905310"/>
                    <a:pt x="2601912" y="905310"/>
                    <a:pt x="2483644" y="905310"/>
                  </a:cubicBezTo>
                  <a:cubicBezTo>
                    <a:pt x="2247106" y="905310"/>
                    <a:pt x="2010569" y="890188"/>
                    <a:pt x="1774031" y="867876"/>
                  </a:cubicBezTo>
                  <a:cubicBezTo>
                    <a:pt x="1537494" y="845563"/>
                    <a:pt x="1300956" y="551917"/>
                    <a:pt x="1064419" y="551917"/>
                  </a:cubicBezTo>
                  <a:cubicBezTo>
                    <a:pt x="827881" y="551917"/>
                    <a:pt x="591344" y="576125"/>
                    <a:pt x="354806" y="576125"/>
                  </a:cubicBezTo>
                  <a:cubicBezTo>
                    <a:pt x="236538" y="576125"/>
                    <a:pt x="118269" y="576125"/>
                    <a:pt x="0" y="576125"/>
                  </a:cubicBezTo>
                  <a:close/>
                </a:path>
              </a:pathLst>
            </a:custGeom>
            <a:solidFill>
              <a:srgbClr val="009E73">
                <a:alpha val="2381"/>
              </a:srgbClr>
            </a:solidFill>
            <a:ln w="0">
              <a:noFill/>
            </a:ln>
          </p:spPr>
        </p:sp>
        <p:sp>
          <p:nvSpPr>
            <p:cNvPr id="2776" name="smooth-map-feature-3-shade-8">
              <a:extLst>
                <a:ext uri="{FF2B5EF4-FFF2-40B4-BE49-F238E27FC236}">
                  <a16:creationId xmlns:a16="http://schemas.microsoft.com/office/drawing/2014/main" id="{DD9B0F0B-F243-4D6E-973F-81F14DE719DD}"/>
                </a:ext>
              </a:extLst>
            </p:cNvPr>
            <p:cNvSpPr>
              <a:spLocks noGrp="1"/>
            </p:cNvSpPr>
            <p:nvPr/>
          </p:nvSpPr>
          <p:spPr>
            <a:xfrm>
              <a:off x="21240750" y="6019800"/>
              <a:ext cx="2838450" cy="1143000"/>
            </a:xfrm>
            <a:custGeom>
              <a:pathLst>
                <a:path w="2838450" h="1143000">
                  <a:moveTo>
                    <a:pt x="0" y="281490"/>
                  </a:moveTo>
                  <a:cubicBezTo>
                    <a:pt x="118269" y="281490"/>
                    <a:pt x="236538" y="281490"/>
                    <a:pt x="354806" y="281490"/>
                  </a:cubicBezTo>
                  <a:cubicBezTo>
                    <a:pt x="591344" y="281490"/>
                    <a:pt x="827881" y="252128"/>
                    <a:pt x="1064419" y="252128"/>
                  </a:cubicBezTo>
                  <a:cubicBezTo>
                    <a:pt x="1300956" y="252128"/>
                    <a:pt x="1537494" y="561277"/>
                    <a:pt x="1774031" y="561277"/>
                  </a:cubicBezTo>
                  <a:cubicBezTo>
                    <a:pt x="2010569" y="561277"/>
                    <a:pt x="2247106" y="552875"/>
                    <a:pt x="2483644" y="552875"/>
                  </a:cubicBezTo>
                  <a:cubicBezTo>
                    <a:pt x="2601912" y="552875"/>
                    <a:pt x="2720181" y="552875"/>
                    <a:pt x="2838450" y="552875"/>
                  </a:cubicBezTo>
                  <a:lnTo>
                    <a:pt x="2838450" y="899070"/>
                  </a:lnTo>
                  <a:cubicBezTo>
                    <a:pt x="2720181" y="899070"/>
                    <a:pt x="2601912" y="899070"/>
                    <a:pt x="2483644" y="899070"/>
                  </a:cubicBezTo>
                  <a:cubicBezTo>
                    <a:pt x="2247106" y="899070"/>
                    <a:pt x="2010569" y="884325"/>
                    <a:pt x="1774031" y="862447"/>
                  </a:cubicBezTo>
                  <a:cubicBezTo>
                    <a:pt x="1537494" y="840569"/>
                    <a:pt x="1300956" y="546609"/>
                    <a:pt x="1064419" y="546609"/>
                  </a:cubicBezTo>
                  <a:cubicBezTo>
                    <a:pt x="827881" y="546609"/>
                    <a:pt x="591344" y="570908"/>
                    <a:pt x="354806" y="570908"/>
                  </a:cubicBezTo>
                  <a:cubicBezTo>
                    <a:pt x="236538" y="570908"/>
                    <a:pt x="118269" y="570908"/>
                    <a:pt x="0" y="570908"/>
                  </a:cubicBezTo>
                  <a:close/>
                </a:path>
              </a:pathLst>
            </a:custGeom>
            <a:solidFill>
              <a:srgbClr val="009E73">
                <a:alpha val="2439"/>
              </a:srgbClr>
            </a:solidFill>
            <a:ln w="0">
              <a:noFill/>
            </a:ln>
          </p:spPr>
        </p:sp>
        <p:sp>
          <p:nvSpPr>
            <p:cNvPr id="2777" name="smooth-map-feature-3-shade-9">
              <a:extLst>
                <a:ext uri="{FF2B5EF4-FFF2-40B4-BE49-F238E27FC236}">
                  <a16:creationId xmlns:a16="http://schemas.microsoft.com/office/drawing/2014/main" id="{98D98744-E021-4045-BF39-5764BB149DCB}"/>
                </a:ext>
              </a:extLst>
            </p:cNvPr>
            <p:cNvSpPr>
              <a:spLocks noGrp="1"/>
            </p:cNvSpPr>
            <p:nvPr/>
          </p:nvSpPr>
          <p:spPr>
            <a:xfrm>
              <a:off x="21240750" y="6019800"/>
              <a:ext cx="2838450" cy="1143000"/>
            </a:xfrm>
            <a:custGeom>
              <a:pathLst>
                <a:path w="2838450" h="1143000">
                  <a:moveTo>
                    <a:pt x="0" y="286268"/>
                  </a:moveTo>
                  <a:cubicBezTo>
                    <a:pt x="118269" y="286268"/>
                    <a:pt x="236538" y="286268"/>
                    <a:pt x="354806" y="286268"/>
                  </a:cubicBezTo>
                  <a:cubicBezTo>
                    <a:pt x="591344" y="286268"/>
                    <a:pt x="827881" y="256990"/>
                    <a:pt x="1064419" y="256990"/>
                  </a:cubicBezTo>
                  <a:cubicBezTo>
                    <a:pt x="1300956" y="256990"/>
                    <a:pt x="1537494" y="566250"/>
                    <a:pt x="1774031" y="566250"/>
                  </a:cubicBezTo>
                  <a:cubicBezTo>
                    <a:pt x="2010569" y="566250"/>
                    <a:pt x="2247106" y="558590"/>
                    <a:pt x="2483644" y="558590"/>
                  </a:cubicBezTo>
                  <a:cubicBezTo>
                    <a:pt x="2601912" y="558590"/>
                    <a:pt x="2720181" y="558590"/>
                    <a:pt x="2838450" y="558590"/>
                  </a:cubicBezTo>
                  <a:lnTo>
                    <a:pt x="2838450" y="893354"/>
                  </a:lnTo>
                  <a:cubicBezTo>
                    <a:pt x="2720181" y="893354"/>
                    <a:pt x="2601912" y="893354"/>
                    <a:pt x="2483644" y="893354"/>
                  </a:cubicBezTo>
                  <a:cubicBezTo>
                    <a:pt x="2247106" y="893354"/>
                    <a:pt x="2010569" y="878954"/>
                    <a:pt x="1774031" y="857475"/>
                  </a:cubicBezTo>
                  <a:cubicBezTo>
                    <a:pt x="1537494" y="835997"/>
                    <a:pt x="1300956" y="541747"/>
                    <a:pt x="1064419" y="541747"/>
                  </a:cubicBezTo>
                  <a:cubicBezTo>
                    <a:pt x="827881" y="541747"/>
                    <a:pt x="591344" y="566130"/>
                    <a:pt x="354806" y="566130"/>
                  </a:cubicBezTo>
                  <a:cubicBezTo>
                    <a:pt x="236538" y="566130"/>
                    <a:pt x="118269" y="566130"/>
                    <a:pt x="0" y="566130"/>
                  </a:cubicBezTo>
                  <a:close/>
                </a:path>
              </a:pathLst>
            </a:custGeom>
            <a:solidFill>
              <a:srgbClr val="009E73">
                <a:alpha val="2500"/>
              </a:srgbClr>
            </a:solidFill>
            <a:ln w="0">
              <a:noFill/>
            </a:ln>
          </p:spPr>
        </p:sp>
        <p:sp>
          <p:nvSpPr>
            <p:cNvPr id="2778" name="smooth-map-feature-3-shade-10">
              <a:extLst>
                <a:ext uri="{FF2B5EF4-FFF2-40B4-BE49-F238E27FC236}">
                  <a16:creationId xmlns:a16="http://schemas.microsoft.com/office/drawing/2014/main" id="{0CEDC4C0-6C89-44F3-AC2C-23501117B8C4}"/>
                </a:ext>
              </a:extLst>
            </p:cNvPr>
            <p:cNvSpPr>
              <a:spLocks noGrp="1"/>
            </p:cNvSpPr>
            <p:nvPr/>
          </p:nvSpPr>
          <p:spPr>
            <a:xfrm>
              <a:off x="21240750" y="6019800"/>
              <a:ext cx="2838450" cy="1143000"/>
            </a:xfrm>
            <a:custGeom>
              <a:pathLst>
                <a:path w="2838450" h="1143000">
                  <a:moveTo>
                    <a:pt x="0" y="290696"/>
                  </a:moveTo>
                  <a:cubicBezTo>
                    <a:pt x="118269" y="290696"/>
                    <a:pt x="236538" y="290696"/>
                    <a:pt x="354806" y="290696"/>
                  </a:cubicBezTo>
                  <a:cubicBezTo>
                    <a:pt x="591344" y="290696"/>
                    <a:pt x="827881" y="261496"/>
                    <a:pt x="1064419" y="261496"/>
                  </a:cubicBezTo>
                  <a:cubicBezTo>
                    <a:pt x="1300956" y="261496"/>
                    <a:pt x="1537494" y="570857"/>
                    <a:pt x="1774031" y="570857"/>
                  </a:cubicBezTo>
                  <a:cubicBezTo>
                    <a:pt x="2010569" y="570857"/>
                    <a:pt x="2247106" y="563887"/>
                    <a:pt x="2483644" y="563887"/>
                  </a:cubicBezTo>
                  <a:cubicBezTo>
                    <a:pt x="2601912" y="563887"/>
                    <a:pt x="2720181" y="563887"/>
                    <a:pt x="2838450" y="563887"/>
                  </a:cubicBezTo>
                  <a:lnTo>
                    <a:pt x="2838450" y="888058"/>
                  </a:lnTo>
                  <a:cubicBezTo>
                    <a:pt x="2720181" y="888058"/>
                    <a:pt x="2601912" y="888058"/>
                    <a:pt x="2483644" y="888058"/>
                  </a:cubicBezTo>
                  <a:cubicBezTo>
                    <a:pt x="2247106" y="888058"/>
                    <a:pt x="2010569" y="873974"/>
                    <a:pt x="1774031" y="852867"/>
                  </a:cubicBezTo>
                  <a:cubicBezTo>
                    <a:pt x="1537494" y="831761"/>
                    <a:pt x="1300956" y="537242"/>
                    <a:pt x="1064419" y="537242"/>
                  </a:cubicBezTo>
                  <a:cubicBezTo>
                    <a:pt x="827881" y="537242"/>
                    <a:pt x="591344" y="561702"/>
                    <a:pt x="354806" y="561702"/>
                  </a:cubicBezTo>
                  <a:cubicBezTo>
                    <a:pt x="236538" y="561702"/>
                    <a:pt x="118269" y="561702"/>
                    <a:pt x="0" y="561702"/>
                  </a:cubicBezTo>
                  <a:close/>
                </a:path>
              </a:pathLst>
            </a:custGeom>
            <a:solidFill>
              <a:srgbClr val="009E73">
                <a:alpha val="2564"/>
              </a:srgbClr>
            </a:solidFill>
            <a:ln w="0">
              <a:noFill/>
            </a:ln>
          </p:spPr>
        </p:sp>
        <p:sp>
          <p:nvSpPr>
            <p:cNvPr id="2779" name="smooth-map-feature-3-shade-11">
              <a:extLst>
                <a:ext uri="{FF2B5EF4-FFF2-40B4-BE49-F238E27FC236}">
                  <a16:creationId xmlns:a16="http://schemas.microsoft.com/office/drawing/2014/main" id="{BAB64230-1217-4CFD-B6F9-CF14A187A12B}"/>
                </a:ext>
              </a:extLst>
            </p:cNvPr>
            <p:cNvSpPr>
              <a:spLocks noGrp="1"/>
            </p:cNvSpPr>
            <p:nvPr/>
          </p:nvSpPr>
          <p:spPr>
            <a:xfrm>
              <a:off x="21240750" y="6019800"/>
              <a:ext cx="2838450" cy="1143000"/>
            </a:xfrm>
            <a:custGeom>
              <a:pathLst>
                <a:path w="2838450" h="1143000">
                  <a:moveTo>
                    <a:pt x="0" y="294838"/>
                  </a:moveTo>
                  <a:cubicBezTo>
                    <a:pt x="118269" y="294838"/>
                    <a:pt x="236538" y="294838"/>
                    <a:pt x="354806" y="294838"/>
                  </a:cubicBezTo>
                  <a:cubicBezTo>
                    <a:pt x="591344" y="294838"/>
                    <a:pt x="827881" y="265711"/>
                    <a:pt x="1064419" y="265711"/>
                  </a:cubicBezTo>
                  <a:cubicBezTo>
                    <a:pt x="1300956" y="265711"/>
                    <a:pt x="1537494" y="575168"/>
                    <a:pt x="1774031" y="575168"/>
                  </a:cubicBezTo>
                  <a:cubicBezTo>
                    <a:pt x="2010569" y="575168"/>
                    <a:pt x="2247106" y="568842"/>
                    <a:pt x="2483644" y="568842"/>
                  </a:cubicBezTo>
                  <a:cubicBezTo>
                    <a:pt x="2601912" y="568842"/>
                    <a:pt x="2720181" y="568842"/>
                    <a:pt x="2838450" y="568842"/>
                  </a:cubicBezTo>
                  <a:lnTo>
                    <a:pt x="2838450" y="883102"/>
                  </a:lnTo>
                  <a:cubicBezTo>
                    <a:pt x="2720181" y="883102"/>
                    <a:pt x="2601912" y="883102"/>
                    <a:pt x="2483644" y="883102"/>
                  </a:cubicBezTo>
                  <a:cubicBezTo>
                    <a:pt x="2247106" y="883102"/>
                    <a:pt x="2010569" y="869314"/>
                    <a:pt x="1774031" y="848557"/>
                  </a:cubicBezTo>
                  <a:cubicBezTo>
                    <a:pt x="1537494" y="827799"/>
                    <a:pt x="1300956" y="533027"/>
                    <a:pt x="1064419" y="533027"/>
                  </a:cubicBezTo>
                  <a:cubicBezTo>
                    <a:pt x="827881" y="533027"/>
                    <a:pt x="591344" y="557559"/>
                    <a:pt x="354806" y="557559"/>
                  </a:cubicBezTo>
                  <a:cubicBezTo>
                    <a:pt x="236538" y="557559"/>
                    <a:pt x="118269" y="557559"/>
                    <a:pt x="0" y="557559"/>
                  </a:cubicBezTo>
                  <a:close/>
                </a:path>
              </a:pathLst>
            </a:custGeom>
            <a:solidFill>
              <a:srgbClr val="009E73">
                <a:alpha val="2632"/>
              </a:srgbClr>
            </a:solidFill>
            <a:ln w="0">
              <a:noFill/>
            </a:ln>
          </p:spPr>
        </p:sp>
        <p:sp>
          <p:nvSpPr>
            <p:cNvPr id="2780" name="smooth-map-feature-3-shade-12">
              <a:extLst>
                <a:ext uri="{FF2B5EF4-FFF2-40B4-BE49-F238E27FC236}">
                  <a16:creationId xmlns:a16="http://schemas.microsoft.com/office/drawing/2014/main" id="{34FEF4B5-C494-4625-9217-B240D71DA1A3}"/>
                </a:ext>
              </a:extLst>
            </p:cNvPr>
            <p:cNvSpPr>
              <a:spLocks noGrp="1"/>
            </p:cNvSpPr>
            <p:nvPr/>
          </p:nvSpPr>
          <p:spPr>
            <a:xfrm>
              <a:off x="21240750" y="6019800"/>
              <a:ext cx="2838450" cy="1143000"/>
            </a:xfrm>
            <a:custGeom>
              <a:pathLst>
                <a:path w="2838450" h="1143000">
                  <a:moveTo>
                    <a:pt x="0" y="298744"/>
                  </a:moveTo>
                  <a:cubicBezTo>
                    <a:pt x="118269" y="298744"/>
                    <a:pt x="236538" y="298744"/>
                    <a:pt x="354806" y="298744"/>
                  </a:cubicBezTo>
                  <a:cubicBezTo>
                    <a:pt x="591344" y="298744"/>
                    <a:pt x="827881" y="269685"/>
                    <a:pt x="1064419" y="269685"/>
                  </a:cubicBezTo>
                  <a:cubicBezTo>
                    <a:pt x="1300956" y="269685"/>
                    <a:pt x="1537494" y="579233"/>
                    <a:pt x="1774031" y="579233"/>
                  </a:cubicBezTo>
                  <a:cubicBezTo>
                    <a:pt x="2010569" y="579233"/>
                    <a:pt x="2247106" y="573515"/>
                    <a:pt x="2483644" y="573515"/>
                  </a:cubicBezTo>
                  <a:cubicBezTo>
                    <a:pt x="2601912" y="573515"/>
                    <a:pt x="2720181" y="573515"/>
                    <a:pt x="2838450" y="573515"/>
                  </a:cubicBezTo>
                  <a:lnTo>
                    <a:pt x="2838450" y="878430"/>
                  </a:lnTo>
                  <a:cubicBezTo>
                    <a:pt x="2720181" y="878430"/>
                    <a:pt x="2601912" y="878430"/>
                    <a:pt x="2483644" y="878430"/>
                  </a:cubicBezTo>
                  <a:cubicBezTo>
                    <a:pt x="2247106" y="878430"/>
                    <a:pt x="2010569" y="864919"/>
                    <a:pt x="1774031" y="844492"/>
                  </a:cubicBezTo>
                  <a:cubicBezTo>
                    <a:pt x="1537494" y="824064"/>
                    <a:pt x="1300956" y="529052"/>
                    <a:pt x="1064419" y="529052"/>
                  </a:cubicBezTo>
                  <a:cubicBezTo>
                    <a:pt x="827881" y="529052"/>
                    <a:pt x="591344" y="553653"/>
                    <a:pt x="354806" y="553653"/>
                  </a:cubicBezTo>
                  <a:cubicBezTo>
                    <a:pt x="236538" y="553653"/>
                    <a:pt x="118269" y="553653"/>
                    <a:pt x="0" y="553653"/>
                  </a:cubicBezTo>
                  <a:close/>
                </a:path>
              </a:pathLst>
            </a:custGeom>
            <a:solidFill>
              <a:srgbClr val="009E73">
                <a:alpha val="2703"/>
              </a:srgbClr>
            </a:solidFill>
            <a:ln w="0">
              <a:noFill/>
            </a:ln>
          </p:spPr>
        </p:sp>
        <p:sp>
          <p:nvSpPr>
            <p:cNvPr id="2781" name="smooth-map-feature-3-shade-13">
              <a:extLst>
                <a:ext uri="{FF2B5EF4-FFF2-40B4-BE49-F238E27FC236}">
                  <a16:creationId xmlns:a16="http://schemas.microsoft.com/office/drawing/2014/main" id="{9C59CE99-1493-4229-984F-85A69F99C42A}"/>
                </a:ext>
              </a:extLst>
            </p:cNvPr>
            <p:cNvSpPr>
              <a:spLocks noGrp="1"/>
            </p:cNvSpPr>
            <p:nvPr/>
          </p:nvSpPr>
          <p:spPr>
            <a:xfrm>
              <a:off x="21240750" y="6019800"/>
              <a:ext cx="2838450" cy="1143000"/>
            </a:xfrm>
            <a:custGeom>
              <a:pathLst>
                <a:path w="2838450" h="1143000">
                  <a:moveTo>
                    <a:pt x="0" y="302452"/>
                  </a:moveTo>
                  <a:cubicBezTo>
                    <a:pt x="118269" y="302452"/>
                    <a:pt x="236538" y="302452"/>
                    <a:pt x="354806" y="302452"/>
                  </a:cubicBezTo>
                  <a:cubicBezTo>
                    <a:pt x="591344" y="302452"/>
                    <a:pt x="827881" y="273457"/>
                    <a:pt x="1064419" y="273457"/>
                  </a:cubicBezTo>
                  <a:cubicBezTo>
                    <a:pt x="1300956" y="273457"/>
                    <a:pt x="1537494" y="583091"/>
                    <a:pt x="1774031" y="583091"/>
                  </a:cubicBezTo>
                  <a:cubicBezTo>
                    <a:pt x="2010569" y="583091"/>
                    <a:pt x="2247106" y="577950"/>
                    <a:pt x="2483644" y="577950"/>
                  </a:cubicBezTo>
                  <a:cubicBezTo>
                    <a:pt x="2601912" y="577950"/>
                    <a:pt x="2720181" y="577950"/>
                    <a:pt x="2838450" y="577950"/>
                  </a:cubicBezTo>
                  <a:lnTo>
                    <a:pt x="2838450" y="873995"/>
                  </a:lnTo>
                  <a:cubicBezTo>
                    <a:pt x="2720181" y="873995"/>
                    <a:pt x="2601912" y="873995"/>
                    <a:pt x="2483644" y="873995"/>
                  </a:cubicBezTo>
                  <a:cubicBezTo>
                    <a:pt x="2247106" y="873995"/>
                    <a:pt x="2010569" y="860747"/>
                    <a:pt x="1774031" y="840634"/>
                  </a:cubicBezTo>
                  <a:cubicBezTo>
                    <a:pt x="1537494" y="820521"/>
                    <a:pt x="1300956" y="525280"/>
                    <a:pt x="1064419" y="525280"/>
                  </a:cubicBezTo>
                  <a:cubicBezTo>
                    <a:pt x="827881" y="525280"/>
                    <a:pt x="591344" y="549946"/>
                    <a:pt x="354806" y="549946"/>
                  </a:cubicBezTo>
                  <a:cubicBezTo>
                    <a:pt x="236538" y="549946"/>
                    <a:pt x="118269" y="549946"/>
                    <a:pt x="0" y="549946"/>
                  </a:cubicBezTo>
                  <a:close/>
                </a:path>
              </a:pathLst>
            </a:custGeom>
            <a:solidFill>
              <a:srgbClr val="009E73">
                <a:alpha val="2778"/>
              </a:srgbClr>
            </a:solidFill>
            <a:ln w="0">
              <a:noFill/>
            </a:ln>
          </p:spPr>
        </p:sp>
        <p:sp>
          <p:nvSpPr>
            <p:cNvPr id="2782" name="smooth-map-feature-3-shade-14">
              <a:extLst>
                <a:ext uri="{FF2B5EF4-FFF2-40B4-BE49-F238E27FC236}">
                  <a16:creationId xmlns:a16="http://schemas.microsoft.com/office/drawing/2014/main" id="{3C43660C-EA75-4394-B961-148435D05FB9}"/>
                </a:ext>
              </a:extLst>
            </p:cNvPr>
            <p:cNvSpPr>
              <a:spLocks noGrp="1"/>
            </p:cNvSpPr>
            <p:nvPr/>
          </p:nvSpPr>
          <p:spPr>
            <a:xfrm>
              <a:off x="21240750" y="6019800"/>
              <a:ext cx="2838450" cy="1143000"/>
            </a:xfrm>
            <a:custGeom>
              <a:pathLst>
                <a:path w="2838450" h="1143000">
                  <a:moveTo>
                    <a:pt x="0" y="305991"/>
                  </a:moveTo>
                  <a:cubicBezTo>
                    <a:pt x="118269" y="305991"/>
                    <a:pt x="236538" y="305991"/>
                    <a:pt x="354806" y="305991"/>
                  </a:cubicBezTo>
                  <a:cubicBezTo>
                    <a:pt x="591344" y="305991"/>
                    <a:pt x="827881" y="277058"/>
                    <a:pt x="1064419" y="277058"/>
                  </a:cubicBezTo>
                  <a:cubicBezTo>
                    <a:pt x="1300956" y="277058"/>
                    <a:pt x="1537494" y="586773"/>
                    <a:pt x="1774031" y="586773"/>
                  </a:cubicBezTo>
                  <a:cubicBezTo>
                    <a:pt x="2010569" y="586773"/>
                    <a:pt x="2247106" y="582182"/>
                    <a:pt x="2483644" y="582182"/>
                  </a:cubicBezTo>
                  <a:cubicBezTo>
                    <a:pt x="2601912" y="582182"/>
                    <a:pt x="2720181" y="582182"/>
                    <a:pt x="2838450" y="582182"/>
                  </a:cubicBezTo>
                  <a:lnTo>
                    <a:pt x="2838450" y="869762"/>
                  </a:lnTo>
                  <a:cubicBezTo>
                    <a:pt x="2720181" y="869762"/>
                    <a:pt x="2601912" y="869762"/>
                    <a:pt x="2483644" y="869762"/>
                  </a:cubicBezTo>
                  <a:cubicBezTo>
                    <a:pt x="2247106" y="869762"/>
                    <a:pt x="2010569" y="856763"/>
                    <a:pt x="1774031" y="836952"/>
                  </a:cubicBezTo>
                  <a:cubicBezTo>
                    <a:pt x="1537494" y="817140"/>
                    <a:pt x="1300956" y="521679"/>
                    <a:pt x="1064419" y="521679"/>
                  </a:cubicBezTo>
                  <a:cubicBezTo>
                    <a:pt x="827881" y="521679"/>
                    <a:pt x="591344" y="546407"/>
                    <a:pt x="354806" y="546407"/>
                  </a:cubicBezTo>
                  <a:cubicBezTo>
                    <a:pt x="236538" y="546407"/>
                    <a:pt x="118269" y="546407"/>
                    <a:pt x="0" y="546407"/>
                  </a:cubicBezTo>
                  <a:close/>
                </a:path>
              </a:pathLst>
            </a:custGeom>
            <a:solidFill>
              <a:srgbClr val="009E73">
                <a:alpha val="2857"/>
              </a:srgbClr>
            </a:solidFill>
            <a:ln w="0">
              <a:noFill/>
            </a:ln>
          </p:spPr>
        </p:sp>
        <p:sp>
          <p:nvSpPr>
            <p:cNvPr id="2783" name="smooth-map-feature-3-shade-15">
              <a:extLst>
                <a:ext uri="{FF2B5EF4-FFF2-40B4-BE49-F238E27FC236}">
                  <a16:creationId xmlns:a16="http://schemas.microsoft.com/office/drawing/2014/main" id="{4221CEDB-3919-4451-8446-F3BB5A5E7EBF}"/>
                </a:ext>
              </a:extLst>
            </p:cNvPr>
            <p:cNvSpPr>
              <a:spLocks noGrp="1"/>
            </p:cNvSpPr>
            <p:nvPr/>
          </p:nvSpPr>
          <p:spPr>
            <a:xfrm>
              <a:off x="21240750" y="6019800"/>
              <a:ext cx="2838450" cy="1143000"/>
            </a:xfrm>
            <a:custGeom>
              <a:pathLst>
                <a:path w="2838450" h="1143000">
                  <a:moveTo>
                    <a:pt x="0" y="309385"/>
                  </a:moveTo>
                  <a:cubicBezTo>
                    <a:pt x="118269" y="309385"/>
                    <a:pt x="236538" y="309385"/>
                    <a:pt x="354806" y="309385"/>
                  </a:cubicBezTo>
                  <a:cubicBezTo>
                    <a:pt x="591344" y="309385"/>
                    <a:pt x="827881" y="280512"/>
                    <a:pt x="1064419" y="280512"/>
                  </a:cubicBezTo>
                  <a:cubicBezTo>
                    <a:pt x="1300956" y="280512"/>
                    <a:pt x="1537494" y="590305"/>
                    <a:pt x="1774031" y="590305"/>
                  </a:cubicBezTo>
                  <a:cubicBezTo>
                    <a:pt x="2010569" y="590305"/>
                    <a:pt x="2247106" y="586243"/>
                    <a:pt x="2483644" y="586243"/>
                  </a:cubicBezTo>
                  <a:cubicBezTo>
                    <a:pt x="2601912" y="586243"/>
                    <a:pt x="2720181" y="586243"/>
                    <a:pt x="2838450" y="586243"/>
                  </a:cubicBezTo>
                  <a:lnTo>
                    <a:pt x="2838450" y="865702"/>
                  </a:lnTo>
                  <a:cubicBezTo>
                    <a:pt x="2720181" y="865702"/>
                    <a:pt x="2601912" y="865702"/>
                    <a:pt x="2483644" y="865702"/>
                  </a:cubicBezTo>
                  <a:cubicBezTo>
                    <a:pt x="2247106" y="865702"/>
                    <a:pt x="2010569" y="852942"/>
                    <a:pt x="1774031" y="833419"/>
                  </a:cubicBezTo>
                  <a:cubicBezTo>
                    <a:pt x="1537494" y="813897"/>
                    <a:pt x="1300956" y="518226"/>
                    <a:pt x="1064419" y="518226"/>
                  </a:cubicBezTo>
                  <a:cubicBezTo>
                    <a:pt x="827881" y="518226"/>
                    <a:pt x="591344" y="543013"/>
                    <a:pt x="354806" y="543013"/>
                  </a:cubicBezTo>
                  <a:cubicBezTo>
                    <a:pt x="236538" y="543013"/>
                    <a:pt x="118269" y="543013"/>
                    <a:pt x="0" y="543013"/>
                  </a:cubicBezTo>
                  <a:close/>
                </a:path>
              </a:pathLst>
            </a:custGeom>
            <a:solidFill>
              <a:srgbClr val="009E73">
                <a:alpha val="2941"/>
              </a:srgbClr>
            </a:solidFill>
            <a:ln w="0">
              <a:noFill/>
            </a:ln>
          </p:spPr>
        </p:sp>
        <p:sp>
          <p:nvSpPr>
            <p:cNvPr id="2784" name="smooth-map-feature-3-shade-16">
              <a:extLst>
                <a:ext uri="{FF2B5EF4-FFF2-40B4-BE49-F238E27FC236}">
                  <a16:creationId xmlns:a16="http://schemas.microsoft.com/office/drawing/2014/main" id="{D083D7FD-4156-43FD-BDBD-DA93F1FB2374}"/>
                </a:ext>
              </a:extLst>
            </p:cNvPr>
            <p:cNvSpPr>
              <a:spLocks noGrp="1"/>
            </p:cNvSpPr>
            <p:nvPr/>
          </p:nvSpPr>
          <p:spPr>
            <a:xfrm>
              <a:off x="21240750" y="6019800"/>
              <a:ext cx="2838450" cy="1143000"/>
            </a:xfrm>
            <a:custGeom>
              <a:pathLst>
                <a:path w="2838450" h="1143000">
                  <a:moveTo>
                    <a:pt x="0" y="312655"/>
                  </a:moveTo>
                  <a:cubicBezTo>
                    <a:pt x="118269" y="312655"/>
                    <a:pt x="236538" y="312655"/>
                    <a:pt x="354806" y="312655"/>
                  </a:cubicBezTo>
                  <a:cubicBezTo>
                    <a:pt x="591344" y="312655"/>
                    <a:pt x="827881" y="283839"/>
                    <a:pt x="1064419" y="283839"/>
                  </a:cubicBezTo>
                  <a:cubicBezTo>
                    <a:pt x="1300956" y="283839"/>
                    <a:pt x="1537494" y="593708"/>
                    <a:pt x="1774031" y="593708"/>
                  </a:cubicBezTo>
                  <a:cubicBezTo>
                    <a:pt x="2010569" y="593708"/>
                    <a:pt x="2247106" y="590154"/>
                    <a:pt x="2483644" y="590154"/>
                  </a:cubicBezTo>
                  <a:cubicBezTo>
                    <a:pt x="2601912" y="590154"/>
                    <a:pt x="2720181" y="590154"/>
                    <a:pt x="2838450" y="590154"/>
                  </a:cubicBezTo>
                  <a:lnTo>
                    <a:pt x="2838450" y="861791"/>
                  </a:lnTo>
                  <a:cubicBezTo>
                    <a:pt x="2720181" y="861791"/>
                    <a:pt x="2601912" y="861791"/>
                    <a:pt x="2483644" y="861791"/>
                  </a:cubicBezTo>
                  <a:cubicBezTo>
                    <a:pt x="2247106" y="861791"/>
                    <a:pt x="2010569" y="849259"/>
                    <a:pt x="1774031" y="830017"/>
                  </a:cubicBezTo>
                  <a:cubicBezTo>
                    <a:pt x="1537494" y="810774"/>
                    <a:pt x="1300956" y="514898"/>
                    <a:pt x="1064419" y="514898"/>
                  </a:cubicBezTo>
                  <a:cubicBezTo>
                    <a:pt x="827881" y="514898"/>
                    <a:pt x="591344" y="539743"/>
                    <a:pt x="354806" y="539743"/>
                  </a:cubicBezTo>
                  <a:cubicBezTo>
                    <a:pt x="236538" y="539743"/>
                    <a:pt x="118269" y="539743"/>
                    <a:pt x="0" y="539743"/>
                  </a:cubicBezTo>
                  <a:close/>
                </a:path>
              </a:pathLst>
            </a:custGeom>
            <a:solidFill>
              <a:srgbClr val="009E73">
                <a:alpha val="3030"/>
              </a:srgbClr>
            </a:solidFill>
            <a:ln w="0">
              <a:noFill/>
            </a:ln>
          </p:spPr>
        </p:sp>
        <p:sp>
          <p:nvSpPr>
            <p:cNvPr id="2785" name="smooth-map-feature-3-shade-17">
              <a:extLst>
                <a:ext uri="{FF2B5EF4-FFF2-40B4-BE49-F238E27FC236}">
                  <a16:creationId xmlns:a16="http://schemas.microsoft.com/office/drawing/2014/main" id="{0DB3A7DD-E59E-4A1E-847E-36135B679859}"/>
                </a:ext>
              </a:extLst>
            </p:cNvPr>
            <p:cNvSpPr>
              <a:spLocks noGrp="1"/>
            </p:cNvSpPr>
            <p:nvPr/>
          </p:nvSpPr>
          <p:spPr>
            <a:xfrm>
              <a:off x="21240750" y="6019800"/>
              <a:ext cx="2838450" cy="1143000"/>
            </a:xfrm>
            <a:custGeom>
              <a:pathLst>
                <a:path w="2838450" h="1143000">
                  <a:moveTo>
                    <a:pt x="0" y="315817"/>
                  </a:moveTo>
                  <a:cubicBezTo>
                    <a:pt x="118269" y="315817"/>
                    <a:pt x="236538" y="315817"/>
                    <a:pt x="354806" y="315817"/>
                  </a:cubicBezTo>
                  <a:cubicBezTo>
                    <a:pt x="591344" y="315817"/>
                    <a:pt x="827881" y="287057"/>
                    <a:pt x="1064419" y="287057"/>
                  </a:cubicBezTo>
                  <a:cubicBezTo>
                    <a:pt x="1300956" y="287057"/>
                    <a:pt x="1537494" y="596999"/>
                    <a:pt x="1774031" y="596999"/>
                  </a:cubicBezTo>
                  <a:cubicBezTo>
                    <a:pt x="2010569" y="596999"/>
                    <a:pt x="2247106" y="593937"/>
                    <a:pt x="2483644" y="593937"/>
                  </a:cubicBezTo>
                  <a:cubicBezTo>
                    <a:pt x="2601912" y="593937"/>
                    <a:pt x="2720181" y="593937"/>
                    <a:pt x="2838450" y="593937"/>
                  </a:cubicBezTo>
                  <a:lnTo>
                    <a:pt x="2838450" y="858008"/>
                  </a:lnTo>
                  <a:cubicBezTo>
                    <a:pt x="2720181" y="858008"/>
                    <a:pt x="2601912" y="858008"/>
                    <a:pt x="2483644" y="858008"/>
                  </a:cubicBezTo>
                  <a:cubicBezTo>
                    <a:pt x="2247106" y="858008"/>
                    <a:pt x="2010569" y="845697"/>
                    <a:pt x="1774031" y="826726"/>
                  </a:cubicBezTo>
                  <a:cubicBezTo>
                    <a:pt x="1537494" y="807755"/>
                    <a:pt x="1300956" y="511681"/>
                    <a:pt x="1064419" y="511681"/>
                  </a:cubicBezTo>
                  <a:cubicBezTo>
                    <a:pt x="827881" y="511681"/>
                    <a:pt x="591344" y="536580"/>
                    <a:pt x="354806" y="536580"/>
                  </a:cubicBezTo>
                  <a:cubicBezTo>
                    <a:pt x="236538" y="536580"/>
                    <a:pt x="118269" y="536580"/>
                    <a:pt x="0" y="536580"/>
                  </a:cubicBezTo>
                  <a:close/>
                </a:path>
              </a:pathLst>
            </a:custGeom>
            <a:solidFill>
              <a:srgbClr val="009E73">
                <a:alpha val="3125"/>
              </a:srgbClr>
            </a:solidFill>
            <a:ln w="0">
              <a:noFill/>
            </a:ln>
          </p:spPr>
        </p:sp>
        <p:sp>
          <p:nvSpPr>
            <p:cNvPr id="2786" name="smooth-map-feature-3-shade-18">
              <a:extLst>
                <a:ext uri="{FF2B5EF4-FFF2-40B4-BE49-F238E27FC236}">
                  <a16:creationId xmlns:a16="http://schemas.microsoft.com/office/drawing/2014/main" id="{2BF0A828-2315-404E-81E7-6A2DBBA2AC00}"/>
                </a:ext>
              </a:extLst>
            </p:cNvPr>
            <p:cNvSpPr>
              <a:spLocks noGrp="1"/>
            </p:cNvSpPr>
            <p:nvPr/>
          </p:nvSpPr>
          <p:spPr>
            <a:xfrm>
              <a:off x="21240750" y="6019800"/>
              <a:ext cx="2838450" cy="1143000"/>
            </a:xfrm>
            <a:custGeom>
              <a:pathLst>
                <a:path w="2838450" h="1143000">
                  <a:moveTo>
                    <a:pt x="0" y="318887"/>
                  </a:moveTo>
                  <a:cubicBezTo>
                    <a:pt x="118269" y="318887"/>
                    <a:pt x="236538" y="318887"/>
                    <a:pt x="354806" y="318887"/>
                  </a:cubicBezTo>
                  <a:cubicBezTo>
                    <a:pt x="591344" y="318887"/>
                    <a:pt x="827881" y="290180"/>
                    <a:pt x="1064419" y="290180"/>
                  </a:cubicBezTo>
                  <a:cubicBezTo>
                    <a:pt x="1300956" y="290180"/>
                    <a:pt x="1537494" y="600193"/>
                    <a:pt x="1774031" y="600193"/>
                  </a:cubicBezTo>
                  <a:cubicBezTo>
                    <a:pt x="2010569" y="600193"/>
                    <a:pt x="2247106" y="597608"/>
                    <a:pt x="2483644" y="597608"/>
                  </a:cubicBezTo>
                  <a:cubicBezTo>
                    <a:pt x="2601912" y="597608"/>
                    <a:pt x="2720181" y="597608"/>
                    <a:pt x="2838450" y="597608"/>
                  </a:cubicBezTo>
                  <a:lnTo>
                    <a:pt x="2838450" y="854336"/>
                  </a:lnTo>
                  <a:cubicBezTo>
                    <a:pt x="2720181" y="854336"/>
                    <a:pt x="2601912" y="854336"/>
                    <a:pt x="2483644" y="854336"/>
                  </a:cubicBezTo>
                  <a:cubicBezTo>
                    <a:pt x="2247106" y="854336"/>
                    <a:pt x="2010569" y="842239"/>
                    <a:pt x="1774031" y="823532"/>
                  </a:cubicBezTo>
                  <a:cubicBezTo>
                    <a:pt x="1537494" y="804825"/>
                    <a:pt x="1300956" y="508558"/>
                    <a:pt x="1064419" y="508558"/>
                  </a:cubicBezTo>
                  <a:cubicBezTo>
                    <a:pt x="827881" y="508558"/>
                    <a:pt x="591344" y="533511"/>
                    <a:pt x="354806" y="533511"/>
                  </a:cubicBezTo>
                  <a:cubicBezTo>
                    <a:pt x="236538" y="533511"/>
                    <a:pt x="118269" y="533511"/>
                    <a:pt x="0" y="533511"/>
                  </a:cubicBezTo>
                  <a:close/>
                </a:path>
              </a:pathLst>
            </a:custGeom>
            <a:solidFill>
              <a:srgbClr val="009E73">
                <a:alpha val="3226"/>
              </a:srgbClr>
            </a:solidFill>
            <a:ln w="0">
              <a:noFill/>
            </a:ln>
          </p:spPr>
        </p:sp>
        <p:sp>
          <p:nvSpPr>
            <p:cNvPr id="2787" name="smooth-map-feature-3-shade-19">
              <a:extLst>
                <a:ext uri="{FF2B5EF4-FFF2-40B4-BE49-F238E27FC236}">
                  <a16:creationId xmlns:a16="http://schemas.microsoft.com/office/drawing/2014/main" id="{8C5C566B-1B6F-4366-ADD8-FF10B574B0DF}"/>
                </a:ext>
              </a:extLst>
            </p:cNvPr>
            <p:cNvSpPr>
              <a:spLocks noGrp="1"/>
            </p:cNvSpPr>
            <p:nvPr/>
          </p:nvSpPr>
          <p:spPr>
            <a:xfrm>
              <a:off x="21240750" y="6019800"/>
              <a:ext cx="2838450" cy="1143000"/>
            </a:xfrm>
            <a:custGeom>
              <a:pathLst>
                <a:path w="2838450" h="1143000">
                  <a:moveTo>
                    <a:pt x="0" y="321875"/>
                  </a:moveTo>
                  <a:cubicBezTo>
                    <a:pt x="118269" y="321875"/>
                    <a:pt x="236538" y="321875"/>
                    <a:pt x="354806" y="321875"/>
                  </a:cubicBezTo>
                  <a:cubicBezTo>
                    <a:pt x="591344" y="321875"/>
                    <a:pt x="827881" y="293220"/>
                    <a:pt x="1064419" y="293220"/>
                  </a:cubicBezTo>
                  <a:cubicBezTo>
                    <a:pt x="1300956" y="293220"/>
                    <a:pt x="1537494" y="603302"/>
                    <a:pt x="1774031" y="603302"/>
                  </a:cubicBezTo>
                  <a:cubicBezTo>
                    <a:pt x="2010569" y="603302"/>
                    <a:pt x="2247106" y="601183"/>
                    <a:pt x="2483644" y="601183"/>
                  </a:cubicBezTo>
                  <a:cubicBezTo>
                    <a:pt x="2601912" y="601183"/>
                    <a:pt x="2720181" y="601183"/>
                    <a:pt x="2838450" y="601183"/>
                  </a:cubicBezTo>
                  <a:lnTo>
                    <a:pt x="2838450" y="850762"/>
                  </a:lnTo>
                  <a:cubicBezTo>
                    <a:pt x="2720181" y="850762"/>
                    <a:pt x="2601912" y="850762"/>
                    <a:pt x="2483644" y="850762"/>
                  </a:cubicBezTo>
                  <a:cubicBezTo>
                    <a:pt x="2247106" y="850762"/>
                    <a:pt x="2010569" y="838871"/>
                    <a:pt x="1774031" y="820423"/>
                  </a:cubicBezTo>
                  <a:cubicBezTo>
                    <a:pt x="1537494" y="801974"/>
                    <a:pt x="1300956" y="505517"/>
                    <a:pt x="1064419" y="505517"/>
                  </a:cubicBezTo>
                  <a:cubicBezTo>
                    <a:pt x="827881" y="505517"/>
                    <a:pt x="591344" y="530523"/>
                    <a:pt x="354806" y="530523"/>
                  </a:cubicBezTo>
                  <a:cubicBezTo>
                    <a:pt x="236538" y="530523"/>
                    <a:pt x="118269" y="530523"/>
                    <a:pt x="0" y="530523"/>
                  </a:cubicBezTo>
                  <a:close/>
                </a:path>
              </a:pathLst>
            </a:custGeom>
            <a:solidFill>
              <a:srgbClr val="009E73">
                <a:alpha val="3333"/>
              </a:srgbClr>
            </a:solidFill>
            <a:ln w="0">
              <a:noFill/>
            </a:ln>
          </p:spPr>
        </p:sp>
        <p:sp>
          <p:nvSpPr>
            <p:cNvPr id="2788" name="smooth-map-feature-3-shade-20">
              <a:extLst>
                <a:ext uri="{FF2B5EF4-FFF2-40B4-BE49-F238E27FC236}">
                  <a16:creationId xmlns:a16="http://schemas.microsoft.com/office/drawing/2014/main" id="{16721DB8-6258-4864-B5C7-07C1E9B29424}"/>
                </a:ext>
              </a:extLst>
            </p:cNvPr>
            <p:cNvSpPr>
              <a:spLocks noGrp="1"/>
            </p:cNvSpPr>
            <p:nvPr/>
          </p:nvSpPr>
          <p:spPr>
            <a:xfrm>
              <a:off x="21240750" y="6019800"/>
              <a:ext cx="2838450" cy="1143000"/>
            </a:xfrm>
            <a:custGeom>
              <a:pathLst>
                <a:path w="2838450" h="1143000">
                  <a:moveTo>
                    <a:pt x="0" y="324792"/>
                  </a:moveTo>
                  <a:cubicBezTo>
                    <a:pt x="118269" y="324792"/>
                    <a:pt x="236538" y="324792"/>
                    <a:pt x="354806" y="324792"/>
                  </a:cubicBezTo>
                  <a:cubicBezTo>
                    <a:pt x="591344" y="324792"/>
                    <a:pt x="827881" y="296189"/>
                    <a:pt x="1064419" y="296189"/>
                  </a:cubicBezTo>
                  <a:cubicBezTo>
                    <a:pt x="1300956" y="296189"/>
                    <a:pt x="1537494" y="606339"/>
                    <a:pt x="1774031" y="606339"/>
                  </a:cubicBezTo>
                  <a:cubicBezTo>
                    <a:pt x="2010569" y="606339"/>
                    <a:pt x="2247106" y="604673"/>
                    <a:pt x="2483644" y="604673"/>
                  </a:cubicBezTo>
                  <a:cubicBezTo>
                    <a:pt x="2601912" y="604673"/>
                    <a:pt x="2720181" y="604673"/>
                    <a:pt x="2838450" y="604673"/>
                  </a:cubicBezTo>
                  <a:lnTo>
                    <a:pt x="2838450" y="847272"/>
                  </a:lnTo>
                  <a:cubicBezTo>
                    <a:pt x="2720181" y="847272"/>
                    <a:pt x="2601912" y="847272"/>
                    <a:pt x="2483644" y="847272"/>
                  </a:cubicBezTo>
                  <a:cubicBezTo>
                    <a:pt x="2247106" y="847272"/>
                    <a:pt x="2010569" y="835583"/>
                    <a:pt x="1774031" y="817386"/>
                  </a:cubicBezTo>
                  <a:cubicBezTo>
                    <a:pt x="1537494" y="799190"/>
                    <a:pt x="1300956" y="502549"/>
                    <a:pt x="1064419" y="502549"/>
                  </a:cubicBezTo>
                  <a:cubicBezTo>
                    <a:pt x="827881" y="502549"/>
                    <a:pt x="591344" y="527605"/>
                    <a:pt x="354806" y="527605"/>
                  </a:cubicBezTo>
                  <a:cubicBezTo>
                    <a:pt x="236538" y="527605"/>
                    <a:pt x="118269" y="527605"/>
                    <a:pt x="0" y="527605"/>
                  </a:cubicBezTo>
                  <a:close/>
                </a:path>
              </a:pathLst>
            </a:custGeom>
            <a:solidFill>
              <a:srgbClr val="009E73">
                <a:alpha val="3448"/>
              </a:srgbClr>
            </a:solidFill>
            <a:ln w="0">
              <a:noFill/>
            </a:ln>
          </p:spPr>
        </p:sp>
        <p:sp>
          <p:nvSpPr>
            <p:cNvPr id="2789" name="smooth-map-feature-3-shade-21">
              <a:extLst>
                <a:ext uri="{FF2B5EF4-FFF2-40B4-BE49-F238E27FC236}">
                  <a16:creationId xmlns:a16="http://schemas.microsoft.com/office/drawing/2014/main" id="{DF5187D4-1D87-4B2C-98BB-02D96AFDD1C8}"/>
                </a:ext>
              </a:extLst>
            </p:cNvPr>
            <p:cNvSpPr>
              <a:spLocks noGrp="1"/>
            </p:cNvSpPr>
            <p:nvPr/>
          </p:nvSpPr>
          <p:spPr>
            <a:xfrm>
              <a:off x="21240750" y="6019800"/>
              <a:ext cx="2838450" cy="1143000"/>
            </a:xfrm>
            <a:custGeom>
              <a:pathLst>
                <a:path w="2838450" h="1143000">
                  <a:moveTo>
                    <a:pt x="0" y="327650"/>
                  </a:moveTo>
                  <a:cubicBezTo>
                    <a:pt x="118269" y="327650"/>
                    <a:pt x="236538" y="327650"/>
                    <a:pt x="354806" y="327650"/>
                  </a:cubicBezTo>
                  <a:cubicBezTo>
                    <a:pt x="591344" y="327650"/>
                    <a:pt x="827881" y="299096"/>
                    <a:pt x="1064419" y="299096"/>
                  </a:cubicBezTo>
                  <a:cubicBezTo>
                    <a:pt x="1300956" y="299096"/>
                    <a:pt x="1537494" y="609312"/>
                    <a:pt x="1774031" y="609312"/>
                  </a:cubicBezTo>
                  <a:cubicBezTo>
                    <a:pt x="2010569" y="609312"/>
                    <a:pt x="2247106" y="608090"/>
                    <a:pt x="2483644" y="608090"/>
                  </a:cubicBezTo>
                  <a:cubicBezTo>
                    <a:pt x="2601912" y="608090"/>
                    <a:pt x="2720181" y="608090"/>
                    <a:pt x="2838450" y="608090"/>
                  </a:cubicBezTo>
                  <a:lnTo>
                    <a:pt x="2838450" y="843854"/>
                  </a:lnTo>
                  <a:cubicBezTo>
                    <a:pt x="2720181" y="843854"/>
                    <a:pt x="2601912" y="843854"/>
                    <a:pt x="2483644" y="843854"/>
                  </a:cubicBezTo>
                  <a:cubicBezTo>
                    <a:pt x="2247106" y="843854"/>
                    <a:pt x="2010569" y="832362"/>
                    <a:pt x="1774031" y="814413"/>
                  </a:cubicBezTo>
                  <a:cubicBezTo>
                    <a:pt x="1537494" y="796464"/>
                    <a:pt x="1300956" y="499642"/>
                    <a:pt x="1064419" y="499642"/>
                  </a:cubicBezTo>
                  <a:cubicBezTo>
                    <a:pt x="827881" y="499642"/>
                    <a:pt x="591344" y="524748"/>
                    <a:pt x="354806" y="524748"/>
                  </a:cubicBezTo>
                  <a:cubicBezTo>
                    <a:pt x="236538" y="524748"/>
                    <a:pt x="118269" y="524748"/>
                    <a:pt x="0" y="524748"/>
                  </a:cubicBezTo>
                  <a:close/>
                </a:path>
              </a:pathLst>
            </a:custGeom>
            <a:solidFill>
              <a:srgbClr val="009E73">
                <a:alpha val="3571"/>
              </a:srgbClr>
            </a:solidFill>
            <a:ln w="0">
              <a:noFill/>
            </a:ln>
          </p:spPr>
        </p:sp>
        <p:sp>
          <p:nvSpPr>
            <p:cNvPr id="2790" name="smooth-map-feature-3-shade-22">
              <a:extLst>
                <a:ext uri="{FF2B5EF4-FFF2-40B4-BE49-F238E27FC236}">
                  <a16:creationId xmlns:a16="http://schemas.microsoft.com/office/drawing/2014/main" id="{8FA01216-C540-429E-9205-D8A27EADCB2D}"/>
                </a:ext>
              </a:extLst>
            </p:cNvPr>
            <p:cNvSpPr>
              <a:spLocks noGrp="1"/>
            </p:cNvSpPr>
            <p:nvPr/>
          </p:nvSpPr>
          <p:spPr>
            <a:xfrm>
              <a:off x="21240750" y="6019800"/>
              <a:ext cx="2838450" cy="1143000"/>
            </a:xfrm>
            <a:custGeom>
              <a:pathLst>
                <a:path w="2838450" h="1143000">
                  <a:moveTo>
                    <a:pt x="0" y="330454"/>
                  </a:moveTo>
                  <a:cubicBezTo>
                    <a:pt x="118269" y="330454"/>
                    <a:pt x="236538" y="330454"/>
                    <a:pt x="354806" y="330454"/>
                  </a:cubicBezTo>
                  <a:cubicBezTo>
                    <a:pt x="591344" y="330454"/>
                    <a:pt x="827881" y="301950"/>
                    <a:pt x="1064419" y="301950"/>
                  </a:cubicBezTo>
                  <a:cubicBezTo>
                    <a:pt x="1300956" y="301950"/>
                    <a:pt x="1537494" y="612230"/>
                    <a:pt x="1774031" y="612230"/>
                  </a:cubicBezTo>
                  <a:cubicBezTo>
                    <a:pt x="2010569" y="612230"/>
                    <a:pt x="2247106" y="611445"/>
                    <a:pt x="2483644" y="611445"/>
                  </a:cubicBezTo>
                  <a:cubicBezTo>
                    <a:pt x="2601912" y="611445"/>
                    <a:pt x="2720181" y="611445"/>
                    <a:pt x="2838450" y="611445"/>
                  </a:cubicBezTo>
                  <a:lnTo>
                    <a:pt x="2838450" y="840499"/>
                  </a:lnTo>
                  <a:cubicBezTo>
                    <a:pt x="2720181" y="840499"/>
                    <a:pt x="2601912" y="840499"/>
                    <a:pt x="2483644" y="840499"/>
                  </a:cubicBezTo>
                  <a:cubicBezTo>
                    <a:pt x="2247106" y="840499"/>
                    <a:pt x="2010569" y="829199"/>
                    <a:pt x="1774031" y="811494"/>
                  </a:cubicBezTo>
                  <a:cubicBezTo>
                    <a:pt x="1537494" y="793790"/>
                    <a:pt x="1300956" y="496788"/>
                    <a:pt x="1064419" y="496788"/>
                  </a:cubicBezTo>
                  <a:cubicBezTo>
                    <a:pt x="827881" y="496788"/>
                    <a:pt x="591344" y="521943"/>
                    <a:pt x="354806" y="521943"/>
                  </a:cubicBezTo>
                  <a:cubicBezTo>
                    <a:pt x="236538" y="521943"/>
                    <a:pt x="118269" y="521943"/>
                    <a:pt x="0" y="521943"/>
                  </a:cubicBezTo>
                  <a:close/>
                </a:path>
              </a:pathLst>
            </a:custGeom>
            <a:solidFill>
              <a:srgbClr val="009E73">
                <a:alpha val="3704"/>
              </a:srgbClr>
            </a:solidFill>
            <a:ln w="0">
              <a:noFill/>
            </a:ln>
          </p:spPr>
        </p:sp>
        <p:sp>
          <p:nvSpPr>
            <p:cNvPr id="2791" name="smooth-map-feature-3-shade-23">
              <a:extLst>
                <a:ext uri="{FF2B5EF4-FFF2-40B4-BE49-F238E27FC236}">
                  <a16:creationId xmlns:a16="http://schemas.microsoft.com/office/drawing/2014/main" id="{70FD1C96-F676-41E5-AE5C-7F9EC3588239}"/>
                </a:ext>
              </a:extLst>
            </p:cNvPr>
            <p:cNvSpPr>
              <a:spLocks noGrp="1"/>
            </p:cNvSpPr>
            <p:nvPr/>
          </p:nvSpPr>
          <p:spPr>
            <a:xfrm>
              <a:off x="21240750" y="6019800"/>
              <a:ext cx="2838450" cy="1143000"/>
            </a:xfrm>
            <a:custGeom>
              <a:pathLst>
                <a:path w="2838450" h="1143000">
                  <a:moveTo>
                    <a:pt x="0" y="333215"/>
                  </a:moveTo>
                  <a:cubicBezTo>
                    <a:pt x="118269" y="333215"/>
                    <a:pt x="236538" y="333215"/>
                    <a:pt x="354806" y="333215"/>
                  </a:cubicBezTo>
                  <a:cubicBezTo>
                    <a:pt x="591344" y="333215"/>
                    <a:pt x="827881" y="304758"/>
                    <a:pt x="1064419" y="304758"/>
                  </a:cubicBezTo>
                  <a:cubicBezTo>
                    <a:pt x="1300956" y="304758"/>
                    <a:pt x="1537494" y="615103"/>
                    <a:pt x="1774031" y="615103"/>
                  </a:cubicBezTo>
                  <a:cubicBezTo>
                    <a:pt x="2010569" y="615103"/>
                    <a:pt x="2247106" y="614747"/>
                    <a:pt x="2483644" y="614747"/>
                  </a:cubicBezTo>
                  <a:cubicBezTo>
                    <a:pt x="2601912" y="614747"/>
                    <a:pt x="2720181" y="614747"/>
                    <a:pt x="2838450" y="614747"/>
                  </a:cubicBezTo>
                  <a:lnTo>
                    <a:pt x="2838450" y="837198"/>
                  </a:lnTo>
                  <a:cubicBezTo>
                    <a:pt x="2720181" y="837198"/>
                    <a:pt x="2601912" y="837198"/>
                    <a:pt x="2483644" y="837198"/>
                  </a:cubicBezTo>
                  <a:cubicBezTo>
                    <a:pt x="2247106" y="837198"/>
                    <a:pt x="2010569" y="826086"/>
                    <a:pt x="1774031" y="808622"/>
                  </a:cubicBezTo>
                  <a:cubicBezTo>
                    <a:pt x="1537494" y="791158"/>
                    <a:pt x="1300956" y="493979"/>
                    <a:pt x="1064419" y="493979"/>
                  </a:cubicBezTo>
                  <a:cubicBezTo>
                    <a:pt x="827881" y="493979"/>
                    <a:pt x="591344" y="519183"/>
                    <a:pt x="354806" y="519183"/>
                  </a:cubicBezTo>
                  <a:cubicBezTo>
                    <a:pt x="236538" y="519183"/>
                    <a:pt x="118269" y="519183"/>
                    <a:pt x="0" y="519183"/>
                  </a:cubicBezTo>
                  <a:close/>
                </a:path>
              </a:pathLst>
            </a:custGeom>
            <a:solidFill>
              <a:srgbClr val="009E73">
                <a:alpha val="3846"/>
              </a:srgbClr>
            </a:solidFill>
            <a:ln w="0">
              <a:noFill/>
            </a:ln>
          </p:spPr>
        </p:sp>
        <p:sp>
          <p:nvSpPr>
            <p:cNvPr id="2792" name="smooth-map-feature-3-shade-24">
              <a:extLst>
                <a:ext uri="{FF2B5EF4-FFF2-40B4-BE49-F238E27FC236}">
                  <a16:creationId xmlns:a16="http://schemas.microsoft.com/office/drawing/2014/main" id="{077421C1-8B6D-4BF5-8A89-30DD704048C5}"/>
                </a:ext>
              </a:extLst>
            </p:cNvPr>
            <p:cNvSpPr>
              <a:spLocks noGrp="1"/>
            </p:cNvSpPr>
            <p:nvPr/>
          </p:nvSpPr>
          <p:spPr>
            <a:xfrm>
              <a:off x="21240750" y="6019800"/>
              <a:ext cx="2838450" cy="1143000"/>
            </a:xfrm>
            <a:custGeom>
              <a:pathLst>
                <a:path w="2838450" h="1143000">
                  <a:moveTo>
                    <a:pt x="0" y="335938"/>
                  </a:moveTo>
                  <a:cubicBezTo>
                    <a:pt x="118269" y="335938"/>
                    <a:pt x="236538" y="335938"/>
                    <a:pt x="354806" y="335938"/>
                  </a:cubicBezTo>
                  <a:cubicBezTo>
                    <a:pt x="591344" y="335938"/>
                    <a:pt x="827881" y="307529"/>
                    <a:pt x="1064419" y="307529"/>
                  </a:cubicBezTo>
                  <a:cubicBezTo>
                    <a:pt x="1300956" y="307529"/>
                    <a:pt x="1537494" y="617891"/>
                    <a:pt x="1774031" y="617936"/>
                  </a:cubicBezTo>
                  <a:cubicBezTo>
                    <a:pt x="2010569" y="617982"/>
                    <a:pt x="2247106" y="618004"/>
                    <a:pt x="2483644" y="618004"/>
                  </a:cubicBezTo>
                  <a:cubicBezTo>
                    <a:pt x="2601912" y="618004"/>
                    <a:pt x="2720181" y="618004"/>
                    <a:pt x="2838450" y="618004"/>
                  </a:cubicBezTo>
                  <a:lnTo>
                    <a:pt x="2838450" y="833940"/>
                  </a:lnTo>
                  <a:cubicBezTo>
                    <a:pt x="2720181" y="833940"/>
                    <a:pt x="2601912" y="833940"/>
                    <a:pt x="2483644" y="833940"/>
                  </a:cubicBezTo>
                  <a:cubicBezTo>
                    <a:pt x="2247106" y="833940"/>
                    <a:pt x="2010569" y="823015"/>
                    <a:pt x="1774031" y="805789"/>
                  </a:cubicBezTo>
                  <a:cubicBezTo>
                    <a:pt x="1537494" y="788562"/>
                    <a:pt x="1300956" y="491209"/>
                    <a:pt x="1064419" y="491209"/>
                  </a:cubicBezTo>
                  <a:cubicBezTo>
                    <a:pt x="827881" y="491209"/>
                    <a:pt x="591344" y="516460"/>
                    <a:pt x="354806" y="516460"/>
                  </a:cubicBezTo>
                  <a:cubicBezTo>
                    <a:pt x="236538" y="516460"/>
                    <a:pt x="118269" y="516460"/>
                    <a:pt x="0" y="516460"/>
                  </a:cubicBezTo>
                  <a:close/>
                </a:path>
              </a:pathLst>
            </a:custGeom>
            <a:solidFill>
              <a:srgbClr val="009E73">
                <a:alpha val="4000"/>
              </a:srgbClr>
            </a:solidFill>
            <a:ln w="0">
              <a:noFill/>
            </a:ln>
          </p:spPr>
        </p:sp>
        <p:sp>
          <p:nvSpPr>
            <p:cNvPr id="2793" name="smooth-map-feature-3-shade-25">
              <a:extLst>
                <a:ext uri="{FF2B5EF4-FFF2-40B4-BE49-F238E27FC236}">
                  <a16:creationId xmlns:a16="http://schemas.microsoft.com/office/drawing/2014/main" id="{533A700D-CF01-4907-889A-E77C87603198}"/>
                </a:ext>
              </a:extLst>
            </p:cNvPr>
            <p:cNvSpPr>
              <a:spLocks noGrp="1"/>
            </p:cNvSpPr>
            <p:nvPr/>
          </p:nvSpPr>
          <p:spPr>
            <a:xfrm>
              <a:off x="21240750" y="6019800"/>
              <a:ext cx="2838450" cy="1143000"/>
            </a:xfrm>
            <a:custGeom>
              <a:pathLst>
                <a:path w="2838450" h="1143000">
                  <a:moveTo>
                    <a:pt x="0" y="338630"/>
                  </a:moveTo>
                  <a:cubicBezTo>
                    <a:pt x="118269" y="338630"/>
                    <a:pt x="236538" y="338630"/>
                    <a:pt x="354806" y="338630"/>
                  </a:cubicBezTo>
                  <a:cubicBezTo>
                    <a:pt x="591344" y="338630"/>
                    <a:pt x="827881" y="310268"/>
                    <a:pt x="1064419" y="310268"/>
                  </a:cubicBezTo>
                  <a:cubicBezTo>
                    <a:pt x="1300956" y="310268"/>
                    <a:pt x="1537494" y="620414"/>
                    <a:pt x="1774031" y="620738"/>
                  </a:cubicBezTo>
                  <a:cubicBezTo>
                    <a:pt x="2010569" y="621062"/>
                    <a:pt x="2247106" y="621225"/>
                    <a:pt x="2483644" y="621225"/>
                  </a:cubicBezTo>
                  <a:cubicBezTo>
                    <a:pt x="2601912" y="621225"/>
                    <a:pt x="2720181" y="621225"/>
                    <a:pt x="2838450" y="621225"/>
                  </a:cubicBezTo>
                  <a:lnTo>
                    <a:pt x="2838450" y="830720"/>
                  </a:lnTo>
                  <a:cubicBezTo>
                    <a:pt x="2720181" y="830720"/>
                    <a:pt x="2601912" y="830720"/>
                    <a:pt x="2483644" y="830720"/>
                  </a:cubicBezTo>
                  <a:cubicBezTo>
                    <a:pt x="2247106" y="830720"/>
                    <a:pt x="2010569" y="819978"/>
                    <a:pt x="1774031" y="802987"/>
                  </a:cubicBezTo>
                  <a:cubicBezTo>
                    <a:pt x="1537494" y="785997"/>
                    <a:pt x="1300956" y="488469"/>
                    <a:pt x="1064419" y="488469"/>
                  </a:cubicBezTo>
                  <a:cubicBezTo>
                    <a:pt x="827881" y="488469"/>
                    <a:pt x="591344" y="513768"/>
                    <a:pt x="354806" y="513768"/>
                  </a:cubicBezTo>
                  <a:cubicBezTo>
                    <a:pt x="236538" y="513768"/>
                    <a:pt x="118269" y="513768"/>
                    <a:pt x="0" y="513768"/>
                  </a:cubicBezTo>
                  <a:close/>
                </a:path>
              </a:pathLst>
            </a:custGeom>
            <a:solidFill>
              <a:srgbClr val="009E73">
                <a:alpha val="4167"/>
              </a:srgbClr>
            </a:solidFill>
            <a:ln w="0">
              <a:noFill/>
            </a:ln>
          </p:spPr>
        </p:sp>
        <p:sp>
          <p:nvSpPr>
            <p:cNvPr id="2794" name="smooth-map-feature-3-shade-26">
              <a:extLst>
                <a:ext uri="{FF2B5EF4-FFF2-40B4-BE49-F238E27FC236}">
                  <a16:creationId xmlns:a16="http://schemas.microsoft.com/office/drawing/2014/main" id="{34A3A09D-4352-412C-8AD3-807C3776D1F6}"/>
                </a:ext>
              </a:extLst>
            </p:cNvPr>
            <p:cNvSpPr>
              <a:spLocks noGrp="1"/>
            </p:cNvSpPr>
            <p:nvPr/>
          </p:nvSpPr>
          <p:spPr>
            <a:xfrm>
              <a:off x="21240750" y="6019800"/>
              <a:ext cx="2838450" cy="1143000"/>
            </a:xfrm>
            <a:custGeom>
              <a:pathLst>
                <a:path w="2838450" h="1143000">
                  <a:moveTo>
                    <a:pt x="0" y="341298"/>
                  </a:moveTo>
                  <a:cubicBezTo>
                    <a:pt x="118269" y="341298"/>
                    <a:pt x="236538" y="341298"/>
                    <a:pt x="354806" y="341298"/>
                  </a:cubicBezTo>
                  <a:cubicBezTo>
                    <a:pt x="591344" y="341298"/>
                    <a:pt x="827881" y="312983"/>
                    <a:pt x="1064419" y="312983"/>
                  </a:cubicBezTo>
                  <a:cubicBezTo>
                    <a:pt x="1300956" y="312983"/>
                    <a:pt x="1537494" y="622914"/>
                    <a:pt x="1774031" y="623514"/>
                  </a:cubicBezTo>
                  <a:cubicBezTo>
                    <a:pt x="2010569" y="624113"/>
                    <a:pt x="2247106" y="624416"/>
                    <a:pt x="2483644" y="624416"/>
                  </a:cubicBezTo>
                  <a:cubicBezTo>
                    <a:pt x="2601912" y="624416"/>
                    <a:pt x="2720181" y="624416"/>
                    <a:pt x="2838450" y="624416"/>
                  </a:cubicBezTo>
                  <a:lnTo>
                    <a:pt x="2838450" y="827529"/>
                  </a:lnTo>
                  <a:cubicBezTo>
                    <a:pt x="2720181" y="827529"/>
                    <a:pt x="2601912" y="827529"/>
                    <a:pt x="2483644" y="827529"/>
                  </a:cubicBezTo>
                  <a:cubicBezTo>
                    <a:pt x="2247106" y="827529"/>
                    <a:pt x="2010569" y="816967"/>
                    <a:pt x="1774031" y="800211"/>
                  </a:cubicBezTo>
                  <a:cubicBezTo>
                    <a:pt x="1537494" y="783455"/>
                    <a:pt x="1300956" y="485755"/>
                    <a:pt x="1064419" y="485755"/>
                  </a:cubicBezTo>
                  <a:cubicBezTo>
                    <a:pt x="827881" y="485755"/>
                    <a:pt x="591344" y="511100"/>
                    <a:pt x="354806" y="511100"/>
                  </a:cubicBezTo>
                  <a:cubicBezTo>
                    <a:pt x="236538" y="511100"/>
                    <a:pt x="118269" y="511100"/>
                    <a:pt x="0" y="511100"/>
                  </a:cubicBezTo>
                  <a:close/>
                </a:path>
              </a:pathLst>
            </a:custGeom>
            <a:solidFill>
              <a:srgbClr val="009E73">
                <a:alpha val="4348"/>
              </a:srgbClr>
            </a:solidFill>
            <a:ln w="0">
              <a:noFill/>
            </a:ln>
          </p:spPr>
        </p:sp>
        <p:sp>
          <p:nvSpPr>
            <p:cNvPr id="2795" name="smooth-map-feature-3-shade-27">
              <a:extLst>
                <a:ext uri="{FF2B5EF4-FFF2-40B4-BE49-F238E27FC236}">
                  <a16:creationId xmlns:a16="http://schemas.microsoft.com/office/drawing/2014/main" id="{50374C7F-FEEC-4D1A-86FC-5CB796A65A17}"/>
                </a:ext>
              </a:extLst>
            </p:cNvPr>
            <p:cNvSpPr>
              <a:spLocks noGrp="1"/>
            </p:cNvSpPr>
            <p:nvPr/>
          </p:nvSpPr>
          <p:spPr>
            <a:xfrm>
              <a:off x="21240750" y="6019800"/>
              <a:ext cx="2838450" cy="1143000"/>
            </a:xfrm>
            <a:custGeom>
              <a:pathLst>
                <a:path w="2838450" h="1143000">
                  <a:moveTo>
                    <a:pt x="0" y="343947"/>
                  </a:moveTo>
                  <a:cubicBezTo>
                    <a:pt x="118269" y="343947"/>
                    <a:pt x="236538" y="343947"/>
                    <a:pt x="354806" y="343947"/>
                  </a:cubicBezTo>
                  <a:cubicBezTo>
                    <a:pt x="591344" y="343947"/>
                    <a:pt x="827881" y="315679"/>
                    <a:pt x="1064419" y="315679"/>
                  </a:cubicBezTo>
                  <a:cubicBezTo>
                    <a:pt x="1300956" y="315679"/>
                    <a:pt x="1537494" y="625399"/>
                    <a:pt x="1774031" y="626271"/>
                  </a:cubicBezTo>
                  <a:cubicBezTo>
                    <a:pt x="2010569" y="627144"/>
                    <a:pt x="2247106" y="627585"/>
                    <a:pt x="2483644" y="627585"/>
                  </a:cubicBezTo>
                  <a:cubicBezTo>
                    <a:pt x="2601912" y="627585"/>
                    <a:pt x="2720181" y="627585"/>
                    <a:pt x="2838450" y="627585"/>
                  </a:cubicBezTo>
                  <a:lnTo>
                    <a:pt x="2838450" y="824359"/>
                  </a:lnTo>
                  <a:cubicBezTo>
                    <a:pt x="2720181" y="824359"/>
                    <a:pt x="2601912" y="824359"/>
                    <a:pt x="2483644" y="824359"/>
                  </a:cubicBezTo>
                  <a:cubicBezTo>
                    <a:pt x="2247106" y="824359"/>
                    <a:pt x="2010569" y="813977"/>
                    <a:pt x="1774031" y="797454"/>
                  </a:cubicBezTo>
                  <a:cubicBezTo>
                    <a:pt x="1537494" y="780931"/>
                    <a:pt x="1300956" y="483059"/>
                    <a:pt x="1064419" y="483059"/>
                  </a:cubicBezTo>
                  <a:cubicBezTo>
                    <a:pt x="827881" y="483059"/>
                    <a:pt x="591344" y="508450"/>
                    <a:pt x="354806" y="508450"/>
                  </a:cubicBezTo>
                  <a:cubicBezTo>
                    <a:pt x="236538" y="508450"/>
                    <a:pt x="118269" y="508450"/>
                    <a:pt x="0" y="508450"/>
                  </a:cubicBezTo>
                  <a:close/>
                </a:path>
              </a:pathLst>
            </a:custGeom>
            <a:solidFill>
              <a:srgbClr val="009E73">
                <a:alpha val="4545"/>
              </a:srgbClr>
            </a:solidFill>
            <a:ln w="0">
              <a:noFill/>
            </a:ln>
          </p:spPr>
        </p:sp>
        <p:sp>
          <p:nvSpPr>
            <p:cNvPr id="2796" name="smooth-map-feature-3-shade-28">
              <a:extLst>
                <a:ext uri="{FF2B5EF4-FFF2-40B4-BE49-F238E27FC236}">
                  <a16:creationId xmlns:a16="http://schemas.microsoft.com/office/drawing/2014/main" id="{D578FCFB-B1FD-4DF1-9270-82A9596D67F4}"/>
                </a:ext>
              </a:extLst>
            </p:cNvPr>
            <p:cNvSpPr>
              <a:spLocks noGrp="1"/>
            </p:cNvSpPr>
            <p:nvPr/>
          </p:nvSpPr>
          <p:spPr>
            <a:xfrm>
              <a:off x="21240750" y="6019800"/>
              <a:ext cx="2838450" cy="1143000"/>
            </a:xfrm>
            <a:custGeom>
              <a:pathLst>
                <a:path w="2838450" h="1143000">
                  <a:moveTo>
                    <a:pt x="0" y="346585"/>
                  </a:moveTo>
                  <a:cubicBezTo>
                    <a:pt x="118269" y="346585"/>
                    <a:pt x="236538" y="346585"/>
                    <a:pt x="354806" y="346585"/>
                  </a:cubicBezTo>
                  <a:cubicBezTo>
                    <a:pt x="591344" y="346585"/>
                    <a:pt x="827881" y="318362"/>
                    <a:pt x="1064419" y="318362"/>
                  </a:cubicBezTo>
                  <a:cubicBezTo>
                    <a:pt x="1300956" y="318362"/>
                    <a:pt x="1537494" y="627872"/>
                    <a:pt x="1774031" y="629016"/>
                  </a:cubicBezTo>
                  <a:cubicBezTo>
                    <a:pt x="2010569" y="630159"/>
                    <a:pt x="2247106" y="630740"/>
                    <a:pt x="2483644" y="630740"/>
                  </a:cubicBezTo>
                  <a:cubicBezTo>
                    <a:pt x="2601912" y="630740"/>
                    <a:pt x="2720181" y="630740"/>
                    <a:pt x="2838450" y="630740"/>
                  </a:cubicBezTo>
                  <a:lnTo>
                    <a:pt x="2838450" y="821205"/>
                  </a:lnTo>
                  <a:cubicBezTo>
                    <a:pt x="2720181" y="821205"/>
                    <a:pt x="2601912" y="821205"/>
                    <a:pt x="2483644" y="821205"/>
                  </a:cubicBezTo>
                  <a:cubicBezTo>
                    <a:pt x="2247106" y="821205"/>
                    <a:pt x="2010569" y="811000"/>
                    <a:pt x="1774031" y="794709"/>
                  </a:cubicBezTo>
                  <a:cubicBezTo>
                    <a:pt x="1537494" y="778419"/>
                    <a:pt x="1300956" y="480375"/>
                    <a:pt x="1064419" y="480375"/>
                  </a:cubicBezTo>
                  <a:cubicBezTo>
                    <a:pt x="827881" y="480375"/>
                    <a:pt x="591344" y="505813"/>
                    <a:pt x="354806" y="505813"/>
                  </a:cubicBezTo>
                  <a:cubicBezTo>
                    <a:pt x="236538" y="505813"/>
                    <a:pt x="118269" y="505813"/>
                    <a:pt x="0" y="505813"/>
                  </a:cubicBezTo>
                  <a:close/>
                </a:path>
              </a:pathLst>
            </a:custGeom>
            <a:solidFill>
              <a:srgbClr val="009E73">
                <a:alpha val="4762"/>
              </a:srgbClr>
            </a:solidFill>
            <a:ln w="0">
              <a:noFill/>
            </a:ln>
          </p:spPr>
        </p:sp>
        <p:sp>
          <p:nvSpPr>
            <p:cNvPr id="2797" name="smooth-map-feature-3-shade-29">
              <a:extLst>
                <a:ext uri="{FF2B5EF4-FFF2-40B4-BE49-F238E27FC236}">
                  <a16:creationId xmlns:a16="http://schemas.microsoft.com/office/drawing/2014/main" id="{3F2BE555-A13A-48B2-9C45-574BE16F833A}"/>
                </a:ext>
              </a:extLst>
            </p:cNvPr>
            <p:cNvSpPr>
              <a:spLocks noGrp="1"/>
            </p:cNvSpPr>
            <p:nvPr/>
          </p:nvSpPr>
          <p:spPr>
            <a:xfrm>
              <a:off x="21240750" y="6019800"/>
              <a:ext cx="2838450" cy="1143000"/>
            </a:xfrm>
            <a:custGeom>
              <a:pathLst>
                <a:path w="2838450" h="1143000">
                  <a:moveTo>
                    <a:pt x="0" y="349216"/>
                  </a:moveTo>
                  <a:cubicBezTo>
                    <a:pt x="118269" y="349216"/>
                    <a:pt x="236538" y="349216"/>
                    <a:pt x="354806" y="349216"/>
                  </a:cubicBezTo>
                  <a:cubicBezTo>
                    <a:pt x="591344" y="349216"/>
                    <a:pt x="827881" y="321039"/>
                    <a:pt x="1064419" y="321039"/>
                  </a:cubicBezTo>
                  <a:cubicBezTo>
                    <a:pt x="1300956" y="321039"/>
                    <a:pt x="1537494" y="630341"/>
                    <a:pt x="1774031" y="631754"/>
                  </a:cubicBezTo>
                  <a:cubicBezTo>
                    <a:pt x="2010569" y="633166"/>
                    <a:pt x="2247106" y="633887"/>
                    <a:pt x="2483644" y="633887"/>
                  </a:cubicBezTo>
                  <a:cubicBezTo>
                    <a:pt x="2601912" y="633887"/>
                    <a:pt x="2720181" y="633887"/>
                    <a:pt x="2838450" y="633887"/>
                  </a:cubicBezTo>
                  <a:lnTo>
                    <a:pt x="2838450" y="818057"/>
                  </a:lnTo>
                  <a:cubicBezTo>
                    <a:pt x="2720181" y="818057"/>
                    <a:pt x="2601912" y="818057"/>
                    <a:pt x="2483644" y="818057"/>
                  </a:cubicBezTo>
                  <a:cubicBezTo>
                    <a:pt x="2247106" y="818057"/>
                    <a:pt x="2010569" y="808029"/>
                    <a:pt x="1774031" y="791971"/>
                  </a:cubicBezTo>
                  <a:cubicBezTo>
                    <a:pt x="1537494" y="775913"/>
                    <a:pt x="1300956" y="477698"/>
                    <a:pt x="1064419" y="477698"/>
                  </a:cubicBezTo>
                  <a:cubicBezTo>
                    <a:pt x="827881" y="477698"/>
                    <a:pt x="591344" y="503182"/>
                    <a:pt x="354806" y="503182"/>
                  </a:cubicBezTo>
                  <a:cubicBezTo>
                    <a:pt x="236538" y="503182"/>
                    <a:pt x="118269" y="503182"/>
                    <a:pt x="0" y="503182"/>
                  </a:cubicBezTo>
                  <a:close/>
                </a:path>
              </a:pathLst>
            </a:custGeom>
            <a:solidFill>
              <a:srgbClr val="009E73">
                <a:alpha val="5000"/>
              </a:srgbClr>
            </a:solidFill>
            <a:ln w="0">
              <a:noFill/>
            </a:ln>
          </p:spPr>
        </p:sp>
        <p:sp>
          <p:nvSpPr>
            <p:cNvPr id="2798" name="smooth-map-feature-3-shade-30">
              <a:extLst>
                <a:ext uri="{FF2B5EF4-FFF2-40B4-BE49-F238E27FC236}">
                  <a16:creationId xmlns:a16="http://schemas.microsoft.com/office/drawing/2014/main" id="{1BF67CCA-9AED-4AFA-84C3-18A11BA49B31}"/>
                </a:ext>
              </a:extLst>
            </p:cNvPr>
            <p:cNvSpPr>
              <a:spLocks noGrp="1"/>
            </p:cNvSpPr>
            <p:nvPr/>
          </p:nvSpPr>
          <p:spPr>
            <a:xfrm>
              <a:off x="21240750" y="6019800"/>
              <a:ext cx="2838450" cy="1143000"/>
            </a:xfrm>
            <a:custGeom>
              <a:pathLst>
                <a:path w="2838450" h="1143000">
                  <a:moveTo>
                    <a:pt x="0" y="351847"/>
                  </a:moveTo>
                  <a:cubicBezTo>
                    <a:pt x="118269" y="351847"/>
                    <a:pt x="236538" y="351847"/>
                    <a:pt x="354806" y="351847"/>
                  </a:cubicBezTo>
                  <a:cubicBezTo>
                    <a:pt x="591344" y="351847"/>
                    <a:pt x="827881" y="323716"/>
                    <a:pt x="1064419" y="323716"/>
                  </a:cubicBezTo>
                  <a:cubicBezTo>
                    <a:pt x="1300956" y="323716"/>
                    <a:pt x="1537494" y="632810"/>
                    <a:pt x="1774031" y="634492"/>
                  </a:cubicBezTo>
                  <a:cubicBezTo>
                    <a:pt x="2010569" y="636173"/>
                    <a:pt x="2247106" y="637035"/>
                    <a:pt x="2483644" y="637035"/>
                  </a:cubicBezTo>
                  <a:cubicBezTo>
                    <a:pt x="2601912" y="637035"/>
                    <a:pt x="2720181" y="637035"/>
                    <a:pt x="2838450" y="637035"/>
                  </a:cubicBezTo>
                  <a:lnTo>
                    <a:pt x="2838450" y="814910"/>
                  </a:lnTo>
                  <a:cubicBezTo>
                    <a:pt x="2720181" y="814910"/>
                    <a:pt x="2601912" y="814910"/>
                    <a:pt x="2483644" y="814910"/>
                  </a:cubicBezTo>
                  <a:cubicBezTo>
                    <a:pt x="2247106" y="814910"/>
                    <a:pt x="2010569" y="805058"/>
                    <a:pt x="1774031" y="789233"/>
                  </a:cubicBezTo>
                  <a:cubicBezTo>
                    <a:pt x="1537494" y="773409"/>
                    <a:pt x="1300956" y="475021"/>
                    <a:pt x="1064419" y="475021"/>
                  </a:cubicBezTo>
                  <a:cubicBezTo>
                    <a:pt x="827881" y="475021"/>
                    <a:pt x="591344" y="500551"/>
                    <a:pt x="354806" y="500551"/>
                  </a:cubicBezTo>
                  <a:cubicBezTo>
                    <a:pt x="236538" y="500551"/>
                    <a:pt x="118269" y="500551"/>
                    <a:pt x="0" y="500551"/>
                  </a:cubicBezTo>
                  <a:close/>
                </a:path>
              </a:pathLst>
            </a:custGeom>
            <a:solidFill>
              <a:srgbClr val="009E73">
                <a:alpha val="5263"/>
              </a:srgbClr>
            </a:solidFill>
            <a:ln w="0">
              <a:noFill/>
            </a:ln>
          </p:spPr>
        </p:sp>
        <p:sp>
          <p:nvSpPr>
            <p:cNvPr id="2799" name="smooth-map-feature-3-shade-31">
              <a:extLst>
                <a:ext uri="{FF2B5EF4-FFF2-40B4-BE49-F238E27FC236}">
                  <a16:creationId xmlns:a16="http://schemas.microsoft.com/office/drawing/2014/main" id="{BC3DF90C-5DF4-4DF2-938D-645F0F9110A7}"/>
                </a:ext>
              </a:extLst>
            </p:cNvPr>
            <p:cNvSpPr>
              <a:spLocks noGrp="1"/>
            </p:cNvSpPr>
            <p:nvPr/>
          </p:nvSpPr>
          <p:spPr>
            <a:xfrm>
              <a:off x="21240750" y="6019800"/>
              <a:ext cx="2838450" cy="1143000"/>
            </a:xfrm>
            <a:custGeom>
              <a:pathLst>
                <a:path w="2838450" h="1143000">
                  <a:moveTo>
                    <a:pt x="0" y="354484"/>
                  </a:moveTo>
                  <a:cubicBezTo>
                    <a:pt x="118269" y="354484"/>
                    <a:pt x="236538" y="354484"/>
                    <a:pt x="354806" y="354484"/>
                  </a:cubicBezTo>
                  <a:cubicBezTo>
                    <a:pt x="591344" y="354484"/>
                    <a:pt x="827881" y="326400"/>
                    <a:pt x="1064419" y="326400"/>
                  </a:cubicBezTo>
                  <a:cubicBezTo>
                    <a:pt x="1300956" y="326400"/>
                    <a:pt x="1537494" y="635285"/>
                    <a:pt x="1774031" y="637236"/>
                  </a:cubicBezTo>
                  <a:cubicBezTo>
                    <a:pt x="2010569" y="639186"/>
                    <a:pt x="2247106" y="640189"/>
                    <a:pt x="2483644" y="640189"/>
                  </a:cubicBezTo>
                  <a:cubicBezTo>
                    <a:pt x="2601912" y="640189"/>
                    <a:pt x="2720181" y="640189"/>
                    <a:pt x="2838450" y="640189"/>
                  </a:cubicBezTo>
                  <a:lnTo>
                    <a:pt x="2838450" y="811756"/>
                  </a:lnTo>
                  <a:cubicBezTo>
                    <a:pt x="2720181" y="811756"/>
                    <a:pt x="2601912" y="811756"/>
                    <a:pt x="2483644" y="811756"/>
                  </a:cubicBezTo>
                  <a:cubicBezTo>
                    <a:pt x="2247106" y="811756"/>
                    <a:pt x="2010569" y="802080"/>
                    <a:pt x="1774031" y="786489"/>
                  </a:cubicBezTo>
                  <a:cubicBezTo>
                    <a:pt x="1537494" y="770899"/>
                    <a:pt x="1300956" y="472338"/>
                    <a:pt x="1064419" y="472338"/>
                  </a:cubicBezTo>
                  <a:cubicBezTo>
                    <a:pt x="827881" y="472338"/>
                    <a:pt x="591344" y="497914"/>
                    <a:pt x="354806" y="497914"/>
                  </a:cubicBezTo>
                  <a:cubicBezTo>
                    <a:pt x="236538" y="497914"/>
                    <a:pt x="118269" y="497914"/>
                    <a:pt x="0" y="497914"/>
                  </a:cubicBezTo>
                  <a:close/>
                </a:path>
              </a:pathLst>
            </a:custGeom>
            <a:solidFill>
              <a:srgbClr val="009E73">
                <a:alpha val="5556"/>
              </a:srgbClr>
            </a:solidFill>
            <a:ln w="0">
              <a:noFill/>
            </a:ln>
          </p:spPr>
        </p:sp>
        <p:sp>
          <p:nvSpPr>
            <p:cNvPr id="2800" name="smooth-map-feature-3-shade-32">
              <a:extLst>
                <a:ext uri="{FF2B5EF4-FFF2-40B4-BE49-F238E27FC236}">
                  <a16:creationId xmlns:a16="http://schemas.microsoft.com/office/drawing/2014/main" id="{6EE86610-0CB9-4028-9B18-1F397D459A18}"/>
                </a:ext>
              </a:extLst>
            </p:cNvPr>
            <p:cNvSpPr>
              <a:spLocks noGrp="1"/>
            </p:cNvSpPr>
            <p:nvPr/>
          </p:nvSpPr>
          <p:spPr>
            <a:xfrm>
              <a:off x="21240750" y="6019800"/>
              <a:ext cx="2838450" cy="1143000"/>
            </a:xfrm>
            <a:custGeom>
              <a:pathLst>
                <a:path w="2838450" h="1143000">
                  <a:moveTo>
                    <a:pt x="0" y="357134"/>
                  </a:moveTo>
                  <a:cubicBezTo>
                    <a:pt x="118269" y="357134"/>
                    <a:pt x="236538" y="357134"/>
                    <a:pt x="354806" y="357134"/>
                  </a:cubicBezTo>
                  <a:cubicBezTo>
                    <a:pt x="591344" y="357134"/>
                    <a:pt x="827881" y="329096"/>
                    <a:pt x="1064419" y="329096"/>
                  </a:cubicBezTo>
                  <a:cubicBezTo>
                    <a:pt x="1300956" y="329096"/>
                    <a:pt x="1537494" y="637773"/>
                    <a:pt x="1774031" y="639993"/>
                  </a:cubicBezTo>
                  <a:cubicBezTo>
                    <a:pt x="2010569" y="642213"/>
                    <a:pt x="2247106" y="643359"/>
                    <a:pt x="2483644" y="643359"/>
                  </a:cubicBezTo>
                  <a:cubicBezTo>
                    <a:pt x="2601912" y="643359"/>
                    <a:pt x="2720181" y="643359"/>
                    <a:pt x="2838450" y="643359"/>
                  </a:cubicBezTo>
                  <a:lnTo>
                    <a:pt x="2838450" y="808586"/>
                  </a:lnTo>
                  <a:cubicBezTo>
                    <a:pt x="2720181" y="808586"/>
                    <a:pt x="2601912" y="808586"/>
                    <a:pt x="2483644" y="808586"/>
                  </a:cubicBezTo>
                  <a:cubicBezTo>
                    <a:pt x="2247106" y="808586"/>
                    <a:pt x="2010569" y="799086"/>
                    <a:pt x="1774031" y="783732"/>
                  </a:cubicBezTo>
                  <a:cubicBezTo>
                    <a:pt x="1537494" y="768377"/>
                    <a:pt x="1300956" y="469642"/>
                    <a:pt x="1064419" y="469642"/>
                  </a:cubicBezTo>
                  <a:cubicBezTo>
                    <a:pt x="827881" y="469642"/>
                    <a:pt x="591344" y="495264"/>
                    <a:pt x="354806" y="495264"/>
                  </a:cubicBezTo>
                  <a:cubicBezTo>
                    <a:pt x="236538" y="495264"/>
                    <a:pt x="118269" y="495264"/>
                    <a:pt x="0" y="495264"/>
                  </a:cubicBezTo>
                  <a:close/>
                </a:path>
              </a:pathLst>
            </a:custGeom>
            <a:solidFill>
              <a:srgbClr val="009E73">
                <a:alpha val="5882"/>
              </a:srgbClr>
            </a:solidFill>
            <a:ln w="0">
              <a:noFill/>
            </a:ln>
          </p:spPr>
        </p:sp>
        <p:sp>
          <p:nvSpPr>
            <p:cNvPr id="2801" name="smooth-map-feature-3-shade-33">
              <a:extLst>
                <a:ext uri="{FF2B5EF4-FFF2-40B4-BE49-F238E27FC236}">
                  <a16:creationId xmlns:a16="http://schemas.microsoft.com/office/drawing/2014/main" id="{FB6904FC-BCC6-49A3-9F27-42574E9369F9}"/>
                </a:ext>
              </a:extLst>
            </p:cNvPr>
            <p:cNvSpPr>
              <a:spLocks noGrp="1"/>
            </p:cNvSpPr>
            <p:nvPr/>
          </p:nvSpPr>
          <p:spPr>
            <a:xfrm>
              <a:off x="21240750" y="6019800"/>
              <a:ext cx="2838450" cy="1143000"/>
            </a:xfrm>
            <a:custGeom>
              <a:pathLst>
                <a:path w="2838450" h="1143000">
                  <a:moveTo>
                    <a:pt x="0" y="359803"/>
                  </a:moveTo>
                  <a:cubicBezTo>
                    <a:pt x="118269" y="359803"/>
                    <a:pt x="236538" y="359803"/>
                    <a:pt x="354806" y="359803"/>
                  </a:cubicBezTo>
                  <a:cubicBezTo>
                    <a:pt x="591344" y="359803"/>
                    <a:pt x="827881" y="331812"/>
                    <a:pt x="1064419" y="331812"/>
                  </a:cubicBezTo>
                  <a:cubicBezTo>
                    <a:pt x="1300956" y="331812"/>
                    <a:pt x="1537494" y="640281"/>
                    <a:pt x="1774031" y="642771"/>
                  </a:cubicBezTo>
                  <a:cubicBezTo>
                    <a:pt x="2010569" y="645261"/>
                    <a:pt x="2247106" y="646552"/>
                    <a:pt x="2483644" y="646552"/>
                  </a:cubicBezTo>
                  <a:cubicBezTo>
                    <a:pt x="2601912" y="646552"/>
                    <a:pt x="2720181" y="646552"/>
                    <a:pt x="2838450" y="646552"/>
                  </a:cubicBezTo>
                  <a:lnTo>
                    <a:pt x="2838450" y="805393"/>
                  </a:lnTo>
                  <a:cubicBezTo>
                    <a:pt x="2720181" y="805393"/>
                    <a:pt x="2601912" y="805393"/>
                    <a:pt x="2483644" y="805393"/>
                  </a:cubicBezTo>
                  <a:cubicBezTo>
                    <a:pt x="2247106" y="805393"/>
                    <a:pt x="2010569" y="796070"/>
                    <a:pt x="1774031" y="780954"/>
                  </a:cubicBezTo>
                  <a:cubicBezTo>
                    <a:pt x="1537494" y="765837"/>
                    <a:pt x="1300956" y="466925"/>
                    <a:pt x="1064419" y="466925"/>
                  </a:cubicBezTo>
                  <a:cubicBezTo>
                    <a:pt x="827881" y="466925"/>
                    <a:pt x="591344" y="492594"/>
                    <a:pt x="354806" y="492594"/>
                  </a:cubicBezTo>
                  <a:cubicBezTo>
                    <a:pt x="236538" y="492594"/>
                    <a:pt x="118269" y="492594"/>
                    <a:pt x="0" y="492594"/>
                  </a:cubicBezTo>
                  <a:close/>
                </a:path>
              </a:pathLst>
            </a:custGeom>
            <a:solidFill>
              <a:srgbClr val="009E73">
                <a:alpha val="6250"/>
              </a:srgbClr>
            </a:solidFill>
            <a:ln w="0">
              <a:noFill/>
            </a:ln>
          </p:spPr>
        </p:sp>
        <p:sp>
          <p:nvSpPr>
            <p:cNvPr id="2802" name="smooth-map-feature-3-shade-34">
              <a:extLst>
                <a:ext uri="{FF2B5EF4-FFF2-40B4-BE49-F238E27FC236}">
                  <a16:creationId xmlns:a16="http://schemas.microsoft.com/office/drawing/2014/main" id="{61408532-8881-4FC2-9B3C-9919C3C70F1D}"/>
                </a:ext>
              </a:extLst>
            </p:cNvPr>
            <p:cNvSpPr>
              <a:spLocks noGrp="1"/>
            </p:cNvSpPr>
            <p:nvPr/>
          </p:nvSpPr>
          <p:spPr>
            <a:xfrm>
              <a:off x="21240750" y="6019800"/>
              <a:ext cx="2838450" cy="1143000"/>
            </a:xfrm>
            <a:custGeom>
              <a:pathLst>
                <a:path w="2838450" h="1143000">
                  <a:moveTo>
                    <a:pt x="0" y="362501"/>
                  </a:moveTo>
                  <a:cubicBezTo>
                    <a:pt x="118269" y="362501"/>
                    <a:pt x="236538" y="362501"/>
                    <a:pt x="354806" y="362501"/>
                  </a:cubicBezTo>
                  <a:cubicBezTo>
                    <a:pt x="591344" y="362501"/>
                    <a:pt x="827881" y="334556"/>
                    <a:pt x="1064419" y="334556"/>
                  </a:cubicBezTo>
                  <a:cubicBezTo>
                    <a:pt x="1300956" y="334556"/>
                    <a:pt x="1537494" y="642815"/>
                    <a:pt x="1774031" y="645578"/>
                  </a:cubicBezTo>
                  <a:cubicBezTo>
                    <a:pt x="2010569" y="648341"/>
                    <a:pt x="2247106" y="649778"/>
                    <a:pt x="2483644" y="649778"/>
                  </a:cubicBezTo>
                  <a:cubicBezTo>
                    <a:pt x="2601912" y="649778"/>
                    <a:pt x="2720181" y="649778"/>
                    <a:pt x="2838450" y="649778"/>
                  </a:cubicBezTo>
                  <a:lnTo>
                    <a:pt x="2838450" y="802166"/>
                  </a:lnTo>
                  <a:cubicBezTo>
                    <a:pt x="2720181" y="802166"/>
                    <a:pt x="2601912" y="802166"/>
                    <a:pt x="2483644" y="802166"/>
                  </a:cubicBezTo>
                  <a:cubicBezTo>
                    <a:pt x="2247106" y="802166"/>
                    <a:pt x="2010569" y="793022"/>
                    <a:pt x="1774031" y="778147"/>
                  </a:cubicBezTo>
                  <a:cubicBezTo>
                    <a:pt x="1537494" y="763272"/>
                    <a:pt x="1300956" y="464181"/>
                    <a:pt x="1064419" y="464181"/>
                  </a:cubicBezTo>
                  <a:cubicBezTo>
                    <a:pt x="827881" y="464181"/>
                    <a:pt x="591344" y="489897"/>
                    <a:pt x="354806" y="489897"/>
                  </a:cubicBezTo>
                  <a:cubicBezTo>
                    <a:pt x="236538" y="489897"/>
                    <a:pt x="118269" y="489897"/>
                    <a:pt x="0" y="489897"/>
                  </a:cubicBezTo>
                  <a:close/>
                </a:path>
              </a:pathLst>
            </a:custGeom>
            <a:solidFill>
              <a:srgbClr val="009E73">
                <a:alpha val="6667"/>
              </a:srgbClr>
            </a:solidFill>
            <a:ln w="0">
              <a:noFill/>
            </a:ln>
          </p:spPr>
        </p:sp>
        <p:sp>
          <p:nvSpPr>
            <p:cNvPr id="2803" name="smooth-map-feature-3-shade-35">
              <a:extLst>
                <a:ext uri="{FF2B5EF4-FFF2-40B4-BE49-F238E27FC236}">
                  <a16:creationId xmlns:a16="http://schemas.microsoft.com/office/drawing/2014/main" id="{A88A8623-62A8-466A-89F6-970326B01249}"/>
                </a:ext>
              </a:extLst>
            </p:cNvPr>
            <p:cNvSpPr>
              <a:spLocks noGrp="1"/>
            </p:cNvSpPr>
            <p:nvPr/>
          </p:nvSpPr>
          <p:spPr>
            <a:xfrm>
              <a:off x="21240750" y="6019800"/>
              <a:ext cx="2838450" cy="1143000"/>
            </a:xfrm>
            <a:custGeom>
              <a:pathLst>
                <a:path w="2838450" h="1143000">
                  <a:moveTo>
                    <a:pt x="0" y="365234"/>
                  </a:moveTo>
                  <a:cubicBezTo>
                    <a:pt x="118269" y="365234"/>
                    <a:pt x="236538" y="365234"/>
                    <a:pt x="354806" y="365234"/>
                  </a:cubicBezTo>
                  <a:cubicBezTo>
                    <a:pt x="591344" y="365234"/>
                    <a:pt x="827881" y="337338"/>
                    <a:pt x="1064419" y="337338"/>
                  </a:cubicBezTo>
                  <a:cubicBezTo>
                    <a:pt x="1300956" y="337338"/>
                    <a:pt x="1537494" y="645384"/>
                    <a:pt x="1774031" y="648423"/>
                  </a:cubicBezTo>
                  <a:cubicBezTo>
                    <a:pt x="2010569" y="651461"/>
                    <a:pt x="2247106" y="653048"/>
                    <a:pt x="2483644" y="653048"/>
                  </a:cubicBezTo>
                  <a:cubicBezTo>
                    <a:pt x="2601912" y="653048"/>
                    <a:pt x="2720181" y="653048"/>
                    <a:pt x="2838450" y="653048"/>
                  </a:cubicBezTo>
                  <a:lnTo>
                    <a:pt x="2838450" y="798896"/>
                  </a:lnTo>
                  <a:cubicBezTo>
                    <a:pt x="2720181" y="798896"/>
                    <a:pt x="2601912" y="798896"/>
                    <a:pt x="2483644" y="798896"/>
                  </a:cubicBezTo>
                  <a:cubicBezTo>
                    <a:pt x="2247106" y="798896"/>
                    <a:pt x="2010569" y="789932"/>
                    <a:pt x="1774031" y="775302"/>
                  </a:cubicBezTo>
                  <a:cubicBezTo>
                    <a:pt x="1537494" y="760673"/>
                    <a:pt x="1300956" y="461399"/>
                    <a:pt x="1064419" y="461399"/>
                  </a:cubicBezTo>
                  <a:cubicBezTo>
                    <a:pt x="827881" y="461399"/>
                    <a:pt x="591344" y="487163"/>
                    <a:pt x="354806" y="487163"/>
                  </a:cubicBezTo>
                  <a:cubicBezTo>
                    <a:pt x="236538" y="487163"/>
                    <a:pt x="118269" y="487163"/>
                    <a:pt x="0" y="487163"/>
                  </a:cubicBezTo>
                  <a:close/>
                </a:path>
              </a:pathLst>
            </a:custGeom>
            <a:solidFill>
              <a:srgbClr val="009E73">
                <a:alpha val="7143"/>
              </a:srgbClr>
            </a:solidFill>
            <a:ln w="0">
              <a:noFill/>
            </a:ln>
          </p:spPr>
        </p:sp>
        <p:sp>
          <p:nvSpPr>
            <p:cNvPr id="2804" name="smooth-map-feature-3-shade-36">
              <a:extLst>
                <a:ext uri="{FF2B5EF4-FFF2-40B4-BE49-F238E27FC236}">
                  <a16:creationId xmlns:a16="http://schemas.microsoft.com/office/drawing/2014/main" id="{AA74F66F-C6DE-4951-9C88-38932FB7373A}"/>
                </a:ext>
              </a:extLst>
            </p:cNvPr>
            <p:cNvSpPr>
              <a:spLocks noGrp="1"/>
            </p:cNvSpPr>
            <p:nvPr/>
          </p:nvSpPr>
          <p:spPr>
            <a:xfrm>
              <a:off x="21240750" y="6019800"/>
              <a:ext cx="2838450" cy="1143000"/>
            </a:xfrm>
            <a:custGeom>
              <a:pathLst>
                <a:path w="2838450" h="1143000">
                  <a:moveTo>
                    <a:pt x="0" y="368014"/>
                  </a:moveTo>
                  <a:cubicBezTo>
                    <a:pt x="118269" y="368014"/>
                    <a:pt x="236538" y="368014"/>
                    <a:pt x="354806" y="368014"/>
                  </a:cubicBezTo>
                  <a:cubicBezTo>
                    <a:pt x="591344" y="368014"/>
                    <a:pt x="827881" y="340167"/>
                    <a:pt x="1064419" y="340167"/>
                  </a:cubicBezTo>
                  <a:cubicBezTo>
                    <a:pt x="1300956" y="340167"/>
                    <a:pt x="1537494" y="647997"/>
                    <a:pt x="1774031" y="651315"/>
                  </a:cubicBezTo>
                  <a:cubicBezTo>
                    <a:pt x="2010569" y="654634"/>
                    <a:pt x="2247106" y="656374"/>
                    <a:pt x="2483644" y="656374"/>
                  </a:cubicBezTo>
                  <a:cubicBezTo>
                    <a:pt x="2601912" y="656374"/>
                    <a:pt x="2720181" y="656374"/>
                    <a:pt x="2838450" y="656374"/>
                  </a:cubicBezTo>
                  <a:lnTo>
                    <a:pt x="2838450" y="795571"/>
                  </a:lnTo>
                  <a:cubicBezTo>
                    <a:pt x="2720181" y="795571"/>
                    <a:pt x="2601912" y="795571"/>
                    <a:pt x="2483644" y="795571"/>
                  </a:cubicBezTo>
                  <a:cubicBezTo>
                    <a:pt x="2247106" y="795571"/>
                    <a:pt x="2010569" y="786789"/>
                    <a:pt x="1774031" y="772409"/>
                  </a:cubicBezTo>
                  <a:cubicBezTo>
                    <a:pt x="1537494" y="758030"/>
                    <a:pt x="1300956" y="458571"/>
                    <a:pt x="1064419" y="458571"/>
                  </a:cubicBezTo>
                  <a:cubicBezTo>
                    <a:pt x="827881" y="458571"/>
                    <a:pt x="591344" y="484383"/>
                    <a:pt x="354806" y="484383"/>
                  </a:cubicBezTo>
                  <a:cubicBezTo>
                    <a:pt x="236538" y="484383"/>
                    <a:pt x="118269" y="484383"/>
                    <a:pt x="0" y="484383"/>
                  </a:cubicBezTo>
                  <a:close/>
                </a:path>
              </a:pathLst>
            </a:custGeom>
            <a:solidFill>
              <a:srgbClr val="009E73">
                <a:alpha val="7692"/>
              </a:srgbClr>
            </a:solidFill>
            <a:ln w="0">
              <a:noFill/>
            </a:ln>
          </p:spPr>
        </p:sp>
        <p:sp>
          <p:nvSpPr>
            <p:cNvPr id="2805" name="smooth-map-feature-3-shade-37">
              <a:extLst>
                <a:ext uri="{FF2B5EF4-FFF2-40B4-BE49-F238E27FC236}">
                  <a16:creationId xmlns:a16="http://schemas.microsoft.com/office/drawing/2014/main" id="{035C5BB1-7F36-41D3-B2EC-FBC9754139FA}"/>
                </a:ext>
              </a:extLst>
            </p:cNvPr>
            <p:cNvSpPr>
              <a:spLocks noGrp="1"/>
            </p:cNvSpPr>
            <p:nvPr/>
          </p:nvSpPr>
          <p:spPr>
            <a:xfrm>
              <a:off x="21240750" y="6019800"/>
              <a:ext cx="2838450" cy="1143000"/>
            </a:xfrm>
            <a:custGeom>
              <a:pathLst>
                <a:path w="2838450" h="1143000">
                  <a:moveTo>
                    <a:pt x="0" y="370853"/>
                  </a:moveTo>
                  <a:cubicBezTo>
                    <a:pt x="118269" y="370853"/>
                    <a:pt x="236538" y="370853"/>
                    <a:pt x="354806" y="370853"/>
                  </a:cubicBezTo>
                  <a:cubicBezTo>
                    <a:pt x="591344" y="370853"/>
                    <a:pt x="827881" y="343054"/>
                    <a:pt x="1064419" y="343054"/>
                  </a:cubicBezTo>
                  <a:cubicBezTo>
                    <a:pt x="1300956" y="343054"/>
                    <a:pt x="1537494" y="650666"/>
                    <a:pt x="1774031" y="654269"/>
                  </a:cubicBezTo>
                  <a:cubicBezTo>
                    <a:pt x="2010569" y="657872"/>
                    <a:pt x="2247106" y="659769"/>
                    <a:pt x="2483644" y="659769"/>
                  </a:cubicBezTo>
                  <a:cubicBezTo>
                    <a:pt x="2601912" y="659769"/>
                    <a:pt x="2720181" y="659769"/>
                    <a:pt x="2838450" y="659769"/>
                  </a:cubicBezTo>
                  <a:lnTo>
                    <a:pt x="2838450" y="792176"/>
                  </a:lnTo>
                  <a:cubicBezTo>
                    <a:pt x="2720181" y="792176"/>
                    <a:pt x="2601912" y="792176"/>
                    <a:pt x="2483644" y="792176"/>
                  </a:cubicBezTo>
                  <a:cubicBezTo>
                    <a:pt x="2247106" y="792176"/>
                    <a:pt x="2010569" y="783580"/>
                    <a:pt x="1774031" y="769456"/>
                  </a:cubicBezTo>
                  <a:cubicBezTo>
                    <a:pt x="1537494" y="755332"/>
                    <a:pt x="1300956" y="455683"/>
                    <a:pt x="1064419" y="455683"/>
                  </a:cubicBezTo>
                  <a:cubicBezTo>
                    <a:pt x="827881" y="455683"/>
                    <a:pt x="591344" y="481545"/>
                    <a:pt x="354806" y="481545"/>
                  </a:cubicBezTo>
                  <a:cubicBezTo>
                    <a:pt x="236538" y="481545"/>
                    <a:pt x="118269" y="481545"/>
                    <a:pt x="0" y="481545"/>
                  </a:cubicBezTo>
                  <a:close/>
                </a:path>
              </a:pathLst>
            </a:custGeom>
            <a:solidFill>
              <a:srgbClr val="009E73">
                <a:alpha val="8333"/>
              </a:srgbClr>
            </a:solidFill>
            <a:ln w="0">
              <a:noFill/>
            </a:ln>
          </p:spPr>
        </p:sp>
        <p:sp>
          <p:nvSpPr>
            <p:cNvPr id="2806" name="smooth-map-feature-3-shade-38">
              <a:extLst>
                <a:ext uri="{FF2B5EF4-FFF2-40B4-BE49-F238E27FC236}">
                  <a16:creationId xmlns:a16="http://schemas.microsoft.com/office/drawing/2014/main" id="{4459AB52-2ACC-41B4-8761-24C4B22E2480}"/>
                </a:ext>
              </a:extLst>
            </p:cNvPr>
            <p:cNvSpPr>
              <a:spLocks noGrp="1"/>
            </p:cNvSpPr>
            <p:nvPr/>
          </p:nvSpPr>
          <p:spPr>
            <a:xfrm>
              <a:off x="21240750" y="6019800"/>
              <a:ext cx="2838450" cy="1143000"/>
            </a:xfrm>
            <a:custGeom>
              <a:pathLst>
                <a:path w="2838450" h="1143000">
                  <a:moveTo>
                    <a:pt x="0" y="373763"/>
                  </a:moveTo>
                  <a:cubicBezTo>
                    <a:pt x="118269" y="373763"/>
                    <a:pt x="236538" y="373763"/>
                    <a:pt x="354806" y="373763"/>
                  </a:cubicBezTo>
                  <a:cubicBezTo>
                    <a:pt x="591344" y="373763"/>
                    <a:pt x="827881" y="346015"/>
                    <a:pt x="1064419" y="346015"/>
                  </a:cubicBezTo>
                  <a:cubicBezTo>
                    <a:pt x="1300956" y="346015"/>
                    <a:pt x="1537494" y="653403"/>
                    <a:pt x="1774031" y="657297"/>
                  </a:cubicBezTo>
                  <a:cubicBezTo>
                    <a:pt x="2010569" y="661191"/>
                    <a:pt x="2247106" y="663250"/>
                    <a:pt x="2483644" y="663250"/>
                  </a:cubicBezTo>
                  <a:cubicBezTo>
                    <a:pt x="2601912" y="663250"/>
                    <a:pt x="2720181" y="663250"/>
                    <a:pt x="2838450" y="663250"/>
                  </a:cubicBezTo>
                  <a:lnTo>
                    <a:pt x="2838450" y="788695"/>
                  </a:lnTo>
                  <a:cubicBezTo>
                    <a:pt x="2720181" y="788695"/>
                    <a:pt x="2601912" y="788695"/>
                    <a:pt x="2483644" y="788695"/>
                  </a:cubicBezTo>
                  <a:cubicBezTo>
                    <a:pt x="2247106" y="788695"/>
                    <a:pt x="2010569" y="780289"/>
                    <a:pt x="1774031" y="766428"/>
                  </a:cubicBezTo>
                  <a:cubicBezTo>
                    <a:pt x="1537494" y="752567"/>
                    <a:pt x="1300956" y="452722"/>
                    <a:pt x="1064419" y="452722"/>
                  </a:cubicBezTo>
                  <a:cubicBezTo>
                    <a:pt x="827881" y="452722"/>
                    <a:pt x="591344" y="478635"/>
                    <a:pt x="354806" y="478635"/>
                  </a:cubicBezTo>
                  <a:cubicBezTo>
                    <a:pt x="236538" y="478635"/>
                    <a:pt x="118269" y="478635"/>
                    <a:pt x="0" y="478635"/>
                  </a:cubicBezTo>
                  <a:close/>
                </a:path>
              </a:pathLst>
            </a:custGeom>
            <a:solidFill>
              <a:srgbClr val="009E73">
                <a:alpha val="9091"/>
              </a:srgbClr>
            </a:solidFill>
            <a:ln w="0">
              <a:noFill/>
            </a:ln>
          </p:spPr>
        </p:sp>
        <p:sp>
          <p:nvSpPr>
            <p:cNvPr id="2807" name="smooth-map-feature-3-shade-39">
              <a:extLst>
                <a:ext uri="{FF2B5EF4-FFF2-40B4-BE49-F238E27FC236}">
                  <a16:creationId xmlns:a16="http://schemas.microsoft.com/office/drawing/2014/main" id="{B9C1EB17-B0D2-4192-BCCE-FC9C62A6790B}"/>
                </a:ext>
              </a:extLst>
            </p:cNvPr>
            <p:cNvSpPr>
              <a:spLocks noGrp="1"/>
            </p:cNvSpPr>
            <p:nvPr/>
          </p:nvSpPr>
          <p:spPr>
            <a:xfrm>
              <a:off x="21240750" y="6019800"/>
              <a:ext cx="2838450" cy="1143000"/>
            </a:xfrm>
            <a:custGeom>
              <a:pathLst>
                <a:path w="2838450" h="1143000">
                  <a:moveTo>
                    <a:pt x="0" y="376762"/>
                  </a:moveTo>
                  <a:cubicBezTo>
                    <a:pt x="118269" y="376762"/>
                    <a:pt x="236538" y="376762"/>
                    <a:pt x="354806" y="376762"/>
                  </a:cubicBezTo>
                  <a:cubicBezTo>
                    <a:pt x="591344" y="376762"/>
                    <a:pt x="827881" y="349067"/>
                    <a:pt x="1064419" y="349067"/>
                  </a:cubicBezTo>
                  <a:cubicBezTo>
                    <a:pt x="1300956" y="349067"/>
                    <a:pt x="1537494" y="656226"/>
                    <a:pt x="1774031" y="660418"/>
                  </a:cubicBezTo>
                  <a:cubicBezTo>
                    <a:pt x="2010569" y="664611"/>
                    <a:pt x="2247106" y="666838"/>
                    <a:pt x="2483644" y="666838"/>
                  </a:cubicBezTo>
                  <a:cubicBezTo>
                    <a:pt x="2601912" y="666838"/>
                    <a:pt x="2720181" y="666838"/>
                    <a:pt x="2838450" y="666838"/>
                  </a:cubicBezTo>
                  <a:lnTo>
                    <a:pt x="2838450" y="785107"/>
                  </a:lnTo>
                  <a:cubicBezTo>
                    <a:pt x="2720181" y="785107"/>
                    <a:pt x="2601912" y="785107"/>
                    <a:pt x="2483644" y="785107"/>
                  </a:cubicBezTo>
                  <a:cubicBezTo>
                    <a:pt x="2247106" y="785107"/>
                    <a:pt x="2010569" y="776896"/>
                    <a:pt x="1774031" y="763306"/>
                  </a:cubicBezTo>
                  <a:cubicBezTo>
                    <a:pt x="1537494" y="749717"/>
                    <a:pt x="1300956" y="449670"/>
                    <a:pt x="1064419" y="449670"/>
                  </a:cubicBezTo>
                  <a:cubicBezTo>
                    <a:pt x="827881" y="449670"/>
                    <a:pt x="591344" y="475635"/>
                    <a:pt x="354806" y="475635"/>
                  </a:cubicBezTo>
                  <a:cubicBezTo>
                    <a:pt x="236538" y="475635"/>
                    <a:pt x="118269" y="475635"/>
                    <a:pt x="0" y="475635"/>
                  </a:cubicBezTo>
                  <a:close/>
                </a:path>
              </a:pathLst>
            </a:custGeom>
            <a:solidFill>
              <a:srgbClr val="009E73">
                <a:alpha val="10000"/>
              </a:srgbClr>
            </a:solidFill>
            <a:ln w="0">
              <a:noFill/>
            </a:ln>
          </p:spPr>
        </p:sp>
        <p:sp>
          <p:nvSpPr>
            <p:cNvPr id="2808" name="smooth-map-feature-3-shade-40">
              <a:extLst>
                <a:ext uri="{FF2B5EF4-FFF2-40B4-BE49-F238E27FC236}">
                  <a16:creationId xmlns:a16="http://schemas.microsoft.com/office/drawing/2014/main" id="{2BA637BD-9C73-4319-81DE-DEAFCB0E53AB}"/>
                </a:ext>
              </a:extLst>
            </p:cNvPr>
            <p:cNvSpPr>
              <a:spLocks noGrp="1"/>
            </p:cNvSpPr>
            <p:nvPr/>
          </p:nvSpPr>
          <p:spPr>
            <a:xfrm>
              <a:off x="21240750" y="6019800"/>
              <a:ext cx="2838450" cy="1143000"/>
            </a:xfrm>
            <a:custGeom>
              <a:pathLst>
                <a:path w="2838450" h="1143000">
                  <a:moveTo>
                    <a:pt x="0" y="379873"/>
                  </a:moveTo>
                  <a:cubicBezTo>
                    <a:pt x="118269" y="379873"/>
                    <a:pt x="236538" y="379873"/>
                    <a:pt x="354806" y="379873"/>
                  </a:cubicBezTo>
                  <a:cubicBezTo>
                    <a:pt x="591344" y="379873"/>
                    <a:pt x="827881" y="352232"/>
                    <a:pt x="1064419" y="352232"/>
                  </a:cubicBezTo>
                  <a:cubicBezTo>
                    <a:pt x="1300956" y="352232"/>
                    <a:pt x="1537494" y="659153"/>
                    <a:pt x="1774031" y="663655"/>
                  </a:cubicBezTo>
                  <a:cubicBezTo>
                    <a:pt x="2010569" y="668157"/>
                    <a:pt x="2247106" y="670558"/>
                    <a:pt x="2483644" y="670558"/>
                  </a:cubicBezTo>
                  <a:cubicBezTo>
                    <a:pt x="2601912" y="670558"/>
                    <a:pt x="2720181" y="670558"/>
                    <a:pt x="2838450" y="670558"/>
                  </a:cubicBezTo>
                  <a:lnTo>
                    <a:pt x="2838450" y="781387"/>
                  </a:lnTo>
                  <a:cubicBezTo>
                    <a:pt x="2720181" y="781387"/>
                    <a:pt x="2601912" y="781387"/>
                    <a:pt x="2483644" y="781387"/>
                  </a:cubicBezTo>
                  <a:cubicBezTo>
                    <a:pt x="2247106" y="781387"/>
                    <a:pt x="2010569" y="773376"/>
                    <a:pt x="1774031" y="760070"/>
                  </a:cubicBezTo>
                  <a:cubicBezTo>
                    <a:pt x="1537494" y="746763"/>
                    <a:pt x="1300956" y="446505"/>
                    <a:pt x="1064419" y="446505"/>
                  </a:cubicBezTo>
                  <a:cubicBezTo>
                    <a:pt x="827881" y="446505"/>
                    <a:pt x="591344" y="472525"/>
                    <a:pt x="354806" y="472525"/>
                  </a:cubicBezTo>
                  <a:cubicBezTo>
                    <a:pt x="236538" y="472525"/>
                    <a:pt x="118269" y="472525"/>
                    <a:pt x="0" y="472525"/>
                  </a:cubicBezTo>
                  <a:close/>
                </a:path>
              </a:pathLst>
            </a:custGeom>
            <a:solidFill>
              <a:srgbClr val="009E73">
                <a:alpha val="11111"/>
              </a:srgbClr>
            </a:solidFill>
            <a:ln w="0">
              <a:noFill/>
            </a:ln>
          </p:spPr>
        </p:sp>
        <p:sp>
          <p:nvSpPr>
            <p:cNvPr id="2809" name="smooth-map-feature-3-shade-41">
              <a:extLst>
                <a:ext uri="{FF2B5EF4-FFF2-40B4-BE49-F238E27FC236}">
                  <a16:creationId xmlns:a16="http://schemas.microsoft.com/office/drawing/2014/main" id="{B3F1E687-4280-4460-BFB6-778D07A98466}"/>
                </a:ext>
              </a:extLst>
            </p:cNvPr>
            <p:cNvSpPr>
              <a:spLocks noGrp="1"/>
            </p:cNvSpPr>
            <p:nvPr/>
          </p:nvSpPr>
          <p:spPr>
            <a:xfrm>
              <a:off x="21240750" y="6019800"/>
              <a:ext cx="2838450" cy="1143000"/>
            </a:xfrm>
            <a:custGeom>
              <a:pathLst>
                <a:path w="2838450" h="1143000">
                  <a:moveTo>
                    <a:pt x="0" y="383123"/>
                  </a:moveTo>
                  <a:cubicBezTo>
                    <a:pt x="118269" y="383123"/>
                    <a:pt x="236538" y="383123"/>
                    <a:pt x="354806" y="383123"/>
                  </a:cubicBezTo>
                  <a:cubicBezTo>
                    <a:pt x="591344" y="383123"/>
                    <a:pt x="827881" y="355539"/>
                    <a:pt x="1064419" y="355539"/>
                  </a:cubicBezTo>
                  <a:cubicBezTo>
                    <a:pt x="1300956" y="355539"/>
                    <a:pt x="1537494" y="662213"/>
                    <a:pt x="1774031" y="667037"/>
                  </a:cubicBezTo>
                  <a:cubicBezTo>
                    <a:pt x="2010569" y="671861"/>
                    <a:pt x="2247106" y="674446"/>
                    <a:pt x="2483644" y="674446"/>
                  </a:cubicBezTo>
                  <a:cubicBezTo>
                    <a:pt x="2601912" y="674446"/>
                    <a:pt x="2720181" y="674446"/>
                    <a:pt x="2838450" y="674446"/>
                  </a:cubicBezTo>
                  <a:lnTo>
                    <a:pt x="2838450" y="777499"/>
                  </a:lnTo>
                  <a:cubicBezTo>
                    <a:pt x="2720181" y="777499"/>
                    <a:pt x="2601912" y="777499"/>
                    <a:pt x="2483644" y="777499"/>
                  </a:cubicBezTo>
                  <a:cubicBezTo>
                    <a:pt x="2247106" y="777499"/>
                    <a:pt x="2010569" y="769698"/>
                    <a:pt x="1774031" y="756688"/>
                  </a:cubicBezTo>
                  <a:cubicBezTo>
                    <a:pt x="1537494" y="743677"/>
                    <a:pt x="1300956" y="443198"/>
                    <a:pt x="1064419" y="443198"/>
                  </a:cubicBezTo>
                  <a:cubicBezTo>
                    <a:pt x="827881" y="443198"/>
                    <a:pt x="591344" y="469275"/>
                    <a:pt x="354806" y="469275"/>
                  </a:cubicBezTo>
                  <a:cubicBezTo>
                    <a:pt x="236538" y="469275"/>
                    <a:pt x="118269" y="469275"/>
                    <a:pt x="0" y="469275"/>
                  </a:cubicBezTo>
                  <a:close/>
                </a:path>
              </a:pathLst>
            </a:custGeom>
            <a:solidFill>
              <a:srgbClr val="009E73">
                <a:alpha val="12500"/>
              </a:srgbClr>
            </a:solidFill>
            <a:ln w="0">
              <a:noFill/>
            </a:ln>
          </p:spPr>
        </p:sp>
        <p:sp>
          <p:nvSpPr>
            <p:cNvPr id="2810" name="smooth-map-feature-3-shade-42">
              <a:extLst>
                <a:ext uri="{FF2B5EF4-FFF2-40B4-BE49-F238E27FC236}">
                  <a16:creationId xmlns:a16="http://schemas.microsoft.com/office/drawing/2014/main" id="{965DC00B-62CC-4BAD-88E3-FAB1EDCA17A9}"/>
                </a:ext>
              </a:extLst>
            </p:cNvPr>
            <p:cNvSpPr>
              <a:spLocks noGrp="1"/>
            </p:cNvSpPr>
            <p:nvPr/>
          </p:nvSpPr>
          <p:spPr>
            <a:xfrm>
              <a:off x="21240750" y="6019800"/>
              <a:ext cx="2838450" cy="1143000"/>
            </a:xfrm>
            <a:custGeom>
              <a:pathLst>
                <a:path w="2838450" h="1143000">
                  <a:moveTo>
                    <a:pt x="0" y="386551"/>
                  </a:moveTo>
                  <a:cubicBezTo>
                    <a:pt x="118269" y="386551"/>
                    <a:pt x="236538" y="386551"/>
                    <a:pt x="354806" y="386551"/>
                  </a:cubicBezTo>
                  <a:cubicBezTo>
                    <a:pt x="591344" y="386551"/>
                    <a:pt x="827881" y="359027"/>
                    <a:pt x="1064419" y="359027"/>
                  </a:cubicBezTo>
                  <a:cubicBezTo>
                    <a:pt x="1300956" y="359027"/>
                    <a:pt x="1537494" y="665441"/>
                    <a:pt x="1774031" y="670604"/>
                  </a:cubicBezTo>
                  <a:cubicBezTo>
                    <a:pt x="2010569" y="675767"/>
                    <a:pt x="2247106" y="678546"/>
                    <a:pt x="2483644" y="678546"/>
                  </a:cubicBezTo>
                  <a:cubicBezTo>
                    <a:pt x="2601912" y="678546"/>
                    <a:pt x="2720181" y="678546"/>
                    <a:pt x="2838450" y="678546"/>
                  </a:cubicBezTo>
                  <a:lnTo>
                    <a:pt x="2838450" y="773399"/>
                  </a:lnTo>
                  <a:cubicBezTo>
                    <a:pt x="2720181" y="773399"/>
                    <a:pt x="2601912" y="773399"/>
                    <a:pt x="2483644" y="773399"/>
                  </a:cubicBezTo>
                  <a:cubicBezTo>
                    <a:pt x="2247106" y="773399"/>
                    <a:pt x="2010569" y="765818"/>
                    <a:pt x="1774031" y="753121"/>
                  </a:cubicBezTo>
                  <a:cubicBezTo>
                    <a:pt x="1537494" y="740423"/>
                    <a:pt x="1300956" y="439710"/>
                    <a:pt x="1064419" y="439710"/>
                  </a:cubicBezTo>
                  <a:cubicBezTo>
                    <a:pt x="827881" y="439710"/>
                    <a:pt x="591344" y="465847"/>
                    <a:pt x="354806" y="465847"/>
                  </a:cubicBezTo>
                  <a:cubicBezTo>
                    <a:pt x="236538" y="465847"/>
                    <a:pt x="118269" y="465847"/>
                    <a:pt x="0" y="465847"/>
                  </a:cubicBezTo>
                  <a:close/>
                </a:path>
              </a:pathLst>
            </a:custGeom>
            <a:solidFill>
              <a:srgbClr val="009E73">
                <a:alpha val="14286"/>
              </a:srgbClr>
            </a:solidFill>
            <a:ln w="0">
              <a:noFill/>
            </a:ln>
          </p:spPr>
        </p:sp>
        <p:sp>
          <p:nvSpPr>
            <p:cNvPr id="2811" name="smooth-map-feature-3-shade-43">
              <a:extLst>
                <a:ext uri="{FF2B5EF4-FFF2-40B4-BE49-F238E27FC236}">
                  <a16:creationId xmlns:a16="http://schemas.microsoft.com/office/drawing/2014/main" id="{DFF5D212-444E-4D7D-B985-243CEDF12747}"/>
                </a:ext>
              </a:extLst>
            </p:cNvPr>
            <p:cNvSpPr>
              <a:spLocks noGrp="1"/>
            </p:cNvSpPr>
            <p:nvPr/>
          </p:nvSpPr>
          <p:spPr>
            <a:xfrm>
              <a:off x="21240750" y="6019800"/>
              <a:ext cx="2838450" cy="1143000"/>
            </a:xfrm>
            <a:custGeom>
              <a:pathLst>
                <a:path w="2838450" h="1143000">
                  <a:moveTo>
                    <a:pt x="0" y="390212"/>
                  </a:moveTo>
                  <a:cubicBezTo>
                    <a:pt x="118269" y="390212"/>
                    <a:pt x="236538" y="390212"/>
                    <a:pt x="354806" y="390212"/>
                  </a:cubicBezTo>
                  <a:cubicBezTo>
                    <a:pt x="591344" y="390212"/>
                    <a:pt x="827881" y="362753"/>
                    <a:pt x="1064419" y="362753"/>
                  </a:cubicBezTo>
                  <a:cubicBezTo>
                    <a:pt x="1300956" y="362753"/>
                    <a:pt x="1537494" y="668891"/>
                    <a:pt x="1774031" y="674415"/>
                  </a:cubicBezTo>
                  <a:cubicBezTo>
                    <a:pt x="2010569" y="679938"/>
                    <a:pt x="2247106" y="682926"/>
                    <a:pt x="2483644" y="682926"/>
                  </a:cubicBezTo>
                  <a:cubicBezTo>
                    <a:pt x="2601912" y="682926"/>
                    <a:pt x="2720181" y="682926"/>
                    <a:pt x="2838450" y="682926"/>
                  </a:cubicBezTo>
                  <a:lnTo>
                    <a:pt x="2838450" y="769019"/>
                  </a:lnTo>
                  <a:cubicBezTo>
                    <a:pt x="2720181" y="769019"/>
                    <a:pt x="2601912" y="769019"/>
                    <a:pt x="2483644" y="769019"/>
                  </a:cubicBezTo>
                  <a:cubicBezTo>
                    <a:pt x="2247106" y="769019"/>
                    <a:pt x="2010569" y="761672"/>
                    <a:pt x="1774031" y="749310"/>
                  </a:cubicBezTo>
                  <a:cubicBezTo>
                    <a:pt x="1537494" y="736949"/>
                    <a:pt x="1300956" y="435985"/>
                    <a:pt x="1064419" y="435985"/>
                  </a:cubicBezTo>
                  <a:cubicBezTo>
                    <a:pt x="827881" y="435985"/>
                    <a:pt x="591344" y="462186"/>
                    <a:pt x="354806" y="462186"/>
                  </a:cubicBezTo>
                  <a:cubicBezTo>
                    <a:pt x="236538" y="462186"/>
                    <a:pt x="118269" y="462186"/>
                    <a:pt x="0" y="462186"/>
                  </a:cubicBezTo>
                  <a:close/>
                </a:path>
              </a:pathLst>
            </a:custGeom>
            <a:solidFill>
              <a:srgbClr val="009E73">
                <a:alpha val="16667"/>
              </a:srgbClr>
            </a:solidFill>
            <a:ln w="0">
              <a:noFill/>
            </a:ln>
          </p:spPr>
        </p:sp>
        <p:sp>
          <p:nvSpPr>
            <p:cNvPr id="2812" name="smooth-map-feature-3-shade-44">
              <a:extLst>
                <a:ext uri="{FF2B5EF4-FFF2-40B4-BE49-F238E27FC236}">
                  <a16:creationId xmlns:a16="http://schemas.microsoft.com/office/drawing/2014/main" id="{A287B9E6-8DBE-409C-9A4C-C8BD2C527C9F}"/>
                </a:ext>
              </a:extLst>
            </p:cNvPr>
            <p:cNvSpPr>
              <a:spLocks noGrp="1"/>
            </p:cNvSpPr>
            <p:nvPr/>
          </p:nvSpPr>
          <p:spPr>
            <a:xfrm>
              <a:off x="21240750" y="6019800"/>
              <a:ext cx="2838450" cy="1143000"/>
            </a:xfrm>
            <a:custGeom>
              <a:pathLst>
                <a:path w="2838450" h="1143000">
                  <a:moveTo>
                    <a:pt x="0" y="394192"/>
                  </a:moveTo>
                  <a:cubicBezTo>
                    <a:pt x="118269" y="394192"/>
                    <a:pt x="236538" y="394192"/>
                    <a:pt x="354806" y="394192"/>
                  </a:cubicBezTo>
                  <a:cubicBezTo>
                    <a:pt x="591344" y="394192"/>
                    <a:pt x="827881" y="366802"/>
                    <a:pt x="1064419" y="366802"/>
                  </a:cubicBezTo>
                  <a:cubicBezTo>
                    <a:pt x="1300956" y="366802"/>
                    <a:pt x="1537494" y="672642"/>
                    <a:pt x="1774031" y="678556"/>
                  </a:cubicBezTo>
                  <a:cubicBezTo>
                    <a:pt x="2010569" y="684470"/>
                    <a:pt x="2247106" y="687687"/>
                    <a:pt x="2483644" y="687687"/>
                  </a:cubicBezTo>
                  <a:cubicBezTo>
                    <a:pt x="2601912" y="687687"/>
                    <a:pt x="2720181" y="687687"/>
                    <a:pt x="2838450" y="687687"/>
                  </a:cubicBezTo>
                  <a:lnTo>
                    <a:pt x="2838450" y="764258"/>
                  </a:lnTo>
                  <a:cubicBezTo>
                    <a:pt x="2720181" y="764258"/>
                    <a:pt x="2601912" y="764258"/>
                    <a:pt x="2483644" y="764258"/>
                  </a:cubicBezTo>
                  <a:cubicBezTo>
                    <a:pt x="2247106" y="764258"/>
                    <a:pt x="2010569" y="757164"/>
                    <a:pt x="1774031" y="745169"/>
                  </a:cubicBezTo>
                  <a:cubicBezTo>
                    <a:pt x="1537494" y="733174"/>
                    <a:pt x="1300956" y="431935"/>
                    <a:pt x="1064419" y="431935"/>
                  </a:cubicBezTo>
                  <a:cubicBezTo>
                    <a:pt x="827881" y="431935"/>
                    <a:pt x="591344" y="458206"/>
                    <a:pt x="354806" y="458206"/>
                  </a:cubicBezTo>
                  <a:cubicBezTo>
                    <a:pt x="236538" y="458206"/>
                    <a:pt x="118269" y="458206"/>
                    <a:pt x="0" y="458206"/>
                  </a:cubicBezTo>
                  <a:close/>
                </a:path>
              </a:pathLst>
            </a:custGeom>
            <a:solidFill>
              <a:srgbClr val="009E73">
                <a:alpha val="20000"/>
              </a:srgbClr>
            </a:solidFill>
            <a:ln w="0">
              <a:noFill/>
            </a:ln>
          </p:spPr>
        </p:sp>
        <p:sp>
          <p:nvSpPr>
            <p:cNvPr id="2813" name="smooth-map-feature-3-shade-45">
              <a:extLst>
                <a:ext uri="{FF2B5EF4-FFF2-40B4-BE49-F238E27FC236}">
                  <a16:creationId xmlns:a16="http://schemas.microsoft.com/office/drawing/2014/main" id="{A9021845-0E25-4F23-822F-0ED4C060F2F6}"/>
                </a:ext>
              </a:extLst>
            </p:cNvPr>
            <p:cNvSpPr>
              <a:spLocks noGrp="1"/>
            </p:cNvSpPr>
            <p:nvPr/>
          </p:nvSpPr>
          <p:spPr>
            <a:xfrm>
              <a:off x="21240750" y="6019800"/>
              <a:ext cx="2838450" cy="1143000"/>
            </a:xfrm>
            <a:custGeom>
              <a:pathLst>
                <a:path w="2838450" h="1143000">
                  <a:moveTo>
                    <a:pt x="0" y="398633"/>
                  </a:moveTo>
                  <a:cubicBezTo>
                    <a:pt x="118269" y="398633"/>
                    <a:pt x="236538" y="398633"/>
                    <a:pt x="354806" y="398633"/>
                  </a:cubicBezTo>
                  <a:cubicBezTo>
                    <a:pt x="591344" y="398633"/>
                    <a:pt x="827881" y="371320"/>
                    <a:pt x="1064419" y="371320"/>
                  </a:cubicBezTo>
                  <a:cubicBezTo>
                    <a:pt x="1300956" y="371320"/>
                    <a:pt x="1537494" y="676829"/>
                    <a:pt x="1774031" y="683177"/>
                  </a:cubicBezTo>
                  <a:cubicBezTo>
                    <a:pt x="2010569" y="689525"/>
                    <a:pt x="2247106" y="692998"/>
                    <a:pt x="2483644" y="692998"/>
                  </a:cubicBezTo>
                  <a:cubicBezTo>
                    <a:pt x="2601912" y="692998"/>
                    <a:pt x="2720181" y="692998"/>
                    <a:pt x="2838450" y="692998"/>
                  </a:cubicBezTo>
                  <a:lnTo>
                    <a:pt x="2838450" y="758946"/>
                  </a:lnTo>
                  <a:cubicBezTo>
                    <a:pt x="2720181" y="758946"/>
                    <a:pt x="2601912" y="758946"/>
                    <a:pt x="2483644" y="758946"/>
                  </a:cubicBezTo>
                  <a:cubicBezTo>
                    <a:pt x="2247106" y="758946"/>
                    <a:pt x="2010569" y="752133"/>
                    <a:pt x="1774031" y="740548"/>
                  </a:cubicBezTo>
                  <a:cubicBezTo>
                    <a:pt x="1537494" y="728963"/>
                    <a:pt x="1300956" y="427417"/>
                    <a:pt x="1064419" y="427417"/>
                  </a:cubicBezTo>
                  <a:cubicBezTo>
                    <a:pt x="827881" y="427417"/>
                    <a:pt x="591344" y="453765"/>
                    <a:pt x="354806" y="453765"/>
                  </a:cubicBezTo>
                  <a:cubicBezTo>
                    <a:pt x="236538" y="453765"/>
                    <a:pt x="118269" y="453765"/>
                    <a:pt x="0" y="453765"/>
                  </a:cubicBezTo>
                  <a:close/>
                </a:path>
              </a:pathLst>
            </a:custGeom>
            <a:solidFill>
              <a:srgbClr val="009E73">
                <a:alpha val="25000"/>
              </a:srgbClr>
            </a:solidFill>
            <a:ln w="0">
              <a:noFill/>
            </a:ln>
          </p:spPr>
        </p:sp>
        <p:sp>
          <p:nvSpPr>
            <p:cNvPr id="2814" name="smooth-map-feature-3-shade-46">
              <a:extLst>
                <a:ext uri="{FF2B5EF4-FFF2-40B4-BE49-F238E27FC236}">
                  <a16:creationId xmlns:a16="http://schemas.microsoft.com/office/drawing/2014/main" id="{4EB26233-61F8-473B-B34A-DBF9ACB18736}"/>
                </a:ext>
              </a:extLst>
            </p:cNvPr>
            <p:cNvSpPr>
              <a:spLocks noGrp="1"/>
            </p:cNvSpPr>
            <p:nvPr/>
          </p:nvSpPr>
          <p:spPr>
            <a:xfrm>
              <a:off x="21240750" y="6019800"/>
              <a:ext cx="2838450" cy="1143000"/>
            </a:xfrm>
            <a:custGeom>
              <a:pathLst>
                <a:path w="2838450" h="1143000">
                  <a:moveTo>
                    <a:pt x="0" y="403813"/>
                  </a:moveTo>
                  <a:cubicBezTo>
                    <a:pt x="118269" y="403813"/>
                    <a:pt x="236538" y="403813"/>
                    <a:pt x="354806" y="403813"/>
                  </a:cubicBezTo>
                  <a:cubicBezTo>
                    <a:pt x="591344" y="403813"/>
                    <a:pt x="827881" y="376591"/>
                    <a:pt x="1064419" y="376591"/>
                  </a:cubicBezTo>
                  <a:cubicBezTo>
                    <a:pt x="1300956" y="376591"/>
                    <a:pt x="1537494" y="681716"/>
                    <a:pt x="1774031" y="688568"/>
                  </a:cubicBezTo>
                  <a:cubicBezTo>
                    <a:pt x="2010569" y="695419"/>
                    <a:pt x="2247106" y="699195"/>
                    <a:pt x="2483644" y="699195"/>
                  </a:cubicBezTo>
                  <a:cubicBezTo>
                    <a:pt x="2601912" y="699195"/>
                    <a:pt x="2720181" y="699195"/>
                    <a:pt x="2838450" y="699195"/>
                  </a:cubicBezTo>
                  <a:lnTo>
                    <a:pt x="2838450" y="752750"/>
                  </a:lnTo>
                  <a:cubicBezTo>
                    <a:pt x="2720181" y="752750"/>
                    <a:pt x="2601912" y="752750"/>
                    <a:pt x="2483644" y="752750"/>
                  </a:cubicBezTo>
                  <a:cubicBezTo>
                    <a:pt x="2247106" y="752750"/>
                    <a:pt x="2010569" y="746262"/>
                    <a:pt x="1774031" y="735157"/>
                  </a:cubicBezTo>
                  <a:cubicBezTo>
                    <a:pt x="1537494" y="724053"/>
                    <a:pt x="1300956" y="422146"/>
                    <a:pt x="1064419" y="422146"/>
                  </a:cubicBezTo>
                  <a:cubicBezTo>
                    <a:pt x="827881" y="422146"/>
                    <a:pt x="591344" y="448585"/>
                    <a:pt x="354806" y="448585"/>
                  </a:cubicBezTo>
                  <a:cubicBezTo>
                    <a:pt x="236538" y="448585"/>
                    <a:pt x="118269" y="448585"/>
                    <a:pt x="0" y="448585"/>
                  </a:cubicBezTo>
                  <a:close/>
                </a:path>
              </a:pathLst>
            </a:custGeom>
            <a:solidFill>
              <a:srgbClr val="009E73">
                <a:alpha val="33333"/>
              </a:srgbClr>
            </a:solidFill>
            <a:ln w="0">
              <a:noFill/>
            </a:ln>
          </p:spPr>
        </p:sp>
        <p:sp>
          <p:nvSpPr>
            <p:cNvPr id="2815" name="smooth-map-feature-3-shade-47">
              <a:extLst>
                <a:ext uri="{FF2B5EF4-FFF2-40B4-BE49-F238E27FC236}">
                  <a16:creationId xmlns:a16="http://schemas.microsoft.com/office/drawing/2014/main" id="{13CA50F7-33AF-4CA0-9741-29F8B97A52A1}"/>
                </a:ext>
              </a:extLst>
            </p:cNvPr>
            <p:cNvSpPr>
              <a:spLocks noGrp="1"/>
            </p:cNvSpPr>
            <p:nvPr/>
          </p:nvSpPr>
          <p:spPr>
            <a:xfrm>
              <a:off x="21240750" y="6019800"/>
              <a:ext cx="2838450" cy="1143000"/>
            </a:xfrm>
            <a:custGeom>
              <a:pathLst>
                <a:path w="2838450" h="1143000">
                  <a:moveTo>
                    <a:pt x="0" y="410454"/>
                  </a:moveTo>
                  <a:cubicBezTo>
                    <a:pt x="118269" y="410454"/>
                    <a:pt x="236538" y="410454"/>
                    <a:pt x="354806" y="410454"/>
                  </a:cubicBezTo>
                  <a:cubicBezTo>
                    <a:pt x="591344" y="410454"/>
                    <a:pt x="827881" y="383348"/>
                    <a:pt x="1064419" y="383348"/>
                  </a:cubicBezTo>
                  <a:cubicBezTo>
                    <a:pt x="1300956" y="383348"/>
                    <a:pt x="1537494" y="687984"/>
                    <a:pt x="1774031" y="695478"/>
                  </a:cubicBezTo>
                  <a:cubicBezTo>
                    <a:pt x="2010569" y="702972"/>
                    <a:pt x="2247106" y="707138"/>
                    <a:pt x="2483644" y="707138"/>
                  </a:cubicBezTo>
                  <a:cubicBezTo>
                    <a:pt x="2601912" y="707138"/>
                    <a:pt x="2720181" y="707138"/>
                    <a:pt x="2838450" y="707138"/>
                  </a:cubicBezTo>
                  <a:lnTo>
                    <a:pt x="2838450" y="744806"/>
                  </a:lnTo>
                  <a:cubicBezTo>
                    <a:pt x="2720181" y="744806"/>
                    <a:pt x="2601912" y="744806"/>
                    <a:pt x="2483644" y="744806"/>
                  </a:cubicBezTo>
                  <a:cubicBezTo>
                    <a:pt x="2247106" y="744806"/>
                    <a:pt x="2010569" y="738732"/>
                    <a:pt x="1774031" y="728247"/>
                  </a:cubicBezTo>
                  <a:cubicBezTo>
                    <a:pt x="1537494" y="717762"/>
                    <a:pt x="1300956" y="415389"/>
                    <a:pt x="1064419" y="415389"/>
                  </a:cubicBezTo>
                  <a:cubicBezTo>
                    <a:pt x="827881" y="415389"/>
                    <a:pt x="591344" y="441944"/>
                    <a:pt x="354806" y="441944"/>
                  </a:cubicBezTo>
                  <a:cubicBezTo>
                    <a:pt x="236538" y="441944"/>
                    <a:pt x="118269" y="441944"/>
                    <a:pt x="0" y="441944"/>
                  </a:cubicBezTo>
                  <a:close/>
                </a:path>
              </a:pathLst>
            </a:custGeom>
            <a:solidFill>
              <a:srgbClr val="009E73">
                <a:alpha val="50000"/>
              </a:srgbClr>
            </a:solidFill>
            <a:ln w="0">
              <a:noFill/>
            </a:ln>
          </p:spPr>
        </p:sp>
        <p:sp>
          <p:nvSpPr>
            <p:cNvPr id="2816" name="smooth-map-feature-3-shade-48">
              <a:extLst>
                <a:ext uri="{FF2B5EF4-FFF2-40B4-BE49-F238E27FC236}">
                  <a16:creationId xmlns:a16="http://schemas.microsoft.com/office/drawing/2014/main" id="{EF4E64F7-C30C-4361-8148-3757BEE28B3F}"/>
                </a:ext>
              </a:extLst>
            </p:cNvPr>
            <p:cNvSpPr>
              <a:spLocks noGrp="1"/>
            </p:cNvSpPr>
            <p:nvPr/>
          </p:nvSpPr>
          <p:spPr>
            <a:xfrm>
              <a:off x="21240750" y="6019800"/>
              <a:ext cx="2838450" cy="1143000"/>
            </a:xfrm>
            <a:custGeom>
              <a:pathLst>
                <a:path w="2838450" h="1143000">
                  <a:moveTo>
                    <a:pt x="0" y="426199"/>
                  </a:moveTo>
                  <a:cubicBezTo>
                    <a:pt x="118269" y="426199"/>
                    <a:pt x="236538" y="426199"/>
                    <a:pt x="354806" y="426199"/>
                  </a:cubicBezTo>
                  <a:cubicBezTo>
                    <a:pt x="591344" y="426199"/>
                    <a:pt x="827881" y="399369"/>
                    <a:pt x="1064419" y="399369"/>
                  </a:cubicBezTo>
                  <a:cubicBezTo>
                    <a:pt x="1300956" y="399369"/>
                    <a:pt x="1537494" y="702862"/>
                    <a:pt x="1774031" y="711862"/>
                  </a:cubicBezTo>
                  <a:cubicBezTo>
                    <a:pt x="2010569" y="720863"/>
                    <a:pt x="2247106" y="725972"/>
                    <a:pt x="2483644" y="725972"/>
                  </a:cubicBezTo>
                  <a:cubicBezTo>
                    <a:pt x="2601912" y="725972"/>
                    <a:pt x="2720181" y="725972"/>
                    <a:pt x="2838450" y="725972"/>
                  </a:cubicBezTo>
                  <a:lnTo>
                    <a:pt x="2838450" y="725972"/>
                  </a:lnTo>
                  <a:cubicBezTo>
                    <a:pt x="2720181" y="725972"/>
                    <a:pt x="2601912" y="725972"/>
                    <a:pt x="2483644" y="725972"/>
                  </a:cubicBezTo>
                  <a:cubicBezTo>
                    <a:pt x="2247106" y="725972"/>
                    <a:pt x="2010569" y="720863"/>
                    <a:pt x="1774031" y="711862"/>
                  </a:cubicBezTo>
                  <a:cubicBezTo>
                    <a:pt x="1537494" y="702862"/>
                    <a:pt x="1300956" y="399369"/>
                    <a:pt x="1064419" y="399369"/>
                  </a:cubicBezTo>
                  <a:cubicBezTo>
                    <a:pt x="827881" y="399369"/>
                    <a:pt x="591344" y="426199"/>
                    <a:pt x="354806" y="426199"/>
                  </a:cubicBezTo>
                  <a:cubicBezTo>
                    <a:pt x="236538" y="426199"/>
                    <a:pt x="118269" y="426199"/>
                    <a:pt x="0" y="426199"/>
                  </a:cubicBezTo>
                  <a:close/>
                </a:path>
              </a:pathLst>
            </a:custGeom>
            <a:solidFill>
              <a:srgbClr val="009E73">
                <a:alpha val="100000"/>
              </a:srgbClr>
            </a:solidFill>
            <a:ln w="0">
              <a:noFill/>
            </a:ln>
          </p:spPr>
        </p:sp>
        <p:sp>
          <p:nvSpPr>
            <p:cNvPr id="2817" name="smooth-map-feature-4-shade-1">
              <a:extLst>
                <a:ext uri="{FF2B5EF4-FFF2-40B4-BE49-F238E27FC236}">
                  <a16:creationId xmlns:a16="http://schemas.microsoft.com/office/drawing/2014/main" id="{059FE131-D291-4E3D-88E2-85AB55E069D6}"/>
                </a:ext>
              </a:extLst>
            </p:cNvPr>
            <p:cNvSpPr>
              <a:spLocks noGrp="1"/>
            </p:cNvSpPr>
            <p:nvPr/>
          </p:nvSpPr>
          <p:spPr>
            <a:xfrm>
              <a:off x="21240750" y="6019800"/>
              <a:ext cx="2838450" cy="1143000"/>
            </a:xfrm>
            <a:custGeom>
              <a:pathLst>
                <a:path w="2838450" h="1143000">
                  <a:moveTo>
                    <a:pt x="0" y="0"/>
                  </a:moveTo>
                  <a:cubicBezTo>
                    <a:pt x="118269" y="0"/>
                    <a:pt x="236538" y="0"/>
                    <a:pt x="354806" y="0"/>
                  </a:cubicBezTo>
                  <a:cubicBezTo>
                    <a:pt x="591344" y="0"/>
                    <a:pt x="827881" y="6213"/>
                    <a:pt x="1064419" y="6213"/>
                  </a:cubicBezTo>
                  <a:cubicBezTo>
                    <a:pt x="1300956" y="6213"/>
                    <a:pt x="1537494" y="0"/>
                    <a:pt x="1774031" y="0"/>
                  </a:cubicBezTo>
                  <a:cubicBezTo>
                    <a:pt x="2010569" y="0"/>
                    <a:pt x="2247106" y="0"/>
                    <a:pt x="2483644" y="0"/>
                  </a:cubicBezTo>
                  <a:cubicBezTo>
                    <a:pt x="2601912" y="0"/>
                    <a:pt x="2720181" y="0"/>
                    <a:pt x="2838450" y="0"/>
                  </a:cubicBezTo>
                  <a:lnTo>
                    <a:pt x="2838450" y="314652"/>
                  </a:lnTo>
                  <a:cubicBezTo>
                    <a:pt x="2720181" y="314652"/>
                    <a:pt x="2601912" y="314652"/>
                    <a:pt x="2483644" y="314652"/>
                  </a:cubicBezTo>
                  <a:cubicBezTo>
                    <a:pt x="2247106" y="314652"/>
                    <a:pt x="2010569" y="145814"/>
                    <a:pt x="1774031" y="145814"/>
                  </a:cubicBezTo>
                  <a:cubicBezTo>
                    <a:pt x="1537494" y="145814"/>
                    <a:pt x="1300956" y="161362"/>
                    <a:pt x="1064419" y="171959"/>
                  </a:cubicBezTo>
                  <a:cubicBezTo>
                    <a:pt x="827881" y="182557"/>
                    <a:pt x="591344" y="212512"/>
                    <a:pt x="354806" y="212512"/>
                  </a:cubicBezTo>
                  <a:cubicBezTo>
                    <a:pt x="236538" y="212512"/>
                    <a:pt x="118269" y="212512"/>
                    <a:pt x="0" y="212512"/>
                  </a:cubicBezTo>
                  <a:close/>
                </a:path>
              </a:pathLst>
            </a:custGeom>
            <a:solidFill>
              <a:srgbClr val="CC79A7">
                <a:alpha val="2500"/>
              </a:srgbClr>
            </a:solidFill>
            <a:ln w="0">
              <a:noFill/>
            </a:ln>
          </p:spPr>
        </p:sp>
        <p:sp>
          <p:nvSpPr>
            <p:cNvPr id="2818" name="smooth-map-feature-4-shade-2">
              <a:extLst>
                <a:ext uri="{FF2B5EF4-FFF2-40B4-BE49-F238E27FC236}">
                  <a16:creationId xmlns:a16="http://schemas.microsoft.com/office/drawing/2014/main" id="{57ADD3E7-ACB4-4448-94E4-5C41E6DF4FB1}"/>
                </a:ext>
              </a:extLst>
            </p:cNvPr>
            <p:cNvSpPr>
              <a:spLocks noGrp="1"/>
            </p:cNvSpPr>
            <p:nvPr/>
          </p:nvSpPr>
          <p:spPr>
            <a:xfrm>
              <a:off x="21240750" y="6019800"/>
              <a:ext cx="2838450" cy="1143000"/>
            </a:xfrm>
            <a:custGeom>
              <a:pathLst>
                <a:path w="2838450" h="1143000">
                  <a:moveTo>
                    <a:pt x="0" y="0"/>
                  </a:moveTo>
                  <a:cubicBezTo>
                    <a:pt x="118269" y="0"/>
                    <a:pt x="236538" y="0"/>
                    <a:pt x="354806" y="0"/>
                  </a:cubicBezTo>
                  <a:cubicBezTo>
                    <a:pt x="591344" y="0"/>
                    <a:pt x="827881" y="13303"/>
                    <a:pt x="1064419" y="13303"/>
                  </a:cubicBezTo>
                  <a:cubicBezTo>
                    <a:pt x="1300956" y="13303"/>
                    <a:pt x="1537494" y="0"/>
                    <a:pt x="1774031" y="0"/>
                  </a:cubicBezTo>
                  <a:cubicBezTo>
                    <a:pt x="2010569" y="0"/>
                    <a:pt x="2247106" y="0"/>
                    <a:pt x="2483644" y="0"/>
                  </a:cubicBezTo>
                  <a:cubicBezTo>
                    <a:pt x="2601912" y="0"/>
                    <a:pt x="2720181" y="0"/>
                    <a:pt x="2838450" y="0"/>
                  </a:cubicBezTo>
                  <a:lnTo>
                    <a:pt x="2838450" y="295697"/>
                  </a:lnTo>
                  <a:cubicBezTo>
                    <a:pt x="2720181" y="295697"/>
                    <a:pt x="2601912" y="295697"/>
                    <a:pt x="2483644" y="295697"/>
                  </a:cubicBezTo>
                  <a:cubicBezTo>
                    <a:pt x="2247106" y="295697"/>
                    <a:pt x="2010569" y="138311"/>
                    <a:pt x="1774031" y="138311"/>
                  </a:cubicBezTo>
                  <a:cubicBezTo>
                    <a:pt x="1537494" y="138311"/>
                    <a:pt x="1300956" y="154488"/>
                    <a:pt x="1064419" y="164869"/>
                  </a:cubicBezTo>
                  <a:cubicBezTo>
                    <a:pt x="827881" y="175250"/>
                    <a:pt x="591344" y="202513"/>
                    <a:pt x="354806" y="202513"/>
                  </a:cubicBezTo>
                  <a:cubicBezTo>
                    <a:pt x="236538" y="202513"/>
                    <a:pt x="118269" y="202513"/>
                    <a:pt x="0" y="202513"/>
                  </a:cubicBezTo>
                  <a:close/>
                </a:path>
              </a:pathLst>
            </a:custGeom>
            <a:solidFill>
              <a:srgbClr val="CC79A7">
                <a:alpha val="2128"/>
              </a:srgbClr>
            </a:solidFill>
            <a:ln w="0">
              <a:noFill/>
            </a:ln>
          </p:spPr>
        </p:sp>
        <p:sp>
          <p:nvSpPr>
            <p:cNvPr id="2819" name="smooth-map-feature-4-shade-3">
              <a:extLst>
                <a:ext uri="{FF2B5EF4-FFF2-40B4-BE49-F238E27FC236}">
                  <a16:creationId xmlns:a16="http://schemas.microsoft.com/office/drawing/2014/main" id="{A6B2FDCE-9E5D-4A83-B5F6-A4AF5E60652E}"/>
                </a:ext>
              </a:extLst>
            </p:cNvPr>
            <p:cNvSpPr>
              <a:spLocks noGrp="1"/>
            </p:cNvSpPr>
            <p:nvPr/>
          </p:nvSpPr>
          <p:spPr>
            <a:xfrm>
              <a:off x="21240750" y="6019800"/>
              <a:ext cx="2838450" cy="1143000"/>
            </a:xfrm>
            <a:custGeom>
              <a:pathLst>
                <a:path w="2838450" h="1143000">
                  <a:moveTo>
                    <a:pt x="0" y="0"/>
                  </a:moveTo>
                  <a:cubicBezTo>
                    <a:pt x="118269" y="0"/>
                    <a:pt x="236538" y="0"/>
                    <a:pt x="354806" y="0"/>
                  </a:cubicBezTo>
                  <a:cubicBezTo>
                    <a:pt x="591344" y="0"/>
                    <a:pt x="827881" y="18045"/>
                    <a:pt x="1064419" y="18045"/>
                  </a:cubicBezTo>
                  <a:cubicBezTo>
                    <a:pt x="1300956" y="18045"/>
                    <a:pt x="1537494" y="0"/>
                    <a:pt x="1774031" y="0"/>
                  </a:cubicBezTo>
                  <a:cubicBezTo>
                    <a:pt x="2010569" y="0"/>
                    <a:pt x="2247106" y="0"/>
                    <a:pt x="2483644" y="0"/>
                  </a:cubicBezTo>
                  <a:cubicBezTo>
                    <a:pt x="2601912" y="0"/>
                    <a:pt x="2720181" y="0"/>
                    <a:pt x="2838450" y="0"/>
                  </a:cubicBezTo>
                  <a:lnTo>
                    <a:pt x="2838450" y="283020"/>
                  </a:lnTo>
                  <a:cubicBezTo>
                    <a:pt x="2720181" y="283020"/>
                    <a:pt x="2601912" y="283020"/>
                    <a:pt x="2483644" y="283020"/>
                  </a:cubicBezTo>
                  <a:cubicBezTo>
                    <a:pt x="2247106" y="283020"/>
                    <a:pt x="2010569" y="133293"/>
                    <a:pt x="1774031" y="133293"/>
                  </a:cubicBezTo>
                  <a:cubicBezTo>
                    <a:pt x="1537494" y="133293"/>
                    <a:pt x="1300956" y="149914"/>
                    <a:pt x="1064419" y="160127"/>
                  </a:cubicBezTo>
                  <a:cubicBezTo>
                    <a:pt x="827881" y="170340"/>
                    <a:pt x="591344" y="195825"/>
                    <a:pt x="354806" y="195825"/>
                  </a:cubicBezTo>
                  <a:cubicBezTo>
                    <a:pt x="236538" y="195825"/>
                    <a:pt x="118269" y="195825"/>
                    <a:pt x="0" y="195825"/>
                  </a:cubicBezTo>
                  <a:close/>
                </a:path>
              </a:pathLst>
            </a:custGeom>
            <a:solidFill>
              <a:srgbClr val="CC79A7">
                <a:alpha val="2174"/>
              </a:srgbClr>
            </a:solidFill>
            <a:ln w="0">
              <a:noFill/>
            </a:ln>
          </p:spPr>
        </p:sp>
        <p:sp>
          <p:nvSpPr>
            <p:cNvPr id="2820" name="smooth-map-feature-4-shade-4">
              <a:extLst>
                <a:ext uri="{FF2B5EF4-FFF2-40B4-BE49-F238E27FC236}">
                  <a16:creationId xmlns:a16="http://schemas.microsoft.com/office/drawing/2014/main" id="{379D3BC9-C4F9-4ED1-9C54-A63CA621F7C0}"/>
                </a:ext>
              </a:extLst>
            </p:cNvPr>
            <p:cNvSpPr>
              <a:spLocks noGrp="1"/>
            </p:cNvSpPr>
            <p:nvPr/>
          </p:nvSpPr>
          <p:spPr>
            <a:xfrm>
              <a:off x="21240750" y="6019800"/>
              <a:ext cx="2838450" cy="1143000"/>
            </a:xfrm>
            <a:custGeom>
              <a:pathLst>
                <a:path w="2838450" h="1143000">
                  <a:moveTo>
                    <a:pt x="0" y="595"/>
                  </a:moveTo>
                  <a:cubicBezTo>
                    <a:pt x="118269" y="595"/>
                    <a:pt x="236538" y="595"/>
                    <a:pt x="354806" y="595"/>
                  </a:cubicBezTo>
                  <a:cubicBezTo>
                    <a:pt x="591344" y="595"/>
                    <a:pt x="827881" y="21697"/>
                    <a:pt x="1064419" y="21697"/>
                  </a:cubicBezTo>
                  <a:cubicBezTo>
                    <a:pt x="1300956" y="21697"/>
                    <a:pt x="1537494" y="0"/>
                    <a:pt x="1774031" y="0"/>
                  </a:cubicBezTo>
                  <a:cubicBezTo>
                    <a:pt x="2010569" y="0"/>
                    <a:pt x="2247106" y="0"/>
                    <a:pt x="2483644" y="0"/>
                  </a:cubicBezTo>
                  <a:cubicBezTo>
                    <a:pt x="2601912" y="0"/>
                    <a:pt x="2720181" y="0"/>
                    <a:pt x="2838450" y="0"/>
                  </a:cubicBezTo>
                  <a:lnTo>
                    <a:pt x="2838450" y="273256"/>
                  </a:lnTo>
                  <a:cubicBezTo>
                    <a:pt x="2720181" y="273256"/>
                    <a:pt x="2601912" y="273256"/>
                    <a:pt x="2483644" y="273256"/>
                  </a:cubicBezTo>
                  <a:cubicBezTo>
                    <a:pt x="2247106" y="273256"/>
                    <a:pt x="2010569" y="129428"/>
                    <a:pt x="1774031" y="129428"/>
                  </a:cubicBezTo>
                  <a:cubicBezTo>
                    <a:pt x="1537494" y="129428"/>
                    <a:pt x="1300956" y="146406"/>
                    <a:pt x="1064419" y="156475"/>
                  </a:cubicBezTo>
                  <a:cubicBezTo>
                    <a:pt x="827881" y="166543"/>
                    <a:pt x="591344" y="190674"/>
                    <a:pt x="354806" y="190674"/>
                  </a:cubicBezTo>
                  <a:cubicBezTo>
                    <a:pt x="236538" y="190674"/>
                    <a:pt x="118269" y="190674"/>
                    <a:pt x="0" y="190674"/>
                  </a:cubicBezTo>
                  <a:close/>
                </a:path>
              </a:pathLst>
            </a:custGeom>
            <a:solidFill>
              <a:srgbClr val="CC79A7">
                <a:alpha val="2222"/>
              </a:srgbClr>
            </a:solidFill>
            <a:ln w="0">
              <a:noFill/>
            </a:ln>
          </p:spPr>
        </p:sp>
        <p:sp>
          <p:nvSpPr>
            <p:cNvPr id="2821" name="smooth-map-feature-4-shade-5">
              <a:extLst>
                <a:ext uri="{FF2B5EF4-FFF2-40B4-BE49-F238E27FC236}">
                  <a16:creationId xmlns:a16="http://schemas.microsoft.com/office/drawing/2014/main" id="{3E1D0143-50E1-47C8-9706-F7DA1D0E82B6}"/>
                </a:ext>
              </a:extLst>
            </p:cNvPr>
            <p:cNvSpPr>
              <a:spLocks noGrp="1"/>
            </p:cNvSpPr>
            <p:nvPr/>
          </p:nvSpPr>
          <p:spPr>
            <a:xfrm>
              <a:off x="21240750" y="6019800"/>
              <a:ext cx="2838450" cy="1143000"/>
            </a:xfrm>
            <a:custGeom>
              <a:pathLst>
                <a:path w="2838450" h="1143000">
                  <a:moveTo>
                    <a:pt x="0" y="4847"/>
                  </a:moveTo>
                  <a:cubicBezTo>
                    <a:pt x="118269" y="4847"/>
                    <a:pt x="236538" y="4847"/>
                    <a:pt x="354806" y="4847"/>
                  </a:cubicBezTo>
                  <a:cubicBezTo>
                    <a:pt x="591344" y="4847"/>
                    <a:pt x="827881" y="24712"/>
                    <a:pt x="1064419" y="24712"/>
                  </a:cubicBezTo>
                  <a:cubicBezTo>
                    <a:pt x="1300956" y="24712"/>
                    <a:pt x="1537494" y="0"/>
                    <a:pt x="1774031" y="0"/>
                  </a:cubicBezTo>
                  <a:cubicBezTo>
                    <a:pt x="2010569" y="0"/>
                    <a:pt x="2247106" y="0"/>
                    <a:pt x="2483644" y="0"/>
                  </a:cubicBezTo>
                  <a:cubicBezTo>
                    <a:pt x="2601912" y="0"/>
                    <a:pt x="2720181" y="0"/>
                    <a:pt x="2838450" y="0"/>
                  </a:cubicBezTo>
                  <a:lnTo>
                    <a:pt x="2838450" y="265197"/>
                  </a:lnTo>
                  <a:cubicBezTo>
                    <a:pt x="2720181" y="265197"/>
                    <a:pt x="2601912" y="265197"/>
                    <a:pt x="2483644" y="265197"/>
                  </a:cubicBezTo>
                  <a:cubicBezTo>
                    <a:pt x="2247106" y="265197"/>
                    <a:pt x="2010569" y="126238"/>
                    <a:pt x="1774031" y="126238"/>
                  </a:cubicBezTo>
                  <a:cubicBezTo>
                    <a:pt x="1537494" y="126238"/>
                    <a:pt x="1300956" y="143521"/>
                    <a:pt x="1064419" y="153460"/>
                  </a:cubicBezTo>
                  <a:cubicBezTo>
                    <a:pt x="827881" y="163400"/>
                    <a:pt x="591344" y="186423"/>
                    <a:pt x="354806" y="186423"/>
                  </a:cubicBezTo>
                  <a:cubicBezTo>
                    <a:pt x="236538" y="186423"/>
                    <a:pt x="118269" y="186423"/>
                    <a:pt x="0" y="186423"/>
                  </a:cubicBezTo>
                  <a:close/>
                </a:path>
              </a:pathLst>
            </a:custGeom>
            <a:solidFill>
              <a:srgbClr val="CC79A7">
                <a:alpha val="2273"/>
              </a:srgbClr>
            </a:solidFill>
            <a:ln w="0">
              <a:noFill/>
            </a:ln>
          </p:spPr>
        </p:sp>
        <p:sp>
          <p:nvSpPr>
            <p:cNvPr id="2822" name="smooth-map-feature-4-shade-6">
              <a:extLst>
                <a:ext uri="{FF2B5EF4-FFF2-40B4-BE49-F238E27FC236}">
                  <a16:creationId xmlns:a16="http://schemas.microsoft.com/office/drawing/2014/main" id="{E6138E21-EFBD-4CB2-9121-089022F57FED}"/>
                </a:ext>
              </a:extLst>
            </p:cNvPr>
            <p:cNvSpPr>
              <a:spLocks noGrp="1"/>
            </p:cNvSpPr>
            <p:nvPr/>
          </p:nvSpPr>
          <p:spPr>
            <a:xfrm>
              <a:off x="21240750" y="6019800"/>
              <a:ext cx="2838450" cy="1143000"/>
            </a:xfrm>
            <a:custGeom>
              <a:pathLst>
                <a:path w="2838450" h="1143000">
                  <a:moveTo>
                    <a:pt x="0" y="8504"/>
                  </a:moveTo>
                  <a:cubicBezTo>
                    <a:pt x="118269" y="8504"/>
                    <a:pt x="236538" y="8504"/>
                    <a:pt x="354806" y="8504"/>
                  </a:cubicBezTo>
                  <a:cubicBezTo>
                    <a:pt x="591344" y="8504"/>
                    <a:pt x="827881" y="27305"/>
                    <a:pt x="1064419" y="27305"/>
                  </a:cubicBezTo>
                  <a:cubicBezTo>
                    <a:pt x="1300956" y="27305"/>
                    <a:pt x="1537494" y="0"/>
                    <a:pt x="1774031" y="0"/>
                  </a:cubicBezTo>
                  <a:cubicBezTo>
                    <a:pt x="2010569" y="0"/>
                    <a:pt x="2247106" y="0"/>
                    <a:pt x="2483644" y="0"/>
                  </a:cubicBezTo>
                  <a:cubicBezTo>
                    <a:pt x="2601912" y="0"/>
                    <a:pt x="2720181" y="0"/>
                    <a:pt x="2838450" y="0"/>
                  </a:cubicBezTo>
                  <a:lnTo>
                    <a:pt x="2838450" y="258264"/>
                  </a:lnTo>
                  <a:cubicBezTo>
                    <a:pt x="2720181" y="258264"/>
                    <a:pt x="2601912" y="258264"/>
                    <a:pt x="2483644" y="258264"/>
                  </a:cubicBezTo>
                  <a:cubicBezTo>
                    <a:pt x="2247106" y="258264"/>
                    <a:pt x="2010569" y="123494"/>
                    <a:pt x="1774031" y="123494"/>
                  </a:cubicBezTo>
                  <a:cubicBezTo>
                    <a:pt x="1537494" y="123494"/>
                    <a:pt x="1300956" y="141046"/>
                    <a:pt x="1064419" y="150867"/>
                  </a:cubicBezTo>
                  <a:cubicBezTo>
                    <a:pt x="827881" y="160688"/>
                    <a:pt x="591344" y="182765"/>
                    <a:pt x="354806" y="182765"/>
                  </a:cubicBezTo>
                  <a:cubicBezTo>
                    <a:pt x="236538" y="182765"/>
                    <a:pt x="118269" y="182765"/>
                    <a:pt x="0" y="182765"/>
                  </a:cubicBezTo>
                  <a:close/>
                </a:path>
              </a:pathLst>
            </a:custGeom>
            <a:solidFill>
              <a:srgbClr val="CC79A7">
                <a:alpha val="2326"/>
              </a:srgbClr>
            </a:solidFill>
            <a:ln w="0">
              <a:noFill/>
            </a:ln>
          </p:spPr>
        </p:sp>
        <p:sp>
          <p:nvSpPr>
            <p:cNvPr id="2823" name="smooth-map-feature-4-shade-7">
              <a:extLst>
                <a:ext uri="{FF2B5EF4-FFF2-40B4-BE49-F238E27FC236}">
                  <a16:creationId xmlns:a16="http://schemas.microsoft.com/office/drawing/2014/main" id="{2AD43857-3724-4A0B-9036-A7DF97FCBB3B}"/>
                </a:ext>
              </a:extLst>
            </p:cNvPr>
            <p:cNvSpPr>
              <a:spLocks noGrp="1"/>
            </p:cNvSpPr>
            <p:nvPr/>
          </p:nvSpPr>
          <p:spPr>
            <a:xfrm>
              <a:off x="21240750" y="6019800"/>
              <a:ext cx="2838450" cy="1143000"/>
            </a:xfrm>
            <a:custGeom>
              <a:pathLst>
                <a:path w="2838450" h="1143000">
                  <a:moveTo>
                    <a:pt x="0" y="11739"/>
                  </a:moveTo>
                  <a:cubicBezTo>
                    <a:pt x="118269" y="11739"/>
                    <a:pt x="236538" y="11739"/>
                    <a:pt x="354806" y="11739"/>
                  </a:cubicBezTo>
                  <a:cubicBezTo>
                    <a:pt x="591344" y="11739"/>
                    <a:pt x="827881" y="29599"/>
                    <a:pt x="1064419" y="29599"/>
                  </a:cubicBezTo>
                  <a:cubicBezTo>
                    <a:pt x="1300956" y="29599"/>
                    <a:pt x="1537494" y="0"/>
                    <a:pt x="1774031" y="0"/>
                  </a:cubicBezTo>
                  <a:cubicBezTo>
                    <a:pt x="2010569" y="0"/>
                    <a:pt x="2247106" y="0"/>
                    <a:pt x="2483644" y="0"/>
                  </a:cubicBezTo>
                  <a:cubicBezTo>
                    <a:pt x="2601912" y="0"/>
                    <a:pt x="2720181" y="0"/>
                    <a:pt x="2838450" y="0"/>
                  </a:cubicBezTo>
                  <a:lnTo>
                    <a:pt x="2838450" y="252131"/>
                  </a:lnTo>
                  <a:cubicBezTo>
                    <a:pt x="2720181" y="252131"/>
                    <a:pt x="2601912" y="252131"/>
                    <a:pt x="2483644" y="252131"/>
                  </a:cubicBezTo>
                  <a:cubicBezTo>
                    <a:pt x="2247106" y="252131"/>
                    <a:pt x="2010569" y="121066"/>
                    <a:pt x="1774031" y="121066"/>
                  </a:cubicBezTo>
                  <a:cubicBezTo>
                    <a:pt x="1537494" y="121066"/>
                    <a:pt x="1300956" y="138863"/>
                    <a:pt x="1064419" y="148573"/>
                  </a:cubicBezTo>
                  <a:cubicBezTo>
                    <a:pt x="827881" y="158283"/>
                    <a:pt x="591344" y="179530"/>
                    <a:pt x="354806" y="179530"/>
                  </a:cubicBezTo>
                  <a:cubicBezTo>
                    <a:pt x="236538" y="179530"/>
                    <a:pt x="118269" y="179530"/>
                    <a:pt x="0" y="179530"/>
                  </a:cubicBezTo>
                  <a:close/>
                </a:path>
              </a:pathLst>
            </a:custGeom>
            <a:solidFill>
              <a:srgbClr val="CC79A7">
                <a:alpha val="2381"/>
              </a:srgbClr>
            </a:solidFill>
            <a:ln w="0">
              <a:noFill/>
            </a:ln>
          </p:spPr>
        </p:sp>
        <p:sp>
          <p:nvSpPr>
            <p:cNvPr id="2824" name="smooth-map-feature-4-shade-8">
              <a:extLst>
                <a:ext uri="{FF2B5EF4-FFF2-40B4-BE49-F238E27FC236}">
                  <a16:creationId xmlns:a16="http://schemas.microsoft.com/office/drawing/2014/main" id="{507F8370-5503-4AA9-805D-8CBDFD2630C4}"/>
                </a:ext>
              </a:extLst>
            </p:cNvPr>
            <p:cNvSpPr>
              <a:spLocks noGrp="1"/>
            </p:cNvSpPr>
            <p:nvPr/>
          </p:nvSpPr>
          <p:spPr>
            <a:xfrm>
              <a:off x="21240750" y="6019800"/>
              <a:ext cx="2838450" cy="1143000"/>
            </a:xfrm>
            <a:custGeom>
              <a:pathLst>
                <a:path w="2838450" h="1143000">
                  <a:moveTo>
                    <a:pt x="0" y="14658"/>
                  </a:moveTo>
                  <a:cubicBezTo>
                    <a:pt x="118269" y="14658"/>
                    <a:pt x="236538" y="14658"/>
                    <a:pt x="354806" y="14658"/>
                  </a:cubicBezTo>
                  <a:cubicBezTo>
                    <a:pt x="591344" y="14658"/>
                    <a:pt x="827881" y="31669"/>
                    <a:pt x="1064419" y="31669"/>
                  </a:cubicBezTo>
                  <a:cubicBezTo>
                    <a:pt x="1300956" y="31669"/>
                    <a:pt x="1537494" y="0"/>
                    <a:pt x="1774031" y="0"/>
                  </a:cubicBezTo>
                  <a:cubicBezTo>
                    <a:pt x="2010569" y="0"/>
                    <a:pt x="2247106" y="0"/>
                    <a:pt x="2483644" y="0"/>
                  </a:cubicBezTo>
                  <a:cubicBezTo>
                    <a:pt x="2601912" y="0"/>
                    <a:pt x="2720181" y="0"/>
                    <a:pt x="2838450" y="0"/>
                  </a:cubicBezTo>
                  <a:lnTo>
                    <a:pt x="2838450" y="246597"/>
                  </a:lnTo>
                  <a:cubicBezTo>
                    <a:pt x="2720181" y="246597"/>
                    <a:pt x="2601912" y="246597"/>
                    <a:pt x="2483644" y="246597"/>
                  </a:cubicBezTo>
                  <a:cubicBezTo>
                    <a:pt x="2247106" y="246597"/>
                    <a:pt x="2010569" y="118876"/>
                    <a:pt x="1774031" y="118876"/>
                  </a:cubicBezTo>
                  <a:cubicBezTo>
                    <a:pt x="1537494" y="118876"/>
                    <a:pt x="1300956" y="136898"/>
                    <a:pt x="1064419" y="146503"/>
                  </a:cubicBezTo>
                  <a:cubicBezTo>
                    <a:pt x="827881" y="156108"/>
                    <a:pt x="591344" y="176611"/>
                    <a:pt x="354806" y="176611"/>
                  </a:cubicBezTo>
                  <a:cubicBezTo>
                    <a:pt x="236538" y="176611"/>
                    <a:pt x="118269" y="176611"/>
                    <a:pt x="0" y="176611"/>
                  </a:cubicBezTo>
                  <a:close/>
                </a:path>
              </a:pathLst>
            </a:custGeom>
            <a:solidFill>
              <a:srgbClr val="CC79A7">
                <a:alpha val="2439"/>
              </a:srgbClr>
            </a:solidFill>
            <a:ln w="0">
              <a:noFill/>
            </a:ln>
          </p:spPr>
        </p:sp>
        <p:sp>
          <p:nvSpPr>
            <p:cNvPr id="2825" name="smooth-map-feature-4-shade-9">
              <a:extLst>
                <a:ext uri="{FF2B5EF4-FFF2-40B4-BE49-F238E27FC236}">
                  <a16:creationId xmlns:a16="http://schemas.microsoft.com/office/drawing/2014/main" id="{548FF908-87F7-438A-91D5-2E1F4003E473}"/>
                </a:ext>
              </a:extLst>
            </p:cNvPr>
            <p:cNvSpPr>
              <a:spLocks noGrp="1"/>
            </p:cNvSpPr>
            <p:nvPr/>
          </p:nvSpPr>
          <p:spPr>
            <a:xfrm>
              <a:off x="21240750" y="6019800"/>
              <a:ext cx="2838450" cy="1143000"/>
            </a:xfrm>
            <a:custGeom>
              <a:pathLst>
                <a:path w="2838450" h="1143000">
                  <a:moveTo>
                    <a:pt x="0" y="17332"/>
                  </a:moveTo>
                  <a:cubicBezTo>
                    <a:pt x="118269" y="17332"/>
                    <a:pt x="236538" y="17332"/>
                    <a:pt x="354806" y="17332"/>
                  </a:cubicBezTo>
                  <a:cubicBezTo>
                    <a:pt x="591344" y="17332"/>
                    <a:pt x="827881" y="33565"/>
                    <a:pt x="1064419" y="33565"/>
                  </a:cubicBezTo>
                  <a:cubicBezTo>
                    <a:pt x="1300956" y="33565"/>
                    <a:pt x="1537494" y="0"/>
                    <a:pt x="1774031" y="0"/>
                  </a:cubicBezTo>
                  <a:cubicBezTo>
                    <a:pt x="2010569" y="0"/>
                    <a:pt x="2247106" y="0"/>
                    <a:pt x="2483644" y="0"/>
                  </a:cubicBezTo>
                  <a:cubicBezTo>
                    <a:pt x="2601912" y="0"/>
                    <a:pt x="2720181" y="0"/>
                    <a:pt x="2838450" y="0"/>
                  </a:cubicBezTo>
                  <a:lnTo>
                    <a:pt x="2838450" y="241529"/>
                  </a:lnTo>
                  <a:cubicBezTo>
                    <a:pt x="2720181" y="241529"/>
                    <a:pt x="2601912" y="241529"/>
                    <a:pt x="2483644" y="241529"/>
                  </a:cubicBezTo>
                  <a:cubicBezTo>
                    <a:pt x="2247106" y="241529"/>
                    <a:pt x="2010569" y="116870"/>
                    <a:pt x="1774031" y="116870"/>
                  </a:cubicBezTo>
                  <a:cubicBezTo>
                    <a:pt x="1537494" y="116870"/>
                    <a:pt x="1300956" y="135103"/>
                    <a:pt x="1064419" y="144607"/>
                  </a:cubicBezTo>
                  <a:cubicBezTo>
                    <a:pt x="827881" y="154111"/>
                    <a:pt x="591344" y="173937"/>
                    <a:pt x="354806" y="173937"/>
                  </a:cubicBezTo>
                  <a:cubicBezTo>
                    <a:pt x="236538" y="173937"/>
                    <a:pt x="118269" y="173937"/>
                    <a:pt x="0" y="173937"/>
                  </a:cubicBezTo>
                  <a:close/>
                </a:path>
              </a:pathLst>
            </a:custGeom>
            <a:solidFill>
              <a:srgbClr val="CC79A7">
                <a:alpha val="2500"/>
              </a:srgbClr>
            </a:solidFill>
            <a:ln w="0">
              <a:noFill/>
            </a:ln>
          </p:spPr>
        </p:sp>
        <p:sp>
          <p:nvSpPr>
            <p:cNvPr id="2826" name="smooth-map-feature-4-shade-10">
              <a:extLst>
                <a:ext uri="{FF2B5EF4-FFF2-40B4-BE49-F238E27FC236}">
                  <a16:creationId xmlns:a16="http://schemas.microsoft.com/office/drawing/2014/main" id="{376D653A-B077-4110-9031-87D0BD6D86B0}"/>
                </a:ext>
              </a:extLst>
            </p:cNvPr>
            <p:cNvSpPr>
              <a:spLocks noGrp="1"/>
            </p:cNvSpPr>
            <p:nvPr/>
          </p:nvSpPr>
          <p:spPr>
            <a:xfrm>
              <a:off x="21240750" y="6019800"/>
              <a:ext cx="2838450" cy="1143000"/>
            </a:xfrm>
            <a:custGeom>
              <a:pathLst>
                <a:path w="2838450" h="1143000">
                  <a:moveTo>
                    <a:pt x="0" y="19810"/>
                  </a:moveTo>
                  <a:cubicBezTo>
                    <a:pt x="118269" y="19810"/>
                    <a:pt x="236538" y="19810"/>
                    <a:pt x="354806" y="19810"/>
                  </a:cubicBezTo>
                  <a:cubicBezTo>
                    <a:pt x="591344" y="19810"/>
                    <a:pt x="827881" y="35322"/>
                    <a:pt x="1064419" y="35322"/>
                  </a:cubicBezTo>
                  <a:cubicBezTo>
                    <a:pt x="1300956" y="35322"/>
                    <a:pt x="1537494" y="2011"/>
                    <a:pt x="1774031" y="1223"/>
                  </a:cubicBezTo>
                  <a:cubicBezTo>
                    <a:pt x="2010569" y="436"/>
                    <a:pt x="2247106" y="0"/>
                    <a:pt x="2483644" y="0"/>
                  </a:cubicBezTo>
                  <a:cubicBezTo>
                    <a:pt x="2601912" y="0"/>
                    <a:pt x="2720181" y="0"/>
                    <a:pt x="2838450" y="0"/>
                  </a:cubicBezTo>
                  <a:lnTo>
                    <a:pt x="2838450" y="236832"/>
                  </a:lnTo>
                  <a:cubicBezTo>
                    <a:pt x="2720181" y="236832"/>
                    <a:pt x="2601912" y="236832"/>
                    <a:pt x="2483644" y="236832"/>
                  </a:cubicBezTo>
                  <a:cubicBezTo>
                    <a:pt x="2247106" y="236832"/>
                    <a:pt x="2010569" y="115010"/>
                    <a:pt x="1774031" y="115010"/>
                  </a:cubicBezTo>
                  <a:cubicBezTo>
                    <a:pt x="1537494" y="115010"/>
                    <a:pt x="1300956" y="133444"/>
                    <a:pt x="1064419" y="142850"/>
                  </a:cubicBezTo>
                  <a:cubicBezTo>
                    <a:pt x="827881" y="152257"/>
                    <a:pt x="591344" y="171459"/>
                    <a:pt x="354806" y="171459"/>
                  </a:cubicBezTo>
                  <a:cubicBezTo>
                    <a:pt x="236538" y="171459"/>
                    <a:pt x="118269" y="171459"/>
                    <a:pt x="0" y="171459"/>
                  </a:cubicBezTo>
                  <a:close/>
                </a:path>
              </a:pathLst>
            </a:custGeom>
            <a:solidFill>
              <a:srgbClr val="CC79A7">
                <a:alpha val="2564"/>
              </a:srgbClr>
            </a:solidFill>
            <a:ln w="0">
              <a:noFill/>
            </a:ln>
          </p:spPr>
        </p:sp>
        <p:sp>
          <p:nvSpPr>
            <p:cNvPr id="2827" name="smooth-map-feature-4-shade-11">
              <a:extLst>
                <a:ext uri="{FF2B5EF4-FFF2-40B4-BE49-F238E27FC236}">
                  <a16:creationId xmlns:a16="http://schemas.microsoft.com/office/drawing/2014/main" id="{13A60E87-4461-4580-966F-A2160C6AA258}"/>
                </a:ext>
              </a:extLst>
            </p:cNvPr>
            <p:cNvSpPr>
              <a:spLocks noGrp="1"/>
            </p:cNvSpPr>
            <p:nvPr/>
          </p:nvSpPr>
          <p:spPr>
            <a:xfrm>
              <a:off x="21240750" y="6019800"/>
              <a:ext cx="2838450" cy="1143000"/>
            </a:xfrm>
            <a:custGeom>
              <a:pathLst>
                <a:path w="2838450" h="1143000">
                  <a:moveTo>
                    <a:pt x="0" y="22128"/>
                  </a:moveTo>
                  <a:cubicBezTo>
                    <a:pt x="118269" y="22128"/>
                    <a:pt x="236538" y="22128"/>
                    <a:pt x="354806" y="22128"/>
                  </a:cubicBezTo>
                  <a:cubicBezTo>
                    <a:pt x="591344" y="22128"/>
                    <a:pt x="827881" y="36966"/>
                    <a:pt x="1064419" y="36966"/>
                  </a:cubicBezTo>
                  <a:cubicBezTo>
                    <a:pt x="1300956" y="36966"/>
                    <a:pt x="1537494" y="4780"/>
                    <a:pt x="1774031" y="2963"/>
                  </a:cubicBezTo>
                  <a:cubicBezTo>
                    <a:pt x="2010569" y="1146"/>
                    <a:pt x="2247106" y="0"/>
                    <a:pt x="2483644" y="0"/>
                  </a:cubicBezTo>
                  <a:cubicBezTo>
                    <a:pt x="2601912" y="0"/>
                    <a:pt x="2720181" y="0"/>
                    <a:pt x="2838450" y="0"/>
                  </a:cubicBezTo>
                  <a:lnTo>
                    <a:pt x="2838450" y="232438"/>
                  </a:lnTo>
                  <a:cubicBezTo>
                    <a:pt x="2720181" y="232438"/>
                    <a:pt x="2601912" y="232438"/>
                    <a:pt x="2483644" y="232438"/>
                  </a:cubicBezTo>
                  <a:cubicBezTo>
                    <a:pt x="2247106" y="232438"/>
                    <a:pt x="2010569" y="113271"/>
                    <a:pt x="1774031" y="113271"/>
                  </a:cubicBezTo>
                  <a:cubicBezTo>
                    <a:pt x="1537494" y="113271"/>
                    <a:pt x="1300956" y="131895"/>
                    <a:pt x="1064419" y="141207"/>
                  </a:cubicBezTo>
                  <a:cubicBezTo>
                    <a:pt x="827881" y="150518"/>
                    <a:pt x="591344" y="169141"/>
                    <a:pt x="354806" y="169141"/>
                  </a:cubicBezTo>
                  <a:cubicBezTo>
                    <a:pt x="236538" y="169141"/>
                    <a:pt x="118269" y="169141"/>
                    <a:pt x="0" y="169141"/>
                  </a:cubicBezTo>
                  <a:close/>
                </a:path>
              </a:pathLst>
            </a:custGeom>
            <a:solidFill>
              <a:srgbClr val="CC79A7">
                <a:alpha val="2632"/>
              </a:srgbClr>
            </a:solidFill>
            <a:ln w="0">
              <a:noFill/>
            </a:ln>
          </p:spPr>
        </p:sp>
        <p:sp>
          <p:nvSpPr>
            <p:cNvPr id="2828" name="smooth-map-feature-4-shade-12">
              <a:extLst>
                <a:ext uri="{FF2B5EF4-FFF2-40B4-BE49-F238E27FC236}">
                  <a16:creationId xmlns:a16="http://schemas.microsoft.com/office/drawing/2014/main" id="{81DB6D48-3807-4F88-8E54-94614807BA9A}"/>
                </a:ext>
              </a:extLst>
            </p:cNvPr>
            <p:cNvSpPr>
              <a:spLocks noGrp="1"/>
            </p:cNvSpPr>
            <p:nvPr/>
          </p:nvSpPr>
          <p:spPr>
            <a:xfrm>
              <a:off x="21240750" y="6019800"/>
              <a:ext cx="2838450" cy="1143000"/>
            </a:xfrm>
            <a:custGeom>
              <a:pathLst>
                <a:path w="2838450" h="1143000">
                  <a:moveTo>
                    <a:pt x="0" y="24314"/>
                  </a:moveTo>
                  <a:cubicBezTo>
                    <a:pt x="118269" y="24314"/>
                    <a:pt x="236538" y="24314"/>
                    <a:pt x="354806" y="24314"/>
                  </a:cubicBezTo>
                  <a:cubicBezTo>
                    <a:pt x="591344" y="24314"/>
                    <a:pt x="827881" y="38515"/>
                    <a:pt x="1064419" y="38515"/>
                  </a:cubicBezTo>
                  <a:cubicBezTo>
                    <a:pt x="1300956" y="38515"/>
                    <a:pt x="1537494" y="7305"/>
                    <a:pt x="1774031" y="4603"/>
                  </a:cubicBezTo>
                  <a:cubicBezTo>
                    <a:pt x="2010569" y="1901"/>
                    <a:pt x="2247106" y="0"/>
                    <a:pt x="2483644" y="0"/>
                  </a:cubicBezTo>
                  <a:cubicBezTo>
                    <a:pt x="2601912" y="0"/>
                    <a:pt x="2720181" y="0"/>
                    <a:pt x="2838450" y="0"/>
                  </a:cubicBezTo>
                  <a:lnTo>
                    <a:pt x="2838450" y="228294"/>
                  </a:lnTo>
                  <a:cubicBezTo>
                    <a:pt x="2720181" y="228294"/>
                    <a:pt x="2601912" y="228294"/>
                    <a:pt x="2483644" y="228294"/>
                  </a:cubicBezTo>
                  <a:cubicBezTo>
                    <a:pt x="2247106" y="228294"/>
                    <a:pt x="2010569" y="111631"/>
                    <a:pt x="1774031" y="111631"/>
                  </a:cubicBezTo>
                  <a:cubicBezTo>
                    <a:pt x="1537494" y="111631"/>
                    <a:pt x="1300956" y="130438"/>
                    <a:pt x="1064419" y="139657"/>
                  </a:cubicBezTo>
                  <a:cubicBezTo>
                    <a:pt x="827881" y="148876"/>
                    <a:pt x="591344" y="166955"/>
                    <a:pt x="354806" y="166955"/>
                  </a:cubicBezTo>
                  <a:cubicBezTo>
                    <a:pt x="236538" y="166955"/>
                    <a:pt x="118269" y="166955"/>
                    <a:pt x="0" y="166955"/>
                  </a:cubicBezTo>
                  <a:close/>
                </a:path>
              </a:pathLst>
            </a:custGeom>
            <a:solidFill>
              <a:srgbClr val="CC79A7">
                <a:alpha val="2703"/>
              </a:srgbClr>
            </a:solidFill>
            <a:ln w="0">
              <a:noFill/>
            </a:ln>
          </p:spPr>
        </p:sp>
        <p:sp>
          <p:nvSpPr>
            <p:cNvPr id="2829" name="smooth-map-feature-4-shade-13">
              <a:extLst>
                <a:ext uri="{FF2B5EF4-FFF2-40B4-BE49-F238E27FC236}">
                  <a16:creationId xmlns:a16="http://schemas.microsoft.com/office/drawing/2014/main" id="{22E1D8E8-14EB-46D9-B30E-CCEB11C88C10}"/>
                </a:ext>
              </a:extLst>
            </p:cNvPr>
            <p:cNvSpPr>
              <a:spLocks noGrp="1"/>
            </p:cNvSpPr>
            <p:nvPr/>
          </p:nvSpPr>
          <p:spPr>
            <a:xfrm>
              <a:off x="21240750" y="6019800"/>
              <a:ext cx="2838450" cy="1143000"/>
            </a:xfrm>
            <a:custGeom>
              <a:pathLst>
                <a:path w="2838450" h="1143000">
                  <a:moveTo>
                    <a:pt x="0" y="26389"/>
                  </a:moveTo>
                  <a:cubicBezTo>
                    <a:pt x="118269" y="26389"/>
                    <a:pt x="236538" y="26389"/>
                    <a:pt x="354806" y="26389"/>
                  </a:cubicBezTo>
                  <a:cubicBezTo>
                    <a:pt x="591344" y="26389"/>
                    <a:pt x="827881" y="39986"/>
                    <a:pt x="1064419" y="39986"/>
                  </a:cubicBezTo>
                  <a:cubicBezTo>
                    <a:pt x="1300956" y="39986"/>
                    <a:pt x="1537494" y="9633"/>
                    <a:pt x="1774031" y="6159"/>
                  </a:cubicBezTo>
                  <a:cubicBezTo>
                    <a:pt x="2010569" y="2686"/>
                    <a:pt x="2247106" y="0"/>
                    <a:pt x="2483644" y="0"/>
                  </a:cubicBezTo>
                  <a:cubicBezTo>
                    <a:pt x="2601912" y="0"/>
                    <a:pt x="2720181" y="0"/>
                    <a:pt x="2838450" y="0"/>
                  </a:cubicBezTo>
                  <a:lnTo>
                    <a:pt x="2838450" y="224362"/>
                  </a:lnTo>
                  <a:cubicBezTo>
                    <a:pt x="2720181" y="224362"/>
                    <a:pt x="2601912" y="224362"/>
                    <a:pt x="2483644" y="224362"/>
                  </a:cubicBezTo>
                  <a:cubicBezTo>
                    <a:pt x="2247106" y="224362"/>
                    <a:pt x="2010569" y="110074"/>
                    <a:pt x="1774031" y="110074"/>
                  </a:cubicBezTo>
                  <a:cubicBezTo>
                    <a:pt x="1537494" y="110074"/>
                    <a:pt x="1300956" y="129057"/>
                    <a:pt x="1064419" y="138186"/>
                  </a:cubicBezTo>
                  <a:cubicBezTo>
                    <a:pt x="827881" y="147314"/>
                    <a:pt x="591344" y="164881"/>
                    <a:pt x="354806" y="164881"/>
                  </a:cubicBezTo>
                  <a:cubicBezTo>
                    <a:pt x="236538" y="164881"/>
                    <a:pt x="118269" y="164881"/>
                    <a:pt x="0" y="164881"/>
                  </a:cubicBezTo>
                  <a:close/>
                </a:path>
              </a:pathLst>
            </a:custGeom>
            <a:solidFill>
              <a:srgbClr val="CC79A7">
                <a:alpha val="2778"/>
              </a:srgbClr>
            </a:solidFill>
            <a:ln w="0">
              <a:noFill/>
            </a:ln>
          </p:spPr>
        </p:sp>
        <p:sp>
          <p:nvSpPr>
            <p:cNvPr id="2830" name="smooth-map-feature-4-shade-14">
              <a:extLst>
                <a:ext uri="{FF2B5EF4-FFF2-40B4-BE49-F238E27FC236}">
                  <a16:creationId xmlns:a16="http://schemas.microsoft.com/office/drawing/2014/main" id="{89F7CCB8-94E4-40EA-966F-5BDDC5CC5807}"/>
                </a:ext>
              </a:extLst>
            </p:cNvPr>
            <p:cNvSpPr>
              <a:spLocks noGrp="1"/>
            </p:cNvSpPr>
            <p:nvPr/>
          </p:nvSpPr>
          <p:spPr>
            <a:xfrm>
              <a:off x="21240750" y="6019800"/>
              <a:ext cx="2838450" cy="1143000"/>
            </a:xfrm>
            <a:custGeom>
              <a:pathLst>
                <a:path w="2838450" h="1143000">
                  <a:moveTo>
                    <a:pt x="0" y="28369"/>
                  </a:moveTo>
                  <a:cubicBezTo>
                    <a:pt x="118269" y="28369"/>
                    <a:pt x="236538" y="28369"/>
                    <a:pt x="354806" y="28369"/>
                  </a:cubicBezTo>
                  <a:cubicBezTo>
                    <a:pt x="591344" y="28369"/>
                    <a:pt x="827881" y="41390"/>
                    <a:pt x="1064419" y="41390"/>
                  </a:cubicBezTo>
                  <a:cubicBezTo>
                    <a:pt x="1300956" y="41390"/>
                    <a:pt x="1537494" y="11801"/>
                    <a:pt x="1774031" y="7645"/>
                  </a:cubicBezTo>
                  <a:cubicBezTo>
                    <a:pt x="2010569" y="3490"/>
                    <a:pt x="2247106" y="0"/>
                    <a:pt x="2483644" y="0"/>
                  </a:cubicBezTo>
                  <a:cubicBezTo>
                    <a:pt x="2601912" y="0"/>
                    <a:pt x="2720181" y="0"/>
                    <a:pt x="2838450" y="0"/>
                  </a:cubicBezTo>
                  <a:lnTo>
                    <a:pt x="2838450" y="220608"/>
                  </a:lnTo>
                  <a:cubicBezTo>
                    <a:pt x="2720181" y="220608"/>
                    <a:pt x="2601912" y="220608"/>
                    <a:pt x="2483644" y="220608"/>
                  </a:cubicBezTo>
                  <a:cubicBezTo>
                    <a:pt x="2247106" y="220608"/>
                    <a:pt x="2010569" y="108589"/>
                    <a:pt x="1774031" y="108589"/>
                  </a:cubicBezTo>
                  <a:cubicBezTo>
                    <a:pt x="1537494" y="108589"/>
                    <a:pt x="1300956" y="127743"/>
                    <a:pt x="1064419" y="136782"/>
                  </a:cubicBezTo>
                  <a:cubicBezTo>
                    <a:pt x="827881" y="145820"/>
                    <a:pt x="591344" y="162900"/>
                    <a:pt x="354806" y="162900"/>
                  </a:cubicBezTo>
                  <a:cubicBezTo>
                    <a:pt x="236538" y="162900"/>
                    <a:pt x="118269" y="162900"/>
                    <a:pt x="0" y="162900"/>
                  </a:cubicBezTo>
                  <a:close/>
                </a:path>
              </a:pathLst>
            </a:custGeom>
            <a:solidFill>
              <a:srgbClr val="CC79A7">
                <a:alpha val="2857"/>
              </a:srgbClr>
            </a:solidFill>
            <a:ln w="0">
              <a:noFill/>
            </a:ln>
          </p:spPr>
        </p:sp>
        <p:sp>
          <p:nvSpPr>
            <p:cNvPr id="2831" name="smooth-map-feature-4-shade-15">
              <a:extLst>
                <a:ext uri="{FF2B5EF4-FFF2-40B4-BE49-F238E27FC236}">
                  <a16:creationId xmlns:a16="http://schemas.microsoft.com/office/drawing/2014/main" id="{E9DEC369-3060-4AAF-B5F6-9BBE60918789}"/>
                </a:ext>
              </a:extLst>
            </p:cNvPr>
            <p:cNvSpPr>
              <a:spLocks noGrp="1"/>
            </p:cNvSpPr>
            <p:nvPr/>
          </p:nvSpPr>
          <p:spPr>
            <a:xfrm>
              <a:off x="21240750" y="6019800"/>
              <a:ext cx="2838450" cy="1143000"/>
            </a:xfrm>
            <a:custGeom>
              <a:pathLst>
                <a:path w="2838450" h="1143000">
                  <a:moveTo>
                    <a:pt x="0" y="30268"/>
                  </a:moveTo>
                  <a:cubicBezTo>
                    <a:pt x="118269" y="30268"/>
                    <a:pt x="236538" y="30268"/>
                    <a:pt x="354806" y="30268"/>
                  </a:cubicBezTo>
                  <a:cubicBezTo>
                    <a:pt x="591344" y="30268"/>
                    <a:pt x="827881" y="42737"/>
                    <a:pt x="1064419" y="42737"/>
                  </a:cubicBezTo>
                  <a:cubicBezTo>
                    <a:pt x="1300956" y="42737"/>
                    <a:pt x="1537494" y="13834"/>
                    <a:pt x="1774031" y="9070"/>
                  </a:cubicBezTo>
                  <a:cubicBezTo>
                    <a:pt x="2010569" y="4307"/>
                    <a:pt x="2247106" y="0"/>
                    <a:pt x="2483644" y="0"/>
                  </a:cubicBezTo>
                  <a:cubicBezTo>
                    <a:pt x="2601912" y="0"/>
                    <a:pt x="2720181" y="0"/>
                    <a:pt x="2838450" y="0"/>
                  </a:cubicBezTo>
                  <a:lnTo>
                    <a:pt x="2838450" y="217008"/>
                  </a:lnTo>
                  <a:cubicBezTo>
                    <a:pt x="2720181" y="217008"/>
                    <a:pt x="2601912" y="217008"/>
                    <a:pt x="2483644" y="217008"/>
                  </a:cubicBezTo>
                  <a:cubicBezTo>
                    <a:pt x="2247106" y="217008"/>
                    <a:pt x="2010569" y="107163"/>
                    <a:pt x="1774031" y="107163"/>
                  </a:cubicBezTo>
                  <a:cubicBezTo>
                    <a:pt x="1537494" y="107163"/>
                    <a:pt x="1300956" y="126485"/>
                    <a:pt x="1064419" y="135435"/>
                  </a:cubicBezTo>
                  <a:cubicBezTo>
                    <a:pt x="827881" y="144385"/>
                    <a:pt x="591344" y="161001"/>
                    <a:pt x="354806" y="161001"/>
                  </a:cubicBezTo>
                  <a:cubicBezTo>
                    <a:pt x="236538" y="161001"/>
                    <a:pt x="118269" y="161001"/>
                    <a:pt x="0" y="161001"/>
                  </a:cubicBezTo>
                  <a:close/>
                </a:path>
              </a:pathLst>
            </a:custGeom>
            <a:solidFill>
              <a:srgbClr val="CC79A7">
                <a:alpha val="2941"/>
              </a:srgbClr>
            </a:solidFill>
            <a:ln w="0">
              <a:noFill/>
            </a:ln>
          </p:spPr>
        </p:sp>
        <p:sp>
          <p:nvSpPr>
            <p:cNvPr id="2832" name="smooth-map-feature-4-shade-16">
              <a:extLst>
                <a:ext uri="{FF2B5EF4-FFF2-40B4-BE49-F238E27FC236}">
                  <a16:creationId xmlns:a16="http://schemas.microsoft.com/office/drawing/2014/main" id="{D7E4CF20-8BCF-425F-8C26-A5B166551406}"/>
                </a:ext>
              </a:extLst>
            </p:cNvPr>
            <p:cNvSpPr>
              <a:spLocks noGrp="1"/>
            </p:cNvSpPr>
            <p:nvPr/>
          </p:nvSpPr>
          <p:spPr>
            <a:xfrm>
              <a:off x="21240750" y="6019800"/>
              <a:ext cx="2838450" cy="1143000"/>
            </a:xfrm>
            <a:custGeom>
              <a:pathLst>
                <a:path w="2838450" h="1143000">
                  <a:moveTo>
                    <a:pt x="0" y="32098"/>
                  </a:moveTo>
                  <a:cubicBezTo>
                    <a:pt x="118269" y="32098"/>
                    <a:pt x="236538" y="32098"/>
                    <a:pt x="354806" y="32098"/>
                  </a:cubicBezTo>
                  <a:cubicBezTo>
                    <a:pt x="591344" y="32098"/>
                    <a:pt x="827881" y="44035"/>
                    <a:pt x="1064419" y="44035"/>
                  </a:cubicBezTo>
                  <a:cubicBezTo>
                    <a:pt x="1300956" y="44035"/>
                    <a:pt x="1537494" y="15754"/>
                    <a:pt x="1774031" y="10443"/>
                  </a:cubicBezTo>
                  <a:cubicBezTo>
                    <a:pt x="2010569" y="5132"/>
                    <a:pt x="2247106" y="0"/>
                    <a:pt x="2483644" y="0"/>
                  </a:cubicBezTo>
                  <a:cubicBezTo>
                    <a:pt x="2601912" y="0"/>
                    <a:pt x="2720181" y="0"/>
                    <a:pt x="2838450" y="0"/>
                  </a:cubicBezTo>
                  <a:lnTo>
                    <a:pt x="2838450" y="213539"/>
                  </a:lnTo>
                  <a:cubicBezTo>
                    <a:pt x="2720181" y="213539"/>
                    <a:pt x="2601912" y="213539"/>
                    <a:pt x="2483644" y="213539"/>
                  </a:cubicBezTo>
                  <a:cubicBezTo>
                    <a:pt x="2247106" y="213539"/>
                    <a:pt x="2010569" y="105790"/>
                    <a:pt x="1774031" y="105790"/>
                  </a:cubicBezTo>
                  <a:cubicBezTo>
                    <a:pt x="1537494" y="105790"/>
                    <a:pt x="1300956" y="125275"/>
                    <a:pt x="1064419" y="134137"/>
                  </a:cubicBezTo>
                  <a:cubicBezTo>
                    <a:pt x="827881" y="143000"/>
                    <a:pt x="591344" y="159171"/>
                    <a:pt x="354806" y="159171"/>
                  </a:cubicBezTo>
                  <a:cubicBezTo>
                    <a:pt x="236538" y="159171"/>
                    <a:pt x="118269" y="159171"/>
                    <a:pt x="0" y="159171"/>
                  </a:cubicBezTo>
                  <a:close/>
                </a:path>
              </a:pathLst>
            </a:custGeom>
            <a:solidFill>
              <a:srgbClr val="CC79A7">
                <a:alpha val="3030"/>
              </a:srgbClr>
            </a:solidFill>
            <a:ln w="0">
              <a:noFill/>
            </a:ln>
          </p:spPr>
        </p:sp>
        <p:sp>
          <p:nvSpPr>
            <p:cNvPr id="2833" name="smooth-map-feature-4-shade-17">
              <a:extLst>
                <a:ext uri="{FF2B5EF4-FFF2-40B4-BE49-F238E27FC236}">
                  <a16:creationId xmlns:a16="http://schemas.microsoft.com/office/drawing/2014/main" id="{FFAEAA4D-9E10-45FF-8AB4-A5E88135A7D4}"/>
                </a:ext>
              </a:extLst>
            </p:cNvPr>
            <p:cNvSpPr>
              <a:spLocks noGrp="1"/>
            </p:cNvSpPr>
            <p:nvPr/>
          </p:nvSpPr>
          <p:spPr>
            <a:xfrm>
              <a:off x="21240750" y="6019800"/>
              <a:ext cx="2838450" cy="1143000"/>
            </a:xfrm>
            <a:custGeom>
              <a:pathLst>
                <a:path w="2838450" h="1143000">
                  <a:moveTo>
                    <a:pt x="0" y="33868"/>
                  </a:moveTo>
                  <a:cubicBezTo>
                    <a:pt x="118269" y="33868"/>
                    <a:pt x="236538" y="33868"/>
                    <a:pt x="354806" y="33868"/>
                  </a:cubicBezTo>
                  <a:cubicBezTo>
                    <a:pt x="591344" y="33868"/>
                    <a:pt x="827881" y="45290"/>
                    <a:pt x="1064419" y="45290"/>
                  </a:cubicBezTo>
                  <a:cubicBezTo>
                    <a:pt x="1300956" y="45290"/>
                    <a:pt x="1537494" y="17579"/>
                    <a:pt x="1774031" y="11771"/>
                  </a:cubicBezTo>
                  <a:cubicBezTo>
                    <a:pt x="2010569" y="5963"/>
                    <a:pt x="2247106" y="0"/>
                    <a:pt x="2483644" y="0"/>
                  </a:cubicBezTo>
                  <a:cubicBezTo>
                    <a:pt x="2601912" y="0"/>
                    <a:pt x="2720181" y="0"/>
                    <a:pt x="2838450" y="0"/>
                  </a:cubicBezTo>
                  <a:lnTo>
                    <a:pt x="2838450" y="210185"/>
                  </a:lnTo>
                  <a:cubicBezTo>
                    <a:pt x="2720181" y="210185"/>
                    <a:pt x="2601912" y="210185"/>
                    <a:pt x="2483644" y="210185"/>
                  </a:cubicBezTo>
                  <a:cubicBezTo>
                    <a:pt x="2247106" y="210185"/>
                    <a:pt x="2010569" y="104463"/>
                    <a:pt x="1774031" y="104463"/>
                  </a:cubicBezTo>
                  <a:cubicBezTo>
                    <a:pt x="1537494" y="104463"/>
                    <a:pt x="1300956" y="124107"/>
                    <a:pt x="1064419" y="132883"/>
                  </a:cubicBezTo>
                  <a:cubicBezTo>
                    <a:pt x="827881" y="141658"/>
                    <a:pt x="591344" y="157402"/>
                    <a:pt x="354806" y="157402"/>
                  </a:cubicBezTo>
                  <a:cubicBezTo>
                    <a:pt x="236538" y="157402"/>
                    <a:pt x="118269" y="157402"/>
                    <a:pt x="0" y="157402"/>
                  </a:cubicBezTo>
                  <a:close/>
                </a:path>
              </a:pathLst>
            </a:custGeom>
            <a:solidFill>
              <a:srgbClr val="CC79A7">
                <a:alpha val="3125"/>
              </a:srgbClr>
            </a:solidFill>
            <a:ln w="0">
              <a:noFill/>
            </a:ln>
          </p:spPr>
        </p:sp>
        <p:sp>
          <p:nvSpPr>
            <p:cNvPr id="2834" name="smooth-map-feature-4-shade-18">
              <a:extLst>
                <a:ext uri="{FF2B5EF4-FFF2-40B4-BE49-F238E27FC236}">
                  <a16:creationId xmlns:a16="http://schemas.microsoft.com/office/drawing/2014/main" id="{4705202A-5914-4484-AD40-F02D95ED4A45}"/>
                </a:ext>
              </a:extLst>
            </p:cNvPr>
            <p:cNvSpPr>
              <a:spLocks noGrp="1"/>
            </p:cNvSpPr>
            <p:nvPr/>
          </p:nvSpPr>
          <p:spPr>
            <a:xfrm>
              <a:off x="21240750" y="6019800"/>
              <a:ext cx="2838450" cy="1143000"/>
            </a:xfrm>
            <a:custGeom>
              <a:pathLst>
                <a:path w="2838450" h="1143000">
                  <a:moveTo>
                    <a:pt x="0" y="35585"/>
                  </a:moveTo>
                  <a:cubicBezTo>
                    <a:pt x="118269" y="35585"/>
                    <a:pt x="236538" y="35585"/>
                    <a:pt x="354806" y="35585"/>
                  </a:cubicBezTo>
                  <a:cubicBezTo>
                    <a:pt x="591344" y="35585"/>
                    <a:pt x="827881" y="46507"/>
                    <a:pt x="1064419" y="46507"/>
                  </a:cubicBezTo>
                  <a:cubicBezTo>
                    <a:pt x="1300956" y="46507"/>
                    <a:pt x="1537494" y="19321"/>
                    <a:pt x="1774031" y="13060"/>
                  </a:cubicBezTo>
                  <a:cubicBezTo>
                    <a:pt x="2010569" y="6798"/>
                    <a:pt x="2247106" y="0"/>
                    <a:pt x="2483644" y="0"/>
                  </a:cubicBezTo>
                  <a:cubicBezTo>
                    <a:pt x="2601912" y="0"/>
                    <a:pt x="2720181" y="0"/>
                    <a:pt x="2838450" y="0"/>
                  </a:cubicBezTo>
                  <a:lnTo>
                    <a:pt x="2838450" y="206929"/>
                  </a:lnTo>
                  <a:cubicBezTo>
                    <a:pt x="2720181" y="206929"/>
                    <a:pt x="2601912" y="206929"/>
                    <a:pt x="2483644" y="206929"/>
                  </a:cubicBezTo>
                  <a:cubicBezTo>
                    <a:pt x="2247106" y="206929"/>
                    <a:pt x="2010569" y="103174"/>
                    <a:pt x="1774031" y="103174"/>
                  </a:cubicBezTo>
                  <a:cubicBezTo>
                    <a:pt x="1537494" y="103174"/>
                    <a:pt x="1300956" y="122977"/>
                    <a:pt x="1064419" y="131665"/>
                  </a:cubicBezTo>
                  <a:cubicBezTo>
                    <a:pt x="827881" y="140353"/>
                    <a:pt x="591344" y="155684"/>
                    <a:pt x="354806" y="155684"/>
                  </a:cubicBezTo>
                  <a:cubicBezTo>
                    <a:pt x="236538" y="155684"/>
                    <a:pt x="118269" y="155684"/>
                    <a:pt x="0" y="155684"/>
                  </a:cubicBezTo>
                  <a:close/>
                </a:path>
              </a:pathLst>
            </a:custGeom>
            <a:solidFill>
              <a:srgbClr val="CC79A7">
                <a:alpha val="3226"/>
              </a:srgbClr>
            </a:solidFill>
            <a:ln w="0">
              <a:noFill/>
            </a:ln>
          </p:spPr>
        </p:sp>
        <p:sp>
          <p:nvSpPr>
            <p:cNvPr id="2835" name="smooth-map-feature-4-shade-19">
              <a:extLst>
                <a:ext uri="{FF2B5EF4-FFF2-40B4-BE49-F238E27FC236}">
                  <a16:creationId xmlns:a16="http://schemas.microsoft.com/office/drawing/2014/main" id="{CF8884C1-6A23-43D3-8932-7B4699F529F4}"/>
                </a:ext>
              </a:extLst>
            </p:cNvPr>
            <p:cNvSpPr>
              <a:spLocks noGrp="1"/>
            </p:cNvSpPr>
            <p:nvPr/>
          </p:nvSpPr>
          <p:spPr>
            <a:xfrm>
              <a:off x="21240750" y="6019800"/>
              <a:ext cx="2838450" cy="1143000"/>
            </a:xfrm>
            <a:custGeom>
              <a:pathLst>
                <a:path w="2838450" h="1143000">
                  <a:moveTo>
                    <a:pt x="0" y="37257"/>
                  </a:moveTo>
                  <a:cubicBezTo>
                    <a:pt x="118269" y="37257"/>
                    <a:pt x="236538" y="37257"/>
                    <a:pt x="354806" y="37257"/>
                  </a:cubicBezTo>
                  <a:cubicBezTo>
                    <a:pt x="591344" y="37257"/>
                    <a:pt x="827881" y="47693"/>
                    <a:pt x="1064419" y="47693"/>
                  </a:cubicBezTo>
                  <a:cubicBezTo>
                    <a:pt x="1300956" y="47693"/>
                    <a:pt x="1537494" y="20993"/>
                    <a:pt x="1774031" y="14314"/>
                  </a:cubicBezTo>
                  <a:cubicBezTo>
                    <a:pt x="2010569" y="7636"/>
                    <a:pt x="2247106" y="0"/>
                    <a:pt x="2483644" y="0"/>
                  </a:cubicBezTo>
                  <a:cubicBezTo>
                    <a:pt x="2601912" y="0"/>
                    <a:pt x="2720181" y="0"/>
                    <a:pt x="2838450" y="0"/>
                  </a:cubicBezTo>
                  <a:lnTo>
                    <a:pt x="2838450" y="203760"/>
                  </a:lnTo>
                  <a:cubicBezTo>
                    <a:pt x="2720181" y="203760"/>
                    <a:pt x="2601912" y="203760"/>
                    <a:pt x="2483644" y="203760"/>
                  </a:cubicBezTo>
                  <a:cubicBezTo>
                    <a:pt x="2247106" y="203760"/>
                    <a:pt x="2010569" y="101919"/>
                    <a:pt x="1774031" y="101919"/>
                  </a:cubicBezTo>
                  <a:cubicBezTo>
                    <a:pt x="1537494" y="101919"/>
                    <a:pt x="1300956" y="121878"/>
                    <a:pt x="1064419" y="130479"/>
                  </a:cubicBezTo>
                  <a:cubicBezTo>
                    <a:pt x="827881" y="139081"/>
                    <a:pt x="591344" y="154012"/>
                    <a:pt x="354806" y="154012"/>
                  </a:cubicBezTo>
                  <a:cubicBezTo>
                    <a:pt x="236538" y="154012"/>
                    <a:pt x="118269" y="154012"/>
                    <a:pt x="0" y="154012"/>
                  </a:cubicBezTo>
                  <a:close/>
                </a:path>
              </a:pathLst>
            </a:custGeom>
            <a:solidFill>
              <a:srgbClr val="CC79A7">
                <a:alpha val="3333"/>
              </a:srgbClr>
            </a:solidFill>
            <a:ln w="0">
              <a:noFill/>
            </a:ln>
          </p:spPr>
        </p:sp>
        <p:sp>
          <p:nvSpPr>
            <p:cNvPr id="2836" name="smooth-map-feature-4-shade-20">
              <a:extLst>
                <a:ext uri="{FF2B5EF4-FFF2-40B4-BE49-F238E27FC236}">
                  <a16:creationId xmlns:a16="http://schemas.microsoft.com/office/drawing/2014/main" id="{F16C7B54-C18E-4037-A707-E838B6C3B3D6}"/>
                </a:ext>
              </a:extLst>
            </p:cNvPr>
            <p:cNvSpPr>
              <a:spLocks noGrp="1"/>
            </p:cNvSpPr>
            <p:nvPr/>
          </p:nvSpPr>
          <p:spPr>
            <a:xfrm>
              <a:off x="21240750" y="6019800"/>
              <a:ext cx="2838450" cy="1143000"/>
            </a:xfrm>
            <a:custGeom>
              <a:pathLst>
                <a:path w="2838450" h="1143000">
                  <a:moveTo>
                    <a:pt x="0" y="38890"/>
                  </a:moveTo>
                  <a:cubicBezTo>
                    <a:pt x="118269" y="38890"/>
                    <a:pt x="236538" y="38890"/>
                    <a:pt x="354806" y="38890"/>
                  </a:cubicBezTo>
                  <a:cubicBezTo>
                    <a:pt x="591344" y="38890"/>
                    <a:pt x="827881" y="48851"/>
                    <a:pt x="1064419" y="48851"/>
                  </a:cubicBezTo>
                  <a:cubicBezTo>
                    <a:pt x="1300956" y="48851"/>
                    <a:pt x="1537494" y="22604"/>
                    <a:pt x="1774031" y="15540"/>
                  </a:cubicBezTo>
                  <a:cubicBezTo>
                    <a:pt x="2010569" y="8475"/>
                    <a:pt x="2247106" y="0"/>
                    <a:pt x="2483644" y="0"/>
                  </a:cubicBezTo>
                  <a:cubicBezTo>
                    <a:pt x="2601912" y="0"/>
                    <a:pt x="2720181" y="0"/>
                    <a:pt x="2838450" y="0"/>
                  </a:cubicBezTo>
                  <a:lnTo>
                    <a:pt x="2838450" y="200664"/>
                  </a:lnTo>
                  <a:cubicBezTo>
                    <a:pt x="2720181" y="200664"/>
                    <a:pt x="2601912" y="200664"/>
                    <a:pt x="2483644" y="200664"/>
                  </a:cubicBezTo>
                  <a:cubicBezTo>
                    <a:pt x="2247106" y="200664"/>
                    <a:pt x="2010569" y="100694"/>
                    <a:pt x="1774031" y="100694"/>
                  </a:cubicBezTo>
                  <a:cubicBezTo>
                    <a:pt x="1537494" y="100694"/>
                    <a:pt x="1300956" y="120807"/>
                    <a:pt x="1064419" y="129322"/>
                  </a:cubicBezTo>
                  <a:cubicBezTo>
                    <a:pt x="827881" y="137836"/>
                    <a:pt x="591344" y="152379"/>
                    <a:pt x="354806" y="152379"/>
                  </a:cubicBezTo>
                  <a:cubicBezTo>
                    <a:pt x="236538" y="152379"/>
                    <a:pt x="118269" y="152379"/>
                    <a:pt x="0" y="152379"/>
                  </a:cubicBezTo>
                  <a:close/>
                </a:path>
              </a:pathLst>
            </a:custGeom>
            <a:solidFill>
              <a:srgbClr val="CC79A7">
                <a:alpha val="3448"/>
              </a:srgbClr>
            </a:solidFill>
            <a:ln w="0">
              <a:noFill/>
            </a:ln>
          </p:spPr>
        </p:sp>
        <p:sp>
          <p:nvSpPr>
            <p:cNvPr id="2837" name="smooth-map-feature-4-shade-21">
              <a:extLst>
                <a:ext uri="{FF2B5EF4-FFF2-40B4-BE49-F238E27FC236}">
                  <a16:creationId xmlns:a16="http://schemas.microsoft.com/office/drawing/2014/main" id="{EFF841CD-CAD9-42C0-9650-D934045A9E25}"/>
                </a:ext>
              </a:extLst>
            </p:cNvPr>
            <p:cNvSpPr>
              <a:spLocks noGrp="1"/>
            </p:cNvSpPr>
            <p:nvPr/>
          </p:nvSpPr>
          <p:spPr>
            <a:xfrm>
              <a:off x="21240750" y="6019800"/>
              <a:ext cx="2838450" cy="1143000"/>
            </a:xfrm>
            <a:custGeom>
              <a:pathLst>
                <a:path w="2838450" h="1143000">
                  <a:moveTo>
                    <a:pt x="0" y="40489"/>
                  </a:moveTo>
                  <a:cubicBezTo>
                    <a:pt x="118269" y="40489"/>
                    <a:pt x="236538" y="40489"/>
                    <a:pt x="354806" y="40489"/>
                  </a:cubicBezTo>
                  <a:cubicBezTo>
                    <a:pt x="591344" y="40489"/>
                    <a:pt x="827881" y="49984"/>
                    <a:pt x="1064419" y="49984"/>
                  </a:cubicBezTo>
                  <a:cubicBezTo>
                    <a:pt x="1300956" y="49984"/>
                    <a:pt x="1537494" y="24161"/>
                    <a:pt x="1774031" y="16739"/>
                  </a:cubicBezTo>
                  <a:cubicBezTo>
                    <a:pt x="2010569" y="9317"/>
                    <a:pt x="2247106" y="0"/>
                    <a:pt x="2483644" y="0"/>
                  </a:cubicBezTo>
                  <a:cubicBezTo>
                    <a:pt x="2601912" y="0"/>
                    <a:pt x="2720181" y="0"/>
                    <a:pt x="2838450" y="0"/>
                  </a:cubicBezTo>
                  <a:lnTo>
                    <a:pt x="2838450" y="197634"/>
                  </a:lnTo>
                  <a:cubicBezTo>
                    <a:pt x="2720181" y="197634"/>
                    <a:pt x="2601912" y="197634"/>
                    <a:pt x="2483644" y="197634"/>
                  </a:cubicBezTo>
                  <a:cubicBezTo>
                    <a:pt x="2247106" y="197634"/>
                    <a:pt x="2010569" y="99495"/>
                    <a:pt x="1774031" y="99495"/>
                  </a:cubicBezTo>
                  <a:cubicBezTo>
                    <a:pt x="1537494" y="99495"/>
                    <a:pt x="1300956" y="119761"/>
                    <a:pt x="1064419" y="128188"/>
                  </a:cubicBezTo>
                  <a:cubicBezTo>
                    <a:pt x="827881" y="136615"/>
                    <a:pt x="591344" y="150781"/>
                    <a:pt x="354806" y="150781"/>
                  </a:cubicBezTo>
                  <a:cubicBezTo>
                    <a:pt x="236538" y="150781"/>
                    <a:pt x="118269" y="150781"/>
                    <a:pt x="0" y="150781"/>
                  </a:cubicBezTo>
                  <a:close/>
                </a:path>
              </a:pathLst>
            </a:custGeom>
            <a:solidFill>
              <a:srgbClr val="CC79A7">
                <a:alpha val="3571"/>
              </a:srgbClr>
            </a:solidFill>
            <a:ln w="0">
              <a:noFill/>
            </a:ln>
          </p:spPr>
        </p:sp>
        <p:sp>
          <p:nvSpPr>
            <p:cNvPr id="2838" name="smooth-map-feature-4-shade-22">
              <a:extLst>
                <a:ext uri="{FF2B5EF4-FFF2-40B4-BE49-F238E27FC236}">
                  <a16:creationId xmlns:a16="http://schemas.microsoft.com/office/drawing/2014/main" id="{6A8148A7-C048-4BC5-8C2C-EA8D623870FB}"/>
                </a:ext>
              </a:extLst>
            </p:cNvPr>
            <p:cNvSpPr>
              <a:spLocks noGrp="1"/>
            </p:cNvSpPr>
            <p:nvPr/>
          </p:nvSpPr>
          <p:spPr>
            <a:xfrm>
              <a:off x="21240750" y="6019800"/>
              <a:ext cx="2838450" cy="1143000"/>
            </a:xfrm>
            <a:custGeom>
              <a:pathLst>
                <a:path w="2838450" h="1143000">
                  <a:moveTo>
                    <a:pt x="0" y="42058"/>
                  </a:moveTo>
                  <a:cubicBezTo>
                    <a:pt x="118269" y="42058"/>
                    <a:pt x="236538" y="42058"/>
                    <a:pt x="354806" y="42058"/>
                  </a:cubicBezTo>
                  <a:cubicBezTo>
                    <a:pt x="591344" y="42058"/>
                    <a:pt x="827881" y="51097"/>
                    <a:pt x="1064419" y="51097"/>
                  </a:cubicBezTo>
                  <a:cubicBezTo>
                    <a:pt x="1300956" y="51097"/>
                    <a:pt x="1537494" y="25673"/>
                    <a:pt x="1774031" y="17917"/>
                  </a:cubicBezTo>
                  <a:cubicBezTo>
                    <a:pt x="2010569" y="10160"/>
                    <a:pt x="2247106" y="0"/>
                    <a:pt x="2483644" y="0"/>
                  </a:cubicBezTo>
                  <a:cubicBezTo>
                    <a:pt x="2601912" y="0"/>
                    <a:pt x="2720181" y="0"/>
                    <a:pt x="2838450" y="0"/>
                  </a:cubicBezTo>
                  <a:lnTo>
                    <a:pt x="2838450" y="194659"/>
                  </a:lnTo>
                  <a:cubicBezTo>
                    <a:pt x="2720181" y="194659"/>
                    <a:pt x="2601912" y="194659"/>
                    <a:pt x="2483644" y="194659"/>
                  </a:cubicBezTo>
                  <a:cubicBezTo>
                    <a:pt x="2247106" y="194659"/>
                    <a:pt x="2010569" y="98317"/>
                    <a:pt x="1774031" y="98317"/>
                  </a:cubicBezTo>
                  <a:cubicBezTo>
                    <a:pt x="1537494" y="98317"/>
                    <a:pt x="1300956" y="118736"/>
                    <a:pt x="1064419" y="127075"/>
                  </a:cubicBezTo>
                  <a:cubicBezTo>
                    <a:pt x="827881" y="135414"/>
                    <a:pt x="591344" y="149211"/>
                    <a:pt x="354806" y="149211"/>
                  </a:cubicBezTo>
                  <a:cubicBezTo>
                    <a:pt x="236538" y="149211"/>
                    <a:pt x="118269" y="149211"/>
                    <a:pt x="0" y="149211"/>
                  </a:cubicBezTo>
                  <a:close/>
                </a:path>
              </a:pathLst>
            </a:custGeom>
            <a:solidFill>
              <a:srgbClr val="CC79A7">
                <a:alpha val="3704"/>
              </a:srgbClr>
            </a:solidFill>
            <a:ln w="0">
              <a:noFill/>
            </a:ln>
          </p:spPr>
        </p:sp>
        <p:sp>
          <p:nvSpPr>
            <p:cNvPr id="2839" name="smooth-map-feature-4-shade-23">
              <a:extLst>
                <a:ext uri="{FF2B5EF4-FFF2-40B4-BE49-F238E27FC236}">
                  <a16:creationId xmlns:a16="http://schemas.microsoft.com/office/drawing/2014/main" id="{C07DB8A6-7908-4BEB-B227-21D85CF77C3B}"/>
                </a:ext>
              </a:extLst>
            </p:cNvPr>
            <p:cNvSpPr>
              <a:spLocks noGrp="1"/>
            </p:cNvSpPr>
            <p:nvPr/>
          </p:nvSpPr>
          <p:spPr>
            <a:xfrm>
              <a:off x="21240750" y="6019800"/>
              <a:ext cx="2838450" cy="1143000"/>
            </a:xfrm>
            <a:custGeom>
              <a:pathLst>
                <a:path w="2838450" h="1143000">
                  <a:moveTo>
                    <a:pt x="0" y="43603"/>
                  </a:moveTo>
                  <a:cubicBezTo>
                    <a:pt x="118269" y="43603"/>
                    <a:pt x="236538" y="43603"/>
                    <a:pt x="354806" y="43603"/>
                  </a:cubicBezTo>
                  <a:cubicBezTo>
                    <a:pt x="591344" y="43603"/>
                    <a:pt x="827881" y="52192"/>
                    <a:pt x="1064419" y="52192"/>
                  </a:cubicBezTo>
                  <a:cubicBezTo>
                    <a:pt x="1300956" y="52192"/>
                    <a:pt x="1537494" y="27145"/>
                    <a:pt x="1774031" y="19076"/>
                  </a:cubicBezTo>
                  <a:cubicBezTo>
                    <a:pt x="2010569" y="11007"/>
                    <a:pt x="2247106" y="0"/>
                    <a:pt x="2483644" y="0"/>
                  </a:cubicBezTo>
                  <a:cubicBezTo>
                    <a:pt x="2601912" y="0"/>
                    <a:pt x="2720181" y="0"/>
                    <a:pt x="2838450" y="0"/>
                  </a:cubicBezTo>
                  <a:lnTo>
                    <a:pt x="2838450" y="191731"/>
                  </a:lnTo>
                  <a:cubicBezTo>
                    <a:pt x="2720181" y="191731"/>
                    <a:pt x="2601912" y="191731"/>
                    <a:pt x="2483644" y="191731"/>
                  </a:cubicBezTo>
                  <a:cubicBezTo>
                    <a:pt x="2247106" y="191731"/>
                    <a:pt x="2010569" y="97158"/>
                    <a:pt x="1774031" y="97158"/>
                  </a:cubicBezTo>
                  <a:cubicBezTo>
                    <a:pt x="1537494" y="97158"/>
                    <a:pt x="1300956" y="117730"/>
                    <a:pt x="1064419" y="125980"/>
                  </a:cubicBezTo>
                  <a:cubicBezTo>
                    <a:pt x="827881" y="134230"/>
                    <a:pt x="591344" y="147666"/>
                    <a:pt x="354806" y="147666"/>
                  </a:cubicBezTo>
                  <a:cubicBezTo>
                    <a:pt x="236538" y="147666"/>
                    <a:pt x="118269" y="147666"/>
                    <a:pt x="0" y="147666"/>
                  </a:cubicBezTo>
                  <a:close/>
                </a:path>
              </a:pathLst>
            </a:custGeom>
            <a:solidFill>
              <a:srgbClr val="CC79A7">
                <a:alpha val="3846"/>
              </a:srgbClr>
            </a:solidFill>
            <a:ln w="0">
              <a:noFill/>
            </a:ln>
          </p:spPr>
        </p:sp>
        <p:sp>
          <p:nvSpPr>
            <p:cNvPr id="2840" name="smooth-map-feature-4-shade-24">
              <a:extLst>
                <a:ext uri="{FF2B5EF4-FFF2-40B4-BE49-F238E27FC236}">
                  <a16:creationId xmlns:a16="http://schemas.microsoft.com/office/drawing/2014/main" id="{0F178530-DB58-41A1-B26C-8DD6CD0AF7D3}"/>
                </a:ext>
              </a:extLst>
            </p:cNvPr>
            <p:cNvSpPr>
              <a:spLocks noGrp="1"/>
            </p:cNvSpPr>
            <p:nvPr/>
          </p:nvSpPr>
          <p:spPr>
            <a:xfrm>
              <a:off x="21240750" y="6019800"/>
              <a:ext cx="2838450" cy="1143000"/>
            </a:xfrm>
            <a:custGeom>
              <a:pathLst>
                <a:path w="2838450" h="1143000">
                  <a:moveTo>
                    <a:pt x="0" y="45126"/>
                  </a:moveTo>
                  <a:cubicBezTo>
                    <a:pt x="118269" y="45126"/>
                    <a:pt x="236538" y="45126"/>
                    <a:pt x="354806" y="45126"/>
                  </a:cubicBezTo>
                  <a:cubicBezTo>
                    <a:pt x="591344" y="45126"/>
                    <a:pt x="827881" y="53273"/>
                    <a:pt x="1064419" y="53273"/>
                  </a:cubicBezTo>
                  <a:cubicBezTo>
                    <a:pt x="1300956" y="53273"/>
                    <a:pt x="1537494" y="28582"/>
                    <a:pt x="1774031" y="20219"/>
                  </a:cubicBezTo>
                  <a:cubicBezTo>
                    <a:pt x="2010569" y="11856"/>
                    <a:pt x="2247106" y="0"/>
                    <a:pt x="2483644" y="0"/>
                  </a:cubicBezTo>
                  <a:cubicBezTo>
                    <a:pt x="2601912" y="0"/>
                    <a:pt x="2720181" y="0"/>
                    <a:pt x="2838450" y="0"/>
                  </a:cubicBezTo>
                  <a:lnTo>
                    <a:pt x="2838450" y="188842"/>
                  </a:lnTo>
                  <a:cubicBezTo>
                    <a:pt x="2720181" y="188842"/>
                    <a:pt x="2601912" y="188842"/>
                    <a:pt x="2483644" y="188842"/>
                  </a:cubicBezTo>
                  <a:cubicBezTo>
                    <a:pt x="2247106" y="188842"/>
                    <a:pt x="2010569" y="96015"/>
                    <a:pt x="1774031" y="96015"/>
                  </a:cubicBezTo>
                  <a:cubicBezTo>
                    <a:pt x="1537494" y="96015"/>
                    <a:pt x="1300956" y="116739"/>
                    <a:pt x="1064419" y="124899"/>
                  </a:cubicBezTo>
                  <a:cubicBezTo>
                    <a:pt x="827881" y="133060"/>
                    <a:pt x="591344" y="146143"/>
                    <a:pt x="354806" y="146143"/>
                  </a:cubicBezTo>
                  <a:cubicBezTo>
                    <a:pt x="236538" y="146143"/>
                    <a:pt x="118269" y="146143"/>
                    <a:pt x="0" y="146143"/>
                  </a:cubicBezTo>
                  <a:close/>
                </a:path>
              </a:pathLst>
            </a:custGeom>
            <a:solidFill>
              <a:srgbClr val="CC79A7">
                <a:alpha val="4000"/>
              </a:srgbClr>
            </a:solidFill>
            <a:ln w="0">
              <a:noFill/>
            </a:ln>
          </p:spPr>
        </p:sp>
        <p:sp>
          <p:nvSpPr>
            <p:cNvPr id="2841" name="smooth-map-feature-4-shade-25">
              <a:extLst>
                <a:ext uri="{FF2B5EF4-FFF2-40B4-BE49-F238E27FC236}">
                  <a16:creationId xmlns:a16="http://schemas.microsoft.com/office/drawing/2014/main" id="{E8033740-961A-4FE8-97DD-26F048C38915}"/>
                </a:ext>
              </a:extLst>
            </p:cNvPr>
            <p:cNvSpPr>
              <a:spLocks noGrp="1"/>
            </p:cNvSpPr>
            <p:nvPr/>
          </p:nvSpPr>
          <p:spPr>
            <a:xfrm>
              <a:off x="21240750" y="6019800"/>
              <a:ext cx="2838450" cy="1143000"/>
            </a:xfrm>
            <a:custGeom>
              <a:pathLst>
                <a:path w="2838450" h="1143000">
                  <a:moveTo>
                    <a:pt x="0" y="46633"/>
                  </a:moveTo>
                  <a:cubicBezTo>
                    <a:pt x="118269" y="46633"/>
                    <a:pt x="236538" y="46633"/>
                    <a:pt x="354806" y="46633"/>
                  </a:cubicBezTo>
                  <a:cubicBezTo>
                    <a:pt x="591344" y="46633"/>
                    <a:pt x="827881" y="54341"/>
                    <a:pt x="1064419" y="54341"/>
                  </a:cubicBezTo>
                  <a:cubicBezTo>
                    <a:pt x="1300956" y="54341"/>
                    <a:pt x="1537494" y="29938"/>
                    <a:pt x="1774031" y="21349"/>
                  </a:cubicBezTo>
                  <a:cubicBezTo>
                    <a:pt x="2010569" y="12760"/>
                    <a:pt x="2247106" y="212"/>
                    <a:pt x="2483644" y="212"/>
                  </a:cubicBezTo>
                  <a:cubicBezTo>
                    <a:pt x="2601912" y="212"/>
                    <a:pt x="2720181" y="212"/>
                    <a:pt x="2838450" y="212"/>
                  </a:cubicBezTo>
                  <a:lnTo>
                    <a:pt x="2838450" y="185987"/>
                  </a:lnTo>
                  <a:cubicBezTo>
                    <a:pt x="2720181" y="185987"/>
                    <a:pt x="2601912" y="185987"/>
                    <a:pt x="2483644" y="185987"/>
                  </a:cubicBezTo>
                  <a:cubicBezTo>
                    <a:pt x="2247106" y="185987"/>
                    <a:pt x="2010569" y="94884"/>
                    <a:pt x="1774031" y="94884"/>
                  </a:cubicBezTo>
                  <a:cubicBezTo>
                    <a:pt x="1537494" y="94884"/>
                    <a:pt x="1300956" y="115761"/>
                    <a:pt x="1064419" y="123831"/>
                  </a:cubicBezTo>
                  <a:cubicBezTo>
                    <a:pt x="827881" y="131901"/>
                    <a:pt x="591344" y="144636"/>
                    <a:pt x="354806" y="144636"/>
                  </a:cubicBezTo>
                  <a:cubicBezTo>
                    <a:pt x="236538" y="144636"/>
                    <a:pt x="118269" y="144636"/>
                    <a:pt x="0" y="144636"/>
                  </a:cubicBezTo>
                  <a:close/>
                </a:path>
              </a:pathLst>
            </a:custGeom>
            <a:solidFill>
              <a:srgbClr val="CC79A7">
                <a:alpha val="4167"/>
              </a:srgbClr>
            </a:solidFill>
            <a:ln w="0">
              <a:noFill/>
            </a:ln>
          </p:spPr>
        </p:sp>
        <p:sp>
          <p:nvSpPr>
            <p:cNvPr id="2842" name="smooth-map-feature-4-shade-26">
              <a:extLst>
                <a:ext uri="{FF2B5EF4-FFF2-40B4-BE49-F238E27FC236}">
                  <a16:creationId xmlns:a16="http://schemas.microsoft.com/office/drawing/2014/main" id="{90C934F5-EC2F-47E8-B6BE-DF098F7D15AC}"/>
                </a:ext>
              </a:extLst>
            </p:cNvPr>
            <p:cNvSpPr>
              <a:spLocks noGrp="1"/>
            </p:cNvSpPr>
            <p:nvPr/>
          </p:nvSpPr>
          <p:spPr>
            <a:xfrm>
              <a:off x="21240750" y="6019800"/>
              <a:ext cx="2838450" cy="1143000"/>
            </a:xfrm>
            <a:custGeom>
              <a:pathLst>
                <a:path w="2838450" h="1143000">
                  <a:moveTo>
                    <a:pt x="0" y="48126"/>
                  </a:moveTo>
                  <a:cubicBezTo>
                    <a:pt x="118269" y="48126"/>
                    <a:pt x="236538" y="48126"/>
                    <a:pt x="354806" y="48126"/>
                  </a:cubicBezTo>
                  <a:cubicBezTo>
                    <a:pt x="591344" y="48126"/>
                    <a:pt x="827881" y="55399"/>
                    <a:pt x="1064419" y="55399"/>
                  </a:cubicBezTo>
                  <a:cubicBezTo>
                    <a:pt x="1300956" y="55399"/>
                    <a:pt x="1537494" y="30616"/>
                    <a:pt x="1774031" y="22470"/>
                  </a:cubicBezTo>
                  <a:cubicBezTo>
                    <a:pt x="2010569" y="14324"/>
                    <a:pt x="2247106" y="3042"/>
                    <a:pt x="2483644" y="3042"/>
                  </a:cubicBezTo>
                  <a:cubicBezTo>
                    <a:pt x="2601912" y="3042"/>
                    <a:pt x="2720181" y="3042"/>
                    <a:pt x="2838450" y="3042"/>
                  </a:cubicBezTo>
                  <a:lnTo>
                    <a:pt x="2838450" y="183157"/>
                  </a:lnTo>
                  <a:cubicBezTo>
                    <a:pt x="2720181" y="183157"/>
                    <a:pt x="2601912" y="183157"/>
                    <a:pt x="2483644" y="183157"/>
                  </a:cubicBezTo>
                  <a:cubicBezTo>
                    <a:pt x="2247106" y="183157"/>
                    <a:pt x="2010569" y="93764"/>
                    <a:pt x="1774031" y="93764"/>
                  </a:cubicBezTo>
                  <a:cubicBezTo>
                    <a:pt x="1537494" y="93764"/>
                    <a:pt x="1300956" y="114795"/>
                    <a:pt x="1064419" y="122773"/>
                  </a:cubicBezTo>
                  <a:cubicBezTo>
                    <a:pt x="827881" y="130751"/>
                    <a:pt x="591344" y="143143"/>
                    <a:pt x="354806" y="143143"/>
                  </a:cubicBezTo>
                  <a:cubicBezTo>
                    <a:pt x="236538" y="143143"/>
                    <a:pt x="118269" y="143143"/>
                    <a:pt x="0" y="143143"/>
                  </a:cubicBezTo>
                  <a:close/>
                </a:path>
              </a:pathLst>
            </a:custGeom>
            <a:solidFill>
              <a:srgbClr val="CC79A7">
                <a:alpha val="4348"/>
              </a:srgbClr>
            </a:solidFill>
            <a:ln w="0">
              <a:noFill/>
            </a:ln>
          </p:spPr>
        </p:sp>
        <p:sp>
          <p:nvSpPr>
            <p:cNvPr id="2843" name="smooth-map-feature-4-shade-27">
              <a:extLst>
                <a:ext uri="{FF2B5EF4-FFF2-40B4-BE49-F238E27FC236}">
                  <a16:creationId xmlns:a16="http://schemas.microsoft.com/office/drawing/2014/main" id="{EFAB47C1-68A9-4420-9F99-E5B109A2D135}"/>
                </a:ext>
              </a:extLst>
            </p:cNvPr>
            <p:cNvSpPr>
              <a:spLocks noGrp="1"/>
            </p:cNvSpPr>
            <p:nvPr/>
          </p:nvSpPr>
          <p:spPr>
            <a:xfrm>
              <a:off x="21240750" y="6019800"/>
              <a:ext cx="2838450" cy="1143000"/>
            </a:xfrm>
            <a:custGeom>
              <a:pathLst>
                <a:path w="2838450" h="1143000">
                  <a:moveTo>
                    <a:pt x="0" y="49608"/>
                  </a:moveTo>
                  <a:cubicBezTo>
                    <a:pt x="118269" y="49608"/>
                    <a:pt x="236538" y="49608"/>
                    <a:pt x="354806" y="49608"/>
                  </a:cubicBezTo>
                  <a:cubicBezTo>
                    <a:pt x="591344" y="49608"/>
                    <a:pt x="827881" y="56451"/>
                    <a:pt x="1064419" y="56451"/>
                  </a:cubicBezTo>
                  <a:cubicBezTo>
                    <a:pt x="1300956" y="56451"/>
                    <a:pt x="1537494" y="31260"/>
                    <a:pt x="1774031" y="23582"/>
                  </a:cubicBezTo>
                  <a:cubicBezTo>
                    <a:pt x="2010569" y="15904"/>
                    <a:pt x="2247106" y="5852"/>
                    <a:pt x="2483644" y="5852"/>
                  </a:cubicBezTo>
                  <a:cubicBezTo>
                    <a:pt x="2601912" y="5852"/>
                    <a:pt x="2720181" y="5852"/>
                    <a:pt x="2838450" y="5852"/>
                  </a:cubicBezTo>
                  <a:lnTo>
                    <a:pt x="2838450" y="180346"/>
                  </a:lnTo>
                  <a:cubicBezTo>
                    <a:pt x="2720181" y="180346"/>
                    <a:pt x="2601912" y="180346"/>
                    <a:pt x="2483644" y="180346"/>
                  </a:cubicBezTo>
                  <a:cubicBezTo>
                    <a:pt x="2247106" y="180346"/>
                    <a:pt x="2010569" y="92652"/>
                    <a:pt x="1774031" y="92652"/>
                  </a:cubicBezTo>
                  <a:cubicBezTo>
                    <a:pt x="1537494" y="92652"/>
                    <a:pt x="1300956" y="113837"/>
                    <a:pt x="1064419" y="121721"/>
                  </a:cubicBezTo>
                  <a:cubicBezTo>
                    <a:pt x="827881" y="129606"/>
                    <a:pt x="591344" y="141661"/>
                    <a:pt x="354806" y="141661"/>
                  </a:cubicBezTo>
                  <a:cubicBezTo>
                    <a:pt x="236538" y="141661"/>
                    <a:pt x="118269" y="141661"/>
                    <a:pt x="0" y="141661"/>
                  </a:cubicBezTo>
                  <a:close/>
                </a:path>
              </a:pathLst>
            </a:custGeom>
            <a:solidFill>
              <a:srgbClr val="CC79A7">
                <a:alpha val="4545"/>
              </a:srgbClr>
            </a:solidFill>
            <a:ln w="0">
              <a:noFill/>
            </a:ln>
          </p:spPr>
        </p:sp>
        <p:sp>
          <p:nvSpPr>
            <p:cNvPr id="2844" name="smooth-map-feature-4-shade-28">
              <a:extLst>
                <a:ext uri="{FF2B5EF4-FFF2-40B4-BE49-F238E27FC236}">
                  <a16:creationId xmlns:a16="http://schemas.microsoft.com/office/drawing/2014/main" id="{6112E2FB-33A2-48C2-A2BC-AF47B154C4F7}"/>
                </a:ext>
              </a:extLst>
            </p:cNvPr>
            <p:cNvSpPr>
              <a:spLocks noGrp="1"/>
            </p:cNvSpPr>
            <p:nvPr/>
          </p:nvSpPr>
          <p:spPr>
            <a:xfrm>
              <a:off x="21240750" y="6019800"/>
              <a:ext cx="2838450" cy="1143000"/>
            </a:xfrm>
            <a:custGeom>
              <a:pathLst>
                <a:path w="2838450" h="1143000">
                  <a:moveTo>
                    <a:pt x="0" y="51084"/>
                  </a:moveTo>
                  <a:cubicBezTo>
                    <a:pt x="118269" y="51084"/>
                    <a:pt x="236538" y="51084"/>
                    <a:pt x="354806" y="51084"/>
                  </a:cubicBezTo>
                  <a:cubicBezTo>
                    <a:pt x="591344" y="51084"/>
                    <a:pt x="827881" y="57497"/>
                    <a:pt x="1064419" y="57497"/>
                  </a:cubicBezTo>
                  <a:cubicBezTo>
                    <a:pt x="1300956" y="57497"/>
                    <a:pt x="1537494" y="31871"/>
                    <a:pt x="1774031" y="24689"/>
                  </a:cubicBezTo>
                  <a:cubicBezTo>
                    <a:pt x="2010569" y="17508"/>
                    <a:pt x="2247106" y="8650"/>
                    <a:pt x="2483644" y="8650"/>
                  </a:cubicBezTo>
                  <a:cubicBezTo>
                    <a:pt x="2601912" y="8650"/>
                    <a:pt x="2720181" y="8650"/>
                    <a:pt x="2838450" y="8650"/>
                  </a:cubicBezTo>
                  <a:lnTo>
                    <a:pt x="2838450" y="177549"/>
                  </a:lnTo>
                  <a:cubicBezTo>
                    <a:pt x="2720181" y="177549"/>
                    <a:pt x="2601912" y="177549"/>
                    <a:pt x="2483644" y="177549"/>
                  </a:cubicBezTo>
                  <a:cubicBezTo>
                    <a:pt x="2247106" y="177549"/>
                    <a:pt x="2010569" y="91544"/>
                    <a:pt x="1774031" y="91544"/>
                  </a:cubicBezTo>
                  <a:cubicBezTo>
                    <a:pt x="1537494" y="91544"/>
                    <a:pt x="1300956" y="112885"/>
                    <a:pt x="1064419" y="120675"/>
                  </a:cubicBezTo>
                  <a:cubicBezTo>
                    <a:pt x="827881" y="128465"/>
                    <a:pt x="591344" y="140185"/>
                    <a:pt x="354806" y="140185"/>
                  </a:cubicBezTo>
                  <a:cubicBezTo>
                    <a:pt x="236538" y="140185"/>
                    <a:pt x="118269" y="140185"/>
                    <a:pt x="0" y="140185"/>
                  </a:cubicBezTo>
                  <a:close/>
                </a:path>
              </a:pathLst>
            </a:custGeom>
            <a:solidFill>
              <a:srgbClr val="CC79A7">
                <a:alpha val="4762"/>
              </a:srgbClr>
            </a:solidFill>
            <a:ln w="0">
              <a:noFill/>
            </a:ln>
          </p:spPr>
        </p:sp>
        <p:sp>
          <p:nvSpPr>
            <p:cNvPr id="2845" name="smooth-map-feature-4-shade-29">
              <a:extLst>
                <a:ext uri="{FF2B5EF4-FFF2-40B4-BE49-F238E27FC236}">
                  <a16:creationId xmlns:a16="http://schemas.microsoft.com/office/drawing/2014/main" id="{8553E353-6EB2-4F00-88DD-DF27F752CAB8}"/>
                </a:ext>
              </a:extLst>
            </p:cNvPr>
            <p:cNvSpPr>
              <a:spLocks noGrp="1"/>
            </p:cNvSpPr>
            <p:nvPr/>
          </p:nvSpPr>
          <p:spPr>
            <a:xfrm>
              <a:off x="21240750" y="6019800"/>
              <a:ext cx="2838450" cy="1143000"/>
            </a:xfrm>
            <a:custGeom>
              <a:pathLst>
                <a:path w="2838450" h="1143000">
                  <a:moveTo>
                    <a:pt x="0" y="52557"/>
                  </a:moveTo>
                  <a:cubicBezTo>
                    <a:pt x="118269" y="52557"/>
                    <a:pt x="236538" y="52557"/>
                    <a:pt x="354806" y="52557"/>
                  </a:cubicBezTo>
                  <a:cubicBezTo>
                    <a:pt x="591344" y="52557"/>
                    <a:pt x="827881" y="58541"/>
                    <a:pt x="1064419" y="58541"/>
                  </a:cubicBezTo>
                  <a:cubicBezTo>
                    <a:pt x="1300956" y="58541"/>
                    <a:pt x="1537494" y="32447"/>
                    <a:pt x="1774031" y="25794"/>
                  </a:cubicBezTo>
                  <a:cubicBezTo>
                    <a:pt x="2010569" y="19141"/>
                    <a:pt x="2247106" y="11441"/>
                    <a:pt x="2483644" y="11441"/>
                  </a:cubicBezTo>
                  <a:cubicBezTo>
                    <a:pt x="2601912" y="11441"/>
                    <a:pt x="2720181" y="11441"/>
                    <a:pt x="2838450" y="11441"/>
                  </a:cubicBezTo>
                  <a:lnTo>
                    <a:pt x="2838450" y="174758"/>
                  </a:lnTo>
                  <a:cubicBezTo>
                    <a:pt x="2720181" y="174758"/>
                    <a:pt x="2601912" y="174758"/>
                    <a:pt x="2483644" y="174758"/>
                  </a:cubicBezTo>
                  <a:cubicBezTo>
                    <a:pt x="2247106" y="174758"/>
                    <a:pt x="2010569" y="90440"/>
                    <a:pt x="1774031" y="90440"/>
                  </a:cubicBezTo>
                  <a:cubicBezTo>
                    <a:pt x="1537494" y="90440"/>
                    <a:pt x="1300956" y="111938"/>
                    <a:pt x="1064419" y="119631"/>
                  </a:cubicBezTo>
                  <a:cubicBezTo>
                    <a:pt x="827881" y="127324"/>
                    <a:pt x="591344" y="138712"/>
                    <a:pt x="354806" y="138712"/>
                  </a:cubicBezTo>
                  <a:cubicBezTo>
                    <a:pt x="236538" y="138712"/>
                    <a:pt x="118269" y="138712"/>
                    <a:pt x="0" y="138712"/>
                  </a:cubicBezTo>
                  <a:close/>
                </a:path>
              </a:pathLst>
            </a:custGeom>
            <a:solidFill>
              <a:srgbClr val="CC79A7">
                <a:alpha val="5000"/>
              </a:srgbClr>
            </a:solidFill>
            <a:ln w="0">
              <a:noFill/>
            </a:ln>
          </p:spPr>
        </p:sp>
        <p:sp>
          <p:nvSpPr>
            <p:cNvPr id="2846" name="smooth-map-feature-4-shade-30">
              <a:extLst>
                <a:ext uri="{FF2B5EF4-FFF2-40B4-BE49-F238E27FC236}">
                  <a16:creationId xmlns:a16="http://schemas.microsoft.com/office/drawing/2014/main" id="{654D43E4-D410-46AD-8952-8D40E4470469}"/>
                </a:ext>
              </a:extLst>
            </p:cNvPr>
            <p:cNvSpPr>
              <a:spLocks noGrp="1"/>
            </p:cNvSpPr>
            <p:nvPr/>
          </p:nvSpPr>
          <p:spPr>
            <a:xfrm>
              <a:off x="21240750" y="6019800"/>
              <a:ext cx="2838450" cy="1143000"/>
            </a:xfrm>
            <a:custGeom>
              <a:pathLst>
                <a:path w="2838450" h="1143000">
                  <a:moveTo>
                    <a:pt x="0" y="54029"/>
                  </a:moveTo>
                  <a:cubicBezTo>
                    <a:pt x="118269" y="54029"/>
                    <a:pt x="236538" y="54029"/>
                    <a:pt x="354806" y="54029"/>
                  </a:cubicBezTo>
                  <a:cubicBezTo>
                    <a:pt x="591344" y="54029"/>
                    <a:pt x="827881" y="59585"/>
                    <a:pt x="1064419" y="59585"/>
                  </a:cubicBezTo>
                  <a:cubicBezTo>
                    <a:pt x="1300956" y="59585"/>
                    <a:pt x="1537494" y="32985"/>
                    <a:pt x="1774031" y="26899"/>
                  </a:cubicBezTo>
                  <a:cubicBezTo>
                    <a:pt x="2010569" y="20813"/>
                    <a:pt x="2247106" y="14231"/>
                    <a:pt x="2483644" y="14231"/>
                  </a:cubicBezTo>
                  <a:cubicBezTo>
                    <a:pt x="2601912" y="14231"/>
                    <a:pt x="2720181" y="14231"/>
                    <a:pt x="2838450" y="14231"/>
                  </a:cubicBezTo>
                  <a:lnTo>
                    <a:pt x="2838450" y="171967"/>
                  </a:lnTo>
                  <a:cubicBezTo>
                    <a:pt x="2720181" y="171967"/>
                    <a:pt x="2601912" y="171967"/>
                    <a:pt x="2483644" y="171967"/>
                  </a:cubicBezTo>
                  <a:cubicBezTo>
                    <a:pt x="2247106" y="171967"/>
                    <a:pt x="2010569" y="89335"/>
                    <a:pt x="1774031" y="89335"/>
                  </a:cubicBezTo>
                  <a:cubicBezTo>
                    <a:pt x="1537494" y="89335"/>
                    <a:pt x="1300956" y="110994"/>
                    <a:pt x="1064419" y="118587"/>
                  </a:cubicBezTo>
                  <a:cubicBezTo>
                    <a:pt x="827881" y="126180"/>
                    <a:pt x="591344" y="137240"/>
                    <a:pt x="354806" y="137240"/>
                  </a:cubicBezTo>
                  <a:cubicBezTo>
                    <a:pt x="236538" y="137240"/>
                    <a:pt x="118269" y="137240"/>
                    <a:pt x="0" y="137240"/>
                  </a:cubicBezTo>
                  <a:close/>
                </a:path>
              </a:pathLst>
            </a:custGeom>
            <a:solidFill>
              <a:srgbClr val="CC79A7">
                <a:alpha val="5263"/>
              </a:srgbClr>
            </a:solidFill>
            <a:ln w="0">
              <a:noFill/>
            </a:ln>
          </p:spPr>
        </p:sp>
        <p:sp>
          <p:nvSpPr>
            <p:cNvPr id="2847" name="smooth-map-feature-4-shade-31">
              <a:extLst>
                <a:ext uri="{FF2B5EF4-FFF2-40B4-BE49-F238E27FC236}">
                  <a16:creationId xmlns:a16="http://schemas.microsoft.com/office/drawing/2014/main" id="{7E546F17-3617-47F1-982D-3C47841FC958}"/>
                </a:ext>
              </a:extLst>
            </p:cNvPr>
            <p:cNvSpPr>
              <a:spLocks noGrp="1"/>
            </p:cNvSpPr>
            <p:nvPr/>
          </p:nvSpPr>
          <p:spPr>
            <a:xfrm>
              <a:off x="21240750" y="6019800"/>
              <a:ext cx="2838450" cy="1143000"/>
            </a:xfrm>
            <a:custGeom>
              <a:pathLst>
                <a:path w="2838450" h="1143000">
                  <a:moveTo>
                    <a:pt x="0" y="55504"/>
                  </a:moveTo>
                  <a:cubicBezTo>
                    <a:pt x="118269" y="55504"/>
                    <a:pt x="236538" y="55504"/>
                    <a:pt x="354806" y="55504"/>
                  </a:cubicBezTo>
                  <a:cubicBezTo>
                    <a:pt x="591344" y="55504"/>
                    <a:pt x="827881" y="60631"/>
                    <a:pt x="1064419" y="60631"/>
                  </a:cubicBezTo>
                  <a:cubicBezTo>
                    <a:pt x="1300956" y="60631"/>
                    <a:pt x="1537494" y="33482"/>
                    <a:pt x="1774031" y="28006"/>
                  </a:cubicBezTo>
                  <a:cubicBezTo>
                    <a:pt x="2010569" y="22530"/>
                    <a:pt x="2247106" y="17029"/>
                    <a:pt x="2483644" y="17029"/>
                  </a:cubicBezTo>
                  <a:cubicBezTo>
                    <a:pt x="2601912" y="17029"/>
                    <a:pt x="2720181" y="17029"/>
                    <a:pt x="2838450" y="17029"/>
                  </a:cubicBezTo>
                  <a:lnTo>
                    <a:pt x="2838450" y="169170"/>
                  </a:lnTo>
                  <a:cubicBezTo>
                    <a:pt x="2720181" y="169170"/>
                    <a:pt x="2601912" y="169170"/>
                    <a:pt x="2483644" y="169170"/>
                  </a:cubicBezTo>
                  <a:cubicBezTo>
                    <a:pt x="2247106" y="169170"/>
                    <a:pt x="2010569" y="88228"/>
                    <a:pt x="1774031" y="88228"/>
                  </a:cubicBezTo>
                  <a:cubicBezTo>
                    <a:pt x="1537494" y="88228"/>
                    <a:pt x="1300956" y="110049"/>
                    <a:pt x="1064419" y="117541"/>
                  </a:cubicBezTo>
                  <a:cubicBezTo>
                    <a:pt x="827881" y="125032"/>
                    <a:pt x="591344" y="135765"/>
                    <a:pt x="354806" y="135765"/>
                  </a:cubicBezTo>
                  <a:cubicBezTo>
                    <a:pt x="236538" y="135765"/>
                    <a:pt x="118269" y="135765"/>
                    <a:pt x="0" y="135765"/>
                  </a:cubicBezTo>
                  <a:close/>
                </a:path>
              </a:pathLst>
            </a:custGeom>
            <a:solidFill>
              <a:srgbClr val="CC79A7">
                <a:alpha val="5556"/>
              </a:srgbClr>
            </a:solidFill>
            <a:ln w="0">
              <a:noFill/>
            </a:ln>
          </p:spPr>
        </p:sp>
        <p:sp>
          <p:nvSpPr>
            <p:cNvPr id="2848" name="smooth-map-feature-4-shade-32">
              <a:extLst>
                <a:ext uri="{FF2B5EF4-FFF2-40B4-BE49-F238E27FC236}">
                  <a16:creationId xmlns:a16="http://schemas.microsoft.com/office/drawing/2014/main" id="{83DD9B0A-3BF7-438B-8166-C78515BE4A27}"/>
                </a:ext>
              </a:extLst>
            </p:cNvPr>
            <p:cNvSpPr>
              <a:spLocks noGrp="1"/>
            </p:cNvSpPr>
            <p:nvPr/>
          </p:nvSpPr>
          <p:spPr>
            <a:xfrm>
              <a:off x="21240750" y="6019800"/>
              <a:ext cx="2838450" cy="1143000"/>
            </a:xfrm>
            <a:custGeom>
              <a:pathLst>
                <a:path w="2838450" h="1143000">
                  <a:moveTo>
                    <a:pt x="0" y="56987"/>
                  </a:moveTo>
                  <a:cubicBezTo>
                    <a:pt x="118269" y="56987"/>
                    <a:pt x="236538" y="56987"/>
                    <a:pt x="354806" y="56987"/>
                  </a:cubicBezTo>
                  <a:cubicBezTo>
                    <a:pt x="591344" y="56987"/>
                    <a:pt x="827881" y="61683"/>
                    <a:pt x="1064419" y="61683"/>
                  </a:cubicBezTo>
                  <a:cubicBezTo>
                    <a:pt x="1300956" y="61683"/>
                    <a:pt x="1537494" y="33933"/>
                    <a:pt x="1774031" y="29119"/>
                  </a:cubicBezTo>
                  <a:cubicBezTo>
                    <a:pt x="2010569" y="24304"/>
                    <a:pt x="2247106" y="19839"/>
                    <a:pt x="2483644" y="19839"/>
                  </a:cubicBezTo>
                  <a:cubicBezTo>
                    <a:pt x="2601912" y="19839"/>
                    <a:pt x="2720181" y="19839"/>
                    <a:pt x="2838450" y="19839"/>
                  </a:cubicBezTo>
                  <a:lnTo>
                    <a:pt x="2838450" y="166359"/>
                  </a:lnTo>
                  <a:cubicBezTo>
                    <a:pt x="2720181" y="166359"/>
                    <a:pt x="2601912" y="166359"/>
                    <a:pt x="2483644" y="166359"/>
                  </a:cubicBezTo>
                  <a:cubicBezTo>
                    <a:pt x="2247106" y="166359"/>
                    <a:pt x="2010569" y="87115"/>
                    <a:pt x="1774031" y="87115"/>
                  </a:cubicBezTo>
                  <a:cubicBezTo>
                    <a:pt x="1537494" y="87115"/>
                    <a:pt x="1300956" y="109102"/>
                    <a:pt x="1064419" y="116489"/>
                  </a:cubicBezTo>
                  <a:cubicBezTo>
                    <a:pt x="827881" y="123876"/>
                    <a:pt x="591344" y="134282"/>
                    <a:pt x="354806" y="134282"/>
                  </a:cubicBezTo>
                  <a:cubicBezTo>
                    <a:pt x="236538" y="134282"/>
                    <a:pt x="118269" y="134282"/>
                    <a:pt x="0" y="134282"/>
                  </a:cubicBezTo>
                  <a:close/>
                </a:path>
              </a:pathLst>
            </a:custGeom>
            <a:solidFill>
              <a:srgbClr val="CC79A7">
                <a:alpha val="5882"/>
              </a:srgbClr>
            </a:solidFill>
            <a:ln w="0">
              <a:noFill/>
            </a:ln>
          </p:spPr>
        </p:sp>
        <p:sp>
          <p:nvSpPr>
            <p:cNvPr id="2849" name="smooth-map-feature-4-shade-33">
              <a:extLst>
                <a:ext uri="{FF2B5EF4-FFF2-40B4-BE49-F238E27FC236}">
                  <a16:creationId xmlns:a16="http://schemas.microsoft.com/office/drawing/2014/main" id="{3E8C194A-8154-4FCE-9B40-61D342588DA7}"/>
                </a:ext>
              </a:extLst>
            </p:cNvPr>
            <p:cNvSpPr>
              <a:spLocks noGrp="1"/>
            </p:cNvSpPr>
            <p:nvPr/>
          </p:nvSpPr>
          <p:spPr>
            <a:xfrm>
              <a:off x="21240750" y="6019800"/>
              <a:ext cx="2838450" cy="1143000"/>
            </a:xfrm>
            <a:custGeom>
              <a:pathLst>
                <a:path w="2838450" h="1143000">
                  <a:moveTo>
                    <a:pt x="0" y="58481"/>
                  </a:moveTo>
                  <a:cubicBezTo>
                    <a:pt x="118269" y="58481"/>
                    <a:pt x="236538" y="58481"/>
                    <a:pt x="354806" y="58481"/>
                  </a:cubicBezTo>
                  <a:cubicBezTo>
                    <a:pt x="591344" y="58481"/>
                    <a:pt x="827881" y="62742"/>
                    <a:pt x="1064419" y="62742"/>
                  </a:cubicBezTo>
                  <a:cubicBezTo>
                    <a:pt x="1300956" y="62742"/>
                    <a:pt x="1537494" y="34332"/>
                    <a:pt x="1774031" y="30239"/>
                  </a:cubicBezTo>
                  <a:cubicBezTo>
                    <a:pt x="2010569" y="26147"/>
                    <a:pt x="2247106" y="22671"/>
                    <a:pt x="2483644" y="22671"/>
                  </a:cubicBezTo>
                  <a:cubicBezTo>
                    <a:pt x="2601912" y="22671"/>
                    <a:pt x="2720181" y="22671"/>
                    <a:pt x="2838450" y="22671"/>
                  </a:cubicBezTo>
                  <a:lnTo>
                    <a:pt x="2838450" y="163527"/>
                  </a:lnTo>
                  <a:cubicBezTo>
                    <a:pt x="2720181" y="163527"/>
                    <a:pt x="2601912" y="163527"/>
                    <a:pt x="2483644" y="163527"/>
                  </a:cubicBezTo>
                  <a:cubicBezTo>
                    <a:pt x="2247106" y="163527"/>
                    <a:pt x="2010569" y="85994"/>
                    <a:pt x="1774031" y="85994"/>
                  </a:cubicBezTo>
                  <a:cubicBezTo>
                    <a:pt x="1537494" y="85994"/>
                    <a:pt x="1300956" y="108151"/>
                    <a:pt x="1064419" y="115430"/>
                  </a:cubicBezTo>
                  <a:cubicBezTo>
                    <a:pt x="827881" y="122709"/>
                    <a:pt x="591344" y="132788"/>
                    <a:pt x="354806" y="132788"/>
                  </a:cubicBezTo>
                  <a:cubicBezTo>
                    <a:pt x="236538" y="132788"/>
                    <a:pt x="118269" y="132788"/>
                    <a:pt x="0" y="132788"/>
                  </a:cubicBezTo>
                  <a:close/>
                </a:path>
              </a:pathLst>
            </a:custGeom>
            <a:solidFill>
              <a:srgbClr val="CC79A7">
                <a:alpha val="6250"/>
              </a:srgbClr>
            </a:solidFill>
            <a:ln w="0">
              <a:noFill/>
            </a:ln>
          </p:spPr>
        </p:sp>
        <p:sp>
          <p:nvSpPr>
            <p:cNvPr id="2850" name="smooth-map-feature-4-shade-34">
              <a:extLst>
                <a:ext uri="{FF2B5EF4-FFF2-40B4-BE49-F238E27FC236}">
                  <a16:creationId xmlns:a16="http://schemas.microsoft.com/office/drawing/2014/main" id="{32357E0E-7D6F-45F6-8343-72DBB18196A8}"/>
                </a:ext>
              </a:extLst>
            </p:cNvPr>
            <p:cNvSpPr>
              <a:spLocks noGrp="1"/>
            </p:cNvSpPr>
            <p:nvPr/>
          </p:nvSpPr>
          <p:spPr>
            <a:xfrm>
              <a:off x="21240750" y="6019800"/>
              <a:ext cx="2838450" cy="1143000"/>
            </a:xfrm>
            <a:custGeom>
              <a:pathLst>
                <a:path w="2838450" h="1143000">
                  <a:moveTo>
                    <a:pt x="0" y="59990"/>
                  </a:moveTo>
                  <a:cubicBezTo>
                    <a:pt x="118269" y="59990"/>
                    <a:pt x="236538" y="59990"/>
                    <a:pt x="354806" y="59990"/>
                  </a:cubicBezTo>
                  <a:cubicBezTo>
                    <a:pt x="591344" y="59990"/>
                    <a:pt x="827881" y="63812"/>
                    <a:pt x="1064419" y="63812"/>
                  </a:cubicBezTo>
                  <a:cubicBezTo>
                    <a:pt x="1300956" y="63812"/>
                    <a:pt x="1537494" y="34671"/>
                    <a:pt x="1774031" y="31372"/>
                  </a:cubicBezTo>
                  <a:cubicBezTo>
                    <a:pt x="2010569" y="28073"/>
                    <a:pt x="2247106" y="25532"/>
                    <a:pt x="2483644" y="25532"/>
                  </a:cubicBezTo>
                  <a:cubicBezTo>
                    <a:pt x="2601912" y="25532"/>
                    <a:pt x="2720181" y="25532"/>
                    <a:pt x="2838450" y="25532"/>
                  </a:cubicBezTo>
                  <a:lnTo>
                    <a:pt x="2838450" y="160666"/>
                  </a:lnTo>
                  <a:cubicBezTo>
                    <a:pt x="2720181" y="160666"/>
                    <a:pt x="2601912" y="160666"/>
                    <a:pt x="2483644" y="160666"/>
                  </a:cubicBezTo>
                  <a:cubicBezTo>
                    <a:pt x="2247106" y="160666"/>
                    <a:pt x="2010569" y="84862"/>
                    <a:pt x="1774031" y="84862"/>
                  </a:cubicBezTo>
                  <a:cubicBezTo>
                    <a:pt x="1537494" y="84862"/>
                    <a:pt x="1300956" y="107192"/>
                    <a:pt x="1064419" y="114360"/>
                  </a:cubicBezTo>
                  <a:cubicBezTo>
                    <a:pt x="827881" y="121528"/>
                    <a:pt x="591344" y="131279"/>
                    <a:pt x="354806" y="131279"/>
                  </a:cubicBezTo>
                  <a:cubicBezTo>
                    <a:pt x="236538" y="131279"/>
                    <a:pt x="118269" y="131279"/>
                    <a:pt x="0" y="131279"/>
                  </a:cubicBezTo>
                  <a:close/>
                </a:path>
              </a:pathLst>
            </a:custGeom>
            <a:solidFill>
              <a:srgbClr val="CC79A7">
                <a:alpha val="6667"/>
              </a:srgbClr>
            </a:solidFill>
            <a:ln w="0">
              <a:noFill/>
            </a:ln>
          </p:spPr>
        </p:sp>
        <p:sp>
          <p:nvSpPr>
            <p:cNvPr id="2851" name="smooth-map-feature-4-shade-35">
              <a:extLst>
                <a:ext uri="{FF2B5EF4-FFF2-40B4-BE49-F238E27FC236}">
                  <a16:creationId xmlns:a16="http://schemas.microsoft.com/office/drawing/2014/main" id="{9A35E85F-5A6F-4444-8EF1-8BE479814017}"/>
                </a:ext>
              </a:extLst>
            </p:cNvPr>
            <p:cNvSpPr>
              <a:spLocks noGrp="1"/>
            </p:cNvSpPr>
            <p:nvPr/>
          </p:nvSpPr>
          <p:spPr>
            <a:xfrm>
              <a:off x="21240750" y="6019800"/>
              <a:ext cx="2838450" cy="1143000"/>
            </a:xfrm>
            <a:custGeom>
              <a:pathLst>
                <a:path w="2838450" h="1143000">
                  <a:moveTo>
                    <a:pt x="0" y="61520"/>
                  </a:moveTo>
                  <a:cubicBezTo>
                    <a:pt x="118269" y="61520"/>
                    <a:pt x="236538" y="61520"/>
                    <a:pt x="354806" y="61520"/>
                  </a:cubicBezTo>
                  <a:cubicBezTo>
                    <a:pt x="591344" y="61520"/>
                    <a:pt x="827881" y="64897"/>
                    <a:pt x="1064419" y="64897"/>
                  </a:cubicBezTo>
                  <a:cubicBezTo>
                    <a:pt x="1300956" y="64897"/>
                    <a:pt x="1537494" y="34939"/>
                    <a:pt x="1774031" y="32520"/>
                  </a:cubicBezTo>
                  <a:cubicBezTo>
                    <a:pt x="2010569" y="30100"/>
                    <a:pt x="2247106" y="28432"/>
                    <a:pt x="2483644" y="28432"/>
                  </a:cubicBezTo>
                  <a:cubicBezTo>
                    <a:pt x="2601912" y="28432"/>
                    <a:pt x="2720181" y="28432"/>
                    <a:pt x="2838450" y="28432"/>
                  </a:cubicBezTo>
                  <a:lnTo>
                    <a:pt x="2838450" y="157766"/>
                  </a:lnTo>
                  <a:cubicBezTo>
                    <a:pt x="2720181" y="157766"/>
                    <a:pt x="2601912" y="157766"/>
                    <a:pt x="2483644" y="157766"/>
                  </a:cubicBezTo>
                  <a:cubicBezTo>
                    <a:pt x="2247106" y="157766"/>
                    <a:pt x="2010569" y="83714"/>
                    <a:pt x="1774031" y="83714"/>
                  </a:cubicBezTo>
                  <a:cubicBezTo>
                    <a:pt x="1537494" y="83714"/>
                    <a:pt x="1300956" y="106223"/>
                    <a:pt x="1064419" y="113275"/>
                  </a:cubicBezTo>
                  <a:cubicBezTo>
                    <a:pt x="827881" y="120328"/>
                    <a:pt x="591344" y="129749"/>
                    <a:pt x="354806" y="129749"/>
                  </a:cubicBezTo>
                  <a:cubicBezTo>
                    <a:pt x="236538" y="129749"/>
                    <a:pt x="118269" y="129749"/>
                    <a:pt x="0" y="129749"/>
                  </a:cubicBezTo>
                  <a:close/>
                </a:path>
              </a:pathLst>
            </a:custGeom>
            <a:solidFill>
              <a:srgbClr val="CC79A7">
                <a:alpha val="7143"/>
              </a:srgbClr>
            </a:solidFill>
            <a:ln w="0">
              <a:noFill/>
            </a:ln>
          </p:spPr>
        </p:sp>
        <p:sp>
          <p:nvSpPr>
            <p:cNvPr id="2852" name="smooth-map-feature-4-shade-36">
              <a:extLst>
                <a:ext uri="{FF2B5EF4-FFF2-40B4-BE49-F238E27FC236}">
                  <a16:creationId xmlns:a16="http://schemas.microsoft.com/office/drawing/2014/main" id="{1BA2BDA3-377E-4DD6-B82A-91D343E48259}"/>
                </a:ext>
              </a:extLst>
            </p:cNvPr>
            <p:cNvSpPr>
              <a:spLocks noGrp="1"/>
            </p:cNvSpPr>
            <p:nvPr/>
          </p:nvSpPr>
          <p:spPr>
            <a:xfrm>
              <a:off x="21240750" y="6019800"/>
              <a:ext cx="2838450" cy="1143000"/>
            </a:xfrm>
            <a:custGeom>
              <a:pathLst>
                <a:path w="2838450" h="1143000">
                  <a:moveTo>
                    <a:pt x="0" y="63076"/>
                  </a:moveTo>
                  <a:cubicBezTo>
                    <a:pt x="118269" y="63076"/>
                    <a:pt x="236538" y="63076"/>
                    <a:pt x="354806" y="63076"/>
                  </a:cubicBezTo>
                  <a:cubicBezTo>
                    <a:pt x="591344" y="63076"/>
                    <a:pt x="827881" y="66000"/>
                    <a:pt x="1064419" y="66000"/>
                  </a:cubicBezTo>
                  <a:cubicBezTo>
                    <a:pt x="1300956" y="66000"/>
                    <a:pt x="1537494" y="35122"/>
                    <a:pt x="1774031" y="33687"/>
                  </a:cubicBezTo>
                  <a:cubicBezTo>
                    <a:pt x="2010569" y="32252"/>
                    <a:pt x="2247106" y="31381"/>
                    <a:pt x="2483644" y="31381"/>
                  </a:cubicBezTo>
                  <a:cubicBezTo>
                    <a:pt x="2601912" y="31381"/>
                    <a:pt x="2720181" y="31381"/>
                    <a:pt x="2838450" y="31381"/>
                  </a:cubicBezTo>
                  <a:lnTo>
                    <a:pt x="2838450" y="154817"/>
                  </a:lnTo>
                  <a:cubicBezTo>
                    <a:pt x="2720181" y="154817"/>
                    <a:pt x="2601912" y="154817"/>
                    <a:pt x="2483644" y="154817"/>
                  </a:cubicBezTo>
                  <a:cubicBezTo>
                    <a:pt x="2247106" y="154817"/>
                    <a:pt x="2010569" y="82547"/>
                    <a:pt x="1774031" y="82547"/>
                  </a:cubicBezTo>
                  <a:cubicBezTo>
                    <a:pt x="1537494" y="82547"/>
                    <a:pt x="1300956" y="105240"/>
                    <a:pt x="1064419" y="112172"/>
                  </a:cubicBezTo>
                  <a:cubicBezTo>
                    <a:pt x="827881" y="119104"/>
                    <a:pt x="591344" y="128193"/>
                    <a:pt x="354806" y="128193"/>
                  </a:cubicBezTo>
                  <a:cubicBezTo>
                    <a:pt x="236538" y="128193"/>
                    <a:pt x="118269" y="128193"/>
                    <a:pt x="0" y="128193"/>
                  </a:cubicBezTo>
                  <a:close/>
                </a:path>
              </a:pathLst>
            </a:custGeom>
            <a:solidFill>
              <a:srgbClr val="CC79A7">
                <a:alpha val="7692"/>
              </a:srgbClr>
            </a:solidFill>
            <a:ln w="0">
              <a:noFill/>
            </a:ln>
          </p:spPr>
        </p:sp>
        <p:sp>
          <p:nvSpPr>
            <p:cNvPr id="2853" name="smooth-map-feature-4-shade-37">
              <a:extLst>
                <a:ext uri="{FF2B5EF4-FFF2-40B4-BE49-F238E27FC236}">
                  <a16:creationId xmlns:a16="http://schemas.microsoft.com/office/drawing/2014/main" id="{5F3E1356-8DB0-4B6B-9209-8576A6F11C58}"/>
                </a:ext>
              </a:extLst>
            </p:cNvPr>
            <p:cNvSpPr>
              <a:spLocks noGrp="1"/>
            </p:cNvSpPr>
            <p:nvPr/>
          </p:nvSpPr>
          <p:spPr>
            <a:xfrm>
              <a:off x="21240750" y="6019800"/>
              <a:ext cx="2838450" cy="1143000"/>
            </a:xfrm>
            <a:custGeom>
              <a:pathLst>
                <a:path w="2838450" h="1143000">
                  <a:moveTo>
                    <a:pt x="0" y="64664"/>
                  </a:moveTo>
                  <a:cubicBezTo>
                    <a:pt x="118269" y="64664"/>
                    <a:pt x="236538" y="64664"/>
                    <a:pt x="354806" y="64664"/>
                  </a:cubicBezTo>
                  <a:cubicBezTo>
                    <a:pt x="591344" y="64664"/>
                    <a:pt x="827881" y="67126"/>
                    <a:pt x="1064419" y="67126"/>
                  </a:cubicBezTo>
                  <a:cubicBezTo>
                    <a:pt x="1300956" y="67126"/>
                    <a:pt x="1537494" y="35199"/>
                    <a:pt x="1774031" y="34879"/>
                  </a:cubicBezTo>
                  <a:cubicBezTo>
                    <a:pt x="2010569" y="34559"/>
                    <a:pt x="2247106" y="34391"/>
                    <a:pt x="2483644" y="34391"/>
                  </a:cubicBezTo>
                  <a:cubicBezTo>
                    <a:pt x="2601912" y="34391"/>
                    <a:pt x="2720181" y="34391"/>
                    <a:pt x="2838450" y="34391"/>
                  </a:cubicBezTo>
                  <a:lnTo>
                    <a:pt x="2838450" y="151807"/>
                  </a:lnTo>
                  <a:cubicBezTo>
                    <a:pt x="2720181" y="151807"/>
                    <a:pt x="2601912" y="151807"/>
                    <a:pt x="2483644" y="151807"/>
                  </a:cubicBezTo>
                  <a:cubicBezTo>
                    <a:pt x="2247106" y="151807"/>
                    <a:pt x="2010569" y="81355"/>
                    <a:pt x="1774031" y="81355"/>
                  </a:cubicBezTo>
                  <a:cubicBezTo>
                    <a:pt x="1537494" y="81355"/>
                    <a:pt x="1300956" y="104240"/>
                    <a:pt x="1064419" y="111046"/>
                  </a:cubicBezTo>
                  <a:cubicBezTo>
                    <a:pt x="827881" y="117852"/>
                    <a:pt x="591344" y="126605"/>
                    <a:pt x="354806" y="126605"/>
                  </a:cubicBezTo>
                  <a:cubicBezTo>
                    <a:pt x="236538" y="126605"/>
                    <a:pt x="118269" y="126605"/>
                    <a:pt x="0" y="126605"/>
                  </a:cubicBezTo>
                  <a:close/>
                </a:path>
              </a:pathLst>
            </a:custGeom>
            <a:solidFill>
              <a:srgbClr val="CC79A7">
                <a:alpha val="8333"/>
              </a:srgbClr>
            </a:solidFill>
            <a:ln w="0">
              <a:noFill/>
            </a:ln>
          </p:spPr>
        </p:sp>
        <p:sp>
          <p:nvSpPr>
            <p:cNvPr id="2854" name="smooth-map-feature-4-shade-38">
              <a:extLst>
                <a:ext uri="{FF2B5EF4-FFF2-40B4-BE49-F238E27FC236}">
                  <a16:creationId xmlns:a16="http://schemas.microsoft.com/office/drawing/2014/main" id="{F9921722-ADC5-49B0-BD3C-3A52110445EE}"/>
                </a:ext>
              </a:extLst>
            </p:cNvPr>
            <p:cNvSpPr>
              <a:spLocks noGrp="1"/>
            </p:cNvSpPr>
            <p:nvPr/>
          </p:nvSpPr>
          <p:spPr>
            <a:xfrm>
              <a:off x="21240750" y="6019800"/>
              <a:ext cx="2838450" cy="1143000"/>
            </a:xfrm>
            <a:custGeom>
              <a:pathLst>
                <a:path w="2838450" h="1143000">
                  <a:moveTo>
                    <a:pt x="0" y="66292"/>
                  </a:moveTo>
                  <a:cubicBezTo>
                    <a:pt x="118269" y="66292"/>
                    <a:pt x="236538" y="66292"/>
                    <a:pt x="354806" y="66292"/>
                  </a:cubicBezTo>
                  <a:cubicBezTo>
                    <a:pt x="591344" y="66292"/>
                    <a:pt x="827881" y="68281"/>
                    <a:pt x="1064419" y="68281"/>
                  </a:cubicBezTo>
                  <a:cubicBezTo>
                    <a:pt x="1300956" y="68281"/>
                    <a:pt x="1537494" y="36101"/>
                    <a:pt x="1774031" y="36101"/>
                  </a:cubicBezTo>
                  <a:cubicBezTo>
                    <a:pt x="2010569" y="36101"/>
                    <a:pt x="2247106" y="37478"/>
                    <a:pt x="2483644" y="37478"/>
                  </a:cubicBezTo>
                  <a:cubicBezTo>
                    <a:pt x="2601912" y="37478"/>
                    <a:pt x="2720181" y="37478"/>
                    <a:pt x="2838450" y="37478"/>
                  </a:cubicBezTo>
                  <a:lnTo>
                    <a:pt x="2838450" y="148720"/>
                  </a:lnTo>
                  <a:cubicBezTo>
                    <a:pt x="2720181" y="148720"/>
                    <a:pt x="2601912" y="148720"/>
                    <a:pt x="2483644" y="148720"/>
                  </a:cubicBezTo>
                  <a:cubicBezTo>
                    <a:pt x="2247106" y="148720"/>
                    <a:pt x="2010569" y="80133"/>
                    <a:pt x="1774031" y="80133"/>
                  </a:cubicBezTo>
                  <a:cubicBezTo>
                    <a:pt x="1537494" y="80133"/>
                    <a:pt x="1300956" y="103218"/>
                    <a:pt x="1064419" y="109891"/>
                  </a:cubicBezTo>
                  <a:cubicBezTo>
                    <a:pt x="827881" y="116565"/>
                    <a:pt x="591344" y="124977"/>
                    <a:pt x="354806" y="124977"/>
                  </a:cubicBezTo>
                  <a:cubicBezTo>
                    <a:pt x="236538" y="124977"/>
                    <a:pt x="118269" y="124977"/>
                    <a:pt x="0" y="124977"/>
                  </a:cubicBezTo>
                  <a:close/>
                </a:path>
              </a:pathLst>
            </a:custGeom>
            <a:solidFill>
              <a:srgbClr val="CC79A7">
                <a:alpha val="9091"/>
              </a:srgbClr>
            </a:solidFill>
            <a:ln w="0">
              <a:noFill/>
            </a:ln>
          </p:spPr>
        </p:sp>
        <p:sp>
          <p:nvSpPr>
            <p:cNvPr id="2855" name="smooth-map-feature-4-shade-39">
              <a:extLst>
                <a:ext uri="{FF2B5EF4-FFF2-40B4-BE49-F238E27FC236}">
                  <a16:creationId xmlns:a16="http://schemas.microsoft.com/office/drawing/2014/main" id="{0D4E46CF-EE49-43B7-B8B2-F75F369DE969}"/>
                </a:ext>
              </a:extLst>
            </p:cNvPr>
            <p:cNvSpPr>
              <a:spLocks noGrp="1"/>
            </p:cNvSpPr>
            <p:nvPr/>
          </p:nvSpPr>
          <p:spPr>
            <a:xfrm>
              <a:off x="21240750" y="6019800"/>
              <a:ext cx="2838450" cy="1143000"/>
            </a:xfrm>
            <a:custGeom>
              <a:pathLst>
                <a:path w="2838450" h="1143000">
                  <a:moveTo>
                    <a:pt x="0" y="67971"/>
                  </a:moveTo>
                  <a:cubicBezTo>
                    <a:pt x="118269" y="67971"/>
                    <a:pt x="236538" y="67971"/>
                    <a:pt x="354806" y="67971"/>
                  </a:cubicBezTo>
                  <a:cubicBezTo>
                    <a:pt x="591344" y="67971"/>
                    <a:pt x="827881" y="69471"/>
                    <a:pt x="1064419" y="69471"/>
                  </a:cubicBezTo>
                  <a:cubicBezTo>
                    <a:pt x="1300956" y="69471"/>
                    <a:pt x="1537494" y="37360"/>
                    <a:pt x="1774031" y="37360"/>
                  </a:cubicBezTo>
                  <a:cubicBezTo>
                    <a:pt x="2010569" y="37360"/>
                    <a:pt x="2247106" y="40660"/>
                    <a:pt x="2483644" y="40660"/>
                  </a:cubicBezTo>
                  <a:cubicBezTo>
                    <a:pt x="2601912" y="40660"/>
                    <a:pt x="2720181" y="40660"/>
                    <a:pt x="2838450" y="40660"/>
                  </a:cubicBezTo>
                  <a:lnTo>
                    <a:pt x="2838450" y="145538"/>
                  </a:lnTo>
                  <a:cubicBezTo>
                    <a:pt x="2720181" y="145538"/>
                    <a:pt x="2601912" y="145538"/>
                    <a:pt x="2483644" y="145538"/>
                  </a:cubicBezTo>
                  <a:cubicBezTo>
                    <a:pt x="2247106" y="145538"/>
                    <a:pt x="2010569" y="78874"/>
                    <a:pt x="1774031" y="78874"/>
                  </a:cubicBezTo>
                  <a:cubicBezTo>
                    <a:pt x="1537494" y="78874"/>
                    <a:pt x="1300956" y="102168"/>
                    <a:pt x="1064419" y="108701"/>
                  </a:cubicBezTo>
                  <a:cubicBezTo>
                    <a:pt x="827881" y="115235"/>
                    <a:pt x="591344" y="123298"/>
                    <a:pt x="354806" y="123298"/>
                  </a:cubicBezTo>
                  <a:cubicBezTo>
                    <a:pt x="236538" y="123298"/>
                    <a:pt x="118269" y="123298"/>
                    <a:pt x="0" y="123298"/>
                  </a:cubicBezTo>
                  <a:close/>
                </a:path>
              </a:pathLst>
            </a:custGeom>
            <a:solidFill>
              <a:srgbClr val="CC79A7">
                <a:alpha val="10000"/>
              </a:srgbClr>
            </a:solidFill>
            <a:ln w="0">
              <a:noFill/>
            </a:ln>
          </p:spPr>
        </p:sp>
        <p:sp>
          <p:nvSpPr>
            <p:cNvPr id="2856" name="smooth-map-feature-4-shade-40">
              <a:extLst>
                <a:ext uri="{FF2B5EF4-FFF2-40B4-BE49-F238E27FC236}">
                  <a16:creationId xmlns:a16="http://schemas.microsoft.com/office/drawing/2014/main" id="{F89121A3-F2A1-4E50-8879-2054939C6400}"/>
                </a:ext>
              </a:extLst>
            </p:cNvPr>
            <p:cNvSpPr>
              <a:spLocks noGrp="1"/>
            </p:cNvSpPr>
            <p:nvPr/>
          </p:nvSpPr>
          <p:spPr>
            <a:xfrm>
              <a:off x="21240750" y="6019800"/>
              <a:ext cx="2838450" cy="1143000"/>
            </a:xfrm>
            <a:custGeom>
              <a:pathLst>
                <a:path w="2838450" h="1143000">
                  <a:moveTo>
                    <a:pt x="0" y="69711"/>
                  </a:moveTo>
                  <a:cubicBezTo>
                    <a:pt x="118269" y="69711"/>
                    <a:pt x="236538" y="69711"/>
                    <a:pt x="354806" y="69711"/>
                  </a:cubicBezTo>
                  <a:cubicBezTo>
                    <a:pt x="591344" y="69711"/>
                    <a:pt x="827881" y="70705"/>
                    <a:pt x="1064419" y="70705"/>
                  </a:cubicBezTo>
                  <a:cubicBezTo>
                    <a:pt x="1300956" y="70705"/>
                    <a:pt x="1537494" y="38666"/>
                    <a:pt x="1774031" y="38666"/>
                  </a:cubicBezTo>
                  <a:cubicBezTo>
                    <a:pt x="2010569" y="38666"/>
                    <a:pt x="2247106" y="43959"/>
                    <a:pt x="2483644" y="43959"/>
                  </a:cubicBezTo>
                  <a:cubicBezTo>
                    <a:pt x="2601912" y="43959"/>
                    <a:pt x="2720181" y="43959"/>
                    <a:pt x="2838450" y="43959"/>
                  </a:cubicBezTo>
                  <a:lnTo>
                    <a:pt x="2838450" y="142239"/>
                  </a:lnTo>
                  <a:cubicBezTo>
                    <a:pt x="2720181" y="142239"/>
                    <a:pt x="2601912" y="142239"/>
                    <a:pt x="2483644" y="142239"/>
                  </a:cubicBezTo>
                  <a:cubicBezTo>
                    <a:pt x="2247106" y="142239"/>
                    <a:pt x="2010569" y="77568"/>
                    <a:pt x="1774031" y="77568"/>
                  </a:cubicBezTo>
                  <a:cubicBezTo>
                    <a:pt x="1537494" y="77568"/>
                    <a:pt x="1300956" y="101082"/>
                    <a:pt x="1064419" y="107467"/>
                  </a:cubicBezTo>
                  <a:cubicBezTo>
                    <a:pt x="827881" y="113852"/>
                    <a:pt x="591344" y="121558"/>
                    <a:pt x="354806" y="121558"/>
                  </a:cubicBezTo>
                  <a:cubicBezTo>
                    <a:pt x="236538" y="121558"/>
                    <a:pt x="118269" y="121558"/>
                    <a:pt x="0" y="121558"/>
                  </a:cubicBezTo>
                  <a:close/>
                </a:path>
              </a:pathLst>
            </a:custGeom>
            <a:solidFill>
              <a:srgbClr val="CC79A7">
                <a:alpha val="11111"/>
              </a:srgbClr>
            </a:solidFill>
            <a:ln w="0">
              <a:noFill/>
            </a:ln>
          </p:spPr>
        </p:sp>
        <p:sp>
          <p:nvSpPr>
            <p:cNvPr id="2857" name="smooth-map-feature-4-shade-41">
              <a:extLst>
                <a:ext uri="{FF2B5EF4-FFF2-40B4-BE49-F238E27FC236}">
                  <a16:creationId xmlns:a16="http://schemas.microsoft.com/office/drawing/2014/main" id="{594C6369-A42C-4AAB-B269-4875088BAD72}"/>
                </a:ext>
              </a:extLst>
            </p:cNvPr>
            <p:cNvSpPr>
              <a:spLocks noGrp="1"/>
            </p:cNvSpPr>
            <p:nvPr/>
          </p:nvSpPr>
          <p:spPr>
            <a:xfrm>
              <a:off x="21240750" y="6019800"/>
              <a:ext cx="2838450" cy="1143000"/>
            </a:xfrm>
            <a:custGeom>
              <a:pathLst>
                <a:path w="2838450" h="1143000">
                  <a:moveTo>
                    <a:pt x="0" y="71530"/>
                  </a:moveTo>
                  <a:cubicBezTo>
                    <a:pt x="118269" y="71530"/>
                    <a:pt x="236538" y="71530"/>
                    <a:pt x="354806" y="71530"/>
                  </a:cubicBezTo>
                  <a:cubicBezTo>
                    <a:pt x="591344" y="71530"/>
                    <a:pt x="827881" y="71994"/>
                    <a:pt x="1064419" y="71994"/>
                  </a:cubicBezTo>
                  <a:cubicBezTo>
                    <a:pt x="1300956" y="71994"/>
                    <a:pt x="1537494" y="40030"/>
                    <a:pt x="1774031" y="40030"/>
                  </a:cubicBezTo>
                  <a:cubicBezTo>
                    <a:pt x="2010569" y="40030"/>
                    <a:pt x="2247106" y="47407"/>
                    <a:pt x="2483644" y="47407"/>
                  </a:cubicBezTo>
                  <a:cubicBezTo>
                    <a:pt x="2601912" y="47407"/>
                    <a:pt x="2720181" y="47407"/>
                    <a:pt x="2838450" y="47407"/>
                  </a:cubicBezTo>
                  <a:lnTo>
                    <a:pt x="2838450" y="138792"/>
                  </a:lnTo>
                  <a:cubicBezTo>
                    <a:pt x="2720181" y="138792"/>
                    <a:pt x="2601912" y="138792"/>
                    <a:pt x="2483644" y="138792"/>
                  </a:cubicBezTo>
                  <a:cubicBezTo>
                    <a:pt x="2247106" y="138792"/>
                    <a:pt x="2010569" y="76203"/>
                    <a:pt x="1774031" y="76203"/>
                  </a:cubicBezTo>
                  <a:cubicBezTo>
                    <a:pt x="1537494" y="76203"/>
                    <a:pt x="1300956" y="99953"/>
                    <a:pt x="1064419" y="106178"/>
                  </a:cubicBezTo>
                  <a:cubicBezTo>
                    <a:pt x="827881" y="112402"/>
                    <a:pt x="591344" y="119739"/>
                    <a:pt x="354806" y="119739"/>
                  </a:cubicBezTo>
                  <a:cubicBezTo>
                    <a:pt x="236538" y="119739"/>
                    <a:pt x="118269" y="119739"/>
                    <a:pt x="0" y="119739"/>
                  </a:cubicBezTo>
                  <a:close/>
                </a:path>
              </a:pathLst>
            </a:custGeom>
            <a:solidFill>
              <a:srgbClr val="CC79A7">
                <a:alpha val="12500"/>
              </a:srgbClr>
            </a:solidFill>
            <a:ln w="0">
              <a:noFill/>
            </a:ln>
          </p:spPr>
        </p:sp>
        <p:sp>
          <p:nvSpPr>
            <p:cNvPr id="2858" name="smooth-map-feature-4-shade-42">
              <a:extLst>
                <a:ext uri="{FF2B5EF4-FFF2-40B4-BE49-F238E27FC236}">
                  <a16:creationId xmlns:a16="http://schemas.microsoft.com/office/drawing/2014/main" id="{10B5711D-349D-4FE7-A0FD-4F645B16E65A}"/>
                </a:ext>
              </a:extLst>
            </p:cNvPr>
            <p:cNvSpPr>
              <a:spLocks noGrp="1"/>
            </p:cNvSpPr>
            <p:nvPr/>
          </p:nvSpPr>
          <p:spPr>
            <a:xfrm>
              <a:off x="21240750" y="6019800"/>
              <a:ext cx="2838450" cy="1143000"/>
            </a:xfrm>
            <a:custGeom>
              <a:pathLst>
                <a:path w="2838450" h="1143000">
                  <a:moveTo>
                    <a:pt x="0" y="73448"/>
                  </a:moveTo>
                  <a:cubicBezTo>
                    <a:pt x="118269" y="73448"/>
                    <a:pt x="236538" y="73448"/>
                    <a:pt x="354806" y="73448"/>
                  </a:cubicBezTo>
                  <a:cubicBezTo>
                    <a:pt x="591344" y="73448"/>
                    <a:pt x="827881" y="73417"/>
                    <a:pt x="1064419" y="73355"/>
                  </a:cubicBezTo>
                  <a:cubicBezTo>
                    <a:pt x="1300956" y="73292"/>
                    <a:pt x="1537494" y="41470"/>
                    <a:pt x="1774031" y="41470"/>
                  </a:cubicBezTo>
                  <a:cubicBezTo>
                    <a:pt x="2010569" y="41470"/>
                    <a:pt x="2247106" y="51043"/>
                    <a:pt x="2483644" y="51043"/>
                  </a:cubicBezTo>
                  <a:cubicBezTo>
                    <a:pt x="2601912" y="51043"/>
                    <a:pt x="2720181" y="51043"/>
                    <a:pt x="2838450" y="51043"/>
                  </a:cubicBezTo>
                  <a:lnTo>
                    <a:pt x="2838450" y="135156"/>
                  </a:lnTo>
                  <a:cubicBezTo>
                    <a:pt x="2720181" y="135156"/>
                    <a:pt x="2601912" y="135156"/>
                    <a:pt x="2483644" y="135156"/>
                  </a:cubicBezTo>
                  <a:cubicBezTo>
                    <a:pt x="2247106" y="135156"/>
                    <a:pt x="2010569" y="74764"/>
                    <a:pt x="1774031" y="74764"/>
                  </a:cubicBezTo>
                  <a:cubicBezTo>
                    <a:pt x="1537494" y="74764"/>
                    <a:pt x="1300956" y="98767"/>
                    <a:pt x="1064419" y="104818"/>
                  </a:cubicBezTo>
                  <a:cubicBezTo>
                    <a:pt x="827881" y="110868"/>
                    <a:pt x="591344" y="117821"/>
                    <a:pt x="354806" y="117821"/>
                  </a:cubicBezTo>
                  <a:cubicBezTo>
                    <a:pt x="236538" y="117821"/>
                    <a:pt x="118269" y="117821"/>
                    <a:pt x="0" y="117821"/>
                  </a:cubicBezTo>
                  <a:close/>
                </a:path>
              </a:pathLst>
            </a:custGeom>
            <a:solidFill>
              <a:srgbClr val="CC79A7">
                <a:alpha val="14286"/>
              </a:srgbClr>
            </a:solidFill>
            <a:ln w="0">
              <a:noFill/>
            </a:ln>
          </p:spPr>
        </p:sp>
        <p:sp>
          <p:nvSpPr>
            <p:cNvPr id="2859" name="smooth-map-feature-4-shade-43">
              <a:extLst>
                <a:ext uri="{FF2B5EF4-FFF2-40B4-BE49-F238E27FC236}">
                  <a16:creationId xmlns:a16="http://schemas.microsoft.com/office/drawing/2014/main" id="{911A2B1E-264E-4BC8-9D73-F5D229071FB0}"/>
                </a:ext>
              </a:extLst>
            </p:cNvPr>
            <p:cNvSpPr>
              <a:spLocks noGrp="1"/>
            </p:cNvSpPr>
            <p:nvPr/>
          </p:nvSpPr>
          <p:spPr>
            <a:xfrm>
              <a:off x="21240750" y="6019800"/>
              <a:ext cx="2838450" cy="1143000"/>
            </a:xfrm>
            <a:custGeom>
              <a:pathLst>
                <a:path w="2838450" h="1143000">
                  <a:moveTo>
                    <a:pt x="0" y="75497"/>
                  </a:moveTo>
                  <a:cubicBezTo>
                    <a:pt x="118269" y="75497"/>
                    <a:pt x="236538" y="75497"/>
                    <a:pt x="354806" y="75497"/>
                  </a:cubicBezTo>
                  <a:cubicBezTo>
                    <a:pt x="591344" y="75497"/>
                    <a:pt x="827881" y="75258"/>
                    <a:pt x="1064419" y="74807"/>
                  </a:cubicBezTo>
                  <a:cubicBezTo>
                    <a:pt x="1300956" y="74357"/>
                    <a:pt x="1537494" y="43007"/>
                    <a:pt x="1774031" y="43007"/>
                  </a:cubicBezTo>
                  <a:cubicBezTo>
                    <a:pt x="2010569" y="43007"/>
                    <a:pt x="2247106" y="54927"/>
                    <a:pt x="2483644" y="54927"/>
                  </a:cubicBezTo>
                  <a:cubicBezTo>
                    <a:pt x="2601912" y="54927"/>
                    <a:pt x="2720181" y="54927"/>
                    <a:pt x="2838450" y="54927"/>
                  </a:cubicBezTo>
                  <a:lnTo>
                    <a:pt x="2838450" y="131272"/>
                  </a:lnTo>
                  <a:cubicBezTo>
                    <a:pt x="2720181" y="131272"/>
                    <a:pt x="2601912" y="131272"/>
                    <a:pt x="2483644" y="131272"/>
                  </a:cubicBezTo>
                  <a:cubicBezTo>
                    <a:pt x="2247106" y="131272"/>
                    <a:pt x="2010569" y="73227"/>
                    <a:pt x="1774031" y="73227"/>
                  </a:cubicBezTo>
                  <a:cubicBezTo>
                    <a:pt x="1537494" y="73227"/>
                    <a:pt x="1300956" y="97505"/>
                    <a:pt x="1064419" y="103365"/>
                  </a:cubicBezTo>
                  <a:cubicBezTo>
                    <a:pt x="827881" y="109224"/>
                    <a:pt x="591344" y="115772"/>
                    <a:pt x="354806" y="115772"/>
                  </a:cubicBezTo>
                  <a:cubicBezTo>
                    <a:pt x="236538" y="115772"/>
                    <a:pt x="118269" y="115772"/>
                    <a:pt x="0" y="115772"/>
                  </a:cubicBezTo>
                  <a:close/>
                </a:path>
              </a:pathLst>
            </a:custGeom>
            <a:solidFill>
              <a:srgbClr val="CC79A7">
                <a:alpha val="16667"/>
              </a:srgbClr>
            </a:solidFill>
            <a:ln w="0">
              <a:noFill/>
            </a:ln>
          </p:spPr>
        </p:sp>
        <p:sp>
          <p:nvSpPr>
            <p:cNvPr id="2860" name="smooth-map-feature-4-shade-44">
              <a:extLst>
                <a:ext uri="{FF2B5EF4-FFF2-40B4-BE49-F238E27FC236}">
                  <a16:creationId xmlns:a16="http://schemas.microsoft.com/office/drawing/2014/main" id="{CE683916-827C-411C-9369-C60E8FC2393B}"/>
                </a:ext>
              </a:extLst>
            </p:cNvPr>
            <p:cNvSpPr>
              <a:spLocks noGrp="1"/>
            </p:cNvSpPr>
            <p:nvPr/>
          </p:nvSpPr>
          <p:spPr>
            <a:xfrm>
              <a:off x="21240750" y="6019800"/>
              <a:ext cx="2838450" cy="1143000"/>
            </a:xfrm>
            <a:custGeom>
              <a:pathLst>
                <a:path w="2838450" h="1143000">
                  <a:moveTo>
                    <a:pt x="0" y="77724"/>
                  </a:moveTo>
                  <a:cubicBezTo>
                    <a:pt x="118269" y="77724"/>
                    <a:pt x="236538" y="77724"/>
                    <a:pt x="354806" y="77724"/>
                  </a:cubicBezTo>
                  <a:cubicBezTo>
                    <a:pt x="591344" y="77724"/>
                    <a:pt x="827881" y="77242"/>
                    <a:pt x="1064419" y="76387"/>
                  </a:cubicBezTo>
                  <a:cubicBezTo>
                    <a:pt x="1300956" y="75531"/>
                    <a:pt x="1537494" y="44678"/>
                    <a:pt x="1774031" y="44678"/>
                  </a:cubicBezTo>
                  <a:cubicBezTo>
                    <a:pt x="2010569" y="44678"/>
                    <a:pt x="2247106" y="59148"/>
                    <a:pt x="2483644" y="59148"/>
                  </a:cubicBezTo>
                  <a:cubicBezTo>
                    <a:pt x="2601912" y="59148"/>
                    <a:pt x="2720181" y="59148"/>
                    <a:pt x="2838450" y="59148"/>
                  </a:cubicBezTo>
                  <a:lnTo>
                    <a:pt x="2838450" y="127050"/>
                  </a:lnTo>
                  <a:cubicBezTo>
                    <a:pt x="2720181" y="127050"/>
                    <a:pt x="2601912" y="127050"/>
                    <a:pt x="2483644" y="127050"/>
                  </a:cubicBezTo>
                  <a:cubicBezTo>
                    <a:pt x="2247106" y="127050"/>
                    <a:pt x="2010569" y="71556"/>
                    <a:pt x="1774031" y="71556"/>
                  </a:cubicBezTo>
                  <a:cubicBezTo>
                    <a:pt x="1537494" y="71556"/>
                    <a:pt x="1300956" y="96142"/>
                    <a:pt x="1064419" y="101786"/>
                  </a:cubicBezTo>
                  <a:cubicBezTo>
                    <a:pt x="827881" y="107430"/>
                    <a:pt x="591344" y="113545"/>
                    <a:pt x="354806" y="113545"/>
                  </a:cubicBezTo>
                  <a:cubicBezTo>
                    <a:pt x="236538" y="113545"/>
                    <a:pt x="118269" y="113545"/>
                    <a:pt x="0" y="113545"/>
                  </a:cubicBezTo>
                  <a:close/>
                </a:path>
              </a:pathLst>
            </a:custGeom>
            <a:solidFill>
              <a:srgbClr val="CC79A7">
                <a:alpha val="20000"/>
              </a:srgbClr>
            </a:solidFill>
            <a:ln w="0">
              <a:noFill/>
            </a:ln>
          </p:spPr>
        </p:sp>
        <p:sp>
          <p:nvSpPr>
            <p:cNvPr id="2861" name="smooth-map-feature-4-shade-45">
              <a:extLst>
                <a:ext uri="{FF2B5EF4-FFF2-40B4-BE49-F238E27FC236}">
                  <a16:creationId xmlns:a16="http://schemas.microsoft.com/office/drawing/2014/main" id="{72AD451A-506E-4EA7-95D5-188B559648DA}"/>
                </a:ext>
              </a:extLst>
            </p:cNvPr>
            <p:cNvSpPr>
              <a:spLocks noGrp="1"/>
            </p:cNvSpPr>
            <p:nvPr/>
          </p:nvSpPr>
          <p:spPr>
            <a:xfrm>
              <a:off x="21240750" y="6019800"/>
              <a:ext cx="2838450" cy="1143000"/>
            </a:xfrm>
            <a:custGeom>
              <a:pathLst>
                <a:path w="2838450" h="1143000">
                  <a:moveTo>
                    <a:pt x="0" y="80209"/>
                  </a:moveTo>
                  <a:cubicBezTo>
                    <a:pt x="118269" y="80209"/>
                    <a:pt x="236538" y="80209"/>
                    <a:pt x="354806" y="80209"/>
                  </a:cubicBezTo>
                  <a:cubicBezTo>
                    <a:pt x="591344" y="80209"/>
                    <a:pt x="827881" y="79438"/>
                    <a:pt x="1064419" y="78149"/>
                  </a:cubicBezTo>
                  <a:cubicBezTo>
                    <a:pt x="1300956" y="76859"/>
                    <a:pt x="1537494" y="46543"/>
                    <a:pt x="1774031" y="46543"/>
                  </a:cubicBezTo>
                  <a:cubicBezTo>
                    <a:pt x="2010569" y="46543"/>
                    <a:pt x="2247106" y="63859"/>
                    <a:pt x="2483644" y="63859"/>
                  </a:cubicBezTo>
                  <a:cubicBezTo>
                    <a:pt x="2601912" y="63859"/>
                    <a:pt x="2720181" y="63859"/>
                    <a:pt x="2838450" y="63859"/>
                  </a:cubicBezTo>
                  <a:lnTo>
                    <a:pt x="2838450" y="122340"/>
                  </a:lnTo>
                  <a:cubicBezTo>
                    <a:pt x="2720181" y="122340"/>
                    <a:pt x="2601912" y="122340"/>
                    <a:pt x="2483644" y="122340"/>
                  </a:cubicBezTo>
                  <a:cubicBezTo>
                    <a:pt x="2247106" y="122340"/>
                    <a:pt x="2010569" y="69691"/>
                    <a:pt x="1774031" y="69691"/>
                  </a:cubicBezTo>
                  <a:cubicBezTo>
                    <a:pt x="1537494" y="69691"/>
                    <a:pt x="1300956" y="94629"/>
                    <a:pt x="1064419" y="100024"/>
                  </a:cubicBezTo>
                  <a:cubicBezTo>
                    <a:pt x="827881" y="105418"/>
                    <a:pt x="591344" y="111060"/>
                    <a:pt x="354806" y="111060"/>
                  </a:cubicBezTo>
                  <a:cubicBezTo>
                    <a:pt x="236538" y="111060"/>
                    <a:pt x="118269" y="111060"/>
                    <a:pt x="0" y="111060"/>
                  </a:cubicBezTo>
                  <a:close/>
                </a:path>
              </a:pathLst>
            </a:custGeom>
            <a:solidFill>
              <a:srgbClr val="CC79A7">
                <a:alpha val="25000"/>
              </a:srgbClr>
            </a:solidFill>
            <a:ln w="0">
              <a:noFill/>
            </a:ln>
          </p:spPr>
        </p:sp>
        <p:sp>
          <p:nvSpPr>
            <p:cNvPr id="2862" name="smooth-map-feature-4-shade-46">
              <a:extLst>
                <a:ext uri="{FF2B5EF4-FFF2-40B4-BE49-F238E27FC236}">
                  <a16:creationId xmlns:a16="http://schemas.microsoft.com/office/drawing/2014/main" id="{BC9F7711-363E-43F2-B314-DFB1B1FE7283}"/>
                </a:ext>
              </a:extLst>
            </p:cNvPr>
            <p:cNvSpPr>
              <a:spLocks noGrp="1"/>
            </p:cNvSpPr>
            <p:nvPr/>
          </p:nvSpPr>
          <p:spPr>
            <a:xfrm>
              <a:off x="21240750" y="6019800"/>
              <a:ext cx="2838450" cy="1143000"/>
            </a:xfrm>
            <a:custGeom>
              <a:pathLst>
                <a:path w="2838450" h="1143000">
                  <a:moveTo>
                    <a:pt x="0" y="83108"/>
                  </a:moveTo>
                  <a:cubicBezTo>
                    <a:pt x="118269" y="83108"/>
                    <a:pt x="236538" y="83108"/>
                    <a:pt x="354806" y="83108"/>
                  </a:cubicBezTo>
                  <a:cubicBezTo>
                    <a:pt x="591344" y="83108"/>
                    <a:pt x="827881" y="81976"/>
                    <a:pt x="1064419" y="80204"/>
                  </a:cubicBezTo>
                  <a:cubicBezTo>
                    <a:pt x="1300956" y="78431"/>
                    <a:pt x="1537494" y="48718"/>
                    <a:pt x="1774031" y="48718"/>
                  </a:cubicBezTo>
                  <a:cubicBezTo>
                    <a:pt x="2010569" y="48718"/>
                    <a:pt x="2247106" y="69354"/>
                    <a:pt x="2483644" y="69354"/>
                  </a:cubicBezTo>
                  <a:cubicBezTo>
                    <a:pt x="2601912" y="69354"/>
                    <a:pt x="2720181" y="69354"/>
                    <a:pt x="2838450" y="69354"/>
                  </a:cubicBezTo>
                  <a:lnTo>
                    <a:pt x="2838450" y="116845"/>
                  </a:lnTo>
                  <a:cubicBezTo>
                    <a:pt x="2720181" y="116845"/>
                    <a:pt x="2601912" y="116845"/>
                    <a:pt x="2483644" y="116845"/>
                  </a:cubicBezTo>
                  <a:cubicBezTo>
                    <a:pt x="2247106" y="116845"/>
                    <a:pt x="2010569" y="67516"/>
                    <a:pt x="1774031" y="67516"/>
                  </a:cubicBezTo>
                  <a:cubicBezTo>
                    <a:pt x="1537494" y="67516"/>
                    <a:pt x="1300956" y="92877"/>
                    <a:pt x="1064419" y="97968"/>
                  </a:cubicBezTo>
                  <a:cubicBezTo>
                    <a:pt x="827881" y="103059"/>
                    <a:pt x="591344" y="108161"/>
                    <a:pt x="354806" y="108161"/>
                  </a:cubicBezTo>
                  <a:cubicBezTo>
                    <a:pt x="236538" y="108161"/>
                    <a:pt x="118269" y="108161"/>
                    <a:pt x="0" y="108161"/>
                  </a:cubicBezTo>
                  <a:close/>
                </a:path>
              </a:pathLst>
            </a:custGeom>
            <a:solidFill>
              <a:srgbClr val="CC79A7">
                <a:alpha val="33333"/>
              </a:srgbClr>
            </a:solidFill>
            <a:ln w="0">
              <a:noFill/>
            </a:ln>
          </p:spPr>
        </p:sp>
        <p:sp>
          <p:nvSpPr>
            <p:cNvPr id="2863" name="smooth-map-feature-4-shade-47">
              <a:extLst>
                <a:ext uri="{FF2B5EF4-FFF2-40B4-BE49-F238E27FC236}">
                  <a16:creationId xmlns:a16="http://schemas.microsoft.com/office/drawing/2014/main" id="{D827173D-2D60-408B-85F0-5CF63B197498}"/>
                </a:ext>
              </a:extLst>
            </p:cNvPr>
            <p:cNvSpPr>
              <a:spLocks noGrp="1"/>
            </p:cNvSpPr>
            <p:nvPr/>
          </p:nvSpPr>
          <p:spPr>
            <a:xfrm>
              <a:off x="21240750" y="6019800"/>
              <a:ext cx="2838450" cy="1143000"/>
            </a:xfrm>
            <a:custGeom>
              <a:pathLst>
                <a:path w="2838450" h="1143000">
                  <a:moveTo>
                    <a:pt x="0" y="86824"/>
                  </a:moveTo>
                  <a:cubicBezTo>
                    <a:pt x="118269" y="86824"/>
                    <a:pt x="236538" y="86824"/>
                    <a:pt x="354806" y="86824"/>
                  </a:cubicBezTo>
                  <a:cubicBezTo>
                    <a:pt x="591344" y="86824"/>
                    <a:pt x="827881" y="85196"/>
                    <a:pt x="1064419" y="82839"/>
                  </a:cubicBezTo>
                  <a:cubicBezTo>
                    <a:pt x="1300956" y="80482"/>
                    <a:pt x="1537494" y="51506"/>
                    <a:pt x="1774031" y="51506"/>
                  </a:cubicBezTo>
                  <a:cubicBezTo>
                    <a:pt x="2010569" y="51506"/>
                    <a:pt x="2247106" y="76398"/>
                    <a:pt x="2483644" y="76398"/>
                  </a:cubicBezTo>
                  <a:cubicBezTo>
                    <a:pt x="2601912" y="76398"/>
                    <a:pt x="2720181" y="76398"/>
                    <a:pt x="2838450" y="76398"/>
                  </a:cubicBezTo>
                  <a:lnTo>
                    <a:pt x="2838450" y="109801"/>
                  </a:lnTo>
                  <a:cubicBezTo>
                    <a:pt x="2720181" y="109801"/>
                    <a:pt x="2601912" y="109801"/>
                    <a:pt x="2483644" y="109801"/>
                  </a:cubicBezTo>
                  <a:cubicBezTo>
                    <a:pt x="2247106" y="109801"/>
                    <a:pt x="2010569" y="64728"/>
                    <a:pt x="1774031" y="64728"/>
                  </a:cubicBezTo>
                  <a:cubicBezTo>
                    <a:pt x="1537494" y="64728"/>
                    <a:pt x="1300956" y="90652"/>
                    <a:pt x="1064419" y="95333"/>
                  </a:cubicBezTo>
                  <a:cubicBezTo>
                    <a:pt x="827881" y="100014"/>
                    <a:pt x="591344" y="104445"/>
                    <a:pt x="354806" y="104445"/>
                  </a:cubicBezTo>
                  <a:cubicBezTo>
                    <a:pt x="236538" y="104445"/>
                    <a:pt x="118269" y="104445"/>
                    <a:pt x="0" y="104445"/>
                  </a:cubicBezTo>
                  <a:close/>
                </a:path>
              </a:pathLst>
            </a:custGeom>
            <a:solidFill>
              <a:srgbClr val="CC79A7">
                <a:alpha val="50000"/>
              </a:srgbClr>
            </a:solidFill>
            <a:ln w="0">
              <a:noFill/>
            </a:ln>
          </p:spPr>
        </p:sp>
        <p:sp>
          <p:nvSpPr>
            <p:cNvPr id="2864" name="smooth-map-feature-4-shade-48">
              <a:extLst>
                <a:ext uri="{FF2B5EF4-FFF2-40B4-BE49-F238E27FC236}">
                  <a16:creationId xmlns:a16="http://schemas.microsoft.com/office/drawing/2014/main" id="{4880597A-58EE-4A20-9195-093A4150A5C7}"/>
                </a:ext>
              </a:extLst>
            </p:cNvPr>
            <p:cNvSpPr>
              <a:spLocks noGrp="1"/>
            </p:cNvSpPr>
            <p:nvPr/>
          </p:nvSpPr>
          <p:spPr>
            <a:xfrm>
              <a:off x="21240750" y="6019800"/>
              <a:ext cx="2838450" cy="1143000"/>
            </a:xfrm>
            <a:custGeom>
              <a:pathLst>
                <a:path w="2838450" h="1143000">
                  <a:moveTo>
                    <a:pt x="0" y="95635"/>
                  </a:moveTo>
                  <a:cubicBezTo>
                    <a:pt x="118269" y="95635"/>
                    <a:pt x="236538" y="95635"/>
                    <a:pt x="354806" y="95635"/>
                  </a:cubicBezTo>
                  <a:cubicBezTo>
                    <a:pt x="591344" y="95635"/>
                    <a:pt x="827881" y="92690"/>
                    <a:pt x="1064419" y="89086"/>
                  </a:cubicBezTo>
                  <a:cubicBezTo>
                    <a:pt x="1300956" y="85482"/>
                    <a:pt x="1537494" y="58117"/>
                    <a:pt x="1774031" y="58117"/>
                  </a:cubicBezTo>
                  <a:cubicBezTo>
                    <a:pt x="2010569" y="58117"/>
                    <a:pt x="2247106" y="93099"/>
                    <a:pt x="2483644" y="93099"/>
                  </a:cubicBezTo>
                  <a:cubicBezTo>
                    <a:pt x="2601912" y="93099"/>
                    <a:pt x="2720181" y="93099"/>
                    <a:pt x="2838450" y="93099"/>
                  </a:cubicBezTo>
                  <a:lnTo>
                    <a:pt x="2838450" y="93099"/>
                  </a:lnTo>
                  <a:cubicBezTo>
                    <a:pt x="2720181" y="93099"/>
                    <a:pt x="2601912" y="93099"/>
                    <a:pt x="2483644" y="93099"/>
                  </a:cubicBezTo>
                  <a:cubicBezTo>
                    <a:pt x="2247106" y="93099"/>
                    <a:pt x="2010569" y="58117"/>
                    <a:pt x="1774031" y="58117"/>
                  </a:cubicBezTo>
                  <a:cubicBezTo>
                    <a:pt x="1537494" y="58117"/>
                    <a:pt x="1300956" y="85482"/>
                    <a:pt x="1064419" y="89086"/>
                  </a:cubicBezTo>
                  <a:cubicBezTo>
                    <a:pt x="827881" y="92690"/>
                    <a:pt x="591344" y="95635"/>
                    <a:pt x="354806" y="95635"/>
                  </a:cubicBezTo>
                  <a:cubicBezTo>
                    <a:pt x="236538" y="95635"/>
                    <a:pt x="118269" y="95635"/>
                    <a:pt x="0" y="95635"/>
                  </a:cubicBezTo>
                  <a:close/>
                </a:path>
              </a:pathLst>
            </a:custGeom>
            <a:solidFill>
              <a:srgbClr val="CC79A7">
                <a:alpha val="100000"/>
              </a:srgbClr>
            </a:solidFill>
            <a:ln w="0">
              <a:noFill/>
            </a:ln>
          </p:spPr>
        </p:sp>
        <p:sp>
          <p:nvSpPr>
            <p:cNvPr id="2865" name="four:temporal-output:textbox:2394"/>
            <p:cNvSpPr>
              <a:spLocks noGrp="1"/>
            </p:cNvSpPr>
            <p:nvPr/>
          </p:nvSpPr>
          <p:spPr>
            <a:xfrm>
              <a:off x="21240750" y="5743575"/>
              <a:ext cx="709613" cy="342900"/>
            </a:xfrm>
            <a:prstGeom prst="rect">
              <a:avLst/>
            </a:prstGeom>
            <a:noFill/>
            <a:ln w="0">
              <a:noFill/>
              <a:prstDash val="solid"/>
            </a:ln>
          </p:spPr>
          <p:txBody>
            <a:bodyPr wrap="none" lIns="0" tIns="0" rIns="0" bIns="0" anchor="ctr">
              <a:normAutofit/>
            </a:bodyPr>
            <a:lstStyle>
              <a:defPPr algn="ctr">
                <a:defRPr sz="1650" b="0">
                  <a:solidFill>
                    <a:srgbClr val="263238"/>
                  </a:solidFill>
                  <a:latin typeface="Arial" panose="020B0604020202090204"/>
                  <a:ea typeface="Arial" panose="020B0604020202090204"/>
                  <a:cs typeface="Arial" panose="020B0604020202090204"/>
                </a:defRPr>
              </a:defPPr>
            </a:lstStyle>
            <a:p>
              <a:pPr algn="ctr">
                <a:defRPr sz="1650" b="0">
                  <a:solidFill>
                    <a:srgbClr val="263238"/>
                  </a:solidFill>
                  <a:latin typeface="Arial" panose="020B0604020202090204"/>
                  <a:ea typeface="Arial" panose="020B0604020202090204"/>
                  <a:cs typeface="Arial" panose="020B0604020202090204"/>
                </a:defRPr>
              </a:pPr>
              <a:r>
                <a:rPr sz="1650" b="0">
                  <a:solidFill>
                    <a:srgbClr val="263238"/>
                  </a:solidFill>
                  <a:latin typeface="Arial" panose="020B0604020202090204"/>
                  <a:ea typeface="Arial" panose="020B0604020202090204"/>
                  <a:cs typeface="Arial" panose="020B0604020202090204"/>
                </a:rPr>
                <a:t>tₐ</a:t>
              </a:r>
              <a:endParaRPr sz="1650" b="0">
                <a:solidFill>
                  <a:srgbClr val="263238"/>
                </a:solidFill>
                <a:latin typeface="Arial" panose="020B0604020202090204"/>
                <a:ea typeface="Arial" panose="020B0604020202090204"/>
                <a:cs typeface="Arial" panose="020B0604020202090204"/>
              </a:endParaRPr>
            </a:p>
          </p:txBody>
        </p:sp>
        <p:sp>
          <p:nvSpPr>
            <p:cNvPr id="2866" name="four:temporal-output:textbox:2587"/>
            <p:cNvSpPr>
              <a:spLocks noGrp="1"/>
            </p:cNvSpPr>
            <p:nvPr/>
          </p:nvSpPr>
          <p:spPr>
            <a:xfrm>
              <a:off x="21950363" y="5743575"/>
              <a:ext cx="709613" cy="342900"/>
            </a:xfrm>
            <a:prstGeom prst="rect">
              <a:avLst/>
            </a:prstGeom>
            <a:noFill/>
            <a:ln w="0">
              <a:noFill/>
              <a:prstDash val="solid"/>
            </a:ln>
          </p:spPr>
          <p:txBody>
            <a:bodyPr wrap="none" lIns="0" tIns="0" rIns="0" bIns="0" anchor="ctr">
              <a:normAutofit/>
            </a:bodyPr>
            <a:lstStyle>
              <a:defPPr algn="ctr">
                <a:defRPr sz="1650" b="0">
                  <a:solidFill>
                    <a:srgbClr val="263238"/>
                  </a:solidFill>
                  <a:latin typeface="Arial" panose="020B0604020202090204"/>
                  <a:ea typeface="Arial" panose="020B0604020202090204"/>
                  <a:cs typeface="Arial" panose="020B0604020202090204"/>
                </a:defRPr>
              </a:defPPr>
            </a:lstStyle>
            <a:p>
              <a:pPr algn="ctr">
                <a:defRPr sz="1650" b="0">
                  <a:solidFill>
                    <a:srgbClr val="263238"/>
                  </a:solidFill>
                  <a:latin typeface="Arial" panose="020B0604020202090204"/>
                  <a:ea typeface="Arial" panose="020B0604020202090204"/>
                  <a:cs typeface="Arial" panose="020B0604020202090204"/>
                </a:defRPr>
              </a:pPr>
              <a:r>
                <a:rPr sz="1650" b="0">
                  <a:solidFill>
                    <a:srgbClr val="263238"/>
                  </a:solidFill>
                  <a:latin typeface="Arial" panose="020B0604020202090204"/>
                  <a:ea typeface="Arial" panose="020B0604020202090204"/>
                  <a:cs typeface="Arial" panose="020B0604020202090204"/>
                </a:rPr>
                <a:t>tᵦ</a:t>
              </a:r>
              <a:endParaRPr sz="1650" b="0">
                <a:solidFill>
                  <a:srgbClr val="263238"/>
                </a:solidFill>
                <a:latin typeface="Arial" panose="020B0604020202090204"/>
                <a:ea typeface="Arial" panose="020B0604020202090204"/>
                <a:cs typeface="Arial" panose="020B0604020202090204"/>
              </a:endParaRPr>
            </a:p>
          </p:txBody>
        </p:sp>
        <p:sp>
          <p:nvSpPr>
            <p:cNvPr id="2867" name="four:temporal-output:textbox:2780"/>
            <p:cNvSpPr>
              <a:spLocks noGrp="1"/>
            </p:cNvSpPr>
            <p:nvPr/>
          </p:nvSpPr>
          <p:spPr>
            <a:xfrm>
              <a:off x="22659975" y="5743575"/>
              <a:ext cx="709613" cy="342900"/>
            </a:xfrm>
            <a:prstGeom prst="rect">
              <a:avLst/>
            </a:prstGeom>
            <a:noFill/>
            <a:ln w="0">
              <a:noFill/>
              <a:prstDash val="solid"/>
            </a:ln>
          </p:spPr>
          <p:txBody>
            <a:bodyPr wrap="none" lIns="0" tIns="0" rIns="0" bIns="0" anchor="ctr">
              <a:normAutofit/>
            </a:bodyPr>
            <a:lstStyle>
              <a:defPPr algn="ctr">
                <a:defRPr sz="1650" b="0">
                  <a:solidFill>
                    <a:srgbClr val="263238"/>
                  </a:solidFill>
                  <a:latin typeface="Arial" panose="020B0604020202090204"/>
                  <a:ea typeface="Arial" panose="020B0604020202090204"/>
                  <a:cs typeface="Arial" panose="020B0604020202090204"/>
                </a:defRPr>
              </a:defPPr>
            </a:lstStyle>
            <a:p>
              <a:pPr algn="ctr">
                <a:defRPr sz="1650" b="0">
                  <a:solidFill>
                    <a:srgbClr val="263238"/>
                  </a:solidFill>
                  <a:latin typeface="Arial" panose="020B0604020202090204"/>
                  <a:ea typeface="Arial" panose="020B0604020202090204"/>
                  <a:cs typeface="Arial" panose="020B0604020202090204"/>
                </a:defRPr>
              </a:pPr>
              <a:r>
                <a:rPr sz="1650" b="0">
                  <a:solidFill>
                    <a:srgbClr val="263238"/>
                  </a:solidFill>
                  <a:latin typeface="Arial" panose="020B0604020202090204"/>
                  <a:ea typeface="Arial" panose="020B0604020202090204"/>
                  <a:cs typeface="Arial" panose="020B0604020202090204"/>
                </a:rPr>
                <a:t>tᵢ</a:t>
              </a:r>
              <a:endParaRPr sz="1650" b="0">
                <a:solidFill>
                  <a:srgbClr val="263238"/>
                </a:solidFill>
                <a:latin typeface="Arial" panose="020B0604020202090204"/>
                <a:ea typeface="Arial" panose="020B0604020202090204"/>
                <a:cs typeface="Arial" panose="020B0604020202090204"/>
              </a:endParaRPr>
            </a:p>
          </p:txBody>
        </p:sp>
        <p:sp>
          <p:nvSpPr>
            <p:cNvPr id="2868" name="four:temporal-output:textbox:2973"/>
            <p:cNvSpPr>
              <a:spLocks noGrp="1"/>
            </p:cNvSpPr>
            <p:nvPr/>
          </p:nvSpPr>
          <p:spPr>
            <a:xfrm>
              <a:off x="23369588" y="5743575"/>
              <a:ext cx="709613" cy="342900"/>
            </a:xfrm>
            <a:prstGeom prst="rect">
              <a:avLst/>
            </a:prstGeom>
            <a:noFill/>
            <a:ln w="0">
              <a:noFill/>
              <a:prstDash val="solid"/>
            </a:ln>
          </p:spPr>
          <p:txBody>
            <a:bodyPr wrap="none" lIns="0" tIns="0" rIns="0" bIns="0" anchor="ctr">
              <a:normAutofit/>
            </a:bodyPr>
            <a:lstStyle>
              <a:defPPr algn="ctr">
                <a:defRPr sz="1650" b="0">
                  <a:solidFill>
                    <a:srgbClr val="263238"/>
                  </a:solidFill>
                  <a:latin typeface="Arial" panose="020B0604020202090204"/>
                  <a:ea typeface="Arial" panose="020B0604020202090204"/>
                  <a:cs typeface="Arial" panose="020B0604020202090204"/>
                </a:defRPr>
              </a:defPPr>
            </a:lstStyle>
            <a:p>
              <a:pPr algn="ctr">
                <a:defRPr sz="1650" b="0">
                  <a:solidFill>
                    <a:srgbClr val="263238"/>
                  </a:solidFill>
                  <a:latin typeface="Arial" panose="020B0604020202090204"/>
                  <a:ea typeface="Arial" panose="020B0604020202090204"/>
                  <a:cs typeface="Arial" panose="020B0604020202090204"/>
                </a:defRPr>
              </a:pPr>
              <a:r>
                <a:rPr sz="1650" b="0">
                  <a:solidFill>
                    <a:srgbClr val="263238"/>
                  </a:solidFill>
                  <a:latin typeface="Arial" panose="020B0604020202090204"/>
                  <a:ea typeface="Arial" panose="020B0604020202090204"/>
                  <a:cs typeface="Arial" panose="020B0604020202090204"/>
                </a:rPr>
                <a:t>t</a:t>
              </a:r>
              <a:r>
                <a:rPr sz="1190" b="0" baseline="-25000">
                  <a:solidFill>
                    <a:srgbClr val="263238"/>
                  </a:solidFill>
                  <a:latin typeface="Arial" panose="020B0604020202090204"/>
                  <a:ea typeface="Arial" panose="020B0604020202090204"/>
                  <a:cs typeface="Arial" panose="020B0604020202090204"/>
                </a:rPr>
                <a:t>n</a:t>
              </a:r>
              <a:endParaRPr sz="1190" b="0" baseline="-25000">
                <a:solidFill>
                  <a:srgbClr val="263238"/>
                </a:solidFill>
                <a:latin typeface="Arial" panose="020B0604020202090204"/>
                <a:ea typeface="Arial" panose="020B0604020202090204"/>
                <a:cs typeface="Arial" panose="020B0604020202090204"/>
              </a:endParaRPr>
            </a:p>
          </p:txBody>
        </p:sp>
        <p:sp>
          <p:nvSpPr>
            <p:cNvPr id="2869" name="four:temporal-output:rect:3166"/>
            <p:cNvSpPr>
              <a:spLocks noGrp="1"/>
            </p:cNvSpPr>
            <p:nvPr/>
          </p:nvSpPr>
          <p:spPr>
            <a:xfrm>
              <a:off x="21240750" y="6019800"/>
              <a:ext cx="2838450" cy="1143000"/>
            </a:xfrm>
            <a:prstGeom prst="rect">
              <a:avLst/>
            </a:prstGeom>
            <a:noFill/>
            <a:ln w="9525">
              <a:solidFill>
                <a:srgbClr val="263238"/>
              </a:solidFill>
              <a:prstDash val="solid"/>
            </a:ln>
          </p:spPr>
        </p:sp>
        <p:sp>
          <p:nvSpPr>
            <p:cNvPr id="2870" name="four:temporal-output:line:3167"/>
            <p:cNvSpPr>
              <a:spLocks noGrp="1"/>
            </p:cNvSpPr>
            <p:nvPr/>
          </p:nvSpPr>
          <p:spPr>
            <a:xfrm>
              <a:off x="21078825" y="6019800"/>
              <a:ext cx="953" cy="1143000"/>
            </a:xfrm>
            <a:custGeom>
              <a:avLst/>
              <a:gdLst/>
              <a:ahLst/>
              <a:cxnLst/>
              <a:pathLst>
                <a:path w="953" h="1143000">
                  <a:moveTo>
                    <a:pt x="0" y="1143000"/>
                  </a:moveTo>
                  <a:lnTo>
                    <a:pt x="0" y="0"/>
                  </a:lnTo>
                </a:path>
              </a:pathLst>
            </a:custGeom>
            <a:noFill/>
            <a:ln w="12383">
              <a:solidFill>
                <a:srgbClr val="263238"/>
              </a:solidFill>
              <a:prstDash val="solid"/>
            </a:ln>
          </p:spPr>
        </p:sp>
        <p:sp>
          <p:nvSpPr>
            <p:cNvPr id="2871" name="four:temporal-output:polygon:3168"/>
            <p:cNvSpPr>
              <a:spLocks noGrp="1"/>
            </p:cNvSpPr>
            <p:nvPr/>
          </p:nvSpPr>
          <p:spPr>
            <a:xfrm>
              <a:off x="21046059" y="6019800"/>
              <a:ext cx="65532" cy="76200"/>
            </a:xfrm>
            <a:custGeom>
              <a:avLst/>
              <a:gdLst/>
              <a:ahLst/>
              <a:cxnLst/>
              <a:pathLst>
                <a:path w="65532" h="76200">
                  <a:moveTo>
                    <a:pt x="32766" y="0"/>
                  </a:moveTo>
                  <a:lnTo>
                    <a:pt x="0" y="76200"/>
                  </a:lnTo>
                  <a:lnTo>
                    <a:pt x="65532" y="76200"/>
                  </a:lnTo>
                  <a:close/>
                </a:path>
              </a:pathLst>
            </a:custGeom>
            <a:solidFill>
              <a:srgbClr val="263238"/>
            </a:solidFill>
            <a:ln w="0">
              <a:noFill/>
              <a:prstDash val="solid"/>
            </a:ln>
          </p:spPr>
        </p:sp>
        <p:sp>
          <p:nvSpPr>
            <p:cNvPr id="2872" name="four:temporal-output:textbox:3169"/>
            <p:cNvSpPr>
              <a:spLocks noGrp="1"/>
            </p:cNvSpPr>
            <p:nvPr/>
          </p:nvSpPr>
          <p:spPr>
            <a:xfrm>
              <a:off x="20840700" y="6419850"/>
              <a:ext cx="228600" cy="342900"/>
            </a:xfrm>
            <a:prstGeom prst="rect">
              <a:avLst/>
            </a:prstGeom>
            <a:noFill/>
            <a:ln w="0">
              <a:noFill/>
              <a:prstDash val="solid"/>
            </a:ln>
          </p:spPr>
          <p:txBody>
            <a:bodyPr wrap="none" lIns="0" tIns="0" rIns="0" bIns="0" anchor="ctr">
              <a:normAutofit/>
            </a:bodyPr>
            <a:lstStyle>
              <a:defPPr algn="ctr">
                <a:defRPr sz="1875" b="0">
                  <a:solidFill>
                    <a:srgbClr val="263238"/>
                  </a:solidFill>
                  <a:latin typeface="Arial" panose="020B0604020202090204"/>
                  <a:ea typeface="Arial" panose="020B0604020202090204"/>
                  <a:cs typeface="Arial" panose="020B0604020202090204"/>
                </a:defRPr>
              </a:defPPr>
            </a:lstStyle>
            <a:p>
              <a:pPr algn="ctr">
                <a:defRPr sz="1875" b="0">
                  <a:solidFill>
                    <a:srgbClr val="263238"/>
                  </a:solidFill>
                  <a:latin typeface="Arial" panose="020B0604020202090204"/>
                  <a:ea typeface="Arial" panose="020B0604020202090204"/>
                  <a:cs typeface="Arial" panose="020B0604020202090204"/>
                </a:defRPr>
              </a:pPr>
              <a:r>
                <a:rPr sz="1875" b="0">
                  <a:solidFill>
                    <a:srgbClr val="263238"/>
                  </a:solidFill>
                  <a:latin typeface="Arial" panose="020B0604020202090204"/>
                  <a:ea typeface="Arial" panose="020B0604020202090204"/>
                  <a:cs typeface="Arial" panose="020B0604020202090204"/>
                </a:rPr>
                <a:t>d</a:t>
              </a:r>
              <a:endParaRPr sz="1875" b="0">
                <a:solidFill>
                  <a:srgbClr val="263238"/>
                </a:solidFill>
                <a:latin typeface="Arial" panose="020B0604020202090204"/>
                <a:ea typeface="Arial" panose="020B0604020202090204"/>
                <a:cs typeface="Arial" panose="020B0604020202090204"/>
              </a:endParaRPr>
            </a:p>
          </p:txBody>
        </p:sp>
        <p:sp>
          <p:nvSpPr>
            <p:cNvPr id="2873" name="four:temporal-output:line:3170"/>
            <p:cNvSpPr>
              <a:spLocks noGrp="1"/>
            </p:cNvSpPr>
            <p:nvPr/>
          </p:nvSpPr>
          <p:spPr>
            <a:xfrm>
              <a:off x="21240750" y="7372350"/>
              <a:ext cx="2838450" cy="953"/>
            </a:xfrm>
            <a:custGeom>
              <a:avLst/>
              <a:gdLst/>
              <a:ahLst/>
              <a:cxnLst/>
              <a:pathLst>
                <a:path w="2838450" h="953">
                  <a:moveTo>
                    <a:pt x="0" y="0"/>
                  </a:moveTo>
                  <a:lnTo>
                    <a:pt x="2838450" y="0"/>
                  </a:lnTo>
                </a:path>
              </a:pathLst>
            </a:custGeom>
            <a:noFill/>
            <a:ln w="12383">
              <a:solidFill>
                <a:srgbClr val="263238"/>
              </a:solidFill>
              <a:prstDash val="solid"/>
            </a:ln>
          </p:spPr>
        </p:sp>
        <p:sp>
          <p:nvSpPr>
            <p:cNvPr id="2874" name="four:temporal-output:polygon:3171"/>
            <p:cNvSpPr>
              <a:spLocks noGrp="1"/>
            </p:cNvSpPr>
            <p:nvPr/>
          </p:nvSpPr>
          <p:spPr>
            <a:xfrm>
              <a:off x="24003000" y="7339584"/>
              <a:ext cx="76200" cy="65532"/>
            </a:xfrm>
            <a:custGeom>
              <a:avLst/>
              <a:gdLst/>
              <a:ahLst/>
              <a:cxnLst/>
              <a:pathLst>
                <a:path w="76200" h="65532">
                  <a:moveTo>
                    <a:pt x="76200" y="32766"/>
                  </a:moveTo>
                  <a:lnTo>
                    <a:pt x="0" y="0"/>
                  </a:lnTo>
                  <a:lnTo>
                    <a:pt x="0" y="65532"/>
                  </a:lnTo>
                  <a:close/>
                </a:path>
              </a:pathLst>
            </a:custGeom>
            <a:solidFill>
              <a:srgbClr val="263238"/>
            </a:solidFill>
            <a:ln w="0">
              <a:noFill/>
              <a:prstDash val="solid"/>
            </a:ln>
          </p:spPr>
        </p:sp>
        <p:sp>
          <p:nvSpPr>
            <p:cNvPr id="2875" name="four:temporal-output:textbox:3172"/>
            <p:cNvSpPr>
              <a:spLocks noGrp="1"/>
            </p:cNvSpPr>
            <p:nvPr/>
          </p:nvSpPr>
          <p:spPr>
            <a:xfrm>
              <a:off x="24136350" y="7191375"/>
              <a:ext cx="219075" cy="342900"/>
            </a:xfrm>
            <a:prstGeom prst="rect">
              <a:avLst/>
            </a:prstGeom>
            <a:noFill/>
            <a:ln w="0">
              <a:noFill/>
              <a:prstDash val="solid"/>
            </a:ln>
          </p:spPr>
          <p:txBody>
            <a:bodyPr wrap="none" lIns="0" tIns="0" rIns="0" bIns="0" anchor="ctr">
              <a:normAutofit/>
            </a:bodyPr>
            <a:lstStyle>
              <a:defPPr algn="ctr">
                <a:defRPr sz="1950" b="0">
                  <a:solidFill>
                    <a:srgbClr val="263238"/>
                  </a:solidFill>
                  <a:latin typeface="Arial" panose="020B0604020202090204"/>
                  <a:ea typeface="Arial" panose="020B0604020202090204"/>
                  <a:cs typeface="Arial" panose="020B0604020202090204"/>
                </a:defRPr>
              </a:defPPr>
            </a:lstStyle>
            <a:p>
              <a:pPr algn="ctr">
                <a:defRPr sz="1950" b="0">
                  <a:solidFill>
                    <a:srgbClr val="263238"/>
                  </a:solidFill>
                  <a:latin typeface="Arial" panose="020B0604020202090204"/>
                  <a:ea typeface="Arial" panose="020B0604020202090204"/>
                  <a:cs typeface="Arial" panose="020B0604020202090204"/>
                </a:defRPr>
              </a:pPr>
              <a:r>
                <a:rPr sz="1950" b="0">
                  <a:solidFill>
                    <a:srgbClr val="263238"/>
                  </a:solidFill>
                  <a:latin typeface="Arial" panose="020B0604020202090204"/>
                  <a:ea typeface="Arial" panose="020B0604020202090204"/>
                  <a:cs typeface="Arial" panose="020B0604020202090204"/>
                </a:rPr>
                <a:t>t</a:t>
              </a:r>
              <a:endParaRPr sz="1950" b="0">
                <a:solidFill>
                  <a:srgbClr val="263238"/>
                </a:solidFill>
                <a:latin typeface="Arial" panose="020B0604020202090204"/>
                <a:ea typeface="Arial" panose="020B0604020202090204"/>
                <a:cs typeface="Arial" panose="020B0604020202090204"/>
              </a:endParaRPr>
            </a:p>
          </p:txBody>
        </p:sp>
      </p:grpSp>
      <p:grpSp>
        <p:nvGrpSpPr>
          <p:cNvPr id="2876" name="三维时变标量场（可编辑）"/>
          <p:cNvGrpSpPr/>
          <p:nvPr/>
        </p:nvGrpSpPr>
        <p:grpSpPr>
          <a:xfrm>
            <a:off x="0" y="0"/>
            <a:ext cx="24955500" cy="8572500"/>
            <a:chOff x="0" y="0"/>
            <a:chExt cx="24955500" cy="8572500"/>
          </a:xfrm>
        </p:grpSpPr>
        <p:sp>
          <p:nvSpPr>
            <p:cNvPr id="2877" name="addition:input:3190"/>
            <p:cNvSpPr>
              <a:spLocks noGrp="1"/>
            </p:cNvSpPr>
            <p:nvPr/>
          </p:nvSpPr>
          <p:spPr>
            <a:xfrm>
              <a:off x="374904" y="4957191"/>
              <a:ext cx="2359152" cy="2670048"/>
            </a:xfrm>
            <a:prstGeom prst="roundRect">
              <a:avLst/>
            </a:prstGeom>
            <a:solidFill>
              <a:srgbClr val="FFFFFF"/>
            </a:solidFill>
            <a:ln w="10795">
              <a:solidFill>
                <a:srgbClr val="B2D2E2"/>
              </a:solidFill>
            </a:ln>
          </p:spPr>
          <p:txBody>
            <a:bodyPr anchor="ctr"/>
            <a:lstStyle/>
            <a:p>
              <a:pPr algn="ctr">
                <a:buNone/>
              </a:pPr>
            </a:p>
          </p:txBody>
        </p:sp>
        <p:sp>
          <p:nvSpPr>
            <p:cNvPr id="2878" name="addition:input:3191"/>
            <p:cNvSpPr>
              <a:spLocks noGrp="1"/>
            </p:cNvSpPr>
            <p:nvPr/>
          </p:nvSpPr>
          <p:spPr>
            <a:xfrm>
              <a:off x="484632" y="5066919"/>
              <a:ext cx="2075688" cy="301752"/>
            </a:xfrm>
            <a:prstGeom prst="rect">
              <a:avLst/>
            </a:prstGeom>
            <a:noFill/>
          </p:spPr>
          <p:txBody>
            <a:bodyPr wrap="none" lIns="13716" tIns="0" rIns="9144" bIns="0">
              <a:spAutoFit/>
            </a:bodyPr>
            <a:lstStyle>
              <a:defPPr>
                <a:defRPr sz="1200"/>
              </a:defPPr>
              <a:lvl1pPr>
                <a:defRPr sz="1200"/>
              </a:lvl1pPr>
              <a:lvl2pPr>
                <a:defRPr sz="1200"/>
              </a:lvl2pPr>
              <a:lvl3pPr>
                <a:defRPr sz="1200"/>
              </a:lvl3pPr>
              <a:lvl4pPr>
                <a:defRPr sz="1200"/>
              </a:lvl4pPr>
              <a:lvl5pPr>
                <a:defRPr sz="1200"/>
              </a:lvl5pPr>
              <a:lvl6pPr>
                <a:defRPr sz="1200"/>
              </a:lvl6pPr>
              <a:lvl7pPr>
                <a:defRPr sz="1200"/>
              </a:lvl7pPr>
              <a:lvl8pPr>
                <a:defRPr sz="1200"/>
              </a:lvl8pPr>
              <a:lvl9pPr>
                <a:defRPr sz="1200"/>
              </a:lvl9pPr>
            </a:lstStyle>
            <a:p>
              <a:pPr>
                <a:defRPr sz="1200"/>
              </a:pPr>
              <a:r>
                <a:rPr sz="1200" b="1">
                  <a:solidFill>
                    <a:srgbClr val="263238"/>
                  </a:solidFill>
                  <a:latin typeface="Arial" panose="020B0604020202090204"/>
                  <a:ea typeface="Arial" panose="020B0604020202090204"/>
                  <a:cs typeface="Arial" panose="020B0604020202090204"/>
                </a:rPr>
                <a:t>3D time-varying scalar fields</a:t>
              </a:r>
              <a:endParaRPr sz="1200" b="1">
                <a:solidFill>
                  <a:srgbClr val="263238"/>
                </a:solidFill>
                <a:latin typeface="Arial" panose="020B0604020202090204"/>
                <a:ea typeface="Arial" panose="020B0604020202090204"/>
                <a:cs typeface="Arial" panose="020B0604020202090204"/>
              </a:endParaRPr>
            </a:p>
          </p:txBody>
        </p:sp>
        <p:sp>
          <p:nvSpPr>
            <p:cNvPr id="2879" name="addition:input:2"/>
            <p:cNvSpPr>
              <a:spLocks noGrp="1"/>
            </p:cNvSpPr>
            <p:nvPr/>
          </p:nvSpPr>
          <p:spPr>
            <a:xfrm>
              <a:off x="209550" y="5438775"/>
              <a:ext cx="2386584" cy="1690817"/>
            </a:xfrm>
            <a:custGeom>
              <a:avLst/>
              <a:gdLst/>
              <a:ahLst/>
              <a:cxnLst/>
              <a:rect l="l" t="t" r="r" b="b"/>
              <a:pathLst>
                <a:path w="1450" h="902">
                  <a:moveTo>
                    <a:pt x="0" y="0"/>
                  </a:moveTo>
                  <a:moveTo>
                    <a:pt x="109" y="817"/>
                  </a:moveTo>
                  <a:lnTo>
                    <a:pt x="969" y="902"/>
                  </a:lnTo>
                  <a:lnTo>
                    <a:pt x="1450" y="513"/>
                  </a:lnTo>
                  <a:lnTo>
                    <a:pt x="645" y="542"/>
                  </a:lnTo>
                  <a:close/>
                </a:path>
              </a:pathLst>
            </a:custGeom>
            <a:solidFill>
              <a:srgbClr val="D3EAFC">
                <a:alpha val="19000"/>
              </a:srgbClr>
            </a:solidFill>
            <a:ln>
              <a:noFill/>
            </a:ln>
          </p:spPr>
          <p:txBody>
            <a:bodyPr anchor="ctr"/>
            <a:lstStyle/>
            <a:p>
              <a:pPr algn="ctr">
                <a:buNone/>
              </a:pPr>
            </a:p>
          </p:txBody>
        </p:sp>
        <p:sp>
          <p:nvSpPr>
            <p:cNvPr id="2880" name="addition:input:3"/>
            <p:cNvSpPr>
              <a:spLocks noGrp="1"/>
            </p:cNvSpPr>
            <p:nvPr/>
          </p:nvSpPr>
          <p:spPr>
            <a:xfrm>
              <a:off x="209550" y="5438775"/>
              <a:ext cx="2386584" cy="603595"/>
            </a:xfrm>
            <a:custGeom>
              <a:avLst/>
              <a:gdLst/>
              <a:ahLst/>
              <a:cxnLst/>
              <a:rect l="l" t="t" r="r" b="b"/>
              <a:pathLst>
                <a:path w="1450" h="322">
                  <a:moveTo>
                    <a:pt x="0" y="0"/>
                  </a:moveTo>
                  <a:moveTo>
                    <a:pt x="109" y="322"/>
                  </a:moveTo>
                  <a:lnTo>
                    <a:pt x="967" y="322"/>
                  </a:lnTo>
                  <a:lnTo>
                    <a:pt x="1450" y="47"/>
                  </a:lnTo>
                  <a:lnTo>
                    <a:pt x="645" y="47"/>
                  </a:lnTo>
                  <a:close/>
                </a:path>
              </a:pathLst>
            </a:custGeom>
            <a:solidFill>
              <a:srgbClr val="D7ECFD">
                <a:alpha val="15000"/>
              </a:srgbClr>
            </a:solidFill>
            <a:ln>
              <a:noFill/>
            </a:ln>
          </p:spPr>
          <p:txBody>
            <a:bodyPr anchor="ctr"/>
            <a:lstStyle/>
            <a:p>
              <a:pPr algn="ctr">
                <a:buNone/>
              </a:pPr>
            </a:p>
          </p:txBody>
        </p:sp>
        <p:sp>
          <p:nvSpPr>
            <p:cNvPr id="2881" name="addition:input:4"/>
            <p:cNvSpPr>
              <a:spLocks noGrp="1"/>
            </p:cNvSpPr>
            <p:nvPr/>
          </p:nvSpPr>
          <p:spPr>
            <a:xfrm>
              <a:off x="209550" y="5438775"/>
              <a:ext cx="2386584" cy="1694566"/>
            </a:xfrm>
            <a:custGeom>
              <a:avLst/>
              <a:gdLst/>
              <a:ahLst/>
              <a:cxnLst/>
              <a:rect l="l" t="t" r="r" b="b"/>
              <a:pathLst>
                <a:path w="1450" h="904">
                  <a:moveTo>
                    <a:pt x="0" y="0"/>
                  </a:moveTo>
                  <a:moveTo>
                    <a:pt x="968" y="323"/>
                  </a:moveTo>
                  <a:lnTo>
                    <a:pt x="1450" y="47"/>
                  </a:lnTo>
                  <a:lnTo>
                    <a:pt x="1450" y="512"/>
                  </a:lnTo>
                  <a:lnTo>
                    <a:pt x="968" y="904"/>
                  </a:lnTo>
                  <a:close/>
                </a:path>
              </a:pathLst>
            </a:custGeom>
            <a:solidFill>
              <a:srgbClr val="DDEEFF">
                <a:alpha val="20000"/>
              </a:srgbClr>
            </a:solidFill>
            <a:ln>
              <a:noFill/>
            </a:ln>
          </p:spPr>
          <p:txBody>
            <a:bodyPr anchor="ctr"/>
            <a:lstStyle/>
            <a:p>
              <a:pPr algn="ctr">
                <a:buNone/>
              </a:pPr>
            </a:p>
          </p:txBody>
        </p:sp>
        <p:sp>
          <p:nvSpPr>
            <p:cNvPr id="2882" name="addition:input:5"/>
            <p:cNvSpPr>
              <a:spLocks noGrp="1"/>
            </p:cNvSpPr>
            <p:nvPr/>
          </p:nvSpPr>
          <p:spPr>
            <a:xfrm>
              <a:off x="209550" y="5438775"/>
              <a:ext cx="1099475" cy="882899"/>
            </a:xfrm>
            <a:custGeom>
              <a:avLst/>
              <a:gdLst/>
              <a:ahLst/>
              <a:cxnLst/>
              <a:rect l="l" t="t" r="r" b="b"/>
              <a:pathLst>
                <a:path w="668" h="471">
                  <a:moveTo>
                    <a:pt x="0" y="0"/>
                  </a:moveTo>
                  <a:moveTo>
                    <a:pt x="665" y="378"/>
                  </a:moveTo>
                  <a:lnTo>
                    <a:pt x="660" y="385"/>
                  </a:lnTo>
                  <a:lnTo>
                    <a:pt x="658" y="392"/>
                  </a:lnTo>
                  <a:lnTo>
                    <a:pt x="663" y="400"/>
                  </a:lnTo>
                  <a:lnTo>
                    <a:pt x="668" y="409"/>
                  </a:lnTo>
                  <a:lnTo>
                    <a:pt x="667" y="418"/>
                  </a:lnTo>
                  <a:lnTo>
                    <a:pt x="656" y="423"/>
                  </a:lnTo>
                  <a:lnTo>
                    <a:pt x="639" y="424"/>
                  </a:lnTo>
                  <a:lnTo>
                    <a:pt x="624" y="425"/>
                  </a:lnTo>
                  <a:lnTo>
                    <a:pt x="615" y="428"/>
                  </a:lnTo>
                  <a:lnTo>
                    <a:pt x="610" y="434"/>
                  </a:lnTo>
                  <a:lnTo>
                    <a:pt x="604" y="441"/>
                  </a:lnTo>
                  <a:lnTo>
                    <a:pt x="596" y="447"/>
                  </a:lnTo>
                  <a:lnTo>
                    <a:pt x="587" y="453"/>
                  </a:lnTo>
                  <a:lnTo>
                    <a:pt x="578" y="460"/>
                  </a:lnTo>
                  <a:lnTo>
                    <a:pt x="567" y="467"/>
                  </a:lnTo>
                  <a:lnTo>
                    <a:pt x="555" y="471"/>
                  </a:lnTo>
                  <a:lnTo>
                    <a:pt x="541" y="469"/>
                  </a:lnTo>
                  <a:lnTo>
                    <a:pt x="528" y="460"/>
                  </a:lnTo>
                  <a:lnTo>
                    <a:pt x="518" y="452"/>
                  </a:lnTo>
                  <a:lnTo>
                    <a:pt x="508" y="449"/>
                  </a:lnTo>
                  <a:lnTo>
                    <a:pt x="496" y="451"/>
                  </a:lnTo>
                  <a:lnTo>
                    <a:pt x="484" y="453"/>
                  </a:lnTo>
                  <a:lnTo>
                    <a:pt x="474" y="450"/>
                  </a:lnTo>
                  <a:lnTo>
                    <a:pt x="468" y="443"/>
                  </a:lnTo>
                  <a:lnTo>
                    <a:pt x="464" y="436"/>
                  </a:lnTo>
                  <a:lnTo>
                    <a:pt x="458" y="431"/>
                  </a:lnTo>
                  <a:lnTo>
                    <a:pt x="448" y="429"/>
                  </a:lnTo>
                  <a:lnTo>
                    <a:pt x="436" y="427"/>
                  </a:lnTo>
                  <a:lnTo>
                    <a:pt x="427" y="423"/>
                  </a:lnTo>
                  <a:lnTo>
                    <a:pt x="423" y="416"/>
                  </a:lnTo>
                  <a:lnTo>
                    <a:pt x="420" y="409"/>
                  </a:lnTo>
                  <a:lnTo>
                    <a:pt x="416" y="402"/>
                  </a:lnTo>
                  <a:lnTo>
                    <a:pt x="415" y="394"/>
                  </a:lnTo>
                  <a:lnTo>
                    <a:pt x="421" y="386"/>
                  </a:lnTo>
                  <a:lnTo>
                    <a:pt x="434" y="378"/>
                  </a:lnTo>
                  <a:lnTo>
                    <a:pt x="448" y="372"/>
                  </a:lnTo>
                  <a:lnTo>
                    <a:pt x="455" y="366"/>
                  </a:lnTo>
                  <a:lnTo>
                    <a:pt x="451" y="359"/>
                  </a:lnTo>
                  <a:lnTo>
                    <a:pt x="442" y="350"/>
                  </a:lnTo>
                  <a:lnTo>
                    <a:pt x="436" y="340"/>
                  </a:lnTo>
                  <a:lnTo>
                    <a:pt x="439" y="332"/>
                  </a:lnTo>
                  <a:lnTo>
                    <a:pt x="448" y="327"/>
                  </a:lnTo>
                  <a:lnTo>
                    <a:pt x="458" y="323"/>
                  </a:lnTo>
                  <a:lnTo>
                    <a:pt x="464" y="318"/>
                  </a:lnTo>
                  <a:lnTo>
                    <a:pt x="469" y="311"/>
                  </a:lnTo>
                  <a:lnTo>
                    <a:pt x="477" y="306"/>
                  </a:lnTo>
                  <a:lnTo>
                    <a:pt x="486" y="305"/>
                  </a:lnTo>
                  <a:lnTo>
                    <a:pt x="497" y="305"/>
                  </a:lnTo>
                  <a:lnTo>
                    <a:pt x="505" y="304"/>
                  </a:lnTo>
                  <a:lnTo>
                    <a:pt x="513" y="301"/>
                  </a:lnTo>
                  <a:lnTo>
                    <a:pt x="521" y="299"/>
                  </a:lnTo>
                  <a:lnTo>
                    <a:pt x="530" y="301"/>
                  </a:lnTo>
                  <a:lnTo>
                    <a:pt x="538" y="306"/>
                  </a:lnTo>
                  <a:lnTo>
                    <a:pt x="546" y="309"/>
                  </a:lnTo>
                  <a:lnTo>
                    <a:pt x="555" y="306"/>
                  </a:lnTo>
                  <a:lnTo>
                    <a:pt x="568" y="298"/>
                  </a:lnTo>
                  <a:lnTo>
                    <a:pt x="583" y="292"/>
                  </a:lnTo>
                  <a:lnTo>
                    <a:pt x="595" y="293"/>
                  </a:lnTo>
                  <a:lnTo>
                    <a:pt x="603" y="301"/>
                  </a:lnTo>
                  <a:lnTo>
                    <a:pt x="606" y="312"/>
                  </a:lnTo>
                  <a:lnTo>
                    <a:pt x="609" y="321"/>
                  </a:lnTo>
                  <a:lnTo>
                    <a:pt x="614" y="328"/>
                  </a:lnTo>
                  <a:lnTo>
                    <a:pt x="621" y="333"/>
                  </a:lnTo>
                  <a:lnTo>
                    <a:pt x="626" y="340"/>
                  </a:lnTo>
                  <a:lnTo>
                    <a:pt x="630" y="346"/>
                  </a:lnTo>
                  <a:lnTo>
                    <a:pt x="637" y="352"/>
                  </a:lnTo>
                  <a:lnTo>
                    <a:pt x="647" y="357"/>
                  </a:lnTo>
                  <a:lnTo>
                    <a:pt x="659" y="363"/>
                  </a:lnTo>
                  <a:lnTo>
                    <a:pt x="666" y="370"/>
                  </a:lnTo>
                  <a:close/>
                </a:path>
              </a:pathLst>
            </a:custGeom>
            <a:solidFill>
              <a:srgbClr val="A7CEE4">
                <a:alpha val="12900"/>
              </a:srgbClr>
            </a:solidFill>
            <a:ln>
              <a:noFill/>
            </a:ln>
          </p:spPr>
          <p:txBody>
            <a:bodyPr anchor="ctr"/>
            <a:lstStyle/>
            <a:p>
              <a:pPr algn="ctr">
                <a:buNone/>
              </a:pPr>
            </a:p>
          </p:txBody>
        </p:sp>
        <p:sp>
          <p:nvSpPr>
            <p:cNvPr id="2883" name="addition:input:6"/>
            <p:cNvSpPr>
              <a:spLocks noGrp="1"/>
            </p:cNvSpPr>
            <p:nvPr/>
          </p:nvSpPr>
          <p:spPr>
            <a:xfrm>
              <a:off x="209550" y="5438775"/>
              <a:ext cx="1050097" cy="862279"/>
            </a:xfrm>
            <a:custGeom>
              <a:avLst/>
              <a:gdLst/>
              <a:ahLst/>
              <a:cxnLst/>
              <a:rect l="l" t="t" r="r" b="b"/>
              <a:pathLst>
                <a:path w="638" h="460">
                  <a:moveTo>
                    <a:pt x="0" y="0"/>
                  </a:moveTo>
                  <a:moveTo>
                    <a:pt x="629" y="383"/>
                  </a:moveTo>
                  <a:lnTo>
                    <a:pt x="630" y="389"/>
                  </a:lnTo>
                  <a:lnTo>
                    <a:pt x="629" y="395"/>
                  </a:lnTo>
                  <a:lnTo>
                    <a:pt x="629" y="401"/>
                  </a:lnTo>
                  <a:lnTo>
                    <a:pt x="633" y="409"/>
                  </a:lnTo>
                  <a:lnTo>
                    <a:pt x="638" y="417"/>
                  </a:lnTo>
                  <a:lnTo>
                    <a:pt x="637" y="425"/>
                  </a:lnTo>
                  <a:lnTo>
                    <a:pt x="628" y="428"/>
                  </a:lnTo>
                  <a:lnTo>
                    <a:pt x="613" y="428"/>
                  </a:lnTo>
                  <a:lnTo>
                    <a:pt x="599" y="426"/>
                  </a:lnTo>
                  <a:lnTo>
                    <a:pt x="591" y="428"/>
                  </a:lnTo>
                  <a:lnTo>
                    <a:pt x="587" y="433"/>
                  </a:lnTo>
                  <a:lnTo>
                    <a:pt x="583" y="440"/>
                  </a:lnTo>
                  <a:lnTo>
                    <a:pt x="577" y="446"/>
                  </a:lnTo>
                  <a:lnTo>
                    <a:pt x="569" y="449"/>
                  </a:lnTo>
                  <a:lnTo>
                    <a:pt x="560" y="453"/>
                  </a:lnTo>
                  <a:lnTo>
                    <a:pt x="550" y="457"/>
                  </a:lnTo>
                  <a:lnTo>
                    <a:pt x="540" y="460"/>
                  </a:lnTo>
                  <a:lnTo>
                    <a:pt x="528" y="459"/>
                  </a:lnTo>
                  <a:lnTo>
                    <a:pt x="518" y="454"/>
                  </a:lnTo>
                  <a:lnTo>
                    <a:pt x="509" y="448"/>
                  </a:lnTo>
                  <a:lnTo>
                    <a:pt x="500" y="446"/>
                  </a:lnTo>
                  <a:lnTo>
                    <a:pt x="489" y="446"/>
                  </a:lnTo>
                  <a:lnTo>
                    <a:pt x="478" y="446"/>
                  </a:lnTo>
                  <a:lnTo>
                    <a:pt x="469" y="442"/>
                  </a:lnTo>
                  <a:lnTo>
                    <a:pt x="466" y="435"/>
                  </a:lnTo>
                  <a:lnTo>
                    <a:pt x="465" y="427"/>
                  </a:lnTo>
                  <a:lnTo>
                    <a:pt x="461" y="422"/>
                  </a:lnTo>
                  <a:lnTo>
                    <a:pt x="451" y="420"/>
                  </a:lnTo>
                  <a:lnTo>
                    <a:pt x="439" y="419"/>
                  </a:lnTo>
                  <a:lnTo>
                    <a:pt x="427" y="416"/>
                  </a:lnTo>
                  <a:lnTo>
                    <a:pt x="422" y="410"/>
                  </a:lnTo>
                  <a:lnTo>
                    <a:pt x="420" y="403"/>
                  </a:lnTo>
                  <a:lnTo>
                    <a:pt x="420" y="397"/>
                  </a:lnTo>
                  <a:lnTo>
                    <a:pt x="422" y="390"/>
                  </a:lnTo>
                  <a:lnTo>
                    <a:pt x="426" y="383"/>
                  </a:lnTo>
                  <a:lnTo>
                    <a:pt x="436" y="377"/>
                  </a:lnTo>
                  <a:lnTo>
                    <a:pt x="448" y="372"/>
                  </a:lnTo>
                  <a:lnTo>
                    <a:pt x="455" y="368"/>
                  </a:lnTo>
                  <a:lnTo>
                    <a:pt x="455" y="362"/>
                  </a:lnTo>
                  <a:lnTo>
                    <a:pt x="450" y="354"/>
                  </a:lnTo>
                  <a:lnTo>
                    <a:pt x="448" y="346"/>
                  </a:lnTo>
                  <a:lnTo>
                    <a:pt x="453" y="340"/>
                  </a:lnTo>
                  <a:lnTo>
                    <a:pt x="463" y="337"/>
                  </a:lnTo>
                  <a:lnTo>
                    <a:pt x="473" y="334"/>
                  </a:lnTo>
                  <a:lnTo>
                    <a:pt x="479" y="330"/>
                  </a:lnTo>
                  <a:lnTo>
                    <a:pt x="483" y="323"/>
                  </a:lnTo>
                  <a:lnTo>
                    <a:pt x="488" y="316"/>
                  </a:lnTo>
                  <a:lnTo>
                    <a:pt x="496" y="313"/>
                  </a:lnTo>
                  <a:lnTo>
                    <a:pt x="506" y="314"/>
                  </a:lnTo>
                  <a:lnTo>
                    <a:pt x="515" y="316"/>
                  </a:lnTo>
                  <a:lnTo>
                    <a:pt x="523" y="317"/>
                  </a:lnTo>
                  <a:lnTo>
                    <a:pt x="530" y="317"/>
                  </a:lnTo>
                  <a:lnTo>
                    <a:pt x="537" y="319"/>
                  </a:lnTo>
                  <a:lnTo>
                    <a:pt x="543" y="323"/>
                  </a:lnTo>
                  <a:lnTo>
                    <a:pt x="549" y="325"/>
                  </a:lnTo>
                  <a:lnTo>
                    <a:pt x="557" y="323"/>
                  </a:lnTo>
                  <a:lnTo>
                    <a:pt x="568" y="318"/>
                  </a:lnTo>
                  <a:lnTo>
                    <a:pt x="581" y="313"/>
                  </a:lnTo>
                  <a:lnTo>
                    <a:pt x="591" y="314"/>
                  </a:lnTo>
                  <a:lnTo>
                    <a:pt x="595" y="321"/>
                  </a:lnTo>
                  <a:lnTo>
                    <a:pt x="595" y="331"/>
                  </a:lnTo>
                  <a:lnTo>
                    <a:pt x="596" y="339"/>
                  </a:lnTo>
                  <a:lnTo>
                    <a:pt x="600" y="344"/>
                  </a:lnTo>
                  <a:lnTo>
                    <a:pt x="607" y="349"/>
                  </a:lnTo>
                  <a:lnTo>
                    <a:pt x="612" y="354"/>
                  </a:lnTo>
                  <a:lnTo>
                    <a:pt x="614" y="360"/>
                  </a:lnTo>
                  <a:lnTo>
                    <a:pt x="615" y="366"/>
                  </a:lnTo>
                  <a:lnTo>
                    <a:pt x="619" y="371"/>
                  </a:lnTo>
                  <a:lnTo>
                    <a:pt x="624" y="377"/>
                  </a:lnTo>
                  <a:close/>
                </a:path>
              </a:pathLst>
            </a:custGeom>
            <a:solidFill>
              <a:srgbClr val="59A3CD">
                <a:alpha val="12900"/>
              </a:srgbClr>
            </a:solidFill>
            <a:ln>
              <a:noFill/>
            </a:ln>
          </p:spPr>
          <p:txBody>
            <a:bodyPr anchor="ctr"/>
            <a:lstStyle/>
            <a:p>
              <a:pPr algn="ctr">
                <a:buNone/>
              </a:pPr>
            </a:p>
          </p:txBody>
        </p:sp>
        <p:sp>
          <p:nvSpPr>
            <p:cNvPr id="2884" name="addition:input:7"/>
            <p:cNvSpPr>
              <a:spLocks noGrp="1"/>
            </p:cNvSpPr>
            <p:nvPr/>
          </p:nvSpPr>
          <p:spPr>
            <a:xfrm>
              <a:off x="209550" y="5438775"/>
              <a:ext cx="1027054" cy="854781"/>
            </a:xfrm>
            <a:custGeom>
              <a:avLst/>
              <a:gdLst/>
              <a:ahLst/>
              <a:cxnLst/>
              <a:rect l="l" t="t" r="r" b="b"/>
              <a:pathLst>
                <a:path w="624" h="456">
                  <a:moveTo>
                    <a:pt x="0" y="0"/>
                  </a:moveTo>
                  <a:moveTo>
                    <a:pt x="610" y="388"/>
                  </a:moveTo>
                  <a:lnTo>
                    <a:pt x="609" y="393"/>
                  </a:lnTo>
                  <a:lnTo>
                    <a:pt x="614" y="399"/>
                  </a:lnTo>
                  <a:lnTo>
                    <a:pt x="621" y="406"/>
                  </a:lnTo>
                  <a:lnTo>
                    <a:pt x="624" y="412"/>
                  </a:lnTo>
                  <a:lnTo>
                    <a:pt x="620" y="418"/>
                  </a:lnTo>
                  <a:lnTo>
                    <a:pt x="609" y="420"/>
                  </a:lnTo>
                  <a:lnTo>
                    <a:pt x="598" y="422"/>
                  </a:lnTo>
                  <a:lnTo>
                    <a:pt x="590" y="424"/>
                  </a:lnTo>
                  <a:lnTo>
                    <a:pt x="585" y="427"/>
                  </a:lnTo>
                  <a:lnTo>
                    <a:pt x="579" y="430"/>
                  </a:lnTo>
                  <a:lnTo>
                    <a:pt x="573" y="433"/>
                  </a:lnTo>
                  <a:lnTo>
                    <a:pt x="567" y="436"/>
                  </a:lnTo>
                  <a:lnTo>
                    <a:pt x="562" y="442"/>
                  </a:lnTo>
                  <a:lnTo>
                    <a:pt x="556" y="450"/>
                  </a:lnTo>
                  <a:lnTo>
                    <a:pt x="548" y="456"/>
                  </a:lnTo>
                  <a:lnTo>
                    <a:pt x="538" y="456"/>
                  </a:lnTo>
                  <a:lnTo>
                    <a:pt x="528" y="452"/>
                  </a:lnTo>
                  <a:lnTo>
                    <a:pt x="519" y="447"/>
                  </a:lnTo>
                  <a:lnTo>
                    <a:pt x="510" y="444"/>
                  </a:lnTo>
                  <a:lnTo>
                    <a:pt x="502" y="445"/>
                  </a:lnTo>
                  <a:lnTo>
                    <a:pt x="492" y="447"/>
                  </a:lnTo>
                  <a:lnTo>
                    <a:pt x="484" y="445"/>
                  </a:lnTo>
                  <a:lnTo>
                    <a:pt x="478" y="440"/>
                  </a:lnTo>
                  <a:lnTo>
                    <a:pt x="475" y="434"/>
                  </a:lnTo>
                  <a:lnTo>
                    <a:pt x="470" y="430"/>
                  </a:lnTo>
                  <a:lnTo>
                    <a:pt x="464" y="428"/>
                  </a:lnTo>
                  <a:lnTo>
                    <a:pt x="456" y="426"/>
                  </a:lnTo>
                  <a:lnTo>
                    <a:pt x="449" y="423"/>
                  </a:lnTo>
                  <a:lnTo>
                    <a:pt x="444" y="420"/>
                  </a:lnTo>
                  <a:lnTo>
                    <a:pt x="439" y="416"/>
                  </a:lnTo>
                  <a:lnTo>
                    <a:pt x="433" y="411"/>
                  </a:lnTo>
                  <a:lnTo>
                    <a:pt x="427" y="407"/>
                  </a:lnTo>
                  <a:lnTo>
                    <a:pt x="428" y="400"/>
                  </a:lnTo>
                  <a:lnTo>
                    <a:pt x="436" y="394"/>
                  </a:lnTo>
                  <a:lnTo>
                    <a:pt x="449" y="388"/>
                  </a:lnTo>
                  <a:lnTo>
                    <a:pt x="457" y="384"/>
                  </a:lnTo>
                  <a:lnTo>
                    <a:pt x="458" y="379"/>
                  </a:lnTo>
                  <a:lnTo>
                    <a:pt x="454" y="373"/>
                  </a:lnTo>
                  <a:lnTo>
                    <a:pt x="450" y="367"/>
                  </a:lnTo>
                  <a:lnTo>
                    <a:pt x="451" y="361"/>
                  </a:lnTo>
                  <a:lnTo>
                    <a:pt x="457" y="357"/>
                  </a:lnTo>
                  <a:lnTo>
                    <a:pt x="462" y="353"/>
                  </a:lnTo>
                  <a:lnTo>
                    <a:pt x="465" y="348"/>
                  </a:lnTo>
                  <a:lnTo>
                    <a:pt x="468" y="342"/>
                  </a:lnTo>
                  <a:lnTo>
                    <a:pt x="473" y="338"/>
                  </a:lnTo>
                  <a:lnTo>
                    <a:pt x="481" y="335"/>
                  </a:lnTo>
                  <a:lnTo>
                    <a:pt x="488" y="334"/>
                  </a:lnTo>
                  <a:lnTo>
                    <a:pt x="494" y="332"/>
                  </a:lnTo>
                  <a:lnTo>
                    <a:pt x="500" y="329"/>
                  </a:lnTo>
                  <a:lnTo>
                    <a:pt x="506" y="328"/>
                  </a:lnTo>
                  <a:lnTo>
                    <a:pt x="514" y="330"/>
                  </a:lnTo>
                  <a:lnTo>
                    <a:pt x="520" y="335"/>
                  </a:lnTo>
                  <a:lnTo>
                    <a:pt x="526" y="339"/>
                  </a:lnTo>
                  <a:lnTo>
                    <a:pt x="531" y="338"/>
                  </a:lnTo>
                  <a:lnTo>
                    <a:pt x="539" y="333"/>
                  </a:lnTo>
                  <a:lnTo>
                    <a:pt x="548" y="326"/>
                  </a:lnTo>
                  <a:lnTo>
                    <a:pt x="558" y="324"/>
                  </a:lnTo>
                  <a:lnTo>
                    <a:pt x="565" y="327"/>
                  </a:lnTo>
                  <a:lnTo>
                    <a:pt x="570" y="333"/>
                  </a:lnTo>
                  <a:lnTo>
                    <a:pt x="574" y="339"/>
                  </a:lnTo>
                  <a:lnTo>
                    <a:pt x="579" y="344"/>
                  </a:lnTo>
                  <a:lnTo>
                    <a:pt x="583" y="349"/>
                  </a:lnTo>
                  <a:lnTo>
                    <a:pt x="586" y="354"/>
                  </a:lnTo>
                  <a:lnTo>
                    <a:pt x="587" y="360"/>
                  </a:lnTo>
                  <a:lnTo>
                    <a:pt x="590" y="365"/>
                  </a:lnTo>
                  <a:lnTo>
                    <a:pt x="597" y="368"/>
                  </a:lnTo>
                  <a:lnTo>
                    <a:pt x="606" y="372"/>
                  </a:lnTo>
                  <a:lnTo>
                    <a:pt x="612" y="377"/>
                  </a:lnTo>
                  <a:lnTo>
                    <a:pt x="612" y="383"/>
                  </a:lnTo>
                  <a:close/>
                </a:path>
              </a:pathLst>
            </a:custGeom>
            <a:solidFill>
              <a:srgbClr val="0675B4">
                <a:alpha val="10500"/>
              </a:srgbClr>
            </a:solidFill>
            <a:ln>
              <a:noFill/>
            </a:ln>
          </p:spPr>
          <p:txBody>
            <a:bodyPr anchor="ctr"/>
            <a:lstStyle/>
            <a:p>
              <a:pPr algn="ctr">
                <a:buNone/>
              </a:pPr>
            </a:p>
          </p:txBody>
        </p:sp>
        <p:sp>
          <p:nvSpPr>
            <p:cNvPr id="2885" name="addition:input:8"/>
            <p:cNvSpPr>
              <a:spLocks noGrp="1"/>
            </p:cNvSpPr>
            <p:nvPr/>
          </p:nvSpPr>
          <p:spPr>
            <a:xfrm>
              <a:off x="209550" y="5438775"/>
              <a:ext cx="867400" cy="744184"/>
            </a:xfrm>
            <a:custGeom>
              <a:avLst/>
              <a:gdLst/>
              <a:ahLst/>
              <a:cxnLst/>
              <a:rect l="l" t="t" r="r" b="b"/>
              <a:pathLst>
                <a:path w="527" h="397">
                  <a:moveTo>
                    <a:pt x="0" y="0"/>
                  </a:moveTo>
                  <a:moveTo>
                    <a:pt x="518" y="368"/>
                  </a:moveTo>
                  <a:lnTo>
                    <a:pt x="520" y="370"/>
                  </a:lnTo>
                  <a:lnTo>
                    <a:pt x="523" y="373"/>
                  </a:lnTo>
                  <a:lnTo>
                    <a:pt x="523" y="375"/>
                  </a:lnTo>
                  <a:lnTo>
                    <a:pt x="522" y="377"/>
                  </a:lnTo>
                  <a:lnTo>
                    <a:pt x="521" y="379"/>
                  </a:lnTo>
                  <a:lnTo>
                    <a:pt x="520" y="382"/>
                  </a:lnTo>
                  <a:lnTo>
                    <a:pt x="520" y="384"/>
                  </a:lnTo>
                  <a:lnTo>
                    <a:pt x="518" y="386"/>
                  </a:lnTo>
                  <a:lnTo>
                    <a:pt x="515" y="387"/>
                  </a:lnTo>
                  <a:lnTo>
                    <a:pt x="512" y="388"/>
                  </a:lnTo>
                  <a:lnTo>
                    <a:pt x="510" y="389"/>
                  </a:lnTo>
                  <a:lnTo>
                    <a:pt x="508" y="391"/>
                  </a:lnTo>
                  <a:lnTo>
                    <a:pt x="506" y="392"/>
                  </a:lnTo>
                  <a:lnTo>
                    <a:pt x="503" y="392"/>
                  </a:lnTo>
                  <a:lnTo>
                    <a:pt x="499" y="390"/>
                  </a:lnTo>
                  <a:lnTo>
                    <a:pt x="496" y="389"/>
                  </a:lnTo>
                  <a:lnTo>
                    <a:pt x="494" y="390"/>
                  </a:lnTo>
                  <a:lnTo>
                    <a:pt x="491" y="393"/>
                  </a:lnTo>
                  <a:lnTo>
                    <a:pt x="488" y="396"/>
                  </a:lnTo>
                  <a:lnTo>
                    <a:pt x="484" y="397"/>
                  </a:lnTo>
                  <a:lnTo>
                    <a:pt x="480" y="395"/>
                  </a:lnTo>
                  <a:lnTo>
                    <a:pt x="477" y="394"/>
                  </a:lnTo>
                  <a:lnTo>
                    <a:pt x="474" y="392"/>
                  </a:lnTo>
                  <a:lnTo>
                    <a:pt x="471" y="390"/>
                  </a:lnTo>
                  <a:lnTo>
                    <a:pt x="469" y="388"/>
                  </a:lnTo>
                  <a:lnTo>
                    <a:pt x="468" y="385"/>
                  </a:lnTo>
                  <a:lnTo>
                    <a:pt x="466" y="383"/>
                  </a:lnTo>
                  <a:lnTo>
                    <a:pt x="464" y="381"/>
                  </a:lnTo>
                  <a:lnTo>
                    <a:pt x="460" y="380"/>
                  </a:lnTo>
                  <a:lnTo>
                    <a:pt x="456" y="379"/>
                  </a:lnTo>
                  <a:lnTo>
                    <a:pt x="453" y="378"/>
                  </a:lnTo>
                  <a:lnTo>
                    <a:pt x="453" y="375"/>
                  </a:lnTo>
                  <a:lnTo>
                    <a:pt x="454" y="373"/>
                  </a:lnTo>
                  <a:lnTo>
                    <a:pt x="453" y="370"/>
                  </a:lnTo>
                  <a:lnTo>
                    <a:pt x="451" y="368"/>
                  </a:lnTo>
                  <a:lnTo>
                    <a:pt x="447" y="366"/>
                  </a:lnTo>
                  <a:lnTo>
                    <a:pt x="446" y="363"/>
                  </a:lnTo>
                  <a:lnTo>
                    <a:pt x="448" y="361"/>
                  </a:lnTo>
                  <a:lnTo>
                    <a:pt x="453" y="359"/>
                  </a:lnTo>
                  <a:lnTo>
                    <a:pt x="457" y="358"/>
                  </a:lnTo>
                  <a:lnTo>
                    <a:pt x="460" y="357"/>
                  </a:lnTo>
                  <a:lnTo>
                    <a:pt x="462" y="355"/>
                  </a:lnTo>
                  <a:lnTo>
                    <a:pt x="465" y="354"/>
                  </a:lnTo>
                  <a:lnTo>
                    <a:pt x="467" y="352"/>
                  </a:lnTo>
                  <a:lnTo>
                    <a:pt x="469" y="350"/>
                  </a:lnTo>
                  <a:lnTo>
                    <a:pt x="471" y="348"/>
                  </a:lnTo>
                  <a:lnTo>
                    <a:pt x="472" y="344"/>
                  </a:lnTo>
                  <a:lnTo>
                    <a:pt x="475" y="341"/>
                  </a:lnTo>
                  <a:lnTo>
                    <a:pt x="479" y="341"/>
                  </a:lnTo>
                  <a:lnTo>
                    <a:pt x="484" y="342"/>
                  </a:lnTo>
                  <a:lnTo>
                    <a:pt x="488" y="344"/>
                  </a:lnTo>
                  <a:lnTo>
                    <a:pt x="491" y="345"/>
                  </a:lnTo>
                  <a:lnTo>
                    <a:pt x="494" y="344"/>
                  </a:lnTo>
                  <a:lnTo>
                    <a:pt x="498" y="343"/>
                  </a:lnTo>
                  <a:lnTo>
                    <a:pt x="501" y="343"/>
                  </a:lnTo>
                  <a:lnTo>
                    <a:pt x="503" y="345"/>
                  </a:lnTo>
                  <a:lnTo>
                    <a:pt x="505" y="347"/>
                  </a:lnTo>
                  <a:lnTo>
                    <a:pt x="508" y="348"/>
                  </a:lnTo>
                  <a:lnTo>
                    <a:pt x="510" y="349"/>
                  </a:lnTo>
                  <a:lnTo>
                    <a:pt x="513" y="349"/>
                  </a:lnTo>
                  <a:lnTo>
                    <a:pt x="516" y="350"/>
                  </a:lnTo>
                  <a:lnTo>
                    <a:pt x="518" y="352"/>
                  </a:lnTo>
                  <a:lnTo>
                    <a:pt x="521" y="353"/>
                  </a:lnTo>
                  <a:lnTo>
                    <a:pt x="524" y="354"/>
                  </a:lnTo>
                  <a:lnTo>
                    <a:pt x="527" y="356"/>
                  </a:lnTo>
                  <a:lnTo>
                    <a:pt x="527" y="358"/>
                  </a:lnTo>
                  <a:lnTo>
                    <a:pt x="523" y="361"/>
                  </a:lnTo>
                  <a:lnTo>
                    <a:pt x="519" y="364"/>
                  </a:lnTo>
                  <a:lnTo>
                    <a:pt x="517" y="366"/>
                  </a:lnTo>
                  <a:close/>
                </a:path>
              </a:pathLst>
            </a:custGeom>
            <a:solidFill>
              <a:srgbClr val="59A3CD">
                <a:alpha val="9600"/>
              </a:srgbClr>
            </a:solidFill>
            <a:ln>
              <a:noFill/>
            </a:ln>
          </p:spPr>
          <p:txBody>
            <a:bodyPr anchor="ctr"/>
            <a:lstStyle/>
            <a:p>
              <a:pPr algn="ctr">
                <a:buNone/>
              </a:pPr>
            </a:p>
          </p:txBody>
        </p:sp>
        <p:sp>
          <p:nvSpPr>
            <p:cNvPr id="2886" name="addition:input:9"/>
            <p:cNvSpPr>
              <a:spLocks noGrp="1"/>
            </p:cNvSpPr>
            <p:nvPr/>
          </p:nvSpPr>
          <p:spPr>
            <a:xfrm>
              <a:off x="209550" y="5438775"/>
              <a:ext cx="913486" cy="704820"/>
            </a:xfrm>
            <a:custGeom>
              <a:avLst/>
              <a:gdLst/>
              <a:ahLst/>
              <a:cxnLst/>
              <a:rect l="l" t="t" r="r" b="b"/>
              <a:pathLst>
                <a:path w="555" h="376">
                  <a:moveTo>
                    <a:pt x="0" y="0"/>
                  </a:moveTo>
                  <a:moveTo>
                    <a:pt x="555" y="348"/>
                  </a:moveTo>
                  <a:lnTo>
                    <a:pt x="555" y="350"/>
                  </a:lnTo>
                  <a:lnTo>
                    <a:pt x="554" y="353"/>
                  </a:lnTo>
                  <a:lnTo>
                    <a:pt x="552" y="354"/>
                  </a:lnTo>
                  <a:lnTo>
                    <a:pt x="552" y="357"/>
                  </a:lnTo>
                  <a:lnTo>
                    <a:pt x="553" y="359"/>
                  </a:lnTo>
                  <a:lnTo>
                    <a:pt x="554" y="362"/>
                  </a:lnTo>
                  <a:lnTo>
                    <a:pt x="552" y="364"/>
                  </a:lnTo>
                  <a:lnTo>
                    <a:pt x="548" y="365"/>
                  </a:lnTo>
                  <a:lnTo>
                    <a:pt x="543" y="364"/>
                  </a:lnTo>
                  <a:lnTo>
                    <a:pt x="540" y="365"/>
                  </a:lnTo>
                  <a:lnTo>
                    <a:pt x="538" y="366"/>
                  </a:lnTo>
                  <a:lnTo>
                    <a:pt x="536" y="368"/>
                  </a:lnTo>
                  <a:lnTo>
                    <a:pt x="534" y="369"/>
                  </a:lnTo>
                  <a:lnTo>
                    <a:pt x="531" y="371"/>
                  </a:lnTo>
                  <a:lnTo>
                    <a:pt x="528" y="372"/>
                  </a:lnTo>
                  <a:lnTo>
                    <a:pt x="525" y="375"/>
                  </a:lnTo>
                  <a:lnTo>
                    <a:pt x="521" y="376"/>
                  </a:lnTo>
                  <a:lnTo>
                    <a:pt x="517" y="376"/>
                  </a:lnTo>
                  <a:lnTo>
                    <a:pt x="514" y="374"/>
                  </a:lnTo>
                  <a:lnTo>
                    <a:pt x="511" y="371"/>
                  </a:lnTo>
                  <a:lnTo>
                    <a:pt x="508" y="369"/>
                  </a:lnTo>
                  <a:lnTo>
                    <a:pt x="505" y="369"/>
                  </a:lnTo>
                  <a:lnTo>
                    <a:pt x="501" y="369"/>
                  </a:lnTo>
                  <a:lnTo>
                    <a:pt x="498" y="369"/>
                  </a:lnTo>
                  <a:lnTo>
                    <a:pt x="495" y="367"/>
                  </a:lnTo>
                  <a:lnTo>
                    <a:pt x="494" y="365"/>
                  </a:lnTo>
                  <a:lnTo>
                    <a:pt x="493" y="363"/>
                  </a:lnTo>
                  <a:lnTo>
                    <a:pt x="491" y="362"/>
                  </a:lnTo>
                  <a:lnTo>
                    <a:pt x="487" y="361"/>
                  </a:lnTo>
                  <a:lnTo>
                    <a:pt x="484" y="359"/>
                  </a:lnTo>
                  <a:lnTo>
                    <a:pt x="483" y="357"/>
                  </a:lnTo>
                  <a:lnTo>
                    <a:pt x="482" y="355"/>
                  </a:lnTo>
                  <a:lnTo>
                    <a:pt x="481" y="353"/>
                  </a:lnTo>
                  <a:lnTo>
                    <a:pt x="481" y="351"/>
                  </a:lnTo>
                  <a:lnTo>
                    <a:pt x="481" y="348"/>
                  </a:lnTo>
                  <a:lnTo>
                    <a:pt x="485" y="346"/>
                  </a:lnTo>
                  <a:lnTo>
                    <a:pt x="490" y="344"/>
                  </a:lnTo>
                  <a:lnTo>
                    <a:pt x="494" y="343"/>
                  </a:lnTo>
                  <a:lnTo>
                    <a:pt x="495" y="341"/>
                  </a:lnTo>
                  <a:lnTo>
                    <a:pt x="493" y="338"/>
                  </a:lnTo>
                  <a:lnTo>
                    <a:pt x="491" y="335"/>
                  </a:lnTo>
                  <a:lnTo>
                    <a:pt x="491" y="332"/>
                  </a:lnTo>
                  <a:lnTo>
                    <a:pt x="494" y="331"/>
                  </a:lnTo>
                  <a:lnTo>
                    <a:pt x="497" y="330"/>
                  </a:lnTo>
                  <a:lnTo>
                    <a:pt x="500" y="328"/>
                  </a:lnTo>
                  <a:lnTo>
                    <a:pt x="502" y="327"/>
                  </a:lnTo>
                  <a:lnTo>
                    <a:pt x="504" y="325"/>
                  </a:lnTo>
                  <a:lnTo>
                    <a:pt x="507" y="325"/>
                  </a:lnTo>
                  <a:lnTo>
                    <a:pt x="510" y="325"/>
                  </a:lnTo>
                  <a:lnTo>
                    <a:pt x="513" y="325"/>
                  </a:lnTo>
                  <a:lnTo>
                    <a:pt x="516" y="325"/>
                  </a:lnTo>
                  <a:lnTo>
                    <a:pt x="518" y="324"/>
                  </a:lnTo>
                  <a:lnTo>
                    <a:pt x="521" y="324"/>
                  </a:lnTo>
                  <a:lnTo>
                    <a:pt x="523" y="326"/>
                  </a:lnTo>
                  <a:lnTo>
                    <a:pt x="525" y="327"/>
                  </a:lnTo>
                  <a:lnTo>
                    <a:pt x="527" y="328"/>
                  </a:lnTo>
                  <a:lnTo>
                    <a:pt x="530" y="326"/>
                  </a:lnTo>
                  <a:lnTo>
                    <a:pt x="535" y="324"/>
                  </a:lnTo>
                  <a:lnTo>
                    <a:pt x="539" y="324"/>
                  </a:lnTo>
                  <a:lnTo>
                    <a:pt x="541" y="326"/>
                  </a:lnTo>
                  <a:lnTo>
                    <a:pt x="542" y="329"/>
                  </a:lnTo>
                  <a:lnTo>
                    <a:pt x="542" y="332"/>
                  </a:lnTo>
                  <a:lnTo>
                    <a:pt x="543" y="334"/>
                  </a:lnTo>
                  <a:lnTo>
                    <a:pt x="544" y="336"/>
                  </a:lnTo>
                  <a:lnTo>
                    <a:pt x="545" y="338"/>
                  </a:lnTo>
                  <a:lnTo>
                    <a:pt x="546" y="340"/>
                  </a:lnTo>
                  <a:lnTo>
                    <a:pt x="547" y="342"/>
                  </a:lnTo>
                  <a:lnTo>
                    <a:pt x="549" y="344"/>
                  </a:lnTo>
                  <a:lnTo>
                    <a:pt x="552" y="346"/>
                  </a:lnTo>
                  <a:close/>
                </a:path>
              </a:pathLst>
            </a:custGeom>
            <a:solidFill>
              <a:srgbClr val="59A3CD">
                <a:alpha val="9600"/>
              </a:srgbClr>
            </a:solidFill>
            <a:ln>
              <a:noFill/>
            </a:ln>
          </p:spPr>
          <p:txBody>
            <a:bodyPr anchor="ctr"/>
            <a:lstStyle/>
            <a:p>
              <a:pPr algn="ctr">
                <a:buNone/>
              </a:pPr>
            </a:p>
          </p:txBody>
        </p:sp>
        <p:sp>
          <p:nvSpPr>
            <p:cNvPr id="2887" name="addition:input:10"/>
            <p:cNvSpPr>
              <a:spLocks noGrp="1"/>
            </p:cNvSpPr>
            <p:nvPr/>
          </p:nvSpPr>
          <p:spPr>
            <a:xfrm>
              <a:off x="209550" y="5438775"/>
              <a:ext cx="976031" cy="721690"/>
            </a:xfrm>
            <a:custGeom>
              <a:avLst/>
              <a:gdLst/>
              <a:ahLst/>
              <a:cxnLst/>
              <a:rect l="l" t="t" r="r" b="b"/>
              <a:pathLst>
                <a:path w="593" h="385">
                  <a:moveTo>
                    <a:pt x="0" y="0"/>
                  </a:moveTo>
                  <a:moveTo>
                    <a:pt x="592" y="354"/>
                  </a:moveTo>
                  <a:lnTo>
                    <a:pt x="593" y="356"/>
                  </a:lnTo>
                  <a:lnTo>
                    <a:pt x="593" y="359"/>
                  </a:lnTo>
                  <a:lnTo>
                    <a:pt x="591" y="361"/>
                  </a:lnTo>
                  <a:lnTo>
                    <a:pt x="590" y="364"/>
                  </a:lnTo>
                  <a:lnTo>
                    <a:pt x="589" y="366"/>
                  </a:lnTo>
                  <a:lnTo>
                    <a:pt x="587" y="368"/>
                  </a:lnTo>
                  <a:lnTo>
                    <a:pt x="584" y="369"/>
                  </a:lnTo>
                  <a:lnTo>
                    <a:pt x="581" y="370"/>
                  </a:lnTo>
                  <a:lnTo>
                    <a:pt x="579" y="371"/>
                  </a:lnTo>
                  <a:lnTo>
                    <a:pt x="578" y="374"/>
                  </a:lnTo>
                  <a:lnTo>
                    <a:pt x="576" y="376"/>
                  </a:lnTo>
                  <a:lnTo>
                    <a:pt x="573" y="377"/>
                  </a:lnTo>
                  <a:lnTo>
                    <a:pt x="569" y="377"/>
                  </a:lnTo>
                  <a:lnTo>
                    <a:pt x="565" y="376"/>
                  </a:lnTo>
                  <a:lnTo>
                    <a:pt x="563" y="378"/>
                  </a:lnTo>
                  <a:lnTo>
                    <a:pt x="560" y="381"/>
                  </a:lnTo>
                  <a:lnTo>
                    <a:pt x="556" y="384"/>
                  </a:lnTo>
                  <a:lnTo>
                    <a:pt x="552" y="385"/>
                  </a:lnTo>
                  <a:lnTo>
                    <a:pt x="548" y="383"/>
                  </a:lnTo>
                  <a:lnTo>
                    <a:pt x="545" y="381"/>
                  </a:lnTo>
                  <a:lnTo>
                    <a:pt x="542" y="378"/>
                  </a:lnTo>
                  <a:lnTo>
                    <a:pt x="539" y="377"/>
                  </a:lnTo>
                  <a:lnTo>
                    <a:pt x="537" y="375"/>
                  </a:lnTo>
                  <a:lnTo>
                    <a:pt x="534" y="373"/>
                  </a:lnTo>
                  <a:lnTo>
                    <a:pt x="532" y="372"/>
                  </a:lnTo>
                  <a:lnTo>
                    <a:pt x="530" y="371"/>
                  </a:lnTo>
                  <a:lnTo>
                    <a:pt x="525" y="371"/>
                  </a:lnTo>
                  <a:lnTo>
                    <a:pt x="521" y="370"/>
                  </a:lnTo>
                  <a:lnTo>
                    <a:pt x="518" y="369"/>
                  </a:lnTo>
                  <a:lnTo>
                    <a:pt x="517" y="366"/>
                  </a:lnTo>
                  <a:lnTo>
                    <a:pt x="519" y="363"/>
                  </a:lnTo>
                  <a:lnTo>
                    <a:pt x="520" y="361"/>
                  </a:lnTo>
                  <a:lnTo>
                    <a:pt x="519" y="358"/>
                  </a:lnTo>
                  <a:lnTo>
                    <a:pt x="517" y="356"/>
                  </a:lnTo>
                  <a:lnTo>
                    <a:pt x="516" y="354"/>
                  </a:lnTo>
                  <a:lnTo>
                    <a:pt x="518" y="351"/>
                  </a:lnTo>
                  <a:lnTo>
                    <a:pt x="522" y="349"/>
                  </a:lnTo>
                  <a:lnTo>
                    <a:pt x="525" y="347"/>
                  </a:lnTo>
                  <a:lnTo>
                    <a:pt x="527" y="345"/>
                  </a:lnTo>
                  <a:lnTo>
                    <a:pt x="527" y="343"/>
                  </a:lnTo>
                  <a:lnTo>
                    <a:pt x="528" y="341"/>
                  </a:lnTo>
                  <a:lnTo>
                    <a:pt x="529" y="339"/>
                  </a:lnTo>
                  <a:lnTo>
                    <a:pt x="531" y="336"/>
                  </a:lnTo>
                  <a:lnTo>
                    <a:pt x="531" y="333"/>
                  </a:lnTo>
                  <a:lnTo>
                    <a:pt x="532" y="330"/>
                  </a:lnTo>
                  <a:lnTo>
                    <a:pt x="534" y="327"/>
                  </a:lnTo>
                  <a:lnTo>
                    <a:pt x="538" y="327"/>
                  </a:lnTo>
                  <a:lnTo>
                    <a:pt x="542" y="329"/>
                  </a:lnTo>
                  <a:lnTo>
                    <a:pt x="546" y="331"/>
                  </a:lnTo>
                  <a:lnTo>
                    <a:pt x="549" y="331"/>
                  </a:lnTo>
                  <a:lnTo>
                    <a:pt x="551" y="330"/>
                  </a:lnTo>
                  <a:lnTo>
                    <a:pt x="553" y="328"/>
                  </a:lnTo>
                  <a:lnTo>
                    <a:pt x="555" y="327"/>
                  </a:lnTo>
                  <a:lnTo>
                    <a:pt x="558" y="328"/>
                  </a:lnTo>
                  <a:lnTo>
                    <a:pt x="560" y="329"/>
                  </a:lnTo>
                  <a:lnTo>
                    <a:pt x="563" y="329"/>
                  </a:lnTo>
                  <a:lnTo>
                    <a:pt x="566" y="329"/>
                  </a:lnTo>
                  <a:lnTo>
                    <a:pt x="569" y="329"/>
                  </a:lnTo>
                  <a:lnTo>
                    <a:pt x="572" y="330"/>
                  </a:lnTo>
                  <a:lnTo>
                    <a:pt x="574" y="332"/>
                  </a:lnTo>
                  <a:lnTo>
                    <a:pt x="576" y="334"/>
                  </a:lnTo>
                  <a:lnTo>
                    <a:pt x="579" y="335"/>
                  </a:lnTo>
                  <a:lnTo>
                    <a:pt x="582" y="337"/>
                  </a:lnTo>
                  <a:lnTo>
                    <a:pt x="583" y="339"/>
                  </a:lnTo>
                  <a:lnTo>
                    <a:pt x="582" y="343"/>
                  </a:lnTo>
                  <a:lnTo>
                    <a:pt x="580" y="346"/>
                  </a:lnTo>
                  <a:lnTo>
                    <a:pt x="579" y="348"/>
                  </a:lnTo>
                  <a:lnTo>
                    <a:pt x="582" y="350"/>
                  </a:lnTo>
                  <a:lnTo>
                    <a:pt x="587" y="351"/>
                  </a:lnTo>
                  <a:close/>
                </a:path>
              </a:pathLst>
            </a:custGeom>
            <a:solidFill>
              <a:srgbClr val="59A3CD">
                <a:alpha val="9600"/>
              </a:srgbClr>
            </a:solidFill>
            <a:ln>
              <a:noFill/>
            </a:ln>
          </p:spPr>
          <p:txBody>
            <a:bodyPr anchor="ctr"/>
            <a:lstStyle/>
            <a:p>
              <a:pPr algn="ctr">
                <a:buNone/>
              </a:pPr>
            </a:p>
          </p:txBody>
        </p:sp>
        <p:sp>
          <p:nvSpPr>
            <p:cNvPr id="2888" name="addition:input:11"/>
            <p:cNvSpPr>
              <a:spLocks noGrp="1"/>
            </p:cNvSpPr>
            <p:nvPr/>
          </p:nvSpPr>
          <p:spPr>
            <a:xfrm>
              <a:off x="209550" y="5438775"/>
              <a:ext cx="1028700" cy="761055"/>
            </a:xfrm>
            <a:custGeom>
              <a:avLst/>
              <a:gdLst/>
              <a:ahLst/>
              <a:cxnLst/>
              <a:rect l="l" t="t" r="r" b="b"/>
              <a:pathLst>
                <a:path w="625" h="406">
                  <a:moveTo>
                    <a:pt x="0" y="0"/>
                  </a:moveTo>
                  <a:moveTo>
                    <a:pt x="625" y="376"/>
                  </a:moveTo>
                  <a:lnTo>
                    <a:pt x="625" y="379"/>
                  </a:lnTo>
                  <a:lnTo>
                    <a:pt x="624" y="382"/>
                  </a:lnTo>
                  <a:lnTo>
                    <a:pt x="623" y="384"/>
                  </a:lnTo>
                  <a:lnTo>
                    <a:pt x="622" y="387"/>
                  </a:lnTo>
                  <a:lnTo>
                    <a:pt x="618" y="389"/>
                  </a:lnTo>
                  <a:lnTo>
                    <a:pt x="613" y="390"/>
                  </a:lnTo>
                  <a:lnTo>
                    <a:pt x="608" y="390"/>
                  </a:lnTo>
                  <a:lnTo>
                    <a:pt x="605" y="391"/>
                  </a:lnTo>
                  <a:lnTo>
                    <a:pt x="605" y="394"/>
                  </a:lnTo>
                  <a:lnTo>
                    <a:pt x="605" y="399"/>
                  </a:lnTo>
                  <a:lnTo>
                    <a:pt x="604" y="402"/>
                  </a:lnTo>
                  <a:lnTo>
                    <a:pt x="600" y="404"/>
                  </a:lnTo>
                  <a:lnTo>
                    <a:pt x="596" y="404"/>
                  </a:lnTo>
                  <a:lnTo>
                    <a:pt x="591" y="404"/>
                  </a:lnTo>
                  <a:lnTo>
                    <a:pt x="587" y="405"/>
                  </a:lnTo>
                  <a:lnTo>
                    <a:pt x="584" y="406"/>
                  </a:lnTo>
                  <a:lnTo>
                    <a:pt x="580" y="406"/>
                  </a:lnTo>
                  <a:lnTo>
                    <a:pt x="576" y="405"/>
                  </a:lnTo>
                  <a:lnTo>
                    <a:pt x="573" y="403"/>
                  </a:lnTo>
                  <a:lnTo>
                    <a:pt x="570" y="403"/>
                  </a:lnTo>
                  <a:lnTo>
                    <a:pt x="567" y="402"/>
                  </a:lnTo>
                  <a:lnTo>
                    <a:pt x="564" y="402"/>
                  </a:lnTo>
                  <a:lnTo>
                    <a:pt x="562" y="400"/>
                  </a:lnTo>
                  <a:lnTo>
                    <a:pt x="560" y="398"/>
                  </a:lnTo>
                  <a:lnTo>
                    <a:pt x="558" y="396"/>
                  </a:lnTo>
                  <a:lnTo>
                    <a:pt x="555" y="396"/>
                  </a:lnTo>
                  <a:lnTo>
                    <a:pt x="550" y="396"/>
                  </a:lnTo>
                  <a:lnTo>
                    <a:pt x="545" y="396"/>
                  </a:lnTo>
                  <a:lnTo>
                    <a:pt x="543" y="394"/>
                  </a:lnTo>
                  <a:lnTo>
                    <a:pt x="544" y="390"/>
                  </a:lnTo>
                  <a:lnTo>
                    <a:pt x="547" y="386"/>
                  </a:lnTo>
                  <a:lnTo>
                    <a:pt x="549" y="383"/>
                  </a:lnTo>
                  <a:lnTo>
                    <a:pt x="549" y="381"/>
                  </a:lnTo>
                  <a:lnTo>
                    <a:pt x="549" y="378"/>
                  </a:lnTo>
                  <a:lnTo>
                    <a:pt x="549" y="376"/>
                  </a:lnTo>
                  <a:lnTo>
                    <a:pt x="550" y="374"/>
                  </a:lnTo>
                  <a:lnTo>
                    <a:pt x="549" y="371"/>
                  </a:lnTo>
                  <a:lnTo>
                    <a:pt x="548" y="368"/>
                  </a:lnTo>
                  <a:lnTo>
                    <a:pt x="546" y="365"/>
                  </a:lnTo>
                  <a:lnTo>
                    <a:pt x="546" y="363"/>
                  </a:lnTo>
                  <a:lnTo>
                    <a:pt x="549" y="361"/>
                  </a:lnTo>
                  <a:lnTo>
                    <a:pt x="552" y="359"/>
                  </a:lnTo>
                  <a:lnTo>
                    <a:pt x="554" y="357"/>
                  </a:lnTo>
                  <a:lnTo>
                    <a:pt x="555" y="355"/>
                  </a:lnTo>
                  <a:lnTo>
                    <a:pt x="555" y="351"/>
                  </a:lnTo>
                  <a:lnTo>
                    <a:pt x="557" y="349"/>
                  </a:lnTo>
                  <a:lnTo>
                    <a:pt x="561" y="350"/>
                  </a:lnTo>
                  <a:lnTo>
                    <a:pt x="566" y="351"/>
                  </a:lnTo>
                  <a:lnTo>
                    <a:pt x="569" y="353"/>
                  </a:lnTo>
                  <a:lnTo>
                    <a:pt x="572" y="352"/>
                  </a:lnTo>
                  <a:lnTo>
                    <a:pt x="574" y="351"/>
                  </a:lnTo>
                  <a:lnTo>
                    <a:pt x="577" y="349"/>
                  </a:lnTo>
                  <a:lnTo>
                    <a:pt x="580" y="347"/>
                  </a:lnTo>
                  <a:lnTo>
                    <a:pt x="583" y="347"/>
                  </a:lnTo>
                  <a:lnTo>
                    <a:pt x="587" y="346"/>
                  </a:lnTo>
                  <a:lnTo>
                    <a:pt x="592" y="345"/>
                  </a:lnTo>
                  <a:lnTo>
                    <a:pt x="596" y="346"/>
                  </a:lnTo>
                  <a:lnTo>
                    <a:pt x="599" y="348"/>
                  </a:lnTo>
                  <a:lnTo>
                    <a:pt x="600" y="352"/>
                  </a:lnTo>
                  <a:lnTo>
                    <a:pt x="601" y="356"/>
                  </a:lnTo>
                  <a:lnTo>
                    <a:pt x="603" y="358"/>
                  </a:lnTo>
                  <a:lnTo>
                    <a:pt x="607" y="358"/>
                  </a:lnTo>
                  <a:lnTo>
                    <a:pt x="612" y="359"/>
                  </a:lnTo>
                  <a:lnTo>
                    <a:pt x="615" y="361"/>
                  </a:lnTo>
                  <a:lnTo>
                    <a:pt x="615" y="364"/>
                  </a:lnTo>
                  <a:lnTo>
                    <a:pt x="616" y="367"/>
                  </a:lnTo>
                  <a:lnTo>
                    <a:pt x="617" y="369"/>
                  </a:lnTo>
                  <a:lnTo>
                    <a:pt x="620" y="371"/>
                  </a:lnTo>
                  <a:lnTo>
                    <a:pt x="624" y="373"/>
                  </a:lnTo>
                  <a:close/>
                </a:path>
              </a:pathLst>
            </a:custGeom>
            <a:solidFill>
              <a:srgbClr val="59A3CD">
                <a:alpha val="9600"/>
              </a:srgbClr>
            </a:solidFill>
            <a:ln>
              <a:noFill/>
            </a:ln>
          </p:spPr>
          <p:txBody>
            <a:bodyPr anchor="ctr"/>
            <a:lstStyle/>
            <a:p>
              <a:pPr algn="ctr">
                <a:buNone/>
              </a:pPr>
            </a:p>
          </p:txBody>
        </p:sp>
        <p:sp>
          <p:nvSpPr>
            <p:cNvPr id="2889" name="addition:input:12"/>
            <p:cNvSpPr>
              <a:spLocks noGrp="1"/>
            </p:cNvSpPr>
            <p:nvPr/>
          </p:nvSpPr>
          <p:spPr>
            <a:xfrm>
              <a:off x="209550" y="5438775"/>
              <a:ext cx="1000719" cy="806044"/>
            </a:xfrm>
            <a:custGeom>
              <a:avLst/>
              <a:gdLst/>
              <a:ahLst/>
              <a:cxnLst/>
              <a:rect l="l" t="t" r="r" b="b"/>
              <a:pathLst>
                <a:path w="608" h="430">
                  <a:moveTo>
                    <a:pt x="0" y="0"/>
                  </a:moveTo>
                  <a:moveTo>
                    <a:pt x="596" y="400"/>
                  </a:moveTo>
                  <a:lnTo>
                    <a:pt x="595" y="403"/>
                  </a:lnTo>
                  <a:lnTo>
                    <a:pt x="594" y="405"/>
                  </a:lnTo>
                  <a:lnTo>
                    <a:pt x="593" y="407"/>
                  </a:lnTo>
                  <a:lnTo>
                    <a:pt x="592" y="410"/>
                  </a:lnTo>
                  <a:lnTo>
                    <a:pt x="592" y="413"/>
                  </a:lnTo>
                  <a:lnTo>
                    <a:pt x="594" y="416"/>
                  </a:lnTo>
                  <a:lnTo>
                    <a:pt x="594" y="420"/>
                  </a:lnTo>
                  <a:lnTo>
                    <a:pt x="592" y="422"/>
                  </a:lnTo>
                  <a:lnTo>
                    <a:pt x="587" y="423"/>
                  </a:lnTo>
                  <a:lnTo>
                    <a:pt x="582" y="423"/>
                  </a:lnTo>
                  <a:lnTo>
                    <a:pt x="578" y="424"/>
                  </a:lnTo>
                  <a:lnTo>
                    <a:pt x="576" y="426"/>
                  </a:lnTo>
                  <a:lnTo>
                    <a:pt x="574" y="429"/>
                  </a:lnTo>
                  <a:lnTo>
                    <a:pt x="571" y="430"/>
                  </a:lnTo>
                  <a:lnTo>
                    <a:pt x="567" y="429"/>
                  </a:lnTo>
                  <a:lnTo>
                    <a:pt x="563" y="427"/>
                  </a:lnTo>
                  <a:lnTo>
                    <a:pt x="559" y="426"/>
                  </a:lnTo>
                  <a:lnTo>
                    <a:pt x="556" y="427"/>
                  </a:lnTo>
                  <a:lnTo>
                    <a:pt x="553" y="428"/>
                  </a:lnTo>
                  <a:lnTo>
                    <a:pt x="549" y="429"/>
                  </a:lnTo>
                  <a:lnTo>
                    <a:pt x="545" y="429"/>
                  </a:lnTo>
                  <a:lnTo>
                    <a:pt x="541" y="429"/>
                  </a:lnTo>
                  <a:lnTo>
                    <a:pt x="536" y="429"/>
                  </a:lnTo>
                  <a:lnTo>
                    <a:pt x="530" y="429"/>
                  </a:lnTo>
                  <a:lnTo>
                    <a:pt x="527" y="427"/>
                  </a:lnTo>
                  <a:lnTo>
                    <a:pt x="525" y="423"/>
                  </a:lnTo>
                  <a:lnTo>
                    <a:pt x="526" y="419"/>
                  </a:lnTo>
                  <a:lnTo>
                    <a:pt x="527" y="415"/>
                  </a:lnTo>
                  <a:lnTo>
                    <a:pt x="525" y="413"/>
                  </a:lnTo>
                  <a:lnTo>
                    <a:pt x="520" y="412"/>
                  </a:lnTo>
                  <a:lnTo>
                    <a:pt x="514" y="411"/>
                  </a:lnTo>
                  <a:lnTo>
                    <a:pt x="510" y="408"/>
                  </a:lnTo>
                  <a:lnTo>
                    <a:pt x="510" y="406"/>
                  </a:lnTo>
                  <a:lnTo>
                    <a:pt x="510" y="403"/>
                  </a:lnTo>
                  <a:lnTo>
                    <a:pt x="508" y="400"/>
                  </a:lnTo>
                  <a:lnTo>
                    <a:pt x="506" y="398"/>
                  </a:lnTo>
                  <a:lnTo>
                    <a:pt x="505" y="395"/>
                  </a:lnTo>
                  <a:lnTo>
                    <a:pt x="505" y="392"/>
                  </a:lnTo>
                  <a:lnTo>
                    <a:pt x="508" y="390"/>
                  </a:lnTo>
                  <a:lnTo>
                    <a:pt x="510" y="387"/>
                  </a:lnTo>
                  <a:lnTo>
                    <a:pt x="511" y="385"/>
                  </a:lnTo>
                  <a:lnTo>
                    <a:pt x="514" y="383"/>
                  </a:lnTo>
                  <a:lnTo>
                    <a:pt x="518" y="381"/>
                  </a:lnTo>
                  <a:lnTo>
                    <a:pt x="524" y="381"/>
                  </a:lnTo>
                  <a:lnTo>
                    <a:pt x="530" y="382"/>
                  </a:lnTo>
                  <a:lnTo>
                    <a:pt x="533" y="380"/>
                  </a:lnTo>
                  <a:lnTo>
                    <a:pt x="534" y="377"/>
                  </a:lnTo>
                  <a:lnTo>
                    <a:pt x="536" y="372"/>
                  </a:lnTo>
                  <a:lnTo>
                    <a:pt x="539" y="369"/>
                  </a:lnTo>
                  <a:lnTo>
                    <a:pt x="544" y="368"/>
                  </a:lnTo>
                  <a:lnTo>
                    <a:pt x="550" y="369"/>
                  </a:lnTo>
                  <a:lnTo>
                    <a:pt x="555" y="370"/>
                  </a:lnTo>
                  <a:lnTo>
                    <a:pt x="560" y="370"/>
                  </a:lnTo>
                  <a:lnTo>
                    <a:pt x="565" y="371"/>
                  </a:lnTo>
                  <a:lnTo>
                    <a:pt x="569" y="372"/>
                  </a:lnTo>
                  <a:lnTo>
                    <a:pt x="573" y="374"/>
                  </a:lnTo>
                  <a:lnTo>
                    <a:pt x="576" y="376"/>
                  </a:lnTo>
                  <a:lnTo>
                    <a:pt x="580" y="377"/>
                  </a:lnTo>
                  <a:lnTo>
                    <a:pt x="585" y="376"/>
                  </a:lnTo>
                  <a:lnTo>
                    <a:pt x="589" y="377"/>
                  </a:lnTo>
                  <a:lnTo>
                    <a:pt x="591" y="379"/>
                  </a:lnTo>
                  <a:lnTo>
                    <a:pt x="592" y="382"/>
                  </a:lnTo>
                  <a:lnTo>
                    <a:pt x="593" y="384"/>
                  </a:lnTo>
                  <a:lnTo>
                    <a:pt x="597" y="386"/>
                  </a:lnTo>
                  <a:lnTo>
                    <a:pt x="603" y="387"/>
                  </a:lnTo>
                  <a:lnTo>
                    <a:pt x="607" y="388"/>
                  </a:lnTo>
                  <a:lnTo>
                    <a:pt x="608" y="391"/>
                  </a:lnTo>
                  <a:lnTo>
                    <a:pt x="604" y="395"/>
                  </a:lnTo>
                  <a:lnTo>
                    <a:pt x="600" y="398"/>
                  </a:lnTo>
                  <a:close/>
                </a:path>
              </a:pathLst>
            </a:custGeom>
            <a:solidFill>
              <a:srgbClr val="59A3CD">
                <a:alpha val="9600"/>
              </a:srgbClr>
            </a:solidFill>
            <a:ln>
              <a:noFill/>
            </a:ln>
          </p:spPr>
          <p:txBody>
            <a:bodyPr anchor="ctr"/>
            <a:lstStyle/>
            <a:p>
              <a:pPr algn="ctr">
                <a:buNone/>
              </a:pPr>
            </a:p>
          </p:txBody>
        </p:sp>
        <p:sp>
          <p:nvSpPr>
            <p:cNvPr id="2890" name="addition:input:13"/>
            <p:cNvSpPr>
              <a:spLocks noGrp="1"/>
            </p:cNvSpPr>
            <p:nvPr/>
          </p:nvSpPr>
          <p:spPr>
            <a:xfrm>
              <a:off x="209550" y="5438775"/>
              <a:ext cx="915132" cy="811667"/>
            </a:xfrm>
            <a:custGeom>
              <a:avLst/>
              <a:gdLst/>
              <a:ahLst/>
              <a:cxnLst/>
              <a:rect l="l" t="t" r="r" b="b"/>
              <a:pathLst>
                <a:path w="556" h="433">
                  <a:moveTo>
                    <a:pt x="0" y="0"/>
                  </a:moveTo>
                  <a:moveTo>
                    <a:pt x="553" y="403"/>
                  </a:moveTo>
                  <a:lnTo>
                    <a:pt x="551" y="406"/>
                  </a:lnTo>
                  <a:lnTo>
                    <a:pt x="549" y="408"/>
                  </a:lnTo>
                  <a:lnTo>
                    <a:pt x="546" y="410"/>
                  </a:lnTo>
                  <a:lnTo>
                    <a:pt x="545" y="413"/>
                  </a:lnTo>
                  <a:lnTo>
                    <a:pt x="545" y="415"/>
                  </a:lnTo>
                  <a:lnTo>
                    <a:pt x="543" y="418"/>
                  </a:lnTo>
                  <a:lnTo>
                    <a:pt x="540" y="419"/>
                  </a:lnTo>
                  <a:lnTo>
                    <a:pt x="537" y="421"/>
                  </a:lnTo>
                  <a:lnTo>
                    <a:pt x="536" y="424"/>
                  </a:lnTo>
                  <a:lnTo>
                    <a:pt x="536" y="428"/>
                  </a:lnTo>
                  <a:lnTo>
                    <a:pt x="535" y="431"/>
                  </a:lnTo>
                  <a:lnTo>
                    <a:pt x="532" y="433"/>
                  </a:lnTo>
                  <a:lnTo>
                    <a:pt x="527" y="432"/>
                  </a:lnTo>
                  <a:lnTo>
                    <a:pt x="522" y="430"/>
                  </a:lnTo>
                  <a:lnTo>
                    <a:pt x="518" y="428"/>
                  </a:lnTo>
                  <a:lnTo>
                    <a:pt x="516" y="428"/>
                  </a:lnTo>
                  <a:lnTo>
                    <a:pt x="513" y="429"/>
                  </a:lnTo>
                  <a:lnTo>
                    <a:pt x="510" y="430"/>
                  </a:lnTo>
                  <a:lnTo>
                    <a:pt x="508" y="430"/>
                  </a:lnTo>
                  <a:lnTo>
                    <a:pt x="505" y="430"/>
                  </a:lnTo>
                  <a:lnTo>
                    <a:pt x="501" y="431"/>
                  </a:lnTo>
                  <a:lnTo>
                    <a:pt x="497" y="432"/>
                  </a:lnTo>
                  <a:lnTo>
                    <a:pt x="494" y="431"/>
                  </a:lnTo>
                  <a:lnTo>
                    <a:pt x="491" y="429"/>
                  </a:lnTo>
                  <a:lnTo>
                    <a:pt x="490" y="426"/>
                  </a:lnTo>
                  <a:lnTo>
                    <a:pt x="488" y="423"/>
                  </a:lnTo>
                  <a:lnTo>
                    <a:pt x="485" y="422"/>
                  </a:lnTo>
                  <a:lnTo>
                    <a:pt x="481" y="421"/>
                  </a:lnTo>
                  <a:lnTo>
                    <a:pt x="478" y="419"/>
                  </a:lnTo>
                  <a:lnTo>
                    <a:pt x="478" y="416"/>
                  </a:lnTo>
                  <a:lnTo>
                    <a:pt x="480" y="413"/>
                  </a:lnTo>
                  <a:lnTo>
                    <a:pt x="481" y="410"/>
                  </a:lnTo>
                  <a:lnTo>
                    <a:pt x="480" y="408"/>
                  </a:lnTo>
                  <a:lnTo>
                    <a:pt x="476" y="406"/>
                  </a:lnTo>
                  <a:lnTo>
                    <a:pt x="472" y="403"/>
                  </a:lnTo>
                  <a:lnTo>
                    <a:pt x="469" y="401"/>
                  </a:lnTo>
                  <a:lnTo>
                    <a:pt x="468" y="398"/>
                  </a:lnTo>
                  <a:lnTo>
                    <a:pt x="468" y="395"/>
                  </a:lnTo>
                  <a:lnTo>
                    <a:pt x="468" y="392"/>
                  </a:lnTo>
                  <a:lnTo>
                    <a:pt x="469" y="389"/>
                  </a:lnTo>
                  <a:lnTo>
                    <a:pt x="473" y="388"/>
                  </a:lnTo>
                  <a:lnTo>
                    <a:pt x="478" y="387"/>
                  </a:lnTo>
                  <a:lnTo>
                    <a:pt x="483" y="387"/>
                  </a:lnTo>
                  <a:lnTo>
                    <a:pt x="485" y="386"/>
                  </a:lnTo>
                  <a:lnTo>
                    <a:pt x="486" y="383"/>
                  </a:lnTo>
                  <a:lnTo>
                    <a:pt x="487" y="379"/>
                  </a:lnTo>
                  <a:lnTo>
                    <a:pt x="490" y="377"/>
                  </a:lnTo>
                  <a:lnTo>
                    <a:pt x="494" y="377"/>
                  </a:lnTo>
                  <a:lnTo>
                    <a:pt x="498" y="377"/>
                  </a:lnTo>
                  <a:lnTo>
                    <a:pt x="502" y="377"/>
                  </a:lnTo>
                  <a:lnTo>
                    <a:pt x="506" y="375"/>
                  </a:lnTo>
                  <a:lnTo>
                    <a:pt x="510" y="373"/>
                  </a:lnTo>
                  <a:lnTo>
                    <a:pt x="514" y="371"/>
                  </a:lnTo>
                  <a:lnTo>
                    <a:pt x="518" y="372"/>
                  </a:lnTo>
                  <a:lnTo>
                    <a:pt x="523" y="374"/>
                  </a:lnTo>
                  <a:lnTo>
                    <a:pt x="526" y="375"/>
                  </a:lnTo>
                  <a:lnTo>
                    <a:pt x="530" y="377"/>
                  </a:lnTo>
                  <a:lnTo>
                    <a:pt x="533" y="379"/>
                  </a:lnTo>
                  <a:lnTo>
                    <a:pt x="535" y="382"/>
                  </a:lnTo>
                  <a:lnTo>
                    <a:pt x="536" y="385"/>
                  </a:lnTo>
                  <a:lnTo>
                    <a:pt x="538" y="386"/>
                  </a:lnTo>
                  <a:lnTo>
                    <a:pt x="543" y="386"/>
                  </a:lnTo>
                  <a:lnTo>
                    <a:pt x="549" y="386"/>
                  </a:lnTo>
                  <a:lnTo>
                    <a:pt x="554" y="386"/>
                  </a:lnTo>
                  <a:lnTo>
                    <a:pt x="556" y="389"/>
                  </a:lnTo>
                  <a:lnTo>
                    <a:pt x="555" y="392"/>
                  </a:lnTo>
                  <a:lnTo>
                    <a:pt x="553" y="395"/>
                  </a:lnTo>
                  <a:lnTo>
                    <a:pt x="552" y="398"/>
                  </a:lnTo>
                  <a:lnTo>
                    <a:pt x="553" y="401"/>
                  </a:lnTo>
                  <a:close/>
                </a:path>
              </a:pathLst>
            </a:custGeom>
            <a:solidFill>
              <a:srgbClr val="59A3CD">
                <a:alpha val="9600"/>
              </a:srgbClr>
            </a:solidFill>
            <a:ln>
              <a:noFill/>
            </a:ln>
          </p:spPr>
          <p:txBody>
            <a:bodyPr anchor="ctr"/>
            <a:lstStyle/>
            <a:p>
              <a:pPr algn="ctr">
                <a:buNone/>
              </a:pPr>
            </a:p>
          </p:txBody>
        </p:sp>
        <p:sp>
          <p:nvSpPr>
            <p:cNvPr id="2891" name="addition:input:14"/>
            <p:cNvSpPr>
              <a:spLocks noGrp="1"/>
            </p:cNvSpPr>
            <p:nvPr/>
          </p:nvSpPr>
          <p:spPr>
            <a:xfrm>
              <a:off x="209550" y="5438775"/>
              <a:ext cx="837773" cy="785424"/>
            </a:xfrm>
            <a:custGeom>
              <a:avLst/>
              <a:gdLst/>
              <a:ahLst/>
              <a:cxnLst/>
              <a:rect l="l" t="t" r="r" b="b"/>
              <a:pathLst>
                <a:path w="509" h="419">
                  <a:moveTo>
                    <a:pt x="0" y="0"/>
                  </a:moveTo>
                  <a:moveTo>
                    <a:pt x="508" y="393"/>
                  </a:moveTo>
                  <a:lnTo>
                    <a:pt x="507" y="395"/>
                  </a:lnTo>
                  <a:lnTo>
                    <a:pt x="505" y="397"/>
                  </a:lnTo>
                  <a:lnTo>
                    <a:pt x="502" y="399"/>
                  </a:lnTo>
                  <a:lnTo>
                    <a:pt x="500" y="400"/>
                  </a:lnTo>
                  <a:lnTo>
                    <a:pt x="500" y="402"/>
                  </a:lnTo>
                  <a:lnTo>
                    <a:pt x="502" y="405"/>
                  </a:lnTo>
                  <a:lnTo>
                    <a:pt x="504" y="409"/>
                  </a:lnTo>
                  <a:lnTo>
                    <a:pt x="503" y="412"/>
                  </a:lnTo>
                  <a:lnTo>
                    <a:pt x="500" y="413"/>
                  </a:lnTo>
                  <a:lnTo>
                    <a:pt x="497" y="413"/>
                  </a:lnTo>
                  <a:lnTo>
                    <a:pt x="494" y="414"/>
                  </a:lnTo>
                  <a:lnTo>
                    <a:pt x="491" y="414"/>
                  </a:lnTo>
                  <a:lnTo>
                    <a:pt x="489" y="414"/>
                  </a:lnTo>
                  <a:lnTo>
                    <a:pt x="486" y="414"/>
                  </a:lnTo>
                  <a:lnTo>
                    <a:pt x="484" y="413"/>
                  </a:lnTo>
                  <a:lnTo>
                    <a:pt x="482" y="414"/>
                  </a:lnTo>
                  <a:lnTo>
                    <a:pt x="480" y="416"/>
                  </a:lnTo>
                  <a:lnTo>
                    <a:pt x="477" y="418"/>
                  </a:lnTo>
                  <a:lnTo>
                    <a:pt x="474" y="419"/>
                  </a:lnTo>
                  <a:lnTo>
                    <a:pt x="472" y="417"/>
                  </a:lnTo>
                  <a:lnTo>
                    <a:pt x="470" y="416"/>
                  </a:lnTo>
                  <a:lnTo>
                    <a:pt x="467" y="415"/>
                  </a:lnTo>
                  <a:lnTo>
                    <a:pt x="464" y="415"/>
                  </a:lnTo>
                  <a:lnTo>
                    <a:pt x="460" y="415"/>
                  </a:lnTo>
                  <a:lnTo>
                    <a:pt x="457" y="414"/>
                  </a:lnTo>
                  <a:lnTo>
                    <a:pt x="455" y="412"/>
                  </a:lnTo>
                  <a:lnTo>
                    <a:pt x="455" y="409"/>
                  </a:lnTo>
                  <a:lnTo>
                    <a:pt x="454" y="406"/>
                  </a:lnTo>
                  <a:lnTo>
                    <a:pt x="453" y="404"/>
                  </a:lnTo>
                  <a:lnTo>
                    <a:pt x="452" y="402"/>
                  </a:lnTo>
                  <a:lnTo>
                    <a:pt x="450" y="401"/>
                  </a:lnTo>
                  <a:lnTo>
                    <a:pt x="449" y="399"/>
                  </a:lnTo>
                  <a:lnTo>
                    <a:pt x="447" y="397"/>
                  </a:lnTo>
                  <a:lnTo>
                    <a:pt x="443" y="395"/>
                  </a:lnTo>
                  <a:lnTo>
                    <a:pt x="439" y="393"/>
                  </a:lnTo>
                  <a:lnTo>
                    <a:pt x="437" y="390"/>
                  </a:lnTo>
                  <a:lnTo>
                    <a:pt x="439" y="388"/>
                  </a:lnTo>
                  <a:lnTo>
                    <a:pt x="442" y="386"/>
                  </a:lnTo>
                  <a:lnTo>
                    <a:pt x="446" y="385"/>
                  </a:lnTo>
                  <a:lnTo>
                    <a:pt x="448" y="383"/>
                  </a:lnTo>
                  <a:lnTo>
                    <a:pt x="448" y="381"/>
                  </a:lnTo>
                  <a:lnTo>
                    <a:pt x="449" y="378"/>
                  </a:lnTo>
                  <a:lnTo>
                    <a:pt x="451" y="377"/>
                  </a:lnTo>
                  <a:lnTo>
                    <a:pt x="454" y="376"/>
                  </a:lnTo>
                  <a:lnTo>
                    <a:pt x="457" y="375"/>
                  </a:lnTo>
                  <a:lnTo>
                    <a:pt x="459" y="374"/>
                  </a:lnTo>
                  <a:lnTo>
                    <a:pt x="462" y="372"/>
                  </a:lnTo>
                  <a:lnTo>
                    <a:pt x="464" y="370"/>
                  </a:lnTo>
                  <a:lnTo>
                    <a:pt x="467" y="369"/>
                  </a:lnTo>
                  <a:lnTo>
                    <a:pt x="470" y="368"/>
                  </a:lnTo>
                  <a:lnTo>
                    <a:pt x="473" y="367"/>
                  </a:lnTo>
                  <a:lnTo>
                    <a:pt x="477" y="366"/>
                  </a:lnTo>
                  <a:lnTo>
                    <a:pt x="480" y="365"/>
                  </a:lnTo>
                  <a:lnTo>
                    <a:pt x="484" y="366"/>
                  </a:lnTo>
                  <a:lnTo>
                    <a:pt x="486" y="369"/>
                  </a:lnTo>
                  <a:lnTo>
                    <a:pt x="488" y="373"/>
                  </a:lnTo>
                  <a:lnTo>
                    <a:pt x="490" y="375"/>
                  </a:lnTo>
                  <a:lnTo>
                    <a:pt x="492" y="375"/>
                  </a:lnTo>
                  <a:lnTo>
                    <a:pt x="496" y="374"/>
                  </a:lnTo>
                  <a:lnTo>
                    <a:pt x="500" y="373"/>
                  </a:lnTo>
                  <a:lnTo>
                    <a:pt x="502" y="374"/>
                  </a:lnTo>
                  <a:lnTo>
                    <a:pt x="504" y="376"/>
                  </a:lnTo>
                  <a:lnTo>
                    <a:pt x="505" y="378"/>
                  </a:lnTo>
                  <a:lnTo>
                    <a:pt x="507" y="379"/>
                  </a:lnTo>
                  <a:lnTo>
                    <a:pt x="509" y="381"/>
                  </a:lnTo>
                  <a:lnTo>
                    <a:pt x="509" y="384"/>
                  </a:lnTo>
                  <a:lnTo>
                    <a:pt x="508" y="386"/>
                  </a:lnTo>
                  <a:lnTo>
                    <a:pt x="507" y="389"/>
                  </a:lnTo>
                  <a:lnTo>
                    <a:pt x="507" y="391"/>
                  </a:lnTo>
                  <a:close/>
                </a:path>
              </a:pathLst>
            </a:custGeom>
            <a:solidFill>
              <a:srgbClr val="59A3CD">
                <a:alpha val="9600"/>
              </a:srgbClr>
            </a:solidFill>
            <a:ln>
              <a:noFill/>
            </a:ln>
          </p:spPr>
          <p:txBody>
            <a:bodyPr anchor="ctr"/>
            <a:lstStyle/>
            <a:p>
              <a:pPr algn="ctr">
                <a:buNone/>
              </a:pPr>
            </a:p>
          </p:txBody>
        </p:sp>
        <p:sp>
          <p:nvSpPr>
            <p:cNvPr id="2892" name="addition:input:15"/>
            <p:cNvSpPr>
              <a:spLocks noGrp="1"/>
            </p:cNvSpPr>
            <p:nvPr/>
          </p:nvSpPr>
          <p:spPr>
            <a:xfrm>
              <a:off x="209550" y="5438775"/>
              <a:ext cx="957925" cy="794796"/>
            </a:xfrm>
            <a:custGeom>
              <a:avLst/>
              <a:gdLst/>
              <a:ahLst/>
              <a:cxnLst/>
              <a:rect l="l" t="t" r="r" b="b"/>
              <a:pathLst>
                <a:path w="582" h="424">
                  <a:moveTo>
                    <a:pt x="0" y="0"/>
                  </a:moveTo>
                  <a:moveTo>
                    <a:pt x="574" y="389"/>
                  </a:moveTo>
                  <a:lnTo>
                    <a:pt x="577" y="391"/>
                  </a:lnTo>
                  <a:lnTo>
                    <a:pt x="579" y="394"/>
                  </a:lnTo>
                  <a:lnTo>
                    <a:pt x="577" y="397"/>
                  </a:lnTo>
                  <a:lnTo>
                    <a:pt x="574" y="399"/>
                  </a:lnTo>
                  <a:lnTo>
                    <a:pt x="572" y="402"/>
                  </a:lnTo>
                  <a:lnTo>
                    <a:pt x="572" y="405"/>
                  </a:lnTo>
                  <a:lnTo>
                    <a:pt x="573" y="408"/>
                  </a:lnTo>
                  <a:lnTo>
                    <a:pt x="572" y="411"/>
                  </a:lnTo>
                  <a:lnTo>
                    <a:pt x="569" y="413"/>
                  </a:lnTo>
                  <a:lnTo>
                    <a:pt x="565" y="415"/>
                  </a:lnTo>
                  <a:lnTo>
                    <a:pt x="561" y="416"/>
                  </a:lnTo>
                  <a:lnTo>
                    <a:pt x="558" y="417"/>
                  </a:lnTo>
                  <a:lnTo>
                    <a:pt x="554" y="417"/>
                  </a:lnTo>
                  <a:lnTo>
                    <a:pt x="550" y="416"/>
                  </a:lnTo>
                  <a:lnTo>
                    <a:pt x="546" y="414"/>
                  </a:lnTo>
                  <a:lnTo>
                    <a:pt x="542" y="414"/>
                  </a:lnTo>
                  <a:lnTo>
                    <a:pt x="539" y="416"/>
                  </a:lnTo>
                  <a:lnTo>
                    <a:pt x="535" y="420"/>
                  </a:lnTo>
                  <a:lnTo>
                    <a:pt x="531" y="424"/>
                  </a:lnTo>
                  <a:lnTo>
                    <a:pt x="525" y="424"/>
                  </a:lnTo>
                  <a:lnTo>
                    <a:pt x="521" y="422"/>
                  </a:lnTo>
                  <a:lnTo>
                    <a:pt x="518" y="419"/>
                  </a:lnTo>
                  <a:lnTo>
                    <a:pt x="514" y="416"/>
                  </a:lnTo>
                  <a:lnTo>
                    <a:pt x="510" y="415"/>
                  </a:lnTo>
                  <a:lnTo>
                    <a:pt x="506" y="414"/>
                  </a:lnTo>
                  <a:lnTo>
                    <a:pt x="503" y="411"/>
                  </a:lnTo>
                  <a:lnTo>
                    <a:pt x="501" y="408"/>
                  </a:lnTo>
                  <a:lnTo>
                    <a:pt x="498" y="406"/>
                  </a:lnTo>
                  <a:lnTo>
                    <a:pt x="495" y="404"/>
                  </a:lnTo>
                  <a:lnTo>
                    <a:pt x="491" y="402"/>
                  </a:lnTo>
                  <a:lnTo>
                    <a:pt x="488" y="399"/>
                  </a:lnTo>
                  <a:lnTo>
                    <a:pt x="488" y="397"/>
                  </a:lnTo>
                  <a:lnTo>
                    <a:pt x="487" y="394"/>
                  </a:lnTo>
                  <a:lnTo>
                    <a:pt x="485" y="391"/>
                  </a:lnTo>
                  <a:lnTo>
                    <a:pt x="480" y="389"/>
                  </a:lnTo>
                  <a:lnTo>
                    <a:pt x="475" y="385"/>
                  </a:lnTo>
                  <a:lnTo>
                    <a:pt x="474" y="382"/>
                  </a:lnTo>
                  <a:lnTo>
                    <a:pt x="478" y="379"/>
                  </a:lnTo>
                  <a:lnTo>
                    <a:pt x="485" y="378"/>
                  </a:lnTo>
                  <a:lnTo>
                    <a:pt x="492" y="376"/>
                  </a:lnTo>
                  <a:lnTo>
                    <a:pt x="495" y="375"/>
                  </a:lnTo>
                  <a:lnTo>
                    <a:pt x="497" y="372"/>
                  </a:lnTo>
                  <a:lnTo>
                    <a:pt x="499" y="370"/>
                  </a:lnTo>
                  <a:lnTo>
                    <a:pt x="502" y="367"/>
                  </a:lnTo>
                  <a:lnTo>
                    <a:pt x="505" y="365"/>
                  </a:lnTo>
                  <a:lnTo>
                    <a:pt x="507" y="362"/>
                  </a:lnTo>
                  <a:lnTo>
                    <a:pt x="510" y="359"/>
                  </a:lnTo>
                  <a:lnTo>
                    <a:pt x="514" y="357"/>
                  </a:lnTo>
                  <a:lnTo>
                    <a:pt x="520" y="356"/>
                  </a:lnTo>
                  <a:lnTo>
                    <a:pt x="526" y="357"/>
                  </a:lnTo>
                  <a:lnTo>
                    <a:pt x="531" y="358"/>
                  </a:lnTo>
                  <a:lnTo>
                    <a:pt x="535" y="358"/>
                  </a:lnTo>
                  <a:lnTo>
                    <a:pt x="540" y="356"/>
                  </a:lnTo>
                  <a:lnTo>
                    <a:pt x="545" y="355"/>
                  </a:lnTo>
                  <a:lnTo>
                    <a:pt x="549" y="357"/>
                  </a:lnTo>
                  <a:lnTo>
                    <a:pt x="552" y="360"/>
                  </a:lnTo>
                  <a:lnTo>
                    <a:pt x="554" y="364"/>
                  </a:lnTo>
                  <a:lnTo>
                    <a:pt x="556" y="365"/>
                  </a:lnTo>
                  <a:lnTo>
                    <a:pt x="561" y="365"/>
                  </a:lnTo>
                  <a:lnTo>
                    <a:pt x="566" y="365"/>
                  </a:lnTo>
                  <a:lnTo>
                    <a:pt x="570" y="365"/>
                  </a:lnTo>
                  <a:lnTo>
                    <a:pt x="574" y="366"/>
                  </a:lnTo>
                  <a:lnTo>
                    <a:pt x="577" y="368"/>
                  </a:lnTo>
                  <a:lnTo>
                    <a:pt x="580" y="370"/>
                  </a:lnTo>
                  <a:lnTo>
                    <a:pt x="582" y="373"/>
                  </a:lnTo>
                  <a:lnTo>
                    <a:pt x="581" y="377"/>
                  </a:lnTo>
                  <a:lnTo>
                    <a:pt x="578" y="380"/>
                  </a:lnTo>
                  <a:lnTo>
                    <a:pt x="573" y="384"/>
                  </a:lnTo>
                  <a:lnTo>
                    <a:pt x="571" y="386"/>
                  </a:lnTo>
                  <a:close/>
                </a:path>
              </a:pathLst>
            </a:custGeom>
            <a:solidFill>
              <a:srgbClr val="59A3CD">
                <a:alpha val="9600"/>
              </a:srgbClr>
            </a:solidFill>
            <a:ln>
              <a:noFill/>
            </a:ln>
          </p:spPr>
          <p:txBody>
            <a:bodyPr anchor="ctr"/>
            <a:lstStyle/>
            <a:p>
              <a:pPr algn="ctr">
                <a:buNone/>
              </a:pPr>
            </a:p>
          </p:txBody>
        </p:sp>
        <p:sp>
          <p:nvSpPr>
            <p:cNvPr id="2893" name="addition:input:16"/>
            <p:cNvSpPr>
              <a:spLocks noGrp="1"/>
            </p:cNvSpPr>
            <p:nvPr/>
          </p:nvSpPr>
          <p:spPr>
            <a:xfrm>
              <a:off x="209550" y="5438775"/>
              <a:ext cx="994136" cy="807918"/>
            </a:xfrm>
            <a:custGeom>
              <a:avLst/>
              <a:gdLst/>
              <a:ahLst/>
              <a:cxnLst/>
              <a:rect l="l" t="t" r="r" b="b"/>
              <a:pathLst>
                <a:path w="604" h="431">
                  <a:moveTo>
                    <a:pt x="0" y="0"/>
                  </a:moveTo>
                  <a:moveTo>
                    <a:pt x="598" y="383"/>
                  </a:moveTo>
                  <a:lnTo>
                    <a:pt x="603" y="387"/>
                  </a:lnTo>
                  <a:lnTo>
                    <a:pt x="604" y="392"/>
                  </a:lnTo>
                  <a:lnTo>
                    <a:pt x="604" y="396"/>
                  </a:lnTo>
                  <a:lnTo>
                    <a:pt x="603" y="400"/>
                  </a:lnTo>
                  <a:lnTo>
                    <a:pt x="601" y="405"/>
                  </a:lnTo>
                  <a:lnTo>
                    <a:pt x="598" y="408"/>
                  </a:lnTo>
                  <a:lnTo>
                    <a:pt x="591" y="410"/>
                  </a:lnTo>
                  <a:lnTo>
                    <a:pt x="581" y="410"/>
                  </a:lnTo>
                  <a:lnTo>
                    <a:pt x="573" y="410"/>
                  </a:lnTo>
                  <a:lnTo>
                    <a:pt x="569" y="412"/>
                  </a:lnTo>
                  <a:lnTo>
                    <a:pt x="568" y="417"/>
                  </a:lnTo>
                  <a:lnTo>
                    <a:pt x="567" y="424"/>
                  </a:lnTo>
                  <a:lnTo>
                    <a:pt x="562" y="429"/>
                  </a:lnTo>
                  <a:lnTo>
                    <a:pt x="555" y="430"/>
                  </a:lnTo>
                  <a:lnTo>
                    <a:pt x="548" y="429"/>
                  </a:lnTo>
                  <a:lnTo>
                    <a:pt x="541" y="429"/>
                  </a:lnTo>
                  <a:lnTo>
                    <a:pt x="534" y="430"/>
                  </a:lnTo>
                  <a:lnTo>
                    <a:pt x="527" y="431"/>
                  </a:lnTo>
                  <a:lnTo>
                    <a:pt x="520" y="430"/>
                  </a:lnTo>
                  <a:lnTo>
                    <a:pt x="514" y="427"/>
                  </a:lnTo>
                  <a:lnTo>
                    <a:pt x="508" y="425"/>
                  </a:lnTo>
                  <a:lnTo>
                    <a:pt x="503" y="423"/>
                  </a:lnTo>
                  <a:lnTo>
                    <a:pt x="497" y="422"/>
                  </a:lnTo>
                  <a:lnTo>
                    <a:pt x="492" y="420"/>
                  </a:lnTo>
                  <a:lnTo>
                    <a:pt x="489" y="416"/>
                  </a:lnTo>
                  <a:lnTo>
                    <a:pt x="488" y="412"/>
                  </a:lnTo>
                  <a:lnTo>
                    <a:pt x="484" y="409"/>
                  </a:lnTo>
                  <a:lnTo>
                    <a:pt x="477" y="409"/>
                  </a:lnTo>
                  <a:lnTo>
                    <a:pt x="467" y="409"/>
                  </a:lnTo>
                  <a:lnTo>
                    <a:pt x="460" y="406"/>
                  </a:lnTo>
                  <a:lnTo>
                    <a:pt x="458" y="402"/>
                  </a:lnTo>
                  <a:lnTo>
                    <a:pt x="462" y="396"/>
                  </a:lnTo>
                  <a:lnTo>
                    <a:pt x="468" y="391"/>
                  </a:lnTo>
                  <a:lnTo>
                    <a:pt x="471" y="387"/>
                  </a:lnTo>
                  <a:lnTo>
                    <a:pt x="473" y="383"/>
                  </a:lnTo>
                  <a:lnTo>
                    <a:pt x="474" y="379"/>
                  </a:lnTo>
                  <a:lnTo>
                    <a:pt x="477" y="376"/>
                  </a:lnTo>
                  <a:lnTo>
                    <a:pt x="480" y="372"/>
                  </a:lnTo>
                  <a:lnTo>
                    <a:pt x="480" y="368"/>
                  </a:lnTo>
                  <a:lnTo>
                    <a:pt x="478" y="363"/>
                  </a:lnTo>
                  <a:lnTo>
                    <a:pt x="478" y="358"/>
                  </a:lnTo>
                  <a:lnTo>
                    <a:pt x="481" y="354"/>
                  </a:lnTo>
                  <a:lnTo>
                    <a:pt x="487" y="352"/>
                  </a:lnTo>
                  <a:lnTo>
                    <a:pt x="493" y="351"/>
                  </a:lnTo>
                  <a:lnTo>
                    <a:pt x="496" y="348"/>
                  </a:lnTo>
                  <a:lnTo>
                    <a:pt x="498" y="343"/>
                  </a:lnTo>
                  <a:lnTo>
                    <a:pt x="501" y="338"/>
                  </a:lnTo>
                  <a:lnTo>
                    <a:pt x="506" y="336"/>
                  </a:lnTo>
                  <a:lnTo>
                    <a:pt x="513" y="339"/>
                  </a:lnTo>
                  <a:lnTo>
                    <a:pt x="519" y="342"/>
                  </a:lnTo>
                  <a:lnTo>
                    <a:pt x="524" y="344"/>
                  </a:lnTo>
                  <a:lnTo>
                    <a:pt x="528" y="344"/>
                  </a:lnTo>
                  <a:lnTo>
                    <a:pt x="533" y="342"/>
                  </a:lnTo>
                  <a:lnTo>
                    <a:pt x="537" y="340"/>
                  </a:lnTo>
                  <a:lnTo>
                    <a:pt x="543" y="340"/>
                  </a:lnTo>
                  <a:lnTo>
                    <a:pt x="548" y="339"/>
                  </a:lnTo>
                  <a:lnTo>
                    <a:pt x="555" y="337"/>
                  </a:lnTo>
                  <a:lnTo>
                    <a:pt x="563" y="337"/>
                  </a:lnTo>
                  <a:lnTo>
                    <a:pt x="568" y="339"/>
                  </a:lnTo>
                  <a:lnTo>
                    <a:pt x="571" y="345"/>
                  </a:lnTo>
                  <a:lnTo>
                    <a:pt x="571" y="351"/>
                  </a:lnTo>
                  <a:lnTo>
                    <a:pt x="571" y="356"/>
                  </a:lnTo>
                  <a:lnTo>
                    <a:pt x="576" y="359"/>
                  </a:lnTo>
                  <a:lnTo>
                    <a:pt x="583" y="360"/>
                  </a:lnTo>
                  <a:lnTo>
                    <a:pt x="589" y="363"/>
                  </a:lnTo>
                  <a:lnTo>
                    <a:pt x="591" y="367"/>
                  </a:lnTo>
                  <a:lnTo>
                    <a:pt x="590" y="372"/>
                  </a:lnTo>
                  <a:lnTo>
                    <a:pt x="590" y="376"/>
                  </a:lnTo>
                  <a:lnTo>
                    <a:pt x="593" y="379"/>
                  </a:lnTo>
                  <a:close/>
                </a:path>
              </a:pathLst>
            </a:custGeom>
            <a:solidFill>
              <a:srgbClr val="0675B4">
                <a:alpha val="11100"/>
              </a:srgbClr>
            </a:solidFill>
            <a:ln>
              <a:noFill/>
            </a:ln>
          </p:spPr>
          <p:txBody>
            <a:bodyPr anchor="ctr"/>
            <a:lstStyle/>
            <a:p>
              <a:pPr algn="ctr">
                <a:buNone/>
              </a:pPr>
            </a:p>
          </p:txBody>
        </p:sp>
        <p:sp>
          <p:nvSpPr>
            <p:cNvPr id="2894" name="addition:input:17"/>
            <p:cNvSpPr>
              <a:spLocks noGrp="1"/>
            </p:cNvSpPr>
            <p:nvPr/>
          </p:nvSpPr>
          <p:spPr>
            <a:xfrm>
              <a:off x="209550" y="5438775"/>
              <a:ext cx="893735" cy="740435"/>
            </a:xfrm>
            <a:custGeom>
              <a:avLst/>
              <a:gdLst/>
              <a:ahLst/>
              <a:cxnLst/>
              <a:rect l="l" t="t" r="r" b="b"/>
              <a:pathLst>
                <a:path w="543" h="395">
                  <a:moveTo>
                    <a:pt x="0" y="0"/>
                  </a:moveTo>
                  <a:moveTo>
                    <a:pt x="543" y="370"/>
                  </a:moveTo>
                  <a:lnTo>
                    <a:pt x="542" y="373"/>
                  </a:lnTo>
                  <a:lnTo>
                    <a:pt x="539" y="375"/>
                  </a:lnTo>
                  <a:lnTo>
                    <a:pt x="536" y="377"/>
                  </a:lnTo>
                  <a:lnTo>
                    <a:pt x="534" y="378"/>
                  </a:lnTo>
                  <a:lnTo>
                    <a:pt x="532" y="380"/>
                  </a:lnTo>
                  <a:lnTo>
                    <a:pt x="529" y="381"/>
                  </a:lnTo>
                  <a:lnTo>
                    <a:pt x="527" y="382"/>
                  </a:lnTo>
                  <a:lnTo>
                    <a:pt x="525" y="384"/>
                  </a:lnTo>
                  <a:lnTo>
                    <a:pt x="524" y="386"/>
                  </a:lnTo>
                  <a:lnTo>
                    <a:pt x="524" y="389"/>
                  </a:lnTo>
                  <a:lnTo>
                    <a:pt x="523" y="392"/>
                  </a:lnTo>
                  <a:lnTo>
                    <a:pt x="520" y="393"/>
                  </a:lnTo>
                  <a:lnTo>
                    <a:pt x="516" y="393"/>
                  </a:lnTo>
                  <a:lnTo>
                    <a:pt x="512" y="392"/>
                  </a:lnTo>
                  <a:lnTo>
                    <a:pt x="509" y="392"/>
                  </a:lnTo>
                  <a:lnTo>
                    <a:pt x="507" y="394"/>
                  </a:lnTo>
                  <a:lnTo>
                    <a:pt x="504" y="395"/>
                  </a:lnTo>
                  <a:lnTo>
                    <a:pt x="501" y="395"/>
                  </a:lnTo>
                  <a:lnTo>
                    <a:pt x="499" y="393"/>
                  </a:lnTo>
                  <a:lnTo>
                    <a:pt x="497" y="391"/>
                  </a:lnTo>
                  <a:lnTo>
                    <a:pt x="495" y="390"/>
                  </a:lnTo>
                  <a:lnTo>
                    <a:pt x="493" y="389"/>
                  </a:lnTo>
                  <a:lnTo>
                    <a:pt x="490" y="389"/>
                  </a:lnTo>
                  <a:lnTo>
                    <a:pt x="488" y="389"/>
                  </a:lnTo>
                  <a:lnTo>
                    <a:pt x="486" y="388"/>
                  </a:lnTo>
                  <a:lnTo>
                    <a:pt x="483" y="388"/>
                  </a:lnTo>
                  <a:lnTo>
                    <a:pt x="480" y="387"/>
                  </a:lnTo>
                  <a:lnTo>
                    <a:pt x="477" y="386"/>
                  </a:lnTo>
                  <a:lnTo>
                    <a:pt x="476" y="384"/>
                  </a:lnTo>
                  <a:lnTo>
                    <a:pt x="477" y="381"/>
                  </a:lnTo>
                  <a:lnTo>
                    <a:pt x="480" y="378"/>
                  </a:lnTo>
                  <a:lnTo>
                    <a:pt x="482" y="376"/>
                  </a:lnTo>
                  <a:lnTo>
                    <a:pt x="481" y="374"/>
                  </a:lnTo>
                  <a:lnTo>
                    <a:pt x="479" y="372"/>
                  </a:lnTo>
                  <a:lnTo>
                    <a:pt x="478" y="370"/>
                  </a:lnTo>
                  <a:lnTo>
                    <a:pt x="478" y="368"/>
                  </a:lnTo>
                  <a:lnTo>
                    <a:pt x="479" y="366"/>
                  </a:lnTo>
                  <a:lnTo>
                    <a:pt x="479" y="365"/>
                  </a:lnTo>
                  <a:lnTo>
                    <a:pt x="479" y="362"/>
                  </a:lnTo>
                  <a:lnTo>
                    <a:pt x="478" y="360"/>
                  </a:lnTo>
                  <a:lnTo>
                    <a:pt x="479" y="358"/>
                  </a:lnTo>
                  <a:lnTo>
                    <a:pt x="480" y="356"/>
                  </a:lnTo>
                  <a:lnTo>
                    <a:pt x="482" y="355"/>
                  </a:lnTo>
                  <a:lnTo>
                    <a:pt x="483" y="353"/>
                  </a:lnTo>
                  <a:lnTo>
                    <a:pt x="484" y="351"/>
                  </a:lnTo>
                  <a:lnTo>
                    <a:pt x="486" y="350"/>
                  </a:lnTo>
                  <a:lnTo>
                    <a:pt x="489" y="350"/>
                  </a:lnTo>
                  <a:lnTo>
                    <a:pt x="493" y="352"/>
                  </a:lnTo>
                  <a:lnTo>
                    <a:pt x="496" y="353"/>
                  </a:lnTo>
                  <a:lnTo>
                    <a:pt x="497" y="352"/>
                  </a:lnTo>
                  <a:lnTo>
                    <a:pt x="499" y="349"/>
                  </a:lnTo>
                  <a:lnTo>
                    <a:pt x="501" y="347"/>
                  </a:lnTo>
                  <a:lnTo>
                    <a:pt x="504" y="345"/>
                  </a:lnTo>
                  <a:lnTo>
                    <a:pt x="507" y="345"/>
                  </a:lnTo>
                  <a:lnTo>
                    <a:pt x="510" y="346"/>
                  </a:lnTo>
                  <a:lnTo>
                    <a:pt x="513" y="347"/>
                  </a:lnTo>
                  <a:lnTo>
                    <a:pt x="516" y="348"/>
                  </a:lnTo>
                  <a:lnTo>
                    <a:pt x="518" y="349"/>
                  </a:lnTo>
                  <a:lnTo>
                    <a:pt x="520" y="351"/>
                  </a:lnTo>
                  <a:lnTo>
                    <a:pt x="522" y="353"/>
                  </a:lnTo>
                  <a:lnTo>
                    <a:pt x="524" y="355"/>
                  </a:lnTo>
                  <a:lnTo>
                    <a:pt x="527" y="356"/>
                  </a:lnTo>
                  <a:lnTo>
                    <a:pt x="530" y="357"/>
                  </a:lnTo>
                  <a:lnTo>
                    <a:pt x="532" y="359"/>
                  </a:lnTo>
                  <a:lnTo>
                    <a:pt x="532" y="361"/>
                  </a:lnTo>
                  <a:lnTo>
                    <a:pt x="532" y="363"/>
                  </a:lnTo>
                  <a:lnTo>
                    <a:pt x="533" y="365"/>
                  </a:lnTo>
                  <a:lnTo>
                    <a:pt x="536" y="366"/>
                  </a:lnTo>
                  <a:lnTo>
                    <a:pt x="540" y="368"/>
                  </a:lnTo>
                  <a:close/>
                </a:path>
              </a:pathLst>
            </a:custGeom>
            <a:solidFill>
              <a:srgbClr val="0072B2">
                <a:alpha val="10800"/>
              </a:srgbClr>
            </a:solidFill>
            <a:ln>
              <a:noFill/>
            </a:ln>
          </p:spPr>
          <p:txBody>
            <a:bodyPr anchor="ctr"/>
            <a:lstStyle/>
            <a:p>
              <a:pPr algn="ctr">
                <a:buNone/>
              </a:pPr>
            </a:p>
          </p:txBody>
        </p:sp>
        <p:sp>
          <p:nvSpPr>
            <p:cNvPr id="2895" name="addition:input:18"/>
            <p:cNvSpPr>
              <a:spLocks noGrp="1"/>
            </p:cNvSpPr>
            <p:nvPr/>
          </p:nvSpPr>
          <p:spPr>
            <a:xfrm>
              <a:off x="209550" y="5438775"/>
              <a:ext cx="939820" cy="717941"/>
            </a:xfrm>
            <a:custGeom>
              <a:avLst/>
              <a:gdLst/>
              <a:ahLst/>
              <a:cxnLst/>
              <a:rect l="l" t="t" r="r" b="b"/>
              <a:pathLst>
                <a:path w="571" h="383">
                  <a:moveTo>
                    <a:pt x="0" y="0"/>
                  </a:moveTo>
                  <a:moveTo>
                    <a:pt x="571" y="363"/>
                  </a:moveTo>
                  <a:lnTo>
                    <a:pt x="570" y="365"/>
                  </a:lnTo>
                  <a:lnTo>
                    <a:pt x="568" y="366"/>
                  </a:lnTo>
                  <a:lnTo>
                    <a:pt x="568" y="368"/>
                  </a:lnTo>
                  <a:lnTo>
                    <a:pt x="569" y="369"/>
                  </a:lnTo>
                  <a:lnTo>
                    <a:pt x="570" y="371"/>
                  </a:lnTo>
                  <a:lnTo>
                    <a:pt x="570" y="373"/>
                  </a:lnTo>
                  <a:lnTo>
                    <a:pt x="569" y="375"/>
                  </a:lnTo>
                  <a:lnTo>
                    <a:pt x="568" y="376"/>
                  </a:lnTo>
                  <a:lnTo>
                    <a:pt x="566" y="377"/>
                  </a:lnTo>
                  <a:lnTo>
                    <a:pt x="565" y="378"/>
                  </a:lnTo>
                  <a:lnTo>
                    <a:pt x="562" y="378"/>
                  </a:lnTo>
                  <a:lnTo>
                    <a:pt x="560" y="378"/>
                  </a:lnTo>
                  <a:lnTo>
                    <a:pt x="557" y="377"/>
                  </a:lnTo>
                  <a:lnTo>
                    <a:pt x="556" y="377"/>
                  </a:lnTo>
                  <a:lnTo>
                    <a:pt x="555" y="378"/>
                  </a:lnTo>
                  <a:lnTo>
                    <a:pt x="553" y="381"/>
                  </a:lnTo>
                  <a:lnTo>
                    <a:pt x="551" y="383"/>
                  </a:lnTo>
                  <a:lnTo>
                    <a:pt x="549" y="383"/>
                  </a:lnTo>
                  <a:lnTo>
                    <a:pt x="546" y="382"/>
                  </a:lnTo>
                  <a:lnTo>
                    <a:pt x="544" y="381"/>
                  </a:lnTo>
                  <a:lnTo>
                    <a:pt x="542" y="380"/>
                  </a:lnTo>
                  <a:lnTo>
                    <a:pt x="539" y="380"/>
                  </a:lnTo>
                  <a:lnTo>
                    <a:pt x="537" y="379"/>
                  </a:lnTo>
                  <a:lnTo>
                    <a:pt x="535" y="378"/>
                  </a:lnTo>
                  <a:lnTo>
                    <a:pt x="534" y="377"/>
                  </a:lnTo>
                  <a:lnTo>
                    <a:pt x="532" y="375"/>
                  </a:lnTo>
                  <a:lnTo>
                    <a:pt x="530" y="374"/>
                  </a:lnTo>
                  <a:lnTo>
                    <a:pt x="528" y="373"/>
                  </a:lnTo>
                  <a:lnTo>
                    <a:pt x="527" y="372"/>
                  </a:lnTo>
                  <a:lnTo>
                    <a:pt x="527" y="370"/>
                  </a:lnTo>
                  <a:lnTo>
                    <a:pt x="526" y="369"/>
                  </a:lnTo>
                  <a:lnTo>
                    <a:pt x="524" y="368"/>
                  </a:lnTo>
                  <a:lnTo>
                    <a:pt x="521" y="367"/>
                  </a:lnTo>
                  <a:lnTo>
                    <a:pt x="518" y="365"/>
                  </a:lnTo>
                  <a:lnTo>
                    <a:pt x="517" y="363"/>
                  </a:lnTo>
                  <a:lnTo>
                    <a:pt x="519" y="362"/>
                  </a:lnTo>
                  <a:lnTo>
                    <a:pt x="522" y="360"/>
                  </a:lnTo>
                  <a:lnTo>
                    <a:pt x="525" y="359"/>
                  </a:lnTo>
                  <a:lnTo>
                    <a:pt x="527" y="358"/>
                  </a:lnTo>
                  <a:lnTo>
                    <a:pt x="527" y="357"/>
                  </a:lnTo>
                  <a:lnTo>
                    <a:pt x="528" y="355"/>
                  </a:lnTo>
                  <a:lnTo>
                    <a:pt x="530" y="354"/>
                  </a:lnTo>
                  <a:lnTo>
                    <a:pt x="531" y="353"/>
                  </a:lnTo>
                  <a:lnTo>
                    <a:pt x="532" y="351"/>
                  </a:lnTo>
                  <a:lnTo>
                    <a:pt x="533" y="349"/>
                  </a:lnTo>
                  <a:lnTo>
                    <a:pt x="535" y="348"/>
                  </a:lnTo>
                  <a:lnTo>
                    <a:pt x="537" y="347"/>
                  </a:lnTo>
                  <a:lnTo>
                    <a:pt x="540" y="347"/>
                  </a:lnTo>
                  <a:lnTo>
                    <a:pt x="542" y="347"/>
                  </a:lnTo>
                  <a:lnTo>
                    <a:pt x="544" y="346"/>
                  </a:lnTo>
                  <a:lnTo>
                    <a:pt x="546" y="345"/>
                  </a:lnTo>
                  <a:lnTo>
                    <a:pt x="549" y="344"/>
                  </a:lnTo>
                  <a:lnTo>
                    <a:pt x="551" y="345"/>
                  </a:lnTo>
                  <a:lnTo>
                    <a:pt x="553" y="347"/>
                  </a:lnTo>
                  <a:lnTo>
                    <a:pt x="554" y="349"/>
                  </a:lnTo>
                  <a:lnTo>
                    <a:pt x="556" y="350"/>
                  </a:lnTo>
                  <a:lnTo>
                    <a:pt x="557" y="349"/>
                  </a:lnTo>
                  <a:lnTo>
                    <a:pt x="560" y="349"/>
                  </a:lnTo>
                  <a:lnTo>
                    <a:pt x="562" y="349"/>
                  </a:lnTo>
                  <a:lnTo>
                    <a:pt x="564" y="349"/>
                  </a:lnTo>
                  <a:lnTo>
                    <a:pt x="566" y="350"/>
                  </a:lnTo>
                  <a:lnTo>
                    <a:pt x="568" y="351"/>
                  </a:lnTo>
                  <a:lnTo>
                    <a:pt x="569" y="352"/>
                  </a:lnTo>
                  <a:lnTo>
                    <a:pt x="570" y="354"/>
                  </a:lnTo>
                  <a:lnTo>
                    <a:pt x="568" y="356"/>
                  </a:lnTo>
                  <a:lnTo>
                    <a:pt x="567" y="358"/>
                  </a:lnTo>
                  <a:lnTo>
                    <a:pt x="566" y="359"/>
                  </a:lnTo>
                  <a:lnTo>
                    <a:pt x="568" y="361"/>
                  </a:lnTo>
                  <a:lnTo>
                    <a:pt x="570" y="362"/>
                  </a:lnTo>
                  <a:close/>
                </a:path>
              </a:pathLst>
            </a:custGeom>
            <a:solidFill>
              <a:srgbClr val="0072B2">
                <a:alpha val="10800"/>
              </a:srgbClr>
            </a:solidFill>
            <a:ln>
              <a:noFill/>
            </a:ln>
          </p:spPr>
          <p:txBody>
            <a:bodyPr anchor="ctr"/>
            <a:lstStyle/>
            <a:p>
              <a:pPr algn="ctr">
                <a:buNone/>
              </a:pPr>
            </a:p>
          </p:txBody>
        </p:sp>
        <p:sp>
          <p:nvSpPr>
            <p:cNvPr id="2896" name="addition:input:19"/>
            <p:cNvSpPr>
              <a:spLocks noGrp="1"/>
            </p:cNvSpPr>
            <p:nvPr/>
          </p:nvSpPr>
          <p:spPr>
            <a:xfrm>
              <a:off x="209550" y="5438775"/>
              <a:ext cx="1000719" cy="787298"/>
            </a:xfrm>
            <a:custGeom>
              <a:avLst/>
              <a:gdLst/>
              <a:ahLst/>
              <a:cxnLst/>
              <a:rect l="l" t="t" r="r" b="b"/>
              <a:pathLst>
                <a:path w="608" h="420">
                  <a:moveTo>
                    <a:pt x="0" y="0"/>
                  </a:moveTo>
                  <a:moveTo>
                    <a:pt x="606" y="394"/>
                  </a:moveTo>
                  <a:lnTo>
                    <a:pt x="601" y="396"/>
                  </a:lnTo>
                  <a:lnTo>
                    <a:pt x="597" y="398"/>
                  </a:lnTo>
                  <a:lnTo>
                    <a:pt x="596" y="400"/>
                  </a:lnTo>
                  <a:lnTo>
                    <a:pt x="596" y="402"/>
                  </a:lnTo>
                  <a:lnTo>
                    <a:pt x="595" y="404"/>
                  </a:lnTo>
                  <a:lnTo>
                    <a:pt x="594" y="406"/>
                  </a:lnTo>
                  <a:lnTo>
                    <a:pt x="591" y="407"/>
                  </a:lnTo>
                  <a:lnTo>
                    <a:pt x="589" y="409"/>
                  </a:lnTo>
                  <a:lnTo>
                    <a:pt x="587" y="410"/>
                  </a:lnTo>
                  <a:lnTo>
                    <a:pt x="586" y="413"/>
                  </a:lnTo>
                  <a:lnTo>
                    <a:pt x="583" y="414"/>
                  </a:lnTo>
                  <a:lnTo>
                    <a:pt x="581" y="415"/>
                  </a:lnTo>
                  <a:lnTo>
                    <a:pt x="577" y="416"/>
                  </a:lnTo>
                  <a:lnTo>
                    <a:pt x="575" y="417"/>
                  </a:lnTo>
                  <a:lnTo>
                    <a:pt x="572" y="419"/>
                  </a:lnTo>
                  <a:lnTo>
                    <a:pt x="569" y="420"/>
                  </a:lnTo>
                  <a:lnTo>
                    <a:pt x="566" y="419"/>
                  </a:lnTo>
                  <a:lnTo>
                    <a:pt x="564" y="416"/>
                  </a:lnTo>
                  <a:lnTo>
                    <a:pt x="562" y="413"/>
                  </a:lnTo>
                  <a:lnTo>
                    <a:pt x="560" y="412"/>
                  </a:lnTo>
                  <a:lnTo>
                    <a:pt x="557" y="413"/>
                  </a:lnTo>
                  <a:lnTo>
                    <a:pt x="554" y="415"/>
                  </a:lnTo>
                  <a:lnTo>
                    <a:pt x="551" y="416"/>
                  </a:lnTo>
                  <a:lnTo>
                    <a:pt x="548" y="415"/>
                  </a:lnTo>
                  <a:lnTo>
                    <a:pt x="546" y="414"/>
                  </a:lnTo>
                  <a:lnTo>
                    <a:pt x="544" y="412"/>
                  </a:lnTo>
                  <a:lnTo>
                    <a:pt x="542" y="411"/>
                  </a:lnTo>
                  <a:lnTo>
                    <a:pt x="541" y="409"/>
                  </a:lnTo>
                  <a:lnTo>
                    <a:pt x="541" y="406"/>
                  </a:lnTo>
                  <a:lnTo>
                    <a:pt x="542" y="404"/>
                  </a:lnTo>
                  <a:lnTo>
                    <a:pt x="542" y="402"/>
                  </a:lnTo>
                  <a:lnTo>
                    <a:pt x="541" y="400"/>
                  </a:lnTo>
                  <a:lnTo>
                    <a:pt x="538" y="398"/>
                  </a:lnTo>
                  <a:lnTo>
                    <a:pt x="537" y="396"/>
                  </a:lnTo>
                  <a:lnTo>
                    <a:pt x="538" y="394"/>
                  </a:lnTo>
                  <a:lnTo>
                    <a:pt x="540" y="392"/>
                  </a:lnTo>
                  <a:lnTo>
                    <a:pt x="541" y="391"/>
                  </a:lnTo>
                  <a:lnTo>
                    <a:pt x="539" y="388"/>
                  </a:lnTo>
                  <a:lnTo>
                    <a:pt x="537" y="386"/>
                  </a:lnTo>
                  <a:lnTo>
                    <a:pt x="535" y="383"/>
                  </a:lnTo>
                  <a:lnTo>
                    <a:pt x="535" y="380"/>
                  </a:lnTo>
                  <a:lnTo>
                    <a:pt x="538" y="379"/>
                  </a:lnTo>
                  <a:lnTo>
                    <a:pt x="541" y="378"/>
                  </a:lnTo>
                  <a:lnTo>
                    <a:pt x="543" y="377"/>
                  </a:lnTo>
                  <a:lnTo>
                    <a:pt x="546" y="377"/>
                  </a:lnTo>
                  <a:lnTo>
                    <a:pt x="549" y="376"/>
                  </a:lnTo>
                  <a:lnTo>
                    <a:pt x="552" y="376"/>
                  </a:lnTo>
                  <a:lnTo>
                    <a:pt x="554" y="376"/>
                  </a:lnTo>
                  <a:lnTo>
                    <a:pt x="556" y="375"/>
                  </a:lnTo>
                  <a:lnTo>
                    <a:pt x="557" y="372"/>
                  </a:lnTo>
                  <a:lnTo>
                    <a:pt x="560" y="369"/>
                  </a:lnTo>
                  <a:lnTo>
                    <a:pt x="563" y="368"/>
                  </a:lnTo>
                  <a:lnTo>
                    <a:pt x="566" y="370"/>
                  </a:lnTo>
                  <a:lnTo>
                    <a:pt x="570" y="371"/>
                  </a:lnTo>
                  <a:lnTo>
                    <a:pt x="573" y="372"/>
                  </a:lnTo>
                  <a:lnTo>
                    <a:pt x="576" y="372"/>
                  </a:lnTo>
                  <a:lnTo>
                    <a:pt x="580" y="371"/>
                  </a:lnTo>
                  <a:lnTo>
                    <a:pt x="583" y="372"/>
                  </a:lnTo>
                  <a:lnTo>
                    <a:pt x="586" y="374"/>
                  </a:lnTo>
                  <a:lnTo>
                    <a:pt x="587" y="377"/>
                  </a:lnTo>
                  <a:lnTo>
                    <a:pt x="588" y="379"/>
                  </a:lnTo>
                  <a:lnTo>
                    <a:pt x="590" y="380"/>
                  </a:lnTo>
                  <a:lnTo>
                    <a:pt x="593" y="382"/>
                  </a:lnTo>
                  <a:lnTo>
                    <a:pt x="595" y="383"/>
                  </a:lnTo>
                  <a:lnTo>
                    <a:pt x="596" y="385"/>
                  </a:lnTo>
                  <a:lnTo>
                    <a:pt x="599" y="386"/>
                  </a:lnTo>
                  <a:lnTo>
                    <a:pt x="602" y="388"/>
                  </a:lnTo>
                  <a:lnTo>
                    <a:pt x="606" y="389"/>
                  </a:lnTo>
                  <a:lnTo>
                    <a:pt x="608" y="392"/>
                  </a:lnTo>
                  <a:close/>
                </a:path>
              </a:pathLst>
            </a:custGeom>
            <a:solidFill>
              <a:srgbClr val="0072B2">
                <a:alpha val="10800"/>
              </a:srgbClr>
            </a:solidFill>
            <a:ln>
              <a:noFill/>
            </a:ln>
          </p:spPr>
          <p:txBody>
            <a:bodyPr anchor="ctr"/>
            <a:lstStyle/>
            <a:p>
              <a:pPr algn="ctr">
                <a:buNone/>
              </a:pPr>
            </a:p>
          </p:txBody>
        </p:sp>
        <p:sp>
          <p:nvSpPr>
            <p:cNvPr id="2897" name="addition:input:20"/>
            <p:cNvSpPr>
              <a:spLocks noGrp="1"/>
            </p:cNvSpPr>
            <p:nvPr/>
          </p:nvSpPr>
          <p:spPr>
            <a:xfrm>
              <a:off x="209550" y="5438775"/>
              <a:ext cx="915132" cy="807918"/>
            </a:xfrm>
            <a:custGeom>
              <a:avLst/>
              <a:gdLst/>
              <a:ahLst/>
              <a:cxnLst/>
              <a:rect l="l" t="t" r="r" b="b"/>
              <a:pathLst>
                <a:path w="556" h="431">
                  <a:moveTo>
                    <a:pt x="0" y="0"/>
                  </a:moveTo>
                  <a:moveTo>
                    <a:pt x="554" y="407"/>
                  </a:moveTo>
                  <a:lnTo>
                    <a:pt x="556" y="410"/>
                  </a:lnTo>
                  <a:lnTo>
                    <a:pt x="555" y="411"/>
                  </a:lnTo>
                  <a:lnTo>
                    <a:pt x="552" y="413"/>
                  </a:lnTo>
                  <a:lnTo>
                    <a:pt x="549" y="414"/>
                  </a:lnTo>
                  <a:lnTo>
                    <a:pt x="548" y="416"/>
                  </a:lnTo>
                  <a:lnTo>
                    <a:pt x="548" y="417"/>
                  </a:lnTo>
                  <a:lnTo>
                    <a:pt x="547" y="419"/>
                  </a:lnTo>
                  <a:lnTo>
                    <a:pt x="545" y="420"/>
                  </a:lnTo>
                  <a:lnTo>
                    <a:pt x="542" y="421"/>
                  </a:lnTo>
                  <a:lnTo>
                    <a:pt x="540" y="422"/>
                  </a:lnTo>
                  <a:lnTo>
                    <a:pt x="538" y="423"/>
                  </a:lnTo>
                  <a:lnTo>
                    <a:pt x="536" y="424"/>
                  </a:lnTo>
                  <a:lnTo>
                    <a:pt x="534" y="425"/>
                  </a:lnTo>
                  <a:lnTo>
                    <a:pt x="531" y="426"/>
                  </a:lnTo>
                  <a:lnTo>
                    <a:pt x="528" y="426"/>
                  </a:lnTo>
                  <a:lnTo>
                    <a:pt x="526" y="428"/>
                  </a:lnTo>
                  <a:lnTo>
                    <a:pt x="523" y="430"/>
                  </a:lnTo>
                  <a:lnTo>
                    <a:pt x="519" y="431"/>
                  </a:lnTo>
                  <a:lnTo>
                    <a:pt x="516" y="429"/>
                  </a:lnTo>
                  <a:lnTo>
                    <a:pt x="514" y="427"/>
                  </a:lnTo>
                  <a:lnTo>
                    <a:pt x="512" y="424"/>
                  </a:lnTo>
                  <a:lnTo>
                    <a:pt x="511" y="422"/>
                  </a:lnTo>
                  <a:lnTo>
                    <a:pt x="508" y="422"/>
                  </a:lnTo>
                  <a:lnTo>
                    <a:pt x="505" y="423"/>
                  </a:lnTo>
                  <a:lnTo>
                    <a:pt x="503" y="422"/>
                  </a:lnTo>
                  <a:lnTo>
                    <a:pt x="500" y="422"/>
                  </a:lnTo>
                  <a:lnTo>
                    <a:pt x="499" y="420"/>
                  </a:lnTo>
                  <a:lnTo>
                    <a:pt x="497" y="419"/>
                  </a:lnTo>
                  <a:lnTo>
                    <a:pt x="495" y="418"/>
                  </a:lnTo>
                  <a:lnTo>
                    <a:pt x="493" y="417"/>
                  </a:lnTo>
                  <a:lnTo>
                    <a:pt x="494" y="415"/>
                  </a:lnTo>
                  <a:lnTo>
                    <a:pt x="495" y="413"/>
                  </a:lnTo>
                  <a:lnTo>
                    <a:pt x="495" y="411"/>
                  </a:lnTo>
                  <a:lnTo>
                    <a:pt x="494" y="409"/>
                  </a:lnTo>
                  <a:lnTo>
                    <a:pt x="493" y="407"/>
                  </a:lnTo>
                  <a:lnTo>
                    <a:pt x="494" y="406"/>
                  </a:lnTo>
                  <a:lnTo>
                    <a:pt x="497" y="404"/>
                  </a:lnTo>
                  <a:lnTo>
                    <a:pt x="500" y="403"/>
                  </a:lnTo>
                  <a:lnTo>
                    <a:pt x="502" y="402"/>
                  </a:lnTo>
                  <a:lnTo>
                    <a:pt x="502" y="400"/>
                  </a:lnTo>
                  <a:lnTo>
                    <a:pt x="501" y="398"/>
                  </a:lnTo>
                  <a:lnTo>
                    <a:pt x="500" y="395"/>
                  </a:lnTo>
                  <a:lnTo>
                    <a:pt x="500" y="393"/>
                  </a:lnTo>
                  <a:lnTo>
                    <a:pt x="502" y="392"/>
                  </a:lnTo>
                  <a:lnTo>
                    <a:pt x="505" y="391"/>
                  </a:lnTo>
                  <a:lnTo>
                    <a:pt x="507" y="390"/>
                  </a:lnTo>
                  <a:lnTo>
                    <a:pt x="509" y="389"/>
                  </a:lnTo>
                  <a:lnTo>
                    <a:pt x="512" y="390"/>
                  </a:lnTo>
                  <a:lnTo>
                    <a:pt x="515" y="391"/>
                  </a:lnTo>
                  <a:lnTo>
                    <a:pt x="517" y="391"/>
                  </a:lnTo>
                  <a:lnTo>
                    <a:pt x="518" y="390"/>
                  </a:lnTo>
                  <a:lnTo>
                    <a:pt x="520" y="389"/>
                  </a:lnTo>
                  <a:lnTo>
                    <a:pt x="522" y="387"/>
                  </a:lnTo>
                  <a:lnTo>
                    <a:pt x="525" y="387"/>
                  </a:lnTo>
                  <a:lnTo>
                    <a:pt x="527" y="388"/>
                  </a:lnTo>
                  <a:lnTo>
                    <a:pt x="528" y="390"/>
                  </a:lnTo>
                  <a:lnTo>
                    <a:pt x="531" y="390"/>
                  </a:lnTo>
                  <a:lnTo>
                    <a:pt x="534" y="390"/>
                  </a:lnTo>
                  <a:lnTo>
                    <a:pt x="537" y="389"/>
                  </a:lnTo>
                  <a:lnTo>
                    <a:pt x="540" y="390"/>
                  </a:lnTo>
                  <a:lnTo>
                    <a:pt x="541" y="392"/>
                  </a:lnTo>
                  <a:lnTo>
                    <a:pt x="542" y="394"/>
                  </a:lnTo>
                  <a:lnTo>
                    <a:pt x="542" y="396"/>
                  </a:lnTo>
                  <a:lnTo>
                    <a:pt x="543" y="398"/>
                  </a:lnTo>
                  <a:lnTo>
                    <a:pt x="544" y="400"/>
                  </a:lnTo>
                  <a:lnTo>
                    <a:pt x="544" y="401"/>
                  </a:lnTo>
                  <a:lnTo>
                    <a:pt x="545" y="403"/>
                  </a:lnTo>
                  <a:lnTo>
                    <a:pt x="547" y="404"/>
                  </a:lnTo>
                  <a:lnTo>
                    <a:pt x="550" y="406"/>
                  </a:lnTo>
                  <a:close/>
                </a:path>
              </a:pathLst>
            </a:custGeom>
            <a:solidFill>
              <a:srgbClr val="0072B2">
                <a:alpha val="10800"/>
              </a:srgbClr>
            </a:solidFill>
            <a:ln>
              <a:noFill/>
            </a:ln>
          </p:spPr>
          <p:txBody>
            <a:bodyPr anchor="ctr"/>
            <a:lstStyle/>
            <a:p>
              <a:pPr algn="ctr">
                <a:buNone/>
              </a:pPr>
            </a:p>
          </p:txBody>
        </p:sp>
        <p:sp>
          <p:nvSpPr>
            <p:cNvPr id="2898" name="addition:input:21"/>
            <p:cNvSpPr>
              <a:spLocks noGrp="1"/>
            </p:cNvSpPr>
            <p:nvPr/>
          </p:nvSpPr>
          <p:spPr>
            <a:xfrm>
              <a:off x="209550" y="5438775"/>
              <a:ext cx="1688714" cy="1197818"/>
            </a:xfrm>
            <a:custGeom>
              <a:avLst/>
              <a:gdLst/>
              <a:ahLst/>
              <a:cxnLst/>
              <a:rect l="l" t="t" r="r" b="b"/>
              <a:pathLst>
                <a:path w="1026" h="639">
                  <a:moveTo>
                    <a:pt x="0" y="0"/>
                  </a:moveTo>
                  <a:moveTo>
                    <a:pt x="1004" y="555"/>
                  </a:moveTo>
                  <a:lnTo>
                    <a:pt x="1010" y="562"/>
                  </a:lnTo>
                  <a:lnTo>
                    <a:pt x="1019" y="570"/>
                  </a:lnTo>
                  <a:lnTo>
                    <a:pt x="1026" y="580"/>
                  </a:lnTo>
                  <a:lnTo>
                    <a:pt x="1023" y="587"/>
                  </a:lnTo>
                  <a:lnTo>
                    <a:pt x="1009" y="592"/>
                  </a:lnTo>
                  <a:lnTo>
                    <a:pt x="991" y="593"/>
                  </a:lnTo>
                  <a:lnTo>
                    <a:pt x="978" y="594"/>
                  </a:lnTo>
                  <a:lnTo>
                    <a:pt x="972" y="599"/>
                  </a:lnTo>
                  <a:lnTo>
                    <a:pt x="970" y="606"/>
                  </a:lnTo>
                  <a:lnTo>
                    <a:pt x="966" y="614"/>
                  </a:lnTo>
                  <a:lnTo>
                    <a:pt x="958" y="619"/>
                  </a:lnTo>
                  <a:lnTo>
                    <a:pt x="950" y="624"/>
                  </a:lnTo>
                  <a:lnTo>
                    <a:pt x="941" y="629"/>
                  </a:lnTo>
                  <a:lnTo>
                    <a:pt x="931" y="635"/>
                  </a:lnTo>
                  <a:lnTo>
                    <a:pt x="920" y="639"/>
                  </a:lnTo>
                  <a:lnTo>
                    <a:pt x="908" y="639"/>
                  </a:lnTo>
                  <a:lnTo>
                    <a:pt x="896" y="635"/>
                  </a:lnTo>
                  <a:lnTo>
                    <a:pt x="885" y="632"/>
                  </a:lnTo>
                  <a:lnTo>
                    <a:pt x="874" y="632"/>
                  </a:lnTo>
                  <a:lnTo>
                    <a:pt x="862" y="635"/>
                  </a:lnTo>
                  <a:lnTo>
                    <a:pt x="851" y="634"/>
                  </a:lnTo>
                  <a:lnTo>
                    <a:pt x="843" y="628"/>
                  </a:lnTo>
                  <a:lnTo>
                    <a:pt x="840" y="618"/>
                  </a:lnTo>
                  <a:lnTo>
                    <a:pt x="837" y="610"/>
                  </a:lnTo>
                  <a:lnTo>
                    <a:pt x="830" y="607"/>
                  </a:lnTo>
                  <a:lnTo>
                    <a:pt x="818" y="608"/>
                  </a:lnTo>
                  <a:lnTo>
                    <a:pt x="804" y="608"/>
                  </a:lnTo>
                  <a:lnTo>
                    <a:pt x="793" y="606"/>
                  </a:lnTo>
                  <a:lnTo>
                    <a:pt x="787" y="600"/>
                  </a:lnTo>
                  <a:lnTo>
                    <a:pt x="784" y="593"/>
                  </a:lnTo>
                  <a:lnTo>
                    <a:pt x="782" y="585"/>
                  </a:lnTo>
                  <a:lnTo>
                    <a:pt x="781" y="578"/>
                  </a:lnTo>
                  <a:lnTo>
                    <a:pt x="786" y="570"/>
                  </a:lnTo>
                  <a:lnTo>
                    <a:pt x="796" y="562"/>
                  </a:lnTo>
                  <a:lnTo>
                    <a:pt x="805" y="555"/>
                  </a:lnTo>
                  <a:lnTo>
                    <a:pt x="808" y="549"/>
                  </a:lnTo>
                  <a:lnTo>
                    <a:pt x="804" y="542"/>
                  </a:lnTo>
                  <a:lnTo>
                    <a:pt x="797" y="534"/>
                  </a:lnTo>
                  <a:lnTo>
                    <a:pt x="797" y="526"/>
                  </a:lnTo>
                  <a:lnTo>
                    <a:pt x="804" y="520"/>
                  </a:lnTo>
                  <a:lnTo>
                    <a:pt x="814" y="516"/>
                  </a:lnTo>
                  <a:lnTo>
                    <a:pt x="820" y="511"/>
                  </a:lnTo>
                  <a:lnTo>
                    <a:pt x="821" y="503"/>
                  </a:lnTo>
                  <a:lnTo>
                    <a:pt x="821" y="494"/>
                  </a:lnTo>
                  <a:lnTo>
                    <a:pt x="825" y="486"/>
                  </a:lnTo>
                  <a:lnTo>
                    <a:pt x="834" y="483"/>
                  </a:lnTo>
                  <a:lnTo>
                    <a:pt x="844" y="482"/>
                  </a:lnTo>
                  <a:lnTo>
                    <a:pt x="854" y="483"/>
                  </a:lnTo>
                  <a:lnTo>
                    <a:pt x="863" y="482"/>
                  </a:lnTo>
                  <a:lnTo>
                    <a:pt x="871" y="483"/>
                  </a:lnTo>
                  <a:lnTo>
                    <a:pt x="879" y="485"/>
                  </a:lnTo>
                  <a:lnTo>
                    <a:pt x="887" y="489"/>
                  </a:lnTo>
                  <a:lnTo>
                    <a:pt x="894" y="488"/>
                  </a:lnTo>
                  <a:lnTo>
                    <a:pt x="902" y="482"/>
                  </a:lnTo>
                  <a:lnTo>
                    <a:pt x="913" y="473"/>
                  </a:lnTo>
                  <a:lnTo>
                    <a:pt x="926" y="468"/>
                  </a:lnTo>
                  <a:lnTo>
                    <a:pt x="936" y="471"/>
                  </a:lnTo>
                  <a:lnTo>
                    <a:pt x="942" y="480"/>
                  </a:lnTo>
                  <a:lnTo>
                    <a:pt x="946" y="489"/>
                  </a:lnTo>
                  <a:lnTo>
                    <a:pt x="952" y="496"/>
                  </a:lnTo>
                  <a:lnTo>
                    <a:pt x="962" y="499"/>
                  </a:lnTo>
                  <a:lnTo>
                    <a:pt x="971" y="503"/>
                  </a:lnTo>
                  <a:lnTo>
                    <a:pt x="977" y="509"/>
                  </a:lnTo>
                  <a:lnTo>
                    <a:pt x="980" y="517"/>
                  </a:lnTo>
                  <a:lnTo>
                    <a:pt x="983" y="523"/>
                  </a:lnTo>
                  <a:lnTo>
                    <a:pt x="989" y="529"/>
                  </a:lnTo>
                  <a:lnTo>
                    <a:pt x="996" y="535"/>
                  </a:lnTo>
                  <a:lnTo>
                    <a:pt x="1001" y="541"/>
                  </a:lnTo>
                  <a:lnTo>
                    <a:pt x="1003" y="548"/>
                  </a:lnTo>
                  <a:close/>
                </a:path>
              </a:pathLst>
            </a:custGeom>
            <a:solidFill>
              <a:srgbClr val="F5DAC5">
                <a:alpha val="12900"/>
              </a:srgbClr>
            </a:solidFill>
            <a:ln>
              <a:noFill/>
            </a:ln>
          </p:spPr>
          <p:txBody>
            <a:bodyPr anchor="ctr"/>
            <a:lstStyle/>
            <a:p>
              <a:pPr algn="ctr">
                <a:buNone/>
              </a:pPr>
            </a:p>
          </p:txBody>
        </p:sp>
        <p:sp>
          <p:nvSpPr>
            <p:cNvPr id="2899" name="addition:input:22"/>
            <p:cNvSpPr>
              <a:spLocks noGrp="1"/>
            </p:cNvSpPr>
            <p:nvPr/>
          </p:nvSpPr>
          <p:spPr>
            <a:xfrm>
              <a:off x="209550" y="5438775"/>
              <a:ext cx="1629461" cy="1190320"/>
            </a:xfrm>
            <a:custGeom>
              <a:avLst/>
              <a:gdLst/>
              <a:ahLst/>
              <a:cxnLst/>
              <a:rect l="l" t="t" r="r" b="b"/>
              <a:pathLst>
                <a:path w="990" h="635">
                  <a:moveTo>
                    <a:pt x="0" y="0"/>
                  </a:moveTo>
                  <a:moveTo>
                    <a:pt x="983" y="560"/>
                  </a:moveTo>
                  <a:lnTo>
                    <a:pt x="986" y="566"/>
                  </a:lnTo>
                  <a:lnTo>
                    <a:pt x="990" y="573"/>
                  </a:lnTo>
                  <a:lnTo>
                    <a:pt x="989" y="579"/>
                  </a:lnTo>
                  <a:lnTo>
                    <a:pt x="984" y="585"/>
                  </a:lnTo>
                  <a:lnTo>
                    <a:pt x="977" y="589"/>
                  </a:lnTo>
                  <a:lnTo>
                    <a:pt x="973" y="594"/>
                  </a:lnTo>
                  <a:lnTo>
                    <a:pt x="971" y="600"/>
                  </a:lnTo>
                  <a:lnTo>
                    <a:pt x="969" y="606"/>
                  </a:lnTo>
                  <a:lnTo>
                    <a:pt x="961" y="610"/>
                  </a:lnTo>
                  <a:lnTo>
                    <a:pt x="950" y="610"/>
                  </a:lnTo>
                  <a:lnTo>
                    <a:pt x="938" y="608"/>
                  </a:lnTo>
                  <a:lnTo>
                    <a:pt x="930" y="609"/>
                  </a:lnTo>
                  <a:lnTo>
                    <a:pt x="926" y="615"/>
                  </a:lnTo>
                  <a:lnTo>
                    <a:pt x="921" y="624"/>
                  </a:lnTo>
                  <a:lnTo>
                    <a:pt x="913" y="632"/>
                  </a:lnTo>
                  <a:lnTo>
                    <a:pt x="904" y="635"/>
                  </a:lnTo>
                  <a:lnTo>
                    <a:pt x="893" y="635"/>
                  </a:lnTo>
                  <a:lnTo>
                    <a:pt x="882" y="633"/>
                  </a:lnTo>
                  <a:lnTo>
                    <a:pt x="872" y="631"/>
                  </a:lnTo>
                  <a:lnTo>
                    <a:pt x="863" y="628"/>
                  </a:lnTo>
                  <a:lnTo>
                    <a:pt x="855" y="622"/>
                  </a:lnTo>
                  <a:lnTo>
                    <a:pt x="850" y="615"/>
                  </a:lnTo>
                  <a:lnTo>
                    <a:pt x="844" y="610"/>
                  </a:lnTo>
                  <a:lnTo>
                    <a:pt x="836" y="610"/>
                  </a:lnTo>
                  <a:lnTo>
                    <a:pt x="824" y="611"/>
                  </a:lnTo>
                  <a:lnTo>
                    <a:pt x="814" y="611"/>
                  </a:lnTo>
                  <a:lnTo>
                    <a:pt x="808" y="606"/>
                  </a:lnTo>
                  <a:lnTo>
                    <a:pt x="807" y="599"/>
                  </a:lnTo>
                  <a:lnTo>
                    <a:pt x="806" y="593"/>
                  </a:lnTo>
                  <a:lnTo>
                    <a:pt x="801" y="588"/>
                  </a:lnTo>
                  <a:lnTo>
                    <a:pt x="792" y="585"/>
                  </a:lnTo>
                  <a:lnTo>
                    <a:pt x="784" y="580"/>
                  </a:lnTo>
                  <a:lnTo>
                    <a:pt x="783" y="573"/>
                  </a:lnTo>
                  <a:lnTo>
                    <a:pt x="788" y="566"/>
                  </a:lnTo>
                  <a:lnTo>
                    <a:pt x="795" y="560"/>
                  </a:lnTo>
                  <a:lnTo>
                    <a:pt x="801" y="554"/>
                  </a:lnTo>
                  <a:lnTo>
                    <a:pt x="806" y="549"/>
                  </a:lnTo>
                  <a:lnTo>
                    <a:pt x="811" y="544"/>
                  </a:lnTo>
                  <a:lnTo>
                    <a:pt x="817" y="539"/>
                  </a:lnTo>
                  <a:lnTo>
                    <a:pt x="822" y="535"/>
                  </a:lnTo>
                  <a:lnTo>
                    <a:pt x="822" y="529"/>
                  </a:lnTo>
                  <a:lnTo>
                    <a:pt x="818" y="520"/>
                  </a:lnTo>
                  <a:lnTo>
                    <a:pt x="816" y="510"/>
                  </a:lnTo>
                  <a:lnTo>
                    <a:pt x="820" y="503"/>
                  </a:lnTo>
                  <a:lnTo>
                    <a:pt x="830" y="501"/>
                  </a:lnTo>
                  <a:lnTo>
                    <a:pt x="842" y="503"/>
                  </a:lnTo>
                  <a:lnTo>
                    <a:pt x="852" y="503"/>
                  </a:lnTo>
                  <a:lnTo>
                    <a:pt x="858" y="501"/>
                  </a:lnTo>
                  <a:lnTo>
                    <a:pt x="863" y="497"/>
                  </a:lnTo>
                  <a:lnTo>
                    <a:pt x="870" y="494"/>
                  </a:lnTo>
                  <a:lnTo>
                    <a:pt x="877" y="495"/>
                  </a:lnTo>
                  <a:lnTo>
                    <a:pt x="884" y="497"/>
                  </a:lnTo>
                  <a:lnTo>
                    <a:pt x="891" y="499"/>
                  </a:lnTo>
                  <a:lnTo>
                    <a:pt x="897" y="498"/>
                  </a:lnTo>
                  <a:lnTo>
                    <a:pt x="904" y="496"/>
                  </a:lnTo>
                  <a:lnTo>
                    <a:pt x="912" y="497"/>
                  </a:lnTo>
                  <a:lnTo>
                    <a:pt x="918" y="499"/>
                  </a:lnTo>
                  <a:lnTo>
                    <a:pt x="926" y="501"/>
                  </a:lnTo>
                  <a:lnTo>
                    <a:pt x="936" y="500"/>
                  </a:lnTo>
                  <a:lnTo>
                    <a:pt x="947" y="500"/>
                  </a:lnTo>
                  <a:lnTo>
                    <a:pt x="956" y="503"/>
                  </a:lnTo>
                  <a:lnTo>
                    <a:pt x="958" y="511"/>
                  </a:lnTo>
                  <a:lnTo>
                    <a:pt x="955" y="521"/>
                  </a:lnTo>
                  <a:lnTo>
                    <a:pt x="950" y="530"/>
                  </a:lnTo>
                  <a:lnTo>
                    <a:pt x="952" y="536"/>
                  </a:lnTo>
                  <a:lnTo>
                    <a:pt x="959" y="539"/>
                  </a:lnTo>
                  <a:lnTo>
                    <a:pt x="969" y="543"/>
                  </a:lnTo>
                  <a:lnTo>
                    <a:pt x="976" y="548"/>
                  </a:lnTo>
                  <a:lnTo>
                    <a:pt x="980" y="554"/>
                  </a:lnTo>
                  <a:close/>
                </a:path>
              </a:pathLst>
            </a:custGeom>
            <a:solidFill>
              <a:srgbClr val="ECB78D">
                <a:alpha val="12900"/>
              </a:srgbClr>
            </a:solidFill>
            <a:ln>
              <a:noFill/>
            </a:ln>
          </p:spPr>
          <p:txBody>
            <a:bodyPr anchor="ctr"/>
            <a:lstStyle/>
            <a:p>
              <a:pPr algn="ctr">
                <a:buNone/>
              </a:pPr>
            </a:p>
          </p:txBody>
        </p:sp>
        <p:sp>
          <p:nvSpPr>
            <p:cNvPr id="2900" name="addition:input:23"/>
            <p:cNvSpPr>
              <a:spLocks noGrp="1"/>
            </p:cNvSpPr>
            <p:nvPr/>
          </p:nvSpPr>
          <p:spPr>
            <a:xfrm>
              <a:off x="209550" y="5438775"/>
              <a:ext cx="1591605" cy="1173450"/>
            </a:xfrm>
            <a:custGeom>
              <a:avLst/>
              <a:gdLst/>
              <a:ahLst/>
              <a:cxnLst/>
              <a:rect l="l" t="t" r="r" b="b"/>
              <a:pathLst>
                <a:path w="967" h="626">
                  <a:moveTo>
                    <a:pt x="0" y="0"/>
                  </a:moveTo>
                  <a:moveTo>
                    <a:pt x="957" y="565"/>
                  </a:moveTo>
                  <a:lnTo>
                    <a:pt x="960" y="570"/>
                  </a:lnTo>
                  <a:lnTo>
                    <a:pt x="958" y="576"/>
                  </a:lnTo>
                  <a:lnTo>
                    <a:pt x="951" y="580"/>
                  </a:lnTo>
                  <a:lnTo>
                    <a:pt x="943" y="583"/>
                  </a:lnTo>
                  <a:lnTo>
                    <a:pt x="938" y="587"/>
                  </a:lnTo>
                  <a:lnTo>
                    <a:pt x="939" y="593"/>
                  </a:lnTo>
                  <a:lnTo>
                    <a:pt x="941" y="600"/>
                  </a:lnTo>
                  <a:lnTo>
                    <a:pt x="940" y="606"/>
                  </a:lnTo>
                  <a:lnTo>
                    <a:pt x="936" y="611"/>
                  </a:lnTo>
                  <a:lnTo>
                    <a:pt x="931" y="615"/>
                  </a:lnTo>
                  <a:lnTo>
                    <a:pt x="925" y="618"/>
                  </a:lnTo>
                  <a:lnTo>
                    <a:pt x="919" y="621"/>
                  </a:lnTo>
                  <a:lnTo>
                    <a:pt x="911" y="621"/>
                  </a:lnTo>
                  <a:lnTo>
                    <a:pt x="903" y="618"/>
                  </a:lnTo>
                  <a:lnTo>
                    <a:pt x="896" y="614"/>
                  </a:lnTo>
                  <a:lnTo>
                    <a:pt x="890" y="612"/>
                  </a:lnTo>
                  <a:lnTo>
                    <a:pt x="886" y="615"/>
                  </a:lnTo>
                  <a:lnTo>
                    <a:pt x="880" y="622"/>
                  </a:lnTo>
                  <a:lnTo>
                    <a:pt x="873" y="626"/>
                  </a:lnTo>
                  <a:lnTo>
                    <a:pt x="866" y="626"/>
                  </a:lnTo>
                  <a:lnTo>
                    <a:pt x="860" y="623"/>
                  </a:lnTo>
                  <a:lnTo>
                    <a:pt x="855" y="619"/>
                  </a:lnTo>
                  <a:lnTo>
                    <a:pt x="849" y="617"/>
                  </a:lnTo>
                  <a:lnTo>
                    <a:pt x="841" y="616"/>
                  </a:lnTo>
                  <a:lnTo>
                    <a:pt x="833" y="614"/>
                  </a:lnTo>
                  <a:lnTo>
                    <a:pt x="828" y="610"/>
                  </a:lnTo>
                  <a:lnTo>
                    <a:pt x="825" y="604"/>
                  </a:lnTo>
                  <a:lnTo>
                    <a:pt x="822" y="599"/>
                  </a:lnTo>
                  <a:lnTo>
                    <a:pt x="818" y="594"/>
                  </a:lnTo>
                  <a:lnTo>
                    <a:pt x="814" y="589"/>
                  </a:lnTo>
                  <a:lnTo>
                    <a:pt x="813" y="584"/>
                  </a:lnTo>
                  <a:lnTo>
                    <a:pt x="814" y="579"/>
                  </a:lnTo>
                  <a:lnTo>
                    <a:pt x="813" y="574"/>
                  </a:lnTo>
                  <a:lnTo>
                    <a:pt x="807" y="570"/>
                  </a:lnTo>
                  <a:lnTo>
                    <a:pt x="796" y="565"/>
                  </a:lnTo>
                  <a:lnTo>
                    <a:pt x="785" y="559"/>
                  </a:lnTo>
                  <a:lnTo>
                    <a:pt x="782" y="553"/>
                  </a:lnTo>
                  <a:lnTo>
                    <a:pt x="787" y="547"/>
                  </a:lnTo>
                  <a:lnTo>
                    <a:pt x="797" y="544"/>
                  </a:lnTo>
                  <a:lnTo>
                    <a:pt x="805" y="541"/>
                  </a:lnTo>
                  <a:lnTo>
                    <a:pt x="809" y="537"/>
                  </a:lnTo>
                  <a:lnTo>
                    <a:pt x="812" y="532"/>
                  </a:lnTo>
                  <a:lnTo>
                    <a:pt x="817" y="529"/>
                  </a:lnTo>
                  <a:lnTo>
                    <a:pt x="823" y="526"/>
                  </a:lnTo>
                  <a:lnTo>
                    <a:pt x="829" y="523"/>
                  </a:lnTo>
                  <a:lnTo>
                    <a:pt x="834" y="519"/>
                  </a:lnTo>
                  <a:lnTo>
                    <a:pt x="839" y="514"/>
                  </a:lnTo>
                  <a:lnTo>
                    <a:pt x="845" y="510"/>
                  </a:lnTo>
                  <a:lnTo>
                    <a:pt x="854" y="508"/>
                  </a:lnTo>
                  <a:lnTo>
                    <a:pt x="863" y="509"/>
                  </a:lnTo>
                  <a:lnTo>
                    <a:pt x="871" y="508"/>
                  </a:lnTo>
                  <a:lnTo>
                    <a:pt x="879" y="504"/>
                  </a:lnTo>
                  <a:lnTo>
                    <a:pt x="888" y="500"/>
                  </a:lnTo>
                  <a:lnTo>
                    <a:pt x="897" y="498"/>
                  </a:lnTo>
                  <a:lnTo>
                    <a:pt x="905" y="503"/>
                  </a:lnTo>
                  <a:lnTo>
                    <a:pt x="911" y="511"/>
                  </a:lnTo>
                  <a:lnTo>
                    <a:pt x="914" y="518"/>
                  </a:lnTo>
                  <a:lnTo>
                    <a:pt x="919" y="522"/>
                  </a:lnTo>
                  <a:lnTo>
                    <a:pt x="926" y="523"/>
                  </a:lnTo>
                  <a:lnTo>
                    <a:pt x="934" y="523"/>
                  </a:lnTo>
                  <a:lnTo>
                    <a:pt x="941" y="524"/>
                  </a:lnTo>
                  <a:lnTo>
                    <a:pt x="948" y="527"/>
                  </a:lnTo>
                  <a:lnTo>
                    <a:pt x="954" y="529"/>
                  </a:lnTo>
                  <a:lnTo>
                    <a:pt x="961" y="532"/>
                  </a:lnTo>
                  <a:lnTo>
                    <a:pt x="967" y="536"/>
                  </a:lnTo>
                  <a:lnTo>
                    <a:pt x="967" y="542"/>
                  </a:lnTo>
                  <a:lnTo>
                    <a:pt x="962" y="549"/>
                  </a:lnTo>
                  <a:lnTo>
                    <a:pt x="956" y="555"/>
                  </a:lnTo>
                  <a:lnTo>
                    <a:pt x="954" y="560"/>
                  </a:lnTo>
                  <a:close/>
                </a:path>
              </a:pathLst>
            </a:custGeom>
            <a:solidFill>
              <a:srgbClr val="E18B48">
                <a:alpha val="10500"/>
              </a:srgbClr>
            </a:solidFill>
            <a:ln>
              <a:noFill/>
            </a:ln>
          </p:spPr>
          <p:txBody>
            <a:bodyPr anchor="ctr"/>
            <a:lstStyle/>
            <a:p>
              <a:pPr algn="ctr">
                <a:buNone/>
              </a:pPr>
            </a:p>
          </p:txBody>
        </p:sp>
        <p:sp>
          <p:nvSpPr>
            <p:cNvPr id="2901" name="addition:input:24"/>
            <p:cNvSpPr>
              <a:spLocks noGrp="1"/>
            </p:cNvSpPr>
            <p:nvPr/>
          </p:nvSpPr>
          <p:spPr>
            <a:xfrm>
              <a:off x="209550" y="5438775"/>
              <a:ext cx="1451701" cy="1072225"/>
            </a:xfrm>
            <a:custGeom>
              <a:avLst/>
              <a:gdLst/>
              <a:ahLst/>
              <a:cxnLst/>
              <a:rect l="l" t="t" r="r" b="b"/>
              <a:pathLst>
                <a:path w="882" h="572">
                  <a:moveTo>
                    <a:pt x="0" y="0"/>
                  </a:moveTo>
                  <a:moveTo>
                    <a:pt x="875" y="546"/>
                  </a:moveTo>
                  <a:lnTo>
                    <a:pt x="873" y="548"/>
                  </a:lnTo>
                  <a:lnTo>
                    <a:pt x="874" y="549"/>
                  </a:lnTo>
                  <a:lnTo>
                    <a:pt x="877" y="552"/>
                  </a:lnTo>
                  <a:lnTo>
                    <a:pt x="880" y="555"/>
                  </a:lnTo>
                  <a:lnTo>
                    <a:pt x="880" y="558"/>
                  </a:lnTo>
                  <a:lnTo>
                    <a:pt x="878" y="560"/>
                  </a:lnTo>
                  <a:lnTo>
                    <a:pt x="876" y="561"/>
                  </a:lnTo>
                  <a:lnTo>
                    <a:pt x="874" y="562"/>
                  </a:lnTo>
                  <a:lnTo>
                    <a:pt x="872" y="564"/>
                  </a:lnTo>
                  <a:lnTo>
                    <a:pt x="870" y="566"/>
                  </a:lnTo>
                  <a:lnTo>
                    <a:pt x="867" y="566"/>
                  </a:lnTo>
                  <a:lnTo>
                    <a:pt x="864" y="566"/>
                  </a:lnTo>
                  <a:lnTo>
                    <a:pt x="862" y="567"/>
                  </a:lnTo>
                  <a:lnTo>
                    <a:pt x="860" y="568"/>
                  </a:lnTo>
                  <a:lnTo>
                    <a:pt x="858" y="569"/>
                  </a:lnTo>
                  <a:lnTo>
                    <a:pt x="855" y="570"/>
                  </a:lnTo>
                  <a:lnTo>
                    <a:pt x="852" y="569"/>
                  </a:lnTo>
                  <a:lnTo>
                    <a:pt x="850" y="567"/>
                  </a:lnTo>
                  <a:lnTo>
                    <a:pt x="847" y="568"/>
                  </a:lnTo>
                  <a:lnTo>
                    <a:pt x="844" y="570"/>
                  </a:lnTo>
                  <a:lnTo>
                    <a:pt x="840" y="572"/>
                  </a:lnTo>
                  <a:lnTo>
                    <a:pt x="835" y="572"/>
                  </a:lnTo>
                  <a:lnTo>
                    <a:pt x="833" y="571"/>
                  </a:lnTo>
                  <a:lnTo>
                    <a:pt x="831" y="567"/>
                  </a:lnTo>
                  <a:lnTo>
                    <a:pt x="830" y="564"/>
                  </a:lnTo>
                  <a:lnTo>
                    <a:pt x="828" y="562"/>
                  </a:lnTo>
                  <a:lnTo>
                    <a:pt x="826" y="561"/>
                  </a:lnTo>
                  <a:lnTo>
                    <a:pt x="824" y="559"/>
                  </a:lnTo>
                  <a:lnTo>
                    <a:pt x="823" y="557"/>
                  </a:lnTo>
                  <a:lnTo>
                    <a:pt x="821" y="555"/>
                  </a:lnTo>
                  <a:lnTo>
                    <a:pt x="817" y="554"/>
                  </a:lnTo>
                  <a:lnTo>
                    <a:pt x="813" y="553"/>
                  </a:lnTo>
                  <a:lnTo>
                    <a:pt x="810" y="551"/>
                  </a:lnTo>
                  <a:lnTo>
                    <a:pt x="810" y="548"/>
                  </a:lnTo>
                  <a:lnTo>
                    <a:pt x="812" y="546"/>
                  </a:lnTo>
                  <a:lnTo>
                    <a:pt x="813" y="544"/>
                  </a:lnTo>
                  <a:lnTo>
                    <a:pt x="813" y="541"/>
                  </a:lnTo>
                  <a:lnTo>
                    <a:pt x="812" y="539"/>
                  </a:lnTo>
                  <a:lnTo>
                    <a:pt x="811" y="536"/>
                  </a:lnTo>
                  <a:lnTo>
                    <a:pt x="814" y="534"/>
                  </a:lnTo>
                  <a:lnTo>
                    <a:pt x="818" y="533"/>
                  </a:lnTo>
                  <a:lnTo>
                    <a:pt x="822" y="533"/>
                  </a:lnTo>
                  <a:lnTo>
                    <a:pt x="825" y="532"/>
                  </a:lnTo>
                  <a:lnTo>
                    <a:pt x="827" y="530"/>
                  </a:lnTo>
                  <a:lnTo>
                    <a:pt x="829" y="528"/>
                  </a:lnTo>
                  <a:lnTo>
                    <a:pt x="831" y="526"/>
                  </a:lnTo>
                  <a:lnTo>
                    <a:pt x="833" y="524"/>
                  </a:lnTo>
                  <a:lnTo>
                    <a:pt x="836" y="522"/>
                  </a:lnTo>
                  <a:lnTo>
                    <a:pt x="838" y="520"/>
                  </a:lnTo>
                  <a:lnTo>
                    <a:pt x="842" y="518"/>
                  </a:lnTo>
                  <a:lnTo>
                    <a:pt x="846" y="518"/>
                  </a:lnTo>
                  <a:lnTo>
                    <a:pt x="849" y="520"/>
                  </a:lnTo>
                  <a:lnTo>
                    <a:pt x="853" y="523"/>
                  </a:lnTo>
                  <a:lnTo>
                    <a:pt x="855" y="525"/>
                  </a:lnTo>
                  <a:lnTo>
                    <a:pt x="858" y="525"/>
                  </a:lnTo>
                  <a:lnTo>
                    <a:pt x="861" y="523"/>
                  </a:lnTo>
                  <a:lnTo>
                    <a:pt x="865" y="523"/>
                  </a:lnTo>
                  <a:lnTo>
                    <a:pt x="867" y="524"/>
                  </a:lnTo>
                  <a:lnTo>
                    <a:pt x="868" y="526"/>
                  </a:lnTo>
                  <a:lnTo>
                    <a:pt x="870" y="528"/>
                  </a:lnTo>
                  <a:lnTo>
                    <a:pt x="873" y="529"/>
                  </a:lnTo>
                  <a:lnTo>
                    <a:pt x="876" y="529"/>
                  </a:lnTo>
                  <a:lnTo>
                    <a:pt x="878" y="530"/>
                  </a:lnTo>
                  <a:lnTo>
                    <a:pt x="879" y="532"/>
                  </a:lnTo>
                  <a:lnTo>
                    <a:pt x="880" y="535"/>
                  </a:lnTo>
                  <a:lnTo>
                    <a:pt x="881" y="537"/>
                  </a:lnTo>
                  <a:lnTo>
                    <a:pt x="882" y="539"/>
                  </a:lnTo>
                  <a:lnTo>
                    <a:pt x="882" y="541"/>
                  </a:lnTo>
                  <a:lnTo>
                    <a:pt x="879" y="544"/>
                  </a:lnTo>
                  <a:close/>
                </a:path>
              </a:pathLst>
            </a:custGeom>
            <a:solidFill>
              <a:srgbClr val="ECB78D">
                <a:alpha val="9600"/>
              </a:srgbClr>
            </a:solidFill>
            <a:ln>
              <a:noFill/>
            </a:ln>
          </p:spPr>
          <p:txBody>
            <a:bodyPr anchor="ctr"/>
            <a:lstStyle/>
            <a:p>
              <a:pPr algn="ctr">
                <a:buNone/>
              </a:pPr>
            </a:p>
          </p:txBody>
        </p:sp>
        <p:sp>
          <p:nvSpPr>
            <p:cNvPr id="2902" name="addition:input:25"/>
            <p:cNvSpPr>
              <a:spLocks noGrp="1"/>
            </p:cNvSpPr>
            <p:nvPr/>
          </p:nvSpPr>
          <p:spPr>
            <a:xfrm>
              <a:off x="209550" y="5438775"/>
              <a:ext cx="1501079" cy="1034735"/>
            </a:xfrm>
            <a:custGeom>
              <a:avLst/>
              <a:gdLst/>
              <a:ahLst/>
              <a:cxnLst/>
              <a:rect l="l" t="t" r="r" b="b"/>
              <a:pathLst>
                <a:path w="912" h="552">
                  <a:moveTo>
                    <a:pt x="0" y="0"/>
                  </a:moveTo>
                  <a:moveTo>
                    <a:pt x="909" y="526"/>
                  </a:moveTo>
                  <a:lnTo>
                    <a:pt x="911" y="528"/>
                  </a:lnTo>
                  <a:lnTo>
                    <a:pt x="912" y="531"/>
                  </a:lnTo>
                  <a:lnTo>
                    <a:pt x="910" y="533"/>
                  </a:lnTo>
                  <a:lnTo>
                    <a:pt x="906" y="534"/>
                  </a:lnTo>
                  <a:lnTo>
                    <a:pt x="902" y="535"/>
                  </a:lnTo>
                  <a:lnTo>
                    <a:pt x="899" y="537"/>
                  </a:lnTo>
                  <a:lnTo>
                    <a:pt x="898" y="539"/>
                  </a:lnTo>
                  <a:lnTo>
                    <a:pt x="897" y="541"/>
                  </a:lnTo>
                  <a:lnTo>
                    <a:pt x="896" y="543"/>
                  </a:lnTo>
                  <a:lnTo>
                    <a:pt x="894" y="545"/>
                  </a:lnTo>
                  <a:lnTo>
                    <a:pt x="892" y="547"/>
                  </a:lnTo>
                  <a:lnTo>
                    <a:pt x="890" y="550"/>
                  </a:lnTo>
                  <a:lnTo>
                    <a:pt x="888" y="552"/>
                  </a:lnTo>
                  <a:lnTo>
                    <a:pt x="884" y="552"/>
                  </a:lnTo>
                  <a:lnTo>
                    <a:pt x="881" y="550"/>
                  </a:lnTo>
                  <a:lnTo>
                    <a:pt x="877" y="548"/>
                  </a:lnTo>
                  <a:lnTo>
                    <a:pt x="875" y="546"/>
                  </a:lnTo>
                  <a:lnTo>
                    <a:pt x="873" y="547"/>
                  </a:lnTo>
                  <a:lnTo>
                    <a:pt x="870" y="549"/>
                  </a:lnTo>
                  <a:lnTo>
                    <a:pt x="867" y="550"/>
                  </a:lnTo>
                  <a:lnTo>
                    <a:pt x="865" y="549"/>
                  </a:lnTo>
                  <a:lnTo>
                    <a:pt x="863" y="547"/>
                  </a:lnTo>
                  <a:lnTo>
                    <a:pt x="862" y="546"/>
                  </a:lnTo>
                  <a:lnTo>
                    <a:pt x="859" y="546"/>
                  </a:lnTo>
                  <a:lnTo>
                    <a:pt x="856" y="545"/>
                  </a:lnTo>
                  <a:lnTo>
                    <a:pt x="853" y="545"/>
                  </a:lnTo>
                  <a:lnTo>
                    <a:pt x="852" y="543"/>
                  </a:lnTo>
                  <a:lnTo>
                    <a:pt x="851" y="541"/>
                  </a:lnTo>
                  <a:lnTo>
                    <a:pt x="849" y="539"/>
                  </a:lnTo>
                  <a:lnTo>
                    <a:pt x="848" y="537"/>
                  </a:lnTo>
                  <a:lnTo>
                    <a:pt x="847" y="535"/>
                  </a:lnTo>
                  <a:lnTo>
                    <a:pt x="849" y="532"/>
                  </a:lnTo>
                  <a:lnTo>
                    <a:pt x="851" y="530"/>
                  </a:lnTo>
                  <a:lnTo>
                    <a:pt x="853" y="528"/>
                  </a:lnTo>
                  <a:lnTo>
                    <a:pt x="851" y="526"/>
                  </a:lnTo>
                  <a:lnTo>
                    <a:pt x="847" y="524"/>
                  </a:lnTo>
                  <a:lnTo>
                    <a:pt x="844" y="522"/>
                  </a:lnTo>
                  <a:lnTo>
                    <a:pt x="842" y="519"/>
                  </a:lnTo>
                  <a:lnTo>
                    <a:pt x="843" y="517"/>
                  </a:lnTo>
                  <a:lnTo>
                    <a:pt x="846" y="515"/>
                  </a:lnTo>
                  <a:lnTo>
                    <a:pt x="847" y="514"/>
                  </a:lnTo>
                  <a:lnTo>
                    <a:pt x="848" y="512"/>
                  </a:lnTo>
                  <a:lnTo>
                    <a:pt x="850" y="510"/>
                  </a:lnTo>
                  <a:lnTo>
                    <a:pt x="852" y="509"/>
                  </a:lnTo>
                  <a:lnTo>
                    <a:pt x="855" y="509"/>
                  </a:lnTo>
                  <a:lnTo>
                    <a:pt x="857" y="508"/>
                  </a:lnTo>
                  <a:lnTo>
                    <a:pt x="859" y="506"/>
                  </a:lnTo>
                  <a:lnTo>
                    <a:pt x="861" y="505"/>
                  </a:lnTo>
                  <a:lnTo>
                    <a:pt x="864" y="504"/>
                  </a:lnTo>
                  <a:lnTo>
                    <a:pt x="867" y="504"/>
                  </a:lnTo>
                  <a:lnTo>
                    <a:pt x="870" y="505"/>
                  </a:lnTo>
                  <a:lnTo>
                    <a:pt x="872" y="504"/>
                  </a:lnTo>
                  <a:lnTo>
                    <a:pt x="875" y="502"/>
                  </a:lnTo>
                  <a:lnTo>
                    <a:pt x="879" y="500"/>
                  </a:lnTo>
                  <a:lnTo>
                    <a:pt x="883" y="499"/>
                  </a:lnTo>
                  <a:lnTo>
                    <a:pt x="886" y="500"/>
                  </a:lnTo>
                  <a:lnTo>
                    <a:pt x="889" y="503"/>
                  </a:lnTo>
                  <a:lnTo>
                    <a:pt x="890" y="506"/>
                  </a:lnTo>
                  <a:lnTo>
                    <a:pt x="892" y="508"/>
                  </a:lnTo>
                  <a:lnTo>
                    <a:pt x="895" y="509"/>
                  </a:lnTo>
                  <a:lnTo>
                    <a:pt x="897" y="511"/>
                  </a:lnTo>
                  <a:lnTo>
                    <a:pt x="899" y="512"/>
                  </a:lnTo>
                  <a:lnTo>
                    <a:pt x="901" y="514"/>
                  </a:lnTo>
                  <a:lnTo>
                    <a:pt x="905" y="514"/>
                  </a:lnTo>
                  <a:lnTo>
                    <a:pt x="908" y="515"/>
                  </a:lnTo>
                  <a:lnTo>
                    <a:pt x="911" y="517"/>
                  </a:lnTo>
                  <a:lnTo>
                    <a:pt x="912" y="519"/>
                  </a:lnTo>
                  <a:lnTo>
                    <a:pt x="911" y="522"/>
                  </a:lnTo>
                  <a:lnTo>
                    <a:pt x="909" y="524"/>
                  </a:lnTo>
                  <a:close/>
                </a:path>
              </a:pathLst>
            </a:custGeom>
            <a:solidFill>
              <a:srgbClr val="ECB78D">
                <a:alpha val="9600"/>
              </a:srgbClr>
            </a:solidFill>
            <a:ln>
              <a:noFill/>
            </a:ln>
          </p:spPr>
          <p:txBody>
            <a:bodyPr anchor="ctr"/>
            <a:lstStyle/>
            <a:p>
              <a:pPr algn="ctr">
                <a:buNone/>
              </a:pPr>
            </a:p>
          </p:txBody>
        </p:sp>
        <p:sp>
          <p:nvSpPr>
            <p:cNvPr id="2903" name="addition:input:26"/>
            <p:cNvSpPr>
              <a:spLocks noGrp="1"/>
            </p:cNvSpPr>
            <p:nvPr/>
          </p:nvSpPr>
          <p:spPr>
            <a:xfrm>
              <a:off x="209550" y="5438775"/>
              <a:ext cx="1558686" cy="1047857"/>
            </a:xfrm>
            <a:custGeom>
              <a:avLst/>
              <a:gdLst/>
              <a:ahLst/>
              <a:cxnLst/>
              <a:rect l="l" t="t" r="r" b="b"/>
              <a:pathLst>
                <a:path w="947" h="559">
                  <a:moveTo>
                    <a:pt x="0" y="0"/>
                  </a:moveTo>
                  <a:moveTo>
                    <a:pt x="946" y="532"/>
                  </a:moveTo>
                  <a:lnTo>
                    <a:pt x="945" y="534"/>
                  </a:lnTo>
                  <a:lnTo>
                    <a:pt x="942" y="536"/>
                  </a:lnTo>
                  <a:lnTo>
                    <a:pt x="938" y="538"/>
                  </a:lnTo>
                  <a:lnTo>
                    <a:pt x="936" y="539"/>
                  </a:lnTo>
                  <a:lnTo>
                    <a:pt x="936" y="542"/>
                  </a:lnTo>
                  <a:lnTo>
                    <a:pt x="936" y="545"/>
                  </a:lnTo>
                  <a:lnTo>
                    <a:pt x="935" y="547"/>
                  </a:lnTo>
                  <a:lnTo>
                    <a:pt x="932" y="549"/>
                  </a:lnTo>
                  <a:lnTo>
                    <a:pt x="929" y="549"/>
                  </a:lnTo>
                  <a:lnTo>
                    <a:pt x="926" y="550"/>
                  </a:lnTo>
                  <a:lnTo>
                    <a:pt x="924" y="553"/>
                  </a:lnTo>
                  <a:lnTo>
                    <a:pt x="923" y="556"/>
                  </a:lnTo>
                  <a:lnTo>
                    <a:pt x="921" y="559"/>
                  </a:lnTo>
                  <a:lnTo>
                    <a:pt x="917" y="559"/>
                  </a:lnTo>
                  <a:lnTo>
                    <a:pt x="914" y="559"/>
                  </a:lnTo>
                  <a:lnTo>
                    <a:pt x="911" y="557"/>
                  </a:lnTo>
                  <a:lnTo>
                    <a:pt x="908" y="556"/>
                  </a:lnTo>
                  <a:lnTo>
                    <a:pt x="905" y="556"/>
                  </a:lnTo>
                  <a:lnTo>
                    <a:pt x="903" y="555"/>
                  </a:lnTo>
                  <a:lnTo>
                    <a:pt x="901" y="553"/>
                  </a:lnTo>
                  <a:lnTo>
                    <a:pt x="899" y="552"/>
                  </a:lnTo>
                  <a:lnTo>
                    <a:pt x="896" y="553"/>
                  </a:lnTo>
                  <a:lnTo>
                    <a:pt x="893" y="555"/>
                  </a:lnTo>
                  <a:lnTo>
                    <a:pt x="889" y="556"/>
                  </a:lnTo>
                  <a:lnTo>
                    <a:pt x="886" y="555"/>
                  </a:lnTo>
                  <a:lnTo>
                    <a:pt x="885" y="552"/>
                  </a:lnTo>
                  <a:lnTo>
                    <a:pt x="886" y="549"/>
                  </a:lnTo>
                  <a:lnTo>
                    <a:pt x="885" y="546"/>
                  </a:lnTo>
                  <a:lnTo>
                    <a:pt x="883" y="545"/>
                  </a:lnTo>
                  <a:lnTo>
                    <a:pt x="881" y="543"/>
                  </a:lnTo>
                  <a:lnTo>
                    <a:pt x="880" y="541"/>
                  </a:lnTo>
                  <a:lnTo>
                    <a:pt x="880" y="538"/>
                  </a:lnTo>
                  <a:lnTo>
                    <a:pt x="881" y="536"/>
                  </a:lnTo>
                  <a:lnTo>
                    <a:pt x="881" y="534"/>
                  </a:lnTo>
                  <a:lnTo>
                    <a:pt x="880" y="532"/>
                  </a:lnTo>
                  <a:lnTo>
                    <a:pt x="879" y="529"/>
                  </a:lnTo>
                  <a:lnTo>
                    <a:pt x="879" y="527"/>
                  </a:lnTo>
                  <a:lnTo>
                    <a:pt x="879" y="525"/>
                  </a:lnTo>
                  <a:lnTo>
                    <a:pt x="878" y="522"/>
                  </a:lnTo>
                  <a:lnTo>
                    <a:pt x="877" y="519"/>
                  </a:lnTo>
                  <a:lnTo>
                    <a:pt x="875" y="516"/>
                  </a:lnTo>
                  <a:lnTo>
                    <a:pt x="876" y="514"/>
                  </a:lnTo>
                  <a:lnTo>
                    <a:pt x="880" y="513"/>
                  </a:lnTo>
                  <a:lnTo>
                    <a:pt x="885" y="514"/>
                  </a:lnTo>
                  <a:lnTo>
                    <a:pt x="889" y="514"/>
                  </a:lnTo>
                  <a:lnTo>
                    <a:pt x="891" y="513"/>
                  </a:lnTo>
                  <a:lnTo>
                    <a:pt x="892" y="511"/>
                  </a:lnTo>
                  <a:lnTo>
                    <a:pt x="894" y="509"/>
                  </a:lnTo>
                  <a:lnTo>
                    <a:pt x="896" y="507"/>
                  </a:lnTo>
                  <a:lnTo>
                    <a:pt x="899" y="507"/>
                  </a:lnTo>
                  <a:lnTo>
                    <a:pt x="902" y="506"/>
                  </a:lnTo>
                  <a:lnTo>
                    <a:pt x="905" y="505"/>
                  </a:lnTo>
                  <a:lnTo>
                    <a:pt x="908" y="504"/>
                  </a:lnTo>
                  <a:lnTo>
                    <a:pt x="912" y="504"/>
                  </a:lnTo>
                  <a:lnTo>
                    <a:pt x="915" y="506"/>
                  </a:lnTo>
                  <a:lnTo>
                    <a:pt x="918" y="507"/>
                  </a:lnTo>
                  <a:lnTo>
                    <a:pt x="921" y="508"/>
                  </a:lnTo>
                  <a:lnTo>
                    <a:pt x="925" y="508"/>
                  </a:lnTo>
                  <a:lnTo>
                    <a:pt x="928" y="509"/>
                  </a:lnTo>
                  <a:lnTo>
                    <a:pt x="931" y="511"/>
                  </a:lnTo>
                  <a:lnTo>
                    <a:pt x="931" y="514"/>
                  </a:lnTo>
                  <a:lnTo>
                    <a:pt x="931" y="518"/>
                  </a:lnTo>
                  <a:lnTo>
                    <a:pt x="932" y="519"/>
                  </a:lnTo>
                  <a:lnTo>
                    <a:pt x="936" y="520"/>
                  </a:lnTo>
                  <a:lnTo>
                    <a:pt x="941" y="520"/>
                  </a:lnTo>
                  <a:lnTo>
                    <a:pt x="945" y="522"/>
                  </a:lnTo>
                  <a:lnTo>
                    <a:pt x="946" y="524"/>
                  </a:lnTo>
                  <a:lnTo>
                    <a:pt x="947" y="527"/>
                  </a:lnTo>
                  <a:lnTo>
                    <a:pt x="947" y="529"/>
                  </a:lnTo>
                  <a:close/>
                </a:path>
              </a:pathLst>
            </a:custGeom>
            <a:solidFill>
              <a:srgbClr val="ECB78D">
                <a:alpha val="9600"/>
              </a:srgbClr>
            </a:solidFill>
            <a:ln>
              <a:noFill/>
            </a:ln>
          </p:spPr>
          <p:txBody>
            <a:bodyPr anchor="ctr"/>
            <a:lstStyle/>
            <a:p>
              <a:pPr algn="ctr">
                <a:buNone/>
              </a:pPr>
            </a:p>
          </p:txBody>
        </p:sp>
        <p:sp>
          <p:nvSpPr>
            <p:cNvPr id="2904" name="addition:input:27"/>
            <p:cNvSpPr>
              <a:spLocks noGrp="1"/>
            </p:cNvSpPr>
            <p:nvPr/>
          </p:nvSpPr>
          <p:spPr>
            <a:xfrm>
              <a:off x="209550" y="5438775"/>
              <a:ext cx="1598188" cy="1090971"/>
            </a:xfrm>
            <a:custGeom>
              <a:avLst/>
              <a:gdLst/>
              <a:ahLst/>
              <a:cxnLst/>
              <a:rect l="l" t="t" r="r" b="b"/>
              <a:pathLst>
                <a:path w="971" h="582">
                  <a:moveTo>
                    <a:pt x="0" y="0"/>
                  </a:moveTo>
                  <a:moveTo>
                    <a:pt x="962" y="553"/>
                  </a:moveTo>
                  <a:lnTo>
                    <a:pt x="961" y="555"/>
                  </a:lnTo>
                  <a:lnTo>
                    <a:pt x="962" y="558"/>
                  </a:lnTo>
                  <a:lnTo>
                    <a:pt x="963" y="560"/>
                  </a:lnTo>
                  <a:lnTo>
                    <a:pt x="964" y="563"/>
                  </a:lnTo>
                  <a:lnTo>
                    <a:pt x="964" y="565"/>
                  </a:lnTo>
                  <a:lnTo>
                    <a:pt x="964" y="568"/>
                  </a:lnTo>
                  <a:lnTo>
                    <a:pt x="964" y="572"/>
                  </a:lnTo>
                  <a:lnTo>
                    <a:pt x="963" y="574"/>
                  </a:lnTo>
                  <a:lnTo>
                    <a:pt x="960" y="576"/>
                  </a:lnTo>
                  <a:lnTo>
                    <a:pt x="956" y="575"/>
                  </a:lnTo>
                  <a:lnTo>
                    <a:pt x="952" y="575"/>
                  </a:lnTo>
                  <a:lnTo>
                    <a:pt x="949" y="575"/>
                  </a:lnTo>
                  <a:lnTo>
                    <a:pt x="948" y="577"/>
                  </a:lnTo>
                  <a:lnTo>
                    <a:pt x="946" y="579"/>
                  </a:lnTo>
                  <a:lnTo>
                    <a:pt x="944" y="581"/>
                  </a:lnTo>
                  <a:lnTo>
                    <a:pt x="941" y="580"/>
                  </a:lnTo>
                  <a:lnTo>
                    <a:pt x="938" y="579"/>
                  </a:lnTo>
                  <a:lnTo>
                    <a:pt x="935" y="578"/>
                  </a:lnTo>
                  <a:lnTo>
                    <a:pt x="932" y="580"/>
                  </a:lnTo>
                  <a:lnTo>
                    <a:pt x="929" y="581"/>
                  </a:lnTo>
                  <a:lnTo>
                    <a:pt x="925" y="582"/>
                  </a:lnTo>
                  <a:lnTo>
                    <a:pt x="921" y="581"/>
                  </a:lnTo>
                  <a:lnTo>
                    <a:pt x="918" y="580"/>
                  </a:lnTo>
                  <a:lnTo>
                    <a:pt x="915" y="578"/>
                  </a:lnTo>
                  <a:lnTo>
                    <a:pt x="912" y="577"/>
                  </a:lnTo>
                  <a:lnTo>
                    <a:pt x="910" y="574"/>
                  </a:lnTo>
                  <a:lnTo>
                    <a:pt x="909" y="571"/>
                  </a:lnTo>
                  <a:lnTo>
                    <a:pt x="910" y="567"/>
                  </a:lnTo>
                  <a:lnTo>
                    <a:pt x="909" y="565"/>
                  </a:lnTo>
                  <a:lnTo>
                    <a:pt x="906" y="563"/>
                  </a:lnTo>
                  <a:lnTo>
                    <a:pt x="900" y="563"/>
                  </a:lnTo>
                  <a:lnTo>
                    <a:pt x="895" y="561"/>
                  </a:lnTo>
                  <a:lnTo>
                    <a:pt x="893" y="559"/>
                  </a:lnTo>
                  <a:lnTo>
                    <a:pt x="893" y="556"/>
                  </a:lnTo>
                  <a:lnTo>
                    <a:pt x="895" y="553"/>
                  </a:lnTo>
                  <a:lnTo>
                    <a:pt x="895" y="551"/>
                  </a:lnTo>
                  <a:lnTo>
                    <a:pt x="895" y="548"/>
                  </a:lnTo>
                  <a:lnTo>
                    <a:pt x="895" y="545"/>
                  </a:lnTo>
                  <a:lnTo>
                    <a:pt x="897" y="543"/>
                  </a:lnTo>
                  <a:lnTo>
                    <a:pt x="900" y="541"/>
                  </a:lnTo>
                  <a:lnTo>
                    <a:pt x="902" y="540"/>
                  </a:lnTo>
                  <a:lnTo>
                    <a:pt x="904" y="538"/>
                  </a:lnTo>
                  <a:lnTo>
                    <a:pt x="906" y="535"/>
                  </a:lnTo>
                  <a:lnTo>
                    <a:pt x="909" y="534"/>
                  </a:lnTo>
                  <a:lnTo>
                    <a:pt x="913" y="534"/>
                  </a:lnTo>
                  <a:lnTo>
                    <a:pt x="916" y="533"/>
                  </a:lnTo>
                  <a:lnTo>
                    <a:pt x="919" y="531"/>
                  </a:lnTo>
                  <a:lnTo>
                    <a:pt x="920" y="527"/>
                  </a:lnTo>
                  <a:lnTo>
                    <a:pt x="922" y="523"/>
                  </a:lnTo>
                  <a:lnTo>
                    <a:pt x="926" y="521"/>
                  </a:lnTo>
                  <a:lnTo>
                    <a:pt x="930" y="522"/>
                  </a:lnTo>
                  <a:lnTo>
                    <a:pt x="935" y="524"/>
                  </a:lnTo>
                  <a:lnTo>
                    <a:pt x="938" y="527"/>
                  </a:lnTo>
                  <a:lnTo>
                    <a:pt x="941" y="528"/>
                  </a:lnTo>
                  <a:lnTo>
                    <a:pt x="944" y="528"/>
                  </a:lnTo>
                  <a:lnTo>
                    <a:pt x="947" y="529"/>
                  </a:lnTo>
                  <a:lnTo>
                    <a:pt x="949" y="530"/>
                  </a:lnTo>
                  <a:lnTo>
                    <a:pt x="952" y="531"/>
                  </a:lnTo>
                  <a:lnTo>
                    <a:pt x="955" y="531"/>
                  </a:lnTo>
                  <a:lnTo>
                    <a:pt x="959" y="531"/>
                  </a:lnTo>
                  <a:lnTo>
                    <a:pt x="962" y="532"/>
                  </a:lnTo>
                  <a:lnTo>
                    <a:pt x="963" y="534"/>
                  </a:lnTo>
                  <a:lnTo>
                    <a:pt x="963" y="537"/>
                  </a:lnTo>
                  <a:lnTo>
                    <a:pt x="964" y="539"/>
                  </a:lnTo>
                  <a:lnTo>
                    <a:pt x="966" y="541"/>
                  </a:lnTo>
                  <a:lnTo>
                    <a:pt x="969" y="543"/>
                  </a:lnTo>
                  <a:lnTo>
                    <a:pt x="971" y="545"/>
                  </a:lnTo>
                  <a:lnTo>
                    <a:pt x="970" y="548"/>
                  </a:lnTo>
                  <a:lnTo>
                    <a:pt x="966" y="551"/>
                  </a:lnTo>
                  <a:close/>
                </a:path>
              </a:pathLst>
            </a:custGeom>
            <a:solidFill>
              <a:srgbClr val="ECB78D">
                <a:alpha val="9600"/>
              </a:srgbClr>
            </a:solidFill>
            <a:ln>
              <a:noFill/>
            </a:ln>
          </p:spPr>
          <p:txBody>
            <a:bodyPr anchor="ctr"/>
            <a:lstStyle/>
            <a:p>
              <a:pPr algn="ctr">
                <a:buNone/>
              </a:pPr>
            </a:p>
          </p:txBody>
        </p:sp>
        <p:sp>
          <p:nvSpPr>
            <p:cNvPr id="2905" name="addition:input:28"/>
            <p:cNvSpPr>
              <a:spLocks noGrp="1"/>
            </p:cNvSpPr>
            <p:nvPr/>
          </p:nvSpPr>
          <p:spPr>
            <a:xfrm>
              <a:off x="209550" y="5438775"/>
              <a:ext cx="1575145" cy="1139708"/>
            </a:xfrm>
            <a:custGeom>
              <a:avLst/>
              <a:gdLst/>
              <a:ahLst/>
              <a:cxnLst/>
              <a:rect l="l" t="t" r="r" b="b"/>
              <a:pathLst>
                <a:path w="957" h="608">
                  <a:moveTo>
                    <a:pt x="0" y="0"/>
                  </a:moveTo>
                  <a:moveTo>
                    <a:pt x="946" y="577"/>
                  </a:moveTo>
                  <a:lnTo>
                    <a:pt x="949" y="579"/>
                  </a:lnTo>
                  <a:lnTo>
                    <a:pt x="950" y="582"/>
                  </a:lnTo>
                  <a:lnTo>
                    <a:pt x="948" y="584"/>
                  </a:lnTo>
                  <a:lnTo>
                    <a:pt x="946" y="586"/>
                  </a:lnTo>
                  <a:lnTo>
                    <a:pt x="944" y="589"/>
                  </a:lnTo>
                  <a:lnTo>
                    <a:pt x="944" y="591"/>
                  </a:lnTo>
                  <a:lnTo>
                    <a:pt x="944" y="594"/>
                  </a:lnTo>
                  <a:lnTo>
                    <a:pt x="942" y="597"/>
                  </a:lnTo>
                  <a:lnTo>
                    <a:pt x="940" y="599"/>
                  </a:lnTo>
                  <a:lnTo>
                    <a:pt x="937" y="600"/>
                  </a:lnTo>
                  <a:lnTo>
                    <a:pt x="934" y="602"/>
                  </a:lnTo>
                  <a:lnTo>
                    <a:pt x="932" y="604"/>
                  </a:lnTo>
                  <a:lnTo>
                    <a:pt x="928" y="605"/>
                  </a:lnTo>
                  <a:lnTo>
                    <a:pt x="924" y="603"/>
                  </a:lnTo>
                  <a:lnTo>
                    <a:pt x="920" y="601"/>
                  </a:lnTo>
                  <a:lnTo>
                    <a:pt x="917" y="599"/>
                  </a:lnTo>
                  <a:lnTo>
                    <a:pt x="914" y="601"/>
                  </a:lnTo>
                  <a:lnTo>
                    <a:pt x="911" y="604"/>
                  </a:lnTo>
                  <a:lnTo>
                    <a:pt x="907" y="607"/>
                  </a:lnTo>
                  <a:lnTo>
                    <a:pt x="903" y="608"/>
                  </a:lnTo>
                  <a:lnTo>
                    <a:pt x="899" y="607"/>
                  </a:lnTo>
                  <a:lnTo>
                    <a:pt x="896" y="605"/>
                  </a:lnTo>
                  <a:lnTo>
                    <a:pt x="892" y="603"/>
                  </a:lnTo>
                  <a:lnTo>
                    <a:pt x="889" y="602"/>
                  </a:lnTo>
                  <a:lnTo>
                    <a:pt x="886" y="600"/>
                  </a:lnTo>
                  <a:lnTo>
                    <a:pt x="884" y="597"/>
                  </a:lnTo>
                  <a:lnTo>
                    <a:pt x="882" y="594"/>
                  </a:lnTo>
                  <a:lnTo>
                    <a:pt x="880" y="592"/>
                  </a:lnTo>
                  <a:lnTo>
                    <a:pt x="876" y="591"/>
                  </a:lnTo>
                  <a:lnTo>
                    <a:pt x="872" y="589"/>
                  </a:lnTo>
                  <a:lnTo>
                    <a:pt x="870" y="587"/>
                  </a:lnTo>
                  <a:lnTo>
                    <a:pt x="871" y="584"/>
                  </a:lnTo>
                  <a:lnTo>
                    <a:pt x="871" y="581"/>
                  </a:lnTo>
                  <a:lnTo>
                    <a:pt x="869" y="579"/>
                  </a:lnTo>
                  <a:lnTo>
                    <a:pt x="864" y="577"/>
                  </a:lnTo>
                  <a:lnTo>
                    <a:pt x="859" y="574"/>
                  </a:lnTo>
                  <a:lnTo>
                    <a:pt x="857" y="571"/>
                  </a:lnTo>
                  <a:lnTo>
                    <a:pt x="860" y="568"/>
                  </a:lnTo>
                  <a:lnTo>
                    <a:pt x="864" y="566"/>
                  </a:lnTo>
                  <a:lnTo>
                    <a:pt x="869" y="565"/>
                  </a:lnTo>
                  <a:lnTo>
                    <a:pt x="873" y="563"/>
                  </a:lnTo>
                  <a:lnTo>
                    <a:pt x="875" y="562"/>
                  </a:lnTo>
                  <a:lnTo>
                    <a:pt x="879" y="560"/>
                  </a:lnTo>
                  <a:lnTo>
                    <a:pt x="882" y="559"/>
                  </a:lnTo>
                  <a:lnTo>
                    <a:pt x="885" y="557"/>
                  </a:lnTo>
                  <a:lnTo>
                    <a:pt x="886" y="554"/>
                  </a:lnTo>
                  <a:lnTo>
                    <a:pt x="888" y="550"/>
                  </a:lnTo>
                  <a:lnTo>
                    <a:pt x="891" y="548"/>
                  </a:lnTo>
                  <a:lnTo>
                    <a:pt x="896" y="547"/>
                  </a:lnTo>
                  <a:lnTo>
                    <a:pt x="902" y="548"/>
                  </a:lnTo>
                  <a:lnTo>
                    <a:pt x="906" y="549"/>
                  </a:lnTo>
                  <a:lnTo>
                    <a:pt x="911" y="549"/>
                  </a:lnTo>
                  <a:lnTo>
                    <a:pt x="915" y="547"/>
                  </a:lnTo>
                  <a:lnTo>
                    <a:pt x="920" y="546"/>
                  </a:lnTo>
                  <a:lnTo>
                    <a:pt x="924" y="547"/>
                  </a:lnTo>
                  <a:lnTo>
                    <a:pt x="927" y="551"/>
                  </a:lnTo>
                  <a:lnTo>
                    <a:pt x="929" y="553"/>
                  </a:lnTo>
                  <a:lnTo>
                    <a:pt x="932" y="555"/>
                  </a:lnTo>
                  <a:lnTo>
                    <a:pt x="935" y="556"/>
                  </a:lnTo>
                  <a:lnTo>
                    <a:pt x="939" y="556"/>
                  </a:lnTo>
                  <a:lnTo>
                    <a:pt x="942" y="557"/>
                  </a:lnTo>
                  <a:lnTo>
                    <a:pt x="945" y="558"/>
                  </a:lnTo>
                  <a:lnTo>
                    <a:pt x="949" y="559"/>
                  </a:lnTo>
                  <a:lnTo>
                    <a:pt x="953" y="560"/>
                  </a:lnTo>
                  <a:lnTo>
                    <a:pt x="957" y="562"/>
                  </a:lnTo>
                  <a:lnTo>
                    <a:pt x="957" y="565"/>
                  </a:lnTo>
                  <a:lnTo>
                    <a:pt x="953" y="569"/>
                  </a:lnTo>
                  <a:lnTo>
                    <a:pt x="948" y="572"/>
                  </a:lnTo>
                  <a:lnTo>
                    <a:pt x="945" y="575"/>
                  </a:lnTo>
                  <a:close/>
                </a:path>
              </a:pathLst>
            </a:custGeom>
            <a:solidFill>
              <a:srgbClr val="ECB78D">
                <a:alpha val="9600"/>
              </a:srgbClr>
            </a:solidFill>
            <a:ln>
              <a:noFill/>
            </a:ln>
          </p:spPr>
          <p:txBody>
            <a:bodyPr anchor="ctr"/>
            <a:lstStyle/>
            <a:p>
              <a:pPr algn="ctr">
                <a:buNone/>
              </a:pPr>
            </a:p>
          </p:txBody>
        </p:sp>
        <p:sp>
          <p:nvSpPr>
            <p:cNvPr id="2906" name="addition:input:29"/>
            <p:cNvSpPr>
              <a:spLocks noGrp="1"/>
            </p:cNvSpPr>
            <p:nvPr/>
          </p:nvSpPr>
          <p:spPr>
            <a:xfrm>
              <a:off x="209550" y="5438775"/>
              <a:ext cx="1491204" cy="1145332"/>
            </a:xfrm>
            <a:custGeom>
              <a:avLst/>
              <a:gdLst/>
              <a:ahLst/>
              <a:cxnLst/>
              <a:rect l="l" t="t" r="r" b="b"/>
              <a:pathLst>
                <a:path w="906" h="611">
                  <a:moveTo>
                    <a:pt x="0" y="0"/>
                  </a:moveTo>
                  <a:moveTo>
                    <a:pt x="900" y="580"/>
                  </a:moveTo>
                  <a:lnTo>
                    <a:pt x="903" y="582"/>
                  </a:lnTo>
                  <a:lnTo>
                    <a:pt x="905" y="585"/>
                  </a:lnTo>
                  <a:lnTo>
                    <a:pt x="906" y="588"/>
                  </a:lnTo>
                  <a:lnTo>
                    <a:pt x="905" y="590"/>
                  </a:lnTo>
                  <a:lnTo>
                    <a:pt x="902" y="592"/>
                  </a:lnTo>
                  <a:lnTo>
                    <a:pt x="900" y="593"/>
                  </a:lnTo>
                  <a:lnTo>
                    <a:pt x="900" y="596"/>
                  </a:lnTo>
                  <a:lnTo>
                    <a:pt x="901" y="600"/>
                  </a:lnTo>
                  <a:lnTo>
                    <a:pt x="899" y="602"/>
                  </a:lnTo>
                  <a:lnTo>
                    <a:pt x="896" y="603"/>
                  </a:lnTo>
                  <a:lnTo>
                    <a:pt x="891" y="602"/>
                  </a:lnTo>
                  <a:lnTo>
                    <a:pt x="887" y="601"/>
                  </a:lnTo>
                  <a:lnTo>
                    <a:pt x="885" y="602"/>
                  </a:lnTo>
                  <a:lnTo>
                    <a:pt x="882" y="603"/>
                  </a:lnTo>
                  <a:lnTo>
                    <a:pt x="880" y="605"/>
                  </a:lnTo>
                  <a:lnTo>
                    <a:pt x="877" y="606"/>
                  </a:lnTo>
                  <a:lnTo>
                    <a:pt x="874" y="607"/>
                  </a:lnTo>
                  <a:lnTo>
                    <a:pt x="870" y="609"/>
                  </a:lnTo>
                  <a:lnTo>
                    <a:pt x="866" y="611"/>
                  </a:lnTo>
                  <a:lnTo>
                    <a:pt x="862" y="611"/>
                  </a:lnTo>
                  <a:lnTo>
                    <a:pt x="858" y="610"/>
                  </a:lnTo>
                  <a:lnTo>
                    <a:pt x="855" y="606"/>
                  </a:lnTo>
                  <a:lnTo>
                    <a:pt x="854" y="602"/>
                  </a:lnTo>
                  <a:lnTo>
                    <a:pt x="851" y="600"/>
                  </a:lnTo>
                  <a:lnTo>
                    <a:pt x="847" y="600"/>
                  </a:lnTo>
                  <a:lnTo>
                    <a:pt x="843" y="600"/>
                  </a:lnTo>
                  <a:lnTo>
                    <a:pt x="840" y="598"/>
                  </a:lnTo>
                  <a:lnTo>
                    <a:pt x="838" y="595"/>
                  </a:lnTo>
                  <a:lnTo>
                    <a:pt x="837" y="593"/>
                  </a:lnTo>
                  <a:lnTo>
                    <a:pt x="836" y="591"/>
                  </a:lnTo>
                  <a:lnTo>
                    <a:pt x="833" y="589"/>
                  </a:lnTo>
                  <a:lnTo>
                    <a:pt x="829" y="587"/>
                  </a:lnTo>
                  <a:lnTo>
                    <a:pt x="827" y="585"/>
                  </a:lnTo>
                  <a:lnTo>
                    <a:pt x="827" y="582"/>
                  </a:lnTo>
                  <a:lnTo>
                    <a:pt x="826" y="580"/>
                  </a:lnTo>
                  <a:lnTo>
                    <a:pt x="826" y="577"/>
                  </a:lnTo>
                  <a:lnTo>
                    <a:pt x="826" y="574"/>
                  </a:lnTo>
                  <a:lnTo>
                    <a:pt x="829" y="572"/>
                  </a:lnTo>
                  <a:lnTo>
                    <a:pt x="834" y="570"/>
                  </a:lnTo>
                  <a:lnTo>
                    <a:pt x="840" y="569"/>
                  </a:lnTo>
                  <a:lnTo>
                    <a:pt x="843" y="568"/>
                  </a:lnTo>
                  <a:lnTo>
                    <a:pt x="844" y="566"/>
                  </a:lnTo>
                  <a:lnTo>
                    <a:pt x="843" y="562"/>
                  </a:lnTo>
                  <a:lnTo>
                    <a:pt x="843" y="558"/>
                  </a:lnTo>
                  <a:lnTo>
                    <a:pt x="845" y="556"/>
                  </a:lnTo>
                  <a:lnTo>
                    <a:pt x="849" y="555"/>
                  </a:lnTo>
                  <a:lnTo>
                    <a:pt x="853" y="554"/>
                  </a:lnTo>
                  <a:lnTo>
                    <a:pt x="857" y="553"/>
                  </a:lnTo>
                  <a:lnTo>
                    <a:pt x="860" y="552"/>
                  </a:lnTo>
                  <a:lnTo>
                    <a:pt x="863" y="551"/>
                  </a:lnTo>
                  <a:lnTo>
                    <a:pt x="867" y="552"/>
                  </a:lnTo>
                  <a:lnTo>
                    <a:pt x="871" y="553"/>
                  </a:lnTo>
                  <a:lnTo>
                    <a:pt x="874" y="553"/>
                  </a:lnTo>
                  <a:lnTo>
                    <a:pt x="877" y="553"/>
                  </a:lnTo>
                  <a:lnTo>
                    <a:pt x="880" y="553"/>
                  </a:lnTo>
                  <a:lnTo>
                    <a:pt x="882" y="554"/>
                  </a:lnTo>
                  <a:lnTo>
                    <a:pt x="884" y="557"/>
                  </a:lnTo>
                  <a:lnTo>
                    <a:pt x="885" y="559"/>
                  </a:lnTo>
                  <a:lnTo>
                    <a:pt x="888" y="559"/>
                  </a:lnTo>
                  <a:lnTo>
                    <a:pt x="893" y="557"/>
                  </a:lnTo>
                  <a:lnTo>
                    <a:pt x="898" y="557"/>
                  </a:lnTo>
                  <a:lnTo>
                    <a:pt x="902" y="558"/>
                  </a:lnTo>
                  <a:lnTo>
                    <a:pt x="902" y="561"/>
                  </a:lnTo>
                  <a:lnTo>
                    <a:pt x="901" y="565"/>
                  </a:lnTo>
                  <a:lnTo>
                    <a:pt x="900" y="568"/>
                  </a:lnTo>
                  <a:lnTo>
                    <a:pt x="900" y="570"/>
                  </a:lnTo>
                  <a:lnTo>
                    <a:pt x="900" y="573"/>
                  </a:lnTo>
                  <a:lnTo>
                    <a:pt x="900" y="575"/>
                  </a:lnTo>
                  <a:lnTo>
                    <a:pt x="899" y="577"/>
                  </a:lnTo>
                  <a:close/>
                </a:path>
              </a:pathLst>
            </a:custGeom>
            <a:solidFill>
              <a:srgbClr val="ECB78D">
                <a:alpha val="9600"/>
              </a:srgbClr>
            </a:solidFill>
            <a:ln>
              <a:noFill/>
            </a:ln>
          </p:spPr>
          <p:txBody>
            <a:bodyPr anchor="ctr"/>
            <a:lstStyle/>
            <a:p>
              <a:pPr algn="ctr">
                <a:buNone/>
              </a:pPr>
            </a:p>
          </p:txBody>
        </p:sp>
        <p:sp>
          <p:nvSpPr>
            <p:cNvPr id="2907" name="addition:input:30"/>
            <p:cNvSpPr>
              <a:spLocks noGrp="1"/>
            </p:cNvSpPr>
            <p:nvPr/>
          </p:nvSpPr>
          <p:spPr>
            <a:xfrm>
              <a:off x="209550" y="5438775"/>
              <a:ext cx="1435242" cy="1115339"/>
            </a:xfrm>
            <a:custGeom>
              <a:avLst/>
              <a:gdLst/>
              <a:ahLst/>
              <a:cxnLst/>
              <a:rect l="l" t="t" r="r" b="b"/>
              <a:pathLst>
                <a:path w="872" h="595">
                  <a:moveTo>
                    <a:pt x="0" y="0"/>
                  </a:moveTo>
                  <a:moveTo>
                    <a:pt x="869" y="569"/>
                  </a:moveTo>
                  <a:lnTo>
                    <a:pt x="871" y="572"/>
                  </a:lnTo>
                  <a:lnTo>
                    <a:pt x="872" y="574"/>
                  </a:lnTo>
                  <a:lnTo>
                    <a:pt x="870" y="576"/>
                  </a:lnTo>
                  <a:lnTo>
                    <a:pt x="869" y="578"/>
                  </a:lnTo>
                  <a:lnTo>
                    <a:pt x="867" y="580"/>
                  </a:lnTo>
                  <a:lnTo>
                    <a:pt x="865" y="582"/>
                  </a:lnTo>
                  <a:lnTo>
                    <a:pt x="861" y="582"/>
                  </a:lnTo>
                  <a:lnTo>
                    <a:pt x="858" y="583"/>
                  </a:lnTo>
                  <a:lnTo>
                    <a:pt x="855" y="583"/>
                  </a:lnTo>
                  <a:lnTo>
                    <a:pt x="854" y="586"/>
                  </a:lnTo>
                  <a:lnTo>
                    <a:pt x="854" y="589"/>
                  </a:lnTo>
                  <a:lnTo>
                    <a:pt x="853" y="592"/>
                  </a:lnTo>
                  <a:lnTo>
                    <a:pt x="850" y="594"/>
                  </a:lnTo>
                  <a:lnTo>
                    <a:pt x="846" y="594"/>
                  </a:lnTo>
                  <a:lnTo>
                    <a:pt x="843" y="593"/>
                  </a:lnTo>
                  <a:lnTo>
                    <a:pt x="839" y="593"/>
                  </a:lnTo>
                  <a:lnTo>
                    <a:pt x="836" y="594"/>
                  </a:lnTo>
                  <a:lnTo>
                    <a:pt x="833" y="595"/>
                  </a:lnTo>
                  <a:lnTo>
                    <a:pt x="830" y="594"/>
                  </a:lnTo>
                  <a:lnTo>
                    <a:pt x="828" y="592"/>
                  </a:lnTo>
                  <a:lnTo>
                    <a:pt x="825" y="591"/>
                  </a:lnTo>
                  <a:lnTo>
                    <a:pt x="823" y="590"/>
                  </a:lnTo>
                  <a:lnTo>
                    <a:pt x="821" y="589"/>
                  </a:lnTo>
                  <a:lnTo>
                    <a:pt x="819" y="588"/>
                  </a:lnTo>
                  <a:lnTo>
                    <a:pt x="817" y="586"/>
                  </a:lnTo>
                  <a:lnTo>
                    <a:pt x="816" y="585"/>
                  </a:lnTo>
                  <a:lnTo>
                    <a:pt x="814" y="584"/>
                  </a:lnTo>
                  <a:lnTo>
                    <a:pt x="810" y="584"/>
                  </a:lnTo>
                  <a:lnTo>
                    <a:pt x="806" y="584"/>
                  </a:lnTo>
                  <a:lnTo>
                    <a:pt x="804" y="582"/>
                  </a:lnTo>
                  <a:lnTo>
                    <a:pt x="805" y="579"/>
                  </a:lnTo>
                  <a:lnTo>
                    <a:pt x="808" y="576"/>
                  </a:lnTo>
                  <a:lnTo>
                    <a:pt x="810" y="573"/>
                  </a:lnTo>
                  <a:lnTo>
                    <a:pt x="811" y="571"/>
                  </a:lnTo>
                  <a:lnTo>
                    <a:pt x="811" y="569"/>
                  </a:lnTo>
                  <a:lnTo>
                    <a:pt x="810" y="567"/>
                  </a:lnTo>
                  <a:lnTo>
                    <a:pt x="811" y="566"/>
                  </a:lnTo>
                  <a:lnTo>
                    <a:pt x="812" y="564"/>
                  </a:lnTo>
                  <a:lnTo>
                    <a:pt x="812" y="561"/>
                  </a:lnTo>
                  <a:lnTo>
                    <a:pt x="811" y="559"/>
                  </a:lnTo>
                  <a:lnTo>
                    <a:pt x="811" y="557"/>
                  </a:lnTo>
                  <a:lnTo>
                    <a:pt x="813" y="555"/>
                  </a:lnTo>
                  <a:lnTo>
                    <a:pt x="816" y="554"/>
                  </a:lnTo>
                  <a:lnTo>
                    <a:pt x="818" y="552"/>
                  </a:lnTo>
                  <a:lnTo>
                    <a:pt x="819" y="550"/>
                  </a:lnTo>
                  <a:lnTo>
                    <a:pt x="819" y="548"/>
                  </a:lnTo>
                  <a:lnTo>
                    <a:pt x="821" y="546"/>
                  </a:lnTo>
                  <a:lnTo>
                    <a:pt x="824" y="546"/>
                  </a:lnTo>
                  <a:lnTo>
                    <a:pt x="827" y="548"/>
                  </a:lnTo>
                  <a:lnTo>
                    <a:pt x="830" y="550"/>
                  </a:lnTo>
                  <a:lnTo>
                    <a:pt x="832" y="550"/>
                  </a:lnTo>
                  <a:lnTo>
                    <a:pt x="834" y="549"/>
                  </a:lnTo>
                  <a:lnTo>
                    <a:pt x="836" y="547"/>
                  </a:lnTo>
                  <a:lnTo>
                    <a:pt x="839" y="546"/>
                  </a:lnTo>
                  <a:lnTo>
                    <a:pt x="841" y="545"/>
                  </a:lnTo>
                  <a:lnTo>
                    <a:pt x="844" y="545"/>
                  </a:lnTo>
                  <a:lnTo>
                    <a:pt x="847" y="545"/>
                  </a:lnTo>
                  <a:lnTo>
                    <a:pt x="850" y="546"/>
                  </a:lnTo>
                  <a:lnTo>
                    <a:pt x="852" y="548"/>
                  </a:lnTo>
                  <a:lnTo>
                    <a:pt x="853" y="551"/>
                  </a:lnTo>
                  <a:lnTo>
                    <a:pt x="854" y="554"/>
                  </a:lnTo>
                  <a:lnTo>
                    <a:pt x="855" y="556"/>
                  </a:lnTo>
                  <a:lnTo>
                    <a:pt x="858" y="556"/>
                  </a:lnTo>
                  <a:lnTo>
                    <a:pt x="861" y="557"/>
                  </a:lnTo>
                  <a:lnTo>
                    <a:pt x="864" y="559"/>
                  </a:lnTo>
                  <a:lnTo>
                    <a:pt x="864" y="561"/>
                  </a:lnTo>
                  <a:lnTo>
                    <a:pt x="864" y="564"/>
                  </a:lnTo>
                  <a:lnTo>
                    <a:pt x="864" y="566"/>
                  </a:lnTo>
                  <a:lnTo>
                    <a:pt x="866" y="567"/>
                  </a:lnTo>
                  <a:close/>
                </a:path>
              </a:pathLst>
            </a:custGeom>
            <a:solidFill>
              <a:srgbClr val="ECB78D">
                <a:alpha val="9600"/>
              </a:srgbClr>
            </a:solidFill>
            <a:ln>
              <a:noFill/>
            </a:ln>
          </p:spPr>
          <p:txBody>
            <a:bodyPr anchor="ctr"/>
            <a:lstStyle/>
            <a:p>
              <a:pPr algn="ctr">
                <a:buNone/>
              </a:pPr>
            </a:p>
          </p:txBody>
        </p:sp>
        <p:sp>
          <p:nvSpPr>
            <p:cNvPr id="2908" name="addition:input:31"/>
            <p:cNvSpPr>
              <a:spLocks noGrp="1"/>
            </p:cNvSpPr>
            <p:nvPr/>
          </p:nvSpPr>
          <p:spPr>
            <a:xfrm>
              <a:off x="209550" y="5438775"/>
              <a:ext cx="1542227" cy="1128461"/>
            </a:xfrm>
            <a:custGeom>
              <a:avLst/>
              <a:gdLst/>
              <a:ahLst/>
              <a:cxnLst/>
              <a:rect l="l" t="t" r="r" b="b"/>
              <a:pathLst>
                <a:path w="937" h="602">
                  <a:moveTo>
                    <a:pt x="0" y="0"/>
                  </a:moveTo>
                  <a:moveTo>
                    <a:pt x="929" y="565"/>
                  </a:moveTo>
                  <a:lnTo>
                    <a:pt x="935" y="568"/>
                  </a:lnTo>
                  <a:lnTo>
                    <a:pt x="937" y="571"/>
                  </a:lnTo>
                  <a:lnTo>
                    <a:pt x="936" y="574"/>
                  </a:lnTo>
                  <a:lnTo>
                    <a:pt x="933" y="576"/>
                  </a:lnTo>
                  <a:lnTo>
                    <a:pt x="930" y="579"/>
                  </a:lnTo>
                  <a:lnTo>
                    <a:pt x="930" y="581"/>
                  </a:lnTo>
                  <a:lnTo>
                    <a:pt x="930" y="584"/>
                  </a:lnTo>
                  <a:lnTo>
                    <a:pt x="928" y="587"/>
                  </a:lnTo>
                  <a:lnTo>
                    <a:pt x="924" y="588"/>
                  </a:lnTo>
                  <a:lnTo>
                    <a:pt x="920" y="589"/>
                  </a:lnTo>
                  <a:lnTo>
                    <a:pt x="916" y="589"/>
                  </a:lnTo>
                  <a:lnTo>
                    <a:pt x="913" y="591"/>
                  </a:lnTo>
                  <a:lnTo>
                    <a:pt x="910" y="592"/>
                  </a:lnTo>
                  <a:lnTo>
                    <a:pt x="906" y="592"/>
                  </a:lnTo>
                  <a:lnTo>
                    <a:pt x="902" y="592"/>
                  </a:lnTo>
                  <a:lnTo>
                    <a:pt x="899" y="593"/>
                  </a:lnTo>
                  <a:lnTo>
                    <a:pt x="895" y="596"/>
                  </a:lnTo>
                  <a:lnTo>
                    <a:pt x="890" y="600"/>
                  </a:lnTo>
                  <a:lnTo>
                    <a:pt x="885" y="602"/>
                  </a:lnTo>
                  <a:lnTo>
                    <a:pt x="880" y="600"/>
                  </a:lnTo>
                  <a:lnTo>
                    <a:pt x="876" y="596"/>
                  </a:lnTo>
                  <a:lnTo>
                    <a:pt x="873" y="592"/>
                  </a:lnTo>
                  <a:lnTo>
                    <a:pt x="870" y="590"/>
                  </a:lnTo>
                  <a:lnTo>
                    <a:pt x="866" y="589"/>
                  </a:lnTo>
                  <a:lnTo>
                    <a:pt x="862" y="588"/>
                  </a:lnTo>
                  <a:lnTo>
                    <a:pt x="858" y="586"/>
                  </a:lnTo>
                  <a:lnTo>
                    <a:pt x="855" y="584"/>
                  </a:lnTo>
                  <a:lnTo>
                    <a:pt x="852" y="582"/>
                  </a:lnTo>
                  <a:lnTo>
                    <a:pt x="848" y="581"/>
                  </a:lnTo>
                  <a:lnTo>
                    <a:pt x="844" y="579"/>
                  </a:lnTo>
                  <a:lnTo>
                    <a:pt x="842" y="577"/>
                  </a:lnTo>
                  <a:lnTo>
                    <a:pt x="842" y="574"/>
                  </a:lnTo>
                  <a:lnTo>
                    <a:pt x="842" y="571"/>
                  </a:lnTo>
                  <a:lnTo>
                    <a:pt x="841" y="568"/>
                  </a:lnTo>
                  <a:lnTo>
                    <a:pt x="839" y="565"/>
                  </a:lnTo>
                  <a:lnTo>
                    <a:pt x="837" y="562"/>
                  </a:lnTo>
                  <a:lnTo>
                    <a:pt x="839" y="559"/>
                  </a:lnTo>
                  <a:lnTo>
                    <a:pt x="845" y="557"/>
                  </a:lnTo>
                  <a:lnTo>
                    <a:pt x="852" y="556"/>
                  </a:lnTo>
                  <a:lnTo>
                    <a:pt x="857" y="555"/>
                  </a:lnTo>
                  <a:lnTo>
                    <a:pt x="858" y="552"/>
                  </a:lnTo>
                  <a:lnTo>
                    <a:pt x="858" y="549"/>
                  </a:lnTo>
                  <a:lnTo>
                    <a:pt x="858" y="545"/>
                  </a:lnTo>
                  <a:lnTo>
                    <a:pt x="860" y="543"/>
                  </a:lnTo>
                  <a:lnTo>
                    <a:pt x="863" y="540"/>
                  </a:lnTo>
                  <a:lnTo>
                    <a:pt x="866" y="538"/>
                  </a:lnTo>
                  <a:lnTo>
                    <a:pt x="869" y="535"/>
                  </a:lnTo>
                  <a:lnTo>
                    <a:pt x="874" y="534"/>
                  </a:lnTo>
                  <a:lnTo>
                    <a:pt x="879" y="535"/>
                  </a:lnTo>
                  <a:lnTo>
                    <a:pt x="884" y="537"/>
                  </a:lnTo>
                  <a:lnTo>
                    <a:pt x="888" y="538"/>
                  </a:lnTo>
                  <a:lnTo>
                    <a:pt x="891" y="537"/>
                  </a:lnTo>
                  <a:lnTo>
                    <a:pt x="894" y="536"/>
                  </a:lnTo>
                  <a:lnTo>
                    <a:pt x="898" y="534"/>
                  </a:lnTo>
                  <a:lnTo>
                    <a:pt x="901" y="536"/>
                  </a:lnTo>
                  <a:lnTo>
                    <a:pt x="904" y="538"/>
                  </a:lnTo>
                  <a:lnTo>
                    <a:pt x="906" y="541"/>
                  </a:lnTo>
                  <a:lnTo>
                    <a:pt x="909" y="541"/>
                  </a:lnTo>
                  <a:lnTo>
                    <a:pt x="914" y="540"/>
                  </a:lnTo>
                  <a:lnTo>
                    <a:pt x="919" y="539"/>
                  </a:lnTo>
                  <a:lnTo>
                    <a:pt x="923" y="541"/>
                  </a:lnTo>
                  <a:lnTo>
                    <a:pt x="925" y="543"/>
                  </a:lnTo>
                  <a:lnTo>
                    <a:pt x="926" y="546"/>
                  </a:lnTo>
                  <a:lnTo>
                    <a:pt x="927" y="549"/>
                  </a:lnTo>
                  <a:lnTo>
                    <a:pt x="928" y="552"/>
                  </a:lnTo>
                  <a:lnTo>
                    <a:pt x="927" y="555"/>
                  </a:lnTo>
                  <a:lnTo>
                    <a:pt x="925" y="558"/>
                  </a:lnTo>
                  <a:lnTo>
                    <a:pt x="923" y="561"/>
                  </a:lnTo>
                  <a:lnTo>
                    <a:pt x="924" y="563"/>
                  </a:lnTo>
                  <a:close/>
                </a:path>
              </a:pathLst>
            </a:custGeom>
            <a:solidFill>
              <a:srgbClr val="ECB78D">
                <a:alpha val="9600"/>
              </a:srgbClr>
            </a:solidFill>
            <a:ln>
              <a:noFill/>
            </a:ln>
          </p:spPr>
          <p:txBody>
            <a:bodyPr anchor="ctr"/>
            <a:lstStyle/>
            <a:p>
              <a:pPr algn="ctr">
                <a:buNone/>
              </a:pPr>
            </a:p>
          </p:txBody>
        </p:sp>
        <p:sp>
          <p:nvSpPr>
            <p:cNvPr id="2909" name="addition:input:32"/>
            <p:cNvSpPr>
              <a:spLocks noGrp="1"/>
            </p:cNvSpPr>
            <p:nvPr/>
          </p:nvSpPr>
          <p:spPr>
            <a:xfrm>
              <a:off x="209550" y="5438775"/>
              <a:ext cx="1580083" cy="1143457"/>
            </a:xfrm>
            <a:custGeom>
              <a:avLst/>
              <a:gdLst/>
              <a:ahLst/>
              <a:cxnLst/>
              <a:rect l="l" t="t" r="r" b="b"/>
              <a:pathLst>
                <a:path w="960" h="610">
                  <a:moveTo>
                    <a:pt x="0" y="0"/>
                  </a:moveTo>
                  <a:moveTo>
                    <a:pt x="953" y="560"/>
                  </a:moveTo>
                  <a:lnTo>
                    <a:pt x="954" y="564"/>
                  </a:lnTo>
                  <a:lnTo>
                    <a:pt x="953" y="568"/>
                  </a:lnTo>
                  <a:lnTo>
                    <a:pt x="950" y="572"/>
                  </a:lnTo>
                  <a:lnTo>
                    <a:pt x="945" y="575"/>
                  </a:lnTo>
                  <a:lnTo>
                    <a:pt x="941" y="578"/>
                  </a:lnTo>
                  <a:lnTo>
                    <a:pt x="938" y="581"/>
                  </a:lnTo>
                  <a:lnTo>
                    <a:pt x="935" y="585"/>
                  </a:lnTo>
                  <a:lnTo>
                    <a:pt x="931" y="588"/>
                  </a:lnTo>
                  <a:lnTo>
                    <a:pt x="925" y="590"/>
                  </a:lnTo>
                  <a:lnTo>
                    <a:pt x="920" y="592"/>
                  </a:lnTo>
                  <a:lnTo>
                    <a:pt x="917" y="596"/>
                  </a:lnTo>
                  <a:lnTo>
                    <a:pt x="915" y="602"/>
                  </a:lnTo>
                  <a:lnTo>
                    <a:pt x="912" y="608"/>
                  </a:lnTo>
                  <a:lnTo>
                    <a:pt x="906" y="610"/>
                  </a:lnTo>
                  <a:lnTo>
                    <a:pt x="898" y="608"/>
                  </a:lnTo>
                  <a:lnTo>
                    <a:pt x="891" y="603"/>
                  </a:lnTo>
                  <a:lnTo>
                    <a:pt x="886" y="600"/>
                  </a:lnTo>
                  <a:lnTo>
                    <a:pt x="881" y="599"/>
                  </a:lnTo>
                  <a:lnTo>
                    <a:pt x="877" y="599"/>
                  </a:lnTo>
                  <a:lnTo>
                    <a:pt x="872" y="600"/>
                  </a:lnTo>
                  <a:lnTo>
                    <a:pt x="868" y="599"/>
                  </a:lnTo>
                  <a:lnTo>
                    <a:pt x="863" y="599"/>
                  </a:lnTo>
                  <a:lnTo>
                    <a:pt x="858" y="599"/>
                  </a:lnTo>
                  <a:lnTo>
                    <a:pt x="852" y="599"/>
                  </a:lnTo>
                  <a:lnTo>
                    <a:pt x="847" y="598"/>
                  </a:lnTo>
                  <a:lnTo>
                    <a:pt x="845" y="594"/>
                  </a:lnTo>
                  <a:lnTo>
                    <a:pt x="844" y="589"/>
                  </a:lnTo>
                  <a:lnTo>
                    <a:pt x="843" y="585"/>
                  </a:lnTo>
                  <a:lnTo>
                    <a:pt x="839" y="583"/>
                  </a:lnTo>
                  <a:lnTo>
                    <a:pt x="833" y="580"/>
                  </a:lnTo>
                  <a:lnTo>
                    <a:pt x="830" y="577"/>
                  </a:lnTo>
                  <a:lnTo>
                    <a:pt x="832" y="572"/>
                  </a:lnTo>
                  <a:lnTo>
                    <a:pt x="837" y="567"/>
                  </a:lnTo>
                  <a:lnTo>
                    <a:pt x="842" y="563"/>
                  </a:lnTo>
                  <a:lnTo>
                    <a:pt x="842" y="560"/>
                  </a:lnTo>
                  <a:lnTo>
                    <a:pt x="838" y="556"/>
                  </a:lnTo>
                  <a:lnTo>
                    <a:pt x="833" y="552"/>
                  </a:lnTo>
                  <a:lnTo>
                    <a:pt x="830" y="548"/>
                  </a:lnTo>
                  <a:lnTo>
                    <a:pt x="829" y="543"/>
                  </a:lnTo>
                  <a:lnTo>
                    <a:pt x="830" y="539"/>
                  </a:lnTo>
                  <a:lnTo>
                    <a:pt x="830" y="535"/>
                  </a:lnTo>
                  <a:lnTo>
                    <a:pt x="832" y="531"/>
                  </a:lnTo>
                  <a:lnTo>
                    <a:pt x="837" y="529"/>
                  </a:lnTo>
                  <a:lnTo>
                    <a:pt x="845" y="529"/>
                  </a:lnTo>
                  <a:lnTo>
                    <a:pt x="851" y="529"/>
                  </a:lnTo>
                  <a:lnTo>
                    <a:pt x="856" y="528"/>
                  </a:lnTo>
                  <a:lnTo>
                    <a:pt x="858" y="524"/>
                  </a:lnTo>
                  <a:lnTo>
                    <a:pt x="860" y="520"/>
                  </a:lnTo>
                  <a:lnTo>
                    <a:pt x="864" y="517"/>
                  </a:lnTo>
                  <a:lnTo>
                    <a:pt x="870" y="517"/>
                  </a:lnTo>
                  <a:lnTo>
                    <a:pt x="875" y="519"/>
                  </a:lnTo>
                  <a:lnTo>
                    <a:pt x="881" y="519"/>
                  </a:lnTo>
                  <a:lnTo>
                    <a:pt x="886" y="517"/>
                  </a:lnTo>
                  <a:lnTo>
                    <a:pt x="893" y="514"/>
                  </a:lnTo>
                  <a:lnTo>
                    <a:pt x="900" y="512"/>
                  </a:lnTo>
                  <a:lnTo>
                    <a:pt x="906" y="514"/>
                  </a:lnTo>
                  <a:lnTo>
                    <a:pt x="912" y="517"/>
                  </a:lnTo>
                  <a:lnTo>
                    <a:pt x="917" y="519"/>
                  </a:lnTo>
                  <a:lnTo>
                    <a:pt x="922" y="522"/>
                  </a:lnTo>
                  <a:lnTo>
                    <a:pt x="926" y="526"/>
                  </a:lnTo>
                  <a:lnTo>
                    <a:pt x="928" y="531"/>
                  </a:lnTo>
                  <a:lnTo>
                    <a:pt x="929" y="536"/>
                  </a:lnTo>
                  <a:lnTo>
                    <a:pt x="931" y="539"/>
                  </a:lnTo>
                  <a:lnTo>
                    <a:pt x="938" y="540"/>
                  </a:lnTo>
                  <a:lnTo>
                    <a:pt x="948" y="541"/>
                  </a:lnTo>
                  <a:lnTo>
                    <a:pt x="957" y="543"/>
                  </a:lnTo>
                  <a:lnTo>
                    <a:pt x="960" y="547"/>
                  </a:lnTo>
                  <a:lnTo>
                    <a:pt x="958" y="551"/>
                  </a:lnTo>
                  <a:lnTo>
                    <a:pt x="955" y="556"/>
                  </a:lnTo>
                  <a:close/>
                </a:path>
              </a:pathLst>
            </a:custGeom>
            <a:solidFill>
              <a:srgbClr val="E18B48">
                <a:alpha val="11100"/>
              </a:srgbClr>
            </a:solidFill>
            <a:ln>
              <a:noFill/>
            </a:ln>
          </p:spPr>
          <p:txBody>
            <a:bodyPr anchor="ctr"/>
            <a:lstStyle/>
            <a:p>
              <a:pPr algn="ctr">
                <a:buNone/>
              </a:pPr>
            </a:p>
          </p:txBody>
        </p:sp>
        <p:sp>
          <p:nvSpPr>
            <p:cNvPr id="2910" name="addition:input:33"/>
            <p:cNvSpPr>
              <a:spLocks noGrp="1"/>
            </p:cNvSpPr>
            <p:nvPr/>
          </p:nvSpPr>
          <p:spPr>
            <a:xfrm>
              <a:off x="209550" y="5438775"/>
              <a:ext cx="1473098" cy="1074100"/>
            </a:xfrm>
            <a:custGeom>
              <a:avLst/>
              <a:gdLst/>
              <a:ahLst/>
              <a:cxnLst/>
              <a:rect l="l" t="t" r="r" b="b"/>
              <a:pathLst>
                <a:path w="895" h="573">
                  <a:moveTo>
                    <a:pt x="0" y="0"/>
                  </a:moveTo>
                  <a:moveTo>
                    <a:pt x="893" y="548"/>
                  </a:moveTo>
                  <a:lnTo>
                    <a:pt x="895" y="550"/>
                  </a:lnTo>
                  <a:lnTo>
                    <a:pt x="895" y="552"/>
                  </a:lnTo>
                  <a:lnTo>
                    <a:pt x="894" y="554"/>
                  </a:lnTo>
                  <a:lnTo>
                    <a:pt x="893" y="556"/>
                  </a:lnTo>
                  <a:lnTo>
                    <a:pt x="891" y="558"/>
                  </a:lnTo>
                  <a:lnTo>
                    <a:pt x="889" y="559"/>
                  </a:lnTo>
                  <a:lnTo>
                    <a:pt x="887" y="560"/>
                  </a:lnTo>
                  <a:lnTo>
                    <a:pt x="884" y="561"/>
                  </a:lnTo>
                  <a:lnTo>
                    <a:pt x="882" y="562"/>
                  </a:lnTo>
                  <a:lnTo>
                    <a:pt x="881" y="564"/>
                  </a:lnTo>
                  <a:lnTo>
                    <a:pt x="880" y="567"/>
                  </a:lnTo>
                  <a:lnTo>
                    <a:pt x="878" y="568"/>
                  </a:lnTo>
                  <a:lnTo>
                    <a:pt x="875" y="569"/>
                  </a:lnTo>
                  <a:lnTo>
                    <a:pt x="872" y="568"/>
                  </a:lnTo>
                  <a:lnTo>
                    <a:pt x="869" y="568"/>
                  </a:lnTo>
                  <a:lnTo>
                    <a:pt x="867" y="570"/>
                  </a:lnTo>
                  <a:lnTo>
                    <a:pt x="864" y="572"/>
                  </a:lnTo>
                  <a:lnTo>
                    <a:pt x="861" y="573"/>
                  </a:lnTo>
                  <a:lnTo>
                    <a:pt x="857" y="573"/>
                  </a:lnTo>
                  <a:lnTo>
                    <a:pt x="855" y="571"/>
                  </a:lnTo>
                  <a:lnTo>
                    <a:pt x="853" y="569"/>
                  </a:lnTo>
                  <a:lnTo>
                    <a:pt x="850" y="567"/>
                  </a:lnTo>
                  <a:lnTo>
                    <a:pt x="848" y="566"/>
                  </a:lnTo>
                  <a:lnTo>
                    <a:pt x="847" y="564"/>
                  </a:lnTo>
                  <a:lnTo>
                    <a:pt x="845" y="563"/>
                  </a:lnTo>
                  <a:lnTo>
                    <a:pt x="843" y="562"/>
                  </a:lnTo>
                  <a:lnTo>
                    <a:pt x="840" y="562"/>
                  </a:lnTo>
                  <a:lnTo>
                    <a:pt x="836" y="562"/>
                  </a:lnTo>
                  <a:lnTo>
                    <a:pt x="833" y="561"/>
                  </a:lnTo>
                  <a:lnTo>
                    <a:pt x="832" y="559"/>
                  </a:lnTo>
                  <a:lnTo>
                    <a:pt x="833" y="556"/>
                  </a:lnTo>
                  <a:lnTo>
                    <a:pt x="835" y="554"/>
                  </a:lnTo>
                  <a:lnTo>
                    <a:pt x="836" y="552"/>
                  </a:lnTo>
                  <a:lnTo>
                    <a:pt x="835" y="550"/>
                  </a:lnTo>
                  <a:lnTo>
                    <a:pt x="835" y="548"/>
                  </a:lnTo>
                  <a:lnTo>
                    <a:pt x="835" y="546"/>
                  </a:lnTo>
                  <a:lnTo>
                    <a:pt x="837" y="544"/>
                  </a:lnTo>
                  <a:lnTo>
                    <a:pt x="839" y="542"/>
                  </a:lnTo>
                  <a:lnTo>
                    <a:pt x="841" y="541"/>
                  </a:lnTo>
                  <a:lnTo>
                    <a:pt x="841" y="539"/>
                  </a:lnTo>
                  <a:lnTo>
                    <a:pt x="841" y="537"/>
                  </a:lnTo>
                  <a:lnTo>
                    <a:pt x="843" y="535"/>
                  </a:lnTo>
                  <a:lnTo>
                    <a:pt x="844" y="533"/>
                  </a:lnTo>
                  <a:lnTo>
                    <a:pt x="845" y="531"/>
                  </a:lnTo>
                  <a:lnTo>
                    <a:pt x="845" y="529"/>
                  </a:lnTo>
                  <a:lnTo>
                    <a:pt x="846" y="526"/>
                  </a:lnTo>
                  <a:lnTo>
                    <a:pt x="849" y="525"/>
                  </a:lnTo>
                  <a:lnTo>
                    <a:pt x="852" y="526"/>
                  </a:lnTo>
                  <a:lnTo>
                    <a:pt x="856" y="528"/>
                  </a:lnTo>
                  <a:lnTo>
                    <a:pt x="858" y="530"/>
                  </a:lnTo>
                  <a:lnTo>
                    <a:pt x="860" y="529"/>
                  </a:lnTo>
                  <a:lnTo>
                    <a:pt x="861" y="528"/>
                  </a:lnTo>
                  <a:lnTo>
                    <a:pt x="863" y="526"/>
                  </a:lnTo>
                  <a:lnTo>
                    <a:pt x="866" y="526"/>
                  </a:lnTo>
                  <a:lnTo>
                    <a:pt x="868" y="526"/>
                  </a:lnTo>
                  <a:lnTo>
                    <a:pt x="870" y="526"/>
                  </a:lnTo>
                  <a:lnTo>
                    <a:pt x="872" y="526"/>
                  </a:lnTo>
                  <a:lnTo>
                    <a:pt x="875" y="527"/>
                  </a:lnTo>
                  <a:lnTo>
                    <a:pt x="877" y="528"/>
                  </a:lnTo>
                  <a:lnTo>
                    <a:pt x="879" y="530"/>
                  </a:lnTo>
                  <a:lnTo>
                    <a:pt x="880" y="532"/>
                  </a:lnTo>
                  <a:lnTo>
                    <a:pt x="882" y="533"/>
                  </a:lnTo>
                  <a:lnTo>
                    <a:pt x="884" y="534"/>
                  </a:lnTo>
                  <a:lnTo>
                    <a:pt x="886" y="536"/>
                  </a:lnTo>
                  <a:lnTo>
                    <a:pt x="887" y="538"/>
                  </a:lnTo>
                  <a:lnTo>
                    <a:pt x="885" y="541"/>
                  </a:lnTo>
                  <a:lnTo>
                    <a:pt x="884" y="543"/>
                  </a:lnTo>
                  <a:lnTo>
                    <a:pt x="885" y="544"/>
                  </a:lnTo>
                  <a:lnTo>
                    <a:pt x="889" y="546"/>
                  </a:lnTo>
                  <a:close/>
                </a:path>
              </a:pathLst>
            </a:custGeom>
            <a:solidFill>
              <a:srgbClr val="DE8036">
                <a:alpha val="10800"/>
              </a:srgbClr>
            </a:solidFill>
            <a:ln>
              <a:noFill/>
            </a:ln>
          </p:spPr>
          <p:txBody>
            <a:bodyPr anchor="ctr"/>
            <a:lstStyle/>
            <a:p>
              <a:pPr algn="ctr">
                <a:buNone/>
              </a:pPr>
            </a:p>
          </p:txBody>
        </p:sp>
        <p:sp>
          <p:nvSpPr>
            <p:cNvPr id="2911" name="addition:input:34"/>
            <p:cNvSpPr>
              <a:spLocks noGrp="1"/>
            </p:cNvSpPr>
            <p:nvPr/>
          </p:nvSpPr>
          <p:spPr>
            <a:xfrm>
              <a:off x="209550" y="5438775"/>
              <a:ext cx="1529060" cy="1049731"/>
            </a:xfrm>
            <a:custGeom>
              <a:avLst/>
              <a:gdLst/>
              <a:ahLst/>
              <a:cxnLst/>
              <a:rect l="l" t="t" r="r" b="b"/>
              <a:pathLst>
                <a:path w="929" h="560">
                  <a:moveTo>
                    <a:pt x="0" y="0"/>
                  </a:moveTo>
                  <a:moveTo>
                    <a:pt x="928" y="541"/>
                  </a:moveTo>
                  <a:lnTo>
                    <a:pt x="929" y="543"/>
                  </a:lnTo>
                  <a:lnTo>
                    <a:pt x="929" y="544"/>
                  </a:lnTo>
                  <a:lnTo>
                    <a:pt x="927" y="546"/>
                  </a:lnTo>
                  <a:lnTo>
                    <a:pt x="926" y="547"/>
                  </a:lnTo>
                  <a:lnTo>
                    <a:pt x="924" y="548"/>
                  </a:lnTo>
                  <a:lnTo>
                    <a:pt x="923" y="550"/>
                  </a:lnTo>
                  <a:lnTo>
                    <a:pt x="923" y="551"/>
                  </a:lnTo>
                  <a:lnTo>
                    <a:pt x="922" y="552"/>
                  </a:lnTo>
                  <a:lnTo>
                    <a:pt x="919" y="553"/>
                  </a:lnTo>
                  <a:lnTo>
                    <a:pt x="916" y="553"/>
                  </a:lnTo>
                  <a:lnTo>
                    <a:pt x="914" y="553"/>
                  </a:lnTo>
                  <a:lnTo>
                    <a:pt x="913" y="555"/>
                  </a:lnTo>
                  <a:lnTo>
                    <a:pt x="912" y="557"/>
                  </a:lnTo>
                  <a:lnTo>
                    <a:pt x="910" y="559"/>
                  </a:lnTo>
                  <a:lnTo>
                    <a:pt x="908" y="560"/>
                  </a:lnTo>
                  <a:lnTo>
                    <a:pt x="905" y="560"/>
                  </a:lnTo>
                  <a:lnTo>
                    <a:pt x="903" y="559"/>
                  </a:lnTo>
                  <a:lnTo>
                    <a:pt x="900" y="558"/>
                  </a:lnTo>
                  <a:lnTo>
                    <a:pt x="898" y="558"/>
                  </a:lnTo>
                  <a:lnTo>
                    <a:pt x="896" y="557"/>
                  </a:lnTo>
                  <a:lnTo>
                    <a:pt x="895" y="555"/>
                  </a:lnTo>
                  <a:lnTo>
                    <a:pt x="894" y="554"/>
                  </a:lnTo>
                  <a:lnTo>
                    <a:pt x="892" y="554"/>
                  </a:lnTo>
                  <a:lnTo>
                    <a:pt x="889" y="555"/>
                  </a:lnTo>
                  <a:lnTo>
                    <a:pt x="887" y="555"/>
                  </a:lnTo>
                  <a:lnTo>
                    <a:pt x="885" y="554"/>
                  </a:lnTo>
                  <a:lnTo>
                    <a:pt x="884" y="553"/>
                  </a:lnTo>
                  <a:lnTo>
                    <a:pt x="884" y="551"/>
                  </a:lnTo>
                  <a:lnTo>
                    <a:pt x="884" y="550"/>
                  </a:lnTo>
                  <a:lnTo>
                    <a:pt x="882" y="549"/>
                  </a:lnTo>
                  <a:lnTo>
                    <a:pt x="880" y="548"/>
                  </a:lnTo>
                  <a:lnTo>
                    <a:pt x="879" y="546"/>
                  </a:lnTo>
                  <a:lnTo>
                    <a:pt x="880" y="544"/>
                  </a:lnTo>
                  <a:lnTo>
                    <a:pt x="882" y="543"/>
                  </a:lnTo>
                  <a:lnTo>
                    <a:pt x="884" y="541"/>
                  </a:lnTo>
                  <a:lnTo>
                    <a:pt x="884" y="540"/>
                  </a:lnTo>
                  <a:lnTo>
                    <a:pt x="885" y="538"/>
                  </a:lnTo>
                  <a:lnTo>
                    <a:pt x="885" y="537"/>
                  </a:lnTo>
                  <a:lnTo>
                    <a:pt x="886" y="536"/>
                  </a:lnTo>
                  <a:lnTo>
                    <a:pt x="886" y="534"/>
                  </a:lnTo>
                  <a:lnTo>
                    <a:pt x="885" y="532"/>
                  </a:lnTo>
                  <a:lnTo>
                    <a:pt x="884" y="530"/>
                  </a:lnTo>
                  <a:lnTo>
                    <a:pt x="884" y="528"/>
                  </a:lnTo>
                  <a:lnTo>
                    <a:pt x="886" y="527"/>
                  </a:lnTo>
                  <a:lnTo>
                    <a:pt x="889" y="527"/>
                  </a:lnTo>
                  <a:lnTo>
                    <a:pt x="892" y="528"/>
                  </a:lnTo>
                  <a:lnTo>
                    <a:pt x="893" y="527"/>
                  </a:lnTo>
                  <a:lnTo>
                    <a:pt x="894" y="526"/>
                  </a:lnTo>
                  <a:lnTo>
                    <a:pt x="896" y="525"/>
                  </a:lnTo>
                  <a:lnTo>
                    <a:pt x="897" y="525"/>
                  </a:lnTo>
                  <a:lnTo>
                    <a:pt x="899" y="525"/>
                  </a:lnTo>
                  <a:lnTo>
                    <a:pt x="901" y="525"/>
                  </a:lnTo>
                  <a:lnTo>
                    <a:pt x="902" y="525"/>
                  </a:lnTo>
                  <a:lnTo>
                    <a:pt x="904" y="524"/>
                  </a:lnTo>
                  <a:lnTo>
                    <a:pt x="906" y="524"/>
                  </a:lnTo>
                  <a:lnTo>
                    <a:pt x="908" y="525"/>
                  </a:lnTo>
                  <a:lnTo>
                    <a:pt x="910" y="525"/>
                  </a:lnTo>
                  <a:lnTo>
                    <a:pt x="913" y="525"/>
                  </a:lnTo>
                  <a:lnTo>
                    <a:pt x="915" y="525"/>
                  </a:lnTo>
                  <a:lnTo>
                    <a:pt x="918" y="526"/>
                  </a:lnTo>
                  <a:lnTo>
                    <a:pt x="919" y="528"/>
                  </a:lnTo>
                  <a:lnTo>
                    <a:pt x="918" y="530"/>
                  </a:lnTo>
                  <a:lnTo>
                    <a:pt x="918" y="533"/>
                  </a:lnTo>
                  <a:lnTo>
                    <a:pt x="918" y="534"/>
                  </a:lnTo>
                  <a:lnTo>
                    <a:pt x="920" y="535"/>
                  </a:lnTo>
                  <a:lnTo>
                    <a:pt x="923" y="535"/>
                  </a:lnTo>
                  <a:lnTo>
                    <a:pt x="926" y="536"/>
                  </a:lnTo>
                  <a:lnTo>
                    <a:pt x="927" y="538"/>
                  </a:lnTo>
                  <a:lnTo>
                    <a:pt x="928" y="539"/>
                  </a:lnTo>
                  <a:close/>
                </a:path>
              </a:pathLst>
            </a:custGeom>
            <a:solidFill>
              <a:srgbClr val="DE8036">
                <a:alpha val="10800"/>
              </a:srgbClr>
            </a:solidFill>
            <a:ln>
              <a:noFill/>
            </a:ln>
          </p:spPr>
          <p:txBody>
            <a:bodyPr anchor="ctr"/>
            <a:lstStyle/>
            <a:p>
              <a:pPr algn="ctr">
                <a:buNone/>
              </a:pPr>
            </a:p>
          </p:txBody>
        </p:sp>
        <p:sp>
          <p:nvSpPr>
            <p:cNvPr id="2912" name="addition:input:35"/>
            <p:cNvSpPr>
              <a:spLocks noGrp="1"/>
            </p:cNvSpPr>
            <p:nvPr/>
          </p:nvSpPr>
          <p:spPr>
            <a:xfrm>
              <a:off x="209550" y="5438775"/>
              <a:ext cx="1573500" cy="1119088"/>
            </a:xfrm>
            <a:custGeom>
              <a:avLst/>
              <a:gdLst/>
              <a:ahLst/>
              <a:cxnLst/>
              <a:rect l="l" t="t" r="r" b="b"/>
              <a:pathLst>
                <a:path w="956" h="597">
                  <a:moveTo>
                    <a:pt x="0" y="0"/>
                  </a:moveTo>
                  <a:moveTo>
                    <a:pt x="953" y="571"/>
                  </a:moveTo>
                  <a:lnTo>
                    <a:pt x="952" y="573"/>
                  </a:lnTo>
                  <a:lnTo>
                    <a:pt x="953" y="575"/>
                  </a:lnTo>
                  <a:lnTo>
                    <a:pt x="954" y="577"/>
                  </a:lnTo>
                  <a:lnTo>
                    <a:pt x="953" y="579"/>
                  </a:lnTo>
                  <a:lnTo>
                    <a:pt x="951" y="581"/>
                  </a:lnTo>
                  <a:lnTo>
                    <a:pt x="947" y="582"/>
                  </a:lnTo>
                  <a:lnTo>
                    <a:pt x="945" y="583"/>
                  </a:lnTo>
                  <a:lnTo>
                    <a:pt x="943" y="584"/>
                  </a:lnTo>
                  <a:lnTo>
                    <a:pt x="941" y="586"/>
                  </a:lnTo>
                  <a:lnTo>
                    <a:pt x="938" y="587"/>
                  </a:lnTo>
                  <a:lnTo>
                    <a:pt x="936" y="588"/>
                  </a:lnTo>
                  <a:lnTo>
                    <a:pt x="934" y="590"/>
                  </a:lnTo>
                  <a:lnTo>
                    <a:pt x="932" y="592"/>
                  </a:lnTo>
                  <a:lnTo>
                    <a:pt x="930" y="595"/>
                  </a:lnTo>
                  <a:lnTo>
                    <a:pt x="927" y="597"/>
                  </a:lnTo>
                  <a:lnTo>
                    <a:pt x="924" y="596"/>
                  </a:lnTo>
                  <a:lnTo>
                    <a:pt x="920" y="594"/>
                  </a:lnTo>
                  <a:lnTo>
                    <a:pt x="917" y="591"/>
                  </a:lnTo>
                  <a:lnTo>
                    <a:pt x="915" y="590"/>
                  </a:lnTo>
                  <a:lnTo>
                    <a:pt x="912" y="591"/>
                  </a:lnTo>
                  <a:lnTo>
                    <a:pt x="910" y="591"/>
                  </a:lnTo>
                  <a:lnTo>
                    <a:pt x="907" y="591"/>
                  </a:lnTo>
                  <a:lnTo>
                    <a:pt x="905" y="590"/>
                  </a:lnTo>
                  <a:lnTo>
                    <a:pt x="903" y="589"/>
                  </a:lnTo>
                  <a:lnTo>
                    <a:pt x="901" y="588"/>
                  </a:lnTo>
                  <a:lnTo>
                    <a:pt x="898" y="588"/>
                  </a:lnTo>
                  <a:lnTo>
                    <a:pt x="896" y="586"/>
                  </a:lnTo>
                  <a:lnTo>
                    <a:pt x="895" y="584"/>
                  </a:lnTo>
                  <a:lnTo>
                    <a:pt x="895" y="582"/>
                  </a:lnTo>
                  <a:lnTo>
                    <a:pt x="894" y="581"/>
                  </a:lnTo>
                  <a:lnTo>
                    <a:pt x="892" y="579"/>
                  </a:lnTo>
                  <a:lnTo>
                    <a:pt x="890" y="577"/>
                  </a:lnTo>
                  <a:lnTo>
                    <a:pt x="891" y="575"/>
                  </a:lnTo>
                  <a:lnTo>
                    <a:pt x="894" y="573"/>
                  </a:lnTo>
                  <a:lnTo>
                    <a:pt x="897" y="571"/>
                  </a:lnTo>
                  <a:lnTo>
                    <a:pt x="899" y="569"/>
                  </a:lnTo>
                  <a:lnTo>
                    <a:pt x="898" y="567"/>
                  </a:lnTo>
                  <a:lnTo>
                    <a:pt x="896" y="565"/>
                  </a:lnTo>
                  <a:lnTo>
                    <a:pt x="894" y="563"/>
                  </a:lnTo>
                  <a:lnTo>
                    <a:pt x="894" y="560"/>
                  </a:lnTo>
                  <a:lnTo>
                    <a:pt x="895" y="558"/>
                  </a:lnTo>
                  <a:lnTo>
                    <a:pt x="896" y="557"/>
                  </a:lnTo>
                  <a:lnTo>
                    <a:pt x="897" y="555"/>
                  </a:lnTo>
                  <a:lnTo>
                    <a:pt x="899" y="553"/>
                  </a:lnTo>
                  <a:lnTo>
                    <a:pt x="902" y="553"/>
                  </a:lnTo>
                  <a:lnTo>
                    <a:pt x="905" y="553"/>
                  </a:lnTo>
                  <a:lnTo>
                    <a:pt x="908" y="553"/>
                  </a:lnTo>
                  <a:lnTo>
                    <a:pt x="909" y="552"/>
                  </a:lnTo>
                  <a:lnTo>
                    <a:pt x="910" y="550"/>
                  </a:lnTo>
                  <a:lnTo>
                    <a:pt x="912" y="549"/>
                  </a:lnTo>
                  <a:lnTo>
                    <a:pt x="915" y="549"/>
                  </a:lnTo>
                  <a:lnTo>
                    <a:pt x="917" y="550"/>
                  </a:lnTo>
                  <a:lnTo>
                    <a:pt x="920" y="551"/>
                  </a:lnTo>
                  <a:lnTo>
                    <a:pt x="922" y="550"/>
                  </a:lnTo>
                  <a:lnTo>
                    <a:pt x="925" y="549"/>
                  </a:lnTo>
                  <a:lnTo>
                    <a:pt x="929" y="547"/>
                  </a:lnTo>
                  <a:lnTo>
                    <a:pt x="932" y="547"/>
                  </a:lnTo>
                  <a:lnTo>
                    <a:pt x="935" y="549"/>
                  </a:lnTo>
                  <a:lnTo>
                    <a:pt x="937" y="551"/>
                  </a:lnTo>
                  <a:lnTo>
                    <a:pt x="938" y="553"/>
                  </a:lnTo>
                  <a:lnTo>
                    <a:pt x="940" y="555"/>
                  </a:lnTo>
                  <a:lnTo>
                    <a:pt x="941" y="557"/>
                  </a:lnTo>
                  <a:lnTo>
                    <a:pt x="942" y="559"/>
                  </a:lnTo>
                  <a:lnTo>
                    <a:pt x="942" y="561"/>
                  </a:lnTo>
                  <a:lnTo>
                    <a:pt x="945" y="562"/>
                  </a:lnTo>
                  <a:lnTo>
                    <a:pt x="949" y="563"/>
                  </a:lnTo>
                  <a:lnTo>
                    <a:pt x="953" y="564"/>
                  </a:lnTo>
                  <a:lnTo>
                    <a:pt x="956" y="566"/>
                  </a:lnTo>
                  <a:lnTo>
                    <a:pt x="955" y="569"/>
                  </a:lnTo>
                  <a:close/>
                </a:path>
              </a:pathLst>
            </a:custGeom>
            <a:solidFill>
              <a:srgbClr val="DE8036">
                <a:alpha val="10800"/>
              </a:srgbClr>
            </a:solidFill>
            <a:ln>
              <a:noFill/>
            </a:ln>
          </p:spPr>
          <p:txBody>
            <a:bodyPr anchor="ctr"/>
            <a:lstStyle/>
            <a:p>
              <a:pPr algn="ctr">
                <a:buNone/>
              </a:pPr>
            </a:p>
          </p:txBody>
        </p:sp>
        <p:sp>
          <p:nvSpPr>
            <p:cNvPr id="2913" name="addition:input:36"/>
            <p:cNvSpPr>
              <a:spLocks noGrp="1"/>
            </p:cNvSpPr>
            <p:nvPr/>
          </p:nvSpPr>
          <p:spPr>
            <a:xfrm>
              <a:off x="209550" y="5438775"/>
              <a:ext cx="1496141" cy="1130336"/>
            </a:xfrm>
            <a:custGeom>
              <a:avLst/>
              <a:gdLst/>
              <a:ahLst/>
              <a:cxnLst/>
              <a:rect l="l" t="t" r="r" b="b"/>
              <a:pathLst>
                <a:path w="909" h="603">
                  <a:moveTo>
                    <a:pt x="0" y="0"/>
                  </a:moveTo>
                  <a:moveTo>
                    <a:pt x="908" y="584"/>
                  </a:moveTo>
                  <a:lnTo>
                    <a:pt x="905" y="585"/>
                  </a:lnTo>
                  <a:lnTo>
                    <a:pt x="902" y="587"/>
                  </a:lnTo>
                  <a:lnTo>
                    <a:pt x="899" y="588"/>
                  </a:lnTo>
                  <a:lnTo>
                    <a:pt x="899" y="589"/>
                  </a:lnTo>
                  <a:lnTo>
                    <a:pt x="900" y="592"/>
                  </a:lnTo>
                  <a:lnTo>
                    <a:pt x="901" y="594"/>
                  </a:lnTo>
                  <a:lnTo>
                    <a:pt x="899" y="595"/>
                  </a:lnTo>
                  <a:lnTo>
                    <a:pt x="897" y="596"/>
                  </a:lnTo>
                  <a:lnTo>
                    <a:pt x="894" y="597"/>
                  </a:lnTo>
                  <a:lnTo>
                    <a:pt x="893" y="598"/>
                  </a:lnTo>
                  <a:lnTo>
                    <a:pt x="892" y="600"/>
                  </a:lnTo>
                  <a:lnTo>
                    <a:pt x="890" y="602"/>
                  </a:lnTo>
                  <a:lnTo>
                    <a:pt x="888" y="603"/>
                  </a:lnTo>
                  <a:lnTo>
                    <a:pt x="885" y="603"/>
                  </a:lnTo>
                  <a:lnTo>
                    <a:pt x="883" y="602"/>
                  </a:lnTo>
                  <a:lnTo>
                    <a:pt x="881" y="602"/>
                  </a:lnTo>
                  <a:lnTo>
                    <a:pt x="879" y="602"/>
                  </a:lnTo>
                  <a:lnTo>
                    <a:pt x="877" y="601"/>
                  </a:lnTo>
                  <a:lnTo>
                    <a:pt x="875" y="600"/>
                  </a:lnTo>
                  <a:lnTo>
                    <a:pt x="874" y="599"/>
                  </a:lnTo>
                  <a:lnTo>
                    <a:pt x="872" y="600"/>
                  </a:lnTo>
                  <a:lnTo>
                    <a:pt x="869" y="601"/>
                  </a:lnTo>
                  <a:lnTo>
                    <a:pt x="866" y="603"/>
                  </a:lnTo>
                  <a:lnTo>
                    <a:pt x="863" y="602"/>
                  </a:lnTo>
                  <a:lnTo>
                    <a:pt x="862" y="601"/>
                  </a:lnTo>
                  <a:lnTo>
                    <a:pt x="861" y="598"/>
                  </a:lnTo>
                  <a:lnTo>
                    <a:pt x="861" y="596"/>
                  </a:lnTo>
                  <a:lnTo>
                    <a:pt x="860" y="595"/>
                  </a:lnTo>
                  <a:lnTo>
                    <a:pt x="859" y="593"/>
                  </a:lnTo>
                  <a:lnTo>
                    <a:pt x="857" y="592"/>
                  </a:lnTo>
                  <a:lnTo>
                    <a:pt x="857" y="590"/>
                  </a:lnTo>
                  <a:lnTo>
                    <a:pt x="857" y="588"/>
                  </a:lnTo>
                  <a:lnTo>
                    <a:pt x="856" y="587"/>
                  </a:lnTo>
                  <a:lnTo>
                    <a:pt x="855" y="585"/>
                  </a:lnTo>
                  <a:lnTo>
                    <a:pt x="853" y="584"/>
                  </a:lnTo>
                  <a:lnTo>
                    <a:pt x="853" y="582"/>
                  </a:lnTo>
                  <a:lnTo>
                    <a:pt x="854" y="580"/>
                  </a:lnTo>
                  <a:lnTo>
                    <a:pt x="854" y="579"/>
                  </a:lnTo>
                  <a:lnTo>
                    <a:pt x="852" y="577"/>
                  </a:lnTo>
                  <a:lnTo>
                    <a:pt x="851" y="574"/>
                  </a:lnTo>
                  <a:lnTo>
                    <a:pt x="851" y="572"/>
                  </a:lnTo>
                  <a:lnTo>
                    <a:pt x="853" y="571"/>
                  </a:lnTo>
                  <a:lnTo>
                    <a:pt x="857" y="571"/>
                  </a:lnTo>
                  <a:lnTo>
                    <a:pt x="861" y="572"/>
                  </a:lnTo>
                  <a:lnTo>
                    <a:pt x="863" y="571"/>
                  </a:lnTo>
                  <a:lnTo>
                    <a:pt x="864" y="570"/>
                  </a:lnTo>
                  <a:lnTo>
                    <a:pt x="865" y="568"/>
                  </a:lnTo>
                  <a:lnTo>
                    <a:pt x="867" y="567"/>
                  </a:lnTo>
                  <a:lnTo>
                    <a:pt x="869" y="566"/>
                  </a:lnTo>
                  <a:lnTo>
                    <a:pt x="871" y="565"/>
                  </a:lnTo>
                  <a:lnTo>
                    <a:pt x="874" y="564"/>
                  </a:lnTo>
                  <a:lnTo>
                    <a:pt x="876" y="563"/>
                  </a:lnTo>
                  <a:lnTo>
                    <a:pt x="879" y="563"/>
                  </a:lnTo>
                  <a:lnTo>
                    <a:pt x="882" y="564"/>
                  </a:lnTo>
                  <a:lnTo>
                    <a:pt x="884" y="566"/>
                  </a:lnTo>
                  <a:lnTo>
                    <a:pt x="887" y="566"/>
                  </a:lnTo>
                  <a:lnTo>
                    <a:pt x="890" y="566"/>
                  </a:lnTo>
                  <a:lnTo>
                    <a:pt x="893" y="566"/>
                  </a:lnTo>
                  <a:lnTo>
                    <a:pt x="895" y="567"/>
                  </a:lnTo>
                  <a:lnTo>
                    <a:pt x="896" y="569"/>
                  </a:lnTo>
                  <a:lnTo>
                    <a:pt x="896" y="572"/>
                  </a:lnTo>
                  <a:lnTo>
                    <a:pt x="897" y="573"/>
                  </a:lnTo>
                  <a:lnTo>
                    <a:pt x="900" y="574"/>
                  </a:lnTo>
                  <a:lnTo>
                    <a:pt x="903" y="574"/>
                  </a:lnTo>
                  <a:lnTo>
                    <a:pt x="906" y="575"/>
                  </a:lnTo>
                  <a:lnTo>
                    <a:pt x="907" y="576"/>
                  </a:lnTo>
                  <a:lnTo>
                    <a:pt x="908" y="578"/>
                  </a:lnTo>
                  <a:lnTo>
                    <a:pt x="909" y="580"/>
                  </a:lnTo>
                  <a:lnTo>
                    <a:pt x="909" y="582"/>
                  </a:lnTo>
                  <a:close/>
                </a:path>
              </a:pathLst>
            </a:custGeom>
            <a:solidFill>
              <a:srgbClr val="DE8036">
                <a:alpha val="10800"/>
              </a:srgbClr>
            </a:solidFill>
            <a:ln>
              <a:noFill/>
            </a:ln>
          </p:spPr>
          <p:txBody>
            <a:bodyPr anchor="ctr"/>
            <a:lstStyle/>
            <a:p>
              <a:pPr algn="ctr">
                <a:buNone/>
              </a:pPr>
            </a:p>
          </p:txBody>
        </p:sp>
        <p:sp>
          <p:nvSpPr>
            <p:cNvPr id="2914" name="addition:input:37"/>
            <p:cNvSpPr>
              <a:spLocks noGrp="1"/>
            </p:cNvSpPr>
            <p:nvPr/>
          </p:nvSpPr>
          <p:spPr>
            <a:xfrm>
              <a:off x="209550" y="5438775"/>
              <a:ext cx="2319101" cy="678576"/>
            </a:xfrm>
            <a:custGeom>
              <a:avLst/>
              <a:gdLst/>
              <a:ahLst/>
              <a:cxnLst/>
              <a:rect l="l" t="t" r="r" b="b"/>
              <a:pathLst>
                <a:path w="1409" h="362">
                  <a:moveTo>
                    <a:pt x="0" y="0"/>
                  </a:moveTo>
                  <a:moveTo>
                    <a:pt x="1405" y="262"/>
                  </a:moveTo>
                  <a:lnTo>
                    <a:pt x="1409" y="271"/>
                  </a:lnTo>
                  <a:lnTo>
                    <a:pt x="1409" y="279"/>
                  </a:lnTo>
                  <a:lnTo>
                    <a:pt x="1402" y="287"/>
                  </a:lnTo>
                  <a:lnTo>
                    <a:pt x="1391" y="293"/>
                  </a:lnTo>
                  <a:lnTo>
                    <a:pt x="1383" y="299"/>
                  </a:lnTo>
                  <a:lnTo>
                    <a:pt x="1379" y="306"/>
                  </a:lnTo>
                  <a:lnTo>
                    <a:pt x="1376" y="315"/>
                  </a:lnTo>
                  <a:lnTo>
                    <a:pt x="1368" y="321"/>
                  </a:lnTo>
                  <a:lnTo>
                    <a:pt x="1354" y="323"/>
                  </a:lnTo>
                  <a:lnTo>
                    <a:pt x="1337" y="323"/>
                  </a:lnTo>
                  <a:lnTo>
                    <a:pt x="1325" y="325"/>
                  </a:lnTo>
                  <a:lnTo>
                    <a:pt x="1319" y="333"/>
                  </a:lnTo>
                  <a:lnTo>
                    <a:pt x="1313" y="345"/>
                  </a:lnTo>
                  <a:lnTo>
                    <a:pt x="1305" y="357"/>
                  </a:lnTo>
                  <a:lnTo>
                    <a:pt x="1291" y="362"/>
                  </a:lnTo>
                  <a:lnTo>
                    <a:pt x="1276" y="361"/>
                  </a:lnTo>
                  <a:lnTo>
                    <a:pt x="1261" y="357"/>
                  </a:lnTo>
                  <a:lnTo>
                    <a:pt x="1248" y="353"/>
                  </a:lnTo>
                  <a:lnTo>
                    <a:pt x="1236" y="350"/>
                  </a:lnTo>
                  <a:lnTo>
                    <a:pt x="1225" y="344"/>
                  </a:lnTo>
                  <a:lnTo>
                    <a:pt x="1216" y="337"/>
                  </a:lnTo>
                  <a:lnTo>
                    <a:pt x="1209" y="332"/>
                  </a:lnTo>
                  <a:lnTo>
                    <a:pt x="1198" y="331"/>
                  </a:lnTo>
                  <a:lnTo>
                    <a:pt x="1184" y="334"/>
                  </a:lnTo>
                  <a:lnTo>
                    <a:pt x="1169" y="335"/>
                  </a:lnTo>
                  <a:lnTo>
                    <a:pt x="1159" y="331"/>
                  </a:lnTo>
                  <a:lnTo>
                    <a:pt x="1156" y="322"/>
                  </a:lnTo>
                  <a:lnTo>
                    <a:pt x="1156" y="313"/>
                  </a:lnTo>
                  <a:lnTo>
                    <a:pt x="1152" y="306"/>
                  </a:lnTo>
                  <a:lnTo>
                    <a:pt x="1141" y="302"/>
                  </a:lnTo>
                  <a:lnTo>
                    <a:pt x="1130" y="296"/>
                  </a:lnTo>
                  <a:lnTo>
                    <a:pt x="1126" y="288"/>
                  </a:lnTo>
                  <a:lnTo>
                    <a:pt x="1132" y="279"/>
                  </a:lnTo>
                  <a:lnTo>
                    <a:pt x="1143" y="270"/>
                  </a:lnTo>
                  <a:lnTo>
                    <a:pt x="1151" y="262"/>
                  </a:lnTo>
                  <a:lnTo>
                    <a:pt x="1155" y="255"/>
                  </a:lnTo>
                  <a:lnTo>
                    <a:pt x="1157" y="248"/>
                  </a:lnTo>
                  <a:lnTo>
                    <a:pt x="1161" y="241"/>
                  </a:lnTo>
                  <a:lnTo>
                    <a:pt x="1164" y="234"/>
                  </a:lnTo>
                  <a:lnTo>
                    <a:pt x="1163" y="226"/>
                  </a:lnTo>
                  <a:lnTo>
                    <a:pt x="1157" y="215"/>
                  </a:lnTo>
                  <a:lnTo>
                    <a:pt x="1151" y="202"/>
                  </a:lnTo>
                  <a:lnTo>
                    <a:pt x="1155" y="193"/>
                  </a:lnTo>
                  <a:lnTo>
                    <a:pt x="1167" y="189"/>
                  </a:lnTo>
                  <a:lnTo>
                    <a:pt x="1185" y="191"/>
                  </a:lnTo>
                  <a:lnTo>
                    <a:pt x="1199" y="193"/>
                  </a:lnTo>
                  <a:lnTo>
                    <a:pt x="1208" y="191"/>
                  </a:lnTo>
                  <a:lnTo>
                    <a:pt x="1213" y="184"/>
                  </a:lnTo>
                  <a:lnTo>
                    <a:pt x="1220" y="178"/>
                  </a:lnTo>
                  <a:lnTo>
                    <a:pt x="1230" y="177"/>
                  </a:lnTo>
                  <a:lnTo>
                    <a:pt x="1240" y="179"/>
                  </a:lnTo>
                  <a:lnTo>
                    <a:pt x="1250" y="180"/>
                  </a:lnTo>
                  <a:lnTo>
                    <a:pt x="1259" y="179"/>
                  </a:lnTo>
                  <a:lnTo>
                    <a:pt x="1270" y="175"/>
                  </a:lnTo>
                  <a:lnTo>
                    <a:pt x="1281" y="174"/>
                  </a:lnTo>
                  <a:lnTo>
                    <a:pt x="1292" y="176"/>
                  </a:lnTo>
                  <a:lnTo>
                    <a:pt x="1304" y="178"/>
                  </a:lnTo>
                  <a:lnTo>
                    <a:pt x="1317" y="179"/>
                  </a:lnTo>
                  <a:lnTo>
                    <a:pt x="1332" y="179"/>
                  </a:lnTo>
                  <a:lnTo>
                    <a:pt x="1345" y="183"/>
                  </a:lnTo>
                  <a:lnTo>
                    <a:pt x="1352" y="192"/>
                  </a:lnTo>
                  <a:lnTo>
                    <a:pt x="1350" y="206"/>
                  </a:lnTo>
                  <a:lnTo>
                    <a:pt x="1346" y="218"/>
                  </a:lnTo>
                  <a:lnTo>
                    <a:pt x="1348" y="225"/>
                  </a:lnTo>
                  <a:lnTo>
                    <a:pt x="1361" y="229"/>
                  </a:lnTo>
                  <a:lnTo>
                    <a:pt x="1379" y="232"/>
                  </a:lnTo>
                  <a:lnTo>
                    <a:pt x="1393" y="238"/>
                  </a:lnTo>
                  <a:lnTo>
                    <a:pt x="1400" y="245"/>
                  </a:lnTo>
                  <a:lnTo>
                    <a:pt x="1403" y="254"/>
                  </a:lnTo>
                  <a:close/>
                </a:path>
              </a:pathLst>
            </a:custGeom>
            <a:solidFill>
              <a:srgbClr val="C5E9DF">
                <a:alpha val="12900"/>
              </a:srgbClr>
            </a:solidFill>
            <a:ln>
              <a:noFill/>
            </a:ln>
          </p:spPr>
          <p:txBody>
            <a:bodyPr anchor="ctr"/>
            <a:lstStyle/>
            <a:p>
              <a:pPr algn="ctr">
                <a:buNone/>
              </a:pPr>
            </a:p>
          </p:txBody>
        </p:sp>
        <p:sp>
          <p:nvSpPr>
            <p:cNvPr id="2915" name="addition:input:38"/>
            <p:cNvSpPr>
              <a:spLocks noGrp="1"/>
            </p:cNvSpPr>
            <p:nvPr/>
          </p:nvSpPr>
          <p:spPr>
            <a:xfrm>
              <a:off x="209550" y="5438775"/>
              <a:ext cx="2249973" cy="642960"/>
            </a:xfrm>
            <a:custGeom>
              <a:avLst/>
              <a:gdLst/>
              <a:ahLst/>
              <a:cxnLst/>
              <a:rect l="l" t="t" r="r" b="b"/>
              <a:pathLst>
                <a:path w="1367" h="343">
                  <a:moveTo>
                    <a:pt x="0" y="0"/>
                  </a:moveTo>
                  <a:moveTo>
                    <a:pt x="1352" y="267"/>
                  </a:moveTo>
                  <a:lnTo>
                    <a:pt x="1347" y="273"/>
                  </a:lnTo>
                  <a:lnTo>
                    <a:pt x="1345" y="279"/>
                  </a:lnTo>
                  <a:lnTo>
                    <a:pt x="1344" y="286"/>
                  </a:lnTo>
                  <a:lnTo>
                    <a:pt x="1342" y="292"/>
                  </a:lnTo>
                  <a:lnTo>
                    <a:pt x="1339" y="298"/>
                  </a:lnTo>
                  <a:lnTo>
                    <a:pt x="1339" y="305"/>
                  </a:lnTo>
                  <a:lnTo>
                    <a:pt x="1343" y="315"/>
                  </a:lnTo>
                  <a:lnTo>
                    <a:pt x="1345" y="325"/>
                  </a:lnTo>
                  <a:lnTo>
                    <a:pt x="1340" y="332"/>
                  </a:lnTo>
                  <a:lnTo>
                    <a:pt x="1328" y="333"/>
                  </a:lnTo>
                  <a:lnTo>
                    <a:pt x="1313" y="330"/>
                  </a:lnTo>
                  <a:lnTo>
                    <a:pt x="1301" y="327"/>
                  </a:lnTo>
                  <a:lnTo>
                    <a:pt x="1293" y="328"/>
                  </a:lnTo>
                  <a:lnTo>
                    <a:pt x="1288" y="333"/>
                  </a:lnTo>
                  <a:lnTo>
                    <a:pt x="1282" y="338"/>
                  </a:lnTo>
                  <a:lnTo>
                    <a:pt x="1274" y="340"/>
                  </a:lnTo>
                  <a:lnTo>
                    <a:pt x="1266" y="340"/>
                  </a:lnTo>
                  <a:lnTo>
                    <a:pt x="1257" y="339"/>
                  </a:lnTo>
                  <a:lnTo>
                    <a:pt x="1248" y="341"/>
                  </a:lnTo>
                  <a:lnTo>
                    <a:pt x="1238" y="343"/>
                  </a:lnTo>
                  <a:lnTo>
                    <a:pt x="1228" y="343"/>
                  </a:lnTo>
                  <a:lnTo>
                    <a:pt x="1219" y="339"/>
                  </a:lnTo>
                  <a:lnTo>
                    <a:pt x="1210" y="335"/>
                  </a:lnTo>
                  <a:lnTo>
                    <a:pt x="1200" y="333"/>
                  </a:lnTo>
                  <a:lnTo>
                    <a:pt x="1187" y="331"/>
                  </a:lnTo>
                  <a:lnTo>
                    <a:pt x="1177" y="327"/>
                  </a:lnTo>
                  <a:lnTo>
                    <a:pt x="1173" y="319"/>
                  </a:lnTo>
                  <a:lnTo>
                    <a:pt x="1175" y="308"/>
                  </a:lnTo>
                  <a:lnTo>
                    <a:pt x="1179" y="299"/>
                  </a:lnTo>
                  <a:lnTo>
                    <a:pt x="1176" y="293"/>
                  </a:lnTo>
                  <a:lnTo>
                    <a:pt x="1164" y="290"/>
                  </a:lnTo>
                  <a:lnTo>
                    <a:pt x="1148" y="287"/>
                  </a:lnTo>
                  <a:lnTo>
                    <a:pt x="1136" y="281"/>
                  </a:lnTo>
                  <a:lnTo>
                    <a:pt x="1130" y="274"/>
                  </a:lnTo>
                  <a:lnTo>
                    <a:pt x="1129" y="267"/>
                  </a:lnTo>
                  <a:lnTo>
                    <a:pt x="1129" y="260"/>
                  </a:lnTo>
                  <a:lnTo>
                    <a:pt x="1129" y="252"/>
                  </a:lnTo>
                  <a:lnTo>
                    <a:pt x="1133" y="246"/>
                  </a:lnTo>
                  <a:lnTo>
                    <a:pt x="1142" y="240"/>
                  </a:lnTo>
                  <a:lnTo>
                    <a:pt x="1153" y="236"/>
                  </a:lnTo>
                  <a:lnTo>
                    <a:pt x="1161" y="232"/>
                  </a:lnTo>
                  <a:lnTo>
                    <a:pt x="1164" y="225"/>
                  </a:lnTo>
                  <a:lnTo>
                    <a:pt x="1166" y="217"/>
                  </a:lnTo>
                  <a:lnTo>
                    <a:pt x="1172" y="211"/>
                  </a:lnTo>
                  <a:lnTo>
                    <a:pt x="1184" y="209"/>
                  </a:lnTo>
                  <a:lnTo>
                    <a:pt x="1197" y="210"/>
                  </a:lnTo>
                  <a:lnTo>
                    <a:pt x="1208" y="208"/>
                  </a:lnTo>
                  <a:lnTo>
                    <a:pt x="1215" y="201"/>
                  </a:lnTo>
                  <a:lnTo>
                    <a:pt x="1221" y="191"/>
                  </a:lnTo>
                  <a:lnTo>
                    <a:pt x="1231" y="183"/>
                  </a:lnTo>
                  <a:lnTo>
                    <a:pt x="1243" y="181"/>
                  </a:lnTo>
                  <a:lnTo>
                    <a:pt x="1256" y="184"/>
                  </a:lnTo>
                  <a:lnTo>
                    <a:pt x="1267" y="188"/>
                  </a:lnTo>
                  <a:lnTo>
                    <a:pt x="1278" y="192"/>
                  </a:lnTo>
                  <a:lnTo>
                    <a:pt x="1287" y="196"/>
                  </a:lnTo>
                  <a:lnTo>
                    <a:pt x="1295" y="201"/>
                  </a:lnTo>
                  <a:lnTo>
                    <a:pt x="1301" y="207"/>
                  </a:lnTo>
                  <a:lnTo>
                    <a:pt x="1307" y="211"/>
                  </a:lnTo>
                  <a:lnTo>
                    <a:pt x="1317" y="210"/>
                  </a:lnTo>
                  <a:lnTo>
                    <a:pt x="1331" y="208"/>
                  </a:lnTo>
                  <a:lnTo>
                    <a:pt x="1345" y="207"/>
                  </a:lnTo>
                  <a:lnTo>
                    <a:pt x="1353" y="211"/>
                  </a:lnTo>
                  <a:lnTo>
                    <a:pt x="1353" y="219"/>
                  </a:lnTo>
                  <a:lnTo>
                    <a:pt x="1351" y="228"/>
                  </a:lnTo>
                  <a:lnTo>
                    <a:pt x="1352" y="235"/>
                  </a:lnTo>
                  <a:lnTo>
                    <a:pt x="1359" y="240"/>
                  </a:lnTo>
                  <a:lnTo>
                    <a:pt x="1365" y="246"/>
                  </a:lnTo>
                  <a:lnTo>
                    <a:pt x="1367" y="253"/>
                  </a:lnTo>
                  <a:lnTo>
                    <a:pt x="1361" y="260"/>
                  </a:lnTo>
                  <a:close/>
                </a:path>
              </a:pathLst>
            </a:custGeom>
            <a:solidFill>
              <a:srgbClr val="86D1BC">
                <a:alpha val="12900"/>
              </a:srgbClr>
            </a:solidFill>
            <a:ln>
              <a:noFill/>
            </a:ln>
          </p:spPr>
          <p:txBody>
            <a:bodyPr anchor="ctr"/>
            <a:lstStyle/>
            <a:p>
              <a:pPr algn="ctr">
                <a:buNone/>
              </a:pPr>
            </a:p>
          </p:txBody>
        </p:sp>
        <p:sp>
          <p:nvSpPr>
            <p:cNvPr id="2916" name="addition:input:39"/>
            <p:cNvSpPr>
              <a:spLocks noGrp="1"/>
            </p:cNvSpPr>
            <p:nvPr/>
          </p:nvSpPr>
          <p:spPr>
            <a:xfrm>
              <a:off x="209550" y="5438775"/>
              <a:ext cx="2220346" cy="635462"/>
            </a:xfrm>
            <a:custGeom>
              <a:avLst/>
              <a:gdLst/>
              <a:ahLst/>
              <a:cxnLst/>
              <a:rect l="l" t="t" r="r" b="b"/>
              <a:pathLst>
                <a:path w="1349" h="339">
                  <a:moveTo>
                    <a:pt x="0" y="0"/>
                  </a:moveTo>
                  <a:moveTo>
                    <a:pt x="1349" y="272"/>
                  </a:moveTo>
                  <a:lnTo>
                    <a:pt x="1341" y="278"/>
                  </a:lnTo>
                  <a:lnTo>
                    <a:pt x="1329" y="283"/>
                  </a:lnTo>
                  <a:lnTo>
                    <a:pt x="1320" y="287"/>
                  </a:lnTo>
                  <a:lnTo>
                    <a:pt x="1318" y="292"/>
                  </a:lnTo>
                  <a:lnTo>
                    <a:pt x="1320" y="298"/>
                  </a:lnTo>
                  <a:lnTo>
                    <a:pt x="1322" y="305"/>
                  </a:lnTo>
                  <a:lnTo>
                    <a:pt x="1320" y="312"/>
                  </a:lnTo>
                  <a:lnTo>
                    <a:pt x="1317" y="318"/>
                  </a:lnTo>
                  <a:lnTo>
                    <a:pt x="1313" y="324"/>
                  </a:lnTo>
                  <a:lnTo>
                    <a:pt x="1309" y="330"/>
                  </a:lnTo>
                  <a:lnTo>
                    <a:pt x="1302" y="334"/>
                  </a:lnTo>
                  <a:lnTo>
                    <a:pt x="1292" y="334"/>
                  </a:lnTo>
                  <a:lnTo>
                    <a:pt x="1280" y="330"/>
                  </a:lnTo>
                  <a:lnTo>
                    <a:pt x="1271" y="326"/>
                  </a:lnTo>
                  <a:lnTo>
                    <a:pt x="1265" y="327"/>
                  </a:lnTo>
                  <a:lnTo>
                    <a:pt x="1260" y="332"/>
                  </a:lnTo>
                  <a:lnTo>
                    <a:pt x="1254" y="338"/>
                  </a:lnTo>
                  <a:lnTo>
                    <a:pt x="1247" y="339"/>
                  </a:lnTo>
                  <a:lnTo>
                    <a:pt x="1240" y="337"/>
                  </a:lnTo>
                  <a:lnTo>
                    <a:pt x="1233" y="333"/>
                  </a:lnTo>
                  <a:lnTo>
                    <a:pt x="1226" y="332"/>
                  </a:lnTo>
                  <a:lnTo>
                    <a:pt x="1217" y="333"/>
                  </a:lnTo>
                  <a:lnTo>
                    <a:pt x="1207" y="334"/>
                  </a:lnTo>
                  <a:lnTo>
                    <a:pt x="1198" y="332"/>
                  </a:lnTo>
                  <a:lnTo>
                    <a:pt x="1191" y="327"/>
                  </a:lnTo>
                  <a:lnTo>
                    <a:pt x="1186" y="322"/>
                  </a:lnTo>
                  <a:lnTo>
                    <a:pt x="1180" y="317"/>
                  </a:lnTo>
                  <a:lnTo>
                    <a:pt x="1175" y="312"/>
                  </a:lnTo>
                  <a:lnTo>
                    <a:pt x="1173" y="305"/>
                  </a:lnTo>
                  <a:lnTo>
                    <a:pt x="1175" y="298"/>
                  </a:lnTo>
                  <a:lnTo>
                    <a:pt x="1177" y="291"/>
                  </a:lnTo>
                  <a:lnTo>
                    <a:pt x="1174" y="286"/>
                  </a:lnTo>
                  <a:lnTo>
                    <a:pt x="1163" y="283"/>
                  </a:lnTo>
                  <a:lnTo>
                    <a:pt x="1148" y="278"/>
                  </a:lnTo>
                  <a:lnTo>
                    <a:pt x="1137" y="272"/>
                  </a:lnTo>
                  <a:lnTo>
                    <a:pt x="1136" y="265"/>
                  </a:lnTo>
                  <a:lnTo>
                    <a:pt x="1141" y="259"/>
                  </a:lnTo>
                  <a:lnTo>
                    <a:pt x="1148" y="254"/>
                  </a:lnTo>
                  <a:lnTo>
                    <a:pt x="1151" y="249"/>
                  </a:lnTo>
                  <a:lnTo>
                    <a:pt x="1153" y="243"/>
                  </a:lnTo>
                  <a:lnTo>
                    <a:pt x="1157" y="238"/>
                  </a:lnTo>
                  <a:lnTo>
                    <a:pt x="1165" y="234"/>
                  </a:lnTo>
                  <a:lnTo>
                    <a:pt x="1173" y="231"/>
                  </a:lnTo>
                  <a:lnTo>
                    <a:pt x="1179" y="228"/>
                  </a:lnTo>
                  <a:lnTo>
                    <a:pt x="1184" y="223"/>
                  </a:lnTo>
                  <a:lnTo>
                    <a:pt x="1191" y="218"/>
                  </a:lnTo>
                  <a:lnTo>
                    <a:pt x="1199" y="216"/>
                  </a:lnTo>
                  <a:lnTo>
                    <a:pt x="1209" y="216"/>
                  </a:lnTo>
                  <a:lnTo>
                    <a:pt x="1218" y="214"/>
                  </a:lnTo>
                  <a:lnTo>
                    <a:pt x="1226" y="209"/>
                  </a:lnTo>
                  <a:lnTo>
                    <a:pt x="1234" y="201"/>
                  </a:lnTo>
                  <a:lnTo>
                    <a:pt x="1245" y="195"/>
                  </a:lnTo>
                  <a:lnTo>
                    <a:pt x="1256" y="194"/>
                  </a:lnTo>
                  <a:lnTo>
                    <a:pt x="1266" y="201"/>
                  </a:lnTo>
                  <a:lnTo>
                    <a:pt x="1274" y="210"/>
                  </a:lnTo>
                  <a:lnTo>
                    <a:pt x="1281" y="216"/>
                  </a:lnTo>
                  <a:lnTo>
                    <a:pt x="1288" y="219"/>
                  </a:lnTo>
                  <a:lnTo>
                    <a:pt x="1296" y="220"/>
                  </a:lnTo>
                  <a:lnTo>
                    <a:pt x="1304" y="222"/>
                  </a:lnTo>
                  <a:lnTo>
                    <a:pt x="1311" y="224"/>
                  </a:lnTo>
                  <a:lnTo>
                    <a:pt x="1318" y="227"/>
                  </a:lnTo>
                  <a:lnTo>
                    <a:pt x="1328" y="228"/>
                  </a:lnTo>
                  <a:lnTo>
                    <a:pt x="1338" y="230"/>
                  </a:lnTo>
                  <a:lnTo>
                    <a:pt x="1344" y="235"/>
                  </a:lnTo>
                  <a:lnTo>
                    <a:pt x="1344" y="242"/>
                  </a:lnTo>
                  <a:lnTo>
                    <a:pt x="1340" y="249"/>
                  </a:lnTo>
                  <a:lnTo>
                    <a:pt x="1339" y="255"/>
                  </a:lnTo>
                  <a:lnTo>
                    <a:pt x="1343" y="260"/>
                  </a:lnTo>
                  <a:lnTo>
                    <a:pt x="1348" y="266"/>
                  </a:lnTo>
                  <a:close/>
                </a:path>
              </a:pathLst>
            </a:custGeom>
            <a:solidFill>
              <a:srgbClr val="56BFA2">
                <a:alpha val="10500"/>
              </a:srgbClr>
            </a:solidFill>
            <a:ln>
              <a:noFill/>
            </a:ln>
          </p:spPr>
          <p:txBody>
            <a:bodyPr anchor="ctr"/>
            <a:lstStyle/>
            <a:p>
              <a:pPr algn="ctr">
                <a:buNone/>
              </a:pPr>
            </a:p>
          </p:txBody>
        </p:sp>
        <p:sp>
          <p:nvSpPr>
            <p:cNvPr id="2917" name="addition:input:40"/>
            <p:cNvSpPr>
              <a:spLocks noGrp="1"/>
            </p:cNvSpPr>
            <p:nvPr/>
          </p:nvSpPr>
          <p:spPr>
            <a:xfrm>
              <a:off x="209550" y="5438775"/>
              <a:ext cx="2055754" cy="524866"/>
            </a:xfrm>
            <a:custGeom>
              <a:avLst/>
              <a:gdLst/>
              <a:ahLst/>
              <a:cxnLst/>
              <a:rect l="l" t="t" r="r" b="b"/>
              <a:pathLst>
                <a:path w="1249" h="280">
                  <a:moveTo>
                    <a:pt x="0" y="0"/>
                  </a:moveTo>
                  <a:moveTo>
                    <a:pt x="1243" y="251"/>
                  </a:moveTo>
                  <a:lnTo>
                    <a:pt x="1246" y="253"/>
                  </a:lnTo>
                  <a:lnTo>
                    <a:pt x="1248" y="256"/>
                  </a:lnTo>
                  <a:lnTo>
                    <a:pt x="1249" y="259"/>
                  </a:lnTo>
                  <a:lnTo>
                    <a:pt x="1249" y="261"/>
                  </a:lnTo>
                  <a:lnTo>
                    <a:pt x="1249" y="264"/>
                  </a:lnTo>
                  <a:lnTo>
                    <a:pt x="1248" y="267"/>
                  </a:lnTo>
                  <a:lnTo>
                    <a:pt x="1247" y="269"/>
                  </a:lnTo>
                  <a:lnTo>
                    <a:pt x="1243" y="270"/>
                  </a:lnTo>
                  <a:lnTo>
                    <a:pt x="1238" y="270"/>
                  </a:lnTo>
                  <a:lnTo>
                    <a:pt x="1232" y="269"/>
                  </a:lnTo>
                  <a:lnTo>
                    <a:pt x="1229" y="269"/>
                  </a:lnTo>
                  <a:lnTo>
                    <a:pt x="1228" y="272"/>
                  </a:lnTo>
                  <a:lnTo>
                    <a:pt x="1227" y="276"/>
                  </a:lnTo>
                  <a:lnTo>
                    <a:pt x="1224" y="279"/>
                  </a:lnTo>
                  <a:lnTo>
                    <a:pt x="1220" y="280"/>
                  </a:lnTo>
                  <a:lnTo>
                    <a:pt x="1216" y="279"/>
                  </a:lnTo>
                  <a:lnTo>
                    <a:pt x="1212" y="279"/>
                  </a:lnTo>
                  <a:lnTo>
                    <a:pt x="1208" y="280"/>
                  </a:lnTo>
                  <a:lnTo>
                    <a:pt x="1203" y="280"/>
                  </a:lnTo>
                  <a:lnTo>
                    <a:pt x="1199" y="279"/>
                  </a:lnTo>
                  <a:lnTo>
                    <a:pt x="1195" y="278"/>
                  </a:lnTo>
                  <a:lnTo>
                    <a:pt x="1192" y="276"/>
                  </a:lnTo>
                  <a:lnTo>
                    <a:pt x="1188" y="275"/>
                  </a:lnTo>
                  <a:lnTo>
                    <a:pt x="1184" y="274"/>
                  </a:lnTo>
                  <a:lnTo>
                    <a:pt x="1181" y="272"/>
                  </a:lnTo>
                  <a:lnTo>
                    <a:pt x="1180" y="270"/>
                  </a:lnTo>
                  <a:lnTo>
                    <a:pt x="1179" y="267"/>
                  </a:lnTo>
                  <a:lnTo>
                    <a:pt x="1178" y="265"/>
                  </a:lnTo>
                  <a:lnTo>
                    <a:pt x="1174" y="264"/>
                  </a:lnTo>
                  <a:lnTo>
                    <a:pt x="1168" y="263"/>
                  </a:lnTo>
                  <a:lnTo>
                    <a:pt x="1162" y="262"/>
                  </a:lnTo>
                  <a:lnTo>
                    <a:pt x="1160" y="260"/>
                  </a:lnTo>
                  <a:lnTo>
                    <a:pt x="1162" y="257"/>
                  </a:lnTo>
                  <a:lnTo>
                    <a:pt x="1165" y="254"/>
                  </a:lnTo>
                  <a:lnTo>
                    <a:pt x="1167" y="251"/>
                  </a:lnTo>
                  <a:lnTo>
                    <a:pt x="1169" y="249"/>
                  </a:lnTo>
                  <a:lnTo>
                    <a:pt x="1171" y="246"/>
                  </a:lnTo>
                  <a:lnTo>
                    <a:pt x="1173" y="244"/>
                  </a:lnTo>
                  <a:lnTo>
                    <a:pt x="1176" y="242"/>
                  </a:lnTo>
                  <a:lnTo>
                    <a:pt x="1177" y="240"/>
                  </a:lnTo>
                  <a:lnTo>
                    <a:pt x="1177" y="237"/>
                  </a:lnTo>
                  <a:lnTo>
                    <a:pt x="1177" y="234"/>
                  </a:lnTo>
                  <a:lnTo>
                    <a:pt x="1179" y="232"/>
                  </a:lnTo>
                  <a:lnTo>
                    <a:pt x="1183" y="231"/>
                  </a:lnTo>
                  <a:lnTo>
                    <a:pt x="1187" y="230"/>
                  </a:lnTo>
                  <a:lnTo>
                    <a:pt x="1190" y="229"/>
                  </a:lnTo>
                  <a:lnTo>
                    <a:pt x="1192" y="226"/>
                  </a:lnTo>
                  <a:lnTo>
                    <a:pt x="1194" y="223"/>
                  </a:lnTo>
                  <a:lnTo>
                    <a:pt x="1197" y="221"/>
                  </a:lnTo>
                  <a:lnTo>
                    <a:pt x="1201" y="222"/>
                  </a:lnTo>
                  <a:lnTo>
                    <a:pt x="1205" y="225"/>
                  </a:lnTo>
                  <a:lnTo>
                    <a:pt x="1209" y="227"/>
                  </a:lnTo>
                  <a:lnTo>
                    <a:pt x="1211" y="227"/>
                  </a:lnTo>
                  <a:lnTo>
                    <a:pt x="1214" y="227"/>
                  </a:lnTo>
                  <a:lnTo>
                    <a:pt x="1217" y="226"/>
                  </a:lnTo>
                  <a:lnTo>
                    <a:pt x="1220" y="226"/>
                  </a:lnTo>
                  <a:lnTo>
                    <a:pt x="1223" y="226"/>
                  </a:lnTo>
                  <a:lnTo>
                    <a:pt x="1227" y="225"/>
                  </a:lnTo>
                  <a:lnTo>
                    <a:pt x="1231" y="225"/>
                  </a:lnTo>
                  <a:lnTo>
                    <a:pt x="1235" y="226"/>
                  </a:lnTo>
                  <a:lnTo>
                    <a:pt x="1236" y="229"/>
                  </a:lnTo>
                  <a:lnTo>
                    <a:pt x="1236" y="233"/>
                  </a:lnTo>
                  <a:lnTo>
                    <a:pt x="1235" y="236"/>
                  </a:lnTo>
                  <a:lnTo>
                    <a:pt x="1237" y="238"/>
                  </a:lnTo>
                  <a:lnTo>
                    <a:pt x="1240" y="239"/>
                  </a:lnTo>
                  <a:lnTo>
                    <a:pt x="1243" y="241"/>
                  </a:lnTo>
                  <a:lnTo>
                    <a:pt x="1245" y="244"/>
                  </a:lnTo>
                  <a:lnTo>
                    <a:pt x="1243" y="246"/>
                  </a:lnTo>
                  <a:lnTo>
                    <a:pt x="1242" y="249"/>
                  </a:lnTo>
                  <a:close/>
                </a:path>
              </a:pathLst>
            </a:custGeom>
            <a:solidFill>
              <a:srgbClr val="86D1BC">
                <a:alpha val="9600"/>
              </a:srgbClr>
            </a:solidFill>
            <a:ln>
              <a:noFill/>
            </a:ln>
          </p:spPr>
          <p:txBody>
            <a:bodyPr anchor="ctr"/>
            <a:lstStyle/>
            <a:p>
              <a:pPr algn="ctr">
                <a:buNone/>
              </a:pPr>
            </a:p>
          </p:txBody>
        </p:sp>
        <p:sp>
          <p:nvSpPr>
            <p:cNvPr id="2918" name="addition:input:41"/>
            <p:cNvSpPr>
              <a:spLocks noGrp="1"/>
            </p:cNvSpPr>
            <p:nvPr/>
          </p:nvSpPr>
          <p:spPr>
            <a:xfrm>
              <a:off x="209550" y="5438775"/>
              <a:ext cx="2115007" cy="483626"/>
            </a:xfrm>
            <a:custGeom>
              <a:avLst/>
              <a:gdLst/>
              <a:ahLst/>
              <a:cxnLst/>
              <a:rect l="l" t="t" r="r" b="b"/>
              <a:pathLst>
                <a:path w="1285" h="258">
                  <a:moveTo>
                    <a:pt x="0" y="0"/>
                  </a:moveTo>
                  <a:moveTo>
                    <a:pt x="1280" y="229"/>
                  </a:moveTo>
                  <a:lnTo>
                    <a:pt x="1281" y="231"/>
                  </a:lnTo>
                  <a:lnTo>
                    <a:pt x="1283" y="234"/>
                  </a:lnTo>
                  <a:lnTo>
                    <a:pt x="1285" y="237"/>
                  </a:lnTo>
                  <a:lnTo>
                    <a:pt x="1284" y="240"/>
                  </a:lnTo>
                  <a:lnTo>
                    <a:pt x="1280" y="241"/>
                  </a:lnTo>
                  <a:lnTo>
                    <a:pt x="1274" y="242"/>
                  </a:lnTo>
                  <a:lnTo>
                    <a:pt x="1269" y="242"/>
                  </a:lnTo>
                  <a:lnTo>
                    <a:pt x="1266" y="243"/>
                  </a:lnTo>
                  <a:lnTo>
                    <a:pt x="1265" y="246"/>
                  </a:lnTo>
                  <a:lnTo>
                    <a:pt x="1264" y="249"/>
                  </a:lnTo>
                  <a:lnTo>
                    <a:pt x="1262" y="251"/>
                  </a:lnTo>
                  <a:lnTo>
                    <a:pt x="1259" y="253"/>
                  </a:lnTo>
                  <a:lnTo>
                    <a:pt x="1256" y="255"/>
                  </a:lnTo>
                  <a:lnTo>
                    <a:pt x="1253" y="257"/>
                  </a:lnTo>
                  <a:lnTo>
                    <a:pt x="1249" y="258"/>
                  </a:lnTo>
                  <a:lnTo>
                    <a:pt x="1244" y="258"/>
                  </a:lnTo>
                  <a:lnTo>
                    <a:pt x="1240" y="256"/>
                  </a:lnTo>
                  <a:lnTo>
                    <a:pt x="1236" y="254"/>
                  </a:lnTo>
                  <a:lnTo>
                    <a:pt x="1233" y="253"/>
                  </a:lnTo>
                  <a:lnTo>
                    <a:pt x="1229" y="254"/>
                  </a:lnTo>
                  <a:lnTo>
                    <a:pt x="1226" y="255"/>
                  </a:lnTo>
                  <a:lnTo>
                    <a:pt x="1222" y="254"/>
                  </a:lnTo>
                  <a:lnTo>
                    <a:pt x="1221" y="251"/>
                  </a:lnTo>
                  <a:lnTo>
                    <a:pt x="1220" y="249"/>
                  </a:lnTo>
                  <a:lnTo>
                    <a:pt x="1218" y="247"/>
                  </a:lnTo>
                  <a:lnTo>
                    <a:pt x="1214" y="247"/>
                  </a:lnTo>
                  <a:lnTo>
                    <a:pt x="1210" y="247"/>
                  </a:lnTo>
                  <a:lnTo>
                    <a:pt x="1206" y="246"/>
                  </a:lnTo>
                  <a:lnTo>
                    <a:pt x="1204" y="244"/>
                  </a:lnTo>
                  <a:lnTo>
                    <a:pt x="1203" y="242"/>
                  </a:lnTo>
                  <a:lnTo>
                    <a:pt x="1203" y="239"/>
                  </a:lnTo>
                  <a:lnTo>
                    <a:pt x="1203" y="236"/>
                  </a:lnTo>
                  <a:lnTo>
                    <a:pt x="1204" y="234"/>
                  </a:lnTo>
                  <a:lnTo>
                    <a:pt x="1207" y="231"/>
                  </a:lnTo>
                  <a:lnTo>
                    <a:pt x="1211" y="229"/>
                  </a:lnTo>
                  <a:lnTo>
                    <a:pt x="1212" y="227"/>
                  </a:lnTo>
                  <a:lnTo>
                    <a:pt x="1211" y="225"/>
                  </a:lnTo>
                  <a:lnTo>
                    <a:pt x="1208" y="222"/>
                  </a:lnTo>
                  <a:lnTo>
                    <a:pt x="1206" y="219"/>
                  </a:lnTo>
                  <a:lnTo>
                    <a:pt x="1207" y="216"/>
                  </a:lnTo>
                  <a:lnTo>
                    <a:pt x="1210" y="215"/>
                  </a:lnTo>
                  <a:lnTo>
                    <a:pt x="1213" y="213"/>
                  </a:lnTo>
                  <a:lnTo>
                    <a:pt x="1214" y="211"/>
                  </a:lnTo>
                  <a:lnTo>
                    <a:pt x="1215" y="209"/>
                  </a:lnTo>
                  <a:lnTo>
                    <a:pt x="1216" y="206"/>
                  </a:lnTo>
                  <a:lnTo>
                    <a:pt x="1219" y="205"/>
                  </a:lnTo>
                  <a:lnTo>
                    <a:pt x="1223" y="205"/>
                  </a:lnTo>
                  <a:lnTo>
                    <a:pt x="1226" y="205"/>
                  </a:lnTo>
                  <a:lnTo>
                    <a:pt x="1229" y="205"/>
                  </a:lnTo>
                  <a:lnTo>
                    <a:pt x="1231" y="204"/>
                  </a:lnTo>
                  <a:lnTo>
                    <a:pt x="1234" y="204"/>
                  </a:lnTo>
                  <a:lnTo>
                    <a:pt x="1237" y="205"/>
                  </a:lnTo>
                  <a:lnTo>
                    <a:pt x="1240" y="206"/>
                  </a:lnTo>
                  <a:lnTo>
                    <a:pt x="1243" y="204"/>
                  </a:lnTo>
                  <a:lnTo>
                    <a:pt x="1246" y="201"/>
                  </a:lnTo>
                  <a:lnTo>
                    <a:pt x="1251" y="199"/>
                  </a:lnTo>
                  <a:lnTo>
                    <a:pt x="1255" y="199"/>
                  </a:lnTo>
                  <a:lnTo>
                    <a:pt x="1258" y="202"/>
                  </a:lnTo>
                  <a:lnTo>
                    <a:pt x="1259" y="206"/>
                  </a:lnTo>
                  <a:lnTo>
                    <a:pt x="1260" y="209"/>
                  </a:lnTo>
                  <a:lnTo>
                    <a:pt x="1263" y="211"/>
                  </a:lnTo>
                  <a:lnTo>
                    <a:pt x="1266" y="212"/>
                  </a:lnTo>
                  <a:lnTo>
                    <a:pt x="1269" y="214"/>
                  </a:lnTo>
                  <a:lnTo>
                    <a:pt x="1271" y="216"/>
                  </a:lnTo>
                  <a:lnTo>
                    <a:pt x="1272" y="218"/>
                  </a:lnTo>
                  <a:lnTo>
                    <a:pt x="1275" y="220"/>
                  </a:lnTo>
                  <a:lnTo>
                    <a:pt x="1278" y="222"/>
                  </a:lnTo>
                  <a:lnTo>
                    <a:pt x="1280" y="224"/>
                  </a:lnTo>
                  <a:lnTo>
                    <a:pt x="1281" y="226"/>
                  </a:lnTo>
                  <a:close/>
                </a:path>
              </a:pathLst>
            </a:custGeom>
            <a:solidFill>
              <a:srgbClr val="86D1BC">
                <a:alpha val="9600"/>
              </a:srgbClr>
            </a:solidFill>
            <a:ln>
              <a:noFill/>
            </a:ln>
          </p:spPr>
          <p:txBody>
            <a:bodyPr anchor="ctr"/>
            <a:lstStyle/>
            <a:p>
              <a:pPr algn="ctr">
                <a:buNone/>
              </a:pPr>
            </a:p>
          </p:txBody>
        </p:sp>
        <p:sp>
          <p:nvSpPr>
            <p:cNvPr id="2919" name="addition:input:42"/>
            <p:cNvSpPr>
              <a:spLocks noGrp="1"/>
            </p:cNvSpPr>
            <p:nvPr/>
          </p:nvSpPr>
          <p:spPr>
            <a:xfrm>
              <a:off x="209550" y="5438775"/>
              <a:ext cx="2179198" cy="498622"/>
            </a:xfrm>
            <a:custGeom>
              <a:avLst/>
              <a:gdLst/>
              <a:ahLst/>
              <a:cxnLst/>
              <a:rect l="l" t="t" r="r" b="b"/>
              <a:pathLst>
                <a:path w="1324" h="266">
                  <a:moveTo>
                    <a:pt x="0" y="0"/>
                  </a:moveTo>
                  <a:moveTo>
                    <a:pt x="1315" y="235"/>
                  </a:moveTo>
                  <a:lnTo>
                    <a:pt x="1319" y="238"/>
                  </a:lnTo>
                  <a:lnTo>
                    <a:pt x="1323" y="241"/>
                  </a:lnTo>
                  <a:lnTo>
                    <a:pt x="1324" y="244"/>
                  </a:lnTo>
                  <a:lnTo>
                    <a:pt x="1322" y="246"/>
                  </a:lnTo>
                  <a:lnTo>
                    <a:pt x="1320" y="248"/>
                  </a:lnTo>
                  <a:lnTo>
                    <a:pt x="1317" y="250"/>
                  </a:lnTo>
                  <a:lnTo>
                    <a:pt x="1314" y="252"/>
                  </a:lnTo>
                  <a:lnTo>
                    <a:pt x="1310" y="253"/>
                  </a:lnTo>
                  <a:lnTo>
                    <a:pt x="1306" y="253"/>
                  </a:lnTo>
                  <a:lnTo>
                    <a:pt x="1303" y="254"/>
                  </a:lnTo>
                  <a:lnTo>
                    <a:pt x="1301" y="256"/>
                  </a:lnTo>
                  <a:lnTo>
                    <a:pt x="1300" y="260"/>
                  </a:lnTo>
                  <a:lnTo>
                    <a:pt x="1298" y="263"/>
                  </a:lnTo>
                  <a:lnTo>
                    <a:pt x="1294" y="265"/>
                  </a:lnTo>
                  <a:lnTo>
                    <a:pt x="1290" y="265"/>
                  </a:lnTo>
                  <a:lnTo>
                    <a:pt x="1285" y="264"/>
                  </a:lnTo>
                  <a:lnTo>
                    <a:pt x="1281" y="263"/>
                  </a:lnTo>
                  <a:lnTo>
                    <a:pt x="1277" y="265"/>
                  </a:lnTo>
                  <a:lnTo>
                    <a:pt x="1273" y="266"/>
                  </a:lnTo>
                  <a:lnTo>
                    <a:pt x="1269" y="266"/>
                  </a:lnTo>
                  <a:lnTo>
                    <a:pt x="1265" y="264"/>
                  </a:lnTo>
                  <a:lnTo>
                    <a:pt x="1262" y="261"/>
                  </a:lnTo>
                  <a:lnTo>
                    <a:pt x="1260" y="259"/>
                  </a:lnTo>
                  <a:lnTo>
                    <a:pt x="1257" y="257"/>
                  </a:lnTo>
                  <a:lnTo>
                    <a:pt x="1254" y="256"/>
                  </a:lnTo>
                  <a:lnTo>
                    <a:pt x="1252" y="254"/>
                  </a:lnTo>
                  <a:lnTo>
                    <a:pt x="1250" y="252"/>
                  </a:lnTo>
                  <a:lnTo>
                    <a:pt x="1247" y="251"/>
                  </a:lnTo>
                  <a:lnTo>
                    <a:pt x="1242" y="250"/>
                  </a:lnTo>
                  <a:lnTo>
                    <a:pt x="1237" y="249"/>
                  </a:lnTo>
                  <a:lnTo>
                    <a:pt x="1234" y="247"/>
                  </a:lnTo>
                  <a:lnTo>
                    <a:pt x="1235" y="244"/>
                  </a:lnTo>
                  <a:lnTo>
                    <a:pt x="1239" y="240"/>
                  </a:lnTo>
                  <a:lnTo>
                    <a:pt x="1243" y="237"/>
                  </a:lnTo>
                  <a:lnTo>
                    <a:pt x="1244" y="235"/>
                  </a:lnTo>
                  <a:lnTo>
                    <a:pt x="1244" y="233"/>
                  </a:lnTo>
                  <a:lnTo>
                    <a:pt x="1244" y="230"/>
                  </a:lnTo>
                  <a:lnTo>
                    <a:pt x="1245" y="227"/>
                  </a:lnTo>
                  <a:lnTo>
                    <a:pt x="1247" y="225"/>
                  </a:lnTo>
                  <a:lnTo>
                    <a:pt x="1249" y="223"/>
                  </a:lnTo>
                  <a:lnTo>
                    <a:pt x="1250" y="220"/>
                  </a:lnTo>
                  <a:lnTo>
                    <a:pt x="1250" y="218"/>
                  </a:lnTo>
                  <a:lnTo>
                    <a:pt x="1252" y="215"/>
                  </a:lnTo>
                  <a:lnTo>
                    <a:pt x="1255" y="214"/>
                  </a:lnTo>
                  <a:lnTo>
                    <a:pt x="1258" y="212"/>
                  </a:lnTo>
                  <a:lnTo>
                    <a:pt x="1260" y="210"/>
                  </a:lnTo>
                  <a:lnTo>
                    <a:pt x="1262" y="207"/>
                  </a:lnTo>
                  <a:lnTo>
                    <a:pt x="1264" y="205"/>
                  </a:lnTo>
                  <a:lnTo>
                    <a:pt x="1268" y="205"/>
                  </a:lnTo>
                  <a:lnTo>
                    <a:pt x="1272" y="207"/>
                  </a:lnTo>
                  <a:lnTo>
                    <a:pt x="1276" y="210"/>
                  </a:lnTo>
                  <a:lnTo>
                    <a:pt x="1278" y="212"/>
                  </a:lnTo>
                  <a:lnTo>
                    <a:pt x="1280" y="210"/>
                  </a:lnTo>
                  <a:lnTo>
                    <a:pt x="1283" y="208"/>
                  </a:lnTo>
                  <a:lnTo>
                    <a:pt x="1287" y="206"/>
                  </a:lnTo>
                  <a:lnTo>
                    <a:pt x="1290" y="206"/>
                  </a:lnTo>
                  <a:lnTo>
                    <a:pt x="1293" y="207"/>
                  </a:lnTo>
                  <a:lnTo>
                    <a:pt x="1297" y="207"/>
                  </a:lnTo>
                  <a:lnTo>
                    <a:pt x="1300" y="208"/>
                  </a:lnTo>
                  <a:lnTo>
                    <a:pt x="1303" y="210"/>
                  </a:lnTo>
                  <a:lnTo>
                    <a:pt x="1304" y="213"/>
                  </a:lnTo>
                  <a:lnTo>
                    <a:pt x="1305" y="217"/>
                  </a:lnTo>
                  <a:lnTo>
                    <a:pt x="1306" y="219"/>
                  </a:lnTo>
                  <a:lnTo>
                    <a:pt x="1308" y="221"/>
                  </a:lnTo>
                  <a:lnTo>
                    <a:pt x="1312" y="222"/>
                  </a:lnTo>
                  <a:lnTo>
                    <a:pt x="1315" y="225"/>
                  </a:lnTo>
                  <a:lnTo>
                    <a:pt x="1315" y="227"/>
                  </a:lnTo>
                  <a:lnTo>
                    <a:pt x="1313" y="230"/>
                  </a:lnTo>
                  <a:lnTo>
                    <a:pt x="1312" y="233"/>
                  </a:lnTo>
                  <a:close/>
                </a:path>
              </a:pathLst>
            </a:custGeom>
            <a:solidFill>
              <a:srgbClr val="86D1BC">
                <a:alpha val="9600"/>
              </a:srgbClr>
            </a:solidFill>
            <a:ln>
              <a:noFill/>
            </a:ln>
          </p:spPr>
          <p:txBody>
            <a:bodyPr anchor="ctr"/>
            <a:lstStyle/>
            <a:p>
              <a:pPr algn="ctr">
                <a:buNone/>
              </a:pPr>
            </a:p>
          </p:txBody>
        </p:sp>
        <p:sp>
          <p:nvSpPr>
            <p:cNvPr id="2920" name="addition:input:43"/>
            <p:cNvSpPr>
              <a:spLocks noGrp="1"/>
            </p:cNvSpPr>
            <p:nvPr/>
          </p:nvSpPr>
          <p:spPr>
            <a:xfrm>
              <a:off x="209550" y="5438775"/>
              <a:ext cx="2235159" cy="547360"/>
            </a:xfrm>
            <a:custGeom>
              <a:avLst/>
              <a:gdLst/>
              <a:ahLst/>
              <a:cxnLst/>
              <a:rect l="l" t="t" r="r" b="b"/>
              <a:pathLst>
                <a:path w="1358" h="292">
                  <a:moveTo>
                    <a:pt x="0" y="0"/>
                  </a:moveTo>
                  <a:moveTo>
                    <a:pt x="1358" y="259"/>
                  </a:moveTo>
                  <a:lnTo>
                    <a:pt x="1357" y="262"/>
                  </a:lnTo>
                  <a:lnTo>
                    <a:pt x="1356" y="265"/>
                  </a:lnTo>
                  <a:lnTo>
                    <a:pt x="1356" y="268"/>
                  </a:lnTo>
                  <a:lnTo>
                    <a:pt x="1355" y="271"/>
                  </a:lnTo>
                  <a:lnTo>
                    <a:pt x="1352" y="274"/>
                  </a:lnTo>
                  <a:lnTo>
                    <a:pt x="1346" y="275"/>
                  </a:lnTo>
                  <a:lnTo>
                    <a:pt x="1340" y="275"/>
                  </a:lnTo>
                  <a:lnTo>
                    <a:pt x="1336" y="276"/>
                  </a:lnTo>
                  <a:lnTo>
                    <a:pt x="1335" y="279"/>
                  </a:lnTo>
                  <a:lnTo>
                    <a:pt x="1335" y="283"/>
                  </a:lnTo>
                  <a:lnTo>
                    <a:pt x="1334" y="288"/>
                  </a:lnTo>
                  <a:lnTo>
                    <a:pt x="1331" y="290"/>
                  </a:lnTo>
                  <a:lnTo>
                    <a:pt x="1326" y="291"/>
                  </a:lnTo>
                  <a:lnTo>
                    <a:pt x="1321" y="291"/>
                  </a:lnTo>
                  <a:lnTo>
                    <a:pt x="1317" y="291"/>
                  </a:lnTo>
                  <a:lnTo>
                    <a:pt x="1312" y="292"/>
                  </a:lnTo>
                  <a:lnTo>
                    <a:pt x="1308" y="292"/>
                  </a:lnTo>
                  <a:lnTo>
                    <a:pt x="1304" y="290"/>
                  </a:lnTo>
                  <a:lnTo>
                    <a:pt x="1301" y="288"/>
                  </a:lnTo>
                  <a:lnTo>
                    <a:pt x="1297" y="288"/>
                  </a:lnTo>
                  <a:lnTo>
                    <a:pt x="1294" y="288"/>
                  </a:lnTo>
                  <a:lnTo>
                    <a:pt x="1290" y="288"/>
                  </a:lnTo>
                  <a:lnTo>
                    <a:pt x="1287" y="287"/>
                  </a:lnTo>
                  <a:lnTo>
                    <a:pt x="1286" y="284"/>
                  </a:lnTo>
                  <a:lnTo>
                    <a:pt x="1284" y="281"/>
                  </a:lnTo>
                  <a:lnTo>
                    <a:pt x="1281" y="280"/>
                  </a:lnTo>
                  <a:lnTo>
                    <a:pt x="1276" y="281"/>
                  </a:lnTo>
                  <a:lnTo>
                    <a:pt x="1270" y="280"/>
                  </a:lnTo>
                  <a:lnTo>
                    <a:pt x="1267" y="278"/>
                  </a:lnTo>
                  <a:lnTo>
                    <a:pt x="1267" y="275"/>
                  </a:lnTo>
                  <a:lnTo>
                    <a:pt x="1270" y="271"/>
                  </a:lnTo>
                  <a:lnTo>
                    <a:pt x="1272" y="267"/>
                  </a:lnTo>
                  <a:lnTo>
                    <a:pt x="1273" y="265"/>
                  </a:lnTo>
                  <a:lnTo>
                    <a:pt x="1274" y="262"/>
                  </a:lnTo>
                  <a:lnTo>
                    <a:pt x="1275" y="259"/>
                  </a:lnTo>
                  <a:lnTo>
                    <a:pt x="1276" y="257"/>
                  </a:lnTo>
                  <a:lnTo>
                    <a:pt x="1275" y="254"/>
                  </a:lnTo>
                  <a:lnTo>
                    <a:pt x="1273" y="251"/>
                  </a:lnTo>
                  <a:lnTo>
                    <a:pt x="1270" y="248"/>
                  </a:lnTo>
                  <a:lnTo>
                    <a:pt x="1270" y="244"/>
                  </a:lnTo>
                  <a:lnTo>
                    <a:pt x="1272" y="242"/>
                  </a:lnTo>
                  <a:lnTo>
                    <a:pt x="1277" y="241"/>
                  </a:lnTo>
                  <a:lnTo>
                    <a:pt x="1280" y="239"/>
                  </a:lnTo>
                  <a:lnTo>
                    <a:pt x="1281" y="237"/>
                  </a:lnTo>
                  <a:lnTo>
                    <a:pt x="1282" y="233"/>
                  </a:lnTo>
                  <a:lnTo>
                    <a:pt x="1284" y="231"/>
                  </a:lnTo>
                  <a:lnTo>
                    <a:pt x="1287" y="230"/>
                  </a:lnTo>
                  <a:lnTo>
                    <a:pt x="1292" y="232"/>
                  </a:lnTo>
                  <a:lnTo>
                    <a:pt x="1296" y="233"/>
                  </a:lnTo>
                  <a:lnTo>
                    <a:pt x="1299" y="233"/>
                  </a:lnTo>
                  <a:lnTo>
                    <a:pt x="1301" y="231"/>
                  </a:lnTo>
                  <a:lnTo>
                    <a:pt x="1304" y="230"/>
                  </a:lnTo>
                  <a:lnTo>
                    <a:pt x="1308" y="229"/>
                  </a:lnTo>
                  <a:lnTo>
                    <a:pt x="1312" y="228"/>
                  </a:lnTo>
                  <a:lnTo>
                    <a:pt x="1316" y="227"/>
                  </a:lnTo>
                  <a:lnTo>
                    <a:pt x="1321" y="225"/>
                  </a:lnTo>
                  <a:lnTo>
                    <a:pt x="1326" y="225"/>
                  </a:lnTo>
                  <a:lnTo>
                    <a:pt x="1329" y="228"/>
                  </a:lnTo>
                  <a:lnTo>
                    <a:pt x="1331" y="233"/>
                  </a:lnTo>
                  <a:lnTo>
                    <a:pt x="1331" y="237"/>
                  </a:lnTo>
                  <a:lnTo>
                    <a:pt x="1333" y="240"/>
                  </a:lnTo>
                  <a:lnTo>
                    <a:pt x="1337" y="241"/>
                  </a:lnTo>
                  <a:lnTo>
                    <a:pt x="1343" y="241"/>
                  </a:lnTo>
                  <a:lnTo>
                    <a:pt x="1346" y="243"/>
                  </a:lnTo>
                  <a:lnTo>
                    <a:pt x="1348" y="246"/>
                  </a:lnTo>
                  <a:lnTo>
                    <a:pt x="1349" y="249"/>
                  </a:lnTo>
                  <a:lnTo>
                    <a:pt x="1350" y="251"/>
                  </a:lnTo>
                  <a:lnTo>
                    <a:pt x="1353" y="254"/>
                  </a:lnTo>
                  <a:lnTo>
                    <a:pt x="1356" y="256"/>
                  </a:lnTo>
                  <a:close/>
                </a:path>
              </a:pathLst>
            </a:custGeom>
            <a:solidFill>
              <a:srgbClr val="86D1BC">
                <a:alpha val="9600"/>
              </a:srgbClr>
            </a:solidFill>
            <a:ln>
              <a:noFill/>
            </a:ln>
          </p:spPr>
          <p:txBody>
            <a:bodyPr anchor="ctr"/>
            <a:lstStyle/>
            <a:p>
              <a:pPr algn="ctr">
                <a:buNone/>
              </a:pPr>
            </a:p>
          </p:txBody>
        </p:sp>
        <p:sp>
          <p:nvSpPr>
            <p:cNvPr id="2921" name="addition:input:44"/>
            <p:cNvSpPr>
              <a:spLocks noGrp="1"/>
            </p:cNvSpPr>
            <p:nvPr/>
          </p:nvSpPr>
          <p:spPr>
            <a:xfrm>
              <a:off x="209550" y="5438775"/>
              <a:ext cx="2207179" cy="607344"/>
            </a:xfrm>
            <a:custGeom>
              <a:avLst/>
              <a:gdLst/>
              <a:ahLst/>
              <a:cxnLst/>
              <a:rect l="l" t="t" r="r" b="b"/>
              <a:pathLst>
                <a:path w="1341" h="324">
                  <a:moveTo>
                    <a:pt x="0" y="0"/>
                  </a:moveTo>
                  <a:moveTo>
                    <a:pt x="1341" y="286"/>
                  </a:moveTo>
                  <a:lnTo>
                    <a:pt x="1339" y="289"/>
                  </a:lnTo>
                  <a:lnTo>
                    <a:pt x="1338" y="292"/>
                  </a:lnTo>
                  <a:lnTo>
                    <a:pt x="1337" y="295"/>
                  </a:lnTo>
                  <a:lnTo>
                    <a:pt x="1335" y="298"/>
                  </a:lnTo>
                  <a:lnTo>
                    <a:pt x="1332" y="300"/>
                  </a:lnTo>
                  <a:lnTo>
                    <a:pt x="1328" y="302"/>
                  </a:lnTo>
                  <a:lnTo>
                    <a:pt x="1324" y="304"/>
                  </a:lnTo>
                  <a:lnTo>
                    <a:pt x="1321" y="306"/>
                  </a:lnTo>
                  <a:lnTo>
                    <a:pt x="1319" y="309"/>
                  </a:lnTo>
                  <a:lnTo>
                    <a:pt x="1316" y="311"/>
                  </a:lnTo>
                  <a:lnTo>
                    <a:pt x="1311" y="312"/>
                  </a:lnTo>
                  <a:lnTo>
                    <a:pt x="1305" y="312"/>
                  </a:lnTo>
                  <a:lnTo>
                    <a:pt x="1300" y="313"/>
                  </a:lnTo>
                  <a:lnTo>
                    <a:pt x="1297" y="316"/>
                  </a:lnTo>
                  <a:lnTo>
                    <a:pt x="1293" y="320"/>
                  </a:lnTo>
                  <a:lnTo>
                    <a:pt x="1288" y="324"/>
                  </a:lnTo>
                  <a:lnTo>
                    <a:pt x="1282" y="324"/>
                  </a:lnTo>
                  <a:lnTo>
                    <a:pt x="1276" y="321"/>
                  </a:lnTo>
                  <a:lnTo>
                    <a:pt x="1272" y="317"/>
                  </a:lnTo>
                  <a:lnTo>
                    <a:pt x="1267" y="315"/>
                  </a:lnTo>
                  <a:lnTo>
                    <a:pt x="1263" y="314"/>
                  </a:lnTo>
                  <a:lnTo>
                    <a:pt x="1259" y="313"/>
                  </a:lnTo>
                  <a:lnTo>
                    <a:pt x="1256" y="311"/>
                  </a:lnTo>
                  <a:lnTo>
                    <a:pt x="1252" y="310"/>
                  </a:lnTo>
                  <a:lnTo>
                    <a:pt x="1248" y="310"/>
                  </a:lnTo>
                  <a:lnTo>
                    <a:pt x="1242" y="310"/>
                  </a:lnTo>
                  <a:lnTo>
                    <a:pt x="1236" y="309"/>
                  </a:lnTo>
                  <a:lnTo>
                    <a:pt x="1233" y="307"/>
                  </a:lnTo>
                  <a:lnTo>
                    <a:pt x="1234" y="303"/>
                  </a:lnTo>
                  <a:lnTo>
                    <a:pt x="1235" y="300"/>
                  </a:lnTo>
                  <a:lnTo>
                    <a:pt x="1235" y="297"/>
                  </a:lnTo>
                  <a:lnTo>
                    <a:pt x="1232" y="295"/>
                  </a:lnTo>
                  <a:lnTo>
                    <a:pt x="1229" y="292"/>
                  </a:lnTo>
                  <a:lnTo>
                    <a:pt x="1229" y="289"/>
                  </a:lnTo>
                  <a:lnTo>
                    <a:pt x="1233" y="286"/>
                  </a:lnTo>
                  <a:lnTo>
                    <a:pt x="1238" y="283"/>
                  </a:lnTo>
                  <a:lnTo>
                    <a:pt x="1242" y="281"/>
                  </a:lnTo>
                  <a:lnTo>
                    <a:pt x="1242" y="279"/>
                  </a:lnTo>
                  <a:lnTo>
                    <a:pt x="1241" y="276"/>
                  </a:lnTo>
                  <a:lnTo>
                    <a:pt x="1241" y="273"/>
                  </a:lnTo>
                  <a:lnTo>
                    <a:pt x="1242" y="270"/>
                  </a:lnTo>
                  <a:lnTo>
                    <a:pt x="1242" y="266"/>
                  </a:lnTo>
                  <a:lnTo>
                    <a:pt x="1243" y="263"/>
                  </a:lnTo>
                  <a:lnTo>
                    <a:pt x="1244" y="259"/>
                  </a:lnTo>
                  <a:lnTo>
                    <a:pt x="1247" y="257"/>
                  </a:lnTo>
                  <a:lnTo>
                    <a:pt x="1253" y="257"/>
                  </a:lnTo>
                  <a:lnTo>
                    <a:pt x="1260" y="259"/>
                  </a:lnTo>
                  <a:lnTo>
                    <a:pt x="1265" y="261"/>
                  </a:lnTo>
                  <a:lnTo>
                    <a:pt x="1268" y="260"/>
                  </a:lnTo>
                  <a:lnTo>
                    <a:pt x="1270" y="257"/>
                  </a:lnTo>
                  <a:lnTo>
                    <a:pt x="1273" y="254"/>
                  </a:lnTo>
                  <a:lnTo>
                    <a:pt x="1277" y="254"/>
                  </a:lnTo>
                  <a:lnTo>
                    <a:pt x="1281" y="255"/>
                  </a:lnTo>
                  <a:lnTo>
                    <a:pt x="1285" y="256"/>
                  </a:lnTo>
                  <a:lnTo>
                    <a:pt x="1289" y="256"/>
                  </a:lnTo>
                  <a:lnTo>
                    <a:pt x="1294" y="255"/>
                  </a:lnTo>
                  <a:lnTo>
                    <a:pt x="1299" y="255"/>
                  </a:lnTo>
                  <a:lnTo>
                    <a:pt x="1304" y="256"/>
                  </a:lnTo>
                  <a:lnTo>
                    <a:pt x="1307" y="258"/>
                  </a:lnTo>
                  <a:lnTo>
                    <a:pt x="1312" y="260"/>
                  </a:lnTo>
                  <a:lnTo>
                    <a:pt x="1316" y="261"/>
                  </a:lnTo>
                  <a:lnTo>
                    <a:pt x="1320" y="264"/>
                  </a:lnTo>
                  <a:lnTo>
                    <a:pt x="1321" y="267"/>
                  </a:lnTo>
                  <a:lnTo>
                    <a:pt x="1319" y="271"/>
                  </a:lnTo>
                  <a:lnTo>
                    <a:pt x="1318" y="275"/>
                  </a:lnTo>
                  <a:lnTo>
                    <a:pt x="1320" y="277"/>
                  </a:lnTo>
                  <a:lnTo>
                    <a:pt x="1327" y="278"/>
                  </a:lnTo>
                  <a:lnTo>
                    <a:pt x="1335" y="280"/>
                  </a:lnTo>
                  <a:lnTo>
                    <a:pt x="1341" y="283"/>
                  </a:lnTo>
                  <a:close/>
                </a:path>
              </a:pathLst>
            </a:custGeom>
            <a:solidFill>
              <a:srgbClr val="86D1BC">
                <a:alpha val="9600"/>
              </a:srgbClr>
            </a:solidFill>
            <a:ln>
              <a:noFill/>
            </a:ln>
          </p:spPr>
          <p:txBody>
            <a:bodyPr anchor="ctr"/>
            <a:lstStyle/>
            <a:p>
              <a:pPr algn="ctr">
                <a:buNone/>
              </a:pPr>
            </a:p>
          </p:txBody>
        </p:sp>
        <p:sp>
          <p:nvSpPr>
            <p:cNvPr id="2922" name="addition:input:45"/>
            <p:cNvSpPr>
              <a:spLocks noGrp="1"/>
            </p:cNvSpPr>
            <p:nvPr/>
          </p:nvSpPr>
          <p:spPr>
            <a:xfrm>
              <a:off x="209550" y="5438775"/>
              <a:ext cx="2116653" cy="603595"/>
            </a:xfrm>
            <a:custGeom>
              <a:avLst/>
              <a:gdLst/>
              <a:ahLst/>
              <a:cxnLst/>
              <a:rect l="l" t="t" r="r" b="b"/>
              <a:pathLst>
                <a:path w="1286" h="322">
                  <a:moveTo>
                    <a:pt x="0" y="0"/>
                  </a:moveTo>
                  <a:moveTo>
                    <a:pt x="1281" y="289"/>
                  </a:moveTo>
                  <a:lnTo>
                    <a:pt x="1284" y="292"/>
                  </a:lnTo>
                  <a:lnTo>
                    <a:pt x="1286" y="296"/>
                  </a:lnTo>
                  <a:lnTo>
                    <a:pt x="1286" y="299"/>
                  </a:lnTo>
                  <a:lnTo>
                    <a:pt x="1282" y="301"/>
                  </a:lnTo>
                  <a:lnTo>
                    <a:pt x="1276" y="302"/>
                  </a:lnTo>
                  <a:lnTo>
                    <a:pt x="1269" y="303"/>
                  </a:lnTo>
                  <a:lnTo>
                    <a:pt x="1265" y="304"/>
                  </a:lnTo>
                  <a:lnTo>
                    <a:pt x="1265" y="307"/>
                  </a:lnTo>
                  <a:lnTo>
                    <a:pt x="1264" y="311"/>
                  </a:lnTo>
                  <a:lnTo>
                    <a:pt x="1262" y="314"/>
                  </a:lnTo>
                  <a:lnTo>
                    <a:pt x="1259" y="316"/>
                  </a:lnTo>
                  <a:lnTo>
                    <a:pt x="1254" y="317"/>
                  </a:lnTo>
                  <a:lnTo>
                    <a:pt x="1250" y="318"/>
                  </a:lnTo>
                  <a:lnTo>
                    <a:pt x="1246" y="320"/>
                  </a:lnTo>
                  <a:lnTo>
                    <a:pt x="1242" y="322"/>
                  </a:lnTo>
                  <a:lnTo>
                    <a:pt x="1237" y="322"/>
                  </a:lnTo>
                  <a:lnTo>
                    <a:pt x="1232" y="321"/>
                  </a:lnTo>
                  <a:lnTo>
                    <a:pt x="1228" y="321"/>
                  </a:lnTo>
                  <a:lnTo>
                    <a:pt x="1223" y="321"/>
                  </a:lnTo>
                  <a:lnTo>
                    <a:pt x="1219" y="321"/>
                  </a:lnTo>
                  <a:lnTo>
                    <a:pt x="1215" y="320"/>
                  </a:lnTo>
                  <a:lnTo>
                    <a:pt x="1213" y="316"/>
                  </a:lnTo>
                  <a:lnTo>
                    <a:pt x="1212" y="312"/>
                  </a:lnTo>
                  <a:lnTo>
                    <a:pt x="1210" y="310"/>
                  </a:lnTo>
                  <a:lnTo>
                    <a:pt x="1206" y="311"/>
                  </a:lnTo>
                  <a:lnTo>
                    <a:pt x="1200" y="312"/>
                  </a:lnTo>
                  <a:lnTo>
                    <a:pt x="1194" y="312"/>
                  </a:lnTo>
                  <a:lnTo>
                    <a:pt x="1190" y="310"/>
                  </a:lnTo>
                  <a:lnTo>
                    <a:pt x="1190" y="307"/>
                  </a:lnTo>
                  <a:lnTo>
                    <a:pt x="1190" y="304"/>
                  </a:lnTo>
                  <a:lnTo>
                    <a:pt x="1190" y="301"/>
                  </a:lnTo>
                  <a:lnTo>
                    <a:pt x="1190" y="298"/>
                  </a:lnTo>
                  <a:lnTo>
                    <a:pt x="1192" y="295"/>
                  </a:lnTo>
                  <a:lnTo>
                    <a:pt x="1194" y="292"/>
                  </a:lnTo>
                  <a:lnTo>
                    <a:pt x="1196" y="289"/>
                  </a:lnTo>
                  <a:lnTo>
                    <a:pt x="1196" y="287"/>
                  </a:lnTo>
                  <a:lnTo>
                    <a:pt x="1194" y="284"/>
                  </a:lnTo>
                  <a:lnTo>
                    <a:pt x="1192" y="281"/>
                  </a:lnTo>
                  <a:lnTo>
                    <a:pt x="1194" y="278"/>
                  </a:lnTo>
                  <a:lnTo>
                    <a:pt x="1197" y="276"/>
                  </a:lnTo>
                  <a:lnTo>
                    <a:pt x="1200" y="274"/>
                  </a:lnTo>
                  <a:lnTo>
                    <a:pt x="1201" y="271"/>
                  </a:lnTo>
                  <a:lnTo>
                    <a:pt x="1200" y="267"/>
                  </a:lnTo>
                  <a:lnTo>
                    <a:pt x="1200" y="263"/>
                  </a:lnTo>
                  <a:lnTo>
                    <a:pt x="1202" y="261"/>
                  </a:lnTo>
                  <a:lnTo>
                    <a:pt x="1207" y="260"/>
                  </a:lnTo>
                  <a:lnTo>
                    <a:pt x="1212" y="261"/>
                  </a:lnTo>
                  <a:lnTo>
                    <a:pt x="1216" y="262"/>
                  </a:lnTo>
                  <a:lnTo>
                    <a:pt x="1219" y="262"/>
                  </a:lnTo>
                  <a:lnTo>
                    <a:pt x="1222" y="262"/>
                  </a:lnTo>
                  <a:lnTo>
                    <a:pt x="1226" y="262"/>
                  </a:lnTo>
                  <a:lnTo>
                    <a:pt x="1229" y="262"/>
                  </a:lnTo>
                  <a:lnTo>
                    <a:pt x="1232" y="260"/>
                  </a:lnTo>
                  <a:lnTo>
                    <a:pt x="1236" y="257"/>
                  </a:lnTo>
                  <a:lnTo>
                    <a:pt x="1240" y="255"/>
                  </a:lnTo>
                  <a:lnTo>
                    <a:pt x="1245" y="254"/>
                  </a:lnTo>
                  <a:lnTo>
                    <a:pt x="1249" y="257"/>
                  </a:lnTo>
                  <a:lnTo>
                    <a:pt x="1251" y="261"/>
                  </a:lnTo>
                  <a:lnTo>
                    <a:pt x="1253" y="264"/>
                  </a:lnTo>
                  <a:lnTo>
                    <a:pt x="1257" y="266"/>
                  </a:lnTo>
                  <a:lnTo>
                    <a:pt x="1261" y="266"/>
                  </a:lnTo>
                  <a:lnTo>
                    <a:pt x="1266" y="268"/>
                  </a:lnTo>
                  <a:lnTo>
                    <a:pt x="1268" y="271"/>
                  </a:lnTo>
                  <a:lnTo>
                    <a:pt x="1268" y="274"/>
                  </a:lnTo>
                  <a:lnTo>
                    <a:pt x="1269" y="277"/>
                  </a:lnTo>
                  <a:lnTo>
                    <a:pt x="1271" y="279"/>
                  </a:lnTo>
                  <a:lnTo>
                    <a:pt x="1275" y="281"/>
                  </a:lnTo>
                  <a:lnTo>
                    <a:pt x="1277" y="284"/>
                  </a:lnTo>
                  <a:lnTo>
                    <a:pt x="1279" y="286"/>
                  </a:lnTo>
                  <a:close/>
                </a:path>
              </a:pathLst>
            </a:custGeom>
            <a:solidFill>
              <a:srgbClr val="86D1BC">
                <a:alpha val="9600"/>
              </a:srgbClr>
            </a:solidFill>
            <a:ln>
              <a:noFill/>
            </a:ln>
          </p:spPr>
          <p:txBody>
            <a:bodyPr anchor="ctr"/>
            <a:lstStyle/>
            <a:p>
              <a:pPr algn="ctr">
                <a:buNone/>
              </a:pPr>
            </a:p>
          </p:txBody>
        </p:sp>
        <p:sp>
          <p:nvSpPr>
            <p:cNvPr id="2923" name="addition:input:46"/>
            <p:cNvSpPr>
              <a:spLocks noGrp="1"/>
            </p:cNvSpPr>
            <p:nvPr/>
          </p:nvSpPr>
          <p:spPr>
            <a:xfrm>
              <a:off x="209550" y="5438775"/>
              <a:ext cx="2032711" cy="569854"/>
            </a:xfrm>
            <a:custGeom>
              <a:avLst/>
              <a:gdLst/>
              <a:ahLst/>
              <a:cxnLst/>
              <a:rect l="l" t="t" r="r" b="b"/>
              <a:pathLst>
                <a:path w="1235" h="304">
                  <a:moveTo>
                    <a:pt x="0" y="0"/>
                  </a:moveTo>
                  <a:moveTo>
                    <a:pt x="1234" y="278"/>
                  </a:moveTo>
                  <a:lnTo>
                    <a:pt x="1232" y="280"/>
                  </a:lnTo>
                  <a:lnTo>
                    <a:pt x="1230" y="282"/>
                  </a:lnTo>
                  <a:lnTo>
                    <a:pt x="1228" y="285"/>
                  </a:lnTo>
                  <a:lnTo>
                    <a:pt x="1225" y="287"/>
                  </a:lnTo>
                  <a:lnTo>
                    <a:pt x="1222" y="288"/>
                  </a:lnTo>
                  <a:lnTo>
                    <a:pt x="1218" y="289"/>
                  </a:lnTo>
                  <a:lnTo>
                    <a:pt x="1217" y="291"/>
                  </a:lnTo>
                  <a:lnTo>
                    <a:pt x="1218" y="295"/>
                  </a:lnTo>
                  <a:lnTo>
                    <a:pt x="1218" y="299"/>
                  </a:lnTo>
                  <a:lnTo>
                    <a:pt x="1217" y="302"/>
                  </a:lnTo>
                  <a:lnTo>
                    <a:pt x="1214" y="304"/>
                  </a:lnTo>
                  <a:lnTo>
                    <a:pt x="1209" y="303"/>
                  </a:lnTo>
                  <a:lnTo>
                    <a:pt x="1205" y="302"/>
                  </a:lnTo>
                  <a:lnTo>
                    <a:pt x="1202" y="302"/>
                  </a:lnTo>
                  <a:lnTo>
                    <a:pt x="1199" y="303"/>
                  </a:lnTo>
                  <a:lnTo>
                    <a:pt x="1197" y="304"/>
                  </a:lnTo>
                  <a:lnTo>
                    <a:pt x="1194" y="304"/>
                  </a:lnTo>
                  <a:lnTo>
                    <a:pt x="1191" y="303"/>
                  </a:lnTo>
                  <a:lnTo>
                    <a:pt x="1189" y="302"/>
                  </a:lnTo>
                  <a:lnTo>
                    <a:pt x="1186" y="302"/>
                  </a:lnTo>
                  <a:lnTo>
                    <a:pt x="1183" y="303"/>
                  </a:lnTo>
                  <a:lnTo>
                    <a:pt x="1181" y="302"/>
                  </a:lnTo>
                  <a:lnTo>
                    <a:pt x="1179" y="300"/>
                  </a:lnTo>
                  <a:lnTo>
                    <a:pt x="1177" y="299"/>
                  </a:lnTo>
                  <a:lnTo>
                    <a:pt x="1173" y="299"/>
                  </a:lnTo>
                  <a:lnTo>
                    <a:pt x="1169" y="299"/>
                  </a:lnTo>
                  <a:lnTo>
                    <a:pt x="1165" y="298"/>
                  </a:lnTo>
                  <a:lnTo>
                    <a:pt x="1163" y="296"/>
                  </a:lnTo>
                  <a:lnTo>
                    <a:pt x="1165" y="292"/>
                  </a:lnTo>
                  <a:lnTo>
                    <a:pt x="1167" y="288"/>
                  </a:lnTo>
                  <a:lnTo>
                    <a:pt x="1169" y="286"/>
                  </a:lnTo>
                  <a:lnTo>
                    <a:pt x="1167" y="284"/>
                  </a:lnTo>
                  <a:lnTo>
                    <a:pt x="1165" y="282"/>
                  </a:lnTo>
                  <a:lnTo>
                    <a:pt x="1162" y="280"/>
                  </a:lnTo>
                  <a:lnTo>
                    <a:pt x="1161" y="278"/>
                  </a:lnTo>
                  <a:lnTo>
                    <a:pt x="1160" y="275"/>
                  </a:lnTo>
                  <a:lnTo>
                    <a:pt x="1158" y="273"/>
                  </a:lnTo>
                  <a:lnTo>
                    <a:pt x="1157" y="270"/>
                  </a:lnTo>
                  <a:lnTo>
                    <a:pt x="1157" y="267"/>
                  </a:lnTo>
                  <a:lnTo>
                    <a:pt x="1159" y="265"/>
                  </a:lnTo>
                  <a:lnTo>
                    <a:pt x="1162" y="264"/>
                  </a:lnTo>
                  <a:lnTo>
                    <a:pt x="1165" y="263"/>
                  </a:lnTo>
                  <a:lnTo>
                    <a:pt x="1166" y="260"/>
                  </a:lnTo>
                  <a:lnTo>
                    <a:pt x="1166" y="258"/>
                  </a:lnTo>
                  <a:lnTo>
                    <a:pt x="1168" y="256"/>
                  </a:lnTo>
                  <a:lnTo>
                    <a:pt x="1172" y="256"/>
                  </a:lnTo>
                  <a:lnTo>
                    <a:pt x="1176" y="257"/>
                  </a:lnTo>
                  <a:lnTo>
                    <a:pt x="1179" y="257"/>
                  </a:lnTo>
                  <a:lnTo>
                    <a:pt x="1182" y="256"/>
                  </a:lnTo>
                  <a:lnTo>
                    <a:pt x="1184" y="253"/>
                  </a:lnTo>
                  <a:lnTo>
                    <a:pt x="1187" y="250"/>
                  </a:lnTo>
                  <a:lnTo>
                    <a:pt x="1190" y="249"/>
                  </a:lnTo>
                  <a:lnTo>
                    <a:pt x="1194" y="248"/>
                  </a:lnTo>
                  <a:lnTo>
                    <a:pt x="1198" y="248"/>
                  </a:lnTo>
                  <a:lnTo>
                    <a:pt x="1202" y="249"/>
                  </a:lnTo>
                  <a:lnTo>
                    <a:pt x="1206" y="250"/>
                  </a:lnTo>
                  <a:lnTo>
                    <a:pt x="1209" y="253"/>
                  </a:lnTo>
                  <a:lnTo>
                    <a:pt x="1210" y="256"/>
                  </a:lnTo>
                  <a:lnTo>
                    <a:pt x="1212" y="259"/>
                  </a:lnTo>
                  <a:lnTo>
                    <a:pt x="1215" y="260"/>
                  </a:lnTo>
                  <a:lnTo>
                    <a:pt x="1219" y="260"/>
                  </a:lnTo>
                  <a:lnTo>
                    <a:pt x="1224" y="260"/>
                  </a:lnTo>
                  <a:lnTo>
                    <a:pt x="1227" y="261"/>
                  </a:lnTo>
                  <a:lnTo>
                    <a:pt x="1228" y="264"/>
                  </a:lnTo>
                  <a:lnTo>
                    <a:pt x="1228" y="266"/>
                  </a:lnTo>
                  <a:lnTo>
                    <a:pt x="1229" y="269"/>
                  </a:lnTo>
                  <a:lnTo>
                    <a:pt x="1232" y="270"/>
                  </a:lnTo>
                  <a:lnTo>
                    <a:pt x="1234" y="272"/>
                  </a:lnTo>
                  <a:lnTo>
                    <a:pt x="1235" y="275"/>
                  </a:lnTo>
                  <a:close/>
                </a:path>
              </a:pathLst>
            </a:custGeom>
            <a:solidFill>
              <a:srgbClr val="86D1BC">
                <a:alpha val="9600"/>
              </a:srgbClr>
            </a:solidFill>
            <a:ln>
              <a:noFill/>
            </a:ln>
          </p:spPr>
          <p:txBody>
            <a:bodyPr anchor="ctr"/>
            <a:lstStyle/>
            <a:p>
              <a:pPr algn="ctr">
                <a:buNone/>
              </a:pPr>
            </a:p>
          </p:txBody>
        </p:sp>
        <p:sp>
          <p:nvSpPr>
            <p:cNvPr id="2924" name="addition:input:47"/>
            <p:cNvSpPr>
              <a:spLocks noGrp="1"/>
            </p:cNvSpPr>
            <p:nvPr/>
          </p:nvSpPr>
          <p:spPr>
            <a:xfrm>
              <a:off x="209550" y="5438775"/>
              <a:ext cx="2164385" cy="579227"/>
            </a:xfrm>
            <a:custGeom>
              <a:avLst/>
              <a:gdLst/>
              <a:ahLst/>
              <a:cxnLst/>
              <a:rect l="l" t="t" r="r" b="b"/>
              <a:pathLst>
                <a:path w="1315" h="309">
                  <a:moveTo>
                    <a:pt x="0" y="0"/>
                  </a:moveTo>
                  <a:moveTo>
                    <a:pt x="1307" y="273"/>
                  </a:moveTo>
                  <a:lnTo>
                    <a:pt x="1303" y="276"/>
                  </a:lnTo>
                  <a:lnTo>
                    <a:pt x="1299" y="278"/>
                  </a:lnTo>
                  <a:lnTo>
                    <a:pt x="1296" y="281"/>
                  </a:lnTo>
                  <a:lnTo>
                    <a:pt x="1298" y="284"/>
                  </a:lnTo>
                  <a:lnTo>
                    <a:pt x="1302" y="288"/>
                  </a:lnTo>
                  <a:lnTo>
                    <a:pt x="1304" y="293"/>
                  </a:lnTo>
                  <a:lnTo>
                    <a:pt x="1302" y="296"/>
                  </a:lnTo>
                  <a:lnTo>
                    <a:pt x="1296" y="297"/>
                  </a:lnTo>
                  <a:lnTo>
                    <a:pt x="1291" y="298"/>
                  </a:lnTo>
                  <a:lnTo>
                    <a:pt x="1287" y="300"/>
                  </a:lnTo>
                  <a:lnTo>
                    <a:pt x="1285" y="302"/>
                  </a:lnTo>
                  <a:lnTo>
                    <a:pt x="1282" y="305"/>
                  </a:lnTo>
                  <a:lnTo>
                    <a:pt x="1278" y="306"/>
                  </a:lnTo>
                  <a:lnTo>
                    <a:pt x="1273" y="306"/>
                  </a:lnTo>
                  <a:lnTo>
                    <a:pt x="1269" y="305"/>
                  </a:lnTo>
                  <a:lnTo>
                    <a:pt x="1265" y="304"/>
                  </a:lnTo>
                  <a:lnTo>
                    <a:pt x="1261" y="305"/>
                  </a:lnTo>
                  <a:lnTo>
                    <a:pt x="1257" y="305"/>
                  </a:lnTo>
                  <a:lnTo>
                    <a:pt x="1254" y="305"/>
                  </a:lnTo>
                  <a:lnTo>
                    <a:pt x="1250" y="304"/>
                  </a:lnTo>
                  <a:lnTo>
                    <a:pt x="1245" y="305"/>
                  </a:lnTo>
                  <a:lnTo>
                    <a:pt x="1239" y="307"/>
                  </a:lnTo>
                  <a:lnTo>
                    <a:pt x="1232" y="309"/>
                  </a:lnTo>
                  <a:lnTo>
                    <a:pt x="1226" y="307"/>
                  </a:lnTo>
                  <a:lnTo>
                    <a:pt x="1224" y="303"/>
                  </a:lnTo>
                  <a:lnTo>
                    <a:pt x="1225" y="298"/>
                  </a:lnTo>
                  <a:lnTo>
                    <a:pt x="1225" y="293"/>
                  </a:lnTo>
                  <a:lnTo>
                    <a:pt x="1222" y="291"/>
                  </a:lnTo>
                  <a:lnTo>
                    <a:pt x="1218" y="289"/>
                  </a:lnTo>
                  <a:lnTo>
                    <a:pt x="1213" y="287"/>
                  </a:lnTo>
                  <a:lnTo>
                    <a:pt x="1210" y="285"/>
                  </a:lnTo>
                  <a:lnTo>
                    <a:pt x="1208" y="282"/>
                  </a:lnTo>
                  <a:lnTo>
                    <a:pt x="1206" y="279"/>
                  </a:lnTo>
                  <a:lnTo>
                    <a:pt x="1202" y="276"/>
                  </a:lnTo>
                  <a:lnTo>
                    <a:pt x="1199" y="273"/>
                  </a:lnTo>
                  <a:lnTo>
                    <a:pt x="1198" y="270"/>
                  </a:lnTo>
                  <a:lnTo>
                    <a:pt x="1200" y="267"/>
                  </a:lnTo>
                  <a:lnTo>
                    <a:pt x="1202" y="264"/>
                  </a:lnTo>
                  <a:lnTo>
                    <a:pt x="1202" y="261"/>
                  </a:lnTo>
                  <a:lnTo>
                    <a:pt x="1201" y="257"/>
                  </a:lnTo>
                  <a:lnTo>
                    <a:pt x="1203" y="254"/>
                  </a:lnTo>
                  <a:lnTo>
                    <a:pt x="1208" y="252"/>
                  </a:lnTo>
                  <a:lnTo>
                    <a:pt x="1216" y="252"/>
                  </a:lnTo>
                  <a:lnTo>
                    <a:pt x="1223" y="253"/>
                  </a:lnTo>
                  <a:lnTo>
                    <a:pt x="1227" y="251"/>
                  </a:lnTo>
                  <a:lnTo>
                    <a:pt x="1229" y="248"/>
                  </a:lnTo>
                  <a:lnTo>
                    <a:pt x="1230" y="243"/>
                  </a:lnTo>
                  <a:lnTo>
                    <a:pt x="1234" y="240"/>
                  </a:lnTo>
                  <a:lnTo>
                    <a:pt x="1239" y="238"/>
                  </a:lnTo>
                  <a:lnTo>
                    <a:pt x="1245" y="237"/>
                  </a:lnTo>
                  <a:lnTo>
                    <a:pt x="1250" y="236"/>
                  </a:lnTo>
                  <a:lnTo>
                    <a:pt x="1256" y="235"/>
                  </a:lnTo>
                  <a:lnTo>
                    <a:pt x="1262" y="236"/>
                  </a:lnTo>
                  <a:lnTo>
                    <a:pt x="1267" y="239"/>
                  </a:lnTo>
                  <a:lnTo>
                    <a:pt x="1272" y="242"/>
                  </a:lnTo>
                  <a:lnTo>
                    <a:pt x="1276" y="244"/>
                  </a:lnTo>
                  <a:lnTo>
                    <a:pt x="1281" y="244"/>
                  </a:lnTo>
                  <a:lnTo>
                    <a:pt x="1287" y="243"/>
                  </a:lnTo>
                  <a:lnTo>
                    <a:pt x="1291" y="244"/>
                  </a:lnTo>
                  <a:lnTo>
                    <a:pt x="1294" y="247"/>
                  </a:lnTo>
                  <a:lnTo>
                    <a:pt x="1295" y="250"/>
                  </a:lnTo>
                  <a:lnTo>
                    <a:pt x="1297" y="253"/>
                  </a:lnTo>
                  <a:lnTo>
                    <a:pt x="1302" y="254"/>
                  </a:lnTo>
                  <a:lnTo>
                    <a:pt x="1308" y="254"/>
                  </a:lnTo>
                  <a:lnTo>
                    <a:pt x="1313" y="256"/>
                  </a:lnTo>
                  <a:lnTo>
                    <a:pt x="1315" y="259"/>
                  </a:lnTo>
                  <a:lnTo>
                    <a:pt x="1313" y="263"/>
                  </a:lnTo>
                  <a:lnTo>
                    <a:pt x="1311" y="267"/>
                  </a:lnTo>
                  <a:lnTo>
                    <a:pt x="1309" y="270"/>
                  </a:lnTo>
                  <a:close/>
                </a:path>
              </a:pathLst>
            </a:custGeom>
            <a:solidFill>
              <a:srgbClr val="86D1BC">
                <a:alpha val="9600"/>
              </a:srgbClr>
            </a:solidFill>
            <a:ln>
              <a:noFill/>
            </a:ln>
          </p:spPr>
          <p:txBody>
            <a:bodyPr anchor="ctr"/>
            <a:lstStyle/>
            <a:p>
              <a:pPr algn="ctr">
                <a:buNone/>
              </a:pPr>
            </a:p>
          </p:txBody>
        </p:sp>
        <p:sp>
          <p:nvSpPr>
            <p:cNvPr id="2925" name="addition:input:48"/>
            <p:cNvSpPr>
              <a:spLocks noGrp="1"/>
            </p:cNvSpPr>
            <p:nvPr/>
          </p:nvSpPr>
          <p:spPr>
            <a:xfrm>
              <a:off x="209550" y="5438775"/>
              <a:ext cx="2197303" cy="596097"/>
            </a:xfrm>
            <a:custGeom>
              <a:avLst/>
              <a:gdLst/>
              <a:ahLst/>
              <a:cxnLst/>
              <a:rect l="l" t="t" r="r" b="b"/>
              <a:pathLst>
                <a:path w="1335" h="318">
                  <a:moveTo>
                    <a:pt x="0" y="0"/>
                  </a:moveTo>
                  <a:moveTo>
                    <a:pt x="1329" y="267"/>
                  </a:moveTo>
                  <a:lnTo>
                    <a:pt x="1330" y="272"/>
                  </a:lnTo>
                  <a:lnTo>
                    <a:pt x="1327" y="276"/>
                  </a:lnTo>
                  <a:lnTo>
                    <a:pt x="1320" y="280"/>
                  </a:lnTo>
                  <a:lnTo>
                    <a:pt x="1312" y="282"/>
                  </a:lnTo>
                  <a:lnTo>
                    <a:pt x="1308" y="286"/>
                  </a:lnTo>
                  <a:lnTo>
                    <a:pt x="1307" y="290"/>
                  </a:lnTo>
                  <a:lnTo>
                    <a:pt x="1307" y="295"/>
                  </a:lnTo>
                  <a:lnTo>
                    <a:pt x="1305" y="300"/>
                  </a:lnTo>
                  <a:lnTo>
                    <a:pt x="1301" y="304"/>
                  </a:lnTo>
                  <a:lnTo>
                    <a:pt x="1298" y="309"/>
                  </a:lnTo>
                  <a:lnTo>
                    <a:pt x="1294" y="314"/>
                  </a:lnTo>
                  <a:lnTo>
                    <a:pt x="1289" y="318"/>
                  </a:lnTo>
                  <a:lnTo>
                    <a:pt x="1282" y="318"/>
                  </a:lnTo>
                  <a:lnTo>
                    <a:pt x="1273" y="314"/>
                  </a:lnTo>
                  <a:lnTo>
                    <a:pt x="1266" y="310"/>
                  </a:lnTo>
                  <a:lnTo>
                    <a:pt x="1261" y="308"/>
                  </a:lnTo>
                  <a:lnTo>
                    <a:pt x="1257" y="310"/>
                  </a:lnTo>
                  <a:lnTo>
                    <a:pt x="1252" y="314"/>
                  </a:lnTo>
                  <a:lnTo>
                    <a:pt x="1246" y="317"/>
                  </a:lnTo>
                  <a:lnTo>
                    <a:pt x="1240" y="317"/>
                  </a:lnTo>
                  <a:lnTo>
                    <a:pt x="1236" y="314"/>
                  </a:lnTo>
                  <a:lnTo>
                    <a:pt x="1231" y="312"/>
                  </a:lnTo>
                  <a:lnTo>
                    <a:pt x="1225" y="311"/>
                  </a:lnTo>
                  <a:lnTo>
                    <a:pt x="1218" y="311"/>
                  </a:lnTo>
                  <a:lnTo>
                    <a:pt x="1212" y="309"/>
                  </a:lnTo>
                  <a:lnTo>
                    <a:pt x="1208" y="305"/>
                  </a:lnTo>
                  <a:lnTo>
                    <a:pt x="1205" y="301"/>
                  </a:lnTo>
                  <a:lnTo>
                    <a:pt x="1201" y="297"/>
                  </a:lnTo>
                  <a:lnTo>
                    <a:pt x="1196" y="293"/>
                  </a:lnTo>
                  <a:lnTo>
                    <a:pt x="1194" y="289"/>
                  </a:lnTo>
                  <a:lnTo>
                    <a:pt x="1195" y="284"/>
                  </a:lnTo>
                  <a:lnTo>
                    <a:pt x="1199" y="278"/>
                  </a:lnTo>
                  <a:lnTo>
                    <a:pt x="1200" y="274"/>
                  </a:lnTo>
                  <a:lnTo>
                    <a:pt x="1195" y="271"/>
                  </a:lnTo>
                  <a:lnTo>
                    <a:pt x="1185" y="267"/>
                  </a:lnTo>
                  <a:lnTo>
                    <a:pt x="1175" y="262"/>
                  </a:lnTo>
                  <a:lnTo>
                    <a:pt x="1171" y="257"/>
                  </a:lnTo>
                  <a:lnTo>
                    <a:pt x="1174" y="252"/>
                  </a:lnTo>
                  <a:lnTo>
                    <a:pt x="1180" y="248"/>
                  </a:lnTo>
                  <a:lnTo>
                    <a:pt x="1184" y="245"/>
                  </a:lnTo>
                  <a:lnTo>
                    <a:pt x="1188" y="241"/>
                  </a:lnTo>
                  <a:lnTo>
                    <a:pt x="1192" y="238"/>
                  </a:lnTo>
                  <a:lnTo>
                    <a:pt x="1197" y="236"/>
                  </a:lnTo>
                  <a:lnTo>
                    <a:pt x="1204" y="234"/>
                  </a:lnTo>
                  <a:lnTo>
                    <a:pt x="1208" y="232"/>
                  </a:lnTo>
                  <a:lnTo>
                    <a:pt x="1212" y="228"/>
                  </a:lnTo>
                  <a:lnTo>
                    <a:pt x="1216" y="223"/>
                  </a:lnTo>
                  <a:lnTo>
                    <a:pt x="1222" y="221"/>
                  </a:lnTo>
                  <a:lnTo>
                    <a:pt x="1229" y="221"/>
                  </a:lnTo>
                  <a:lnTo>
                    <a:pt x="1237" y="222"/>
                  </a:lnTo>
                  <a:lnTo>
                    <a:pt x="1244" y="220"/>
                  </a:lnTo>
                  <a:lnTo>
                    <a:pt x="1250" y="216"/>
                  </a:lnTo>
                  <a:lnTo>
                    <a:pt x="1258" y="211"/>
                  </a:lnTo>
                  <a:lnTo>
                    <a:pt x="1267" y="209"/>
                  </a:lnTo>
                  <a:lnTo>
                    <a:pt x="1275" y="212"/>
                  </a:lnTo>
                  <a:lnTo>
                    <a:pt x="1281" y="219"/>
                  </a:lnTo>
                  <a:lnTo>
                    <a:pt x="1285" y="225"/>
                  </a:lnTo>
                  <a:lnTo>
                    <a:pt x="1290" y="228"/>
                  </a:lnTo>
                  <a:lnTo>
                    <a:pt x="1295" y="230"/>
                  </a:lnTo>
                  <a:lnTo>
                    <a:pt x="1301" y="232"/>
                  </a:lnTo>
                  <a:lnTo>
                    <a:pt x="1306" y="235"/>
                  </a:lnTo>
                  <a:lnTo>
                    <a:pt x="1311" y="237"/>
                  </a:lnTo>
                  <a:lnTo>
                    <a:pt x="1319" y="238"/>
                  </a:lnTo>
                  <a:lnTo>
                    <a:pt x="1328" y="239"/>
                  </a:lnTo>
                  <a:lnTo>
                    <a:pt x="1334" y="242"/>
                  </a:lnTo>
                  <a:lnTo>
                    <a:pt x="1335" y="247"/>
                  </a:lnTo>
                  <a:lnTo>
                    <a:pt x="1331" y="253"/>
                  </a:lnTo>
                  <a:lnTo>
                    <a:pt x="1326" y="258"/>
                  </a:lnTo>
                  <a:lnTo>
                    <a:pt x="1326" y="263"/>
                  </a:lnTo>
                  <a:close/>
                </a:path>
              </a:pathLst>
            </a:custGeom>
            <a:solidFill>
              <a:srgbClr val="56BFA2">
                <a:alpha val="11100"/>
              </a:srgbClr>
            </a:solidFill>
            <a:ln>
              <a:noFill/>
            </a:ln>
          </p:spPr>
          <p:txBody>
            <a:bodyPr anchor="ctr"/>
            <a:lstStyle/>
            <a:p>
              <a:pPr algn="ctr">
                <a:buNone/>
              </a:pPr>
            </a:p>
          </p:txBody>
        </p:sp>
        <p:sp>
          <p:nvSpPr>
            <p:cNvPr id="2926" name="addition:input:49"/>
            <p:cNvSpPr>
              <a:spLocks noGrp="1"/>
            </p:cNvSpPr>
            <p:nvPr/>
          </p:nvSpPr>
          <p:spPr>
            <a:xfrm>
              <a:off x="209550" y="5438775"/>
              <a:ext cx="2080443" cy="526740"/>
            </a:xfrm>
            <a:custGeom>
              <a:avLst/>
              <a:gdLst/>
              <a:ahLst/>
              <a:cxnLst/>
              <a:rect l="l" t="t" r="r" b="b"/>
              <a:pathLst>
                <a:path w="1264" h="281">
                  <a:moveTo>
                    <a:pt x="0" y="0"/>
                  </a:moveTo>
                  <a:moveTo>
                    <a:pt x="1263" y="253"/>
                  </a:moveTo>
                  <a:lnTo>
                    <a:pt x="1264" y="256"/>
                  </a:lnTo>
                  <a:lnTo>
                    <a:pt x="1263" y="258"/>
                  </a:lnTo>
                  <a:lnTo>
                    <a:pt x="1260" y="260"/>
                  </a:lnTo>
                  <a:lnTo>
                    <a:pt x="1258" y="262"/>
                  </a:lnTo>
                  <a:lnTo>
                    <a:pt x="1257" y="264"/>
                  </a:lnTo>
                  <a:lnTo>
                    <a:pt x="1257" y="267"/>
                  </a:lnTo>
                  <a:lnTo>
                    <a:pt x="1256" y="269"/>
                  </a:lnTo>
                  <a:lnTo>
                    <a:pt x="1253" y="270"/>
                  </a:lnTo>
                  <a:lnTo>
                    <a:pt x="1248" y="270"/>
                  </a:lnTo>
                  <a:lnTo>
                    <a:pt x="1245" y="270"/>
                  </a:lnTo>
                  <a:lnTo>
                    <a:pt x="1242" y="271"/>
                  </a:lnTo>
                  <a:lnTo>
                    <a:pt x="1241" y="274"/>
                  </a:lnTo>
                  <a:lnTo>
                    <a:pt x="1239" y="277"/>
                  </a:lnTo>
                  <a:lnTo>
                    <a:pt x="1236" y="279"/>
                  </a:lnTo>
                  <a:lnTo>
                    <a:pt x="1233" y="280"/>
                  </a:lnTo>
                  <a:lnTo>
                    <a:pt x="1229" y="281"/>
                  </a:lnTo>
                  <a:lnTo>
                    <a:pt x="1226" y="281"/>
                  </a:lnTo>
                  <a:lnTo>
                    <a:pt x="1222" y="281"/>
                  </a:lnTo>
                  <a:lnTo>
                    <a:pt x="1218" y="279"/>
                  </a:lnTo>
                  <a:lnTo>
                    <a:pt x="1216" y="277"/>
                  </a:lnTo>
                  <a:lnTo>
                    <a:pt x="1214" y="274"/>
                  </a:lnTo>
                  <a:lnTo>
                    <a:pt x="1211" y="273"/>
                  </a:lnTo>
                  <a:lnTo>
                    <a:pt x="1208" y="273"/>
                  </a:lnTo>
                  <a:lnTo>
                    <a:pt x="1204" y="274"/>
                  </a:lnTo>
                  <a:lnTo>
                    <a:pt x="1201" y="274"/>
                  </a:lnTo>
                  <a:lnTo>
                    <a:pt x="1199" y="272"/>
                  </a:lnTo>
                  <a:lnTo>
                    <a:pt x="1199" y="269"/>
                  </a:lnTo>
                  <a:lnTo>
                    <a:pt x="1198" y="267"/>
                  </a:lnTo>
                  <a:lnTo>
                    <a:pt x="1195" y="266"/>
                  </a:lnTo>
                  <a:lnTo>
                    <a:pt x="1192" y="265"/>
                  </a:lnTo>
                  <a:lnTo>
                    <a:pt x="1190" y="263"/>
                  </a:lnTo>
                  <a:lnTo>
                    <a:pt x="1190" y="261"/>
                  </a:lnTo>
                  <a:lnTo>
                    <a:pt x="1191" y="258"/>
                  </a:lnTo>
                  <a:lnTo>
                    <a:pt x="1193" y="256"/>
                  </a:lnTo>
                  <a:lnTo>
                    <a:pt x="1194" y="253"/>
                  </a:lnTo>
                  <a:lnTo>
                    <a:pt x="1195" y="251"/>
                  </a:lnTo>
                  <a:lnTo>
                    <a:pt x="1198" y="249"/>
                  </a:lnTo>
                  <a:lnTo>
                    <a:pt x="1200" y="248"/>
                  </a:lnTo>
                  <a:lnTo>
                    <a:pt x="1201" y="246"/>
                  </a:lnTo>
                  <a:lnTo>
                    <a:pt x="1200" y="243"/>
                  </a:lnTo>
                  <a:lnTo>
                    <a:pt x="1198" y="240"/>
                  </a:lnTo>
                  <a:lnTo>
                    <a:pt x="1197" y="236"/>
                  </a:lnTo>
                  <a:lnTo>
                    <a:pt x="1198" y="234"/>
                  </a:lnTo>
                  <a:lnTo>
                    <a:pt x="1202" y="233"/>
                  </a:lnTo>
                  <a:lnTo>
                    <a:pt x="1206" y="233"/>
                  </a:lnTo>
                  <a:lnTo>
                    <a:pt x="1209" y="233"/>
                  </a:lnTo>
                  <a:lnTo>
                    <a:pt x="1211" y="231"/>
                  </a:lnTo>
                  <a:lnTo>
                    <a:pt x="1213" y="230"/>
                  </a:lnTo>
                  <a:lnTo>
                    <a:pt x="1215" y="230"/>
                  </a:lnTo>
                  <a:lnTo>
                    <a:pt x="1218" y="230"/>
                  </a:lnTo>
                  <a:lnTo>
                    <a:pt x="1220" y="230"/>
                  </a:lnTo>
                  <a:lnTo>
                    <a:pt x="1222" y="230"/>
                  </a:lnTo>
                  <a:lnTo>
                    <a:pt x="1225" y="229"/>
                  </a:lnTo>
                  <a:lnTo>
                    <a:pt x="1228" y="229"/>
                  </a:lnTo>
                  <a:lnTo>
                    <a:pt x="1230" y="229"/>
                  </a:lnTo>
                  <a:lnTo>
                    <a:pt x="1232" y="230"/>
                  </a:lnTo>
                  <a:lnTo>
                    <a:pt x="1235" y="230"/>
                  </a:lnTo>
                  <a:lnTo>
                    <a:pt x="1240" y="229"/>
                  </a:lnTo>
                  <a:lnTo>
                    <a:pt x="1244" y="229"/>
                  </a:lnTo>
                  <a:lnTo>
                    <a:pt x="1247" y="230"/>
                  </a:lnTo>
                  <a:lnTo>
                    <a:pt x="1248" y="233"/>
                  </a:lnTo>
                  <a:lnTo>
                    <a:pt x="1247" y="237"/>
                  </a:lnTo>
                  <a:lnTo>
                    <a:pt x="1247" y="240"/>
                  </a:lnTo>
                  <a:lnTo>
                    <a:pt x="1248" y="242"/>
                  </a:lnTo>
                  <a:lnTo>
                    <a:pt x="1251" y="243"/>
                  </a:lnTo>
                  <a:lnTo>
                    <a:pt x="1254" y="245"/>
                  </a:lnTo>
                  <a:lnTo>
                    <a:pt x="1256" y="247"/>
                  </a:lnTo>
                  <a:lnTo>
                    <a:pt x="1258" y="249"/>
                  </a:lnTo>
                  <a:lnTo>
                    <a:pt x="1260" y="251"/>
                  </a:lnTo>
                  <a:close/>
                </a:path>
              </a:pathLst>
            </a:custGeom>
            <a:solidFill>
              <a:srgbClr val="41B796">
                <a:alpha val="10800"/>
              </a:srgbClr>
            </a:solidFill>
            <a:ln>
              <a:noFill/>
            </a:ln>
          </p:spPr>
          <p:txBody>
            <a:bodyPr anchor="ctr"/>
            <a:lstStyle/>
            <a:p>
              <a:pPr algn="ctr">
                <a:buNone/>
              </a:pPr>
            </a:p>
          </p:txBody>
        </p:sp>
        <p:sp>
          <p:nvSpPr>
            <p:cNvPr id="2927" name="addition:input:50"/>
            <p:cNvSpPr>
              <a:spLocks noGrp="1"/>
            </p:cNvSpPr>
            <p:nvPr/>
          </p:nvSpPr>
          <p:spPr>
            <a:xfrm>
              <a:off x="209550" y="5438775"/>
              <a:ext cx="2147926" cy="498622"/>
            </a:xfrm>
            <a:custGeom>
              <a:avLst/>
              <a:gdLst/>
              <a:ahLst/>
              <a:cxnLst/>
              <a:rect l="l" t="t" r="r" b="b"/>
              <a:pathLst>
                <a:path w="1305" h="266">
                  <a:moveTo>
                    <a:pt x="0" y="0"/>
                  </a:moveTo>
                  <a:moveTo>
                    <a:pt x="1299" y="246"/>
                  </a:moveTo>
                  <a:lnTo>
                    <a:pt x="1302" y="247"/>
                  </a:lnTo>
                  <a:lnTo>
                    <a:pt x="1304" y="250"/>
                  </a:lnTo>
                  <a:lnTo>
                    <a:pt x="1305" y="252"/>
                  </a:lnTo>
                  <a:lnTo>
                    <a:pt x="1303" y="253"/>
                  </a:lnTo>
                  <a:lnTo>
                    <a:pt x="1299" y="254"/>
                  </a:lnTo>
                  <a:lnTo>
                    <a:pt x="1296" y="255"/>
                  </a:lnTo>
                  <a:lnTo>
                    <a:pt x="1294" y="256"/>
                  </a:lnTo>
                  <a:lnTo>
                    <a:pt x="1293" y="257"/>
                  </a:lnTo>
                  <a:lnTo>
                    <a:pt x="1293" y="259"/>
                  </a:lnTo>
                  <a:lnTo>
                    <a:pt x="1291" y="260"/>
                  </a:lnTo>
                  <a:lnTo>
                    <a:pt x="1288" y="261"/>
                  </a:lnTo>
                  <a:lnTo>
                    <a:pt x="1286" y="262"/>
                  </a:lnTo>
                  <a:lnTo>
                    <a:pt x="1284" y="263"/>
                  </a:lnTo>
                  <a:lnTo>
                    <a:pt x="1282" y="264"/>
                  </a:lnTo>
                  <a:lnTo>
                    <a:pt x="1279" y="265"/>
                  </a:lnTo>
                  <a:lnTo>
                    <a:pt x="1276" y="265"/>
                  </a:lnTo>
                  <a:lnTo>
                    <a:pt x="1274" y="265"/>
                  </a:lnTo>
                  <a:lnTo>
                    <a:pt x="1271" y="265"/>
                  </a:lnTo>
                  <a:lnTo>
                    <a:pt x="1268" y="266"/>
                  </a:lnTo>
                  <a:lnTo>
                    <a:pt x="1265" y="266"/>
                  </a:lnTo>
                  <a:lnTo>
                    <a:pt x="1262" y="265"/>
                  </a:lnTo>
                  <a:lnTo>
                    <a:pt x="1261" y="262"/>
                  </a:lnTo>
                  <a:lnTo>
                    <a:pt x="1260" y="260"/>
                  </a:lnTo>
                  <a:lnTo>
                    <a:pt x="1259" y="258"/>
                  </a:lnTo>
                  <a:lnTo>
                    <a:pt x="1256" y="259"/>
                  </a:lnTo>
                  <a:lnTo>
                    <a:pt x="1253" y="259"/>
                  </a:lnTo>
                  <a:lnTo>
                    <a:pt x="1250" y="259"/>
                  </a:lnTo>
                  <a:lnTo>
                    <a:pt x="1248" y="258"/>
                  </a:lnTo>
                  <a:lnTo>
                    <a:pt x="1247" y="256"/>
                  </a:lnTo>
                  <a:lnTo>
                    <a:pt x="1245" y="255"/>
                  </a:lnTo>
                  <a:lnTo>
                    <a:pt x="1244" y="253"/>
                  </a:lnTo>
                  <a:lnTo>
                    <a:pt x="1244" y="251"/>
                  </a:lnTo>
                  <a:lnTo>
                    <a:pt x="1246" y="249"/>
                  </a:lnTo>
                  <a:lnTo>
                    <a:pt x="1248" y="247"/>
                  </a:lnTo>
                  <a:lnTo>
                    <a:pt x="1249" y="246"/>
                  </a:lnTo>
                  <a:lnTo>
                    <a:pt x="1249" y="244"/>
                  </a:lnTo>
                  <a:lnTo>
                    <a:pt x="1248" y="242"/>
                  </a:lnTo>
                  <a:lnTo>
                    <a:pt x="1248" y="240"/>
                  </a:lnTo>
                  <a:lnTo>
                    <a:pt x="1250" y="239"/>
                  </a:lnTo>
                  <a:lnTo>
                    <a:pt x="1253" y="238"/>
                  </a:lnTo>
                  <a:lnTo>
                    <a:pt x="1255" y="237"/>
                  </a:lnTo>
                  <a:lnTo>
                    <a:pt x="1255" y="235"/>
                  </a:lnTo>
                  <a:lnTo>
                    <a:pt x="1254" y="233"/>
                  </a:lnTo>
                  <a:lnTo>
                    <a:pt x="1254" y="230"/>
                  </a:lnTo>
                  <a:lnTo>
                    <a:pt x="1256" y="228"/>
                  </a:lnTo>
                  <a:lnTo>
                    <a:pt x="1258" y="228"/>
                  </a:lnTo>
                  <a:lnTo>
                    <a:pt x="1261" y="228"/>
                  </a:lnTo>
                  <a:lnTo>
                    <a:pt x="1263" y="228"/>
                  </a:lnTo>
                  <a:lnTo>
                    <a:pt x="1265" y="228"/>
                  </a:lnTo>
                  <a:lnTo>
                    <a:pt x="1268" y="228"/>
                  </a:lnTo>
                  <a:lnTo>
                    <a:pt x="1270" y="229"/>
                  </a:lnTo>
                  <a:lnTo>
                    <a:pt x="1271" y="230"/>
                  </a:lnTo>
                  <a:lnTo>
                    <a:pt x="1273" y="229"/>
                  </a:lnTo>
                  <a:lnTo>
                    <a:pt x="1275" y="227"/>
                  </a:lnTo>
                  <a:lnTo>
                    <a:pt x="1278" y="225"/>
                  </a:lnTo>
                  <a:lnTo>
                    <a:pt x="1280" y="225"/>
                  </a:lnTo>
                  <a:lnTo>
                    <a:pt x="1282" y="227"/>
                  </a:lnTo>
                  <a:lnTo>
                    <a:pt x="1283" y="229"/>
                  </a:lnTo>
                  <a:lnTo>
                    <a:pt x="1285" y="230"/>
                  </a:lnTo>
                  <a:lnTo>
                    <a:pt x="1288" y="230"/>
                  </a:lnTo>
                  <a:lnTo>
                    <a:pt x="1290" y="231"/>
                  </a:lnTo>
                  <a:lnTo>
                    <a:pt x="1292" y="232"/>
                  </a:lnTo>
                  <a:lnTo>
                    <a:pt x="1293" y="234"/>
                  </a:lnTo>
                  <a:lnTo>
                    <a:pt x="1293" y="236"/>
                  </a:lnTo>
                  <a:lnTo>
                    <a:pt x="1294" y="238"/>
                  </a:lnTo>
                  <a:lnTo>
                    <a:pt x="1295" y="239"/>
                  </a:lnTo>
                  <a:lnTo>
                    <a:pt x="1296" y="241"/>
                  </a:lnTo>
                  <a:lnTo>
                    <a:pt x="1297" y="243"/>
                  </a:lnTo>
                  <a:lnTo>
                    <a:pt x="1297" y="244"/>
                  </a:lnTo>
                  <a:close/>
                </a:path>
              </a:pathLst>
            </a:custGeom>
            <a:solidFill>
              <a:srgbClr val="41B796">
                <a:alpha val="10800"/>
              </a:srgbClr>
            </a:solidFill>
            <a:ln>
              <a:noFill/>
            </a:ln>
          </p:spPr>
          <p:txBody>
            <a:bodyPr anchor="ctr"/>
            <a:lstStyle/>
            <a:p>
              <a:pPr algn="ctr">
                <a:buNone/>
              </a:pPr>
            </a:p>
          </p:txBody>
        </p:sp>
        <p:sp>
          <p:nvSpPr>
            <p:cNvPr id="2928" name="addition:input:51"/>
            <p:cNvSpPr>
              <a:spLocks noGrp="1"/>
            </p:cNvSpPr>
            <p:nvPr/>
          </p:nvSpPr>
          <p:spPr>
            <a:xfrm>
              <a:off x="209550" y="5438775"/>
              <a:ext cx="2200595" cy="573603"/>
            </a:xfrm>
            <a:custGeom>
              <a:avLst/>
              <a:gdLst/>
              <a:ahLst/>
              <a:cxnLst/>
              <a:rect l="l" t="t" r="r" b="b"/>
              <a:pathLst>
                <a:path w="1337" h="306">
                  <a:moveTo>
                    <a:pt x="0" y="0"/>
                  </a:moveTo>
                  <a:moveTo>
                    <a:pt x="1334" y="279"/>
                  </a:moveTo>
                  <a:lnTo>
                    <a:pt x="1329" y="281"/>
                  </a:lnTo>
                  <a:lnTo>
                    <a:pt x="1324" y="283"/>
                  </a:lnTo>
                  <a:lnTo>
                    <a:pt x="1322" y="285"/>
                  </a:lnTo>
                  <a:lnTo>
                    <a:pt x="1323" y="287"/>
                  </a:lnTo>
                  <a:lnTo>
                    <a:pt x="1323" y="290"/>
                  </a:lnTo>
                  <a:lnTo>
                    <a:pt x="1322" y="292"/>
                  </a:lnTo>
                  <a:lnTo>
                    <a:pt x="1320" y="294"/>
                  </a:lnTo>
                  <a:lnTo>
                    <a:pt x="1318" y="296"/>
                  </a:lnTo>
                  <a:lnTo>
                    <a:pt x="1317" y="298"/>
                  </a:lnTo>
                  <a:lnTo>
                    <a:pt x="1315" y="300"/>
                  </a:lnTo>
                  <a:lnTo>
                    <a:pt x="1312" y="302"/>
                  </a:lnTo>
                  <a:lnTo>
                    <a:pt x="1308" y="302"/>
                  </a:lnTo>
                  <a:lnTo>
                    <a:pt x="1305" y="302"/>
                  </a:lnTo>
                  <a:lnTo>
                    <a:pt x="1302" y="303"/>
                  </a:lnTo>
                  <a:lnTo>
                    <a:pt x="1300" y="305"/>
                  </a:lnTo>
                  <a:lnTo>
                    <a:pt x="1297" y="306"/>
                  </a:lnTo>
                  <a:lnTo>
                    <a:pt x="1294" y="305"/>
                  </a:lnTo>
                  <a:lnTo>
                    <a:pt x="1291" y="303"/>
                  </a:lnTo>
                  <a:lnTo>
                    <a:pt x="1289" y="300"/>
                  </a:lnTo>
                  <a:lnTo>
                    <a:pt x="1287" y="299"/>
                  </a:lnTo>
                  <a:lnTo>
                    <a:pt x="1284" y="301"/>
                  </a:lnTo>
                  <a:lnTo>
                    <a:pt x="1281" y="303"/>
                  </a:lnTo>
                  <a:lnTo>
                    <a:pt x="1277" y="304"/>
                  </a:lnTo>
                  <a:lnTo>
                    <a:pt x="1274" y="303"/>
                  </a:lnTo>
                  <a:lnTo>
                    <a:pt x="1271" y="301"/>
                  </a:lnTo>
                  <a:lnTo>
                    <a:pt x="1270" y="299"/>
                  </a:lnTo>
                  <a:lnTo>
                    <a:pt x="1268" y="297"/>
                  </a:lnTo>
                  <a:lnTo>
                    <a:pt x="1267" y="295"/>
                  </a:lnTo>
                  <a:lnTo>
                    <a:pt x="1267" y="292"/>
                  </a:lnTo>
                  <a:lnTo>
                    <a:pt x="1268" y="289"/>
                  </a:lnTo>
                  <a:lnTo>
                    <a:pt x="1268" y="287"/>
                  </a:lnTo>
                  <a:lnTo>
                    <a:pt x="1265" y="285"/>
                  </a:lnTo>
                  <a:lnTo>
                    <a:pt x="1261" y="284"/>
                  </a:lnTo>
                  <a:lnTo>
                    <a:pt x="1259" y="282"/>
                  </a:lnTo>
                  <a:lnTo>
                    <a:pt x="1259" y="279"/>
                  </a:lnTo>
                  <a:lnTo>
                    <a:pt x="1261" y="277"/>
                  </a:lnTo>
                  <a:lnTo>
                    <a:pt x="1262" y="275"/>
                  </a:lnTo>
                  <a:lnTo>
                    <a:pt x="1260" y="273"/>
                  </a:lnTo>
                  <a:lnTo>
                    <a:pt x="1258" y="270"/>
                  </a:lnTo>
                  <a:lnTo>
                    <a:pt x="1256" y="267"/>
                  </a:lnTo>
                  <a:lnTo>
                    <a:pt x="1258" y="265"/>
                  </a:lnTo>
                  <a:lnTo>
                    <a:pt x="1261" y="263"/>
                  </a:lnTo>
                  <a:lnTo>
                    <a:pt x="1264" y="262"/>
                  </a:lnTo>
                  <a:lnTo>
                    <a:pt x="1268" y="262"/>
                  </a:lnTo>
                  <a:lnTo>
                    <a:pt x="1270" y="261"/>
                  </a:lnTo>
                  <a:lnTo>
                    <a:pt x="1273" y="260"/>
                  </a:lnTo>
                  <a:lnTo>
                    <a:pt x="1276" y="260"/>
                  </a:lnTo>
                  <a:lnTo>
                    <a:pt x="1279" y="259"/>
                  </a:lnTo>
                  <a:lnTo>
                    <a:pt x="1281" y="257"/>
                  </a:lnTo>
                  <a:lnTo>
                    <a:pt x="1283" y="254"/>
                  </a:lnTo>
                  <a:lnTo>
                    <a:pt x="1286" y="251"/>
                  </a:lnTo>
                  <a:lnTo>
                    <a:pt x="1290" y="250"/>
                  </a:lnTo>
                  <a:lnTo>
                    <a:pt x="1294" y="251"/>
                  </a:lnTo>
                  <a:lnTo>
                    <a:pt x="1298" y="254"/>
                  </a:lnTo>
                  <a:lnTo>
                    <a:pt x="1301" y="255"/>
                  </a:lnTo>
                  <a:lnTo>
                    <a:pt x="1305" y="256"/>
                  </a:lnTo>
                  <a:lnTo>
                    <a:pt x="1309" y="256"/>
                  </a:lnTo>
                  <a:lnTo>
                    <a:pt x="1312" y="256"/>
                  </a:lnTo>
                  <a:lnTo>
                    <a:pt x="1315" y="259"/>
                  </a:lnTo>
                  <a:lnTo>
                    <a:pt x="1317" y="261"/>
                  </a:lnTo>
                  <a:lnTo>
                    <a:pt x="1319" y="263"/>
                  </a:lnTo>
                  <a:lnTo>
                    <a:pt x="1321" y="264"/>
                  </a:lnTo>
                  <a:lnTo>
                    <a:pt x="1324" y="265"/>
                  </a:lnTo>
                  <a:lnTo>
                    <a:pt x="1326" y="267"/>
                  </a:lnTo>
                  <a:lnTo>
                    <a:pt x="1328" y="269"/>
                  </a:lnTo>
                  <a:lnTo>
                    <a:pt x="1330" y="270"/>
                  </a:lnTo>
                  <a:lnTo>
                    <a:pt x="1333" y="272"/>
                  </a:lnTo>
                  <a:lnTo>
                    <a:pt x="1337" y="274"/>
                  </a:lnTo>
                  <a:lnTo>
                    <a:pt x="1337" y="277"/>
                  </a:lnTo>
                  <a:close/>
                </a:path>
              </a:pathLst>
            </a:custGeom>
            <a:solidFill>
              <a:srgbClr val="41B796">
                <a:alpha val="10800"/>
              </a:srgbClr>
            </a:solidFill>
            <a:ln>
              <a:noFill/>
            </a:ln>
          </p:spPr>
          <p:txBody>
            <a:bodyPr anchor="ctr"/>
            <a:lstStyle/>
            <a:p>
              <a:pPr algn="ctr">
                <a:buNone/>
              </a:pPr>
            </a:p>
          </p:txBody>
        </p:sp>
        <p:sp>
          <p:nvSpPr>
            <p:cNvPr id="2929" name="addition:input:52"/>
            <p:cNvSpPr>
              <a:spLocks noGrp="1"/>
            </p:cNvSpPr>
            <p:nvPr/>
          </p:nvSpPr>
          <p:spPr>
            <a:xfrm>
              <a:off x="209550" y="5438775"/>
              <a:ext cx="2096902" cy="594223"/>
            </a:xfrm>
            <a:custGeom>
              <a:avLst/>
              <a:gdLst/>
              <a:ahLst/>
              <a:cxnLst/>
              <a:rect l="l" t="t" r="r" b="b"/>
              <a:pathLst>
                <a:path w="1274" h="317">
                  <a:moveTo>
                    <a:pt x="0" y="0"/>
                  </a:moveTo>
                  <a:moveTo>
                    <a:pt x="1270" y="294"/>
                  </a:moveTo>
                  <a:lnTo>
                    <a:pt x="1272" y="296"/>
                  </a:lnTo>
                  <a:lnTo>
                    <a:pt x="1272" y="298"/>
                  </a:lnTo>
                  <a:lnTo>
                    <a:pt x="1271" y="299"/>
                  </a:lnTo>
                  <a:lnTo>
                    <a:pt x="1269" y="301"/>
                  </a:lnTo>
                  <a:lnTo>
                    <a:pt x="1267" y="302"/>
                  </a:lnTo>
                  <a:lnTo>
                    <a:pt x="1267" y="304"/>
                  </a:lnTo>
                  <a:lnTo>
                    <a:pt x="1268" y="307"/>
                  </a:lnTo>
                  <a:lnTo>
                    <a:pt x="1269" y="310"/>
                  </a:lnTo>
                  <a:lnTo>
                    <a:pt x="1268" y="312"/>
                  </a:lnTo>
                  <a:lnTo>
                    <a:pt x="1265" y="312"/>
                  </a:lnTo>
                  <a:lnTo>
                    <a:pt x="1261" y="312"/>
                  </a:lnTo>
                  <a:lnTo>
                    <a:pt x="1258" y="312"/>
                  </a:lnTo>
                  <a:lnTo>
                    <a:pt x="1256" y="312"/>
                  </a:lnTo>
                  <a:lnTo>
                    <a:pt x="1254" y="312"/>
                  </a:lnTo>
                  <a:lnTo>
                    <a:pt x="1251" y="312"/>
                  </a:lnTo>
                  <a:lnTo>
                    <a:pt x="1249" y="312"/>
                  </a:lnTo>
                  <a:lnTo>
                    <a:pt x="1247" y="313"/>
                  </a:lnTo>
                  <a:lnTo>
                    <a:pt x="1245" y="315"/>
                  </a:lnTo>
                  <a:lnTo>
                    <a:pt x="1242" y="317"/>
                  </a:lnTo>
                  <a:lnTo>
                    <a:pt x="1239" y="317"/>
                  </a:lnTo>
                  <a:lnTo>
                    <a:pt x="1236" y="316"/>
                  </a:lnTo>
                  <a:lnTo>
                    <a:pt x="1234" y="314"/>
                  </a:lnTo>
                  <a:lnTo>
                    <a:pt x="1232" y="312"/>
                  </a:lnTo>
                  <a:lnTo>
                    <a:pt x="1229" y="311"/>
                  </a:lnTo>
                  <a:lnTo>
                    <a:pt x="1225" y="311"/>
                  </a:lnTo>
                  <a:lnTo>
                    <a:pt x="1222" y="310"/>
                  </a:lnTo>
                  <a:lnTo>
                    <a:pt x="1221" y="308"/>
                  </a:lnTo>
                  <a:lnTo>
                    <a:pt x="1221" y="306"/>
                  </a:lnTo>
                  <a:lnTo>
                    <a:pt x="1220" y="304"/>
                  </a:lnTo>
                  <a:lnTo>
                    <a:pt x="1219" y="302"/>
                  </a:lnTo>
                  <a:lnTo>
                    <a:pt x="1216" y="301"/>
                  </a:lnTo>
                  <a:lnTo>
                    <a:pt x="1214" y="299"/>
                  </a:lnTo>
                  <a:lnTo>
                    <a:pt x="1213" y="297"/>
                  </a:lnTo>
                  <a:lnTo>
                    <a:pt x="1211" y="296"/>
                  </a:lnTo>
                  <a:lnTo>
                    <a:pt x="1209" y="294"/>
                  </a:lnTo>
                  <a:lnTo>
                    <a:pt x="1206" y="292"/>
                  </a:lnTo>
                  <a:lnTo>
                    <a:pt x="1205" y="289"/>
                  </a:lnTo>
                  <a:lnTo>
                    <a:pt x="1208" y="287"/>
                  </a:lnTo>
                  <a:lnTo>
                    <a:pt x="1212" y="286"/>
                  </a:lnTo>
                  <a:lnTo>
                    <a:pt x="1217" y="285"/>
                  </a:lnTo>
                  <a:lnTo>
                    <a:pt x="1219" y="284"/>
                  </a:lnTo>
                  <a:lnTo>
                    <a:pt x="1220" y="282"/>
                  </a:lnTo>
                  <a:lnTo>
                    <a:pt x="1220" y="280"/>
                  </a:lnTo>
                  <a:lnTo>
                    <a:pt x="1221" y="278"/>
                  </a:lnTo>
                  <a:lnTo>
                    <a:pt x="1224" y="277"/>
                  </a:lnTo>
                  <a:lnTo>
                    <a:pt x="1227" y="276"/>
                  </a:lnTo>
                  <a:lnTo>
                    <a:pt x="1229" y="275"/>
                  </a:lnTo>
                  <a:lnTo>
                    <a:pt x="1232" y="274"/>
                  </a:lnTo>
                  <a:lnTo>
                    <a:pt x="1235" y="272"/>
                  </a:lnTo>
                  <a:lnTo>
                    <a:pt x="1238" y="272"/>
                  </a:lnTo>
                  <a:lnTo>
                    <a:pt x="1241" y="272"/>
                  </a:lnTo>
                  <a:lnTo>
                    <a:pt x="1244" y="272"/>
                  </a:lnTo>
                  <a:lnTo>
                    <a:pt x="1248" y="271"/>
                  </a:lnTo>
                  <a:lnTo>
                    <a:pt x="1251" y="271"/>
                  </a:lnTo>
                  <a:lnTo>
                    <a:pt x="1254" y="272"/>
                  </a:lnTo>
                  <a:lnTo>
                    <a:pt x="1255" y="274"/>
                  </a:lnTo>
                  <a:lnTo>
                    <a:pt x="1257" y="277"/>
                  </a:lnTo>
                  <a:lnTo>
                    <a:pt x="1258" y="279"/>
                  </a:lnTo>
                  <a:lnTo>
                    <a:pt x="1261" y="278"/>
                  </a:lnTo>
                  <a:lnTo>
                    <a:pt x="1265" y="277"/>
                  </a:lnTo>
                  <a:lnTo>
                    <a:pt x="1269" y="277"/>
                  </a:lnTo>
                  <a:lnTo>
                    <a:pt x="1271" y="278"/>
                  </a:lnTo>
                  <a:lnTo>
                    <a:pt x="1272" y="280"/>
                  </a:lnTo>
                  <a:lnTo>
                    <a:pt x="1273" y="282"/>
                  </a:lnTo>
                  <a:lnTo>
                    <a:pt x="1273" y="284"/>
                  </a:lnTo>
                  <a:lnTo>
                    <a:pt x="1274" y="286"/>
                  </a:lnTo>
                  <a:lnTo>
                    <a:pt x="1273" y="288"/>
                  </a:lnTo>
                  <a:lnTo>
                    <a:pt x="1272" y="290"/>
                  </a:lnTo>
                  <a:lnTo>
                    <a:pt x="1270" y="292"/>
                  </a:lnTo>
                  <a:close/>
                </a:path>
              </a:pathLst>
            </a:custGeom>
            <a:solidFill>
              <a:srgbClr val="41B796">
                <a:alpha val="10800"/>
              </a:srgbClr>
            </a:solidFill>
            <a:ln>
              <a:noFill/>
            </a:ln>
          </p:spPr>
          <p:txBody>
            <a:bodyPr anchor="ctr"/>
            <a:lstStyle/>
            <a:p>
              <a:pPr algn="ctr">
                <a:buNone/>
              </a:pPr>
            </a:p>
          </p:txBody>
        </p:sp>
        <p:sp>
          <p:nvSpPr>
            <p:cNvPr id="2930" name="addition:input:53"/>
            <p:cNvSpPr>
              <a:spLocks noGrp="1"/>
            </p:cNvSpPr>
            <p:nvPr/>
          </p:nvSpPr>
          <p:spPr>
            <a:xfrm>
              <a:off x="209550" y="5438775"/>
              <a:ext cx="2384938" cy="821040"/>
            </a:xfrm>
            <a:custGeom>
              <a:avLst/>
              <a:gdLst/>
              <a:ahLst/>
              <a:cxnLst/>
              <a:rect l="l" t="t" r="r" b="b"/>
              <a:pathLst>
                <a:path w="1449" h="438">
                  <a:moveTo>
                    <a:pt x="0" y="0"/>
                  </a:moveTo>
                  <a:moveTo>
                    <a:pt x="1422" y="349"/>
                  </a:moveTo>
                  <a:lnTo>
                    <a:pt x="1435" y="357"/>
                  </a:lnTo>
                  <a:lnTo>
                    <a:pt x="1446" y="366"/>
                  </a:lnTo>
                  <a:lnTo>
                    <a:pt x="1449" y="375"/>
                  </a:lnTo>
                  <a:lnTo>
                    <a:pt x="1439" y="382"/>
                  </a:lnTo>
                  <a:lnTo>
                    <a:pt x="1423" y="385"/>
                  </a:lnTo>
                  <a:lnTo>
                    <a:pt x="1408" y="387"/>
                  </a:lnTo>
                  <a:lnTo>
                    <a:pt x="1401" y="392"/>
                  </a:lnTo>
                  <a:lnTo>
                    <a:pt x="1398" y="399"/>
                  </a:lnTo>
                  <a:lnTo>
                    <a:pt x="1395" y="406"/>
                  </a:lnTo>
                  <a:lnTo>
                    <a:pt x="1387" y="411"/>
                  </a:lnTo>
                  <a:lnTo>
                    <a:pt x="1377" y="414"/>
                  </a:lnTo>
                  <a:lnTo>
                    <a:pt x="1367" y="418"/>
                  </a:lnTo>
                  <a:lnTo>
                    <a:pt x="1358" y="423"/>
                  </a:lnTo>
                  <a:lnTo>
                    <a:pt x="1349" y="429"/>
                  </a:lnTo>
                  <a:lnTo>
                    <a:pt x="1338" y="433"/>
                  </a:lnTo>
                  <a:lnTo>
                    <a:pt x="1325" y="433"/>
                  </a:lnTo>
                  <a:lnTo>
                    <a:pt x="1313" y="432"/>
                  </a:lnTo>
                  <a:lnTo>
                    <a:pt x="1300" y="434"/>
                  </a:lnTo>
                  <a:lnTo>
                    <a:pt x="1287" y="438"/>
                  </a:lnTo>
                  <a:lnTo>
                    <a:pt x="1274" y="438"/>
                  </a:lnTo>
                  <a:lnTo>
                    <a:pt x="1264" y="432"/>
                  </a:lnTo>
                  <a:lnTo>
                    <a:pt x="1258" y="421"/>
                  </a:lnTo>
                  <a:lnTo>
                    <a:pt x="1254" y="409"/>
                  </a:lnTo>
                  <a:lnTo>
                    <a:pt x="1249" y="404"/>
                  </a:lnTo>
                  <a:lnTo>
                    <a:pt x="1238" y="404"/>
                  </a:lnTo>
                  <a:lnTo>
                    <a:pt x="1223" y="406"/>
                  </a:lnTo>
                  <a:lnTo>
                    <a:pt x="1210" y="405"/>
                  </a:lnTo>
                  <a:lnTo>
                    <a:pt x="1201" y="401"/>
                  </a:lnTo>
                  <a:lnTo>
                    <a:pt x="1196" y="394"/>
                  </a:lnTo>
                  <a:lnTo>
                    <a:pt x="1191" y="388"/>
                  </a:lnTo>
                  <a:lnTo>
                    <a:pt x="1187" y="381"/>
                  </a:lnTo>
                  <a:lnTo>
                    <a:pt x="1186" y="373"/>
                  </a:lnTo>
                  <a:lnTo>
                    <a:pt x="1192" y="364"/>
                  </a:lnTo>
                  <a:lnTo>
                    <a:pt x="1201" y="356"/>
                  </a:lnTo>
                  <a:lnTo>
                    <a:pt x="1206" y="349"/>
                  </a:lnTo>
                  <a:lnTo>
                    <a:pt x="1205" y="342"/>
                  </a:lnTo>
                  <a:lnTo>
                    <a:pt x="1201" y="334"/>
                  </a:lnTo>
                  <a:lnTo>
                    <a:pt x="1202" y="327"/>
                  </a:lnTo>
                  <a:lnTo>
                    <a:pt x="1211" y="321"/>
                  </a:lnTo>
                  <a:lnTo>
                    <a:pt x="1223" y="317"/>
                  </a:lnTo>
                  <a:lnTo>
                    <a:pt x="1231" y="312"/>
                  </a:lnTo>
                  <a:lnTo>
                    <a:pt x="1231" y="304"/>
                  </a:lnTo>
                  <a:lnTo>
                    <a:pt x="1228" y="293"/>
                  </a:lnTo>
                  <a:lnTo>
                    <a:pt x="1228" y="282"/>
                  </a:lnTo>
                  <a:lnTo>
                    <a:pt x="1234" y="275"/>
                  </a:lnTo>
                  <a:lnTo>
                    <a:pt x="1246" y="273"/>
                  </a:lnTo>
                  <a:lnTo>
                    <a:pt x="1257" y="273"/>
                  </a:lnTo>
                  <a:lnTo>
                    <a:pt x="1268" y="272"/>
                  </a:lnTo>
                  <a:lnTo>
                    <a:pt x="1277" y="272"/>
                  </a:lnTo>
                  <a:lnTo>
                    <a:pt x="1287" y="275"/>
                  </a:lnTo>
                  <a:lnTo>
                    <a:pt x="1296" y="279"/>
                  </a:lnTo>
                  <a:lnTo>
                    <a:pt x="1303" y="281"/>
                  </a:lnTo>
                  <a:lnTo>
                    <a:pt x="1310" y="277"/>
                  </a:lnTo>
                  <a:lnTo>
                    <a:pt x="1320" y="269"/>
                  </a:lnTo>
                  <a:lnTo>
                    <a:pt x="1331" y="262"/>
                  </a:lnTo>
                  <a:lnTo>
                    <a:pt x="1342" y="262"/>
                  </a:lnTo>
                  <a:lnTo>
                    <a:pt x="1349" y="269"/>
                  </a:lnTo>
                  <a:lnTo>
                    <a:pt x="1355" y="277"/>
                  </a:lnTo>
                  <a:lnTo>
                    <a:pt x="1362" y="282"/>
                  </a:lnTo>
                  <a:lnTo>
                    <a:pt x="1373" y="284"/>
                  </a:lnTo>
                  <a:lnTo>
                    <a:pt x="1386" y="286"/>
                  </a:lnTo>
                  <a:lnTo>
                    <a:pt x="1394" y="291"/>
                  </a:lnTo>
                  <a:lnTo>
                    <a:pt x="1397" y="300"/>
                  </a:lnTo>
                  <a:lnTo>
                    <a:pt x="1397" y="309"/>
                  </a:lnTo>
                  <a:lnTo>
                    <a:pt x="1399" y="316"/>
                  </a:lnTo>
                  <a:lnTo>
                    <a:pt x="1404" y="323"/>
                  </a:lnTo>
                  <a:lnTo>
                    <a:pt x="1409" y="329"/>
                  </a:lnTo>
                  <a:lnTo>
                    <a:pt x="1412" y="336"/>
                  </a:lnTo>
                  <a:lnTo>
                    <a:pt x="1415" y="342"/>
                  </a:lnTo>
                  <a:close/>
                </a:path>
              </a:pathLst>
            </a:custGeom>
            <a:solidFill>
              <a:srgbClr val="EFD4E3">
                <a:alpha val="12900"/>
              </a:srgbClr>
            </a:solidFill>
            <a:ln>
              <a:noFill/>
            </a:ln>
          </p:spPr>
          <p:txBody>
            <a:bodyPr anchor="ctr"/>
            <a:lstStyle/>
            <a:p>
              <a:pPr algn="ctr">
                <a:buNone/>
              </a:pPr>
            </a:p>
          </p:txBody>
        </p:sp>
        <p:sp>
          <p:nvSpPr>
            <p:cNvPr id="2931" name="addition:input:54"/>
            <p:cNvSpPr>
              <a:spLocks noGrp="1"/>
            </p:cNvSpPr>
            <p:nvPr/>
          </p:nvSpPr>
          <p:spPr>
            <a:xfrm>
              <a:off x="209550" y="5438775"/>
              <a:ext cx="2299350" cy="804169"/>
            </a:xfrm>
            <a:custGeom>
              <a:avLst/>
              <a:gdLst/>
              <a:ahLst/>
              <a:cxnLst/>
              <a:rect l="l" t="t" r="r" b="b"/>
              <a:pathLst>
                <a:path w="1397" h="429">
                  <a:moveTo>
                    <a:pt x="0" y="0"/>
                  </a:moveTo>
                  <a:moveTo>
                    <a:pt x="1385" y="354"/>
                  </a:moveTo>
                  <a:lnTo>
                    <a:pt x="1388" y="360"/>
                  </a:lnTo>
                  <a:lnTo>
                    <a:pt x="1389" y="366"/>
                  </a:lnTo>
                  <a:lnTo>
                    <a:pt x="1388" y="372"/>
                  </a:lnTo>
                  <a:lnTo>
                    <a:pt x="1387" y="378"/>
                  </a:lnTo>
                  <a:lnTo>
                    <a:pt x="1391" y="385"/>
                  </a:lnTo>
                  <a:lnTo>
                    <a:pt x="1396" y="394"/>
                  </a:lnTo>
                  <a:lnTo>
                    <a:pt x="1397" y="403"/>
                  </a:lnTo>
                  <a:lnTo>
                    <a:pt x="1389" y="407"/>
                  </a:lnTo>
                  <a:lnTo>
                    <a:pt x="1376" y="407"/>
                  </a:lnTo>
                  <a:lnTo>
                    <a:pt x="1362" y="404"/>
                  </a:lnTo>
                  <a:lnTo>
                    <a:pt x="1353" y="403"/>
                  </a:lnTo>
                  <a:lnTo>
                    <a:pt x="1348" y="407"/>
                  </a:lnTo>
                  <a:lnTo>
                    <a:pt x="1345" y="413"/>
                  </a:lnTo>
                  <a:lnTo>
                    <a:pt x="1339" y="419"/>
                  </a:lnTo>
                  <a:lnTo>
                    <a:pt x="1331" y="421"/>
                  </a:lnTo>
                  <a:lnTo>
                    <a:pt x="1323" y="422"/>
                  </a:lnTo>
                  <a:lnTo>
                    <a:pt x="1314" y="425"/>
                  </a:lnTo>
                  <a:lnTo>
                    <a:pt x="1305" y="428"/>
                  </a:lnTo>
                  <a:lnTo>
                    <a:pt x="1294" y="429"/>
                  </a:lnTo>
                  <a:lnTo>
                    <a:pt x="1285" y="426"/>
                  </a:lnTo>
                  <a:lnTo>
                    <a:pt x="1276" y="422"/>
                  </a:lnTo>
                  <a:lnTo>
                    <a:pt x="1267" y="418"/>
                  </a:lnTo>
                  <a:lnTo>
                    <a:pt x="1256" y="417"/>
                  </a:lnTo>
                  <a:lnTo>
                    <a:pt x="1245" y="416"/>
                  </a:lnTo>
                  <a:lnTo>
                    <a:pt x="1236" y="412"/>
                  </a:lnTo>
                  <a:lnTo>
                    <a:pt x="1233" y="404"/>
                  </a:lnTo>
                  <a:lnTo>
                    <a:pt x="1234" y="394"/>
                  </a:lnTo>
                  <a:lnTo>
                    <a:pt x="1233" y="387"/>
                  </a:lnTo>
                  <a:lnTo>
                    <a:pt x="1225" y="384"/>
                  </a:lnTo>
                  <a:lnTo>
                    <a:pt x="1212" y="383"/>
                  </a:lnTo>
                  <a:lnTo>
                    <a:pt x="1198" y="380"/>
                  </a:lnTo>
                  <a:lnTo>
                    <a:pt x="1190" y="375"/>
                  </a:lnTo>
                  <a:lnTo>
                    <a:pt x="1187" y="368"/>
                  </a:lnTo>
                  <a:lnTo>
                    <a:pt x="1187" y="361"/>
                  </a:lnTo>
                  <a:lnTo>
                    <a:pt x="1187" y="354"/>
                  </a:lnTo>
                  <a:lnTo>
                    <a:pt x="1190" y="347"/>
                  </a:lnTo>
                  <a:lnTo>
                    <a:pt x="1197" y="341"/>
                  </a:lnTo>
                  <a:lnTo>
                    <a:pt x="1207" y="336"/>
                  </a:lnTo>
                  <a:lnTo>
                    <a:pt x="1217" y="332"/>
                  </a:lnTo>
                  <a:lnTo>
                    <a:pt x="1221" y="327"/>
                  </a:lnTo>
                  <a:lnTo>
                    <a:pt x="1220" y="320"/>
                  </a:lnTo>
                  <a:lnTo>
                    <a:pt x="1221" y="312"/>
                  </a:lnTo>
                  <a:lnTo>
                    <a:pt x="1227" y="307"/>
                  </a:lnTo>
                  <a:lnTo>
                    <a:pt x="1238" y="304"/>
                  </a:lnTo>
                  <a:lnTo>
                    <a:pt x="1249" y="303"/>
                  </a:lnTo>
                  <a:lnTo>
                    <a:pt x="1256" y="299"/>
                  </a:lnTo>
                  <a:lnTo>
                    <a:pt x="1261" y="292"/>
                  </a:lnTo>
                  <a:lnTo>
                    <a:pt x="1266" y="283"/>
                  </a:lnTo>
                  <a:lnTo>
                    <a:pt x="1275" y="278"/>
                  </a:lnTo>
                  <a:lnTo>
                    <a:pt x="1285" y="278"/>
                  </a:lnTo>
                  <a:lnTo>
                    <a:pt x="1296" y="281"/>
                  </a:lnTo>
                  <a:lnTo>
                    <a:pt x="1305" y="284"/>
                  </a:lnTo>
                  <a:lnTo>
                    <a:pt x="1314" y="287"/>
                  </a:lnTo>
                  <a:lnTo>
                    <a:pt x="1321" y="290"/>
                  </a:lnTo>
                  <a:lnTo>
                    <a:pt x="1327" y="294"/>
                  </a:lnTo>
                  <a:lnTo>
                    <a:pt x="1332" y="298"/>
                  </a:lnTo>
                  <a:lnTo>
                    <a:pt x="1339" y="298"/>
                  </a:lnTo>
                  <a:lnTo>
                    <a:pt x="1349" y="295"/>
                  </a:lnTo>
                  <a:lnTo>
                    <a:pt x="1362" y="291"/>
                  </a:lnTo>
                  <a:lnTo>
                    <a:pt x="1372" y="291"/>
                  </a:lnTo>
                  <a:lnTo>
                    <a:pt x="1377" y="297"/>
                  </a:lnTo>
                  <a:lnTo>
                    <a:pt x="1377" y="305"/>
                  </a:lnTo>
                  <a:lnTo>
                    <a:pt x="1376" y="314"/>
                  </a:lnTo>
                  <a:lnTo>
                    <a:pt x="1379" y="319"/>
                  </a:lnTo>
                  <a:lnTo>
                    <a:pt x="1385" y="323"/>
                  </a:lnTo>
                  <a:lnTo>
                    <a:pt x="1390" y="329"/>
                  </a:lnTo>
                  <a:lnTo>
                    <a:pt x="1390" y="335"/>
                  </a:lnTo>
                  <a:lnTo>
                    <a:pt x="1387" y="342"/>
                  </a:lnTo>
                  <a:lnTo>
                    <a:pt x="1384" y="348"/>
                  </a:lnTo>
                  <a:close/>
                </a:path>
              </a:pathLst>
            </a:custGeom>
            <a:solidFill>
              <a:srgbClr val="DA9FC0">
                <a:alpha val="12900"/>
              </a:srgbClr>
            </a:solidFill>
            <a:ln>
              <a:noFill/>
            </a:ln>
          </p:spPr>
          <p:txBody>
            <a:bodyPr anchor="ctr"/>
            <a:lstStyle/>
            <a:p>
              <a:pPr algn="ctr">
                <a:buNone/>
              </a:pPr>
            </a:p>
          </p:txBody>
        </p:sp>
        <p:sp>
          <p:nvSpPr>
            <p:cNvPr id="2932" name="addition:input:55"/>
            <p:cNvSpPr>
              <a:spLocks noGrp="1"/>
            </p:cNvSpPr>
            <p:nvPr/>
          </p:nvSpPr>
          <p:spPr>
            <a:xfrm>
              <a:off x="209550" y="5438775"/>
              <a:ext cx="2304288" cy="804169"/>
            </a:xfrm>
            <a:custGeom>
              <a:avLst/>
              <a:gdLst/>
              <a:ahLst/>
              <a:cxnLst/>
              <a:rect l="l" t="t" r="r" b="b"/>
              <a:pathLst>
                <a:path w="1400" h="429">
                  <a:moveTo>
                    <a:pt x="0" y="0"/>
                  </a:moveTo>
                  <a:moveTo>
                    <a:pt x="1397" y="359"/>
                  </a:moveTo>
                  <a:lnTo>
                    <a:pt x="1392" y="365"/>
                  </a:lnTo>
                  <a:lnTo>
                    <a:pt x="1388" y="370"/>
                  </a:lnTo>
                  <a:lnTo>
                    <a:pt x="1385" y="375"/>
                  </a:lnTo>
                  <a:lnTo>
                    <a:pt x="1380" y="380"/>
                  </a:lnTo>
                  <a:lnTo>
                    <a:pt x="1372" y="384"/>
                  </a:lnTo>
                  <a:lnTo>
                    <a:pt x="1365" y="387"/>
                  </a:lnTo>
                  <a:lnTo>
                    <a:pt x="1361" y="392"/>
                  </a:lnTo>
                  <a:lnTo>
                    <a:pt x="1360" y="398"/>
                  </a:lnTo>
                  <a:lnTo>
                    <a:pt x="1356" y="404"/>
                  </a:lnTo>
                  <a:lnTo>
                    <a:pt x="1349" y="407"/>
                  </a:lnTo>
                  <a:lnTo>
                    <a:pt x="1339" y="408"/>
                  </a:lnTo>
                  <a:lnTo>
                    <a:pt x="1330" y="409"/>
                  </a:lnTo>
                  <a:lnTo>
                    <a:pt x="1324" y="413"/>
                  </a:lnTo>
                  <a:lnTo>
                    <a:pt x="1318" y="420"/>
                  </a:lnTo>
                  <a:lnTo>
                    <a:pt x="1311" y="427"/>
                  </a:lnTo>
                  <a:lnTo>
                    <a:pt x="1302" y="429"/>
                  </a:lnTo>
                  <a:lnTo>
                    <a:pt x="1293" y="425"/>
                  </a:lnTo>
                  <a:lnTo>
                    <a:pt x="1284" y="419"/>
                  </a:lnTo>
                  <a:lnTo>
                    <a:pt x="1278" y="414"/>
                  </a:lnTo>
                  <a:lnTo>
                    <a:pt x="1271" y="412"/>
                  </a:lnTo>
                  <a:lnTo>
                    <a:pt x="1265" y="411"/>
                  </a:lnTo>
                  <a:lnTo>
                    <a:pt x="1259" y="409"/>
                  </a:lnTo>
                  <a:lnTo>
                    <a:pt x="1254" y="407"/>
                  </a:lnTo>
                  <a:lnTo>
                    <a:pt x="1247" y="407"/>
                  </a:lnTo>
                  <a:lnTo>
                    <a:pt x="1237" y="408"/>
                  </a:lnTo>
                  <a:lnTo>
                    <a:pt x="1227" y="408"/>
                  </a:lnTo>
                  <a:lnTo>
                    <a:pt x="1220" y="405"/>
                  </a:lnTo>
                  <a:lnTo>
                    <a:pt x="1219" y="398"/>
                  </a:lnTo>
                  <a:lnTo>
                    <a:pt x="1223" y="391"/>
                  </a:lnTo>
                  <a:lnTo>
                    <a:pt x="1225" y="384"/>
                  </a:lnTo>
                  <a:lnTo>
                    <a:pt x="1222" y="380"/>
                  </a:lnTo>
                  <a:lnTo>
                    <a:pt x="1216" y="375"/>
                  </a:lnTo>
                  <a:lnTo>
                    <a:pt x="1213" y="370"/>
                  </a:lnTo>
                  <a:lnTo>
                    <a:pt x="1215" y="365"/>
                  </a:lnTo>
                  <a:lnTo>
                    <a:pt x="1221" y="359"/>
                  </a:lnTo>
                  <a:lnTo>
                    <a:pt x="1226" y="354"/>
                  </a:lnTo>
                  <a:lnTo>
                    <a:pt x="1227" y="349"/>
                  </a:lnTo>
                  <a:lnTo>
                    <a:pt x="1224" y="344"/>
                  </a:lnTo>
                  <a:lnTo>
                    <a:pt x="1222" y="338"/>
                  </a:lnTo>
                  <a:lnTo>
                    <a:pt x="1222" y="332"/>
                  </a:lnTo>
                  <a:lnTo>
                    <a:pt x="1223" y="327"/>
                  </a:lnTo>
                  <a:lnTo>
                    <a:pt x="1223" y="320"/>
                  </a:lnTo>
                  <a:lnTo>
                    <a:pt x="1224" y="313"/>
                  </a:lnTo>
                  <a:lnTo>
                    <a:pt x="1228" y="308"/>
                  </a:lnTo>
                  <a:lnTo>
                    <a:pt x="1237" y="307"/>
                  </a:lnTo>
                  <a:lnTo>
                    <a:pt x="1248" y="310"/>
                  </a:lnTo>
                  <a:lnTo>
                    <a:pt x="1258" y="313"/>
                  </a:lnTo>
                  <a:lnTo>
                    <a:pt x="1264" y="313"/>
                  </a:lnTo>
                  <a:lnTo>
                    <a:pt x="1267" y="308"/>
                  </a:lnTo>
                  <a:lnTo>
                    <a:pt x="1271" y="301"/>
                  </a:lnTo>
                  <a:lnTo>
                    <a:pt x="1277" y="297"/>
                  </a:lnTo>
                  <a:lnTo>
                    <a:pt x="1285" y="297"/>
                  </a:lnTo>
                  <a:lnTo>
                    <a:pt x="1292" y="298"/>
                  </a:lnTo>
                  <a:lnTo>
                    <a:pt x="1300" y="299"/>
                  </a:lnTo>
                  <a:lnTo>
                    <a:pt x="1308" y="298"/>
                  </a:lnTo>
                  <a:lnTo>
                    <a:pt x="1317" y="297"/>
                  </a:lnTo>
                  <a:lnTo>
                    <a:pt x="1325" y="299"/>
                  </a:lnTo>
                  <a:lnTo>
                    <a:pt x="1332" y="304"/>
                  </a:lnTo>
                  <a:lnTo>
                    <a:pt x="1339" y="308"/>
                  </a:lnTo>
                  <a:lnTo>
                    <a:pt x="1347" y="310"/>
                  </a:lnTo>
                  <a:lnTo>
                    <a:pt x="1355" y="313"/>
                  </a:lnTo>
                  <a:lnTo>
                    <a:pt x="1360" y="319"/>
                  </a:lnTo>
                  <a:lnTo>
                    <a:pt x="1360" y="326"/>
                  </a:lnTo>
                  <a:lnTo>
                    <a:pt x="1358" y="333"/>
                  </a:lnTo>
                  <a:lnTo>
                    <a:pt x="1361" y="338"/>
                  </a:lnTo>
                  <a:lnTo>
                    <a:pt x="1370" y="340"/>
                  </a:lnTo>
                  <a:lnTo>
                    <a:pt x="1384" y="343"/>
                  </a:lnTo>
                  <a:lnTo>
                    <a:pt x="1396" y="347"/>
                  </a:lnTo>
                  <a:lnTo>
                    <a:pt x="1400" y="353"/>
                  </a:lnTo>
                  <a:close/>
                </a:path>
              </a:pathLst>
            </a:custGeom>
            <a:solidFill>
              <a:srgbClr val="CC79A7">
                <a:alpha val="10500"/>
              </a:srgbClr>
            </a:solidFill>
            <a:ln>
              <a:noFill/>
            </a:ln>
          </p:spPr>
          <p:txBody>
            <a:bodyPr anchor="ctr"/>
            <a:lstStyle/>
            <a:p>
              <a:pPr algn="ctr">
                <a:buNone/>
              </a:pPr>
            </a:p>
          </p:txBody>
        </p:sp>
        <p:sp>
          <p:nvSpPr>
            <p:cNvPr id="2933" name="addition:input:56"/>
            <p:cNvSpPr>
              <a:spLocks noGrp="1"/>
            </p:cNvSpPr>
            <p:nvPr/>
          </p:nvSpPr>
          <p:spPr>
            <a:xfrm>
              <a:off x="209550" y="5438775"/>
              <a:ext cx="2142988" cy="686074"/>
            </a:xfrm>
            <a:custGeom>
              <a:avLst/>
              <a:gdLst/>
              <a:ahLst/>
              <a:cxnLst/>
              <a:rect l="l" t="t" r="r" b="b"/>
              <a:pathLst>
                <a:path w="1302" h="366">
                  <a:moveTo>
                    <a:pt x="0" y="0"/>
                  </a:moveTo>
                  <a:moveTo>
                    <a:pt x="1294" y="339"/>
                  </a:moveTo>
                  <a:lnTo>
                    <a:pt x="1295" y="341"/>
                  </a:lnTo>
                  <a:lnTo>
                    <a:pt x="1298" y="344"/>
                  </a:lnTo>
                  <a:lnTo>
                    <a:pt x="1301" y="347"/>
                  </a:lnTo>
                  <a:lnTo>
                    <a:pt x="1302" y="350"/>
                  </a:lnTo>
                  <a:lnTo>
                    <a:pt x="1299" y="352"/>
                  </a:lnTo>
                  <a:lnTo>
                    <a:pt x="1294" y="352"/>
                  </a:lnTo>
                  <a:lnTo>
                    <a:pt x="1289" y="353"/>
                  </a:lnTo>
                  <a:lnTo>
                    <a:pt x="1287" y="354"/>
                  </a:lnTo>
                  <a:lnTo>
                    <a:pt x="1286" y="356"/>
                  </a:lnTo>
                  <a:lnTo>
                    <a:pt x="1285" y="358"/>
                  </a:lnTo>
                  <a:lnTo>
                    <a:pt x="1282" y="360"/>
                  </a:lnTo>
                  <a:lnTo>
                    <a:pt x="1279" y="361"/>
                  </a:lnTo>
                  <a:lnTo>
                    <a:pt x="1276" y="362"/>
                  </a:lnTo>
                  <a:lnTo>
                    <a:pt x="1273" y="363"/>
                  </a:lnTo>
                  <a:lnTo>
                    <a:pt x="1270" y="365"/>
                  </a:lnTo>
                  <a:lnTo>
                    <a:pt x="1266" y="366"/>
                  </a:lnTo>
                  <a:lnTo>
                    <a:pt x="1262" y="366"/>
                  </a:lnTo>
                  <a:lnTo>
                    <a:pt x="1259" y="365"/>
                  </a:lnTo>
                  <a:lnTo>
                    <a:pt x="1255" y="365"/>
                  </a:lnTo>
                  <a:lnTo>
                    <a:pt x="1251" y="366"/>
                  </a:lnTo>
                  <a:lnTo>
                    <a:pt x="1247" y="366"/>
                  </a:lnTo>
                  <a:lnTo>
                    <a:pt x="1243" y="364"/>
                  </a:lnTo>
                  <a:lnTo>
                    <a:pt x="1242" y="360"/>
                  </a:lnTo>
                  <a:lnTo>
                    <a:pt x="1241" y="357"/>
                  </a:lnTo>
                  <a:lnTo>
                    <a:pt x="1240" y="355"/>
                  </a:lnTo>
                  <a:lnTo>
                    <a:pt x="1236" y="355"/>
                  </a:lnTo>
                  <a:lnTo>
                    <a:pt x="1231" y="355"/>
                  </a:lnTo>
                  <a:lnTo>
                    <a:pt x="1227" y="355"/>
                  </a:lnTo>
                  <a:lnTo>
                    <a:pt x="1224" y="353"/>
                  </a:lnTo>
                  <a:lnTo>
                    <a:pt x="1223" y="351"/>
                  </a:lnTo>
                  <a:lnTo>
                    <a:pt x="1222" y="349"/>
                  </a:lnTo>
                  <a:lnTo>
                    <a:pt x="1221" y="346"/>
                  </a:lnTo>
                  <a:lnTo>
                    <a:pt x="1221" y="344"/>
                  </a:lnTo>
                  <a:lnTo>
                    <a:pt x="1223" y="342"/>
                  </a:lnTo>
                  <a:lnTo>
                    <a:pt x="1226" y="339"/>
                  </a:lnTo>
                  <a:lnTo>
                    <a:pt x="1228" y="337"/>
                  </a:lnTo>
                  <a:lnTo>
                    <a:pt x="1228" y="335"/>
                  </a:lnTo>
                  <a:lnTo>
                    <a:pt x="1227" y="333"/>
                  </a:lnTo>
                  <a:lnTo>
                    <a:pt x="1228" y="330"/>
                  </a:lnTo>
                  <a:lnTo>
                    <a:pt x="1231" y="328"/>
                  </a:lnTo>
                  <a:lnTo>
                    <a:pt x="1234" y="327"/>
                  </a:lnTo>
                  <a:lnTo>
                    <a:pt x="1237" y="326"/>
                  </a:lnTo>
                  <a:lnTo>
                    <a:pt x="1238" y="324"/>
                  </a:lnTo>
                  <a:lnTo>
                    <a:pt x="1237" y="320"/>
                  </a:lnTo>
                  <a:lnTo>
                    <a:pt x="1238" y="317"/>
                  </a:lnTo>
                  <a:lnTo>
                    <a:pt x="1240" y="315"/>
                  </a:lnTo>
                  <a:lnTo>
                    <a:pt x="1244" y="314"/>
                  </a:lnTo>
                  <a:lnTo>
                    <a:pt x="1248" y="315"/>
                  </a:lnTo>
                  <a:lnTo>
                    <a:pt x="1251" y="315"/>
                  </a:lnTo>
                  <a:lnTo>
                    <a:pt x="1254" y="315"/>
                  </a:lnTo>
                  <a:lnTo>
                    <a:pt x="1257" y="316"/>
                  </a:lnTo>
                  <a:lnTo>
                    <a:pt x="1259" y="317"/>
                  </a:lnTo>
                  <a:lnTo>
                    <a:pt x="1262" y="318"/>
                  </a:lnTo>
                  <a:lnTo>
                    <a:pt x="1264" y="317"/>
                  </a:lnTo>
                  <a:lnTo>
                    <a:pt x="1267" y="315"/>
                  </a:lnTo>
                  <a:lnTo>
                    <a:pt x="1271" y="313"/>
                  </a:lnTo>
                  <a:lnTo>
                    <a:pt x="1274" y="313"/>
                  </a:lnTo>
                  <a:lnTo>
                    <a:pt x="1276" y="315"/>
                  </a:lnTo>
                  <a:lnTo>
                    <a:pt x="1278" y="318"/>
                  </a:lnTo>
                  <a:lnTo>
                    <a:pt x="1279" y="320"/>
                  </a:lnTo>
                  <a:lnTo>
                    <a:pt x="1282" y="321"/>
                  </a:lnTo>
                  <a:lnTo>
                    <a:pt x="1286" y="321"/>
                  </a:lnTo>
                  <a:lnTo>
                    <a:pt x="1289" y="323"/>
                  </a:lnTo>
                  <a:lnTo>
                    <a:pt x="1289" y="326"/>
                  </a:lnTo>
                  <a:lnTo>
                    <a:pt x="1289" y="329"/>
                  </a:lnTo>
                  <a:lnTo>
                    <a:pt x="1289" y="331"/>
                  </a:lnTo>
                  <a:lnTo>
                    <a:pt x="1290" y="333"/>
                  </a:lnTo>
                  <a:lnTo>
                    <a:pt x="1291" y="335"/>
                  </a:lnTo>
                  <a:lnTo>
                    <a:pt x="1293" y="337"/>
                  </a:lnTo>
                  <a:close/>
                </a:path>
              </a:pathLst>
            </a:custGeom>
            <a:solidFill>
              <a:srgbClr val="DA9FC0">
                <a:alpha val="9600"/>
              </a:srgbClr>
            </a:solidFill>
            <a:ln>
              <a:noFill/>
            </a:ln>
          </p:spPr>
          <p:txBody>
            <a:bodyPr anchor="ctr"/>
            <a:lstStyle/>
            <a:p>
              <a:pPr algn="ctr">
                <a:buNone/>
              </a:pPr>
            </a:p>
          </p:txBody>
        </p:sp>
        <p:sp>
          <p:nvSpPr>
            <p:cNvPr id="2934" name="addition:input:57"/>
            <p:cNvSpPr>
              <a:spLocks noGrp="1"/>
            </p:cNvSpPr>
            <p:nvPr/>
          </p:nvSpPr>
          <p:spPr>
            <a:xfrm>
              <a:off x="209550" y="5438775"/>
              <a:ext cx="2182490" cy="646709"/>
            </a:xfrm>
            <a:custGeom>
              <a:avLst/>
              <a:gdLst/>
              <a:ahLst/>
              <a:cxnLst/>
              <a:rect l="l" t="t" r="r" b="b"/>
              <a:pathLst>
                <a:path w="1326" h="345">
                  <a:moveTo>
                    <a:pt x="0" y="0"/>
                  </a:moveTo>
                  <a:moveTo>
                    <a:pt x="1326" y="319"/>
                  </a:moveTo>
                  <a:lnTo>
                    <a:pt x="1325" y="321"/>
                  </a:lnTo>
                  <a:lnTo>
                    <a:pt x="1322" y="323"/>
                  </a:lnTo>
                  <a:lnTo>
                    <a:pt x="1320" y="325"/>
                  </a:lnTo>
                  <a:lnTo>
                    <a:pt x="1320" y="327"/>
                  </a:lnTo>
                  <a:lnTo>
                    <a:pt x="1319" y="329"/>
                  </a:lnTo>
                  <a:lnTo>
                    <a:pt x="1317" y="331"/>
                  </a:lnTo>
                  <a:lnTo>
                    <a:pt x="1313" y="332"/>
                  </a:lnTo>
                  <a:lnTo>
                    <a:pt x="1310" y="333"/>
                  </a:lnTo>
                  <a:lnTo>
                    <a:pt x="1308" y="335"/>
                  </a:lnTo>
                  <a:lnTo>
                    <a:pt x="1308" y="338"/>
                  </a:lnTo>
                  <a:lnTo>
                    <a:pt x="1307" y="342"/>
                  </a:lnTo>
                  <a:lnTo>
                    <a:pt x="1305" y="345"/>
                  </a:lnTo>
                  <a:lnTo>
                    <a:pt x="1302" y="345"/>
                  </a:lnTo>
                  <a:lnTo>
                    <a:pt x="1298" y="344"/>
                  </a:lnTo>
                  <a:lnTo>
                    <a:pt x="1294" y="342"/>
                  </a:lnTo>
                  <a:lnTo>
                    <a:pt x="1291" y="342"/>
                  </a:lnTo>
                  <a:lnTo>
                    <a:pt x="1288" y="342"/>
                  </a:lnTo>
                  <a:lnTo>
                    <a:pt x="1286" y="341"/>
                  </a:lnTo>
                  <a:lnTo>
                    <a:pt x="1284" y="341"/>
                  </a:lnTo>
                  <a:lnTo>
                    <a:pt x="1282" y="340"/>
                  </a:lnTo>
                  <a:lnTo>
                    <a:pt x="1279" y="341"/>
                  </a:lnTo>
                  <a:lnTo>
                    <a:pt x="1275" y="342"/>
                  </a:lnTo>
                  <a:lnTo>
                    <a:pt x="1272" y="343"/>
                  </a:lnTo>
                  <a:lnTo>
                    <a:pt x="1270" y="341"/>
                  </a:lnTo>
                  <a:lnTo>
                    <a:pt x="1269" y="339"/>
                  </a:lnTo>
                  <a:lnTo>
                    <a:pt x="1268" y="336"/>
                  </a:lnTo>
                  <a:lnTo>
                    <a:pt x="1266" y="335"/>
                  </a:lnTo>
                  <a:lnTo>
                    <a:pt x="1263" y="334"/>
                  </a:lnTo>
                  <a:lnTo>
                    <a:pt x="1260" y="333"/>
                  </a:lnTo>
                  <a:lnTo>
                    <a:pt x="1259" y="330"/>
                  </a:lnTo>
                  <a:lnTo>
                    <a:pt x="1260" y="327"/>
                  </a:lnTo>
                  <a:lnTo>
                    <a:pt x="1262" y="325"/>
                  </a:lnTo>
                  <a:lnTo>
                    <a:pt x="1263" y="323"/>
                  </a:lnTo>
                  <a:lnTo>
                    <a:pt x="1262" y="321"/>
                  </a:lnTo>
                  <a:lnTo>
                    <a:pt x="1260" y="319"/>
                  </a:lnTo>
                  <a:lnTo>
                    <a:pt x="1258" y="317"/>
                  </a:lnTo>
                  <a:lnTo>
                    <a:pt x="1257" y="314"/>
                  </a:lnTo>
                  <a:lnTo>
                    <a:pt x="1256" y="312"/>
                  </a:lnTo>
                  <a:lnTo>
                    <a:pt x="1254" y="309"/>
                  </a:lnTo>
                  <a:lnTo>
                    <a:pt x="1253" y="306"/>
                  </a:lnTo>
                  <a:lnTo>
                    <a:pt x="1255" y="304"/>
                  </a:lnTo>
                  <a:lnTo>
                    <a:pt x="1259" y="303"/>
                  </a:lnTo>
                  <a:lnTo>
                    <a:pt x="1264" y="304"/>
                  </a:lnTo>
                  <a:lnTo>
                    <a:pt x="1267" y="303"/>
                  </a:lnTo>
                  <a:lnTo>
                    <a:pt x="1268" y="301"/>
                  </a:lnTo>
                  <a:lnTo>
                    <a:pt x="1268" y="299"/>
                  </a:lnTo>
                  <a:lnTo>
                    <a:pt x="1270" y="297"/>
                  </a:lnTo>
                  <a:lnTo>
                    <a:pt x="1273" y="296"/>
                  </a:lnTo>
                  <a:lnTo>
                    <a:pt x="1277" y="296"/>
                  </a:lnTo>
                  <a:lnTo>
                    <a:pt x="1280" y="296"/>
                  </a:lnTo>
                  <a:lnTo>
                    <a:pt x="1282" y="295"/>
                  </a:lnTo>
                  <a:lnTo>
                    <a:pt x="1286" y="293"/>
                  </a:lnTo>
                  <a:lnTo>
                    <a:pt x="1289" y="292"/>
                  </a:lnTo>
                  <a:lnTo>
                    <a:pt x="1293" y="292"/>
                  </a:lnTo>
                  <a:lnTo>
                    <a:pt x="1296" y="293"/>
                  </a:lnTo>
                  <a:lnTo>
                    <a:pt x="1300" y="293"/>
                  </a:lnTo>
                  <a:lnTo>
                    <a:pt x="1304" y="294"/>
                  </a:lnTo>
                  <a:lnTo>
                    <a:pt x="1307" y="296"/>
                  </a:lnTo>
                  <a:lnTo>
                    <a:pt x="1308" y="298"/>
                  </a:lnTo>
                  <a:lnTo>
                    <a:pt x="1309" y="302"/>
                  </a:lnTo>
                  <a:lnTo>
                    <a:pt x="1310" y="304"/>
                  </a:lnTo>
                  <a:lnTo>
                    <a:pt x="1312" y="305"/>
                  </a:lnTo>
                  <a:lnTo>
                    <a:pt x="1317" y="305"/>
                  </a:lnTo>
                  <a:lnTo>
                    <a:pt x="1322" y="305"/>
                  </a:lnTo>
                  <a:lnTo>
                    <a:pt x="1326" y="307"/>
                  </a:lnTo>
                  <a:lnTo>
                    <a:pt x="1326" y="309"/>
                  </a:lnTo>
                  <a:lnTo>
                    <a:pt x="1326" y="312"/>
                  </a:lnTo>
                  <a:lnTo>
                    <a:pt x="1326" y="314"/>
                  </a:lnTo>
                  <a:lnTo>
                    <a:pt x="1326" y="316"/>
                  </a:lnTo>
                  <a:close/>
                </a:path>
              </a:pathLst>
            </a:custGeom>
            <a:solidFill>
              <a:srgbClr val="DA9FC0">
                <a:alpha val="9600"/>
              </a:srgbClr>
            </a:solidFill>
            <a:ln>
              <a:noFill/>
            </a:ln>
          </p:spPr>
          <p:txBody>
            <a:bodyPr anchor="ctr"/>
            <a:lstStyle/>
            <a:p>
              <a:pPr algn="ctr">
                <a:buNone/>
              </a:pPr>
            </a:p>
          </p:txBody>
        </p:sp>
        <p:sp>
          <p:nvSpPr>
            <p:cNvPr id="2935" name="addition:input:58"/>
            <p:cNvSpPr>
              <a:spLocks noGrp="1"/>
            </p:cNvSpPr>
            <p:nvPr/>
          </p:nvSpPr>
          <p:spPr>
            <a:xfrm>
              <a:off x="209550" y="5438775"/>
              <a:ext cx="2240097" cy="659831"/>
            </a:xfrm>
            <a:custGeom>
              <a:avLst/>
              <a:gdLst/>
              <a:ahLst/>
              <a:cxnLst/>
              <a:rect l="l" t="t" r="r" b="b"/>
              <a:pathLst>
                <a:path w="1361" h="352">
                  <a:moveTo>
                    <a:pt x="0" y="0"/>
                  </a:moveTo>
                  <a:moveTo>
                    <a:pt x="1359" y="324"/>
                  </a:moveTo>
                  <a:lnTo>
                    <a:pt x="1359" y="327"/>
                  </a:lnTo>
                  <a:lnTo>
                    <a:pt x="1357" y="329"/>
                  </a:lnTo>
                  <a:lnTo>
                    <a:pt x="1353" y="331"/>
                  </a:lnTo>
                  <a:lnTo>
                    <a:pt x="1349" y="332"/>
                  </a:lnTo>
                  <a:lnTo>
                    <a:pt x="1348" y="334"/>
                  </a:lnTo>
                  <a:lnTo>
                    <a:pt x="1349" y="337"/>
                  </a:lnTo>
                  <a:lnTo>
                    <a:pt x="1350" y="341"/>
                  </a:lnTo>
                  <a:lnTo>
                    <a:pt x="1350" y="344"/>
                  </a:lnTo>
                  <a:lnTo>
                    <a:pt x="1348" y="346"/>
                  </a:lnTo>
                  <a:lnTo>
                    <a:pt x="1345" y="348"/>
                  </a:lnTo>
                  <a:lnTo>
                    <a:pt x="1343" y="349"/>
                  </a:lnTo>
                  <a:lnTo>
                    <a:pt x="1340" y="350"/>
                  </a:lnTo>
                  <a:lnTo>
                    <a:pt x="1336" y="350"/>
                  </a:lnTo>
                  <a:lnTo>
                    <a:pt x="1333" y="348"/>
                  </a:lnTo>
                  <a:lnTo>
                    <a:pt x="1330" y="347"/>
                  </a:lnTo>
                  <a:lnTo>
                    <a:pt x="1328" y="347"/>
                  </a:lnTo>
                  <a:lnTo>
                    <a:pt x="1326" y="349"/>
                  </a:lnTo>
                  <a:lnTo>
                    <a:pt x="1323" y="351"/>
                  </a:lnTo>
                  <a:lnTo>
                    <a:pt x="1320" y="352"/>
                  </a:lnTo>
                  <a:lnTo>
                    <a:pt x="1318" y="351"/>
                  </a:lnTo>
                  <a:lnTo>
                    <a:pt x="1315" y="349"/>
                  </a:lnTo>
                  <a:lnTo>
                    <a:pt x="1313" y="348"/>
                  </a:lnTo>
                  <a:lnTo>
                    <a:pt x="1310" y="348"/>
                  </a:lnTo>
                  <a:lnTo>
                    <a:pt x="1306" y="348"/>
                  </a:lnTo>
                  <a:lnTo>
                    <a:pt x="1303" y="348"/>
                  </a:lnTo>
                  <a:lnTo>
                    <a:pt x="1300" y="346"/>
                  </a:lnTo>
                  <a:lnTo>
                    <a:pt x="1299" y="343"/>
                  </a:lnTo>
                  <a:lnTo>
                    <a:pt x="1298" y="340"/>
                  </a:lnTo>
                  <a:lnTo>
                    <a:pt x="1297" y="338"/>
                  </a:lnTo>
                  <a:lnTo>
                    <a:pt x="1296" y="335"/>
                  </a:lnTo>
                  <a:lnTo>
                    <a:pt x="1296" y="333"/>
                  </a:lnTo>
                  <a:lnTo>
                    <a:pt x="1296" y="330"/>
                  </a:lnTo>
                  <a:lnTo>
                    <a:pt x="1295" y="328"/>
                  </a:lnTo>
                  <a:lnTo>
                    <a:pt x="1292" y="327"/>
                  </a:lnTo>
                  <a:lnTo>
                    <a:pt x="1286" y="324"/>
                  </a:lnTo>
                  <a:lnTo>
                    <a:pt x="1283" y="322"/>
                  </a:lnTo>
                  <a:lnTo>
                    <a:pt x="1282" y="319"/>
                  </a:lnTo>
                  <a:lnTo>
                    <a:pt x="1285" y="317"/>
                  </a:lnTo>
                  <a:lnTo>
                    <a:pt x="1289" y="315"/>
                  </a:lnTo>
                  <a:lnTo>
                    <a:pt x="1291" y="313"/>
                  </a:lnTo>
                  <a:lnTo>
                    <a:pt x="1292" y="311"/>
                  </a:lnTo>
                  <a:lnTo>
                    <a:pt x="1293" y="309"/>
                  </a:lnTo>
                  <a:lnTo>
                    <a:pt x="1295" y="307"/>
                  </a:lnTo>
                  <a:lnTo>
                    <a:pt x="1298" y="306"/>
                  </a:lnTo>
                  <a:lnTo>
                    <a:pt x="1301" y="305"/>
                  </a:lnTo>
                  <a:lnTo>
                    <a:pt x="1303" y="303"/>
                  </a:lnTo>
                  <a:lnTo>
                    <a:pt x="1306" y="301"/>
                  </a:lnTo>
                  <a:lnTo>
                    <a:pt x="1309" y="300"/>
                  </a:lnTo>
                  <a:lnTo>
                    <a:pt x="1312" y="299"/>
                  </a:lnTo>
                  <a:lnTo>
                    <a:pt x="1316" y="299"/>
                  </a:lnTo>
                  <a:lnTo>
                    <a:pt x="1319" y="298"/>
                  </a:lnTo>
                  <a:lnTo>
                    <a:pt x="1322" y="295"/>
                  </a:lnTo>
                  <a:lnTo>
                    <a:pt x="1326" y="293"/>
                  </a:lnTo>
                  <a:lnTo>
                    <a:pt x="1331" y="293"/>
                  </a:lnTo>
                  <a:lnTo>
                    <a:pt x="1334" y="296"/>
                  </a:lnTo>
                  <a:lnTo>
                    <a:pt x="1336" y="300"/>
                  </a:lnTo>
                  <a:lnTo>
                    <a:pt x="1338" y="303"/>
                  </a:lnTo>
                  <a:lnTo>
                    <a:pt x="1340" y="304"/>
                  </a:lnTo>
                  <a:lnTo>
                    <a:pt x="1344" y="304"/>
                  </a:lnTo>
                  <a:lnTo>
                    <a:pt x="1347" y="305"/>
                  </a:lnTo>
                  <a:lnTo>
                    <a:pt x="1350" y="305"/>
                  </a:lnTo>
                  <a:lnTo>
                    <a:pt x="1353" y="307"/>
                  </a:lnTo>
                  <a:lnTo>
                    <a:pt x="1355" y="308"/>
                  </a:lnTo>
                  <a:lnTo>
                    <a:pt x="1358" y="309"/>
                  </a:lnTo>
                  <a:lnTo>
                    <a:pt x="1361" y="311"/>
                  </a:lnTo>
                  <a:lnTo>
                    <a:pt x="1360" y="314"/>
                  </a:lnTo>
                  <a:lnTo>
                    <a:pt x="1359" y="317"/>
                  </a:lnTo>
                  <a:lnTo>
                    <a:pt x="1357" y="320"/>
                  </a:lnTo>
                  <a:lnTo>
                    <a:pt x="1358" y="322"/>
                  </a:lnTo>
                  <a:close/>
                </a:path>
              </a:pathLst>
            </a:custGeom>
            <a:solidFill>
              <a:srgbClr val="DA9FC0">
                <a:alpha val="9600"/>
              </a:srgbClr>
            </a:solidFill>
            <a:ln>
              <a:noFill/>
            </a:ln>
          </p:spPr>
          <p:txBody>
            <a:bodyPr anchor="ctr"/>
            <a:lstStyle/>
            <a:p>
              <a:pPr algn="ctr">
                <a:buNone/>
              </a:pPr>
            </a:p>
          </p:txBody>
        </p:sp>
        <p:sp>
          <p:nvSpPr>
            <p:cNvPr id="2936" name="addition:input:59"/>
            <p:cNvSpPr>
              <a:spLocks noGrp="1"/>
            </p:cNvSpPr>
            <p:nvPr/>
          </p:nvSpPr>
          <p:spPr>
            <a:xfrm>
              <a:off x="209550" y="5438775"/>
              <a:ext cx="2292767" cy="712318"/>
            </a:xfrm>
            <a:custGeom>
              <a:avLst/>
              <a:gdLst/>
              <a:ahLst/>
              <a:cxnLst/>
              <a:rect l="l" t="t" r="r" b="b"/>
              <a:pathLst>
                <a:path w="1393" h="380">
                  <a:moveTo>
                    <a:pt x="0" y="0"/>
                  </a:moveTo>
                  <a:moveTo>
                    <a:pt x="1392" y="347"/>
                  </a:moveTo>
                  <a:lnTo>
                    <a:pt x="1393" y="350"/>
                  </a:lnTo>
                  <a:lnTo>
                    <a:pt x="1393" y="352"/>
                  </a:lnTo>
                  <a:lnTo>
                    <a:pt x="1392" y="355"/>
                  </a:lnTo>
                  <a:lnTo>
                    <a:pt x="1389" y="357"/>
                  </a:lnTo>
                  <a:lnTo>
                    <a:pt x="1386" y="359"/>
                  </a:lnTo>
                  <a:lnTo>
                    <a:pt x="1384" y="361"/>
                  </a:lnTo>
                  <a:lnTo>
                    <a:pt x="1382" y="364"/>
                  </a:lnTo>
                  <a:lnTo>
                    <a:pt x="1379" y="365"/>
                  </a:lnTo>
                  <a:lnTo>
                    <a:pt x="1375" y="366"/>
                  </a:lnTo>
                  <a:lnTo>
                    <a:pt x="1371" y="367"/>
                  </a:lnTo>
                  <a:lnTo>
                    <a:pt x="1369" y="368"/>
                  </a:lnTo>
                  <a:lnTo>
                    <a:pt x="1367" y="372"/>
                  </a:lnTo>
                  <a:lnTo>
                    <a:pt x="1366" y="377"/>
                  </a:lnTo>
                  <a:lnTo>
                    <a:pt x="1363" y="380"/>
                  </a:lnTo>
                  <a:lnTo>
                    <a:pt x="1358" y="380"/>
                  </a:lnTo>
                  <a:lnTo>
                    <a:pt x="1354" y="378"/>
                  </a:lnTo>
                  <a:lnTo>
                    <a:pt x="1350" y="375"/>
                  </a:lnTo>
                  <a:lnTo>
                    <a:pt x="1346" y="374"/>
                  </a:lnTo>
                  <a:lnTo>
                    <a:pt x="1343" y="374"/>
                  </a:lnTo>
                  <a:lnTo>
                    <a:pt x="1340" y="373"/>
                  </a:lnTo>
                  <a:lnTo>
                    <a:pt x="1337" y="372"/>
                  </a:lnTo>
                  <a:lnTo>
                    <a:pt x="1335" y="371"/>
                  </a:lnTo>
                  <a:lnTo>
                    <a:pt x="1332" y="371"/>
                  </a:lnTo>
                  <a:lnTo>
                    <a:pt x="1328" y="371"/>
                  </a:lnTo>
                  <a:lnTo>
                    <a:pt x="1324" y="371"/>
                  </a:lnTo>
                  <a:lnTo>
                    <a:pt x="1322" y="369"/>
                  </a:lnTo>
                  <a:lnTo>
                    <a:pt x="1321" y="366"/>
                  </a:lnTo>
                  <a:lnTo>
                    <a:pt x="1321" y="364"/>
                  </a:lnTo>
                  <a:lnTo>
                    <a:pt x="1319" y="362"/>
                  </a:lnTo>
                  <a:lnTo>
                    <a:pt x="1315" y="360"/>
                  </a:lnTo>
                  <a:lnTo>
                    <a:pt x="1312" y="358"/>
                  </a:lnTo>
                  <a:lnTo>
                    <a:pt x="1312" y="355"/>
                  </a:lnTo>
                  <a:lnTo>
                    <a:pt x="1316" y="352"/>
                  </a:lnTo>
                  <a:lnTo>
                    <a:pt x="1320" y="349"/>
                  </a:lnTo>
                  <a:lnTo>
                    <a:pt x="1322" y="347"/>
                  </a:lnTo>
                  <a:lnTo>
                    <a:pt x="1321" y="345"/>
                  </a:lnTo>
                  <a:lnTo>
                    <a:pt x="1320" y="342"/>
                  </a:lnTo>
                  <a:lnTo>
                    <a:pt x="1319" y="340"/>
                  </a:lnTo>
                  <a:lnTo>
                    <a:pt x="1318" y="337"/>
                  </a:lnTo>
                  <a:lnTo>
                    <a:pt x="1318" y="334"/>
                  </a:lnTo>
                  <a:lnTo>
                    <a:pt x="1317" y="331"/>
                  </a:lnTo>
                  <a:lnTo>
                    <a:pt x="1317" y="327"/>
                  </a:lnTo>
                  <a:lnTo>
                    <a:pt x="1319" y="325"/>
                  </a:lnTo>
                  <a:lnTo>
                    <a:pt x="1324" y="325"/>
                  </a:lnTo>
                  <a:lnTo>
                    <a:pt x="1328" y="325"/>
                  </a:lnTo>
                  <a:lnTo>
                    <a:pt x="1332" y="325"/>
                  </a:lnTo>
                  <a:lnTo>
                    <a:pt x="1333" y="324"/>
                  </a:lnTo>
                  <a:lnTo>
                    <a:pt x="1335" y="321"/>
                  </a:lnTo>
                  <a:lnTo>
                    <a:pt x="1337" y="319"/>
                  </a:lnTo>
                  <a:lnTo>
                    <a:pt x="1340" y="319"/>
                  </a:lnTo>
                  <a:lnTo>
                    <a:pt x="1343" y="320"/>
                  </a:lnTo>
                  <a:lnTo>
                    <a:pt x="1346" y="321"/>
                  </a:lnTo>
                  <a:lnTo>
                    <a:pt x="1349" y="320"/>
                  </a:lnTo>
                  <a:lnTo>
                    <a:pt x="1353" y="318"/>
                  </a:lnTo>
                  <a:lnTo>
                    <a:pt x="1357" y="317"/>
                  </a:lnTo>
                  <a:lnTo>
                    <a:pt x="1361" y="317"/>
                  </a:lnTo>
                  <a:lnTo>
                    <a:pt x="1364" y="318"/>
                  </a:lnTo>
                  <a:lnTo>
                    <a:pt x="1368" y="319"/>
                  </a:lnTo>
                  <a:lnTo>
                    <a:pt x="1372" y="321"/>
                  </a:lnTo>
                  <a:lnTo>
                    <a:pt x="1374" y="323"/>
                  </a:lnTo>
                  <a:lnTo>
                    <a:pt x="1376" y="326"/>
                  </a:lnTo>
                  <a:lnTo>
                    <a:pt x="1375" y="330"/>
                  </a:lnTo>
                  <a:lnTo>
                    <a:pt x="1375" y="333"/>
                  </a:lnTo>
                  <a:lnTo>
                    <a:pt x="1378" y="335"/>
                  </a:lnTo>
                  <a:lnTo>
                    <a:pt x="1384" y="335"/>
                  </a:lnTo>
                  <a:lnTo>
                    <a:pt x="1389" y="336"/>
                  </a:lnTo>
                  <a:lnTo>
                    <a:pt x="1393" y="338"/>
                  </a:lnTo>
                  <a:lnTo>
                    <a:pt x="1393" y="341"/>
                  </a:lnTo>
                  <a:lnTo>
                    <a:pt x="1392" y="344"/>
                  </a:lnTo>
                  <a:close/>
                </a:path>
              </a:pathLst>
            </a:custGeom>
            <a:solidFill>
              <a:srgbClr val="DA9FC0">
                <a:alpha val="9600"/>
              </a:srgbClr>
            </a:solidFill>
            <a:ln>
              <a:noFill/>
            </a:ln>
          </p:spPr>
          <p:txBody>
            <a:bodyPr anchor="ctr"/>
            <a:lstStyle/>
            <a:p>
              <a:pPr algn="ctr">
                <a:buNone/>
              </a:pPr>
            </a:p>
          </p:txBody>
        </p:sp>
        <p:sp>
          <p:nvSpPr>
            <p:cNvPr id="2937" name="addition:input:60"/>
            <p:cNvSpPr>
              <a:spLocks noGrp="1"/>
            </p:cNvSpPr>
            <p:nvPr/>
          </p:nvSpPr>
          <p:spPr>
            <a:xfrm>
              <a:off x="209550" y="5438775"/>
              <a:ext cx="2274661" cy="755432"/>
            </a:xfrm>
            <a:custGeom>
              <a:avLst/>
              <a:gdLst/>
              <a:ahLst/>
              <a:cxnLst/>
              <a:rect l="l" t="t" r="r" b="b"/>
              <a:pathLst>
                <a:path w="1382" h="403">
                  <a:moveTo>
                    <a:pt x="0" y="0"/>
                  </a:moveTo>
                  <a:moveTo>
                    <a:pt x="1381" y="372"/>
                  </a:moveTo>
                  <a:lnTo>
                    <a:pt x="1376" y="374"/>
                  </a:lnTo>
                  <a:lnTo>
                    <a:pt x="1368" y="377"/>
                  </a:lnTo>
                  <a:lnTo>
                    <a:pt x="1363" y="378"/>
                  </a:lnTo>
                  <a:lnTo>
                    <a:pt x="1361" y="380"/>
                  </a:lnTo>
                  <a:lnTo>
                    <a:pt x="1362" y="383"/>
                  </a:lnTo>
                  <a:lnTo>
                    <a:pt x="1362" y="386"/>
                  </a:lnTo>
                  <a:lnTo>
                    <a:pt x="1361" y="389"/>
                  </a:lnTo>
                  <a:lnTo>
                    <a:pt x="1358" y="391"/>
                  </a:lnTo>
                  <a:lnTo>
                    <a:pt x="1355" y="394"/>
                  </a:lnTo>
                  <a:lnTo>
                    <a:pt x="1353" y="397"/>
                  </a:lnTo>
                  <a:lnTo>
                    <a:pt x="1350" y="399"/>
                  </a:lnTo>
                  <a:lnTo>
                    <a:pt x="1345" y="400"/>
                  </a:lnTo>
                  <a:lnTo>
                    <a:pt x="1340" y="399"/>
                  </a:lnTo>
                  <a:lnTo>
                    <a:pt x="1336" y="399"/>
                  </a:lnTo>
                  <a:lnTo>
                    <a:pt x="1333" y="400"/>
                  </a:lnTo>
                  <a:lnTo>
                    <a:pt x="1329" y="402"/>
                  </a:lnTo>
                  <a:lnTo>
                    <a:pt x="1326" y="403"/>
                  </a:lnTo>
                  <a:lnTo>
                    <a:pt x="1322" y="401"/>
                  </a:lnTo>
                  <a:lnTo>
                    <a:pt x="1319" y="398"/>
                  </a:lnTo>
                  <a:lnTo>
                    <a:pt x="1317" y="396"/>
                  </a:lnTo>
                  <a:lnTo>
                    <a:pt x="1314" y="396"/>
                  </a:lnTo>
                  <a:lnTo>
                    <a:pt x="1310" y="397"/>
                  </a:lnTo>
                  <a:lnTo>
                    <a:pt x="1304" y="399"/>
                  </a:lnTo>
                  <a:lnTo>
                    <a:pt x="1300" y="399"/>
                  </a:lnTo>
                  <a:lnTo>
                    <a:pt x="1296" y="398"/>
                  </a:lnTo>
                  <a:lnTo>
                    <a:pt x="1294" y="395"/>
                  </a:lnTo>
                  <a:lnTo>
                    <a:pt x="1292" y="393"/>
                  </a:lnTo>
                  <a:lnTo>
                    <a:pt x="1290" y="390"/>
                  </a:lnTo>
                  <a:lnTo>
                    <a:pt x="1290" y="387"/>
                  </a:lnTo>
                  <a:lnTo>
                    <a:pt x="1291" y="384"/>
                  </a:lnTo>
                  <a:lnTo>
                    <a:pt x="1293" y="381"/>
                  </a:lnTo>
                  <a:lnTo>
                    <a:pt x="1292" y="378"/>
                  </a:lnTo>
                  <a:lnTo>
                    <a:pt x="1287" y="377"/>
                  </a:lnTo>
                  <a:lnTo>
                    <a:pt x="1282" y="374"/>
                  </a:lnTo>
                  <a:lnTo>
                    <a:pt x="1280" y="372"/>
                  </a:lnTo>
                  <a:lnTo>
                    <a:pt x="1280" y="369"/>
                  </a:lnTo>
                  <a:lnTo>
                    <a:pt x="1283" y="366"/>
                  </a:lnTo>
                  <a:lnTo>
                    <a:pt x="1284" y="364"/>
                  </a:lnTo>
                  <a:lnTo>
                    <a:pt x="1282" y="361"/>
                  </a:lnTo>
                  <a:lnTo>
                    <a:pt x="1280" y="358"/>
                  </a:lnTo>
                  <a:lnTo>
                    <a:pt x="1280" y="355"/>
                  </a:lnTo>
                  <a:lnTo>
                    <a:pt x="1283" y="352"/>
                  </a:lnTo>
                  <a:lnTo>
                    <a:pt x="1287" y="351"/>
                  </a:lnTo>
                  <a:lnTo>
                    <a:pt x="1292" y="351"/>
                  </a:lnTo>
                  <a:lnTo>
                    <a:pt x="1295" y="350"/>
                  </a:lnTo>
                  <a:lnTo>
                    <a:pt x="1299" y="349"/>
                  </a:lnTo>
                  <a:lnTo>
                    <a:pt x="1303" y="348"/>
                  </a:lnTo>
                  <a:lnTo>
                    <a:pt x="1307" y="348"/>
                  </a:lnTo>
                  <a:lnTo>
                    <a:pt x="1310" y="347"/>
                  </a:lnTo>
                  <a:lnTo>
                    <a:pt x="1313" y="344"/>
                  </a:lnTo>
                  <a:lnTo>
                    <a:pt x="1316" y="340"/>
                  </a:lnTo>
                  <a:lnTo>
                    <a:pt x="1321" y="337"/>
                  </a:lnTo>
                  <a:lnTo>
                    <a:pt x="1326" y="337"/>
                  </a:lnTo>
                  <a:lnTo>
                    <a:pt x="1331" y="340"/>
                  </a:lnTo>
                  <a:lnTo>
                    <a:pt x="1335" y="343"/>
                  </a:lnTo>
                  <a:lnTo>
                    <a:pt x="1339" y="345"/>
                  </a:lnTo>
                  <a:lnTo>
                    <a:pt x="1344" y="345"/>
                  </a:lnTo>
                  <a:lnTo>
                    <a:pt x="1349" y="346"/>
                  </a:lnTo>
                  <a:lnTo>
                    <a:pt x="1353" y="347"/>
                  </a:lnTo>
                  <a:lnTo>
                    <a:pt x="1356" y="350"/>
                  </a:lnTo>
                  <a:lnTo>
                    <a:pt x="1358" y="352"/>
                  </a:lnTo>
                  <a:lnTo>
                    <a:pt x="1361" y="353"/>
                  </a:lnTo>
                  <a:lnTo>
                    <a:pt x="1365" y="355"/>
                  </a:lnTo>
                  <a:lnTo>
                    <a:pt x="1368" y="357"/>
                  </a:lnTo>
                  <a:lnTo>
                    <a:pt x="1370" y="359"/>
                  </a:lnTo>
                  <a:lnTo>
                    <a:pt x="1371" y="361"/>
                  </a:lnTo>
                  <a:lnTo>
                    <a:pt x="1374" y="364"/>
                  </a:lnTo>
                  <a:lnTo>
                    <a:pt x="1378" y="366"/>
                  </a:lnTo>
                  <a:lnTo>
                    <a:pt x="1382" y="369"/>
                  </a:lnTo>
                  <a:close/>
                </a:path>
              </a:pathLst>
            </a:custGeom>
            <a:solidFill>
              <a:srgbClr val="DA9FC0">
                <a:alpha val="9600"/>
              </a:srgbClr>
            </a:solidFill>
            <a:ln>
              <a:noFill/>
            </a:ln>
          </p:spPr>
          <p:txBody>
            <a:bodyPr anchor="ctr"/>
            <a:lstStyle/>
            <a:p>
              <a:pPr algn="ctr">
                <a:buNone/>
              </a:pPr>
            </a:p>
          </p:txBody>
        </p:sp>
        <p:sp>
          <p:nvSpPr>
            <p:cNvPr id="2938" name="addition:input:61"/>
            <p:cNvSpPr>
              <a:spLocks noGrp="1"/>
            </p:cNvSpPr>
            <p:nvPr/>
          </p:nvSpPr>
          <p:spPr>
            <a:xfrm>
              <a:off x="209550" y="5438775"/>
              <a:ext cx="2189074" cy="762930"/>
            </a:xfrm>
            <a:custGeom>
              <a:avLst/>
              <a:gdLst/>
              <a:ahLst/>
              <a:cxnLst/>
              <a:rect l="l" t="t" r="r" b="b"/>
              <a:pathLst>
                <a:path w="1330" h="407">
                  <a:moveTo>
                    <a:pt x="0" y="0"/>
                  </a:moveTo>
                  <a:moveTo>
                    <a:pt x="1330" y="374"/>
                  </a:moveTo>
                  <a:lnTo>
                    <a:pt x="1330" y="377"/>
                  </a:lnTo>
                  <a:lnTo>
                    <a:pt x="1328" y="380"/>
                  </a:lnTo>
                  <a:lnTo>
                    <a:pt x="1326" y="383"/>
                  </a:lnTo>
                  <a:lnTo>
                    <a:pt x="1324" y="385"/>
                  </a:lnTo>
                  <a:lnTo>
                    <a:pt x="1321" y="387"/>
                  </a:lnTo>
                  <a:lnTo>
                    <a:pt x="1318" y="389"/>
                  </a:lnTo>
                  <a:lnTo>
                    <a:pt x="1314" y="390"/>
                  </a:lnTo>
                  <a:lnTo>
                    <a:pt x="1311" y="391"/>
                  </a:lnTo>
                  <a:lnTo>
                    <a:pt x="1309" y="394"/>
                  </a:lnTo>
                  <a:lnTo>
                    <a:pt x="1308" y="397"/>
                  </a:lnTo>
                  <a:lnTo>
                    <a:pt x="1306" y="400"/>
                  </a:lnTo>
                  <a:lnTo>
                    <a:pt x="1302" y="401"/>
                  </a:lnTo>
                  <a:lnTo>
                    <a:pt x="1298" y="401"/>
                  </a:lnTo>
                  <a:lnTo>
                    <a:pt x="1293" y="401"/>
                  </a:lnTo>
                  <a:lnTo>
                    <a:pt x="1290" y="402"/>
                  </a:lnTo>
                  <a:lnTo>
                    <a:pt x="1286" y="405"/>
                  </a:lnTo>
                  <a:lnTo>
                    <a:pt x="1282" y="407"/>
                  </a:lnTo>
                  <a:lnTo>
                    <a:pt x="1278" y="407"/>
                  </a:lnTo>
                  <a:lnTo>
                    <a:pt x="1274" y="405"/>
                  </a:lnTo>
                  <a:lnTo>
                    <a:pt x="1271" y="402"/>
                  </a:lnTo>
                  <a:lnTo>
                    <a:pt x="1268" y="400"/>
                  </a:lnTo>
                  <a:lnTo>
                    <a:pt x="1265" y="398"/>
                  </a:lnTo>
                  <a:lnTo>
                    <a:pt x="1262" y="397"/>
                  </a:lnTo>
                  <a:lnTo>
                    <a:pt x="1260" y="396"/>
                  </a:lnTo>
                  <a:lnTo>
                    <a:pt x="1257" y="395"/>
                  </a:lnTo>
                  <a:lnTo>
                    <a:pt x="1253" y="395"/>
                  </a:lnTo>
                  <a:lnTo>
                    <a:pt x="1248" y="395"/>
                  </a:lnTo>
                  <a:lnTo>
                    <a:pt x="1243" y="394"/>
                  </a:lnTo>
                  <a:lnTo>
                    <a:pt x="1241" y="392"/>
                  </a:lnTo>
                  <a:lnTo>
                    <a:pt x="1242" y="388"/>
                  </a:lnTo>
                  <a:lnTo>
                    <a:pt x="1245" y="385"/>
                  </a:lnTo>
                  <a:lnTo>
                    <a:pt x="1247" y="382"/>
                  </a:lnTo>
                  <a:lnTo>
                    <a:pt x="1246" y="379"/>
                  </a:lnTo>
                  <a:lnTo>
                    <a:pt x="1245" y="377"/>
                  </a:lnTo>
                  <a:lnTo>
                    <a:pt x="1244" y="374"/>
                  </a:lnTo>
                  <a:lnTo>
                    <a:pt x="1246" y="372"/>
                  </a:lnTo>
                  <a:lnTo>
                    <a:pt x="1249" y="370"/>
                  </a:lnTo>
                  <a:lnTo>
                    <a:pt x="1250" y="367"/>
                  </a:lnTo>
                  <a:lnTo>
                    <a:pt x="1251" y="365"/>
                  </a:lnTo>
                  <a:lnTo>
                    <a:pt x="1250" y="362"/>
                  </a:lnTo>
                  <a:lnTo>
                    <a:pt x="1251" y="359"/>
                  </a:lnTo>
                  <a:lnTo>
                    <a:pt x="1252" y="357"/>
                  </a:lnTo>
                  <a:lnTo>
                    <a:pt x="1254" y="355"/>
                  </a:lnTo>
                  <a:lnTo>
                    <a:pt x="1254" y="352"/>
                  </a:lnTo>
                  <a:lnTo>
                    <a:pt x="1255" y="349"/>
                  </a:lnTo>
                  <a:lnTo>
                    <a:pt x="1258" y="347"/>
                  </a:lnTo>
                  <a:lnTo>
                    <a:pt x="1263" y="347"/>
                  </a:lnTo>
                  <a:lnTo>
                    <a:pt x="1268" y="350"/>
                  </a:lnTo>
                  <a:lnTo>
                    <a:pt x="1271" y="352"/>
                  </a:lnTo>
                  <a:lnTo>
                    <a:pt x="1274" y="351"/>
                  </a:lnTo>
                  <a:lnTo>
                    <a:pt x="1276" y="349"/>
                  </a:lnTo>
                  <a:lnTo>
                    <a:pt x="1278" y="346"/>
                  </a:lnTo>
                  <a:lnTo>
                    <a:pt x="1282" y="345"/>
                  </a:lnTo>
                  <a:lnTo>
                    <a:pt x="1285" y="345"/>
                  </a:lnTo>
                  <a:lnTo>
                    <a:pt x="1288" y="345"/>
                  </a:lnTo>
                  <a:lnTo>
                    <a:pt x="1292" y="346"/>
                  </a:lnTo>
                  <a:lnTo>
                    <a:pt x="1296" y="346"/>
                  </a:lnTo>
                  <a:lnTo>
                    <a:pt x="1299" y="347"/>
                  </a:lnTo>
                  <a:lnTo>
                    <a:pt x="1302" y="349"/>
                  </a:lnTo>
                  <a:lnTo>
                    <a:pt x="1304" y="352"/>
                  </a:lnTo>
                  <a:lnTo>
                    <a:pt x="1307" y="354"/>
                  </a:lnTo>
                  <a:lnTo>
                    <a:pt x="1310" y="355"/>
                  </a:lnTo>
                  <a:lnTo>
                    <a:pt x="1314" y="357"/>
                  </a:lnTo>
                  <a:lnTo>
                    <a:pt x="1315" y="360"/>
                  </a:lnTo>
                  <a:lnTo>
                    <a:pt x="1315" y="363"/>
                  </a:lnTo>
                  <a:lnTo>
                    <a:pt x="1314" y="366"/>
                  </a:lnTo>
                  <a:lnTo>
                    <a:pt x="1315" y="368"/>
                  </a:lnTo>
                  <a:lnTo>
                    <a:pt x="1320" y="370"/>
                  </a:lnTo>
                  <a:lnTo>
                    <a:pt x="1326" y="372"/>
                  </a:lnTo>
                  <a:close/>
                </a:path>
              </a:pathLst>
            </a:custGeom>
            <a:solidFill>
              <a:srgbClr val="DA9FC0">
                <a:alpha val="9600"/>
              </a:srgbClr>
            </a:solidFill>
            <a:ln>
              <a:noFill/>
            </a:ln>
          </p:spPr>
          <p:txBody>
            <a:bodyPr anchor="ctr"/>
            <a:lstStyle/>
            <a:p>
              <a:pPr algn="ctr">
                <a:buNone/>
              </a:pPr>
            </a:p>
          </p:txBody>
        </p:sp>
        <p:sp>
          <p:nvSpPr>
            <p:cNvPr id="2939" name="addition:input:62"/>
            <p:cNvSpPr>
              <a:spLocks noGrp="1"/>
            </p:cNvSpPr>
            <p:nvPr/>
          </p:nvSpPr>
          <p:spPr>
            <a:xfrm>
              <a:off x="209550" y="5438775"/>
              <a:ext cx="2115007" cy="732937"/>
            </a:xfrm>
            <a:custGeom>
              <a:avLst/>
              <a:gdLst/>
              <a:ahLst/>
              <a:cxnLst/>
              <a:rect l="l" t="t" r="r" b="b"/>
              <a:pathLst>
                <a:path w="1285" h="391">
                  <a:moveTo>
                    <a:pt x="0" y="0"/>
                  </a:moveTo>
                  <a:moveTo>
                    <a:pt x="1281" y="364"/>
                  </a:moveTo>
                  <a:lnTo>
                    <a:pt x="1282" y="366"/>
                  </a:lnTo>
                  <a:lnTo>
                    <a:pt x="1284" y="369"/>
                  </a:lnTo>
                  <a:lnTo>
                    <a:pt x="1285" y="371"/>
                  </a:lnTo>
                  <a:lnTo>
                    <a:pt x="1283" y="374"/>
                  </a:lnTo>
                  <a:lnTo>
                    <a:pt x="1279" y="375"/>
                  </a:lnTo>
                  <a:lnTo>
                    <a:pt x="1274" y="375"/>
                  </a:lnTo>
                  <a:lnTo>
                    <a:pt x="1271" y="376"/>
                  </a:lnTo>
                  <a:lnTo>
                    <a:pt x="1270" y="378"/>
                  </a:lnTo>
                  <a:lnTo>
                    <a:pt x="1268" y="380"/>
                  </a:lnTo>
                  <a:lnTo>
                    <a:pt x="1267" y="382"/>
                  </a:lnTo>
                  <a:lnTo>
                    <a:pt x="1265" y="384"/>
                  </a:lnTo>
                  <a:lnTo>
                    <a:pt x="1263" y="386"/>
                  </a:lnTo>
                  <a:lnTo>
                    <a:pt x="1260" y="389"/>
                  </a:lnTo>
                  <a:lnTo>
                    <a:pt x="1257" y="391"/>
                  </a:lnTo>
                  <a:lnTo>
                    <a:pt x="1254" y="391"/>
                  </a:lnTo>
                  <a:lnTo>
                    <a:pt x="1250" y="390"/>
                  </a:lnTo>
                  <a:lnTo>
                    <a:pt x="1247" y="388"/>
                  </a:lnTo>
                  <a:lnTo>
                    <a:pt x="1244" y="387"/>
                  </a:lnTo>
                  <a:lnTo>
                    <a:pt x="1241" y="387"/>
                  </a:lnTo>
                  <a:lnTo>
                    <a:pt x="1238" y="388"/>
                  </a:lnTo>
                  <a:lnTo>
                    <a:pt x="1235" y="388"/>
                  </a:lnTo>
                  <a:lnTo>
                    <a:pt x="1233" y="386"/>
                  </a:lnTo>
                  <a:lnTo>
                    <a:pt x="1231" y="384"/>
                  </a:lnTo>
                  <a:lnTo>
                    <a:pt x="1230" y="382"/>
                  </a:lnTo>
                  <a:lnTo>
                    <a:pt x="1228" y="382"/>
                  </a:lnTo>
                  <a:lnTo>
                    <a:pt x="1224" y="382"/>
                  </a:lnTo>
                  <a:lnTo>
                    <a:pt x="1221" y="381"/>
                  </a:lnTo>
                  <a:lnTo>
                    <a:pt x="1219" y="380"/>
                  </a:lnTo>
                  <a:lnTo>
                    <a:pt x="1218" y="378"/>
                  </a:lnTo>
                  <a:lnTo>
                    <a:pt x="1216" y="376"/>
                  </a:lnTo>
                  <a:lnTo>
                    <a:pt x="1215" y="374"/>
                  </a:lnTo>
                  <a:lnTo>
                    <a:pt x="1216" y="371"/>
                  </a:lnTo>
                  <a:lnTo>
                    <a:pt x="1218" y="368"/>
                  </a:lnTo>
                  <a:lnTo>
                    <a:pt x="1222" y="366"/>
                  </a:lnTo>
                  <a:lnTo>
                    <a:pt x="1224" y="364"/>
                  </a:lnTo>
                  <a:lnTo>
                    <a:pt x="1223" y="362"/>
                  </a:lnTo>
                  <a:lnTo>
                    <a:pt x="1220" y="360"/>
                  </a:lnTo>
                  <a:lnTo>
                    <a:pt x="1218" y="357"/>
                  </a:lnTo>
                  <a:lnTo>
                    <a:pt x="1218" y="355"/>
                  </a:lnTo>
                  <a:lnTo>
                    <a:pt x="1220" y="353"/>
                  </a:lnTo>
                  <a:lnTo>
                    <a:pt x="1222" y="351"/>
                  </a:lnTo>
                  <a:lnTo>
                    <a:pt x="1223" y="349"/>
                  </a:lnTo>
                  <a:lnTo>
                    <a:pt x="1224" y="347"/>
                  </a:lnTo>
                  <a:lnTo>
                    <a:pt x="1225" y="345"/>
                  </a:lnTo>
                  <a:lnTo>
                    <a:pt x="1227" y="343"/>
                  </a:lnTo>
                  <a:lnTo>
                    <a:pt x="1230" y="343"/>
                  </a:lnTo>
                  <a:lnTo>
                    <a:pt x="1232" y="342"/>
                  </a:lnTo>
                  <a:lnTo>
                    <a:pt x="1234" y="342"/>
                  </a:lnTo>
                  <a:lnTo>
                    <a:pt x="1236" y="341"/>
                  </a:lnTo>
                  <a:lnTo>
                    <a:pt x="1239" y="341"/>
                  </a:lnTo>
                  <a:lnTo>
                    <a:pt x="1242" y="342"/>
                  </a:lnTo>
                  <a:lnTo>
                    <a:pt x="1244" y="343"/>
                  </a:lnTo>
                  <a:lnTo>
                    <a:pt x="1246" y="342"/>
                  </a:lnTo>
                  <a:lnTo>
                    <a:pt x="1249" y="340"/>
                  </a:lnTo>
                  <a:lnTo>
                    <a:pt x="1253" y="337"/>
                  </a:lnTo>
                  <a:lnTo>
                    <a:pt x="1257" y="336"/>
                  </a:lnTo>
                  <a:lnTo>
                    <a:pt x="1259" y="338"/>
                  </a:lnTo>
                  <a:lnTo>
                    <a:pt x="1261" y="341"/>
                  </a:lnTo>
                  <a:lnTo>
                    <a:pt x="1263" y="343"/>
                  </a:lnTo>
                  <a:lnTo>
                    <a:pt x="1265" y="345"/>
                  </a:lnTo>
                  <a:lnTo>
                    <a:pt x="1267" y="347"/>
                  </a:lnTo>
                  <a:lnTo>
                    <a:pt x="1269" y="348"/>
                  </a:lnTo>
                  <a:lnTo>
                    <a:pt x="1271" y="350"/>
                  </a:lnTo>
                  <a:lnTo>
                    <a:pt x="1272" y="352"/>
                  </a:lnTo>
                  <a:lnTo>
                    <a:pt x="1275" y="354"/>
                  </a:lnTo>
                  <a:lnTo>
                    <a:pt x="1278" y="355"/>
                  </a:lnTo>
                  <a:lnTo>
                    <a:pt x="1281" y="357"/>
                  </a:lnTo>
                  <a:lnTo>
                    <a:pt x="1281" y="359"/>
                  </a:lnTo>
                  <a:lnTo>
                    <a:pt x="1281" y="362"/>
                  </a:lnTo>
                  <a:close/>
                </a:path>
              </a:pathLst>
            </a:custGeom>
            <a:solidFill>
              <a:srgbClr val="DA9FC0">
                <a:alpha val="9600"/>
              </a:srgbClr>
            </a:solidFill>
            <a:ln>
              <a:noFill/>
            </a:ln>
          </p:spPr>
          <p:txBody>
            <a:bodyPr anchor="ctr"/>
            <a:lstStyle/>
            <a:p>
              <a:pPr algn="ctr">
                <a:buNone/>
              </a:pPr>
            </a:p>
          </p:txBody>
        </p:sp>
        <p:sp>
          <p:nvSpPr>
            <p:cNvPr id="2940" name="addition:input:63"/>
            <p:cNvSpPr>
              <a:spLocks noGrp="1"/>
            </p:cNvSpPr>
            <p:nvPr/>
          </p:nvSpPr>
          <p:spPr>
            <a:xfrm>
              <a:off x="209550" y="5438775"/>
              <a:ext cx="2245035" cy="738561"/>
            </a:xfrm>
            <a:custGeom>
              <a:avLst/>
              <a:gdLst/>
              <a:ahLst/>
              <a:cxnLst/>
              <a:rect l="l" t="t" r="r" b="b"/>
              <a:pathLst>
                <a:path w="1364" h="394">
                  <a:moveTo>
                    <a:pt x="0" y="0"/>
                  </a:moveTo>
                  <a:moveTo>
                    <a:pt x="1359" y="360"/>
                  </a:moveTo>
                  <a:lnTo>
                    <a:pt x="1353" y="362"/>
                  </a:lnTo>
                  <a:lnTo>
                    <a:pt x="1347" y="365"/>
                  </a:lnTo>
                  <a:lnTo>
                    <a:pt x="1346" y="367"/>
                  </a:lnTo>
                  <a:lnTo>
                    <a:pt x="1346" y="370"/>
                  </a:lnTo>
                  <a:lnTo>
                    <a:pt x="1345" y="373"/>
                  </a:lnTo>
                  <a:lnTo>
                    <a:pt x="1343" y="375"/>
                  </a:lnTo>
                  <a:lnTo>
                    <a:pt x="1339" y="378"/>
                  </a:lnTo>
                  <a:lnTo>
                    <a:pt x="1337" y="380"/>
                  </a:lnTo>
                  <a:lnTo>
                    <a:pt x="1335" y="383"/>
                  </a:lnTo>
                  <a:lnTo>
                    <a:pt x="1332" y="386"/>
                  </a:lnTo>
                  <a:lnTo>
                    <a:pt x="1328" y="388"/>
                  </a:lnTo>
                  <a:lnTo>
                    <a:pt x="1324" y="388"/>
                  </a:lnTo>
                  <a:lnTo>
                    <a:pt x="1319" y="389"/>
                  </a:lnTo>
                  <a:lnTo>
                    <a:pt x="1316" y="391"/>
                  </a:lnTo>
                  <a:lnTo>
                    <a:pt x="1312" y="394"/>
                  </a:lnTo>
                  <a:lnTo>
                    <a:pt x="1308" y="394"/>
                  </a:lnTo>
                  <a:lnTo>
                    <a:pt x="1303" y="393"/>
                  </a:lnTo>
                  <a:lnTo>
                    <a:pt x="1299" y="389"/>
                  </a:lnTo>
                  <a:lnTo>
                    <a:pt x="1297" y="385"/>
                  </a:lnTo>
                  <a:lnTo>
                    <a:pt x="1294" y="385"/>
                  </a:lnTo>
                  <a:lnTo>
                    <a:pt x="1290" y="387"/>
                  </a:lnTo>
                  <a:lnTo>
                    <a:pt x="1285" y="389"/>
                  </a:lnTo>
                  <a:lnTo>
                    <a:pt x="1280" y="389"/>
                  </a:lnTo>
                  <a:lnTo>
                    <a:pt x="1277" y="388"/>
                  </a:lnTo>
                  <a:lnTo>
                    <a:pt x="1274" y="387"/>
                  </a:lnTo>
                  <a:lnTo>
                    <a:pt x="1270" y="385"/>
                  </a:lnTo>
                  <a:lnTo>
                    <a:pt x="1267" y="383"/>
                  </a:lnTo>
                  <a:lnTo>
                    <a:pt x="1266" y="380"/>
                  </a:lnTo>
                  <a:lnTo>
                    <a:pt x="1267" y="376"/>
                  </a:lnTo>
                  <a:lnTo>
                    <a:pt x="1268" y="372"/>
                  </a:lnTo>
                  <a:lnTo>
                    <a:pt x="1268" y="370"/>
                  </a:lnTo>
                  <a:lnTo>
                    <a:pt x="1264" y="368"/>
                  </a:lnTo>
                  <a:lnTo>
                    <a:pt x="1260" y="365"/>
                  </a:lnTo>
                  <a:lnTo>
                    <a:pt x="1259" y="363"/>
                  </a:lnTo>
                  <a:lnTo>
                    <a:pt x="1261" y="360"/>
                  </a:lnTo>
                  <a:lnTo>
                    <a:pt x="1263" y="357"/>
                  </a:lnTo>
                  <a:lnTo>
                    <a:pt x="1264" y="355"/>
                  </a:lnTo>
                  <a:lnTo>
                    <a:pt x="1261" y="351"/>
                  </a:lnTo>
                  <a:lnTo>
                    <a:pt x="1257" y="348"/>
                  </a:lnTo>
                  <a:lnTo>
                    <a:pt x="1255" y="344"/>
                  </a:lnTo>
                  <a:lnTo>
                    <a:pt x="1256" y="341"/>
                  </a:lnTo>
                  <a:lnTo>
                    <a:pt x="1260" y="339"/>
                  </a:lnTo>
                  <a:lnTo>
                    <a:pt x="1265" y="338"/>
                  </a:lnTo>
                  <a:lnTo>
                    <a:pt x="1268" y="337"/>
                  </a:lnTo>
                  <a:lnTo>
                    <a:pt x="1272" y="336"/>
                  </a:lnTo>
                  <a:lnTo>
                    <a:pt x="1277" y="336"/>
                  </a:lnTo>
                  <a:lnTo>
                    <a:pt x="1281" y="336"/>
                  </a:lnTo>
                  <a:lnTo>
                    <a:pt x="1284" y="335"/>
                  </a:lnTo>
                  <a:lnTo>
                    <a:pt x="1287" y="332"/>
                  </a:lnTo>
                  <a:lnTo>
                    <a:pt x="1289" y="328"/>
                  </a:lnTo>
                  <a:lnTo>
                    <a:pt x="1293" y="325"/>
                  </a:lnTo>
                  <a:lnTo>
                    <a:pt x="1299" y="324"/>
                  </a:lnTo>
                  <a:lnTo>
                    <a:pt x="1304" y="326"/>
                  </a:lnTo>
                  <a:lnTo>
                    <a:pt x="1308" y="328"/>
                  </a:lnTo>
                  <a:lnTo>
                    <a:pt x="1313" y="329"/>
                  </a:lnTo>
                  <a:lnTo>
                    <a:pt x="1318" y="329"/>
                  </a:lnTo>
                  <a:lnTo>
                    <a:pt x="1324" y="328"/>
                  </a:lnTo>
                  <a:lnTo>
                    <a:pt x="1328" y="330"/>
                  </a:lnTo>
                  <a:lnTo>
                    <a:pt x="1331" y="333"/>
                  </a:lnTo>
                  <a:lnTo>
                    <a:pt x="1334" y="336"/>
                  </a:lnTo>
                  <a:lnTo>
                    <a:pt x="1337" y="339"/>
                  </a:lnTo>
                  <a:lnTo>
                    <a:pt x="1340" y="340"/>
                  </a:lnTo>
                  <a:lnTo>
                    <a:pt x="1343" y="342"/>
                  </a:lnTo>
                  <a:lnTo>
                    <a:pt x="1345" y="345"/>
                  </a:lnTo>
                  <a:lnTo>
                    <a:pt x="1348" y="347"/>
                  </a:lnTo>
                  <a:lnTo>
                    <a:pt x="1352" y="349"/>
                  </a:lnTo>
                  <a:lnTo>
                    <a:pt x="1358" y="350"/>
                  </a:lnTo>
                  <a:lnTo>
                    <a:pt x="1363" y="353"/>
                  </a:lnTo>
                  <a:lnTo>
                    <a:pt x="1364" y="356"/>
                  </a:lnTo>
                  <a:close/>
                </a:path>
              </a:pathLst>
            </a:custGeom>
            <a:solidFill>
              <a:srgbClr val="DA9FC0">
                <a:alpha val="9600"/>
              </a:srgbClr>
            </a:solidFill>
            <a:ln>
              <a:noFill/>
            </a:ln>
          </p:spPr>
          <p:txBody>
            <a:bodyPr anchor="ctr"/>
            <a:lstStyle/>
            <a:p>
              <a:pPr algn="ctr">
                <a:buNone/>
              </a:pPr>
            </a:p>
          </p:txBody>
        </p:sp>
        <p:sp>
          <p:nvSpPr>
            <p:cNvPr id="2941" name="addition:input:64"/>
            <p:cNvSpPr>
              <a:spLocks noGrp="1"/>
            </p:cNvSpPr>
            <p:nvPr/>
          </p:nvSpPr>
          <p:spPr>
            <a:xfrm>
              <a:off x="209550" y="5438775"/>
              <a:ext cx="2263140" cy="751683"/>
            </a:xfrm>
            <a:custGeom>
              <a:avLst/>
              <a:gdLst/>
              <a:ahLst/>
              <a:cxnLst/>
              <a:rect l="l" t="t" r="r" b="b"/>
              <a:pathLst>
                <a:path w="1375" h="401">
                  <a:moveTo>
                    <a:pt x="0" y="0"/>
                  </a:moveTo>
                  <a:moveTo>
                    <a:pt x="1371" y="354"/>
                  </a:moveTo>
                  <a:lnTo>
                    <a:pt x="1362" y="358"/>
                  </a:lnTo>
                  <a:lnTo>
                    <a:pt x="1354" y="361"/>
                  </a:lnTo>
                  <a:lnTo>
                    <a:pt x="1351" y="364"/>
                  </a:lnTo>
                  <a:lnTo>
                    <a:pt x="1351" y="368"/>
                  </a:lnTo>
                  <a:lnTo>
                    <a:pt x="1352" y="373"/>
                  </a:lnTo>
                  <a:lnTo>
                    <a:pt x="1352" y="377"/>
                  </a:lnTo>
                  <a:lnTo>
                    <a:pt x="1350" y="381"/>
                  </a:lnTo>
                  <a:lnTo>
                    <a:pt x="1349" y="386"/>
                  </a:lnTo>
                  <a:lnTo>
                    <a:pt x="1347" y="391"/>
                  </a:lnTo>
                  <a:lnTo>
                    <a:pt x="1343" y="395"/>
                  </a:lnTo>
                  <a:lnTo>
                    <a:pt x="1337" y="396"/>
                  </a:lnTo>
                  <a:lnTo>
                    <a:pt x="1329" y="395"/>
                  </a:lnTo>
                  <a:lnTo>
                    <a:pt x="1322" y="393"/>
                  </a:lnTo>
                  <a:lnTo>
                    <a:pt x="1318" y="393"/>
                  </a:lnTo>
                  <a:lnTo>
                    <a:pt x="1314" y="397"/>
                  </a:lnTo>
                  <a:lnTo>
                    <a:pt x="1310" y="400"/>
                  </a:lnTo>
                  <a:lnTo>
                    <a:pt x="1305" y="401"/>
                  </a:lnTo>
                  <a:lnTo>
                    <a:pt x="1300" y="398"/>
                  </a:lnTo>
                  <a:lnTo>
                    <a:pt x="1296" y="395"/>
                  </a:lnTo>
                  <a:lnTo>
                    <a:pt x="1292" y="394"/>
                  </a:lnTo>
                  <a:lnTo>
                    <a:pt x="1286" y="396"/>
                  </a:lnTo>
                  <a:lnTo>
                    <a:pt x="1280" y="398"/>
                  </a:lnTo>
                  <a:lnTo>
                    <a:pt x="1273" y="398"/>
                  </a:lnTo>
                  <a:lnTo>
                    <a:pt x="1268" y="396"/>
                  </a:lnTo>
                  <a:lnTo>
                    <a:pt x="1263" y="393"/>
                  </a:lnTo>
                  <a:lnTo>
                    <a:pt x="1258" y="390"/>
                  </a:lnTo>
                  <a:lnTo>
                    <a:pt x="1254" y="387"/>
                  </a:lnTo>
                  <a:lnTo>
                    <a:pt x="1252" y="382"/>
                  </a:lnTo>
                  <a:lnTo>
                    <a:pt x="1254" y="376"/>
                  </a:lnTo>
                  <a:lnTo>
                    <a:pt x="1257" y="371"/>
                  </a:lnTo>
                  <a:lnTo>
                    <a:pt x="1256" y="367"/>
                  </a:lnTo>
                  <a:lnTo>
                    <a:pt x="1250" y="365"/>
                  </a:lnTo>
                  <a:lnTo>
                    <a:pt x="1240" y="362"/>
                  </a:lnTo>
                  <a:lnTo>
                    <a:pt x="1233" y="358"/>
                  </a:lnTo>
                  <a:lnTo>
                    <a:pt x="1230" y="354"/>
                  </a:lnTo>
                  <a:lnTo>
                    <a:pt x="1232" y="350"/>
                  </a:lnTo>
                  <a:lnTo>
                    <a:pt x="1235" y="346"/>
                  </a:lnTo>
                  <a:lnTo>
                    <a:pt x="1235" y="342"/>
                  </a:lnTo>
                  <a:lnTo>
                    <a:pt x="1235" y="337"/>
                  </a:lnTo>
                  <a:lnTo>
                    <a:pt x="1236" y="333"/>
                  </a:lnTo>
                  <a:lnTo>
                    <a:pt x="1240" y="330"/>
                  </a:lnTo>
                  <a:lnTo>
                    <a:pt x="1245" y="327"/>
                  </a:lnTo>
                  <a:lnTo>
                    <a:pt x="1250" y="325"/>
                  </a:lnTo>
                  <a:lnTo>
                    <a:pt x="1254" y="322"/>
                  </a:lnTo>
                  <a:lnTo>
                    <a:pt x="1258" y="319"/>
                  </a:lnTo>
                  <a:lnTo>
                    <a:pt x="1264" y="318"/>
                  </a:lnTo>
                  <a:lnTo>
                    <a:pt x="1271" y="318"/>
                  </a:lnTo>
                  <a:lnTo>
                    <a:pt x="1277" y="317"/>
                  </a:lnTo>
                  <a:lnTo>
                    <a:pt x="1281" y="314"/>
                  </a:lnTo>
                  <a:lnTo>
                    <a:pt x="1285" y="307"/>
                  </a:lnTo>
                  <a:lnTo>
                    <a:pt x="1291" y="301"/>
                  </a:lnTo>
                  <a:lnTo>
                    <a:pt x="1299" y="299"/>
                  </a:lnTo>
                  <a:lnTo>
                    <a:pt x="1306" y="302"/>
                  </a:lnTo>
                  <a:lnTo>
                    <a:pt x="1313" y="307"/>
                  </a:lnTo>
                  <a:lnTo>
                    <a:pt x="1319" y="311"/>
                  </a:lnTo>
                  <a:lnTo>
                    <a:pt x="1324" y="313"/>
                  </a:lnTo>
                  <a:lnTo>
                    <a:pt x="1330" y="314"/>
                  </a:lnTo>
                  <a:lnTo>
                    <a:pt x="1335" y="316"/>
                  </a:lnTo>
                  <a:lnTo>
                    <a:pt x="1340" y="319"/>
                  </a:lnTo>
                  <a:lnTo>
                    <a:pt x="1344" y="321"/>
                  </a:lnTo>
                  <a:lnTo>
                    <a:pt x="1350" y="322"/>
                  </a:lnTo>
                  <a:lnTo>
                    <a:pt x="1357" y="323"/>
                  </a:lnTo>
                  <a:lnTo>
                    <a:pt x="1362" y="325"/>
                  </a:lnTo>
                  <a:lnTo>
                    <a:pt x="1364" y="330"/>
                  </a:lnTo>
                  <a:lnTo>
                    <a:pt x="1363" y="334"/>
                  </a:lnTo>
                  <a:lnTo>
                    <a:pt x="1364" y="338"/>
                  </a:lnTo>
                  <a:lnTo>
                    <a:pt x="1369" y="341"/>
                  </a:lnTo>
                  <a:lnTo>
                    <a:pt x="1374" y="345"/>
                  </a:lnTo>
                  <a:lnTo>
                    <a:pt x="1375" y="349"/>
                  </a:lnTo>
                  <a:close/>
                </a:path>
              </a:pathLst>
            </a:custGeom>
            <a:solidFill>
              <a:srgbClr val="CC79A7">
                <a:alpha val="11100"/>
              </a:srgbClr>
            </a:solidFill>
            <a:ln>
              <a:noFill/>
            </a:ln>
          </p:spPr>
          <p:txBody>
            <a:bodyPr anchor="ctr"/>
            <a:lstStyle/>
            <a:p>
              <a:pPr algn="ctr">
                <a:buNone/>
              </a:pPr>
            </a:p>
          </p:txBody>
        </p:sp>
        <p:sp>
          <p:nvSpPr>
            <p:cNvPr id="2942" name="addition:input:65"/>
            <p:cNvSpPr>
              <a:spLocks noGrp="1"/>
            </p:cNvSpPr>
            <p:nvPr/>
          </p:nvSpPr>
          <p:spPr>
            <a:xfrm>
              <a:off x="209550" y="5438775"/>
              <a:ext cx="2156155" cy="686074"/>
            </a:xfrm>
            <a:custGeom>
              <a:avLst/>
              <a:gdLst/>
              <a:ahLst/>
              <a:cxnLst/>
              <a:rect l="l" t="t" r="r" b="b"/>
              <a:pathLst>
                <a:path w="1310" h="366">
                  <a:moveTo>
                    <a:pt x="0" y="0"/>
                  </a:moveTo>
                  <a:moveTo>
                    <a:pt x="1309" y="341"/>
                  </a:moveTo>
                  <a:lnTo>
                    <a:pt x="1310" y="344"/>
                  </a:lnTo>
                  <a:lnTo>
                    <a:pt x="1309" y="346"/>
                  </a:lnTo>
                  <a:lnTo>
                    <a:pt x="1309" y="348"/>
                  </a:lnTo>
                  <a:lnTo>
                    <a:pt x="1308" y="350"/>
                  </a:lnTo>
                  <a:lnTo>
                    <a:pt x="1306" y="352"/>
                  </a:lnTo>
                  <a:lnTo>
                    <a:pt x="1303" y="353"/>
                  </a:lnTo>
                  <a:lnTo>
                    <a:pt x="1298" y="353"/>
                  </a:lnTo>
                  <a:lnTo>
                    <a:pt x="1295" y="354"/>
                  </a:lnTo>
                  <a:lnTo>
                    <a:pt x="1293" y="355"/>
                  </a:lnTo>
                  <a:lnTo>
                    <a:pt x="1293" y="358"/>
                  </a:lnTo>
                  <a:lnTo>
                    <a:pt x="1293" y="362"/>
                  </a:lnTo>
                  <a:lnTo>
                    <a:pt x="1291" y="364"/>
                  </a:lnTo>
                  <a:lnTo>
                    <a:pt x="1288" y="365"/>
                  </a:lnTo>
                  <a:lnTo>
                    <a:pt x="1284" y="365"/>
                  </a:lnTo>
                  <a:lnTo>
                    <a:pt x="1281" y="365"/>
                  </a:lnTo>
                  <a:lnTo>
                    <a:pt x="1278" y="365"/>
                  </a:lnTo>
                  <a:lnTo>
                    <a:pt x="1275" y="366"/>
                  </a:lnTo>
                  <a:lnTo>
                    <a:pt x="1272" y="365"/>
                  </a:lnTo>
                  <a:lnTo>
                    <a:pt x="1269" y="364"/>
                  </a:lnTo>
                  <a:lnTo>
                    <a:pt x="1266" y="363"/>
                  </a:lnTo>
                  <a:lnTo>
                    <a:pt x="1264" y="363"/>
                  </a:lnTo>
                  <a:lnTo>
                    <a:pt x="1261" y="362"/>
                  </a:lnTo>
                  <a:lnTo>
                    <a:pt x="1259" y="361"/>
                  </a:lnTo>
                  <a:lnTo>
                    <a:pt x="1258" y="359"/>
                  </a:lnTo>
                  <a:lnTo>
                    <a:pt x="1257" y="357"/>
                  </a:lnTo>
                  <a:lnTo>
                    <a:pt x="1255" y="356"/>
                  </a:lnTo>
                  <a:lnTo>
                    <a:pt x="1252" y="356"/>
                  </a:lnTo>
                  <a:lnTo>
                    <a:pt x="1248" y="357"/>
                  </a:lnTo>
                  <a:lnTo>
                    <a:pt x="1244" y="356"/>
                  </a:lnTo>
                  <a:lnTo>
                    <a:pt x="1244" y="353"/>
                  </a:lnTo>
                  <a:lnTo>
                    <a:pt x="1245" y="350"/>
                  </a:lnTo>
                  <a:lnTo>
                    <a:pt x="1248" y="347"/>
                  </a:lnTo>
                  <a:lnTo>
                    <a:pt x="1249" y="345"/>
                  </a:lnTo>
                  <a:lnTo>
                    <a:pt x="1249" y="343"/>
                  </a:lnTo>
                  <a:lnTo>
                    <a:pt x="1250" y="341"/>
                  </a:lnTo>
                  <a:lnTo>
                    <a:pt x="1250" y="339"/>
                  </a:lnTo>
                  <a:lnTo>
                    <a:pt x="1251" y="338"/>
                  </a:lnTo>
                  <a:lnTo>
                    <a:pt x="1250" y="335"/>
                  </a:lnTo>
                  <a:lnTo>
                    <a:pt x="1249" y="333"/>
                  </a:lnTo>
                  <a:lnTo>
                    <a:pt x="1249" y="330"/>
                  </a:lnTo>
                  <a:lnTo>
                    <a:pt x="1250" y="328"/>
                  </a:lnTo>
                  <a:lnTo>
                    <a:pt x="1252" y="327"/>
                  </a:lnTo>
                  <a:lnTo>
                    <a:pt x="1255" y="326"/>
                  </a:lnTo>
                  <a:lnTo>
                    <a:pt x="1256" y="325"/>
                  </a:lnTo>
                  <a:lnTo>
                    <a:pt x="1256" y="322"/>
                  </a:lnTo>
                  <a:lnTo>
                    <a:pt x="1257" y="320"/>
                  </a:lnTo>
                  <a:lnTo>
                    <a:pt x="1260" y="319"/>
                  </a:lnTo>
                  <a:lnTo>
                    <a:pt x="1263" y="320"/>
                  </a:lnTo>
                  <a:lnTo>
                    <a:pt x="1266" y="321"/>
                  </a:lnTo>
                  <a:lnTo>
                    <a:pt x="1268" y="322"/>
                  </a:lnTo>
                  <a:lnTo>
                    <a:pt x="1270" y="321"/>
                  </a:lnTo>
                  <a:lnTo>
                    <a:pt x="1272" y="320"/>
                  </a:lnTo>
                  <a:lnTo>
                    <a:pt x="1274" y="319"/>
                  </a:lnTo>
                  <a:lnTo>
                    <a:pt x="1277" y="318"/>
                  </a:lnTo>
                  <a:lnTo>
                    <a:pt x="1280" y="318"/>
                  </a:lnTo>
                  <a:lnTo>
                    <a:pt x="1283" y="317"/>
                  </a:lnTo>
                  <a:lnTo>
                    <a:pt x="1286" y="317"/>
                  </a:lnTo>
                  <a:lnTo>
                    <a:pt x="1289" y="318"/>
                  </a:lnTo>
                  <a:lnTo>
                    <a:pt x="1291" y="321"/>
                  </a:lnTo>
                  <a:lnTo>
                    <a:pt x="1291" y="324"/>
                  </a:lnTo>
                  <a:lnTo>
                    <a:pt x="1292" y="326"/>
                  </a:lnTo>
                  <a:lnTo>
                    <a:pt x="1294" y="327"/>
                  </a:lnTo>
                  <a:lnTo>
                    <a:pt x="1298" y="328"/>
                  </a:lnTo>
                  <a:lnTo>
                    <a:pt x="1301" y="329"/>
                  </a:lnTo>
                  <a:lnTo>
                    <a:pt x="1302" y="331"/>
                  </a:lnTo>
                  <a:lnTo>
                    <a:pt x="1302" y="334"/>
                  </a:lnTo>
                  <a:lnTo>
                    <a:pt x="1302" y="336"/>
                  </a:lnTo>
                  <a:lnTo>
                    <a:pt x="1304" y="337"/>
                  </a:lnTo>
                  <a:lnTo>
                    <a:pt x="1307" y="339"/>
                  </a:lnTo>
                  <a:close/>
                </a:path>
              </a:pathLst>
            </a:custGeom>
            <a:solidFill>
              <a:srgbClr val="CC79A7">
                <a:alpha val="10800"/>
              </a:srgbClr>
            </a:solidFill>
            <a:ln>
              <a:noFill/>
            </a:ln>
          </p:spPr>
          <p:txBody>
            <a:bodyPr anchor="ctr"/>
            <a:lstStyle/>
            <a:p>
              <a:pPr algn="ctr">
                <a:buNone/>
              </a:pPr>
            </a:p>
          </p:txBody>
        </p:sp>
        <p:sp>
          <p:nvSpPr>
            <p:cNvPr id="2943" name="addition:input:66"/>
            <p:cNvSpPr>
              <a:spLocks noGrp="1"/>
            </p:cNvSpPr>
            <p:nvPr/>
          </p:nvSpPr>
          <p:spPr>
            <a:xfrm>
              <a:off x="209550" y="5438775"/>
              <a:ext cx="2207179" cy="661706"/>
            </a:xfrm>
            <a:custGeom>
              <a:avLst/>
              <a:gdLst/>
              <a:ahLst/>
              <a:cxnLst/>
              <a:rect l="l" t="t" r="r" b="b"/>
              <a:pathLst>
                <a:path w="1341" h="353">
                  <a:moveTo>
                    <a:pt x="0" y="0"/>
                  </a:moveTo>
                  <a:moveTo>
                    <a:pt x="1339" y="334"/>
                  </a:moveTo>
                  <a:lnTo>
                    <a:pt x="1337" y="336"/>
                  </a:lnTo>
                  <a:lnTo>
                    <a:pt x="1336" y="337"/>
                  </a:lnTo>
                  <a:lnTo>
                    <a:pt x="1337" y="338"/>
                  </a:lnTo>
                  <a:lnTo>
                    <a:pt x="1339" y="341"/>
                  </a:lnTo>
                  <a:lnTo>
                    <a:pt x="1341" y="343"/>
                  </a:lnTo>
                  <a:lnTo>
                    <a:pt x="1341" y="345"/>
                  </a:lnTo>
                  <a:lnTo>
                    <a:pt x="1339" y="346"/>
                  </a:lnTo>
                  <a:lnTo>
                    <a:pt x="1337" y="347"/>
                  </a:lnTo>
                  <a:lnTo>
                    <a:pt x="1335" y="347"/>
                  </a:lnTo>
                  <a:lnTo>
                    <a:pt x="1333" y="348"/>
                  </a:lnTo>
                  <a:lnTo>
                    <a:pt x="1331" y="348"/>
                  </a:lnTo>
                  <a:lnTo>
                    <a:pt x="1329" y="348"/>
                  </a:lnTo>
                  <a:lnTo>
                    <a:pt x="1327" y="348"/>
                  </a:lnTo>
                  <a:lnTo>
                    <a:pt x="1326" y="349"/>
                  </a:lnTo>
                  <a:lnTo>
                    <a:pt x="1325" y="351"/>
                  </a:lnTo>
                  <a:lnTo>
                    <a:pt x="1323" y="352"/>
                  </a:lnTo>
                  <a:lnTo>
                    <a:pt x="1321" y="353"/>
                  </a:lnTo>
                  <a:lnTo>
                    <a:pt x="1319" y="352"/>
                  </a:lnTo>
                  <a:lnTo>
                    <a:pt x="1317" y="351"/>
                  </a:lnTo>
                  <a:lnTo>
                    <a:pt x="1314" y="351"/>
                  </a:lnTo>
                  <a:lnTo>
                    <a:pt x="1312" y="352"/>
                  </a:lnTo>
                  <a:lnTo>
                    <a:pt x="1309" y="352"/>
                  </a:lnTo>
                  <a:lnTo>
                    <a:pt x="1306" y="352"/>
                  </a:lnTo>
                  <a:lnTo>
                    <a:pt x="1304" y="350"/>
                  </a:lnTo>
                  <a:lnTo>
                    <a:pt x="1304" y="348"/>
                  </a:lnTo>
                  <a:lnTo>
                    <a:pt x="1303" y="346"/>
                  </a:lnTo>
                  <a:lnTo>
                    <a:pt x="1302" y="345"/>
                  </a:lnTo>
                  <a:lnTo>
                    <a:pt x="1300" y="344"/>
                  </a:lnTo>
                  <a:lnTo>
                    <a:pt x="1299" y="342"/>
                  </a:lnTo>
                  <a:lnTo>
                    <a:pt x="1297" y="341"/>
                  </a:lnTo>
                  <a:lnTo>
                    <a:pt x="1295" y="340"/>
                  </a:lnTo>
                  <a:lnTo>
                    <a:pt x="1292" y="339"/>
                  </a:lnTo>
                  <a:lnTo>
                    <a:pt x="1289" y="338"/>
                  </a:lnTo>
                  <a:lnTo>
                    <a:pt x="1288" y="336"/>
                  </a:lnTo>
                  <a:lnTo>
                    <a:pt x="1289" y="334"/>
                  </a:lnTo>
                  <a:lnTo>
                    <a:pt x="1292" y="333"/>
                  </a:lnTo>
                  <a:lnTo>
                    <a:pt x="1294" y="331"/>
                  </a:lnTo>
                  <a:lnTo>
                    <a:pt x="1295" y="330"/>
                  </a:lnTo>
                  <a:lnTo>
                    <a:pt x="1295" y="328"/>
                  </a:lnTo>
                  <a:lnTo>
                    <a:pt x="1295" y="326"/>
                  </a:lnTo>
                  <a:lnTo>
                    <a:pt x="1297" y="325"/>
                  </a:lnTo>
                  <a:lnTo>
                    <a:pt x="1299" y="324"/>
                  </a:lnTo>
                  <a:lnTo>
                    <a:pt x="1301" y="324"/>
                  </a:lnTo>
                  <a:lnTo>
                    <a:pt x="1303" y="323"/>
                  </a:lnTo>
                  <a:lnTo>
                    <a:pt x="1304" y="321"/>
                  </a:lnTo>
                  <a:lnTo>
                    <a:pt x="1305" y="319"/>
                  </a:lnTo>
                  <a:lnTo>
                    <a:pt x="1307" y="318"/>
                  </a:lnTo>
                  <a:lnTo>
                    <a:pt x="1310" y="317"/>
                  </a:lnTo>
                  <a:lnTo>
                    <a:pt x="1312" y="316"/>
                  </a:lnTo>
                  <a:lnTo>
                    <a:pt x="1314" y="315"/>
                  </a:lnTo>
                  <a:lnTo>
                    <a:pt x="1316" y="314"/>
                  </a:lnTo>
                  <a:lnTo>
                    <a:pt x="1319" y="315"/>
                  </a:lnTo>
                  <a:lnTo>
                    <a:pt x="1321" y="317"/>
                  </a:lnTo>
                  <a:lnTo>
                    <a:pt x="1322" y="319"/>
                  </a:lnTo>
                  <a:lnTo>
                    <a:pt x="1324" y="320"/>
                  </a:lnTo>
                  <a:lnTo>
                    <a:pt x="1326" y="320"/>
                  </a:lnTo>
                  <a:lnTo>
                    <a:pt x="1328" y="319"/>
                  </a:lnTo>
                  <a:lnTo>
                    <a:pt x="1331" y="318"/>
                  </a:lnTo>
                  <a:lnTo>
                    <a:pt x="1332" y="319"/>
                  </a:lnTo>
                  <a:lnTo>
                    <a:pt x="1334" y="320"/>
                  </a:lnTo>
                  <a:lnTo>
                    <a:pt x="1335" y="321"/>
                  </a:lnTo>
                  <a:lnTo>
                    <a:pt x="1337" y="322"/>
                  </a:lnTo>
                  <a:lnTo>
                    <a:pt x="1338" y="323"/>
                  </a:lnTo>
                  <a:lnTo>
                    <a:pt x="1339" y="325"/>
                  </a:lnTo>
                  <a:lnTo>
                    <a:pt x="1338" y="326"/>
                  </a:lnTo>
                  <a:lnTo>
                    <a:pt x="1338" y="328"/>
                  </a:lnTo>
                  <a:lnTo>
                    <a:pt x="1339" y="330"/>
                  </a:lnTo>
                  <a:lnTo>
                    <a:pt x="1340" y="331"/>
                  </a:lnTo>
                  <a:lnTo>
                    <a:pt x="1340" y="333"/>
                  </a:lnTo>
                  <a:close/>
                </a:path>
              </a:pathLst>
            </a:custGeom>
            <a:solidFill>
              <a:srgbClr val="CC79A7">
                <a:alpha val="10800"/>
              </a:srgbClr>
            </a:solidFill>
            <a:ln>
              <a:noFill/>
            </a:ln>
          </p:spPr>
          <p:txBody>
            <a:bodyPr anchor="ctr"/>
            <a:lstStyle/>
            <a:p>
              <a:pPr algn="ctr">
                <a:buNone/>
              </a:pPr>
            </a:p>
          </p:txBody>
        </p:sp>
        <p:sp>
          <p:nvSpPr>
            <p:cNvPr id="2944" name="addition:input:67"/>
            <p:cNvSpPr>
              <a:spLocks noGrp="1"/>
            </p:cNvSpPr>
            <p:nvPr/>
          </p:nvSpPr>
          <p:spPr>
            <a:xfrm>
              <a:off x="209550" y="5438775"/>
              <a:ext cx="2261494" cy="731063"/>
            </a:xfrm>
            <a:custGeom>
              <a:avLst/>
              <a:gdLst/>
              <a:ahLst/>
              <a:cxnLst/>
              <a:rect l="l" t="t" r="r" b="b"/>
              <a:pathLst>
                <a:path w="1374" h="390">
                  <a:moveTo>
                    <a:pt x="0" y="0"/>
                  </a:moveTo>
                  <a:moveTo>
                    <a:pt x="1367" y="365"/>
                  </a:moveTo>
                  <a:lnTo>
                    <a:pt x="1366" y="367"/>
                  </a:lnTo>
                  <a:lnTo>
                    <a:pt x="1365" y="369"/>
                  </a:lnTo>
                  <a:lnTo>
                    <a:pt x="1364" y="371"/>
                  </a:lnTo>
                  <a:lnTo>
                    <a:pt x="1362" y="373"/>
                  </a:lnTo>
                  <a:lnTo>
                    <a:pt x="1362" y="375"/>
                  </a:lnTo>
                  <a:lnTo>
                    <a:pt x="1362" y="377"/>
                  </a:lnTo>
                  <a:lnTo>
                    <a:pt x="1362" y="380"/>
                  </a:lnTo>
                  <a:lnTo>
                    <a:pt x="1360" y="382"/>
                  </a:lnTo>
                  <a:lnTo>
                    <a:pt x="1357" y="382"/>
                  </a:lnTo>
                  <a:lnTo>
                    <a:pt x="1354" y="383"/>
                  </a:lnTo>
                  <a:lnTo>
                    <a:pt x="1352" y="385"/>
                  </a:lnTo>
                  <a:lnTo>
                    <a:pt x="1351" y="387"/>
                  </a:lnTo>
                  <a:lnTo>
                    <a:pt x="1349" y="390"/>
                  </a:lnTo>
                  <a:lnTo>
                    <a:pt x="1346" y="390"/>
                  </a:lnTo>
                  <a:lnTo>
                    <a:pt x="1343" y="388"/>
                  </a:lnTo>
                  <a:lnTo>
                    <a:pt x="1340" y="386"/>
                  </a:lnTo>
                  <a:lnTo>
                    <a:pt x="1337" y="385"/>
                  </a:lnTo>
                  <a:lnTo>
                    <a:pt x="1335" y="385"/>
                  </a:lnTo>
                  <a:lnTo>
                    <a:pt x="1333" y="386"/>
                  </a:lnTo>
                  <a:lnTo>
                    <a:pt x="1331" y="387"/>
                  </a:lnTo>
                  <a:lnTo>
                    <a:pt x="1328" y="387"/>
                  </a:lnTo>
                  <a:lnTo>
                    <a:pt x="1326" y="387"/>
                  </a:lnTo>
                  <a:lnTo>
                    <a:pt x="1322" y="388"/>
                  </a:lnTo>
                  <a:lnTo>
                    <a:pt x="1319" y="388"/>
                  </a:lnTo>
                  <a:lnTo>
                    <a:pt x="1316" y="386"/>
                  </a:lnTo>
                  <a:lnTo>
                    <a:pt x="1316" y="383"/>
                  </a:lnTo>
                  <a:lnTo>
                    <a:pt x="1316" y="380"/>
                  </a:lnTo>
                  <a:lnTo>
                    <a:pt x="1316" y="378"/>
                  </a:lnTo>
                  <a:lnTo>
                    <a:pt x="1314" y="376"/>
                  </a:lnTo>
                  <a:lnTo>
                    <a:pt x="1311" y="375"/>
                  </a:lnTo>
                  <a:lnTo>
                    <a:pt x="1308" y="374"/>
                  </a:lnTo>
                  <a:lnTo>
                    <a:pt x="1308" y="371"/>
                  </a:lnTo>
                  <a:lnTo>
                    <a:pt x="1309" y="369"/>
                  </a:lnTo>
                  <a:lnTo>
                    <a:pt x="1309" y="367"/>
                  </a:lnTo>
                  <a:lnTo>
                    <a:pt x="1308" y="365"/>
                  </a:lnTo>
                  <a:lnTo>
                    <a:pt x="1305" y="363"/>
                  </a:lnTo>
                  <a:lnTo>
                    <a:pt x="1303" y="361"/>
                  </a:lnTo>
                  <a:lnTo>
                    <a:pt x="1303" y="359"/>
                  </a:lnTo>
                  <a:lnTo>
                    <a:pt x="1303" y="356"/>
                  </a:lnTo>
                  <a:lnTo>
                    <a:pt x="1304" y="354"/>
                  </a:lnTo>
                  <a:lnTo>
                    <a:pt x="1305" y="352"/>
                  </a:lnTo>
                  <a:lnTo>
                    <a:pt x="1307" y="350"/>
                  </a:lnTo>
                  <a:lnTo>
                    <a:pt x="1310" y="350"/>
                  </a:lnTo>
                  <a:lnTo>
                    <a:pt x="1315" y="350"/>
                  </a:lnTo>
                  <a:lnTo>
                    <a:pt x="1318" y="351"/>
                  </a:lnTo>
                  <a:lnTo>
                    <a:pt x="1320" y="349"/>
                  </a:lnTo>
                  <a:lnTo>
                    <a:pt x="1321" y="346"/>
                  </a:lnTo>
                  <a:lnTo>
                    <a:pt x="1322" y="343"/>
                  </a:lnTo>
                  <a:lnTo>
                    <a:pt x="1324" y="341"/>
                  </a:lnTo>
                  <a:lnTo>
                    <a:pt x="1328" y="341"/>
                  </a:lnTo>
                  <a:lnTo>
                    <a:pt x="1331" y="341"/>
                  </a:lnTo>
                  <a:lnTo>
                    <a:pt x="1335" y="342"/>
                  </a:lnTo>
                  <a:lnTo>
                    <a:pt x="1338" y="341"/>
                  </a:lnTo>
                  <a:lnTo>
                    <a:pt x="1342" y="341"/>
                  </a:lnTo>
                  <a:lnTo>
                    <a:pt x="1345" y="342"/>
                  </a:lnTo>
                  <a:lnTo>
                    <a:pt x="1348" y="343"/>
                  </a:lnTo>
                  <a:lnTo>
                    <a:pt x="1351" y="345"/>
                  </a:lnTo>
                  <a:lnTo>
                    <a:pt x="1353" y="345"/>
                  </a:lnTo>
                  <a:lnTo>
                    <a:pt x="1356" y="346"/>
                  </a:lnTo>
                  <a:lnTo>
                    <a:pt x="1358" y="348"/>
                  </a:lnTo>
                  <a:lnTo>
                    <a:pt x="1359" y="350"/>
                  </a:lnTo>
                  <a:lnTo>
                    <a:pt x="1360" y="352"/>
                  </a:lnTo>
                  <a:lnTo>
                    <a:pt x="1362" y="353"/>
                  </a:lnTo>
                  <a:lnTo>
                    <a:pt x="1366" y="354"/>
                  </a:lnTo>
                  <a:lnTo>
                    <a:pt x="1371" y="354"/>
                  </a:lnTo>
                  <a:lnTo>
                    <a:pt x="1374" y="356"/>
                  </a:lnTo>
                  <a:lnTo>
                    <a:pt x="1374" y="358"/>
                  </a:lnTo>
                  <a:lnTo>
                    <a:pt x="1372" y="361"/>
                  </a:lnTo>
                  <a:lnTo>
                    <a:pt x="1369" y="363"/>
                  </a:lnTo>
                  <a:close/>
                </a:path>
              </a:pathLst>
            </a:custGeom>
            <a:solidFill>
              <a:srgbClr val="CC79A7">
                <a:alpha val="10800"/>
              </a:srgbClr>
            </a:solidFill>
            <a:ln>
              <a:noFill/>
            </a:ln>
          </p:spPr>
          <p:txBody>
            <a:bodyPr anchor="ctr"/>
            <a:lstStyle/>
            <a:p>
              <a:pPr algn="ctr">
                <a:buNone/>
              </a:pPr>
            </a:p>
          </p:txBody>
        </p:sp>
        <p:sp>
          <p:nvSpPr>
            <p:cNvPr id="2945" name="addition:input:68"/>
            <p:cNvSpPr>
              <a:spLocks noGrp="1"/>
            </p:cNvSpPr>
            <p:nvPr/>
          </p:nvSpPr>
          <p:spPr>
            <a:xfrm>
              <a:off x="209550" y="5438775"/>
              <a:ext cx="2177552" cy="749808"/>
            </a:xfrm>
            <a:custGeom>
              <a:avLst/>
              <a:gdLst/>
              <a:ahLst/>
              <a:cxnLst/>
              <a:rect l="l" t="t" r="r" b="b"/>
              <a:pathLst>
                <a:path w="1323" h="400">
                  <a:moveTo>
                    <a:pt x="0" y="0"/>
                  </a:moveTo>
                  <a:moveTo>
                    <a:pt x="1317" y="379"/>
                  </a:moveTo>
                  <a:lnTo>
                    <a:pt x="1314" y="380"/>
                  </a:lnTo>
                  <a:lnTo>
                    <a:pt x="1314" y="382"/>
                  </a:lnTo>
                  <a:lnTo>
                    <a:pt x="1315" y="384"/>
                  </a:lnTo>
                  <a:lnTo>
                    <a:pt x="1317" y="386"/>
                  </a:lnTo>
                  <a:lnTo>
                    <a:pt x="1316" y="388"/>
                  </a:lnTo>
                  <a:lnTo>
                    <a:pt x="1314" y="389"/>
                  </a:lnTo>
                  <a:lnTo>
                    <a:pt x="1312" y="390"/>
                  </a:lnTo>
                  <a:lnTo>
                    <a:pt x="1311" y="392"/>
                  </a:lnTo>
                  <a:lnTo>
                    <a:pt x="1310" y="393"/>
                  </a:lnTo>
                  <a:lnTo>
                    <a:pt x="1309" y="395"/>
                  </a:lnTo>
                  <a:lnTo>
                    <a:pt x="1307" y="397"/>
                  </a:lnTo>
                  <a:lnTo>
                    <a:pt x="1304" y="397"/>
                  </a:lnTo>
                  <a:lnTo>
                    <a:pt x="1302" y="397"/>
                  </a:lnTo>
                  <a:lnTo>
                    <a:pt x="1300" y="398"/>
                  </a:lnTo>
                  <a:lnTo>
                    <a:pt x="1298" y="398"/>
                  </a:lnTo>
                  <a:lnTo>
                    <a:pt x="1296" y="398"/>
                  </a:lnTo>
                  <a:lnTo>
                    <a:pt x="1294" y="396"/>
                  </a:lnTo>
                  <a:lnTo>
                    <a:pt x="1292" y="395"/>
                  </a:lnTo>
                  <a:lnTo>
                    <a:pt x="1290" y="395"/>
                  </a:lnTo>
                  <a:lnTo>
                    <a:pt x="1288" y="397"/>
                  </a:lnTo>
                  <a:lnTo>
                    <a:pt x="1285" y="399"/>
                  </a:lnTo>
                  <a:lnTo>
                    <a:pt x="1281" y="400"/>
                  </a:lnTo>
                  <a:lnTo>
                    <a:pt x="1279" y="399"/>
                  </a:lnTo>
                  <a:lnTo>
                    <a:pt x="1277" y="397"/>
                  </a:lnTo>
                  <a:lnTo>
                    <a:pt x="1277" y="394"/>
                  </a:lnTo>
                  <a:lnTo>
                    <a:pt x="1275" y="393"/>
                  </a:lnTo>
                  <a:lnTo>
                    <a:pt x="1273" y="392"/>
                  </a:lnTo>
                  <a:lnTo>
                    <a:pt x="1272" y="390"/>
                  </a:lnTo>
                  <a:lnTo>
                    <a:pt x="1271" y="388"/>
                  </a:lnTo>
                  <a:lnTo>
                    <a:pt x="1270" y="387"/>
                  </a:lnTo>
                  <a:lnTo>
                    <a:pt x="1269" y="385"/>
                  </a:lnTo>
                  <a:lnTo>
                    <a:pt x="1267" y="384"/>
                  </a:lnTo>
                  <a:lnTo>
                    <a:pt x="1265" y="382"/>
                  </a:lnTo>
                  <a:lnTo>
                    <a:pt x="1264" y="380"/>
                  </a:lnTo>
                  <a:lnTo>
                    <a:pt x="1265" y="379"/>
                  </a:lnTo>
                  <a:lnTo>
                    <a:pt x="1265" y="377"/>
                  </a:lnTo>
                  <a:lnTo>
                    <a:pt x="1263" y="375"/>
                  </a:lnTo>
                  <a:lnTo>
                    <a:pt x="1261" y="373"/>
                  </a:lnTo>
                  <a:lnTo>
                    <a:pt x="1260" y="371"/>
                  </a:lnTo>
                  <a:lnTo>
                    <a:pt x="1261" y="369"/>
                  </a:lnTo>
                  <a:lnTo>
                    <a:pt x="1265" y="368"/>
                  </a:lnTo>
                  <a:lnTo>
                    <a:pt x="1269" y="368"/>
                  </a:lnTo>
                  <a:lnTo>
                    <a:pt x="1272" y="367"/>
                  </a:lnTo>
                  <a:lnTo>
                    <a:pt x="1273" y="366"/>
                  </a:lnTo>
                  <a:lnTo>
                    <a:pt x="1275" y="365"/>
                  </a:lnTo>
                  <a:lnTo>
                    <a:pt x="1276" y="363"/>
                  </a:lnTo>
                  <a:lnTo>
                    <a:pt x="1278" y="362"/>
                  </a:lnTo>
                  <a:lnTo>
                    <a:pt x="1280" y="361"/>
                  </a:lnTo>
                  <a:lnTo>
                    <a:pt x="1282" y="359"/>
                  </a:lnTo>
                  <a:lnTo>
                    <a:pt x="1285" y="357"/>
                  </a:lnTo>
                  <a:lnTo>
                    <a:pt x="1288" y="356"/>
                  </a:lnTo>
                  <a:lnTo>
                    <a:pt x="1291" y="357"/>
                  </a:lnTo>
                  <a:lnTo>
                    <a:pt x="1294" y="359"/>
                  </a:lnTo>
                  <a:lnTo>
                    <a:pt x="1297" y="360"/>
                  </a:lnTo>
                  <a:lnTo>
                    <a:pt x="1300" y="360"/>
                  </a:lnTo>
                  <a:lnTo>
                    <a:pt x="1303" y="359"/>
                  </a:lnTo>
                  <a:lnTo>
                    <a:pt x="1305" y="360"/>
                  </a:lnTo>
                  <a:lnTo>
                    <a:pt x="1307" y="361"/>
                  </a:lnTo>
                  <a:lnTo>
                    <a:pt x="1308" y="364"/>
                  </a:lnTo>
                  <a:lnTo>
                    <a:pt x="1309" y="365"/>
                  </a:lnTo>
                  <a:lnTo>
                    <a:pt x="1311" y="366"/>
                  </a:lnTo>
                  <a:lnTo>
                    <a:pt x="1314" y="366"/>
                  </a:lnTo>
                  <a:lnTo>
                    <a:pt x="1317" y="367"/>
                  </a:lnTo>
                  <a:lnTo>
                    <a:pt x="1319" y="368"/>
                  </a:lnTo>
                  <a:lnTo>
                    <a:pt x="1320" y="369"/>
                  </a:lnTo>
                  <a:lnTo>
                    <a:pt x="1322" y="371"/>
                  </a:lnTo>
                  <a:lnTo>
                    <a:pt x="1323" y="373"/>
                  </a:lnTo>
                  <a:lnTo>
                    <a:pt x="1323" y="375"/>
                  </a:lnTo>
                  <a:lnTo>
                    <a:pt x="1321" y="377"/>
                  </a:lnTo>
                  <a:close/>
                </a:path>
              </a:pathLst>
            </a:custGeom>
            <a:solidFill>
              <a:srgbClr val="CC79A7">
                <a:alpha val="10800"/>
              </a:srgbClr>
            </a:solidFill>
            <a:ln>
              <a:noFill/>
            </a:ln>
          </p:spPr>
          <p:txBody>
            <a:bodyPr anchor="ctr"/>
            <a:lstStyle/>
            <a:p>
              <a:pPr algn="ctr">
                <a:buNone/>
              </a:pPr>
            </a:p>
          </p:txBody>
        </p:sp>
        <p:sp>
          <p:nvSpPr>
            <p:cNvPr id="2946" name="addition:input:69"/>
            <p:cNvSpPr>
              <a:spLocks noGrp="1"/>
            </p:cNvSpPr>
            <p:nvPr/>
          </p:nvSpPr>
          <p:spPr>
            <a:xfrm>
              <a:off x="209550" y="5438775"/>
              <a:ext cx="1107704" cy="1085347"/>
            </a:xfrm>
            <a:custGeom>
              <a:avLst/>
              <a:gdLst/>
              <a:ahLst/>
              <a:cxnLst/>
              <a:rect l="l" t="t" r="r" b="b"/>
              <a:pathLst>
                <a:path w="673" h="579">
                  <a:moveTo>
                    <a:pt x="0" y="0"/>
                  </a:moveTo>
                  <a:moveTo>
                    <a:pt x="662" y="506"/>
                  </a:moveTo>
                  <a:lnTo>
                    <a:pt x="650" y="512"/>
                  </a:lnTo>
                  <a:lnTo>
                    <a:pt x="640" y="516"/>
                  </a:lnTo>
                  <a:lnTo>
                    <a:pt x="639" y="522"/>
                  </a:lnTo>
                  <a:lnTo>
                    <a:pt x="644" y="529"/>
                  </a:lnTo>
                  <a:lnTo>
                    <a:pt x="649" y="537"/>
                  </a:lnTo>
                  <a:lnTo>
                    <a:pt x="647" y="544"/>
                  </a:lnTo>
                  <a:lnTo>
                    <a:pt x="639" y="549"/>
                  </a:lnTo>
                  <a:lnTo>
                    <a:pt x="629" y="551"/>
                  </a:lnTo>
                  <a:lnTo>
                    <a:pt x="622" y="555"/>
                  </a:lnTo>
                  <a:lnTo>
                    <a:pt x="619" y="562"/>
                  </a:lnTo>
                  <a:lnTo>
                    <a:pt x="615" y="569"/>
                  </a:lnTo>
                  <a:lnTo>
                    <a:pt x="607" y="573"/>
                  </a:lnTo>
                  <a:lnTo>
                    <a:pt x="598" y="573"/>
                  </a:lnTo>
                  <a:lnTo>
                    <a:pt x="589" y="572"/>
                  </a:lnTo>
                  <a:lnTo>
                    <a:pt x="581" y="572"/>
                  </a:lnTo>
                  <a:lnTo>
                    <a:pt x="573" y="573"/>
                  </a:lnTo>
                  <a:lnTo>
                    <a:pt x="566" y="571"/>
                  </a:lnTo>
                  <a:lnTo>
                    <a:pt x="559" y="568"/>
                  </a:lnTo>
                  <a:lnTo>
                    <a:pt x="553" y="564"/>
                  </a:lnTo>
                  <a:lnTo>
                    <a:pt x="546" y="565"/>
                  </a:lnTo>
                  <a:lnTo>
                    <a:pt x="537" y="570"/>
                  </a:lnTo>
                  <a:lnTo>
                    <a:pt x="524" y="577"/>
                  </a:lnTo>
                  <a:lnTo>
                    <a:pt x="513" y="579"/>
                  </a:lnTo>
                  <a:lnTo>
                    <a:pt x="505" y="574"/>
                  </a:lnTo>
                  <a:lnTo>
                    <a:pt x="503" y="564"/>
                  </a:lnTo>
                  <a:lnTo>
                    <a:pt x="501" y="556"/>
                  </a:lnTo>
                  <a:lnTo>
                    <a:pt x="498" y="549"/>
                  </a:lnTo>
                  <a:lnTo>
                    <a:pt x="491" y="545"/>
                  </a:lnTo>
                  <a:lnTo>
                    <a:pt x="485" y="541"/>
                  </a:lnTo>
                  <a:lnTo>
                    <a:pt x="482" y="535"/>
                  </a:lnTo>
                  <a:lnTo>
                    <a:pt x="480" y="529"/>
                  </a:lnTo>
                  <a:lnTo>
                    <a:pt x="476" y="523"/>
                  </a:lnTo>
                  <a:lnTo>
                    <a:pt x="469" y="518"/>
                  </a:lnTo>
                  <a:lnTo>
                    <a:pt x="462" y="512"/>
                  </a:lnTo>
                  <a:lnTo>
                    <a:pt x="460" y="506"/>
                  </a:lnTo>
                  <a:lnTo>
                    <a:pt x="461" y="500"/>
                  </a:lnTo>
                  <a:lnTo>
                    <a:pt x="462" y="494"/>
                  </a:lnTo>
                  <a:lnTo>
                    <a:pt x="459" y="487"/>
                  </a:lnTo>
                  <a:lnTo>
                    <a:pt x="453" y="479"/>
                  </a:lnTo>
                  <a:lnTo>
                    <a:pt x="450" y="471"/>
                  </a:lnTo>
                  <a:lnTo>
                    <a:pt x="457" y="465"/>
                  </a:lnTo>
                  <a:lnTo>
                    <a:pt x="470" y="464"/>
                  </a:lnTo>
                  <a:lnTo>
                    <a:pt x="486" y="465"/>
                  </a:lnTo>
                  <a:lnTo>
                    <a:pt x="496" y="464"/>
                  </a:lnTo>
                  <a:lnTo>
                    <a:pt x="501" y="460"/>
                  </a:lnTo>
                  <a:lnTo>
                    <a:pt x="505" y="453"/>
                  </a:lnTo>
                  <a:lnTo>
                    <a:pt x="510" y="447"/>
                  </a:lnTo>
                  <a:lnTo>
                    <a:pt x="518" y="443"/>
                  </a:lnTo>
                  <a:lnTo>
                    <a:pt x="526" y="439"/>
                  </a:lnTo>
                  <a:lnTo>
                    <a:pt x="535" y="434"/>
                  </a:lnTo>
                  <a:lnTo>
                    <a:pt x="545" y="429"/>
                  </a:lnTo>
                  <a:lnTo>
                    <a:pt x="557" y="428"/>
                  </a:lnTo>
                  <a:lnTo>
                    <a:pt x="568" y="432"/>
                  </a:lnTo>
                  <a:lnTo>
                    <a:pt x="578" y="438"/>
                  </a:lnTo>
                  <a:lnTo>
                    <a:pt x="587" y="442"/>
                  </a:lnTo>
                  <a:lnTo>
                    <a:pt x="597" y="442"/>
                  </a:lnTo>
                  <a:lnTo>
                    <a:pt x="608" y="441"/>
                  </a:lnTo>
                  <a:lnTo>
                    <a:pt x="618" y="442"/>
                  </a:lnTo>
                  <a:lnTo>
                    <a:pt x="624" y="449"/>
                  </a:lnTo>
                  <a:lnTo>
                    <a:pt x="627" y="457"/>
                  </a:lnTo>
                  <a:lnTo>
                    <a:pt x="629" y="463"/>
                  </a:lnTo>
                  <a:lnTo>
                    <a:pt x="637" y="466"/>
                  </a:lnTo>
                  <a:lnTo>
                    <a:pt x="648" y="466"/>
                  </a:lnTo>
                  <a:lnTo>
                    <a:pt x="660" y="468"/>
                  </a:lnTo>
                  <a:lnTo>
                    <a:pt x="667" y="473"/>
                  </a:lnTo>
                  <a:lnTo>
                    <a:pt x="671" y="479"/>
                  </a:lnTo>
                  <a:lnTo>
                    <a:pt x="672" y="486"/>
                  </a:lnTo>
                  <a:lnTo>
                    <a:pt x="673" y="492"/>
                  </a:lnTo>
                  <a:lnTo>
                    <a:pt x="670" y="499"/>
                  </a:lnTo>
                  <a:close/>
                </a:path>
              </a:pathLst>
            </a:custGeom>
            <a:solidFill>
              <a:srgbClr val="A7CEE4">
                <a:alpha val="12900"/>
              </a:srgbClr>
            </a:solidFill>
            <a:ln>
              <a:noFill/>
            </a:ln>
          </p:spPr>
          <p:txBody>
            <a:bodyPr anchor="ctr"/>
            <a:lstStyle/>
            <a:p>
              <a:pPr algn="ctr">
                <a:buNone/>
              </a:pPr>
            </a:p>
          </p:txBody>
        </p:sp>
        <p:sp>
          <p:nvSpPr>
            <p:cNvPr id="2947" name="addition:input:70"/>
            <p:cNvSpPr>
              <a:spLocks noGrp="1"/>
            </p:cNvSpPr>
            <p:nvPr/>
          </p:nvSpPr>
          <p:spPr>
            <a:xfrm>
              <a:off x="209550" y="5438775"/>
              <a:ext cx="1059972" cy="1083473"/>
            </a:xfrm>
            <a:custGeom>
              <a:avLst/>
              <a:gdLst/>
              <a:ahLst/>
              <a:cxnLst/>
              <a:rect l="l" t="t" r="r" b="b"/>
              <a:pathLst>
                <a:path w="644" h="578">
                  <a:moveTo>
                    <a:pt x="0" y="0"/>
                  </a:moveTo>
                  <a:moveTo>
                    <a:pt x="633" y="511"/>
                  </a:moveTo>
                  <a:lnTo>
                    <a:pt x="640" y="516"/>
                  </a:lnTo>
                  <a:lnTo>
                    <a:pt x="644" y="522"/>
                  </a:lnTo>
                  <a:lnTo>
                    <a:pt x="643" y="528"/>
                  </a:lnTo>
                  <a:lnTo>
                    <a:pt x="638" y="532"/>
                  </a:lnTo>
                  <a:lnTo>
                    <a:pt x="633" y="536"/>
                  </a:lnTo>
                  <a:lnTo>
                    <a:pt x="631" y="541"/>
                  </a:lnTo>
                  <a:lnTo>
                    <a:pt x="633" y="548"/>
                  </a:lnTo>
                  <a:lnTo>
                    <a:pt x="631" y="554"/>
                  </a:lnTo>
                  <a:lnTo>
                    <a:pt x="625" y="557"/>
                  </a:lnTo>
                  <a:lnTo>
                    <a:pt x="614" y="556"/>
                  </a:lnTo>
                  <a:lnTo>
                    <a:pt x="603" y="554"/>
                  </a:lnTo>
                  <a:lnTo>
                    <a:pt x="596" y="555"/>
                  </a:lnTo>
                  <a:lnTo>
                    <a:pt x="591" y="558"/>
                  </a:lnTo>
                  <a:lnTo>
                    <a:pt x="586" y="564"/>
                  </a:lnTo>
                  <a:lnTo>
                    <a:pt x="580" y="568"/>
                  </a:lnTo>
                  <a:lnTo>
                    <a:pt x="572" y="571"/>
                  </a:lnTo>
                  <a:lnTo>
                    <a:pt x="564" y="574"/>
                  </a:lnTo>
                  <a:lnTo>
                    <a:pt x="554" y="577"/>
                  </a:lnTo>
                  <a:lnTo>
                    <a:pt x="544" y="578"/>
                  </a:lnTo>
                  <a:lnTo>
                    <a:pt x="535" y="576"/>
                  </a:lnTo>
                  <a:lnTo>
                    <a:pt x="528" y="569"/>
                  </a:lnTo>
                  <a:lnTo>
                    <a:pt x="523" y="561"/>
                  </a:lnTo>
                  <a:lnTo>
                    <a:pt x="517" y="557"/>
                  </a:lnTo>
                  <a:lnTo>
                    <a:pt x="509" y="556"/>
                  </a:lnTo>
                  <a:lnTo>
                    <a:pt x="498" y="556"/>
                  </a:lnTo>
                  <a:lnTo>
                    <a:pt x="489" y="555"/>
                  </a:lnTo>
                  <a:lnTo>
                    <a:pt x="485" y="550"/>
                  </a:lnTo>
                  <a:lnTo>
                    <a:pt x="483" y="544"/>
                  </a:lnTo>
                  <a:lnTo>
                    <a:pt x="481" y="539"/>
                  </a:lnTo>
                  <a:lnTo>
                    <a:pt x="474" y="536"/>
                  </a:lnTo>
                  <a:lnTo>
                    <a:pt x="466" y="532"/>
                  </a:lnTo>
                  <a:lnTo>
                    <a:pt x="459" y="528"/>
                  </a:lnTo>
                  <a:lnTo>
                    <a:pt x="457" y="523"/>
                  </a:lnTo>
                  <a:lnTo>
                    <a:pt x="458" y="517"/>
                  </a:lnTo>
                  <a:lnTo>
                    <a:pt x="459" y="511"/>
                  </a:lnTo>
                  <a:lnTo>
                    <a:pt x="461" y="505"/>
                  </a:lnTo>
                  <a:lnTo>
                    <a:pt x="466" y="500"/>
                  </a:lnTo>
                  <a:lnTo>
                    <a:pt x="475" y="496"/>
                  </a:lnTo>
                  <a:lnTo>
                    <a:pt x="487" y="493"/>
                  </a:lnTo>
                  <a:lnTo>
                    <a:pt x="495" y="490"/>
                  </a:lnTo>
                  <a:lnTo>
                    <a:pt x="496" y="485"/>
                  </a:lnTo>
                  <a:lnTo>
                    <a:pt x="493" y="478"/>
                  </a:lnTo>
                  <a:lnTo>
                    <a:pt x="490" y="469"/>
                  </a:lnTo>
                  <a:lnTo>
                    <a:pt x="494" y="463"/>
                  </a:lnTo>
                  <a:lnTo>
                    <a:pt x="503" y="460"/>
                  </a:lnTo>
                  <a:lnTo>
                    <a:pt x="512" y="459"/>
                  </a:lnTo>
                  <a:lnTo>
                    <a:pt x="521" y="458"/>
                  </a:lnTo>
                  <a:lnTo>
                    <a:pt x="527" y="455"/>
                  </a:lnTo>
                  <a:lnTo>
                    <a:pt x="534" y="452"/>
                  </a:lnTo>
                  <a:lnTo>
                    <a:pt x="542" y="452"/>
                  </a:lnTo>
                  <a:lnTo>
                    <a:pt x="549" y="453"/>
                  </a:lnTo>
                  <a:lnTo>
                    <a:pt x="556" y="455"/>
                  </a:lnTo>
                  <a:lnTo>
                    <a:pt x="562" y="455"/>
                  </a:lnTo>
                  <a:lnTo>
                    <a:pt x="569" y="454"/>
                  </a:lnTo>
                  <a:lnTo>
                    <a:pt x="575" y="455"/>
                  </a:lnTo>
                  <a:lnTo>
                    <a:pt x="580" y="459"/>
                  </a:lnTo>
                  <a:lnTo>
                    <a:pt x="584" y="462"/>
                  </a:lnTo>
                  <a:lnTo>
                    <a:pt x="590" y="463"/>
                  </a:lnTo>
                  <a:lnTo>
                    <a:pt x="600" y="461"/>
                  </a:lnTo>
                  <a:lnTo>
                    <a:pt x="611" y="458"/>
                  </a:lnTo>
                  <a:lnTo>
                    <a:pt x="621" y="460"/>
                  </a:lnTo>
                  <a:lnTo>
                    <a:pt x="624" y="466"/>
                  </a:lnTo>
                  <a:lnTo>
                    <a:pt x="621" y="474"/>
                  </a:lnTo>
                  <a:lnTo>
                    <a:pt x="618" y="482"/>
                  </a:lnTo>
                  <a:lnTo>
                    <a:pt x="618" y="488"/>
                  </a:lnTo>
                  <a:lnTo>
                    <a:pt x="621" y="492"/>
                  </a:lnTo>
                  <a:lnTo>
                    <a:pt x="625" y="497"/>
                  </a:lnTo>
                  <a:lnTo>
                    <a:pt x="627" y="501"/>
                  </a:lnTo>
                  <a:lnTo>
                    <a:pt x="629" y="506"/>
                  </a:lnTo>
                  <a:close/>
                </a:path>
              </a:pathLst>
            </a:custGeom>
            <a:solidFill>
              <a:srgbClr val="59A3CD">
                <a:alpha val="12900"/>
              </a:srgbClr>
            </a:solidFill>
            <a:ln>
              <a:noFill/>
            </a:ln>
          </p:spPr>
          <p:txBody>
            <a:bodyPr anchor="ctr"/>
            <a:lstStyle/>
            <a:p>
              <a:pPr algn="ctr">
                <a:buNone/>
              </a:pPr>
            </a:p>
          </p:txBody>
        </p:sp>
        <p:sp>
          <p:nvSpPr>
            <p:cNvPr id="2948" name="addition:input:71"/>
            <p:cNvSpPr>
              <a:spLocks noGrp="1"/>
            </p:cNvSpPr>
            <p:nvPr/>
          </p:nvSpPr>
          <p:spPr>
            <a:xfrm>
              <a:off x="209550" y="5438775"/>
              <a:ext cx="1028700" cy="1077849"/>
            </a:xfrm>
            <a:custGeom>
              <a:avLst/>
              <a:gdLst/>
              <a:ahLst/>
              <a:cxnLst/>
              <a:rect l="l" t="t" r="r" b="b"/>
              <a:pathLst>
                <a:path w="625" h="575">
                  <a:moveTo>
                    <a:pt x="0" y="0"/>
                  </a:moveTo>
                  <a:moveTo>
                    <a:pt x="622" y="516"/>
                  </a:moveTo>
                  <a:lnTo>
                    <a:pt x="622" y="521"/>
                  </a:lnTo>
                  <a:lnTo>
                    <a:pt x="622" y="525"/>
                  </a:lnTo>
                  <a:lnTo>
                    <a:pt x="624" y="530"/>
                  </a:lnTo>
                  <a:lnTo>
                    <a:pt x="625" y="535"/>
                  </a:lnTo>
                  <a:lnTo>
                    <a:pt x="622" y="540"/>
                  </a:lnTo>
                  <a:lnTo>
                    <a:pt x="617" y="543"/>
                  </a:lnTo>
                  <a:lnTo>
                    <a:pt x="613" y="546"/>
                  </a:lnTo>
                  <a:lnTo>
                    <a:pt x="610" y="550"/>
                  </a:lnTo>
                  <a:lnTo>
                    <a:pt x="607" y="555"/>
                  </a:lnTo>
                  <a:lnTo>
                    <a:pt x="601" y="557"/>
                  </a:lnTo>
                  <a:lnTo>
                    <a:pt x="593" y="556"/>
                  </a:lnTo>
                  <a:lnTo>
                    <a:pt x="584" y="555"/>
                  </a:lnTo>
                  <a:lnTo>
                    <a:pt x="577" y="555"/>
                  </a:lnTo>
                  <a:lnTo>
                    <a:pt x="573" y="559"/>
                  </a:lnTo>
                  <a:lnTo>
                    <a:pt x="569" y="567"/>
                  </a:lnTo>
                  <a:lnTo>
                    <a:pt x="563" y="573"/>
                  </a:lnTo>
                  <a:lnTo>
                    <a:pt x="555" y="575"/>
                  </a:lnTo>
                  <a:lnTo>
                    <a:pt x="546" y="574"/>
                  </a:lnTo>
                  <a:lnTo>
                    <a:pt x="538" y="571"/>
                  </a:lnTo>
                  <a:lnTo>
                    <a:pt x="530" y="568"/>
                  </a:lnTo>
                  <a:lnTo>
                    <a:pt x="523" y="566"/>
                  </a:lnTo>
                  <a:lnTo>
                    <a:pt x="517" y="562"/>
                  </a:lnTo>
                  <a:lnTo>
                    <a:pt x="512" y="558"/>
                  </a:lnTo>
                  <a:lnTo>
                    <a:pt x="508" y="554"/>
                  </a:lnTo>
                  <a:lnTo>
                    <a:pt x="501" y="552"/>
                  </a:lnTo>
                  <a:lnTo>
                    <a:pt x="493" y="552"/>
                  </a:lnTo>
                  <a:lnTo>
                    <a:pt x="485" y="551"/>
                  </a:lnTo>
                  <a:lnTo>
                    <a:pt x="480" y="547"/>
                  </a:lnTo>
                  <a:lnTo>
                    <a:pt x="479" y="542"/>
                  </a:lnTo>
                  <a:lnTo>
                    <a:pt x="479" y="537"/>
                  </a:lnTo>
                  <a:lnTo>
                    <a:pt x="476" y="533"/>
                  </a:lnTo>
                  <a:lnTo>
                    <a:pt x="468" y="530"/>
                  </a:lnTo>
                  <a:lnTo>
                    <a:pt x="461" y="526"/>
                  </a:lnTo>
                  <a:lnTo>
                    <a:pt x="459" y="521"/>
                  </a:lnTo>
                  <a:lnTo>
                    <a:pt x="465" y="516"/>
                  </a:lnTo>
                  <a:lnTo>
                    <a:pt x="473" y="511"/>
                  </a:lnTo>
                  <a:lnTo>
                    <a:pt x="480" y="507"/>
                  </a:lnTo>
                  <a:lnTo>
                    <a:pt x="484" y="504"/>
                  </a:lnTo>
                  <a:lnTo>
                    <a:pt x="488" y="500"/>
                  </a:lnTo>
                  <a:lnTo>
                    <a:pt x="491" y="496"/>
                  </a:lnTo>
                  <a:lnTo>
                    <a:pt x="495" y="493"/>
                  </a:lnTo>
                  <a:lnTo>
                    <a:pt x="496" y="488"/>
                  </a:lnTo>
                  <a:lnTo>
                    <a:pt x="496" y="481"/>
                  </a:lnTo>
                  <a:lnTo>
                    <a:pt x="496" y="474"/>
                  </a:lnTo>
                  <a:lnTo>
                    <a:pt x="500" y="469"/>
                  </a:lnTo>
                  <a:lnTo>
                    <a:pt x="508" y="468"/>
                  </a:lnTo>
                  <a:lnTo>
                    <a:pt x="518" y="470"/>
                  </a:lnTo>
                  <a:lnTo>
                    <a:pt x="526" y="471"/>
                  </a:lnTo>
                  <a:lnTo>
                    <a:pt x="531" y="470"/>
                  </a:lnTo>
                  <a:lnTo>
                    <a:pt x="536" y="466"/>
                  </a:lnTo>
                  <a:lnTo>
                    <a:pt x="541" y="463"/>
                  </a:lnTo>
                  <a:lnTo>
                    <a:pt x="547" y="464"/>
                  </a:lnTo>
                  <a:lnTo>
                    <a:pt x="553" y="467"/>
                  </a:lnTo>
                  <a:lnTo>
                    <a:pt x="558" y="470"/>
                  </a:lnTo>
                  <a:lnTo>
                    <a:pt x="563" y="471"/>
                  </a:lnTo>
                  <a:lnTo>
                    <a:pt x="568" y="470"/>
                  </a:lnTo>
                  <a:lnTo>
                    <a:pt x="574" y="469"/>
                  </a:lnTo>
                  <a:lnTo>
                    <a:pt x="580" y="470"/>
                  </a:lnTo>
                  <a:lnTo>
                    <a:pt x="586" y="472"/>
                  </a:lnTo>
                  <a:lnTo>
                    <a:pt x="593" y="473"/>
                  </a:lnTo>
                  <a:lnTo>
                    <a:pt x="601" y="474"/>
                  </a:lnTo>
                  <a:lnTo>
                    <a:pt x="607" y="477"/>
                  </a:lnTo>
                  <a:lnTo>
                    <a:pt x="608" y="483"/>
                  </a:lnTo>
                  <a:lnTo>
                    <a:pt x="605" y="490"/>
                  </a:lnTo>
                  <a:lnTo>
                    <a:pt x="600" y="497"/>
                  </a:lnTo>
                  <a:lnTo>
                    <a:pt x="600" y="501"/>
                  </a:lnTo>
                  <a:lnTo>
                    <a:pt x="606" y="504"/>
                  </a:lnTo>
                  <a:lnTo>
                    <a:pt x="614" y="507"/>
                  </a:lnTo>
                  <a:lnTo>
                    <a:pt x="620" y="511"/>
                  </a:lnTo>
                  <a:close/>
                </a:path>
              </a:pathLst>
            </a:custGeom>
            <a:solidFill>
              <a:srgbClr val="0675B4">
                <a:alpha val="10500"/>
              </a:srgbClr>
            </a:solidFill>
            <a:ln>
              <a:noFill/>
            </a:ln>
          </p:spPr>
          <p:txBody>
            <a:bodyPr anchor="ctr"/>
            <a:lstStyle/>
            <a:p>
              <a:pPr algn="ctr">
                <a:buNone/>
              </a:pPr>
            </a:p>
          </p:txBody>
        </p:sp>
        <p:sp>
          <p:nvSpPr>
            <p:cNvPr id="2949" name="addition:input:72"/>
            <p:cNvSpPr>
              <a:spLocks noGrp="1"/>
            </p:cNvSpPr>
            <p:nvPr/>
          </p:nvSpPr>
          <p:spPr>
            <a:xfrm>
              <a:off x="209550" y="5438775"/>
              <a:ext cx="908548" cy="980374"/>
            </a:xfrm>
            <a:custGeom>
              <a:avLst/>
              <a:gdLst/>
              <a:ahLst/>
              <a:cxnLst/>
              <a:rect l="l" t="t" r="r" b="b"/>
              <a:pathLst>
                <a:path w="552" h="523">
                  <a:moveTo>
                    <a:pt x="0" y="0"/>
                  </a:moveTo>
                  <a:moveTo>
                    <a:pt x="552" y="498"/>
                  </a:moveTo>
                  <a:lnTo>
                    <a:pt x="552" y="501"/>
                  </a:lnTo>
                  <a:lnTo>
                    <a:pt x="550" y="502"/>
                  </a:lnTo>
                  <a:lnTo>
                    <a:pt x="549" y="504"/>
                  </a:lnTo>
                  <a:lnTo>
                    <a:pt x="549" y="506"/>
                  </a:lnTo>
                  <a:lnTo>
                    <a:pt x="550" y="508"/>
                  </a:lnTo>
                  <a:lnTo>
                    <a:pt x="551" y="511"/>
                  </a:lnTo>
                  <a:lnTo>
                    <a:pt x="549" y="513"/>
                  </a:lnTo>
                  <a:lnTo>
                    <a:pt x="545" y="513"/>
                  </a:lnTo>
                  <a:lnTo>
                    <a:pt x="541" y="513"/>
                  </a:lnTo>
                  <a:lnTo>
                    <a:pt x="538" y="513"/>
                  </a:lnTo>
                  <a:lnTo>
                    <a:pt x="536" y="514"/>
                  </a:lnTo>
                  <a:lnTo>
                    <a:pt x="534" y="516"/>
                  </a:lnTo>
                  <a:lnTo>
                    <a:pt x="532" y="517"/>
                  </a:lnTo>
                  <a:lnTo>
                    <a:pt x="530" y="518"/>
                  </a:lnTo>
                  <a:lnTo>
                    <a:pt x="527" y="520"/>
                  </a:lnTo>
                  <a:lnTo>
                    <a:pt x="524" y="522"/>
                  </a:lnTo>
                  <a:lnTo>
                    <a:pt x="521" y="523"/>
                  </a:lnTo>
                  <a:lnTo>
                    <a:pt x="517" y="523"/>
                  </a:lnTo>
                  <a:lnTo>
                    <a:pt x="514" y="521"/>
                  </a:lnTo>
                  <a:lnTo>
                    <a:pt x="511" y="519"/>
                  </a:lnTo>
                  <a:lnTo>
                    <a:pt x="509" y="517"/>
                  </a:lnTo>
                  <a:lnTo>
                    <a:pt x="506" y="516"/>
                  </a:lnTo>
                  <a:lnTo>
                    <a:pt x="503" y="517"/>
                  </a:lnTo>
                  <a:lnTo>
                    <a:pt x="499" y="517"/>
                  </a:lnTo>
                  <a:lnTo>
                    <a:pt x="497" y="515"/>
                  </a:lnTo>
                  <a:lnTo>
                    <a:pt x="496" y="513"/>
                  </a:lnTo>
                  <a:lnTo>
                    <a:pt x="495" y="511"/>
                  </a:lnTo>
                  <a:lnTo>
                    <a:pt x="493" y="510"/>
                  </a:lnTo>
                  <a:lnTo>
                    <a:pt x="490" y="509"/>
                  </a:lnTo>
                  <a:lnTo>
                    <a:pt x="487" y="508"/>
                  </a:lnTo>
                  <a:lnTo>
                    <a:pt x="486" y="507"/>
                  </a:lnTo>
                  <a:lnTo>
                    <a:pt x="485" y="505"/>
                  </a:lnTo>
                  <a:lnTo>
                    <a:pt x="484" y="503"/>
                  </a:lnTo>
                  <a:lnTo>
                    <a:pt x="484" y="501"/>
                  </a:lnTo>
                  <a:lnTo>
                    <a:pt x="484" y="498"/>
                  </a:lnTo>
                  <a:lnTo>
                    <a:pt x="487" y="496"/>
                  </a:lnTo>
                  <a:lnTo>
                    <a:pt x="492" y="495"/>
                  </a:lnTo>
                  <a:lnTo>
                    <a:pt x="495" y="494"/>
                  </a:lnTo>
                  <a:lnTo>
                    <a:pt x="496" y="492"/>
                  </a:lnTo>
                  <a:lnTo>
                    <a:pt x="495" y="490"/>
                  </a:lnTo>
                  <a:lnTo>
                    <a:pt x="493" y="487"/>
                  </a:lnTo>
                  <a:lnTo>
                    <a:pt x="494" y="485"/>
                  </a:lnTo>
                  <a:lnTo>
                    <a:pt x="496" y="483"/>
                  </a:lnTo>
                  <a:lnTo>
                    <a:pt x="499" y="482"/>
                  </a:lnTo>
                  <a:lnTo>
                    <a:pt x="501" y="481"/>
                  </a:lnTo>
                  <a:lnTo>
                    <a:pt x="503" y="480"/>
                  </a:lnTo>
                  <a:lnTo>
                    <a:pt x="505" y="478"/>
                  </a:lnTo>
                  <a:lnTo>
                    <a:pt x="508" y="478"/>
                  </a:lnTo>
                  <a:lnTo>
                    <a:pt x="511" y="478"/>
                  </a:lnTo>
                  <a:lnTo>
                    <a:pt x="513" y="478"/>
                  </a:lnTo>
                  <a:lnTo>
                    <a:pt x="516" y="478"/>
                  </a:lnTo>
                  <a:lnTo>
                    <a:pt x="518" y="477"/>
                  </a:lnTo>
                  <a:lnTo>
                    <a:pt x="520" y="477"/>
                  </a:lnTo>
                  <a:lnTo>
                    <a:pt x="522" y="479"/>
                  </a:lnTo>
                  <a:lnTo>
                    <a:pt x="524" y="480"/>
                  </a:lnTo>
                  <a:lnTo>
                    <a:pt x="526" y="481"/>
                  </a:lnTo>
                  <a:lnTo>
                    <a:pt x="529" y="479"/>
                  </a:lnTo>
                  <a:lnTo>
                    <a:pt x="533" y="478"/>
                  </a:lnTo>
                  <a:lnTo>
                    <a:pt x="537" y="477"/>
                  </a:lnTo>
                  <a:lnTo>
                    <a:pt x="539" y="479"/>
                  </a:lnTo>
                  <a:lnTo>
                    <a:pt x="540" y="481"/>
                  </a:lnTo>
                  <a:lnTo>
                    <a:pt x="540" y="484"/>
                  </a:lnTo>
                  <a:lnTo>
                    <a:pt x="540" y="486"/>
                  </a:lnTo>
                  <a:lnTo>
                    <a:pt x="542" y="488"/>
                  </a:lnTo>
                  <a:lnTo>
                    <a:pt x="543" y="490"/>
                  </a:lnTo>
                  <a:lnTo>
                    <a:pt x="543" y="492"/>
                  </a:lnTo>
                  <a:lnTo>
                    <a:pt x="544" y="493"/>
                  </a:lnTo>
                  <a:lnTo>
                    <a:pt x="546" y="495"/>
                  </a:lnTo>
                  <a:lnTo>
                    <a:pt x="549" y="497"/>
                  </a:lnTo>
                  <a:close/>
                </a:path>
              </a:pathLst>
            </a:custGeom>
            <a:solidFill>
              <a:srgbClr val="59A3CD">
                <a:alpha val="9600"/>
              </a:srgbClr>
            </a:solidFill>
            <a:ln>
              <a:noFill/>
            </a:ln>
          </p:spPr>
          <p:txBody>
            <a:bodyPr anchor="ctr"/>
            <a:lstStyle/>
            <a:p>
              <a:pPr algn="ctr">
                <a:buNone/>
              </a:pPr>
            </a:p>
          </p:txBody>
        </p:sp>
        <p:sp>
          <p:nvSpPr>
            <p:cNvPr id="2950" name="addition:input:73"/>
            <p:cNvSpPr>
              <a:spLocks noGrp="1"/>
            </p:cNvSpPr>
            <p:nvPr/>
          </p:nvSpPr>
          <p:spPr>
            <a:xfrm>
              <a:off x="209550" y="5438775"/>
              <a:ext cx="949696" cy="948507"/>
            </a:xfrm>
            <a:custGeom>
              <a:avLst/>
              <a:gdLst/>
              <a:ahLst/>
              <a:cxnLst/>
              <a:rect l="l" t="t" r="r" b="b"/>
              <a:pathLst>
                <a:path w="577" h="506">
                  <a:moveTo>
                    <a:pt x="0" y="0"/>
                  </a:moveTo>
                  <a:moveTo>
                    <a:pt x="575" y="481"/>
                  </a:moveTo>
                  <a:lnTo>
                    <a:pt x="577" y="483"/>
                  </a:lnTo>
                  <a:lnTo>
                    <a:pt x="576" y="485"/>
                  </a:lnTo>
                  <a:lnTo>
                    <a:pt x="575" y="487"/>
                  </a:lnTo>
                  <a:lnTo>
                    <a:pt x="574" y="489"/>
                  </a:lnTo>
                  <a:lnTo>
                    <a:pt x="573" y="491"/>
                  </a:lnTo>
                  <a:lnTo>
                    <a:pt x="572" y="492"/>
                  </a:lnTo>
                  <a:lnTo>
                    <a:pt x="569" y="493"/>
                  </a:lnTo>
                  <a:lnTo>
                    <a:pt x="567" y="494"/>
                  </a:lnTo>
                  <a:lnTo>
                    <a:pt x="565" y="495"/>
                  </a:lnTo>
                  <a:lnTo>
                    <a:pt x="564" y="497"/>
                  </a:lnTo>
                  <a:lnTo>
                    <a:pt x="562" y="499"/>
                  </a:lnTo>
                  <a:lnTo>
                    <a:pt x="560" y="499"/>
                  </a:lnTo>
                  <a:lnTo>
                    <a:pt x="556" y="499"/>
                  </a:lnTo>
                  <a:lnTo>
                    <a:pt x="553" y="499"/>
                  </a:lnTo>
                  <a:lnTo>
                    <a:pt x="551" y="500"/>
                  </a:lnTo>
                  <a:lnTo>
                    <a:pt x="549" y="503"/>
                  </a:lnTo>
                  <a:lnTo>
                    <a:pt x="546" y="505"/>
                  </a:lnTo>
                  <a:lnTo>
                    <a:pt x="542" y="506"/>
                  </a:lnTo>
                  <a:lnTo>
                    <a:pt x="539" y="505"/>
                  </a:lnTo>
                  <a:lnTo>
                    <a:pt x="536" y="502"/>
                  </a:lnTo>
                  <a:lnTo>
                    <a:pt x="534" y="501"/>
                  </a:lnTo>
                  <a:lnTo>
                    <a:pt x="531" y="499"/>
                  </a:lnTo>
                  <a:lnTo>
                    <a:pt x="529" y="498"/>
                  </a:lnTo>
                  <a:lnTo>
                    <a:pt x="527" y="497"/>
                  </a:lnTo>
                  <a:lnTo>
                    <a:pt x="526" y="495"/>
                  </a:lnTo>
                  <a:lnTo>
                    <a:pt x="523" y="495"/>
                  </a:lnTo>
                  <a:lnTo>
                    <a:pt x="520" y="495"/>
                  </a:lnTo>
                  <a:lnTo>
                    <a:pt x="516" y="494"/>
                  </a:lnTo>
                  <a:lnTo>
                    <a:pt x="513" y="493"/>
                  </a:lnTo>
                  <a:lnTo>
                    <a:pt x="513" y="491"/>
                  </a:lnTo>
                  <a:lnTo>
                    <a:pt x="514" y="489"/>
                  </a:lnTo>
                  <a:lnTo>
                    <a:pt x="515" y="487"/>
                  </a:lnTo>
                  <a:lnTo>
                    <a:pt x="514" y="485"/>
                  </a:lnTo>
                  <a:lnTo>
                    <a:pt x="512" y="483"/>
                  </a:lnTo>
                  <a:lnTo>
                    <a:pt x="512" y="481"/>
                  </a:lnTo>
                  <a:lnTo>
                    <a:pt x="513" y="479"/>
                  </a:lnTo>
                  <a:lnTo>
                    <a:pt x="517" y="478"/>
                  </a:lnTo>
                  <a:lnTo>
                    <a:pt x="520" y="476"/>
                  </a:lnTo>
                  <a:lnTo>
                    <a:pt x="521" y="475"/>
                  </a:lnTo>
                  <a:lnTo>
                    <a:pt x="521" y="473"/>
                  </a:lnTo>
                  <a:lnTo>
                    <a:pt x="522" y="471"/>
                  </a:lnTo>
                  <a:lnTo>
                    <a:pt x="523" y="469"/>
                  </a:lnTo>
                  <a:lnTo>
                    <a:pt x="524" y="467"/>
                  </a:lnTo>
                  <a:lnTo>
                    <a:pt x="525" y="465"/>
                  </a:lnTo>
                  <a:lnTo>
                    <a:pt x="525" y="462"/>
                  </a:lnTo>
                  <a:lnTo>
                    <a:pt x="527" y="460"/>
                  </a:lnTo>
                  <a:lnTo>
                    <a:pt x="530" y="460"/>
                  </a:lnTo>
                  <a:lnTo>
                    <a:pt x="534" y="461"/>
                  </a:lnTo>
                  <a:lnTo>
                    <a:pt x="537" y="463"/>
                  </a:lnTo>
                  <a:lnTo>
                    <a:pt x="539" y="464"/>
                  </a:lnTo>
                  <a:lnTo>
                    <a:pt x="541" y="463"/>
                  </a:lnTo>
                  <a:lnTo>
                    <a:pt x="543" y="461"/>
                  </a:lnTo>
                  <a:lnTo>
                    <a:pt x="545" y="460"/>
                  </a:lnTo>
                  <a:lnTo>
                    <a:pt x="547" y="461"/>
                  </a:lnTo>
                  <a:lnTo>
                    <a:pt x="549" y="462"/>
                  </a:lnTo>
                  <a:lnTo>
                    <a:pt x="551" y="462"/>
                  </a:lnTo>
                  <a:lnTo>
                    <a:pt x="554" y="462"/>
                  </a:lnTo>
                  <a:lnTo>
                    <a:pt x="557" y="462"/>
                  </a:lnTo>
                  <a:lnTo>
                    <a:pt x="559" y="463"/>
                  </a:lnTo>
                  <a:lnTo>
                    <a:pt x="561" y="464"/>
                  </a:lnTo>
                  <a:lnTo>
                    <a:pt x="563" y="465"/>
                  </a:lnTo>
                  <a:lnTo>
                    <a:pt x="565" y="466"/>
                  </a:lnTo>
                  <a:lnTo>
                    <a:pt x="567" y="468"/>
                  </a:lnTo>
                  <a:lnTo>
                    <a:pt x="568" y="470"/>
                  </a:lnTo>
                  <a:lnTo>
                    <a:pt x="567" y="472"/>
                  </a:lnTo>
                  <a:lnTo>
                    <a:pt x="565" y="475"/>
                  </a:lnTo>
                  <a:lnTo>
                    <a:pt x="565" y="477"/>
                  </a:lnTo>
                  <a:lnTo>
                    <a:pt x="567" y="478"/>
                  </a:lnTo>
                  <a:lnTo>
                    <a:pt x="572" y="479"/>
                  </a:lnTo>
                  <a:close/>
                </a:path>
              </a:pathLst>
            </a:custGeom>
            <a:solidFill>
              <a:srgbClr val="59A3CD">
                <a:alpha val="9600"/>
              </a:srgbClr>
            </a:solidFill>
            <a:ln>
              <a:noFill/>
            </a:ln>
          </p:spPr>
          <p:txBody>
            <a:bodyPr anchor="ctr"/>
            <a:lstStyle/>
            <a:p>
              <a:pPr algn="ctr">
                <a:buNone/>
              </a:pPr>
            </a:p>
          </p:txBody>
        </p:sp>
        <p:sp>
          <p:nvSpPr>
            <p:cNvPr id="2951" name="addition:input:74"/>
            <p:cNvSpPr>
              <a:spLocks noGrp="1"/>
            </p:cNvSpPr>
            <p:nvPr/>
          </p:nvSpPr>
          <p:spPr>
            <a:xfrm>
              <a:off x="209550" y="5438775"/>
              <a:ext cx="1002365" cy="956005"/>
            </a:xfrm>
            <a:custGeom>
              <a:avLst/>
              <a:gdLst/>
              <a:ahLst/>
              <a:cxnLst/>
              <a:rect l="l" t="t" r="r" b="b"/>
              <a:pathLst>
                <a:path w="609" h="510">
                  <a:moveTo>
                    <a:pt x="0" y="0"/>
                  </a:moveTo>
                  <a:moveTo>
                    <a:pt x="609" y="486"/>
                  </a:moveTo>
                  <a:lnTo>
                    <a:pt x="609" y="488"/>
                  </a:lnTo>
                  <a:lnTo>
                    <a:pt x="608" y="490"/>
                  </a:lnTo>
                  <a:lnTo>
                    <a:pt x="608" y="492"/>
                  </a:lnTo>
                  <a:lnTo>
                    <a:pt x="607" y="494"/>
                  </a:lnTo>
                  <a:lnTo>
                    <a:pt x="604" y="496"/>
                  </a:lnTo>
                  <a:lnTo>
                    <a:pt x="600" y="497"/>
                  </a:lnTo>
                  <a:lnTo>
                    <a:pt x="596" y="497"/>
                  </a:lnTo>
                  <a:lnTo>
                    <a:pt x="593" y="498"/>
                  </a:lnTo>
                  <a:lnTo>
                    <a:pt x="593" y="500"/>
                  </a:lnTo>
                  <a:lnTo>
                    <a:pt x="593" y="504"/>
                  </a:lnTo>
                  <a:lnTo>
                    <a:pt x="592" y="507"/>
                  </a:lnTo>
                  <a:lnTo>
                    <a:pt x="589" y="508"/>
                  </a:lnTo>
                  <a:lnTo>
                    <a:pt x="586" y="508"/>
                  </a:lnTo>
                  <a:lnTo>
                    <a:pt x="582" y="508"/>
                  </a:lnTo>
                  <a:lnTo>
                    <a:pt x="579" y="509"/>
                  </a:lnTo>
                  <a:lnTo>
                    <a:pt x="576" y="509"/>
                  </a:lnTo>
                  <a:lnTo>
                    <a:pt x="573" y="510"/>
                  </a:lnTo>
                  <a:lnTo>
                    <a:pt x="570" y="509"/>
                  </a:lnTo>
                  <a:lnTo>
                    <a:pt x="568" y="508"/>
                  </a:lnTo>
                  <a:lnTo>
                    <a:pt x="565" y="507"/>
                  </a:lnTo>
                  <a:lnTo>
                    <a:pt x="563" y="507"/>
                  </a:lnTo>
                  <a:lnTo>
                    <a:pt x="560" y="506"/>
                  </a:lnTo>
                  <a:lnTo>
                    <a:pt x="559" y="505"/>
                  </a:lnTo>
                  <a:lnTo>
                    <a:pt x="557" y="503"/>
                  </a:lnTo>
                  <a:lnTo>
                    <a:pt x="556" y="502"/>
                  </a:lnTo>
                  <a:lnTo>
                    <a:pt x="553" y="501"/>
                  </a:lnTo>
                  <a:lnTo>
                    <a:pt x="549" y="502"/>
                  </a:lnTo>
                  <a:lnTo>
                    <a:pt x="545" y="502"/>
                  </a:lnTo>
                  <a:lnTo>
                    <a:pt x="543" y="500"/>
                  </a:lnTo>
                  <a:lnTo>
                    <a:pt x="544" y="497"/>
                  </a:lnTo>
                  <a:lnTo>
                    <a:pt x="547" y="494"/>
                  </a:lnTo>
                  <a:lnTo>
                    <a:pt x="548" y="492"/>
                  </a:lnTo>
                  <a:lnTo>
                    <a:pt x="549" y="490"/>
                  </a:lnTo>
                  <a:lnTo>
                    <a:pt x="548" y="488"/>
                  </a:lnTo>
                  <a:lnTo>
                    <a:pt x="549" y="486"/>
                  </a:lnTo>
                  <a:lnTo>
                    <a:pt x="549" y="484"/>
                  </a:lnTo>
                  <a:lnTo>
                    <a:pt x="549" y="482"/>
                  </a:lnTo>
                  <a:lnTo>
                    <a:pt x="548" y="480"/>
                  </a:lnTo>
                  <a:lnTo>
                    <a:pt x="546" y="477"/>
                  </a:lnTo>
                  <a:lnTo>
                    <a:pt x="546" y="475"/>
                  </a:lnTo>
                  <a:lnTo>
                    <a:pt x="548" y="474"/>
                  </a:lnTo>
                  <a:lnTo>
                    <a:pt x="551" y="473"/>
                  </a:lnTo>
                  <a:lnTo>
                    <a:pt x="553" y="471"/>
                  </a:lnTo>
                  <a:lnTo>
                    <a:pt x="553" y="469"/>
                  </a:lnTo>
                  <a:lnTo>
                    <a:pt x="553" y="466"/>
                  </a:lnTo>
                  <a:lnTo>
                    <a:pt x="555" y="465"/>
                  </a:lnTo>
                  <a:lnTo>
                    <a:pt x="558" y="465"/>
                  </a:lnTo>
                  <a:lnTo>
                    <a:pt x="562" y="466"/>
                  </a:lnTo>
                  <a:lnTo>
                    <a:pt x="565" y="467"/>
                  </a:lnTo>
                  <a:lnTo>
                    <a:pt x="567" y="467"/>
                  </a:lnTo>
                  <a:lnTo>
                    <a:pt x="568" y="466"/>
                  </a:lnTo>
                  <a:lnTo>
                    <a:pt x="570" y="464"/>
                  </a:lnTo>
                  <a:lnTo>
                    <a:pt x="573" y="463"/>
                  </a:lnTo>
                  <a:lnTo>
                    <a:pt x="576" y="463"/>
                  </a:lnTo>
                  <a:lnTo>
                    <a:pt x="579" y="462"/>
                  </a:lnTo>
                  <a:lnTo>
                    <a:pt x="582" y="461"/>
                  </a:lnTo>
                  <a:lnTo>
                    <a:pt x="586" y="462"/>
                  </a:lnTo>
                  <a:lnTo>
                    <a:pt x="588" y="464"/>
                  </a:lnTo>
                  <a:lnTo>
                    <a:pt x="589" y="467"/>
                  </a:lnTo>
                  <a:lnTo>
                    <a:pt x="590" y="470"/>
                  </a:lnTo>
                  <a:lnTo>
                    <a:pt x="592" y="471"/>
                  </a:lnTo>
                  <a:lnTo>
                    <a:pt x="595" y="472"/>
                  </a:lnTo>
                  <a:lnTo>
                    <a:pt x="599" y="473"/>
                  </a:lnTo>
                  <a:lnTo>
                    <a:pt x="601" y="474"/>
                  </a:lnTo>
                  <a:lnTo>
                    <a:pt x="601" y="476"/>
                  </a:lnTo>
                  <a:lnTo>
                    <a:pt x="601" y="479"/>
                  </a:lnTo>
                  <a:lnTo>
                    <a:pt x="603" y="480"/>
                  </a:lnTo>
                  <a:lnTo>
                    <a:pt x="605" y="482"/>
                  </a:lnTo>
                  <a:lnTo>
                    <a:pt x="608" y="484"/>
                  </a:lnTo>
                  <a:close/>
                </a:path>
              </a:pathLst>
            </a:custGeom>
            <a:solidFill>
              <a:srgbClr val="59A3CD">
                <a:alpha val="9600"/>
              </a:srgbClr>
            </a:solidFill>
            <a:ln>
              <a:noFill/>
            </a:ln>
          </p:spPr>
          <p:txBody>
            <a:bodyPr anchor="ctr"/>
            <a:lstStyle/>
            <a:p>
              <a:pPr algn="ctr">
                <a:buNone/>
              </a:pPr>
            </a:p>
          </p:txBody>
        </p:sp>
        <p:sp>
          <p:nvSpPr>
            <p:cNvPr id="2952" name="addition:input:75"/>
            <p:cNvSpPr>
              <a:spLocks noGrp="1"/>
            </p:cNvSpPr>
            <p:nvPr/>
          </p:nvSpPr>
          <p:spPr>
            <a:xfrm>
              <a:off x="209550" y="5438775"/>
              <a:ext cx="1043513" cy="993496"/>
            </a:xfrm>
            <a:custGeom>
              <a:avLst/>
              <a:gdLst/>
              <a:ahLst/>
              <a:cxnLst/>
              <a:rect l="l" t="t" r="r" b="b"/>
              <a:pathLst>
                <a:path w="634" h="530">
                  <a:moveTo>
                    <a:pt x="0" y="0"/>
                  </a:moveTo>
                  <a:moveTo>
                    <a:pt x="626" y="505"/>
                  </a:moveTo>
                  <a:lnTo>
                    <a:pt x="625" y="507"/>
                  </a:lnTo>
                  <a:lnTo>
                    <a:pt x="624" y="509"/>
                  </a:lnTo>
                  <a:lnTo>
                    <a:pt x="623" y="511"/>
                  </a:lnTo>
                  <a:lnTo>
                    <a:pt x="623" y="513"/>
                  </a:lnTo>
                  <a:lnTo>
                    <a:pt x="623" y="515"/>
                  </a:lnTo>
                  <a:lnTo>
                    <a:pt x="624" y="518"/>
                  </a:lnTo>
                  <a:lnTo>
                    <a:pt x="625" y="521"/>
                  </a:lnTo>
                  <a:lnTo>
                    <a:pt x="623" y="523"/>
                  </a:lnTo>
                  <a:lnTo>
                    <a:pt x="620" y="524"/>
                  </a:lnTo>
                  <a:lnTo>
                    <a:pt x="616" y="524"/>
                  </a:lnTo>
                  <a:lnTo>
                    <a:pt x="613" y="525"/>
                  </a:lnTo>
                  <a:lnTo>
                    <a:pt x="611" y="526"/>
                  </a:lnTo>
                  <a:lnTo>
                    <a:pt x="610" y="528"/>
                  </a:lnTo>
                  <a:lnTo>
                    <a:pt x="608" y="530"/>
                  </a:lnTo>
                  <a:lnTo>
                    <a:pt x="605" y="529"/>
                  </a:lnTo>
                  <a:lnTo>
                    <a:pt x="602" y="527"/>
                  </a:lnTo>
                  <a:lnTo>
                    <a:pt x="600" y="526"/>
                  </a:lnTo>
                  <a:lnTo>
                    <a:pt x="598" y="527"/>
                  </a:lnTo>
                  <a:lnTo>
                    <a:pt x="595" y="528"/>
                  </a:lnTo>
                  <a:lnTo>
                    <a:pt x="592" y="529"/>
                  </a:lnTo>
                  <a:lnTo>
                    <a:pt x="589" y="529"/>
                  </a:lnTo>
                  <a:lnTo>
                    <a:pt x="586" y="529"/>
                  </a:lnTo>
                  <a:lnTo>
                    <a:pt x="583" y="529"/>
                  </a:lnTo>
                  <a:lnTo>
                    <a:pt x="579" y="529"/>
                  </a:lnTo>
                  <a:lnTo>
                    <a:pt x="576" y="527"/>
                  </a:lnTo>
                  <a:lnTo>
                    <a:pt x="575" y="524"/>
                  </a:lnTo>
                  <a:lnTo>
                    <a:pt x="576" y="520"/>
                  </a:lnTo>
                  <a:lnTo>
                    <a:pt x="577" y="517"/>
                  </a:lnTo>
                  <a:lnTo>
                    <a:pt x="575" y="516"/>
                  </a:lnTo>
                  <a:lnTo>
                    <a:pt x="571" y="515"/>
                  </a:lnTo>
                  <a:lnTo>
                    <a:pt x="567" y="514"/>
                  </a:lnTo>
                  <a:lnTo>
                    <a:pt x="565" y="512"/>
                  </a:lnTo>
                  <a:lnTo>
                    <a:pt x="564" y="509"/>
                  </a:lnTo>
                  <a:lnTo>
                    <a:pt x="564" y="507"/>
                  </a:lnTo>
                  <a:lnTo>
                    <a:pt x="563" y="505"/>
                  </a:lnTo>
                  <a:lnTo>
                    <a:pt x="562" y="503"/>
                  </a:lnTo>
                  <a:lnTo>
                    <a:pt x="561" y="500"/>
                  </a:lnTo>
                  <a:lnTo>
                    <a:pt x="561" y="498"/>
                  </a:lnTo>
                  <a:lnTo>
                    <a:pt x="563" y="496"/>
                  </a:lnTo>
                  <a:lnTo>
                    <a:pt x="564" y="494"/>
                  </a:lnTo>
                  <a:lnTo>
                    <a:pt x="566" y="492"/>
                  </a:lnTo>
                  <a:lnTo>
                    <a:pt x="567" y="490"/>
                  </a:lnTo>
                  <a:lnTo>
                    <a:pt x="570" y="489"/>
                  </a:lnTo>
                  <a:lnTo>
                    <a:pt x="575" y="489"/>
                  </a:lnTo>
                  <a:lnTo>
                    <a:pt x="579" y="489"/>
                  </a:lnTo>
                  <a:lnTo>
                    <a:pt x="581" y="488"/>
                  </a:lnTo>
                  <a:lnTo>
                    <a:pt x="582" y="485"/>
                  </a:lnTo>
                  <a:lnTo>
                    <a:pt x="583" y="481"/>
                  </a:lnTo>
                  <a:lnTo>
                    <a:pt x="585" y="478"/>
                  </a:lnTo>
                  <a:lnTo>
                    <a:pt x="589" y="478"/>
                  </a:lnTo>
                  <a:lnTo>
                    <a:pt x="593" y="478"/>
                  </a:lnTo>
                  <a:lnTo>
                    <a:pt x="597" y="479"/>
                  </a:lnTo>
                  <a:lnTo>
                    <a:pt x="600" y="480"/>
                  </a:lnTo>
                  <a:lnTo>
                    <a:pt x="604" y="480"/>
                  </a:lnTo>
                  <a:lnTo>
                    <a:pt x="607" y="482"/>
                  </a:lnTo>
                  <a:lnTo>
                    <a:pt x="609" y="483"/>
                  </a:lnTo>
                  <a:lnTo>
                    <a:pt x="612" y="485"/>
                  </a:lnTo>
                  <a:lnTo>
                    <a:pt x="614" y="485"/>
                  </a:lnTo>
                  <a:lnTo>
                    <a:pt x="618" y="485"/>
                  </a:lnTo>
                  <a:lnTo>
                    <a:pt x="621" y="486"/>
                  </a:lnTo>
                  <a:lnTo>
                    <a:pt x="622" y="487"/>
                  </a:lnTo>
                  <a:lnTo>
                    <a:pt x="623" y="490"/>
                  </a:lnTo>
                  <a:lnTo>
                    <a:pt x="624" y="492"/>
                  </a:lnTo>
                  <a:lnTo>
                    <a:pt x="626" y="493"/>
                  </a:lnTo>
                  <a:lnTo>
                    <a:pt x="630" y="493"/>
                  </a:lnTo>
                  <a:lnTo>
                    <a:pt x="634" y="495"/>
                  </a:lnTo>
                  <a:lnTo>
                    <a:pt x="634" y="497"/>
                  </a:lnTo>
                  <a:lnTo>
                    <a:pt x="632" y="500"/>
                  </a:lnTo>
                  <a:lnTo>
                    <a:pt x="628" y="503"/>
                  </a:lnTo>
                  <a:close/>
                </a:path>
              </a:pathLst>
            </a:custGeom>
            <a:solidFill>
              <a:srgbClr val="59A3CD">
                <a:alpha val="9600"/>
              </a:srgbClr>
            </a:solidFill>
            <a:ln>
              <a:noFill/>
            </a:ln>
          </p:spPr>
          <p:txBody>
            <a:bodyPr anchor="ctr"/>
            <a:lstStyle/>
            <a:p>
              <a:pPr algn="ctr">
                <a:buNone/>
              </a:pPr>
            </a:p>
          </p:txBody>
        </p:sp>
        <p:sp>
          <p:nvSpPr>
            <p:cNvPr id="2953" name="addition:input:76"/>
            <p:cNvSpPr>
              <a:spLocks noGrp="1"/>
            </p:cNvSpPr>
            <p:nvPr/>
          </p:nvSpPr>
          <p:spPr>
            <a:xfrm>
              <a:off x="209550" y="5438775"/>
              <a:ext cx="1020470" cy="1034735"/>
            </a:xfrm>
            <a:custGeom>
              <a:avLst/>
              <a:gdLst/>
              <a:ahLst/>
              <a:cxnLst/>
              <a:rect l="l" t="t" r="r" b="b"/>
              <a:pathLst>
                <a:path w="620" h="552">
                  <a:moveTo>
                    <a:pt x="0" y="0"/>
                  </a:moveTo>
                  <a:moveTo>
                    <a:pt x="616" y="526"/>
                  </a:moveTo>
                  <a:lnTo>
                    <a:pt x="615" y="528"/>
                  </a:lnTo>
                  <a:lnTo>
                    <a:pt x="612" y="530"/>
                  </a:lnTo>
                  <a:lnTo>
                    <a:pt x="610" y="532"/>
                  </a:lnTo>
                  <a:lnTo>
                    <a:pt x="609" y="534"/>
                  </a:lnTo>
                  <a:lnTo>
                    <a:pt x="608" y="537"/>
                  </a:lnTo>
                  <a:lnTo>
                    <a:pt x="606" y="538"/>
                  </a:lnTo>
                  <a:lnTo>
                    <a:pt x="603" y="540"/>
                  </a:lnTo>
                  <a:lnTo>
                    <a:pt x="601" y="541"/>
                  </a:lnTo>
                  <a:lnTo>
                    <a:pt x="600" y="544"/>
                  </a:lnTo>
                  <a:lnTo>
                    <a:pt x="600" y="547"/>
                  </a:lnTo>
                  <a:lnTo>
                    <a:pt x="599" y="551"/>
                  </a:lnTo>
                  <a:lnTo>
                    <a:pt x="595" y="552"/>
                  </a:lnTo>
                  <a:lnTo>
                    <a:pt x="590" y="551"/>
                  </a:lnTo>
                  <a:lnTo>
                    <a:pt x="586" y="549"/>
                  </a:lnTo>
                  <a:lnTo>
                    <a:pt x="582" y="548"/>
                  </a:lnTo>
                  <a:lnTo>
                    <a:pt x="579" y="548"/>
                  </a:lnTo>
                  <a:lnTo>
                    <a:pt x="577" y="549"/>
                  </a:lnTo>
                  <a:lnTo>
                    <a:pt x="574" y="549"/>
                  </a:lnTo>
                  <a:lnTo>
                    <a:pt x="571" y="550"/>
                  </a:lnTo>
                  <a:lnTo>
                    <a:pt x="568" y="550"/>
                  </a:lnTo>
                  <a:lnTo>
                    <a:pt x="565" y="550"/>
                  </a:lnTo>
                  <a:lnTo>
                    <a:pt x="561" y="551"/>
                  </a:lnTo>
                  <a:lnTo>
                    <a:pt x="557" y="550"/>
                  </a:lnTo>
                  <a:lnTo>
                    <a:pt x="555" y="548"/>
                  </a:lnTo>
                  <a:lnTo>
                    <a:pt x="554" y="546"/>
                  </a:lnTo>
                  <a:lnTo>
                    <a:pt x="552" y="544"/>
                  </a:lnTo>
                  <a:lnTo>
                    <a:pt x="549" y="542"/>
                  </a:lnTo>
                  <a:lnTo>
                    <a:pt x="545" y="542"/>
                  </a:lnTo>
                  <a:lnTo>
                    <a:pt x="542" y="540"/>
                  </a:lnTo>
                  <a:lnTo>
                    <a:pt x="542" y="537"/>
                  </a:lnTo>
                  <a:lnTo>
                    <a:pt x="544" y="534"/>
                  </a:lnTo>
                  <a:lnTo>
                    <a:pt x="545" y="532"/>
                  </a:lnTo>
                  <a:lnTo>
                    <a:pt x="544" y="530"/>
                  </a:lnTo>
                  <a:lnTo>
                    <a:pt x="540" y="528"/>
                  </a:lnTo>
                  <a:lnTo>
                    <a:pt x="536" y="526"/>
                  </a:lnTo>
                  <a:lnTo>
                    <a:pt x="534" y="524"/>
                  </a:lnTo>
                  <a:lnTo>
                    <a:pt x="533" y="521"/>
                  </a:lnTo>
                  <a:lnTo>
                    <a:pt x="532" y="519"/>
                  </a:lnTo>
                  <a:lnTo>
                    <a:pt x="532" y="516"/>
                  </a:lnTo>
                  <a:lnTo>
                    <a:pt x="533" y="514"/>
                  </a:lnTo>
                  <a:lnTo>
                    <a:pt x="537" y="512"/>
                  </a:lnTo>
                  <a:lnTo>
                    <a:pt x="542" y="512"/>
                  </a:lnTo>
                  <a:lnTo>
                    <a:pt x="547" y="512"/>
                  </a:lnTo>
                  <a:lnTo>
                    <a:pt x="549" y="510"/>
                  </a:lnTo>
                  <a:lnTo>
                    <a:pt x="550" y="508"/>
                  </a:lnTo>
                  <a:lnTo>
                    <a:pt x="551" y="505"/>
                  </a:lnTo>
                  <a:lnTo>
                    <a:pt x="553" y="503"/>
                  </a:lnTo>
                  <a:lnTo>
                    <a:pt x="558" y="503"/>
                  </a:lnTo>
                  <a:lnTo>
                    <a:pt x="562" y="503"/>
                  </a:lnTo>
                  <a:lnTo>
                    <a:pt x="566" y="503"/>
                  </a:lnTo>
                  <a:lnTo>
                    <a:pt x="569" y="501"/>
                  </a:lnTo>
                  <a:lnTo>
                    <a:pt x="573" y="499"/>
                  </a:lnTo>
                  <a:lnTo>
                    <a:pt x="578" y="498"/>
                  </a:lnTo>
                  <a:lnTo>
                    <a:pt x="582" y="499"/>
                  </a:lnTo>
                  <a:lnTo>
                    <a:pt x="586" y="500"/>
                  </a:lnTo>
                  <a:lnTo>
                    <a:pt x="590" y="501"/>
                  </a:lnTo>
                  <a:lnTo>
                    <a:pt x="594" y="503"/>
                  </a:lnTo>
                  <a:lnTo>
                    <a:pt x="597" y="504"/>
                  </a:lnTo>
                  <a:lnTo>
                    <a:pt x="598" y="507"/>
                  </a:lnTo>
                  <a:lnTo>
                    <a:pt x="599" y="510"/>
                  </a:lnTo>
                  <a:lnTo>
                    <a:pt x="602" y="511"/>
                  </a:lnTo>
                  <a:lnTo>
                    <a:pt x="606" y="511"/>
                  </a:lnTo>
                  <a:lnTo>
                    <a:pt x="612" y="511"/>
                  </a:lnTo>
                  <a:lnTo>
                    <a:pt x="618" y="511"/>
                  </a:lnTo>
                  <a:lnTo>
                    <a:pt x="620" y="513"/>
                  </a:lnTo>
                  <a:lnTo>
                    <a:pt x="619" y="516"/>
                  </a:lnTo>
                  <a:lnTo>
                    <a:pt x="617" y="519"/>
                  </a:lnTo>
                  <a:lnTo>
                    <a:pt x="616" y="521"/>
                  </a:lnTo>
                  <a:lnTo>
                    <a:pt x="616" y="524"/>
                  </a:lnTo>
                  <a:close/>
                </a:path>
              </a:pathLst>
            </a:custGeom>
            <a:solidFill>
              <a:srgbClr val="59A3CD">
                <a:alpha val="9600"/>
              </a:srgbClr>
            </a:solidFill>
            <a:ln>
              <a:noFill/>
            </a:ln>
          </p:spPr>
          <p:txBody>
            <a:bodyPr anchor="ctr"/>
            <a:lstStyle/>
            <a:p>
              <a:pPr algn="ctr">
                <a:buNone/>
              </a:pPr>
            </a:p>
          </p:txBody>
        </p:sp>
        <p:sp>
          <p:nvSpPr>
            <p:cNvPr id="2954" name="addition:input:77"/>
            <p:cNvSpPr>
              <a:spLocks noGrp="1"/>
            </p:cNvSpPr>
            <p:nvPr/>
          </p:nvSpPr>
          <p:spPr>
            <a:xfrm>
              <a:off x="209550" y="5438775"/>
              <a:ext cx="941466" cy="1038484"/>
            </a:xfrm>
            <a:custGeom>
              <a:avLst/>
              <a:gdLst/>
              <a:ahLst/>
              <a:cxnLst/>
              <a:rect l="l" t="t" r="r" b="b"/>
              <a:pathLst>
                <a:path w="572" h="554">
                  <a:moveTo>
                    <a:pt x="0" y="0"/>
                  </a:moveTo>
                  <a:moveTo>
                    <a:pt x="571" y="528"/>
                  </a:moveTo>
                  <a:lnTo>
                    <a:pt x="571" y="531"/>
                  </a:lnTo>
                  <a:lnTo>
                    <a:pt x="568" y="533"/>
                  </a:lnTo>
                  <a:lnTo>
                    <a:pt x="565" y="534"/>
                  </a:lnTo>
                  <a:lnTo>
                    <a:pt x="562" y="536"/>
                  </a:lnTo>
                  <a:lnTo>
                    <a:pt x="562" y="538"/>
                  </a:lnTo>
                  <a:lnTo>
                    <a:pt x="565" y="541"/>
                  </a:lnTo>
                  <a:lnTo>
                    <a:pt x="566" y="544"/>
                  </a:lnTo>
                  <a:lnTo>
                    <a:pt x="566" y="547"/>
                  </a:lnTo>
                  <a:lnTo>
                    <a:pt x="563" y="548"/>
                  </a:lnTo>
                  <a:lnTo>
                    <a:pt x="559" y="549"/>
                  </a:lnTo>
                  <a:lnTo>
                    <a:pt x="556" y="549"/>
                  </a:lnTo>
                  <a:lnTo>
                    <a:pt x="553" y="550"/>
                  </a:lnTo>
                  <a:lnTo>
                    <a:pt x="551" y="550"/>
                  </a:lnTo>
                  <a:lnTo>
                    <a:pt x="548" y="550"/>
                  </a:lnTo>
                  <a:lnTo>
                    <a:pt x="545" y="549"/>
                  </a:lnTo>
                  <a:lnTo>
                    <a:pt x="543" y="550"/>
                  </a:lnTo>
                  <a:lnTo>
                    <a:pt x="541" y="552"/>
                  </a:lnTo>
                  <a:lnTo>
                    <a:pt x="538" y="554"/>
                  </a:lnTo>
                  <a:lnTo>
                    <a:pt x="535" y="554"/>
                  </a:lnTo>
                  <a:lnTo>
                    <a:pt x="532" y="553"/>
                  </a:lnTo>
                  <a:lnTo>
                    <a:pt x="530" y="551"/>
                  </a:lnTo>
                  <a:lnTo>
                    <a:pt x="527" y="550"/>
                  </a:lnTo>
                  <a:lnTo>
                    <a:pt x="524" y="550"/>
                  </a:lnTo>
                  <a:lnTo>
                    <a:pt x="519" y="551"/>
                  </a:lnTo>
                  <a:lnTo>
                    <a:pt x="516" y="550"/>
                  </a:lnTo>
                  <a:lnTo>
                    <a:pt x="514" y="548"/>
                  </a:lnTo>
                  <a:lnTo>
                    <a:pt x="514" y="544"/>
                  </a:lnTo>
                  <a:lnTo>
                    <a:pt x="513" y="542"/>
                  </a:lnTo>
                  <a:lnTo>
                    <a:pt x="512" y="540"/>
                  </a:lnTo>
                  <a:lnTo>
                    <a:pt x="510" y="538"/>
                  </a:lnTo>
                  <a:lnTo>
                    <a:pt x="509" y="536"/>
                  </a:lnTo>
                  <a:lnTo>
                    <a:pt x="507" y="534"/>
                  </a:lnTo>
                  <a:lnTo>
                    <a:pt x="505" y="532"/>
                  </a:lnTo>
                  <a:lnTo>
                    <a:pt x="501" y="531"/>
                  </a:lnTo>
                  <a:lnTo>
                    <a:pt x="497" y="528"/>
                  </a:lnTo>
                  <a:lnTo>
                    <a:pt x="495" y="526"/>
                  </a:lnTo>
                  <a:lnTo>
                    <a:pt x="496" y="523"/>
                  </a:lnTo>
                  <a:lnTo>
                    <a:pt x="500" y="522"/>
                  </a:lnTo>
                  <a:lnTo>
                    <a:pt x="504" y="520"/>
                  </a:lnTo>
                  <a:lnTo>
                    <a:pt x="506" y="519"/>
                  </a:lnTo>
                  <a:lnTo>
                    <a:pt x="507" y="516"/>
                  </a:lnTo>
                  <a:lnTo>
                    <a:pt x="507" y="514"/>
                  </a:lnTo>
                  <a:lnTo>
                    <a:pt x="509" y="512"/>
                  </a:lnTo>
                  <a:lnTo>
                    <a:pt x="513" y="511"/>
                  </a:lnTo>
                  <a:lnTo>
                    <a:pt x="516" y="511"/>
                  </a:lnTo>
                  <a:lnTo>
                    <a:pt x="519" y="509"/>
                  </a:lnTo>
                  <a:lnTo>
                    <a:pt x="521" y="507"/>
                  </a:lnTo>
                  <a:lnTo>
                    <a:pt x="524" y="506"/>
                  </a:lnTo>
                  <a:lnTo>
                    <a:pt x="527" y="504"/>
                  </a:lnTo>
                  <a:lnTo>
                    <a:pt x="530" y="504"/>
                  </a:lnTo>
                  <a:lnTo>
                    <a:pt x="534" y="503"/>
                  </a:lnTo>
                  <a:lnTo>
                    <a:pt x="538" y="501"/>
                  </a:lnTo>
                  <a:lnTo>
                    <a:pt x="541" y="500"/>
                  </a:lnTo>
                  <a:lnTo>
                    <a:pt x="545" y="501"/>
                  </a:lnTo>
                  <a:lnTo>
                    <a:pt x="548" y="505"/>
                  </a:lnTo>
                  <a:lnTo>
                    <a:pt x="550" y="508"/>
                  </a:lnTo>
                  <a:lnTo>
                    <a:pt x="551" y="510"/>
                  </a:lnTo>
                  <a:lnTo>
                    <a:pt x="554" y="510"/>
                  </a:lnTo>
                  <a:lnTo>
                    <a:pt x="558" y="509"/>
                  </a:lnTo>
                  <a:lnTo>
                    <a:pt x="562" y="509"/>
                  </a:lnTo>
                  <a:lnTo>
                    <a:pt x="565" y="510"/>
                  </a:lnTo>
                  <a:lnTo>
                    <a:pt x="567" y="512"/>
                  </a:lnTo>
                  <a:lnTo>
                    <a:pt x="568" y="513"/>
                  </a:lnTo>
                  <a:lnTo>
                    <a:pt x="570" y="515"/>
                  </a:lnTo>
                  <a:lnTo>
                    <a:pt x="572" y="517"/>
                  </a:lnTo>
                  <a:lnTo>
                    <a:pt x="572" y="519"/>
                  </a:lnTo>
                  <a:lnTo>
                    <a:pt x="571" y="522"/>
                  </a:lnTo>
                  <a:lnTo>
                    <a:pt x="570" y="524"/>
                  </a:lnTo>
                  <a:lnTo>
                    <a:pt x="570" y="526"/>
                  </a:lnTo>
                  <a:close/>
                </a:path>
              </a:pathLst>
            </a:custGeom>
            <a:solidFill>
              <a:srgbClr val="59A3CD">
                <a:alpha val="9600"/>
              </a:srgbClr>
            </a:solidFill>
            <a:ln>
              <a:noFill/>
            </a:ln>
          </p:spPr>
          <p:txBody>
            <a:bodyPr anchor="ctr"/>
            <a:lstStyle/>
            <a:p>
              <a:pPr algn="ctr">
                <a:buNone/>
              </a:pPr>
            </a:p>
          </p:txBody>
        </p:sp>
        <p:sp>
          <p:nvSpPr>
            <p:cNvPr id="2955" name="addition:input:78"/>
            <p:cNvSpPr>
              <a:spLocks noGrp="1"/>
            </p:cNvSpPr>
            <p:nvPr/>
          </p:nvSpPr>
          <p:spPr>
            <a:xfrm>
              <a:off x="209550" y="5438775"/>
              <a:ext cx="880567" cy="1017864"/>
            </a:xfrm>
            <a:custGeom>
              <a:avLst/>
              <a:gdLst/>
              <a:ahLst/>
              <a:cxnLst/>
              <a:rect l="l" t="t" r="r" b="b"/>
              <a:pathLst>
                <a:path w="535" h="543">
                  <a:moveTo>
                    <a:pt x="0" y="0"/>
                  </a:moveTo>
                  <a:moveTo>
                    <a:pt x="530" y="519"/>
                  </a:moveTo>
                  <a:lnTo>
                    <a:pt x="532" y="521"/>
                  </a:lnTo>
                  <a:lnTo>
                    <a:pt x="533" y="523"/>
                  </a:lnTo>
                  <a:lnTo>
                    <a:pt x="532" y="525"/>
                  </a:lnTo>
                  <a:lnTo>
                    <a:pt x="530" y="526"/>
                  </a:lnTo>
                  <a:lnTo>
                    <a:pt x="529" y="528"/>
                  </a:lnTo>
                  <a:lnTo>
                    <a:pt x="529" y="530"/>
                  </a:lnTo>
                  <a:lnTo>
                    <a:pt x="530" y="532"/>
                  </a:lnTo>
                  <a:lnTo>
                    <a:pt x="529" y="535"/>
                  </a:lnTo>
                  <a:lnTo>
                    <a:pt x="528" y="536"/>
                  </a:lnTo>
                  <a:lnTo>
                    <a:pt x="525" y="537"/>
                  </a:lnTo>
                  <a:lnTo>
                    <a:pt x="523" y="537"/>
                  </a:lnTo>
                  <a:lnTo>
                    <a:pt x="521" y="538"/>
                  </a:lnTo>
                  <a:lnTo>
                    <a:pt x="519" y="538"/>
                  </a:lnTo>
                  <a:lnTo>
                    <a:pt x="516" y="538"/>
                  </a:lnTo>
                  <a:lnTo>
                    <a:pt x="514" y="537"/>
                  </a:lnTo>
                  <a:lnTo>
                    <a:pt x="512" y="536"/>
                  </a:lnTo>
                  <a:lnTo>
                    <a:pt x="511" y="538"/>
                  </a:lnTo>
                  <a:lnTo>
                    <a:pt x="508" y="540"/>
                  </a:lnTo>
                  <a:lnTo>
                    <a:pt x="505" y="543"/>
                  </a:lnTo>
                  <a:lnTo>
                    <a:pt x="503" y="543"/>
                  </a:lnTo>
                  <a:lnTo>
                    <a:pt x="500" y="541"/>
                  </a:lnTo>
                  <a:lnTo>
                    <a:pt x="498" y="539"/>
                  </a:lnTo>
                  <a:lnTo>
                    <a:pt x="496" y="538"/>
                  </a:lnTo>
                  <a:lnTo>
                    <a:pt x="494" y="537"/>
                  </a:lnTo>
                  <a:lnTo>
                    <a:pt x="491" y="536"/>
                  </a:lnTo>
                  <a:lnTo>
                    <a:pt x="489" y="534"/>
                  </a:lnTo>
                  <a:lnTo>
                    <a:pt x="488" y="532"/>
                  </a:lnTo>
                  <a:lnTo>
                    <a:pt x="487" y="531"/>
                  </a:lnTo>
                  <a:lnTo>
                    <a:pt x="485" y="529"/>
                  </a:lnTo>
                  <a:lnTo>
                    <a:pt x="483" y="528"/>
                  </a:lnTo>
                  <a:lnTo>
                    <a:pt x="481" y="527"/>
                  </a:lnTo>
                  <a:lnTo>
                    <a:pt x="481" y="525"/>
                  </a:lnTo>
                  <a:lnTo>
                    <a:pt x="481" y="523"/>
                  </a:lnTo>
                  <a:lnTo>
                    <a:pt x="479" y="521"/>
                  </a:lnTo>
                  <a:lnTo>
                    <a:pt x="476" y="519"/>
                  </a:lnTo>
                  <a:lnTo>
                    <a:pt x="473" y="517"/>
                  </a:lnTo>
                  <a:lnTo>
                    <a:pt x="473" y="515"/>
                  </a:lnTo>
                  <a:lnTo>
                    <a:pt x="475" y="513"/>
                  </a:lnTo>
                  <a:lnTo>
                    <a:pt x="479" y="512"/>
                  </a:lnTo>
                  <a:lnTo>
                    <a:pt x="483" y="511"/>
                  </a:lnTo>
                  <a:lnTo>
                    <a:pt x="485" y="510"/>
                  </a:lnTo>
                  <a:lnTo>
                    <a:pt x="486" y="508"/>
                  </a:lnTo>
                  <a:lnTo>
                    <a:pt x="487" y="507"/>
                  </a:lnTo>
                  <a:lnTo>
                    <a:pt x="489" y="505"/>
                  </a:lnTo>
                  <a:lnTo>
                    <a:pt x="491" y="504"/>
                  </a:lnTo>
                  <a:lnTo>
                    <a:pt x="492" y="502"/>
                  </a:lnTo>
                  <a:lnTo>
                    <a:pt x="494" y="500"/>
                  </a:lnTo>
                  <a:lnTo>
                    <a:pt x="496" y="498"/>
                  </a:lnTo>
                  <a:lnTo>
                    <a:pt x="499" y="498"/>
                  </a:lnTo>
                  <a:lnTo>
                    <a:pt x="503" y="498"/>
                  </a:lnTo>
                  <a:lnTo>
                    <a:pt x="506" y="499"/>
                  </a:lnTo>
                  <a:lnTo>
                    <a:pt x="508" y="499"/>
                  </a:lnTo>
                  <a:lnTo>
                    <a:pt x="511" y="498"/>
                  </a:lnTo>
                  <a:lnTo>
                    <a:pt x="514" y="497"/>
                  </a:lnTo>
                  <a:lnTo>
                    <a:pt x="516" y="498"/>
                  </a:lnTo>
                  <a:lnTo>
                    <a:pt x="518" y="501"/>
                  </a:lnTo>
                  <a:lnTo>
                    <a:pt x="519" y="503"/>
                  </a:lnTo>
                  <a:lnTo>
                    <a:pt x="520" y="504"/>
                  </a:lnTo>
                  <a:lnTo>
                    <a:pt x="523" y="504"/>
                  </a:lnTo>
                  <a:lnTo>
                    <a:pt x="526" y="503"/>
                  </a:lnTo>
                  <a:lnTo>
                    <a:pt x="528" y="504"/>
                  </a:lnTo>
                  <a:lnTo>
                    <a:pt x="530" y="505"/>
                  </a:lnTo>
                  <a:lnTo>
                    <a:pt x="532" y="506"/>
                  </a:lnTo>
                  <a:lnTo>
                    <a:pt x="534" y="507"/>
                  </a:lnTo>
                  <a:lnTo>
                    <a:pt x="535" y="509"/>
                  </a:lnTo>
                  <a:lnTo>
                    <a:pt x="535" y="511"/>
                  </a:lnTo>
                  <a:lnTo>
                    <a:pt x="533" y="514"/>
                  </a:lnTo>
                  <a:lnTo>
                    <a:pt x="530" y="516"/>
                  </a:lnTo>
                  <a:lnTo>
                    <a:pt x="529" y="518"/>
                  </a:lnTo>
                  <a:close/>
                </a:path>
              </a:pathLst>
            </a:custGeom>
            <a:solidFill>
              <a:srgbClr val="59A3CD">
                <a:alpha val="9600"/>
              </a:srgbClr>
            </a:solidFill>
            <a:ln>
              <a:noFill/>
            </a:ln>
          </p:spPr>
          <p:txBody>
            <a:bodyPr anchor="ctr"/>
            <a:lstStyle/>
            <a:p>
              <a:pPr algn="ctr">
                <a:buNone/>
              </a:pPr>
            </a:p>
          </p:txBody>
        </p:sp>
        <p:sp>
          <p:nvSpPr>
            <p:cNvPr id="2956" name="addition:input:79"/>
            <p:cNvSpPr>
              <a:spLocks noGrp="1"/>
            </p:cNvSpPr>
            <p:nvPr/>
          </p:nvSpPr>
          <p:spPr>
            <a:xfrm>
              <a:off x="209550" y="5438775"/>
              <a:ext cx="994136" cy="1019739"/>
            </a:xfrm>
            <a:custGeom>
              <a:avLst/>
              <a:gdLst/>
              <a:ahLst/>
              <a:cxnLst/>
              <a:rect l="l" t="t" r="r" b="b"/>
              <a:pathLst>
                <a:path w="604" h="544">
                  <a:moveTo>
                    <a:pt x="0" y="0"/>
                  </a:moveTo>
                  <a:moveTo>
                    <a:pt x="602" y="516"/>
                  </a:moveTo>
                  <a:lnTo>
                    <a:pt x="599" y="518"/>
                  </a:lnTo>
                  <a:lnTo>
                    <a:pt x="595" y="520"/>
                  </a:lnTo>
                  <a:lnTo>
                    <a:pt x="593" y="522"/>
                  </a:lnTo>
                  <a:lnTo>
                    <a:pt x="593" y="525"/>
                  </a:lnTo>
                  <a:lnTo>
                    <a:pt x="593" y="528"/>
                  </a:lnTo>
                  <a:lnTo>
                    <a:pt x="592" y="530"/>
                  </a:lnTo>
                  <a:lnTo>
                    <a:pt x="588" y="531"/>
                  </a:lnTo>
                  <a:lnTo>
                    <a:pt x="583" y="532"/>
                  </a:lnTo>
                  <a:lnTo>
                    <a:pt x="580" y="533"/>
                  </a:lnTo>
                  <a:lnTo>
                    <a:pt x="579" y="536"/>
                  </a:lnTo>
                  <a:lnTo>
                    <a:pt x="578" y="540"/>
                  </a:lnTo>
                  <a:lnTo>
                    <a:pt x="576" y="543"/>
                  </a:lnTo>
                  <a:lnTo>
                    <a:pt x="572" y="544"/>
                  </a:lnTo>
                  <a:lnTo>
                    <a:pt x="567" y="543"/>
                  </a:lnTo>
                  <a:lnTo>
                    <a:pt x="563" y="542"/>
                  </a:lnTo>
                  <a:lnTo>
                    <a:pt x="559" y="542"/>
                  </a:lnTo>
                  <a:lnTo>
                    <a:pt x="556" y="541"/>
                  </a:lnTo>
                  <a:lnTo>
                    <a:pt x="553" y="540"/>
                  </a:lnTo>
                  <a:lnTo>
                    <a:pt x="551" y="539"/>
                  </a:lnTo>
                  <a:lnTo>
                    <a:pt x="548" y="538"/>
                  </a:lnTo>
                  <a:lnTo>
                    <a:pt x="545" y="540"/>
                  </a:lnTo>
                  <a:lnTo>
                    <a:pt x="540" y="542"/>
                  </a:lnTo>
                  <a:lnTo>
                    <a:pt x="536" y="543"/>
                  </a:lnTo>
                  <a:lnTo>
                    <a:pt x="533" y="541"/>
                  </a:lnTo>
                  <a:lnTo>
                    <a:pt x="531" y="538"/>
                  </a:lnTo>
                  <a:lnTo>
                    <a:pt x="531" y="535"/>
                  </a:lnTo>
                  <a:lnTo>
                    <a:pt x="529" y="533"/>
                  </a:lnTo>
                  <a:lnTo>
                    <a:pt x="526" y="532"/>
                  </a:lnTo>
                  <a:lnTo>
                    <a:pt x="522" y="530"/>
                  </a:lnTo>
                  <a:lnTo>
                    <a:pt x="521" y="528"/>
                  </a:lnTo>
                  <a:lnTo>
                    <a:pt x="522" y="525"/>
                  </a:lnTo>
                  <a:lnTo>
                    <a:pt x="523" y="522"/>
                  </a:lnTo>
                  <a:lnTo>
                    <a:pt x="523" y="520"/>
                  </a:lnTo>
                  <a:lnTo>
                    <a:pt x="521" y="518"/>
                  </a:lnTo>
                  <a:lnTo>
                    <a:pt x="520" y="516"/>
                  </a:lnTo>
                  <a:lnTo>
                    <a:pt x="519" y="514"/>
                  </a:lnTo>
                  <a:lnTo>
                    <a:pt x="519" y="511"/>
                  </a:lnTo>
                  <a:lnTo>
                    <a:pt x="517" y="509"/>
                  </a:lnTo>
                  <a:lnTo>
                    <a:pt x="514" y="505"/>
                  </a:lnTo>
                  <a:lnTo>
                    <a:pt x="512" y="502"/>
                  </a:lnTo>
                  <a:lnTo>
                    <a:pt x="513" y="499"/>
                  </a:lnTo>
                  <a:lnTo>
                    <a:pt x="519" y="499"/>
                  </a:lnTo>
                  <a:lnTo>
                    <a:pt x="525" y="499"/>
                  </a:lnTo>
                  <a:lnTo>
                    <a:pt x="529" y="499"/>
                  </a:lnTo>
                  <a:lnTo>
                    <a:pt x="531" y="497"/>
                  </a:lnTo>
                  <a:lnTo>
                    <a:pt x="532" y="495"/>
                  </a:lnTo>
                  <a:lnTo>
                    <a:pt x="534" y="493"/>
                  </a:lnTo>
                  <a:lnTo>
                    <a:pt x="537" y="491"/>
                  </a:lnTo>
                  <a:lnTo>
                    <a:pt x="541" y="491"/>
                  </a:lnTo>
                  <a:lnTo>
                    <a:pt x="545" y="490"/>
                  </a:lnTo>
                  <a:lnTo>
                    <a:pt x="548" y="489"/>
                  </a:lnTo>
                  <a:lnTo>
                    <a:pt x="552" y="487"/>
                  </a:lnTo>
                  <a:lnTo>
                    <a:pt x="557" y="487"/>
                  </a:lnTo>
                  <a:lnTo>
                    <a:pt x="561" y="488"/>
                  </a:lnTo>
                  <a:lnTo>
                    <a:pt x="565" y="489"/>
                  </a:lnTo>
                  <a:lnTo>
                    <a:pt x="570" y="489"/>
                  </a:lnTo>
                  <a:lnTo>
                    <a:pt x="575" y="489"/>
                  </a:lnTo>
                  <a:lnTo>
                    <a:pt x="579" y="490"/>
                  </a:lnTo>
                  <a:lnTo>
                    <a:pt x="582" y="493"/>
                  </a:lnTo>
                  <a:lnTo>
                    <a:pt x="582" y="497"/>
                  </a:lnTo>
                  <a:lnTo>
                    <a:pt x="582" y="500"/>
                  </a:lnTo>
                  <a:lnTo>
                    <a:pt x="585" y="501"/>
                  </a:lnTo>
                  <a:lnTo>
                    <a:pt x="590" y="501"/>
                  </a:lnTo>
                  <a:lnTo>
                    <a:pt x="596" y="502"/>
                  </a:lnTo>
                  <a:lnTo>
                    <a:pt x="601" y="503"/>
                  </a:lnTo>
                  <a:lnTo>
                    <a:pt x="603" y="505"/>
                  </a:lnTo>
                  <a:lnTo>
                    <a:pt x="603" y="508"/>
                  </a:lnTo>
                  <a:lnTo>
                    <a:pt x="604" y="511"/>
                  </a:lnTo>
                  <a:lnTo>
                    <a:pt x="604" y="513"/>
                  </a:lnTo>
                  <a:close/>
                </a:path>
              </a:pathLst>
            </a:custGeom>
            <a:solidFill>
              <a:srgbClr val="59A3CD">
                <a:alpha val="9600"/>
              </a:srgbClr>
            </a:solidFill>
            <a:ln>
              <a:noFill/>
            </a:ln>
          </p:spPr>
          <p:txBody>
            <a:bodyPr anchor="ctr"/>
            <a:lstStyle/>
            <a:p>
              <a:pPr algn="ctr">
                <a:buNone/>
              </a:pPr>
            </a:p>
          </p:txBody>
        </p:sp>
        <p:sp>
          <p:nvSpPr>
            <p:cNvPr id="2957" name="addition:input:80"/>
            <p:cNvSpPr>
              <a:spLocks noGrp="1"/>
            </p:cNvSpPr>
            <p:nvPr/>
          </p:nvSpPr>
          <p:spPr>
            <a:xfrm>
              <a:off x="209550" y="5438775"/>
              <a:ext cx="1028700" cy="1036610"/>
            </a:xfrm>
            <a:custGeom>
              <a:avLst/>
              <a:gdLst/>
              <a:ahLst/>
              <a:cxnLst/>
              <a:rect l="l" t="t" r="r" b="b"/>
              <a:pathLst>
                <a:path w="625" h="553">
                  <a:moveTo>
                    <a:pt x="0" y="0"/>
                  </a:moveTo>
                  <a:moveTo>
                    <a:pt x="624" y="511"/>
                  </a:moveTo>
                  <a:lnTo>
                    <a:pt x="617" y="515"/>
                  </a:lnTo>
                  <a:lnTo>
                    <a:pt x="609" y="517"/>
                  </a:lnTo>
                  <a:lnTo>
                    <a:pt x="603" y="520"/>
                  </a:lnTo>
                  <a:lnTo>
                    <a:pt x="602" y="523"/>
                  </a:lnTo>
                  <a:lnTo>
                    <a:pt x="603" y="527"/>
                  </a:lnTo>
                  <a:lnTo>
                    <a:pt x="602" y="531"/>
                  </a:lnTo>
                  <a:lnTo>
                    <a:pt x="599" y="534"/>
                  </a:lnTo>
                  <a:lnTo>
                    <a:pt x="594" y="536"/>
                  </a:lnTo>
                  <a:lnTo>
                    <a:pt x="590" y="538"/>
                  </a:lnTo>
                  <a:lnTo>
                    <a:pt x="587" y="542"/>
                  </a:lnTo>
                  <a:lnTo>
                    <a:pt x="584" y="545"/>
                  </a:lnTo>
                  <a:lnTo>
                    <a:pt x="579" y="547"/>
                  </a:lnTo>
                  <a:lnTo>
                    <a:pt x="574" y="548"/>
                  </a:lnTo>
                  <a:lnTo>
                    <a:pt x="568" y="549"/>
                  </a:lnTo>
                  <a:lnTo>
                    <a:pt x="564" y="551"/>
                  </a:lnTo>
                  <a:lnTo>
                    <a:pt x="559" y="552"/>
                  </a:lnTo>
                  <a:lnTo>
                    <a:pt x="554" y="553"/>
                  </a:lnTo>
                  <a:lnTo>
                    <a:pt x="549" y="550"/>
                  </a:lnTo>
                  <a:lnTo>
                    <a:pt x="545" y="545"/>
                  </a:lnTo>
                  <a:lnTo>
                    <a:pt x="543" y="541"/>
                  </a:lnTo>
                  <a:lnTo>
                    <a:pt x="539" y="542"/>
                  </a:lnTo>
                  <a:lnTo>
                    <a:pt x="534" y="544"/>
                  </a:lnTo>
                  <a:lnTo>
                    <a:pt x="527" y="547"/>
                  </a:lnTo>
                  <a:lnTo>
                    <a:pt x="521" y="547"/>
                  </a:lnTo>
                  <a:lnTo>
                    <a:pt x="518" y="545"/>
                  </a:lnTo>
                  <a:lnTo>
                    <a:pt x="515" y="541"/>
                  </a:lnTo>
                  <a:lnTo>
                    <a:pt x="513" y="538"/>
                  </a:lnTo>
                  <a:lnTo>
                    <a:pt x="510" y="535"/>
                  </a:lnTo>
                  <a:lnTo>
                    <a:pt x="509" y="532"/>
                  </a:lnTo>
                  <a:lnTo>
                    <a:pt x="510" y="527"/>
                  </a:lnTo>
                  <a:lnTo>
                    <a:pt x="511" y="523"/>
                  </a:lnTo>
                  <a:lnTo>
                    <a:pt x="511" y="520"/>
                  </a:lnTo>
                  <a:lnTo>
                    <a:pt x="507" y="518"/>
                  </a:lnTo>
                  <a:lnTo>
                    <a:pt x="503" y="515"/>
                  </a:lnTo>
                  <a:lnTo>
                    <a:pt x="502" y="511"/>
                  </a:lnTo>
                  <a:lnTo>
                    <a:pt x="504" y="508"/>
                  </a:lnTo>
                  <a:lnTo>
                    <a:pt x="507" y="505"/>
                  </a:lnTo>
                  <a:lnTo>
                    <a:pt x="507" y="502"/>
                  </a:lnTo>
                  <a:lnTo>
                    <a:pt x="504" y="497"/>
                  </a:lnTo>
                  <a:lnTo>
                    <a:pt x="499" y="492"/>
                  </a:lnTo>
                  <a:lnTo>
                    <a:pt x="498" y="488"/>
                  </a:lnTo>
                  <a:lnTo>
                    <a:pt x="502" y="485"/>
                  </a:lnTo>
                  <a:lnTo>
                    <a:pt x="508" y="484"/>
                  </a:lnTo>
                  <a:lnTo>
                    <a:pt x="514" y="483"/>
                  </a:lnTo>
                  <a:lnTo>
                    <a:pt x="518" y="482"/>
                  </a:lnTo>
                  <a:lnTo>
                    <a:pt x="523" y="481"/>
                  </a:lnTo>
                  <a:lnTo>
                    <a:pt x="527" y="480"/>
                  </a:lnTo>
                  <a:lnTo>
                    <a:pt x="532" y="480"/>
                  </a:lnTo>
                  <a:lnTo>
                    <a:pt x="535" y="479"/>
                  </a:lnTo>
                  <a:lnTo>
                    <a:pt x="539" y="475"/>
                  </a:lnTo>
                  <a:lnTo>
                    <a:pt x="543" y="470"/>
                  </a:lnTo>
                  <a:lnTo>
                    <a:pt x="548" y="467"/>
                  </a:lnTo>
                  <a:lnTo>
                    <a:pt x="554" y="467"/>
                  </a:lnTo>
                  <a:lnTo>
                    <a:pt x="560" y="471"/>
                  </a:lnTo>
                  <a:lnTo>
                    <a:pt x="565" y="474"/>
                  </a:lnTo>
                  <a:lnTo>
                    <a:pt x="570" y="475"/>
                  </a:lnTo>
                  <a:lnTo>
                    <a:pt x="577" y="474"/>
                  </a:lnTo>
                  <a:lnTo>
                    <a:pt x="583" y="475"/>
                  </a:lnTo>
                  <a:lnTo>
                    <a:pt x="588" y="477"/>
                  </a:lnTo>
                  <a:lnTo>
                    <a:pt x="591" y="481"/>
                  </a:lnTo>
                  <a:lnTo>
                    <a:pt x="593" y="485"/>
                  </a:lnTo>
                  <a:lnTo>
                    <a:pt x="596" y="488"/>
                  </a:lnTo>
                  <a:lnTo>
                    <a:pt x="600" y="490"/>
                  </a:lnTo>
                  <a:lnTo>
                    <a:pt x="604" y="492"/>
                  </a:lnTo>
                  <a:lnTo>
                    <a:pt x="608" y="495"/>
                  </a:lnTo>
                  <a:lnTo>
                    <a:pt x="611" y="498"/>
                  </a:lnTo>
                  <a:lnTo>
                    <a:pt x="616" y="500"/>
                  </a:lnTo>
                  <a:lnTo>
                    <a:pt x="621" y="503"/>
                  </a:lnTo>
                  <a:lnTo>
                    <a:pt x="625" y="507"/>
                  </a:lnTo>
                  <a:close/>
                </a:path>
              </a:pathLst>
            </a:custGeom>
            <a:solidFill>
              <a:srgbClr val="0675B4">
                <a:alpha val="11100"/>
              </a:srgbClr>
            </a:solidFill>
            <a:ln>
              <a:noFill/>
            </a:ln>
          </p:spPr>
          <p:txBody>
            <a:bodyPr anchor="ctr"/>
            <a:lstStyle/>
            <a:p>
              <a:pPr algn="ctr">
                <a:buNone/>
              </a:pPr>
            </a:p>
          </p:txBody>
        </p:sp>
        <p:sp>
          <p:nvSpPr>
            <p:cNvPr id="2958" name="addition:input:81"/>
            <p:cNvSpPr>
              <a:spLocks noGrp="1"/>
            </p:cNvSpPr>
            <p:nvPr/>
          </p:nvSpPr>
          <p:spPr>
            <a:xfrm>
              <a:off x="209550" y="5438775"/>
              <a:ext cx="915132" cy="978499"/>
            </a:xfrm>
            <a:custGeom>
              <a:avLst/>
              <a:gdLst/>
              <a:ahLst/>
              <a:cxnLst/>
              <a:rect l="l" t="t" r="r" b="b"/>
              <a:pathLst>
                <a:path w="556" h="522">
                  <a:moveTo>
                    <a:pt x="0" y="0"/>
                  </a:moveTo>
                  <a:moveTo>
                    <a:pt x="556" y="500"/>
                  </a:moveTo>
                  <a:lnTo>
                    <a:pt x="555" y="502"/>
                  </a:lnTo>
                  <a:lnTo>
                    <a:pt x="554" y="504"/>
                  </a:lnTo>
                  <a:lnTo>
                    <a:pt x="553" y="505"/>
                  </a:lnTo>
                  <a:lnTo>
                    <a:pt x="554" y="507"/>
                  </a:lnTo>
                  <a:lnTo>
                    <a:pt x="555" y="509"/>
                  </a:lnTo>
                  <a:lnTo>
                    <a:pt x="555" y="511"/>
                  </a:lnTo>
                  <a:lnTo>
                    <a:pt x="554" y="513"/>
                  </a:lnTo>
                  <a:lnTo>
                    <a:pt x="553" y="514"/>
                  </a:lnTo>
                  <a:lnTo>
                    <a:pt x="551" y="515"/>
                  </a:lnTo>
                  <a:lnTo>
                    <a:pt x="550" y="517"/>
                  </a:lnTo>
                  <a:lnTo>
                    <a:pt x="547" y="517"/>
                  </a:lnTo>
                  <a:lnTo>
                    <a:pt x="545" y="516"/>
                  </a:lnTo>
                  <a:lnTo>
                    <a:pt x="542" y="515"/>
                  </a:lnTo>
                  <a:lnTo>
                    <a:pt x="540" y="515"/>
                  </a:lnTo>
                  <a:lnTo>
                    <a:pt x="539" y="517"/>
                  </a:lnTo>
                  <a:lnTo>
                    <a:pt x="537" y="520"/>
                  </a:lnTo>
                  <a:lnTo>
                    <a:pt x="535" y="522"/>
                  </a:lnTo>
                  <a:lnTo>
                    <a:pt x="532" y="522"/>
                  </a:lnTo>
                  <a:lnTo>
                    <a:pt x="530" y="521"/>
                  </a:lnTo>
                  <a:lnTo>
                    <a:pt x="527" y="520"/>
                  </a:lnTo>
                  <a:lnTo>
                    <a:pt x="525" y="519"/>
                  </a:lnTo>
                  <a:lnTo>
                    <a:pt x="522" y="519"/>
                  </a:lnTo>
                  <a:lnTo>
                    <a:pt x="520" y="518"/>
                  </a:lnTo>
                  <a:lnTo>
                    <a:pt x="518" y="517"/>
                  </a:lnTo>
                  <a:lnTo>
                    <a:pt x="516" y="515"/>
                  </a:lnTo>
                  <a:lnTo>
                    <a:pt x="514" y="514"/>
                  </a:lnTo>
                  <a:lnTo>
                    <a:pt x="512" y="513"/>
                  </a:lnTo>
                  <a:lnTo>
                    <a:pt x="510" y="511"/>
                  </a:lnTo>
                  <a:lnTo>
                    <a:pt x="509" y="510"/>
                  </a:lnTo>
                  <a:lnTo>
                    <a:pt x="509" y="508"/>
                  </a:lnTo>
                  <a:lnTo>
                    <a:pt x="508" y="506"/>
                  </a:lnTo>
                  <a:lnTo>
                    <a:pt x="506" y="505"/>
                  </a:lnTo>
                  <a:lnTo>
                    <a:pt x="503" y="504"/>
                  </a:lnTo>
                  <a:lnTo>
                    <a:pt x="499" y="502"/>
                  </a:lnTo>
                  <a:lnTo>
                    <a:pt x="499" y="500"/>
                  </a:lnTo>
                  <a:lnTo>
                    <a:pt x="500" y="498"/>
                  </a:lnTo>
                  <a:lnTo>
                    <a:pt x="504" y="497"/>
                  </a:lnTo>
                  <a:lnTo>
                    <a:pt x="507" y="495"/>
                  </a:lnTo>
                  <a:lnTo>
                    <a:pt x="509" y="494"/>
                  </a:lnTo>
                  <a:lnTo>
                    <a:pt x="509" y="492"/>
                  </a:lnTo>
                  <a:lnTo>
                    <a:pt x="510" y="491"/>
                  </a:lnTo>
                  <a:lnTo>
                    <a:pt x="512" y="490"/>
                  </a:lnTo>
                  <a:lnTo>
                    <a:pt x="514" y="488"/>
                  </a:lnTo>
                  <a:lnTo>
                    <a:pt x="515" y="486"/>
                  </a:lnTo>
                  <a:lnTo>
                    <a:pt x="516" y="484"/>
                  </a:lnTo>
                  <a:lnTo>
                    <a:pt x="517" y="482"/>
                  </a:lnTo>
                  <a:lnTo>
                    <a:pt x="520" y="482"/>
                  </a:lnTo>
                  <a:lnTo>
                    <a:pt x="523" y="482"/>
                  </a:lnTo>
                  <a:lnTo>
                    <a:pt x="526" y="482"/>
                  </a:lnTo>
                  <a:lnTo>
                    <a:pt x="528" y="481"/>
                  </a:lnTo>
                  <a:lnTo>
                    <a:pt x="530" y="479"/>
                  </a:lnTo>
                  <a:lnTo>
                    <a:pt x="532" y="478"/>
                  </a:lnTo>
                  <a:lnTo>
                    <a:pt x="535" y="479"/>
                  </a:lnTo>
                  <a:lnTo>
                    <a:pt x="537" y="482"/>
                  </a:lnTo>
                  <a:lnTo>
                    <a:pt x="538" y="484"/>
                  </a:lnTo>
                  <a:lnTo>
                    <a:pt x="540" y="485"/>
                  </a:lnTo>
                  <a:lnTo>
                    <a:pt x="542" y="484"/>
                  </a:lnTo>
                  <a:lnTo>
                    <a:pt x="544" y="484"/>
                  </a:lnTo>
                  <a:lnTo>
                    <a:pt x="547" y="484"/>
                  </a:lnTo>
                  <a:lnTo>
                    <a:pt x="549" y="484"/>
                  </a:lnTo>
                  <a:lnTo>
                    <a:pt x="551" y="485"/>
                  </a:lnTo>
                  <a:lnTo>
                    <a:pt x="553" y="486"/>
                  </a:lnTo>
                  <a:lnTo>
                    <a:pt x="555" y="487"/>
                  </a:lnTo>
                  <a:lnTo>
                    <a:pt x="555" y="489"/>
                  </a:lnTo>
                  <a:lnTo>
                    <a:pt x="554" y="492"/>
                  </a:lnTo>
                  <a:lnTo>
                    <a:pt x="552" y="494"/>
                  </a:lnTo>
                  <a:lnTo>
                    <a:pt x="552" y="496"/>
                  </a:lnTo>
                  <a:lnTo>
                    <a:pt x="553" y="497"/>
                  </a:lnTo>
                  <a:lnTo>
                    <a:pt x="555" y="498"/>
                  </a:lnTo>
                  <a:close/>
                </a:path>
              </a:pathLst>
            </a:custGeom>
            <a:solidFill>
              <a:srgbClr val="0072B2">
                <a:alpha val="10800"/>
              </a:srgbClr>
            </a:solidFill>
            <a:ln>
              <a:noFill/>
            </a:ln>
          </p:spPr>
          <p:txBody>
            <a:bodyPr anchor="ctr"/>
            <a:lstStyle/>
            <a:p>
              <a:pPr algn="ctr">
                <a:buNone/>
              </a:pPr>
            </a:p>
          </p:txBody>
        </p:sp>
        <p:sp>
          <p:nvSpPr>
            <p:cNvPr id="2959" name="addition:input:82"/>
            <p:cNvSpPr>
              <a:spLocks noGrp="1"/>
            </p:cNvSpPr>
            <p:nvPr/>
          </p:nvSpPr>
          <p:spPr>
            <a:xfrm>
              <a:off x="209550" y="5438775"/>
              <a:ext cx="979322" cy="957880"/>
            </a:xfrm>
            <a:custGeom>
              <a:avLst/>
              <a:gdLst/>
              <a:ahLst/>
              <a:cxnLst/>
              <a:rect l="l" t="t" r="r" b="b"/>
              <a:pathLst>
                <a:path w="595" h="511">
                  <a:moveTo>
                    <a:pt x="0" y="0"/>
                  </a:moveTo>
                  <a:moveTo>
                    <a:pt x="594" y="494"/>
                  </a:moveTo>
                  <a:lnTo>
                    <a:pt x="591" y="496"/>
                  </a:lnTo>
                  <a:lnTo>
                    <a:pt x="588" y="497"/>
                  </a:lnTo>
                  <a:lnTo>
                    <a:pt x="587" y="498"/>
                  </a:lnTo>
                  <a:lnTo>
                    <a:pt x="587" y="499"/>
                  </a:lnTo>
                  <a:lnTo>
                    <a:pt x="587" y="501"/>
                  </a:lnTo>
                  <a:lnTo>
                    <a:pt x="586" y="502"/>
                  </a:lnTo>
                  <a:lnTo>
                    <a:pt x="585" y="503"/>
                  </a:lnTo>
                  <a:lnTo>
                    <a:pt x="583" y="504"/>
                  </a:lnTo>
                  <a:lnTo>
                    <a:pt x="582" y="505"/>
                  </a:lnTo>
                  <a:lnTo>
                    <a:pt x="581" y="506"/>
                  </a:lnTo>
                  <a:lnTo>
                    <a:pt x="579" y="507"/>
                  </a:lnTo>
                  <a:lnTo>
                    <a:pt x="578" y="508"/>
                  </a:lnTo>
                  <a:lnTo>
                    <a:pt x="576" y="508"/>
                  </a:lnTo>
                  <a:lnTo>
                    <a:pt x="574" y="509"/>
                  </a:lnTo>
                  <a:lnTo>
                    <a:pt x="572" y="510"/>
                  </a:lnTo>
                  <a:lnTo>
                    <a:pt x="570" y="511"/>
                  </a:lnTo>
                  <a:lnTo>
                    <a:pt x="568" y="510"/>
                  </a:lnTo>
                  <a:lnTo>
                    <a:pt x="567" y="508"/>
                  </a:lnTo>
                  <a:lnTo>
                    <a:pt x="565" y="507"/>
                  </a:lnTo>
                  <a:lnTo>
                    <a:pt x="564" y="506"/>
                  </a:lnTo>
                  <a:lnTo>
                    <a:pt x="563" y="507"/>
                  </a:lnTo>
                  <a:lnTo>
                    <a:pt x="560" y="508"/>
                  </a:lnTo>
                  <a:lnTo>
                    <a:pt x="558" y="508"/>
                  </a:lnTo>
                  <a:lnTo>
                    <a:pt x="557" y="508"/>
                  </a:lnTo>
                  <a:lnTo>
                    <a:pt x="555" y="507"/>
                  </a:lnTo>
                  <a:lnTo>
                    <a:pt x="554" y="506"/>
                  </a:lnTo>
                  <a:lnTo>
                    <a:pt x="553" y="505"/>
                  </a:lnTo>
                  <a:lnTo>
                    <a:pt x="552" y="504"/>
                  </a:lnTo>
                  <a:lnTo>
                    <a:pt x="552" y="502"/>
                  </a:lnTo>
                  <a:lnTo>
                    <a:pt x="553" y="500"/>
                  </a:lnTo>
                  <a:lnTo>
                    <a:pt x="553" y="499"/>
                  </a:lnTo>
                  <a:lnTo>
                    <a:pt x="552" y="498"/>
                  </a:lnTo>
                  <a:lnTo>
                    <a:pt x="550" y="497"/>
                  </a:lnTo>
                  <a:lnTo>
                    <a:pt x="549" y="496"/>
                  </a:lnTo>
                  <a:lnTo>
                    <a:pt x="550" y="494"/>
                  </a:lnTo>
                  <a:lnTo>
                    <a:pt x="551" y="493"/>
                  </a:lnTo>
                  <a:lnTo>
                    <a:pt x="552" y="492"/>
                  </a:lnTo>
                  <a:lnTo>
                    <a:pt x="551" y="491"/>
                  </a:lnTo>
                  <a:lnTo>
                    <a:pt x="549" y="489"/>
                  </a:lnTo>
                  <a:lnTo>
                    <a:pt x="548" y="487"/>
                  </a:lnTo>
                  <a:lnTo>
                    <a:pt x="548" y="485"/>
                  </a:lnTo>
                  <a:lnTo>
                    <a:pt x="550" y="484"/>
                  </a:lnTo>
                  <a:lnTo>
                    <a:pt x="552" y="484"/>
                  </a:lnTo>
                  <a:lnTo>
                    <a:pt x="554" y="483"/>
                  </a:lnTo>
                  <a:lnTo>
                    <a:pt x="555" y="483"/>
                  </a:lnTo>
                  <a:lnTo>
                    <a:pt x="557" y="483"/>
                  </a:lnTo>
                  <a:lnTo>
                    <a:pt x="559" y="483"/>
                  </a:lnTo>
                  <a:lnTo>
                    <a:pt x="560" y="483"/>
                  </a:lnTo>
                  <a:lnTo>
                    <a:pt x="561" y="482"/>
                  </a:lnTo>
                  <a:lnTo>
                    <a:pt x="563" y="480"/>
                  </a:lnTo>
                  <a:lnTo>
                    <a:pt x="564" y="478"/>
                  </a:lnTo>
                  <a:lnTo>
                    <a:pt x="566" y="478"/>
                  </a:lnTo>
                  <a:lnTo>
                    <a:pt x="568" y="478"/>
                  </a:lnTo>
                  <a:lnTo>
                    <a:pt x="570" y="479"/>
                  </a:lnTo>
                  <a:lnTo>
                    <a:pt x="572" y="480"/>
                  </a:lnTo>
                  <a:lnTo>
                    <a:pt x="575" y="480"/>
                  </a:lnTo>
                  <a:lnTo>
                    <a:pt x="577" y="479"/>
                  </a:lnTo>
                  <a:lnTo>
                    <a:pt x="579" y="480"/>
                  </a:lnTo>
                  <a:lnTo>
                    <a:pt x="581" y="481"/>
                  </a:lnTo>
                  <a:lnTo>
                    <a:pt x="582" y="483"/>
                  </a:lnTo>
                  <a:lnTo>
                    <a:pt x="583" y="484"/>
                  </a:lnTo>
                  <a:lnTo>
                    <a:pt x="584" y="485"/>
                  </a:lnTo>
                  <a:lnTo>
                    <a:pt x="585" y="486"/>
                  </a:lnTo>
                  <a:lnTo>
                    <a:pt x="587" y="487"/>
                  </a:lnTo>
                  <a:lnTo>
                    <a:pt x="588" y="488"/>
                  </a:lnTo>
                  <a:lnTo>
                    <a:pt x="589" y="489"/>
                  </a:lnTo>
                  <a:lnTo>
                    <a:pt x="592" y="490"/>
                  </a:lnTo>
                  <a:lnTo>
                    <a:pt x="594" y="491"/>
                  </a:lnTo>
                  <a:lnTo>
                    <a:pt x="595" y="493"/>
                  </a:lnTo>
                  <a:close/>
                </a:path>
              </a:pathLst>
            </a:custGeom>
            <a:solidFill>
              <a:srgbClr val="0072B2">
                <a:alpha val="10800"/>
              </a:srgbClr>
            </a:solidFill>
            <a:ln>
              <a:noFill/>
            </a:ln>
          </p:spPr>
          <p:txBody>
            <a:bodyPr anchor="ctr"/>
            <a:lstStyle/>
            <a:p>
              <a:pPr algn="ctr">
                <a:buNone/>
              </a:pPr>
            </a:p>
          </p:txBody>
        </p:sp>
        <p:sp>
          <p:nvSpPr>
            <p:cNvPr id="2960" name="addition:input:83"/>
            <p:cNvSpPr>
              <a:spLocks noGrp="1"/>
            </p:cNvSpPr>
            <p:nvPr/>
          </p:nvSpPr>
          <p:spPr>
            <a:xfrm>
              <a:off x="209550" y="5438775"/>
              <a:ext cx="1018824" cy="1019739"/>
            </a:xfrm>
            <a:custGeom>
              <a:avLst/>
              <a:gdLst/>
              <a:ahLst/>
              <a:cxnLst/>
              <a:rect l="l" t="t" r="r" b="b"/>
              <a:pathLst>
                <a:path w="619" h="544">
                  <a:moveTo>
                    <a:pt x="0" y="0"/>
                  </a:moveTo>
                  <a:moveTo>
                    <a:pt x="617" y="521"/>
                  </a:moveTo>
                  <a:lnTo>
                    <a:pt x="619" y="523"/>
                  </a:lnTo>
                  <a:lnTo>
                    <a:pt x="618" y="525"/>
                  </a:lnTo>
                  <a:lnTo>
                    <a:pt x="615" y="526"/>
                  </a:lnTo>
                  <a:lnTo>
                    <a:pt x="612" y="527"/>
                  </a:lnTo>
                  <a:lnTo>
                    <a:pt x="611" y="529"/>
                  </a:lnTo>
                  <a:lnTo>
                    <a:pt x="611" y="531"/>
                  </a:lnTo>
                  <a:lnTo>
                    <a:pt x="610" y="532"/>
                  </a:lnTo>
                  <a:lnTo>
                    <a:pt x="608" y="533"/>
                  </a:lnTo>
                  <a:lnTo>
                    <a:pt x="605" y="534"/>
                  </a:lnTo>
                  <a:lnTo>
                    <a:pt x="603" y="535"/>
                  </a:lnTo>
                  <a:lnTo>
                    <a:pt x="601" y="536"/>
                  </a:lnTo>
                  <a:lnTo>
                    <a:pt x="599" y="537"/>
                  </a:lnTo>
                  <a:lnTo>
                    <a:pt x="597" y="538"/>
                  </a:lnTo>
                  <a:lnTo>
                    <a:pt x="594" y="539"/>
                  </a:lnTo>
                  <a:lnTo>
                    <a:pt x="591" y="540"/>
                  </a:lnTo>
                  <a:lnTo>
                    <a:pt x="589" y="541"/>
                  </a:lnTo>
                  <a:lnTo>
                    <a:pt x="586" y="543"/>
                  </a:lnTo>
                  <a:lnTo>
                    <a:pt x="583" y="544"/>
                  </a:lnTo>
                  <a:lnTo>
                    <a:pt x="580" y="543"/>
                  </a:lnTo>
                  <a:lnTo>
                    <a:pt x="577" y="540"/>
                  </a:lnTo>
                  <a:lnTo>
                    <a:pt x="576" y="537"/>
                  </a:lnTo>
                  <a:lnTo>
                    <a:pt x="574" y="536"/>
                  </a:lnTo>
                  <a:lnTo>
                    <a:pt x="572" y="536"/>
                  </a:lnTo>
                  <a:lnTo>
                    <a:pt x="569" y="536"/>
                  </a:lnTo>
                  <a:lnTo>
                    <a:pt x="566" y="536"/>
                  </a:lnTo>
                  <a:lnTo>
                    <a:pt x="564" y="535"/>
                  </a:lnTo>
                  <a:lnTo>
                    <a:pt x="562" y="534"/>
                  </a:lnTo>
                  <a:lnTo>
                    <a:pt x="560" y="533"/>
                  </a:lnTo>
                  <a:lnTo>
                    <a:pt x="558" y="531"/>
                  </a:lnTo>
                  <a:lnTo>
                    <a:pt x="557" y="530"/>
                  </a:lnTo>
                  <a:lnTo>
                    <a:pt x="557" y="528"/>
                  </a:lnTo>
                  <a:lnTo>
                    <a:pt x="558" y="526"/>
                  </a:lnTo>
                  <a:lnTo>
                    <a:pt x="559" y="524"/>
                  </a:lnTo>
                  <a:lnTo>
                    <a:pt x="558" y="522"/>
                  </a:lnTo>
                  <a:lnTo>
                    <a:pt x="557" y="521"/>
                  </a:lnTo>
                  <a:lnTo>
                    <a:pt x="558" y="519"/>
                  </a:lnTo>
                  <a:lnTo>
                    <a:pt x="560" y="517"/>
                  </a:lnTo>
                  <a:lnTo>
                    <a:pt x="564" y="516"/>
                  </a:lnTo>
                  <a:lnTo>
                    <a:pt x="566" y="515"/>
                  </a:lnTo>
                  <a:lnTo>
                    <a:pt x="566" y="513"/>
                  </a:lnTo>
                  <a:lnTo>
                    <a:pt x="564" y="511"/>
                  </a:lnTo>
                  <a:lnTo>
                    <a:pt x="563" y="508"/>
                  </a:lnTo>
                  <a:lnTo>
                    <a:pt x="564" y="506"/>
                  </a:lnTo>
                  <a:lnTo>
                    <a:pt x="566" y="505"/>
                  </a:lnTo>
                  <a:lnTo>
                    <a:pt x="568" y="504"/>
                  </a:lnTo>
                  <a:lnTo>
                    <a:pt x="570" y="503"/>
                  </a:lnTo>
                  <a:lnTo>
                    <a:pt x="573" y="502"/>
                  </a:lnTo>
                  <a:lnTo>
                    <a:pt x="575" y="503"/>
                  </a:lnTo>
                  <a:lnTo>
                    <a:pt x="578" y="504"/>
                  </a:lnTo>
                  <a:lnTo>
                    <a:pt x="580" y="504"/>
                  </a:lnTo>
                  <a:lnTo>
                    <a:pt x="582" y="503"/>
                  </a:lnTo>
                  <a:lnTo>
                    <a:pt x="583" y="502"/>
                  </a:lnTo>
                  <a:lnTo>
                    <a:pt x="585" y="500"/>
                  </a:lnTo>
                  <a:lnTo>
                    <a:pt x="588" y="500"/>
                  </a:lnTo>
                  <a:lnTo>
                    <a:pt x="590" y="501"/>
                  </a:lnTo>
                  <a:lnTo>
                    <a:pt x="592" y="503"/>
                  </a:lnTo>
                  <a:lnTo>
                    <a:pt x="594" y="503"/>
                  </a:lnTo>
                  <a:lnTo>
                    <a:pt x="597" y="503"/>
                  </a:lnTo>
                  <a:lnTo>
                    <a:pt x="600" y="502"/>
                  </a:lnTo>
                  <a:lnTo>
                    <a:pt x="603" y="503"/>
                  </a:lnTo>
                  <a:lnTo>
                    <a:pt x="604" y="505"/>
                  </a:lnTo>
                  <a:lnTo>
                    <a:pt x="605" y="507"/>
                  </a:lnTo>
                  <a:lnTo>
                    <a:pt x="605" y="509"/>
                  </a:lnTo>
                  <a:lnTo>
                    <a:pt x="606" y="511"/>
                  </a:lnTo>
                  <a:lnTo>
                    <a:pt x="607" y="513"/>
                  </a:lnTo>
                  <a:lnTo>
                    <a:pt x="607" y="514"/>
                  </a:lnTo>
                  <a:lnTo>
                    <a:pt x="608" y="516"/>
                  </a:lnTo>
                  <a:lnTo>
                    <a:pt x="610" y="517"/>
                  </a:lnTo>
                  <a:lnTo>
                    <a:pt x="613" y="519"/>
                  </a:lnTo>
                  <a:close/>
                </a:path>
              </a:pathLst>
            </a:custGeom>
            <a:solidFill>
              <a:srgbClr val="0072B2">
                <a:alpha val="10800"/>
              </a:srgbClr>
            </a:solidFill>
            <a:ln>
              <a:noFill/>
            </a:ln>
          </p:spPr>
          <p:txBody>
            <a:bodyPr anchor="ctr"/>
            <a:lstStyle/>
            <a:p>
              <a:pPr algn="ctr">
                <a:buNone/>
              </a:pPr>
            </a:p>
          </p:txBody>
        </p:sp>
        <p:sp>
          <p:nvSpPr>
            <p:cNvPr id="2961" name="addition:input:84"/>
            <p:cNvSpPr>
              <a:spLocks noGrp="1"/>
            </p:cNvSpPr>
            <p:nvPr/>
          </p:nvSpPr>
          <p:spPr>
            <a:xfrm>
              <a:off x="209550" y="5438775"/>
              <a:ext cx="936528" cy="1030986"/>
            </a:xfrm>
            <a:custGeom>
              <a:avLst/>
              <a:gdLst/>
              <a:ahLst/>
              <a:cxnLst/>
              <a:rect l="l" t="t" r="r" b="b"/>
              <a:pathLst>
                <a:path w="569" h="550">
                  <a:moveTo>
                    <a:pt x="0" y="0"/>
                  </a:moveTo>
                  <a:moveTo>
                    <a:pt x="567" y="532"/>
                  </a:moveTo>
                  <a:lnTo>
                    <a:pt x="567" y="533"/>
                  </a:lnTo>
                  <a:lnTo>
                    <a:pt x="567" y="535"/>
                  </a:lnTo>
                  <a:lnTo>
                    <a:pt x="567" y="536"/>
                  </a:lnTo>
                  <a:lnTo>
                    <a:pt x="566" y="538"/>
                  </a:lnTo>
                  <a:lnTo>
                    <a:pt x="565" y="539"/>
                  </a:lnTo>
                  <a:lnTo>
                    <a:pt x="565" y="540"/>
                  </a:lnTo>
                  <a:lnTo>
                    <a:pt x="566" y="543"/>
                  </a:lnTo>
                  <a:lnTo>
                    <a:pt x="567" y="545"/>
                  </a:lnTo>
                  <a:lnTo>
                    <a:pt x="566" y="546"/>
                  </a:lnTo>
                  <a:lnTo>
                    <a:pt x="563" y="546"/>
                  </a:lnTo>
                  <a:lnTo>
                    <a:pt x="560" y="546"/>
                  </a:lnTo>
                  <a:lnTo>
                    <a:pt x="557" y="545"/>
                  </a:lnTo>
                  <a:lnTo>
                    <a:pt x="555" y="545"/>
                  </a:lnTo>
                  <a:lnTo>
                    <a:pt x="554" y="546"/>
                  </a:lnTo>
                  <a:lnTo>
                    <a:pt x="553" y="547"/>
                  </a:lnTo>
                  <a:lnTo>
                    <a:pt x="551" y="548"/>
                  </a:lnTo>
                  <a:lnTo>
                    <a:pt x="549" y="548"/>
                  </a:lnTo>
                  <a:lnTo>
                    <a:pt x="547" y="549"/>
                  </a:lnTo>
                  <a:lnTo>
                    <a:pt x="545" y="550"/>
                  </a:lnTo>
                  <a:lnTo>
                    <a:pt x="542" y="550"/>
                  </a:lnTo>
                  <a:lnTo>
                    <a:pt x="540" y="549"/>
                  </a:lnTo>
                  <a:lnTo>
                    <a:pt x="538" y="548"/>
                  </a:lnTo>
                  <a:lnTo>
                    <a:pt x="537" y="546"/>
                  </a:lnTo>
                  <a:lnTo>
                    <a:pt x="534" y="546"/>
                  </a:lnTo>
                  <a:lnTo>
                    <a:pt x="532" y="546"/>
                  </a:lnTo>
                  <a:lnTo>
                    <a:pt x="529" y="545"/>
                  </a:lnTo>
                  <a:lnTo>
                    <a:pt x="528" y="543"/>
                  </a:lnTo>
                  <a:lnTo>
                    <a:pt x="528" y="541"/>
                  </a:lnTo>
                  <a:lnTo>
                    <a:pt x="529" y="539"/>
                  </a:lnTo>
                  <a:lnTo>
                    <a:pt x="528" y="538"/>
                  </a:lnTo>
                  <a:lnTo>
                    <a:pt x="525" y="537"/>
                  </a:lnTo>
                  <a:lnTo>
                    <a:pt x="522" y="536"/>
                  </a:lnTo>
                  <a:lnTo>
                    <a:pt x="519" y="535"/>
                  </a:lnTo>
                  <a:lnTo>
                    <a:pt x="518" y="534"/>
                  </a:lnTo>
                  <a:lnTo>
                    <a:pt x="518" y="532"/>
                  </a:lnTo>
                  <a:lnTo>
                    <a:pt x="518" y="530"/>
                  </a:lnTo>
                  <a:lnTo>
                    <a:pt x="518" y="529"/>
                  </a:lnTo>
                  <a:lnTo>
                    <a:pt x="520" y="527"/>
                  </a:lnTo>
                  <a:lnTo>
                    <a:pt x="523" y="526"/>
                  </a:lnTo>
                  <a:lnTo>
                    <a:pt x="526" y="526"/>
                  </a:lnTo>
                  <a:lnTo>
                    <a:pt x="527" y="525"/>
                  </a:lnTo>
                  <a:lnTo>
                    <a:pt x="527" y="523"/>
                  </a:lnTo>
                  <a:lnTo>
                    <a:pt x="527" y="521"/>
                  </a:lnTo>
                  <a:lnTo>
                    <a:pt x="528" y="519"/>
                  </a:lnTo>
                  <a:lnTo>
                    <a:pt x="531" y="519"/>
                  </a:lnTo>
                  <a:lnTo>
                    <a:pt x="534" y="519"/>
                  </a:lnTo>
                  <a:lnTo>
                    <a:pt x="536" y="518"/>
                  </a:lnTo>
                  <a:lnTo>
                    <a:pt x="538" y="517"/>
                  </a:lnTo>
                  <a:lnTo>
                    <a:pt x="540" y="515"/>
                  </a:lnTo>
                  <a:lnTo>
                    <a:pt x="542" y="514"/>
                  </a:lnTo>
                  <a:lnTo>
                    <a:pt x="544" y="513"/>
                  </a:lnTo>
                  <a:lnTo>
                    <a:pt x="547" y="514"/>
                  </a:lnTo>
                  <a:lnTo>
                    <a:pt x="549" y="515"/>
                  </a:lnTo>
                  <a:lnTo>
                    <a:pt x="552" y="515"/>
                  </a:lnTo>
                  <a:lnTo>
                    <a:pt x="553" y="516"/>
                  </a:lnTo>
                  <a:lnTo>
                    <a:pt x="555" y="517"/>
                  </a:lnTo>
                  <a:lnTo>
                    <a:pt x="556" y="519"/>
                  </a:lnTo>
                  <a:lnTo>
                    <a:pt x="557" y="520"/>
                  </a:lnTo>
                  <a:lnTo>
                    <a:pt x="560" y="519"/>
                  </a:lnTo>
                  <a:lnTo>
                    <a:pt x="563" y="518"/>
                  </a:lnTo>
                  <a:lnTo>
                    <a:pt x="566" y="518"/>
                  </a:lnTo>
                  <a:lnTo>
                    <a:pt x="568" y="519"/>
                  </a:lnTo>
                  <a:lnTo>
                    <a:pt x="568" y="521"/>
                  </a:lnTo>
                  <a:lnTo>
                    <a:pt x="567" y="523"/>
                  </a:lnTo>
                  <a:lnTo>
                    <a:pt x="567" y="525"/>
                  </a:lnTo>
                  <a:lnTo>
                    <a:pt x="568" y="526"/>
                  </a:lnTo>
                  <a:lnTo>
                    <a:pt x="569" y="527"/>
                  </a:lnTo>
                  <a:lnTo>
                    <a:pt x="569" y="529"/>
                  </a:lnTo>
                  <a:lnTo>
                    <a:pt x="568" y="530"/>
                  </a:lnTo>
                  <a:close/>
                </a:path>
              </a:pathLst>
            </a:custGeom>
            <a:solidFill>
              <a:srgbClr val="0072B2">
                <a:alpha val="10800"/>
              </a:srgbClr>
            </a:solidFill>
            <a:ln>
              <a:noFill/>
            </a:ln>
          </p:spPr>
          <p:txBody>
            <a:bodyPr anchor="ctr"/>
            <a:lstStyle/>
            <a:p>
              <a:pPr algn="ctr">
                <a:buNone/>
              </a:pPr>
            </a:p>
          </p:txBody>
        </p:sp>
        <p:sp>
          <p:nvSpPr>
            <p:cNvPr id="2962" name="addition:input:85"/>
            <p:cNvSpPr>
              <a:spLocks noGrp="1"/>
            </p:cNvSpPr>
            <p:nvPr/>
          </p:nvSpPr>
          <p:spPr>
            <a:xfrm>
              <a:off x="209550" y="5438775"/>
              <a:ext cx="1948769" cy="1053480"/>
            </a:xfrm>
            <a:custGeom>
              <a:avLst/>
              <a:gdLst/>
              <a:ahLst/>
              <a:cxnLst/>
              <a:rect l="l" t="t" r="r" b="b"/>
              <a:pathLst>
                <a:path w="1184" h="562">
                  <a:moveTo>
                    <a:pt x="0" y="0"/>
                  </a:moveTo>
                  <a:moveTo>
                    <a:pt x="1181" y="505"/>
                  </a:moveTo>
                  <a:lnTo>
                    <a:pt x="1176" y="510"/>
                  </a:lnTo>
                  <a:lnTo>
                    <a:pt x="1172" y="516"/>
                  </a:lnTo>
                  <a:lnTo>
                    <a:pt x="1168" y="521"/>
                  </a:lnTo>
                  <a:lnTo>
                    <a:pt x="1159" y="525"/>
                  </a:lnTo>
                  <a:lnTo>
                    <a:pt x="1148" y="527"/>
                  </a:lnTo>
                  <a:lnTo>
                    <a:pt x="1139" y="530"/>
                  </a:lnTo>
                  <a:lnTo>
                    <a:pt x="1136" y="534"/>
                  </a:lnTo>
                  <a:lnTo>
                    <a:pt x="1139" y="542"/>
                  </a:lnTo>
                  <a:lnTo>
                    <a:pt x="1141" y="552"/>
                  </a:lnTo>
                  <a:lnTo>
                    <a:pt x="1138" y="558"/>
                  </a:lnTo>
                  <a:lnTo>
                    <a:pt x="1128" y="561"/>
                  </a:lnTo>
                  <a:lnTo>
                    <a:pt x="1116" y="560"/>
                  </a:lnTo>
                  <a:lnTo>
                    <a:pt x="1105" y="559"/>
                  </a:lnTo>
                  <a:lnTo>
                    <a:pt x="1097" y="560"/>
                  </a:lnTo>
                  <a:lnTo>
                    <a:pt x="1089" y="562"/>
                  </a:lnTo>
                  <a:lnTo>
                    <a:pt x="1082" y="562"/>
                  </a:lnTo>
                  <a:lnTo>
                    <a:pt x="1074" y="561"/>
                  </a:lnTo>
                  <a:lnTo>
                    <a:pt x="1067" y="559"/>
                  </a:lnTo>
                  <a:lnTo>
                    <a:pt x="1060" y="559"/>
                  </a:lnTo>
                  <a:lnTo>
                    <a:pt x="1053" y="560"/>
                  </a:lnTo>
                  <a:lnTo>
                    <a:pt x="1046" y="560"/>
                  </a:lnTo>
                  <a:lnTo>
                    <a:pt x="1039" y="558"/>
                  </a:lnTo>
                  <a:lnTo>
                    <a:pt x="1035" y="554"/>
                  </a:lnTo>
                  <a:lnTo>
                    <a:pt x="1029" y="552"/>
                  </a:lnTo>
                  <a:lnTo>
                    <a:pt x="1019" y="552"/>
                  </a:lnTo>
                  <a:lnTo>
                    <a:pt x="1007" y="553"/>
                  </a:lnTo>
                  <a:lnTo>
                    <a:pt x="997" y="551"/>
                  </a:lnTo>
                  <a:lnTo>
                    <a:pt x="994" y="545"/>
                  </a:lnTo>
                  <a:lnTo>
                    <a:pt x="998" y="536"/>
                  </a:lnTo>
                  <a:lnTo>
                    <a:pt x="1003" y="528"/>
                  </a:lnTo>
                  <a:lnTo>
                    <a:pt x="1005" y="523"/>
                  </a:lnTo>
                  <a:lnTo>
                    <a:pt x="1002" y="519"/>
                  </a:lnTo>
                  <a:lnTo>
                    <a:pt x="996" y="514"/>
                  </a:lnTo>
                  <a:lnTo>
                    <a:pt x="992" y="510"/>
                  </a:lnTo>
                  <a:lnTo>
                    <a:pt x="989" y="505"/>
                  </a:lnTo>
                  <a:lnTo>
                    <a:pt x="984" y="500"/>
                  </a:lnTo>
                  <a:lnTo>
                    <a:pt x="978" y="494"/>
                  </a:lnTo>
                  <a:lnTo>
                    <a:pt x="973" y="488"/>
                  </a:lnTo>
                  <a:lnTo>
                    <a:pt x="975" y="482"/>
                  </a:lnTo>
                  <a:lnTo>
                    <a:pt x="983" y="478"/>
                  </a:lnTo>
                  <a:lnTo>
                    <a:pt x="991" y="476"/>
                  </a:lnTo>
                  <a:lnTo>
                    <a:pt x="996" y="472"/>
                  </a:lnTo>
                  <a:lnTo>
                    <a:pt x="998" y="466"/>
                  </a:lnTo>
                  <a:lnTo>
                    <a:pt x="999" y="460"/>
                  </a:lnTo>
                  <a:lnTo>
                    <a:pt x="1005" y="457"/>
                  </a:lnTo>
                  <a:lnTo>
                    <a:pt x="1016" y="457"/>
                  </a:lnTo>
                  <a:lnTo>
                    <a:pt x="1027" y="459"/>
                  </a:lnTo>
                  <a:lnTo>
                    <a:pt x="1036" y="460"/>
                  </a:lnTo>
                  <a:lnTo>
                    <a:pt x="1042" y="456"/>
                  </a:lnTo>
                  <a:lnTo>
                    <a:pt x="1048" y="450"/>
                  </a:lnTo>
                  <a:lnTo>
                    <a:pt x="1056" y="445"/>
                  </a:lnTo>
                  <a:lnTo>
                    <a:pt x="1065" y="443"/>
                  </a:lnTo>
                  <a:lnTo>
                    <a:pt x="1076" y="441"/>
                  </a:lnTo>
                  <a:lnTo>
                    <a:pt x="1086" y="441"/>
                  </a:lnTo>
                  <a:lnTo>
                    <a:pt x="1097" y="441"/>
                  </a:lnTo>
                  <a:lnTo>
                    <a:pt x="1107" y="444"/>
                  </a:lnTo>
                  <a:lnTo>
                    <a:pt x="1114" y="450"/>
                  </a:lnTo>
                  <a:lnTo>
                    <a:pt x="1118" y="458"/>
                  </a:lnTo>
                  <a:lnTo>
                    <a:pt x="1123" y="464"/>
                  </a:lnTo>
                  <a:lnTo>
                    <a:pt x="1131" y="466"/>
                  </a:lnTo>
                  <a:lnTo>
                    <a:pt x="1143" y="465"/>
                  </a:lnTo>
                  <a:lnTo>
                    <a:pt x="1155" y="466"/>
                  </a:lnTo>
                  <a:lnTo>
                    <a:pt x="1162" y="469"/>
                  </a:lnTo>
                  <a:lnTo>
                    <a:pt x="1165" y="475"/>
                  </a:lnTo>
                  <a:lnTo>
                    <a:pt x="1166" y="480"/>
                  </a:lnTo>
                  <a:lnTo>
                    <a:pt x="1170" y="485"/>
                  </a:lnTo>
                  <a:lnTo>
                    <a:pt x="1177" y="489"/>
                  </a:lnTo>
                  <a:lnTo>
                    <a:pt x="1183" y="494"/>
                  </a:lnTo>
                  <a:lnTo>
                    <a:pt x="1184" y="499"/>
                  </a:lnTo>
                  <a:close/>
                </a:path>
              </a:pathLst>
            </a:custGeom>
            <a:solidFill>
              <a:srgbClr val="F5DAC5">
                <a:alpha val="12900"/>
              </a:srgbClr>
            </a:solidFill>
            <a:ln>
              <a:noFill/>
            </a:ln>
          </p:spPr>
          <p:txBody>
            <a:bodyPr anchor="ctr"/>
            <a:lstStyle/>
            <a:p>
              <a:pPr algn="ctr">
                <a:buNone/>
              </a:pPr>
            </a:p>
          </p:txBody>
        </p:sp>
        <p:sp>
          <p:nvSpPr>
            <p:cNvPr id="2963" name="addition:input:86"/>
            <p:cNvSpPr>
              <a:spLocks noGrp="1"/>
            </p:cNvSpPr>
            <p:nvPr/>
          </p:nvSpPr>
          <p:spPr>
            <a:xfrm>
              <a:off x="209550" y="5438775"/>
              <a:ext cx="1915851" cy="1055355"/>
            </a:xfrm>
            <a:custGeom>
              <a:avLst/>
              <a:gdLst/>
              <a:ahLst/>
              <a:cxnLst/>
              <a:rect l="l" t="t" r="r" b="b"/>
              <a:pathLst>
                <a:path w="1164" h="563">
                  <a:moveTo>
                    <a:pt x="0" y="0"/>
                  </a:moveTo>
                  <a:moveTo>
                    <a:pt x="1141" y="510"/>
                  </a:moveTo>
                  <a:lnTo>
                    <a:pt x="1140" y="514"/>
                  </a:lnTo>
                  <a:lnTo>
                    <a:pt x="1140" y="518"/>
                  </a:lnTo>
                  <a:lnTo>
                    <a:pt x="1139" y="523"/>
                  </a:lnTo>
                  <a:lnTo>
                    <a:pt x="1136" y="527"/>
                  </a:lnTo>
                  <a:lnTo>
                    <a:pt x="1132" y="531"/>
                  </a:lnTo>
                  <a:lnTo>
                    <a:pt x="1131" y="535"/>
                  </a:lnTo>
                  <a:lnTo>
                    <a:pt x="1130" y="540"/>
                  </a:lnTo>
                  <a:lnTo>
                    <a:pt x="1126" y="545"/>
                  </a:lnTo>
                  <a:lnTo>
                    <a:pt x="1120" y="548"/>
                  </a:lnTo>
                  <a:lnTo>
                    <a:pt x="1113" y="549"/>
                  </a:lnTo>
                  <a:lnTo>
                    <a:pt x="1107" y="552"/>
                  </a:lnTo>
                  <a:lnTo>
                    <a:pt x="1103" y="556"/>
                  </a:lnTo>
                  <a:lnTo>
                    <a:pt x="1099" y="561"/>
                  </a:lnTo>
                  <a:lnTo>
                    <a:pt x="1092" y="563"/>
                  </a:lnTo>
                  <a:lnTo>
                    <a:pt x="1084" y="560"/>
                  </a:lnTo>
                  <a:lnTo>
                    <a:pt x="1076" y="555"/>
                  </a:lnTo>
                  <a:lnTo>
                    <a:pt x="1071" y="551"/>
                  </a:lnTo>
                  <a:lnTo>
                    <a:pt x="1066" y="551"/>
                  </a:lnTo>
                  <a:lnTo>
                    <a:pt x="1060" y="555"/>
                  </a:lnTo>
                  <a:lnTo>
                    <a:pt x="1053" y="558"/>
                  </a:lnTo>
                  <a:lnTo>
                    <a:pt x="1046" y="560"/>
                  </a:lnTo>
                  <a:lnTo>
                    <a:pt x="1039" y="559"/>
                  </a:lnTo>
                  <a:lnTo>
                    <a:pt x="1032" y="558"/>
                  </a:lnTo>
                  <a:lnTo>
                    <a:pt x="1024" y="556"/>
                  </a:lnTo>
                  <a:lnTo>
                    <a:pt x="1018" y="553"/>
                  </a:lnTo>
                  <a:lnTo>
                    <a:pt x="1015" y="548"/>
                  </a:lnTo>
                  <a:lnTo>
                    <a:pt x="1015" y="542"/>
                  </a:lnTo>
                  <a:lnTo>
                    <a:pt x="1014" y="537"/>
                  </a:lnTo>
                  <a:lnTo>
                    <a:pt x="1010" y="533"/>
                  </a:lnTo>
                  <a:lnTo>
                    <a:pt x="1002" y="531"/>
                  </a:lnTo>
                  <a:lnTo>
                    <a:pt x="995" y="528"/>
                  </a:lnTo>
                  <a:lnTo>
                    <a:pt x="992" y="523"/>
                  </a:lnTo>
                  <a:lnTo>
                    <a:pt x="994" y="518"/>
                  </a:lnTo>
                  <a:lnTo>
                    <a:pt x="996" y="514"/>
                  </a:lnTo>
                  <a:lnTo>
                    <a:pt x="994" y="510"/>
                  </a:lnTo>
                  <a:lnTo>
                    <a:pt x="987" y="506"/>
                  </a:lnTo>
                  <a:lnTo>
                    <a:pt x="979" y="500"/>
                  </a:lnTo>
                  <a:lnTo>
                    <a:pt x="976" y="495"/>
                  </a:lnTo>
                  <a:lnTo>
                    <a:pt x="978" y="490"/>
                  </a:lnTo>
                  <a:lnTo>
                    <a:pt x="983" y="487"/>
                  </a:lnTo>
                  <a:lnTo>
                    <a:pt x="989" y="483"/>
                  </a:lnTo>
                  <a:lnTo>
                    <a:pt x="994" y="480"/>
                  </a:lnTo>
                  <a:lnTo>
                    <a:pt x="1002" y="478"/>
                  </a:lnTo>
                  <a:lnTo>
                    <a:pt x="1011" y="478"/>
                  </a:lnTo>
                  <a:lnTo>
                    <a:pt x="1020" y="478"/>
                  </a:lnTo>
                  <a:lnTo>
                    <a:pt x="1025" y="475"/>
                  </a:lnTo>
                  <a:lnTo>
                    <a:pt x="1027" y="470"/>
                  </a:lnTo>
                  <a:lnTo>
                    <a:pt x="1030" y="462"/>
                  </a:lnTo>
                  <a:lnTo>
                    <a:pt x="1036" y="457"/>
                  </a:lnTo>
                  <a:lnTo>
                    <a:pt x="1045" y="456"/>
                  </a:lnTo>
                  <a:lnTo>
                    <a:pt x="1055" y="458"/>
                  </a:lnTo>
                  <a:lnTo>
                    <a:pt x="1064" y="460"/>
                  </a:lnTo>
                  <a:lnTo>
                    <a:pt x="1072" y="460"/>
                  </a:lnTo>
                  <a:lnTo>
                    <a:pt x="1081" y="458"/>
                  </a:lnTo>
                  <a:lnTo>
                    <a:pt x="1090" y="458"/>
                  </a:lnTo>
                  <a:lnTo>
                    <a:pt x="1098" y="461"/>
                  </a:lnTo>
                  <a:lnTo>
                    <a:pt x="1104" y="465"/>
                  </a:lnTo>
                  <a:lnTo>
                    <a:pt x="1110" y="469"/>
                  </a:lnTo>
                  <a:lnTo>
                    <a:pt x="1116" y="471"/>
                  </a:lnTo>
                  <a:lnTo>
                    <a:pt x="1122" y="473"/>
                  </a:lnTo>
                  <a:lnTo>
                    <a:pt x="1127" y="477"/>
                  </a:lnTo>
                  <a:lnTo>
                    <a:pt x="1130" y="480"/>
                  </a:lnTo>
                  <a:lnTo>
                    <a:pt x="1134" y="483"/>
                  </a:lnTo>
                  <a:lnTo>
                    <a:pt x="1143" y="485"/>
                  </a:lnTo>
                  <a:lnTo>
                    <a:pt x="1154" y="486"/>
                  </a:lnTo>
                  <a:lnTo>
                    <a:pt x="1163" y="489"/>
                  </a:lnTo>
                  <a:lnTo>
                    <a:pt x="1164" y="494"/>
                  </a:lnTo>
                  <a:lnTo>
                    <a:pt x="1157" y="500"/>
                  </a:lnTo>
                  <a:lnTo>
                    <a:pt x="1147" y="506"/>
                  </a:lnTo>
                  <a:close/>
                </a:path>
              </a:pathLst>
            </a:custGeom>
            <a:solidFill>
              <a:srgbClr val="ECB78D">
                <a:alpha val="12900"/>
              </a:srgbClr>
            </a:solidFill>
            <a:ln>
              <a:noFill/>
            </a:ln>
          </p:spPr>
          <p:txBody>
            <a:bodyPr anchor="ctr"/>
            <a:lstStyle/>
            <a:p>
              <a:pPr algn="ctr">
                <a:buNone/>
              </a:pPr>
            </a:p>
          </p:txBody>
        </p:sp>
        <p:sp>
          <p:nvSpPr>
            <p:cNvPr id="2964" name="addition:input:87"/>
            <p:cNvSpPr>
              <a:spLocks noGrp="1"/>
            </p:cNvSpPr>
            <p:nvPr/>
          </p:nvSpPr>
          <p:spPr>
            <a:xfrm>
              <a:off x="209550" y="5438775"/>
              <a:ext cx="1887870" cy="1055355"/>
            </a:xfrm>
            <a:custGeom>
              <a:avLst/>
              <a:gdLst/>
              <a:ahLst/>
              <a:cxnLst/>
              <a:rect l="l" t="t" r="r" b="b"/>
              <a:pathLst>
                <a:path w="1147" h="563">
                  <a:moveTo>
                    <a:pt x="0" y="0"/>
                  </a:moveTo>
                  <a:moveTo>
                    <a:pt x="1132" y="515"/>
                  </a:moveTo>
                  <a:lnTo>
                    <a:pt x="1129" y="519"/>
                  </a:lnTo>
                  <a:lnTo>
                    <a:pt x="1130" y="523"/>
                  </a:lnTo>
                  <a:lnTo>
                    <a:pt x="1131" y="527"/>
                  </a:lnTo>
                  <a:lnTo>
                    <a:pt x="1127" y="530"/>
                  </a:lnTo>
                  <a:lnTo>
                    <a:pt x="1120" y="533"/>
                  </a:lnTo>
                  <a:lnTo>
                    <a:pt x="1115" y="535"/>
                  </a:lnTo>
                  <a:lnTo>
                    <a:pt x="1111" y="539"/>
                  </a:lnTo>
                  <a:lnTo>
                    <a:pt x="1109" y="543"/>
                  </a:lnTo>
                  <a:lnTo>
                    <a:pt x="1105" y="546"/>
                  </a:lnTo>
                  <a:lnTo>
                    <a:pt x="1101" y="549"/>
                  </a:lnTo>
                  <a:lnTo>
                    <a:pt x="1095" y="552"/>
                  </a:lnTo>
                  <a:lnTo>
                    <a:pt x="1091" y="556"/>
                  </a:lnTo>
                  <a:lnTo>
                    <a:pt x="1087" y="560"/>
                  </a:lnTo>
                  <a:lnTo>
                    <a:pt x="1081" y="563"/>
                  </a:lnTo>
                  <a:lnTo>
                    <a:pt x="1073" y="562"/>
                  </a:lnTo>
                  <a:lnTo>
                    <a:pt x="1066" y="558"/>
                  </a:lnTo>
                  <a:lnTo>
                    <a:pt x="1060" y="552"/>
                  </a:lnTo>
                  <a:lnTo>
                    <a:pt x="1055" y="550"/>
                  </a:lnTo>
                  <a:lnTo>
                    <a:pt x="1050" y="552"/>
                  </a:lnTo>
                  <a:lnTo>
                    <a:pt x="1045" y="555"/>
                  </a:lnTo>
                  <a:lnTo>
                    <a:pt x="1038" y="557"/>
                  </a:lnTo>
                  <a:lnTo>
                    <a:pt x="1033" y="556"/>
                  </a:lnTo>
                  <a:lnTo>
                    <a:pt x="1028" y="554"/>
                  </a:lnTo>
                  <a:lnTo>
                    <a:pt x="1023" y="553"/>
                  </a:lnTo>
                  <a:lnTo>
                    <a:pt x="1017" y="551"/>
                  </a:lnTo>
                  <a:lnTo>
                    <a:pt x="1012" y="549"/>
                  </a:lnTo>
                  <a:lnTo>
                    <a:pt x="1009" y="545"/>
                  </a:lnTo>
                  <a:lnTo>
                    <a:pt x="1009" y="541"/>
                  </a:lnTo>
                  <a:lnTo>
                    <a:pt x="1007" y="537"/>
                  </a:lnTo>
                  <a:lnTo>
                    <a:pt x="1004" y="534"/>
                  </a:lnTo>
                  <a:lnTo>
                    <a:pt x="999" y="531"/>
                  </a:lnTo>
                  <a:lnTo>
                    <a:pt x="997" y="527"/>
                  </a:lnTo>
                  <a:lnTo>
                    <a:pt x="999" y="522"/>
                  </a:lnTo>
                  <a:lnTo>
                    <a:pt x="1004" y="518"/>
                  </a:lnTo>
                  <a:lnTo>
                    <a:pt x="1006" y="515"/>
                  </a:lnTo>
                  <a:lnTo>
                    <a:pt x="1002" y="512"/>
                  </a:lnTo>
                  <a:lnTo>
                    <a:pt x="993" y="507"/>
                  </a:lnTo>
                  <a:lnTo>
                    <a:pt x="986" y="502"/>
                  </a:lnTo>
                  <a:lnTo>
                    <a:pt x="985" y="497"/>
                  </a:lnTo>
                  <a:lnTo>
                    <a:pt x="988" y="494"/>
                  </a:lnTo>
                  <a:lnTo>
                    <a:pt x="994" y="491"/>
                  </a:lnTo>
                  <a:lnTo>
                    <a:pt x="998" y="488"/>
                  </a:lnTo>
                  <a:lnTo>
                    <a:pt x="1003" y="486"/>
                  </a:lnTo>
                  <a:lnTo>
                    <a:pt x="1009" y="485"/>
                  </a:lnTo>
                  <a:lnTo>
                    <a:pt x="1016" y="484"/>
                  </a:lnTo>
                  <a:lnTo>
                    <a:pt x="1022" y="484"/>
                  </a:lnTo>
                  <a:lnTo>
                    <a:pt x="1026" y="481"/>
                  </a:lnTo>
                  <a:lnTo>
                    <a:pt x="1029" y="477"/>
                  </a:lnTo>
                  <a:lnTo>
                    <a:pt x="1033" y="472"/>
                  </a:lnTo>
                  <a:lnTo>
                    <a:pt x="1039" y="470"/>
                  </a:lnTo>
                  <a:lnTo>
                    <a:pt x="1047" y="471"/>
                  </a:lnTo>
                  <a:lnTo>
                    <a:pt x="1054" y="473"/>
                  </a:lnTo>
                  <a:lnTo>
                    <a:pt x="1061" y="473"/>
                  </a:lnTo>
                  <a:lnTo>
                    <a:pt x="1068" y="471"/>
                  </a:lnTo>
                  <a:lnTo>
                    <a:pt x="1077" y="468"/>
                  </a:lnTo>
                  <a:lnTo>
                    <a:pt x="1085" y="468"/>
                  </a:lnTo>
                  <a:lnTo>
                    <a:pt x="1092" y="472"/>
                  </a:lnTo>
                  <a:lnTo>
                    <a:pt x="1096" y="477"/>
                  </a:lnTo>
                  <a:lnTo>
                    <a:pt x="1100" y="481"/>
                  </a:lnTo>
                  <a:lnTo>
                    <a:pt x="1104" y="484"/>
                  </a:lnTo>
                  <a:lnTo>
                    <a:pt x="1109" y="487"/>
                  </a:lnTo>
                  <a:lnTo>
                    <a:pt x="1113" y="490"/>
                  </a:lnTo>
                  <a:lnTo>
                    <a:pt x="1117" y="492"/>
                  </a:lnTo>
                  <a:lnTo>
                    <a:pt x="1123" y="494"/>
                  </a:lnTo>
                  <a:lnTo>
                    <a:pt x="1132" y="496"/>
                  </a:lnTo>
                  <a:lnTo>
                    <a:pt x="1141" y="498"/>
                  </a:lnTo>
                  <a:lnTo>
                    <a:pt x="1147" y="501"/>
                  </a:lnTo>
                  <a:lnTo>
                    <a:pt x="1145" y="506"/>
                  </a:lnTo>
                  <a:lnTo>
                    <a:pt x="1139" y="511"/>
                  </a:lnTo>
                  <a:close/>
                </a:path>
              </a:pathLst>
            </a:custGeom>
            <a:solidFill>
              <a:srgbClr val="E18B48">
                <a:alpha val="10500"/>
              </a:srgbClr>
            </a:solidFill>
            <a:ln>
              <a:noFill/>
            </a:ln>
          </p:spPr>
          <p:txBody>
            <a:bodyPr anchor="ctr"/>
            <a:lstStyle/>
            <a:p>
              <a:pPr algn="ctr">
                <a:buNone/>
              </a:pPr>
            </a:p>
          </p:txBody>
        </p:sp>
        <p:sp>
          <p:nvSpPr>
            <p:cNvPr id="2965" name="addition:input:88"/>
            <p:cNvSpPr>
              <a:spLocks noGrp="1"/>
            </p:cNvSpPr>
            <p:nvPr/>
          </p:nvSpPr>
          <p:spPr>
            <a:xfrm>
              <a:off x="209550" y="5438775"/>
              <a:ext cx="1756197" cy="972876"/>
            </a:xfrm>
            <a:custGeom>
              <a:avLst/>
              <a:gdLst/>
              <a:ahLst/>
              <a:cxnLst/>
              <a:rect l="l" t="t" r="r" b="b"/>
              <a:pathLst>
                <a:path w="1067" h="519">
                  <a:moveTo>
                    <a:pt x="0" y="0"/>
                  </a:moveTo>
                  <a:moveTo>
                    <a:pt x="1065" y="499"/>
                  </a:moveTo>
                  <a:lnTo>
                    <a:pt x="1066" y="501"/>
                  </a:lnTo>
                  <a:lnTo>
                    <a:pt x="1067" y="503"/>
                  </a:lnTo>
                  <a:lnTo>
                    <a:pt x="1065" y="505"/>
                  </a:lnTo>
                  <a:lnTo>
                    <a:pt x="1061" y="506"/>
                  </a:lnTo>
                  <a:lnTo>
                    <a:pt x="1057" y="506"/>
                  </a:lnTo>
                  <a:lnTo>
                    <a:pt x="1055" y="507"/>
                  </a:lnTo>
                  <a:lnTo>
                    <a:pt x="1054" y="509"/>
                  </a:lnTo>
                  <a:lnTo>
                    <a:pt x="1053" y="511"/>
                  </a:lnTo>
                  <a:lnTo>
                    <a:pt x="1052" y="512"/>
                  </a:lnTo>
                  <a:lnTo>
                    <a:pt x="1050" y="514"/>
                  </a:lnTo>
                  <a:lnTo>
                    <a:pt x="1049" y="515"/>
                  </a:lnTo>
                  <a:lnTo>
                    <a:pt x="1047" y="517"/>
                  </a:lnTo>
                  <a:lnTo>
                    <a:pt x="1045" y="519"/>
                  </a:lnTo>
                  <a:lnTo>
                    <a:pt x="1042" y="519"/>
                  </a:lnTo>
                  <a:lnTo>
                    <a:pt x="1038" y="518"/>
                  </a:lnTo>
                  <a:lnTo>
                    <a:pt x="1035" y="516"/>
                  </a:lnTo>
                  <a:lnTo>
                    <a:pt x="1033" y="515"/>
                  </a:lnTo>
                  <a:lnTo>
                    <a:pt x="1030" y="516"/>
                  </a:lnTo>
                  <a:lnTo>
                    <a:pt x="1028" y="517"/>
                  </a:lnTo>
                  <a:lnTo>
                    <a:pt x="1026" y="517"/>
                  </a:lnTo>
                  <a:lnTo>
                    <a:pt x="1024" y="517"/>
                  </a:lnTo>
                  <a:lnTo>
                    <a:pt x="1022" y="515"/>
                  </a:lnTo>
                  <a:lnTo>
                    <a:pt x="1020" y="515"/>
                  </a:lnTo>
                  <a:lnTo>
                    <a:pt x="1018" y="514"/>
                  </a:lnTo>
                  <a:lnTo>
                    <a:pt x="1015" y="514"/>
                  </a:lnTo>
                  <a:lnTo>
                    <a:pt x="1013" y="514"/>
                  </a:lnTo>
                  <a:lnTo>
                    <a:pt x="1011" y="512"/>
                  </a:lnTo>
                  <a:lnTo>
                    <a:pt x="1010" y="511"/>
                  </a:lnTo>
                  <a:lnTo>
                    <a:pt x="1009" y="509"/>
                  </a:lnTo>
                  <a:lnTo>
                    <a:pt x="1007" y="508"/>
                  </a:lnTo>
                  <a:lnTo>
                    <a:pt x="1007" y="506"/>
                  </a:lnTo>
                  <a:lnTo>
                    <a:pt x="1008" y="504"/>
                  </a:lnTo>
                  <a:lnTo>
                    <a:pt x="1011" y="502"/>
                  </a:lnTo>
                  <a:lnTo>
                    <a:pt x="1012" y="501"/>
                  </a:lnTo>
                  <a:lnTo>
                    <a:pt x="1011" y="499"/>
                  </a:lnTo>
                  <a:lnTo>
                    <a:pt x="1007" y="498"/>
                  </a:lnTo>
                  <a:lnTo>
                    <a:pt x="1004" y="496"/>
                  </a:lnTo>
                  <a:lnTo>
                    <a:pt x="1002" y="494"/>
                  </a:lnTo>
                  <a:lnTo>
                    <a:pt x="1003" y="492"/>
                  </a:lnTo>
                  <a:lnTo>
                    <a:pt x="1005" y="491"/>
                  </a:lnTo>
                  <a:lnTo>
                    <a:pt x="1007" y="490"/>
                  </a:lnTo>
                  <a:lnTo>
                    <a:pt x="1008" y="488"/>
                  </a:lnTo>
                  <a:lnTo>
                    <a:pt x="1010" y="487"/>
                  </a:lnTo>
                  <a:lnTo>
                    <a:pt x="1012" y="486"/>
                  </a:lnTo>
                  <a:lnTo>
                    <a:pt x="1014" y="486"/>
                  </a:lnTo>
                  <a:lnTo>
                    <a:pt x="1016" y="485"/>
                  </a:lnTo>
                  <a:lnTo>
                    <a:pt x="1018" y="484"/>
                  </a:lnTo>
                  <a:lnTo>
                    <a:pt x="1020" y="483"/>
                  </a:lnTo>
                  <a:lnTo>
                    <a:pt x="1022" y="482"/>
                  </a:lnTo>
                  <a:lnTo>
                    <a:pt x="1025" y="483"/>
                  </a:lnTo>
                  <a:lnTo>
                    <a:pt x="1028" y="483"/>
                  </a:lnTo>
                  <a:lnTo>
                    <a:pt x="1030" y="483"/>
                  </a:lnTo>
                  <a:lnTo>
                    <a:pt x="1033" y="481"/>
                  </a:lnTo>
                  <a:lnTo>
                    <a:pt x="1036" y="479"/>
                  </a:lnTo>
                  <a:lnTo>
                    <a:pt x="1040" y="478"/>
                  </a:lnTo>
                  <a:lnTo>
                    <a:pt x="1043" y="480"/>
                  </a:lnTo>
                  <a:lnTo>
                    <a:pt x="1045" y="482"/>
                  </a:lnTo>
                  <a:lnTo>
                    <a:pt x="1047" y="484"/>
                  </a:lnTo>
                  <a:lnTo>
                    <a:pt x="1049" y="485"/>
                  </a:lnTo>
                  <a:lnTo>
                    <a:pt x="1051" y="486"/>
                  </a:lnTo>
                  <a:lnTo>
                    <a:pt x="1053" y="488"/>
                  </a:lnTo>
                  <a:lnTo>
                    <a:pt x="1055" y="489"/>
                  </a:lnTo>
                  <a:lnTo>
                    <a:pt x="1057" y="490"/>
                  </a:lnTo>
                  <a:lnTo>
                    <a:pt x="1060" y="490"/>
                  </a:lnTo>
                  <a:lnTo>
                    <a:pt x="1064" y="491"/>
                  </a:lnTo>
                  <a:lnTo>
                    <a:pt x="1067" y="492"/>
                  </a:lnTo>
                  <a:lnTo>
                    <a:pt x="1067" y="494"/>
                  </a:lnTo>
                  <a:lnTo>
                    <a:pt x="1066" y="496"/>
                  </a:lnTo>
                  <a:lnTo>
                    <a:pt x="1064" y="498"/>
                  </a:lnTo>
                  <a:close/>
                </a:path>
              </a:pathLst>
            </a:custGeom>
            <a:solidFill>
              <a:srgbClr val="ECB78D">
                <a:alpha val="9600"/>
              </a:srgbClr>
            </a:solidFill>
            <a:ln>
              <a:noFill/>
            </a:ln>
          </p:spPr>
          <p:txBody>
            <a:bodyPr anchor="ctr"/>
            <a:lstStyle/>
            <a:p>
              <a:pPr algn="ctr">
                <a:buNone/>
              </a:pPr>
            </a:p>
          </p:txBody>
        </p:sp>
        <p:sp>
          <p:nvSpPr>
            <p:cNvPr id="2966" name="addition:input:89"/>
            <p:cNvSpPr>
              <a:spLocks noGrp="1"/>
            </p:cNvSpPr>
            <p:nvPr/>
          </p:nvSpPr>
          <p:spPr>
            <a:xfrm>
              <a:off x="209550" y="5438775"/>
              <a:ext cx="1794053" cy="944758"/>
            </a:xfrm>
            <a:custGeom>
              <a:avLst/>
              <a:gdLst/>
              <a:ahLst/>
              <a:cxnLst/>
              <a:rect l="l" t="t" r="r" b="b"/>
              <a:pathLst>
                <a:path w="1090" h="504">
                  <a:moveTo>
                    <a:pt x="0" y="0"/>
                  </a:moveTo>
                  <a:moveTo>
                    <a:pt x="1089" y="485"/>
                  </a:moveTo>
                  <a:lnTo>
                    <a:pt x="1088" y="486"/>
                  </a:lnTo>
                  <a:lnTo>
                    <a:pt x="1085" y="488"/>
                  </a:lnTo>
                  <a:lnTo>
                    <a:pt x="1082" y="489"/>
                  </a:lnTo>
                  <a:lnTo>
                    <a:pt x="1081" y="490"/>
                  </a:lnTo>
                  <a:lnTo>
                    <a:pt x="1081" y="492"/>
                  </a:lnTo>
                  <a:lnTo>
                    <a:pt x="1081" y="494"/>
                  </a:lnTo>
                  <a:lnTo>
                    <a:pt x="1080" y="496"/>
                  </a:lnTo>
                  <a:lnTo>
                    <a:pt x="1078" y="497"/>
                  </a:lnTo>
                  <a:lnTo>
                    <a:pt x="1074" y="497"/>
                  </a:lnTo>
                  <a:lnTo>
                    <a:pt x="1072" y="498"/>
                  </a:lnTo>
                  <a:lnTo>
                    <a:pt x="1070" y="499"/>
                  </a:lnTo>
                  <a:lnTo>
                    <a:pt x="1069" y="501"/>
                  </a:lnTo>
                  <a:lnTo>
                    <a:pt x="1068" y="503"/>
                  </a:lnTo>
                  <a:lnTo>
                    <a:pt x="1065" y="504"/>
                  </a:lnTo>
                  <a:lnTo>
                    <a:pt x="1062" y="503"/>
                  </a:lnTo>
                  <a:lnTo>
                    <a:pt x="1059" y="502"/>
                  </a:lnTo>
                  <a:lnTo>
                    <a:pt x="1057" y="502"/>
                  </a:lnTo>
                  <a:lnTo>
                    <a:pt x="1054" y="501"/>
                  </a:lnTo>
                  <a:lnTo>
                    <a:pt x="1053" y="501"/>
                  </a:lnTo>
                  <a:lnTo>
                    <a:pt x="1051" y="500"/>
                  </a:lnTo>
                  <a:lnTo>
                    <a:pt x="1049" y="499"/>
                  </a:lnTo>
                  <a:lnTo>
                    <a:pt x="1047" y="500"/>
                  </a:lnTo>
                  <a:lnTo>
                    <a:pt x="1044" y="501"/>
                  </a:lnTo>
                  <a:lnTo>
                    <a:pt x="1040" y="502"/>
                  </a:lnTo>
                  <a:lnTo>
                    <a:pt x="1038" y="501"/>
                  </a:lnTo>
                  <a:lnTo>
                    <a:pt x="1037" y="499"/>
                  </a:lnTo>
                  <a:lnTo>
                    <a:pt x="1038" y="496"/>
                  </a:lnTo>
                  <a:lnTo>
                    <a:pt x="1037" y="495"/>
                  </a:lnTo>
                  <a:lnTo>
                    <a:pt x="1036" y="494"/>
                  </a:lnTo>
                  <a:lnTo>
                    <a:pt x="1034" y="493"/>
                  </a:lnTo>
                  <a:lnTo>
                    <a:pt x="1033" y="491"/>
                  </a:lnTo>
                  <a:lnTo>
                    <a:pt x="1033" y="489"/>
                  </a:lnTo>
                  <a:lnTo>
                    <a:pt x="1034" y="488"/>
                  </a:lnTo>
                  <a:lnTo>
                    <a:pt x="1034" y="486"/>
                  </a:lnTo>
                  <a:lnTo>
                    <a:pt x="1033" y="485"/>
                  </a:lnTo>
                  <a:lnTo>
                    <a:pt x="1032" y="483"/>
                  </a:lnTo>
                  <a:lnTo>
                    <a:pt x="1032" y="482"/>
                  </a:lnTo>
                  <a:lnTo>
                    <a:pt x="1032" y="480"/>
                  </a:lnTo>
                  <a:lnTo>
                    <a:pt x="1032" y="479"/>
                  </a:lnTo>
                  <a:lnTo>
                    <a:pt x="1030" y="476"/>
                  </a:lnTo>
                  <a:lnTo>
                    <a:pt x="1029" y="474"/>
                  </a:lnTo>
                  <a:lnTo>
                    <a:pt x="1030" y="473"/>
                  </a:lnTo>
                  <a:lnTo>
                    <a:pt x="1033" y="472"/>
                  </a:lnTo>
                  <a:lnTo>
                    <a:pt x="1037" y="473"/>
                  </a:lnTo>
                  <a:lnTo>
                    <a:pt x="1041" y="473"/>
                  </a:lnTo>
                  <a:lnTo>
                    <a:pt x="1042" y="472"/>
                  </a:lnTo>
                  <a:lnTo>
                    <a:pt x="1043" y="471"/>
                  </a:lnTo>
                  <a:lnTo>
                    <a:pt x="1045" y="469"/>
                  </a:lnTo>
                  <a:lnTo>
                    <a:pt x="1047" y="468"/>
                  </a:lnTo>
                  <a:lnTo>
                    <a:pt x="1049" y="468"/>
                  </a:lnTo>
                  <a:lnTo>
                    <a:pt x="1051" y="467"/>
                  </a:lnTo>
                  <a:lnTo>
                    <a:pt x="1054" y="467"/>
                  </a:lnTo>
                  <a:lnTo>
                    <a:pt x="1057" y="466"/>
                  </a:lnTo>
                  <a:lnTo>
                    <a:pt x="1060" y="466"/>
                  </a:lnTo>
                  <a:lnTo>
                    <a:pt x="1063" y="467"/>
                  </a:lnTo>
                  <a:lnTo>
                    <a:pt x="1065" y="468"/>
                  </a:lnTo>
                  <a:lnTo>
                    <a:pt x="1068" y="468"/>
                  </a:lnTo>
                  <a:lnTo>
                    <a:pt x="1071" y="468"/>
                  </a:lnTo>
                  <a:lnTo>
                    <a:pt x="1074" y="469"/>
                  </a:lnTo>
                  <a:lnTo>
                    <a:pt x="1076" y="471"/>
                  </a:lnTo>
                  <a:lnTo>
                    <a:pt x="1076" y="473"/>
                  </a:lnTo>
                  <a:lnTo>
                    <a:pt x="1076" y="475"/>
                  </a:lnTo>
                  <a:lnTo>
                    <a:pt x="1078" y="476"/>
                  </a:lnTo>
                  <a:lnTo>
                    <a:pt x="1081" y="477"/>
                  </a:lnTo>
                  <a:lnTo>
                    <a:pt x="1085" y="477"/>
                  </a:lnTo>
                  <a:lnTo>
                    <a:pt x="1088" y="478"/>
                  </a:lnTo>
                  <a:lnTo>
                    <a:pt x="1090" y="480"/>
                  </a:lnTo>
                  <a:lnTo>
                    <a:pt x="1090" y="481"/>
                  </a:lnTo>
                  <a:lnTo>
                    <a:pt x="1090" y="483"/>
                  </a:lnTo>
                  <a:close/>
                </a:path>
              </a:pathLst>
            </a:custGeom>
            <a:solidFill>
              <a:srgbClr val="ECB78D">
                <a:alpha val="9600"/>
              </a:srgbClr>
            </a:solidFill>
            <a:ln>
              <a:noFill/>
            </a:ln>
          </p:spPr>
          <p:txBody>
            <a:bodyPr anchor="ctr"/>
            <a:lstStyle/>
            <a:p>
              <a:pPr algn="ctr">
                <a:buNone/>
              </a:pPr>
            </a:p>
          </p:txBody>
        </p:sp>
        <p:sp>
          <p:nvSpPr>
            <p:cNvPr id="2967" name="addition:input:90"/>
            <p:cNvSpPr>
              <a:spLocks noGrp="1"/>
            </p:cNvSpPr>
            <p:nvPr/>
          </p:nvSpPr>
          <p:spPr>
            <a:xfrm>
              <a:off x="209550" y="5438775"/>
              <a:ext cx="1836847" cy="954131"/>
            </a:xfrm>
            <a:custGeom>
              <a:avLst/>
              <a:gdLst/>
              <a:ahLst/>
              <a:cxnLst/>
              <a:rect l="l" t="t" r="r" b="b"/>
              <a:pathLst>
                <a:path w="1116" h="509">
                  <a:moveTo>
                    <a:pt x="0" y="0"/>
                  </a:moveTo>
                  <a:moveTo>
                    <a:pt x="1109" y="489"/>
                  </a:moveTo>
                  <a:lnTo>
                    <a:pt x="1108" y="490"/>
                  </a:lnTo>
                  <a:lnTo>
                    <a:pt x="1109" y="492"/>
                  </a:lnTo>
                  <a:lnTo>
                    <a:pt x="1110" y="494"/>
                  </a:lnTo>
                  <a:lnTo>
                    <a:pt x="1110" y="495"/>
                  </a:lnTo>
                  <a:lnTo>
                    <a:pt x="1110" y="497"/>
                  </a:lnTo>
                  <a:lnTo>
                    <a:pt x="1110" y="499"/>
                  </a:lnTo>
                  <a:lnTo>
                    <a:pt x="1110" y="501"/>
                  </a:lnTo>
                  <a:lnTo>
                    <a:pt x="1110" y="503"/>
                  </a:lnTo>
                  <a:lnTo>
                    <a:pt x="1107" y="504"/>
                  </a:lnTo>
                  <a:lnTo>
                    <a:pt x="1104" y="504"/>
                  </a:lnTo>
                  <a:lnTo>
                    <a:pt x="1101" y="504"/>
                  </a:lnTo>
                  <a:lnTo>
                    <a:pt x="1098" y="504"/>
                  </a:lnTo>
                  <a:lnTo>
                    <a:pt x="1097" y="505"/>
                  </a:lnTo>
                  <a:lnTo>
                    <a:pt x="1096" y="507"/>
                  </a:lnTo>
                  <a:lnTo>
                    <a:pt x="1094" y="508"/>
                  </a:lnTo>
                  <a:lnTo>
                    <a:pt x="1092" y="507"/>
                  </a:lnTo>
                  <a:lnTo>
                    <a:pt x="1089" y="507"/>
                  </a:lnTo>
                  <a:lnTo>
                    <a:pt x="1087" y="506"/>
                  </a:lnTo>
                  <a:lnTo>
                    <a:pt x="1085" y="507"/>
                  </a:lnTo>
                  <a:lnTo>
                    <a:pt x="1082" y="508"/>
                  </a:lnTo>
                  <a:lnTo>
                    <a:pt x="1079" y="509"/>
                  </a:lnTo>
                  <a:lnTo>
                    <a:pt x="1076" y="508"/>
                  </a:lnTo>
                  <a:lnTo>
                    <a:pt x="1073" y="507"/>
                  </a:lnTo>
                  <a:lnTo>
                    <a:pt x="1071" y="506"/>
                  </a:lnTo>
                  <a:lnTo>
                    <a:pt x="1068" y="505"/>
                  </a:lnTo>
                  <a:lnTo>
                    <a:pt x="1067" y="503"/>
                  </a:lnTo>
                  <a:lnTo>
                    <a:pt x="1066" y="501"/>
                  </a:lnTo>
                  <a:lnTo>
                    <a:pt x="1067" y="498"/>
                  </a:lnTo>
                  <a:lnTo>
                    <a:pt x="1066" y="497"/>
                  </a:lnTo>
                  <a:lnTo>
                    <a:pt x="1064" y="496"/>
                  </a:lnTo>
                  <a:lnTo>
                    <a:pt x="1059" y="495"/>
                  </a:lnTo>
                  <a:lnTo>
                    <a:pt x="1055" y="494"/>
                  </a:lnTo>
                  <a:lnTo>
                    <a:pt x="1053" y="493"/>
                  </a:lnTo>
                  <a:lnTo>
                    <a:pt x="1053" y="491"/>
                  </a:lnTo>
                  <a:lnTo>
                    <a:pt x="1054" y="489"/>
                  </a:lnTo>
                  <a:lnTo>
                    <a:pt x="1055" y="487"/>
                  </a:lnTo>
                  <a:lnTo>
                    <a:pt x="1054" y="485"/>
                  </a:lnTo>
                  <a:lnTo>
                    <a:pt x="1055" y="483"/>
                  </a:lnTo>
                  <a:lnTo>
                    <a:pt x="1056" y="482"/>
                  </a:lnTo>
                  <a:lnTo>
                    <a:pt x="1059" y="481"/>
                  </a:lnTo>
                  <a:lnTo>
                    <a:pt x="1061" y="479"/>
                  </a:lnTo>
                  <a:lnTo>
                    <a:pt x="1062" y="478"/>
                  </a:lnTo>
                  <a:lnTo>
                    <a:pt x="1064" y="477"/>
                  </a:lnTo>
                  <a:lnTo>
                    <a:pt x="1066" y="476"/>
                  </a:lnTo>
                  <a:lnTo>
                    <a:pt x="1069" y="475"/>
                  </a:lnTo>
                  <a:lnTo>
                    <a:pt x="1072" y="475"/>
                  </a:lnTo>
                  <a:lnTo>
                    <a:pt x="1074" y="473"/>
                  </a:lnTo>
                  <a:lnTo>
                    <a:pt x="1075" y="471"/>
                  </a:lnTo>
                  <a:lnTo>
                    <a:pt x="1077" y="468"/>
                  </a:lnTo>
                  <a:lnTo>
                    <a:pt x="1080" y="466"/>
                  </a:lnTo>
                  <a:lnTo>
                    <a:pt x="1083" y="467"/>
                  </a:lnTo>
                  <a:lnTo>
                    <a:pt x="1087" y="469"/>
                  </a:lnTo>
                  <a:lnTo>
                    <a:pt x="1089" y="471"/>
                  </a:lnTo>
                  <a:lnTo>
                    <a:pt x="1092" y="471"/>
                  </a:lnTo>
                  <a:lnTo>
                    <a:pt x="1094" y="472"/>
                  </a:lnTo>
                  <a:lnTo>
                    <a:pt x="1097" y="472"/>
                  </a:lnTo>
                  <a:lnTo>
                    <a:pt x="1099" y="473"/>
                  </a:lnTo>
                  <a:lnTo>
                    <a:pt x="1101" y="473"/>
                  </a:lnTo>
                  <a:lnTo>
                    <a:pt x="1103" y="473"/>
                  </a:lnTo>
                  <a:lnTo>
                    <a:pt x="1106" y="473"/>
                  </a:lnTo>
                  <a:lnTo>
                    <a:pt x="1109" y="474"/>
                  </a:lnTo>
                  <a:lnTo>
                    <a:pt x="1110" y="475"/>
                  </a:lnTo>
                  <a:lnTo>
                    <a:pt x="1110" y="477"/>
                  </a:lnTo>
                  <a:lnTo>
                    <a:pt x="1110" y="479"/>
                  </a:lnTo>
                  <a:lnTo>
                    <a:pt x="1112" y="480"/>
                  </a:lnTo>
                  <a:lnTo>
                    <a:pt x="1114" y="482"/>
                  </a:lnTo>
                  <a:lnTo>
                    <a:pt x="1116" y="483"/>
                  </a:lnTo>
                  <a:lnTo>
                    <a:pt x="1115" y="485"/>
                  </a:lnTo>
                  <a:lnTo>
                    <a:pt x="1112" y="487"/>
                  </a:lnTo>
                  <a:close/>
                </a:path>
              </a:pathLst>
            </a:custGeom>
            <a:solidFill>
              <a:srgbClr val="ECB78D">
                <a:alpha val="9600"/>
              </a:srgbClr>
            </a:solidFill>
            <a:ln>
              <a:noFill/>
            </a:ln>
          </p:spPr>
          <p:txBody>
            <a:bodyPr anchor="ctr"/>
            <a:lstStyle/>
            <a:p>
              <a:pPr algn="ctr">
                <a:buNone/>
              </a:pPr>
            </a:p>
          </p:txBody>
        </p:sp>
        <p:sp>
          <p:nvSpPr>
            <p:cNvPr id="2968" name="addition:input:91"/>
            <p:cNvSpPr>
              <a:spLocks noGrp="1"/>
            </p:cNvSpPr>
            <p:nvPr/>
          </p:nvSpPr>
          <p:spPr>
            <a:xfrm>
              <a:off x="209550" y="5438775"/>
              <a:ext cx="1879641" cy="987872"/>
            </a:xfrm>
            <a:custGeom>
              <a:avLst/>
              <a:gdLst/>
              <a:ahLst/>
              <a:cxnLst/>
              <a:rect l="l" t="t" r="r" b="b"/>
              <a:pathLst>
                <a:path w="1142" h="527">
                  <a:moveTo>
                    <a:pt x="0" y="0"/>
                  </a:moveTo>
                  <a:moveTo>
                    <a:pt x="1134" y="505"/>
                  </a:moveTo>
                  <a:lnTo>
                    <a:pt x="1136" y="507"/>
                  </a:lnTo>
                  <a:lnTo>
                    <a:pt x="1137" y="509"/>
                  </a:lnTo>
                  <a:lnTo>
                    <a:pt x="1136" y="510"/>
                  </a:lnTo>
                  <a:lnTo>
                    <a:pt x="1134" y="512"/>
                  </a:lnTo>
                  <a:lnTo>
                    <a:pt x="1133" y="514"/>
                  </a:lnTo>
                  <a:lnTo>
                    <a:pt x="1132" y="515"/>
                  </a:lnTo>
                  <a:lnTo>
                    <a:pt x="1132" y="518"/>
                  </a:lnTo>
                  <a:lnTo>
                    <a:pt x="1131" y="519"/>
                  </a:lnTo>
                  <a:lnTo>
                    <a:pt x="1129" y="521"/>
                  </a:lnTo>
                  <a:lnTo>
                    <a:pt x="1127" y="522"/>
                  </a:lnTo>
                  <a:lnTo>
                    <a:pt x="1126" y="523"/>
                  </a:lnTo>
                  <a:lnTo>
                    <a:pt x="1124" y="525"/>
                  </a:lnTo>
                  <a:lnTo>
                    <a:pt x="1121" y="525"/>
                  </a:lnTo>
                  <a:lnTo>
                    <a:pt x="1118" y="524"/>
                  </a:lnTo>
                  <a:lnTo>
                    <a:pt x="1115" y="522"/>
                  </a:lnTo>
                  <a:lnTo>
                    <a:pt x="1113" y="521"/>
                  </a:lnTo>
                  <a:lnTo>
                    <a:pt x="1111" y="522"/>
                  </a:lnTo>
                  <a:lnTo>
                    <a:pt x="1109" y="525"/>
                  </a:lnTo>
                  <a:lnTo>
                    <a:pt x="1106" y="527"/>
                  </a:lnTo>
                  <a:lnTo>
                    <a:pt x="1103" y="527"/>
                  </a:lnTo>
                  <a:lnTo>
                    <a:pt x="1100" y="527"/>
                  </a:lnTo>
                  <a:lnTo>
                    <a:pt x="1098" y="525"/>
                  </a:lnTo>
                  <a:lnTo>
                    <a:pt x="1095" y="524"/>
                  </a:lnTo>
                  <a:lnTo>
                    <a:pt x="1093" y="523"/>
                  </a:lnTo>
                  <a:lnTo>
                    <a:pt x="1090" y="522"/>
                  </a:lnTo>
                  <a:lnTo>
                    <a:pt x="1089" y="520"/>
                  </a:lnTo>
                  <a:lnTo>
                    <a:pt x="1088" y="518"/>
                  </a:lnTo>
                  <a:lnTo>
                    <a:pt x="1086" y="516"/>
                  </a:lnTo>
                  <a:lnTo>
                    <a:pt x="1083" y="515"/>
                  </a:lnTo>
                  <a:lnTo>
                    <a:pt x="1080" y="514"/>
                  </a:lnTo>
                  <a:lnTo>
                    <a:pt x="1079" y="512"/>
                  </a:lnTo>
                  <a:lnTo>
                    <a:pt x="1079" y="510"/>
                  </a:lnTo>
                  <a:lnTo>
                    <a:pt x="1080" y="508"/>
                  </a:lnTo>
                  <a:lnTo>
                    <a:pt x="1078" y="507"/>
                  </a:lnTo>
                  <a:lnTo>
                    <a:pt x="1075" y="505"/>
                  </a:lnTo>
                  <a:lnTo>
                    <a:pt x="1071" y="503"/>
                  </a:lnTo>
                  <a:lnTo>
                    <a:pt x="1070" y="501"/>
                  </a:lnTo>
                  <a:lnTo>
                    <a:pt x="1071" y="499"/>
                  </a:lnTo>
                  <a:lnTo>
                    <a:pt x="1075" y="497"/>
                  </a:lnTo>
                  <a:lnTo>
                    <a:pt x="1078" y="496"/>
                  </a:lnTo>
                  <a:lnTo>
                    <a:pt x="1081" y="495"/>
                  </a:lnTo>
                  <a:lnTo>
                    <a:pt x="1083" y="494"/>
                  </a:lnTo>
                  <a:lnTo>
                    <a:pt x="1085" y="493"/>
                  </a:lnTo>
                  <a:lnTo>
                    <a:pt x="1088" y="492"/>
                  </a:lnTo>
                  <a:lnTo>
                    <a:pt x="1089" y="490"/>
                  </a:lnTo>
                  <a:lnTo>
                    <a:pt x="1091" y="488"/>
                  </a:lnTo>
                  <a:lnTo>
                    <a:pt x="1092" y="486"/>
                  </a:lnTo>
                  <a:lnTo>
                    <a:pt x="1094" y="484"/>
                  </a:lnTo>
                  <a:lnTo>
                    <a:pt x="1098" y="483"/>
                  </a:lnTo>
                  <a:lnTo>
                    <a:pt x="1102" y="484"/>
                  </a:lnTo>
                  <a:lnTo>
                    <a:pt x="1105" y="485"/>
                  </a:lnTo>
                  <a:lnTo>
                    <a:pt x="1108" y="485"/>
                  </a:lnTo>
                  <a:lnTo>
                    <a:pt x="1112" y="483"/>
                  </a:lnTo>
                  <a:lnTo>
                    <a:pt x="1115" y="483"/>
                  </a:lnTo>
                  <a:lnTo>
                    <a:pt x="1118" y="484"/>
                  </a:lnTo>
                  <a:lnTo>
                    <a:pt x="1120" y="486"/>
                  </a:lnTo>
                  <a:lnTo>
                    <a:pt x="1122" y="488"/>
                  </a:lnTo>
                  <a:lnTo>
                    <a:pt x="1124" y="489"/>
                  </a:lnTo>
                  <a:lnTo>
                    <a:pt x="1126" y="490"/>
                  </a:lnTo>
                  <a:lnTo>
                    <a:pt x="1129" y="490"/>
                  </a:lnTo>
                  <a:lnTo>
                    <a:pt x="1131" y="491"/>
                  </a:lnTo>
                  <a:lnTo>
                    <a:pt x="1133" y="491"/>
                  </a:lnTo>
                  <a:lnTo>
                    <a:pt x="1136" y="492"/>
                  </a:lnTo>
                  <a:lnTo>
                    <a:pt x="1139" y="493"/>
                  </a:lnTo>
                  <a:lnTo>
                    <a:pt x="1142" y="494"/>
                  </a:lnTo>
                  <a:lnTo>
                    <a:pt x="1142" y="497"/>
                  </a:lnTo>
                  <a:lnTo>
                    <a:pt x="1139" y="499"/>
                  </a:lnTo>
                  <a:lnTo>
                    <a:pt x="1135" y="502"/>
                  </a:lnTo>
                  <a:lnTo>
                    <a:pt x="1134" y="503"/>
                  </a:lnTo>
                  <a:close/>
                </a:path>
              </a:pathLst>
            </a:custGeom>
            <a:solidFill>
              <a:srgbClr val="ECB78D">
                <a:alpha val="9600"/>
              </a:srgbClr>
            </a:solidFill>
            <a:ln>
              <a:noFill/>
            </a:ln>
          </p:spPr>
          <p:txBody>
            <a:bodyPr anchor="ctr"/>
            <a:lstStyle/>
            <a:p>
              <a:pPr algn="ctr">
                <a:buNone/>
              </a:pPr>
            </a:p>
          </p:txBody>
        </p:sp>
        <p:sp>
          <p:nvSpPr>
            <p:cNvPr id="2969" name="addition:input:92"/>
            <p:cNvSpPr>
              <a:spLocks noGrp="1"/>
            </p:cNvSpPr>
            <p:nvPr/>
          </p:nvSpPr>
          <p:spPr>
            <a:xfrm>
              <a:off x="209550" y="5438775"/>
              <a:ext cx="1851660" cy="1025362"/>
            </a:xfrm>
            <a:custGeom>
              <a:avLst/>
              <a:gdLst/>
              <a:ahLst/>
              <a:cxnLst/>
              <a:rect l="l" t="t" r="r" b="b"/>
              <a:pathLst>
                <a:path w="1125" h="547">
                  <a:moveTo>
                    <a:pt x="0" y="0"/>
                  </a:moveTo>
                  <a:moveTo>
                    <a:pt x="1119" y="523"/>
                  </a:moveTo>
                  <a:lnTo>
                    <a:pt x="1121" y="524"/>
                  </a:lnTo>
                  <a:lnTo>
                    <a:pt x="1124" y="527"/>
                  </a:lnTo>
                  <a:lnTo>
                    <a:pt x="1125" y="529"/>
                  </a:lnTo>
                  <a:lnTo>
                    <a:pt x="1123" y="530"/>
                  </a:lnTo>
                  <a:lnTo>
                    <a:pt x="1120" y="532"/>
                  </a:lnTo>
                  <a:lnTo>
                    <a:pt x="1119" y="533"/>
                  </a:lnTo>
                  <a:lnTo>
                    <a:pt x="1119" y="535"/>
                  </a:lnTo>
                  <a:lnTo>
                    <a:pt x="1119" y="538"/>
                  </a:lnTo>
                  <a:lnTo>
                    <a:pt x="1118" y="540"/>
                  </a:lnTo>
                  <a:lnTo>
                    <a:pt x="1115" y="540"/>
                  </a:lnTo>
                  <a:lnTo>
                    <a:pt x="1110" y="540"/>
                  </a:lnTo>
                  <a:lnTo>
                    <a:pt x="1106" y="539"/>
                  </a:lnTo>
                  <a:lnTo>
                    <a:pt x="1103" y="539"/>
                  </a:lnTo>
                  <a:lnTo>
                    <a:pt x="1101" y="540"/>
                  </a:lnTo>
                  <a:lnTo>
                    <a:pt x="1098" y="542"/>
                  </a:lnTo>
                  <a:lnTo>
                    <a:pt x="1096" y="542"/>
                  </a:lnTo>
                  <a:lnTo>
                    <a:pt x="1092" y="543"/>
                  </a:lnTo>
                  <a:lnTo>
                    <a:pt x="1089" y="545"/>
                  </a:lnTo>
                  <a:lnTo>
                    <a:pt x="1085" y="546"/>
                  </a:lnTo>
                  <a:lnTo>
                    <a:pt x="1080" y="547"/>
                  </a:lnTo>
                  <a:lnTo>
                    <a:pt x="1076" y="545"/>
                  </a:lnTo>
                  <a:lnTo>
                    <a:pt x="1074" y="543"/>
                  </a:lnTo>
                  <a:lnTo>
                    <a:pt x="1072" y="540"/>
                  </a:lnTo>
                  <a:lnTo>
                    <a:pt x="1069" y="538"/>
                  </a:lnTo>
                  <a:lnTo>
                    <a:pt x="1065" y="538"/>
                  </a:lnTo>
                  <a:lnTo>
                    <a:pt x="1061" y="538"/>
                  </a:lnTo>
                  <a:lnTo>
                    <a:pt x="1058" y="537"/>
                  </a:lnTo>
                  <a:lnTo>
                    <a:pt x="1056" y="535"/>
                  </a:lnTo>
                  <a:lnTo>
                    <a:pt x="1056" y="533"/>
                  </a:lnTo>
                  <a:lnTo>
                    <a:pt x="1054" y="531"/>
                  </a:lnTo>
                  <a:lnTo>
                    <a:pt x="1051" y="530"/>
                  </a:lnTo>
                  <a:lnTo>
                    <a:pt x="1047" y="528"/>
                  </a:lnTo>
                  <a:lnTo>
                    <a:pt x="1045" y="527"/>
                  </a:lnTo>
                  <a:lnTo>
                    <a:pt x="1045" y="525"/>
                  </a:lnTo>
                  <a:lnTo>
                    <a:pt x="1044" y="523"/>
                  </a:lnTo>
                  <a:lnTo>
                    <a:pt x="1044" y="521"/>
                  </a:lnTo>
                  <a:lnTo>
                    <a:pt x="1044" y="518"/>
                  </a:lnTo>
                  <a:lnTo>
                    <a:pt x="1047" y="517"/>
                  </a:lnTo>
                  <a:lnTo>
                    <a:pt x="1052" y="515"/>
                  </a:lnTo>
                  <a:lnTo>
                    <a:pt x="1058" y="515"/>
                  </a:lnTo>
                  <a:lnTo>
                    <a:pt x="1061" y="514"/>
                  </a:lnTo>
                  <a:lnTo>
                    <a:pt x="1062" y="512"/>
                  </a:lnTo>
                  <a:lnTo>
                    <a:pt x="1061" y="509"/>
                  </a:lnTo>
                  <a:lnTo>
                    <a:pt x="1061" y="506"/>
                  </a:lnTo>
                  <a:lnTo>
                    <a:pt x="1064" y="505"/>
                  </a:lnTo>
                  <a:lnTo>
                    <a:pt x="1067" y="504"/>
                  </a:lnTo>
                  <a:lnTo>
                    <a:pt x="1071" y="503"/>
                  </a:lnTo>
                  <a:lnTo>
                    <a:pt x="1075" y="502"/>
                  </a:lnTo>
                  <a:lnTo>
                    <a:pt x="1078" y="501"/>
                  </a:lnTo>
                  <a:lnTo>
                    <a:pt x="1082" y="501"/>
                  </a:lnTo>
                  <a:lnTo>
                    <a:pt x="1086" y="501"/>
                  </a:lnTo>
                  <a:lnTo>
                    <a:pt x="1089" y="502"/>
                  </a:lnTo>
                  <a:lnTo>
                    <a:pt x="1092" y="502"/>
                  </a:lnTo>
                  <a:lnTo>
                    <a:pt x="1095" y="502"/>
                  </a:lnTo>
                  <a:lnTo>
                    <a:pt x="1098" y="502"/>
                  </a:lnTo>
                  <a:lnTo>
                    <a:pt x="1101" y="503"/>
                  </a:lnTo>
                  <a:lnTo>
                    <a:pt x="1102" y="505"/>
                  </a:lnTo>
                  <a:lnTo>
                    <a:pt x="1104" y="507"/>
                  </a:lnTo>
                  <a:lnTo>
                    <a:pt x="1107" y="507"/>
                  </a:lnTo>
                  <a:lnTo>
                    <a:pt x="1112" y="506"/>
                  </a:lnTo>
                  <a:lnTo>
                    <a:pt x="1117" y="505"/>
                  </a:lnTo>
                  <a:lnTo>
                    <a:pt x="1120" y="506"/>
                  </a:lnTo>
                  <a:lnTo>
                    <a:pt x="1121" y="508"/>
                  </a:lnTo>
                  <a:lnTo>
                    <a:pt x="1120" y="511"/>
                  </a:lnTo>
                  <a:lnTo>
                    <a:pt x="1119" y="514"/>
                  </a:lnTo>
                  <a:lnTo>
                    <a:pt x="1119" y="515"/>
                  </a:lnTo>
                  <a:lnTo>
                    <a:pt x="1119" y="517"/>
                  </a:lnTo>
                  <a:lnTo>
                    <a:pt x="1119" y="519"/>
                  </a:lnTo>
                  <a:lnTo>
                    <a:pt x="1118" y="521"/>
                  </a:lnTo>
                  <a:close/>
                </a:path>
              </a:pathLst>
            </a:custGeom>
            <a:solidFill>
              <a:srgbClr val="ECB78D">
                <a:alpha val="9600"/>
              </a:srgbClr>
            </a:solidFill>
            <a:ln>
              <a:noFill/>
            </a:ln>
          </p:spPr>
          <p:txBody>
            <a:bodyPr anchor="ctr"/>
            <a:lstStyle/>
            <a:p>
              <a:pPr algn="ctr">
                <a:buNone/>
              </a:pPr>
            </a:p>
          </p:txBody>
        </p:sp>
        <p:sp>
          <p:nvSpPr>
            <p:cNvPr id="2970" name="addition:input:93"/>
            <p:cNvSpPr>
              <a:spLocks noGrp="1"/>
            </p:cNvSpPr>
            <p:nvPr/>
          </p:nvSpPr>
          <p:spPr>
            <a:xfrm>
              <a:off x="209550" y="5438775"/>
              <a:ext cx="1794053" cy="1023488"/>
            </a:xfrm>
            <a:custGeom>
              <a:avLst/>
              <a:gdLst/>
              <a:ahLst/>
              <a:cxnLst/>
              <a:rect l="l" t="t" r="r" b="b"/>
              <a:pathLst>
                <a:path w="1090" h="546">
                  <a:moveTo>
                    <a:pt x="0" y="0"/>
                  </a:moveTo>
                  <a:moveTo>
                    <a:pt x="1088" y="525"/>
                  </a:moveTo>
                  <a:lnTo>
                    <a:pt x="1090" y="527"/>
                  </a:lnTo>
                  <a:lnTo>
                    <a:pt x="1090" y="529"/>
                  </a:lnTo>
                  <a:lnTo>
                    <a:pt x="1089" y="531"/>
                  </a:lnTo>
                  <a:lnTo>
                    <a:pt x="1087" y="532"/>
                  </a:lnTo>
                  <a:lnTo>
                    <a:pt x="1085" y="534"/>
                  </a:lnTo>
                  <a:lnTo>
                    <a:pt x="1083" y="535"/>
                  </a:lnTo>
                  <a:lnTo>
                    <a:pt x="1079" y="536"/>
                  </a:lnTo>
                  <a:lnTo>
                    <a:pt x="1075" y="536"/>
                  </a:lnTo>
                  <a:lnTo>
                    <a:pt x="1072" y="537"/>
                  </a:lnTo>
                  <a:lnTo>
                    <a:pt x="1071" y="539"/>
                  </a:lnTo>
                  <a:lnTo>
                    <a:pt x="1071" y="542"/>
                  </a:lnTo>
                  <a:lnTo>
                    <a:pt x="1069" y="545"/>
                  </a:lnTo>
                  <a:lnTo>
                    <a:pt x="1066" y="546"/>
                  </a:lnTo>
                  <a:lnTo>
                    <a:pt x="1062" y="546"/>
                  </a:lnTo>
                  <a:lnTo>
                    <a:pt x="1058" y="545"/>
                  </a:lnTo>
                  <a:lnTo>
                    <a:pt x="1055" y="545"/>
                  </a:lnTo>
                  <a:lnTo>
                    <a:pt x="1052" y="546"/>
                  </a:lnTo>
                  <a:lnTo>
                    <a:pt x="1048" y="546"/>
                  </a:lnTo>
                  <a:lnTo>
                    <a:pt x="1045" y="546"/>
                  </a:lnTo>
                  <a:lnTo>
                    <a:pt x="1042" y="545"/>
                  </a:lnTo>
                  <a:lnTo>
                    <a:pt x="1039" y="543"/>
                  </a:lnTo>
                  <a:lnTo>
                    <a:pt x="1037" y="543"/>
                  </a:lnTo>
                  <a:lnTo>
                    <a:pt x="1034" y="542"/>
                  </a:lnTo>
                  <a:lnTo>
                    <a:pt x="1032" y="541"/>
                  </a:lnTo>
                  <a:lnTo>
                    <a:pt x="1031" y="539"/>
                  </a:lnTo>
                  <a:lnTo>
                    <a:pt x="1029" y="538"/>
                  </a:lnTo>
                  <a:lnTo>
                    <a:pt x="1027" y="537"/>
                  </a:lnTo>
                  <a:lnTo>
                    <a:pt x="1022" y="537"/>
                  </a:lnTo>
                  <a:lnTo>
                    <a:pt x="1018" y="537"/>
                  </a:lnTo>
                  <a:lnTo>
                    <a:pt x="1016" y="535"/>
                  </a:lnTo>
                  <a:lnTo>
                    <a:pt x="1017" y="533"/>
                  </a:lnTo>
                  <a:lnTo>
                    <a:pt x="1020" y="530"/>
                  </a:lnTo>
                  <a:lnTo>
                    <a:pt x="1023" y="528"/>
                  </a:lnTo>
                  <a:lnTo>
                    <a:pt x="1023" y="526"/>
                  </a:lnTo>
                  <a:lnTo>
                    <a:pt x="1023" y="525"/>
                  </a:lnTo>
                  <a:lnTo>
                    <a:pt x="1023" y="523"/>
                  </a:lnTo>
                  <a:lnTo>
                    <a:pt x="1024" y="521"/>
                  </a:lnTo>
                  <a:lnTo>
                    <a:pt x="1024" y="519"/>
                  </a:lnTo>
                  <a:lnTo>
                    <a:pt x="1024" y="518"/>
                  </a:lnTo>
                  <a:lnTo>
                    <a:pt x="1024" y="515"/>
                  </a:lnTo>
                  <a:lnTo>
                    <a:pt x="1024" y="513"/>
                  </a:lnTo>
                  <a:lnTo>
                    <a:pt x="1026" y="512"/>
                  </a:lnTo>
                  <a:lnTo>
                    <a:pt x="1029" y="511"/>
                  </a:lnTo>
                  <a:lnTo>
                    <a:pt x="1031" y="510"/>
                  </a:lnTo>
                  <a:lnTo>
                    <a:pt x="1032" y="508"/>
                  </a:lnTo>
                  <a:lnTo>
                    <a:pt x="1033" y="506"/>
                  </a:lnTo>
                  <a:lnTo>
                    <a:pt x="1035" y="504"/>
                  </a:lnTo>
                  <a:lnTo>
                    <a:pt x="1038" y="504"/>
                  </a:lnTo>
                  <a:lnTo>
                    <a:pt x="1042" y="506"/>
                  </a:lnTo>
                  <a:lnTo>
                    <a:pt x="1045" y="507"/>
                  </a:lnTo>
                  <a:lnTo>
                    <a:pt x="1047" y="508"/>
                  </a:lnTo>
                  <a:lnTo>
                    <a:pt x="1049" y="507"/>
                  </a:lnTo>
                  <a:lnTo>
                    <a:pt x="1051" y="505"/>
                  </a:lnTo>
                  <a:lnTo>
                    <a:pt x="1054" y="504"/>
                  </a:lnTo>
                  <a:lnTo>
                    <a:pt x="1057" y="504"/>
                  </a:lnTo>
                  <a:lnTo>
                    <a:pt x="1060" y="503"/>
                  </a:lnTo>
                  <a:lnTo>
                    <a:pt x="1063" y="503"/>
                  </a:lnTo>
                  <a:lnTo>
                    <a:pt x="1067" y="504"/>
                  </a:lnTo>
                  <a:lnTo>
                    <a:pt x="1069" y="506"/>
                  </a:lnTo>
                  <a:lnTo>
                    <a:pt x="1070" y="508"/>
                  </a:lnTo>
                  <a:lnTo>
                    <a:pt x="1070" y="511"/>
                  </a:lnTo>
                  <a:lnTo>
                    <a:pt x="1072" y="513"/>
                  </a:lnTo>
                  <a:lnTo>
                    <a:pt x="1075" y="513"/>
                  </a:lnTo>
                  <a:lnTo>
                    <a:pt x="1079" y="514"/>
                  </a:lnTo>
                  <a:lnTo>
                    <a:pt x="1081" y="515"/>
                  </a:lnTo>
                  <a:lnTo>
                    <a:pt x="1082" y="517"/>
                  </a:lnTo>
                  <a:lnTo>
                    <a:pt x="1081" y="520"/>
                  </a:lnTo>
                  <a:lnTo>
                    <a:pt x="1082" y="521"/>
                  </a:lnTo>
                  <a:lnTo>
                    <a:pt x="1084" y="523"/>
                  </a:lnTo>
                  <a:close/>
                </a:path>
              </a:pathLst>
            </a:custGeom>
            <a:solidFill>
              <a:srgbClr val="ECB78D">
                <a:alpha val="9600"/>
              </a:srgbClr>
            </a:solidFill>
            <a:ln>
              <a:noFill/>
            </a:ln>
          </p:spPr>
          <p:txBody>
            <a:bodyPr anchor="ctr"/>
            <a:lstStyle/>
            <a:p>
              <a:pPr algn="ctr">
                <a:buNone/>
              </a:pPr>
            </a:p>
          </p:txBody>
        </p:sp>
        <p:sp>
          <p:nvSpPr>
            <p:cNvPr id="2971" name="addition:input:94"/>
            <p:cNvSpPr>
              <a:spLocks noGrp="1"/>
            </p:cNvSpPr>
            <p:nvPr/>
          </p:nvSpPr>
          <p:spPr>
            <a:xfrm>
              <a:off x="209550" y="5438775"/>
              <a:ext cx="1729862" cy="1008492"/>
            </a:xfrm>
            <a:custGeom>
              <a:avLst/>
              <a:gdLst/>
              <a:ahLst/>
              <a:cxnLst/>
              <a:rect l="l" t="t" r="r" b="b"/>
              <a:pathLst>
                <a:path w="1051" h="538">
                  <a:moveTo>
                    <a:pt x="0" y="0"/>
                  </a:moveTo>
                  <a:moveTo>
                    <a:pt x="1046" y="517"/>
                  </a:moveTo>
                  <a:lnTo>
                    <a:pt x="1049" y="519"/>
                  </a:lnTo>
                  <a:lnTo>
                    <a:pt x="1051" y="521"/>
                  </a:lnTo>
                  <a:lnTo>
                    <a:pt x="1050" y="522"/>
                  </a:lnTo>
                  <a:lnTo>
                    <a:pt x="1048" y="523"/>
                  </a:lnTo>
                  <a:lnTo>
                    <a:pt x="1046" y="525"/>
                  </a:lnTo>
                  <a:lnTo>
                    <a:pt x="1046" y="526"/>
                  </a:lnTo>
                  <a:lnTo>
                    <a:pt x="1046" y="528"/>
                  </a:lnTo>
                  <a:lnTo>
                    <a:pt x="1045" y="529"/>
                  </a:lnTo>
                  <a:lnTo>
                    <a:pt x="1043" y="530"/>
                  </a:lnTo>
                  <a:lnTo>
                    <a:pt x="1041" y="531"/>
                  </a:lnTo>
                  <a:lnTo>
                    <a:pt x="1038" y="531"/>
                  </a:lnTo>
                  <a:lnTo>
                    <a:pt x="1037" y="532"/>
                  </a:lnTo>
                  <a:lnTo>
                    <a:pt x="1035" y="532"/>
                  </a:lnTo>
                  <a:lnTo>
                    <a:pt x="1032" y="532"/>
                  </a:lnTo>
                  <a:lnTo>
                    <a:pt x="1030" y="532"/>
                  </a:lnTo>
                  <a:lnTo>
                    <a:pt x="1028" y="533"/>
                  </a:lnTo>
                  <a:lnTo>
                    <a:pt x="1026" y="535"/>
                  </a:lnTo>
                  <a:lnTo>
                    <a:pt x="1023" y="537"/>
                  </a:lnTo>
                  <a:lnTo>
                    <a:pt x="1020" y="538"/>
                  </a:lnTo>
                  <a:lnTo>
                    <a:pt x="1017" y="537"/>
                  </a:lnTo>
                  <a:lnTo>
                    <a:pt x="1015" y="535"/>
                  </a:lnTo>
                  <a:lnTo>
                    <a:pt x="1013" y="533"/>
                  </a:lnTo>
                  <a:lnTo>
                    <a:pt x="1011" y="531"/>
                  </a:lnTo>
                  <a:lnTo>
                    <a:pt x="1009" y="531"/>
                  </a:lnTo>
                  <a:lnTo>
                    <a:pt x="1006" y="530"/>
                  </a:lnTo>
                  <a:lnTo>
                    <a:pt x="1004" y="529"/>
                  </a:lnTo>
                  <a:lnTo>
                    <a:pt x="1003" y="528"/>
                  </a:lnTo>
                  <a:lnTo>
                    <a:pt x="1001" y="527"/>
                  </a:lnTo>
                  <a:lnTo>
                    <a:pt x="999" y="526"/>
                  </a:lnTo>
                  <a:lnTo>
                    <a:pt x="996" y="525"/>
                  </a:lnTo>
                  <a:lnTo>
                    <a:pt x="995" y="524"/>
                  </a:lnTo>
                  <a:lnTo>
                    <a:pt x="995" y="522"/>
                  </a:lnTo>
                  <a:lnTo>
                    <a:pt x="995" y="520"/>
                  </a:lnTo>
                  <a:lnTo>
                    <a:pt x="994" y="519"/>
                  </a:lnTo>
                  <a:lnTo>
                    <a:pt x="993" y="517"/>
                  </a:lnTo>
                  <a:lnTo>
                    <a:pt x="992" y="515"/>
                  </a:lnTo>
                  <a:lnTo>
                    <a:pt x="993" y="514"/>
                  </a:lnTo>
                  <a:lnTo>
                    <a:pt x="997" y="512"/>
                  </a:lnTo>
                  <a:lnTo>
                    <a:pt x="1001" y="512"/>
                  </a:lnTo>
                  <a:lnTo>
                    <a:pt x="1004" y="511"/>
                  </a:lnTo>
                  <a:lnTo>
                    <a:pt x="1004" y="509"/>
                  </a:lnTo>
                  <a:lnTo>
                    <a:pt x="1004" y="507"/>
                  </a:lnTo>
                  <a:lnTo>
                    <a:pt x="1004" y="505"/>
                  </a:lnTo>
                  <a:lnTo>
                    <a:pt x="1005" y="504"/>
                  </a:lnTo>
                  <a:lnTo>
                    <a:pt x="1007" y="502"/>
                  </a:lnTo>
                  <a:lnTo>
                    <a:pt x="1009" y="501"/>
                  </a:lnTo>
                  <a:lnTo>
                    <a:pt x="1011" y="500"/>
                  </a:lnTo>
                  <a:lnTo>
                    <a:pt x="1013" y="499"/>
                  </a:lnTo>
                  <a:lnTo>
                    <a:pt x="1016" y="499"/>
                  </a:lnTo>
                  <a:lnTo>
                    <a:pt x="1019" y="500"/>
                  </a:lnTo>
                  <a:lnTo>
                    <a:pt x="1022" y="501"/>
                  </a:lnTo>
                  <a:lnTo>
                    <a:pt x="1023" y="501"/>
                  </a:lnTo>
                  <a:lnTo>
                    <a:pt x="1025" y="500"/>
                  </a:lnTo>
                  <a:lnTo>
                    <a:pt x="1028" y="499"/>
                  </a:lnTo>
                  <a:lnTo>
                    <a:pt x="1030" y="500"/>
                  </a:lnTo>
                  <a:lnTo>
                    <a:pt x="1031" y="501"/>
                  </a:lnTo>
                  <a:lnTo>
                    <a:pt x="1032" y="503"/>
                  </a:lnTo>
                  <a:lnTo>
                    <a:pt x="1034" y="503"/>
                  </a:lnTo>
                  <a:lnTo>
                    <a:pt x="1037" y="502"/>
                  </a:lnTo>
                  <a:lnTo>
                    <a:pt x="1040" y="502"/>
                  </a:lnTo>
                  <a:lnTo>
                    <a:pt x="1042" y="503"/>
                  </a:lnTo>
                  <a:lnTo>
                    <a:pt x="1043" y="504"/>
                  </a:lnTo>
                  <a:lnTo>
                    <a:pt x="1044" y="506"/>
                  </a:lnTo>
                  <a:lnTo>
                    <a:pt x="1045" y="507"/>
                  </a:lnTo>
                  <a:lnTo>
                    <a:pt x="1045" y="509"/>
                  </a:lnTo>
                  <a:lnTo>
                    <a:pt x="1045" y="511"/>
                  </a:lnTo>
                  <a:lnTo>
                    <a:pt x="1043" y="513"/>
                  </a:lnTo>
                  <a:lnTo>
                    <a:pt x="1042" y="514"/>
                  </a:lnTo>
                  <a:lnTo>
                    <a:pt x="1043" y="516"/>
                  </a:lnTo>
                  <a:close/>
                </a:path>
              </a:pathLst>
            </a:custGeom>
            <a:solidFill>
              <a:srgbClr val="ECB78D">
                <a:alpha val="9600"/>
              </a:srgbClr>
            </a:solidFill>
            <a:ln>
              <a:noFill/>
            </a:ln>
          </p:spPr>
          <p:txBody>
            <a:bodyPr anchor="ctr"/>
            <a:lstStyle/>
            <a:p>
              <a:pPr algn="ctr">
                <a:buNone/>
              </a:pPr>
            </a:p>
          </p:txBody>
        </p:sp>
        <p:sp>
          <p:nvSpPr>
            <p:cNvPr id="2972" name="addition:input:95"/>
            <p:cNvSpPr>
              <a:spLocks noGrp="1"/>
            </p:cNvSpPr>
            <p:nvPr/>
          </p:nvSpPr>
          <p:spPr>
            <a:xfrm>
              <a:off x="209550" y="5438775"/>
              <a:ext cx="1825325" cy="1010366"/>
            </a:xfrm>
            <a:custGeom>
              <a:avLst/>
              <a:gdLst/>
              <a:ahLst/>
              <a:cxnLst/>
              <a:rect l="l" t="t" r="r" b="b"/>
              <a:pathLst>
                <a:path w="1109" h="539">
                  <a:moveTo>
                    <a:pt x="0" y="0"/>
                  </a:moveTo>
                  <a:moveTo>
                    <a:pt x="1102" y="514"/>
                  </a:moveTo>
                  <a:lnTo>
                    <a:pt x="1100" y="516"/>
                  </a:lnTo>
                  <a:lnTo>
                    <a:pt x="1100" y="518"/>
                  </a:lnTo>
                  <a:lnTo>
                    <a:pt x="1103" y="520"/>
                  </a:lnTo>
                  <a:lnTo>
                    <a:pt x="1106" y="522"/>
                  </a:lnTo>
                  <a:lnTo>
                    <a:pt x="1107" y="525"/>
                  </a:lnTo>
                  <a:lnTo>
                    <a:pt x="1105" y="527"/>
                  </a:lnTo>
                  <a:lnTo>
                    <a:pt x="1101" y="528"/>
                  </a:lnTo>
                  <a:lnTo>
                    <a:pt x="1097" y="529"/>
                  </a:lnTo>
                  <a:lnTo>
                    <a:pt x="1095" y="530"/>
                  </a:lnTo>
                  <a:lnTo>
                    <a:pt x="1095" y="532"/>
                  </a:lnTo>
                  <a:lnTo>
                    <a:pt x="1093" y="534"/>
                  </a:lnTo>
                  <a:lnTo>
                    <a:pt x="1090" y="535"/>
                  </a:lnTo>
                  <a:lnTo>
                    <a:pt x="1086" y="534"/>
                  </a:lnTo>
                  <a:lnTo>
                    <a:pt x="1082" y="534"/>
                  </a:lnTo>
                  <a:lnTo>
                    <a:pt x="1080" y="534"/>
                  </a:lnTo>
                  <a:lnTo>
                    <a:pt x="1077" y="535"/>
                  </a:lnTo>
                  <a:lnTo>
                    <a:pt x="1074" y="535"/>
                  </a:lnTo>
                  <a:lnTo>
                    <a:pt x="1071" y="535"/>
                  </a:lnTo>
                  <a:lnTo>
                    <a:pt x="1068" y="536"/>
                  </a:lnTo>
                  <a:lnTo>
                    <a:pt x="1064" y="537"/>
                  </a:lnTo>
                  <a:lnTo>
                    <a:pt x="1059" y="538"/>
                  </a:lnTo>
                  <a:lnTo>
                    <a:pt x="1054" y="539"/>
                  </a:lnTo>
                  <a:lnTo>
                    <a:pt x="1050" y="537"/>
                  </a:lnTo>
                  <a:lnTo>
                    <a:pt x="1049" y="534"/>
                  </a:lnTo>
                  <a:lnTo>
                    <a:pt x="1048" y="531"/>
                  </a:lnTo>
                  <a:lnTo>
                    <a:pt x="1047" y="528"/>
                  </a:lnTo>
                  <a:lnTo>
                    <a:pt x="1044" y="527"/>
                  </a:lnTo>
                  <a:lnTo>
                    <a:pt x="1040" y="527"/>
                  </a:lnTo>
                  <a:lnTo>
                    <a:pt x="1036" y="525"/>
                  </a:lnTo>
                  <a:lnTo>
                    <a:pt x="1034" y="524"/>
                  </a:lnTo>
                  <a:lnTo>
                    <a:pt x="1033" y="522"/>
                  </a:lnTo>
                  <a:lnTo>
                    <a:pt x="1031" y="520"/>
                  </a:lnTo>
                  <a:lnTo>
                    <a:pt x="1028" y="518"/>
                  </a:lnTo>
                  <a:lnTo>
                    <a:pt x="1026" y="516"/>
                  </a:lnTo>
                  <a:lnTo>
                    <a:pt x="1025" y="514"/>
                  </a:lnTo>
                  <a:lnTo>
                    <a:pt x="1026" y="512"/>
                  </a:lnTo>
                  <a:lnTo>
                    <a:pt x="1027" y="510"/>
                  </a:lnTo>
                  <a:lnTo>
                    <a:pt x="1027" y="508"/>
                  </a:lnTo>
                  <a:lnTo>
                    <a:pt x="1026" y="505"/>
                  </a:lnTo>
                  <a:lnTo>
                    <a:pt x="1029" y="503"/>
                  </a:lnTo>
                  <a:lnTo>
                    <a:pt x="1033" y="502"/>
                  </a:lnTo>
                  <a:lnTo>
                    <a:pt x="1040" y="502"/>
                  </a:lnTo>
                  <a:lnTo>
                    <a:pt x="1044" y="502"/>
                  </a:lnTo>
                  <a:lnTo>
                    <a:pt x="1046" y="500"/>
                  </a:lnTo>
                  <a:lnTo>
                    <a:pt x="1046" y="498"/>
                  </a:lnTo>
                  <a:lnTo>
                    <a:pt x="1047" y="494"/>
                  </a:lnTo>
                  <a:lnTo>
                    <a:pt x="1050" y="492"/>
                  </a:lnTo>
                  <a:lnTo>
                    <a:pt x="1054" y="491"/>
                  </a:lnTo>
                  <a:lnTo>
                    <a:pt x="1058" y="491"/>
                  </a:lnTo>
                  <a:lnTo>
                    <a:pt x="1062" y="490"/>
                  </a:lnTo>
                  <a:lnTo>
                    <a:pt x="1066" y="490"/>
                  </a:lnTo>
                  <a:lnTo>
                    <a:pt x="1071" y="490"/>
                  </a:lnTo>
                  <a:lnTo>
                    <a:pt x="1074" y="492"/>
                  </a:lnTo>
                  <a:lnTo>
                    <a:pt x="1078" y="494"/>
                  </a:lnTo>
                  <a:lnTo>
                    <a:pt x="1081" y="494"/>
                  </a:lnTo>
                  <a:lnTo>
                    <a:pt x="1084" y="493"/>
                  </a:lnTo>
                  <a:lnTo>
                    <a:pt x="1088" y="493"/>
                  </a:lnTo>
                  <a:lnTo>
                    <a:pt x="1091" y="494"/>
                  </a:lnTo>
                  <a:lnTo>
                    <a:pt x="1093" y="496"/>
                  </a:lnTo>
                  <a:lnTo>
                    <a:pt x="1094" y="498"/>
                  </a:lnTo>
                  <a:lnTo>
                    <a:pt x="1096" y="499"/>
                  </a:lnTo>
                  <a:lnTo>
                    <a:pt x="1100" y="499"/>
                  </a:lnTo>
                  <a:lnTo>
                    <a:pt x="1105" y="499"/>
                  </a:lnTo>
                  <a:lnTo>
                    <a:pt x="1109" y="501"/>
                  </a:lnTo>
                  <a:lnTo>
                    <a:pt x="1109" y="503"/>
                  </a:lnTo>
                  <a:lnTo>
                    <a:pt x="1108" y="506"/>
                  </a:lnTo>
                  <a:lnTo>
                    <a:pt x="1106" y="508"/>
                  </a:lnTo>
                  <a:lnTo>
                    <a:pt x="1105" y="510"/>
                  </a:lnTo>
                  <a:lnTo>
                    <a:pt x="1104" y="512"/>
                  </a:lnTo>
                  <a:close/>
                </a:path>
              </a:pathLst>
            </a:custGeom>
            <a:solidFill>
              <a:srgbClr val="ECB78D">
                <a:alpha val="9600"/>
              </a:srgbClr>
            </a:solidFill>
            <a:ln>
              <a:noFill/>
            </a:ln>
          </p:spPr>
          <p:txBody>
            <a:bodyPr anchor="ctr"/>
            <a:lstStyle/>
            <a:p>
              <a:pPr algn="ctr">
                <a:buNone/>
              </a:pPr>
            </a:p>
          </p:txBody>
        </p:sp>
        <p:sp>
          <p:nvSpPr>
            <p:cNvPr id="2973" name="addition:input:96"/>
            <p:cNvSpPr>
              <a:spLocks noGrp="1"/>
            </p:cNvSpPr>
            <p:nvPr/>
          </p:nvSpPr>
          <p:spPr>
            <a:xfrm>
              <a:off x="209550" y="5438775"/>
              <a:ext cx="1854952" cy="1029111"/>
            </a:xfrm>
            <a:custGeom>
              <a:avLst/>
              <a:gdLst/>
              <a:ahLst/>
              <a:cxnLst/>
              <a:rect l="l" t="t" r="r" b="b"/>
              <a:pathLst>
                <a:path w="1127" h="549">
                  <a:moveTo>
                    <a:pt x="0" y="0"/>
                  </a:moveTo>
                  <a:moveTo>
                    <a:pt x="1127" y="510"/>
                  </a:moveTo>
                  <a:lnTo>
                    <a:pt x="1126" y="513"/>
                  </a:lnTo>
                  <a:lnTo>
                    <a:pt x="1124" y="516"/>
                  </a:lnTo>
                  <a:lnTo>
                    <a:pt x="1124" y="519"/>
                  </a:lnTo>
                  <a:lnTo>
                    <a:pt x="1124" y="522"/>
                  </a:lnTo>
                  <a:lnTo>
                    <a:pt x="1122" y="525"/>
                  </a:lnTo>
                  <a:lnTo>
                    <a:pt x="1118" y="527"/>
                  </a:lnTo>
                  <a:lnTo>
                    <a:pt x="1114" y="529"/>
                  </a:lnTo>
                  <a:lnTo>
                    <a:pt x="1111" y="531"/>
                  </a:lnTo>
                  <a:lnTo>
                    <a:pt x="1108" y="533"/>
                  </a:lnTo>
                  <a:lnTo>
                    <a:pt x="1105" y="535"/>
                  </a:lnTo>
                  <a:lnTo>
                    <a:pt x="1100" y="536"/>
                  </a:lnTo>
                  <a:lnTo>
                    <a:pt x="1094" y="536"/>
                  </a:lnTo>
                  <a:lnTo>
                    <a:pt x="1089" y="536"/>
                  </a:lnTo>
                  <a:lnTo>
                    <a:pt x="1085" y="539"/>
                  </a:lnTo>
                  <a:lnTo>
                    <a:pt x="1082" y="543"/>
                  </a:lnTo>
                  <a:lnTo>
                    <a:pt x="1077" y="547"/>
                  </a:lnTo>
                  <a:lnTo>
                    <a:pt x="1071" y="549"/>
                  </a:lnTo>
                  <a:lnTo>
                    <a:pt x="1064" y="547"/>
                  </a:lnTo>
                  <a:lnTo>
                    <a:pt x="1059" y="544"/>
                  </a:lnTo>
                  <a:lnTo>
                    <a:pt x="1054" y="541"/>
                  </a:lnTo>
                  <a:lnTo>
                    <a:pt x="1049" y="540"/>
                  </a:lnTo>
                  <a:lnTo>
                    <a:pt x="1045" y="538"/>
                  </a:lnTo>
                  <a:lnTo>
                    <a:pt x="1041" y="536"/>
                  </a:lnTo>
                  <a:lnTo>
                    <a:pt x="1038" y="534"/>
                  </a:lnTo>
                  <a:lnTo>
                    <a:pt x="1034" y="533"/>
                  </a:lnTo>
                  <a:lnTo>
                    <a:pt x="1028" y="533"/>
                  </a:lnTo>
                  <a:lnTo>
                    <a:pt x="1022" y="533"/>
                  </a:lnTo>
                  <a:lnTo>
                    <a:pt x="1018" y="531"/>
                  </a:lnTo>
                  <a:lnTo>
                    <a:pt x="1017" y="528"/>
                  </a:lnTo>
                  <a:lnTo>
                    <a:pt x="1017" y="524"/>
                  </a:lnTo>
                  <a:lnTo>
                    <a:pt x="1017" y="521"/>
                  </a:lnTo>
                  <a:lnTo>
                    <a:pt x="1013" y="519"/>
                  </a:lnTo>
                  <a:lnTo>
                    <a:pt x="1009" y="516"/>
                  </a:lnTo>
                  <a:lnTo>
                    <a:pt x="1008" y="513"/>
                  </a:lnTo>
                  <a:lnTo>
                    <a:pt x="1011" y="510"/>
                  </a:lnTo>
                  <a:lnTo>
                    <a:pt x="1018" y="507"/>
                  </a:lnTo>
                  <a:lnTo>
                    <a:pt x="1024" y="505"/>
                  </a:lnTo>
                  <a:lnTo>
                    <a:pt x="1026" y="502"/>
                  </a:lnTo>
                  <a:lnTo>
                    <a:pt x="1027" y="500"/>
                  </a:lnTo>
                  <a:lnTo>
                    <a:pt x="1027" y="497"/>
                  </a:lnTo>
                  <a:lnTo>
                    <a:pt x="1028" y="494"/>
                  </a:lnTo>
                  <a:lnTo>
                    <a:pt x="1029" y="491"/>
                  </a:lnTo>
                  <a:lnTo>
                    <a:pt x="1030" y="487"/>
                  </a:lnTo>
                  <a:lnTo>
                    <a:pt x="1030" y="483"/>
                  </a:lnTo>
                  <a:lnTo>
                    <a:pt x="1033" y="480"/>
                  </a:lnTo>
                  <a:lnTo>
                    <a:pt x="1039" y="479"/>
                  </a:lnTo>
                  <a:lnTo>
                    <a:pt x="1046" y="481"/>
                  </a:lnTo>
                  <a:lnTo>
                    <a:pt x="1051" y="482"/>
                  </a:lnTo>
                  <a:lnTo>
                    <a:pt x="1055" y="482"/>
                  </a:lnTo>
                  <a:lnTo>
                    <a:pt x="1058" y="480"/>
                  </a:lnTo>
                  <a:lnTo>
                    <a:pt x="1061" y="477"/>
                  </a:lnTo>
                  <a:lnTo>
                    <a:pt x="1065" y="477"/>
                  </a:lnTo>
                  <a:lnTo>
                    <a:pt x="1069" y="478"/>
                  </a:lnTo>
                  <a:lnTo>
                    <a:pt x="1073" y="480"/>
                  </a:lnTo>
                  <a:lnTo>
                    <a:pt x="1077" y="481"/>
                  </a:lnTo>
                  <a:lnTo>
                    <a:pt x="1081" y="480"/>
                  </a:lnTo>
                  <a:lnTo>
                    <a:pt x="1086" y="479"/>
                  </a:lnTo>
                  <a:lnTo>
                    <a:pt x="1091" y="479"/>
                  </a:lnTo>
                  <a:lnTo>
                    <a:pt x="1095" y="481"/>
                  </a:lnTo>
                  <a:lnTo>
                    <a:pt x="1100" y="482"/>
                  </a:lnTo>
                  <a:lnTo>
                    <a:pt x="1104" y="484"/>
                  </a:lnTo>
                  <a:lnTo>
                    <a:pt x="1108" y="486"/>
                  </a:lnTo>
                  <a:lnTo>
                    <a:pt x="1110" y="490"/>
                  </a:lnTo>
                  <a:lnTo>
                    <a:pt x="1108" y="494"/>
                  </a:lnTo>
                  <a:lnTo>
                    <a:pt x="1105" y="498"/>
                  </a:lnTo>
                  <a:lnTo>
                    <a:pt x="1105" y="501"/>
                  </a:lnTo>
                  <a:lnTo>
                    <a:pt x="1110" y="503"/>
                  </a:lnTo>
                  <a:lnTo>
                    <a:pt x="1118" y="504"/>
                  </a:lnTo>
                  <a:lnTo>
                    <a:pt x="1125" y="507"/>
                  </a:lnTo>
                  <a:close/>
                </a:path>
              </a:pathLst>
            </a:custGeom>
            <a:solidFill>
              <a:srgbClr val="E18B48">
                <a:alpha val="11100"/>
              </a:srgbClr>
            </a:solidFill>
            <a:ln>
              <a:noFill/>
            </a:ln>
          </p:spPr>
          <p:txBody>
            <a:bodyPr anchor="ctr"/>
            <a:lstStyle/>
            <a:p>
              <a:pPr algn="ctr">
                <a:buNone/>
              </a:pPr>
            </a:p>
          </p:txBody>
        </p:sp>
        <p:sp>
          <p:nvSpPr>
            <p:cNvPr id="2974" name="addition:input:97"/>
            <p:cNvSpPr>
              <a:spLocks noGrp="1"/>
            </p:cNvSpPr>
            <p:nvPr/>
          </p:nvSpPr>
          <p:spPr>
            <a:xfrm>
              <a:off x="209550" y="5438775"/>
              <a:ext cx="1767718" cy="974750"/>
            </a:xfrm>
            <a:custGeom>
              <a:avLst/>
              <a:gdLst/>
              <a:ahLst/>
              <a:cxnLst/>
              <a:rect l="l" t="t" r="r" b="b"/>
              <a:pathLst>
                <a:path w="1074" h="520">
                  <a:moveTo>
                    <a:pt x="0" y="0"/>
                  </a:moveTo>
                  <a:moveTo>
                    <a:pt x="1073" y="501"/>
                  </a:moveTo>
                  <a:lnTo>
                    <a:pt x="1074" y="503"/>
                  </a:lnTo>
                  <a:lnTo>
                    <a:pt x="1074" y="504"/>
                  </a:lnTo>
                  <a:lnTo>
                    <a:pt x="1073" y="506"/>
                  </a:lnTo>
                  <a:lnTo>
                    <a:pt x="1071" y="507"/>
                  </a:lnTo>
                  <a:lnTo>
                    <a:pt x="1069" y="508"/>
                  </a:lnTo>
                  <a:lnTo>
                    <a:pt x="1068" y="509"/>
                  </a:lnTo>
                  <a:lnTo>
                    <a:pt x="1068" y="511"/>
                  </a:lnTo>
                  <a:lnTo>
                    <a:pt x="1066" y="512"/>
                  </a:lnTo>
                  <a:lnTo>
                    <a:pt x="1063" y="512"/>
                  </a:lnTo>
                  <a:lnTo>
                    <a:pt x="1060" y="512"/>
                  </a:lnTo>
                  <a:lnTo>
                    <a:pt x="1058" y="513"/>
                  </a:lnTo>
                  <a:lnTo>
                    <a:pt x="1057" y="514"/>
                  </a:lnTo>
                  <a:lnTo>
                    <a:pt x="1056" y="517"/>
                  </a:lnTo>
                  <a:lnTo>
                    <a:pt x="1054" y="519"/>
                  </a:lnTo>
                  <a:lnTo>
                    <a:pt x="1051" y="520"/>
                  </a:lnTo>
                  <a:lnTo>
                    <a:pt x="1048" y="519"/>
                  </a:lnTo>
                  <a:lnTo>
                    <a:pt x="1046" y="519"/>
                  </a:lnTo>
                  <a:lnTo>
                    <a:pt x="1043" y="518"/>
                  </a:lnTo>
                  <a:lnTo>
                    <a:pt x="1041" y="517"/>
                  </a:lnTo>
                  <a:lnTo>
                    <a:pt x="1039" y="516"/>
                  </a:lnTo>
                  <a:lnTo>
                    <a:pt x="1037" y="515"/>
                  </a:lnTo>
                  <a:lnTo>
                    <a:pt x="1036" y="514"/>
                  </a:lnTo>
                  <a:lnTo>
                    <a:pt x="1034" y="514"/>
                  </a:lnTo>
                  <a:lnTo>
                    <a:pt x="1031" y="514"/>
                  </a:lnTo>
                  <a:lnTo>
                    <a:pt x="1028" y="515"/>
                  </a:lnTo>
                  <a:lnTo>
                    <a:pt x="1026" y="514"/>
                  </a:lnTo>
                  <a:lnTo>
                    <a:pt x="1026" y="512"/>
                  </a:lnTo>
                  <a:lnTo>
                    <a:pt x="1026" y="511"/>
                  </a:lnTo>
                  <a:lnTo>
                    <a:pt x="1025" y="509"/>
                  </a:lnTo>
                  <a:lnTo>
                    <a:pt x="1023" y="508"/>
                  </a:lnTo>
                  <a:lnTo>
                    <a:pt x="1021" y="507"/>
                  </a:lnTo>
                  <a:lnTo>
                    <a:pt x="1020" y="506"/>
                  </a:lnTo>
                  <a:lnTo>
                    <a:pt x="1021" y="504"/>
                  </a:lnTo>
                  <a:lnTo>
                    <a:pt x="1023" y="502"/>
                  </a:lnTo>
                  <a:lnTo>
                    <a:pt x="1025" y="501"/>
                  </a:lnTo>
                  <a:lnTo>
                    <a:pt x="1025" y="500"/>
                  </a:lnTo>
                  <a:lnTo>
                    <a:pt x="1026" y="498"/>
                  </a:lnTo>
                  <a:lnTo>
                    <a:pt x="1026" y="497"/>
                  </a:lnTo>
                  <a:lnTo>
                    <a:pt x="1027" y="496"/>
                  </a:lnTo>
                  <a:lnTo>
                    <a:pt x="1027" y="494"/>
                  </a:lnTo>
                  <a:lnTo>
                    <a:pt x="1026" y="492"/>
                  </a:lnTo>
                  <a:lnTo>
                    <a:pt x="1025" y="490"/>
                  </a:lnTo>
                  <a:lnTo>
                    <a:pt x="1025" y="488"/>
                  </a:lnTo>
                  <a:lnTo>
                    <a:pt x="1028" y="487"/>
                  </a:lnTo>
                  <a:lnTo>
                    <a:pt x="1031" y="488"/>
                  </a:lnTo>
                  <a:lnTo>
                    <a:pt x="1034" y="488"/>
                  </a:lnTo>
                  <a:lnTo>
                    <a:pt x="1035" y="488"/>
                  </a:lnTo>
                  <a:lnTo>
                    <a:pt x="1037" y="486"/>
                  </a:lnTo>
                  <a:lnTo>
                    <a:pt x="1038" y="485"/>
                  </a:lnTo>
                  <a:lnTo>
                    <a:pt x="1040" y="485"/>
                  </a:lnTo>
                  <a:lnTo>
                    <a:pt x="1042" y="485"/>
                  </a:lnTo>
                  <a:lnTo>
                    <a:pt x="1043" y="486"/>
                  </a:lnTo>
                  <a:lnTo>
                    <a:pt x="1045" y="485"/>
                  </a:lnTo>
                  <a:lnTo>
                    <a:pt x="1047" y="485"/>
                  </a:lnTo>
                  <a:lnTo>
                    <a:pt x="1050" y="484"/>
                  </a:lnTo>
                  <a:lnTo>
                    <a:pt x="1052" y="485"/>
                  </a:lnTo>
                  <a:lnTo>
                    <a:pt x="1054" y="485"/>
                  </a:lnTo>
                  <a:lnTo>
                    <a:pt x="1056" y="485"/>
                  </a:lnTo>
                  <a:lnTo>
                    <a:pt x="1059" y="485"/>
                  </a:lnTo>
                  <a:lnTo>
                    <a:pt x="1062" y="486"/>
                  </a:lnTo>
                  <a:lnTo>
                    <a:pt x="1063" y="488"/>
                  </a:lnTo>
                  <a:lnTo>
                    <a:pt x="1063" y="490"/>
                  </a:lnTo>
                  <a:lnTo>
                    <a:pt x="1062" y="493"/>
                  </a:lnTo>
                  <a:lnTo>
                    <a:pt x="1062" y="494"/>
                  </a:lnTo>
                  <a:lnTo>
                    <a:pt x="1065" y="495"/>
                  </a:lnTo>
                  <a:lnTo>
                    <a:pt x="1068" y="495"/>
                  </a:lnTo>
                  <a:lnTo>
                    <a:pt x="1071" y="496"/>
                  </a:lnTo>
                  <a:lnTo>
                    <a:pt x="1072" y="498"/>
                  </a:lnTo>
                  <a:lnTo>
                    <a:pt x="1073" y="499"/>
                  </a:lnTo>
                  <a:close/>
                </a:path>
              </a:pathLst>
            </a:custGeom>
            <a:solidFill>
              <a:srgbClr val="DE8036">
                <a:alpha val="10800"/>
              </a:srgbClr>
            </a:solidFill>
            <a:ln>
              <a:noFill/>
            </a:ln>
          </p:spPr>
          <p:txBody>
            <a:bodyPr anchor="ctr"/>
            <a:lstStyle/>
            <a:p>
              <a:pPr algn="ctr">
                <a:buNone/>
              </a:pPr>
            </a:p>
          </p:txBody>
        </p:sp>
        <p:sp>
          <p:nvSpPr>
            <p:cNvPr id="2975" name="addition:input:98"/>
            <p:cNvSpPr>
              <a:spLocks noGrp="1"/>
            </p:cNvSpPr>
            <p:nvPr/>
          </p:nvSpPr>
          <p:spPr>
            <a:xfrm>
              <a:off x="209550" y="5438775"/>
              <a:ext cx="1817096" cy="957880"/>
            </a:xfrm>
            <a:custGeom>
              <a:avLst/>
              <a:gdLst/>
              <a:ahLst/>
              <a:cxnLst/>
              <a:rect l="l" t="t" r="r" b="b"/>
              <a:pathLst>
                <a:path w="1104" h="511">
                  <a:moveTo>
                    <a:pt x="0" y="0"/>
                  </a:moveTo>
                  <a:moveTo>
                    <a:pt x="1103" y="496"/>
                  </a:moveTo>
                  <a:lnTo>
                    <a:pt x="1102" y="497"/>
                  </a:lnTo>
                  <a:lnTo>
                    <a:pt x="1102" y="498"/>
                  </a:lnTo>
                  <a:lnTo>
                    <a:pt x="1103" y="499"/>
                  </a:lnTo>
                  <a:lnTo>
                    <a:pt x="1102" y="501"/>
                  </a:lnTo>
                  <a:lnTo>
                    <a:pt x="1101" y="502"/>
                  </a:lnTo>
                  <a:lnTo>
                    <a:pt x="1099" y="502"/>
                  </a:lnTo>
                  <a:lnTo>
                    <a:pt x="1097" y="503"/>
                  </a:lnTo>
                  <a:lnTo>
                    <a:pt x="1096" y="504"/>
                  </a:lnTo>
                  <a:lnTo>
                    <a:pt x="1094" y="504"/>
                  </a:lnTo>
                  <a:lnTo>
                    <a:pt x="1093" y="505"/>
                  </a:lnTo>
                  <a:lnTo>
                    <a:pt x="1091" y="506"/>
                  </a:lnTo>
                  <a:lnTo>
                    <a:pt x="1090" y="506"/>
                  </a:lnTo>
                  <a:lnTo>
                    <a:pt x="1089" y="508"/>
                  </a:lnTo>
                  <a:lnTo>
                    <a:pt x="1087" y="510"/>
                  </a:lnTo>
                  <a:lnTo>
                    <a:pt x="1085" y="511"/>
                  </a:lnTo>
                  <a:lnTo>
                    <a:pt x="1083" y="510"/>
                  </a:lnTo>
                  <a:lnTo>
                    <a:pt x="1081" y="509"/>
                  </a:lnTo>
                  <a:lnTo>
                    <a:pt x="1079" y="508"/>
                  </a:lnTo>
                  <a:lnTo>
                    <a:pt x="1077" y="507"/>
                  </a:lnTo>
                  <a:lnTo>
                    <a:pt x="1076" y="507"/>
                  </a:lnTo>
                  <a:lnTo>
                    <a:pt x="1074" y="507"/>
                  </a:lnTo>
                  <a:lnTo>
                    <a:pt x="1072" y="507"/>
                  </a:lnTo>
                  <a:lnTo>
                    <a:pt x="1071" y="507"/>
                  </a:lnTo>
                  <a:lnTo>
                    <a:pt x="1070" y="506"/>
                  </a:lnTo>
                  <a:lnTo>
                    <a:pt x="1068" y="506"/>
                  </a:lnTo>
                  <a:lnTo>
                    <a:pt x="1066" y="505"/>
                  </a:lnTo>
                  <a:lnTo>
                    <a:pt x="1065" y="505"/>
                  </a:lnTo>
                  <a:lnTo>
                    <a:pt x="1064" y="504"/>
                  </a:lnTo>
                  <a:lnTo>
                    <a:pt x="1064" y="502"/>
                  </a:lnTo>
                  <a:lnTo>
                    <a:pt x="1063" y="502"/>
                  </a:lnTo>
                  <a:lnTo>
                    <a:pt x="1062" y="501"/>
                  </a:lnTo>
                  <a:lnTo>
                    <a:pt x="1061" y="500"/>
                  </a:lnTo>
                  <a:lnTo>
                    <a:pt x="1061" y="498"/>
                  </a:lnTo>
                  <a:lnTo>
                    <a:pt x="1063" y="497"/>
                  </a:lnTo>
                  <a:lnTo>
                    <a:pt x="1066" y="496"/>
                  </a:lnTo>
                  <a:lnTo>
                    <a:pt x="1067" y="495"/>
                  </a:lnTo>
                  <a:lnTo>
                    <a:pt x="1066" y="494"/>
                  </a:lnTo>
                  <a:lnTo>
                    <a:pt x="1065" y="493"/>
                  </a:lnTo>
                  <a:lnTo>
                    <a:pt x="1064" y="491"/>
                  </a:lnTo>
                  <a:lnTo>
                    <a:pt x="1063" y="490"/>
                  </a:lnTo>
                  <a:lnTo>
                    <a:pt x="1064" y="489"/>
                  </a:lnTo>
                  <a:lnTo>
                    <a:pt x="1065" y="488"/>
                  </a:lnTo>
                  <a:lnTo>
                    <a:pt x="1066" y="487"/>
                  </a:lnTo>
                  <a:lnTo>
                    <a:pt x="1067" y="486"/>
                  </a:lnTo>
                  <a:lnTo>
                    <a:pt x="1069" y="486"/>
                  </a:lnTo>
                  <a:lnTo>
                    <a:pt x="1071" y="486"/>
                  </a:lnTo>
                  <a:lnTo>
                    <a:pt x="1072" y="486"/>
                  </a:lnTo>
                  <a:lnTo>
                    <a:pt x="1073" y="485"/>
                  </a:lnTo>
                  <a:lnTo>
                    <a:pt x="1074" y="484"/>
                  </a:lnTo>
                  <a:lnTo>
                    <a:pt x="1076" y="483"/>
                  </a:lnTo>
                  <a:lnTo>
                    <a:pt x="1077" y="483"/>
                  </a:lnTo>
                  <a:lnTo>
                    <a:pt x="1079" y="484"/>
                  </a:lnTo>
                  <a:lnTo>
                    <a:pt x="1080" y="485"/>
                  </a:lnTo>
                  <a:lnTo>
                    <a:pt x="1082" y="484"/>
                  </a:lnTo>
                  <a:lnTo>
                    <a:pt x="1084" y="483"/>
                  </a:lnTo>
                  <a:lnTo>
                    <a:pt x="1086" y="482"/>
                  </a:lnTo>
                  <a:lnTo>
                    <a:pt x="1089" y="483"/>
                  </a:lnTo>
                  <a:lnTo>
                    <a:pt x="1090" y="483"/>
                  </a:lnTo>
                  <a:lnTo>
                    <a:pt x="1092" y="485"/>
                  </a:lnTo>
                  <a:lnTo>
                    <a:pt x="1093" y="486"/>
                  </a:lnTo>
                  <a:lnTo>
                    <a:pt x="1094" y="487"/>
                  </a:lnTo>
                  <a:lnTo>
                    <a:pt x="1095" y="488"/>
                  </a:lnTo>
                  <a:lnTo>
                    <a:pt x="1095" y="489"/>
                  </a:lnTo>
                  <a:lnTo>
                    <a:pt x="1095" y="490"/>
                  </a:lnTo>
                  <a:lnTo>
                    <a:pt x="1097" y="491"/>
                  </a:lnTo>
                  <a:lnTo>
                    <a:pt x="1100" y="492"/>
                  </a:lnTo>
                  <a:lnTo>
                    <a:pt x="1103" y="492"/>
                  </a:lnTo>
                  <a:lnTo>
                    <a:pt x="1104" y="493"/>
                  </a:lnTo>
                  <a:lnTo>
                    <a:pt x="1104" y="495"/>
                  </a:lnTo>
                  <a:close/>
                </a:path>
              </a:pathLst>
            </a:custGeom>
            <a:solidFill>
              <a:srgbClr val="DE8036">
                <a:alpha val="10800"/>
              </a:srgbClr>
            </a:solidFill>
            <a:ln>
              <a:noFill/>
            </a:ln>
          </p:spPr>
          <p:txBody>
            <a:bodyPr anchor="ctr"/>
            <a:lstStyle/>
            <a:p>
              <a:pPr algn="ctr">
                <a:buNone/>
              </a:pPr>
            </a:p>
          </p:txBody>
        </p:sp>
        <p:sp>
          <p:nvSpPr>
            <p:cNvPr id="2976" name="addition:input:99"/>
            <p:cNvSpPr>
              <a:spLocks noGrp="1"/>
            </p:cNvSpPr>
            <p:nvPr/>
          </p:nvSpPr>
          <p:spPr>
            <a:xfrm>
              <a:off x="209550" y="5438775"/>
              <a:ext cx="1854952" cy="1002868"/>
            </a:xfrm>
            <a:custGeom>
              <a:avLst/>
              <a:gdLst/>
              <a:ahLst/>
              <a:cxnLst/>
              <a:rect l="l" t="t" r="r" b="b"/>
              <a:pathLst>
                <a:path w="1127" h="535">
                  <a:moveTo>
                    <a:pt x="0" y="0"/>
                  </a:moveTo>
                  <a:moveTo>
                    <a:pt x="1126" y="518"/>
                  </a:moveTo>
                  <a:lnTo>
                    <a:pt x="1123" y="520"/>
                  </a:lnTo>
                  <a:lnTo>
                    <a:pt x="1120" y="521"/>
                  </a:lnTo>
                  <a:lnTo>
                    <a:pt x="1118" y="522"/>
                  </a:lnTo>
                  <a:lnTo>
                    <a:pt x="1118" y="523"/>
                  </a:lnTo>
                  <a:lnTo>
                    <a:pt x="1119" y="525"/>
                  </a:lnTo>
                  <a:lnTo>
                    <a:pt x="1119" y="527"/>
                  </a:lnTo>
                  <a:lnTo>
                    <a:pt x="1118" y="528"/>
                  </a:lnTo>
                  <a:lnTo>
                    <a:pt x="1115" y="529"/>
                  </a:lnTo>
                  <a:lnTo>
                    <a:pt x="1112" y="530"/>
                  </a:lnTo>
                  <a:lnTo>
                    <a:pt x="1111" y="531"/>
                  </a:lnTo>
                  <a:lnTo>
                    <a:pt x="1110" y="533"/>
                  </a:lnTo>
                  <a:lnTo>
                    <a:pt x="1108" y="534"/>
                  </a:lnTo>
                  <a:lnTo>
                    <a:pt x="1106" y="535"/>
                  </a:lnTo>
                  <a:lnTo>
                    <a:pt x="1103" y="535"/>
                  </a:lnTo>
                  <a:lnTo>
                    <a:pt x="1101" y="535"/>
                  </a:lnTo>
                  <a:lnTo>
                    <a:pt x="1099" y="534"/>
                  </a:lnTo>
                  <a:lnTo>
                    <a:pt x="1097" y="534"/>
                  </a:lnTo>
                  <a:lnTo>
                    <a:pt x="1095" y="534"/>
                  </a:lnTo>
                  <a:lnTo>
                    <a:pt x="1093" y="532"/>
                  </a:lnTo>
                  <a:lnTo>
                    <a:pt x="1092" y="532"/>
                  </a:lnTo>
                  <a:lnTo>
                    <a:pt x="1090" y="532"/>
                  </a:lnTo>
                  <a:lnTo>
                    <a:pt x="1087" y="533"/>
                  </a:lnTo>
                  <a:lnTo>
                    <a:pt x="1084" y="535"/>
                  </a:lnTo>
                  <a:lnTo>
                    <a:pt x="1081" y="534"/>
                  </a:lnTo>
                  <a:lnTo>
                    <a:pt x="1080" y="533"/>
                  </a:lnTo>
                  <a:lnTo>
                    <a:pt x="1080" y="531"/>
                  </a:lnTo>
                  <a:lnTo>
                    <a:pt x="1079" y="529"/>
                  </a:lnTo>
                  <a:lnTo>
                    <a:pt x="1078" y="528"/>
                  </a:lnTo>
                  <a:lnTo>
                    <a:pt x="1077" y="526"/>
                  </a:lnTo>
                  <a:lnTo>
                    <a:pt x="1075" y="525"/>
                  </a:lnTo>
                  <a:lnTo>
                    <a:pt x="1075" y="524"/>
                  </a:lnTo>
                  <a:lnTo>
                    <a:pt x="1075" y="522"/>
                  </a:lnTo>
                  <a:lnTo>
                    <a:pt x="1074" y="521"/>
                  </a:lnTo>
                  <a:lnTo>
                    <a:pt x="1073" y="520"/>
                  </a:lnTo>
                  <a:lnTo>
                    <a:pt x="1071" y="518"/>
                  </a:lnTo>
                  <a:lnTo>
                    <a:pt x="1071" y="517"/>
                  </a:lnTo>
                  <a:lnTo>
                    <a:pt x="1072" y="515"/>
                  </a:lnTo>
                  <a:lnTo>
                    <a:pt x="1072" y="514"/>
                  </a:lnTo>
                  <a:lnTo>
                    <a:pt x="1070" y="512"/>
                  </a:lnTo>
                  <a:lnTo>
                    <a:pt x="1069" y="510"/>
                  </a:lnTo>
                  <a:lnTo>
                    <a:pt x="1069" y="508"/>
                  </a:lnTo>
                  <a:lnTo>
                    <a:pt x="1071" y="507"/>
                  </a:lnTo>
                  <a:lnTo>
                    <a:pt x="1075" y="507"/>
                  </a:lnTo>
                  <a:lnTo>
                    <a:pt x="1079" y="507"/>
                  </a:lnTo>
                  <a:lnTo>
                    <a:pt x="1081" y="507"/>
                  </a:lnTo>
                  <a:lnTo>
                    <a:pt x="1082" y="506"/>
                  </a:lnTo>
                  <a:lnTo>
                    <a:pt x="1083" y="505"/>
                  </a:lnTo>
                  <a:lnTo>
                    <a:pt x="1085" y="503"/>
                  </a:lnTo>
                  <a:lnTo>
                    <a:pt x="1087" y="503"/>
                  </a:lnTo>
                  <a:lnTo>
                    <a:pt x="1089" y="502"/>
                  </a:lnTo>
                  <a:lnTo>
                    <a:pt x="1092" y="500"/>
                  </a:lnTo>
                  <a:lnTo>
                    <a:pt x="1094" y="500"/>
                  </a:lnTo>
                  <a:lnTo>
                    <a:pt x="1097" y="500"/>
                  </a:lnTo>
                  <a:lnTo>
                    <a:pt x="1100" y="501"/>
                  </a:lnTo>
                  <a:lnTo>
                    <a:pt x="1102" y="502"/>
                  </a:lnTo>
                  <a:lnTo>
                    <a:pt x="1105" y="503"/>
                  </a:lnTo>
                  <a:lnTo>
                    <a:pt x="1108" y="503"/>
                  </a:lnTo>
                  <a:lnTo>
                    <a:pt x="1111" y="503"/>
                  </a:lnTo>
                  <a:lnTo>
                    <a:pt x="1113" y="504"/>
                  </a:lnTo>
                  <a:lnTo>
                    <a:pt x="1114" y="506"/>
                  </a:lnTo>
                  <a:lnTo>
                    <a:pt x="1114" y="508"/>
                  </a:lnTo>
                  <a:lnTo>
                    <a:pt x="1115" y="509"/>
                  </a:lnTo>
                  <a:lnTo>
                    <a:pt x="1118" y="509"/>
                  </a:lnTo>
                  <a:lnTo>
                    <a:pt x="1121" y="510"/>
                  </a:lnTo>
                  <a:lnTo>
                    <a:pt x="1124" y="510"/>
                  </a:lnTo>
                  <a:lnTo>
                    <a:pt x="1126" y="512"/>
                  </a:lnTo>
                  <a:lnTo>
                    <a:pt x="1126" y="513"/>
                  </a:lnTo>
                  <a:lnTo>
                    <a:pt x="1127" y="515"/>
                  </a:lnTo>
                  <a:lnTo>
                    <a:pt x="1127" y="516"/>
                  </a:lnTo>
                  <a:close/>
                </a:path>
              </a:pathLst>
            </a:custGeom>
            <a:solidFill>
              <a:srgbClr val="DE8036">
                <a:alpha val="10800"/>
              </a:srgbClr>
            </a:solidFill>
            <a:ln>
              <a:noFill/>
            </a:ln>
          </p:spPr>
          <p:txBody>
            <a:bodyPr anchor="ctr"/>
            <a:lstStyle/>
            <a:p>
              <a:pPr algn="ctr">
                <a:buNone/>
              </a:pPr>
            </a:p>
          </p:txBody>
        </p:sp>
        <p:sp>
          <p:nvSpPr>
            <p:cNvPr id="2977" name="addition:input:100"/>
            <p:cNvSpPr>
              <a:spLocks noGrp="1"/>
            </p:cNvSpPr>
            <p:nvPr/>
          </p:nvSpPr>
          <p:spPr>
            <a:xfrm>
              <a:off x="209550" y="5438775"/>
              <a:ext cx="1782531" cy="1015990"/>
            </a:xfrm>
            <a:custGeom>
              <a:avLst/>
              <a:gdLst/>
              <a:ahLst/>
              <a:cxnLst/>
              <a:rect l="l" t="t" r="r" b="b"/>
              <a:pathLst>
                <a:path w="1083" h="542">
                  <a:moveTo>
                    <a:pt x="0" y="0"/>
                  </a:moveTo>
                  <a:moveTo>
                    <a:pt x="1080" y="528"/>
                  </a:moveTo>
                  <a:lnTo>
                    <a:pt x="1079" y="529"/>
                  </a:lnTo>
                  <a:lnTo>
                    <a:pt x="1079" y="530"/>
                  </a:lnTo>
                  <a:lnTo>
                    <a:pt x="1078" y="531"/>
                  </a:lnTo>
                  <a:lnTo>
                    <a:pt x="1078" y="532"/>
                  </a:lnTo>
                  <a:lnTo>
                    <a:pt x="1077" y="533"/>
                  </a:lnTo>
                  <a:lnTo>
                    <a:pt x="1077" y="535"/>
                  </a:lnTo>
                  <a:lnTo>
                    <a:pt x="1078" y="537"/>
                  </a:lnTo>
                  <a:lnTo>
                    <a:pt x="1079" y="539"/>
                  </a:lnTo>
                  <a:lnTo>
                    <a:pt x="1078" y="540"/>
                  </a:lnTo>
                  <a:lnTo>
                    <a:pt x="1075" y="540"/>
                  </a:lnTo>
                  <a:lnTo>
                    <a:pt x="1072" y="539"/>
                  </a:lnTo>
                  <a:lnTo>
                    <a:pt x="1069" y="539"/>
                  </a:lnTo>
                  <a:lnTo>
                    <a:pt x="1068" y="539"/>
                  </a:lnTo>
                  <a:lnTo>
                    <a:pt x="1067" y="540"/>
                  </a:lnTo>
                  <a:lnTo>
                    <a:pt x="1065" y="541"/>
                  </a:lnTo>
                  <a:lnTo>
                    <a:pt x="1064" y="541"/>
                  </a:lnTo>
                  <a:lnTo>
                    <a:pt x="1062" y="541"/>
                  </a:lnTo>
                  <a:lnTo>
                    <a:pt x="1060" y="541"/>
                  </a:lnTo>
                  <a:lnTo>
                    <a:pt x="1058" y="542"/>
                  </a:lnTo>
                  <a:lnTo>
                    <a:pt x="1056" y="542"/>
                  </a:lnTo>
                  <a:lnTo>
                    <a:pt x="1054" y="542"/>
                  </a:lnTo>
                  <a:lnTo>
                    <a:pt x="1052" y="541"/>
                  </a:lnTo>
                  <a:lnTo>
                    <a:pt x="1050" y="540"/>
                  </a:lnTo>
                  <a:lnTo>
                    <a:pt x="1048" y="540"/>
                  </a:lnTo>
                  <a:lnTo>
                    <a:pt x="1046" y="540"/>
                  </a:lnTo>
                  <a:lnTo>
                    <a:pt x="1043" y="539"/>
                  </a:lnTo>
                  <a:lnTo>
                    <a:pt x="1043" y="537"/>
                  </a:lnTo>
                  <a:lnTo>
                    <a:pt x="1043" y="535"/>
                  </a:lnTo>
                  <a:lnTo>
                    <a:pt x="1044" y="534"/>
                  </a:lnTo>
                  <a:lnTo>
                    <a:pt x="1043" y="533"/>
                  </a:lnTo>
                  <a:lnTo>
                    <a:pt x="1041" y="532"/>
                  </a:lnTo>
                  <a:lnTo>
                    <a:pt x="1037" y="531"/>
                  </a:lnTo>
                  <a:lnTo>
                    <a:pt x="1035" y="530"/>
                  </a:lnTo>
                  <a:lnTo>
                    <a:pt x="1034" y="529"/>
                  </a:lnTo>
                  <a:lnTo>
                    <a:pt x="1033" y="528"/>
                  </a:lnTo>
                  <a:lnTo>
                    <a:pt x="1033" y="526"/>
                  </a:lnTo>
                  <a:lnTo>
                    <a:pt x="1033" y="525"/>
                  </a:lnTo>
                  <a:lnTo>
                    <a:pt x="1034" y="524"/>
                  </a:lnTo>
                  <a:lnTo>
                    <a:pt x="1036" y="523"/>
                  </a:lnTo>
                  <a:lnTo>
                    <a:pt x="1039" y="522"/>
                  </a:lnTo>
                  <a:lnTo>
                    <a:pt x="1040" y="521"/>
                  </a:lnTo>
                  <a:lnTo>
                    <a:pt x="1041" y="520"/>
                  </a:lnTo>
                  <a:lnTo>
                    <a:pt x="1041" y="518"/>
                  </a:lnTo>
                  <a:lnTo>
                    <a:pt x="1042" y="517"/>
                  </a:lnTo>
                  <a:lnTo>
                    <a:pt x="1045" y="517"/>
                  </a:lnTo>
                  <a:lnTo>
                    <a:pt x="1048" y="517"/>
                  </a:lnTo>
                  <a:lnTo>
                    <a:pt x="1050" y="517"/>
                  </a:lnTo>
                  <a:lnTo>
                    <a:pt x="1051" y="515"/>
                  </a:lnTo>
                  <a:lnTo>
                    <a:pt x="1053" y="513"/>
                  </a:lnTo>
                  <a:lnTo>
                    <a:pt x="1055" y="512"/>
                  </a:lnTo>
                  <a:lnTo>
                    <a:pt x="1057" y="511"/>
                  </a:lnTo>
                  <a:lnTo>
                    <a:pt x="1060" y="512"/>
                  </a:lnTo>
                  <a:lnTo>
                    <a:pt x="1062" y="513"/>
                  </a:lnTo>
                  <a:lnTo>
                    <a:pt x="1065" y="514"/>
                  </a:lnTo>
                  <a:lnTo>
                    <a:pt x="1067" y="514"/>
                  </a:lnTo>
                  <a:lnTo>
                    <a:pt x="1068" y="515"/>
                  </a:lnTo>
                  <a:lnTo>
                    <a:pt x="1069" y="516"/>
                  </a:lnTo>
                  <a:lnTo>
                    <a:pt x="1071" y="517"/>
                  </a:lnTo>
                  <a:lnTo>
                    <a:pt x="1073" y="517"/>
                  </a:lnTo>
                  <a:lnTo>
                    <a:pt x="1076" y="517"/>
                  </a:lnTo>
                  <a:lnTo>
                    <a:pt x="1079" y="516"/>
                  </a:lnTo>
                  <a:lnTo>
                    <a:pt x="1080" y="517"/>
                  </a:lnTo>
                  <a:lnTo>
                    <a:pt x="1080" y="519"/>
                  </a:lnTo>
                  <a:lnTo>
                    <a:pt x="1080" y="520"/>
                  </a:lnTo>
                  <a:lnTo>
                    <a:pt x="1080" y="522"/>
                  </a:lnTo>
                  <a:lnTo>
                    <a:pt x="1081" y="523"/>
                  </a:lnTo>
                  <a:lnTo>
                    <a:pt x="1083" y="524"/>
                  </a:lnTo>
                  <a:lnTo>
                    <a:pt x="1083" y="525"/>
                  </a:lnTo>
                  <a:lnTo>
                    <a:pt x="1082" y="526"/>
                  </a:lnTo>
                  <a:close/>
                </a:path>
              </a:pathLst>
            </a:custGeom>
            <a:solidFill>
              <a:srgbClr val="DE8036">
                <a:alpha val="10800"/>
              </a:srgbClr>
            </a:solidFill>
            <a:ln>
              <a:noFill/>
            </a:ln>
          </p:spPr>
          <p:txBody>
            <a:bodyPr anchor="ctr"/>
            <a:lstStyle/>
            <a:p>
              <a:pPr algn="ctr">
                <a:buNone/>
              </a:pPr>
            </a:p>
          </p:txBody>
        </p:sp>
        <p:sp>
          <p:nvSpPr>
            <p:cNvPr id="2978" name="addition:input:101"/>
            <p:cNvSpPr>
              <a:spLocks noGrp="1"/>
            </p:cNvSpPr>
            <p:nvPr/>
          </p:nvSpPr>
          <p:spPr>
            <a:xfrm>
              <a:off x="209550" y="5438775"/>
              <a:ext cx="1752905" cy="1589593"/>
            </a:xfrm>
            <a:custGeom>
              <a:avLst/>
              <a:gdLst/>
              <a:ahLst/>
              <a:cxnLst/>
              <a:rect l="l" t="t" r="r" b="b"/>
              <a:pathLst>
                <a:path w="1065" h="848">
                  <a:moveTo>
                    <a:pt x="0" y="0"/>
                  </a:moveTo>
                  <a:moveTo>
                    <a:pt x="203" y="266"/>
                  </a:moveTo>
                  <a:lnTo>
                    <a:pt x="1065" y="266"/>
                  </a:lnTo>
                  <a:lnTo>
                    <a:pt x="1065" y="848"/>
                  </a:lnTo>
                  <a:lnTo>
                    <a:pt x="203" y="762"/>
                  </a:lnTo>
                  <a:close/>
                </a:path>
              </a:pathLst>
            </a:custGeom>
            <a:solidFill>
              <a:srgbClr val="7AB5D7">
                <a:alpha val="4500"/>
              </a:srgbClr>
            </a:solidFill>
            <a:ln w="4286">
              <a:solidFill>
                <a:srgbClr val="338EC1">
                  <a:alpha val="28000"/>
                </a:srgbClr>
              </a:solidFill>
            </a:ln>
          </p:spPr>
          <p:txBody>
            <a:bodyPr anchor="ctr"/>
            <a:lstStyle/>
            <a:p>
              <a:pPr algn="ctr">
                <a:buNone/>
              </a:pPr>
            </a:p>
          </p:txBody>
        </p:sp>
        <p:sp>
          <p:nvSpPr>
            <p:cNvPr id="2979" name="addition:input:102"/>
            <p:cNvSpPr>
              <a:spLocks noGrp="1"/>
            </p:cNvSpPr>
            <p:nvPr/>
          </p:nvSpPr>
          <p:spPr>
            <a:xfrm>
              <a:off x="209550" y="5438775"/>
              <a:ext cx="1910913" cy="1486494"/>
            </a:xfrm>
            <a:custGeom>
              <a:avLst/>
              <a:gdLst/>
              <a:ahLst/>
              <a:cxnLst/>
              <a:rect l="l" t="t" r="r" b="b"/>
              <a:pathLst>
                <a:path w="1161" h="793">
                  <a:moveTo>
                    <a:pt x="0" y="0"/>
                  </a:moveTo>
                  <a:moveTo>
                    <a:pt x="299" y="211"/>
                  </a:moveTo>
                  <a:lnTo>
                    <a:pt x="1161" y="211"/>
                  </a:lnTo>
                  <a:lnTo>
                    <a:pt x="1161" y="793"/>
                  </a:lnTo>
                  <a:lnTo>
                    <a:pt x="299" y="707"/>
                  </a:lnTo>
                  <a:close/>
                </a:path>
              </a:pathLst>
            </a:custGeom>
            <a:solidFill>
              <a:srgbClr val="7AB5D7">
                <a:alpha val="4500"/>
              </a:srgbClr>
            </a:solidFill>
            <a:ln w="4286">
              <a:solidFill>
                <a:srgbClr val="338EC1">
                  <a:alpha val="28000"/>
                </a:srgbClr>
              </a:solidFill>
            </a:ln>
          </p:spPr>
          <p:txBody>
            <a:bodyPr anchor="ctr"/>
            <a:lstStyle/>
            <a:p>
              <a:pPr algn="ctr">
                <a:buNone/>
              </a:pPr>
            </a:p>
          </p:txBody>
        </p:sp>
        <p:sp>
          <p:nvSpPr>
            <p:cNvPr id="2980" name="addition:input:103"/>
            <p:cNvSpPr>
              <a:spLocks noGrp="1"/>
            </p:cNvSpPr>
            <p:nvPr/>
          </p:nvSpPr>
          <p:spPr>
            <a:xfrm>
              <a:off x="209550" y="5438775"/>
              <a:ext cx="2070567" cy="1381521"/>
            </a:xfrm>
            <a:custGeom>
              <a:avLst/>
              <a:gdLst/>
              <a:ahLst/>
              <a:cxnLst/>
              <a:rect l="l" t="t" r="r" b="b"/>
              <a:pathLst>
                <a:path w="1258" h="737">
                  <a:moveTo>
                    <a:pt x="0" y="0"/>
                  </a:moveTo>
                  <a:moveTo>
                    <a:pt x="396" y="155"/>
                  </a:moveTo>
                  <a:lnTo>
                    <a:pt x="1258" y="155"/>
                  </a:lnTo>
                  <a:lnTo>
                    <a:pt x="1258" y="737"/>
                  </a:lnTo>
                  <a:lnTo>
                    <a:pt x="396" y="651"/>
                  </a:lnTo>
                  <a:close/>
                </a:path>
              </a:pathLst>
            </a:custGeom>
            <a:solidFill>
              <a:srgbClr val="7AB5D7">
                <a:alpha val="4500"/>
              </a:srgbClr>
            </a:solidFill>
            <a:ln w="4286">
              <a:solidFill>
                <a:srgbClr val="338EC1">
                  <a:alpha val="28000"/>
                </a:srgbClr>
              </a:solidFill>
            </a:ln>
          </p:spPr>
          <p:txBody>
            <a:bodyPr anchor="ctr"/>
            <a:lstStyle/>
            <a:p>
              <a:pPr algn="ctr">
                <a:buNone/>
              </a:pPr>
            </a:p>
          </p:txBody>
        </p:sp>
        <p:sp>
          <p:nvSpPr>
            <p:cNvPr id="2981" name="addition:input:104"/>
            <p:cNvSpPr>
              <a:spLocks noGrp="1"/>
            </p:cNvSpPr>
            <p:nvPr/>
          </p:nvSpPr>
          <p:spPr>
            <a:xfrm>
              <a:off x="209550" y="5438775"/>
              <a:ext cx="2228576" cy="1278423"/>
            </a:xfrm>
            <a:custGeom>
              <a:avLst/>
              <a:gdLst/>
              <a:ahLst/>
              <a:cxnLst/>
              <a:rect l="l" t="t" r="r" b="b"/>
              <a:pathLst>
                <a:path w="1354" h="682">
                  <a:moveTo>
                    <a:pt x="0" y="0"/>
                  </a:moveTo>
                  <a:moveTo>
                    <a:pt x="492" y="100"/>
                  </a:moveTo>
                  <a:lnTo>
                    <a:pt x="1354" y="100"/>
                  </a:lnTo>
                  <a:lnTo>
                    <a:pt x="1354" y="682"/>
                  </a:lnTo>
                  <a:lnTo>
                    <a:pt x="492" y="596"/>
                  </a:lnTo>
                  <a:close/>
                </a:path>
              </a:pathLst>
            </a:custGeom>
            <a:solidFill>
              <a:srgbClr val="7AB5D7">
                <a:alpha val="4500"/>
              </a:srgbClr>
            </a:solidFill>
            <a:ln w="4286">
              <a:solidFill>
                <a:srgbClr val="338EC1">
                  <a:alpha val="28000"/>
                </a:srgbClr>
              </a:solidFill>
            </a:ln>
          </p:spPr>
          <p:txBody>
            <a:bodyPr anchor="ctr"/>
            <a:lstStyle/>
            <a:p>
              <a:pPr algn="ctr">
                <a:buNone/>
              </a:pPr>
            </a:p>
          </p:txBody>
        </p:sp>
        <p:sp>
          <p:nvSpPr>
            <p:cNvPr id="2982" name="addition:input:105"/>
            <p:cNvSpPr>
              <a:spLocks noGrp="1"/>
            </p:cNvSpPr>
            <p:nvPr/>
          </p:nvSpPr>
          <p:spPr>
            <a:xfrm>
              <a:off x="209550" y="5438775"/>
              <a:ext cx="870692" cy="1392768"/>
            </a:xfrm>
            <a:custGeom>
              <a:avLst/>
              <a:gdLst/>
              <a:ahLst/>
              <a:cxnLst/>
              <a:rect l="l" t="t" r="r" b="b"/>
              <a:pathLst>
                <a:path w="529" h="743">
                  <a:moveTo>
                    <a:pt x="0" y="0"/>
                  </a:moveTo>
                  <a:moveTo>
                    <a:pt x="529" y="580"/>
                  </a:moveTo>
                  <a:lnTo>
                    <a:pt x="518" y="596"/>
                  </a:lnTo>
                  <a:lnTo>
                    <a:pt x="493" y="608"/>
                  </a:lnTo>
                  <a:lnTo>
                    <a:pt x="467" y="617"/>
                  </a:lnTo>
                  <a:lnTo>
                    <a:pt x="451" y="626"/>
                  </a:lnTo>
                  <a:lnTo>
                    <a:pt x="449" y="639"/>
                  </a:lnTo>
                  <a:lnTo>
                    <a:pt x="452" y="655"/>
                  </a:lnTo>
                  <a:lnTo>
                    <a:pt x="450" y="672"/>
                  </a:lnTo>
                  <a:lnTo>
                    <a:pt x="441" y="685"/>
                  </a:lnTo>
                  <a:lnTo>
                    <a:pt x="431" y="697"/>
                  </a:lnTo>
                  <a:lnTo>
                    <a:pt x="421" y="711"/>
                  </a:lnTo>
                  <a:lnTo>
                    <a:pt x="410" y="725"/>
                  </a:lnTo>
                  <a:lnTo>
                    <a:pt x="395" y="733"/>
                  </a:lnTo>
                  <a:lnTo>
                    <a:pt x="376" y="732"/>
                  </a:lnTo>
                  <a:lnTo>
                    <a:pt x="358" y="728"/>
                  </a:lnTo>
                  <a:lnTo>
                    <a:pt x="343" y="727"/>
                  </a:lnTo>
                  <a:lnTo>
                    <a:pt x="330" y="734"/>
                  </a:lnTo>
                  <a:lnTo>
                    <a:pt x="317" y="743"/>
                  </a:lnTo>
                  <a:lnTo>
                    <a:pt x="303" y="743"/>
                  </a:lnTo>
                  <a:lnTo>
                    <a:pt x="290" y="732"/>
                  </a:lnTo>
                  <a:lnTo>
                    <a:pt x="281" y="716"/>
                  </a:lnTo>
                  <a:lnTo>
                    <a:pt x="273" y="706"/>
                  </a:lnTo>
                  <a:lnTo>
                    <a:pt x="260" y="709"/>
                  </a:lnTo>
                  <a:lnTo>
                    <a:pt x="241" y="718"/>
                  </a:lnTo>
                  <a:lnTo>
                    <a:pt x="222" y="723"/>
                  </a:lnTo>
                  <a:lnTo>
                    <a:pt x="206" y="719"/>
                  </a:lnTo>
                  <a:lnTo>
                    <a:pt x="196" y="707"/>
                  </a:lnTo>
                  <a:lnTo>
                    <a:pt x="189" y="694"/>
                  </a:lnTo>
                  <a:lnTo>
                    <a:pt x="182" y="680"/>
                  </a:lnTo>
                  <a:lnTo>
                    <a:pt x="178" y="665"/>
                  </a:lnTo>
                  <a:lnTo>
                    <a:pt x="181" y="647"/>
                  </a:lnTo>
                  <a:lnTo>
                    <a:pt x="189" y="629"/>
                  </a:lnTo>
                  <a:lnTo>
                    <a:pt x="193" y="615"/>
                  </a:lnTo>
                  <a:lnTo>
                    <a:pt x="185" y="604"/>
                  </a:lnTo>
                  <a:lnTo>
                    <a:pt x="166" y="594"/>
                  </a:lnTo>
                  <a:lnTo>
                    <a:pt x="149" y="580"/>
                  </a:lnTo>
                  <a:lnTo>
                    <a:pt x="143" y="565"/>
                  </a:lnTo>
                  <a:lnTo>
                    <a:pt x="151" y="551"/>
                  </a:lnTo>
                  <a:lnTo>
                    <a:pt x="160" y="539"/>
                  </a:lnTo>
                  <a:lnTo>
                    <a:pt x="162" y="526"/>
                  </a:lnTo>
                  <a:lnTo>
                    <a:pt x="157" y="509"/>
                  </a:lnTo>
                  <a:lnTo>
                    <a:pt x="153" y="491"/>
                  </a:lnTo>
                  <a:lnTo>
                    <a:pt x="158" y="477"/>
                  </a:lnTo>
                  <a:lnTo>
                    <a:pt x="172" y="469"/>
                  </a:lnTo>
                  <a:lnTo>
                    <a:pt x="190" y="466"/>
                  </a:lnTo>
                  <a:lnTo>
                    <a:pt x="204" y="461"/>
                  </a:lnTo>
                  <a:lnTo>
                    <a:pt x="217" y="456"/>
                  </a:lnTo>
                  <a:lnTo>
                    <a:pt x="231" y="452"/>
                  </a:lnTo>
                  <a:lnTo>
                    <a:pt x="246" y="452"/>
                  </a:lnTo>
                  <a:lnTo>
                    <a:pt x="260" y="451"/>
                  </a:lnTo>
                  <a:lnTo>
                    <a:pt x="272" y="441"/>
                  </a:lnTo>
                  <a:lnTo>
                    <a:pt x="284" y="422"/>
                  </a:lnTo>
                  <a:lnTo>
                    <a:pt x="300" y="402"/>
                  </a:lnTo>
                  <a:lnTo>
                    <a:pt x="320" y="392"/>
                  </a:lnTo>
                  <a:lnTo>
                    <a:pt x="339" y="400"/>
                  </a:lnTo>
                  <a:lnTo>
                    <a:pt x="355" y="419"/>
                  </a:lnTo>
                  <a:lnTo>
                    <a:pt x="369" y="435"/>
                  </a:lnTo>
                  <a:lnTo>
                    <a:pt x="383" y="443"/>
                  </a:lnTo>
                  <a:lnTo>
                    <a:pt x="401" y="446"/>
                  </a:lnTo>
                  <a:lnTo>
                    <a:pt x="418" y="450"/>
                  </a:lnTo>
                  <a:lnTo>
                    <a:pt x="431" y="460"/>
                  </a:lnTo>
                  <a:lnTo>
                    <a:pt x="440" y="473"/>
                  </a:lnTo>
                  <a:lnTo>
                    <a:pt x="450" y="484"/>
                  </a:lnTo>
                  <a:lnTo>
                    <a:pt x="464" y="491"/>
                  </a:lnTo>
                  <a:lnTo>
                    <a:pt x="479" y="500"/>
                  </a:lnTo>
                  <a:lnTo>
                    <a:pt x="488" y="511"/>
                  </a:lnTo>
                  <a:lnTo>
                    <a:pt x="492" y="525"/>
                  </a:lnTo>
                  <a:lnTo>
                    <a:pt x="497" y="538"/>
                  </a:lnTo>
                  <a:lnTo>
                    <a:pt x="508" y="551"/>
                  </a:lnTo>
                  <a:lnTo>
                    <a:pt x="522" y="564"/>
                  </a:lnTo>
                  <a:close/>
                </a:path>
              </a:pathLst>
            </a:custGeom>
            <a:solidFill>
              <a:srgbClr val="A7CEE4">
                <a:alpha val="43000"/>
              </a:srgbClr>
            </a:solidFill>
            <a:ln>
              <a:noFill/>
            </a:ln>
          </p:spPr>
          <p:txBody>
            <a:bodyPr anchor="ctr"/>
            <a:lstStyle/>
            <a:p>
              <a:pPr algn="ctr">
                <a:buNone/>
              </a:pPr>
            </a:p>
          </p:txBody>
        </p:sp>
        <p:sp>
          <p:nvSpPr>
            <p:cNvPr id="2983" name="addition:input:106"/>
            <p:cNvSpPr>
              <a:spLocks noGrp="1"/>
            </p:cNvSpPr>
            <p:nvPr/>
          </p:nvSpPr>
          <p:spPr>
            <a:xfrm>
              <a:off x="209550" y="5438775"/>
              <a:ext cx="806501" cy="1372149"/>
            </a:xfrm>
            <a:custGeom>
              <a:avLst/>
              <a:gdLst/>
              <a:ahLst/>
              <a:cxnLst/>
              <a:rect l="l" t="t" r="r" b="b"/>
              <a:pathLst>
                <a:path w="490" h="732">
                  <a:moveTo>
                    <a:pt x="0" y="0"/>
                  </a:moveTo>
                  <a:moveTo>
                    <a:pt x="464" y="585"/>
                  </a:moveTo>
                  <a:lnTo>
                    <a:pt x="458" y="597"/>
                  </a:lnTo>
                  <a:lnTo>
                    <a:pt x="452" y="608"/>
                  </a:lnTo>
                  <a:lnTo>
                    <a:pt x="444" y="618"/>
                  </a:lnTo>
                  <a:lnTo>
                    <a:pt x="434" y="628"/>
                  </a:lnTo>
                  <a:lnTo>
                    <a:pt x="428" y="638"/>
                  </a:lnTo>
                  <a:lnTo>
                    <a:pt x="427" y="651"/>
                  </a:lnTo>
                  <a:lnTo>
                    <a:pt x="426" y="666"/>
                  </a:lnTo>
                  <a:lnTo>
                    <a:pt x="420" y="679"/>
                  </a:lnTo>
                  <a:lnTo>
                    <a:pt x="406" y="685"/>
                  </a:lnTo>
                  <a:lnTo>
                    <a:pt x="391" y="688"/>
                  </a:lnTo>
                  <a:lnTo>
                    <a:pt x="379" y="694"/>
                  </a:lnTo>
                  <a:lnTo>
                    <a:pt x="372" y="707"/>
                  </a:lnTo>
                  <a:lnTo>
                    <a:pt x="365" y="723"/>
                  </a:lnTo>
                  <a:lnTo>
                    <a:pt x="353" y="732"/>
                  </a:lnTo>
                  <a:lnTo>
                    <a:pt x="338" y="729"/>
                  </a:lnTo>
                  <a:lnTo>
                    <a:pt x="323" y="717"/>
                  </a:lnTo>
                  <a:lnTo>
                    <a:pt x="311" y="705"/>
                  </a:lnTo>
                  <a:lnTo>
                    <a:pt x="301" y="701"/>
                  </a:lnTo>
                  <a:lnTo>
                    <a:pt x="291" y="703"/>
                  </a:lnTo>
                  <a:lnTo>
                    <a:pt x="281" y="705"/>
                  </a:lnTo>
                  <a:lnTo>
                    <a:pt x="270" y="705"/>
                  </a:lnTo>
                  <a:lnTo>
                    <a:pt x="259" y="706"/>
                  </a:lnTo>
                  <a:lnTo>
                    <a:pt x="245" y="708"/>
                  </a:lnTo>
                  <a:lnTo>
                    <a:pt x="228" y="711"/>
                  </a:lnTo>
                  <a:lnTo>
                    <a:pt x="214" y="707"/>
                  </a:lnTo>
                  <a:lnTo>
                    <a:pt x="207" y="695"/>
                  </a:lnTo>
                  <a:lnTo>
                    <a:pt x="209" y="677"/>
                  </a:lnTo>
                  <a:lnTo>
                    <a:pt x="212" y="660"/>
                  </a:lnTo>
                  <a:lnTo>
                    <a:pt x="208" y="648"/>
                  </a:lnTo>
                  <a:lnTo>
                    <a:pt x="197" y="641"/>
                  </a:lnTo>
                  <a:lnTo>
                    <a:pt x="184" y="633"/>
                  </a:lnTo>
                  <a:lnTo>
                    <a:pt x="179" y="621"/>
                  </a:lnTo>
                  <a:lnTo>
                    <a:pt x="182" y="608"/>
                  </a:lnTo>
                  <a:lnTo>
                    <a:pt x="188" y="596"/>
                  </a:lnTo>
                  <a:lnTo>
                    <a:pt x="187" y="585"/>
                  </a:lnTo>
                  <a:lnTo>
                    <a:pt x="179" y="574"/>
                  </a:lnTo>
                  <a:lnTo>
                    <a:pt x="169" y="561"/>
                  </a:lnTo>
                  <a:lnTo>
                    <a:pt x="163" y="547"/>
                  </a:lnTo>
                  <a:lnTo>
                    <a:pt x="164" y="534"/>
                  </a:lnTo>
                  <a:lnTo>
                    <a:pt x="165" y="522"/>
                  </a:lnTo>
                  <a:lnTo>
                    <a:pt x="167" y="508"/>
                  </a:lnTo>
                  <a:lnTo>
                    <a:pt x="172" y="496"/>
                  </a:lnTo>
                  <a:lnTo>
                    <a:pt x="184" y="489"/>
                  </a:lnTo>
                  <a:lnTo>
                    <a:pt x="203" y="490"/>
                  </a:lnTo>
                  <a:lnTo>
                    <a:pt x="223" y="495"/>
                  </a:lnTo>
                  <a:lnTo>
                    <a:pt x="236" y="495"/>
                  </a:lnTo>
                  <a:lnTo>
                    <a:pt x="241" y="484"/>
                  </a:lnTo>
                  <a:lnTo>
                    <a:pt x="245" y="466"/>
                  </a:lnTo>
                  <a:lnTo>
                    <a:pt x="253" y="450"/>
                  </a:lnTo>
                  <a:lnTo>
                    <a:pt x="267" y="444"/>
                  </a:lnTo>
                  <a:lnTo>
                    <a:pt x="283" y="446"/>
                  </a:lnTo>
                  <a:lnTo>
                    <a:pt x="298" y="448"/>
                  </a:lnTo>
                  <a:lnTo>
                    <a:pt x="313" y="446"/>
                  </a:lnTo>
                  <a:lnTo>
                    <a:pt x="329" y="444"/>
                  </a:lnTo>
                  <a:lnTo>
                    <a:pt x="345" y="445"/>
                  </a:lnTo>
                  <a:lnTo>
                    <a:pt x="360" y="452"/>
                  </a:lnTo>
                  <a:lnTo>
                    <a:pt x="372" y="462"/>
                  </a:lnTo>
                  <a:lnTo>
                    <a:pt x="385" y="469"/>
                  </a:lnTo>
                  <a:lnTo>
                    <a:pt x="399" y="473"/>
                  </a:lnTo>
                  <a:lnTo>
                    <a:pt x="411" y="480"/>
                  </a:lnTo>
                  <a:lnTo>
                    <a:pt x="418" y="493"/>
                  </a:lnTo>
                  <a:lnTo>
                    <a:pt x="420" y="507"/>
                  </a:lnTo>
                  <a:lnTo>
                    <a:pt x="423" y="518"/>
                  </a:lnTo>
                  <a:lnTo>
                    <a:pt x="436" y="523"/>
                  </a:lnTo>
                  <a:lnTo>
                    <a:pt x="458" y="526"/>
                  </a:lnTo>
                  <a:lnTo>
                    <a:pt x="480" y="531"/>
                  </a:lnTo>
                  <a:lnTo>
                    <a:pt x="490" y="542"/>
                  </a:lnTo>
                  <a:lnTo>
                    <a:pt x="486" y="558"/>
                  </a:lnTo>
                  <a:lnTo>
                    <a:pt x="475" y="572"/>
                  </a:lnTo>
                  <a:close/>
                </a:path>
              </a:pathLst>
            </a:custGeom>
            <a:solidFill>
              <a:srgbClr val="59A3CD">
                <a:alpha val="43000"/>
              </a:srgbClr>
            </a:solidFill>
            <a:ln>
              <a:noFill/>
            </a:ln>
          </p:spPr>
          <p:txBody>
            <a:bodyPr anchor="ctr"/>
            <a:lstStyle/>
            <a:p>
              <a:pPr algn="ctr">
                <a:buNone/>
              </a:pPr>
            </a:p>
          </p:txBody>
        </p:sp>
        <p:sp>
          <p:nvSpPr>
            <p:cNvPr id="2984" name="addition:input:107"/>
            <p:cNvSpPr>
              <a:spLocks noGrp="1"/>
            </p:cNvSpPr>
            <p:nvPr/>
          </p:nvSpPr>
          <p:spPr>
            <a:xfrm>
              <a:off x="209550" y="5438775"/>
              <a:ext cx="766999" cy="1347780"/>
            </a:xfrm>
            <a:custGeom>
              <a:avLst/>
              <a:gdLst/>
              <a:ahLst/>
              <a:cxnLst/>
              <a:rect l="l" t="t" r="r" b="b"/>
              <a:pathLst>
                <a:path w="466" h="719">
                  <a:moveTo>
                    <a:pt x="0" y="0"/>
                  </a:moveTo>
                  <a:moveTo>
                    <a:pt x="455" y="590"/>
                  </a:moveTo>
                  <a:lnTo>
                    <a:pt x="437" y="600"/>
                  </a:lnTo>
                  <a:lnTo>
                    <a:pt x="423" y="609"/>
                  </a:lnTo>
                  <a:lnTo>
                    <a:pt x="418" y="618"/>
                  </a:lnTo>
                  <a:lnTo>
                    <a:pt x="418" y="628"/>
                  </a:lnTo>
                  <a:lnTo>
                    <a:pt x="415" y="639"/>
                  </a:lnTo>
                  <a:lnTo>
                    <a:pt x="408" y="648"/>
                  </a:lnTo>
                  <a:lnTo>
                    <a:pt x="400" y="655"/>
                  </a:lnTo>
                  <a:lnTo>
                    <a:pt x="393" y="664"/>
                  </a:lnTo>
                  <a:lnTo>
                    <a:pt x="388" y="676"/>
                  </a:lnTo>
                  <a:lnTo>
                    <a:pt x="381" y="686"/>
                  </a:lnTo>
                  <a:lnTo>
                    <a:pt x="370" y="693"/>
                  </a:lnTo>
                  <a:lnTo>
                    <a:pt x="357" y="695"/>
                  </a:lnTo>
                  <a:lnTo>
                    <a:pt x="345" y="699"/>
                  </a:lnTo>
                  <a:lnTo>
                    <a:pt x="336" y="706"/>
                  </a:lnTo>
                  <a:lnTo>
                    <a:pt x="326" y="716"/>
                  </a:lnTo>
                  <a:lnTo>
                    <a:pt x="315" y="719"/>
                  </a:lnTo>
                  <a:lnTo>
                    <a:pt x="302" y="712"/>
                  </a:lnTo>
                  <a:lnTo>
                    <a:pt x="292" y="698"/>
                  </a:lnTo>
                  <a:lnTo>
                    <a:pt x="285" y="686"/>
                  </a:lnTo>
                  <a:lnTo>
                    <a:pt x="277" y="683"/>
                  </a:lnTo>
                  <a:lnTo>
                    <a:pt x="267" y="689"/>
                  </a:lnTo>
                  <a:lnTo>
                    <a:pt x="254" y="696"/>
                  </a:lnTo>
                  <a:lnTo>
                    <a:pt x="242" y="698"/>
                  </a:lnTo>
                  <a:lnTo>
                    <a:pt x="232" y="695"/>
                  </a:lnTo>
                  <a:lnTo>
                    <a:pt x="223" y="689"/>
                  </a:lnTo>
                  <a:lnTo>
                    <a:pt x="214" y="683"/>
                  </a:lnTo>
                  <a:lnTo>
                    <a:pt x="206" y="675"/>
                  </a:lnTo>
                  <a:lnTo>
                    <a:pt x="203" y="664"/>
                  </a:lnTo>
                  <a:lnTo>
                    <a:pt x="205" y="650"/>
                  </a:lnTo>
                  <a:lnTo>
                    <a:pt x="209" y="637"/>
                  </a:lnTo>
                  <a:lnTo>
                    <a:pt x="208" y="627"/>
                  </a:lnTo>
                  <a:lnTo>
                    <a:pt x="199" y="619"/>
                  </a:lnTo>
                  <a:lnTo>
                    <a:pt x="189" y="611"/>
                  </a:lnTo>
                  <a:lnTo>
                    <a:pt x="185" y="601"/>
                  </a:lnTo>
                  <a:lnTo>
                    <a:pt x="190" y="590"/>
                  </a:lnTo>
                  <a:lnTo>
                    <a:pt x="197" y="581"/>
                  </a:lnTo>
                  <a:lnTo>
                    <a:pt x="198" y="571"/>
                  </a:lnTo>
                  <a:lnTo>
                    <a:pt x="191" y="560"/>
                  </a:lnTo>
                  <a:lnTo>
                    <a:pt x="180" y="546"/>
                  </a:lnTo>
                  <a:lnTo>
                    <a:pt x="175" y="532"/>
                  </a:lnTo>
                  <a:lnTo>
                    <a:pt x="179" y="522"/>
                  </a:lnTo>
                  <a:lnTo>
                    <a:pt x="189" y="515"/>
                  </a:lnTo>
                  <a:lnTo>
                    <a:pt x="199" y="509"/>
                  </a:lnTo>
                  <a:lnTo>
                    <a:pt x="209" y="504"/>
                  </a:lnTo>
                  <a:lnTo>
                    <a:pt x="220" y="501"/>
                  </a:lnTo>
                  <a:lnTo>
                    <a:pt x="232" y="501"/>
                  </a:lnTo>
                  <a:lnTo>
                    <a:pt x="244" y="503"/>
                  </a:lnTo>
                  <a:lnTo>
                    <a:pt x="253" y="500"/>
                  </a:lnTo>
                  <a:lnTo>
                    <a:pt x="259" y="490"/>
                  </a:lnTo>
                  <a:lnTo>
                    <a:pt x="266" y="474"/>
                  </a:lnTo>
                  <a:lnTo>
                    <a:pt x="277" y="461"/>
                  </a:lnTo>
                  <a:lnTo>
                    <a:pt x="290" y="459"/>
                  </a:lnTo>
                  <a:lnTo>
                    <a:pt x="303" y="466"/>
                  </a:lnTo>
                  <a:lnTo>
                    <a:pt x="316" y="474"/>
                  </a:lnTo>
                  <a:lnTo>
                    <a:pt x="328" y="477"/>
                  </a:lnTo>
                  <a:lnTo>
                    <a:pt x="343" y="475"/>
                  </a:lnTo>
                  <a:lnTo>
                    <a:pt x="357" y="475"/>
                  </a:lnTo>
                  <a:lnTo>
                    <a:pt x="369" y="481"/>
                  </a:lnTo>
                  <a:lnTo>
                    <a:pt x="378" y="492"/>
                  </a:lnTo>
                  <a:lnTo>
                    <a:pt x="384" y="504"/>
                  </a:lnTo>
                  <a:lnTo>
                    <a:pt x="392" y="512"/>
                  </a:lnTo>
                  <a:lnTo>
                    <a:pt x="401" y="518"/>
                  </a:lnTo>
                  <a:lnTo>
                    <a:pt x="409" y="526"/>
                  </a:lnTo>
                  <a:lnTo>
                    <a:pt x="414" y="535"/>
                  </a:lnTo>
                  <a:lnTo>
                    <a:pt x="420" y="543"/>
                  </a:lnTo>
                  <a:lnTo>
                    <a:pt x="431" y="550"/>
                  </a:lnTo>
                  <a:lnTo>
                    <a:pt x="448" y="556"/>
                  </a:lnTo>
                  <a:lnTo>
                    <a:pt x="463" y="565"/>
                  </a:lnTo>
                  <a:lnTo>
                    <a:pt x="466" y="577"/>
                  </a:lnTo>
                  <a:close/>
                </a:path>
              </a:pathLst>
            </a:custGeom>
            <a:solidFill>
              <a:srgbClr val="0675B4">
                <a:alpha val="35000"/>
              </a:srgbClr>
            </a:solidFill>
            <a:ln>
              <a:noFill/>
            </a:ln>
          </p:spPr>
          <p:txBody>
            <a:bodyPr anchor="ctr"/>
            <a:lstStyle/>
            <a:p>
              <a:pPr algn="ctr">
                <a:buNone/>
              </a:pPr>
            </a:p>
          </p:txBody>
        </p:sp>
        <p:sp>
          <p:nvSpPr>
            <p:cNvPr id="2985" name="addition:input:108"/>
            <p:cNvSpPr>
              <a:spLocks noGrp="1"/>
            </p:cNvSpPr>
            <p:nvPr/>
          </p:nvSpPr>
          <p:spPr>
            <a:xfrm>
              <a:off x="209550" y="5438775"/>
              <a:ext cx="513527" cy="1145332"/>
            </a:xfrm>
            <a:custGeom>
              <a:avLst/>
              <a:gdLst/>
              <a:ahLst/>
              <a:cxnLst/>
              <a:rect l="l" t="t" r="r" b="b"/>
              <a:pathLst>
                <a:path w="312" h="611">
                  <a:moveTo>
                    <a:pt x="0" y="0"/>
                  </a:moveTo>
                  <a:moveTo>
                    <a:pt x="309" y="556"/>
                  </a:moveTo>
                  <a:lnTo>
                    <a:pt x="308" y="561"/>
                  </a:lnTo>
                  <a:lnTo>
                    <a:pt x="305" y="565"/>
                  </a:lnTo>
                  <a:lnTo>
                    <a:pt x="301" y="569"/>
                  </a:lnTo>
                  <a:lnTo>
                    <a:pt x="298" y="572"/>
                  </a:lnTo>
                  <a:lnTo>
                    <a:pt x="296" y="576"/>
                  </a:lnTo>
                  <a:lnTo>
                    <a:pt x="295" y="581"/>
                  </a:lnTo>
                  <a:lnTo>
                    <a:pt x="292" y="585"/>
                  </a:lnTo>
                  <a:lnTo>
                    <a:pt x="287" y="588"/>
                  </a:lnTo>
                  <a:lnTo>
                    <a:pt x="281" y="589"/>
                  </a:lnTo>
                  <a:lnTo>
                    <a:pt x="277" y="591"/>
                  </a:lnTo>
                  <a:lnTo>
                    <a:pt x="275" y="597"/>
                  </a:lnTo>
                  <a:lnTo>
                    <a:pt x="274" y="604"/>
                  </a:lnTo>
                  <a:lnTo>
                    <a:pt x="271" y="610"/>
                  </a:lnTo>
                  <a:lnTo>
                    <a:pt x="265" y="611"/>
                  </a:lnTo>
                  <a:lnTo>
                    <a:pt x="258" y="608"/>
                  </a:lnTo>
                  <a:lnTo>
                    <a:pt x="253" y="604"/>
                  </a:lnTo>
                  <a:lnTo>
                    <a:pt x="248" y="602"/>
                  </a:lnTo>
                  <a:lnTo>
                    <a:pt x="244" y="601"/>
                  </a:lnTo>
                  <a:lnTo>
                    <a:pt x="240" y="600"/>
                  </a:lnTo>
                  <a:lnTo>
                    <a:pt x="237" y="599"/>
                  </a:lnTo>
                  <a:lnTo>
                    <a:pt x="233" y="598"/>
                  </a:lnTo>
                  <a:lnTo>
                    <a:pt x="229" y="599"/>
                  </a:lnTo>
                  <a:lnTo>
                    <a:pt x="223" y="601"/>
                  </a:lnTo>
                  <a:lnTo>
                    <a:pt x="218" y="602"/>
                  </a:lnTo>
                  <a:lnTo>
                    <a:pt x="214" y="599"/>
                  </a:lnTo>
                  <a:lnTo>
                    <a:pt x="213" y="594"/>
                  </a:lnTo>
                  <a:lnTo>
                    <a:pt x="213" y="588"/>
                  </a:lnTo>
                  <a:lnTo>
                    <a:pt x="211" y="584"/>
                  </a:lnTo>
                  <a:lnTo>
                    <a:pt x="207" y="582"/>
                  </a:lnTo>
                  <a:lnTo>
                    <a:pt x="202" y="579"/>
                  </a:lnTo>
                  <a:lnTo>
                    <a:pt x="200" y="575"/>
                  </a:lnTo>
                  <a:lnTo>
                    <a:pt x="202" y="570"/>
                  </a:lnTo>
                  <a:lnTo>
                    <a:pt x="206" y="564"/>
                  </a:lnTo>
                  <a:lnTo>
                    <a:pt x="208" y="560"/>
                  </a:lnTo>
                  <a:lnTo>
                    <a:pt x="207" y="556"/>
                  </a:lnTo>
                  <a:lnTo>
                    <a:pt x="204" y="552"/>
                  </a:lnTo>
                  <a:lnTo>
                    <a:pt x="202" y="548"/>
                  </a:lnTo>
                  <a:lnTo>
                    <a:pt x="201" y="543"/>
                  </a:lnTo>
                  <a:lnTo>
                    <a:pt x="200" y="539"/>
                  </a:lnTo>
                  <a:lnTo>
                    <a:pt x="198" y="533"/>
                  </a:lnTo>
                  <a:lnTo>
                    <a:pt x="197" y="527"/>
                  </a:lnTo>
                  <a:lnTo>
                    <a:pt x="199" y="523"/>
                  </a:lnTo>
                  <a:lnTo>
                    <a:pt x="205" y="522"/>
                  </a:lnTo>
                  <a:lnTo>
                    <a:pt x="213" y="523"/>
                  </a:lnTo>
                  <a:lnTo>
                    <a:pt x="218" y="523"/>
                  </a:lnTo>
                  <a:lnTo>
                    <a:pt x="221" y="521"/>
                  </a:lnTo>
                  <a:lnTo>
                    <a:pt x="223" y="516"/>
                  </a:lnTo>
                  <a:lnTo>
                    <a:pt x="225" y="511"/>
                  </a:lnTo>
                  <a:lnTo>
                    <a:pt x="229" y="509"/>
                  </a:lnTo>
                  <a:lnTo>
                    <a:pt x="234" y="510"/>
                  </a:lnTo>
                  <a:lnTo>
                    <a:pt x="239" y="510"/>
                  </a:lnTo>
                  <a:lnTo>
                    <a:pt x="244" y="509"/>
                  </a:lnTo>
                  <a:lnTo>
                    <a:pt x="249" y="506"/>
                  </a:lnTo>
                  <a:lnTo>
                    <a:pt x="254" y="505"/>
                  </a:lnTo>
                  <a:lnTo>
                    <a:pt x="260" y="505"/>
                  </a:lnTo>
                  <a:lnTo>
                    <a:pt x="265" y="507"/>
                  </a:lnTo>
                  <a:lnTo>
                    <a:pt x="271" y="509"/>
                  </a:lnTo>
                  <a:lnTo>
                    <a:pt x="276" y="510"/>
                  </a:lnTo>
                  <a:lnTo>
                    <a:pt x="281" y="513"/>
                  </a:lnTo>
                  <a:lnTo>
                    <a:pt x="284" y="518"/>
                  </a:lnTo>
                  <a:lnTo>
                    <a:pt x="284" y="525"/>
                  </a:lnTo>
                  <a:lnTo>
                    <a:pt x="285" y="530"/>
                  </a:lnTo>
                  <a:lnTo>
                    <a:pt x="288" y="533"/>
                  </a:lnTo>
                  <a:lnTo>
                    <a:pt x="295" y="534"/>
                  </a:lnTo>
                  <a:lnTo>
                    <a:pt x="304" y="534"/>
                  </a:lnTo>
                  <a:lnTo>
                    <a:pt x="310" y="537"/>
                  </a:lnTo>
                  <a:lnTo>
                    <a:pt x="312" y="542"/>
                  </a:lnTo>
                  <a:lnTo>
                    <a:pt x="311" y="547"/>
                  </a:lnTo>
                  <a:lnTo>
                    <a:pt x="309" y="552"/>
                  </a:lnTo>
                  <a:close/>
                </a:path>
              </a:pathLst>
            </a:custGeom>
            <a:solidFill>
              <a:srgbClr val="59A3CD">
                <a:alpha val="32000"/>
              </a:srgbClr>
            </a:solidFill>
            <a:ln>
              <a:noFill/>
            </a:ln>
          </p:spPr>
          <p:txBody>
            <a:bodyPr anchor="ctr"/>
            <a:lstStyle/>
            <a:p>
              <a:pPr algn="ctr">
                <a:buNone/>
              </a:pPr>
            </a:p>
          </p:txBody>
        </p:sp>
        <p:sp>
          <p:nvSpPr>
            <p:cNvPr id="2986" name="addition:input:109"/>
            <p:cNvSpPr>
              <a:spLocks noGrp="1"/>
            </p:cNvSpPr>
            <p:nvPr/>
          </p:nvSpPr>
          <p:spPr>
            <a:xfrm>
              <a:off x="209550" y="5438775"/>
              <a:ext cx="574426" cy="1066602"/>
            </a:xfrm>
            <a:custGeom>
              <a:avLst/>
              <a:gdLst/>
              <a:ahLst/>
              <a:cxnLst/>
              <a:rect l="l" t="t" r="r" b="b"/>
              <a:pathLst>
                <a:path w="349" h="569">
                  <a:moveTo>
                    <a:pt x="0" y="0"/>
                  </a:moveTo>
                  <a:moveTo>
                    <a:pt x="345" y="517"/>
                  </a:moveTo>
                  <a:lnTo>
                    <a:pt x="348" y="521"/>
                  </a:lnTo>
                  <a:lnTo>
                    <a:pt x="349" y="526"/>
                  </a:lnTo>
                  <a:lnTo>
                    <a:pt x="348" y="530"/>
                  </a:lnTo>
                  <a:lnTo>
                    <a:pt x="346" y="534"/>
                  </a:lnTo>
                  <a:lnTo>
                    <a:pt x="344" y="539"/>
                  </a:lnTo>
                  <a:lnTo>
                    <a:pt x="343" y="543"/>
                  </a:lnTo>
                  <a:lnTo>
                    <a:pt x="339" y="546"/>
                  </a:lnTo>
                  <a:lnTo>
                    <a:pt x="333" y="547"/>
                  </a:lnTo>
                  <a:lnTo>
                    <a:pt x="326" y="546"/>
                  </a:lnTo>
                  <a:lnTo>
                    <a:pt x="321" y="547"/>
                  </a:lnTo>
                  <a:lnTo>
                    <a:pt x="319" y="550"/>
                  </a:lnTo>
                  <a:lnTo>
                    <a:pt x="318" y="557"/>
                  </a:lnTo>
                  <a:lnTo>
                    <a:pt x="316" y="564"/>
                  </a:lnTo>
                  <a:lnTo>
                    <a:pt x="311" y="568"/>
                  </a:lnTo>
                  <a:lnTo>
                    <a:pt x="305" y="569"/>
                  </a:lnTo>
                  <a:lnTo>
                    <a:pt x="299" y="567"/>
                  </a:lnTo>
                  <a:lnTo>
                    <a:pt x="294" y="567"/>
                  </a:lnTo>
                  <a:lnTo>
                    <a:pt x="288" y="566"/>
                  </a:lnTo>
                  <a:lnTo>
                    <a:pt x="283" y="565"/>
                  </a:lnTo>
                  <a:lnTo>
                    <a:pt x="279" y="562"/>
                  </a:lnTo>
                  <a:lnTo>
                    <a:pt x="275" y="559"/>
                  </a:lnTo>
                  <a:lnTo>
                    <a:pt x="271" y="557"/>
                  </a:lnTo>
                  <a:lnTo>
                    <a:pt x="266" y="557"/>
                  </a:lnTo>
                  <a:lnTo>
                    <a:pt x="261" y="557"/>
                  </a:lnTo>
                  <a:lnTo>
                    <a:pt x="257" y="554"/>
                  </a:lnTo>
                  <a:lnTo>
                    <a:pt x="256" y="550"/>
                  </a:lnTo>
                  <a:lnTo>
                    <a:pt x="255" y="545"/>
                  </a:lnTo>
                  <a:lnTo>
                    <a:pt x="252" y="543"/>
                  </a:lnTo>
                  <a:lnTo>
                    <a:pt x="246" y="542"/>
                  </a:lnTo>
                  <a:lnTo>
                    <a:pt x="240" y="540"/>
                  </a:lnTo>
                  <a:lnTo>
                    <a:pt x="236" y="537"/>
                  </a:lnTo>
                  <a:lnTo>
                    <a:pt x="237" y="531"/>
                  </a:lnTo>
                  <a:lnTo>
                    <a:pt x="241" y="526"/>
                  </a:lnTo>
                  <a:lnTo>
                    <a:pt x="246" y="521"/>
                  </a:lnTo>
                  <a:lnTo>
                    <a:pt x="248" y="517"/>
                  </a:lnTo>
                  <a:lnTo>
                    <a:pt x="250" y="513"/>
                  </a:lnTo>
                  <a:lnTo>
                    <a:pt x="251" y="509"/>
                  </a:lnTo>
                  <a:lnTo>
                    <a:pt x="253" y="506"/>
                  </a:lnTo>
                  <a:lnTo>
                    <a:pt x="254" y="502"/>
                  </a:lnTo>
                  <a:lnTo>
                    <a:pt x="252" y="497"/>
                  </a:lnTo>
                  <a:lnTo>
                    <a:pt x="251" y="491"/>
                  </a:lnTo>
                  <a:lnTo>
                    <a:pt x="251" y="485"/>
                  </a:lnTo>
                  <a:lnTo>
                    <a:pt x="255" y="482"/>
                  </a:lnTo>
                  <a:lnTo>
                    <a:pt x="260" y="481"/>
                  </a:lnTo>
                  <a:lnTo>
                    <a:pt x="265" y="481"/>
                  </a:lnTo>
                  <a:lnTo>
                    <a:pt x="268" y="478"/>
                  </a:lnTo>
                  <a:lnTo>
                    <a:pt x="270" y="473"/>
                  </a:lnTo>
                  <a:lnTo>
                    <a:pt x="273" y="470"/>
                  </a:lnTo>
                  <a:lnTo>
                    <a:pt x="277" y="469"/>
                  </a:lnTo>
                  <a:lnTo>
                    <a:pt x="282" y="472"/>
                  </a:lnTo>
                  <a:lnTo>
                    <a:pt x="286" y="475"/>
                  </a:lnTo>
                  <a:lnTo>
                    <a:pt x="289" y="476"/>
                  </a:lnTo>
                  <a:lnTo>
                    <a:pt x="293" y="474"/>
                  </a:lnTo>
                  <a:lnTo>
                    <a:pt x="296" y="472"/>
                  </a:lnTo>
                  <a:lnTo>
                    <a:pt x="301" y="471"/>
                  </a:lnTo>
                  <a:lnTo>
                    <a:pt x="305" y="471"/>
                  </a:lnTo>
                  <a:lnTo>
                    <a:pt x="310" y="471"/>
                  </a:lnTo>
                  <a:lnTo>
                    <a:pt x="316" y="470"/>
                  </a:lnTo>
                  <a:lnTo>
                    <a:pt x="321" y="470"/>
                  </a:lnTo>
                  <a:lnTo>
                    <a:pt x="325" y="475"/>
                  </a:lnTo>
                  <a:lnTo>
                    <a:pt x="325" y="482"/>
                  </a:lnTo>
                  <a:lnTo>
                    <a:pt x="324" y="489"/>
                  </a:lnTo>
                  <a:lnTo>
                    <a:pt x="324" y="493"/>
                  </a:lnTo>
                  <a:lnTo>
                    <a:pt x="329" y="495"/>
                  </a:lnTo>
                  <a:lnTo>
                    <a:pt x="335" y="497"/>
                  </a:lnTo>
                  <a:lnTo>
                    <a:pt x="339" y="500"/>
                  </a:lnTo>
                  <a:lnTo>
                    <a:pt x="341" y="504"/>
                  </a:lnTo>
                  <a:lnTo>
                    <a:pt x="341" y="509"/>
                  </a:lnTo>
                  <a:lnTo>
                    <a:pt x="342" y="513"/>
                  </a:lnTo>
                  <a:close/>
                </a:path>
              </a:pathLst>
            </a:custGeom>
            <a:solidFill>
              <a:srgbClr val="59A3CD">
                <a:alpha val="32000"/>
              </a:srgbClr>
            </a:solidFill>
            <a:ln>
              <a:noFill/>
            </a:ln>
          </p:spPr>
          <p:txBody>
            <a:bodyPr anchor="ctr"/>
            <a:lstStyle/>
            <a:p>
              <a:pPr algn="ctr">
                <a:buNone/>
              </a:pPr>
            </a:p>
          </p:txBody>
        </p:sp>
        <p:sp>
          <p:nvSpPr>
            <p:cNvPr id="2987" name="addition:input:110"/>
            <p:cNvSpPr>
              <a:spLocks noGrp="1"/>
            </p:cNvSpPr>
            <p:nvPr/>
          </p:nvSpPr>
          <p:spPr>
            <a:xfrm>
              <a:off x="209550" y="5438775"/>
              <a:ext cx="673181" cy="1100343"/>
            </a:xfrm>
            <a:custGeom>
              <a:avLst/>
              <a:gdLst/>
              <a:ahLst/>
              <a:cxnLst/>
              <a:rect l="l" t="t" r="r" b="b"/>
              <a:pathLst>
                <a:path w="409" h="587">
                  <a:moveTo>
                    <a:pt x="0" y="0"/>
                  </a:moveTo>
                  <a:moveTo>
                    <a:pt x="404" y="528"/>
                  </a:moveTo>
                  <a:lnTo>
                    <a:pt x="399" y="532"/>
                  </a:lnTo>
                  <a:lnTo>
                    <a:pt x="397" y="537"/>
                  </a:lnTo>
                  <a:lnTo>
                    <a:pt x="396" y="541"/>
                  </a:lnTo>
                  <a:lnTo>
                    <a:pt x="395" y="546"/>
                  </a:lnTo>
                  <a:lnTo>
                    <a:pt x="392" y="550"/>
                  </a:lnTo>
                  <a:lnTo>
                    <a:pt x="388" y="553"/>
                  </a:lnTo>
                  <a:lnTo>
                    <a:pt x="384" y="556"/>
                  </a:lnTo>
                  <a:lnTo>
                    <a:pt x="381" y="560"/>
                  </a:lnTo>
                  <a:lnTo>
                    <a:pt x="379" y="564"/>
                  </a:lnTo>
                  <a:lnTo>
                    <a:pt x="375" y="568"/>
                  </a:lnTo>
                  <a:lnTo>
                    <a:pt x="370" y="570"/>
                  </a:lnTo>
                  <a:lnTo>
                    <a:pt x="366" y="573"/>
                  </a:lnTo>
                  <a:lnTo>
                    <a:pt x="362" y="577"/>
                  </a:lnTo>
                  <a:lnTo>
                    <a:pt x="359" y="583"/>
                  </a:lnTo>
                  <a:lnTo>
                    <a:pt x="354" y="587"/>
                  </a:lnTo>
                  <a:lnTo>
                    <a:pt x="348" y="587"/>
                  </a:lnTo>
                  <a:lnTo>
                    <a:pt x="343" y="581"/>
                  </a:lnTo>
                  <a:lnTo>
                    <a:pt x="338" y="574"/>
                  </a:lnTo>
                  <a:lnTo>
                    <a:pt x="335" y="570"/>
                  </a:lnTo>
                  <a:lnTo>
                    <a:pt x="331" y="571"/>
                  </a:lnTo>
                  <a:lnTo>
                    <a:pt x="327" y="573"/>
                  </a:lnTo>
                  <a:lnTo>
                    <a:pt x="322" y="574"/>
                  </a:lnTo>
                  <a:lnTo>
                    <a:pt x="318" y="574"/>
                  </a:lnTo>
                  <a:lnTo>
                    <a:pt x="315" y="572"/>
                  </a:lnTo>
                  <a:lnTo>
                    <a:pt x="311" y="570"/>
                  </a:lnTo>
                  <a:lnTo>
                    <a:pt x="306" y="568"/>
                  </a:lnTo>
                  <a:lnTo>
                    <a:pt x="303" y="565"/>
                  </a:lnTo>
                  <a:lnTo>
                    <a:pt x="302" y="560"/>
                  </a:lnTo>
                  <a:lnTo>
                    <a:pt x="303" y="554"/>
                  </a:lnTo>
                  <a:lnTo>
                    <a:pt x="303" y="550"/>
                  </a:lnTo>
                  <a:lnTo>
                    <a:pt x="300" y="546"/>
                  </a:lnTo>
                  <a:lnTo>
                    <a:pt x="297" y="542"/>
                  </a:lnTo>
                  <a:lnTo>
                    <a:pt x="295" y="538"/>
                  </a:lnTo>
                  <a:lnTo>
                    <a:pt x="298" y="532"/>
                  </a:lnTo>
                  <a:lnTo>
                    <a:pt x="302" y="528"/>
                  </a:lnTo>
                  <a:lnTo>
                    <a:pt x="305" y="524"/>
                  </a:lnTo>
                  <a:lnTo>
                    <a:pt x="304" y="520"/>
                  </a:lnTo>
                  <a:lnTo>
                    <a:pt x="299" y="515"/>
                  </a:lnTo>
                  <a:lnTo>
                    <a:pt x="295" y="508"/>
                  </a:lnTo>
                  <a:lnTo>
                    <a:pt x="294" y="503"/>
                  </a:lnTo>
                  <a:lnTo>
                    <a:pt x="296" y="498"/>
                  </a:lnTo>
                  <a:lnTo>
                    <a:pt x="299" y="494"/>
                  </a:lnTo>
                  <a:lnTo>
                    <a:pt x="302" y="491"/>
                  </a:lnTo>
                  <a:lnTo>
                    <a:pt x="306" y="488"/>
                  </a:lnTo>
                  <a:lnTo>
                    <a:pt x="311" y="487"/>
                  </a:lnTo>
                  <a:lnTo>
                    <a:pt x="316" y="488"/>
                  </a:lnTo>
                  <a:lnTo>
                    <a:pt x="321" y="489"/>
                  </a:lnTo>
                  <a:lnTo>
                    <a:pt x="324" y="487"/>
                  </a:lnTo>
                  <a:lnTo>
                    <a:pt x="326" y="482"/>
                  </a:lnTo>
                  <a:lnTo>
                    <a:pt x="329" y="476"/>
                  </a:lnTo>
                  <a:lnTo>
                    <a:pt x="333" y="474"/>
                  </a:lnTo>
                  <a:lnTo>
                    <a:pt x="338" y="475"/>
                  </a:lnTo>
                  <a:lnTo>
                    <a:pt x="343" y="478"/>
                  </a:lnTo>
                  <a:lnTo>
                    <a:pt x="348" y="478"/>
                  </a:lnTo>
                  <a:lnTo>
                    <a:pt x="353" y="476"/>
                  </a:lnTo>
                  <a:lnTo>
                    <a:pt x="359" y="474"/>
                  </a:lnTo>
                  <a:lnTo>
                    <a:pt x="365" y="475"/>
                  </a:lnTo>
                  <a:lnTo>
                    <a:pt x="370" y="478"/>
                  </a:lnTo>
                  <a:lnTo>
                    <a:pt x="373" y="484"/>
                  </a:lnTo>
                  <a:lnTo>
                    <a:pt x="376" y="489"/>
                  </a:lnTo>
                  <a:lnTo>
                    <a:pt x="379" y="492"/>
                  </a:lnTo>
                  <a:lnTo>
                    <a:pt x="382" y="496"/>
                  </a:lnTo>
                  <a:lnTo>
                    <a:pt x="384" y="501"/>
                  </a:lnTo>
                  <a:lnTo>
                    <a:pt x="385" y="505"/>
                  </a:lnTo>
                  <a:lnTo>
                    <a:pt x="389" y="508"/>
                  </a:lnTo>
                  <a:lnTo>
                    <a:pt x="396" y="510"/>
                  </a:lnTo>
                  <a:lnTo>
                    <a:pt x="404" y="513"/>
                  </a:lnTo>
                  <a:lnTo>
                    <a:pt x="409" y="517"/>
                  </a:lnTo>
                  <a:lnTo>
                    <a:pt x="409" y="523"/>
                  </a:lnTo>
                  <a:close/>
                </a:path>
              </a:pathLst>
            </a:custGeom>
            <a:solidFill>
              <a:srgbClr val="59A3CD">
                <a:alpha val="32000"/>
              </a:srgbClr>
            </a:solidFill>
            <a:ln>
              <a:noFill/>
            </a:ln>
          </p:spPr>
          <p:txBody>
            <a:bodyPr anchor="ctr"/>
            <a:lstStyle/>
            <a:p>
              <a:pPr algn="ctr">
                <a:buNone/>
              </a:pPr>
            </a:p>
          </p:txBody>
        </p:sp>
        <p:sp>
          <p:nvSpPr>
            <p:cNvPr id="2988" name="addition:input:111"/>
            <p:cNvSpPr>
              <a:spLocks noGrp="1"/>
            </p:cNvSpPr>
            <p:nvPr/>
          </p:nvSpPr>
          <p:spPr>
            <a:xfrm>
              <a:off x="209550" y="5438775"/>
              <a:ext cx="729143" cy="1184697"/>
            </a:xfrm>
            <a:custGeom>
              <a:avLst/>
              <a:gdLst/>
              <a:ahLst/>
              <a:cxnLst/>
              <a:rect l="l" t="t" r="r" b="b"/>
              <a:pathLst>
                <a:path w="443" h="632">
                  <a:moveTo>
                    <a:pt x="0" y="0"/>
                  </a:moveTo>
                  <a:moveTo>
                    <a:pt x="435" y="571"/>
                  </a:moveTo>
                  <a:lnTo>
                    <a:pt x="436" y="576"/>
                  </a:lnTo>
                  <a:lnTo>
                    <a:pt x="435" y="581"/>
                  </a:lnTo>
                  <a:lnTo>
                    <a:pt x="435" y="586"/>
                  </a:lnTo>
                  <a:lnTo>
                    <a:pt x="437" y="591"/>
                  </a:lnTo>
                  <a:lnTo>
                    <a:pt x="441" y="598"/>
                  </a:lnTo>
                  <a:lnTo>
                    <a:pt x="443" y="605"/>
                  </a:lnTo>
                  <a:lnTo>
                    <a:pt x="440" y="610"/>
                  </a:lnTo>
                  <a:lnTo>
                    <a:pt x="432" y="611"/>
                  </a:lnTo>
                  <a:lnTo>
                    <a:pt x="424" y="609"/>
                  </a:lnTo>
                  <a:lnTo>
                    <a:pt x="418" y="609"/>
                  </a:lnTo>
                  <a:lnTo>
                    <a:pt x="415" y="612"/>
                  </a:lnTo>
                  <a:lnTo>
                    <a:pt x="413" y="616"/>
                  </a:lnTo>
                  <a:lnTo>
                    <a:pt x="410" y="620"/>
                  </a:lnTo>
                  <a:lnTo>
                    <a:pt x="406" y="623"/>
                  </a:lnTo>
                  <a:lnTo>
                    <a:pt x="401" y="625"/>
                  </a:lnTo>
                  <a:lnTo>
                    <a:pt x="396" y="628"/>
                  </a:lnTo>
                  <a:lnTo>
                    <a:pt x="391" y="631"/>
                  </a:lnTo>
                  <a:lnTo>
                    <a:pt x="385" y="632"/>
                  </a:lnTo>
                  <a:lnTo>
                    <a:pt x="379" y="630"/>
                  </a:lnTo>
                  <a:lnTo>
                    <a:pt x="374" y="626"/>
                  </a:lnTo>
                  <a:lnTo>
                    <a:pt x="368" y="624"/>
                  </a:lnTo>
                  <a:lnTo>
                    <a:pt x="362" y="624"/>
                  </a:lnTo>
                  <a:lnTo>
                    <a:pt x="356" y="624"/>
                  </a:lnTo>
                  <a:lnTo>
                    <a:pt x="350" y="621"/>
                  </a:lnTo>
                  <a:lnTo>
                    <a:pt x="347" y="615"/>
                  </a:lnTo>
                  <a:lnTo>
                    <a:pt x="347" y="608"/>
                  </a:lnTo>
                  <a:lnTo>
                    <a:pt x="346" y="602"/>
                  </a:lnTo>
                  <a:lnTo>
                    <a:pt x="342" y="599"/>
                  </a:lnTo>
                  <a:lnTo>
                    <a:pt x="335" y="598"/>
                  </a:lnTo>
                  <a:lnTo>
                    <a:pt x="328" y="596"/>
                  </a:lnTo>
                  <a:lnTo>
                    <a:pt x="323" y="593"/>
                  </a:lnTo>
                  <a:lnTo>
                    <a:pt x="320" y="588"/>
                  </a:lnTo>
                  <a:lnTo>
                    <a:pt x="319" y="582"/>
                  </a:lnTo>
                  <a:lnTo>
                    <a:pt x="319" y="577"/>
                  </a:lnTo>
                  <a:lnTo>
                    <a:pt x="319" y="571"/>
                  </a:lnTo>
                  <a:lnTo>
                    <a:pt x="323" y="566"/>
                  </a:lnTo>
                  <a:lnTo>
                    <a:pt x="330" y="562"/>
                  </a:lnTo>
                  <a:lnTo>
                    <a:pt x="336" y="558"/>
                  </a:lnTo>
                  <a:lnTo>
                    <a:pt x="338" y="554"/>
                  </a:lnTo>
                  <a:lnTo>
                    <a:pt x="337" y="549"/>
                  </a:lnTo>
                  <a:lnTo>
                    <a:pt x="336" y="542"/>
                  </a:lnTo>
                  <a:lnTo>
                    <a:pt x="339" y="537"/>
                  </a:lnTo>
                  <a:lnTo>
                    <a:pt x="345" y="535"/>
                  </a:lnTo>
                  <a:lnTo>
                    <a:pt x="351" y="533"/>
                  </a:lnTo>
                  <a:lnTo>
                    <a:pt x="355" y="530"/>
                  </a:lnTo>
                  <a:lnTo>
                    <a:pt x="357" y="525"/>
                  </a:lnTo>
                  <a:lnTo>
                    <a:pt x="360" y="518"/>
                  </a:lnTo>
                  <a:lnTo>
                    <a:pt x="364" y="513"/>
                  </a:lnTo>
                  <a:lnTo>
                    <a:pt x="370" y="513"/>
                  </a:lnTo>
                  <a:lnTo>
                    <a:pt x="376" y="514"/>
                  </a:lnTo>
                  <a:lnTo>
                    <a:pt x="381" y="515"/>
                  </a:lnTo>
                  <a:lnTo>
                    <a:pt x="386" y="517"/>
                  </a:lnTo>
                  <a:lnTo>
                    <a:pt x="390" y="519"/>
                  </a:lnTo>
                  <a:lnTo>
                    <a:pt x="394" y="522"/>
                  </a:lnTo>
                  <a:lnTo>
                    <a:pt x="397" y="526"/>
                  </a:lnTo>
                  <a:lnTo>
                    <a:pt x="400" y="526"/>
                  </a:lnTo>
                  <a:lnTo>
                    <a:pt x="406" y="523"/>
                  </a:lnTo>
                  <a:lnTo>
                    <a:pt x="413" y="519"/>
                  </a:lnTo>
                  <a:lnTo>
                    <a:pt x="419" y="518"/>
                  </a:lnTo>
                  <a:lnTo>
                    <a:pt x="423" y="521"/>
                  </a:lnTo>
                  <a:lnTo>
                    <a:pt x="423" y="528"/>
                  </a:lnTo>
                  <a:lnTo>
                    <a:pt x="424" y="535"/>
                  </a:lnTo>
                  <a:lnTo>
                    <a:pt x="425" y="539"/>
                  </a:lnTo>
                  <a:lnTo>
                    <a:pt x="429" y="543"/>
                  </a:lnTo>
                  <a:lnTo>
                    <a:pt x="432" y="547"/>
                  </a:lnTo>
                  <a:lnTo>
                    <a:pt x="433" y="552"/>
                  </a:lnTo>
                  <a:lnTo>
                    <a:pt x="432" y="557"/>
                  </a:lnTo>
                  <a:lnTo>
                    <a:pt x="431" y="562"/>
                  </a:lnTo>
                  <a:lnTo>
                    <a:pt x="433" y="567"/>
                  </a:lnTo>
                  <a:close/>
                </a:path>
              </a:pathLst>
            </a:custGeom>
            <a:solidFill>
              <a:srgbClr val="59A3CD">
                <a:alpha val="32000"/>
              </a:srgbClr>
            </a:solidFill>
            <a:ln>
              <a:noFill/>
            </a:ln>
          </p:spPr>
          <p:txBody>
            <a:bodyPr anchor="ctr"/>
            <a:lstStyle/>
            <a:p>
              <a:pPr algn="ctr">
                <a:buNone/>
              </a:pPr>
            </a:p>
          </p:txBody>
        </p:sp>
        <p:sp>
          <p:nvSpPr>
            <p:cNvPr id="2989" name="addition:input:112"/>
            <p:cNvSpPr>
              <a:spLocks noGrp="1"/>
            </p:cNvSpPr>
            <p:nvPr/>
          </p:nvSpPr>
          <p:spPr>
            <a:xfrm>
              <a:off x="209550" y="5438775"/>
              <a:ext cx="699516" cy="1269050"/>
            </a:xfrm>
            <a:custGeom>
              <a:avLst/>
              <a:gdLst/>
              <a:ahLst/>
              <a:cxnLst/>
              <a:rect l="l" t="t" r="r" b="b"/>
              <a:pathLst>
                <a:path w="425" h="677">
                  <a:moveTo>
                    <a:pt x="0" y="0"/>
                  </a:moveTo>
                  <a:moveTo>
                    <a:pt x="422" y="619"/>
                  </a:moveTo>
                  <a:lnTo>
                    <a:pt x="417" y="624"/>
                  </a:lnTo>
                  <a:lnTo>
                    <a:pt x="409" y="628"/>
                  </a:lnTo>
                  <a:lnTo>
                    <a:pt x="401" y="632"/>
                  </a:lnTo>
                  <a:lnTo>
                    <a:pt x="398" y="635"/>
                  </a:lnTo>
                  <a:lnTo>
                    <a:pt x="399" y="641"/>
                  </a:lnTo>
                  <a:lnTo>
                    <a:pt x="402" y="648"/>
                  </a:lnTo>
                  <a:lnTo>
                    <a:pt x="403" y="656"/>
                  </a:lnTo>
                  <a:lnTo>
                    <a:pt x="399" y="660"/>
                  </a:lnTo>
                  <a:lnTo>
                    <a:pt x="391" y="662"/>
                  </a:lnTo>
                  <a:lnTo>
                    <a:pt x="384" y="663"/>
                  </a:lnTo>
                  <a:lnTo>
                    <a:pt x="380" y="667"/>
                  </a:lnTo>
                  <a:lnTo>
                    <a:pt x="376" y="672"/>
                  </a:lnTo>
                  <a:lnTo>
                    <a:pt x="372" y="676"/>
                  </a:lnTo>
                  <a:lnTo>
                    <a:pt x="365" y="677"/>
                  </a:lnTo>
                  <a:lnTo>
                    <a:pt x="359" y="675"/>
                  </a:lnTo>
                  <a:lnTo>
                    <a:pt x="353" y="674"/>
                  </a:lnTo>
                  <a:lnTo>
                    <a:pt x="348" y="673"/>
                  </a:lnTo>
                  <a:lnTo>
                    <a:pt x="343" y="673"/>
                  </a:lnTo>
                  <a:lnTo>
                    <a:pt x="339" y="671"/>
                  </a:lnTo>
                  <a:lnTo>
                    <a:pt x="335" y="668"/>
                  </a:lnTo>
                  <a:lnTo>
                    <a:pt x="331" y="667"/>
                  </a:lnTo>
                  <a:lnTo>
                    <a:pt x="325" y="669"/>
                  </a:lnTo>
                  <a:lnTo>
                    <a:pt x="316" y="673"/>
                  </a:lnTo>
                  <a:lnTo>
                    <a:pt x="307" y="675"/>
                  </a:lnTo>
                  <a:lnTo>
                    <a:pt x="301" y="672"/>
                  </a:lnTo>
                  <a:lnTo>
                    <a:pt x="300" y="665"/>
                  </a:lnTo>
                  <a:lnTo>
                    <a:pt x="301" y="657"/>
                  </a:lnTo>
                  <a:lnTo>
                    <a:pt x="301" y="650"/>
                  </a:lnTo>
                  <a:lnTo>
                    <a:pt x="299" y="646"/>
                  </a:lnTo>
                  <a:lnTo>
                    <a:pt x="295" y="642"/>
                  </a:lnTo>
                  <a:lnTo>
                    <a:pt x="291" y="638"/>
                  </a:lnTo>
                  <a:lnTo>
                    <a:pt x="290" y="633"/>
                  </a:lnTo>
                  <a:lnTo>
                    <a:pt x="289" y="628"/>
                  </a:lnTo>
                  <a:lnTo>
                    <a:pt x="285" y="624"/>
                  </a:lnTo>
                  <a:lnTo>
                    <a:pt x="280" y="619"/>
                  </a:lnTo>
                  <a:lnTo>
                    <a:pt x="278" y="614"/>
                  </a:lnTo>
                  <a:lnTo>
                    <a:pt x="278" y="609"/>
                  </a:lnTo>
                  <a:lnTo>
                    <a:pt x="281" y="604"/>
                  </a:lnTo>
                  <a:lnTo>
                    <a:pt x="282" y="599"/>
                  </a:lnTo>
                  <a:lnTo>
                    <a:pt x="280" y="593"/>
                  </a:lnTo>
                  <a:lnTo>
                    <a:pt x="278" y="586"/>
                  </a:lnTo>
                  <a:lnTo>
                    <a:pt x="280" y="581"/>
                  </a:lnTo>
                  <a:lnTo>
                    <a:pt x="288" y="579"/>
                  </a:lnTo>
                  <a:lnTo>
                    <a:pt x="298" y="580"/>
                  </a:lnTo>
                  <a:lnTo>
                    <a:pt x="306" y="581"/>
                  </a:lnTo>
                  <a:lnTo>
                    <a:pt x="311" y="580"/>
                  </a:lnTo>
                  <a:lnTo>
                    <a:pt x="314" y="575"/>
                  </a:lnTo>
                  <a:lnTo>
                    <a:pt x="317" y="569"/>
                  </a:lnTo>
                  <a:lnTo>
                    <a:pt x="322" y="564"/>
                  </a:lnTo>
                  <a:lnTo>
                    <a:pt x="328" y="561"/>
                  </a:lnTo>
                  <a:lnTo>
                    <a:pt x="335" y="559"/>
                  </a:lnTo>
                  <a:lnTo>
                    <a:pt x="342" y="556"/>
                  </a:lnTo>
                  <a:lnTo>
                    <a:pt x="350" y="555"/>
                  </a:lnTo>
                  <a:lnTo>
                    <a:pt x="357" y="557"/>
                  </a:lnTo>
                  <a:lnTo>
                    <a:pt x="364" y="563"/>
                  </a:lnTo>
                  <a:lnTo>
                    <a:pt x="369" y="568"/>
                  </a:lnTo>
                  <a:lnTo>
                    <a:pt x="375" y="571"/>
                  </a:lnTo>
                  <a:lnTo>
                    <a:pt x="382" y="570"/>
                  </a:lnTo>
                  <a:lnTo>
                    <a:pt x="390" y="570"/>
                  </a:lnTo>
                  <a:lnTo>
                    <a:pt x="395" y="574"/>
                  </a:lnTo>
                  <a:lnTo>
                    <a:pt x="397" y="580"/>
                  </a:lnTo>
                  <a:lnTo>
                    <a:pt x="398" y="586"/>
                  </a:lnTo>
                  <a:lnTo>
                    <a:pt x="402" y="589"/>
                  </a:lnTo>
                  <a:lnTo>
                    <a:pt x="408" y="591"/>
                  </a:lnTo>
                  <a:lnTo>
                    <a:pt x="417" y="593"/>
                  </a:lnTo>
                  <a:lnTo>
                    <a:pt x="423" y="597"/>
                  </a:lnTo>
                  <a:lnTo>
                    <a:pt x="425" y="602"/>
                  </a:lnTo>
                  <a:lnTo>
                    <a:pt x="425" y="608"/>
                  </a:lnTo>
                  <a:lnTo>
                    <a:pt x="424" y="613"/>
                  </a:lnTo>
                  <a:close/>
                </a:path>
              </a:pathLst>
            </a:custGeom>
            <a:solidFill>
              <a:srgbClr val="59A3CD">
                <a:alpha val="32000"/>
              </a:srgbClr>
            </a:solidFill>
            <a:ln>
              <a:noFill/>
            </a:ln>
          </p:spPr>
          <p:txBody>
            <a:bodyPr anchor="ctr"/>
            <a:lstStyle/>
            <a:p>
              <a:pPr algn="ctr">
                <a:buNone/>
              </a:pPr>
            </a:p>
          </p:txBody>
        </p:sp>
        <p:sp>
          <p:nvSpPr>
            <p:cNvPr id="2990" name="addition:input:113"/>
            <p:cNvSpPr>
              <a:spLocks noGrp="1"/>
            </p:cNvSpPr>
            <p:nvPr/>
          </p:nvSpPr>
          <p:spPr>
            <a:xfrm>
              <a:off x="209550" y="5438775"/>
              <a:ext cx="577718" cy="1280297"/>
            </a:xfrm>
            <a:custGeom>
              <a:avLst/>
              <a:gdLst/>
              <a:ahLst/>
              <a:cxnLst/>
              <a:rect l="l" t="t" r="r" b="b"/>
              <a:pathLst>
                <a:path w="351" h="683">
                  <a:moveTo>
                    <a:pt x="0" y="0"/>
                  </a:moveTo>
                  <a:moveTo>
                    <a:pt x="351" y="624"/>
                  </a:moveTo>
                  <a:lnTo>
                    <a:pt x="350" y="630"/>
                  </a:lnTo>
                  <a:lnTo>
                    <a:pt x="345" y="635"/>
                  </a:lnTo>
                  <a:lnTo>
                    <a:pt x="339" y="639"/>
                  </a:lnTo>
                  <a:lnTo>
                    <a:pt x="334" y="643"/>
                  </a:lnTo>
                  <a:lnTo>
                    <a:pt x="331" y="647"/>
                  </a:lnTo>
                  <a:lnTo>
                    <a:pt x="328" y="651"/>
                  </a:lnTo>
                  <a:lnTo>
                    <a:pt x="323" y="654"/>
                  </a:lnTo>
                  <a:lnTo>
                    <a:pt x="320" y="657"/>
                  </a:lnTo>
                  <a:lnTo>
                    <a:pt x="318" y="663"/>
                  </a:lnTo>
                  <a:lnTo>
                    <a:pt x="317" y="670"/>
                  </a:lnTo>
                  <a:lnTo>
                    <a:pt x="316" y="679"/>
                  </a:lnTo>
                  <a:lnTo>
                    <a:pt x="311" y="683"/>
                  </a:lnTo>
                  <a:lnTo>
                    <a:pt x="304" y="683"/>
                  </a:lnTo>
                  <a:lnTo>
                    <a:pt x="296" y="678"/>
                  </a:lnTo>
                  <a:lnTo>
                    <a:pt x="290" y="675"/>
                  </a:lnTo>
                  <a:lnTo>
                    <a:pt x="285" y="675"/>
                  </a:lnTo>
                  <a:lnTo>
                    <a:pt x="281" y="677"/>
                  </a:lnTo>
                  <a:lnTo>
                    <a:pt x="277" y="679"/>
                  </a:lnTo>
                  <a:lnTo>
                    <a:pt x="272" y="678"/>
                  </a:lnTo>
                  <a:lnTo>
                    <a:pt x="268" y="676"/>
                  </a:lnTo>
                  <a:lnTo>
                    <a:pt x="264" y="674"/>
                  </a:lnTo>
                  <a:lnTo>
                    <a:pt x="260" y="674"/>
                  </a:lnTo>
                  <a:lnTo>
                    <a:pt x="255" y="674"/>
                  </a:lnTo>
                  <a:lnTo>
                    <a:pt x="250" y="672"/>
                  </a:lnTo>
                  <a:lnTo>
                    <a:pt x="247" y="669"/>
                  </a:lnTo>
                  <a:lnTo>
                    <a:pt x="244" y="665"/>
                  </a:lnTo>
                  <a:lnTo>
                    <a:pt x="239" y="663"/>
                  </a:lnTo>
                  <a:lnTo>
                    <a:pt x="233" y="661"/>
                  </a:lnTo>
                  <a:lnTo>
                    <a:pt x="229" y="657"/>
                  </a:lnTo>
                  <a:lnTo>
                    <a:pt x="230" y="651"/>
                  </a:lnTo>
                  <a:lnTo>
                    <a:pt x="234" y="643"/>
                  </a:lnTo>
                  <a:lnTo>
                    <a:pt x="239" y="637"/>
                  </a:lnTo>
                  <a:lnTo>
                    <a:pt x="240" y="632"/>
                  </a:lnTo>
                  <a:lnTo>
                    <a:pt x="235" y="629"/>
                  </a:lnTo>
                  <a:lnTo>
                    <a:pt x="229" y="624"/>
                  </a:lnTo>
                  <a:lnTo>
                    <a:pt x="224" y="619"/>
                  </a:lnTo>
                  <a:lnTo>
                    <a:pt x="223" y="614"/>
                  </a:lnTo>
                  <a:lnTo>
                    <a:pt x="223" y="609"/>
                  </a:lnTo>
                  <a:lnTo>
                    <a:pt x="223" y="603"/>
                  </a:lnTo>
                  <a:lnTo>
                    <a:pt x="223" y="598"/>
                  </a:lnTo>
                  <a:lnTo>
                    <a:pt x="226" y="593"/>
                  </a:lnTo>
                  <a:lnTo>
                    <a:pt x="231" y="591"/>
                  </a:lnTo>
                  <a:lnTo>
                    <a:pt x="237" y="589"/>
                  </a:lnTo>
                  <a:lnTo>
                    <a:pt x="241" y="587"/>
                  </a:lnTo>
                  <a:lnTo>
                    <a:pt x="243" y="582"/>
                  </a:lnTo>
                  <a:lnTo>
                    <a:pt x="245" y="577"/>
                  </a:lnTo>
                  <a:lnTo>
                    <a:pt x="249" y="574"/>
                  </a:lnTo>
                  <a:lnTo>
                    <a:pt x="255" y="575"/>
                  </a:lnTo>
                  <a:lnTo>
                    <a:pt x="262" y="578"/>
                  </a:lnTo>
                  <a:lnTo>
                    <a:pt x="267" y="578"/>
                  </a:lnTo>
                  <a:lnTo>
                    <a:pt x="271" y="573"/>
                  </a:lnTo>
                  <a:lnTo>
                    <a:pt x="276" y="567"/>
                  </a:lnTo>
                  <a:lnTo>
                    <a:pt x="282" y="562"/>
                  </a:lnTo>
                  <a:lnTo>
                    <a:pt x="289" y="561"/>
                  </a:lnTo>
                  <a:lnTo>
                    <a:pt x="295" y="564"/>
                  </a:lnTo>
                  <a:lnTo>
                    <a:pt x="301" y="568"/>
                  </a:lnTo>
                  <a:lnTo>
                    <a:pt x="307" y="571"/>
                  </a:lnTo>
                  <a:lnTo>
                    <a:pt x="311" y="575"/>
                  </a:lnTo>
                  <a:lnTo>
                    <a:pt x="315" y="581"/>
                  </a:lnTo>
                  <a:lnTo>
                    <a:pt x="317" y="587"/>
                  </a:lnTo>
                  <a:lnTo>
                    <a:pt x="320" y="591"/>
                  </a:lnTo>
                  <a:lnTo>
                    <a:pt x="326" y="592"/>
                  </a:lnTo>
                  <a:lnTo>
                    <a:pt x="334" y="592"/>
                  </a:lnTo>
                  <a:lnTo>
                    <a:pt x="342" y="594"/>
                  </a:lnTo>
                  <a:lnTo>
                    <a:pt x="345" y="598"/>
                  </a:lnTo>
                  <a:lnTo>
                    <a:pt x="345" y="604"/>
                  </a:lnTo>
                  <a:lnTo>
                    <a:pt x="343" y="610"/>
                  </a:lnTo>
                  <a:lnTo>
                    <a:pt x="344" y="615"/>
                  </a:lnTo>
                  <a:lnTo>
                    <a:pt x="348" y="619"/>
                  </a:lnTo>
                  <a:close/>
                </a:path>
              </a:pathLst>
            </a:custGeom>
            <a:solidFill>
              <a:srgbClr val="59A3CD">
                <a:alpha val="32000"/>
              </a:srgbClr>
            </a:solidFill>
            <a:ln>
              <a:noFill/>
            </a:ln>
          </p:spPr>
          <p:txBody>
            <a:bodyPr anchor="ctr"/>
            <a:lstStyle/>
            <a:p>
              <a:pPr algn="ctr">
                <a:buNone/>
              </a:pPr>
            </a:p>
          </p:txBody>
        </p:sp>
        <p:sp>
          <p:nvSpPr>
            <p:cNvPr id="2991" name="addition:input:114"/>
            <p:cNvSpPr>
              <a:spLocks noGrp="1"/>
            </p:cNvSpPr>
            <p:nvPr/>
          </p:nvSpPr>
          <p:spPr>
            <a:xfrm>
              <a:off x="209550" y="5438775"/>
              <a:ext cx="454274" cy="1233434"/>
            </a:xfrm>
            <a:custGeom>
              <a:avLst/>
              <a:gdLst/>
              <a:ahLst/>
              <a:cxnLst/>
              <a:rect l="l" t="t" r="r" b="b"/>
              <a:pathLst>
                <a:path w="276" h="658">
                  <a:moveTo>
                    <a:pt x="0" y="0"/>
                  </a:moveTo>
                  <a:moveTo>
                    <a:pt x="275" y="604"/>
                  </a:moveTo>
                  <a:lnTo>
                    <a:pt x="274" y="608"/>
                  </a:lnTo>
                  <a:lnTo>
                    <a:pt x="271" y="612"/>
                  </a:lnTo>
                  <a:lnTo>
                    <a:pt x="269" y="615"/>
                  </a:lnTo>
                  <a:lnTo>
                    <a:pt x="271" y="620"/>
                  </a:lnTo>
                  <a:lnTo>
                    <a:pt x="275" y="626"/>
                  </a:lnTo>
                  <a:lnTo>
                    <a:pt x="276" y="632"/>
                  </a:lnTo>
                  <a:lnTo>
                    <a:pt x="275" y="636"/>
                  </a:lnTo>
                  <a:lnTo>
                    <a:pt x="270" y="638"/>
                  </a:lnTo>
                  <a:lnTo>
                    <a:pt x="266" y="640"/>
                  </a:lnTo>
                  <a:lnTo>
                    <a:pt x="262" y="641"/>
                  </a:lnTo>
                  <a:lnTo>
                    <a:pt x="258" y="642"/>
                  </a:lnTo>
                  <a:lnTo>
                    <a:pt x="254" y="642"/>
                  </a:lnTo>
                  <a:lnTo>
                    <a:pt x="250" y="642"/>
                  </a:lnTo>
                  <a:lnTo>
                    <a:pt x="247" y="642"/>
                  </a:lnTo>
                  <a:lnTo>
                    <a:pt x="244" y="646"/>
                  </a:lnTo>
                  <a:lnTo>
                    <a:pt x="241" y="652"/>
                  </a:lnTo>
                  <a:lnTo>
                    <a:pt x="237" y="657"/>
                  </a:lnTo>
                  <a:lnTo>
                    <a:pt x="232" y="658"/>
                  </a:lnTo>
                  <a:lnTo>
                    <a:pt x="227" y="655"/>
                  </a:lnTo>
                  <a:lnTo>
                    <a:pt x="223" y="651"/>
                  </a:lnTo>
                  <a:lnTo>
                    <a:pt x="219" y="648"/>
                  </a:lnTo>
                  <a:lnTo>
                    <a:pt x="213" y="648"/>
                  </a:lnTo>
                  <a:lnTo>
                    <a:pt x="208" y="648"/>
                  </a:lnTo>
                  <a:lnTo>
                    <a:pt x="203" y="646"/>
                  </a:lnTo>
                  <a:lnTo>
                    <a:pt x="201" y="641"/>
                  </a:lnTo>
                  <a:lnTo>
                    <a:pt x="199" y="636"/>
                  </a:lnTo>
                  <a:lnTo>
                    <a:pt x="197" y="632"/>
                  </a:lnTo>
                  <a:lnTo>
                    <a:pt x="193" y="630"/>
                  </a:lnTo>
                  <a:lnTo>
                    <a:pt x="190" y="627"/>
                  </a:lnTo>
                  <a:lnTo>
                    <a:pt x="187" y="623"/>
                  </a:lnTo>
                  <a:lnTo>
                    <a:pt x="185" y="620"/>
                  </a:lnTo>
                  <a:lnTo>
                    <a:pt x="182" y="617"/>
                  </a:lnTo>
                  <a:lnTo>
                    <a:pt x="176" y="613"/>
                  </a:lnTo>
                  <a:lnTo>
                    <a:pt x="172" y="609"/>
                  </a:lnTo>
                  <a:lnTo>
                    <a:pt x="170" y="604"/>
                  </a:lnTo>
                  <a:lnTo>
                    <a:pt x="175" y="599"/>
                  </a:lnTo>
                  <a:lnTo>
                    <a:pt x="182" y="596"/>
                  </a:lnTo>
                  <a:lnTo>
                    <a:pt x="188" y="593"/>
                  </a:lnTo>
                  <a:lnTo>
                    <a:pt x="190" y="590"/>
                  </a:lnTo>
                  <a:lnTo>
                    <a:pt x="190" y="585"/>
                  </a:lnTo>
                  <a:lnTo>
                    <a:pt x="191" y="580"/>
                  </a:lnTo>
                  <a:lnTo>
                    <a:pt x="193" y="577"/>
                  </a:lnTo>
                  <a:lnTo>
                    <a:pt x="197" y="574"/>
                  </a:lnTo>
                  <a:lnTo>
                    <a:pt x="200" y="571"/>
                  </a:lnTo>
                  <a:lnTo>
                    <a:pt x="203" y="567"/>
                  </a:lnTo>
                  <a:lnTo>
                    <a:pt x="206" y="562"/>
                  </a:lnTo>
                  <a:lnTo>
                    <a:pt x="210" y="560"/>
                  </a:lnTo>
                  <a:lnTo>
                    <a:pt x="215" y="559"/>
                  </a:lnTo>
                  <a:lnTo>
                    <a:pt x="219" y="558"/>
                  </a:lnTo>
                  <a:lnTo>
                    <a:pt x="223" y="556"/>
                  </a:lnTo>
                  <a:lnTo>
                    <a:pt x="228" y="553"/>
                  </a:lnTo>
                  <a:lnTo>
                    <a:pt x="232" y="552"/>
                  </a:lnTo>
                  <a:lnTo>
                    <a:pt x="236" y="554"/>
                  </a:lnTo>
                  <a:lnTo>
                    <a:pt x="240" y="560"/>
                  </a:lnTo>
                  <a:lnTo>
                    <a:pt x="242" y="566"/>
                  </a:lnTo>
                  <a:lnTo>
                    <a:pt x="245" y="567"/>
                  </a:lnTo>
                  <a:lnTo>
                    <a:pt x="249" y="565"/>
                  </a:lnTo>
                  <a:lnTo>
                    <a:pt x="254" y="562"/>
                  </a:lnTo>
                  <a:lnTo>
                    <a:pt x="259" y="561"/>
                  </a:lnTo>
                  <a:lnTo>
                    <a:pt x="263" y="563"/>
                  </a:lnTo>
                  <a:lnTo>
                    <a:pt x="265" y="567"/>
                  </a:lnTo>
                  <a:lnTo>
                    <a:pt x="268" y="570"/>
                  </a:lnTo>
                  <a:lnTo>
                    <a:pt x="270" y="574"/>
                  </a:lnTo>
                  <a:lnTo>
                    <a:pt x="271" y="578"/>
                  </a:lnTo>
                  <a:lnTo>
                    <a:pt x="270" y="583"/>
                  </a:lnTo>
                  <a:lnTo>
                    <a:pt x="268" y="589"/>
                  </a:lnTo>
                  <a:lnTo>
                    <a:pt x="268" y="593"/>
                  </a:lnTo>
                  <a:lnTo>
                    <a:pt x="270" y="596"/>
                  </a:lnTo>
                  <a:lnTo>
                    <a:pt x="274" y="600"/>
                  </a:lnTo>
                  <a:close/>
                </a:path>
              </a:pathLst>
            </a:custGeom>
            <a:solidFill>
              <a:srgbClr val="59A3CD">
                <a:alpha val="32000"/>
              </a:srgbClr>
            </a:solidFill>
            <a:ln>
              <a:noFill/>
            </a:ln>
          </p:spPr>
          <p:txBody>
            <a:bodyPr anchor="ctr"/>
            <a:lstStyle/>
            <a:p>
              <a:pPr algn="ctr">
                <a:buNone/>
              </a:pPr>
            </a:p>
          </p:txBody>
        </p:sp>
        <p:sp>
          <p:nvSpPr>
            <p:cNvPr id="2992" name="addition:input:115"/>
            <p:cNvSpPr>
              <a:spLocks noGrp="1"/>
            </p:cNvSpPr>
            <p:nvPr/>
          </p:nvSpPr>
          <p:spPr>
            <a:xfrm>
              <a:off x="209550" y="5438775"/>
              <a:ext cx="636971" cy="1252179"/>
            </a:xfrm>
            <a:custGeom>
              <a:avLst/>
              <a:gdLst/>
              <a:ahLst/>
              <a:cxnLst/>
              <a:rect l="l" t="t" r="r" b="b"/>
              <a:pathLst>
                <a:path w="387" h="668">
                  <a:moveTo>
                    <a:pt x="0" y="0"/>
                  </a:moveTo>
                  <a:moveTo>
                    <a:pt x="376" y="596"/>
                  </a:moveTo>
                  <a:lnTo>
                    <a:pt x="383" y="602"/>
                  </a:lnTo>
                  <a:lnTo>
                    <a:pt x="387" y="608"/>
                  </a:lnTo>
                  <a:lnTo>
                    <a:pt x="384" y="613"/>
                  </a:lnTo>
                  <a:lnTo>
                    <a:pt x="379" y="617"/>
                  </a:lnTo>
                  <a:lnTo>
                    <a:pt x="376" y="622"/>
                  </a:lnTo>
                  <a:lnTo>
                    <a:pt x="376" y="628"/>
                  </a:lnTo>
                  <a:lnTo>
                    <a:pt x="377" y="635"/>
                  </a:lnTo>
                  <a:lnTo>
                    <a:pt x="376" y="641"/>
                  </a:lnTo>
                  <a:lnTo>
                    <a:pt x="370" y="644"/>
                  </a:lnTo>
                  <a:lnTo>
                    <a:pt x="363" y="644"/>
                  </a:lnTo>
                  <a:lnTo>
                    <a:pt x="356" y="645"/>
                  </a:lnTo>
                  <a:lnTo>
                    <a:pt x="351" y="646"/>
                  </a:lnTo>
                  <a:lnTo>
                    <a:pt x="346" y="648"/>
                  </a:lnTo>
                  <a:lnTo>
                    <a:pt x="340" y="648"/>
                  </a:lnTo>
                  <a:lnTo>
                    <a:pt x="335" y="648"/>
                  </a:lnTo>
                  <a:lnTo>
                    <a:pt x="329" y="651"/>
                  </a:lnTo>
                  <a:lnTo>
                    <a:pt x="324" y="656"/>
                  </a:lnTo>
                  <a:lnTo>
                    <a:pt x="316" y="664"/>
                  </a:lnTo>
                  <a:lnTo>
                    <a:pt x="308" y="668"/>
                  </a:lnTo>
                  <a:lnTo>
                    <a:pt x="300" y="666"/>
                  </a:lnTo>
                  <a:lnTo>
                    <a:pt x="294" y="659"/>
                  </a:lnTo>
                  <a:lnTo>
                    <a:pt x="290" y="650"/>
                  </a:lnTo>
                  <a:lnTo>
                    <a:pt x="285" y="646"/>
                  </a:lnTo>
                  <a:lnTo>
                    <a:pt x="278" y="644"/>
                  </a:lnTo>
                  <a:lnTo>
                    <a:pt x="271" y="643"/>
                  </a:lnTo>
                  <a:lnTo>
                    <a:pt x="265" y="639"/>
                  </a:lnTo>
                  <a:lnTo>
                    <a:pt x="261" y="634"/>
                  </a:lnTo>
                  <a:lnTo>
                    <a:pt x="258" y="629"/>
                  </a:lnTo>
                  <a:lnTo>
                    <a:pt x="253" y="626"/>
                  </a:lnTo>
                  <a:lnTo>
                    <a:pt x="247" y="622"/>
                  </a:lnTo>
                  <a:lnTo>
                    <a:pt x="242" y="618"/>
                  </a:lnTo>
                  <a:lnTo>
                    <a:pt x="240" y="612"/>
                  </a:lnTo>
                  <a:lnTo>
                    <a:pt x="239" y="607"/>
                  </a:lnTo>
                  <a:lnTo>
                    <a:pt x="236" y="602"/>
                  </a:lnTo>
                  <a:lnTo>
                    <a:pt x="232" y="596"/>
                  </a:lnTo>
                  <a:lnTo>
                    <a:pt x="229" y="590"/>
                  </a:lnTo>
                  <a:lnTo>
                    <a:pt x="232" y="584"/>
                  </a:lnTo>
                  <a:lnTo>
                    <a:pt x="241" y="579"/>
                  </a:lnTo>
                  <a:lnTo>
                    <a:pt x="253" y="577"/>
                  </a:lnTo>
                  <a:lnTo>
                    <a:pt x="261" y="574"/>
                  </a:lnTo>
                  <a:lnTo>
                    <a:pt x="264" y="570"/>
                  </a:lnTo>
                  <a:lnTo>
                    <a:pt x="263" y="563"/>
                  </a:lnTo>
                  <a:lnTo>
                    <a:pt x="263" y="556"/>
                  </a:lnTo>
                  <a:lnTo>
                    <a:pt x="267" y="550"/>
                  </a:lnTo>
                  <a:lnTo>
                    <a:pt x="272" y="546"/>
                  </a:lnTo>
                  <a:lnTo>
                    <a:pt x="278" y="542"/>
                  </a:lnTo>
                  <a:lnTo>
                    <a:pt x="283" y="537"/>
                  </a:lnTo>
                  <a:lnTo>
                    <a:pt x="290" y="534"/>
                  </a:lnTo>
                  <a:lnTo>
                    <a:pt x="297" y="534"/>
                  </a:lnTo>
                  <a:lnTo>
                    <a:pt x="305" y="536"/>
                  </a:lnTo>
                  <a:lnTo>
                    <a:pt x="312" y="538"/>
                  </a:lnTo>
                  <a:lnTo>
                    <a:pt x="317" y="537"/>
                  </a:lnTo>
                  <a:lnTo>
                    <a:pt x="323" y="535"/>
                  </a:lnTo>
                  <a:lnTo>
                    <a:pt x="329" y="533"/>
                  </a:lnTo>
                  <a:lnTo>
                    <a:pt x="334" y="537"/>
                  </a:lnTo>
                  <a:lnTo>
                    <a:pt x="338" y="543"/>
                  </a:lnTo>
                  <a:lnTo>
                    <a:pt x="341" y="548"/>
                  </a:lnTo>
                  <a:lnTo>
                    <a:pt x="345" y="549"/>
                  </a:lnTo>
                  <a:lnTo>
                    <a:pt x="353" y="546"/>
                  </a:lnTo>
                  <a:lnTo>
                    <a:pt x="362" y="544"/>
                  </a:lnTo>
                  <a:lnTo>
                    <a:pt x="369" y="545"/>
                  </a:lnTo>
                  <a:lnTo>
                    <a:pt x="373" y="550"/>
                  </a:lnTo>
                  <a:lnTo>
                    <a:pt x="374" y="556"/>
                  </a:lnTo>
                  <a:lnTo>
                    <a:pt x="375" y="562"/>
                  </a:lnTo>
                  <a:lnTo>
                    <a:pt x="376" y="568"/>
                  </a:lnTo>
                  <a:lnTo>
                    <a:pt x="375" y="575"/>
                  </a:lnTo>
                  <a:lnTo>
                    <a:pt x="372" y="581"/>
                  </a:lnTo>
                  <a:lnTo>
                    <a:pt x="369" y="587"/>
                  </a:lnTo>
                  <a:lnTo>
                    <a:pt x="370" y="591"/>
                  </a:lnTo>
                  <a:close/>
                </a:path>
              </a:pathLst>
            </a:custGeom>
            <a:solidFill>
              <a:srgbClr val="59A3CD">
                <a:alpha val="32000"/>
              </a:srgbClr>
            </a:solidFill>
            <a:ln>
              <a:noFill/>
            </a:ln>
          </p:spPr>
          <p:txBody>
            <a:bodyPr anchor="ctr"/>
            <a:lstStyle/>
            <a:p>
              <a:pPr algn="ctr">
                <a:buNone/>
              </a:pPr>
            </a:p>
          </p:txBody>
        </p:sp>
        <p:sp>
          <p:nvSpPr>
            <p:cNvPr id="2993" name="addition:input:116"/>
            <p:cNvSpPr>
              <a:spLocks noGrp="1"/>
            </p:cNvSpPr>
            <p:nvPr/>
          </p:nvSpPr>
          <p:spPr>
            <a:xfrm>
              <a:off x="209550" y="5438775"/>
              <a:ext cx="683057" cy="1308415"/>
            </a:xfrm>
            <a:custGeom>
              <a:avLst/>
              <a:gdLst/>
              <a:ahLst/>
              <a:cxnLst/>
              <a:rect l="l" t="t" r="r" b="b"/>
              <a:pathLst>
                <a:path w="415" h="698">
                  <a:moveTo>
                    <a:pt x="0" y="0"/>
                  </a:moveTo>
                  <a:moveTo>
                    <a:pt x="413" y="585"/>
                  </a:moveTo>
                  <a:lnTo>
                    <a:pt x="415" y="594"/>
                  </a:lnTo>
                  <a:lnTo>
                    <a:pt x="409" y="603"/>
                  </a:lnTo>
                  <a:lnTo>
                    <a:pt x="400" y="610"/>
                  </a:lnTo>
                  <a:lnTo>
                    <a:pt x="396" y="617"/>
                  </a:lnTo>
                  <a:lnTo>
                    <a:pt x="400" y="627"/>
                  </a:lnTo>
                  <a:lnTo>
                    <a:pt x="405" y="640"/>
                  </a:lnTo>
                  <a:lnTo>
                    <a:pt x="407" y="652"/>
                  </a:lnTo>
                  <a:lnTo>
                    <a:pt x="402" y="660"/>
                  </a:lnTo>
                  <a:lnTo>
                    <a:pt x="393" y="665"/>
                  </a:lnTo>
                  <a:lnTo>
                    <a:pt x="384" y="668"/>
                  </a:lnTo>
                  <a:lnTo>
                    <a:pt x="375" y="671"/>
                  </a:lnTo>
                  <a:lnTo>
                    <a:pt x="366" y="672"/>
                  </a:lnTo>
                  <a:lnTo>
                    <a:pt x="356" y="670"/>
                  </a:lnTo>
                  <a:lnTo>
                    <a:pt x="346" y="666"/>
                  </a:lnTo>
                  <a:lnTo>
                    <a:pt x="339" y="666"/>
                  </a:lnTo>
                  <a:lnTo>
                    <a:pt x="333" y="674"/>
                  </a:lnTo>
                  <a:lnTo>
                    <a:pt x="325" y="686"/>
                  </a:lnTo>
                  <a:lnTo>
                    <a:pt x="315" y="696"/>
                  </a:lnTo>
                  <a:lnTo>
                    <a:pt x="304" y="698"/>
                  </a:lnTo>
                  <a:lnTo>
                    <a:pt x="294" y="690"/>
                  </a:lnTo>
                  <a:lnTo>
                    <a:pt x="286" y="681"/>
                  </a:lnTo>
                  <a:lnTo>
                    <a:pt x="277" y="677"/>
                  </a:lnTo>
                  <a:lnTo>
                    <a:pt x="265" y="676"/>
                  </a:lnTo>
                  <a:lnTo>
                    <a:pt x="253" y="674"/>
                  </a:lnTo>
                  <a:lnTo>
                    <a:pt x="244" y="668"/>
                  </a:lnTo>
                  <a:lnTo>
                    <a:pt x="239" y="658"/>
                  </a:lnTo>
                  <a:lnTo>
                    <a:pt x="235" y="648"/>
                  </a:lnTo>
                  <a:lnTo>
                    <a:pt x="229" y="640"/>
                  </a:lnTo>
                  <a:lnTo>
                    <a:pt x="222" y="633"/>
                  </a:lnTo>
                  <a:lnTo>
                    <a:pt x="216" y="626"/>
                  </a:lnTo>
                  <a:lnTo>
                    <a:pt x="213" y="618"/>
                  </a:lnTo>
                  <a:lnTo>
                    <a:pt x="209" y="610"/>
                  </a:lnTo>
                  <a:lnTo>
                    <a:pt x="200" y="602"/>
                  </a:lnTo>
                  <a:lnTo>
                    <a:pt x="187" y="595"/>
                  </a:lnTo>
                  <a:lnTo>
                    <a:pt x="175" y="585"/>
                  </a:lnTo>
                  <a:lnTo>
                    <a:pt x="172" y="574"/>
                  </a:lnTo>
                  <a:lnTo>
                    <a:pt x="182" y="565"/>
                  </a:lnTo>
                  <a:lnTo>
                    <a:pt x="198" y="558"/>
                  </a:lnTo>
                  <a:lnTo>
                    <a:pt x="212" y="553"/>
                  </a:lnTo>
                  <a:lnTo>
                    <a:pt x="218" y="546"/>
                  </a:lnTo>
                  <a:lnTo>
                    <a:pt x="220" y="538"/>
                  </a:lnTo>
                  <a:lnTo>
                    <a:pt x="223" y="529"/>
                  </a:lnTo>
                  <a:lnTo>
                    <a:pt x="230" y="522"/>
                  </a:lnTo>
                  <a:lnTo>
                    <a:pt x="238" y="516"/>
                  </a:lnTo>
                  <a:lnTo>
                    <a:pt x="246" y="509"/>
                  </a:lnTo>
                  <a:lnTo>
                    <a:pt x="252" y="500"/>
                  </a:lnTo>
                  <a:lnTo>
                    <a:pt x="260" y="491"/>
                  </a:lnTo>
                  <a:lnTo>
                    <a:pt x="271" y="487"/>
                  </a:lnTo>
                  <a:lnTo>
                    <a:pt x="283" y="487"/>
                  </a:lnTo>
                  <a:lnTo>
                    <a:pt x="294" y="486"/>
                  </a:lnTo>
                  <a:lnTo>
                    <a:pt x="304" y="482"/>
                  </a:lnTo>
                  <a:lnTo>
                    <a:pt x="315" y="475"/>
                  </a:lnTo>
                  <a:lnTo>
                    <a:pt x="326" y="473"/>
                  </a:lnTo>
                  <a:lnTo>
                    <a:pt x="336" y="480"/>
                  </a:lnTo>
                  <a:lnTo>
                    <a:pt x="343" y="493"/>
                  </a:lnTo>
                  <a:lnTo>
                    <a:pt x="348" y="505"/>
                  </a:lnTo>
                  <a:lnTo>
                    <a:pt x="354" y="510"/>
                  </a:lnTo>
                  <a:lnTo>
                    <a:pt x="364" y="507"/>
                  </a:lnTo>
                  <a:lnTo>
                    <a:pt x="376" y="503"/>
                  </a:lnTo>
                  <a:lnTo>
                    <a:pt x="387" y="503"/>
                  </a:lnTo>
                  <a:lnTo>
                    <a:pt x="396" y="507"/>
                  </a:lnTo>
                  <a:lnTo>
                    <a:pt x="402" y="513"/>
                  </a:lnTo>
                  <a:lnTo>
                    <a:pt x="409" y="520"/>
                  </a:lnTo>
                  <a:lnTo>
                    <a:pt x="414" y="528"/>
                  </a:lnTo>
                  <a:lnTo>
                    <a:pt x="415" y="538"/>
                  </a:lnTo>
                  <a:lnTo>
                    <a:pt x="410" y="550"/>
                  </a:lnTo>
                  <a:lnTo>
                    <a:pt x="403" y="560"/>
                  </a:lnTo>
                  <a:lnTo>
                    <a:pt x="401" y="569"/>
                  </a:lnTo>
                  <a:lnTo>
                    <a:pt x="406" y="577"/>
                  </a:lnTo>
                  <a:close/>
                </a:path>
              </a:pathLst>
            </a:custGeom>
            <a:solidFill>
              <a:srgbClr val="0675B4">
                <a:alpha val="37000"/>
              </a:srgbClr>
            </a:solidFill>
            <a:ln>
              <a:noFill/>
            </a:ln>
          </p:spPr>
          <p:txBody>
            <a:bodyPr anchor="ctr"/>
            <a:lstStyle/>
            <a:p>
              <a:pPr algn="ctr">
                <a:buNone/>
              </a:pPr>
            </a:p>
          </p:txBody>
        </p:sp>
        <p:sp>
          <p:nvSpPr>
            <p:cNvPr id="2994" name="addition:input:117"/>
            <p:cNvSpPr>
              <a:spLocks noGrp="1"/>
            </p:cNvSpPr>
            <p:nvPr/>
          </p:nvSpPr>
          <p:spPr>
            <a:xfrm>
              <a:off x="209550" y="5438775"/>
              <a:ext cx="526694" cy="1139708"/>
            </a:xfrm>
            <a:custGeom>
              <a:avLst/>
              <a:gdLst/>
              <a:ahLst/>
              <a:cxnLst/>
              <a:rect l="l" t="t" r="r" b="b"/>
              <a:pathLst>
                <a:path w="320" h="608">
                  <a:moveTo>
                    <a:pt x="0" y="0"/>
                  </a:moveTo>
                  <a:moveTo>
                    <a:pt x="314" y="561"/>
                  </a:moveTo>
                  <a:lnTo>
                    <a:pt x="315" y="565"/>
                  </a:lnTo>
                  <a:lnTo>
                    <a:pt x="315" y="569"/>
                  </a:lnTo>
                  <a:lnTo>
                    <a:pt x="313" y="573"/>
                  </a:lnTo>
                  <a:lnTo>
                    <a:pt x="308" y="575"/>
                  </a:lnTo>
                  <a:lnTo>
                    <a:pt x="303" y="577"/>
                  </a:lnTo>
                  <a:lnTo>
                    <a:pt x="302" y="580"/>
                  </a:lnTo>
                  <a:lnTo>
                    <a:pt x="303" y="586"/>
                  </a:lnTo>
                  <a:lnTo>
                    <a:pt x="304" y="592"/>
                  </a:lnTo>
                  <a:lnTo>
                    <a:pt x="304" y="598"/>
                  </a:lnTo>
                  <a:lnTo>
                    <a:pt x="300" y="601"/>
                  </a:lnTo>
                  <a:lnTo>
                    <a:pt x="296" y="602"/>
                  </a:lnTo>
                  <a:lnTo>
                    <a:pt x="292" y="602"/>
                  </a:lnTo>
                  <a:lnTo>
                    <a:pt x="288" y="603"/>
                  </a:lnTo>
                  <a:lnTo>
                    <a:pt x="284" y="603"/>
                  </a:lnTo>
                  <a:lnTo>
                    <a:pt x="280" y="601"/>
                  </a:lnTo>
                  <a:lnTo>
                    <a:pt x="277" y="599"/>
                  </a:lnTo>
                  <a:lnTo>
                    <a:pt x="274" y="599"/>
                  </a:lnTo>
                  <a:lnTo>
                    <a:pt x="271" y="601"/>
                  </a:lnTo>
                  <a:lnTo>
                    <a:pt x="267" y="605"/>
                  </a:lnTo>
                  <a:lnTo>
                    <a:pt x="263" y="608"/>
                  </a:lnTo>
                  <a:lnTo>
                    <a:pt x="260" y="606"/>
                  </a:lnTo>
                  <a:lnTo>
                    <a:pt x="257" y="602"/>
                  </a:lnTo>
                  <a:lnTo>
                    <a:pt x="255" y="599"/>
                  </a:lnTo>
                  <a:lnTo>
                    <a:pt x="251" y="598"/>
                  </a:lnTo>
                  <a:lnTo>
                    <a:pt x="246" y="598"/>
                  </a:lnTo>
                  <a:lnTo>
                    <a:pt x="241" y="597"/>
                  </a:lnTo>
                  <a:lnTo>
                    <a:pt x="239" y="593"/>
                  </a:lnTo>
                  <a:lnTo>
                    <a:pt x="238" y="588"/>
                  </a:lnTo>
                  <a:lnTo>
                    <a:pt x="239" y="583"/>
                  </a:lnTo>
                  <a:lnTo>
                    <a:pt x="238" y="578"/>
                  </a:lnTo>
                  <a:lnTo>
                    <a:pt x="236" y="575"/>
                  </a:lnTo>
                  <a:lnTo>
                    <a:pt x="235" y="571"/>
                  </a:lnTo>
                  <a:lnTo>
                    <a:pt x="234" y="568"/>
                  </a:lnTo>
                  <a:lnTo>
                    <a:pt x="232" y="564"/>
                  </a:lnTo>
                  <a:lnTo>
                    <a:pt x="228" y="561"/>
                  </a:lnTo>
                  <a:lnTo>
                    <a:pt x="223" y="556"/>
                  </a:lnTo>
                  <a:lnTo>
                    <a:pt x="219" y="551"/>
                  </a:lnTo>
                  <a:lnTo>
                    <a:pt x="219" y="546"/>
                  </a:lnTo>
                  <a:lnTo>
                    <a:pt x="224" y="543"/>
                  </a:lnTo>
                  <a:lnTo>
                    <a:pt x="230" y="541"/>
                  </a:lnTo>
                  <a:lnTo>
                    <a:pt x="234" y="539"/>
                  </a:lnTo>
                  <a:lnTo>
                    <a:pt x="235" y="536"/>
                  </a:lnTo>
                  <a:lnTo>
                    <a:pt x="236" y="532"/>
                  </a:lnTo>
                  <a:lnTo>
                    <a:pt x="238" y="528"/>
                  </a:lnTo>
                  <a:lnTo>
                    <a:pt x="242" y="527"/>
                  </a:lnTo>
                  <a:lnTo>
                    <a:pt x="246" y="526"/>
                  </a:lnTo>
                  <a:lnTo>
                    <a:pt x="250" y="524"/>
                  </a:lnTo>
                  <a:lnTo>
                    <a:pt x="253" y="521"/>
                  </a:lnTo>
                  <a:lnTo>
                    <a:pt x="256" y="517"/>
                  </a:lnTo>
                  <a:lnTo>
                    <a:pt x="261" y="516"/>
                  </a:lnTo>
                  <a:lnTo>
                    <a:pt x="265" y="515"/>
                  </a:lnTo>
                  <a:lnTo>
                    <a:pt x="270" y="514"/>
                  </a:lnTo>
                  <a:lnTo>
                    <a:pt x="275" y="512"/>
                  </a:lnTo>
                  <a:lnTo>
                    <a:pt x="280" y="510"/>
                  </a:lnTo>
                  <a:lnTo>
                    <a:pt x="285" y="511"/>
                  </a:lnTo>
                  <a:lnTo>
                    <a:pt x="289" y="516"/>
                  </a:lnTo>
                  <a:lnTo>
                    <a:pt x="291" y="523"/>
                  </a:lnTo>
                  <a:lnTo>
                    <a:pt x="292" y="528"/>
                  </a:lnTo>
                  <a:lnTo>
                    <a:pt x="295" y="530"/>
                  </a:lnTo>
                  <a:lnTo>
                    <a:pt x="300" y="529"/>
                  </a:lnTo>
                  <a:lnTo>
                    <a:pt x="306" y="529"/>
                  </a:lnTo>
                  <a:lnTo>
                    <a:pt x="310" y="530"/>
                  </a:lnTo>
                  <a:lnTo>
                    <a:pt x="313" y="533"/>
                  </a:lnTo>
                  <a:lnTo>
                    <a:pt x="315" y="536"/>
                  </a:lnTo>
                  <a:lnTo>
                    <a:pt x="317" y="540"/>
                  </a:lnTo>
                  <a:lnTo>
                    <a:pt x="319" y="543"/>
                  </a:lnTo>
                  <a:lnTo>
                    <a:pt x="320" y="548"/>
                  </a:lnTo>
                  <a:lnTo>
                    <a:pt x="317" y="552"/>
                  </a:lnTo>
                  <a:lnTo>
                    <a:pt x="315" y="557"/>
                  </a:lnTo>
                  <a:close/>
                </a:path>
              </a:pathLst>
            </a:custGeom>
            <a:solidFill>
              <a:srgbClr val="0072B2">
                <a:alpha val="36000"/>
              </a:srgbClr>
            </a:solidFill>
            <a:ln>
              <a:noFill/>
            </a:ln>
          </p:spPr>
          <p:txBody>
            <a:bodyPr anchor="ctr"/>
            <a:lstStyle/>
            <a:p>
              <a:pPr algn="ctr">
                <a:buNone/>
              </a:pPr>
            </a:p>
          </p:txBody>
        </p:sp>
        <p:sp>
          <p:nvSpPr>
            <p:cNvPr id="2995" name="addition:input:118"/>
            <p:cNvSpPr>
              <a:spLocks noGrp="1"/>
            </p:cNvSpPr>
            <p:nvPr/>
          </p:nvSpPr>
          <p:spPr>
            <a:xfrm>
              <a:off x="209550" y="5438775"/>
              <a:ext cx="615574" cy="1094720"/>
            </a:xfrm>
            <a:custGeom>
              <a:avLst/>
              <a:gdLst/>
              <a:ahLst/>
              <a:cxnLst/>
              <a:rect l="l" t="t" r="r" b="b"/>
              <a:pathLst>
                <a:path w="374" h="584">
                  <a:moveTo>
                    <a:pt x="0" y="0"/>
                  </a:moveTo>
                  <a:moveTo>
                    <a:pt x="366" y="547"/>
                  </a:moveTo>
                  <a:lnTo>
                    <a:pt x="363" y="549"/>
                  </a:lnTo>
                  <a:lnTo>
                    <a:pt x="363" y="552"/>
                  </a:lnTo>
                  <a:lnTo>
                    <a:pt x="365" y="555"/>
                  </a:lnTo>
                  <a:lnTo>
                    <a:pt x="367" y="559"/>
                  </a:lnTo>
                  <a:lnTo>
                    <a:pt x="367" y="563"/>
                  </a:lnTo>
                  <a:lnTo>
                    <a:pt x="365" y="565"/>
                  </a:lnTo>
                  <a:lnTo>
                    <a:pt x="362" y="567"/>
                  </a:lnTo>
                  <a:lnTo>
                    <a:pt x="360" y="569"/>
                  </a:lnTo>
                  <a:lnTo>
                    <a:pt x="359" y="572"/>
                  </a:lnTo>
                  <a:lnTo>
                    <a:pt x="357" y="576"/>
                  </a:lnTo>
                  <a:lnTo>
                    <a:pt x="355" y="577"/>
                  </a:lnTo>
                  <a:lnTo>
                    <a:pt x="352" y="578"/>
                  </a:lnTo>
                  <a:lnTo>
                    <a:pt x="349" y="578"/>
                  </a:lnTo>
                  <a:lnTo>
                    <a:pt x="346" y="579"/>
                  </a:lnTo>
                  <a:lnTo>
                    <a:pt x="344" y="580"/>
                  </a:lnTo>
                  <a:lnTo>
                    <a:pt x="341" y="579"/>
                  </a:lnTo>
                  <a:lnTo>
                    <a:pt x="338" y="577"/>
                  </a:lnTo>
                  <a:lnTo>
                    <a:pt x="336" y="576"/>
                  </a:lnTo>
                  <a:lnTo>
                    <a:pt x="334" y="576"/>
                  </a:lnTo>
                  <a:lnTo>
                    <a:pt x="330" y="579"/>
                  </a:lnTo>
                  <a:lnTo>
                    <a:pt x="326" y="583"/>
                  </a:lnTo>
                  <a:lnTo>
                    <a:pt x="322" y="584"/>
                  </a:lnTo>
                  <a:lnTo>
                    <a:pt x="319" y="582"/>
                  </a:lnTo>
                  <a:lnTo>
                    <a:pt x="317" y="578"/>
                  </a:lnTo>
                  <a:lnTo>
                    <a:pt x="316" y="574"/>
                  </a:lnTo>
                  <a:lnTo>
                    <a:pt x="315" y="571"/>
                  </a:lnTo>
                  <a:lnTo>
                    <a:pt x="312" y="568"/>
                  </a:lnTo>
                  <a:lnTo>
                    <a:pt x="310" y="566"/>
                  </a:lnTo>
                  <a:lnTo>
                    <a:pt x="309" y="563"/>
                  </a:lnTo>
                  <a:lnTo>
                    <a:pt x="307" y="560"/>
                  </a:lnTo>
                  <a:lnTo>
                    <a:pt x="305" y="558"/>
                  </a:lnTo>
                  <a:lnTo>
                    <a:pt x="302" y="556"/>
                  </a:lnTo>
                  <a:lnTo>
                    <a:pt x="299" y="553"/>
                  </a:lnTo>
                  <a:lnTo>
                    <a:pt x="298" y="550"/>
                  </a:lnTo>
                  <a:lnTo>
                    <a:pt x="299" y="547"/>
                  </a:lnTo>
                  <a:lnTo>
                    <a:pt x="300" y="544"/>
                  </a:lnTo>
                  <a:lnTo>
                    <a:pt x="298" y="541"/>
                  </a:lnTo>
                  <a:lnTo>
                    <a:pt x="296" y="537"/>
                  </a:lnTo>
                  <a:lnTo>
                    <a:pt x="294" y="533"/>
                  </a:lnTo>
                  <a:lnTo>
                    <a:pt x="296" y="530"/>
                  </a:lnTo>
                  <a:lnTo>
                    <a:pt x="301" y="529"/>
                  </a:lnTo>
                  <a:lnTo>
                    <a:pt x="307" y="529"/>
                  </a:lnTo>
                  <a:lnTo>
                    <a:pt x="310" y="528"/>
                  </a:lnTo>
                  <a:lnTo>
                    <a:pt x="312" y="526"/>
                  </a:lnTo>
                  <a:lnTo>
                    <a:pt x="314" y="523"/>
                  </a:lnTo>
                  <a:lnTo>
                    <a:pt x="315" y="520"/>
                  </a:lnTo>
                  <a:lnTo>
                    <a:pt x="318" y="518"/>
                  </a:lnTo>
                  <a:lnTo>
                    <a:pt x="321" y="515"/>
                  </a:lnTo>
                  <a:lnTo>
                    <a:pt x="324" y="512"/>
                  </a:lnTo>
                  <a:lnTo>
                    <a:pt x="327" y="509"/>
                  </a:lnTo>
                  <a:lnTo>
                    <a:pt x="331" y="509"/>
                  </a:lnTo>
                  <a:lnTo>
                    <a:pt x="335" y="511"/>
                  </a:lnTo>
                  <a:lnTo>
                    <a:pt x="339" y="514"/>
                  </a:lnTo>
                  <a:lnTo>
                    <a:pt x="342" y="516"/>
                  </a:lnTo>
                  <a:lnTo>
                    <a:pt x="346" y="515"/>
                  </a:lnTo>
                  <a:lnTo>
                    <a:pt x="349" y="514"/>
                  </a:lnTo>
                  <a:lnTo>
                    <a:pt x="353" y="515"/>
                  </a:lnTo>
                  <a:lnTo>
                    <a:pt x="355" y="517"/>
                  </a:lnTo>
                  <a:lnTo>
                    <a:pt x="356" y="521"/>
                  </a:lnTo>
                  <a:lnTo>
                    <a:pt x="358" y="524"/>
                  </a:lnTo>
                  <a:lnTo>
                    <a:pt x="360" y="525"/>
                  </a:lnTo>
                  <a:lnTo>
                    <a:pt x="364" y="525"/>
                  </a:lnTo>
                  <a:lnTo>
                    <a:pt x="368" y="526"/>
                  </a:lnTo>
                  <a:lnTo>
                    <a:pt x="370" y="528"/>
                  </a:lnTo>
                  <a:lnTo>
                    <a:pt x="372" y="531"/>
                  </a:lnTo>
                  <a:lnTo>
                    <a:pt x="373" y="534"/>
                  </a:lnTo>
                  <a:lnTo>
                    <a:pt x="374" y="537"/>
                  </a:lnTo>
                  <a:lnTo>
                    <a:pt x="373" y="540"/>
                  </a:lnTo>
                  <a:lnTo>
                    <a:pt x="371" y="544"/>
                  </a:lnTo>
                  <a:close/>
                </a:path>
              </a:pathLst>
            </a:custGeom>
            <a:solidFill>
              <a:srgbClr val="0072B2">
                <a:alpha val="36000"/>
              </a:srgbClr>
            </a:solidFill>
            <a:ln>
              <a:noFill/>
            </a:ln>
          </p:spPr>
          <p:txBody>
            <a:bodyPr anchor="ctr"/>
            <a:lstStyle/>
            <a:p>
              <a:pPr algn="ctr">
                <a:buNone/>
              </a:pPr>
            </a:p>
          </p:txBody>
        </p:sp>
        <p:sp>
          <p:nvSpPr>
            <p:cNvPr id="2996" name="addition:input:119"/>
            <p:cNvSpPr>
              <a:spLocks noGrp="1"/>
            </p:cNvSpPr>
            <p:nvPr/>
          </p:nvSpPr>
          <p:spPr>
            <a:xfrm>
              <a:off x="209550" y="5438775"/>
              <a:ext cx="681411" cy="1233434"/>
            </a:xfrm>
            <a:custGeom>
              <a:avLst/>
              <a:gdLst/>
              <a:ahLst/>
              <a:cxnLst/>
              <a:rect l="l" t="t" r="r" b="b"/>
              <a:pathLst>
                <a:path w="414" h="658">
                  <a:moveTo>
                    <a:pt x="0" y="0"/>
                  </a:moveTo>
                  <a:moveTo>
                    <a:pt x="405" y="607"/>
                  </a:moveTo>
                  <a:lnTo>
                    <a:pt x="411" y="611"/>
                  </a:lnTo>
                  <a:lnTo>
                    <a:pt x="414" y="616"/>
                  </a:lnTo>
                  <a:lnTo>
                    <a:pt x="414" y="620"/>
                  </a:lnTo>
                  <a:lnTo>
                    <a:pt x="413" y="624"/>
                  </a:lnTo>
                  <a:lnTo>
                    <a:pt x="412" y="628"/>
                  </a:lnTo>
                  <a:lnTo>
                    <a:pt x="410" y="632"/>
                  </a:lnTo>
                  <a:lnTo>
                    <a:pt x="406" y="634"/>
                  </a:lnTo>
                  <a:lnTo>
                    <a:pt x="401" y="635"/>
                  </a:lnTo>
                  <a:lnTo>
                    <a:pt x="397" y="636"/>
                  </a:lnTo>
                  <a:lnTo>
                    <a:pt x="393" y="638"/>
                  </a:lnTo>
                  <a:lnTo>
                    <a:pt x="392" y="642"/>
                  </a:lnTo>
                  <a:lnTo>
                    <a:pt x="390" y="646"/>
                  </a:lnTo>
                  <a:lnTo>
                    <a:pt x="387" y="649"/>
                  </a:lnTo>
                  <a:lnTo>
                    <a:pt x="382" y="649"/>
                  </a:lnTo>
                  <a:lnTo>
                    <a:pt x="377" y="647"/>
                  </a:lnTo>
                  <a:lnTo>
                    <a:pt x="373" y="648"/>
                  </a:lnTo>
                  <a:lnTo>
                    <a:pt x="368" y="651"/>
                  </a:lnTo>
                  <a:lnTo>
                    <a:pt x="363" y="655"/>
                  </a:lnTo>
                  <a:lnTo>
                    <a:pt x="358" y="658"/>
                  </a:lnTo>
                  <a:lnTo>
                    <a:pt x="352" y="656"/>
                  </a:lnTo>
                  <a:lnTo>
                    <a:pt x="348" y="653"/>
                  </a:lnTo>
                  <a:lnTo>
                    <a:pt x="344" y="649"/>
                  </a:lnTo>
                  <a:lnTo>
                    <a:pt x="340" y="645"/>
                  </a:lnTo>
                  <a:lnTo>
                    <a:pt x="337" y="642"/>
                  </a:lnTo>
                  <a:lnTo>
                    <a:pt x="335" y="638"/>
                  </a:lnTo>
                  <a:lnTo>
                    <a:pt x="333" y="634"/>
                  </a:lnTo>
                  <a:lnTo>
                    <a:pt x="330" y="632"/>
                  </a:lnTo>
                  <a:lnTo>
                    <a:pt x="325" y="631"/>
                  </a:lnTo>
                  <a:lnTo>
                    <a:pt x="317" y="631"/>
                  </a:lnTo>
                  <a:lnTo>
                    <a:pt x="311" y="629"/>
                  </a:lnTo>
                  <a:lnTo>
                    <a:pt x="310" y="625"/>
                  </a:lnTo>
                  <a:lnTo>
                    <a:pt x="311" y="620"/>
                  </a:lnTo>
                  <a:lnTo>
                    <a:pt x="314" y="615"/>
                  </a:lnTo>
                  <a:lnTo>
                    <a:pt x="315" y="611"/>
                  </a:lnTo>
                  <a:lnTo>
                    <a:pt x="314" y="607"/>
                  </a:lnTo>
                  <a:lnTo>
                    <a:pt x="313" y="603"/>
                  </a:lnTo>
                  <a:lnTo>
                    <a:pt x="315" y="598"/>
                  </a:lnTo>
                  <a:lnTo>
                    <a:pt x="319" y="595"/>
                  </a:lnTo>
                  <a:lnTo>
                    <a:pt x="323" y="592"/>
                  </a:lnTo>
                  <a:lnTo>
                    <a:pt x="326" y="589"/>
                  </a:lnTo>
                  <a:lnTo>
                    <a:pt x="328" y="585"/>
                  </a:lnTo>
                  <a:lnTo>
                    <a:pt x="330" y="582"/>
                  </a:lnTo>
                  <a:lnTo>
                    <a:pt x="333" y="579"/>
                  </a:lnTo>
                  <a:lnTo>
                    <a:pt x="336" y="576"/>
                  </a:lnTo>
                  <a:lnTo>
                    <a:pt x="338" y="571"/>
                  </a:lnTo>
                  <a:lnTo>
                    <a:pt x="339" y="565"/>
                  </a:lnTo>
                  <a:lnTo>
                    <a:pt x="341" y="560"/>
                  </a:lnTo>
                  <a:lnTo>
                    <a:pt x="346" y="558"/>
                  </a:lnTo>
                  <a:lnTo>
                    <a:pt x="351" y="560"/>
                  </a:lnTo>
                  <a:lnTo>
                    <a:pt x="357" y="565"/>
                  </a:lnTo>
                  <a:lnTo>
                    <a:pt x="361" y="568"/>
                  </a:lnTo>
                  <a:lnTo>
                    <a:pt x="364" y="568"/>
                  </a:lnTo>
                  <a:lnTo>
                    <a:pt x="368" y="566"/>
                  </a:lnTo>
                  <a:lnTo>
                    <a:pt x="371" y="564"/>
                  </a:lnTo>
                  <a:lnTo>
                    <a:pt x="375" y="564"/>
                  </a:lnTo>
                  <a:lnTo>
                    <a:pt x="378" y="565"/>
                  </a:lnTo>
                  <a:lnTo>
                    <a:pt x="381" y="566"/>
                  </a:lnTo>
                  <a:lnTo>
                    <a:pt x="385" y="566"/>
                  </a:lnTo>
                  <a:lnTo>
                    <a:pt x="390" y="567"/>
                  </a:lnTo>
                  <a:lnTo>
                    <a:pt x="393" y="569"/>
                  </a:lnTo>
                  <a:lnTo>
                    <a:pt x="394" y="573"/>
                  </a:lnTo>
                  <a:lnTo>
                    <a:pt x="396" y="577"/>
                  </a:lnTo>
                  <a:lnTo>
                    <a:pt x="400" y="580"/>
                  </a:lnTo>
                  <a:lnTo>
                    <a:pt x="404" y="582"/>
                  </a:lnTo>
                  <a:lnTo>
                    <a:pt x="406" y="586"/>
                  </a:lnTo>
                  <a:lnTo>
                    <a:pt x="405" y="591"/>
                  </a:lnTo>
                  <a:lnTo>
                    <a:pt x="402" y="596"/>
                  </a:lnTo>
                  <a:lnTo>
                    <a:pt x="399" y="600"/>
                  </a:lnTo>
                  <a:lnTo>
                    <a:pt x="400" y="603"/>
                  </a:lnTo>
                  <a:close/>
                </a:path>
              </a:pathLst>
            </a:custGeom>
            <a:solidFill>
              <a:srgbClr val="0072B2">
                <a:alpha val="36000"/>
              </a:srgbClr>
            </a:solidFill>
            <a:ln>
              <a:noFill/>
            </a:ln>
          </p:spPr>
          <p:txBody>
            <a:bodyPr anchor="ctr"/>
            <a:lstStyle/>
            <a:p>
              <a:pPr algn="ctr">
                <a:buNone/>
              </a:pPr>
            </a:p>
          </p:txBody>
        </p:sp>
        <p:sp>
          <p:nvSpPr>
            <p:cNvPr id="2997" name="addition:input:120"/>
            <p:cNvSpPr>
              <a:spLocks noGrp="1"/>
            </p:cNvSpPr>
            <p:nvPr/>
          </p:nvSpPr>
          <p:spPr>
            <a:xfrm>
              <a:off x="209550" y="5438775"/>
              <a:ext cx="569488" cy="1259677"/>
            </a:xfrm>
            <a:custGeom>
              <a:avLst/>
              <a:gdLst/>
              <a:ahLst/>
              <a:cxnLst/>
              <a:rect l="l" t="t" r="r" b="b"/>
              <a:pathLst>
                <a:path w="346" h="672">
                  <a:moveTo>
                    <a:pt x="0" y="0"/>
                  </a:moveTo>
                  <a:moveTo>
                    <a:pt x="341" y="633"/>
                  </a:moveTo>
                  <a:lnTo>
                    <a:pt x="339" y="636"/>
                  </a:lnTo>
                  <a:lnTo>
                    <a:pt x="335" y="639"/>
                  </a:lnTo>
                  <a:lnTo>
                    <a:pt x="331" y="641"/>
                  </a:lnTo>
                  <a:lnTo>
                    <a:pt x="329" y="644"/>
                  </a:lnTo>
                  <a:lnTo>
                    <a:pt x="328" y="647"/>
                  </a:lnTo>
                  <a:lnTo>
                    <a:pt x="330" y="652"/>
                  </a:lnTo>
                  <a:lnTo>
                    <a:pt x="331" y="657"/>
                  </a:lnTo>
                  <a:lnTo>
                    <a:pt x="329" y="660"/>
                  </a:lnTo>
                  <a:lnTo>
                    <a:pt x="324" y="662"/>
                  </a:lnTo>
                  <a:lnTo>
                    <a:pt x="320" y="662"/>
                  </a:lnTo>
                  <a:lnTo>
                    <a:pt x="316" y="664"/>
                  </a:lnTo>
                  <a:lnTo>
                    <a:pt x="314" y="667"/>
                  </a:lnTo>
                  <a:lnTo>
                    <a:pt x="312" y="671"/>
                  </a:lnTo>
                  <a:lnTo>
                    <a:pt x="308" y="672"/>
                  </a:lnTo>
                  <a:lnTo>
                    <a:pt x="304" y="671"/>
                  </a:lnTo>
                  <a:lnTo>
                    <a:pt x="301" y="669"/>
                  </a:lnTo>
                  <a:lnTo>
                    <a:pt x="298" y="668"/>
                  </a:lnTo>
                  <a:lnTo>
                    <a:pt x="295" y="667"/>
                  </a:lnTo>
                  <a:lnTo>
                    <a:pt x="292" y="667"/>
                  </a:lnTo>
                  <a:lnTo>
                    <a:pt x="289" y="666"/>
                  </a:lnTo>
                  <a:lnTo>
                    <a:pt x="287" y="665"/>
                  </a:lnTo>
                  <a:lnTo>
                    <a:pt x="283" y="666"/>
                  </a:lnTo>
                  <a:lnTo>
                    <a:pt x="279" y="668"/>
                  </a:lnTo>
                  <a:lnTo>
                    <a:pt x="273" y="669"/>
                  </a:lnTo>
                  <a:lnTo>
                    <a:pt x="269" y="668"/>
                  </a:lnTo>
                  <a:lnTo>
                    <a:pt x="268" y="664"/>
                  </a:lnTo>
                  <a:lnTo>
                    <a:pt x="268" y="658"/>
                  </a:lnTo>
                  <a:lnTo>
                    <a:pt x="269" y="653"/>
                  </a:lnTo>
                  <a:lnTo>
                    <a:pt x="268" y="650"/>
                  </a:lnTo>
                  <a:lnTo>
                    <a:pt x="265" y="648"/>
                  </a:lnTo>
                  <a:lnTo>
                    <a:pt x="262" y="646"/>
                  </a:lnTo>
                  <a:lnTo>
                    <a:pt x="261" y="642"/>
                  </a:lnTo>
                  <a:lnTo>
                    <a:pt x="261" y="639"/>
                  </a:lnTo>
                  <a:lnTo>
                    <a:pt x="260" y="636"/>
                  </a:lnTo>
                  <a:lnTo>
                    <a:pt x="258" y="633"/>
                  </a:lnTo>
                  <a:lnTo>
                    <a:pt x="256" y="629"/>
                  </a:lnTo>
                  <a:lnTo>
                    <a:pt x="255" y="626"/>
                  </a:lnTo>
                  <a:lnTo>
                    <a:pt x="255" y="622"/>
                  </a:lnTo>
                  <a:lnTo>
                    <a:pt x="256" y="619"/>
                  </a:lnTo>
                  <a:lnTo>
                    <a:pt x="256" y="615"/>
                  </a:lnTo>
                  <a:lnTo>
                    <a:pt x="256" y="611"/>
                  </a:lnTo>
                  <a:lnTo>
                    <a:pt x="257" y="607"/>
                  </a:lnTo>
                  <a:lnTo>
                    <a:pt x="260" y="605"/>
                  </a:lnTo>
                  <a:lnTo>
                    <a:pt x="266" y="606"/>
                  </a:lnTo>
                  <a:lnTo>
                    <a:pt x="272" y="607"/>
                  </a:lnTo>
                  <a:lnTo>
                    <a:pt x="276" y="607"/>
                  </a:lnTo>
                  <a:lnTo>
                    <a:pt x="277" y="604"/>
                  </a:lnTo>
                  <a:lnTo>
                    <a:pt x="279" y="599"/>
                  </a:lnTo>
                  <a:lnTo>
                    <a:pt x="281" y="595"/>
                  </a:lnTo>
                  <a:lnTo>
                    <a:pt x="285" y="593"/>
                  </a:lnTo>
                  <a:lnTo>
                    <a:pt x="289" y="592"/>
                  </a:lnTo>
                  <a:lnTo>
                    <a:pt x="294" y="592"/>
                  </a:lnTo>
                  <a:lnTo>
                    <a:pt x="298" y="591"/>
                  </a:lnTo>
                  <a:lnTo>
                    <a:pt x="303" y="592"/>
                  </a:lnTo>
                  <a:lnTo>
                    <a:pt x="307" y="594"/>
                  </a:lnTo>
                  <a:lnTo>
                    <a:pt x="311" y="598"/>
                  </a:lnTo>
                  <a:lnTo>
                    <a:pt x="314" y="600"/>
                  </a:lnTo>
                  <a:lnTo>
                    <a:pt x="318" y="601"/>
                  </a:lnTo>
                  <a:lnTo>
                    <a:pt x="323" y="601"/>
                  </a:lnTo>
                  <a:lnTo>
                    <a:pt x="326" y="602"/>
                  </a:lnTo>
                  <a:lnTo>
                    <a:pt x="328" y="606"/>
                  </a:lnTo>
                  <a:lnTo>
                    <a:pt x="328" y="610"/>
                  </a:lnTo>
                  <a:lnTo>
                    <a:pt x="330" y="613"/>
                  </a:lnTo>
                  <a:lnTo>
                    <a:pt x="333" y="615"/>
                  </a:lnTo>
                  <a:lnTo>
                    <a:pt x="339" y="616"/>
                  </a:lnTo>
                  <a:lnTo>
                    <a:pt x="344" y="618"/>
                  </a:lnTo>
                  <a:lnTo>
                    <a:pt x="346" y="621"/>
                  </a:lnTo>
                  <a:lnTo>
                    <a:pt x="345" y="625"/>
                  </a:lnTo>
                  <a:lnTo>
                    <a:pt x="343" y="629"/>
                  </a:lnTo>
                  <a:close/>
                </a:path>
              </a:pathLst>
            </a:custGeom>
            <a:solidFill>
              <a:srgbClr val="0072B2">
                <a:alpha val="36000"/>
              </a:srgbClr>
            </a:solidFill>
            <a:ln>
              <a:noFill/>
            </a:ln>
          </p:spPr>
          <p:txBody>
            <a:bodyPr anchor="ctr"/>
            <a:lstStyle/>
            <a:p>
              <a:pPr algn="ctr">
                <a:buNone/>
              </a:pPr>
            </a:p>
          </p:txBody>
        </p:sp>
        <p:sp>
          <p:nvSpPr>
            <p:cNvPr id="2998" name="addition:input:121"/>
            <p:cNvSpPr>
              <a:spLocks noGrp="1"/>
            </p:cNvSpPr>
            <p:nvPr/>
          </p:nvSpPr>
          <p:spPr>
            <a:xfrm>
              <a:off x="209550" y="5438775"/>
              <a:ext cx="511881" cy="1132210"/>
            </a:xfrm>
            <a:custGeom>
              <a:avLst/>
              <a:gdLst/>
              <a:ahLst/>
              <a:cxnLst/>
              <a:rect l="l" t="t" r="r" b="b"/>
              <a:pathLst>
                <a:path w="311" h="604">
                  <a:moveTo>
                    <a:pt x="0" y="0"/>
                  </a:moveTo>
                  <a:moveTo>
                    <a:pt x="303" y="565"/>
                  </a:moveTo>
                  <a:lnTo>
                    <a:pt x="307" y="568"/>
                  </a:lnTo>
                  <a:lnTo>
                    <a:pt x="310" y="571"/>
                  </a:lnTo>
                  <a:lnTo>
                    <a:pt x="311" y="575"/>
                  </a:lnTo>
                  <a:lnTo>
                    <a:pt x="309" y="578"/>
                  </a:lnTo>
                  <a:lnTo>
                    <a:pt x="307" y="580"/>
                  </a:lnTo>
                  <a:lnTo>
                    <a:pt x="305" y="582"/>
                  </a:lnTo>
                  <a:lnTo>
                    <a:pt x="304" y="585"/>
                  </a:lnTo>
                  <a:lnTo>
                    <a:pt x="303" y="588"/>
                  </a:lnTo>
                  <a:lnTo>
                    <a:pt x="301" y="590"/>
                  </a:lnTo>
                  <a:lnTo>
                    <a:pt x="299" y="591"/>
                  </a:lnTo>
                  <a:lnTo>
                    <a:pt x="296" y="591"/>
                  </a:lnTo>
                  <a:lnTo>
                    <a:pt x="293" y="593"/>
                  </a:lnTo>
                  <a:lnTo>
                    <a:pt x="291" y="594"/>
                  </a:lnTo>
                  <a:lnTo>
                    <a:pt x="289" y="595"/>
                  </a:lnTo>
                  <a:lnTo>
                    <a:pt x="286" y="596"/>
                  </a:lnTo>
                  <a:lnTo>
                    <a:pt x="283" y="595"/>
                  </a:lnTo>
                  <a:lnTo>
                    <a:pt x="280" y="597"/>
                  </a:lnTo>
                  <a:lnTo>
                    <a:pt x="277" y="600"/>
                  </a:lnTo>
                  <a:lnTo>
                    <a:pt x="273" y="604"/>
                  </a:lnTo>
                  <a:lnTo>
                    <a:pt x="269" y="604"/>
                  </a:lnTo>
                  <a:lnTo>
                    <a:pt x="266" y="602"/>
                  </a:lnTo>
                  <a:lnTo>
                    <a:pt x="264" y="597"/>
                  </a:lnTo>
                  <a:lnTo>
                    <a:pt x="262" y="592"/>
                  </a:lnTo>
                  <a:lnTo>
                    <a:pt x="260" y="590"/>
                  </a:lnTo>
                  <a:lnTo>
                    <a:pt x="257" y="589"/>
                  </a:lnTo>
                  <a:lnTo>
                    <a:pt x="254" y="588"/>
                  </a:lnTo>
                  <a:lnTo>
                    <a:pt x="251" y="586"/>
                  </a:lnTo>
                  <a:lnTo>
                    <a:pt x="249" y="584"/>
                  </a:lnTo>
                  <a:lnTo>
                    <a:pt x="247" y="582"/>
                  </a:lnTo>
                  <a:lnTo>
                    <a:pt x="244" y="580"/>
                  </a:lnTo>
                  <a:lnTo>
                    <a:pt x="241" y="577"/>
                  </a:lnTo>
                  <a:lnTo>
                    <a:pt x="240" y="574"/>
                  </a:lnTo>
                  <a:lnTo>
                    <a:pt x="241" y="571"/>
                  </a:lnTo>
                  <a:lnTo>
                    <a:pt x="242" y="568"/>
                  </a:lnTo>
                  <a:lnTo>
                    <a:pt x="241" y="565"/>
                  </a:lnTo>
                  <a:lnTo>
                    <a:pt x="240" y="561"/>
                  </a:lnTo>
                  <a:lnTo>
                    <a:pt x="240" y="558"/>
                  </a:lnTo>
                  <a:lnTo>
                    <a:pt x="242" y="555"/>
                  </a:lnTo>
                  <a:lnTo>
                    <a:pt x="247" y="553"/>
                  </a:lnTo>
                  <a:lnTo>
                    <a:pt x="251" y="552"/>
                  </a:lnTo>
                  <a:lnTo>
                    <a:pt x="254" y="550"/>
                  </a:lnTo>
                  <a:lnTo>
                    <a:pt x="254" y="547"/>
                  </a:lnTo>
                  <a:lnTo>
                    <a:pt x="254" y="543"/>
                  </a:lnTo>
                  <a:lnTo>
                    <a:pt x="255" y="539"/>
                  </a:lnTo>
                  <a:lnTo>
                    <a:pt x="257" y="536"/>
                  </a:lnTo>
                  <a:lnTo>
                    <a:pt x="259" y="534"/>
                  </a:lnTo>
                  <a:lnTo>
                    <a:pt x="262" y="531"/>
                  </a:lnTo>
                  <a:lnTo>
                    <a:pt x="265" y="529"/>
                  </a:lnTo>
                  <a:lnTo>
                    <a:pt x="268" y="529"/>
                  </a:lnTo>
                  <a:lnTo>
                    <a:pt x="272" y="531"/>
                  </a:lnTo>
                  <a:lnTo>
                    <a:pt x="275" y="534"/>
                  </a:lnTo>
                  <a:lnTo>
                    <a:pt x="277" y="535"/>
                  </a:lnTo>
                  <a:lnTo>
                    <a:pt x="280" y="534"/>
                  </a:lnTo>
                  <a:lnTo>
                    <a:pt x="282" y="531"/>
                  </a:lnTo>
                  <a:lnTo>
                    <a:pt x="285" y="531"/>
                  </a:lnTo>
                  <a:lnTo>
                    <a:pt x="287" y="532"/>
                  </a:lnTo>
                  <a:lnTo>
                    <a:pt x="289" y="535"/>
                  </a:lnTo>
                  <a:lnTo>
                    <a:pt x="290" y="537"/>
                  </a:lnTo>
                  <a:lnTo>
                    <a:pt x="293" y="537"/>
                  </a:lnTo>
                  <a:lnTo>
                    <a:pt x="297" y="537"/>
                  </a:lnTo>
                  <a:lnTo>
                    <a:pt x="300" y="537"/>
                  </a:lnTo>
                  <a:lnTo>
                    <a:pt x="302" y="539"/>
                  </a:lnTo>
                  <a:lnTo>
                    <a:pt x="303" y="543"/>
                  </a:lnTo>
                  <a:lnTo>
                    <a:pt x="304" y="546"/>
                  </a:lnTo>
                  <a:lnTo>
                    <a:pt x="304" y="549"/>
                  </a:lnTo>
                  <a:lnTo>
                    <a:pt x="304" y="553"/>
                  </a:lnTo>
                  <a:lnTo>
                    <a:pt x="303" y="556"/>
                  </a:lnTo>
                  <a:lnTo>
                    <a:pt x="301" y="559"/>
                  </a:lnTo>
                  <a:lnTo>
                    <a:pt x="301" y="562"/>
                  </a:lnTo>
                  <a:close/>
                </a:path>
              </a:pathLst>
            </a:custGeom>
            <a:solidFill>
              <a:srgbClr val="0F7AB7">
                <a:alpha val="32000"/>
              </a:srgbClr>
            </a:solidFill>
            <a:ln>
              <a:noFill/>
            </a:ln>
          </p:spPr>
          <p:txBody>
            <a:bodyPr anchor="ctr"/>
            <a:lstStyle/>
            <a:p>
              <a:pPr algn="ctr">
                <a:buNone/>
              </a:pPr>
            </a:p>
          </p:txBody>
        </p:sp>
        <p:sp>
          <p:nvSpPr>
            <p:cNvPr id="2999" name="addition:input:122"/>
            <p:cNvSpPr>
              <a:spLocks noGrp="1"/>
            </p:cNvSpPr>
            <p:nvPr/>
          </p:nvSpPr>
          <p:spPr>
            <a:xfrm>
              <a:off x="209550" y="5438775"/>
              <a:ext cx="643555" cy="1212814"/>
            </a:xfrm>
            <a:custGeom>
              <a:avLst/>
              <a:gdLst/>
              <a:ahLst/>
              <a:cxnLst/>
              <a:rect l="l" t="t" r="r" b="b"/>
              <a:pathLst>
                <a:path w="391" h="647">
                  <a:moveTo>
                    <a:pt x="0" y="0"/>
                  </a:moveTo>
                  <a:moveTo>
                    <a:pt x="391" y="615"/>
                  </a:moveTo>
                  <a:lnTo>
                    <a:pt x="391" y="618"/>
                  </a:lnTo>
                  <a:lnTo>
                    <a:pt x="387" y="621"/>
                  </a:lnTo>
                  <a:lnTo>
                    <a:pt x="382" y="622"/>
                  </a:lnTo>
                  <a:lnTo>
                    <a:pt x="378" y="624"/>
                  </a:lnTo>
                  <a:lnTo>
                    <a:pt x="377" y="626"/>
                  </a:lnTo>
                  <a:lnTo>
                    <a:pt x="377" y="629"/>
                  </a:lnTo>
                  <a:lnTo>
                    <a:pt x="376" y="632"/>
                  </a:lnTo>
                  <a:lnTo>
                    <a:pt x="375" y="635"/>
                  </a:lnTo>
                  <a:lnTo>
                    <a:pt x="372" y="636"/>
                  </a:lnTo>
                  <a:lnTo>
                    <a:pt x="370" y="638"/>
                  </a:lnTo>
                  <a:lnTo>
                    <a:pt x="367" y="641"/>
                  </a:lnTo>
                  <a:lnTo>
                    <a:pt x="365" y="643"/>
                  </a:lnTo>
                  <a:lnTo>
                    <a:pt x="362" y="644"/>
                  </a:lnTo>
                  <a:lnTo>
                    <a:pt x="359" y="644"/>
                  </a:lnTo>
                  <a:lnTo>
                    <a:pt x="355" y="644"/>
                  </a:lnTo>
                  <a:lnTo>
                    <a:pt x="352" y="645"/>
                  </a:lnTo>
                  <a:lnTo>
                    <a:pt x="349" y="647"/>
                  </a:lnTo>
                  <a:lnTo>
                    <a:pt x="346" y="647"/>
                  </a:lnTo>
                  <a:lnTo>
                    <a:pt x="344" y="645"/>
                  </a:lnTo>
                  <a:lnTo>
                    <a:pt x="342" y="641"/>
                  </a:lnTo>
                  <a:lnTo>
                    <a:pt x="340" y="638"/>
                  </a:lnTo>
                  <a:lnTo>
                    <a:pt x="339" y="638"/>
                  </a:lnTo>
                  <a:lnTo>
                    <a:pt x="335" y="639"/>
                  </a:lnTo>
                  <a:lnTo>
                    <a:pt x="331" y="641"/>
                  </a:lnTo>
                  <a:lnTo>
                    <a:pt x="328" y="641"/>
                  </a:lnTo>
                  <a:lnTo>
                    <a:pt x="326" y="639"/>
                  </a:lnTo>
                  <a:lnTo>
                    <a:pt x="324" y="637"/>
                  </a:lnTo>
                  <a:lnTo>
                    <a:pt x="323" y="634"/>
                  </a:lnTo>
                  <a:lnTo>
                    <a:pt x="322" y="631"/>
                  </a:lnTo>
                  <a:lnTo>
                    <a:pt x="322" y="628"/>
                  </a:lnTo>
                  <a:lnTo>
                    <a:pt x="323" y="625"/>
                  </a:lnTo>
                  <a:lnTo>
                    <a:pt x="325" y="622"/>
                  </a:lnTo>
                  <a:lnTo>
                    <a:pt x="325" y="620"/>
                  </a:lnTo>
                  <a:lnTo>
                    <a:pt x="323" y="617"/>
                  </a:lnTo>
                  <a:lnTo>
                    <a:pt x="320" y="615"/>
                  </a:lnTo>
                  <a:lnTo>
                    <a:pt x="319" y="612"/>
                  </a:lnTo>
                  <a:lnTo>
                    <a:pt x="321" y="610"/>
                  </a:lnTo>
                  <a:lnTo>
                    <a:pt x="323" y="607"/>
                  </a:lnTo>
                  <a:lnTo>
                    <a:pt x="324" y="605"/>
                  </a:lnTo>
                  <a:lnTo>
                    <a:pt x="323" y="602"/>
                  </a:lnTo>
                  <a:lnTo>
                    <a:pt x="321" y="598"/>
                  </a:lnTo>
                  <a:lnTo>
                    <a:pt x="320" y="595"/>
                  </a:lnTo>
                  <a:lnTo>
                    <a:pt x="322" y="593"/>
                  </a:lnTo>
                  <a:lnTo>
                    <a:pt x="326" y="592"/>
                  </a:lnTo>
                  <a:lnTo>
                    <a:pt x="329" y="592"/>
                  </a:lnTo>
                  <a:lnTo>
                    <a:pt x="332" y="591"/>
                  </a:lnTo>
                  <a:lnTo>
                    <a:pt x="334" y="590"/>
                  </a:lnTo>
                  <a:lnTo>
                    <a:pt x="337" y="590"/>
                  </a:lnTo>
                  <a:lnTo>
                    <a:pt x="339" y="590"/>
                  </a:lnTo>
                  <a:lnTo>
                    <a:pt x="342" y="590"/>
                  </a:lnTo>
                  <a:lnTo>
                    <a:pt x="344" y="587"/>
                  </a:lnTo>
                  <a:lnTo>
                    <a:pt x="346" y="583"/>
                  </a:lnTo>
                  <a:lnTo>
                    <a:pt x="350" y="581"/>
                  </a:lnTo>
                  <a:lnTo>
                    <a:pt x="353" y="581"/>
                  </a:lnTo>
                  <a:lnTo>
                    <a:pt x="356" y="584"/>
                  </a:lnTo>
                  <a:lnTo>
                    <a:pt x="359" y="587"/>
                  </a:lnTo>
                  <a:lnTo>
                    <a:pt x="361" y="588"/>
                  </a:lnTo>
                  <a:lnTo>
                    <a:pt x="365" y="589"/>
                  </a:lnTo>
                  <a:lnTo>
                    <a:pt x="369" y="589"/>
                  </a:lnTo>
                  <a:lnTo>
                    <a:pt x="371" y="591"/>
                  </a:lnTo>
                  <a:lnTo>
                    <a:pt x="373" y="594"/>
                  </a:lnTo>
                  <a:lnTo>
                    <a:pt x="374" y="597"/>
                  </a:lnTo>
                  <a:lnTo>
                    <a:pt x="376" y="599"/>
                  </a:lnTo>
                  <a:lnTo>
                    <a:pt x="378" y="601"/>
                  </a:lnTo>
                  <a:lnTo>
                    <a:pt x="380" y="603"/>
                  </a:lnTo>
                  <a:lnTo>
                    <a:pt x="382" y="605"/>
                  </a:lnTo>
                  <a:lnTo>
                    <a:pt x="384" y="607"/>
                  </a:lnTo>
                  <a:lnTo>
                    <a:pt x="386" y="609"/>
                  </a:lnTo>
                  <a:lnTo>
                    <a:pt x="389" y="612"/>
                  </a:lnTo>
                  <a:close/>
                </a:path>
              </a:pathLst>
            </a:custGeom>
            <a:solidFill>
              <a:srgbClr val="0F7AB7">
                <a:alpha val="32000"/>
              </a:srgbClr>
            </a:solidFill>
            <a:ln>
              <a:noFill/>
            </a:ln>
          </p:spPr>
          <p:txBody>
            <a:bodyPr anchor="ctr"/>
            <a:lstStyle/>
            <a:p>
              <a:pPr algn="ctr">
                <a:buNone/>
              </a:pPr>
            </a:p>
          </p:txBody>
        </p:sp>
        <p:sp>
          <p:nvSpPr>
            <p:cNvPr id="3000" name="addition:input:123"/>
            <p:cNvSpPr>
              <a:spLocks noGrp="1"/>
            </p:cNvSpPr>
            <p:nvPr/>
          </p:nvSpPr>
          <p:spPr>
            <a:xfrm>
              <a:off x="209550" y="5438775"/>
              <a:ext cx="722559" cy="1165951"/>
            </a:xfrm>
            <a:custGeom>
              <a:avLst/>
              <a:gdLst/>
              <a:ahLst/>
              <a:cxnLst/>
              <a:rect l="l" t="t" r="r" b="b"/>
              <a:pathLst>
                <a:path w="439" h="622">
                  <a:moveTo>
                    <a:pt x="0" y="0"/>
                  </a:moveTo>
                  <a:moveTo>
                    <a:pt x="439" y="594"/>
                  </a:moveTo>
                  <a:lnTo>
                    <a:pt x="439" y="597"/>
                  </a:lnTo>
                  <a:lnTo>
                    <a:pt x="437" y="599"/>
                  </a:lnTo>
                  <a:lnTo>
                    <a:pt x="434" y="601"/>
                  </a:lnTo>
                  <a:lnTo>
                    <a:pt x="432" y="603"/>
                  </a:lnTo>
                  <a:lnTo>
                    <a:pt x="431" y="605"/>
                  </a:lnTo>
                  <a:lnTo>
                    <a:pt x="430" y="607"/>
                  </a:lnTo>
                  <a:lnTo>
                    <a:pt x="429" y="609"/>
                  </a:lnTo>
                  <a:lnTo>
                    <a:pt x="428" y="611"/>
                  </a:lnTo>
                  <a:lnTo>
                    <a:pt x="428" y="614"/>
                  </a:lnTo>
                  <a:lnTo>
                    <a:pt x="427" y="617"/>
                  </a:lnTo>
                  <a:lnTo>
                    <a:pt x="426" y="621"/>
                  </a:lnTo>
                  <a:lnTo>
                    <a:pt x="424" y="622"/>
                  </a:lnTo>
                  <a:lnTo>
                    <a:pt x="422" y="622"/>
                  </a:lnTo>
                  <a:lnTo>
                    <a:pt x="419" y="619"/>
                  </a:lnTo>
                  <a:lnTo>
                    <a:pt x="416" y="617"/>
                  </a:lnTo>
                  <a:lnTo>
                    <a:pt x="415" y="618"/>
                  </a:lnTo>
                  <a:lnTo>
                    <a:pt x="413" y="619"/>
                  </a:lnTo>
                  <a:lnTo>
                    <a:pt x="412" y="621"/>
                  </a:lnTo>
                  <a:lnTo>
                    <a:pt x="410" y="621"/>
                  </a:lnTo>
                  <a:lnTo>
                    <a:pt x="408" y="619"/>
                  </a:lnTo>
                  <a:lnTo>
                    <a:pt x="407" y="619"/>
                  </a:lnTo>
                  <a:lnTo>
                    <a:pt x="405" y="618"/>
                  </a:lnTo>
                  <a:lnTo>
                    <a:pt x="403" y="619"/>
                  </a:lnTo>
                  <a:lnTo>
                    <a:pt x="401" y="618"/>
                  </a:lnTo>
                  <a:lnTo>
                    <a:pt x="400" y="616"/>
                  </a:lnTo>
                  <a:lnTo>
                    <a:pt x="398" y="614"/>
                  </a:lnTo>
                  <a:lnTo>
                    <a:pt x="397" y="613"/>
                  </a:lnTo>
                  <a:lnTo>
                    <a:pt x="395" y="611"/>
                  </a:lnTo>
                  <a:lnTo>
                    <a:pt x="393" y="609"/>
                  </a:lnTo>
                  <a:lnTo>
                    <a:pt x="394" y="606"/>
                  </a:lnTo>
                  <a:lnTo>
                    <a:pt x="395" y="603"/>
                  </a:lnTo>
                  <a:lnTo>
                    <a:pt x="397" y="600"/>
                  </a:lnTo>
                  <a:lnTo>
                    <a:pt x="396" y="598"/>
                  </a:lnTo>
                  <a:lnTo>
                    <a:pt x="394" y="596"/>
                  </a:lnTo>
                  <a:lnTo>
                    <a:pt x="391" y="594"/>
                  </a:lnTo>
                  <a:lnTo>
                    <a:pt x="389" y="592"/>
                  </a:lnTo>
                  <a:lnTo>
                    <a:pt x="388" y="589"/>
                  </a:lnTo>
                  <a:lnTo>
                    <a:pt x="389" y="587"/>
                  </a:lnTo>
                  <a:lnTo>
                    <a:pt x="390" y="584"/>
                  </a:lnTo>
                  <a:lnTo>
                    <a:pt x="390" y="582"/>
                  </a:lnTo>
                  <a:lnTo>
                    <a:pt x="391" y="580"/>
                  </a:lnTo>
                  <a:lnTo>
                    <a:pt x="393" y="578"/>
                  </a:lnTo>
                  <a:lnTo>
                    <a:pt x="395" y="578"/>
                  </a:lnTo>
                  <a:lnTo>
                    <a:pt x="397" y="577"/>
                  </a:lnTo>
                  <a:lnTo>
                    <a:pt x="398" y="575"/>
                  </a:lnTo>
                  <a:lnTo>
                    <a:pt x="399" y="572"/>
                  </a:lnTo>
                  <a:lnTo>
                    <a:pt x="400" y="571"/>
                  </a:lnTo>
                  <a:lnTo>
                    <a:pt x="403" y="571"/>
                  </a:lnTo>
                  <a:lnTo>
                    <a:pt x="405" y="571"/>
                  </a:lnTo>
                  <a:lnTo>
                    <a:pt x="407" y="571"/>
                  </a:lnTo>
                  <a:lnTo>
                    <a:pt x="409" y="569"/>
                  </a:lnTo>
                  <a:lnTo>
                    <a:pt x="411" y="566"/>
                  </a:lnTo>
                  <a:lnTo>
                    <a:pt x="414" y="563"/>
                  </a:lnTo>
                  <a:lnTo>
                    <a:pt x="417" y="563"/>
                  </a:lnTo>
                  <a:lnTo>
                    <a:pt x="419" y="566"/>
                  </a:lnTo>
                  <a:lnTo>
                    <a:pt x="421" y="568"/>
                  </a:lnTo>
                  <a:lnTo>
                    <a:pt x="423" y="570"/>
                  </a:lnTo>
                  <a:lnTo>
                    <a:pt x="425" y="572"/>
                  </a:lnTo>
                  <a:lnTo>
                    <a:pt x="426" y="574"/>
                  </a:lnTo>
                  <a:lnTo>
                    <a:pt x="427" y="576"/>
                  </a:lnTo>
                  <a:lnTo>
                    <a:pt x="429" y="578"/>
                  </a:lnTo>
                  <a:lnTo>
                    <a:pt x="431" y="578"/>
                  </a:lnTo>
                  <a:lnTo>
                    <a:pt x="434" y="578"/>
                  </a:lnTo>
                  <a:lnTo>
                    <a:pt x="437" y="579"/>
                  </a:lnTo>
                  <a:lnTo>
                    <a:pt x="438" y="581"/>
                  </a:lnTo>
                  <a:lnTo>
                    <a:pt x="438" y="584"/>
                  </a:lnTo>
                  <a:lnTo>
                    <a:pt x="437" y="587"/>
                  </a:lnTo>
                  <a:lnTo>
                    <a:pt x="437" y="590"/>
                  </a:lnTo>
                  <a:lnTo>
                    <a:pt x="438" y="592"/>
                  </a:lnTo>
                  <a:close/>
                </a:path>
              </a:pathLst>
            </a:custGeom>
            <a:solidFill>
              <a:srgbClr val="59A3CD">
                <a:alpha val="24000"/>
              </a:srgbClr>
            </a:solidFill>
            <a:ln>
              <a:noFill/>
            </a:ln>
          </p:spPr>
          <p:txBody>
            <a:bodyPr anchor="ctr"/>
            <a:lstStyle/>
            <a:p>
              <a:pPr algn="ctr">
                <a:buNone/>
              </a:pPr>
            </a:p>
          </p:txBody>
        </p:sp>
        <p:sp>
          <p:nvSpPr>
            <p:cNvPr id="3001" name="addition:input:124"/>
            <p:cNvSpPr>
              <a:spLocks noGrp="1"/>
            </p:cNvSpPr>
            <p:nvPr/>
          </p:nvSpPr>
          <p:spPr>
            <a:xfrm>
              <a:off x="209550" y="5438775"/>
              <a:ext cx="683057" cy="1304666"/>
            </a:xfrm>
            <a:custGeom>
              <a:avLst/>
              <a:gdLst/>
              <a:ahLst/>
              <a:cxnLst/>
              <a:rect l="l" t="t" r="r" b="b"/>
              <a:pathLst>
                <a:path w="415" h="696">
                  <a:moveTo>
                    <a:pt x="0" y="0"/>
                  </a:moveTo>
                  <a:moveTo>
                    <a:pt x="412" y="663"/>
                  </a:moveTo>
                  <a:lnTo>
                    <a:pt x="409" y="666"/>
                  </a:lnTo>
                  <a:lnTo>
                    <a:pt x="407" y="668"/>
                  </a:lnTo>
                  <a:lnTo>
                    <a:pt x="407" y="670"/>
                  </a:lnTo>
                  <a:lnTo>
                    <a:pt x="407" y="673"/>
                  </a:lnTo>
                  <a:lnTo>
                    <a:pt x="406" y="676"/>
                  </a:lnTo>
                  <a:lnTo>
                    <a:pt x="404" y="678"/>
                  </a:lnTo>
                  <a:lnTo>
                    <a:pt x="401" y="679"/>
                  </a:lnTo>
                  <a:lnTo>
                    <a:pt x="399" y="681"/>
                  </a:lnTo>
                  <a:lnTo>
                    <a:pt x="398" y="683"/>
                  </a:lnTo>
                  <a:lnTo>
                    <a:pt x="397" y="686"/>
                  </a:lnTo>
                  <a:lnTo>
                    <a:pt x="395" y="688"/>
                  </a:lnTo>
                  <a:lnTo>
                    <a:pt x="393" y="690"/>
                  </a:lnTo>
                  <a:lnTo>
                    <a:pt x="391" y="692"/>
                  </a:lnTo>
                  <a:lnTo>
                    <a:pt x="388" y="694"/>
                  </a:lnTo>
                  <a:lnTo>
                    <a:pt x="386" y="696"/>
                  </a:lnTo>
                  <a:lnTo>
                    <a:pt x="383" y="696"/>
                  </a:lnTo>
                  <a:lnTo>
                    <a:pt x="381" y="693"/>
                  </a:lnTo>
                  <a:lnTo>
                    <a:pt x="378" y="690"/>
                  </a:lnTo>
                  <a:lnTo>
                    <a:pt x="377" y="687"/>
                  </a:lnTo>
                  <a:lnTo>
                    <a:pt x="375" y="687"/>
                  </a:lnTo>
                  <a:lnTo>
                    <a:pt x="373" y="689"/>
                  </a:lnTo>
                  <a:lnTo>
                    <a:pt x="370" y="691"/>
                  </a:lnTo>
                  <a:lnTo>
                    <a:pt x="368" y="691"/>
                  </a:lnTo>
                  <a:lnTo>
                    <a:pt x="366" y="689"/>
                  </a:lnTo>
                  <a:lnTo>
                    <a:pt x="364" y="687"/>
                  </a:lnTo>
                  <a:lnTo>
                    <a:pt x="363" y="686"/>
                  </a:lnTo>
                  <a:lnTo>
                    <a:pt x="361" y="684"/>
                  </a:lnTo>
                  <a:lnTo>
                    <a:pt x="360" y="682"/>
                  </a:lnTo>
                  <a:lnTo>
                    <a:pt x="360" y="679"/>
                  </a:lnTo>
                  <a:lnTo>
                    <a:pt x="360" y="676"/>
                  </a:lnTo>
                  <a:lnTo>
                    <a:pt x="359" y="673"/>
                  </a:lnTo>
                  <a:lnTo>
                    <a:pt x="358" y="671"/>
                  </a:lnTo>
                  <a:lnTo>
                    <a:pt x="357" y="668"/>
                  </a:lnTo>
                  <a:lnTo>
                    <a:pt x="357" y="666"/>
                  </a:lnTo>
                  <a:lnTo>
                    <a:pt x="359" y="663"/>
                  </a:lnTo>
                  <a:lnTo>
                    <a:pt x="361" y="661"/>
                  </a:lnTo>
                  <a:lnTo>
                    <a:pt x="360" y="658"/>
                  </a:lnTo>
                  <a:lnTo>
                    <a:pt x="358" y="655"/>
                  </a:lnTo>
                  <a:lnTo>
                    <a:pt x="355" y="652"/>
                  </a:lnTo>
                  <a:lnTo>
                    <a:pt x="354" y="648"/>
                  </a:lnTo>
                  <a:lnTo>
                    <a:pt x="355" y="646"/>
                  </a:lnTo>
                  <a:lnTo>
                    <a:pt x="358" y="644"/>
                  </a:lnTo>
                  <a:lnTo>
                    <a:pt x="360" y="643"/>
                  </a:lnTo>
                  <a:lnTo>
                    <a:pt x="362" y="642"/>
                  </a:lnTo>
                  <a:lnTo>
                    <a:pt x="364" y="641"/>
                  </a:lnTo>
                  <a:lnTo>
                    <a:pt x="366" y="640"/>
                  </a:lnTo>
                  <a:lnTo>
                    <a:pt x="369" y="640"/>
                  </a:lnTo>
                  <a:lnTo>
                    <a:pt x="370" y="639"/>
                  </a:lnTo>
                  <a:lnTo>
                    <a:pt x="372" y="637"/>
                  </a:lnTo>
                  <a:lnTo>
                    <a:pt x="373" y="634"/>
                  </a:lnTo>
                  <a:lnTo>
                    <a:pt x="375" y="632"/>
                  </a:lnTo>
                  <a:lnTo>
                    <a:pt x="378" y="632"/>
                  </a:lnTo>
                  <a:lnTo>
                    <a:pt x="381" y="633"/>
                  </a:lnTo>
                  <a:lnTo>
                    <a:pt x="383" y="635"/>
                  </a:lnTo>
                  <a:lnTo>
                    <a:pt x="386" y="634"/>
                  </a:lnTo>
                  <a:lnTo>
                    <a:pt x="389" y="633"/>
                  </a:lnTo>
                  <a:lnTo>
                    <a:pt x="393" y="632"/>
                  </a:lnTo>
                  <a:lnTo>
                    <a:pt x="395" y="634"/>
                  </a:lnTo>
                  <a:lnTo>
                    <a:pt x="397" y="638"/>
                  </a:lnTo>
                  <a:lnTo>
                    <a:pt x="397" y="641"/>
                  </a:lnTo>
                  <a:lnTo>
                    <a:pt x="399" y="644"/>
                  </a:lnTo>
                  <a:lnTo>
                    <a:pt x="401" y="646"/>
                  </a:lnTo>
                  <a:lnTo>
                    <a:pt x="402" y="647"/>
                  </a:lnTo>
                  <a:lnTo>
                    <a:pt x="404" y="649"/>
                  </a:lnTo>
                  <a:lnTo>
                    <a:pt x="406" y="651"/>
                  </a:lnTo>
                  <a:lnTo>
                    <a:pt x="408" y="653"/>
                  </a:lnTo>
                  <a:lnTo>
                    <a:pt x="412" y="654"/>
                  </a:lnTo>
                  <a:lnTo>
                    <a:pt x="414" y="657"/>
                  </a:lnTo>
                  <a:lnTo>
                    <a:pt x="415" y="660"/>
                  </a:lnTo>
                  <a:close/>
                </a:path>
              </a:pathLst>
            </a:custGeom>
            <a:solidFill>
              <a:srgbClr val="59A3CD">
                <a:alpha val="24000"/>
              </a:srgbClr>
            </a:solidFill>
            <a:ln>
              <a:noFill/>
            </a:ln>
          </p:spPr>
          <p:txBody>
            <a:bodyPr anchor="ctr"/>
            <a:lstStyle/>
            <a:p>
              <a:pPr algn="ctr">
                <a:buNone/>
              </a:pPr>
            </a:p>
          </p:txBody>
        </p:sp>
        <p:sp>
          <p:nvSpPr>
            <p:cNvPr id="3002" name="addition:input:125"/>
            <p:cNvSpPr>
              <a:spLocks noGrp="1"/>
            </p:cNvSpPr>
            <p:nvPr/>
          </p:nvSpPr>
          <p:spPr>
            <a:xfrm>
              <a:off x="209550" y="5438775"/>
              <a:ext cx="536570" cy="1338407"/>
            </a:xfrm>
            <a:custGeom>
              <a:avLst/>
              <a:gdLst/>
              <a:ahLst/>
              <a:cxnLst/>
              <a:rect l="l" t="t" r="r" b="b"/>
              <a:pathLst>
                <a:path w="326" h="714">
                  <a:moveTo>
                    <a:pt x="0" y="0"/>
                  </a:moveTo>
                  <a:moveTo>
                    <a:pt x="320" y="680"/>
                  </a:moveTo>
                  <a:lnTo>
                    <a:pt x="323" y="683"/>
                  </a:lnTo>
                  <a:lnTo>
                    <a:pt x="324" y="686"/>
                  </a:lnTo>
                  <a:lnTo>
                    <a:pt x="325" y="689"/>
                  </a:lnTo>
                  <a:lnTo>
                    <a:pt x="324" y="691"/>
                  </a:lnTo>
                  <a:lnTo>
                    <a:pt x="324" y="694"/>
                  </a:lnTo>
                  <a:lnTo>
                    <a:pt x="323" y="697"/>
                  </a:lnTo>
                  <a:lnTo>
                    <a:pt x="323" y="699"/>
                  </a:lnTo>
                  <a:lnTo>
                    <a:pt x="321" y="701"/>
                  </a:lnTo>
                  <a:lnTo>
                    <a:pt x="319" y="702"/>
                  </a:lnTo>
                  <a:lnTo>
                    <a:pt x="317" y="703"/>
                  </a:lnTo>
                  <a:lnTo>
                    <a:pt x="316" y="705"/>
                  </a:lnTo>
                  <a:lnTo>
                    <a:pt x="314" y="707"/>
                  </a:lnTo>
                  <a:lnTo>
                    <a:pt x="313" y="709"/>
                  </a:lnTo>
                  <a:lnTo>
                    <a:pt x="311" y="708"/>
                  </a:lnTo>
                  <a:lnTo>
                    <a:pt x="308" y="706"/>
                  </a:lnTo>
                  <a:lnTo>
                    <a:pt x="306" y="705"/>
                  </a:lnTo>
                  <a:lnTo>
                    <a:pt x="305" y="707"/>
                  </a:lnTo>
                  <a:lnTo>
                    <a:pt x="302" y="710"/>
                  </a:lnTo>
                  <a:lnTo>
                    <a:pt x="300" y="713"/>
                  </a:lnTo>
                  <a:lnTo>
                    <a:pt x="297" y="714"/>
                  </a:lnTo>
                  <a:lnTo>
                    <a:pt x="295" y="713"/>
                  </a:lnTo>
                  <a:lnTo>
                    <a:pt x="292" y="710"/>
                  </a:lnTo>
                  <a:lnTo>
                    <a:pt x="290" y="708"/>
                  </a:lnTo>
                  <a:lnTo>
                    <a:pt x="289" y="706"/>
                  </a:lnTo>
                  <a:lnTo>
                    <a:pt x="287" y="703"/>
                  </a:lnTo>
                  <a:lnTo>
                    <a:pt x="286" y="700"/>
                  </a:lnTo>
                  <a:lnTo>
                    <a:pt x="285" y="697"/>
                  </a:lnTo>
                  <a:lnTo>
                    <a:pt x="284" y="696"/>
                  </a:lnTo>
                  <a:lnTo>
                    <a:pt x="281" y="695"/>
                  </a:lnTo>
                  <a:lnTo>
                    <a:pt x="277" y="694"/>
                  </a:lnTo>
                  <a:lnTo>
                    <a:pt x="275" y="692"/>
                  </a:lnTo>
                  <a:lnTo>
                    <a:pt x="275" y="689"/>
                  </a:lnTo>
                  <a:lnTo>
                    <a:pt x="276" y="686"/>
                  </a:lnTo>
                  <a:lnTo>
                    <a:pt x="276" y="683"/>
                  </a:lnTo>
                  <a:lnTo>
                    <a:pt x="274" y="680"/>
                  </a:lnTo>
                  <a:lnTo>
                    <a:pt x="273" y="678"/>
                  </a:lnTo>
                  <a:lnTo>
                    <a:pt x="272" y="674"/>
                  </a:lnTo>
                  <a:lnTo>
                    <a:pt x="274" y="672"/>
                  </a:lnTo>
                  <a:lnTo>
                    <a:pt x="277" y="670"/>
                  </a:lnTo>
                  <a:lnTo>
                    <a:pt x="279" y="668"/>
                  </a:lnTo>
                  <a:lnTo>
                    <a:pt x="281" y="666"/>
                  </a:lnTo>
                  <a:lnTo>
                    <a:pt x="283" y="665"/>
                  </a:lnTo>
                  <a:lnTo>
                    <a:pt x="285" y="663"/>
                  </a:lnTo>
                  <a:lnTo>
                    <a:pt x="286" y="661"/>
                  </a:lnTo>
                  <a:lnTo>
                    <a:pt x="288" y="659"/>
                  </a:lnTo>
                  <a:lnTo>
                    <a:pt x="289" y="655"/>
                  </a:lnTo>
                  <a:lnTo>
                    <a:pt x="289" y="651"/>
                  </a:lnTo>
                  <a:lnTo>
                    <a:pt x="291" y="648"/>
                  </a:lnTo>
                  <a:lnTo>
                    <a:pt x="294" y="648"/>
                  </a:lnTo>
                  <a:lnTo>
                    <a:pt x="298" y="650"/>
                  </a:lnTo>
                  <a:lnTo>
                    <a:pt x="300" y="652"/>
                  </a:lnTo>
                  <a:lnTo>
                    <a:pt x="303" y="653"/>
                  </a:lnTo>
                  <a:lnTo>
                    <a:pt x="305" y="652"/>
                  </a:lnTo>
                  <a:lnTo>
                    <a:pt x="307" y="651"/>
                  </a:lnTo>
                  <a:lnTo>
                    <a:pt x="309" y="652"/>
                  </a:lnTo>
                  <a:lnTo>
                    <a:pt x="311" y="653"/>
                  </a:lnTo>
                  <a:lnTo>
                    <a:pt x="312" y="655"/>
                  </a:lnTo>
                  <a:lnTo>
                    <a:pt x="314" y="656"/>
                  </a:lnTo>
                  <a:lnTo>
                    <a:pt x="316" y="656"/>
                  </a:lnTo>
                  <a:lnTo>
                    <a:pt x="318" y="657"/>
                  </a:lnTo>
                  <a:lnTo>
                    <a:pt x="319" y="659"/>
                  </a:lnTo>
                  <a:lnTo>
                    <a:pt x="320" y="660"/>
                  </a:lnTo>
                  <a:lnTo>
                    <a:pt x="322" y="662"/>
                  </a:lnTo>
                  <a:lnTo>
                    <a:pt x="324" y="663"/>
                  </a:lnTo>
                  <a:lnTo>
                    <a:pt x="326" y="665"/>
                  </a:lnTo>
                  <a:lnTo>
                    <a:pt x="326" y="669"/>
                  </a:lnTo>
                  <a:lnTo>
                    <a:pt x="324" y="672"/>
                  </a:lnTo>
                  <a:lnTo>
                    <a:pt x="321" y="676"/>
                  </a:lnTo>
                  <a:lnTo>
                    <a:pt x="320" y="678"/>
                  </a:lnTo>
                  <a:close/>
                </a:path>
              </a:pathLst>
            </a:custGeom>
            <a:solidFill>
              <a:srgbClr val="59A3CD">
                <a:alpha val="24000"/>
              </a:srgbClr>
            </a:solidFill>
            <a:ln>
              <a:noFill/>
            </a:ln>
          </p:spPr>
          <p:txBody>
            <a:bodyPr anchor="ctr"/>
            <a:lstStyle/>
            <a:p>
              <a:pPr algn="ctr">
                <a:buNone/>
              </a:pPr>
            </a:p>
          </p:txBody>
        </p:sp>
        <p:sp>
          <p:nvSpPr>
            <p:cNvPr id="3003" name="addition:input:126"/>
            <p:cNvSpPr>
              <a:spLocks noGrp="1"/>
            </p:cNvSpPr>
            <p:nvPr/>
          </p:nvSpPr>
          <p:spPr>
            <a:xfrm>
              <a:off x="209550" y="5438775"/>
              <a:ext cx="429585" cy="1270925"/>
            </a:xfrm>
            <a:custGeom>
              <a:avLst/>
              <a:gdLst/>
              <a:ahLst/>
              <a:cxnLst/>
              <a:rect l="l" t="t" r="r" b="b"/>
              <a:pathLst>
                <a:path w="261" h="678">
                  <a:moveTo>
                    <a:pt x="0" y="0"/>
                  </a:moveTo>
                  <a:moveTo>
                    <a:pt x="254" y="646"/>
                  </a:moveTo>
                  <a:lnTo>
                    <a:pt x="252" y="648"/>
                  </a:lnTo>
                  <a:lnTo>
                    <a:pt x="253" y="650"/>
                  </a:lnTo>
                  <a:lnTo>
                    <a:pt x="255" y="653"/>
                  </a:lnTo>
                  <a:lnTo>
                    <a:pt x="257" y="657"/>
                  </a:lnTo>
                  <a:lnTo>
                    <a:pt x="257" y="660"/>
                  </a:lnTo>
                  <a:lnTo>
                    <a:pt x="255" y="662"/>
                  </a:lnTo>
                  <a:lnTo>
                    <a:pt x="253" y="664"/>
                  </a:lnTo>
                  <a:lnTo>
                    <a:pt x="251" y="666"/>
                  </a:lnTo>
                  <a:lnTo>
                    <a:pt x="250" y="668"/>
                  </a:lnTo>
                  <a:lnTo>
                    <a:pt x="249" y="670"/>
                  </a:lnTo>
                  <a:lnTo>
                    <a:pt x="247" y="672"/>
                  </a:lnTo>
                  <a:lnTo>
                    <a:pt x="244" y="672"/>
                  </a:lnTo>
                  <a:lnTo>
                    <a:pt x="242" y="672"/>
                  </a:lnTo>
                  <a:lnTo>
                    <a:pt x="240" y="674"/>
                  </a:lnTo>
                  <a:lnTo>
                    <a:pt x="238" y="674"/>
                  </a:lnTo>
                  <a:lnTo>
                    <a:pt x="236" y="674"/>
                  </a:lnTo>
                  <a:lnTo>
                    <a:pt x="234" y="672"/>
                  </a:lnTo>
                  <a:lnTo>
                    <a:pt x="232" y="671"/>
                  </a:lnTo>
                  <a:lnTo>
                    <a:pt x="229" y="672"/>
                  </a:lnTo>
                  <a:lnTo>
                    <a:pt x="227" y="675"/>
                  </a:lnTo>
                  <a:lnTo>
                    <a:pt x="223" y="678"/>
                  </a:lnTo>
                  <a:lnTo>
                    <a:pt x="220" y="678"/>
                  </a:lnTo>
                  <a:lnTo>
                    <a:pt x="217" y="676"/>
                  </a:lnTo>
                  <a:lnTo>
                    <a:pt x="216" y="672"/>
                  </a:lnTo>
                  <a:lnTo>
                    <a:pt x="215" y="669"/>
                  </a:lnTo>
                  <a:lnTo>
                    <a:pt x="214" y="666"/>
                  </a:lnTo>
                  <a:lnTo>
                    <a:pt x="212" y="664"/>
                  </a:lnTo>
                  <a:lnTo>
                    <a:pt x="210" y="662"/>
                  </a:lnTo>
                  <a:lnTo>
                    <a:pt x="209" y="660"/>
                  </a:lnTo>
                  <a:lnTo>
                    <a:pt x="208" y="657"/>
                  </a:lnTo>
                  <a:lnTo>
                    <a:pt x="205" y="656"/>
                  </a:lnTo>
                  <a:lnTo>
                    <a:pt x="202" y="654"/>
                  </a:lnTo>
                  <a:lnTo>
                    <a:pt x="200" y="651"/>
                  </a:lnTo>
                  <a:lnTo>
                    <a:pt x="200" y="649"/>
                  </a:lnTo>
                  <a:lnTo>
                    <a:pt x="201" y="646"/>
                  </a:lnTo>
                  <a:lnTo>
                    <a:pt x="201" y="643"/>
                  </a:lnTo>
                  <a:lnTo>
                    <a:pt x="200" y="641"/>
                  </a:lnTo>
                  <a:lnTo>
                    <a:pt x="198" y="637"/>
                  </a:lnTo>
                  <a:lnTo>
                    <a:pt x="198" y="634"/>
                  </a:lnTo>
                  <a:lnTo>
                    <a:pt x="200" y="632"/>
                  </a:lnTo>
                  <a:lnTo>
                    <a:pt x="204" y="631"/>
                  </a:lnTo>
                  <a:lnTo>
                    <a:pt x="208" y="630"/>
                  </a:lnTo>
                  <a:lnTo>
                    <a:pt x="210" y="629"/>
                  </a:lnTo>
                  <a:lnTo>
                    <a:pt x="212" y="627"/>
                  </a:lnTo>
                  <a:lnTo>
                    <a:pt x="213" y="625"/>
                  </a:lnTo>
                  <a:lnTo>
                    <a:pt x="215" y="623"/>
                  </a:lnTo>
                  <a:lnTo>
                    <a:pt x="217" y="621"/>
                  </a:lnTo>
                  <a:lnTo>
                    <a:pt x="219" y="618"/>
                  </a:lnTo>
                  <a:lnTo>
                    <a:pt x="221" y="615"/>
                  </a:lnTo>
                  <a:lnTo>
                    <a:pt x="224" y="613"/>
                  </a:lnTo>
                  <a:lnTo>
                    <a:pt x="228" y="613"/>
                  </a:lnTo>
                  <a:lnTo>
                    <a:pt x="231" y="615"/>
                  </a:lnTo>
                  <a:lnTo>
                    <a:pt x="234" y="618"/>
                  </a:lnTo>
                  <a:lnTo>
                    <a:pt x="236" y="619"/>
                  </a:lnTo>
                  <a:lnTo>
                    <a:pt x="239" y="619"/>
                  </a:lnTo>
                  <a:lnTo>
                    <a:pt x="242" y="618"/>
                  </a:lnTo>
                  <a:lnTo>
                    <a:pt x="245" y="618"/>
                  </a:lnTo>
                  <a:lnTo>
                    <a:pt x="247" y="621"/>
                  </a:lnTo>
                  <a:lnTo>
                    <a:pt x="248" y="623"/>
                  </a:lnTo>
                  <a:lnTo>
                    <a:pt x="249" y="625"/>
                  </a:lnTo>
                  <a:lnTo>
                    <a:pt x="251" y="626"/>
                  </a:lnTo>
                  <a:lnTo>
                    <a:pt x="254" y="626"/>
                  </a:lnTo>
                  <a:lnTo>
                    <a:pt x="257" y="628"/>
                  </a:lnTo>
                  <a:lnTo>
                    <a:pt x="258" y="630"/>
                  </a:lnTo>
                  <a:lnTo>
                    <a:pt x="259" y="632"/>
                  </a:lnTo>
                  <a:lnTo>
                    <a:pt x="261" y="635"/>
                  </a:lnTo>
                  <a:lnTo>
                    <a:pt x="261" y="637"/>
                  </a:lnTo>
                  <a:lnTo>
                    <a:pt x="261" y="640"/>
                  </a:lnTo>
                  <a:lnTo>
                    <a:pt x="258" y="643"/>
                  </a:lnTo>
                  <a:close/>
                </a:path>
              </a:pathLst>
            </a:custGeom>
            <a:solidFill>
              <a:srgbClr val="59A3CD">
                <a:alpha val="24000"/>
              </a:srgbClr>
            </a:solidFill>
            <a:ln>
              <a:noFill/>
            </a:ln>
          </p:spPr>
          <p:txBody>
            <a:bodyPr anchor="ctr"/>
            <a:lstStyle/>
            <a:p>
              <a:pPr algn="ctr">
                <a:buNone/>
              </a:pPr>
            </a:p>
          </p:txBody>
        </p:sp>
        <p:sp>
          <p:nvSpPr>
            <p:cNvPr id="3004" name="addition:input:127"/>
            <p:cNvSpPr>
              <a:spLocks noGrp="1"/>
            </p:cNvSpPr>
            <p:nvPr/>
          </p:nvSpPr>
          <p:spPr>
            <a:xfrm>
              <a:off x="209550" y="5438775"/>
              <a:ext cx="376916" cy="1132210"/>
            </a:xfrm>
            <a:custGeom>
              <a:avLst/>
              <a:gdLst/>
              <a:ahLst/>
              <a:cxnLst/>
              <a:rect l="l" t="t" r="r" b="b"/>
              <a:pathLst>
                <a:path w="229" h="604">
                  <a:moveTo>
                    <a:pt x="0" y="0"/>
                  </a:moveTo>
                  <a:moveTo>
                    <a:pt x="227" y="575"/>
                  </a:moveTo>
                  <a:lnTo>
                    <a:pt x="225" y="577"/>
                  </a:lnTo>
                  <a:lnTo>
                    <a:pt x="224" y="579"/>
                  </a:lnTo>
                  <a:lnTo>
                    <a:pt x="225" y="581"/>
                  </a:lnTo>
                  <a:lnTo>
                    <a:pt x="227" y="585"/>
                  </a:lnTo>
                  <a:lnTo>
                    <a:pt x="229" y="588"/>
                  </a:lnTo>
                  <a:lnTo>
                    <a:pt x="229" y="591"/>
                  </a:lnTo>
                  <a:lnTo>
                    <a:pt x="227" y="593"/>
                  </a:lnTo>
                  <a:lnTo>
                    <a:pt x="224" y="594"/>
                  </a:lnTo>
                  <a:lnTo>
                    <a:pt x="222" y="594"/>
                  </a:lnTo>
                  <a:lnTo>
                    <a:pt x="220" y="595"/>
                  </a:lnTo>
                  <a:lnTo>
                    <a:pt x="218" y="596"/>
                  </a:lnTo>
                  <a:lnTo>
                    <a:pt x="216" y="596"/>
                  </a:lnTo>
                  <a:lnTo>
                    <a:pt x="215" y="597"/>
                  </a:lnTo>
                  <a:lnTo>
                    <a:pt x="213" y="598"/>
                  </a:lnTo>
                  <a:lnTo>
                    <a:pt x="211" y="600"/>
                  </a:lnTo>
                  <a:lnTo>
                    <a:pt x="210" y="603"/>
                  </a:lnTo>
                  <a:lnTo>
                    <a:pt x="207" y="604"/>
                  </a:lnTo>
                  <a:lnTo>
                    <a:pt x="205" y="603"/>
                  </a:lnTo>
                  <a:lnTo>
                    <a:pt x="202" y="602"/>
                  </a:lnTo>
                  <a:lnTo>
                    <a:pt x="200" y="600"/>
                  </a:lnTo>
                  <a:lnTo>
                    <a:pt x="197" y="601"/>
                  </a:lnTo>
                  <a:lnTo>
                    <a:pt x="194" y="602"/>
                  </a:lnTo>
                  <a:lnTo>
                    <a:pt x="191" y="601"/>
                  </a:lnTo>
                  <a:lnTo>
                    <a:pt x="189" y="599"/>
                  </a:lnTo>
                  <a:lnTo>
                    <a:pt x="188" y="595"/>
                  </a:lnTo>
                  <a:lnTo>
                    <a:pt x="188" y="592"/>
                  </a:lnTo>
                  <a:lnTo>
                    <a:pt x="186" y="590"/>
                  </a:lnTo>
                  <a:lnTo>
                    <a:pt x="184" y="589"/>
                  </a:lnTo>
                  <a:lnTo>
                    <a:pt x="182" y="588"/>
                  </a:lnTo>
                  <a:lnTo>
                    <a:pt x="181" y="586"/>
                  </a:lnTo>
                  <a:lnTo>
                    <a:pt x="179" y="584"/>
                  </a:lnTo>
                  <a:lnTo>
                    <a:pt x="176" y="583"/>
                  </a:lnTo>
                  <a:lnTo>
                    <a:pt x="174" y="580"/>
                  </a:lnTo>
                  <a:lnTo>
                    <a:pt x="172" y="578"/>
                  </a:lnTo>
                  <a:lnTo>
                    <a:pt x="173" y="575"/>
                  </a:lnTo>
                  <a:lnTo>
                    <a:pt x="176" y="573"/>
                  </a:lnTo>
                  <a:lnTo>
                    <a:pt x="179" y="571"/>
                  </a:lnTo>
                  <a:lnTo>
                    <a:pt x="181" y="569"/>
                  </a:lnTo>
                  <a:lnTo>
                    <a:pt x="181" y="566"/>
                  </a:lnTo>
                  <a:lnTo>
                    <a:pt x="181" y="564"/>
                  </a:lnTo>
                  <a:lnTo>
                    <a:pt x="182" y="561"/>
                  </a:lnTo>
                  <a:lnTo>
                    <a:pt x="184" y="560"/>
                  </a:lnTo>
                  <a:lnTo>
                    <a:pt x="187" y="559"/>
                  </a:lnTo>
                  <a:lnTo>
                    <a:pt x="188" y="557"/>
                  </a:lnTo>
                  <a:lnTo>
                    <a:pt x="190" y="555"/>
                  </a:lnTo>
                  <a:lnTo>
                    <a:pt x="191" y="552"/>
                  </a:lnTo>
                  <a:lnTo>
                    <a:pt x="193" y="550"/>
                  </a:lnTo>
                  <a:lnTo>
                    <a:pt x="195" y="549"/>
                  </a:lnTo>
                  <a:lnTo>
                    <a:pt x="198" y="548"/>
                  </a:lnTo>
                  <a:lnTo>
                    <a:pt x="200" y="547"/>
                  </a:lnTo>
                  <a:lnTo>
                    <a:pt x="202" y="546"/>
                  </a:lnTo>
                  <a:lnTo>
                    <a:pt x="205" y="547"/>
                  </a:lnTo>
                  <a:lnTo>
                    <a:pt x="207" y="549"/>
                  </a:lnTo>
                  <a:lnTo>
                    <a:pt x="208" y="553"/>
                  </a:lnTo>
                  <a:lnTo>
                    <a:pt x="210" y="554"/>
                  </a:lnTo>
                  <a:lnTo>
                    <a:pt x="212" y="554"/>
                  </a:lnTo>
                  <a:lnTo>
                    <a:pt x="214" y="551"/>
                  </a:lnTo>
                  <a:lnTo>
                    <a:pt x="217" y="550"/>
                  </a:lnTo>
                  <a:lnTo>
                    <a:pt x="219" y="551"/>
                  </a:lnTo>
                  <a:lnTo>
                    <a:pt x="221" y="553"/>
                  </a:lnTo>
                  <a:lnTo>
                    <a:pt x="222" y="555"/>
                  </a:lnTo>
                  <a:lnTo>
                    <a:pt x="223" y="557"/>
                  </a:lnTo>
                  <a:lnTo>
                    <a:pt x="224" y="558"/>
                  </a:lnTo>
                  <a:lnTo>
                    <a:pt x="225" y="561"/>
                  </a:lnTo>
                  <a:lnTo>
                    <a:pt x="225" y="563"/>
                  </a:lnTo>
                  <a:lnTo>
                    <a:pt x="225" y="566"/>
                  </a:lnTo>
                  <a:lnTo>
                    <a:pt x="225" y="568"/>
                  </a:lnTo>
                  <a:lnTo>
                    <a:pt x="226" y="570"/>
                  </a:lnTo>
                  <a:lnTo>
                    <a:pt x="227" y="573"/>
                  </a:lnTo>
                  <a:close/>
                </a:path>
              </a:pathLst>
            </a:custGeom>
            <a:solidFill>
              <a:srgbClr val="59A3CD">
                <a:alpha val="24000"/>
              </a:srgbClr>
            </a:solidFill>
            <a:ln>
              <a:noFill/>
            </a:ln>
          </p:spPr>
          <p:txBody>
            <a:bodyPr anchor="ctr"/>
            <a:lstStyle/>
            <a:p>
              <a:pPr algn="ctr">
                <a:buNone/>
              </a:pPr>
            </a:p>
          </p:txBody>
        </p:sp>
        <p:sp>
          <p:nvSpPr>
            <p:cNvPr id="3005" name="addition:input:128"/>
            <p:cNvSpPr>
              <a:spLocks noGrp="1"/>
            </p:cNvSpPr>
            <p:nvPr/>
          </p:nvSpPr>
          <p:spPr>
            <a:xfrm>
              <a:off x="209550" y="5438775"/>
              <a:ext cx="462504" cy="1021613"/>
            </a:xfrm>
            <a:custGeom>
              <a:avLst/>
              <a:gdLst/>
              <a:ahLst/>
              <a:cxnLst/>
              <a:rect l="l" t="t" r="r" b="b"/>
              <a:pathLst>
                <a:path w="281" h="545">
                  <a:moveTo>
                    <a:pt x="0" y="0"/>
                  </a:moveTo>
                  <a:moveTo>
                    <a:pt x="275" y="515"/>
                  </a:moveTo>
                  <a:lnTo>
                    <a:pt x="276" y="517"/>
                  </a:lnTo>
                  <a:lnTo>
                    <a:pt x="278" y="520"/>
                  </a:lnTo>
                  <a:lnTo>
                    <a:pt x="280" y="523"/>
                  </a:lnTo>
                  <a:lnTo>
                    <a:pt x="281" y="526"/>
                  </a:lnTo>
                  <a:lnTo>
                    <a:pt x="279" y="528"/>
                  </a:lnTo>
                  <a:lnTo>
                    <a:pt x="277" y="530"/>
                  </a:lnTo>
                  <a:lnTo>
                    <a:pt x="275" y="531"/>
                  </a:lnTo>
                  <a:lnTo>
                    <a:pt x="273" y="533"/>
                  </a:lnTo>
                  <a:lnTo>
                    <a:pt x="271" y="534"/>
                  </a:lnTo>
                  <a:lnTo>
                    <a:pt x="268" y="534"/>
                  </a:lnTo>
                  <a:lnTo>
                    <a:pt x="265" y="534"/>
                  </a:lnTo>
                  <a:lnTo>
                    <a:pt x="263" y="535"/>
                  </a:lnTo>
                  <a:lnTo>
                    <a:pt x="262" y="538"/>
                  </a:lnTo>
                  <a:lnTo>
                    <a:pt x="261" y="542"/>
                  </a:lnTo>
                  <a:lnTo>
                    <a:pt x="258" y="545"/>
                  </a:lnTo>
                  <a:lnTo>
                    <a:pt x="255" y="545"/>
                  </a:lnTo>
                  <a:lnTo>
                    <a:pt x="252" y="543"/>
                  </a:lnTo>
                  <a:lnTo>
                    <a:pt x="249" y="542"/>
                  </a:lnTo>
                  <a:lnTo>
                    <a:pt x="246" y="541"/>
                  </a:lnTo>
                  <a:lnTo>
                    <a:pt x="243" y="542"/>
                  </a:lnTo>
                  <a:lnTo>
                    <a:pt x="240" y="542"/>
                  </a:lnTo>
                  <a:lnTo>
                    <a:pt x="237" y="540"/>
                  </a:lnTo>
                  <a:lnTo>
                    <a:pt x="235" y="538"/>
                  </a:lnTo>
                  <a:lnTo>
                    <a:pt x="233" y="536"/>
                  </a:lnTo>
                  <a:lnTo>
                    <a:pt x="231" y="535"/>
                  </a:lnTo>
                  <a:lnTo>
                    <a:pt x="229" y="533"/>
                  </a:lnTo>
                  <a:lnTo>
                    <a:pt x="227" y="532"/>
                  </a:lnTo>
                  <a:lnTo>
                    <a:pt x="226" y="530"/>
                  </a:lnTo>
                  <a:lnTo>
                    <a:pt x="225" y="528"/>
                  </a:lnTo>
                  <a:lnTo>
                    <a:pt x="222" y="527"/>
                  </a:lnTo>
                  <a:lnTo>
                    <a:pt x="219" y="525"/>
                  </a:lnTo>
                  <a:lnTo>
                    <a:pt x="216" y="523"/>
                  </a:lnTo>
                  <a:lnTo>
                    <a:pt x="216" y="521"/>
                  </a:lnTo>
                  <a:lnTo>
                    <a:pt x="218" y="518"/>
                  </a:lnTo>
                  <a:lnTo>
                    <a:pt x="222" y="515"/>
                  </a:lnTo>
                  <a:lnTo>
                    <a:pt x="225" y="513"/>
                  </a:lnTo>
                  <a:lnTo>
                    <a:pt x="225" y="511"/>
                  </a:lnTo>
                  <a:lnTo>
                    <a:pt x="225" y="508"/>
                  </a:lnTo>
                  <a:lnTo>
                    <a:pt x="226" y="506"/>
                  </a:lnTo>
                  <a:lnTo>
                    <a:pt x="227" y="504"/>
                  </a:lnTo>
                  <a:lnTo>
                    <a:pt x="228" y="502"/>
                  </a:lnTo>
                  <a:lnTo>
                    <a:pt x="229" y="499"/>
                  </a:lnTo>
                  <a:lnTo>
                    <a:pt x="229" y="496"/>
                  </a:lnTo>
                  <a:lnTo>
                    <a:pt x="231" y="494"/>
                  </a:lnTo>
                  <a:lnTo>
                    <a:pt x="233" y="493"/>
                  </a:lnTo>
                  <a:lnTo>
                    <a:pt x="236" y="492"/>
                  </a:lnTo>
                  <a:lnTo>
                    <a:pt x="238" y="491"/>
                  </a:lnTo>
                  <a:lnTo>
                    <a:pt x="240" y="489"/>
                  </a:lnTo>
                  <a:lnTo>
                    <a:pt x="242" y="487"/>
                  </a:lnTo>
                  <a:lnTo>
                    <a:pt x="244" y="486"/>
                  </a:lnTo>
                  <a:lnTo>
                    <a:pt x="247" y="488"/>
                  </a:lnTo>
                  <a:lnTo>
                    <a:pt x="249" y="491"/>
                  </a:lnTo>
                  <a:lnTo>
                    <a:pt x="251" y="493"/>
                  </a:lnTo>
                  <a:lnTo>
                    <a:pt x="253" y="493"/>
                  </a:lnTo>
                  <a:lnTo>
                    <a:pt x="255" y="491"/>
                  </a:lnTo>
                  <a:lnTo>
                    <a:pt x="258" y="489"/>
                  </a:lnTo>
                  <a:lnTo>
                    <a:pt x="260" y="489"/>
                  </a:lnTo>
                  <a:lnTo>
                    <a:pt x="263" y="490"/>
                  </a:lnTo>
                  <a:lnTo>
                    <a:pt x="265" y="491"/>
                  </a:lnTo>
                  <a:lnTo>
                    <a:pt x="267" y="492"/>
                  </a:lnTo>
                  <a:lnTo>
                    <a:pt x="269" y="493"/>
                  </a:lnTo>
                  <a:lnTo>
                    <a:pt x="270" y="496"/>
                  </a:lnTo>
                  <a:lnTo>
                    <a:pt x="269" y="500"/>
                  </a:lnTo>
                  <a:lnTo>
                    <a:pt x="269" y="503"/>
                  </a:lnTo>
                  <a:lnTo>
                    <a:pt x="270" y="505"/>
                  </a:lnTo>
                  <a:lnTo>
                    <a:pt x="273" y="506"/>
                  </a:lnTo>
                  <a:lnTo>
                    <a:pt x="276" y="508"/>
                  </a:lnTo>
                  <a:lnTo>
                    <a:pt x="277" y="510"/>
                  </a:lnTo>
                  <a:lnTo>
                    <a:pt x="276" y="513"/>
                  </a:lnTo>
                  <a:close/>
                </a:path>
              </a:pathLst>
            </a:custGeom>
            <a:solidFill>
              <a:srgbClr val="59A3CD">
                <a:alpha val="24000"/>
              </a:srgbClr>
            </a:solidFill>
            <a:ln>
              <a:noFill/>
            </a:ln>
          </p:spPr>
          <p:txBody>
            <a:bodyPr anchor="ctr"/>
            <a:lstStyle/>
            <a:p>
              <a:pPr algn="ctr">
                <a:buNone/>
              </a:pPr>
            </a:p>
          </p:txBody>
        </p:sp>
        <p:sp>
          <p:nvSpPr>
            <p:cNvPr id="3006" name="addition:input:129"/>
            <p:cNvSpPr>
              <a:spLocks noGrp="1"/>
            </p:cNvSpPr>
            <p:nvPr/>
          </p:nvSpPr>
          <p:spPr>
            <a:xfrm>
              <a:off x="209550" y="5438775"/>
              <a:ext cx="585948" cy="971001"/>
            </a:xfrm>
            <a:custGeom>
              <a:avLst/>
              <a:gdLst/>
              <a:ahLst/>
              <a:cxnLst/>
              <a:rect l="l" t="t" r="r" b="b"/>
              <a:pathLst>
                <a:path w="356" h="518">
                  <a:moveTo>
                    <a:pt x="0" y="0"/>
                  </a:moveTo>
                  <a:moveTo>
                    <a:pt x="356" y="488"/>
                  </a:moveTo>
                  <a:lnTo>
                    <a:pt x="353" y="491"/>
                  </a:lnTo>
                  <a:lnTo>
                    <a:pt x="351" y="493"/>
                  </a:lnTo>
                  <a:lnTo>
                    <a:pt x="349" y="495"/>
                  </a:lnTo>
                  <a:lnTo>
                    <a:pt x="350" y="497"/>
                  </a:lnTo>
                  <a:lnTo>
                    <a:pt x="349" y="500"/>
                  </a:lnTo>
                  <a:lnTo>
                    <a:pt x="348" y="502"/>
                  </a:lnTo>
                  <a:lnTo>
                    <a:pt x="345" y="503"/>
                  </a:lnTo>
                  <a:lnTo>
                    <a:pt x="342" y="504"/>
                  </a:lnTo>
                  <a:lnTo>
                    <a:pt x="340" y="505"/>
                  </a:lnTo>
                  <a:lnTo>
                    <a:pt x="339" y="507"/>
                  </a:lnTo>
                  <a:lnTo>
                    <a:pt x="337" y="510"/>
                  </a:lnTo>
                  <a:lnTo>
                    <a:pt x="335" y="511"/>
                  </a:lnTo>
                  <a:lnTo>
                    <a:pt x="332" y="513"/>
                  </a:lnTo>
                  <a:lnTo>
                    <a:pt x="330" y="514"/>
                  </a:lnTo>
                  <a:lnTo>
                    <a:pt x="328" y="517"/>
                  </a:lnTo>
                  <a:lnTo>
                    <a:pt x="325" y="518"/>
                  </a:lnTo>
                  <a:lnTo>
                    <a:pt x="322" y="518"/>
                  </a:lnTo>
                  <a:lnTo>
                    <a:pt x="319" y="515"/>
                  </a:lnTo>
                  <a:lnTo>
                    <a:pt x="317" y="511"/>
                  </a:lnTo>
                  <a:lnTo>
                    <a:pt x="315" y="509"/>
                  </a:lnTo>
                  <a:lnTo>
                    <a:pt x="313" y="509"/>
                  </a:lnTo>
                  <a:lnTo>
                    <a:pt x="311" y="510"/>
                  </a:lnTo>
                  <a:lnTo>
                    <a:pt x="308" y="511"/>
                  </a:lnTo>
                  <a:lnTo>
                    <a:pt x="306" y="511"/>
                  </a:lnTo>
                  <a:lnTo>
                    <a:pt x="304" y="509"/>
                  </a:lnTo>
                  <a:lnTo>
                    <a:pt x="303" y="507"/>
                  </a:lnTo>
                  <a:lnTo>
                    <a:pt x="301" y="506"/>
                  </a:lnTo>
                  <a:lnTo>
                    <a:pt x="299" y="505"/>
                  </a:lnTo>
                  <a:lnTo>
                    <a:pt x="298" y="503"/>
                  </a:lnTo>
                  <a:lnTo>
                    <a:pt x="298" y="500"/>
                  </a:lnTo>
                  <a:lnTo>
                    <a:pt x="298" y="497"/>
                  </a:lnTo>
                  <a:lnTo>
                    <a:pt x="298" y="495"/>
                  </a:lnTo>
                  <a:lnTo>
                    <a:pt x="297" y="493"/>
                  </a:lnTo>
                  <a:lnTo>
                    <a:pt x="296" y="491"/>
                  </a:lnTo>
                  <a:lnTo>
                    <a:pt x="298" y="488"/>
                  </a:lnTo>
                  <a:lnTo>
                    <a:pt x="301" y="486"/>
                  </a:lnTo>
                  <a:lnTo>
                    <a:pt x="303" y="484"/>
                  </a:lnTo>
                  <a:lnTo>
                    <a:pt x="302" y="482"/>
                  </a:lnTo>
                  <a:lnTo>
                    <a:pt x="300" y="479"/>
                  </a:lnTo>
                  <a:lnTo>
                    <a:pt x="298" y="476"/>
                  </a:lnTo>
                  <a:lnTo>
                    <a:pt x="297" y="473"/>
                  </a:lnTo>
                  <a:lnTo>
                    <a:pt x="299" y="471"/>
                  </a:lnTo>
                  <a:lnTo>
                    <a:pt x="301" y="469"/>
                  </a:lnTo>
                  <a:lnTo>
                    <a:pt x="303" y="468"/>
                  </a:lnTo>
                  <a:lnTo>
                    <a:pt x="305" y="467"/>
                  </a:lnTo>
                  <a:lnTo>
                    <a:pt x="307" y="466"/>
                  </a:lnTo>
                  <a:lnTo>
                    <a:pt x="310" y="467"/>
                  </a:lnTo>
                  <a:lnTo>
                    <a:pt x="312" y="467"/>
                  </a:lnTo>
                  <a:lnTo>
                    <a:pt x="314" y="466"/>
                  </a:lnTo>
                  <a:lnTo>
                    <a:pt x="315" y="464"/>
                  </a:lnTo>
                  <a:lnTo>
                    <a:pt x="317" y="462"/>
                  </a:lnTo>
                  <a:lnTo>
                    <a:pt x="319" y="461"/>
                  </a:lnTo>
                  <a:lnTo>
                    <a:pt x="322" y="462"/>
                  </a:lnTo>
                  <a:lnTo>
                    <a:pt x="324" y="463"/>
                  </a:lnTo>
                  <a:lnTo>
                    <a:pt x="326" y="464"/>
                  </a:lnTo>
                  <a:lnTo>
                    <a:pt x="329" y="463"/>
                  </a:lnTo>
                  <a:lnTo>
                    <a:pt x="332" y="462"/>
                  </a:lnTo>
                  <a:lnTo>
                    <a:pt x="336" y="462"/>
                  </a:lnTo>
                  <a:lnTo>
                    <a:pt x="338" y="464"/>
                  </a:lnTo>
                  <a:lnTo>
                    <a:pt x="339" y="467"/>
                  </a:lnTo>
                  <a:lnTo>
                    <a:pt x="340" y="470"/>
                  </a:lnTo>
                  <a:lnTo>
                    <a:pt x="341" y="472"/>
                  </a:lnTo>
                  <a:lnTo>
                    <a:pt x="342" y="474"/>
                  </a:lnTo>
                  <a:lnTo>
                    <a:pt x="344" y="476"/>
                  </a:lnTo>
                  <a:lnTo>
                    <a:pt x="345" y="478"/>
                  </a:lnTo>
                  <a:lnTo>
                    <a:pt x="347" y="480"/>
                  </a:lnTo>
                  <a:lnTo>
                    <a:pt x="350" y="481"/>
                  </a:lnTo>
                  <a:lnTo>
                    <a:pt x="353" y="483"/>
                  </a:lnTo>
                  <a:lnTo>
                    <a:pt x="356" y="485"/>
                  </a:lnTo>
                  <a:close/>
                </a:path>
              </a:pathLst>
            </a:custGeom>
            <a:solidFill>
              <a:srgbClr val="59A3CD">
                <a:alpha val="24000"/>
              </a:srgbClr>
            </a:solidFill>
            <a:ln>
              <a:noFill/>
            </a:ln>
          </p:spPr>
          <p:txBody>
            <a:bodyPr anchor="ctr"/>
            <a:lstStyle/>
            <a:p>
              <a:pPr algn="ctr">
                <a:buNone/>
              </a:pPr>
            </a:p>
          </p:txBody>
        </p:sp>
        <p:sp>
          <p:nvSpPr>
            <p:cNvPr id="3007" name="addition:input:130"/>
            <p:cNvSpPr>
              <a:spLocks noGrp="1"/>
            </p:cNvSpPr>
            <p:nvPr/>
          </p:nvSpPr>
          <p:spPr>
            <a:xfrm>
              <a:off x="209550" y="5438775"/>
              <a:ext cx="684703" cy="1038484"/>
            </a:xfrm>
            <a:custGeom>
              <a:avLst/>
              <a:gdLst/>
              <a:ahLst/>
              <a:cxnLst/>
              <a:rect l="l" t="t" r="r" b="b"/>
              <a:pathLst>
                <a:path w="416" h="554">
                  <a:moveTo>
                    <a:pt x="0" y="0"/>
                  </a:moveTo>
                  <a:moveTo>
                    <a:pt x="414" y="522"/>
                  </a:moveTo>
                  <a:lnTo>
                    <a:pt x="412" y="525"/>
                  </a:lnTo>
                  <a:lnTo>
                    <a:pt x="411" y="527"/>
                  </a:lnTo>
                  <a:lnTo>
                    <a:pt x="412" y="530"/>
                  </a:lnTo>
                  <a:lnTo>
                    <a:pt x="414" y="533"/>
                  </a:lnTo>
                  <a:lnTo>
                    <a:pt x="416" y="537"/>
                  </a:lnTo>
                  <a:lnTo>
                    <a:pt x="416" y="541"/>
                  </a:lnTo>
                  <a:lnTo>
                    <a:pt x="414" y="543"/>
                  </a:lnTo>
                  <a:lnTo>
                    <a:pt x="412" y="543"/>
                  </a:lnTo>
                  <a:lnTo>
                    <a:pt x="410" y="544"/>
                  </a:lnTo>
                  <a:lnTo>
                    <a:pt x="409" y="545"/>
                  </a:lnTo>
                  <a:lnTo>
                    <a:pt x="407" y="547"/>
                  </a:lnTo>
                  <a:lnTo>
                    <a:pt x="406" y="548"/>
                  </a:lnTo>
                  <a:lnTo>
                    <a:pt x="404" y="548"/>
                  </a:lnTo>
                  <a:lnTo>
                    <a:pt x="403" y="549"/>
                  </a:lnTo>
                  <a:lnTo>
                    <a:pt x="401" y="551"/>
                  </a:lnTo>
                  <a:lnTo>
                    <a:pt x="400" y="553"/>
                  </a:lnTo>
                  <a:lnTo>
                    <a:pt x="398" y="554"/>
                  </a:lnTo>
                  <a:lnTo>
                    <a:pt x="396" y="553"/>
                  </a:lnTo>
                  <a:lnTo>
                    <a:pt x="394" y="552"/>
                  </a:lnTo>
                  <a:lnTo>
                    <a:pt x="392" y="551"/>
                  </a:lnTo>
                  <a:lnTo>
                    <a:pt x="390" y="552"/>
                  </a:lnTo>
                  <a:lnTo>
                    <a:pt x="387" y="554"/>
                  </a:lnTo>
                  <a:lnTo>
                    <a:pt x="385" y="553"/>
                  </a:lnTo>
                  <a:lnTo>
                    <a:pt x="383" y="550"/>
                  </a:lnTo>
                  <a:lnTo>
                    <a:pt x="383" y="546"/>
                  </a:lnTo>
                  <a:lnTo>
                    <a:pt x="383" y="542"/>
                  </a:lnTo>
                  <a:lnTo>
                    <a:pt x="382" y="540"/>
                  </a:lnTo>
                  <a:lnTo>
                    <a:pt x="380" y="538"/>
                  </a:lnTo>
                  <a:lnTo>
                    <a:pt x="378" y="537"/>
                  </a:lnTo>
                  <a:lnTo>
                    <a:pt x="376" y="535"/>
                  </a:lnTo>
                  <a:lnTo>
                    <a:pt x="375" y="533"/>
                  </a:lnTo>
                  <a:lnTo>
                    <a:pt x="373" y="531"/>
                  </a:lnTo>
                  <a:lnTo>
                    <a:pt x="371" y="528"/>
                  </a:lnTo>
                  <a:lnTo>
                    <a:pt x="370" y="525"/>
                  </a:lnTo>
                  <a:lnTo>
                    <a:pt x="370" y="522"/>
                  </a:lnTo>
                  <a:lnTo>
                    <a:pt x="372" y="519"/>
                  </a:lnTo>
                  <a:lnTo>
                    <a:pt x="374" y="517"/>
                  </a:lnTo>
                  <a:lnTo>
                    <a:pt x="375" y="515"/>
                  </a:lnTo>
                  <a:lnTo>
                    <a:pt x="375" y="512"/>
                  </a:lnTo>
                  <a:lnTo>
                    <a:pt x="375" y="509"/>
                  </a:lnTo>
                  <a:lnTo>
                    <a:pt x="376" y="506"/>
                  </a:lnTo>
                  <a:lnTo>
                    <a:pt x="379" y="505"/>
                  </a:lnTo>
                  <a:lnTo>
                    <a:pt x="381" y="504"/>
                  </a:lnTo>
                  <a:lnTo>
                    <a:pt x="383" y="503"/>
                  </a:lnTo>
                  <a:lnTo>
                    <a:pt x="384" y="500"/>
                  </a:lnTo>
                  <a:lnTo>
                    <a:pt x="384" y="497"/>
                  </a:lnTo>
                  <a:lnTo>
                    <a:pt x="386" y="494"/>
                  </a:lnTo>
                  <a:lnTo>
                    <a:pt x="388" y="492"/>
                  </a:lnTo>
                  <a:lnTo>
                    <a:pt x="390" y="491"/>
                  </a:lnTo>
                  <a:lnTo>
                    <a:pt x="392" y="489"/>
                  </a:lnTo>
                  <a:lnTo>
                    <a:pt x="394" y="488"/>
                  </a:lnTo>
                  <a:lnTo>
                    <a:pt x="396" y="489"/>
                  </a:lnTo>
                  <a:lnTo>
                    <a:pt x="398" y="493"/>
                  </a:lnTo>
                  <a:lnTo>
                    <a:pt x="399" y="496"/>
                  </a:lnTo>
                  <a:lnTo>
                    <a:pt x="401" y="498"/>
                  </a:lnTo>
                  <a:lnTo>
                    <a:pt x="402" y="497"/>
                  </a:lnTo>
                  <a:lnTo>
                    <a:pt x="405" y="495"/>
                  </a:lnTo>
                  <a:lnTo>
                    <a:pt x="407" y="494"/>
                  </a:lnTo>
                  <a:lnTo>
                    <a:pt x="408" y="495"/>
                  </a:lnTo>
                  <a:lnTo>
                    <a:pt x="409" y="498"/>
                  </a:lnTo>
                  <a:lnTo>
                    <a:pt x="410" y="500"/>
                  </a:lnTo>
                  <a:lnTo>
                    <a:pt x="411" y="502"/>
                  </a:lnTo>
                  <a:lnTo>
                    <a:pt x="413" y="503"/>
                  </a:lnTo>
                  <a:lnTo>
                    <a:pt x="414" y="505"/>
                  </a:lnTo>
                  <a:lnTo>
                    <a:pt x="414" y="508"/>
                  </a:lnTo>
                  <a:lnTo>
                    <a:pt x="414" y="511"/>
                  </a:lnTo>
                  <a:lnTo>
                    <a:pt x="414" y="514"/>
                  </a:lnTo>
                  <a:lnTo>
                    <a:pt x="414" y="517"/>
                  </a:lnTo>
                  <a:lnTo>
                    <a:pt x="415" y="520"/>
                  </a:lnTo>
                  <a:close/>
                </a:path>
              </a:pathLst>
            </a:custGeom>
            <a:solidFill>
              <a:srgbClr val="59A3CD">
                <a:alpha val="24000"/>
              </a:srgbClr>
            </a:solidFill>
            <a:ln>
              <a:noFill/>
            </a:ln>
          </p:spPr>
          <p:txBody>
            <a:bodyPr anchor="ctr"/>
            <a:lstStyle/>
            <a:p>
              <a:pPr algn="ctr">
                <a:buNone/>
              </a:pPr>
            </a:p>
          </p:txBody>
        </p:sp>
        <p:sp>
          <p:nvSpPr>
            <p:cNvPr id="3008" name="addition:input:131"/>
            <p:cNvSpPr>
              <a:spLocks noGrp="1"/>
            </p:cNvSpPr>
            <p:nvPr/>
          </p:nvSpPr>
          <p:spPr>
            <a:xfrm>
              <a:off x="209550" y="5438775"/>
              <a:ext cx="1379281" cy="1396517"/>
            </a:xfrm>
            <a:custGeom>
              <a:avLst/>
              <a:gdLst/>
              <a:ahLst/>
              <a:cxnLst/>
              <a:rect l="l" t="t" r="r" b="b"/>
              <a:pathLst>
                <a:path w="838" h="745">
                  <a:moveTo>
                    <a:pt x="0" y="0"/>
                  </a:moveTo>
                  <a:moveTo>
                    <a:pt x="820" y="596"/>
                  </a:moveTo>
                  <a:lnTo>
                    <a:pt x="825" y="608"/>
                  </a:lnTo>
                  <a:lnTo>
                    <a:pt x="832" y="621"/>
                  </a:lnTo>
                  <a:lnTo>
                    <a:pt x="838" y="635"/>
                  </a:lnTo>
                  <a:lnTo>
                    <a:pt x="836" y="648"/>
                  </a:lnTo>
                  <a:lnTo>
                    <a:pt x="825" y="657"/>
                  </a:lnTo>
                  <a:lnTo>
                    <a:pt x="811" y="664"/>
                  </a:lnTo>
                  <a:lnTo>
                    <a:pt x="802" y="673"/>
                  </a:lnTo>
                  <a:lnTo>
                    <a:pt x="799" y="685"/>
                  </a:lnTo>
                  <a:lnTo>
                    <a:pt x="795" y="699"/>
                  </a:lnTo>
                  <a:lnTo>
                    <a:pt x="784" y="706"/>
                  </a:lnTo>
                  <a:lnTo>
                    <a:pt x="765" y="705"/>
                  </a:lnTo>
                  <a:lnTo>
                    <a:pt x="745" y="700"/>
                  </a:lnTo>
                  <a:lnTo>
                    <a:pt x="730" y="699"/>
                  </a:lnTo>
                  <a:lnTo>
                    <a:pt x="720" y="708"/>
                  </a:lnTo>
                  <a:lnTo>
                    <a:pt x="710" y="724"/>
                  </a:lnTo>
                  <a:lnTo>
                    <a:pt x="696" y="738"/>
                  </a:lnTo>
                  <a:lnTo>
                    <a:pt x="679" y="745"/>
                  </a:lnTo>
                  <a:lnTo>
                    <a:pt x="661" y="745"/>
                  </a:lnTo>
                  <a:lnTo>
                    <a:pt x="642" y="743"/>
                  </a:lnTo>
                  <a:lnTo>
                    <a:pt x="624" y="740"/>
                  </a:lnTo>
                  <a:lnTo>
                    <a:pt x="607" y="733"/>
                  </a:lnTo>
                  <a:lnTo>
                    <a:pt x="594" y="720"/>
                  </a:lnTo>
                  <a:lnTo>
                    <a:pt x="586" y="703"/>
                  </a:lnTo>
                  <a:lnTo>
                    <a:pt x="578" y="691"/>
                  </a:lnTo>
                  <a:lnTo>
                    <a:pt x="563" y="688"/>
                  </a:lnTo>
                  <a:lnTo>
                    <a:pt x="542" y="689"/>
                  </a:lnTo>
                  <a:lnTo>
                    <a:pt x="522" y="688"/>
                  </a:lnTo>
                  <a:lnTo>
                    <a:pt x="509" y="679"/>
                  </a:lnTo>
                  <a:lnTo>
                    <a:pt x="507" y="665"/>
                  </a:lnTo>
                  <a:lnTo>
                    <a:pt x="507" y="652"/>
                  </a:lnTo>
                  <a:lnTo>
                    <a:pt x="500" y="642"/>
                  </a:lnTo>
                  <a:lnTo>
                    <a:pt x="486" y="633"/>
                  </a:lnTo>
                  <a:lnTo>
                    <a:pt x="473" y="622"/>
                  </a:lnTo>
                  <a:lnTo>
                    <a:pt x="470" y="609"/>
                  </a:lnTo>
                  <a:lnTo>
                    <a:pt x="477" y="596"/>
                  </a:lnTo>
                  <a:lnTo>
                    <a:pt x="489" y="584"/>
                  </a:lnTo>
                  <a:lnTo>
                    <a:pt x="499" y="572"/>
                  </a:lnTo>
                  <a:lnTo>
                    <a:pt x="509" y="561"/>
                  </a:lnTo>
                  <a:lnTo>
                    <a:pt x="521" y="552"/>
                  </a:lnTo>
                  <a:lnTo>
                    <a:pt x="537" y="545"/>
                  </a:lnTo>
                  <a:lnTo>
                    <a:pt x="550" y="538"/>
                  </a:lnTo>
                  <a:lnTo>
                    <a:pt x="554" y="527"/>
                  </a:lnTo>
                  <a:lnTo>
                    <a:pt x="550" y="508"/>
                  </a:lnTo>
                  <a:lnTo>
                    <a:pt x="547" y="487"/>
                  </a:lnTo>
                  <a:lnTo>
                    <a:pt x="554" y="472"/>
                  </a:lnTo>
                  <a:lnTo>
                    <a:pt x="572" y="468"/>
                  </a:lnTo>
                  <a:lnTo>
                    <a:pt x="593" y="471"/>
                  </a:lnTo>
                  <a:lnTo>
                    <a:pt x="612" y="475"/>
                  </a:lnTo>
                  <a:lnTo>
                    <a:pt x="626" y="472"/>
                  </a:lnTo>
                  <a:lnTo>
                    <a:pt x="637" y="466"/>
                  </a:lnTo>
                  <a:lnTo>
                    <a:pt x="650" y="462"/>
                  </a:lnTo>
                  <a:lnTo>
                    <a:pt x="664" y="465"/>
                  </a:lnTo>
                  <a:lnTo>
                    <a:pt x="676" y="470"/>
                  </a:lnTo>
                  <a:lnTo>
                    <a:pt x="687" y="473"/>
                  </a:lnTo>
                  <a:lnTo>
                    <a:pt x="699" y="471"/>
                  </a:lnTo>
                  <a:lnTo>
                    <a:pt x="712" y="471"/>
                  </a:lnTo>
                  <a:lnTo>
                    <a:pt x="724" y="474"/>
                  </a:lnTo>
                  <a:lnTo>
                    <a:pt x="733" y="481"/>
                  </a:lnTo>
                  <a:lnTo>
                    <a:pt x="744" y="486"/>
                  </a:lnTo>
                  <a:lnTo>
                    <a:pt x="761" y="486"/>
                  </a:lnTo>
                  <a:lnTo>
                    <a:pt x="782" y="486"/>
                  </a:lnTo>
                  <a:lnTo>
                    <a:pt x="799" y="491"/>
                  </a:lnTo>
                  <a:lnTo>
                    <a:pt x="803" y="506"/>
                  </a:lnTo>
                  <a:lnTo>
                    <a:pt x="795" y="526"/>
                  </a:lnTo>
                  <a:lnTo>
                    <a:pt x="784" y="544"/>
                  </a:lnTo>
                  <a:lnTo>
                    <a:pt x="781" y="556"/>
                  </a:lnTo>
                  <a:lnTo>
                    <a:pt x="790" y="565"/>
                  </a:lnTo>
                  <a:lnTo>
                    <a:pt x="803" y="574"/>
                  </a:lnTo>
                  <a:lnTo>
                    <a:pt x="814" y="584"/>
                  </a:lnTo>
                  <a:close/>
                </a:path>
              </a:pathLst>
            </a:custGeom>
            <a:solidFill>
              <a:srgbClr val="F5DAC5">
                <a:alpha val="43000"/>
              </a:srgbClr>
            </a:solidFill>
            <a:ln>
              <a:noFill/>
            </a:ln>
          </p:spPr>
          <p:txBody>
            <a:bodyPr anchor="ctr"/>
            <a:lstStyle/>
            <a:p>
              <a:pPr algn="ctr">
                <a:buNone/>
              </a:pPr>
            </a:p>
          </p:txBody>
        </p:sp>
        <p:sp>
          <p:nvSpPr>
            <p:cNvPr id="3009" name="addition:input:132"/>
            <p:cNvSpPr>
              <a:spLocks noGrp="1"/>
            </p:cNvSpPr>
            <p:nvPr/>
          </p:nvSpPr>
          <p:spPr>
            <a:xfrm>
              <a:off x="209550" y="5438775"/>
              <a:ext cx="1334841" cy="1355278"/>
            </a:xfrm>
            <a:custGeom>
              <a:avLst/>
              <a:gdLst/>
              <a:ahLst/>
              <a:cxnLst/>
              <a:rect l="l" t="t" r="r" b="b"/>
              <a:pathLst>
                <a:path w="811" h="723">
                  <a:moveTo>
                    <a:pt x="0" y="0"/>
                  </a:moveTo>
                  <a:moveTo>
                    <a:pt x="800" y="601"/>
                  </a:moveTo>
                  <a:lnTo>
                    <a:pt x="808" y="612"/>
                  </a:lnTo>
                  <a:lnTo>
                    <a:pt x="811" y="623"/>
                  </a:lnTo>
                  <a:lnTo>
                    <a:pt x="808" y="633"/>
                  </a:lnTo>
                  <a:lnTo>
                    <a:pt x="805" y="643"/>
                  </a:lnTo>
                  <a:lnTo>
                    <a:pt x="803" y="654"/>
                  </a:lnTo>
                  <a:lnTo>
                    <a:pt x="800" y="666"/>
                  </a:lnTo>
                  <a:lnTo>
                    <a:pt x="789" y="673"/>
                  </a:lnTo>
                  <a:lnTo>
                    <a:pt x="771" y="674"/>
                  </a:lnTo>
                  <a:lnTo>
                    <a:pt x="750" y="672"/>
                  </a:lnTo>
                  <a:lnTo>
                    <a:pt x="736" y="672"/>
                  </a:lnTo>
                  <a:lnTo>
                    <a:pt x="730" y="681"/>
                  </a:lnTo>
                  <a:lnTo>
                    <a:pt x="727" y="698"/>
                  </a:lnTo>
                  <a:lnTo>
                    <a:pt x="721" y="713"/>
                  </a:lnTo>
                  <a:lnTo>
                    <a:pt x="708" y="722"/>
                  </a:lnTo>
                  <a:lnTo>
                    <a:pt x="692" y="723"/>
                  </a:lnTo>
                  <a:lnTo>
                    <a:pt x="676" y="722"/>
                  </a:lnTo>
                  <a:lnTo>
                    <a:pt x="661" y="722"/>
                  </a:lnTo>
                  <a:lnTo>
                    <a:pt x="645" y="722"/>
                  </a:lnTo>
                  <a:lnTo>
                    <a:pt x="630" y="719"/>
                  </a:lnTo>
                  <a:lnTo>
                    <a:pt x="617" y="711"/>
                  </a:lnTo>
                  <a:lnTo>
                    <a:pt x="606" y="703"/>
                  </a:lnTo>
                  <a:lnTo>
                    <a:pt x="594" y="699"/>
                  </a:lnTo>
                  <a:lnTo>
                    <a:pt x="580" y="699"/>
                  </a:lnTo>
                  <a:lnTo>
                    <a:pt x="566" y="697"/>
                  </a:lnTo>
                  <a:lnTo>
                    <a:pt x="557" y="690"/>
                  </a:lnTo>
                  <a:lnTo>
                    <a:pt x="554" y="678"/>
                  </a:lnTo>
                  <a:lnTo>
                    <a:pt x="551" y="668"/>
                  </a:lnTo>
                  <a:lnTo>
                    <a:pt x="542" y="663"/>
                  </a:lnTo>
                  <a:lnTo>
                    <a:pt x="524" y="661"/>
                  </a:lnTo>
                  <a:lnTo>
                    <a:pt x="505" y="657"/>
                  </a:lnTo>
                  <a:lnTo>
                    <a:pt x="494" y="649"/>
                  </a:lnTo>
                  <a:lnTo>
                    <a:pt x="497" y="636"/>
                  </a:lnTo>
                  <a:lnTo>
                    <a:pt x="508" y="623"/>
                  </a:lnTo>
                  <a:lnTo>
                    <a:pt x="518" y="611"/>
                  </a:lnTo>
                  <a:lnTo>
                    <a:pt x="525" y="601"/>
                  </a:lnTo>
                  <a:lnTo>
                    <a:pt x="530" y="591"/>
                  </a:lnTo>
                  <a:lnTo>
                    <a:pt x="538" y="583"/>
                  </a:lnTo>
                  <a:lnTo>
                    <a:pt x="545" y="574"/>
                  </a:lnTo>
                  <a:lnTo>
                    <a:pt x="547" y="565"/>
                  </a:lnTo>
                  <a:lnTo>
                    <a:pt x="543" y="553"/>
                  </a:lnTo>
                  <a:lnTo>
                    <a:pt x="538" y="538"/>
                  </a:lnTo>
                  <a:lnTo>
                    <a:pt x="540" y="526"/>
                  </a:lnTo>
                  <a:lnTo>
                    <a:pt x="551" y="519"/>
                  </a:lnTo>
                  <a:lnTo>
                    <a:pt x="567" y="516"/>
                  </a:lnTo>
                  <a:lnTo>
                    <a:pt x="580" y="513"/>
                  </a:lnTo>
                  <a:lnTo>
                    <a:pt x="587" y="505"/>
                  </a:lnTo>
                  <a:lnTo>
                    <a:pt x="592" y="494"/>
                  </a:lnTo>
                  <a:lnTo>
                    <a:pt x="601" y="485"/>
                  </a:lnTo>
                  <a:lnTo>
                    <a:pt x="614" y="485"/>
                  </a:lnTo>
                  <a:lnTo>
                    <a:pt x="627" y="492"/>
                  </a:lnTo>
                  <a:lnTo>
                    <a:pt x="639" y="499"/>
                  </a:lnTo>
                  <a:lnTo>
                    <a:pt x="648" y="500"/>
                  </a:lnTo>
                  <a:lnTo>
                    <a:pt x="658" y="498"/>
                  </a:lnTo>
                  <a:lnTo>
                    <a:pt x="668" y="495"/>
                  </a:lnTo>
                  <a:lnTo>
                    <a:pt x="679" y="494"/>
                  </a:lnTo>
                  <a:lnTo>
                    <a:pt x="690" y="493"/>
                  </a:lnTo>
                  <a:lnTo>
                    <a:pt x="704" y="490"/>
                  </a:lnTo>
                  <a:lnTo>
                    <a:pt x="721" y="486"/>
                  </a:lnTo>
                  <a:lnTo>
                    <a:pt x="737" y="488"/>
                  </a:lnTo>
                  <a:lnTo>
                    <a:pt x="746" y="498"/>
                  </a:lnTo>
                  <a:lnTo>
                    <a:pt x="746" y="515"/>
                  </a:lnTo>
                  <a:lnTo>
                    <a:pt x="743" y="532"/>
                  </a:lnTo>
                  <a:lnTo>
                    <a:pt x="746" y="542"/>
                  </a:lnTo>
                  <a:lnTo>
                    <a:pt x="757" y="548"/>
                  </a:lnTo>
                  <a:lnTo>
                    <a:pt x="773" y="553"/>
                  </a:lnTo>
                  <a:lnTo>
                    <a:pt x="784" y="561"/>
                  </a:lnTo>
                  <a:lnTo>
                    <a:pt x="787" y="571"/>
                  </a:lnTo>
                  <a:lnTo>
                    <a:pt x="788" y="581"/>
                  </a:lnTo>
                  <a:lnTo>
                    <a:pt x="791" y="591"/>
                  </a:lnTo>
                  <a:close/>
                </a:path>
              </a:pathLst>
            </a:custGeom>
            <a:solidFill>
              <a:srgbClr val="ECB78D">
                <a:alpha val="43000"/>
              </a:srgbClr>
            </a:solidFill>
            <a:ln>
              <a:noFill/>
            </a:ln>
          </p:spPr>
          <p:txBody>
            <a:bodyPr anchor="ctr"/>
            <a:lstStyle/>
            <a:p>
              <a:pPr algn="ctr">
                <a:buNone/>
              </a:pPr>
            </a:p>
          </p:txBody>
        </p:sp>
        <p:sp>
          <p:nvSpPr>
            <p:cNvPr id="3010" name="addition:input:133"/>
            <p:cNvSpPr>
              <a:spLocks noGrp="1"/>
            </p:cNvSpPr>
            <p:nvPr/>
          </p:nvSpPr>
          <p:spPr>
            <a:xfrm>
              <a:off x="209550" y="5438775"/>
              <a:ext cx="1311798" cy="1332784"/>
            </a:xfrm>
            <a:custGeom>
              <a:avLst/>
              <a:gdLst/>
              <a:ahLst/>
              <a:cxnLst/>
              <a:rect l="l" t="t" r="r" b="b"/>
              <a:pathLst>
                <a:path w="797" h="711">
                  <a:moveTo>
                    <a:pt x="0" y="0"/>
                  </a:moveTo>
                  <a:moveTo>
                    <a:pt x="794" y="606"/>
                  </a:moveTo>
                  <a:lnTo>
                    <a:pt x="782" y="615"/>
                  </a:lnTo>
                  <a:lnTo>
                    <a:pt x="770" y="623"/>
                  </a:lnTo>
                  <a:lnTo>
                    <a:pt x="763" y="630"/>
                  </a:lnTo>
                  <a:lnTo>
                    <a:pt x="763" y="639"/>
                  </a:lnTo>
                  <a:lnTo>
                    <a:pt x="764" y="650"/>
                  </a:lnTo>
                  <a:lnTo>
                    <a:pt x="758" y="658"/>
                  </a:lnTo>
                  <a:lnTo>
                    <a:pt x="745" y="663"/>
                  </a:lnTo>
                  <a:lnTo>
                    <a:pt x="730" y="665"/>
                  </a:lnTo>
                  <a:lnTo>
                    <a:pt x="720" y="670"/>
                  </a:lnTo>
                  <a:lnTo>
                    <a:pt x="716" y="679"/>
                  </a:lnTo>
                  <a:lnTo>
                    <a:pt x="712" y="692"/>
                  </a:lnTo>
                  <a:lnTo>
                    <a:pt x="705" y="703"/>
                  </a:lnTo>
                  <a:lnTo>
                    <a:pt x="694" y="708"/>
                  </a:lnTo>
                  <a:lnTo>
                    <a:pt x="681" y="710"/>
                  </a:lnTo>
                  <a:lnTo>
                    <a:pt x="669" y="711"/>
                  </a:lnTo>
                  <a:lnTo>
                    <a:pt x="657" y="711"/>
                  </a:lnTo>
                  <a:lnTo>
                    <a:pt x="645" y="708"/>
                  </a:lnTo>
                  <a:lnTo>
                    <a:pt x="635" y="700"/>
                  </a:lnTo>
                  <a:lnTo>
                    <a:pt x="627" y="690"/>
                  </a:lnTo>
                  <a:lnTo>
                    <a:pt x="620" y="685"/>
                  </a:lnTo>
                  <a:lnTo>
                    <a:pt x="611" y="688"/>
                  </a:lnTo>
                  <a:lnTo>
                    <a:pt x="598" y="696"/>
                  </a:lnTo>
                  <a:lnTo>
                    <a:pt x="584" y="701"/>
                  </a:lnTo>
                  <a:lnTo>
                    <a:pt x="574" y="698"/>
                  </a:lnTo>
                  <a:lnTo>
                    <a:pt x="569" y="689"/>
                  </a:lnTo>
                  <a:lnTo>
                    <a:pt x="566" y="679"/>
                  </a:lnTo>
                  <a:lnTo>
                    <a:pt x="561" y="672"/>
                  </a:lnTo>
                  <a:lnTo>
                    <a:pt x="552" y="667"/>
                  </a:lnTo>
                  <a:lnTo>
                    <a:pt x="543" y="661"/>
                  </a:lnTo>
                  <a:lnTo>
                    <a:pt x="540" y="652"/>
                  </a:lnTo>
                  <a:lnTo>
                    <a:pt x="542" y="641"/>
                  </a:lnTo>
                  <a:lnTo>
                    <a:pt x="544" y="632"/>
                  </a:lnTo>
                  <a:lnTo>
                    <a:pt x="544" y="623"/>
                  </a:lnTo>
                  <a:lnTo>
                    <a:pt x="542" y="615"/>
                  </a:lnTo>
                  <a:lnTo>
                    <a:pt x="543" y="606"/>
                  </a:lnTo>
                  <a:lnTo>
                    <a:pt x="548" y="598"/>
                  </a:lnTo>
                  <a:lnTo>
                    <a:pt x="550" y="590"/>
                  </a:lnTo>
                  <a:lnTo>
                    <a:pt x="545" y="581"/>
                  </a:lnTo>
                  <a:lnTo>
                    <a:pt x="533" y="569"/>
                  </a:lnTo>
                  <a:lnTo>
                    <a:pt x="523" y="556"/>
                  </a:lnTo>
                  <a:lnTo>
                    <a:pt x="523" y="544"/>
                  </a:lnTo>
                  <a:lnTo>
                    <a:pt x="535" y="539"/>
                  </a:lnTo>
                  <a:lnTo>
                    <a:pt x="552" y="539"/>
                  </a:lnTo>
                  <a:lnTo>
                    <a:pt x="565" y="538"/>
                  </a:lnTo>
                  <a:lnTo>
                    <a:pt x="573" y="534"/>
                  </a:lnTo>
                  <a:lnTo>
                    <a:pt x="579" y="528"/>
                  </a:lnTo>
                  <a:lnTo>
                    <a:pt x="586" y="523"/>
                  </a:lnTo>
                  <a:lnTo>
                    <a:pt x="595" y="520"/>
                  </a:lnTo>
                  <a:lnTo>
                    <a:pt x="604" y="518"/>
                  </a:lnTo>
                  <a:lnTo>
                    <a:pt x="613" y="513"/>
                  </a:lnTo>
                  <a:lnTo>
                    <a:pt x="623" y="506"/>
                  </a:lnTo>
                  <a:lnTo>
                    <a:pt x="634" y="501"/>
                  </a:lnTo>
                  <a:lnTo>
                    <a:pt x="646" y="502"/>
                  </a:lnTo>
                  <a:lnTo>
                    <a:pt x="658" y="507"/>
                  </a:lnTo>
                  <a:lnTo>
                    <a:pt x="669" y="509"/>
                  </a:lnTo>
                  <a:lnTo>
                    <a:pt x="683" y="508"/>
                  </a:lnTo>
                  <a:lnTo>
                    <a:pt x="699" y="504"/>
                  </a:lnTo>
                  <a:lnTo>
                    <a:pt x="713" y="506"/>
                  </a:lnTo>
                  <a:lnTo>
                    <a:pt x="722" y="516"/>
                  </a:lnTo>
                  <a:lnTo>
                    <a:pt x="724" y="531"/>
                  </a:lnTo>
                  <a:lnTo>
                    <a:pt x="725" y="544"/>
                  </a:lnTo>
                  <a:lnTo>
                    <a:pt x="730" y="552"/>
                  </a:lnTo>
                  <a:lnTo>
                    <a:pt x="742" y="555"/>
                  </a:lnTo>
                  <a:lnTo>
                    <a:pt x="756" y="558"/>
                  </a:lnTo>
                  <a:lnTo>
                    <a:pt x="769" y="563"/>
                  </a:lnTo>
                  <a:lnTo>
                    <a:pt x="777" y="570"/>
                  </a:lnTo>
                  <a:lnTo>
                    <a:pt x="785" y="578"/>
                  </a:lnTo>
                  <a:lnTo>
                    <a:pt x="793" y="586"/>
                  </a:lnTo>
                  <a:lnTo>
                    <a:pt x="797" y="596"/>
                  </a:lnTo>
                  <a:close/>
                </a:path>
              </a:pathLst>
            </a:custGeom>
            <a:solidFill>
              <a:srgbClr val="E18B48">
                <a:alpha val="35000"/>
              </a:srgbClr>
            </a:solidFill>
            <a:ln>
              <a:noFill/>
            </a:ln>
          </p:spPr>
          <p:txBody>
            <a:bodyPr anchor="ctr"/>
            <a:lstStyle/>
            <a:p>
              <a:pPr algn="ctr">
                <a:buNone/>
              </a:pPr>
            </a:p>
          </p:txBody>
        </p:sp>
        <p:sp>
          <p:nvSpPr>
            <p:cNvPr id="3011" name="addition:input:134"/>
            <p:cNvSpPr>
              <a:spLocks noGrp="1"/>
            </p:cNvSpPr>
            <p:nvPr/>
          </p:nvSpPr>
          <p:spPr>
            <a:xfrm>
              <a:off x="209550" y="5438775"/>
              <a:ext cx="1066556" cy="1167826"/>
            </a:xfrm>
            <a:custGeom>
              <a:avLst/>
              <a:gdLst/>
              <a:ahLst/>
              <a:cxnLst/>
              <a:rect l="l" t="t" r="r" b="b"/>
              <a:pathLst>
                <a:path w="648" h="623">
                  <a:moveTo>
                    <a:pt x="0" y="0"/>
                  </a:moveTo>
                  <a:moveTo>
                    <a:pt x="638" y="577"/>
                  </a:moveTo>
                  <a:lnTo>
                    <a:pt x="642" y="580"/>
                  </a:lnTo>
                  <a:lnTo>
                    <a:pt x="644" y="584"/>
                  </a:lnTo>
                  <a:lnTo>
                    <a:pt x="643" y="588"/>
                  </a:lnTo>
                  <a:lnTo>
                    <a:pt x="641" y="591"/>
                  </a:lnTo>
                  <a:lnTo>
                    <a:pt x="640" y="595"/>
                  </a:lnTo>
                  <a:lnTo>
                    <a:pt x="640" y="599"/>
                  </a:lnTo>
                  <a:lnTo>
                    <a:pt x="639" y="603"/>
                  </a:lnTo>
                  <a:lnTo>
                    <a:pt x="636" y="606"/>
                  </a:lnTo>
                  <a:lnTo>
                    <a:pt x="632" y="607"/>
                  </a:lnTo>
                  <a:lnTo>
                    <a:pt x="629" y="609"/>
                  </a:lnTo>
                  <a:lnTo>
                    <a:pt x="626" y="612"/>
                  </a:lnTo>
                  <a:lnTo>
                    <a:pt x="623" y="615"/>
                  </a:lnTo>
                  <a:lnTo>
                    <a:pt x="619" y="616"/>
                  </a:lnTo>
                  <a:lnTo>
                    <a:pt x="614" y="613"/>
                  </a:lnTo>
                  <a:lnTo>
                    <a:pt x="609" y="611"/>
                  </a:lnTo>
                  <a:lnTo>
                    <a:pt x="605" y="611"/>
                  </a:lnTo>
                  <a:lnTo>
                    <a:pt x="602" y="614"/>
                  </a:lnTo>
                  <a:lnTo>
                    <a:pt x="598" y="620"/>
                  </a:lnTo>
                  <a:lnTo>
                    <a:pt x="592" y="623"/>
                  </a:lnTo>
                  <a:lnTo>
                    <a:pt x="587" y="623"/>
                  </a:lnTo>
                  <a:lnTo>
                    <a:pt x="582" y="621"/>
                  </a:lnTo>
                  <a:lnTo>
                    <a:pt x="578" y="618"/>
                  </a:lnTo>
                  <a:lnTo>
                    <a:pt x="573" y="615"/>
                  </a:lnTo>
                  <a:lnTo>
                    <a:pt x="569" y="612"/>
                  </a:lnTo>
                  <a:lnTo>
                    <a:pt x="566" y="608"/>
                  </a:lnTo>
                  <a:lnTo>
                    <a:pt x="564" y="604"/>
                  </a:lnTo>
                  <a:lnTo>
                    <a:pt x="562" y="601"/>
                  </a:lnTo>
                  <a:lnTo>
                    <a:pt x="557" y="599"/>
                  </a:lnTo>
                  <a:lnTo>
                    <a:pt x="551" y="598"/>
                  </a:lnTo>
                  <a:lnTo>
                    <a:pt x="546" y="595"/>
                  </a:lnTo>
                  <a:lnTo>
                    <a:pt x="544" y="592"/>
                  </a:lnTo>
                  <a:lnTo>
                    <a:pt x="544" y="587"/>
                  </a:lnTo>
                  <a:lnTo>
                    <a:pt x="545" y="584"/>
                  </a:lnTo>
                  <a:lnTo>
                    <a:pt x="542" y="580"/>
                  </a:lnTo>
                  <a:lnTo>
                    <a:pt x="537" y="577"/>
                  </a:lnTo>
                  <a:lnTo>
                    <a:pt x="533" y="572"/>
                  </a:lnTo>
                  <a:lnTo>
                    <a:pt x="534" y="568"/>
                  </a:lnTo>
                  <a:lnTo>
                    <a:pt x="539" y="565"/>
                  </a:lnTo>
                  <a:lnTo>
                    <a:pt x="545" y="562"/>
                  </a:lnTo>
                  <a:lnTo>
                    <a:pt x="550" y="560"/>
                  </a:lnTo>
                  <a:lnTo>
                    <a:pt x="554" y="557"/>
                  </a:lnTo>
                  <a:lnTo>
                    <a:pt x="557" y="555"/>
                  </a:lnTo>
                  <a:lnTo>
                    <a:pt x="561" y="552"/>
                  </a:lnTo>
                  <a:lnTo>
                    <a:pt x="564" y="550"/>
                  </a:lnTo>
                  <a:lnTo>
                    <a:pt x="566" y="546"/>
                  </a:lnTo>
                  <a:lnTo>
                    <a:pt x="568" y="540"/>
                  </a:lnTo>
                  <a:lnTo>
                    <a:pt x="570" y="535"/>
                  </a:lnTo>
                  <a:lnTo>
                    <a:pt x="575" y="532"/>
                  </a:lnTo>
                  <a:lnTo>
                    <a:pt x="581" y="533"/>
                  </a:lnTo>
                  <a:lnTo>
                    <a:pt x="588" y="536"/>
                  </a:lnTo>
                  <a:lnTo>
                    <a:pt x="593" y="537"/>
                  </a:lnTo>
                  <a:lnTo>
                    <a:pt x="598" y="536"/>
                  </a:lnTo>
                  <a:lnTo>
                    <a:pt x="602" y="534"/>
                  </a:lnTo>
                  <a:lnTo>
                    <a:pt x="607" y="534"/>
                  </a:lnTo>
                  <a:lnTo>
                    <a:pt x="611" y="536"/>
                  </a:lnTo>
                  <a:lnTo>
                    <a:pt x="614" y="540"/>
                  </a:lnTo>
                  <a:lnTo>
                    <a:pt x="617" y="542"/>
                  </a:lnTo>
                  <a:lnTo>
                    <a:pt x="621" y="543"/>
                  </a:lnTo>
                  <a:lnTo>
                    <a:pt x="625" y="543"/>
                  </a:lnTo>
                  <a:lnTo>
                    <a:pt x="629" y="544"/>
                  </a:lnTo>
                  <a:lnTo>
                    <a:pt x="632" y="546"/>
                  </a:lnTo>
                  <a:lnTo>
                    <a:pt x="636" y="548"/>
                  </a:lnTo>
                  <a:lnTo>
                    <a:pt x="641" y="550"/>
                  </a:lnTo>
                  <a:lnTo>
                    <a:pt x="645" y="552"/>
                  </a:lnTo>
                  <a:lnTo>
                    <a:pt x="648" y="556"/>
                  </a:lnTo>
                  <a:lnTo>
                    <a:pt x="646" y="561"/>
                  </a:lnTo>
                  <a:lnTo>
                    <a:pt x="640" y="566"/>
                  </a:lnTo>
                  <a:lnTo>
                    <a:pt x="635" y="570"/>
                  </a:lnTo>
                  <a:lnTo>
                    <a:pt x="634" y="574"/>
                  </a:lnTo>
                  <a:close/>
                </a:path>
              </a:pathLst>
            </a:custGeom>
            <a:solidFill>
              <a:srgbClr val="ECB78D">
                <a:alpha val="32000"/>
              </a:srgbClr>
            </a:solidFill>
            <a:ln>
              <a:noFill/>
            </a:ln>
          </p:spPr>
          <p:txBody>
            <a:bodyPr anchor="ctr"/>
            <a:lstStyle/>
            <a:p>
              <a:pPr algn="ctr">
                <a:buNone/>
              </a:pPr>
            </a:p>
          </p:txBody>
        </p:sp>
        <p:sp>
          <p:nvSpPr>
            <p:cNvPr id="3012" name="addition:input:135"/>
            <p:cNvSpPr>
              <a:spLocks noGrp="1"/>
            </p:cNvSpPr>
            <p:nvPr/>
          </p:nvSpPr>
          <p:spPr>
            <a:xfrm>
              <a:off x="209550" y="5438775"/>
              <a:ext cx="1140623" cy="1100343"/>
            </a:xfrm>
            <a:custGeom>
              <a:avLst/>
              <a:gdLst/>
              <a:ahLst/>
              <a:cxnLst/>
              <a:rect l="l" t="t" r="r" b="b"/>
              <a:pathLst>
                <a:path w="693" h="587">
                  <a:moveTo>
                    <a:pt x="0" y="0"/>
                  </a:moveTo>
                  <a:moveTo>
                    <a:pt x="693" y="543"/>
                  </a:moveTo>
                  <a:lnTo>
                    <a:pt x="693" y="547"/>
                  </a:lnTo>
                  <a:lnTo>
                    <a:pt x="691" y="551"/>
                  </a:lnTo>
                  <a:lnTo>
                    <a:pt x="688" y="554"/>
                  </a:lnTo>
                  <a:lnTo>
                    <a:pt x="686" y="557"/>
                  </a:lnTo>
                  <a:lnTo>
                    <a:pt x="685" y="561"/>
                  </a:lnTo>
                  <a:lnTo>
                    <a:pt x="683" y="565"/>
                  </a:lnTo>
                  <a:lnTo>
                    <a:pt x="679" y="567"/>
                  </a:lnTo>
                  <a:lnTo>
                    <a:pt x="672" y="567"/>
                  </a:lnTo>
                  <a:lnTo>
                    <a:pt x="666" y="567"/>
                  </a:lnTo>
                  <a:lnTo>
                    <a:pt x="663" y="570"/>
                  </a:lnTo>
                  <a:lnTo>
                    <a:pt x="662" y="575"/>
                  </a:lnTo>
                  <a:lnTo>
                    <a:pt x="661" y="581"/>
                  </a:lnTo>
                  <a:lnTo>
                    <a:pt x="658" y="586"/>
                  </a:lnTo>
                  <a:lnTo>
                    <a:pt x="652" y="587"/>
                  </a:lnTo>
                  <a:lnTo>
                    <a:pt x="647" y="587"/>
                  </a:lnTo>
                  <a:lnTo>
                    <a:pt x="641" y="586"/>
                  </a:lnTo>
                  <a:lnTo>
                    <a:pt x="636" y="585"/>
                  </a:lnTo>
                  <a:lnTo>
                    <a:pt x="631" y="583"/>
                  </a:lnTo>
                  <a:lnTo>
                    <a:pt x="627" y="581"/>
                  </a:lnTo>
                  <a:lnTo>
                    <a:pt x="624" y="578"/>
                  </a:lnTo>
                  <a:lnTo>
                    <a:pt x="621" y="577"/>
                  </a:lnTo>
                  <a:lnTo>
                    <a:pt x="616" y="577"/>
                  </a:lnTo>
                  <a:lnTo>
                    <a:pt x="611" y="579"/>
                  </a:lnTo>
                  <a:lnTo>
                    <a:pt x="607" y="579"/>
                  </a:lnTo>
                  <a:lnTo>
                    <a:pt x="604" y="576"/>
                  </a:lnTo>
                  <a:lnTo>
                    <a:pt x="603" y="572"/>
                  </a:lnTo>
                  <a:lnTo>
                    <a:pt x="602" y="568"/>
                  </a:lnTo>
                  <a:lnTo>
                    <a:pt x="598" y="567"/>
                  </a:lnTo>
                  <a:lnTo>
                    <a:pt x="593" y="566"/>
                  </a:lnTo>
                  <a:lnTo>
                    <a:pt x="589" y="563"/>
                  </a:lnTo>
                  <a:lnTo>
                    <a:pt x="588" y="559"/>
                  </a:lnTo>
                  <a:lnTo>
                    <a:pt x="591" y="554"/>
                  </a:lnTo>
                  <a:lnTo>
                    <a:pt x="594" y="550"/>
                  </a:lnTo>
                  <a:lnTo>
                    <a:pt x="597" y="546"/>
                  </a:lnTo>
                  <a:lnTo>
                    <a:pt x="597" y="543"/>
                  </a:lnTo>
                  <a:lnTo>
                    <a:pt x="598" y="540"/>
                  </a:lnTo>
                  <a:lnTo>
                    <a:pt x="599" y="537"/>
                  </a:lnTo>
                  <a:lnTo>
                    <a:pt x="599" y="533"/>
                  </a:lnTo>
                  <a:lnTo>
                    <a:pt x="597" y="529"/>
                  </a:lnTo>
                  <a:lnTo>
                    <a:pt x="593" y="524"/>
                  </a:lnTo>
                  <a:lnTo>
                    <a:pt x="592" y="519"/>
                  </a:lnTo>
                  <a:lnTo>
                    <a:pt x="594" y="515"/>
                  </a:lnTo>
                  <a:lnTo>
                    <a:pt x="599" y="514"/>
                  </a:lnTo>
                  <a:lnTo>
                    <a:pt x="605" y="514"/>
                  </a:lnTo>
                  <a:lnTo>
                    <a:pt x="609" y="513"/>
                  </a:lnTo>
                  <a:lnTo>
                    <a:pt x="611" y="510"/>
                  </a:lnTo>
                  <a:lnTo>
                    <a:pt x="613" y="507"/>
                  </a:lnTo>
                  <a:lnTo>
                    <a:pt x="616" y="505"/>
                  </a:lnTo>
                  <a:lnTo>
                    <a:pt x="620" y="505"/>
                  </a:lnTo>
                  <a:lnTo>
                    <a:pt x="625" y="506"/>
                  </a:lnTo>
                  <a:lnTo>
                    <a:pt x="628" y="507"/>
                  </a:lnTo>
                  <a:lnTo>
                    <a:pt x="632" y="505"/>
                  </a:lnTo>
                  <a:lnTo>
                    <a:pt x="636" y="503"/>
                  </a:lnTo>
                  <a:lnTo>
                    <a:pt x="640" y="503"/>
                  </a:lnTo>
                  <a:lnTo>
                    <a:pt x="645" y="503"/>
                  </a:lnTo>
                  <a:lnTo>
                    <a:pt x="649" y="503"/>
                  </a:lnTo>
                  <a:lnTo>
                    <a:pt x="655" y="502"/>
                  </a:lnTo>
                  <a:lnTo>
                    <a:pt x="661" y="502"/>
                  </a:lnTo>
                  <a:lnTo>
                    <a:pt x="666" y="504"/>
                  </a:lnTo>
                  <a:lnTo>
                    <a:pt x="667" y="510"/>
                  </a:lnTo>
                  <a:lnTo>
                    <a:pt x="667" y="516"/>
                  </a:lnTo>
                  <a:lnTo>
                    <a:pt x="667" y="521"/>
                  </a:lnTo>
                  <a:lnTo>
                    <a:pt x="670" y="523"/>
                  </a:lnTo>
                  <a:lnTo>
                    <a:pt x="676" y="524"/>
                  </a:lnTo>
                  <a:lnTo>
                    <a:pt x="682" y="526"/>
                  </a:lnTo>
                  <a:lnTo>
                    <a:pt x="686" y="528"/>
                  </a:lnTo>
                  <a:lnTo>
                    <a:pt x="688" y="532"/>
                  </a:lnTo>
                  <a:lnTo>
                    <a:pt x="689" y="536"/>
                  </a:lnTo>
                  <a:lnTo>
                    <a:pt x="691" y="539"/>
                  </a:lnTo>
                  <a:close/>
                </a:path>
              </a:pathLst>
            </a:custGeom>
            <a:solidFill>
              <a:srgbClr val="ECB78D">
                <a:alpha val="32000"/>
              </a:srgbClr>
            </a:solidFill>
            <a:ln>
              <a:noFill/>
            </a:ln>
          </p:spPr>
          <p:txBody>
            <a:bodyPr anchor="ctr"/>
            <a:lstStyle/>
            <a:p>
              <a:pPr algn="ctr">
                <a:buNone/>
              </a:pPr>
            </a:p>
          </p:txBody>
        </p:sp>
        <p:sp>
          <p:nvSpPr>
            <p:cNvPr id="3013" name="addition:input:136"/>
            <p:cNvSpPr>
              <a:spLocks noGrp="1"/>
            </p:cNvSpPr>
            <p:nvPr/>
          </p:nvSpPr>
          <p:spPr>
            <a:xfrm>
              <a:off x="209550" y="5438775"/>
              <a:ext cx="1213043" cy="1132210"/>
            </a:xfrm>
            <a:custGeom>
              <a:avLst/>
              <a:gdLst/>
              <a:ahLst/>
              <a:cxnLst/>
              <a:rect l="l" t="t" r="r" b="b"/>
              <a:pathLst>
                <a:path w="737" h="604">
                  <a:moveTo>
                    <a:pt x="0" y="0"/>
                  </a:moveTo>
                  <a:moveTo>
                    <a:pt x="728" y="552"/>
                  </a:moveTo>
                  <a:lnTo>
                    <a:pt x="733" y="556"/>
                  </a:lnTo>
                  <a:lnTo>
                    <a:pt x="737" y="561"/>
                  </a:lnTo>
                  <a:lnTo>
                    <a:pt x="737" y="565"/>
                  </a:lnTo>
                  <a:lnTo>
                    <a:pt x="734" y="568"/>
                  </a:lnTo>
                  <a:lnTo>
                    <a:pt x="730" y="571"/>
                  </a:lnTo>
                  <a:lnTo>
                    <a:pt x="729" y="575"/>
                  </a:lnTo>
                  <a:lnTo>
                    <a:pt x="729" y="579"/>
                  </a:lnTo>
                  <a:lnTo>
                    <a:pt x="729" y="584"/>
                  </a:lnTo>
                  <a:lnTo>
                    <a:pt x="727" y="587"/>
                  </a:lnTo>
                  <a:lnTo>
                    <a:pt x="722" y="588"/>
                  </a:lnTo>
                  <a:lnTo>
                    <a:pt x="717" y="588"/>
                  </a:lnTo>
                  <a:lnTo>
                    <a:pt x="713" y="589"/>
                  </a:lnTo>
                  <a:lnTo>
                    <a:pt x="709" y="590"/>
                  </a:lnTo>
                  <a:lnTo>
                    <a:pt x="705" y="591"/>
                  </a:lnTo>
                  <a:lnTo>
                    <a:pt x="701" y="591"/>
                  </a:lnTo>
                  <a:lnTo>
                    <a:pt x="697" y="591"/>
                  </a:lnTo>
                  <a:lnTo>
                    <a:pt x="694" y="594"/>
                  </a:lnTo>
                  <a:lnTo>
                    <a:pt x="689" y="599"/>
                  </a:lnTo>
                  <a:lnTo>
                    <a:pt x="683" y="603"/>
                  </a:lnTo>
                  <a:lnTo>
                    <a:pt x="677" y="604"/>
                  </a:lnTo>
                  <a:lnTo>
                    <a:pt x="672" y="600"/>
                  </a:lnTo>
                  <a:lnTo>
                    <a:pt x="669" y="594"/>
                  </a:lnTo>
                  <a:lnTo>
                    <a:pt x="667" y="588"/>
                  </a:lnTo>
                  <a:lnTo>
                    <a:pt x="663" y="586"/>
                  </a:lnTo>
                  <a:lnTo>
                    <a:pt x="658" y="585"/>
                  </a:lnTo>
                  <a:lnTo>
                    <a:pt x="653" y="583"/>
                  </a:lnTo>
                  <a:lnTo>
                    <a:pt x="650" y="580"/>
                  </a:lnTo>
                  <a:lnTo>
                    <a:pt x="647" y="577"/>
                  </a:lnTo>
                  <a:lnTo>
                    <a:pt x="644" y="574"/>
                  </a:lnTo>
                  <a:lnTo>
                    <a:pt x="640" y="571"/>
                  </a:lnTo>
                  <a:lnTo>
                    <a:pt x="636" y="568"/>
                  </a:lnTo>
                  <a:lnTo>
                    <a:pt x="634" y="564"/>
                  </a:lnTo>
                  <a:lnTo>
                    <a:pt x="634" y="560"/>
                  </a:lnTo>
                  <a:lnTo>
                    <a:pt x="633" y="556"/>
                  </a:lnTo>
                  <a:lnTo>
                    <a:pt x="631" y="552"/>
                  </a:lnTo>
                  <a:lnTo>
                    <a:pt x="628" y="548"/>
                  </a:lnTo>
                  <a:lnTo>
                    <a:pt x="628" y="543"/>
                  </a:lnTo>
                  <a:lnTo>
                    <a:pt x="632" y="540"/>
                  </a:lnTo>
                  <a:lnTo>
                    <a:pt x="640" y="537"/>
                  </a:lnTo>
                  <a:lnTo>
                    <a:pt x="648" y="536"/>
                  </a:lnTo>
                  <a:lnTo>
                    <a:pt x="652" y="534"/>
                  </a:lnTo>
                  <a:lnTo>
                    <a:pt x="652" y="530"/>
                  </a:lnTo>
                  <a:lnTo>
                    <a:pt x="652" y="524"/>
                  </a:lnTo>
                  <a:lnTo>
                    <a:pt x="653" y="520"/>
                  </a:lnTo>
                  <a:lnTo>
                    <a:pt x="657" y="516"/>
                  </a:lnTo>
                  <a:lnTo>
                    <a:pt x="661" y="513"/>
                  </a:lnTo>
                  <a:lnTo>
                    <a:pt x="665" y="510"/>
                  </a:lnTo>
                  <a:lnTo>
                    <a:pt x="669" y="508"/>
                  </a:lnTo>
                  <a:lnTo>
                    <a:pt x="674" y="507"/>
                  </a:lnTo>
                  <a:lnTo>
                    <a:pt x="680" y="508"/>
                  </a:lnTo>
                  <a:lnTo>
                    <a:pt x="685" y="510"/>
                  </a:lnTo>
                  <a:lnTo>
                    <a:pt x="689" y="511"/>
                  </a:lnTo>
                  <a:lnTo>
                    <a:pt x="693" y="510"/>
                  </a:lnTo>
                  <a:lnTo>
                    <a:pt x="698" y="508"/>
                  </a:lnTo>
                  <a:lnTo>
                    <a:pt x="702" y="508"/>
                  </a:lnTo>
                  <a:lnTo>
                    <a:pt x="705" y="512"/>
                  </a:lnTo>
                  <a:lnTo>
                    <a:pt x="707" y="517"/>
                  </a:lnTo>
                  <a:lnTo>
                    <a:pt x="709" y="519"/>
                  </a:lnTo>
                  <a:lnTo>
                    <a:pt x="714" y="518"/>
                  </a:lnTo>
                  <a:lnTo>
                    <a:pt x="720" y="517"/>
                  </a:lnTo>
                  <a:lnTo>
                    <a:pt x="725" y="517"/>
                  </a:lnTo>
                  <a:lnTo>
                    <a:pt x="729" y="519"/>
                  </a:lnTo>
                  <a:lnTo>
                    <a:pt x="730" y="523"/>
                  </a:lnTo>
                  <a:lnTo>
                    <a:pt x="731" y="528"/>
                  </a:lnTo>
                  <a:lnTo>
                    <a:pt x="731" y="532"/>
                  </a:lnTo>
                  <a:lnTo>
                    <a:pt x="731" y="537"/>
                  </a:lnTo>
                  <a:lnTo>
                    <a:pt x="729" y="541"/>
                  </a:lnTo>
                  <a:lnTo>
                    <a:pt x="726" y="545"/>
                  </a:lnTo>
                  <a:lnTo>
                    <a:pt x="725" y="549"/>
                  </a:lnTo>
                  <a:close/>
                </a:path>
              </a:pathLst>
            </a:custGeom>
            <a:solidFill>
              <a:srgbClr val="ECB78D">
                <a:alpha val="32000"/>
              </a:srgbClr>
            </a:solidFill>
            <a:ln>
              <a:noFill/>
            </a:ln>
          </p:spPr>
          <p:txBody>
            <a:bodyPr anchor="ctr"/>
            <a:lstStyle/>
            <a:p>
              <a:pPr algn="ctr">
                <a:buNone/>
              </a:pPr>
            </a:p>
          </p:txBody>
        </p:sp>
        <p:sp>
          <p:nvSpPr>
            <p:cNvPr id="3014" name="addition:input:137"/>
            <p:cNvSpPr>
              <a:spLocks noGrp="1"/>
            </p:cNvSpPr>
            <p:nvPr/>
          </p:nvSpPr>
          <p:spPr>
            <a:xfrm>
              <a:off x="209550" y="5438775"/>
              <a:ext cx="1305215" cy="1201567"/>
            </a:xfrm>
            <a:custGeom>
              <a:avLst/>
              <a:gdLst/>
              <a:ahLst/>
              <a:cxnLst/>
              <a:rect l="l" t="t" r="r" b="b"/>
              <a:pathLst>
                <a:path w="793" h="641">
                  <a:moveTo>
                    <a:pt x="0" y="0"/>
                  </a:moveTo>
                  <a:moveTo>
                    <a:pt x="789" y="589"/>
                  </a:moveTo>
                  <a:lnTo>
                    <a:pt x="792" y="594"/>
                  </a:lnTo>
                  <a:lnTo>
                    <a:pt x="793" y="599"/>
                  </a:lnTo>
                  <a:lnTo>
                    <a:pt x="788" y="603"/>
                  </a:lnTo>
                  <a:lnTo>
                    <a:pt x="780" y="606"/>
                  </a:lnTo>
                  <a:lnTo>
                    <a:pt x="774" y="608"/>
                  </a:lnTo>
                  <a:lnTo>
                    <a:pt x="771" y="611"/>
                  </a:lnTo>
                  <a:lnTo>
                    <a:pt x="771" y="616"/>
                  </a:lnTo>
                  <a:lnTo>
                    <a:pt x="770" y="621"/>
                  </a:lnTo>
                  <a:lnTo>
                    <a:pt x="766" y="624"/>
                  </a:lnTo>
                  <a:lnTo>
                    <a:pt x="761" y="625"/>
                  </a:lnTo>
                  <a:lnTo>
                    <a:pt x="755" y="626"/>
                  </a:lnTo>
                  <a:lnTo>
                    <a:pt x="751" y="629"/>
                  </a:lnTo>
                  <a:lnTo>
                    <a:pt x="747" y="633"/>
                  </a:lnTo>
                  <a:lnTo>
                    <a:pt x="743" y="637"/>
                  </a:lnTo>
                  <a:lnTo>
                    <a:pt x="737" y="639"/>
                  </a:lnTo>
                  <a:lnTo>
                    <a:pt x="731" y="640"/>
                  </a:lnTo>
                  <a:lnTo>
                    <a:pt x="725" y="640"/>
                  </a:lnTo>
                  <a:lnTo>
                    <a:pt x="720" y="641"/>
                  </a:lnTo>
                  <a:lnTo>
                    <a:pt x="714" y="640"/>
                  </a:lnTo>
                  <a:lnTo>
                    <a:pt x="709" y="637"/>
                  </a:lnTo>
                  <a:lnTo>
                    <a:pt x="706" y="631"/>
                  </a:lnTo>
                  <a:lnTo>
                    <a:pt x="704" y="625"/>
                  </a:lnTo>
                  <a:lnTo>
                    <a:pt x="701" y="623"/>
                  </a:lnTo>
                  <a:lnTo>
                    <a:pt x="696" y="625"/>
                  </a:lnTo>
                  <a:lnTo>
                    <a:pt x="688" y="627"/>
                  </a:lnTo>
                  <a:lnTo>
                    <a:pt x="682" y="627"/>
                  </a:lnTo>
                  <a:lnTo>
                    <a:pt x="678" y="624"/>
                  </a:lnTo>
                  <a:lnTo>
                    <a:pt x="677" y="619"/>
                  </a:lnTo>
                  <a:lnTo>
                    <a:pt x="677" y="615"/>
                  </a:lnTo>
                  <a:lnTo>
                    <a:pt x="675" y="611"/>
                  </a:lnTo>
                  <a:lnTo>
                    <a:pt x="674" y="607"/>
                  </a:lnTo>
                  <a:lnTo>
                    <a:pt x="674" y="602"/>
                  </a:lnTo>
                  <a:lnTo>
                    <a:pt x="676" y="598"/>
                  </a:lnTo>
                  <a:lnTo>
                    <a:pt x="678" y="593"/>
                  </a:lnTo>
                  <a:lnTo>
                    <a:pt x="678" y="589"/>
                  </a:lnTo>
                  <a:lnTo>
                    <a:pt x="677" y="585"/>
                  </a:lnTo>
                  <a:lnTo>
                    <a:pt x="677" y="581"/>
                  </a:lnTo>
                  <a:lnTo>
                    <a:pt x="680" y="577"/>
                  </a:lnTo>
                  <a:lnTo>
                    <a:pt x="684" y="574"/>
                  </a:lnTo>
                  <a:lnTo>
                    <a:pt x="687" y="571"/>
                  </a:lnTo>
                  <a:lnTo>
                    <a:pt x="685" y="566"/>
                  </a:lnTo>
                  <a:lnTo>
                    <a:pt x="682" y="559"/>
                  </a:lnTo>
                  <a:lnTo>
                    <a:pt x="681" y="553"/>
                  </a:lnTo>
                  <a:lnTo>
                    <a:pt x="684" y="549"/>
                  </a:lnTo>
                  <a:lnTo>
                    <a:pt x="690" y="548"/>
                  </a:lnTo>
                  <a:lnTo>
                    <a:pt x="697" y="549"/>
                  </a:lnTo>
                  <a:lnTo>
                    <a:pt x="702" y="550"/>
                  </a:lnTo>
                  <a:lnTo>
                    <a:pt x="706" y="549"/>
                  </a:lnTo>
                  <a:lnTo>
                    <a:pt x="709" y="548"/>
                  </a:lnTo>
                  <a:lnTo>
                    <a:pt x="713" y="548"/>
                  </a:lnTo>
                  <a:lnTo>
                    <a:pt x="717" y="547"/>
                  </a:lnTo>
                  <a:lnTo>
                    <a:pt x="721" y="545"/>
                  </a:lnTo>
                  <a:lnTo>
                    <a:pt x="725" y="542"/>
                  </a:lnTo>
                  <a:lnTo>
                    <a:pt x="730" y="538"/>
                  </a:lnTo>
                  <a:lnTo>
                    <a:pt x="735" y="538"/>
                  </a:lnTo>
                  <a:lnTo>
                    <a:pt x="739" y="542"/>
                  </a:lnTo>
                  <a:lnTo>
                    <a:pt x="743" y="546"/>
                  </a:lnTo>
                  <a:lnTo>
                    <a:pt x="747" y="548"/>
                  </a:lnTo>
                  <a:lnTo>
                    <a:pt x="753" y="549"/>
                  </a:lnTo>
                  <a:lnTo>
                    <a:pt x="760" y="549"/>
                  </a:lnTo>
                  <a:lnTo>
                    <a:pt x="765" y="552"/>
                  </a:lnTo>
                  <a:lnTo>
                    <a:pt x="766" y="557"/>
                  </a:lnTo>
                  <a:lnTo>
                    <a:pt x="766" y="563"/>
                  </a:lnTo>
                  <a:lnTo>
                    <a:pt x="766" y="568"/>
                  </a:lnTo>
                  <a:lnTo>
                    <a:pt x="768" y="572"/>
                  </a:lnTo>
                  <a:lnTo>
                    <a:pt x="773" y="574"/>
                  </a:lnTo>
                  <a:lnTo>
                    <a:pt x="778" y="577"/>
                  </a:lnTo>
                  <a:lnTo>
                    <a:pt x="781" y="581"/>
                  </a:lnTo>
                  <a:lnTo>
                    <a:pt x="785" y="585"/>
                  </a:lnTo>
                  <a:close/>
                </a:path>
              </a:pathLst>
            </a:custGeom>
            <a:solidFill>
              <a:srgbClr val="ECB78D">
                <a:alpha val="32000"/>
              </a:srgbClr>
            </a:solidFill>
            <a:ln>
              <a:noFill/>
            </a:ln>
          </p:spPr>
          <p:txBody>
            <a:bodyPr anchor="ctr"/>
            <a:lstStyle/>
            <a:p>
              <a:pPr algn="ctr">
                <a:buNone/>
              </a:pPr>
            </a:p>
          </p:txBody>
        </p:sp>
        <p:sp>
          <p:nvSpPr>
            <p:cNvPr id="3015" name="addition:input:138"/>
            <p:cNvSpPr>
              <a:spLocks noGrp="1"/>
            </p:cNvSpPr>
            <p:nvPr/>
          </p:nvSpPr>
          <p:spPr>
            <a:xfrm>
              <a:off x="209550" y="5438775"/>
              <a:ext cx="1259129" cy="1270925"/>
            </a:xfrm>
            <a:custGeom>
              <a:avLst/>
              <a:gdLst/>
              <a:ahLst/>
              <a:cxnLst/>
              <a:rect l="l" t="t" r="r" b="b"/>
              <a:pathLst>
                <a:path w="765" h="678">
                  <a:moveTo>
                    <a:pt x="0" y="0"/>
                  </a:moveTo>
                  <a:moveTo>
                    <a:pt x="765" y="630"/>
                  </a:moveTo>
                  <a:lnTo>
                    <a:pt x="765" y="635"/>
                  </a:lnTo>
                  <a:lnTo>
                    <a:pt x="760" y="639"/>
                  </a:lnTo>
                  <a:lnTo>
                    <a:pt x="751" y="642"/>
                  </a:lnTo>
                  <a:lnTo>
                    <a:pt x="742" y="644"/>
                  </a:lnTo>
                  <a:lnTo>
                    <a:pt x="736" y="647"/>
                  </a:lnTo>
                  <a:lnTo>
                    <a:pt x="736" y="651"/>
                  </a:lnTo>
                  <a:lnTo>
                    <a:pt x="739" y="658"/>
                  </a:lnTo>
                  <a:lnTo>
                    <a:pt x="740" y="664"/>
                  </a:lnTo>
                  <a:lnTo>
                    <a:pt x="736" y="669"/>
                  </a:lnTo>
                  <a:lnTo>
                    <a:pt x="730" y="671"/>
                  </a:lnTo>
                  <a:lnTo>
                    <a:pt x="723" y="673"/>
                  </a:lnTo>
                  <a:lnTo>
                    <a:pt x="718" y="675"/>
                  </a:lnTo>
                  <a:lnTo>
                    <a:pt x="712" y="677"/>
                  </a:lnTo>
                  <a:lnTo>
                    <a:pt x="706" y="678"/>
                  </a:lnTo>
                  <a:lnTo>
                    <a:pt x="700" y="677"/>
                  </a:lnTo>
                  <a:lnTo>
                    <a:pt x="695" y="676"/>
                  </a:lnTo>
                  <a:lnTo>
                    <a:pt x="690" y="676"/>
                  </a:lnTo>
                  <a:lnTo>
                    <a:pt x="685" y="678"/>
                  </a:lnTo>
                  <a:lnTo>
                    <a:pt x="680" y="678"/>
                  </a:lnTo>
                  <a:lnTo>
                    <a:pt x="675" y="676"/>
                  </a:lnTo>
                  <a:lnTo>
                    <a:pt x="672" y="672"/>
                  </a:lnTo>
                  <a:lnTo>
                    <a:pt x="669" y="669"/>
                  </a:lnTo>
                  <a:lnTo>
                    <a:pt x="663" y="670"/>
                  </a:lnTo>
                  <a:lnTo>
                    <a:pt x="655" y="672"/>
                  </a:lnTo>
                  <a:lnTo>
                    <a:pt x="647" y="674"/>
                  </a:lnTo>
                  <a:lnTo>
                    <a:pt x="641" y="672"/>
                  </a:lnTo>
                  <a:lnTo>
                    <a:pt x="639" y="666"/>
                  </a:lnTo>
                  <a:lnTo>
                    <a:pt x="640" y="660"/>
                  </a:lnTo>
                  <a:lnTo>
                    <a:pt x="640" y="654"/>
                  </a:lnTo>
                  <a:lnTo>
                    <a:pt x="639" y="650"/>
                  </a:lnTo>
                  <a:lnTo>
                    <a:pt x="638" y="646"/>
                  </a:lnTo>
                  <a:lnTo>
                    <a:pt x="638" y="642"/>
                  </a:lnTo>
                  <a:lnTo>
                    <a:pt x="638" y="638"/>
                  </a:lnTo>
                  <a:lnTo>
                    <a:pt x="635" y="634"/>
                  </a:lnTo>
                  <a:lnTo>
                    <a:pt x="629" y="630"/>
                  </a:lnTo>
                  <a:lnTo>
                    <a:pt x="623" y="625"/>
                  </a:lnTo>
                  <a:lnTo>
                    <a:pt x="620" y="620"/>
                  </a:lnTo>
                  <a:lnTo>
                    <a:pt x="623" y="616"/>
                  </a:lnTo>
                  <a:lnTo>
                    <a:pt x="628" y="613"/>
                  </a:lnTo>
                  <a:lnTo>
                    <a:pt x="631" y="609"/>
                  </a:lnTo>
                  <a:lnTo>
                    <a:pt x="631" y="605"/>
                  </a:lnTo>
                  <a:lnTo>
                    <a:pt x="630" y="599"/>
                  </a:lnTo>
                  <a:lnTo>
                    <a:pt x="632" y="595"/>
                  </a:lnTo>
                  <a:lnTo>
                    <a:pt x="638" y="593"/>
                  </a:lnTo>
                  <a:lnTo>
                    <a:pt x="646" y="593"/>
                  </a:lnTo>
                  <a:lnTo>
                    <a:pt x="653" y="594"/>
                  </a:lnTo>
                  <a:lnTo>
                    <a:pt x="658" y="593"/>
                  </a:lnTo>
                  <a:lnTo>
                    <a:pt x="662" y="590"/>
                  </a:lnTo>
                  <a:lnTo>
                    <a:pt x="666" y="587"/>
                  </a:lnTo>
                  <a:lnTo>
                    <a:pt x="672" y="585"/>
                  </a:lnTo>
                  <a:lnTo>
                    <a:pt x="677" y="582"/>
                  </a:lnTo>
                  <a:lnTo>
                    <a:pt x="684" y="578"/>
                  </a:lnTo>
                  <a:lnTo>
                    <a:pt x="691" y="574"/>
                  </a:lnTo>
                  <a:lnTo>
                    <a:pt x="699" y="573"/>
                  </a:lnTo>
                  <a:lnTo>
                    <a:pt x="706" y="576"/>
                  </a:lnTo>
                  <a:lnTo>
                    <a:pt x="711" y="583"/>
                  </a:lnTo>
                  <a:lnTo>
                    <a:pt x="715" y="589"/>
                  </a:lnTo>
                  <a:lnTo>
                    <a:pt x="719" y="592"/>
                  </a:lnTo>
                  <a:lnTo>
                    <a:pt x="726" y="593"/>
                  </a:lnTo>
                  <a:lnTo>
                    <a:pt x="734" y="593"/>
                  </a:lnTo>
                  <a:lnTo>
                    <a:pt x="740" y="595"/>
                  </a:lnTo>
                  <a:lnTo>
                    <a:pt x="743" y="599"/>
                  </a:lnTo>
                  <a:lnTo>
                    <a:pt x="745" y="603"/>
                  </a:lnTo>
                  <a:lnTo>
                    <a:pt x="749" y="606"/>
                  </a:lnTo>
                  <a:lnTo>
                    <a:pt x="754" y="609"/>
                  </a:lnTo>
                  <a:lnTo>
                    <a:pt x="760" y="612"/>
                  </a:lnTo>
                  <a:lnTo>
                    <a:pt x="762" y="616"/>
                  </a:lnTo>
                  <a:lnTo>
                    <a:pt x="763" y="621"/>
                  </a:lnTo>
                  <a:lnTo>
                    <a:pt x="764" y="625"/>
                  </a:lnTo>
                  <a:close/>
                </a:path>
              </a:pathLst>
            </a:custGeom>
            <a:solidFill>
              <a:srgbClr val="ECB78D">
                <a:alpha val="32000"/>
              </a:srgbClr>
            </a:solidFill>
            <a:ln>
              <a:noFill/>
            </a:ln>
          </p:spPr>
          <p:txBody>
            <a:bodyPr anchor="ctr"/>
            <a:lstStyle/>
            <a:p>
              <a:pPr algn="ctr">
                <a:buNone/>
              </a:pPr>
            </a:p>
          </p:txBody>
        </p:sp>
        <p:sp>
          <p:nvSpPr>
            <p:cNvPr id="3016" name="addition:input:139"/>
            <p:cNvSpPr>
              <a:spLocks noGrp="1"/>
            </p:cNvSpPr>
            <p:nvPr/>
          </p:nvSpPr>
          <p:spPr>
            <a:xfrm>
              <a:off x="209550" y="5438775"/>
              <a:ext cx="1137331" cy="1285921"/>
            </a:xfrm>
            <a:custGeom>
              <a:avLst/>
              <a:gdLst/>
              <a:ahLst/>
              <a:cxnLst/>
              <a:rect l="l" t="t" r="r" b="b"/>
              <a:pathLst>
                <a:path w="691" h="686">
                  <a:moveTo>
                    <a:pt x="0" y="0"/>
                  </a:moveTo>
                  <a:moveTo>
                    <a:pt x="687" y="635"/>
                  </a:moveTo>
                  <a:lnTo>
                    <a:pt x="690" y="639"/>
                  </a:lnTo>
                  <a:lnTo>
                    <a:pt x="691" y="644"/>
                  </a:lnTo>
                  <a:lnTo>
                    <a:pt x="690" y="648"/>
                  </a:lnTo>
                  <a:lnTo>
                    <a:pt x="688" y="652"/>
                  </a:lnTo>
                  <a:lnTo>
                    <a:pt x="686" y="656"/>
                  </a:lnTo>
                  <a:lnTo>
                    <a:pt x="684" y="661"/>
                  </a:lnTo>
                  <a:lnTo>
                    <a:pt x="680" y="664"/>
                  </a:lnTo>
                  <a:lnTo>
                    <a:pt x="673" y="665"/>
                  </a:lnTo>
                  <a:lnTo>
                    <a:pt x="665" y="664"/>
                  </a:lnTo>
                  <a:lnTo>
                    <a:pt x="659" y="664"/>
                  </a:lnTo>
                  <a:lnTo>
                    <a:pt x="657" y="668"/>
                  </a:lnTo>
                  <a:lnTo>
                    <a:pt x="656" y="675"/>
                  </a:lnTo>
                  <a:lnTo>
                    <a:pt x="653" y="682"/>
                  </a:lnTo>
                  <a:lnTo>
                    <a:pt x="648" y="686"/>
                  </a:lnTo>
                  <a:lnTo>
                    <a:pt x="641" y="686"/>
                  </a:lnTo>
                  <a:lnTo>
                    <a:pt x="634" y="685"/>
                  </a:lnTo>
                  <a:lnTo>
                    <a:pt x="628" y="684"/>
                  </a:lnTo>
                  <a:lnTo>
                    <a:pt x="622" y="684"/>
                  </a:lnTo>
                  <a:lnTo>
                    <a:pt x="616" y="683"/>
                  </a:lnTo>
                  <a:lnTo>
                    <a:pt x="611" y="680"/>
                  </a:lnTo>
                  <a:lnTo>
                    <a:pt x="607" y="677"/>
                  </a:lnTo>
                  <a:lnTo>
                    <a:pt x="602" y="675"/>
                  </a:lnTo>
                  <a:lnTo>
                    <a:pt x="597" y="675"/>
                  </a:lnTo>
                  <a:lnTo>
                    <a:pt x="591" y="674"/>
                  </a:lnTo>
                  <a:lnTo>
                    <a:pt x="587" y="672"/>
                  </a:lnTo>
                  <a:lnTo>
                    <a:pt x="586" y="667"/>
                  </a:lnTo>
                  <a:lnTo>
                    <a:pt x="585" y="663"/>
                  </a:lnTo>
                  <a:lnTo>
                    <a:pt x="581" y="661"/>
                  </a:lnTo>
                  <a:lnTo>
                    <a:pt x="574" y="660"/>
                  </a:lnTo>
                  <a:lnTo>
                    <a:pt x="567" y="658"/>
                  </a:lnTo>
                  <a:lnTo>
                    <a:pt x="563" y="654"/>
                  </a:lnTo>
                  <a:lnTo>
                    <a:pt x="565" y="649"/>
                  </a:lnTo>
                  <a:lnTo>
                    <a:pt x="570" y="643"/>
                  </a:lnTo>
                  <a:lnTo>
                    <a:pt x="575" y="639"/>
                  </a:lnTo>
                  <a:lnTo>
                    <a:pt x="577" y="635"/>
                  </a:lnTo>
                  <a:lnTo>
                    <a:pt x="579" y="631"/>
                  </a:lnTo>
                  <a:lnTo>
                    <a:pt x="580" y="627"/>
                  </a:lnTo>
                  <a:lnTo>
                    <a:pt x="582" y="623"/>
                  </a:lnTo>
                  <a:lnTo>
                    <a:pt x="583" y="619"/>
                  </a:lnTo>
                  <a:lnTo>
                    <a:pt x="581" y="614"/>
                  </a:lnTo>
                  <a:lnTo>
                    <a:pt x="579" y="608"/>
                  </a:lnTo>
                  <a:lnTo>
                    <a:pt x="580" y="603"/>
                  </a:lnTo>
                  <a:lnTo>
                    <a:pt x="584" y="600"/>
                  </a:lnTo>
                  <a:lnTo>
                    <a:pt x="591" y="599"/>
                  </a:lnTo>
                  <a:lnTo>
                    <a:pt x="596" y="598"/>
                  </a:lnTo>
                  <a:lnTo>
                    <a:pt x="599" y="596"/>
                  </a:lnTo>
                  <a:lnTo>
                    <a:pt x="601" y="591"/>
                  </a:lnTo>
                  <a:lnTo>
                    <a:pt x="604" y="587"/>
                  </a:lnTo>
                  <a:lnTo>
                    <a:pt x="609" y="587"/>
                  </a:lnTo>
                  <a:lnTo>
                    <a:pt x="615" y="590"/>
                  </a:lnTo>
                  <a:lnTo>
                    <a:pt x="620" y="593"/>
                  </a:lnTo>
                  <a:lnTo>
                    <a:pt x="623" y="593"/>
                  </a:lnTo>
                  <a:lnTo>
                    <a:pt x="627" y="592"/>
                  </a:lnTo>
                  <a:lnTo>
                    <a:pt x="631" y="590"/>
                  </a:lnTo>
                  <a:lnTo>
                    <a:pt x="636" y="589"/>
                  </a:lnTo>
                  <a:lnTo>
                    <a:pt x="641" y="589"/>
                  </a:lnTo>
                  <a:lnTo>
                    <a:pt x="647" y="588"/>
                  </a:lnTo>
                  <a:lnTo>
                    <a:pt x="654" y="587"/>
                  </a:lnTo>
                  <a:lnTo>
                    <a:pt x="660" y="588"/>
                  </a:lnTo>
                  <a:lnTo>
                    <a:pt x="663" y="593"/>
                  </a:lnTo>
                  <a:lnTo>
                    <a:pt x="664" y="600"/>
                  </a:lnTo>
                  <a:lnTo>
                    <a:pt x="662" y="607"/>
                  </a:lnTo>
                  <a:lnTo>
                    <a:pt x="664" y="611"/>
                  </a:lnTo>
                  <a:lnTo>
                    <a:pt x="668" y="613"/>
                  </a:lnTo>
                  <a:lnTo>
                    <a:pt x="675" y="615"/>
                  </a:lnTo>
                  <a:lnTo>
                    <a:pt x="681" y="618"/>
                  </a:lnTo>
                  <a:lnTo>
                    <a:pt x="683" y="622"/>
                  </a:lnTo>
                  <a:lnTo>
                    <a:pt x="683" y="626"/>
                  </a:lnTo>
                  <a:lnTo>
                    <a:pt x="684" y="631"/>
                  </a:lnTo>
                  <a:close/>
                </a:path>
              </a:pathLst>
            </a:custGeom>
            <a:solidFill>
              <a:srgbClr val="ECB78D">
                <a:alpha val="32000"/>
              </a:srgbClr>
            </a:solidFill>
            <a:ln>
              <a:noFill/>
            </a:ln>
          </p:spPr>
          <p:txBody>
            <a:bodyPr anchor="ctr"/>
            <a:lstStyle/>
            <a:p>
              <a:pPr algn="ctr">
                <a:buNone/>
              </a:pPr>
            </a:p>
          </p:txBody>
        </p:sp>
        <p:sp>
          <p:nvSpPr>
            <p:cNvPr id="3017" name="addition:input:140"/>
            <p:cNvSpPr>
              <a:spLocks noGrp="1"/>
            </p:cNvSpPr>
            <p:nvPr/>
          </p:nvSpPr>
          <p:spPr>
            <a:xfrm>
              <a:off x="209550" y="5438775"/>
              <a:ext cx="1040221" cy="1237183"/>
            </a:xfrm>
            <a:custGeom>
              <a:avLst/>
              <a:gdLst/>
              <a:ahLst/>
              <a:cxnLst/>
              <a:rect l="l" t="t" r="r" b="b"/>
              <a:pathLst>
                <a:path w="632" h="660">
                  <a:moveTo>
                    <a:pt x="0" y="0"/>
                  </a:moveTo>
                  <a:moveTo>
                    <a:pt x="630" y="617"/>
                  </a:moveTo>
                  <a:lnTo>
                    <a:pt x="631" y="621"/>
                  </a:lnTo>
                  <a:lnTo>
                    <a:pt x="632" y="625"/>
                  </a:lnTo>
                  <a:lnTo>
                    <a:pt x="630" y="629"/>
                  </a:lnTo>
                  <a:lnTo>
                    <a:pt x="625" y="632"/>
                  </a:lnTo>
                  <a:lnTo>
                    <a:pt x="618" y="633"/>
                  </a:lnTo>
                  <a:lnTo>
                    <a:pt x="612" y="634"/>
                  </a:lnTo>
                  <a:lnTo>
                    <a:pt x="610" y="637"/>
                  </a:lnTo>
                  <a:lnTo>
                    <a:pt x="611" y="642"/>
                  </a:lnTo>
                  <a:lnTo>
                    <a:pt x="610" y="647"/>
                  </a:lnTo>
                  <a:lnTo>
                    <a:pt x="608" y="651"/>
                  </a:lnTo>
                  <a:lnTo>
                    <a:pt x="603" y="652"/>
                  </a:lnTo>
                  <a:lnTo>
                    <a:pt x="598" y="653"/>
                  </a:lnTo>
                  <a:lnTo>
                    <a:pt x="594" y="655"/>
                  </a:lnTo>
                  <a:lnTo>
                    <a:pt x="590" y="658"/>
                  </a:lnTo>
                  <a:lnTo>
                    <a:pt x="586" y="660"/>
                  </a:lnTo>
                  <a:lnTo>
                    <a:pt x="581" y="660"/>
                  </a:lnTo>
                  <a:lnTo>
                    <a:pt x="576" y="659"/>
                  </a:lnTo>
                  <a:lnTo>
                    <a:pt x="572" y="658"/>
                  </a:lnTo>
                  <a:lnTo>
                    <a:pt x="568" y="658"/>
                  </a:lnTo>
                  <a:lnTo>
                    <a:pt x="564" y="657"/>
                  </a:lnTo>
                  <a:lnTo>
                    <a:pt x="560" y="655"/>
                  </a:lnTo>
                  <a:lnTo>
                    <a:pt x="558" y="651"/>
                  </a:lnTo>
                  <a:lnTo>
                    <a:pt x="556" y="647"/>
                  </a:lnTo>
                  <a:lnTo>
                    <a:pt x="554" y="646"/>
                  </a:lnTo>
                  <a:lnTo>
                    <a:pt x="548" y="648"/>
                  </a:lnTo>
                  <a:lnTo>
                    <a:pt x="542" y="649"/>
                  </a:lnTo>
                  <a:lnTo>
                    <a:pt x="536" y="649"/>
                  </a:lnTo>
                  <a:lnTo>
                    <a:pt x="534" y="645"/>
                  </a:lnTo>
                  <a:lnTo>
                    <a:pt x="535" y="640"/>
                  </a:lnTo>
                  <a:lnTo>
                    <a:pt x="537" y="635"/>
                  </a:lnTo>
                  <a:lnTo>
                    <a:pt x="537" y="631"/>
                  </a:lnTo>
                  <a:lnTo>
                    <a:pt x="537" y="628"/>
                  </a:lnTo>
                  <a:lnTo>
                    <a:pt x="537" y="624"/>
                  </a:lnTo>
                  <a:lnTo>
                    <a:pt x="538" y="621"/>
                  </a:lnTo>
                  <a:lnTo>
                    <a:pt x="539" y="617"/>
                  </a:lnTo>
                  <a:lnTo>
                    <a:pt x="539" y="614"/>
                  </a:lnTo>
                  <a:lnTo>
                    <a:pt x="537" y="610"/>
                  </a:lnTo>
                  <a:lnTo>
                    <a:pt x="536" y="606"/>
                  </a:lnTo>
                  <a:lnTo>
                    <a:pt x="537" y="603"/>
                  </a:lnTo>
                  <a:lnTo>
                    <a:pt x="540" y="600"/>
                  </a:lnTo>
                  <a:lnTo>
                    <a:pt x="542" y="597"/>
                  </a:lnTo>
                  <a:lnTo>
                    <a:pt x="542" y="593"/>
                  </a:lnTo>
                  <a:lnTo>
                    <a:pt x="541" y="588"/>
                  </a:lnTo>
                  <a:lnTo>
                    <a:pt x="541" y="583"/>
                  </a:lnTo>
                  <a:lnTo>
                    <a:pt x="545" y="581"/>
                  </a:lnTo>
                  <a:lnTo>
                    <a:pt x="551" y="582"/>
                  </a:lnTo>
                  <a:lnTo>
                    <a:pt x="556" y="584"/>
                  </a:lnTo>
                  <a:lnTo>
                    <a:pt x="560" y="585"/>
                  </a:lnTo>
                  <a:lnTo>
                    <a:pt x="563" y="584"/>
                  </a:lnTo>
                  <a:lnTo>
                    <a:pt x="565" y="582"/>
                  </a:lnTo>
                  <a:lnTo>
                    <a:pt x="569" y="580"/>
                  </a:lnTo>
                  <a:lnTo>
                    <a:pt x="572" y="579"/>
                  </a:lnTo>
                  <a:lnTo>
                    <a:pt x="576" y="577"/>
                  </a:lnTo>
                  <a:lnTo>
                    <a:pt x="580" y="574"/>
                  </a:lnTo>
                  <a:lnTo>
                    <a:pt x="585" y="572"/>
                  </a:lnTo>
                  <a:lnTo>
                    <a:pt x="590" y="573"/>
                  </a:lnTo>
                  <a:lnTo>
                    <a:pt x="593" y="577"/>
                  </a:lnTo>
                  <a:lnTo>
                    <a:pt x="596" y="582"/>
                  </a:lnTo>
                  <a:lnTo>
                    <a:pt x="599" y="585"/>
                  </a:lnTo>
                  <a:lnTo>
                    <a:pt x="603" y="586"/>
                  </a:lnTo>
                  <a:lnTo>
                    <a:pt x="609" y="587"/>
                  </a:lnTo>
                  <a:lnTo>
                    <a:pt x="613" y="589"/>
                  </a:lnTo>
                  <a:lnTo>
                    <a:pt x="614" y="594"/>
                  </a:lnTo>
                  <a:lnTo>
                    <a:pt x="614" y="598"/>
                  </a:lnTo>
                  <a:lnTo>
                    <a:pt x="615" y="602"/>
                  </a:lnTo>
                  <a:lnTo>
                    <a:pt x="618" y="604"/>
                  </a:lnTo>
                  <a:lnTo>
                    <a:pt x="623" y="607"/>
                  </a:lnTo>
                  <a:lnTo>
                    <a:pt x="627" y="610"/>
                  </a:lnTo>
                  <a:lnTo>
                    <a:pt x="629" y="613"/>
                  </a:lnTo>
                  <a:close/>
                </a:path>
              </a:pathLst>
            </a:custGeom>
            <a:solidFill>
              <a:srgbClr val="ECB78D">
                <a:alpha val="32000"/>
              </a:srgbClr>
            </a:solidFill>
            <a:ln>
              <a:noFill/>
            </a:ln>
          </p:spPr>
          <p:txBody>
            <a:bodyPr anchor="ctr"/>
            <a:lstStyle/>
            <a:p>
              <a:pPr algn="ctr">
                <a:buNone/>
              </a:pPr>
            </a:p>
          </p:txBody>
        </p:sp>
        <p:sp>
          <p:nvSpPr>
            <p:cNvPr id="3018" name="addition:input:141"/>
            <p:cNvSpPr>
              <a:spLocks noGrp="1"/>
            </p:cNvSpPr>
            <p:nvPr/>
          </p:nvSpPr>
          <p:spPr>
            <a:xfrm>
              <a:off x="209550" y="5438775"/>
              <a:ext cx="1217981" cy="1252179"/>
            </a:xfrm>
            <a:custGeom>
              <a:avLst/>
              <a:gdLst/>
              <a:ahLst/>
              <a:cxnLst/>
              <a:rect l="l" t="t" r="r" b="b"/>
              <a:pathLst>
                <a:path w="740" h="668">
                  <a:moveTo>
                    <a:pt x="0" y="0"/>
                  </a:moveTo>
                  <a:moveTo>
                    <a:pt x="734" y="610"/>
                  </a:moveTo>
                  <a:lnTo>
                    <a:pt x="737" y="615"/>
                  </a:lnTo>
                  <a:lnTo>
                    <a:pt x="740" y="621"/>
                  </a:lnTo>
                  <a:lnTo>
                    <a:pt x="738" y="626"/>
                  </a:lnTo>
                  <a:lnTo>
                    <a:pt x="732" y="630"/>
                  </a:lnTo>
                  <a:lnTo>
                    <a:pt x="723" y="632"/>
                  </a:lnTo>
                  <a:lnTo>
                    <a:pt x="717" y="634"/>
                  </a:lnTo>
                  <a:lnTo>
                    <a:pt x="715" y="638"/>
                  </a:lnTo>
                  <a:lnTo>
                    <a:pt x="714" y="644"/>
                  </a:lnTo>
                  <a:lnTo>
                    <a:pt x="712" y="649"/>
                  </a:lnTo>
                  <a:lnTo>
                    <a:pt x="706" y="651"/>
                  </a:lnTo>
                  <a:lnTo>
                    <a:pt x="698" y="651"/>
                  </a:lnTo>
                  <a:lnTo>
                    <a:pt x="691" y="652"/>
                  </a:lnTo>
                  <a:lnTo>
                    <a:pt x="685" y="655"/>
                  </a:lnTo>
                  <a:lnTo>
                    <a:pt x="681" y="660"/>
                  </a:lnTo>
                  <a:lnTo>
                    <a:pt x="675" y="665"/>
                  </a:lnTo>
                  <a:lnTo>
                    <a:pt x="668" y="668"/>
                  </a:lnTo>
                  <a:lnTo>
                    <a:pt x="660" y="668"/>
                  </a:lnTo>
                  <a:lnTo>
                    <a:pt x="652" y="667"/>
                  </a:lnTo>
                  <a:lnTo>
                    <a:pt x="645" y="666"/>
                  </a:lnTo>
                  <a:lnTo>
                    <a:pt x="638" y="663"/>
                  </a:lnTo>
                  <a:lnTo>
                    <a:pt x="633" y="659"/>
                  </a:lnTo>
                  <a:lnTo>
                    <a:pt x="630" y="652"/>
                  </a:lnTo>
                  <a:lnTo>
                    <a:pt x="627" y="648"/>
                  </a:lnTo>
                  <a:lnTo>
                    <a:pt x="622" y="647"/>
                  </a:lnTo>
                  <a:lnTo>
                    <a:pt x="614" y="649"/>
                  </a:lnTo>
                  <a:lnTo>
                    <a:pt x="604" y="650"/>
                  </a:lnTo>
                  <a:lnTo>
                    <a:pt x="597" y="649"/>
                  </a:lnTo>
                  <a:lnTo>
                    <a:pt x="594" y="644"/>
                  </a:lnTo>
                  <a:lnTo>
                    <a:pt x="595" y="638"/>
                  </a:lnTo>
                  <a:lnTo>
                    <a:pt x="595" y="633"/>
                  </a:lnTo>
                  <a:lnTo>
                    <a:pt x="592" y="629"/>
                  </a:lnTo>
                  <a:lnTo>
                    <a:pt x="589" y="625"/>
                  </a:lnTo>
                  <a:lnTo>
                    <a:pt x="589" y="620"/>
                  </a:lnTo>
                  <a:lnTo>
                    <a:pt x="592" y="615"/>
                  </a:lnTo>
                  <a:lnTo>
                    <a:pt x="595" y="610"/>
                  </a:lnTo>
                  <a:lnTo>
                    <a:pt x="598" y="606"/>
                  </a:lnTo>
                  <a:lnTo>
                    <a:pt x="598" y="601"/>
                  </a:lnTo>
                  <a:lnTo>
                    <a:pt x="600" y="597"/>
                  </a:lnTo>
                  <a:lnTo>
                    <a:pt x="605" y="593"/>
                  </a:lnTo>
                  <a:lnTo>
                    <a:pt x="609" y="590"/>
                  </a:lnTo>
                  <a:lnTo>
                    <a:pt x="611" y="586"/>
                  </a:lnTo>
                  <a:lnTo>
                    <a:pt x="609" y="580"/>
                  </a:lnTo>
                  <a:lnTo>
                    <a:pt x="606" y="572"/>
                  </a:lnTo>
                  <a:lnTo>
                    <a:pt x="607" y="565"/>
                  </a:lnTo>
                  <a:lnTo>
                    <a:pt x="613" y="562"/>
                  </a:lnTo>
                  <a:lnTo>
                    <a:pt x="622" y="564"/>
                  </a:lnTo>
                  <a:lnTo>
                    <a:pt x="630" y="566"/>
                  </a:lnTo>
                  <a:lnTo>
                    <a:pt x="636" y="566"/>
                  </a:lnTo>
                  <a:lnTo>
                    <a:pt x="640" y="565"/>
                  </a:lnTo>
                  <a:lnTo>
                    <a:pt x="644" y="563"/>
                  </a:lnTo>
                  <a:lnTo>
                    <a:pt x="649" y="562"/>
                  </a:lnTo>
                  <a:lnTo>
                    <a:pt x="654" y="562"/>
                  </a:lnTo>
                  <a:lnTo>
                    <a:pt x="659" y="561"/>
                  </a:lnTo>
                  <a:lnTo>
                    <a:pt x="664" y="558"/>
                  </a:lnTo>
                  <a:lnTo>
                    <a:pt x="670" y="557"/>
                  </a:lnTo>
                  <a:lnTo>
                    <a:pt x="676" y="557"/>
                  </a:lnTo>
                  <a:lnTo>
                    <a:pt x="681" y="561"/>
                  </a:lnTo>
                  <a:lnTo>
                    <a:pt x="686" y="565"/>
                  </a:lnTo>
                  <a:lnTo>
                    <a:pt x="691" y="566"/>
                  </a:lnTo>
                  <a:lnTo>
                    <a:pt x="699" y="567"/>
                  </a:lnTo>
                  <a:lnTo>
                    <a:pt x="707" y="568"/>
                  </a:lnTo>
                  <a:lnTo>
                    <a:pt x="712" y="572"/>
                  </a:lnTo>
                  <a:lnTo>
                    <a:pt x="711" y="579"/>
                  </a:lnTo>
                  <a:lnTo>
                    <a:pt x="708" y="586"/>
                  </a:lnTo>
                  <a:lnTo>
                    <a:pt x="708" y="592"/>
                  </a:lnTo>
                  <a:lnTo>
                    <a:pt x="712" y="595"/>
                  </a:lnTo>
                  <a:lnTo>
                    <a:pt x="720" y="597"/>
                  </a:lnTo>
                  <a:lnTo>
                    <a:pt x="726" y="601"/>
                  </a:lnTo>
                  <a:lnTo>
                    <a:pt x="731" y="605"/>
                  </a:lnTo>
                  <a:close/>
                </a:path>
              </a:pathLst>
            </a:custGeom>
            <a:solidFill>
              <a:srgbClr val="ECB78D">
                <a:alpha val="32000"/>
              </a:srgbClr>
            </a:solidFill>
            <a:ln>
              <a:noFill/>
            </a:ln>
          </p:spPr>
          <p:txBody>
            <a:bodyPr anchor="ctr"/>
            <a:lstStyle/>
            <a:p>
              <a:pPr algn="ctr">
                <a:buNone/>
              </a:pPr>
            </a:p>
          </p:txBody>
        </p:sp>
        <p:sp>
          <p:nvSpPr>
            <p:cNvPr id="3019" name="addition:input:142"/>
            <p:cNvSpPr>
              <a:spLocks noGrp="1"/>
            </p:cNvSpPr>
            <p:nvPr/>
          </p:nvSpPr>
          <p:spPr>
            <a:xfrm>
              <a:off x="209550" y="5438775"/>
              <a:ext cx="1275588" cy="1304666"/>
            </a:xfrm>
            <a:custGeom>
              <a:avLst/>
              <a:gdLst/>
              <a:ahLst/>
              <a:cxnLst/>
              <a:rect l="l" t="t" r="r" b="b"/>
              <a:pathLst>
                <a:path w="775" h="696">
                  <a:moveTo>
                    <a:pt x="0" y="0"/>
                  </a:moveTo>
                  <a:moveTo>
                    <a:pt x="774" y="601"/>
                  </a:moveTo>
                  <a:lnTo>
                    <a:pt x="775" y="609"/>
                  </a:lnTo>
                  <a:lnTo>
                    <a:pt x="771" y="617"/>
                  </a:lnTo>
                  <a:lnTo>
                    <a:pt x="762" y="624"/>
                  </a:lnTo>
                  <a:lnTo>
                    <a:pt x="755" y="630"/>
                  </a:lnTo>
                  <a:lnTo>
                    <a:pt x="750" y="637"/>
                  </a:lnTo>
                  <a:lnTo>
                    <a:pt x="744" y="643"/>
                  </a:lnTo>
                  <a:lnTo>
                    <a:pt x="736" y="648"/>
                  </a:lnTo>
                  <a:lnTo>
                    <a:pt x="725" y="652"/>
                  </a:lnTo>
                  <a:lnTo>
                    <a:pt x="716" y="655"/>
                  </a:lnTo>
                  <a:lnTo>
                    <a:pt x="713" y="664"/>
                  </a:lnTo>
                  <a:lnTo>
                    <a:pt x="711" y="677"/>
                  </a:lnTo>
                  <a:lnTo>
                    <a:pt x="708" y="689"/>
                  </a:lnTo>
                  <a:lnTo>
                    <a:pt x="698" y="696"/>
                  </a:lnTo>
                  <a:lnTo>
                    <a:pt x="685" y="694"/>
                  </a:lnTo>
                  <a:lnTo>
                    <a:pt x="672" y="687"/>
                  </a:lnTo>
                  <a:lnTo>
                    <a:pt x="661" y="681"/>
                  </a:lnTo>
                  <a:lnTo>
                    <a:pt x="652" y="680"/>
                  </a:lnTo>
                  <a:lnTo>
                    <a:pt x="644" y="681"/>
                  </a:lnTo>
                  <a:lnTo>
                    <a:pt x="636" y="681"/>
                  </a:lnTo>
                  <a:lnTo>
                    <a:pt x="629" y="679"/>
                  </a:lnTo>
                  <a:lnTo>
                    <a:pt x="621" y="677"/>
                  </a:lnTo>
                  <a:lnTo>
                    <a:pt x="613" y="677"/>
                  </a:lnTo>
                  <a:lnTo>
                    <a:pt x="603" y="678"/>
                  </a:lnTo>
                  <a:lnTo>
                    <a:pt x="594" y="677"/>
                  </a:lnTo>
                  <a:lnTo>
                    <a:pt x="589" y="671"/>
                  </a:lnTo>
                  <a:lnTo>
                    <a:pt x="586" y="663"/>
                  </a:lnTo>
                  <a:lnTo>
                    <a:pt x="582" y="657"/>
                  </a:lnTo>
                  <a:lnTo>
                    <a:pt x="573" y="653"/>
                  </a:lnTo>
                  <a:lnTo>
                    <a:pt x="562" y="650"/>
                  </a:lnTo>
                  <a:lnTo>
                    <a:pt x="555" y="643"/>
                  </a:lnTo>
                  <a:lnTo>
                    <a:pt x="558" y="633"/>
                  </a:lnTo>
                  <a:lnTo>
                    <a:pt x="567" y="623"/>
                  </a:lnTo>
                  <a:lnTo>
                    <a:pt x="576" y="614"/>
                  </a:lnTo>
                  <a:lnTo>
                    <a:pt x="577" y="607"/>
                  </a:lnTo>
                  <a:lnTo>
                    <a:pt x="571" y="601"/>
                  </a:lnTo>
                  <a:lnTo>
                    <a:pt x="563" y="594"/>
                  </a:lnTo>
                  <a:lnTo>
                    <a:pt x="558" y="586"/>
                  </a:lnTo>
                  <a:lnTo>
                    <a:pt x="556" y="577"/>
                  </a:lnTo>
                  <a:lnTo>
                    <a:pt x="554" y="569"/>
                  </a:lnTo>
                  <a:lnTo>
                    <a:pt x="552" y="559"/>
                  </a:lnTo>
                  <a:lnTo>
                    <a:pt x="553" y="551"/>
                  </a:lnTo>
                  <a:lnTo>
                    <a:pt x="561" y="545"/>
                  </a:lnTo>
                  <a:lnTo>
                    <a:pt x="573" y="544"/>
                  </a:lnTo>
                  <a:lnTo>
                    <a:pt x="585" y="544"/>
                  </a:lnTo>
                  <a:lnTo>
                    <a:pt x="591" y="540"/>
                  </a:lnTo>
                  <a:lnTo>
                    <a:pt x="595" y="533"/>
                  </a:lnTo>
                  <a:lnTo>
                    <a:pt x="598" y="525"/>
                  </a:lnTo>
                  <a:lnTo>
                    <a:pt x="606" y="520"/>
                  </a:lnTo>
                  <a:lnTo>
                    <a:pt x="616" y="522"/>
                  </a:lnTo>
                  <a:lnTo>
                    <a:pt x="626" y="525"/>
                  </a:lnTo>
                  <a:lnTo>
                    <a:pt x="635" y="525"/>
                  </a:lnTo>
                  <a:lnTo>
                    <a:pt x="643" y="519"/>
                  </a:lnTo>
                  <a:lnTo>
                    <a:pt x="654" y="512"/>
                  </a:lnTo>
                  <a:lnTo>
                    <a:pt x="665" y="508"/>
                  </a:lnTo>
                  <a:lnTo>
                    <a:pt x="677" y="508"/>
                  </a:lnTo>
                  <a:lnTo>
                    <a:pt x="687" y="512"/>
                  </a:lnTo>
                  <a:lnTo>
                    <a:pt x="698" y="515"/>
                  </a:lnTo>
                  <a:lnTo>
                    <a:pt x="708" y="520"/>
                  </a:lnTo>
                  <a:lnTo>
                    <a:pt x="716" y="528"/>
                  </a:lnTo>
                  <a:lnTo>
                    <a:pt x="719" y="538"/>
                  </a:lnTo>
                  <a:lnTo>
                    <a:pt x="721" y="549"/>
                  </a:lnTo>
                  <a:lnTo>
                    <a:pt x="725" y="555"/>
                  </a:lnTo>
                  <a:lnTo>
                    <a:pt x="736" y="557"/>
                  </a:lnTo>
                  <a:lnTo>
                    <a:pt x="753" y="557"/>
                  </a:lnTo>
                  <a:lnTo>
                    <a:pt x="767" y="560"/>
                  </a:lnTo>
                  <a:lnTo>
                    <a:pt x="774" y="568"/>
                  </a:lnTo>
                  <a:lnTo>
                    <a:pt x="773" y="577"/>
                  </a:lnTo>
                  <a:lnTo>
                    <a:pt x="770" y="585"/>
                  </a:lnTo>
                  <a:lnTo>
                    <a:pt x="771" y="593"/>
                  </a:lnTo>
                  <a:close/>
                </a:path>
              </a:pathLst>
            </a:custGeom>
            <a:solidFill>
              <a:srgbClr val="E18B48">
                <a:alpha val="37000"/>
              </a:srgbClr>
            </a:solidFill>
            <a:ln>
              <a:noFill/>
            </a:ln>
          </p:spPr>
          <p:txBody>
            <a:bodyPr anchor="ctr"/>
            <a:lstStyle/>
            <a:p>
              <a:pPr algn="ctr">
                <a:buNone/>
              </a:pPr>
            </a:p>
          </p:txBody>
        </p:sp>
        <p:sp>
          <p:nvSpPr>
            <p:cNvPr id="3020" name="addition:input:143"/>
            <p:cNvSpPr>
              <a:spLocks noGrp="1"/>
            </p:cNvSpPr>
            <p:nvPr/>
          </p:nvSpPr>
          <p:spPr>
            <a:xfrm>
              <a:off x="209550" y="5438775"/>
              <a:ext cx="1097829" cy="1162202"/>
            </a:xfrm>
            <a:custGeom>
              <a:avLst/>
              <a:gdLst/>
              <a:ahLst/>
              <a:cxnLst/>
              <a:rect l="l" t="t" r="r" b="b"/>
              <a:pathLst>
                <a:path w="667" h="620">
                  <a:moveTo>
                    <a:pt x="0" y="0"/>
                  </a:moveTo>
                  <a:moveTo>
                    <a:pt x="667" y="580"/>
                  </a:moveTo>
                  <a:lnTo>
                    <a:pt x="667" y="584"/>
                  </a:lnTo>
                  <a:lnTo>
                    <a:pt x="666" y="587"/>
                  </a:lnTo>
                  <a:lnTo>
                    <a:pt x="665" y="591"/>
                  </a:lnTo>
                  <a:lnTo>
                    <a:pt x="663" y="595"/>
                  </a:lnTo>
                  <a:lnTo>
                    <a:pt x="660" y="597"/>
                  </a:lnTo>
                  <a:lnTo>
                    <a:pt x="654" y="598"/>
                  </a:lnTo>
                  <a:lnTo>
                    <a:pt x="648" y="599"/>
                  </a:lnTo>
                  <a:lnTo>
                    <a:pt x="645" y="600"/>
                  </a:lnTo>
                  <a:lnTo>
                    <a:pt x="644" y="605"/>
                  </a:lnTo>
                  <a:lnTo>
                    <a:pt x="645" y="610"/>
                  </a:lnTo>
                  <a:lnTo>
                    <a:pt x="643" y="615"/>
                  </a:lnTo>
                  <a:lnTo>
                    <a:pt x="639" y="618"/>
                  </a:lnTo>
                  <a:lnTo>
                    <a:pt x="634" y="618"/>
                  </a:lnTo>
                  <a:lnTo>
                    <a:pt x="629" y="618"/>
                  </a:lnTo>
                  <a:lnTo>
                    <a:pt x="625" y="618"/>
                  </a:lnTo>
                  <a:lnTo>
                    <a:pt x="620" y="620"/>
                  </a:lnTo>
                  <a:lnTo>
                    <a:pt x="616" y="620"/>
                  </a:lnTo>
                  <a:lnTo>
                    <a:pt x="612" y="619"/>
                  </a:lnTo>
                  <a:lnTo>
                    <a:pt x="608" y="617"/>
                  </a:lnTo>
                  <a:lnTo>
                    <a:pt x="605" y="616"/>
                  </a:lnTo>
                  <a:lnTo>
                    <a:pt x="601" y="615"/>
                  </a:lnTo>
                  <a:lnTo>
                    <a:pt x="598" y="614"/>
                  </a:lnTo>
                  <a:lnTo>
                    <a:pt x="595" y="612"/>
                  </a:lnTo>
                  <a:lnTo>
                    <a:pt x="594" y="609"/>
                  </a:lnTo>
                  <a:lnTo>
                    <a:pt x="592" y="607"/>
                  </a:lnTo>
                  <a:lnTo>
                    <a:pt x="588" y="606"/>
                  </a:lnTo>
                  <a:lnTo>
                    <a:pt x="582" y="607"/>
                  </a:lnTo>
                  <a:lnTo>
                    <a:pt x="577" y="607"/>
                  </a:lnTo>
                  <a:lnTo>
                    <a:pt x="574" y="604"/>
                  </a:lnTo>
                  <a:lnTo>
                    <a:pt x="575" y="599"/>
                  </a:lnTo>
                  <a:lnTo>
                    <a:pt x="579" y="594"/>
                  </a:lnTo>
                  <a:lnTo>
                    <a:pt x="581" y="590"/>
                  </a:lnTo>
                  <a:lnTo>
                    <a:pt x="581" y="586"/>
                  </a:lnTo>
                  <a:lnTo>
                    <a:pt x="581" y="583"/>
                  </a:lnTo>
                  <a:lnTo>
                    <a:pt x="581" y="580"/>
                  </a:lnTo>
                  <a:lnTo>
                    <a:pt x="582" y="577"/>
                  </a:lnTo>
                  <a:lnTo>
                    <a:pt x="582" y="574"/>
                  </a:lnTo>
                  <a:lnTo>
                    <a:pt x="580" y="570"/>
                  </a:lnTo>
                  <a:lnTo>
                    <a:pt x="578" y="566"/>
                  </a:lnTo>
                  <a:lnTo>
                    <a:pt x="578" y="562"/>
                  </a:lnTo>
                  <a:lnTo>
                    <a:pt x="581" y="559"/>
                  </a:lnTo>
                  <a:lnTo>
                    <a:pt x="585" y="558"/>
                  </a:lnTo>
                  <a:lnTo>
                    <a:pt x="587" y="555"/>
                  </a:lnTo>
                  <a:lnTo>
                    <a:pt x="588" y="552"/>
                  </a:lnTo>
                  <a:lnTo>
                    <a:pt x="588" y="547"/>
                  </a:lnTo>
                  <a:lnTo>
                    <a:pt x="591" y="545"/>
                  </a:lnTo>
                  <a:lnTo>
                    <a:pt x="595" y="545"/>
                  </a:lnTo>
                  <a:lnTo>
                    <a:pt x="600" y="547"/>
                  </a:lnTo>
                  <a:lnTo>
                    <a:pt x="604" y="549"/>
                  </a:lnTo>
                  <a:lnTo>
                    <a:pt x="607" y="549"/>
                  </a:lnTo>
                  <a:lnTo>
                    <a:pt x="609" y="546"/>
                  </a:lnTo>
                  <a:lnTo>
                    <a:pt x="612" y="544"/>
                  </a:lnTo>
                  <a:lnTo>
                    <a:pt x="616" y="542"/>
                  </a:lnTo>
                  <a:lnTo>
                    <a:pt x="620" y="541"/>
                  </a:lnTo>
                  <a:lnTo>
                    <a:pt x="624" y="540"/>
                  </a:lnTo>
                  <a:lnTo>
                    <a:pt x="629" y="539"/>
                  </a:lnTo>
                  <a:lnTo>
                    <a:pt x="634" y="539"/>
                  </a:lnTo>
                  <a:lnTo>
                    <a:pt x="637" y="543"/>
                  </a:lnTo>
                  <a:lnTo>
                    <a:pt x="639" y="548"/>
                  </a:lnTo>
                  <a:lnTo>
                    <a:pt x="640" y="553"/>
                  </a:lnTo>
                  <a:lnTo>
                    <a:pt x="642" y="556"/>
                  </a:lnTo>
                  <a:lnTo>
                    <a:pt x="647" y="556"/>
                  </a:lnTo>
                  <a:lnTo>
                    <a:pt x="652" y="558"/>
                  </a:lnTo>
                  <a:lnTo>
                    <a:pt x="656" y="560"/>
                  </a:lnTo>
                  <a:lnTo>
                    <a:pt x="656" y="564"/>
                  </a:lnTo>
                  <a:lnTo>
                    <a:pt x="656" y="568"/>
                  </a:lnTo>
                  <a:lnTo>
                    <a:pt x="658" y="571"/>
                  </a:lnTo>
                  <a:lnTo>
                    <a:pt x="662" y="573"/>
                  </a:lnTo>
                  <a:lnTo>
                    <a:pt x="665" y="577"/>
                  </a:lnTo>
                  <a:close/>
                </a:path>
              </a:pathLst>
            </a:custGeom>
            <a:solidFill>
              <a:srgbClr val="DE8036">
                <a:alpha val="36000"/>
              </a:srgbClr>
            </a:solidFill>
            <a:ln>
              <a:noFill/>
            </a:ln>
          </p:spPr>
          <p:txBody>
            <a:bodyPr anchor="ctr"/>
            <a:lstStyle/>
            <a:p>
              <a:pPr algn="ctr">
                <a:buNone/>
              </a:pPr>
            </a:p>
          </p:txBody>
        </p:sp>
        <p:sp>
          <p:nvSpPr>
            <p:cNvPr id="3021" name="addition:input:144"/>
            <p:cNvSpPr>
              <a:spLocks noGrp="1"/>
            </p:cNvSpPr>
            <p:nvPr/>
          </p:nvSpPr>
          <p:spPr>
            <a:xfrm>
              <a:off x="209550" y="5438775"/>
              <a:ext cx="1180125" cy="1120963"/>
            </a:xfrm>
            <a:custGeom>
              <a:avLst/>
              <a:gdLst/>
              <a:ahLst/>
              <a:cxnLst/>
              <a:rect l="l" t="t" r="r" b="b"/>
              <a:pathLst>
                <a:path w="717" h="598">
                  <a:moveTo>
                    <a:pt x="0" y="0"/>
                  </a:moveTo>
                  <a:moveTo>
                    <a:pt x="709" y="569"/>
                  </a:moveTo>
                  <a:lnTo>
                    <a:pt x="708" y="571"/>
                  </a:lnTo>
                  <a:lnTo>
                    <a:pt x="707" y="573"/>
                  </a:lnTo>
                  <a:lnTo>
                    <a:pt x="706" y="575"/>
                  </a:lnTo>
                  <a:lnTo>
                    <a:pt x="705" y="578"/>
                  </a:lnTo>
                  <a:lnTo>
                    <a:pt x="706" y="581"/>
                  </a:lnTo>
                  <a:lnTo>
                    <a:pt x="707" y="584"/>
                  </a:lnTo>
                  <a:lnTo>
                    <a:pt x="707" y="588"/>
                  </a:lnTo>
                  <a:lnTo>
                    <a:pt x="706" y="590"/>
                  </a:lnTo>
                  <a:lnTo>
                    <a:pt x="702" y="591"/>
                  </a:lnTo>
                  <a:lnTo>
                    <a:pt x="698" y="591"/>
                  </a:lnTo>
                  <a:lnTo>
                    <a:pt x="695" y="592"/>
                  </a:lnTo>
                  <a:lnTo>
                    <a:pt x="694" y="594"/>
                  </a:lnTo>
                  <a:lnTo>
                    <a:pt x="692" y="596"/>
                  </a:lnTo>
                  <a:lnTo>
                    <a:pt x="690" y="598"/>
                  </a:lnTo>
                  <a:lnTo>
                    <a:pt x="687" y="597"/>
                  </a:lnTo>
                  <a:lnTo>
                    <a:pt x="684" y="595"/>
                  </a:lnTo>
                  <a:lnTo>
                    <a:pt x="681" y="594"/>
                  </a:lnTo>
                  <a:lnTo>
                    <a:pt x="679" y="594"/>
                  </a:lnTo>
                  <a:lnTo>
                    <a:pt x="676" y="596"/>
                  </a:lnTo>
                  <a:lnTo>
                    <a:pt x="674" y="597"/>
                  </a:lnTo>
                  <a:lnTo>
                    <a:pt x="671" y="597"/>
                  </a:lnTo>
                  <a:lnTo>
                    <a:pt x="667" y="597"/>
                  </a:lnTo>
                  <a:lnTo>
                    <a:pt x="664" y="597"/>
                  </a:lnTo>
                  <a:lnTo>
                    <a:pt x="660" y="596"/>
                  </a:lnTo>
                  <a:lnTo>
                    <a:pt x="657" y="595"/>
                  </a:lnTo>
                  <a:lnTo>
                    <a:pt x="656" y="591"/>
                  </a:lnTo>
                  <a:lnTo>
                    <a:pt x="657" y="586"/>
                  </a:lnTo>
                  <a:lnTo>
                    <a:pt x="657" y="583"/>
                  </a:lnTo>
                  <a:lnTo>
                    <a:pt x="656" y="581"/>
                  </a:lnTo>
                  <a:lnTo>
                    <a:pt x="652" y="580"/>
                  </a:lnTo>
                  <a:lnTo>
                    <a:pt x="648" y="579"/>
                  </a:lnTo>
                  <a:lnTo>
                    <a:pt x="645" y="576"/>
                  </a:lnTo>
                  <a:lnTo>
                    <a:pt x="644" y="574"/>
                  </a:lnTo>
                  <a:lnTo>
                    <a:pt x="644" y="571"/>
                  </a:lnTo>
                  <a:lnTo>
                    <a:pt x="643" y="569"/>
                  </a:lnTo>
                  <a:lnTo>
                    <a:pt x="642" y="566"/>
                  </a:lnTo>
                  <a:lnTo>
                    <a:pt x="641" y="563"/>
                  </a:lnTo>
                  <a:lnTo>
                    <a:pt x="641" y="560"/>
                  </a:lnTo>
                  <a:lnTo>
                    <a:pt x="643" y="558"/>
                  </a:lnTo>
                  <a:lnTo>
                    <a:pt x="644" y="556"/>
                  </a:lnTo>
                  <a:lnTo>
                    <a:pt x="646" y="553"/>
                  </a:lnTo>
                  <a:lnTo>
                    <a:pt x="647" y="551"/>
                  </a:lnTo>
                  <a:lnTo>
                    <a:pt x="651" y="550"/>
                  </a:lnTo>
                  <a:lnTo>
                    <a:pt x="655" y="550"/>
                  </a:lnTo>
                  <a:lnTo>
                    <a:pt x="659" y="550"/>
                  </a:lnTo>
                  <a:lnTo>
                    <a:pt x="662" y="549"/>
                  </a:lnTo>
                  <a:lnTo>
                    <a:pt x="663" y="545"/>
                  </a:lnTo>
                  <a:lnTo>
                    <a:pt x="664" y="541"/>
                  </a:lnTo>
                  <a:lnTo>
                    <a:pt x="666" y="537"/>
                  </a:lnTo>
                  <a:lnTo>
                    <a:pt x="670" y="536"/>
                  </a:lnTo>
                  <a:lnTo>
                    <a:pt x="674" y="537"/>
                  </a:lnTo>
                  <a:lnTo>
                    <a:pt x="678" y="538"/>
                  </a:lnTo>
                  <a:lnTo>
                    <a:pt x="682" y="539"/>
                  </a:lnTo>
                  <a:lnTo>
                    <a:pt x="685" y="539"/>
                  </a:lnTo>
                  <a:lnTo>
                    <a:pt x="689" y="541"/>
                  </a:lnTo>
                  <a:lnTo>
                    <a:pt x="691" y="543"/>
                  </a:lnTo>
                  <a:lnTo>
                    <a:pt x="694" y="544"/>
                  </a:lnTo>
                  <a:lnTo>
                    <a:pt x="697" y="545"/>
                  </a:lnTo>
                  <a:lnTo>
                    <a:pt x="700" y="545"/>
                  </a:lnTo>
                  <a:lnTo>
                    <a:pt x="703" y="545"/>
                  </a:lnTo>
                  <a:lnTo>
                    <a:pt x="705" y="548"/>
                  </a:lnTo>
                  <a:lnTo>
                    <a:pt x="706" y="550"/>
                  </a:lnTo>
                  <a:lnTo>
                    <a:pt x="707" y="553"/>
                  </a:lnTo>
                  <a:lnTo>
                    <a:pt x="709" y="554"/>
                  </a:lnTo>
                  <a:lnTo>
                    <a:pt x="714" y="555"/>
                  </a:lnTo>
                  <a:lnTo>
                    <a:pt x="717" y="557"/>
                  </a:lnTo>
                  <a:lnTo>
                    <a:pt x="717" y="560"/>
                  </a:lnTo>
                  <a:lnTo>
                    <a:pt x="715" y="563"/>
                  </a:lnTo>
                  <a:lnTo>
                    <a:pt x="711" y="566"/>
                  </a:lnTo>
                  <a:close/>
                </a:path>
              </a:pathLst>
            </a:custGeom>
            <a:solidFill>
              <a:srgbClr val="DE8036">
                <a:alpha val="36000"/>
              </a:srgbClr>
            </a:solidFill>
            <a:ln>
              <a:noFill/>
            </a:ln>
          </p:spPr>
          <p:txBody>
            <a:bodyPr anchor="ctr"/>
            <a:lstStyle/>
            <a:p>
              <a:pPr algn="ctr">
                <a:buNone/>
              </a:pPr>
            </a:p>
          </p:txBody>
        </p:sp>
        <p:sp>
          <p:nvSpPr>
            <p:cNvPr id="3022" name="addition:input:145"/>
            <p:cNvSpPr>
              <a:spLocks noGrp="1"/>
            </p:cNvSpPr>
            <p:nvPr/>
          </p:nvSpPr>
          <p:spPr>
            <a:xfrm>
              <a:off x="209550" y="5438775"/>
              <a:ext cx="1245961" cy="1237183"/>
            </a:xfrm>
            <a:custGeom>
              <a:avLst/>
              <a:gdLst/>
              <a:ahLst/>
              <a:cxnLst/>
              <a:rect l="l" t="t" r="r" b="b"/>
              <a:pathLst>
                <a:path w="757" h="660">
                  <a:moveTo>
                    <a:pt x="0" y="0"/>
                  </a:moveTo>
                  <a:moveTo>
                    <a:pt x="753" y="620"/>
                  </a:moveTo>
                  <a:lnTo>
                    <a:pt x="751" y="623"/>
                  </a:lnTo>
                  <a:lnTo>
                    <a:pt x="748" y="626"/>
                  </a:lnTo>
                  <a:lnTo>
                    <a:pt x="745" y="629"/>
                  </a:lnTo>
                  <a:lnTo>
                    <a:pt x="744" y="632"/>
                  </a:lnTo>
                  <a:lnTo>
                    <a:pt x="743" y="636"/>
                  </a:lnTo>
                  <a:lnTo>
                    <a:pt x="741" y="639"/>
                  </a:lnTo>
                  <a:lnTo>
                    <a:pt x="738" y="641"/>
                  </a:lnTo>
                  <a:lnTo>
                    <a:pt x="735" y="643"/>
                  </a:lnTo>
                  <a:lnTo>
                    <a:pt x="734" y="647"/>
                  </a:lnTo>
                  <a:lnTo>
                    <a:pt x="733" y="652"/>
                  </a:lnTo>
                  <a:lnTo>
                    <a:pt x="732" y="657"/>
                  </a:lnTo>
                  <a:lnTo>
                    <a:pt x="729" y="660"/>
                  </a:lnTo>
                  <a:lnTo>
                    <a:pt x="723" y="658"/>
                  </a:lnTo>
                  <a:lnTo>
                    <a:pt x="717" y="655"/>
                  </a:lnTo>
                  <a:lnTo>
                    <a:pt x="713" y="653"/>
                  </a:lnTo>
                  <a:lnTo>
                    <a:pt x="710" y="652"/>
                  </a:lnTo>
                  <a:lnTo>
                    <a:pt x="707" y="654"/>
                  </a:lnTo>
                  <a:lnTo>
                    <a:pt x="704" y="655"/>
                  </a:lnTo>
                  <a:lnTo>
                    <a:pt x="701" y="656"/>
                  </a:lnTo>
                  <a:lnTo>
                    <a:pt x="698" y="656"/>
                  </a:lnTo>
                  <a:lnTo>
                    <a:pt x="694" y="657"/>
                  </a:lnTo>
                  <a:lnTo>
                    <a:pt x="689" y="657"/>
                  </a:lnTo>
                  <a:lnTo>
                    <a:pt x="685" y="657"/>
                  </a:lnTo>
                  <a:lnTo>
                    <a:pt x="682" y="654"/>
                  </a:lnTo>
                  <a:lnTo>
                    <a:pt x="681" y="650"/>
                  </a:lnTo>
                  <a:lnTo>
                    <a:pt x="679" y="647"/>
                  </a:lnTo>
                  <a:lnTo>
                    <a:pt x="675" y="645"/>
                  </a:lnTo>
                  <a:lnTo>
                    <a:pt x="671" y="643"/>
                  </a:lnTo>
                  <a:lnTo>
                    <a:pt x="667" y="641"/>
                  </a:lnTo>
                  <a:lnTo>
                    <a:pt x="667" y="637"/>
                  </a:lnTo>
                  <a:lnTo>
                    <a:pt x="669" y="632"/>
                  </a:lnTo>
                  <a:lnTo>
                    <a:pt x="671" y="628"/>
                  </a:lnTo>
                  <a:lnTo>
                    <a:pt x="670" y="625"/>
                  </a:lnTo>
                  <a:lnTo>
                    <a:pt x="665" y="623"/>
                  </a:lnTo>
                  <a:lnTo>
                    <a:pt x="661" y="620"/>
                  </a:lnTo>
                  <a:lnTo>
                    <a:pt x="657" y="616"/>
                  </a:lnTo>
                  <a:lnTo>
                    <a:pt x="656" y="612"/>
                  </a:lnTo>
                  <a:lnTo>
                    <a:pt x="656" y="608"/>
                  </a:lnTo>
                  <a:lnTo>
                    <a:pt x="656" y="604"/>
                  </a:lnTo>
                  <a:lnTo>
                    <a:pt x="657" y="601"/>
                  </a:lnTo>
                  <a:lnTo>
                    <a:pt x="661" y="599"/>
                  </a:lnTo>
                  <a:lnTo>
                    <a:pt x="667" y="598"/>
                  </a:lnTo>
                  <a:lnTo>
                    <a:pt x="672" y="598"/>
                  </a:lnTo>
                  <a:lnTo>
                    <a:pt x="675" y="596"/>
                  </a:lnTo>
                  <a:lnTo>
                    <a:pt x="676" y="592"/>
                  </a:lnTo>
                  <a:lnTo>
                    <a:pt x="677" y="588"/>
                  </a:lnTo>
                  <a:lnTo>
                    <a:pt x="680" y="585"/>
                  </a:lnTo>
                  <a:lnTo>
                    <a:pt x="685" y="584"/>
                  </a:lnTo>
                  <a:lnTo>
                    <a:pt x="690" y="585"/>
                  </a:lnTo>
                  <a:lnTo>
                    <a:pt x="695" y="584"/>
                  </a:lnTo>
                  <a:lnTo>
                    <a:pt x="699" y="582"/>
                  </a:lnTo>
                  <a:lnTo>
                    <a:pt x="703" y="579"/>
                  </a:lnTo>
                  <a:lnTo>
                    <a:pt x="708" y="577"/>
                  </a:lnTo>
                  <a:lnTo>
                    <a:pt x="713" y="578"/>
                  </a:lnTo>
                  <a:lnTo>
                    <a:pt x="718" y="580"/>
                  </a:lnTo>
                  <a:lnTo>
                    <a:pt x="723" y="582"/>
                  </a:lnTo>
                  <a:lnTo>
                    <a:pt x="727" y="584"/>
                  </a:lnTo>
                  <a:lnTo>
                    <a:pt x="730" y="587"/>
                  </a:lnTo>
                  <a:lnTo>
                    <a:pt x="732" y="591"/>
                  </a:lnTo>
                  <a:lnTo>
                    <a:pt x="733" y="595"/>
                  </a:lnTo>
                  <a:lnTo>
                    <a:pt x="736" y="597"/>
                  </a:lnTo>
                  <a:lnTo>
                    <a:pt x="741" y="597"/>
                  </a:lnTo>
                  <a:lnTo>
                    <a:pt x="748" y="596"/>
                  </a:lnTo>
                  <a:lnTo>
                    <a:pt x="754" y="597"/>
                  </a:lnTo>
                  <a:lnTo>
                    <a:pt x="757" y="600"/>
                  </a:lnTo>
                  <a:lnTo>
                    <a:pt x="756" y="605"/>
                  </a:lnTo>
                  <a:lnTo>
                    <a:pt x="753" y="609"/>
                  </a:lnTo>
                  <a:lnTo>
                    <a:pt x="752" y="613"/>
                  </a:lnTo>
                  <a:lnTo>
                    <a:pt x="753" y="616"/>
                  </a:lnTo>
                  <a:close/>
                </a:path>
              </a:pathLst>
            </a:custGeom>
            <a:solidFill>
              <a:srgbClr val="DE8036">
                <a:alpha val="36000"/>
              </a:srgbClr>
            </a:solidFill>
            <a:ln>
              <a:noFill/>
            </a:ln>
          </p:spPr>
          <p:txBody>
            <a:bodyPr anchor="ctr"/>
            <a:lstStyle/>
            <a:p>
              <a:pPr algn="ctr">
                <a:buNone/>
              </a:pPr>
            </a:p>
          </p:txBody>
        </p:sp>
        <p:sp>
          <p:nvSpPr>
            <p:cNvPr id="3023" name="addition:input:146"/>
            <p:cNvSpPr>
              <a:spLocks noGrp="1"/>
            </p:cNvSpPr>
            <p:nvPr/>
          </p:nvSpPr>
          <p:spPr>
            <a:xfrm>
              <a:off x="209550" y="5438775"/>
              <a:ext cx="1120872" cy="1267176"/>
            </a:xfrm>
            <a:custGeom>
              <a:avLst/>
              <a:gdLst/>
              <a:ahLst/>
              <a:cxnLst/>
              <a:rect l="l" t="t" r="r" b="b"/>
              <a:pathLst>
                <a:path w="681" h="676">
                  <a:moveTo>
                    <a:pt x="0" y="0"/>
                  </a:moveTo>
                  <a:moveTo>
                    <a:pt x="680" y="642"/>
                  </a:moveTo>
                  <a:lnTo>
                    <a:pt x="680" y="645"/>
                  </a:lnTo>
                  <a:lnTo>
                    <a:pt x="677" y="647"/>
                  </a:lnTo>
                  <a:lnTo>
                    <a:pt x="673" y="649"/>
                  </a:lnTo>
                  <a:lnTo>
                    <a:pt x="670" y="651"/>
                  </a:lnTo>
                  <a:lnTo>
                    <a:pt x="670" y="654"/>
                  </a:lnTo>
                  <a:lnTo>
                    <a:pt x="673" y="658"/>
                  </a:lnTo>
                  <a:lnTo>
                    <a:pt x="675" y="663"/>
                  </a:lnTo>
                  <a:lnTo>
                    <a:pt x="674" y="666"/>
                  </a:lnTo>
                  <a:lnTo>
                    <a:pt x="671" y="668"/>
                  </a:lnTo>
                  <a:lnTo>
                    <a:pt x="667" y="669"/>
                  </a:lnTo>
                  <a:lnTo>
                    <a:pt x="663" y="670"/>
                  </a:lnTo>
                  <a:lnTo>
                    <a:pt x="660" y="670"/>
                  </a:lnTo>
                  <a:lnTo>
                    <a:pt x="657" y="670"/>
                  </a:lnTo>
                  <a:lnTo>
                    <a:pt x="653" y="670"/>
                  </a:lnTo>
                  <a:lnTo>
                    <a:pt x="650" y="669"/>
                  </a:lnTo>
                  <a:lnTo>
                    <a:pt x="648" y="670"/>
                  </a:lnTo>
                  <a:lnTo>
                    <a:pt x="645" y="673"/>
                  </a:lnTo>
                  <a:lnTo>
                    <a:pt x="642" y="675"/>
                  </a:lnTo>
                  <a:lnTo>
                    <a:pt x="639" y="676"/>
                  </a:lnTo>
                  <a:lnTo>
                    <a:pt x="635" y="674"/>
                  </a:lnTo>
                  <a:lnTo>
                    <a:pt x="633" y="672"/>
                  </a:lnTo>
                  <a:lnTo>
                    <a:pt x="630" y="671"/>
                  </a:lnTo>
                  <a:lnTo>
                    <a:pt x="625" y="671"/>
                  </a:lnTo>
                  <a:lnTo>
                    <a:pt x="620" y="672"/>
                  </a:lnTo>
                  <a:lnTo>
                    <a:pt x="616" y="670"/>
                  </a:lnTo>
                  <a:lnTo>
                    <a:pt x="614" y="667"/>
                  </a:lnTo>
                  <a:lnTo>
                    <a:pt x="614" y="663"/>
                  </a:lnTo>
                  <a:lnTo>
                    <a:pt x="613" y="659"/>
                  </a:lnTo>
                  <a:lnTo>
                    <a:pt x="612" y="657"/>
                  </a:lnTo>
                  <a:lnTo>
                    <a:pt x="610" y="654"/>
                  </a:lnTo>
                  <a:lnTo>
                    <a:pt x="608" y="652"/>
                  </a:lnTo>
                  <a:lnTo>
                    <a:pt x="606" y="649"/>
                  </a:lnTo>
                  <a:lnTo>
                    <a:pt x="604" y="647"/>
                  </a:lnTo>
                  <a:lnTo>
                    <a:pt x="599" y="645"/>
                  </a:lnTo>
                  <a:lnTo>
                    <a:pt x="594" y="642"/>
                  </a:lnTo>
                  <a:lnTo>
                    <a:pt x="592" y="638"/>
                  </a:lnTo>
                  <a:lnTo>
                    <a:pt x="594" y="635"/>
                  </a:lnTo>
                  <a:lnTo>
                    <a:pt x="598" y="633"/>
                  </a:lnTo>
                  <a:lnTo>
                    <a:pt x="603" y="631"/>
                  </a:lnTo>
                  <a:lnTo>
                    <a:pt x="605" y="629"/>
                  </a:lnTo>
                  <a:lnTo>
                    <a:pt x="606" y="626"/>
                  </a:lnTo>
                  <a:lnTo>
                    <a:pt x="606" y="622"/>
                  </a:lnTo>
                  <a:lnTo>
                    <a:pt x="609" y="620"/>
                  </a:lnTo>
                  <a:lnTo>
                    <a:pt x="613" y="619"/>
                  </a:lnTo>
                  <a:lnTo>
                    <a:pt x="617" y="618"/>
                  </a:lnTo>
                  <a:lnTo>
                    <a:pt x="620" y="617"/>
                  </a:lnTo>
                  <a:lnTo>
                    <a:pt x="622" y="614"/>
                  </a:lnTo>
                  <a:lnTo>
                    <a:pt x="625" y="611"/>
                  </a:lnTo>
                  <a:lnTo>
                    <a:pt x="629" y="610"/>
                  </a:lnTo>
                  <a:lnTo>
                    <a:pt x="633" y="609"/>
                  </a:lnTo>
                  <a:lnTo>
                    <a:pt x="637" y="607"/>
                  </a:lnTo>
                  <a:lnTo>
                    <a:pt x="642" y="605"/>
                  </a:lnTo>
                  <a:lnTo>
                    <a:pt x="646" y="604"/>
                  </a:lnTo>
                  <a:lnTo>
                    <a:pt x="650" y="606"/>
                  </a:lnTo>
                  <a:lnTo>
                    <a:pt x="653" y="610"/>
                  </a:lnTo>
                  <a:lnTo>
                    <a:pt x="655" y="615"/>
                  </a:lnTo>
                  <a:lnTo>
                    <a:pt x="658" y="618"/>
                  </a:lnTo>
                  <a:lnTo>
                    <a:pt x="661" y="617"/>
                  </a:lnTo>
                  <a:lnTo>
                    <a:pt x="666" y="616"/>
                  </a:lnTo>
                  <a:lnTo>
                    <a:pt x="670" y="616"/>
                  </a:lnTo>
                  <a:lnTo>
                    <a:pt x="673" y="617"/>
                  </a:lnTo>
                  <a:lnTo>
                    <a:pt x="675" y="619"/>
                  </a:lnTo>
                  <a:lnTo>
                    <a:pt x="677" y="622"/>
                  </a:lnTo>
                  <a:lnTo>
                    <a:pt x="679" y="624"/>
                  </a:lnTo>
                  <a:lnTo>
                    <a:pt x="681" y="626"/>
                  </a:lnTo>
                  <a:lnTo>
                    <a:pt x="681" y="630"/>
                  </a:lnTo>
                  <a:lnTo>
                    <a:pt x="680" y="633"/>
                  </a:lnTo>
                  <a:lnTo>
                    <a:pt x="679" y="636"/>
                  </a:lnTo>
                  <a:lnTo>
                    <a:pt x="679" y="639"/>
                  </a:lnTo>
                  <a:close/>
                </a:path>
              </a:pathLst>
            </a:custGeom>
            <a:solidFill>
              <a:srgbClr val="DE8036">
                <a:alpha val="36000"/>
              </a:srgbClr>
            </a:solidFill>
            <a:ln>
              <a:noFill/>
            </a:ln>
          </p:spPr>
          <p:txBody>
            <a:bodyPr anchor="ctr"/>
            <a:lstStyle/>
            <a:p>
              <a:pPr algn="ctr">
                <a:buNone/>
              </a:pPr>
            </a:p>
          </p:txBody>
        </p:sp>
        <p:sp>
          <p:nvSpPr>
            <p:cNvPr id="3024" name="addition:input:147"/>
            <p:cNvSpPr>
              <a:spLocks noGrp="1"/>
            </p:cNvSpPr>
            <p:nvPr/>
          </p:nvSpPr>
          <p:spPr>
            <a:xfrm>
              <a:off x="209550" y="5438775"/>
              <a:ext cx="1083015" cy="1152830"/>
            </a:xfrm>
            <a:custGeom>
              <a:avLst/>
              <a:gdLst/>
              <a:ahLst/>
              <a:cxnLst/>
              <a:rect l="l" t="t" r="r" b="b"/>
              <a:pathLst>
                <a:path w="658" h="615">
                  <a:moveTo>
                    <a:pt x="0" y="0"/>
                  </a:moveTo>
                  <a:moveTo>
                    <a:pt x="648" y="584"/>
                  </a:moveTo>
                  <a:lnTo>
                    <a:pt x="651" y="586"/>
                  </a:lnTo>
                  <a:lnTo>
                    <a:pt x="655" y="589"/>
                  </a:lnTo>
                  <a:lnTo>
                    <a:pt x="658" y="593"/>
                  </a:lnTo>
                  <a:lnTo>
                    <a:pt x="658" y="596"/>
                  </a:lnTo>
                  <a:lnTo>
                    <a:pt x="655" y="598"/>
                  </a:lnTo>
                  <a:lnTo>
                    <a:pt x="651" y="599"/>
                  </a:lnTo>
                  <a:lnTo>
                    <a:pt x="648" y="600"/>
                  </a:lnTo>
                  <a:lnTo>
                    <a:pt x="646" y="602"/>
                  </a:lnTo>
                  <a:lnTo>
                    <a:pt x="645" y="603"/>
                  </a:lnTo>
                  <a:lnTo>
                    <a:pt x="642" y="605"/>
                  </a:lnTo>
                  <a:lnTo>
                    <a:pt x="640" y="606"/>
                  </a:lnTo>
                  <a:lnTo>
                    <a:pt x="638" y="607"/>
                  </a:lnTo>
                  <a:lnTo>
                    <a:pt x="636" y="610"/>
                  </a:lnTo>
                  <a:lnTo>
                    <a:pt x="634" y="612"/>
                  </a:lnTo>
                  <a:lnTo>
                    <a:pt x="631" y="614"/>
                  </a:lnTo>
                  <a:lnTo>
                    <a:pt x="627" y="613"/>
                  </a:lnTo>
                  <a:lnTo>
                    <a:pt x="624" y="612"/>
                  </a:lnTo>
                  <a:lnTo>
                    <a:pt x="621" y="612"/>
                  </a:lnTo>
                  <a:lnTo>
                    <a:pt x="617" y="614"/>
                  </a:lnTo>
                  <a:lnTo>
                    <a:pt x="614" y="615"/>
                  </a:lnTo>
                  <a:lnTo>
                    <a:pt x="610" y="615"/>
                  </a:lnTo>
                  <a:lnTo>
                    <a:pt x="607" y="612"/>
                  </a:lnTo>
                  <a:lnTo>
                    <a:pt x="606" y="608"/>
                  </a:lnTo>
                  <a:lnTo>
                    <a:pt x="605" y="604"/>
                  </a:lnTo>
                  <a:lnTo>
                    <a:pt x="603" y="603"/>
                  </a:lnTo>
                  <a:lnTo>
                    <a:pt x="600" y="602"/>
                  </a:lnTo>
                  <a:lnTo>
                    <a:pt x="597" y="601"/>
                  </a:lnTo>
                  <a:lnTo>
                    <a:pt x="594" y="600"/>
                  </a:lnTo>
                  <a:lnTo>
                    <a:pt x="592" y="599"/>
                  </a:lnTo>
                  <a:lnTo>
                    <a:pt x="589" y="597"/>
                  </a:lnTo>
                  <a:lnTo>
                    <a:pt x="586" y="595"/>
                  </a:lnTo>
                  <a:lnTo>
                    <a:pt x="585" y="593"/>
                  </a:lnTo>
                  <a:lnTo>
                    <a:pt x="586" y="589"/>
                  </a:lnTo>
                  <a:lnTo>
                    <a:pt x="589" y="586"/>
                  </a:lnTo>
                  <a:lnTo>
                    <a:pt x="592" y="584"/>
                  </a:lnTo>
                  <a:lnTo>
                    <a:pt x="593" y="581"/>
                  </a:lnTo>
                  <a:lnTo>
                    <a:pt x="592" y="579"/>
                  </a:lnTo>
                  <a:lnTo>
                    <a:pt x="591" y="576"/>
                  </a:lnTo>
                  <a:lnTo>
                    <a:pt x="593" y="573"/>
                  </a:lnTo>
                  <a:lnTo>
                    <a:pt x="596" y="572"/>
                  </a:lnTo>
                  <a:lnTo>
                    <a:pt x="599" y="570"/>
                  </a:lnTo>
                  <a:lnTo>
                    <a:pt x="601" y="568"/>
                  </a:lnTo>
                  <a:lnTo>
                    <a:pt x="601" y="565"/>
                  </a:lnTo>
                  <a:lnTo>
                    <a:pt x="602" y="562"/>
                  </a:lnTo>
                  <a:lnTo>
                    <a:pt x="603" y="559"/>
                  </a:lnTo>
                  <a:lnTo>
                    <a:pt x="605" y="557"/>
                  </a:lnTo>
                  <a:lnTo>
                    <a:pt x="608" y="556"/>
                  </a:lnTo>
                  <a:lnTo>
                    <a:pt x="610" y="554"/>
                  </a:lnTo>
                  <a:lnTo>
                    <a:pt x="613" y="553"/>
                  </a:lnTo>
                  <a:lnTo>
                    <a:pt x="616" y="554"/>
                  </a:lnTo>
                  <a:lnTo>
                    <a:pt x="619" y="557"/>
                  </a:lnTo>
                  <a:lnTo>
                    <a:pt x="622" y="560"/>
                  </a:lnTo>
                  <a:lnTo>
                    <a:pt x="623" y="560"/>
                  </a:lnTo>
                  <a:lnTo>
                    <a:pt x="626" y="558"/>
                  </a:lnTo>
                  <a:lnTo>
                    <a:pt x="628" y="555"/>
                  </a:lnTo>
                  <a:lnTo>
                    <a:pt x="631" y="554"/>
                  </a:lnTo>
                  <a:lnTo>
                    <a:pt x="634" y="555"/>
                  </a:lnTo>
                  <a:lnTo>
                    <a:pt x="636" y="557"/>
                  </a:lnTo>
                  <a:lnTo>
                    <a:pt x="637" y="559"/>
                  </a:lnTo>
                  <a:lnTo>
                    <a:pt x="640" y="560"/>
                  </a:lnTo>
                  <a:lnTo>
                    <a:pt x="642" y="561"/>
                  </a:lnTo>
                  <a:lnTo>
                    <a:pt x="644" y="563"/>
                  </a:lnTo>
                  <a:lnTo>
                    <a:pt x="645" y="566"/>
                  </a:lnTo>
                  <a:lnTo>
                    <a:pt x="646" y="569"/>
                  </a:lnTo>
                  <a:lnTo>
                    <a:pt x="647" y="571"/>
                  </a:lnTo>
                  <a:lnTo>
                    <a:pt x="648" y="574"/>
                  </a:lnTo>
                  <a:lnTo>
                    <a:pt x="649" y="576"/>
                  </a:lnTo>
                  <a:lnTo>
                    <a:pt x="649" y="579"/>
                  </a:lnTo>
                  <a:lnTo>
                    <a:pt x="648" y="581"/>
                  </a:lnTo>
                  <a:close/>
                </a:path>
              </a:pathLst>
            </a:custGeom>
            <a:solidFill>
              <a:srgbClr val="E8A571">
                <a:alpha val="32000"/>
              </a:srgbClr>
            </a:solidFill>
            <a:ln>
              <a:noFill/>
            </a:ln>
          </p:spPr>
          <p:txBody>
            <a:bodyPr anchor="ctr"/>
            <a:lstStyle/>
            <a:p>
              <a:pPr algn="ctr">
                <a:buNone/>
              </a:pPr>
            </a:p>
          </p:txBody>
        </p:sp>
        <p:sp>
          <p:nvSpPr>
            <p:cNvPr id="3025" name="addition:input:148"/>
            <p:cNvSpPr>
              <a:spLocks noGrp="1"/>
            </p:cNvSpPr>
            <p:nvPr/>
          </p:nvSpPr>
          <p:spPr>
            <a:xfrm>
              <a:off x="209550" y="5438775"/>
              <a:ext cx="1201522" cy="1231560"/>
            </a:xfrm>
            <a:custGeom>
              <a:avLst/>
              <a:gdLst/>
              <a:ahLst/>
              <a:cxnLst/>
              <a:rect l="l" t="t" r="r" b="b"/>
              <a:pathLst>
                <a:path w="730" h="657">
                  <a:moveTo>
                    <a:pt x="0" y="0"/>
                  </a:moveTo>
                  <a:moveTo>
                    <a:pt x="729" y="627"/>
                  </a:moveTo>
                  <a:lnTo>
                    <a:pt x="727" y="629"/>
                  </a:lnTo>
                  <a:lnTo>
                    <a:pt x="726" y="631"/>
                  </a:lnTo>
                  <a:lnTo>
                    <a:pt x="726" y="633"/>
                  </a:lnTo>
                  <a:lnTo>
                    <a:pt x="727" y="636"/>
                  </a:lnTo>
                  <a:lnTo>
                    <a:pt x="726" y="638"/>
                  </a:lnTo>
                  <a:lnTo>
                    <a:pt x="723" y="640"/>
                  </a:lnTo>
                  <a:lnTo>
                    <a:pt x="720" y="641"/>
                  </a:lnTo>
                  <a:lnTo>
                    <a:pt x="717" y="642"/>
                  </a:lnTo>
                  <a:lnTo>
                    <a:pt x="715" y="643"/>
                  </a:lnTo>
                  <a:lnTo>
                    <a:pt x="713" y="645"/>
                  </a:lnTo>
                  <a:lnTo>
                    <a:pt x="710" y="646"/>
                  </a:lnTo>
                  <a:lnTo>
                    <a:pt x="708" y="647"/>
                  </a:lnTo>
                  <a:lnTo>
                    <a:pt x="705" y="649"/>
                  </a:lnTo>
                  <a:lnTo>
                    <a:pt x="703" y="652"/>
                  </a:lnTo>
                  <a:lnTo>
                    <a:pt x="700" y="655"/>
                  </a:lnTo>
                  <a:lnTo>
                    <a:pt x="697" y="657"/>
                  </a:lnTo>
                  <a:lnTo>
                    <a:pt x="693" y="656"/>
                  </a:lnTo>
                  <a:lnTo>
                    <a:pt x="690" y="653"/>
                  </a:lnTo>
                  <a:lnTo>
                    <a:pt x="687" y="650"/>
                  </a:lnTo>
                  <a:lnTo>
                    <a:pt x="685" y="648"/>
                  </a:lnTo>
                  <a:lnTo>
                    <a:pt x="682" y="648"/>
                  </a:lnTo>
                  <a:lnTo>
                    <a:pt x="679" y="649"/>
                  </a:lnTo>
                  <a:lnTo>
                    <a:pt x="676" y="649"/>
                  </a:lnTo>
                  <a:lnTo>
                    <a:pt x="674" y="647"/>
                  </a:lnTo>
                  <a:lnTo>
                    <a:pt x="672" y="646"/>
                  </a:lnTo>
                  <a:lnTo>
                    <a:pt x="670" y="645"/>
                  </a:lnTo>
                  <a:lnTo>
                    <a:pt x="667" y="644"/>
                  </a:lnTo>
                  <a:lnTo>
                    <a:pt x="665" y="642"/>
                  </a:lnTo>
                  <a:lnTo>
                    <a:pt x="664" y="640"/>
                  </a:lnTo>
                  <a:lnTo>
                    <a:pt x="664" y="638"/>
                  </a:lnTo>
                  <a:lnTo>
                    <a:pt x="663" y="636"/>
                  </a:lnTo>
                  <a:lnTo>
                    <a:pt x="661" y="634"/>
                  </a:lnTo>
                  <a:lnTo>
                    <a:pt x="660" y="632"/>
                  </a:lnTo>
                  <a:lnTo>
                    <a:pt x="661" y="629"/>
                  </a:lnTo>
                  <a:lnTo>
                    <a:pt x="665" y="627"/>
                  </a:lnTo>
                  <a:lnTo>
                    <a:pt x="669" y="625"/>
                  </a:lnTo>
                  <a:lnTo>
                    <a:pt x="671" y="623"/>
                  </a:lnTo>
                  <a:lnTo>
                    <a:pt x="670" y="621"/>
                  </a:lnTo>
                  <a:lnTo>
                    <a:pt x="667" y="618"/>
                  </a:lnTo>
                  <a:lnTo>
                    <a:pt x="666" y="615"/>
                  </a:lnTo>
                  <a:lnTo>
                    <a:pt x="666" y="612"/>
                  </a:lnTo>
                  <a:lnTo>
                    <a:pt x="668" y="610"/>
                  </a:lnTo>
                  <a:lnTo>
                    <a:pt x="670" y="608"/>
                  </a:lnTo>
                  <a:lnTo>
                    <a:pt x="671" y="606"/>
                  </a:lnTo>
                  <a:lnTo>
                    <a:pt x="673" y="605"/>
                  </a:lnTo>
                  <a:lnTo>
                    <a:pt x="676" y="605"/>
                  </a:lnTo>
                  <a:lnTo>
                    <a:pt x="679" y="605"/>
                  </a:lnTo>
                  <a:lnTo>
                    <a:pt x="682" y="605"/>
                  </a:lnTo>
                  <a:lnTo>
                    <a:pt x="684" y="604"/>
                  </a:lnTo>
                  <a:lnTo>
                    <a:pt x="685" y="602"/>
                  </a:lnTo>
                  <a:lnTo>
                    <a:pt x="688" y="601"/>
                  </a:lnTo>
                  <a:lnTo>
                    <a:pt x="690" y="601"/>
                  </a:lnTo>
                  <a:lnTo>
                    <a:pt x="693" y="603"/>
                  </a:lnTo>
                  <a:lnTo>
                    <a:pt x="695" y="604"/>
                  </a:lnTo>
                  <a:lnTo>
                    <a:pt x="697" y="603"/>
                  </a:lnTo>
                  <a:lnTo>
                    <a:pt x="701" y="601"/>
                  </a:lnTo>
                  <a:lnTo>
                    <a:pt x="705" y="600"/>
                  </a:lnTo>
                  <a:lnTo>
                    <a:pt x="708" y="600"/>
                  </a:lnTo>
                  <a:lnTo>
                    <a:pt x="710" y="603"/>
                  </a:lnTo>
                  <a:lnTo>
                    <a:pt x="712" y="605"/>
                  </a:lnTo>
                  <a:lnTo>
                    <a:pt x="713" y="608"/>
                  </a:lnTo>
                  <a:lnTo>
                    <a:pt x="715" y="610"/>
                  </a:lnTo>
                  <a:lnTo>
                    <a:pt x="716" y="613"/>
                  </a:lnTo>
                  <a:lnTo>
                    <a:pt x="716" y="615"/>
                  </a:lnTo>
                  <a:lnTo>
                    <a:pt x="717" y="617"/>
                  </a:lnTo>
                  <a:lnTo>
                    <a:pt x="719" y="619"/>
                  </a:lnTo>
                  <a:lnTo>
                    <a:pt x="724" y="620"/>
                  </a:lnTo>
                  <a:lnTo>
                    <a:pt x="728" y="622"/>
                  </a:lnTo>
                  <a:lnTo>
                    <a:pt x="730" y="624"/>
                  </a:lnTo>
                  <a:close/>
                </a:path>
              </a:pathLst>
            </a:custGeom>
            <a:solidFill>
              <a:srgbClr val="E8A571">
                <a:alpha val="32000"/>
              </a:srgbClr>
            </a:solidFill>
            <a:ln>
              <a:noFill/>
            </a:ln>
          </p:spPr>
          <p:txBody>
            <a:bodyPr anchor="ctr"/>
            <a:lstStyle/>
            <a:p>
              <a:pPr algn="ctr">
                <a:buNone/>
              </a:pPr>
            </a:p>
          </p:txBody>
        </p:sp>
        <p:sp>
          <p:nvSpPr>
            <p:cNvPr id="3026" name="addition:input:149"/>
            <p:cNvSpPr>
              <a:spLocks noGrp="1"/>
            </p:cNvSpPr>
            <p:nvPr/>
          </p:nvSpPr>
          <p:spPr>
            <a:xfrm>
              <a:off x="209550" y="5438775"/>
              <a:ext cx="1295339" cy="1194069"/>
            </a:xfrm>
            <a:custGeom>
              <a:avLst/>
              <a:gdLst/>
              <a:ahLst/>
              <a:cxnLst/>
              <a:rect l="l" t="t" r="r" b="b"/>
              <a:pathLst>
                <a:path w="787" h="637">
                  <a:moveTo>
                    <a:pt x="0" y="0"/>
                  </a:moveTo>
                  <a:moveTo>
                    <a:pt x="787" y="610"/>
                  </a:moveTo>
                  <a:lnTo>
                    <a:pt x="787" y="612"/>
                  </a:lnTo>
                  <a:lnTo>
                    <a:pt x="786" y="614"/>
                  </a:lnTo>
                  <a:lnTo>
                    <a:pt x="784" y="616"/>
                  </a:lnTo>
                  <a:lnTo>
                    <a:pt x="782" y="618"/>
                  </a:lnTo>
                  <a:lnTo>
                    <a:pt x="781" y="620"/>
                  </a:lnTo>
                  <a:lnTo>
                    <a:pt x="781" y="622"/>
                  </a:lnTo>
                  <a:lnTo>
                    <a:pt x="781" y="625"/>
                  </a:lnTo>
                  <a:lnTo>
                    <a:pt x="779" y="626"/>
                  </a:lnTo>
                  <a:lnTo>
                    <a:pt x="776" y="626"/>
                  </a:lnTo>
                  <a:lnTo>
                    <a:pt x="774" y="626"/>
                  </a:lnTo>
                  <a:lnTo>
                    <a:pt x="772" y="628"/>
                  </a:lnTo>
                  <a:lnTo>
                    <a:pt x="771" y="631"/>
                  </a:lnTo>
                  <a:lnTo>
                    <a:pt x="770" y="633"/>
                  </a:lnTo>
                  <a:lnTo>
                    <a:pt x="768" y="635"/>
                  </a:lnTo>
                  <a:lnTo>
                    <a:pt x="766" y="636"/>
                  </a:lnTo>
                  <a:lnTo>
                    <a:pt x="764" y="636"/>
                  </a:lnTo>
                  <a:lnTo>
                    <a:pt x="761" y="637"/>
                  </a:lnTo>
                  <a:lnTo>
                    <a:pt x="759" y="637"/>
                  </a:lnTo>
                  <a:lnTo>
                    <a:pt x="757" y="635"/>
                  </a:lnTo>
                  <a:lnTo>
                    <a:pt x="755" y="632"/>
                  </a:lnTo>
                  <a:lnTo>
                    <a:pt x="754" y="629"/>
                  </a:lnTo>
                  <a:lnTo>
                    <a:pt x="753" y="628"/>
                  </a:lnTo>
                  <a:lnTo>
                    <a:pt x="751" y="629"/>
                  </a:lnTo>
                  <a:lnTo>
                    <a:pt x="748" y="630"/>
                  </a:lnTo>
                  <a:lnTo>
                    <a:pt x="746" y="630"/>
                  </a:lnTo>
                  <a:lnTo>
                    <a:pt x="745" y="628"/>
                  </a:lnTo>
                  <a:lnTo>
                    <a:pt x="744" y="626"/>
                  </a:lnTo>
                  <a:lnTo>
                    <a:pt x="744" y="624"/>
                  </a:lnTo>
                  <a:lnTo>
                    <a:pt x="742" y="623"/>
                  </a:lnTo>
                  <a:lnTo>
                    <a:pt x="741" y="621"/>
                  </a:lnTo>
                  <a:lnTo>
                    <a:pt x="740" y="619"/>
                  </a:lnTo>
                  <a:lnTo>
                    <a:pt x="741" y="616"/>
                  </a:lnTo>
                  <a:lnTo>
                    <a:pt x="741" y="614"/>
                  </a:lnTo>
                  <a:lnTo>
                    <a:pt x="742" y="612"/>
                  </a:lnTo>
                  <a:lnTo>
                    <a:pt x="742" y="610"/>
                  </a:lnTo>
                  <a:lnTo>
                    <a:pt x="742" y="607"/>
                  </a:lnTo>
                  <a:lnTo>
                    <a:pt x="744" y="606"/>
                  </a:lnTo>
                  <a:lnTo>
                    <a:pt x="746" y="604"/>
                  </a:lnTo>
                  <a:lnTo>
                    <a:pt x="746" y="602"/>
                  </a:lnTo>
                  <a:lnTo>
                    <a:pt x="745" y="599"/>
                  </a:lnTo>
                  <a:lnTo>
                    <a:pt x="743" y="596"/>
                  </a:lnTo>
                  <a:lnTo>
                    <a:pt x="743" y="593"/>
                  </a:lnTo>
                  <a:lnTo>
                    <a:pt x="744" y="591"/>
                  </a:lnTo>
                  <a:lnTo>
                    <a:pt x="746" y="590"/>
                  </a:lnTo>
                  <a:lnTo>
                    <a:pt x="749" y="590"/>
                  </a:lnTo>
                  <a:lnTo>
                    <a:pt x="750" y="590"/>
                  </a:lnTo>
                  <a:lnTo>
                    <a:pt x="752" y="589"/>
                  </a:lnTo>
                  <a:lnTo>
                    <a:pt x="753" y="588"/>
                  </a:lnTo>
                  <a:lnTo>
                    <a:pt x="755" y="588"/>
                  </a:lnTo>
                  <a:lnTo>
                    <a:pt x="756" y="588"/>
                  </a:lnTo>
                  <a:lnTo>
                    <a:pt x="758" y="587"/>
                  </a:lnTo>
                  <a:lnTo>
                    <a:pt x="759" y="586"/>
                  </a:lnTo>
                  <a:lnTo>
                    <a:pt x="761" y="584"/>
                  </a:lnTo>
                  <a:lnTo>
                    <a:pt x="763" y="584"/>
                  </a:lnTo>
                  <a:lnTo>
                    <a:pt x="765" y="586"/>
                  </a:lnTo>
                  <a:lnTo>
                    <a:pt x="766" y="587"/>
                  </a:lnTo>
                  <a:lnTo>
                    <a:pt x="768" y="587"/>
                  </a:lnTo>
                  <a:lnTo>
                    <a:pt x="771" y="586"/>
                  </a:lnTo>
                  <a:lnTo>
                    <a:pt x="774" y="586"/>
                  </a:lnTo>
                  <a:lnTo>
                    <a:pt x="775" y="588"/>
                  </a:lnTo>
                  <a:lnTo>
                    <a:pt x="776" y="591"/>
                  </a:lnTo>
                  <a:lnTo>
                    <a:pt x="776" y="594"/>
                  </a:lnTo>
                  <a:lnTo>
                    <a:pt x="776" y="597"/>
                  </a:lnTo>
                  <a:lnTo>
                    <a:pt x="777" y="599"/>
                  </a:lnTo>
                  <a:lnTo>
                    <a:pt x="779" y="600"/>
                  </a:lnTo>
                  <a:lnTo>
                    <a:pt x="781" y="601"/>
                  </a:lnTo>
                  <a:lnTo>
                    <a:pt x="782" y="603"/>
                  </a:lnTo>
                  <a:lnTo>
                    <a:pt x="784" y="605"/>
                  </a:lnTo>
                  <a:lnTo>
                    <a:pt x="785" y="607"/>
                  </a:lnTo>
                  <a:close/>
                </a:path>
              </a:pathLst>
            </a:custGeom>
            <a:solidFill>
              <a:srgbClr val="ECB78D">
                <a:alpha val="24000"/>
              </a:srgbClr>
            </a:solidFill>
            <a:ln>
              <a:noFill/>
            </a:ln>
          </p:spPr>
          <p:txBody>
            <a:bodyPr anchor="ctr"/>
            <a:lstStyle/>
            <a:p>
              <a:pPr algn="ctr">
                <a:buNone/>
              </a:pPr>
            </a:p>
          </p:txBody>
        </p:sp>
        <p:sp>
          <p:nvSpPr>
            <p:cNvPr id="3027" name="addition:input:150"/>
            <p:cNvSpPr>
              <a:spLocks noGrp="1"/>
            </p:cNvSpPr>
            <p:nvPr/>
          </p:nvSpPr>
          <p:spPr>
            <a:xfrm>
              <a:off x="209550" y="5438775"/>
              <a:ext cx="1232794" cy="1295293"/>
            </a:xfrm>
            <a:custGeom>
              <a:avLst/>
              <a:gdLst/>
              <a:ahLst/>
              <a:cxnLst/>
              <a:rect l="l" t="t" r="r" b="b"/>
              <a:pathLst>
                <a:path w="749" h="691">
                  <a:moveTo>
                    <a:pt x="0" y="0"/>
                  </a:moveTo>
                  <a:moveTo>
                    <a:pt x="741" y="664"/>
                  </a:moveTo>
                  <a:lnTo>
                    <a:pt x="742" y="666"/>
                  </a:lnTo>
                  <a:lnTo>
                    <a:pt x="745" y="668"/>
                  </a:lnTo>
                  <a:lnTo>
                    <a:pt x="748" y="670"/>
                  </a:lnTo>
                  <a:lnTo>
                    <a:pt x="749" y="673"/>
                  </a:lnTo>
                  <a:lnTo>
                    <a:pt x="748" y="675"/>
                  </a:lnTo>
                  <a:lnTo>
                    <a:pt x="745" y="677"/>
                  </a:lnTo>
                  <a:lnTo>
                    <a:pt x="742" y="678"/>
                  </a:lnTo>
                  <a:lnTo>
                    <a:pt x="741" y="679"/>
                  </a:lnTo>
                  <a:lnTo>
                    <a:pt x="741" y="681"/>
                  </a:lnTo>
                  <a:lnTo>
                    <a:pt x="739" y="683"/>
                  </a:lnTo>
                  <a:lnTo>
                    <a:pt x="737" y="684"/>
                  </a:lnTo>
                  <a:lnTo>
                    <a:pt x="734" y="684"/>
                  </a:lnTo>
                  <a:lnTo>
                    <a:pt x="732" y="684"/>
                  </a:lnTo>
                  <a:lnTo>
                    <a:pt x="730" y="685"/>
                  </a:lnTo>
                  <a:lnTo>
                    <a:pt x="728" y="686"/>
                  </a:lnTo>
                  <a:lnTo>
                    <a:pt x="725" y="686"/>
                  </a:lnTo>
                  <a:lnTo>
                    <a:pt x="723" y="686"/>
                  </a:lnTo>
                  <a:lnTo>
                    <a:pt x="720" y="686"/>
                  </a:lnTo>
                  <a:lnTo>
                    <a:pt x="717" y="688"/>
                  </a:lnTo>
                  <a:lnTo>
                    <a:pt x="714" y="690"/>
                  </a:lnTo>
                  <a:lnTo>
                    <a:pt x="710" y="691"/>
                  </a:lnTo>
                  <a:lnTo>
                    <a:pt x="707" y="689"/>
                  </a:lnTo>
                  <a:lnTo>
                    <a:pt x="705" y="686"/>
                  </a:lnTo>
                  <a:lnTo>
                    <a:pt x="705" y="682"/>
                  </a:lnTo>
                  <a:lnTo>
                    <a:pt x="703" y="680"/>
                  </a:lnTo>
                  <a:lnTo>
                    <a:pt x="701" y="679"/>
                  </a:lnTo>
                  <a:lnTo>
                    <a:pt x="698" y="678"/>
                  </a:lnTo>
                  <a:lnTo>
                    <a:pt x="695" y="677"/>
                  </a:lnTo>
                  <a:lnTo>
                    <a:pt x="694" y="675"/>
                  </a:lnTo>
                  <a:lnTo>
                    <a:pt x="692" y="674"/>
                  </a:lnTo>
                  <a:lnTo>
                    <a:pt x="690" y="672"/>
                  </a:lnTo>
                  <a:lnTo>
                    <a:pt x="687" y="670"/>
                  </a:lnTo>
                  <a:lnTo>
                    <a:pt x="686" y="668"/>
                  </a:lnTo>
                  <a:lnTo>
                    <a:pt x="686" y="666"/>
                  </a:lnTo>
                  <a:lnTo>
                    <a:pt x="687" y="664"/>
                  </a:lnTo>
                  <a:lnTo>
                    <a:pt x="687" y="662"/>
                  </a:lnTo>
                  <a:lnTo>
                    <a:pt x="686" y="659"/>
                  </a:lnTo>
                  <a:lnTo>
                    <a:pt x="686" y="657"/>
                  </a:lnTo>
                  <a:lnTo>
                    <a:pt x="687" y="655"/>
                  </a:lnTo>
                  <a:lnTo>
                    <a:pt x="691" y="653"/>
                  </a:lnTo>
                  <a:lnTo>
                    <a:pt x="696" y="653"/>
                  </a:lnTo>
                  <a:lnTo>
                    <a:pt x="699" y="652"/>
                  </a:lnTo>
                  <a:lnTo>
                    <a:pt x="700" y="651"/>
                  </a:lnTo>
                  <a:lnTo>
                    <a:pt x="700" y="648"/>
                  </a:lnTo>
                  <a:lnTo>
                    <a:pt x="701" y="645"/>
                  </a:lnTo>
                  <a:lnTo>
                    <a:pt x="703" y="642"/>
                  </a:lnTo>
                  <a:lnTo>
                    <a:pt x="705" y="641"/>
                  </a:lnTo>
                  <a:lnTo>
                    <a:pt x="708" y="640"/>
                  </a:lnTo>
                  <a:lnTo>
                    <a:pt x="711" y="639"/>
                  </a:lnTo>
                  <a:lnTo>
                    <a:pt x="714" y="638"/>
                  </a:lnTo>
                  <a:lnTo>
                    <a:pt x="717" y="639"/>
                  </a:lnTo>
                  <a:lnTo>
                    <a:pt x="720" y="641"/>
                  </a:lnTo>
                  <a:lnTo>
                    <a:pt x="723" y="643"/>
                  </a:lnTo>
                  <a:lnTo>
                    <a:pt x="725" y="643"/>
                  </a:lnTo>
                  <a:lnTo>
                    <a:pt x="728" y="641"/>
                  </a:lnTo>
                  <a:lnTo>
                    <a:pt x="730" y="641"/>
                  </a:lnTo>
                  <a:lnTo>
                    <a:pt x="733" y="641"/>
                  </a:lnTo>
                  <a:lnTo>
                    <a:pt x="734" y="644"/>
                  </a:lnTo>
                  <a:lnTo>
                    <a:pt x="735" y="646"/>
                  </a:lnTo>
                  <a:lnTo>
                    <a:pt x="737" y="646"/>
                  </a:lnTo>
                  <a:lnTo>
                    <a:pt x="740" y="646"/>
                  </a:lnTo>
                  <a:lnTo>
                    <a:pt x="743" y="647"/>
                  </a:lnTo>
                  <a:lnTo>
                    <a:pt x="746" y="648"/>
                  </a:lnTo>
                  <a:lnTo>
                    <a:pt x="746" y="650"/>
                  </a:lnTo>
                  <a:lnTo>
                    <a:pt x="746" y="653"/>
                  </a:lnTo>
                  <a:lnTo>
                    <a:pt x="746" y="655"/>
                  </a:lnTo>
                  <a:lnTo>
                    <a:pt x="746" y="657"/>
                  </a:lnTo>
                  <a:lnTo>
                    <a:pt x="745" y="660"/>
                  </a:lnTo>
                  <a:lnTo>
                    <a:pt x="743" y="662"/>
                  </a:lnTo>
                  <a:close/>
                </a:path>
              </a:pathLst>
            </a:custGeom>
            <a:solidFill>
              <a:srgbClr val="ECB78D">
                <a:alpha val="24000"/>
              </a:srgbClr>
            </a:solidFill>
            <a:ln>
              <a:noFill/>
            </a:ln>
          </p:spPr>
          <p:txBody>
            <a:bodyPr anchor="ctr"/>
            <a:lstStyle/>
            <a:p>
              <a:pPr algn="ctr">
                <a:buNone/>
              </a:pPr>
            </a:p>
          </p:txBody>
        </p:sp>
        <p:sp>
          <p:nvSpPr>
            <p:cNvPr id="3028" name="addition:input:151"/>
            <p:cNvSpPr>
              <a:spLocks noGrp="1"/>
            </p:cNvSpPr>
            <p:nvPr/>
          </p:nvSpPr>
          <p:spPr>
            <a:xfrm>
              <a:off x="209550" y="5438775"/>
              <a:ext cx="1112642" cy="1321537"/>
            </a:xfrm>
            <a:custGeom>
              <a:avLst/>
              <a:gdLst/>
              <a:ahLst/>
              <a:cxnLst/>
              <a:rect l="l" t="t" r="r" b="b"/>
              <a:pathLst>
                <a:path w="676" h="705">
                  <a:moveTo>
                    <a:pt x="0" y="0"/>
                  </a:moveTo>
                  <a:moveTo>
                    <a:pt x="675" y="681"/>
                  </a:moveTo>
                  <a:lnTo>
                    <a:pt x="675" y="683"/>
                  </a:lnTo>
                  <a:lnTo>
                    <a:pt x="674" y="686"/>
                  </a:lnTo>
                  <a:lnTo>
                    <a:pt x="671" y="687"/>
                  </a:lnTo>
                  <a:lnTo>
                    <a:pt x="668" y="689"/>
                  </a:lnTo>
                  <a:lnTo>
                    <a:pt x="665" y="690"/>
                  </a:lnTo>
                  <a:lnTo>
                    <a:pt x="664" y="691"/>
                  </a:lnTo>
                  <a:lnTo>
                    <a:pt x="664" y="694"/>
                  </a:lnTo>
                  <a:lnTo>
                    <a:pt x="665" y="698"/>
                  </a:lnTo>
                  <a:lnTo>
                    <a:pt x="665" y="700"/>
                  </a:lnTo>
                  <a:lnTo>
                    <a:pt x="662" y="702"/>
                  </a:lnTo>
                  <a:lnTo>
                    <a:pt x="659" y="702"/>
                  </a:lnTo>
                  <a:lnTo>
                    <a:pt x="656" y="702"/>
                  </a:lnTo>
                  <a:lnTo>
                    <a:pt x="654" y="704"/>
                  </a:lnTo>
                  <a:lnTo>
                    <a:pt x="652" y="705"/>
                  </a:lnTo>
                  <a:lnTo>
                    <a:pt x="650" y="705"/>
                  </a:lnTo>
                  <a:lnTo>
                    <a:pt x="648" y="705"/>
                  </a:lnTo>
                  <a:lnTo>
                    <a:pt x="646" y="704"/>
                  </a:lnTo>
                  <a:lnTo>
                    <a:pt x="644" y="704"/>
                  </a:lnTo>
                  <a:lnTo>
                    <a:pt x="642" y="704"/>
                  </a:lnTo>
                  <a:lnTo>
                    <a:pt x="640" y="704"/>
                  </a:lnTo>
                  <a:lnTo>
                    <a:pt x="638" y="702"/>
                  </a:lnTo>
                  <a:lnTo>
                    <a:pt x="637" y="701"/>
                  </a:lnTo>
                  <a:lnTo>
                    <a:pt x="635" y="700"/>
                  </a:lnTo>
                  <a:lnTo>
                    <a:pt x="633" y="701"/>
                  </a:lnTo>
                  <a:lnTo>
                    <a:pt x="629" y="702"/>
                  </a:lnTo>
                  <a:lnTo>
                    <a:pt x="626" y="702"/>
                  </a:lnTo>
                  <a:lnTo>
                    <a:pt x="625" y="700"/>
                  </a:lnTo>
                  <a:lnTo>
                    <a:pt x="625" y="696"/>
                  </a:lnTo>
                  <a:lnTo>
                    <a:pt x="626" y="693"/>
                  </a:lnTo>
                  <a:lnTo>
                    <a:pt x="627" y="691"/>
                  </a:lnTo>
                  <a:lnTo>
                    <a:pt x="626" y="689"/>
                  </a:lnTo>
                  <a:lnTo>
                    <a:pt x="625" y="687"/>
                  </a:lnTo>
                  <a:lnTo>
                    <a:pt x="625" y="685"/>
                  </a:lnTo>
                  <a:lnTo>
                    <a:pt x="624" y="683"/>
                  </a:lnTo>
                  <a:lnTo>
                    <a:pt x="623" y="681"/>
                  </a:lnTo>
                  <a:lnTo>
                    <a:pt x="621" y="679"/>
                  </a:lnTo>
                  <a:lnTo>
                    <a:pt x="620" y="677"/>
                  </a:lnTo>
                  <a:lnTo>
                    <a:pt x="620" y="674"/>
                  </a:lnTo>
                  <a:lnTo>
                    <a:pt x="621" y="672"/>
                  </a:lnTo>
                  <a:lnTo>
                    <a:pt x="623" y="671"/>
                  </a:lnTo>
                  <a:lnTo>
                    <a:pt x="624" y="669"/>
                  </a:lnTo>
                  <a:lnTo>
                    <a:pt x="623" y="666"/>
                  </a:lnTo>
                  <a:lnTo>
                    <a:pt x="623" y="664"/>
                  </a:lnTo>
                  <a:lnTo>
                    <a:pt x="625" y="662"/>
                  </a:lnTo>
                  <a:lnTo>
                    <a:pt x="628" y="662"/>
                  </a:lnTo>
                  <a:lnTo>
                    <a:pt x="631" y="663"/>
                  </a:lnTo>
                  <a:lnTo>
                    <a:pt x="634" y="664"/>
                  </a:lnTo>
                  <a:lnTo>
                    <a:pt x="635" y="663"/>
                  </a:lnTo>
                  <a:lnTo>
                    <a:pt x="637" y="660"/>
                  </a:lnTo>
                  <a:lnTo>
                    <a:pt x="639" y="658"/>
                  </a:lnTo>
                  <a:lnTo>
                    <a:pt x="641" y="657"/>
                  </a:lnTo>
                  <a:lnTo>
                    <a:pt x="643" y="656"/>
                  </a:lnTo>
                  <a:lnTo>
                    <a:pt x="646" y="655"/>
                  </a:lnTo>
                  <a:lnTo>
                    <a:pt x="649" y="654"/>
                  </a:lnTo>
                  <a:lnTo>
                    <a:pt x="652" y="655"/>
                  </a:lnTo>
                  <a:lnTo>
                    <a:pt x="654" y="657"/>
                  </a:lnTo>
                  <a:lnTo>
                    <a:pt x="656" y="660"/>
                  </a:lnTo>
                  <a:lnTo>
                    <a:pt x="657" y="663"/>
                  </a:lnTo>
                  <a:lnTo>
                    <a:pt x="660" y="663"/>
                  </a:lnTo>
                  <a:lnTo>
                    <a:pt x="663" y="663"/>
                  </a:lnTo>
                  <a:lnTo>
                    <a:pt x="666" y="664"/>
                  </a:lnTo>
                  <a:lnTo>
                    <a:pt x="667" y="665"/>
                  </a:lnTo>
                  <a:lnTo>
                    <a:pt x="668" y="668"/>
                  </a:lnTo>
                  <a:lnTo>
                    <a:pt x="668" y="670"/>
                  </a:lnTo>
                  <a:lnTo>
                    <a:pt x="670" y="672"/>
                  </a:lnTo>
                  <a:lnTo>
                    <a:pt x="672" y="673"/>
                  </a:lnTo>
                  <a:lnTo>
                    <a:pt x="675" y="674"/>
                  </a:lnTo>
                  <a:lnTo>
                    <a:pt x="676" y="676"/>
                  </a:lnTo>
                  <a:lnTo>
                    <a:pt x="676" y="679"/>
                  </a:lnTo>
                  <a:close/>
                </a:path>
              </a:pathLst>
            </a:custGeom>
            <a:solidFill>
              <a:srgbClr val="ECB78D">
                <a:alpha val="24000"/>
              </a:srgbClr>
            </a:solidFill>
            <a:ln>
              <a:noFill/>
            </a:ln>
          </p:spPr>
          <p:txBody>
            <a:bodyPr anchor="ctr"/>
            <a:lstStyle/>
            <a:p>
              <a:pPr algn="ctr">
                <a:buNone/>
              </a:pPr>
            </a:p>
          </p:txBody>
        </p:sp>
        <p:sp>
          <p:nvSpPr>
            <p:cNvPr id="3029" name="addition:input:152"/>
            <p:cNvSpPr>
              <a:spLocks noGrp="1"/>
            </p:cNvSpPr>
            <p:nvPr/>
          </p:nvSpPr>
          <p:spPr>
            <a:xfrm>
              <a:off x="209550" y="5438775"/>
              <a:ext cx="994136" cy="1282172"/>
            </a:xfrm>
            <a:custGeom>
              <a:avLst/>
              <a:gdLst/>
              <a:ahLst/>
              <a:cxnLst/>
              <a:rect l="l" t="t" r="r" b="b"/>
              <a:pathLst>
                <a:path w="604" h="684">
                  <a:moveTo>
                    <a:pt x="0" y="0"/>
                  </a:moveTo>
                  <a:moveTo>
                    <a:pt x="600" y="655"/>
                  </a:moveTo>
                  <a:lnTo>
                    <a:pt x="603" y="658"/>
                  </a:lnTo>
                  <a:lnTo>
                    <a:pt x="603" y="660"/>
                  </a:lnTo>
                  <a:lnTo>
                    <a:pt x="604" y="663"/>
                  </a:lnTo>
                  <a:lnTo>
                    <a:pt x="604" y="665"/>
                  </a:lnTo>
                  <a:lnTo>
                    <a:pt x="604" y="668"/>
                  </a:lnTo>
                  <a:lnTo>
                    <a:pt x="602" y="670"/>
                  </a:lnTo>
                  <a:lnTo>
                    <a:pt x="599" y="671"/>
                  </a:lnTo>
                  <a:lnTo>
                    <a:pt x="596" y="671"/>
                  </a:lnTo>
                  <a:lnTo>
                    <a:pt x="594" y="672"/>
                  </a:lnTo>
                  <a:lnTo>
                    <a:pt x="593" y="674"/>
                  </a:lnTo>
                  <a:lnTo>
                    <a:pt x="592" y="677"/>
                  </a:lnTo>
                  <a:lnTo>
                    <a:pt x="590" y="678"/>
                  </a:lnTo>
                  <a:lnTo>
                    <a:pt x="587" y="678"/>
                  </a:lnTo>
                  <a:lnTo>
                    <a:pt x="584" y="677"/>
                  </a:lnTo>
                  <a:lnTo>
                    <a:pt x="582" y="677"/>
                  </a:lnTo>
                  <a:lnTo>
                    <a:pt x="579" y="679"/>
                  </a:lnTo>
                  <a:lnTo>
                    <a:pt x="577" y="682"/>
                  </a:lnTo>
                  <a:lnTo>
                    <a:pt x="574" y="684"/>
                  </a:lnTo>
                  <a:lnTo>
                    <a:pt x="570" y="684"/>
                  </a:lnTo>
                  <a:lnTo>
                    <a:pt x="567" y="683"/>
                  </a:lnTo>
                  <a:lnTo>
                    <a:pt x="564" y="681"/>
                  </a:lnTo>
                  <a:lnTo>
                    <a:pt x="562" y="680"/>
                  </a:lnTo>
                  <a:lnTo>
                    <a:pt x="559" y="678"/>
                  </a:lnTo>
                  <a:lnTo>
                    <a:pt x="558" y="675"/>
                  </a:lnTo>
                  <a:lnTo>
                    <a:pt x="557" y="672"/>
                  </a:lnTo>
                  <a:lnTo>
                    <a:pt x="556" y="671"/>
                  </a:lnTo>
                  <a:lnTo>
                    <a:pt x="553" y="670"/>
                  </a:lnTo>
                  <a:lnTo>
                    <a:pt x="548" y="670"/>
                  </a:lnTo>
                  <a:lnTo>
                    <a:pt x="545" y="670"/>
                  </a:lnTo>
                  <a:lnTo>
                    <a:pt x="543" y="668"/>
                  </a:lnTo>
                  <a:lnTo>
                    <a:pt x="543" y="665"/>
                  </a:lnTo>
                  <a:lnTo>
                    <a:pt x="544" y="662"/>
                  </a:lnTo>
                  <a:lnTo>
                    <a:pt x="544" y="660"/>
                  </a:lnTo>
                  <a:lnTo>
                    <a:pt x="543" y="658"/>
                  </a:lnTo>
                  <a:lnTo>
                    <a:pt x="542" y="655"/>
                  </a:lnTo>
                  <a:lnTo>
                    <a:pt x="543" y="653"/>
                  </a:lnTo>
                  <a:lnTo>
                    <a:pt x="545" y="651"/>
                  </a:lnTo>
                  <a:lnTo>
                    <a:pt x="547" y="649"/>
                  </a:lnTo>
                  <a:lnTo>
                    <a:pt x="549" y="647"/>
                  </a:lnTo>
                  <a:lnTo>
                    <a:pt x="550" y="645"/>
                  </a:lnTo>
                  <a:lnTo>
                    <a:pt x="552" y="643"/>
                  </a:lnTo>
                  <a:lnTo>
                    <a:pt x="554" y="642"/>
                  </a:lnTo>
                  <a:lnTo>
                    <a:pt x="556" y="640"/>
                  </a:lnTo>
                  <a:lnTo>
                    <a:pt x="557" y="638"/>
                  </a:lnTo>
                  <a:lnTo>
                    <a:pt x="557" y="634"/>
                  </a:lnTo>
                  <a:lnTo>
                    <a:pt x="558" y="631"/>
                  </a:lnTo>
                  <a:lnTo>
                    <a:pt x="560" y="629"/>
                  </a:lnTo>
                  <a:lnTo>
                    <a:pt x="563" y="629"/>
                  </a:lnTo>
                  <a:lnTo>
                    <a:pt x="567" y="631"/>
                  </a:lnTo>
                  <a:lnTo>
                    <a:pt x="570" y="633"/>
                  </a:lnTo>
                  <a:lnTo>
                    <a:pt x="572" y="633"/>
                  </a:lnTo>
                  <a:lnTo>
                    <a:pt x="574" y="632"/>
                  </a:lnTo>
                  <a:lnTo>
                    <a:pt x="576" y="631"/>
                  </a:lnTo>
                  <a:lnTo>
                    <a:pt x="578" y="631"/>
                  </a:lnTo>
                  <a:lnTo>
                    <a:pt x="580" y="632"/>
                  </a:lnTo>
                  <a:lnTo>
                    <a:pt x="582" y="632"/>
                  </a:lnTo>
                  <a:lnTo>
                    <a:pt x="585" y="632"/>
                  </a:lnTo>
                  <a:lnTo>
                    <a:pt x="587" y="632"/>
                  </a:lnTo>
                  <a:lnTo>
                    <a:pt x="589" y="633"/>
                  </a:lnTo>
                  <a:lnTo>
                    <a:pt x="591" y="635"/>
                  </a:lnTo>
                  <a:lnTo>
                    <a:pt x="592" y="637"/>
                  </a:lnTo>
                  <a:lnTo>
                    <a:pt x="594" y="638"/>
                  </a:lnTo>
                  <a:lnTo>
                    <a:pt x="597" y="639"/>
                  </a:lnTo>
                  <a:lnTo>
                    <a:pt x="600" y="641"/>
                  </a:lnTo>
                  <a:lnTo>
                    <a:pt x="599" y="644"/>
                  </a:lnTo>
                  <a:lnTo>
                    <a:pt x="597" y="647"/>
                  </a:lnTo>
                  <a:lnTo>
                    <a:pt x="595" y="650"/>
                  </a:lnTo>
                  <a:lnTo>
                    <a:pt x="595" y="652"/>
                  </a:lnTo>
                  <a:lnTo>
                    <a:pt x="597" y="653"/>
                  </a:lnTo>
                  <a:close/>
                </a:path>
              </a:pathLst>
            </a:custGeom>
            <a:solidFill>
              <a:srgbClr val="ECB78D">
                <a:alpha val="24000"/>
              </a:srgbClr>
            </a:solidFill>
            <a:ln>
              <a:noFill/>
            </a:ln>
          </p:spPr>
          <p:txBody>
            <a:bodyPr anchor="ctr"/>
            <a:lstStyle/>
            <a:p>
              <a:pPr algn="ctr">
                <a:buNone/>
              </a:pPr>
            </a:p>
          </p:txBody>
        </p:sp>
        <p:sp>
          <p:nvSpPr>
            <p:cNvPr id="3030" name="addition:input:153"/>
            <p:cNvSpPr>
              <a:spLocks noGrp="1"/>
            </p:cNvSpPr>
            <p:nvPr/>
          </p:nvSpPr>
          <p:spPr>
            <a:xfrm>
              <a:off x="209550" y="5438775"/>
              <a:ext cx="977676" cy="1162202"/>
            </a:xfrm>
            <a:custGeom>
              <a:avLst/>
              <a:gdLst/>
              <a:ahLst/>
              <a:cxnLst/>
              <a:rect l="l" t="t" r="r" b="b"/>
              <a:pathLst>
                <a:path w="594" h="620">
                  <a:moveTo>
                    <a:pt x="0" y="0"/>
                  </a:moveTo>
                  <a:moveTo>
                    <a:pt x="590" y="593"/>
                  </a:moveTo>
                  <a:lnTo>
                    <a:pt x="591" y="596"/>
                  </a:lnTo>
                  <a:lnTo>
                    <a:pt x="592" y="598"/>
                  </a:lnTo>
                  <a:lnTo>
                    <a:pt x="591" y="600"/>
                  </a:lnTo>
                  <a:lnTo>
                    <a:pt x="592" y="602"/>
                  </a:lnTo>
                  <a:lnTo>
                    <a:pt x="593" y="605"/>
                  </a:lnTo>
                  <a:lnTo>
                    <a:pt x="594" y="608"/>
                  </a:lnTo>
                  <a:lnTo>
                    <a:pt x="592" y="610"/>
                  </a:lnTo>
                  <a:lnTo>
                    <a:pt x="589" y="611"/>
                  </a:lnTo>
                  <a:lnTo>
                    <a:pt x="584" y="610"/>
                  </a:lnTo>
                  <a:lnTo>
                    <a:pt x="581" y="610"/>
                  </a:lnTo>
                  <a:lnTo>
                    <a:pt x="579" y="610"/>
                  </a:lnTo>
                  <a:lnTo>
                    <a:pt x="578" y="613"/>
                  </a:lnTo>
                  <a:lnTo>
                    <a:pt x="576" y="615"/>
                  </a:lnTo>
                  <a:lnTo>
                    <a:pt x="574" y="617"/>
                  </a:lnTo>
                  <a:lnTo>
                    <a:pt x="572" y="618"/>
                  </a:lnTo>
                  <a:lnTo>
                    <a:pt x="569" y="619"/>
                  </a:lnTo>
                  <a:lnTo>
                    <a:pt x="566" y="620"/>
                  </a:lnTo>
                  <a:lnTo>
                    <a:pt x="562" y="620"/>
                  </a:lnTo>
                  <a:lnTo>
                    <a:pt x="559" y="620"/>
                  </a:lnTo>
                  <a:lnTo>
                    <a:pt x="556" y="618"/>
                  </a:lnTo>
                  <a:lnTo>
                    <a:pt x="554" y="616"/>
                  </a:lnTo>
                  <a:lnTo>
                    <a:pt x="551" y="615"/>
                  </a:lnTo>
                  <a:lnTo>
                    <a:pt x="547" y="615"/>
                  </a:lnTo>
                  <a:lnTo>
                    <a:pt x="544" y="615"/>
                  </a:lnTo>
                  <a:lnTo>
                    <a:pt x="542" y="613"/>
                  </a:lnTo>
                  <a:lnTo>
                    <a:pt x="542" y="610"/>
                  </a:lnTo>
                  <a:lnTo>
                    <a:pt x="541" y="607"/>
                  </a:lnTo>
                  <a:lnTo>
                    <a:pt x="540" y="606"/>
                  </a:lnTo>
                  <a:lnTo>
                    <a:pt x="536" y="605"/>
                  </a:lnTo>
                  <a:lnTo>
                    <a:pt x="532" y="605"/>
                  </a:lnTo>
                  <a:lnTo>
                    <a:pt x="529" y="603"/>
                  </a:lnTo>
                  <a:lnTo>
                    <a:pt x="528" y="601"/>
                  </a:lnTo>
                  <a:lnTo>
                    <a:pt x="528" y="598"/>
                  </a:lnTo>
                  <a:lnTo>
                    <a:pt x="529" y="596"/>
                  </a:lnTo>
                  <a:lnTo>
                    <a:pt x="530" y="593"/>
                  </a:lnTo>
                  <a:lnTo>
                    <a:pt x="531" y="591"/>
                  </a:lnTo>
                  <a:lnTo>
                    <a:pt x="534" y="589"/>
                  </a:lnTo>
                  <a:lnTo>
                    <a:pt x="538" y="588"/>
                  </a:lnTo>
                  <a:lnTo>
                    <a:pt x="539" y="586"/>
                  </a:lnTo>
                  <a:lnTo>
                    <a:pt x="539" y="584"/>
                  </a:lnTo>
                  <a:lnTo>
                    <a:pt x="538" y="581"/>
                  </a:lnTo>
                  <a:lnTo>
                    <a:pt x="538" y="578"/>
                  </a:lnTo>
                  <a:lnTo>
                    <a:pt x="541" y="576"/>
                  </a:lnTo>
                  <a:lnTo>
                    <a:pt x="544" y="576"/>
                  </a:lnTo>
                  <a:lnTo>
                    <a:pt x="547" y="575"/>
                  </a:lnTo>
                  <a:lnTo>
                    <a:pt x="549" y="573"/>
                  </a:lnTo>
                  <a:lnTo>
                    <a:pt x="550" y="570"/>
                  </a:lnTo>
                  <a:lnTo>
                    <a:pt x="552" y="568"/>
                  </a:lnTo>
                  <a:lnTo>
                    <a:pt x="555" y="568"/>
                  </a:lnTo>
                  <a:lnTo>
                    <a:pt x="558" y="568"/>
                  </a:lnTo>
                  <a:lnTo>
                    <a:pt x="561" y="570"/>
                  </a:lnTo>
                  <a:lnTo>
                    <a:pt x="563" y="570"/>
                  </a:lnTo>
                  <a:lnTo>
                    <a:pt x="565" y="571"/>
                  </a:lnTo>
                  <a:lnTo>
                    <a:pt x="567" y="571"/>
                  </a:lnTo>
                  <a:lnTo>
                    <a:pt x="569" y="573"/>
                  </a:lnTo>
                  <a:lnTo>
                    <a:pt x="571" y="573"/>
                  </a:lnTo>
                  <a:lnTo>
                    <a:pt x="573" y="572"/>
                  </a:lnTo>
                  <a:lnTo>
                    <a:pt x="577" y="570"/>
                  </a:lnTo>
                  <a:lnTo>
                    <a:pt x="581" y="569"/>
                  </a:lnTo>
                  <a:lnTo>
                    <a:pt x="583" y="571"/>
                  </a:lnTo>
                  <a:lnTo>
                    <a:pt x="584" y="574"/>
                  </a:lnTo>
                  <a:lnTo>
                    <a:pt x="583" y="577"/>
                  </a:lnTo>
                  <a:lnTo>
                    <a:pt x="583" y="580"/>
                  </a:lnTo>
                  <a:lnTo>
                    <a:pt x="585" y="581"/>
                  </a:lnTo>
                  <a:lnTo>
                    <a:pt x="587" y="583"/>
                  </a:lnTo>
                  <a:lnTo>
                    <a:pt x="588" y="585"/>
                  </a:lnTo>
                  <a:lnTo>
                    <a:pt x="588" y="587"/>
                  </a:lnTo>
                  <a:lnTo>
                    <a:pt x="588" y="589"/>
                  </a:lnTo>
                  <a:lnTo>
                    <a:pt x="589" y="591"/>
                  </a:lnTo>
                  <a:close/>
                </a:path>
              </a:pathLst>
            </a:custGeom>
            <a:solidFill>
              <a:srgbClr val="ECB78D">
                <a:alpha val="24000"/>
              </a:srgbClr>
            </a:solidFill>
            <a:ln>
              <a:noFill/>
            </a:ln>
          </p:spPr>
          <p:txBody>
            <a:bodyPr anchor="ctr"/>
            <a:lstStyle/>
            <a:p>
              <a:pPr algn="ctr">
                <a:buNone/>
              </a:pPr>
            </a:p>
          </p:txBody>
        </p:sp>
        <p:sp>
          <p:nvSpPr>
            <p:cNvPr id="3031" name="addition:input:154"/>
            <p:cNvSpPr>
              <a:spLocks noGrp="1"/>
            </p:cNvSpPr>
            <p:nvPr/>
          </p:nvSpPr>
          <p:spPr>
            <a:xfrm>
              <a:off x="209550" y="5438775"/>
              <a:ext cx="1022116" cy="1057229"/>
            </a:xfrm>
            <a:custGeom>
              <a:avLst/>
              <a:gdLst/>
              <a:ahLst/>
              <a:cxnLst/>
              <a:rect l="l" t="t" r="r" b="b"/>
              <a:pathLst>
                <a:path w="621" h="564">
                  <a:moveTo>
                    <a:pt x="0" y="0"/>
                  </a:moveTo>
                  <a:moveTo>
                    <a:pt x="618" y="537"/>
                  </a:moveTo>
                  <a:lnTo>
                    <a:pt x="618" y="539"/>
                  </a:lnTo>
                  <a:lnTo>
                    <a:pt x="617" y="542"/>
                  </a:lnTo>
                  <a:lnTo>
                    <a:pt x="615" y="544"/>
                  </a:lnTo>
                  <a:lnTo>
                    <a:pt x="614" y="545"/>
                  </a:lnTo>
                  <a:lnTo>
                    <a:pt x="612" y="547"/>
                  </a:lnTo>
                  <a:lnTo>
                    <a:pt x="612" y="549"/>
                  </a:lnTo>
                  <a:lnTo>
                    <a:pt x="610" y="551"/>
                  </a:lnTo>
                  <a:lnTo>
                    <a:pt x="608" y="553"/>
                  </a:lnTo>
                  <a:lnTo>
                    <a:pt x="607" y="554"/>
                  </a:lnTo>
                  <a:lnTo>
                    <a:pt x="605" y="556"/>
                  </a:lnTo>
                  <a:lnTo>
                    <a:pt x="605" y="559"/>
                  </a:lnTo>
                  <a:lnTo>
                    <a:pt x="604" y="563"/>
                  </a:lnTo>
                  <a:lnTo>
                    <a:pt x="602" y="564"/>
                  </a:lnTo>
                  <a:lnTo>
                    <a:pt x="599" y="563"/>
                  </a:lnTo>
                  <a:lnTo>
                    <a:pt x="596" y="560"/>
                  </a:lnTo>
                  <a:lnTo>
                    <a:pt x="593" y="559"/>
                  </a:lnTo>
                  <a:lnTo>
                    <a:pt x="592" y="558"/>
                  </a:lnTo>
                  <a:lnTo>
                    <a:pt x="590" y="559"/>
                  </a:lnTo>
                  <a:lnTo>
                    <a:pt x="588" y="560"/>
                  </a:lnTo>
                  <a:lnTo>
                    <a:pt x="586" y="560"/>
                  </a:lnTo>
                  <a:lnTo>
                    <a:pt x="584" y="560"/>
                  </a:lnTo>
                  <a:lnTo>
                    <a:pt x="582" y="560"/>
                  </a:lnTo>
                  <a:lnTo>
                    <a:pt x="580" y="560"/>
                  </a:lnTo>
                  <a:lnTo>
                    <a:pt x="578" y="560"/>
                  </a:lnTo>
                  <a:lnTo>
                    <a:pt x="576" y="558"/>
                  </a:lnTo>
                  <a:lnTo>
                    <a:pt x="575" y="555"/>
                  </a:lnTo>
                  <a:lnTo>
                    <a:pt x="575" y="553"/>
                  </a:lnTo>
                  <a:lnTo>
                    <a:pt x="573" y="552"/>
                  </a:lnTo>
                  <a:lnTo>
                    <a:pt x="571" y="550"/>
                  </a:lnTo>
                  <a:lnTo>
                    <a:pt x="569" y="549"/>
                  </a:lnTo>
                  <a:lnTo>
                    <a:pt x="569" y="546"/>
                  </a:lnTo>
                  <a:lnTo>
                    <a:pt x="571" y="543"/>
                  </a:lnTo>
                  <a:lnTo>
                    <a:pt x="572" y="541"/>
                  </a:lnTo>
                  <a:lnTo>
                    <a:pt x="572" y="539"/>
                  </a:lnTo>
                  <a:lnTo>
                    <a:pt x="570" y="537"/>
                  </a:lnTo>
                  <a:lnTo>
                    <a:pt x="567" y="535"/>
                  </a:lnTo>
                  <a:lnTo>
                    <a:pt x="565" y="533"/>
                  </a:lnTo>
                  <a:lnTo>
                    <a:pt x="565" y="530"/>
                  </a:lnTo>
                  <a:lnTo>
                    <a:pt x="565" y="528"/>
                  </a:lnTo>
                  <a:lnTo>
                    <a:pt x="566" y="525"/>
                  </a:lnTo>
                  <a:lnTo>
                    <a:pt x="566" y="523"/>
                  </a:lnTo>
                  <a:lnTo>
                    <a:pt x="569" y="522"/>
                  </a:lnTo>
                  <a:lnTo>
                    <a:pt x="572" y="522"/>
                  </a:lnTo>
                  <a:lnTo>
                    <a:pt x="574" y="522"/>
                  </a:lnTo>
                  <a:lnTo>
                    <a:pt x="576" y="521"/>
                  </a:lnTo>
                  <a:lnTo>
                    <a:pt x="577" y="519"/>
                  </a:lnTo>
                  <a:lnTo>
                    <a:pt x="578" y="516"/>
                  </a:lnTo>
                  <a:lnTo>
                    <a:pt x="579" y="514"/>
                  </a:lnTo>
                  <a:lnTo>
                    <a:pt x="582" y="514"/>
                  </a:lnTo>
                  <a:lnTo>
                    <a:pt x="585" y="515"/>
                  </a:lnTo>
                  <a:lnTo>
                    <a:pt x="587" y="515"/>
                  </a:lnTo>
                  <a:lnTo>
                    <a:pt x="589" y="513"/>
                  </a:lnTo>
                  <a:lnTo>
                    <a:pt x="592" y="511"/>
                  </a:lnTo>
                  <a:lnTo>
                    <a:pt x="595" y="510"/>
                  </a:lnTo>
                  <a:lnTo>
                    <a:pt x="598" y="511"/>
                  </a:lnTo>
                  <a:lnTo>
                    <a:pt x="600" y="512"/>
                  </a:lnTo>
                  <a:lnTo>
                    <a:pt x="603" y="514"/>
                  </a:lnTo>
                  <a:lnTo>
                    <a:pt x="605" y="516"/>
                  </a:lnTo>
                  <a:lnTo>
                    <a:pt x="606" y="518"/>
                  </a:lnTo>
                  <a:lnTo>
                    <a:pt x="608" y="520"/>
                  </a:lnTo>
                  <a:lnTo>
                    <a:pt x="608" y="522"/>
                  </a:lnTo>
                  <a:lnTo>
                    <a:pt x="610" y="524"/>
                  </a:lnTo>
                  <a:lnTo>
                    <a:pt x="612" y="524"/>
                  </a:lnTo>
                  <a:lnTo>
                    <a:pt x="616" y="524"/>
                  </a:lnTo>
                  <a:lnTo>
                    <a:pt x="620" y="525"/>
                  </a:lnTo>
                  <a:lnTo>
                    <a:pt x="621" y="527"/>
                  </a:lnTo>
                  <a:lnTo>
                    <a:pt x="620" y="530"/>
                  </a:lnTo>
                  <a:lnTo>
                    <a:pt x="619" y="533"/>
                  </a:lnTo>
                  <a:lnTo>
                    <a:pt x="618" y="535"/>
                  </a:lnTo>
                  <a:close/>
                </a:path>
              </a:pathLst>
            </a:custGeom>
            <a:solidFill>
              <a:srgbClr val="ECB78D">
                <a:alpha val="24000"/>
              </a:srgbClr>
            </a:solidFill>
            <a:ln>
              <a:noFill/>
            </a:ln>
          </p:spPr>
          <p:txBody>
            <a:bodyPr anchor="ctr"/>
            <a:lstStyle/>
            <a:p>
              <a:pPr algn="ctr">
                <a:buNone/>
              </a:pPr>
            </a:p>
          </p:txBody>
        </p:sp>
        <p:sp>
          <p:nvSpPr>
            <p:cNvPr id="3032" name="addition:input:155"/>
            <p:cNvSpPr>
              <a:spLocks noGrp="1"/>
            </p:cNvSpPr>
            <p:nvPr/>
          </p:nvSpPr>
          <p:spPr>
            <a:xfrm>
              <a:off x="209550" y="5438775"/>
              <a:ext cx="1142268" cy="1014115"/>
            </a:xfrm>
            <a:custGeom>
              <a:avLst/>
              <a:gdLst/>
              <a:ahLst/>
              <a:cxnLst/>
              <a:rect l="l" t="t" r="r" b="b"/>
              <a:pathLst>
                <a:path w="694" h="541">
                  <a:moveTo>
                    <a:pt x="0" y="0"/>
                  </a:moveTo>
                  <a:moveTo>
                    <a:pt x="691" y="515"/>
                  </a:moveTo>
                  <a:lnTo>
                    <a:pt x="691" y="517"/>
                  </a:lnTo>
                  <a:lnTo>
                    <a:pt x="691" y="519"/>
                  </a:lnTo>
                  <a:lnTo>
                    <a:pt x="690" y="521"/>
                  </a:lnTo>
                  <a:lnTo>
                    <a:pt x="688" y="523"/>
                  </a:lnTo>
                  <a:lnTo>
                    <a:pt x="686" y="524"/>
                  </a:lnTo>
                  <a:lnTo>
                    <a:pt x="685" y="526"/>
                  </a:lnTo>
                  <a:lnTo>
                    <a:pt x="684" y="528"/>
                  </a:lnTo>
                  <a:lnTo>
                    <a:pt x="683" y="530"/>
                  </a:lnTo>
                  <a:lnTo>
                    <a:pt x="681" y="531"/>
                  </a:lnTo>
                  <a:lnTo>
                    <a:pt x="679" y="532"/>
                  </a:lnTo>
                  <a:lnTo>
                    <a:pt x="677" y="534"/>
                  </a:lnTo>
                  <a:lnTo>
                    <a:pt x="677" y="537"/>
                  </a:lnTo>
                  <a:lnTo>
                    <a:pt x="675" y="540"/>
                  </a:lnTo>
                  <a:lnTo>
                    <a:pt x="673" y="541"/>
                  </a:lnTo>
                  <a:lnTo>
                    <a:pt x="670" y="540"/>
                  </a:lnTo>
                  <a:lnTo>
                    <a:pt x="668" y="538"/>
                  </a:lnTo>
                  <a:lnTo>
                    <a:pt x="666" y="536"/>
                  </a:lnTo>
                  <a:lnTo>
                    <a:pt x="664" y="535"/>
                  </a:lnTo>
                  <a:lnTo>
                    <a:pt x="662" y="536"/>
                  </a:lnTo>
                  <a:lnTo>
                    <a:pt x="661" y="536"/>
                  </a:lnTo>
                  <a:lnTo>
                    <a:pt x="659" y="536"/>
                  </a:lnTo>
                  <a:lnTo>
                    <a:pt x="657" y="535"/>
                  </a:lnTo>
                  <a:lnTo>
                    <a:pt x="656" y="535"/>
                  </a:lnTo>
                  <a:lnTo>
                    <a:pt x="653" y="535"/>
                  </a:lnTo>
                  <a:lnTo>
                    <a:pt x="651" y="535"/>
                  </a:lnTo>
                  <a:lnTo>
                    <a:pt x="650" y="533"/>
                  </a:lnTo>
                  <a:lnTo>
                    <a:pt x="650" y="530"/>
                  </a:lnTo>
                  <a:lnTo>
                    <a:pt x="650" y="528"/>
                  </a:lnTo>
                  <a:lnTo>
                    <a:pt x="648" y="527"/>
                  </a:lnTo>
                  <a:lnTo>
                    <a:pt x="646" y="526"/>
                  </a:lnTo>
                  <a:lnTo>
                    <a:pt x="645" y="524"/>
                  </a:lnTo>
                  <a:lnTo>
                    <a:pt x="646" y="522"/>
                  </a:lnTo>
                  <a:lnTo>
                    <a:pt x="648" y="519"/>
                  </a:lnTo>
                  <a:lnTo>
                    <a:pt x="649" y="517"/>
                  </a:lnTo>
                  <a:lnTo>
                    <a:pt x="649" y="515"/>
                  </a:lnTo>
                  <a:lnTo>
                    <a:pt x="648" y="513"/>
                  </a:lnTo>
                  <a:lnTo>
                    <a:pt x="646" y="511"/>
                  </a:lnTo>
                  <a:lnTo>
                    <a:pt x="645" y="509"/>
                  </a:lnTo>
                  <a:lnTo>
                    <a:pt x="645" y="507"/>
                  </a:lnTo>
                  <a:lnTo>
                    <a:pt x="645" y="504"/>
                  </a:lnTo>
                  <a:lnTo>
                    <a:pt x="645" y="502"/>
                  </a:lnTo>
                  <a:lnTo>
                    <a:pt x="646" y="500"/>
                  </a:lnTo>
                  <a:lnTo>
                    <a:pt x="648" y="499"/>
                  </a:lnTo>
                  <a:lnTo>
                    <a:pt x="650" y="499"/>
                  </a:lnTo>
                  <a:lnTo>
                    <a:pt x="653" y="499"/>
                  </a:lnTo>
                  <a:lnTo>
                    <a:pt x="654" y="499"/>
                  </a:lnTo>
                  <a:lnTo>
                    <a:pt x="655" y="497"/>
                  </a:lnTo>
                  <a:lnTo>
                    <a:pt x="656" y="494"/>
                  </a:lnTo>
                  <a:lnTo>
                    <a:pt x="658" y="493"/>
                  </a:lnTo>
                  <a:lnTo>
                    <a:pt x="660" y="493"/>
                  </a:lnTo>
                  <a:lnTo>
                    <a:pt x="662" y="494"/>
                  </a:lnTo>
                  <a:lnTo>
                    <a:pt x="664" y="494"/>
                  </a:lnTo>
                  <a:lnTo>
                    <a:pt x="666" y="493"/>
                  </a:lnTo>
                  <a:lnTo>
                    <a:pt x="668" y="491"/>
                  </a:lnTo>
                  <a:lnTo>
                    <a:pt x="671" y="491"/>
                  </a:lnTo>
                  <a:lnTo>
                    <a:pt x="673" y="491"/>
                  </a:lnTo>
                  <a:lnTo>
                    <a:pt x="676" y="493"/>
                  </a:lnTo>
                  <a:lnTo>
                    <a:pt x="678" y="494"/>
                  </a:lnTo>
                  <a:lnTo>
                    <a:pt x="679" y="496"/>
                  </a:lnTo>
                  <a:lnTo>
                    <a:pt x="681" y="498"/>
                  </a:lnTo>
                  <a:lnTo>
                    <a:pt x="682" y="500"/>
                  </a:lnTo>
                  <a:lnTo>
                    <a:pt x="682" y="503"/>
                  </a:lnTo>
                  <a:lnTo>
                    <a:pt x="683" y="504"/>
                  </a:lnTo>
                  <a:lnTo>
                    <a:pt x="685" y="505"/>
                  </a:lnTo>
                  <a:lnTo>
                    <a:pt x="689" y="505"/>
                  </a:lnTo>
                  <a:lnTo>
                    <a:pt x="692" y="506"/>
                  </a:lnTo>
                  <a:lnTo>
                    <a:pt x="694" y="508"/>
                  </a:lnTo>
                  <a:lnTo>
                    <a:pt x="693" y="511"/>
                  </a:lnTo>
                  <a:lnTo>
                    <a:pt x="692" y="513"/>
                  </a:lnTo>
                  <a:close/>
                </a:path>
              </a:pathLst>
            </a:custGeom>
            <a:solidFill>
              <a:srgbClr val="ECB78D">
                <a:alpha val="24000"/>
              </a:srgbClr>
            </a:solidFill>
            <a:ln>
              <a:noFill/>
            </a:ln>
          </p:spPr>
          <p:txBody>
            <a:bodyPr anchor="ctr"/>
            <a:lstStyle/>
            <a:p>
              <a:pPr algn="ctr">
                <a:buNone/>
              </a:pPr>
            </a:p>
          </p:txBody>
        </p:sp>
        <p:sp>
          <p:nvSpPr>
            <p:cNvPr id="3033" name="addition:input:156"/>
            <p:cNvSpPr>
              <a:spLocks noGrp="1"/>
            </p:cNvSpPr>
            <p:nvPr/>
          </p:nvSpPr>
          <p:spPr>
            <a:xfrm>
              <a:off x="209550" y="5438775"/>
              <a:ext cx="1257483" cy="1075974"/>
            </a:xfrm>
            <a:custGeom>
              <a:avLst/>
              <a:gdLst/>
              <a:ahLst/>
              <a:cxnLst/>
              <a:rect l="l" t="t" r="r" b="b"/>
              <a:pathLst>
                <a:path w="764" h="574">
                  <a:moveTo>
                    <a:pt x="0" y="0"/>
                  </a:moveTo>
                  <a:moveTo>
                    <a:pt x="764" y="546"/>
                  </a:moveTo>
                  <a:lnTo>
                    <a:pt x="764" y="548"/>
                  </a:lnTo>
                  <a:lnTo>
                    <a:pt x="763" y="550"/>
                  </a:lnTo>
                  <a:lnTo>
                    <a:pt x="763" y="552"/>
                  </a:lnTo>
                  <a:lnTo>
                    <a:pt x="763" y="555"/>
                  </a:lnTo>
                  <a:lnTo>
                    <a:pt x="762" y="557"/>
                  </a:lnTo>
                  <a:lnTo>
                    <a:pt x="760" y="558"/>
                  </a:lnTo>
                  <a:lnTo>
                    <a:pt x="759" y="559"/>
                  </a:lnTo>
                  <a:lnTo>
                    <a:pt x="757" y="561"/>
                  </a:lnTo>
                  <a:lnTo>
                    <a:pt x="756" y="563"/>
                  </a:lnTo>
                  <a:lnTo>
                    <a:pt x="755" y="564"/>
                  </a:lnTo>
                  <a:lnTo>
                    <a:pt x="752" y="565"/>
                  </a:lnTo>
                  <a:lnTo>
                    <a:pt x="750" y="564"/>
                  </a:lnTo>
                  <a:lnTo>
                    <a:pt x="748" y="564"/>
                  </a:lnTo>
                  <a:lnTo>
                    <a:pt x="746" y="566"/>
                  </a:lnTo>
                  <a:lnTo>
                    <a:pt x="745" y="570"/>
                  </a:lnTo>
                  <a:lnTo>
                    <a:pt x="743" y="573"/>
                  </a:lnTo>
                  <a:lnTo>
                    <a:pt x="740" y="574"/>
                  </a:lnTo>
                  <a:lnTo>
                    <a:pt x="737" y="572"/>
                  </a:lnTo>
                  <a:lnTo>
                    <a:pt x="735" y="570"/>
                  </a:lnTo>
                  <a:lnTo>
                    <a:pt x="733" y="568"/>
                  </a:lnTo>
                  <a:lnTo>
                    <a:pt x="731" y="567"/>
                  </a:lnTo>
                  <a:lnTo>
                    <a:pt x="729" y="566"/>
                  </a:lnTo>
                  <a:lnTo>
                    <a:pt x="728" y="565"/>
                  </a:lnTo>
                  <a:lnTo>
                    <a:pt x="726" y="563"/>
                  </a:lnTo>
                  <a:lnTo>
                    <a:pt x="724" y="562"/>
                  </a:lnTo>
                  <a:lnTo>
                    <a:pt x="722" y="562"/>
                  </a:lnTo>
                  <a:lnTo>
                    <a:pt x="719" y="562"/>
                  </a:lnTo>
                  <a:lnTo>
                    <a:pt x="718" y="561"/>
                  </a:lnTo>
                  <a:lnTo>
                    <a:pt x="717" y="558"/>
                  </a:lnTo>
                  <a:lnTo>
                    <a:pt x="718" y="556"/>
                  </a:lnTo>
                  <a:lnTo>
                    <a:pt x="717" y="554"/>
                  </a:lnTo>
                  <a:lnTo>
                    <a:pt x="716" y="552"/>
                  </a:lnTo>
                  <a:lnTo>
                    <a:pt x="714" y="551"/>
                  </a:lnTo>
                  <a:lnTo>
                    <a:pt x="714" y="548"/>
                  </a:lnTo>
                  <a:lnTo>
                    <a:pt x="715" y="546"/>
                  </a:lnTo>
                  <a:lnTo>
                    <a:pt x="718" y="544"/>
                  </a:lnTo>
                  <a:lnTo>
                    <a:pt x="720" y="542"/>
                  </a:lnTo>
                  <a:lnTo>
                    <a:pt x="721" y="541"/>
                  </a:lnTo>
                  <a:lnTo>
                    <a:pt x="722" y="539"/>
                  </a:lnTo>
                  <a:lnTo>
                    <a:pt x="722" y="537"/>
                  </a:lnTo>
                  <a:lnTo>
                    <a:pt x="722" y="535"/>
                  </a:lnTo>
                  <a:lnTo>
                    <a:pt x="723" y="532"/>
                  </a:lnTo>
                  <a:lnTo>
                    <a:pt x="723" y="530"/>
                  </a:lnTo>
                  <a:lnTo>
                    <a:pt x="723" y="527"/>
                  </a:lnTo>
                  <a:lnTo>
                    <a:pt x="724" y="525"/>
                  </a:lnTo>
                  <a:lnTo>
                    <a:pt x="727" y="524"/>
                  </a:lnTo>
                  <a:lnTo>
                    <a:pt x="730" y="525"/>
                  </a:lnTo>
                  <a:lnTo>
                    <a:pt x="732" y="526"/>
                  </a:lnTo>
                  <a:lnTo>
                    <a:pt x="734" y="526"/>
                  </a:lnTo>
                  <a:lnTo>
                    <a:pt x="735" y="524"/>
                  </a:lnTo>
                  <a:lnTo>
                    <a:pt x="736" y="523"/>
                  </a:lnTo>
                  <a:lnTo>
                    <a:pt x="738" y="522"/>
                  </a:lnTo>
                  <a:lnTo>
                    <a:pt x="740" y="523"/>
                  </a:lnTo>
                  <a:lnTo>
                    <a:pt x="741" y="525"/>
                  </a:lnTo>
                  <a:lnTo>
                    <a:pt x="743" y="525"/>
                  </a:lnTo>
                  <a:lnTo>
                    <a:pt x="745" y="524"/>
                  </a:lnTo>
                  <a:lnTo>
                    <a:pt x="747" y="524"/>
                  </a:lnTo>
                  <a:lnTo>
                    <a:pt x="749" y="524"/>
                  </a:lnTo>
                  <a:lnTo>
                    <a:pt x="751" y="525"/>
                  </a:lnTo>
                  <a:lnTo>
                    <a:pt x="752" y="526"/>
                  </a:lnTo>
                  <a:lnTo>
                    <a:pt x="754" y="527"/>
                  </a:lnTo>
                  <a:lnTo>
                    <a:pt x="756" y="529"/>
                  </a:lnTo>
                  <a:lnTo>
                    <a:pt x="757" y="531"/>
                  </a:lnTo>
                  <a:lnTo>
                    <a:pt x="756" y="535"/>
                  </a:lnTo>
                  <a:lnTo>
                    <a:pt x="755" y="537"/>
                  </a:lnTo>
                  <a:lnTo>
                    <a:pt x="755" y="539"/>
                  </a:lnTo>
                  <a:lnTo>
                    <a:pt x="757" y="541"/>
                  </a:lnTo>
                  <a:lnTo>
                    <a:pt x="760" y="542"/>
                  </a:lnTo>
                  <a:lnTo>
                    <a:pt x="763" y="544"/>
                  </a:lnTo>
                  <a:close/>
                </a:path>
              </a:pathLst>
            </a:custGeom>
            <a:solidFill>
              <a:srgbClr val="ECB78D">
                <a:alpha val="24000"/>
              </a:srgbClr>
            </a:solidFill>
            <a:ln>
              <a:noFill/>
            </a:ln>
          </p:spPr>
          <p:txBody>
            <a:bodyPr anchor="ctr"/>
            <a:lstStyle/>
            <a:p>
              <a:pPr algn="ctr">
                <a:buNone/>
              </a:pPr>
            </a:p>
          </p:txBody>
        </p:sp>
        <p:sp>
          <p:nvSpPr>
            <p:cNvPr id="3034" name="addition:input:157"/>
            <p:cNvSpPr>
              <a:spLocks noGrp="1"/>
            </p:cNvSpPr>
            <p:nvPr/>
          </p:nvSpPr>
          <p:spPr>
            <a:xfrm>
              <a:off x="209550" y="5438775"/>
              <a:ext cx="1665671" cy="834161"/>
            </a:xfrm>
            <a:custGeom>
              <a:avLst/>
              <a:gdLst/>
              <a:ahLst/>
              <a:cxnLst/>
              <a:rect l="l" t="t" r="r" b="b"/>
              <a:pathLst>
                <a:path w="1012" h="445">
                  <a:moveTo>
                    <a:pt x="0" y="0"/>
                  </a:moveTo>
                  <a:moveTo>
                    <a:pt x="1007" y="309"/>
                  </a:moveTo>
                  <a:lnTo>
                    <a:pt x="1001" y="322"/>
                  </a:lnTo>
                  <a:lnTo>
                    <a:pt x="987" y="333"/>
                  </a:lnTo>
                  <a:lnTo>
                    <a:pt x="966" y="342"/>
                  </a:lnTo>
                  <a:lnTo>
                    <a:pt x="947" y="349"/>
                  </a:lnTo>
                  <a:lnTo>
                    <a:pt x="940" y="358"/>
                  </a:lnTo>
                  <a:lnTo>
                    <a:pt x="945" y="373"/>
                  </a:lnTo>
                  <a:lnTo>
                    <a:pt x="954" y="393"/>
                  </a:lnTo>
                  <a:lnTo>
                    <a:pt x="953" y="411"/>
                  </a:lnTo>
                  <a:lnTo>
                    <a:pt x="940" y="421"/>
                  </a:lnTo>
                  <a:lnTo>
                    <a:pt x="921" y="424"/>
                  </a:lnTo>
                  <a:lnTo>
                    <a:pt x="904" y="427"/>
                  </a:lnTo>
                  <a:lnTo>
                    <a:pt x="891" y="433"/>
                  </a:lnTo>
                  <a:lnTo>
                    <a:pt x="879" y="441"/>
                  </a:lnTo>
                  <a:lnTo>
                    <a:pt x="866" y="445"/>
                  </a:lnTo>
                  <a:lnTo>
                    <a:pt x="851" y="444"/>
                  </a:lnTo>
                  <a:lnTo>
                    <a:pt x="837" y="440"/>
                  </a:lnTo>
                  <a:lnTo>
                    <a:pt x="824" y="439"/>
                  </a:lnTo>
                  <a:lnTo>
                    <a:pt x="812" y="442"/>
                  </a:lnTo>
                  <a:lnTo>
                    <a:pt x="800" y="442"/>
                  </a:lnTo>
                  <a:lnTo>
                    <a:pt x="789" y="436"/>
                  </a:lnTo>
                  <a:lnTo>
                    <a:pt x="780" y="428"/>
                  </a:lnTo>
                  <a:lnTo>
                    <a:pt x="769" y="424"/>
                  </a:lnTo>
                  <a:lnTo>
                    <a:pt x="753" y="428"/>
                  </a:lnTo>
                  <a:lnTo>
                    <a:pt x="731" y="436"/>
                  </a:lnTo>
                  <a:lnTo>
                    <a:pt x="710" y="437"/>
                  </a:lnTo>
                  <a:lnTo>
                    <a:pt x="697" y="427"/>
                  </a:lnTo>
                  <a:lnTo>
                    <a:pt x="697" y="409"/>
                  </a:lnTo>
                  <a:lnTo>
                    <a:pt x="702" y="389"/>
                  </a:lnTo>
                  <a:lnTo>
                    <a:pt x="704" y="374"/>
                  </a:lnTo>
                  <a:lnTo>
                    <a:pt x="699" y="363"/>
                  </a:lnTo>
                  <a:lnTo>
                    <a:pt x="690" y="354"/>
                  </a:lnTo>
                  <a:lnTo>
                    <a:pt x="684" y="343"/>
                  </a:lnTo>
                  <a:lnTo>
                    <a:pt x="679" y="332"/>
                  </a:lnTo>
                  <a:lnTo>
                    <a:pt x="671" y="321"/>
                  </a:lnTo>
                  <a:lnTo>
                    <a:pt x="658" y="309"/>
                  </a:lnTo>
                  <a:lnTo>
                    <a:pt x="646" y="296"/>
                  </a:lnTo>
                  <a:lnTo>
                    <a:pt x="643" y="282"/>
                  </a:lnTo>
                  <a:lnTo>
                    <a:pt x="650" y="270"/>
                  </a:lnTo>
                  <a:lnTo>
                    <a:pt x="661" y="261"/>
                  </a:lnTo>
                  <a:lnTo>
                    <a:pt x="666" y="250"/>
                  </a:lnTo>
                  <a:lnTo>
                    <a:pt x="664" y="236"/>
                  </a:lnTo>
                  <a:lnTo>
                    <a:pt x="663" y="220"/>
                  </a:lnTo>
                  <a:lnTo>
                    <a:pt x="671" y="209"/>
                  </a:lnTo>
                  <a:lnTo>
                    <a:pt x="691" y="207"/>
                  </a:lnTo>
                  <a:lnTo>
                    <a:pt x="714" y="210"/>
                  </a:lnTo>
                  <a:lnTo>
                    <a:pt x="732" y="212"/>
                  </a:lnTo>
                  <a:lnTo>
                    <a:pt x="742" y="206"/>
                  </a:lnTo>
                  <a:lnTo>
                    <a:pt x="751" y="193"/>
                  </a:lnTo>
                  <a:lnTo>
                    <a:pt x="761" y="181"/>
                  </a:lnTo>
                  <a:lnTo>
                    <a:pt x="775" y="172"/>
                  </a:lnTo>
                  <a:lnTo>
                    <a:pt x="792" y="165"/>
                  </a:lnTo>
                  <a:lnTo>
                    <a:pt x="809" y="158"/>
                  </a:lnTo>
                  <a:lnTo>
                    <a:pt x="828" y="152"/>
                  </a:lnTo>
                  <a:lnTo>
                    <a:pt x="848" y="153"/>
                  </a:lnTo>
                  <a:lnTo>
                    <a:pt x="865" y="164"/>
                  </a:lnTo>
                  <a:lnTo>
                    <a:pt x="877" y="182"/>
                  </a:lnTo>
                  <a:lnTo>
                    <a:pt x="887" y="197"/>
                  </a:lnTo>
                  <a:lnTo>
                    <a:pt x="901" y="202"/>
                  </a:lnTo>
                  <a:lnTo>
                    <a:pt x="921" y="200"/>
                  </a:lnTo>
                  <a:lnTo>
                    <a:pt x="940" y="200"/>
                  </a:lnTo>
                  <a:lnTo>
                    <a:pt x="954" y="208"/>
                  </a:lnTo>
                  <a:lnTo>
                    <a:pt x="959" y="221"/>
                  </a:lnTo>
                  <a:lnTo>
                    <a:pt x="962" y="234"/>
                  </a:lnTo>
                  <a:lnTo>
                    <a:pt x="971" y="243"/>
                  </a:lnTo>
                  <a:lnTo>
                    <a:pt x="987" y="249"/>
                  </a:lnTo>
                  <a:lnTo>
                    <a:pt x="1003" y="257"/>
                  </a:lnTo>
                  <a:lnTo>
                    <a:pt x="1012" y="269"/>
                  </a:lnTo>
                  <a:lnTo>
                    <a:pt x="1012" y="282"/>
                  </a:lnTo>
                  <a:lnTo>
                    <a:pt x="1010" y="296"/>
                  </a:lnTo>
                  <a:close/>
                </a:path>
              </a:pathLst>
            </a:custGeom>
            <a:solidFill>
              <a:srgbClr val="C5E9DF">
                <a:alpha val="43000"/>
              </a:srgbClr>
            </a:solidFill>
            <a:ln>
              <a:noFill/>
            </a:ln>
          </p:spPr>
          <p:txBody>
            <a:bodyPr anchor="ctr"/>
            <a:lstStyle/>
            <a:p>
              <a:pPr algn="ctr">
                <a:buNone/>
              </a:pPr>
            </a:p>
          </p:txBody>
        </p:sp>
        <p:sp>
          <p:nvSpPr>
            <p:cNvPr id="3035" name="addition:input:158"/>
            <p:cNvSpPr>
              <a:spLocks noGrp="1"/>
            </p:cNvSpPr>
            <p:nvPr/>
          </p:nvSpPr>
          <p:spPr>
            <a:xfrm>
              <a:off x="209550" y="5438775"/>
              <a:ext cx="1614648" cy="847283"/>
            </a:xfrm>
            <a:custGeom>
              <a:avLst/>
              <a:gdLst/>
              <a:ahLst/>
              <a:cxnLst/>
              <a:rect l="l" t="t" r="r" b="b"/>
              <a:pathLst>
                <a:path w="981" h="452">
                  <a:moveTo>
                    <a:pt x="0" y="0"/>
                  </a:moveTo>
                  <a:moveTo>
                    <a:pt x="981" y="314"/>
                  </a:moveTo>
                  <a:lnTo>
                    <a:pt x="976" y="325"/>
                  </a:lnTo>
                  <a:lnTo>
                    <a:pt x="966" y="335"/>
                  </a:lnTo>
                  <a:lnTo>
                    <a:pt x="960" y="345"/>
                  </a:lnTo>
                  <a:lnTo>
                    <a:pt x="962" y="356"/>
                  </a:lnTo>
                  <a:lnTo>
                    <a:pt x="966" y="369"/>
                  </a:lnTo>
                  <a:lnTo>
                    <a:pt x="962" y="380"/>
                  </a:lnTo>
                  <a:lnTo>
                    <a:pt x="948" y="386"/>
                  </a:lnTo>
                  <a:lnTo>
                    <a:pt x="930" y="388"/>
                  </a:lnTo>
                  <a:lnTo>
                    <a:pt x="913" y="389"/>
                  </a:lnTo>
                  <a:lnTo>
                    <a:pt x="903" y="394"/>
                  </a:lnTo>
                  <a:lnTo>
                    <a:pt x="895" y="403"/>
                  </a:lnTo>
                  <a:lnTo>
                    <a:pt x="886" y="412"/>
                  </a:lnTo>
                  <a:lnTo>
                    <a:pt x="875" y="420"/>
                  </a:lnTo>
                  <a:lnTo>
                    <a:pt x="863" y="428"/>
                  </a:lnTo>
                  <a:lnTo>
                    <a:pt x="850" y="438"/>
                  </a:lnTo>
                  <a:lnTo>
                    <a:pt x="836" y="448"/>
                  </a:lnTo>
                  <a:lnTo>
                    <a:pt x="820" y="452"/>
                  </a:lnTo>
                  <a:lnTo>
                    <a:pt x="803" y="446"/>
                  </a:lnTo>
                  <a:lnTo>
                    <a:pt x="789" y="431"/>
                  </a:lnTo>
                  <a:lnTo>
                    <a:pt x="779" y="416"/>
                  </a:lnTo>
                  <a:lnTo>
                    <a:pt x="768" y="411"/>
                  </a:lnTo>
                  <a:lnTo>
                    <a:pt x="753" y="413"/>
                  </a:lnTo>
                  <a:lnTo>
                    <a:pt x="738" y="416"/>
                  </a:lnTo>
                  <a:lnTo>
                    <a:pt x="725" y="413"/>
                  </a:lnTo>
                  <a:lnTo>
                    <a:pt x="717" y="404"/>
                  </a:lnTo>
                  <a:lnTo>
                    <a:pt x="711" y="395"/>
                  </a:lnTo>
                  <a:lnTo>
                    <a:pt x="703" y="388"/>
                  </a:lnTo>
                  <a:lnTo>
                    <a:pt x="691" y="384"/>
                  </a:lnTo>
                  <a:lnTo>
                    <a:pt x="679" y="378"/>
                  </a:lnTo>
                  <a:lnTo>
                    <a:pt x="673" y="369"/>
                  </a:lnTo>
                  <a:lnTo>
                    <a:pt x="670" y="358"/>
                  </a:lnTo>
                  <a:lnTo>
                    <a:pt x="669" y="347"/>
                  </a:lnTo>
                  <a:lnTo>
                    <a:pt x="665" y="337"/>
                  </a:lnTo>
                  <a:lnTo>
                    <a:pt x="664" y="325"/>
                  </a:lnTo>
                  <a:lnTo>
                    <a:pt x="672" y="314"/>
                  </a:lnTo>
                  <a:lnTo>
                    <a:pt x="689" y="304"/>
                  </a:lnTo>
                  <a:lnTo>
                    <a:pt x="707" y="297"/>
                  </a:lnTo>
                  <a:lnTo>
                    <a:pt x="715" y="289"/>
                  </a:lnTo>
                  <a:lnTo>
                    <a:pt x="710" y="278"/>
                  </a:lnTo>
                  <a:lnTo>
                    <a:pt x="699" y="263"/>
                  </a:lnTo>
                  <a:lnTo>
                    <a:pt x="693" y="248"/>
                  </a:lnTo>
                  <a:lnTo>
                    <a:pt x="697" y="236"/>
                  </a:lnTo>
                  <a:lnTo>
                    <a:pt x="709" y="230"/>
                  </a:lnTo>
                  <a:lnTo>
                    <a:pt x="722" y="224"/>
                  </a:lnTo>
                  <a:lnTo>
                    <a:pt x="731" y="218"/>
                  </a:lnTo>
                  <a:lnTo>
                    <a:pt x="741" y="211"/>
                  </a:lnTo>
                  <a:lnTo>
                    <a:pt x="752" y="208"/>
                  </a:lnTo>
                  <a:lnTo>
                    <a:pt x="765" y="208"/>
                  </a:lnTo>
                  <a:lnTo>
                    <a:pt x="777" y="209"/>
                  </a:lnTo>
                  <a:lnTo>
                    <a:pt x="786" y="206"/>
                  </a:lnTo>
                  <a:lnTo>
                    <a:pt x="795" y="200"/>
                  </a:lnTo>
                  <a:lnTo>
                    <a:pt x="806" y="196"/>
                  </a:lnTo>
                  <a:lnTo>
                    <a:pt x="816" y="199"/>
                  </a:lnTo>
                  <a:lnTo>
                    <a:pt x="826" y="207"/>
                  </a:lnTo>
                  <a:lnTo>
                    <a:pt x="836" y="212"/>
                  </a:lnTo>
                  <a:lnTo>
                    <a:pt x="848" y="209"/>
                  </a:lnTo>
                  <a:lnTo>
                    <a:pt x="865" y="200"/>
                  </a:lnTo>
                  <a:lnTo>
                    <a:pt x="883" y="194"/>
                  </a:lnTo>
                  <a:lnTo>
                    <a:pt x="898" y="198"/>
                  </a:lnTo>
                  <a:lnTo>
                    <a:pt x="905" y="211"/>
                  </a:lnTo>
                  <a:lnTo>
                    <a:pt x="907" y="226"/>
                  </a:lnTo>
                  <a:lnTo>
                    <a:pt x="910" y="240"/>
                  </a:lnTo>
                  <a:lnTo>
                    <a:pt x="915" y="250"/>
                  </a:lnTo>
                  <a:lnTo>
                    <a:pt x="922" y="259"/>
                  </a:lnTo>
                  <a:lnTo>
                    <a:pt x="927" y="268"/>
                  </a:lnTo>
                  <a:lnTo>
                    <a:pt x="932" y="277"/>
                  </a:lnTo>
                  <a:lnTo>
                    <a:pt x="942" y="285"/>
                  </a:lnTo>
                  <a:lnTo>
                    <a:pt x="957" y="293"/>
                  </a:lnTo>
                  <a:lnTo>
                    <a:pt x="974" y="303"/>
                  </a:lnTo>
                  <a:close/>
                </a:path>
              </a:pathLst>
            </a:custGeom>
            <a:solidFill>
              <a:srgbClr val="86D1BC">
                <a:alpha val="43000"/>
              </a:srgbClr>
            </a:solidFill>
            <a:ln>
              <a:noFill/>
            </a:ln>
          </p:spPr>
          <p:txBody>
            <a:bodyPr anchor="ctr"/>
            <a:lstStyle/>
            <a:p>
              <a:pPr algn="ctr">
                <a:buNone/>
              </a:pPr>
            </a:p>
          </p:txBody>
        </p:sp>
        <p:sp>
          <p:nvSpPr>
            <p:cNvPr id="3036" name="addition:input:159"/>
            <p:cNvSpPr>
              <a:spLocks noGrp="1"/>
            </p:cNvSpPr>
            <p:nvPr/>
          </p:nvSpPr>
          <p:spPr>
            <a:xfrm>
              <a:off x="209550" y="5438775"/>
              <a:ext cx="1535643" cy="809793"/>
            </a:xfrm>
            <a:custGeom>
              <a:avLst/>
              <a:gdLst/>
              <a:ahLst/>
              <a:cxnLst/>
              <a:rect l="l" t="t" r="r" b="b"/>
              <a:pathLst>
                <a:path w="933" h="432">
                  <a:moveTo>
                    <a:pt x="0" y="0"/>
                  </a:moveTo>
                  <a:moveTo>
                    <a:pt x="924" y="319"/>
                  </a:moveTo>
                  <a:lnTo>
                    <a:pt x="925" y="328"/>
                  </a:lnTo>
                  <a:lnTo>
                    <a:pt x="919" y="337"/>
                  </a:lnTo>
                  <a:lnTo>
                    <a:pt x="910" y="344"/>
                  </a:lnTo>
                  <a:lnTo>
                    <a:pt x="907" y="352"/>
                  </a:lnTo>
                  <a:lnTo>
                    <a:pt x="910" y="362"/>
                  </a:lnTo>
                  <a:lnTo>
                    <a:pt x="913" y="374"/>
                  </a:lnTo>
                  <a:lnTo>
                    <a:pt x="911" y="384"/>
                  </a:lnTo>
                  <a:lnTo>
                    <a:pt x="905" y="392"/>
                  </a:lnTo>
                  <a:lnTo>
                    <a:pt x="898" y="399"/>
                  </a:lnTo>
                  <a:lnTo>
                    <a:pt x="891" y="406"/>
                  </a:lnTo>
                  <a:lnTo>
                    <a:pt x="883" y="412"/>
                  </a:lnTo>
                  <a:lnTo>
                    <a:pt x="872" y="413"/>
                  </a:lnTo>
                  <a:lnTo>
                    <a:pt x="858" y="407"/>
                  </a:lnTo>
                  <a:lnTo>
                    <a:pt x="846" y="400"/>
                  </a:lnTo>
                  <a:lnTo>
                    <a:pt x="838" y="399"/>
                  </a:lnTo>
                  <a:lnTo>
                    <a:pt x="831" y="407"/>
                  </a:lnTo>
                  <a:lnTo>
                    <a:pt x="823" y="420"/>
                  </a:lnTo>
                  <a:lnTo>
                    <a:pt x="812" y="430"/>
                  </a:lnTo>
                  <a:lnTo>
                    <a:pt x="800" y="432"/>
                  </a:lnTo>
                  <a:lnTo>
                    <a:pt x="789" y="426"/>
                  </a:lnTo>
                  <a:lnTo>
                    <a:pt x="779" y="420"/>
                  </a:lnTo>
                  <a:lnTo>
                    <a:pt x="768" y="416"/>
                  </a:lnTo>
                  <a:lnTo>
                    <a:pt x="755" y="413"/>
                  </a:lnTo>
                  <a:lnTo>
                    <a:pt x="744" y="408"/>
                  </a:lnTo>
                  <a:lnTo>
                    <a:pt x="736" y="400"/>
                  </a:lnTo>
                  <a:lnTo>
                    <a:pt x="730" y="391"/>
                  </a:lnTo>
                  <a:lnTo>
                    <a:pt x="722" y="383"/>
                  </a:lnTo>
                  <a:lnTo>
                    <a:pt x="712" y="377"/>
                  </a:lnTo>
                  <a:lnTo>
                    <a:pt x="703" y="371"/>
                  </a:lnTo>
                  <a:lnTo>
                    <a:pt x="699" y="361"/>
                  </a:lnTo>
                  <a:lnTo>
                    <a:pt x="699" y="351"/>
                  </a:lnTo>
                  <a:lnTo>
                    <a:pt x="698" y="343"/>
                  </a:lnTo>
                  <a:lnTo>
                    <a:pt x="688" y="336"/>
                  </a:lnTo>
                  <a:lnTo>
                    <a:pt x="670" y="329"/>
                  </a:lnTo>
                  <a:lnTo>
                    <a:pt x="655" y="319"/>
                  </a:lnTo>
                  <a:lnTo>
                    <a:pt x="651" y="308"/>
                  </a:lnTo>
                  <a:lnTo>
                    <a:pt x="660" y="298"/>
                  </a:lnTo>
                  <a:lnTo>
                    <a:pt x="675" y="291"/>
                  </a:lnTo>
                  <a:lnTo>
                    <a:pt x="688" y="285"/>
                  </a:lnTo>
                  <a:lnTo>
                    <a:pt x="696" y="278"/>
                  </a:lnTo>
                  <a:lnTo>
                    <a:pt x="702" y="270"/>
                  </a:lnTo>
                  <a:lnTo>
                    <a:pt x="710" y="264"/>
                  </a:lnTo>
                  <a:lnTo>
                    <a:pt x="719" y="258"/>
                  </a:lnTo>
                  <a:lnTo>
                    <a:pt x="726" y="251"/>
                  </a:lnTo>
                  <a:lnTo>
                    <a:pt x="731" y="241"/>
                  </a:lnTo>
                  <a:lnTo>
                    <a:pt x="737" y="229"/>
                  </a:lnTo>
                  <a:lnTo>
                    <a:pt x="747" y="221"/>
                  </a:lnTo>
                  <a:lnTo>
                    <a:pt x="761" y="220"/>
                  </a:lnTo>
                  <a:lnTo>
                    <a:pt x="775" y="222"/>
                  </a:lnTo>
                  <a:lnTo>
                    <a:pt x="788" y="221"/>
                  </a:lnTo>
                  <a:lnTo>
                    <a:pt x="800" y="215"/>
                  </a:lnTo>
                  <a:lnTo>
                    <a:pt x="812" y="207"/>
                  </a:lnTo>
                  <a:lnTo>
                    <a:pt x="825" y="204"/>
                  </a:lnTo>
                  <a:lnTo>
                    <a:pt x="837" y="211"/>
                  </a:lnTo>
                  <a:lnTo>
                    <a:pt x="846" y="223"/>
                  </a:lnTo>
                  <a:lnTo>
                    <a:pt x="852" y="234"/>
                  </a:lnTo>
                  <a:lnTo>
                    <a:pt x="860" y="239"/>
                  </a:lnTo>
                  <a:lnTo>
                    <a:pt x="870" y="239"/>
                  </a:lnTo>
                  <a:lnTo>
                    <a:pt x="881" y="239"/>
                  </a:lnTo>
                  <a:lnTo>
                    <a:pt x="891" y="241"/>
                  </a:lnTo>
                  <a:lnTo>
                    <a:pt x="901" y="244"/>
                  </a:lnTo>
                  <a:lnTo>
                    <a:pt x="912" y="247"/>
                  </a:lnTo>
                  <a:lnTo>
                    <a:pt x="924" y="251"/>
                  </a:lnTo>
                  <a:lnTo>
                    <a:pt x="933" y="258"/>
                  </a:lnTo>
                  <a:lnTo>
                    <a:pt x="932" y="269"/>
                  </a:lnTo>
                  <a:lnTo>
                    <a:pt x="923" y="283"/>
                  </a:lnTo>
                  <a:lnTo>
                    <a:pt x="913" y="294"/>
                  </a:lnTo>
                  <a:lnTo>
                    <a:pt x="910" y="303"/>
                  </a:lnTo>
                  <a:lnTo>
                    <a:pt x="917" y="310"/>
                  </a:lnTo>
                  <a:close/>
                </a:path>
              </a:pathLst>
            </a:custGeom>
            <a:solidFill>
              <a:srgbClr val="56BFA2">
                <a:alpha val="35000"/>
              </a:srgbClr>
            </a:solidFill>
            <a:ln>
              <a:noFill/>
            </a:ln>
          </p:spPr>
          <p:txBody>
            <a:bodyPr anchor="ctr"/>
            <a:lstStyle/>
            <a:p>
              <a:pPr algn="ctr">
                <a:buNone/>
              </a:pPr>
            </a:p>
          </p:txBody>
        </p:sp>
        <p:sp>
          <p:nvSpPr>
            <p:cNvPr id="3037" name="addition:input:160"/>
            <p:cNvSpPr>
              <a:spLocks noGrp="1"/>
            </p:cNvSpPr>
            <p:nvPr/>
          </p:nvSpPr>
          <p:spPr>
            <a:xfrm>
              <a:off x="209550" y="5438775"/>
              <a:ext cx="1333195" cy="631713"/>
            </a:xfrm>
            <a:custGeom>
              <a:avLst/>
              <a:gdLst/>
              <a:ahLst/>
              <a:cxnLst/>
              <a:rect l="l" t="t" r="r" b="b"/>
              <a:pathLst>
                <a:path w="810" h="337">
                  <a:moveTo>
                    <a:pt x="0" y="0"/>
                  </a:moveTo>
                  <a:moveTo>
                    <a:pt x="802" y="289"/>
                  </a:moveTo>
                  <a:lnTo>
                    <a:pt x="800" y="292"/>
                  </a:lnTo>
                  <a:lnTo>
                    <a:pt x="803" y="296"/>
                  </a:lnTo>
                  <a:lnTo>
                    <a:pt x="807" y="301"/>
                  </a:lnTo>
                  <a:lnTo>
                    <a:pt x="810" y="306"/>
                  </a:lnTo>
                  <a:lnTo>
                    <a:pt x="810" y="310"/>
                  </a:lnTo>
                  <a:lnTo>
                    <a:pt x="807" y="313"/>
                  </a:lnTo>
                  <a:lnTo>
                    <a:pt x="803" y="316"/>
                  </a:lnTo>
                  <a:lnTo>
                    <a:pt x="799" y="318"/>
                  </a:lnTo>
                  <a:lnTo>
                    <a:pt x="795" y="320"/>
                  </a:lnTo>
                  <a:lnTo>
                    <a:pt x="790" y="320"/>
                  </a:lnTo>
                  <a:lnTo>
                    <a:pt x="784" y="320"/>
                  </a:lnTo>
                  <a:lnTo>
                    <a:pt x="780" y="320"/>
                  </a:lnTo>
                  <a:lnTo>
                    <a:pt x="777" y="323"/>
                  </a:lnTo>
                  <a:lnTo>
                    <a:pt x="775" y="329"/>
                  </a:lnTo>
                  <a:lnTo>
                    <a:pt x="771" y="335"/>
                  </a:lnTo>
                  <a:lnTo>
                    <a:pt x="766" y="337"/>
                  </a:lnTo>
                  <a:lnTo>
                    <a:pt x="760" y="336"/>
                  </a:lnTo>
                  <a:lnTo>
                    <a:pt x="755" y="333"/>
                  </a:lnTo>
                  <a:lnTo>
                    <a:pt x="749" y="331"/>
                  </a:lnTo>
                  <a:lnTo>
                    <a:pt x="744" y="331"/>
                  </a:lnTo>
                  <a:lnTo>
                    <a:pt x="738" y="332"/>
                  </a:lnTo>
                  <a:lnTo>
                    <a:pt x="732" y="331"/>
                  </a:lnTo>
                  <a:lnTo>
                    <a:pt x="728" y="327"/>
                  </a:lnTo>
                  <a:lnTo>
                    <a:pt x="725" y="323"/>
                  </a:lnTo>
                  <a:lnTo>
                    <a:pt x="722" y="320"/>
                  </a:lnTo>
                  <a:lnTo>
                    <a:pt x="718" y="318"/>
                  </a:lnTo>
                  <a:lnTo>
                    <a:pt x="714" y="316"/>
                  </a:lnTo>
                  <a:lnTo>
                    <a:pt x="712" y="312"/>
                  </a:lnTo>
                  <a:lnTo>
                    <a:pt x="710" y="309"/>
                  </a:lnTo>
                  <a:lnTo>
                    <a:pt x="706" y="307"/>
                  </a:lnTo>
                  <a:lnTo>
                    <a:pt x="700" y="305"/>
                  </a:lnTo>
                  <a:lnTo>
                    <a:pt x="693" y="302"/>
                  </a:lnTo>
                  <a:lnTo>
                    <a:pt x="690" y="298"/>
                  </a:lnTo>
                  <a:lnTo>
                    <a:pt x="692" y="293"/>
                  </a:lnTo>
                  <a:lnTo>
                    <a:pt x="699" y="289"/>
                  </a:lnTo>
                  <a:lnTo>
                    <a:pt x="706" y="285"/>
                  </a:lnTo>
                  <a:lnTo>
                    <a:pt x="709" y="282"/>
                  </a:lnTo>
                  <a:lnTo>
                    <a:pt x="710" y="279"/>
                  </a:lnTo>
                  <a:lnTo>
                    <a:pt x="710" y="275"/>
                  </a:lnTo>
                  <a:lnTo>
                    <a:pt x="711" y="271"/>
                  </a:lnTo>
                  <a:lnTo>
                    <a:pt x="714" y="268"/>
                  </a:lnTo>
                  <a:lnTo>
                    <a:pt x="717" y="265"/>
                  </a:lnTo>
                  <a:lnTo>
                    <a:pt x="719" y="261"/>
                  </a:lnTo>
                  <a:lnTo>
                    <a:pt x="721" y="256"/>
                  </a:lnTo>
                  <a:lnTo>
                    <a:pt x="724" y="253"/>
                  </a:lnTo>
                  <a:lnTo>
                    <a:pt x="729" y="252"/>
                  </a:lnTo>
                  <a:lnTo>
                    <a:pt x="734" y="251"/>
                  </a:lnTo>
                  <a:lnTo>
                    <a:pt x="738" y="249"/>
                  </a:lnTo>
                  <a:lnTo>
                    <a:pt x="742" y="245"/>
                  </a:lnTo>
                  <a:lnTo>
                    <a:pt x="746" y="243"/>
                  </a:lnTo>
                  <a:lnTo>
                    <a:pt x="751" y="243"/>
                  </a:lnTo>
                  <a:lnTo>
                    <a:pt x="755" y="248"/>
                  </a:lnTo>
                  <a:lnTo>
                    <a:pt x="759" y="252"/>
                  </a:lnTo>
                  <a:lnTo>
                    <a:pt x="762" y="255"/>
                  </a:lnTo>
                  <a:lnTo>
                    <a:pt x="765" y="253"/>
                  </a:lnTo>
                  <a:lnTo>
                    <a:pt x="770" y="250"/>
                  </a:lnTo>
                  <a:lnTo>
                    <a:pt x="775" y="248"/>
                  </a:lnTo>
                  <a:lnTo>
                    <a:pt x="780" y="249"/>
                  </a:lnTo>
                  <a:lnTo>
                    <a:pt x="784" y="250"/>
                  </a:lnTo>
                  <a:lnTo>
                    <a:pt x="788" y="252"/>
                  </a:lnTo>
                  <a:lnTo>
                    <a:pt x="792" y="255"/>
                  </a:lnTo>
                  <a:lnTo>
                    <a:pt x="794" y="258"/>
                  </a:lnTo>
                  <a:lnTo>
                    <a:pt x="794" y="263"/>
                  </a:lnTo>
                  <a:lnTo>
                    <a:pt x="793" y="268"/>
                  </a:lnTo>
                  <a:lnTo>
                    <a:pt x="793" y="272"/>
                  </a:lnTo>
                  <a:lnTo>
                    <a:pt x="796" y="275"/>
                  </a:lnTo>
                  <a:lnTo>
                    <a:pt x="801" y="278"/>
                  </a:lnTo>
                  <a:lnTo>
                    <a:pt x="804" y="281"/>
                  </a:lnTo>
                  <a:lnTo>
                    <a:pt x="804" y="285"/>
                  </a:lnTo>
                  <a:close/>
                </a:path>
              </a:pathLst>
            </a:custGeom>
            <a:solidFill>
              <a:srgbClr val="86D1BC">
                <a:alpha val="32000"/>
              </a:srgbClr>
            </a:solidFill>
            <a:ln>
              <a:noFill/>
            </a:ln>
          </p:spPr>
          <p:txBody>
            <a:bodyPr anchor="ctr"/>
            <a:lstStyle/>
            <a:p>
              <a:pPr algn="ctr">
                <a:buNone/>
              </a:pPr>
            </a:p>
          </p:txBody>
        </p:sp>
        <p:sp>
          <p:nvSpPr>
            <p:cNvPr id="3038" name="addition:input:161"/>
            <p:cNvSpPr>
              <a:spLocks noGrp="1"/>
            </p:cNvSpPr>
            <p:nvPr/>
          </p:nvSpPr>
          <p:spPr>
            <a:xfrm>
              <a:off x="209550" y="5438775"/>
              <a:ext cx="1397386" cy="556732"/>
            </a:xfrm>
            <a:custGeom>
              <a:avLst/>
              <a:gdLst/>
              <a:ahLst/>
              <a:cxnLst/>
              <a:rect l="l" t="t" r="r" b="b"/>
              <a:pathLst>
                <a:path w="849" h="297">
                  <a:moveTo>
                    <a:pt x="0" y="0"/>
                  </a:moveTo>
                  <a:moveTo>
                    <a:pt x="849" y="254"/>
                  </a:moveTo>
                  <a:lnTo>
                    <a:pt x="845" y="258"/>
                  </a:lnTo>
                  <a:lnTo>
                    <a:pt x="840" y="261"/>
                  </a:lnTo>
                  <a:lnTo>
                    <a:pt x="836" y="264"/>
                  </a:lnTo>
                  <a:lnTo>
                    <a:pt x="834" y="267"/>
                  </a:lnTo>
                  <a:lnTo>
                    <a:pt x="835" y="271"/>
                  </a:lnTo>
                  <a:lnTo>
                    <a:pt x="834" y="275"/>
                  </a:lnTo>
                  <a:lnTo>
                    <a:pt x="833" y="279"/>
                  </a:lnTo>
                  <a:lnTo>
                    <a:pt x="832" y="283"/>
                  </a:lnTo>
                  <a:lnTo>
                    <a:pt x="831" y="287"/>
                  </a:lnTo>
                  <a:lnTo>
                    <a:pt x="829" y="292"/>
                  </a:lnTo>
                  <a:lnTo>
                    <a:pt x="826" y="295"/>
                  </a:lnTo>
                  <a:lnTo>
                    <a:pt x="820" y="295"/>
                  </a:lnTo>
                  <a:lnTo>
                    <a:pt x="814" y="292"/>
                  </a:lnTo>
                  <a:lnTo>
                    <a:pt x="809" y="289"/>
                  </a:lnTo>
                  <a:lnTo>
                    <a:pt x="806" y="289"/>
                  </a:lnTo>
                  <a:lnTo>
                    <a:pt x="803" y="292"/>
                  </a:lnTo>
                  <a:lnTo>
                    <a:pt x="800" y="295"/>
                  </a:lnTo>
                  <a:lnTo>
                    <a:pt x="796" y="297"/>
                  </a:lnTo>
                  <a:lnTo>
                    <a:pt x="793" y="296"/>
                  </a:lnTo>
                  <a:lnTo>
                    <a:pt x="789" y="294"/>
                  </a:lnTo>
                  <a:lnTo>
                    <a:pt x="785" y="293"/>
                  </a:lnTo>
                  <a:lnTo>
                    <a:pt x="781" y="294"/>
                  </a:lnTo>
                  <a:lnTo>
                    <a:pt x="776" y="294"/>
                  </a:lnTo>
                  <a:lnTo>
                    <a:pt x="772" y="292"/>
                  </a:lnTo>
                  <a:lnTo>
                    <a:pt x="769" y="289"/>
                  </a:lnTo>
                  <a:lnTo>
                    <a:pt x="766" y="286"/>
                  </a:lnTo>
                  <a:lnTo>
                    <a:pt x="762" y="283"/>
                  </a:lnTo>
                  <a:lnTo>
                    <a:pt x="758" y="280"/>
                  </a:lnTo>
                  <a:lnTo>
                    <a:pt x="757" y="276"/>
                  </a:lnTo>
                  <a:lnTo>
                    <a:pt x="759" y="271"/>
                  </a:lnTo>
                  <a:lnTo>
                    <a:pt x="761" y="267"/>
                  </a:lnTo>
                  <a:lnTo>
                    <a:pt x="760" y="263"/>
                  </a:lnTo>
                  <a:lnTo>
                    <a:pt x="754" y="261"/>
                  </a:lnTo>
                  <a:lnTo>
                    <a:pt x="747" y="258"/>
                  </a:lnTo>
                  <a:lnTo>
                    <a:pt x="741" y="254"/>
                  </a:lnTo>
                  <a:lnTo>
                    <a:pt x="739" y="250"/>
                  </a:lnTo>
                  <a:lnTo>
                    <a:pt x="741" y="246"/>
                  </a:lnTo>
                  <a:lnTo>
                    <a:pt x="744" y="243"/>
                  </a:lnTo>
                  <a:lnTo>
                    <a:pt x="746" y="239"/>
                  </a:lnTo>
                  <a:lnTo>
                    <a:pt x="748" y="236"/>
                  </a:lnTo>
                  <a:lnTo>
                    <a:pt x="751" y="233"/>
                  </a:lnTo>
                  <a:lnTo>
                    <a:pt x="755" y="231"/>
                  </a:lnTo>
                  <a:lnTo>
                    <a:pt x="759" y="229"/>
                  </a:lnTo>
                  <a:lnTo>
                    <a:pt x="762" y="227"/>
                  </a:lnTo>
                  <a:lnTo>
                    <a:pt x="764" y="223"/>
                  </a:lnTo>
                  <a:lnTo>
                    <a:pt x="767" y="219"/>
                  </a:lnTo>
                  <a:lnTo>
                    <a:pt x="771" y="218"/>
                  </a:lnTo>
                  <a:lnTo>
                    <a:pt x="777" y="218"/>
                  </a:lnTo>
                  <a:lnTo>
                    <a:pt x="782" y="218"/>
                  </a:lnTo>
                  <a:lnTo>
                    <a:pt x="786" y="215"/>
                  </a:lnTo>
                  <a:lnTo>
                    <a:pt x="790" y="210"/>
                  </a:lnTo>
                  <a:lnTo>
                    <a:pt x="795" y="206"/>
                  </a:lnTo>
                  <a:lnTo>
                    <a:pt x="801" y="206"/>
                  </a:lnTo>
                  <a:lnTo>
                    <a:pt x="807" y="209"/>
                  </a:lnTo>
                  <a:lnTo>
                    <a:pt x="811" y="214"/>
                  </a:lnTo>
                  <a:lnTo>
                    <a:pt x="814" y="218"/>
                  </a:lnTo>
                  <a:lnTo>
                    <a:pt x="818" y="220"/>
                  </a:lnTo>
                  <a:lnTo>
                    <a:pt x="822" y="221"/>
                  </a:lnTo>
                  <a:lnTo>
                    <a:pt x="825" y="223"/>
                  </a:lnTo>
                  <a:lnTo>
                    <a:pt x="829" y="225"/>
                  </a:lnTo>
                  <a:lnTo>
                    <a:pt x="833" y="226"/>
                  </a:lnTo>
                  <a:lnTo>
                    <a:pt x="839" y="226"/>
                  </a:lnTo>
                  <a:lnTo>
                    <a:pt x="845" y="227"/>
                  </a:lnTo>
                  <a:lnTo>
                    <a:pt x="848" y="230"/>
                  </a:lnTo>
                  <a:lnTo>
                    <a:pt x="848" y="235"/>
                  </a:lnTo>
                  <a:lnTo>
                    <a:pt x="845" y="240"/>
                  </a:lnTo>
                  <a:lnTo>
                    <a:pt x="844" y="244"/>
                  </a:lnTo>
                  <a:lnTo>
                    <a:pt x="846" y="247"/>
                  </a:lnTo>
                  <a:lnTo>
                    <a:pt x="848" y="251"/>
                  </a:lnTo>
                  <a:close/>
                </a:path>
              </a:pathLst>
            </a:custGeom>
            <a:solidFill>
              <a:srgbClr val="86D1BC">
                <a:alpha val="32000"/>
              </a:srgbClr>
            </a:solidFill>
            <a:ln>
              <a:noFill/>
            </a:ln>
          </p:spPr>
          <p:txBody>
            <a:bodyPr anchor="ctr"/>
            <a:lstStyle/>
            <a:p>
              <a:pPr algn="ctr">
                <a:buNone/>
              </a:pPr>
            </a:p>
          </p:txBody>
        </p:sp>
        <p:sp>
          <p:nvSpPr>
            <p:cNvPr id="3039" name="addition:input:162"/>
            <p:cNvSpPr>
              <a:spLocks noGrp="1"/>
            </p:cNvSpPr>
            <p:nvPr/>
          </p:nvSpPr>
          <p:spPr>
            <a:xfrm>
              <a:off x="209550" y="5438775"/>
              <a:ext cx="1474744" cy="582976"/>
            </a:xfrm>
            <a:custGeom>
              <a:avLst/>
              <a:gdLst/>
              <a:ahLst/>
              <a:cxnLst/>
              <a:rect l="l" t="t" r="r" b="b"/>
              <a:pathLst>
                <a:path w="896" h="311">
                  <a:moveTo>
                    <a:pt x="0" y="0"/>
                  </a:moveTo>
                  <a:moveTo>
                    <a:pt x="890" y="264"/>
                  </a:moveTo>
                  <a:lnTo>
                    <a:pt x="890" y="268"/>
                  </a:lnTo>
                  <a:lnTo>
                    <a:pt x="890" y="271"/>
                  </a:lnTo>
                  <a:lnTo>
                    <a:pt x="890" y="275"/>
                  </a:lnTo>
                  <a:lnTo>
                    <a:pt x="891" y="279"/>
                  </a:lnTo>
                  <a:lnTo>
                    <a:pt x="894" y="285"/>
                  </a:lnTo>
                  <a:lnTo>
                    <a:pt x="896" y="291"/>
                  </a:lnTo>
                  <a:lnTo>
                    <a:pt x="896" y="296"/>
                  </a:lnTo>
                  <a:lnTo>
                    <a:pt x="891" y="298"/>
                  </a:lnTo>
                  <a:lnTo>
                    <a:pt x="884" y="297"/>
                  </a:lnTo>
                  <a:lnTo>
                    <a:pt x="878" y="296"/>
                  </a:lnTo>
                  <a:lnTo>
                    <a:pt x="874" y="297"/>
                  </a:lnTo>
                  <a:lnTo>
                    <a:pt x="872" y="300"/>
                  </a:lnTo>
                  <a:lnTo>
                    <a:pt x="870" y="304"/>
                  </a:lnTo>
                  <a:lnTo>
                    <a:pt x="867" y="306"/>
                  </a:lnTo>
                  <a:lnTo>
                    <a:pt x="863" y="307"/>
                  </a:lnTo>
                  <a:lnTo>
                    <a:pt x="858" y="307"/>
                  </a:lnTo>
                  <a:lnTo>
                    <a:pt x="854" y="308"/>
                  </a:lnTo>
                  <a:lnTo>
                    <a:pt x="850" y="310"/>
                  </a:lnTo>
                  <a:lnTo>
                    <a:pt x="845" y="311"/>
                  </a:lnTo>
                  <a:lnTo>
                    <a:pt x="840" y="310"/>
                  </a:lnTo>
                  <a:lnTo>
                    <a:pt x="835" y="308"/>
                  </a:lnTo>
                  <a:lnTo>
                    <a:pt x="830" y="307"/>
                  </a:lnTo>
                  <a:lnTo>
                    <a:pt x="824" y="307"/>
                  </a:lnTo>
                  <a:lnTo>
                    <a:pt x="818" y="306"/>
                  </a:lnTo>
                  <a:lnTo>
                    <a:pt x="815" y="302"/>
                  </a:lnTo>
                  <a:lnTo>
                    <a:pt x="814" y="295"/>
                  </a:lnTo>
                  <a:lnTo>
                    <a:pt x="815" y="289"/>
                  </a:lnTo>
                  <a:lnTo>
                    <a:pt x="814" y="285"/>
                  </a:lnTo>
                  <a:lnTo>
                    <a:pt x="809" y="284"/>
                  </a:lnTo>
                  <a:lnTo>
                    <a:pt x="801" y="283"/>
                  </a:lnTo>
                  <a:lnTo>
                    <a:pt x="795" y="281"/>
                  </a:lnTo>
                  <a:lnTo>
                    <a:pt x="791" y="277"/>
                  </a:lnTo>
                  <a:lnTo>
                    <a:pt x="790" y="273"/>
                  </a:lnTo>
                  <a:lnTo>
                    <a:pt x="789" y="268"/>
                  </a:lnTo>
                  <a:lnTo>
                    <a:pt x="789" y="264"/>
                  </a:lnTo>
                  <a:lnTo>
                    <a:pt x="790" y="260"/>
                  </a:lnTo>
                  <a:lnTo>
                    <a:pt x="793" y="256"/>
                  </a:lnTo>
                  <a:lnTo>
                    <a:pt x="798" y="252"/>
                  </a:lnTo>
                  <a:lnTo>
                    <a:pt x="801" y="249"/>
                  </a:lnTo>
                  <a:lnTo>
                    <a:pt x="803" y="246"/>
                  </a:lnTo>
                  <a:lnTo>
                    <a:pt x="803" y="241"/>
                  </a:lnTo>
                  <a:lnTo>
                    <a:pt x="805" y="237"/>
                  </a:lnTo>
                  <a:lnTo>
                    <a:pt x="810" y="235"/>
                  </a:lnTo>
                  <a:lnTo>
                    <a:pt x="816" y="234"/>
                  </a:lnTo>
                  <a:lnTo>
                    <a:pt x="821" y="233"/>
                  </a:lnTo>
                  <a:lnTo>
                    <a:pt x="824" y="229"/>
                  </a:lnTo>
                  <a:lnTo>
                    <a:pt x="825" y="223"/>
                  </a:lnTo>
                  <a:lnTo>
                    <a:pt x="828" y="217"/>
                  </a:lnTo>
                  <a:lnTo>
                    <a:pt x="833" y="214"/>
                  </a:lnTo>
                  <a:lnTo>
                    <a:pt x="839" y="215"/>
                  </a:lnTo>
                  <a:lnTo>
                    <a:pt x="845" y="217"/>
                  </a:lnTo>
                  <a:lnTo>
                    <a:pt x="850" y="219"/>
                  </a:lnTo>
                  <a:lnTo>
                    <a:pt x="854" y="220"/>
                  </a:lnTo>
                  <a:lnTo>
                    <a:pt x="858" y="222"/>
                  </a:lnTo>
                  <a:lnTo>
                    <a:pt x="861" y="225"/>
                  </a:lnTo>
                  <a:lnTo>
                    <a:pt x="864" y="228"/>
                  </a:lnTo>
                  <a:lnTo>
                    <a:pt x="868" y="227"/>
                  </a:lnTo>
                  <a:lnTo>
                    <a:pt x="874" y="225"/>
                  </a:lnTo>
                  <a:lnTo>
                    <a:pt x="880" y="223"/>
                  </a:lnTo>
                  <a:lnTo>
                    <a:pt x="884" y="224"/>
                  </a:lnTo>
                  <a:lnTo>
                    <a:pt x="886" y="229"/>
                  </a:lnTo>
                  <a:lnTo>
                    <a:pt x="886" y="234"/>
                  </a:lnTo>
                  <a:lnTo>
                    <a:pt x="887" y="238"/>
                  </a:lnTo>
                  <a:lnTo>
                    <a:pt x="890" y="241"/>
                  </a:lnTo>
                  <a:lnTo>
                    <a:pt x="894" y="243"/>
                  </a:lnTo>
                  <a:lnTo>
                    <a:pt x="896" y="247"/>
                  </a:lnTo>
                  <a:lnTo>
                    <a:pt x="895" y="252"/>
                  </a:lnTo>
                  <a:lnTo>
                    <a:pt x="892" y="256"/>
                  </a:lnTo>
                  <a:lnTo>
                    <a:pt x="890" y="260"/>
                  </a:lnTo>
                  <a:close/>
                </a:path>
              </a:pathLst>
            </a:custGeom>
            <a:solidFill>
              <a:srgbClr val="86D1BC">
                <a:alpha val="32000"/>
              </a:srgbClr>
            </a:solidFill>
            <a:ln>
              <a:noFill/>
            </a:ln>
          </p:spPr>
          <p:txBody>
            <a:bodyPr anchor="ctr"/>
            <a:lstStyle/>
            <a:p>
              <a:pPr algn="ctr">
                <a:buNone/>
              </a:pPr>
            </a:p>
          </p:txBody>
        </p:sp>
        <p:sp>
          <p:nvSpPr>
            <p:cNvPr id="3040" name="addition:input:163"/>
            <p:cNvSpPr>
              <a:spLocks noGrp="1"/>
            </p:cNvSpPr>
            <p:nvPr/>
          </p:nvSpPr>
          <p:spPr>
            <a:xfrm>
              <a:off x="209550" y="5438775"/>
              <a:ext cx="1563624" cy="659831"/>
            </a:xfrm>
            <a:custGeom>
              <a:avLst/>
              <a:gdLst/>
              <a:ahLst/>
              <a:cxnLst/>
              <a:rect l="l" t="t" r="r" b="b"/>
              <a:pathLst>
                <a:path w="950" h="352">
                  <a:moveTo>
                    <a:pt x="0" y="0"/>
                  </a:moveTo>
                  <a:moveTo>
                    <a:pt x="949" y="302"/>
                  </a:moveTo>
                  <a:lnTo>
                    <a:pt x="946" y="307"/>
                  </a:lnTo>
                  <a:lnTo>
                    <a:pt x="943" y="311"/>
                  </a:lnTo>
                  <a:lnTo>
                    <a:pt x="941" y="315"/>
                  </a:lnTo>
                  <a:lnTo>
                    <a:pt x="939" y="319"/>
                  </a:lnTo>
                  <a:lnTo>
                    <a:pt x="935" y="323"/>
                  </a:lnTo>
                  <a:lnTo>
                    <a:pt x="929" y="325"/>
                  </a:lnTo>
                  <a:lnTo>
                    <a:pt x="923" y="326"/>
                  </a:lnTo>
                  <a:lnTo>
                    <a:pt x="920" y="330"/>
                  </a:lnTo>
                  <a:lnTo>
                    <a:pt x="921" y="336"/>
                  </a:lnTo>
                  <a:lnTo>
                    <a:pt x="921" y="344"/>
                  </a:lnTo>
                  <a:lnTo>
                    <a:pt x="919" y="350"/>
                  </a:lnTo>
                  <a:lnTo>
                    <a:pt x="913" y="352"/>
                  </a:lnTo>
                  <a:lnTo>
                    <a:pt x="906" y="351"/>
                  </a:lnTo>
                  <a:lnTo>
                    <a:pt x="900" y="349"/>
                  </a:lnTo>
                  <a:lnTo>
                    <a:pt x="895" y="349"/>
                  </a:lnTo>
                  <a:lnTo>
                    <a:pt x="890" y="349"/>
                  </a:lnTo>
                  <a:lnTo>
                    <a:pt x="886" y="348"/>
                  </a:lnTo>
                  <a:lnTo>
                    <a:pt x="882" y="347"/>
                  </a:lnTo>
                  <a:lnTo>
                    <a:pt x="878" y="346"/>
                  </a:lnTo>
                  <a:lnTo>
                    <a:pt x="874" y="346"/>
                  </a:lnTo>
                  <a:lnTo>
                    <a:pt x="869" y="348"/>
                  </a:lnTo>
                  <a:lnTo>
                    <a:pt x="864" y="349"/>
                  </a:lnTo>
                  <a:lnTo>
                    <a:pt x="861" y="347"/>
                  </a:lnTo>
                  <a:lnTo>
                    <a:pt x="859" y="342"/>
                  </a:lnTo>
                  <a:lnTo>
                    <a:pt x="856" y="339"/>
                  </a:lnTo>
                  <a:lnTo>
                    <a:pt x="852" y="338"/>
                  </a:lnTo>
                  <a:lnTo>
                    <a:pt x="845" y="337"/>
                  </a:lnTo>
                  <a:lnTo>
                    <a:pt x="840" y="335"/>
                  </a:lnTo>
                  <a:lnTo>
                    <a:pt x="838" y="330"/>
                  </a:lnTo>
                  <a:lnTo>
                    <a:pt x="840" y="324"/>
                  </a:lnTo>
                  <a:lnTo>
                    <a:pt x="844" y="318"/>
                  </a:lnTo>
                  <a:lnTo>
                    <a:pt x="845" y="313"/>
                  </a:lnTo>
                  <a:lnTo>
                    <a:pt x="844" y="310"/>
                  </a:lnTo>
                  <a:lnTo>
                    <a:pt x="841" y="306"/>
                  </a:lnTo>
                  <a:lnTo>
                    <a:pt x="839" y="302"/>
                  </a:lnTo>
                  <a:lnTo>
                    <a:pt x="837" y="298"/>
                  </a:lnTo>
                  <a:lnTo>
                    <a:pt x="834" y="293"/>
                  </a:lnTo>
                  <a:lnTo>
                    <a:pt x="831" y="288"/>
                  </a:lnTo>
                  <a:lnTo>
                    <a:pt x="828" y="282"/>
                  </a:lnTo>
                  <a:lnTo>
                    <a:pt x="830" y="278"/>
                  </a:lnTo>
                  <a:lnTo>
                    <a:pt x="835" y="275"/>
                  </a:lnTo>
                  <a:lnTo>
                    <a:pt x="842" y="274"/>
                  </a:lnTo>
                  <a:lnTo>
                    <a:pt x="846" y="272"/>
                  </a:lnTo>
                  <a:lnTo>
                    <a:pt x="848" y="269"/>
                  </a:lnTo>
                  <a:lnTo>
                    <a:pt x="849" y="264"/>
                  </a:lnTo>
                  <a:lnTo>
                    <a:pt x="852" y="260"/>
                  </a:lnTo>
                  <a:lnTo>
                    <a:pt x="857" y="260"/>
                  </a:lnTo>
                  <a:lnTo>
                    <a:pt x="863" y="261"/>
                  </a:lnTo>
                  <a:lnTo>
                    <a:pt x="868" y="261"/>
                  </a:lnTo>
                  <a:lnTo>
                    <a:pt x="872" y="259"/>
                  </a:lnTo>
                  <a:lnTo>
                    <a:pt x="876" y="255"/>
                  </a:lnTo>
                  <a:lnTo>
                    <a:pt x="881" y="251"/>
                  </a:lnTo>
                  <a:lnTo>
                    <a:pt x="887" y="250"/>
                  </a:lnTo>
                  <a:lnTo>
                    <a:pt x="893" y="250"/>
                  </a:lnTo>
                  <a:lnTo>
                    <a:pt x="899" y="250"/>
                  </a:lnTo>
                  <a:lnTo>
                    <a:pt x="905" y="250"/>
                  </a:lnTo>
                  <a:lnTo>
                    <a:pt x="911" y="252"/>
                  </a:lnTo>
                  <a:lnTo>
                    <a:pt x="914" y="258"/>
                  </a:lnTo>
                  <a:lnTo>
                    <a:pt x="916" y="266"/>
                  </a:lnTo>
                  <a:lnTo>
                    <a:pt x="917" y="271"/>
                  </a:lnTo>
                  <a:lnTo>
                    <a:pt x="921" y="273"/>
                  </a:lnTo>
                  <a:lnTo>
                    <a:pt x="929" y="273"/>
                  </a:lnTo>
                  <a:lnTo>
                    <a:pt x="936" y="273"/>
                  </a:lnTo>
                  <a:lnTo>
                    <a:pt x="942" y="275"/>
                  </a:lnTo>
                  <a:lnTo>
                    <a:pt x="944" y="280"/>
                  </a:lnTo>
                  <a:lnTo>
                    <a:pt x="944" y="285"/>
                  </a:lnTo>
                  <a:lnTo>
                    <a:pt x="945" y="289"/>
                  </a:lnTo>
                  <a:lnTo>
                    <a:pt x="948" y="293"/>
                  </a:lnTo>
                  <a:lnTo>
                    <a:pt x="950" y="297"/>
                  </a:lnTo>
                  <a:close/>
                </a:path>
              </a:pathLst>
            </a:custGeom>
            <a:solidFill>
              <a:srgbClr val="86D1BC">
                <a:alpha val="32000"/>
              </a:srgbClr>
            </a:solidFill>
            <a:ln>
              <a:noFill/>
            </a:ln>
          </p:spPr>
          <p:txBody>
            <a:bodyPr anchor="ctr"/>
            <a:lstStyle/>
            <a:p>
              <a:pPr algn="ctr">
                <a:buNone/>
              </a:pPr>
            </a:p>
          </p:txBody>
        </p:sp>
        <p:sp>
          <p:nvSpPr>
            <p:cNvPr id="3041" name="addition:input:164"/>
            <p:cNvSpPr>
              <a:spLocks noGrp="1"/>
            </p:cNvSpPr>
            <p:nvPr/>
          </p:nvSpPr>
          <p:spPr>
            <a:xfrm>
              <a:off x="209550" y="5438775"/>
              <a:ext cx="1524122" cy="742310"/>
            </a:xfrm>
            <a:custGeom>
              <a:avLst/>
              <a:gdLst/>
              <a:ahLst/>
              <a:cxnLst/>
              <a:rect l="l" t="t" r="r" b="b"/>
              <a:pathLst>
                <a:path w="926" h="396">
                  <a:moveTo>
                    <a:pt x="0" y="0"/>
                  </a:moveTo>
                  <a:moveTo>
                    <a:pt x="926" y="344"/>
                  </a:moveTo>
                  <a:lnTo>
                    <a:pt x="925" y="348"/>
                  </a:lnTo>
                  <a:lnTo>
                    <a:pt x="925" y="353"/>
                  </a:lnTo>
                  <a:lnTo>
                    <a:pt x="925" y="358"/>
                  </a:lnTo>
                  <a:lnTo>
                    <a:pt x="924" y="363"/>
                  </a:lnTo>
                  <a:lnTo>
                    <a:pt x="919" y="367"/>
                  </a:lnTo>
                  <a:lnTo>
                    <a:pt x="910" y="369"/>
                  </a:lnTo>
                  <a:lnTo>
                    <a:pt x="900" y="369"/>
                  </a:lnTo>
                  <a:lnTo>
                    <a:pt x="893" y="370"/>
                  </a:lnTo>
                  <a:lnTo>
                    <a:pt x="891" y="374"/>
                  </a:lnTo>
                  <a:lnTo>
                    <a:pt x="891" y="381"/>
                  </a:lnTo>
                  <a:lnTo>
                    <a:pt x="890" y="388"/>
                  </a:lnTo>
                  <a:lnTo>
                    <a:pt x="885" y="393"/>
                  </a:lnTo>
                  <a:lnTo>
                    <a:pt x="877" y="394"/>
                  </a:lnTo>
                  <a:lnTo>
                    <a:pt x="870" y="395"/>
                  </a:lnTo>
                  <a:lnTo>
                    <a:pt x="863" y="396"/>
                  </a:lnTo>
                  <a:lnTo>
                    <a:pt x="856" y="396"/>
                  </a:lnTo>
                  <a:lnTo>
                    <a:pt x="849" y="395"/>
                  </a:lnTo>
                  <a:lnTo>
                    <a:pt x="843" y="392"/>
                  </a:lnTo>
                  <a:lnTo>
                    <a:pt x="837" y="390"/>
                  </a:lnTo>
                  <a:lnTo>
                    <a:pt x="832" y="389"/>
                  </a:lnTo>
                  <a:lnTo>
                    <a:pt x="826" y="390"/>
                  </a:lnTo>
                  <a:lnTo>
                    <a:pt x="820" y="390"/>
                  </a:lnTo>
                  <a:lnTo>
                    <a:pt x="815" y="388"/>
                  </a:lnTo>
                  <a:lnTo>
                    <a:pt x="813" y="383"/>
                  </a:lnTo>
                  <a:lnTo>
                    <a:pt x="811" y="379"/>
                  </a:lnTo>
                  <a:lnTo>
                    <a:pt x="806" y="377"/>
                  </a:lnTo>
                  <a:lnTo>
                    <a:pt x="798" y="377"/>
                  </a:lnTo>
                  <a:lnTo>
                    <a:pt x="790" y="377"/>
                  </a:lnTo>
                  <a:lnTo>
                    <a:pt x="784" y="374"/>
                  </a:lnTo>
                  <a:lnTo>
                    <a:pt x="784" y="368"/>
                  </a:lnTo>
                  <a:lnTo>
                    <a:pt x="787" y="362"/>
                  </a:lnTo>
                  <a:lnTo>
                    <a:pt x="791" y="357"/>
                  </a:lnTo>
                  <a:lnTo>
                    <a:pt x="793" y="352"/>
                  </a:lnTo>
                  <a:lnTo>
                    <a:pt x="794" y="348"/>
                  </a:lnTo>
                  <a:lnTo>
                    <a:pt x="796" y="344"/>
                  </a:lnTo>
                  <a:lnTo>
                    <a:pt x="799" y="340"/>
                  </a:lnTo>
                  <a:lnTo>
                    <a:pt x="798" y="336"/>
                  </a:lnTo>
                  <a:lnTo>
                    <a:pt x="794" y="331"/>
                  </a:lnTo>
                  <a:lnTo>
                    <a:pt x="789" y="325"/>
                  </a:lnTo>
                  <a:lnTo>
                    <a:pt x="788" y="319"/>
                  </a:lnTo>
                  <a:lnTo>
                    <a:pt x="792" y="316"/>
                  </a:lnTo>
                  <a:lnTo>
                    <a:pt x="799" y="314"/>
                  </a:lnTo>
                  <a:lnTo>
                    <a:pt x="804" y="312"/>
                  </a:lnTo>
                  <a:lnTo>
                    <a:pt x="807" y="308"/>
                  </a:lnTo>
                  <a:lnTo>
                    <a:pt x="808" y="303"/>
                  </a:lnTo>
                  <a:lnTo>
                    <a:pt x="811" y="298"/>
                  </a:lnTo>
                  <a:lnTo>
                    <a:pt x="816" y="297"/>
                  </a:lnTo>
                  <a:lnTo>
                    <a:pt x="823" y="299"/>
                  </a:lnTo>
                  <a:lnTo>
                    <a:pt x="829" y="301"/>
                  </a:lnTo>
                  <a:lnTo>
                    <a:pt x="834" y="301"/>
                  </a:lnTo>
                  <a:lnTo>
                    <a:pt x="838" y="299"/>
                  </a:lnTo>
                  <a:lnTo>
                    <a:pt x="843" y="297"/>
                  </a:lnTo>
                  <a:lnTo>
                    <a:pt x="848" y="296"/>
                  </a:lnTo>
                  <a:lnTo>
                    <a:pt x="854" y="295"/>
                  </a:lnTo>
                  <a:lnTo>
                    <a:pt x="861" y="293"/>
                  </a:lnTo>
                  <a:lnTo>
                    <a:pt x="869" y="290"/>
                  </a:lnTo>
                  <a:lnTo>
                    <a:pt x="877" y="289"/>
                  </a:lnTo>
                  <a:lnTo>
                    <a:pt x="883" y="293"/>
                  </a:lnTo>
                  <a:lnTo>
                    <a:pt x="885" y="301"/>
                  </a:lnTo>
                  <a:lnTo>
                    <a:pt x="886" y="308"/>
                  </a:lnTo>
                  <a:lnTo>
                    <a:pt x="889" y="313"/>
                  </a:lnTo>
                  <a:lnTo>
                    <a:pt x="895" y="314"/>
                  </a:lnTo>
                  <a:lnTo>
                    <a:pt x="903" y="315"/>
                  </a:lnTo>
                  <a:lnTo>
                    <a:pt x="909" y="318"/>
                  </a:lnTo>
                  <a:lnTo>
                    <a:pt x="912" y="322"/>
                  </a:lnTo>
                  <a:lnTo>
                    <a:pt x="913" y="327"/>
                  </a:lnTo>
                  <a:lnTo>
                    <a:pt x="916" y="331"/>
                  </a:lnTo>
                  <a:lnTo>
                    <a:pt x="921" y="335"/>
                  </a:lnTo>
                  <a:lnTo>
                    <a:pt x="925" y="339"/>
                  </a:lnTo>
                  <a:close/>
                </a:path>
              </a:pathLst>
            </a:custGeom>
            <a:solidFill>
              <a:srgbClr val="86D1BC">
                <a:alpha val="32000"/>
              </a:srgbClr>
            </a:solidFill>
            <a:ln>
              <a:noFill/>
            </a:ln>
          </p:spPr>
          <p:txBody>
            <a:bodyPr anchor="ctr"/>
            <a:lstStyle/>
            <a:p>
              <a:pPr algn="ctr">
                <a:buNone/>
              </a:pPr>
            </a:p>
          </p:txBody>
        </p:sp>
        <p:sp>
          <p:nvSpPr>
            <p:cNvPr id="3042" name="addition:input:165"/>
            <p:cNvSpPr>
              <a:spLocks noGrp="1"/>
            </p:cNvSpPr>
            <p:nvPr/>
          </p:nvSpPr>
          <p:spPr>
            <a:xfrm>
              <a:off x="209550" y="5438775"/>
              <a:ext cx="1403970" cy="747933"/>
            </a:xfrm>
            <a:custGeom>
              <a:avLst/>
              <a:gdLst/>
              <a:ahLst/>
              <a:cxnLst/>
              <a:rect l="l" t="t" r="r" b="b"/>
              <a:pathLst>
                <a:path w="853" h="399">
                  <a:moveTo>
                    <a:pt x="0" y="0"/>
                  </a:moveTo>
                  <a:moveTo>
                    <a:pt x="852" y="349"/>
                  </a:moveTo>
                  <a:lnTo>
                    <a:pt x="848" y="353"/>
                  </a:lnTo>
                  <a:lnTo>
                    <a:pt x="845" y="357"/>
                  </a:lnTo>
                  <a:lnTo>
                    <a:pt x="844" y="361"/>
                  </a:lnTo>
                  <a:lnTo>
                    <a:pt x="842" y="366"/>
                  </a:lnTo>
                  <a:lnTo>
                    <a:pt x="839" y="370"/>
                  </a:lnTo>
                  <a:lnTo>
                    <a:pt x="833" y="372"/>
                  </a:lnTo>
                  <a:lnTo>
                    <a:pt x="826" y="373"/>
                  </a:lnTo>
                  <a:lnTo>
                    <a:pt x="822" y="376"/>
                  </a:lnTo>
                  <a:lnTo>
                    <a:pt x="821" y="381"/>
                  </a:lnTo>
                  <a:lnTo>
                    <a:pt x="821" y="389"/>
                  </a:lnTo>
                  <a:lnTo>
                    <a:pt x="820" y="396"/>
                  </a:lnTo>
                  <a:lnTo>
                    <a:pt x="815" y="399"/>
                  </a:lnTo>
                  <a:lnTo>
                    <a:pt x="808" y="399"/>
                  </a:lnTo>
                  <a:lnTo>
                    <a:pt x="801" y="397"/>
                  </a:lnTo>
                  <a:lnTo>
                    <a:pt x="795" y="396"/>
                  </a:lnTo>
                  <a:lnTo>
                    <a:pt x="790" y="396"/>
                  </a:lnTo>
                  <a:lnTo>
                    <a:pt x="786" y="395"/>
                  </a:lnTo>
                  <a:lnTo>
                    <a:pt x="781" y="393"/>
                  </a:lnTo>
                  <a:lnTo>
                    <a:pt x="777" y="391"/>
                  </a:lnTo>
                  <a:lnTo>
                    <a:pt x="773" y="392"/>
                  </a:lnTo>
                  <a:lnTo>
                    <a:pt x="768" y="394"/>
                  </a:lnTo>
                  <a:lnTo>
                    <a:pt x="763" y="396"/>
                  </a:lnTo>
                  <a:lnTo>
                    <a:pt x="758" y="394"/>
                  </a:lnTo>
                  <a:lnTo>
                    <a:pt x="756" y="390"/>
                  </a:lnTo>
                  <a:lnTo>
                    <a:pt x="754" y="386"/>
                  </a:lnTo>
                  <a:lnTo>
                    <a:pt x="750" y="383"/>
                  </a:lnTo>
                  <a:lnTo>
                    <a:pt x="745" y="382"/>
                  </a:lnTo>
                  <a:lnTo>
                    <a:pt x="738" y="381"/>
                  </a:lnTo>
                  <a:lnTo>
                    <a:pt x="735" y="377"/>
                  </a:lnTo>
                  <a:lnTo>
                    <a:pt x="736" y="371"/>
                  </a:lnTo>
                  <a:lnTo>
                    <a:pt x="739" y="365"/>
                  </a:lnTo>
                  <a:lnTo>
                    <a:pt x="742" y="360"/>
                  </a:lnTo>
                  <a:lnTo>
                    <a:pt x="741" y="356"/>
                  </a:lnTo>
                  <a:lnTo>
                    <a:pt x="739" y="352"/>
                  </a:lnTo>
                  <a:lnTo>
                    <a:pt x="738" y="349"/>
                  </a:lnTo>
                  <a:lnTo>
                    <a:pt x="736" y="344"/>
                  </a:lnTo>
                  <a:lnTo>
                    <a:pt x="734" y="340"/>
                  </a:lnTo>
                  <a:lnTo>
                    <a:pt x="729" y="335"/>
                  </a:lnTo>
                  <a:lnTo>
                    <a:pt x="726" y="329"/>
                  </a:lnTo>
                  <a:lnTo>
                    <a:pt x="726" y="324"/>
                  </a:lnTo>
                  <a:lnTo>
                    <a:pt x="731" y="321"/>
                  </a:lnTo>
                  <a:lnTo>
                    <a:pt x="738" y="320"/>
                  </a:lnTo>
                  <a:lnTo>
                    <a:pt x="744" y="319"/>
                  </a:lnTo>
                  <a:lnTo>
                    <a:pt x="747" y="316"/>
                  </a:lnTo>
                  <a:lnTo>
                    <a:pt x="748" y="311"/>
                  </a:lnTo>
                  <a:lnTo>
                    <a:pt x="751" y="307"/>
                  </a:lnTo>
                  <a:lnTo>
                    <a:pt x="755" y="305"/>
                  </a:lnTo>
                  <a:lnTo>
                    <a:pt x="761" y="306"/>
                  </a:lnTo>
                  <a:lnTo>
                    <a:pt x="766" y="306"/>
                  </a:lnTo>
                  <a:lnTo>
                    <a:pt x="771" y="305"/>
                  </a:lnTo>
                  <a:lnTo>
                    <a:pt x="775" y="301"/>
                  </a:lnTo>
                  <a:lnTo>
                    <a:pt x="780" y="299"/>
                  </a:lnTo>
                  <a:lnTo>
                    <a:pt x="786" y="297"/>
                  </a:lnTo>
                  <a:lnTo>
                    <a:pt x="792" y="297"/>
                  </a:lnTo>
                  <a:lnTo>
                    <a:pt x="799" y="297"/>
                  </a:lnTo>
                  <a:lnTo>
                    <a:pt x="806" y="297"/>
                  </a:lnTo>
                  <a:lnTo>
                    <a:pt x="812" y="298"/>
                  </a:lnTo>
                  <a:lnTo>
                    <a:pt x="817" y="303"/>
                  </a:lnTo>
                  <a:lnTo>
                    <a:pt x="818" y="310"/>
                  </a:lnTo>
                  <a:lnTo>
                    <a:pt x="819" y="317"/>
                  </a:lnTo>
                  <a:lnTo>
                    <a:pt x="822" y="320"/>
                  </a:lnTo>
                  <a:lnTo>
                    <a:pt x="829" y="320"/>
                  </a:lnTo>
                  <a:lnTo>
                    <a:pt x="837" y="320"/>
                  </a:lnTo>
                  <a:lnTo>
                    <a:pt x="844" y="322"/>
                  </a:lnTo>
                  <a:lnTo>
                    <a:pt x="847" y="326"/>
                  </a:lnTo>
                  <a:lnTo>
                    <a:pt x="848" y="331"/>
                  </a:lnTo>
                  <a:lnTo>
                    <a:pt x="849" y="335"/>
                  </a:lnTo>
                  <a:lnTo>
                    <a:pt x="851" y="339"/>
                  </a:lnTo>
                  <a:lnTo>
                    <a:pt x="853" y="344"/>
                  </a:lnTo>
                  <a:close/>
                </a:path>
              </a:pathLst>
            </a:custGeom>
            <a:solidFill>
              <a:srgbClr val="86D1BC">
                <a:alpha val="32000"/>
              </a:srgbClr>
            </a:solidFill>
            <a:ln>
              <a:noFill/>
            </a:ln>
          </p:spPr>
          <p:txBody>
            <a:bodyPr anchor="ctr"/>
            <a:lstStyle/>
            <a:p>
              <a:pPr algn="ctr">
                <a:buNone/>
              </a:pPr>
            </a:p>
          </p:txBody>
        </p:sp>
        <p:sp>
          <p:nvSpPr>
            <p:cNvPr id="3043" name="addition:input:166"/>
            <p:cNvSpPr>
              <a:spLocks noGrp="1"/>
            </p:cNvSpPr>
            <p:nvPr/>
          </p:nvSpPr>
          <p:spPr>
            <a:xfrm>
              <a:off x="209550" y="5438775"/>
              <a:ext cx="1303569" cy="701070"/>
            </a:xfrm>
            <a:custGeom>
              <a:avLst/>
              <a:gdLst/>
              <a:ahLst/>
              <a:cxnLst/>
              <a:rect l="l" t="t" r="r" b="b"/>
              <a:pathLst>
                <a:path w="792" h="374">
                  <a:moveTo>
                    <a:pt x="0" y="0"/>
                  </a:moveTo>
                  <a:moveTo>
                    <a:pt x="792" y="331"/>
                  </a:moveTo>
                  <a:lnTo>
                    <a:pt x="789" y="335"/>
                  </a:lnTo>
                  <a:lnTo>
                    <a:pt x="783" y="338"/>
                  </a:lnTo>
                  <a:lnTo>
                    <a:pt x="776" y="340"/>
                  </a:lnTo>
                  <a:lnTo>
                    <a:pt x="772" y="343"/>
                  </a:lnTo>
                  <a:lnTo>
                    <a:pt x="771" y="346"/>
                  </a:lnTo>
                  <a:lnTo>
                    <a:pt x="771" y="350"/>
                  </a:lnTo>
                  <a:lnTo>
                    <a:pt x="771" y="355"/>
                  </a:lnTo>
                  <a:lnTo>
                    <a:pt x="769" y="358"/>
                  </a:lnTo>
                  <a:lnTo>
                    <a:pt x="766" y="362"/>
                  </a:lnTo>
                  <a:lnTo>
                    <a:pt x="764" y="366"/>
                  </a:lnTo>
                  <a:lnTo>
                    <a:pt x="761" y="370"/>
                  </a:lnTo>
                  <a:lnTo>
                    <a:pt x="757" y="371"/>
                  </a:lnTo>
                  <a:lnTo>
                    <a:pt x="752" y="371"/>
                  </a:lnTo>
                  <a:lnTo>
                    <a:pt x="747" y="369"/>
                  </a:lnTo>
                  <a:lnTo>
                    <a:pt x="743" y="368"/>
                  </a:lnTo>
                  <a:lnTo>
                    <a:pt x="739" y="370"/>
                  </a:lnTo>
                  <a:lnTo>
                    <a:pt x="736" y="373"/>
                  </a:lnTo>
                  <a:lnTo>
                    <a:pt x="732" y="374"/>
                  </a:lnTo>
                  <a:lnTo>
                    <a:pt x="729" y="371"/>
                  </a:lnTo>
                  <a:lnTo>
                    <a:pt x="726" y="367"/>
                  </a:lnTo>
                  <a:lnTo>
                    <a:pt x="724" y="365"/>
                  </a:lnTo>
                  <a:lnTo>
                    <a:pt x="720" y="365"/>
                  </a:lnTo>
                  <a:lnTo>
                    <a:pt x="716" y="367"/>
                  </a:lnTo>
                  <a:lnTo>
                    <a:pt x="710" y="368"/>
                  </a:lnTo>
                  <a:lnTo>
                    <a:pt x="706" y="367"/>
                  </a:lnTo>
                  <a:lnTo>
                    <a:pt x="704" y="364"/>
                  </a:lnTo>
                  <a:lnTo>
                    <a:pt x="701" y="361"/>
                  </a:lnTo>
                  <a:lnTo>
                    <a:pt x="699" y="357"/>
                  </a:lnTo>
                  <a:lnTo>
                    <a:pt x="698" y="353"/>
                  </a:lnTo>
                  <a:lnTo>
                    <a:pt x="699" y="348"/>
                  </a:lnTo>
                  <a:lnTo>
                    <a:pt x="702" y="343"/>
                  </a:lnTo>
                  <a:lnTo>
                    <a:pt x="703" y="340"/>
                  </a:lnTo>
                  <a:lnTo>
                    <a:pt x="700" y="337"/>
                  </a:lnTo>
                  <a:lnTo>
                    <a:pt x="695" y="334"/>
                  </a:lnTo>
                  <a:lnTo>
                    <a:pt x="689" y="331"/>
                  </a:lnTo>
                  <a:lnTo>
                    <a:pt x="688" y="327"/>
                  </a:lnTo>
                  <a:lnTo>
                    <a:pt x="689" y="323"/>
                  </a:lnTo>
                  <a:lnTo>
                    <a:pt x="692" y="320"/>
                  </a:lnTo>
                  <a:lnTo>
                    <a:pt x="693" y="316"/>
                  </a:lnTo>
                  <a:lnTo>
                    <a:pt x="692" y="312"/>
                  </a:lnTo>
                  <a:lnTo>
                    <a:pt x="691" y="308"/>
                  </a:lnTo>
                  <a:lnTo>
                    <a:pt x="693" y="304"/>
                  </a:lnTo>
                  <a:lnTo>
                    <a:pt x="697" y="302"/>
                  </a:lnTo>
                  <a:lnTo>
                    <a:pt x="701" y="301"/>
                  </a:lnTo>
                  <a:lnTo>
                    <a:pt x="705" y="299"/>
                  </a:lnTo>
                  <a:lnTo>
                    <a:pt x="708" y="298"/>
                  </a:lnTo>
                  <a:lnTo>
                    <a:pt x="712" y="296"/>
                  </a:lnTo>
                  <a:lnTo>
                    <a:pt x="716" y="297"/>
                  </a:lnTo>
                  <a:lnTo>
                    <a:pt x="720" y="296"/>
                  </a:lnTo>
                  <a:lnTo>
                    <a:pt x="724" y="294"/>
                  </a:lnTo>
                  <a:lnTo>
                    <a:pt x="727" y="289"/>
                  </a:lnTo>
                  <a:lnTo>
                    <a:pt x="732" y="283"/>
                  </a:lnTo>
                  <a:lnTo>
                    <a:pt x="737" y="281"/>
                  </a:lnTo>
                  <a:lnTo>
                    <a:pt x="742" y="283"/>
                  </a:lnTo>
                  <a:lnTo>
                    <a:pt x="747" y="288"/>
                  </a:lnTo>
                  <a:lnTo>
                    <a:pt x="750" y="292"/>
                  </a:lnTo>
                  <a:lnTo>
                    <a:pt x="754" y="295"/>
                  </a:lnTo>
                  <a:lnTo>
                    <a:pt x="759" y="296"/>
                  </a:lnTo>
                  <a:lnTo>
                    <a:pt x="763" y="297"/>
                  </a:lnTo>
                  <a:lnTo>
                    <a:pt x="766" y="300"/>
                  </a:lnTo>
                  <a:lnTo>
                    <a:pt x="769" y="303"/>
                  </a:lnTo>
                  <a:lnTo>
                    <a:pt x="772" y="305"/>
                  </a:lnTo>
                  <a:lnTo>
                    <a:pt x="777" y="307"/>
                  </a:lnTo>
                  <a:lnTo>
                    <a:pt x="781" y="309"/>
                  </a:lnTo>
                  <a:lnTo>
                    <a:pt x="783" y="312"/>
                  </a:lnTo>
                  <a:lnTo>
                    <a:pt x="783" y="316"/>
                  </a:lnTo>
                  <a:lnTo>
                    <a:pt x="784" y="320"/>
                  </a:lnTo>
                  <a:lnTo>
                    <a:pt x="787" y="323"/>
                  </a:lnTo>
                  <a:lnTo>
                    <a:pt x="790" y="327"/>
                  </a:lnTo>
                  <a:close/>
                </a:path>
              </a:pathLst>
            </a:custGeom>
            <a:solidFill>
              <a:srgbClr val="86D1BC">
                <a:alpha val="32000"/>
              </a:srgbClr>
            </a:solidFill>
            <a:ln>
              <a:noFill/>
            </a:ln>
          </p:spPr>
          <p:txBody>
            <a:bodyPr anchor="ctr"/>
            <a:lstStyle/>
            <a:p>
              <a:pPr algn="ctr">
                <a:buNone/>
              </a:pPr>
            </a:p>
          </p:txBody>
        </p:sp>
        <p:sp>
          <p:nvSpPr>
            <p:cNvPr id="3044" name="addition:input:167"/>
            <p:cNvSpPr>
              <a:spLocks noGrp="1"/>
            </p:cNvSpPr>
            <p:nvPr/>
          </p:nvSpPr>
          <p:spPr>
            <a:xfrm>
              <a:off x="209550" y="5438775"/>
              <a:ext cx="1476390" cy="721690"/>
            </a:xfrm>
            <a:custGeom>
              <a:avLst/>
              <a:gdLst/>
              <a:ahLst/>
              <a:cxnLst/>
              <a:rect l="l" t="t" r="r" b="b"/>
              <a:pathLst>
                <a:path w="897" h="385">
                  <a:moveTo>
                    <a:pt x="0" y="0"/>
                  </a:moveTo>
                  <a:moveTo>
                    <a:pt x="896" y="324"/>
                  </a:moveTo>
                  <a:lnTo>
                    <a:pt x="896" y="329"/>
                  </a:lnTo>
                  <a:lnTo>
                    <a:pt x="897" y="334"/>
                  </a:lnTo>
                  <a:lnTo>
                    <a:pt x="895" y="339"/>
                  </a:lnTo>
                  <a:lnTo>
                    <a:pt x="891" y="343"/>
                  </a:lnTo>
                  <a:lnTo>
                    <a:pt x="885" y="346"/>
                  </a:lnTo>
                  <a:lnTo>
                    <a:pt x="881" y="350"/>
                  </a:lnTo>
                  <a:lnTo>
                    <a:pt x="879" y="355"/>
                  </a:lnTo>
                  <a:lnTo>
                    <a:pt x="875" y="359"/>
                  </a:lnTo>
                  <a:lnTo>
                    <a:pt x="869" y="361"/>
                  </a:lnTo>
                  <a:lnTo>
                    <a:pt x="860" y="361"/>
                  </a:lnTo>
                  <a:lnTo>
                    <a:pt x="853" y="362"/>
                  </a:lnTo>
                  <a:lnTo>
                    <a:pt x="849" y="366"/>
                  </a:lnTo>
                  <a:lnTo>
                    <a:pt x="846" y="374"/>
                  </a:lnTo>
                  <a:lnTo>
                    <a:pt x="842" y="381"/>
                  </a:lnTo>
                  <a:lnTo>
                    <a:pt x="835" y="385"/>
                  </a:lnTo>
                  <a:lnTo>
                    <a:pt x="826" y="384"/>
                  </a:lnTo>
                  <a:lnTo>
                    <a:pt x="818" y="380"/>
                  </a:lnTo>
                  <a:lnTo>
                    <a:pt x="811" y="377"/>
                  </a:lnTo>
                  <a:lnTo>
                    <a:pt x="805" y="375"/>
                  </a:lnTo>
                  <a:lnTo>
                    <a:pt x="799" y="373"/>
                  </a:lnTo>
                  <a:lnTo>
                    <a:pt x="794" y="370"/>
                  </a:lnTo>
                  <a:lnTo>
                    <a:pt x="789" y="367"/>
                  </a:lnTo>
                  <a:lnTo>
                    <a:pt x="784" y="366"/>
                  </a:lnTo>
                  <a:lnTo>
                    <a:pt x="777" y="366"/>
                  </a:lnTo>
                  <a:lnTo>
                    <a:pt x="769" y="367"/>
                  </a:lnTo>
                  <a:lnTo>
                    <a:pt x="763" y="365"/>
                  </a:lnTo>
                  <a:lnTo>
                    <a:pt x="761" y="361"/>
                  </a:lnTo>
                  <a:lnTo>
                    <a:pt x="761" y="355"/>
                  </a:lnTo>
                  <a:lnTo>
                    <a:pt x="760" y="350"/>
                  </a:lnTo>
                  <a:lnTo>
                    <a:pt x="755" y="347"/>
                  </a:lnTo>
                  <a:lnTo>
                    <a:pt x="749" y="344"/>
                  </a:lnTo>
                  <a:lnTo>
                    <a:pt x="745" y="340"/>
                  </a:lnTo>
                  <a:lnTo>
                    <a:pt x="748" y="334"/>
                  </a:lnTo>
                  <a:lnTo>
                    <a:pt x="754" y="328"/>
                  </a:lnTo>
                  <a:lnTo>
                    <a:pt x="761" y="324"/>
                  </a:lnTo>
                  <a:lnTo>
                    <a:pt x="764" y="319"/>
                  </a:lnTo>
                  <a:lnTo>
                    <a:pt x="764" y="315"/>
                  </a:lnTo>
                  <a:lnTo>
                    <a:pt x="763" y="310"/>
                  </a:lnTo>
                  <a:lnTo>
                    <a:pt x="763" y="306"/>
                  </a:lnTo>
                  <a:lnTo>
                    <a:pt x="763" y="301"/>
                  </a:lnTo>
                  <a:lnTo>
                    <a:pt x="762" y="295"/>
                  </a:lnTo>
                  <a:lnTo>
                    <a:pt x="760" y="288"/>
                  </a:lnTo>
                  <a:lnTo>
                    <a:pt x="761" y="282"/>
                  </a:lnTo>
                  <a:lnTo>
                    <a:pt x="767" y="279"/>
                  </a:lnTo>
                  <a:lnTo>
                    <a:pt x="776" y="280"/>
                  </a:lnTo>
                  <a:lnTo>
                    <a:pt x="785" y="282"/>
                  </a:lnTo>
                  <a:lnTo>
                    <a:pt x="790" y="281"/>
                  </a:lnTo>
                  <a:lnTo>
                    <a:pt x="793" y="277"/>
                  </a:lnTo>
                  <a:lnTo>
                    <a:pt x="796" y="273"/>
                  </a:lnTo>
                  <a:lnTo>
                    <a:pt x="801" y="271"/>
                  </a:lnTo>
                  <a:lnTo>
                    <a:pt x="806" y="272"/>
                  </a:lnTo>
                  <a:lnTo>
                    <a:pt x="812" y="274"/>
                  </a:lnTo>
                  <a:lnTo>
                    <a:pt x="817" y="274"/>
                  </a:lnTo>
                  <a:lnTo>
                    <a:pt x="823" y="272"/>
                  </a:lnTo>
                  <a:lnTo>
                    <a:pt x="829" y="270"/>
                  </a:lnTo>
                  <a:lnTo>
                    <a:pt x="836" y="270"/>
                  </a:lnTo>
                  <a:lnTo>
                    <a:pt x="842" y="271"/>
                  </a:lnTo>
                  <a:lnTo>
                    <a:pt x="849" y="273"/>
                  </a:lnTo>
                  <a:lnTo>
                    <a:pt x="856" y="274"/>
                  </a:lnTo>
                  <a:lnTo>
                    <a:pt x="863" y="277"/>
                  </a:lnTo>
                  <a:lnTo>
                    <a:pt x="867" y="282"/>
                  </a:lnTo>
                  <a:lnTo>
                    <a:pt x="867" y="289"/>
                  </a:lnTo>
                  <a:lnTo>
                    <a:pt x="865" y="297"/>
                  </a:lnTo>
                  <a:lnTo>
                    <a:pt x="866" y="302"/>
                  </a:lnTo>
                  <a:lnTo>
                    <a:pt x="872" y="304"/>
                  </a:lnTo>
                  <a:lnTo>
                    <a:pt x="882" y="306"/>
                  </a:lnTo>
                  <a:lnTo>
                    <a:pt x="892" y="308"/>
                  </a:lnTo>
                  <a:lnTo>
                    <a:pt x="896" y="313"/>
                  </a:lnTo>
                  <a:lnTo>
                    <a:pt x="897" y="318"/>
                  </a:lnTo>
                  <a:close/>
                </a:path>
              </a:pathLst>
            </a:custGeom>
            <a:solidFill>
              <a:srgbClr val="86D1BC">
                <a:alpha val="32000"/>
              </a:srgbClr>
            </a:solidFill>
            <a:ln>
              <a:noFill/>
            </a:ln>
          </p:spPr>
          <p:txBody>
            <a:bodyPr anchor="ctr"/>
            <a:lstStyle/>
            <a:p>
              <a:pPr algn="ctr">
                <a:buNone/>
              </a:pPr>
            </a:p>
          </p:txBody>
        </p:sp>
        <p:sp>
          <p:nvSpPr>
            <p:cNvPr id="3045" name="addition:input:168"/>
            <p:cNvSpPr>
              <a:spLocks noGrp="1"/>
            </p:cNvSpPr>
            <p:nvPr/>
          </p:nvSpPr>
          <p:spPr>
            <a:xfrm>
              <a:off x="209550" y="5438775"/>
              <a:ext cx="1510955" cy="774177"/>
            </a:xfrm>
            <a:custGeom>
              <a:avLst/>
              <a:gdLst/>
              <a:ahLst/>
              <a:cxnLst/>
              <a:rect l="l" t="t" r="r" b="b"/>
              <a:pathLst>
                <a:path w="918" h="413">
                  <a:moveTo>
                    <a:pt x="0" y="0"/>
                  </a:moveTo>
                  <a:moveTo>
                    <a:pt x="914" y="314"/>
                  </a:moveTo>
                  <a:lnTo>
                    <a:pt x="915" y="322"/>
                  </a:lnTo>
                  <a:lnTo>
                    <a:pt x="912" y="329"/>
                  </a:lnTo>
                  <a:lnTo>
                    <a:pt x="909" y="337"/>
                  </a:lnTo>
                  <a:lnTo>
                    <a:pt x="910" y="345"/>
                  </a:lnTo>
                  <a:lnTo>
                    <a:pt x="913" y="354"/>
                  </a:lnTo>
                  <a:lnTo>
                    <a:pt x="912" y="362"/>
                  </a:lnTo>
                  <a:lnTo>
                    <a:pt x="906" y="369"/>
                  </a:lnTo>
                  <a:lnTo>
                    <a:pt x="900" y="374"/>
                  </a:lnTo>
                  <a:lnTo>
                    <a:pt x="895" y="381"/>
                  </a:lnTo>
                  <a:lnTo>
                    <a:pt x="890" y="387"/>
                  </a:lnTo>
                  <a:lnTo>
                    <a:pt x="883" y="392"/>
                  </a:lnTo>
                  <a:lnTo>
                    <a:pt x="872" y="391"/>
                  </a:lnTo>
                  <a:lnTo>
                    <a:pt x="860" y="386"/>
                  </a:lnTo>
                  <a:lnTo>
                    <a:pt x="850" y="382"/>
                  </a:lnTo>
                  <a:lnTo>
                    <a:pt x="844" y="385"/>
                  </a:lnTo>
                  <a:lnTo>
                    <a:pt x="838" y="395"/>
                  </a:lnTo>
                  <a:lnTo>
                    <a:pt x="830" y="407"/>
                  </a:lnTo>
                  <a:lnTo>
                    <a:pt x="819" y="413"/>
                  </a:lnTo>
                  <a:lnTo>
                    <a:pt x="808" y="412"/>
                  </a:lnTo>
                  <a:lnTo>
                    <a:pt x="797" y="407"/>
                  </a:lnTo>
                  <a:lnTo>
                    <a:pt x="787" y="402"/>
                  </a:lnTo>
                  <a:lnTo>
                    <a:pt x="777" y="399"/>
                  </a:lnTo>
                  <a:lnTo>
                    <a:pt x="767" y="394"/>
                  </a:lnTo>
                  <a:lnTo>
                    <a:pt x="760" y="387"/>
                  </a:lnTo>
                  <a:lnTo>
                    <a:pt x="754" y="378"/>
                  </a:lnTo>
                  <a:lnTo>
                    <a:pt x="748" y="372"/>
                  </a:lnTo>
                  <a:lnTo>
                    <a:pt x="738" y="369"/>
                  </a:lnTo>
                  <a:lnTo>
                    <a:pt x="726" y="365"/>
                  </a:lnTo>
                  <a:lnTo>
                    <a:pt x="718" y="360"/>
                  </a:lnTo>
                  <a:lnTo>
                    <a:pt x="716" y="351"/>
                  </a:lnTo>
                  <a:lnTo>
                    <a:pt x="717" y="342"/>
                  </a:lnTo>
                  <a:lnTo>
                    <a:pt x="713" y="335"/>
                  </a:lnTo>
                  <a:lnTo>
                    <a:pt x="703" y="330"/>
                  </a:lnTo>
                  <a:lnTo>
                    <a:pt x="689" y="323"/>
                  </a:lnTo>
                  <a:lnTo>
                    <a:pt x="681" y="314"/>
                  </a:lnTo>
                  <a:lnTo>
                    <a:pt x="684" y="305"/>
                  </a:lnTo>
                  <a:lnTo>
                    <a:pt x="695" y="297"/>
                  </a:lnTo>
                  <a:lnTo>
                    <a:pt x="708" y="291"/>
                  </a:lnTo>
                  <a:lnTo>
                    <a:pt x="717" y="285"/>
                  </a:lnTo>
                  <a:lnTo>
                    <a:pt x="723" y="279"/>
                  </a:lnTo>
                  <a:lnTo>
                    <a:pt x="730" y="273"/>
                  </a:lnTo>
                  <a:lnTo>
                    <a:pt x="738" y="268"/>
                  </a:lnTo>
                  <a:lnTo>
                    <a:pt x="744" y="262"/>
                  </a:lnTo>
                  <a:lnTo>
                    <a:pt x="747" y="253"/>
                  </a:lnTo>
                  <a:lnTo>
                    <a:pt x="749" y="242"/>
                  </a:lnTo>
                  <a:lnTo>
                    <a:pt x="754" y="231"/>
                  </a:lnTo>
                  <a:lnTo>
                    <a:pt x="765" y="227"/>
                  </a:lnTo>
                  <a:lnTo>
                    <a:pt x="778" y="229"/>
                  </a:lnTo>
                  <a:lnTo>
                    <a:pt x="791" y="232"/>
                  </a:lnTo>
                  <a:lnTo>
                    <a:pt x="801" y="231"/>
                  </a:lnTo>
                  <a:lnTo>
                    <a:pt x="810" y="225"/>
                  </a:lnTo>
                  <a:lnTo>
                    <a:pt x="819" y="220"/>
                  </a:lnTo>
                  <a:lnTo>
                    <a:pt x="829" y="221"/>
                  </a:lnTo>
                  <a:lnTo>
                    <a:pt x="838" y="227"/>
                  </a:lnTo>
                  <a:lnTo>
                    <a:pt x="845" y="236"/>
                  </a:lnTo>
                  <a:lnTo>
                    <a:pt x="851" y="241"/>
                  </a:lnTo>
                  <a:lnTo>
                    <a:pt x="859" y="241"/>
                  </a:lnTo>
                  <a:lnTo>
                    <a:pt x="867" y="241"/>
                  </a:lnTo>
                  <a:lnTo>
                    <a:pt x="876" y="243"/>
                  </a:lnTo>
                  <a:lnTo>
                    <a:pt x="883" y="245"/>
                  </a:lnTo>
                  <a:lnTo>
                    <a:pt x="892" y="248"/>
                  </a:lnTo>
                  <a:lnTo>
                    <a:pt x="904" y="249"/>
                  </a:lnTo>
                  <a:lnTo>
                    <a:pt x="914" y="253"/>
                  </a:lnTo>
                  <a:lnTo>
                    <a:pt x="918" y="262"/>
                  </a:lnTo>
                  <a:lnTo>
                    <a:pt x="913" y="273"/>
                  </a:lnTo>
                  <a:lnTo>
                    <a:pt x="903" y="285"/>
                  </a:lnTo>
                  <a:lnTo>
                    <a:pt x="896" y="294"/>
                  </a:lnTo>
                  <a:lnTo>
                    <a:pt x="899" y="300"/>
                  </a:lnTo>
                  <a:lnTo>
                    <a:pt x="907" y="307"/>
                  </a:lnTo>
                  <a:close/>
                </a:path>
              </a:pathLst>
            </a:custGeom>
            <a:solidFill>
              <a:srgbClr val="56BFA2">
                <a:alpha val="37000"/>
              </a:srgbClr>
            </a:solidFill>
            <a:ln>
              <a:noFill/>
            </a:ln>
          </p:spPr>
          <p:txBody>
            <a:bodyPr anchor="ctr"/>
            <a:lstStyle/>
            <a:p>
              <a:pPr algn="ctr">
                <a:buNone/>
              </a:pPr>
            </a:p>
          </p:txBody>
        </p:sp>
        <p:sp>
          <p:nvSpPr>
            <p:cNvPr id="3046" name="addition:input:169"/>
            <p:cNvSpPr>
              <a:spLocks noGrp="1"/>
            </p:cNvSpPr>
            <p:nvPr/>
          </p:nvSpPr>
          <p:spPr>
            <a:xfrm>
              <a:off x="209550" y="5438775"/>
              <a:ext cx="1361176" cy="622341"/>
            </a:xfrm>
            <a:custGeom>
              <a:avLst/>
              <a:gdLst/>
              <a:ahLst/>
              <a:cxnLst/>
              <a:rect l="l" t="t" r="r" b="b"/>
              <a:pathLst>
                <a:path w="827" h="332">
                  <a:moveTo>
                    <a:pt x="0" y="0"/>
                  </a:moveTo>
                  <a:moveTo>
                    <a:pt x="818" y="293"/>
                  </a:moveTo>
                  <a:lnTo>
                    <a:pt x="813" y="296"/>
                  </a:lnTo>
                  <a:lnTo>
                    <a:pt x="811" y="298"/>
                  </a:lnTo>
                  <a:lnTo>
                    <a:pt x="811" y="302"/>
                  </a:lnTo>
                  <a:lnTo>
                    <a:pt x="812" y="306"/>
                  </a:lnTo>
                  <a:lnTo>
                    <a:pt x="812" y="309"/>
                  </a:lnTo>
                  <a:lnTo>
                    <a:pt x="811" y="313"/>
                  </a:lnTo>
                  <a:lnTo>
                    <a:pt x="810" y="317"/>
                  </a:lnTo>
                  <a:lnTo>
                    <a:pt x="809" y="321"/>
                  </a:lnTo>
                  <a:lnTo>
                    <a:pt x="807" y="324"/>
                  </a:lnTo>
                  <a:lnTo>
                    <a:pt x="804" y="326"/>
                  </a:lnTo>
                  <a:lnTo>
                    <a:pt x="799" y="326"/>
                  </a:lnTo>
                  <a:lnTo>
                    <a:pt x="794" y="326"/>
                  </a:lnTo>
                  <a:lnTo>
                    <a:pt x="791" y="327"/>
                  </a:lnTo>
                  <a:lnTo>
                    <a:pt x="789" y="330"/>
                  </a:lnTo>
                  <a:lnTo>
                    <a:pt x="786" y="332"/>
                  </a:lnTo>
                  <a:lnTo>
                    <a:pt x="783" y="332"/>
                  </a:lnTo>
                  <a:lnTo>
                    <a:pt x="779" y="330"/>
                  </a:lnTo>
                  <a:lnTo>
                    <a:pt x="776" y="327"/>
                  </a:lnTo>
                  <a:lnTo>
                    <a:pt x="774" y="326"/>
                  </a:lnTo>
                  <a:lnTo>
                    <a:pt x="770" y="328"/>
                  </a:lnTo>
                  <a:lnTo>
                    <a:pt x="766" y="331"/>
                  </a:lnTo>
                  <a:lnTo>
                    <a:pt x="761" y="332"/>
                  </a:lnTo>
                  <a:lnTo>
                    <a:pt x="757" y="331"/>
                  </a:lnTo>
                  <a:lnTo>
                    <a:pt x="754" y="329"/>
                  </a:lnTo>
                  <a:lnTo>
                    <a:pt x="750" y="326"/>
                  </a:lnTo>
                  <a:lnTo>
                    <a:pt x="747" y="324"/>
                  </a:lnTo>
                  <a:lnTo>
                    <a:pt x="746" y="320"/>
                  </a:lnTo>
                  <a:lnTo>
                    <a:pt x="746" y="315"/>
                  </a:lnTo>
                  <a:lnTo>
                    <a:pt x="747" y="310"/>
                  </a:lnTo>
                  <a:lnTo>
                    <a:pt x="747" y="307"/>
                  </a:lnTo>
                  <a:lnTo>
                    <a:pt x="743" y="305"/>
                  </a:lnTo>
                  <a:lnTo>
                    <a:pt x="737" y="303"/>
                  </a:lnTo>
                  <a:lnTo>
                    <a:pt x="732" y="300"/>
                  </a:lnTo>
                  <a:lnTo>
                    <a:pt x="730" y="296"/>
                  </a:lnTo>
                  <a:lnTo>
                    <a:pt x="732" y="293"/>
                  </a:lnTo>
                  <a:lnTo>
                    <a:pt x="733" y="289"/>
                  </a:lnTo>
                  <a:lnTo>
                    <a:pt x="732" y="286"/>
                  </a:lnTo>
                  <a:lnTo>
                    <a:pt x="730" y="282"/>
                  </a:lnTo>
                  <a:lnTo>
                    <a:pt x="729" y="277"/>
                  </a:lnTo>
                  <a:lnTo>
                    <a:pt x="731" y="274"/>
                  </a:lnTo>
                  <a:lnTo>
                    <a:pt x="735" y="272"/>
                  </a:lnTo>
                  <a:lnTo>
                    <a:pt x="738" y="270"/>
                  </a:lnTo>
                  <a:lnTo>
                    <a:pt x="741" y="267"/>
                  </a:lnTo>
                  <a:lnTo>
                    <a:pt x="745" y="265"/>
                  </a:lnTo>
                  <a:lnTo>
                    <a:pt x="749" y="264"/>
                  </a:lnTo>
                  <a:lnTo>
                    <a:pt x="753" y="264"/>
                  </a:lnTo>
                  <a:lnTo>
                    <a:pt x="757" y="263"/>
                  </a:lnTo>
                  <a:lnTo>
                    <a:pt x="759" y="260"/>
                  </a:lnTo>
                  <a:lnTo>
                    <a:pt x="762" y="254"/>
                  </a:lnTo>
                  <a:lnTo>
                    <a:pt x="765" y="248"/>
                  </a:lnTo>
                  <a:lnTo>
                    <a:pt x="770" y="246"/>
                  </a:lnTo>
                  <a:lnTo>
                    <a:pt x="775" y="248"/>
                  </a:lnTo>
                  <a:lnTo>
                    <a:pt x="780" y="252"/>
                  </a:lnTo>
                  <a:lnTo>
                    <a:pt x="784" y="255"/>
                  </a:lnTo>
                  <a:lnTo>
                    <a:pt x="788" y="256"/>
                  </a:lnTo>
                  <a:lnTo>
                    <a:pt x="793" y="256"/>
                  </a:lnTo>
                  <a:lnTo>
                    <a:pt x="796" y="258"/>
                  </a:lnTo>
                  <a:lnTo>
                    <a:pt x="800" y="260"/>
                  </a:lnTo>
                  <a:lnTo>
                    <a:pt x="802" y="262"/>
                  </a:lnTo>
                  <a:lnTo>
                    <a:pt x="806" y="264"/>
                  </a:lnTo>
                  <a:lnTo>
                    <a:pt x="810" y="265"/>
                  </a:lnTo>
                  <a:lnTo>
                    <a:pt x="813" y="266"/>
                  </a:lnTo>
                  <a:lnTo>
                    <a:pt x="815" y="269"/>
                  </a:lnTo>
                  <a:lnTo>
                    <a:pt x="816" y="273"/>
                  </a:lnTo>
                  <a:lnTo>
                    <a:pt x="818" y="276"/>
                  </a:lnTo>
                  <a:lnTo>
                    <a:pt x="822" y="278"/>
                  </a:lnTo>
                  <a:lnTo>
                    <a:pt x="826" y="281"/>
                  </a:lnTo>
                  <a:lnTo>
                    <a:pt x="827" y="284"/>
                  </a:lnTo>
                  <a:lnTo>
                    <a:pt x="824" y="289"/>
                  </a:lnTo>
                  <a:close/>
                </a:path>
              </a:pathLst>
            </a:custGeom>
            <a:solidFill>
              <a:srgbClr val="41B796">
                <a:alpha val="36000"/>
              </a:srgbClr>
            </a:solidFill>
            <a:ln>
              <a:noFill/>
            </a:ln>
          </p:spPr>
          <p:txBody>
            <a:bodyPr anchor="ctr"/>
            <a:lstStyle/>
            <a:p>
              <a:pPr algn="ctr">
                <a:buNone/>
              </a:pPr>
            </a:p>
          </p:txBody>
        </p:sp>
        <p:sp>
          <p:nvSpPr>
            <p:cNvPr id="3047" name="addition:input:170"/>
            <p:cNvSpPr>
              <a:spLocks noGrp="1"/>
            </p:cNvSpPr>
            <p:nvPr/>
          </p:nvSpPr>
          <p:spPr>
            <a:xfrm>
              <a:off x="209550" y="5438775"/>
              <a:ext cx="1450056" cy="588599"/>
            </a:xfrm>
            <a:custGeom>
              <a:avLst/>
              <a:gdLst/>
              <a:ahLst/>
              <a:cxnLst/>
              <a:rect l="l" t="t" r="r" b="b"/>
              <a:pathLst>
                <a:path w="881" h="314">
                  <a:moveTo>
                    <a:pt x="0" y="0"/>
                  </a:moveTo>
                  <a:moveTo>
                    <a:pt x="879" y="281"/>
                  </a:moveTo>
                  <a:lnTo>
                    <a:pt x="881" y="284"/>
                  </a:lnTo>
                  <a:lnTo>
                    <a:pt x="880" y="287"/>
                  </a:lnTo>
                  <a:lnTo>
                    <a:pt x="877" y="289"/>
                  </a:lnTo>
                  <a:lnTo>
                    <a:pt x="873" y="291"/>
                  </a:lnTo>
                  <a:lnTo>
                    <a:pt x="871" y="293"/>
                  </a:lnTo>
                  <a:lnTo>
                    <a:pt x="871" y="296"/>
                  </a:lnTo>
                  <a:lnTo>
                    <a:pt x="871" y="299"/>
                  </a:lnTo>
                  <a:lnTo>
                    <a:pt x="869" y="301"/>
                  </a:lnTo>
                  <a:lnTo>
                    <a:pt x="865" y="302"/>
                  </a:lnTo>
                  <a:lnTo>
                    <a:pt x="861" y="302"/>
                  </a:lnTo>
                  <a:lnTo>
                    <a:pt x="857" y="302"/>
                  </a:lnTo>
                  <a:lnTo>
                    <a:pt x="855" y="305"/>
                  </a:lnTo>
                  <a:lnTo>
                    <a:pt x="853" y="308"/>
                  </a:lnTo>
                  <a:lnTo>
                    <a:pt x="851" y="311"/>
                  </a:lnTo>
                  <a:lnTo>
                    <a:pt x="847" y="312"/>
                  </a:lnTo>
                  <a:lnTo>
                    <a:pt x="843" y="313"/>
                  </a:lnTo>
                  <a:lnTo>
                    <a:pt x="840" y="314"/>
                  </a:lnTo>
                  <a:lnTo>
                    <a:pt x="836" y="314"/>
                  </a:lnTo>
                  <a:lnTo>
                    <a:pt x="832" y="313"/>
                  </a:lnTo>
                  <a:lnTo>
                    <a:pt x="829" y="309"/>
                  </a:lnTo>
                  <a:lnTo>
                    <a:pt x="827" y="305"/>
                  </a:lnTo>
                  <a:lnTo>
                    <a:pt x="825" y="303"/>
                  </a:lnTo>
                  <a:lnTo>
                    <a:pt x="822" y="303"/>
                  </a:lnTo>
                  <a:lnTo>
                    <a:pt x="818" y="304"/>
                  </a:lnTo>
                  <a:lnTo>
                    <a:pt x="814" y="305"/>
                  </a:lnTo>
                  <a:lnTo>
                    <a:pt x="811" y="304"/>
                  </a:lnTo>
                  <a:lnTo>
                    <a:pt x="810" y="301"/>
                  </a:lnTo>
                  <a:lnTo>
                    <a:pt x="809" y="298"/>
                  </a:lnTo>
                  <a:lnTo>
                    <a:pt x="808" y="296"/>
                  </a:lnTo>
                  <a:lnTo>
                    <a:pt x="805" y="294"/>
                  </a:lnTo>
                  <a:lnTo>
                    <a:pt x="804" y="292"/>
                  </a:lnTo>
                  <a:lnTo>
                    <a:pt x="804" y="289"/>
                  </a:lnTo>
                  <a:lnTo>
                    <a:pt x="805" y="286"/>
                  </a:lnTo>
                  <a:lnTo>
                    <a:pt x="806" y="283"/>
                  </a:lnTo>
                  <a:lnTo>
                    <a:pt x="806" y="281"/>
                  </a:lnTo>
                  <a:lnTo>
                    <a:pt x="807" y="278"/>
                  </a:lnTo>
                  <a:lnTo>
                    <a:pt x="809" y="276"/>
                  </a:lnTo>
                  <a:lnTo>
                    <a:pt x="812" y="274"/>
                  </a:lnTo>
                  <a:lnTo>
                    <a:pt x="815" y="272"/>
                  </a:lnTo>
                  <a:lnTo>
                    <a:pt x="814" y="269"/>
                  </a:lnTo>
                  <a:lnTo>
                    <a:pt x="812" y="265"/>
                  </a:lnTo>
                  <a:lnTo>
                    <a:pt x="810" y="261"/>
                  </a:lnTo>
                  <a:lnTo>
                    <a:pt x="811" y="257"/>
                  </a:lnTo>
                  <a:lnTo>
                    <a:pt x="814" y="256"/>
                  </a:lnTo>
                  <a:lnTo>
                    <a:pt x="818" y="256"/>
                  </a:lnTo>
                  <a:lnTo>
                    <a:pt x="822" y="256"/>
                  </a:lnTo>
                  <a:lnTo>
                    <a:pt x="824" y="255"/>
                  </a:lnTo>
                  <a:lnTo>
                    <a:pt x="827" y="254"/>
                  </a:lnTo>
                  <a:lnTo>
                    <a:pt x="829" y="254"/>
                  </a:lnTo>
                  <a:lnTo>
                    <a:pt x="832" y="254"/>
                  </a:lnTo>
                  <a:lnTo>
                    <a:pt x="834" y="254"/>
                  </a:lnTo>
                  <a:lnTo>
                    <a:pt x="836" y="253"/>
                  </a:lnTo>
                  <a:lnTo>
                    <a:pt x="839" y="251"/>
                  </a:lnTo>
                  <a:lnTo>
                    <a:pt x="842" y="250"/>
                  </a:lnTo>
                  <a:lnTo>
                    <a:pt x="845" y="251"/>
                  </a:lnTo>
                  <a:lnTo>
                    <a:pt x="847" y="253"/>
                  </a:lnTo>
                  <a:lnTo>
                    <a:pt x="850" y="254"/>
                  </a:lnTo>
                  <a:lnTo>
                    <a:pt x="853" y="254"/>
                  </a:lnTo>
                  <a:lnTo>
                    <a:pt x="858" y="253"/>
                  </a:lnTo>
                  <a:lnTo>
                    <a:pt x="862" y="254"/>
                  </a:lnTo>
                  <a:lnTo>
                    <a:pt x="864" y="257"/>
                  </a:lnTo>
                  <a:lnTo>
                    <a:pt x="864" y="261"/>
                  </a:lnTo>
                  <a:lnTo>
                    <a:pt x="863" y="265"/>
                  </a:lnTo>
                  <a:lnTo>
                    <a:pt x="863" y="268"/>
                  </a:lnTo>
                  <a:lnTo>
                    <a:pt x="866" y="269"/>
                  </a:lnTo>
                  <a:lnTo>
                    <a:pt x="869" y="271"/>
                  </a:lnTo>
                  <a:lnTo>
                    <a:pt x="871" y="273"/>
                  </a:lnTo>
                  <a:lnTo>
                    <a:pt x="873" y="276"/>
                  </a:lnTo>
                  <a:lnTo>
                    <a:pt x="876" y="278"/>
                  </a:lnTo>
                  <a:close/>
                </a:path>
              </a:pathLst>
            </a:custGeom>
            <a:solidFill>
              <a:srgbClr val="41B796">
                <a:alpha val="36000"/>
              </a:srgbClr>
            </a:solidFill>
            <a:ln>
              <a:noFill/>
            </a:ln>
          </p:spPr>
          <p:txBody>
            <a:bodyPr anchor="ctr"/>
            <a:lstStyle/>
            <a:p>
              <a:pPr algn="ctr">
                <a:buNone/>
              </a:pPr>
            </a:p>
          </p:txBody>
        </p:sp>
        <p:sp>
          <p:nvSpPr>
            <p:cNvPr id="3048" name="addition:input:171"/>
            <p:cNvSpPr>
              <a:spLocks noGrp="1"/>
            </p:cNvSpPr>
            <p:nvPr/>
          </p:nvSpPr>
          <p:spPr>
            <a:xfrm>
              <a:off x="209550" y="5438775"/>
              <a:ext cx="1519184" cy="708569"/>
            </a:xfrm>
            <a:custGeom>
              <a:avLst/>
              <a:gdLst/>
              <a:ahLst/>
              <a:cxnLst/>
              <a:rect l="l" t="t" r="r" b="b"/>
              <a:pathLst>
                <a:path w="923" h="378">
                  <a:moveTo>
                    <a:pt x="0" y="0"/>
                  </a:moveTo>
                  <a:moveTo>
                    <a:pt x="912" y="333"/>
                  </a:moveTo>
                  <a:lnTo>
                    <a:pt x="918" y="337"/>
                  </a:lnTo>
                  <a:lnTo>
                    <a:pt x="923" y="341"/>
                  </a:lnTo>
                  <a:lnTo>
                    <a:pt x="922" y="345"/>
                  </a:lnTo>
                  <a:lnTo>
                    <a:pt x="917" y="348"/>
                  </a:lnTo>
                  <a:lnTo>
                    <a:pt x="912" y="350"/>
                  </a:lnTo>
                  <a:lnTo>
                    <a:pt x="908" y="352"/>
                  </a:lnTo>
                  <a:lnTo>
                    <a:pt x="906" y="355"/>
                  </a:lnTo>
                  <a:lnTo>
                    <a:pt x="904" y="358"/>
                  </a:lnTo>
                  <a:lnTo>
                    <a:pt x="901" y="360"/>
                  </a:lnTo>
                  <a:lnTo>
                    <a:pt x="897" y="361"/>
                  </a:lnTo>
                  <a:lnTo>
                    <a:pt x="894" y="363"/>
                  </a:lnTo>
                  <a:lnTo>
                    <a:pt x="891" y="367"/>
                  </a:lnTo>
                  <a:lnTo>
                    <a:pt x="888" y="370"/>
                  </a:lnTo>
                  <a:lnTo>
                    <a:pt x="883" y="372"/>
                  </a:lnTo>
                  <a:lnTo>
                    <a:pt x="878" y="371"/>
                  </a:lnTo>
                  <a:lnTo>
                    <a:pt x="873" y="371"/>
                  </a:lnTo>
                  <a:lnTo>
                    <a:pt x="869" y="372"/>
                  </a:lnTo>
                  <a:lnTo>
                    <a:pt x="864" y="376"/>
                  </a:lnTo>
                  <a:lnTo>
                    <a:pt x="858" y="378"/>
                  </a:lnTo>
                  <a:lnTo>
                    <a:pt x="853" y="377"/>
                  </a:lnTo>
                  <a:lnTo>
                    <a:pt x="849" y="372"/>
                  </a:lnTo>
                  <a:lnTo>
                    <a:pt x="847" y="366"/>
                  </a:lnTo>
                  <a:lnTo>
                    <a:pt x="845" y="362"/>
                  </a:lnTo>
                  <a:lnTo>
                    <a:pt x="841" y="361"/>
                  </a:lnTo>
                  <a:lnTo>
                    <a:pt x="837" y="361"/>
                  </a:lnTo>
                  <a:lnTo>
                    <a:pt x="833" y="360"/>
                  </a:lnTo>
                  <a:lnTo>
                    <a:pt x="829" y="358"/>
                  </a:lnTo>
                  <a:lnTo>
                    <a:pt x="825" y="357"/>
                  </a:lnTo>
                  <a:lnTo>
                    <a:pt x="821" y="355"/>
                  </a:lnTo>
                  <a:lnTo>
                    <a:pt x="817" y="352"/>
                  </a:lnTo>
                  <a:lnTo>
                    <a:pt x="815" y="349"/>
                  </a:lnTo>
                  <a:lnTo>
                    <a:pt x="817" y="344"/>
                  </a:lnTo>
                  <a:lnTo>
                    <a:pt x="821" y="340"/>
                  </a:lnTo>
                  <a:lnTo>
                    <a:pt x="824" y="336"/>
                  </a:lnTo>
                  <a:lnTo>
                    <a:pt x="823" y="333"/>
                  </a:lnTo>
                  <a:lnTo>
                    <a:pt x="821" y="330"/>
                  </a:lnTo>
                  <a:lnTo>
                    <a:pt x="821" y="326"/>
                  </a:lnTo>
                  <a:lnTo>
                    <a:pt x="824" y="323"/>
                  </a:lnTo>
                  <a:lnTo>
                    <a:pt x="829" y="320"/>
                  </a:lnTo>
                  <a:lnTo>
                    <a:pt x="833" y="318"/>
                  </a:lnTo>
                  <a:lnTo>
                    <a:pt x="835" y="315"/>
                  </a:lnTo>
                  <a:lnTo>
                    <a:pt x="834" y="311"/>
                  </a:lnTo>
                  <a:lnTo>
                    <a:pt x="834" y="306"/>
                  </a:lnTo>
                  <a:lnTo>
                    <a:pt x="835" y="302"/>
                  </a:lnTo>
                  <a:lnTo>
                    <a:pt x="838" y="299"/>
                  </a:lnTo>
                  <a:lnTo>
                    <a:pt x="842" y="297"/>
                  </a:lnTo>
                  <a:lnTo>
                    <a:pt x="845" y="295"/>
                  </a:lnTo>
                  <a:lnTo>
                    <a:pt x="849" y="294"/>
                  </a:lnTo>
                  <a:lnTo>
                    <a:pt x="854" y="295"/>
                  </a:lnTo>
                  <a:lnTo>
                    <a:pt x="859" y="298"/>
                  </a:lnTo>
                  <a:lnTo>
                    <a:pt x="862" y="301"/>
                  </a:lnTo>
                  <a:lnTo>
                    <a:pt x="865" y="301"/>
                  </a:lnTo>
                  <a:lnTo>
                    <a:pt x="868" y="297"/>
                  </a:lnTo>
                  <a:lnTo>
                    <a:pt x="872" y="293"/>
                  </a:lnTo>
                  <a:lnTo>
                    <a:pt x="876" y="292"/>
                  </a:lnTo>
                  <a:lnTo>
                    <a:pt x="879" y="293"/>
                  </a:lnTo>
                  <a:lnTo>
                    <a:pt x="882" y="296"/>
                  </a:lnTo>
                  <a:lnTo>
                    <a:pt x="885" y="299"/>
                  </a:lnTo>
                  <a:lnTo>
                    <a:pt x="890" y="299"/>
                  </a:lnTo>
                  <a:lnTo>
                    <a:pt x="894" y="300"/>
                  </a:lnTo>
                  <a:lnTo>
                    <a:pt x="898" y="302"/>
                  </a:lnTo>
                  <a:lnTo>
                    <a:pt x="900" y="306"/>
                  </a:lnTo>
                  <a:lnTo>
                    <a:pt x="901" y="310"/>
                  </a:lnTo>
                  <a:lnTo>
                    <a:pt x="903" y="313"/>
                  </a:lnTo>
                  <a:lnTo>
                    <a:pt x="905" y="316"/>
                  </a:lnTo>
                  <a:lnTo>
                    <a:pt x="906" y="320"/>
                  </a:lnTo>
                  <a:lnTo>
                    <a:pt x="906" y="324"/>
                  </a:lnTo>
                  <a:lnTo>
                    <a:pt x="905" y="327"/>
                  </a:lnTo>
                  <a:lnTo>
                    <a:pt x="907" y="330"/>
                  </a:lnTo>
                  <a:close/>
                </a:path>
              </a:pathLst>
            </a:custGeom>
            <a:solidFill>
              <a:srgbClr val="41B796">
                <a:alpha val="36000"/>
              </a:srgbClr>
            </a:solidFill>
            <a:ln>
              <a:noFill/>
            </a:ln>
          </p:spPr>
          <p:txBody>
            <a:bodyPr anchor="ctr"/>
            <a:lstStyle/>
            <a:p>
              <a:pPr algn="ctr">
                <a:buNone/>
              </a:pPr>
            </a:p>
          </p:txBody>
        </p:sp>
        <p:sp>
          <p:nvSpPr>
            <p:cNvPr id="3049" name="addition:input:172"/>
            <p:cNvSpPr>
              <a:spLocks noGrp="1"/>
            </p:cNvSpPr>
            <p:nvPr/>
          </p:nvSpPr>
          <p:spPr>
            <a:xfrm>
              <a:off x="209550" y="5438775"/>
              <a:ext cx="1397386" cy="738561"/>
            </a:xfrm>
            <a:custGeom>
              <a:avLst/>
              <a:gdLst/>
              <a:ahLst/>
              <a:cxnLst/>
              <a:rect l="l" t="t" r="r" b="b"/>
              <a:pathLst>
                <a:path w="849" h="394">
                  <a:moveTo>
                    <a:pt x="0" y="0"/>
                  </a:moveTo>
                  <a:moveTo>
                    <a:pt x="848" y="356"/>
                  </a:moveTo>
                  <a:lnTo>
                    <a:pt x="845" y="359"/>
                  </a:lnTo>
                  <a:lnTo>
                    <a:pt x="844" y="361"/>
                  </a:lnTo>
                  <a:lnTo>
                    <a:pt x="845" y="365"/>
                  </a:lnTo>
                  <a:lnTo>
                    <a:pt x="846" y="368"/>
                  </a:lnTo>
                  <a:lnTo>
                    <a:pt x="844" y="371"/>
                  </a:lnTo>
                  <a:lnTo>
                    <a:pt x="840" y="373"/>
                  </a:lnTo>
                  <a:lnTo>
                    <a:pt x="834" y="374"/>
                  </a:lnTo>
                  <a:lnTo>
                    <a:pt x="829" y="374"/>
                  </a:lnTo>
                  <a:lnTo>
                    <a:pt x="827" y="376"/>
                  </a:lnTo>
                  <a:lnTo>
                    <a:pt x="825" y="380"/>
                  </a:lnTo>
                  <a:lnTo>
                    <a:pt x="823" y="383"/>
                  </a:lnTo>
                  <a:lnTo>
                    <a:pt x="821" y="385"/>
                  </a:lnTo>
                  <a:lnTo>
                    <a:pt x="817" y="388"/>
                  </a:lnTo>
                  <a:lnTo>
                    <a:pt x="814" y="390"/>
                  </a:lnTo>
                  <a:lnTo>
                    <a:pt x="810" y="393"/>
                  </a:lnTo>
                  <a:lnTo>
                    <a:pt x="805" y="394"/>
                  </a:lnTo>
                  <a:lnTo>
                    <a:pt x="801" y="392"/>
                  </a:lnTo>
                  <a:lnTo>
                    <a:pt x="797" y="388"/>
                  </a:lnTo>
                  <a:lnTo>
                    <a:pt x="794" y="384"/>
                  </a:lnTo>
                  <a:lnTo>
                    <a:pt x="790" y="384"/>
                  </a:lnTo>
                  <a:lnTo>
                    <a:pt x="787" y="385"/>
                  </a:lnTo>
                  <a:lnTo>
                    <a:pt x="782" y="386"/>
                  </a:lnTo>
                  <a:lnTo>
                    <a:pt x="779" y="386"/>
                  </a:lnTo>
                  <a:lnTo>
                    <a:pt x="777" y="383"/>
                  </a:lnTo>
                  <a:lnTo>
                    <a:pt x="775" y="380"/>
                  </a:lnTo>
                  <a:lnTo>
                    <a:pt x="773" y="379"/>
                  </a:lnTo>
                  <a:lnTo>
                    <a:pt x="770" y="378"/>
                  </a:lnTo>
                  <a:lnTo>
                    <a:pt x="766" y="377"/>
                  </a:lnTo>
                  <a:lnTo>
                    <a:pt x="764" y="374"/>
                  </a:lnTo>
                  <a:lnTo>
                    <a:pt x="763" y="371"/>
                  </a:lnTo>
                  <a:lnTo>
                    <a:pt x="763" y="368"/>
                  </a:lnTo>
                  <a:lnTo>
                    <a:pt x="762" y="365"/>
                  </a:lnTo>
                  <a:lnTo>
                    <a:pt x="762" y="362"/>
                  </a:lnTo>
                  <a:lnTo>
                    <a:pt x="764" y="359"/>
                  </a:lnTo>
                  <a:lnTo>
                    <a:pt x="768" y="356"/>
                  </a:lnTo>
                  <a:lnTo>
                    <a:pt x="772" y="353"/>
                  </a:lnTo>
                  <a:lnTo>
                    <a:pt x="772" y="351"/>
                  </a:lnTo>
                  <a:lnTo>
                    <a:pt x="769" y="348"/>
                  </a:lnTo>
                  <a:lnTo>
                    <a:pt x="765" y="344"/>
                  </a:lnTo>
                  <a:lnTo>
                    <a:pt x="763" y="339"/>
                  </a:lnTo>
                  <a:lnTo>
                    <a:pt x="765" y="336"/>
                  </a:lnTo>
                  <a:lnTo>
                    <a:pt x="768" y="334"/>
                  </a:lnTo>
                  <a:lnTo>
                    <a:pt x="772" y="333"/>
                  </a:lnTo>
                  <a:lnTo>
                    <a:pt x="774" y="331"/>
                  </a:lnTo>
                  <a:lnTo>
                    <a:pt x="776" y="329"/>
                  </a:lnTo>
                  <a:lnTo>
                    <a:pt x="779" y="327"/>
                  </a:lnTo>
                  <a:lnTo>
                    <a:pt x="782" y="327"/>
                  </a:lnTo>
                  <a:lnTo>
                    <a:pt x="786" y="327"/>
                  </a:lnTo>
                  <a:lnTo>
                    <a:pt x="788" y="326"/>
                  </a:lnTo>
                  <a:lnTo>
                    <a:pt x="791" y="324"/>
                  </a:lnTo>
                  <a:lnTo>
                    <a:pt x="794" y="323"/>
                  </a:lnTo>
                  <a:lnTo>
                    <a:pt x="797" y="323"/>
                  </a:lnTo>
                  <a:lnTo>
                    <a:pt x="800" y="325"/>
                  </a:lnTo>
                  <a:lnTo>
                    <a:pt x="803" y="326"/>
                  </a:lnTo>
                  <a:lnTo>
                    <a:pt x="807" y="324"/>
                  </a:lnTo>
                  <a:lnTo>
                    <a:pt x="812" y="321"/>
                  </a:lnTo>
                  <a:lnTo>
                    <a:pt x="817" y="319"/>
                  </a:lnTo>
                  <a:lnTo>
                    <a:pt x="821" y="321"/>
                  </a:lnTo>
                  <a:lnTo>
                    <a:pt x="824" y="325"/>
                  </a:lnTo>
                  <a:lnTo>
                    <a:pt x="824" y="330"/>
                  </a:lnTo>
                  <a:lnTo>
                    <a:pt x="826" y="334"/>
                  </a:lnTo>
                  <a:lnTo>
                    <a:pt x="828" y="336"/>
                  </a:lnTo>
                  <a:lnTo>
                    <a:pt x="831" y="338"/>
                  </a:lnTo>
                  <a:lnTo>
                    <a:pt x="833" y="340"/>
                  </a:lnTo>
                  <a:lnTo>
                    <a:pt x="836" y="342"/>
                  </a:lnTo>
                  <a:lnTo>
                    <a:pt x="839" y="345"/>
                  </a:lnTo>
                  <a:lnTo>
                    <a:pt x="843" y="347"/>
                  </a:lnTo>
                  <a:lnTo>
                    <a:pt x="847" y="349"/>
                  </a:lnTo>
                  <a:lnTo>
                    <a:pt x="849" y="352"/>
                  </a:lnTo>
                  <a:close/>
                </a:path>
              </a:pathLst>
            </a:custGeom>
            <a:solidFill>
              <a:srgbClr val="41B796">
                <a:alpha val="36000"/>
              </a:srgbClr>
            </a:solidFill>
            <a:ln>
              <a:noFill/>
            </a:ln>
          </p:spPr>
          <p:txBody>
            <a:bodyPr anchor="ctr"/>
            <a:lstStyle/>
            <a:p>
              <a:pPr algn="ctr">
                <a:buNone/>
              </a:pPr>
            </a:p>
          </p:txBody>
        </p:sp>
        <p:sp>
          <p:nvSpPr>
            <p:cNvPr id="3050" name="addition:input:173"/>
            <p:cNvSpPr>
              <a:spLocks noGrp="1"/>
            </p:cNvSpPr>
            <p:nvPr/>
          </p:nvSpPr>
          <p:spPr>
            <a:xfrm>
              <a:off x="209550" y="5438775"/>
              <a:ext cx="1344717" cy="609219"/>
            </a:xfrm>
            <a:custGeom>
              <a:avLst/>
              <a:gdLst/>
              <a:ahLst/>
              <a:cxnLst/>
              <a:rect l="l" t="t" r="r" b="b"/>
              <a:pathLst>
                <a:path w="817" h="325">
                  <a:moveTo>
                    <a:pt x="0" y="0"/>
                  </a:moveTo>
                  <a:moveTo>
                    <a:pt x="812" y="296"/>
                  </a:moveTo>
                  <a:lnTo>
                    <a:pt x="811" y="299"/>
                  </a:lnTo>
                  <a:lnTo>
                    <a:pt x="809" y="301"/>
                  </a:lnTo>
                  <a:lnTo>
                    <a:pt x="806" y="303"/>
                  </a:lnTo>
                  <a:lnTo>
                    <a:pt x="804" y="305"/>
                  </a:lnTo>
                  <a:lnTo>
                    <a:pt x="804" y="307"/>
                  </a:lnTo>
                  <a:lnTo>
                    <a:pt x="805" y="311"/>
                  </a:lnTo>
                  <a:lnTo>
                    <a:pt x="807" y="315"/>
                  </a:lnTo>
                  <a:lnTo>
                    <a:pt x="807" y="319"/>
                  </a:lnTo>
                  <a:lnTo>
                    <a:pt x="804" y="321"/>
                  </a:lnTo>
                  <a:lnTo>
                    <a:pt x="800" y="321"/>
                  </a:lnTo>
                  <a:lnTo>
                    <a:pt x="796" y="320"/>
                  </a:lnTo>
                  <a:lnTo>
                    <a:pt x="794" y="321"/>
                  </a:lnTo>
                  <a:lnTo>
                    <a:pt x="792" y="323"/>
                  </a:lnTo>
                  <a:lnTo>
                    <a:pt x="790" y="325"/>
                  </a:lnTo>
                  <a:lnTo>
                    <a:pt x="788" y="325"/>
                  </a:lnTo>
                  <a:lnTo>
                    <a:pt x="785" y="324"/>
                  </a:lnTo>
                  <a:lnTo>
                    <a:pt x="783" y="323"/>
                  </a:lnTo>
                  <a:lnTo>
                    <a:pt x="781" y="324"/>
                  </a:lnTo>
                  <a:lnTo>
                    <a:pt x="778" y="324"/>
                  </a:lnTo>
                  <a:lnTo>
                    <a:pt x="776" y="324"/>
                  </a:lnTo>
                  <a:lnTo>
                    <a:pt x="774" y="324"/>
                  </a:lnTo>
                  <a:lnTo>
                    <a:pt x="771" y="323"/>
                  </a:lnTo>
                  <a:lnTo>
                    <a:pt x="768" y="323"/>
                  </a:lnTo>
                  <a:lnTo>
                    <a:pt x="764" y="324"/>
                  </a:lnTo>
                  <a:lnTo>
                    <a:pt x="760" y="324"/>
                  </a:lnTo>
                  <a:lnTo>
                    <a:pt x="758" y="321"/>
                  </a:lnTo>
                  <a:lnTo>
                    <a:pt x="759" y="316"/>
                  </a:lnTo>
                  <a:lnTo>
                    <a:pt x="760" y="312"/>
                  </a:lnTo>
                  <a:lnTo>
                    <a:pt x="760" y="309"/>
                  </a:lnTo>
                  <a:lnTo>
                    <a:pt x="758" y="307"/>
                  </a:lnTo>
                  <a:lnTo>
                    <a:pt x="755" y="306"/>
                  </a:lnTo>
                  <a:lnTo>
                    <a:pt x="752" y="304"/>
                  </a:lnTo>
                  <a:lnTo>
                    <a:pt x="750" y="301"/>
                  </a:lnTo>
                  <a:lnTo>
                    <a:pt x="749" y="299"/>
                  </a:lnTo>
                  <a:lnTo>
                    <a:pt x="748" y="296"/>
                  </a:lnTo>
                  <a:lnTo>
                    <a:pt x="746" y="293"/>
                  </a:lnTo>
                  <a:lnTo>
                    <a:pt x="746" y="290"/>
                  </a:lnTo>
                  <a:lnTo>
                    <a:pt x="747" y="288"/>
                  </a:lnTo>
                  <a:lnTo>
                    <a:pt x="749" y="286"/>
                  </a:lnTo>
                  <a:lnTo>
                    <a:pt x="751" y="283"/>
                  </a:lnTo>
                  <a:lnTo>
                    <a:pt x="751" y="281"/>
                  </a:lnTo>
                  <a:lnTo>
                    <a:pt x="751" y="278"/>
                  </a:lnTo>
                  <a:lnTo>
                    <a:pt x="753" y="276"/>
                  </a:lnTo>
                  <a:lnTo>
                    <a:pt x="757" y="275"/>
                  </a:lnTo>
                  <a:lnTo>
                    <a:pt x="761" y="276"/>
                  </a:lnTo>
                  <a:lnTo>
                    <a:pt x="765" y="276"/>
                  </a:lnTo>
                  <a:lnTo>
                    <a:pt x="767" y="274"/>
                  </a:lnTo>
                  <a:lnTo>
                    <a:pt x="768" y="270"/>
                  </a:lnTo>
                  <a:lnTo>
                    <a:pt x="770" y="266"/>
                  </a:lnTo>
                  <a:lnTo>
                    <a:pt x="773" y="264"/>
                  </a:lnTo>
                  <a:lnTo>
                    <a:pt x="776" y="263"/>
                  </a:lnTo>
                  <a:lnTo>
                    <a:pt x="780" y="263"/>
                  </a:lnTo>
                  <a:lnTo>
                    <a:pt x="784" y="264"/>
                  </a:lnTo>
                  <a:lnTo>
                    <a:pt x="787" y="265"/>
                  </a:lnTo>
                  <a:lnTo>
                    <a:pt x="790" y="267"/>
                  </a:lnTo>
                  <a:lnTo>
                    <a:pt x="792" y="270"/>
                  </a:lnTo>
                  <a:lnTo>
                    <a:pt x="794" y="272"/>
                  </a:lnTo>
                  <a:lnTo>
                    <a:pt x="797" y="273"/>
                  </a:lnTo>
                  <a:lnTo>
                    <a:pt x="800" y="273"/>
                  </a:lnTo>
                  <a:lnTo>
                    <a:pt x="804" y="272"/>
                  </a:lnTo>
                  <a:lnTo>
                    <a:pt x="807" y="274"/>
                  </a:lnTo>
                  <a:lnTo>
                    <a:pt x="808" y="277"/>
                  </a:lnTo>
                  <a:lnTo>
                    <a:pt x="808" y="280"/>
                  </a:lnTo>
                  <a:lnTo>
                    <a:pt x="809" y="282"/>
                  </a:lnTo>
                  <a:lnTo>
                    <a:pt x="812" y="283"/>
                  </a:lnTo>
                  <a:lnTo>
                    <a:pt x="815" y="285"/>
                  </a:lnTo>
                  <a:lnTo>
                    <a:pt x="817" y="287"/>
                  </a:lnTo>
                  <a:lnTo>
                    <a:pt x="816" y="290"/>
                  </a:lnTo>
                  <a:lnTo>
                    <a:pt x="814" y="293"/>
                  </a:lnTo>
                  <a:close/>
                </a:path>
              </a:pathLst>
            </a:custGeom>
            <a:solidFill>
              <a:srgbClr val="69C6AD">
                <a:alpha val="32000"/>
              </a:srgbClr>
            </a:solidFill>
            <a:ln>
              <a:noFill/>
            </a:ln>
          </p:spPr>
          <p:txBody>
            <a:bodyPr anchor="ctr"/>
            <a:lstStyle/>
            <a:p>
              <a:pPr algn="ctr">
                <a:buNone/>
              </a:pPr>
            </a:p>
          </p:txBody>
        </p:sp>
        <p:sp>
          <p:nvSpPr>
            <p:cNvPr id="3051" name="addition:input:174"/>
            <p:cNvSpPr>
              <a:spLocks noGrp="1"/>
            </p:cNvSpPr>
            <p:nvPr/>
          </p:nvSpPr>
          <p:spPr>
            <a:xfrm>
              <a:off x="209550" y="5438775"/>
              <a:ext cx="1468161" cy="687949"/>
            </a:xfrm>
            <a:custGeom>
              <a:avLst/>
              <a:gdLst/>
              <a:ahLst/>
              <a:cxnLst/>
              <a:rect l="l" t="t" r="r" b="b"/>
              <a:pathLst>
                <a:path w="892" h="367">
                  <a:moveTo>
                    <a:pt x="0" y="0"/>
                  </a:moveTo>
                  <a:moveTo>
                    <a:pt x="890" y="340"/>
                  </a:moveTo>
                  <a:lnTo>
                    <a:pt x="888" y="343"/>
                  </a:lnTo>
                  <a:lnTo>
                    <a:pt x="886" y="345"/>
                  </a:lnTo>
                  <a:lnTo>
                    <a:pt x="884" y="347"/>
                  </a:lnTo>
                  <a:lnTo>
                    <a:pt x="881" y="348"/>
                  </a:lnTo>
                  <a:lnTo>
                    <a:pt x="878" y="350"/>
                  </a:lnTo>
                  <a:lnTo>
                    <a:pt x="876" y="352"/>
                  </a:lnTo>
                  <a:lnTo>
                    <a:pt x="876" y="354"/>
                  </a:lnTo>
                  <a:lnTo>
                    <a:pt x="877" y="358"/>
                  </a:lnTo>
                  <a:lnTo>
                    <a:pt x="877" y="361"/>
                  </a:lnTo>
                  <a:lnTo>
                    <a:pt x="874" y="363"/>
                  </a:lnTo>
                  <a:lnTo>
                    <a:pt x="870" y="363"/>
                  </a:lnTo>
                  <a:lnTo>
                    <a:pt x="866" y="363"/>
                  </a:lnTo>
                  <a:lnTo>
                    <a:pt x="864" y="364"/>
                  </a:lnTo>
                  <a:lnTo>
                    <a:pt x="861" y="366"/>
                  </a:lnTo>
                  <a:lnTo>
                    <a:pt x="859" y="367"/>
                  </a:lnTo>
                  <a:lnTo>
                    <a:pt x="856" y="367"/>
                  </a:lnTo>
                  <a:lnTo>
                    <a:pt x="853" y="366"/>
                  </a:lnTo>
                  <a:lnTo>
                    <a:pt x="851" y="365"/>
                  </a:lnTo>
                  <a:lnTo>
                    <a:pt x="849" y="364"/>
                  </a:lnTo>
                  <a:lnTo>
                    <a:pt x="846" y="364"/>
                  </a:lnTo>
                  <a:lnTo>
                    <a:pt x="844" y="363"/>
                  </a:lnTo>
                  <a:lnTo>
                    <a:pt x="842" y="362"/>
                  </a:lnTo>
                  <a:lnTo>
                    <a:pt x="840" y="362"/>
                  </a:lnTo>
                  <a:lnTo>
                    <a:pt x="837" y="362"/>
                  </a:lnTo>
                  <a:lnTo>
                    <a:pt x="833" y="363"/>
                  </a:lnTo>
                  <a:lnTo>
                    <a:pt x="829" y="363"/>
                  </a:lnTo>
                  <a:lnTo>
                    <a:pt x="827" y="361"/>
                  </a:lnTo>
                  <a:lnTo>
                    <a:pt x="828" y="357"/>
                  </a:lnTo>
                  <a:lnTo>
                    <a:pt x="830" y="353"/>
                  </a:lnTo>
                  <a:lnTo>
                    <a:pt x="831" y="350"/>
                  </a:lnTo>
                  <a:lnTo>
                    <a:pt x="830" y="348"/>
                  </a:lnTo>
                  <a:lnTo>
                    <a:pt x="828" y="347"/>
                  </a:lnTo>
                  <a:lnTo>
                    <a:pt x="826" y="345"/>
                  </a:lnTo>
                  <a:lnTo>
                    <a:pt x="825" y="342"/>
                  </a:lnTo>
                  <a:lnTo>
                    <a:pt x="825" y="340"/>
                  </a:lnTo>
                  <a:lnTo>
                    <a:pt x="824" y="338"/>
                  </a:lnTo>
                  <a:lnTo>
                    <a:pt x="823" y="335"/>
                  </a:lnTo>
                  <a:lnTo>
                    <a:pt x="822" y="333"/>
                  </a:lnTo>
                  <a:lnTo>
                    <a:pt x="822" y="330"/>
                  </a:lnTo>
                  <a:lnTo>
                    <a:pt x="824" y="329"/>
                  </a:lnTo>
                  <a:lnTo>
                    <a:pt x="825" y="327"/>
                  </a:lnTo>
                  <a:lnTo>
                    <a:pt x="826" y="324"/>
                  </a:lnTo>
                  <a:lnTo>
                    <a:pt x="826" y="321"/>
                  </a:lnTo>
                  <a:lnTo>
                    <a:pt x="828" y="319"/>
                  </a:lnTo>
                  <a:lnTo>
                    <a:pt x="831" y="319"/>
                  </a:lnTo>
                  <a:lnTo>
                    <a:pt x="835" y="320"/>
                  </a:lnTo>
                  <a:lnTo>
                    <a:pt x="839" y="321"/>
                  </a:lnTo>
                  <a:lnTo>
                    <a:pt x="841" y="320"/>
                  </a:lnTo>
                  <a:lnTo>
                    <a:pt x="842" y="318"/>
                  </a:lnTo>
                  <a:lnTo>
                    <a:pt x="844" y="315"/>
                  </a:lnTo>
                  <a:lnTo>
                    <a:pt x="847" y="312"/>
                  </a:lnTo>
                  <a:lnTo>
                    <a:pt x="850" y="312"/>
                  </a:lnTo>
                  <a:lnTo>
                    <a:pt x="854" y="312"/>
                  </a:lnTo>
                  <a:lnTo>
                    <a:pt x="857" y="312"/>
                  </a:lnTo>
                  <a:lnTo>
                    <a:pt x="861" y="312"/>
                  </a:lnTo>
                  <a:lnTo>
                    <a:pt x="864" y="314"/>
                  </a:lnTo>
                  <a:lnTo>
                    <a:pt x="866" y="316"/>
                  </a:lnTo>
                  <a:lnTo>
                    <a:pt x="868" y="319"/>
                  </a:lnTo>
                  <a:lnTo>
                    <a:pt x="870" y="321"/>
                  </a:lnTo>
                  <a:lnTo>
                    <a:pt x="874" y="321"/>
                  </a:lnTo>
                  <a:lnTo>
                    <a:pt x="878" y="321"/>
                  </a:lnTo>
                  <a:lnTo>
                    <a:pt x="880" y="323"/>
                  </a:lnTo>
                  <a:lnTo>
                    <a:pt x="881" y="325"/>
                  </a:lnTo>
                  <a:lnTo>
                    <a:pt x="881" y="328"/>
                  </a:lnTo>
                  <a:lnTo>
                    <a:pt x="882" y="330"/>
                  </a:lnTo>
                  <a:lnTo>
                    <a:pt x="885" y="331"/>
                  </a:lnTo>
                  <a:lnTo>
                    <a:pt x="889" y="333"/>
                  </a:lnTo>
                  <a:lnTo>
                    <a:pt x="892" y="335"/>
                  </a:lnTo>
                  <a:lnTo>
                    <a:pt x="892" y="338"/>
                  </a:lnTo>
                  <a:close/>
                </a:path>
              </a:pathLst>
            </a:custGeom>
            <a:solidFill>
              <a:srgbClr val="69C6AD">
                <a:alpha val="32000"/>
              </a:srgbClr>
            </a:solidFill>
            <a:ln>
              <a:noFill/>
            </a:ln>
          </p:spPr>
          <p:txBody>
            <a:bodyPr anchor="ctr"/>
            <a:lstStyle/>
            <a:p>
              <a:pPr algn="ctr">
                <a:buNone/>
              </a:pPr>
            </a:p>
          </p:txBody>
        </p:sp>
        <p:sp>
          <p:nvSpPr>
            <p:cNvPr id="3052" name="addition:input:175"/>
            <p:cNvSpPr>
              <a:spLocks noGrp="1"/>
            </p:cNvSpPr>
            <p:nvPr/>
          </p:nvSpPr>
          <p:spPr>
            <a:xfrm>
              <a:off x="209550" y="5438775"/>
              <a:ext cx="1543873" cy="657957"/>
            </a:xfrm>
            <a:custGeom>
              <a:avLst/>
              <a:gdLst/>
              <a:ahLst/>
              <a:cxnLst/>
              <a:rect l="l" t="t" r="r" b="b"/>
              <a:pathLst>
                <a:path w="938" h="351">
                  <a:moveTo>
                    <a:pt x="0" y="0"/>
                  </a:moveTo>
                  <a:moveTo>
                    <a:pt x="937" y="322"/>
                  </a:moveTo>
                  <a:lnTo>
                    <a:pt x="936" y="324"/>
                  </a:lnTo>
                  <a:lnTo>
                    <a:pt x="936" y="327"/>
                  </a:lnTo>
                  <a:lnTo>
                    <a:pt x="937" y="329"/>
                  </a:lnTo>
                  <a:lnTo>
                    <a:pt x="937" y="332"/>
                  </a:lnTo>
                  <a:lnTo>
                    <a:pt x="936" y="334"/>
                  </a:lnTo>
                  <a:lnTo>
                    <a:pt x="935" y="336"/>
                  </a:lnTo>
                  <a:lnTo>
                    <a:pt x="934" y="338"/>
                  </a:lnTo>
                  <a:lnTo>
                    <a:pt x="935" y="341"/>
                  </a:lnTo>
                  <a:lnTo>
                    <a:pt x="934" y="345"/>
                  </a:lnTo>
                  <a:lnTo>
                    <a:pt x="933" y="346"/>
                  </a:lnTo>
                  <a:lnTo>
                    <a:pt x="930" y="346"/>
                  </a:lnTo>
                  <a:lnTo>
                    <a:pt x="927" y="344"/>
                  </a:lnTo>
                  <a:lnTo>
                    <a:pt x="925" y="343"/>
                  </a:lnTo>
                  <a:lnTo>
                    <a:pt x="923" y="343"/>
                  </a:lnTo>
                  <a:lnTo>
                    <a:pt x="922" y="346"/>
                  </a:lnTo>
                  <a:lnTo>
                    <a:pt x="921" y="348"/>
                  </a:lnTo>
                  <a:lnTo>
                    <a:pt x="919" y="350"/>
                  </a:lnTo>
                  <a:lnTo>
                    <a:pt x="917" y="350"/>
                  </a:lnTo>
                  <a:lnTo>
                    <a:pt x="915" y="350"/>
                  </a:lnTo>
                  <a:lnTo>
                    <a:pt x="912" y="351"/>
                  </a:lnTo>
                  <a:lnTo>
                    <a:pt x="910" y="351"/>
                  </a:lnTo>
                  <a:lnTo>
                    <a:pt x="908" y="349"/>
                  </a:lnTo>
                  <a:lnTo>
                    <a:pt x="906" y="346"/>
                  </a:lnTo>
                  <a:lnTo>
                    <a:pt x="905" y="344"/>
                  </a:lnTo>
                  <a:lnTo>
                    <a:pt x="903" y="342"/>
                  </a:lnTo>
                  <a:lnTo>
                    <a:pt x="901" y="342"/>
                  </a:lnTo>
                  <a:lnTo>
                    <a:pt x="898" y="341"/>
                  </a:lnTo>
                  <a:lnTo>
                    <a:pt x="897" y="338"/>
                  </a:lnTo>
                  <a:lnTo>
                    <a:pt x="897" y="335"/>
                  </a:lnTo>
                  <a:lnTo>
                    <a:pt x="897" y="332"/>
                  </a:lnTo>
                  <a:lnTo>
                    <a:pt x="896" y="330"/>
                  </a:lnTo>
                  <a:lnTo>
                    <a:pt x="893" y="329"/>
                  </a:lnTo>
                  <a:lnTo>
                    <a:pt x="890" y="327"/>
                  </a:lnTo>
                  <a:lnTo>
                    <a:pt x="888" y="325"/>
                  </a:lnTo>
                  <a:lnTo>
                    <a:pt x="888" y="322"/>
                  </a:lnTo>
                  <a:lnTo>
                    <a:pt x="889" y="320"/>
                  </a:lnTo>
                  <a:lnTo>
                    <a:pt x="890" y="317"/>
                  </a:lnTo>
                  <a:lnTo>
                    <a:pt x="891" y="315"/>
                  </a:lnTo>
                  <a:lnTo>
                    <a:pt x="893" y="313"/>
                  </a:lnTo>
                  <a:lnTo>
                    <a:pt x="895" y="311"/>
                  </a:lnTo>
                  <a:lnTo>
                    <a:pt x="898" y="311"/>
                  </a:lnTo>
                  <a:lnTo>
                    <a:pt x="900" y="309"/>
                  </a:lnTo>
                  <a:lnTo>
                    <a:pt x="900" y="306"/>
                  </a:lnTo>
                  <a:lnTo>
                    <a:pt x="900" y="303"/>
                  </a:lnTo>
                  <a:lnTo>
                    <a:pt x="901" y="299"/>
                  </a:lnTo>
                  <a:lnTo>
                    <a:pt x="903" y="298"/>
                  </a:lnTo>
                  <a:lnTo>
                    <a:pt x="906" y="298"/>
                  </a:lnTo>
                  <a:lnTo>
                    <a:pt x="908" y="298"/>
                  </a:lnTo>
                  <a:lnTo>
                    <a:pt x="910" y="297"/>
                  </a:lnTo>
                  <a:lnTo>
                    <a:pt x="912" y="294"/>
                  </a:lnTo>
                  <a:lnTo>
                    <a:pt x="914" y="293"/>
                  </a:lnTo>
                  <a:lnTo>
                    <a:pt x="917" y="293"/>
                  </a:lnTo>
                  <a:lnTo>
                    <a:pt x="919" y="295"/>
                  </a:lnTo>
                  <a:lnTo>
                    <a:pt x="921" y="296"/>
                  </a:lnTo>
                  <a:lnTo>
                    <a:pt x="923" y="297"/>
                  </a:lnTo>
                  <a:lnTo>
                    <a:pt x="925" y="298"/>
                  </a:lnTo>
                  <a:lnTo>
                    <a:pt x="926" y="300"/>
                  </a:lnTo>
                  <a:lnTo>
                    <a:pt x="927" y="301"/>
                  </a:lnTo>
                  <a:lnTo>
                    <a:pt x="929" y="302"/>
                  </a:lnTo>
                  <a:lnTo>
                    <a:pt x="931" y="302"/>
                  </a:lnTo>
                  <a:lnTo>
                    <a:pt x="934" y="301"/>
                  </a:lnTo>
                  <a:lnTo>
                    <a:pt x="937" y="301"/>
                  </a:lnTo>
                  <a:lnTo>
                    <a:pt x="938" y="303"/>
                  </a:lnTo>
                  <a:lnTo>
                    <a:pt x="938" y="307"/>
                  </a:lnTo>
                  <a:lnTo>
                    <a:pt x="936" y="311"/>
                  </a:lnTo>
                  <a:lnTo>
                    <a:pt x="935" y="313"/>
                  </a:lnTo>
                  <a:lnTo>
                    <a:pt x="936" y="316"/>
                  </a:lnTo>
                  <a:lnTo>
                    <a:pt x="937" y="318"/>
                  </a:lnTo>
                  <a:lnTo>
                    <a:pt x="937" y="320"/>
                  </a:lnTo>
                  <a:close/>
                </a:path>
              </a:pathLst>
            </a:custGeom>
            <a:solidFill>
              <a:srgbClr val="86D1BC">
                <a:alpha val="24000"/>
              </a:srgbClr>
            </a:solidFill>
            <a:ln>
              <a:noFill/>
            </a:ln>
          </p:spPr>
          <p:txBody>
            <a:bodyPr anchor="ctr"/>
            <a:lstStyle/>
            <a:p>
              <a:pPr algn="ctr">
                <a:buNone/>
              </a:pPr>
            </a:p>
          </p:txBody>
        </p:sp>
        <p:sp>
          <p:nvSpPr>
            <p:cNvPr id="3053" name="addition:input:176"/>
            <p:cNvSpPr>
              <a:spLocks noGrp="1"/>
            </p:cNvSpPr>
            <p:nvPr/>
          </p:nvSpPr>
          <p:spPr>
            <a:xfrm>
              <a:off x="209550" y="5438775"/>
              <a:ext cx="1489558" cy="766679"/>
            </a:xfrm>
            <a:custGeom>
              <a:avLst/>
              <a:gdLst/>
              <a:ahLst/>
              <a:cxnLst/>
              <a:rect l="l" t="t" r="r" b="b"/>
              <a:pathLst>
                <a:path w="905" h="409">
                  <a:moveTo>
                    <a:pt x="0" y="0"/>
                  </a:moveTo>
                  <a:moveTo>
                    <a:pt x="904" y="378"/>
                  </a:moveTo>
                  <a:lnTo>
                    <a:pt x="905" y="381"/>
                  </a:lnTo>
                  <a:lnTo>
                    <a:pt x="904" y="383"/>
                  </a:lnTo>
                  <a:lnTo>
                    <a:pt x="902" y="385"/>
                  </a:lnTo>
                  <a:lnTo>
                    <a:pt x="901" y="387"/>
                  </a:lnTo>
                  <a:lnTo>
                    <a:pt x="901" y="390"/>
                  </a:lnTo>
                  <a:lnTo>
                    <a:pt x="901" y="392"/>
                  </a:lnTo>
                  <a:lnTo>
                    <a:pt x="900" y="395"/>
                  </a:lnTo>
                  <a:lnTo>
                    <a:pt x="898" y="396"/>
                  </a:lnTo>
                  <a:lnTo>
                    <a:pt x="896" y="396"/>
                  </a:lnTo>
                  <a:lnTo>
                    <a:pt x="893" y="397"/>
                  </a:lnTo>
                  <a:lnTo>
                    <a:pt x="892" y="398"/>
                  </a:lnTo>
                  <a:lnTo>
                    <a:pt x="891" y="400"/>
                  </a:lnTo>
                  <a:lnTo>
                    <a:pt x="889" y="401"/>
                  </a:lnTo>
                  <a:lnTo>
                    <a:pt x="887" y="403"/>
                  </a:lnTo>
                  <a:lnTo>
                    <a:pt x="885" y="404"/>
                  </a:lnTo>
                  <a:lnTo>
                    <a:pt x="883" y="406"/>
                  </a:lnTo>
                  <a:lnTo>
                    <a:pt x="881" y="409"/>
                  </a:lnTo>
                  <a:lnTo>
                    <a:pt x="878" y="409"/>
                  </a:lnTo>
                  <a:lnTo>
                    <a:pt x="876" y="407"/>
                  </a:lnTo>
                  <a:lnTo>
                    <a:pt x="874" y="404"/>
                  </a:lnTo>
                  <a:lnTo>
                    <a:pt x="873" y="400"/>
                  </a:lnTo>
                  <a:lnTo>
                    <a:pt x="872" y="399"/>
                  </a:lnTo>
                  <a:lnTo>
                    <a:pt x="870" y="399"/>
                  </a:lnTo>
                  <a:lnTo>
                    <a:pt x="867" y="399"/>
                  </a:lnTo>
                  <a:lnTo>
                    <a:pt x="865" y="399"/>
                  </a:lnTo>
                  <a:lnTo>
                    <a:pt x="864" y="397"/>
                  </a:lnTo>
                  <a:lnTo>
                    <a:pt x="863" y="395"/>
                  </a:lnTo>
                  <a:lnTo>
                    <a:pt x="862" y="394"/>
                  </a:lnTo>
                  <a:lnTo>
                    <a:pt x="860" y="392"/>
                  </a:lnTo>
                  <a:lnTo>
                    <a:pt x="859" y="390"/>
                  </a:lnTo>
                  <a:lnTo>
                    <a:pt x="858" y="388"/>
                  </a:lnTo>
                  <a:lnTo>
                    <a:pt x="859" y="386"/>
                  </a:lnTo>
                  <a:lnTo>
                    <a:pt x="858" y="383"/>
                  </a:lnTo>
                  <a:lnTo>
                    <a:pt x="858" y="381"/>
                  </a:lnTo>
                  <a:lnTo>
                    <a:pt x="858" y="378"/>
                  </a:lnTo>
                  <a:lnTo>
                    <a:pt x="859" y="376"/>
                  </a:lnTo>
                  <a:lnTo>
                    <a:pt x="862" y="374"/>
                  </a:lnTo>
                  <a:lnTo>
                    <a:pt x="864" y="373"/>
                  </a:lnTo>
                  <a:lnTo>
                    <a:pt x="865" y="371"/>
                  </a:lnTo>
                  <a:lnTo>
                    <a:pt x="865" y="368"/>
                  </a:lnTo>
                  <a:lnTo>
                    <a:pt x="864" y="365"/>
                  </a:lnTo>
                  <a:lnTo>
                    <a:pt x="863" y="361"/>
                  </a:lnTo>
                  <a:lnTo>
                    <a:pt x="864" y="359"/>
                  </a:lnTo>
                  <a:lnTo>
                    <a:pt x="866" y="357"/>
                  </a:lnTo>
                  <a:lnTo>
                    <a:pt x="867" y="356"/>
                  </a:lnTo>
                  <a:lnTo>
                    <a:pt x="869" y="355"/>
                  </a:lnTo>
                  <a:lnTo>
                    <a:pt x="871" y="354"/>
                  </a:lnTo>
                  <a:lnTo>
                    <a:pt x="873" y="354"/>
                  </a:lnTo>
                  <a:lnTo>
                    <a:pt x="875" y="355"/>
                  </a:lnTo>
                  <a:lnTo>
                    <a:pt x="876" y="355"/>
                  </a:lnTo>
                  <a:lnTo>
                    <a:pt x="878" y="355"/>
                  </a:lnTo>
                  <a:lnTo>
                    <a:pt x="879" y="353"/>
                  </a:lnTo>
                  <a:lnTo>
                    <a:pt x="881" y="352"/>
                  </a:lnTo>
                  <a:lnTo>
                    <a:pt x="882" y="352"/>
                  </a:lnTo>
                  <a:lnTo>
                    <a:pt x="884" y="354"/>
                  </a:lnTo>
                  <a:lnTo>
                    <a:pt x="885" y="356"/>
                  </a:lnTo>
                  <a:lnTo>
                    <a:pt x="887" y="355"/>
                  </a:lnTo>
                  <a:lnTo>
                    <a:pt x="889" y="354"/>
                  </a:lnTo>
                  <a:lnTo>
                    <a:pt x="892" y="353"/>
                  </a:lnTo>
                  <a:lnTo>
                    <a:pt x="894" y="355"/>
                  </a:lnTo>
                  <a:lnTo>
                    <a:pt x="895" y="357"/>
                  </a:lnTo>
                  <a:lnTo>
                    <a:pt x="895" y="361"/>
                  </a:lnTo>
                  <a:lnTo>
                    <a:pt x="895" y="364"/>
                  </a:lnTo>
                  <a:lnTo>
                    <a:pt x="896" y="366"/>
                  </a:lnTo>
                  <a:lnTo>
                    <a:pt x="896" y="368"/>
                  </a:lnTo>
                  <a:lnTo>
                    <a:pt x="897" y="370"/>
                  </a:lnTo>
                  <a:lnTo>
                    <a:pt x="897" y="372"/>
                  </a:lnTo>
                  <a:lnTo>
                    <a:pt x="899" y="374"/>
                  </a:lnTo>
                  <a:lnTo>
                    <a:pt x="902" y="376"/>
                  </a:lnTo>
                  <a:close/>
                </a:path>
              </a:pathLst>
            </a:custGeom>
            <a:solidFill>
              <a:srgbClr val="86D1BC">
                <a:alpha val="24000"/>
              </a:srgbClr>
            </a:solidFill>
            <a:ln>
              <a:noFill/>
            </a:ln>
          </p:spPr>
          <p:txBody>
            <a:bodyPr anchor="ctr"/>
            <a:lstStyle/>
            <a:p>
              <a:pPr algn="ctr">
                <a:buNone/>
              </a:pPr>
            </a:p>
          </p:txBody>
        </p:sp>
        <p:sp>
          <p:nvSpPr>
            <p:cNvPr id="3054" name="addition:input:177"/>
            <p:cNvSpPr>
              <a:spLocks noGrp="1"/>
            </p:cNvSpPr>
            <p:nvPr/>
          </p:nvSpPr>
          <p:spPr>
            <a:xfrm>
              <a:off x="209550" y="5438775"/>
              <a:ext cx="1367760" cy="777926"/>
            </a:xfrm>
            <a:custGeom>
              <a:avLst/>
              <a:gdLst/>
              <a:ahLst/>
              <a:cxnLst/>
              <a:rect l="l" t="t" r="r" b="b"/>
              <a:pathLst>
                <a:path w="831" h="415">
                  <a:moveTo>
                    <a:pt x="0" y="0"/>
                  </a:moveTo>
                  <a:moveTo>
                    <a:pt x="827" y="392"/>
                  </a:moveTo>
                  <a:lnTo>
                    <a:pt x="825" y="394"/>
                  </a:lnTo>
                  <a:lnTo>
                    <a:pt x="824" y="395"/>
                  </a:lnTo>
                  <a:lnTo>
                    <a:pt x="824" y="397"/>
                  </a:lnTo>
                  <a:lnTo>
                    <a:pt x="824" y="399"/>
                  </a:lnTo>
                  <a:lnTo>
                    <a:pt x="824" y="401"/>
                  </a:lnTo>
                  <a:lnTo>
                    <a:pt x="824" y="404"/>
                  </a:lnTo>
                  <a:lnTo>
                    <a:pt x="824" y="406"/>
                  </a:lnTo>
                  <a:lnTo>
                    <a:pt x="824" y="409"/>
                  </a:lnTo>
                  <a:lnTo>
                    <a:pt x="823" y="411"/>
                  </a:lnTo>
                  <a:lnTo>
                    <a:pt x="821" y="412"/>
                  </a:lnTo>
                  <a:lnTo>
                    <a:pt x="818" y="411"/>
                  </a:lnTo>
                  <a:lnTo>
                    <a:pt x="816" y="411"/>
                  </a:lnTo>
                  <a:lnTo>
                    <a:pt x="814" y="411"/>
                  </a:lnTo>
                  <a:lnTo>
                    <a:pt x="813" y="413"/>
                  </a:lnTo>
                  <a:lnTo>
                    <a:pt x="812" y="414"/>
                  </a:lnTo>
                  <a:lnTo>
                    <a:pt x="810" y="415"/>
                  </a:lnTo>
                  <a:lnTo>
                    <a:pt x="808" y="414"/>
                  </a:lnTo>
                  <a:lnTo>
                    <a:pt x="807" y="413"/>
                  </a:lnTo>
                  <a:lnTo>
                    <a:pt x="805" y="412"/>
                  </a:lnTo>
                  <a:lnTo>
                    <a:pt x="803" y="413"/>
                  </a:lnTo>
                  <a:lnTo>
                    <a:pt x="801" y="414"/>
                  </a:lnTo>
                  <a:lnTo>
                    <a:pt x="799" y="415"/>
                  </a:lnTo>
                  <a:lnTo>
                    <a:pt x="797" y="414"/>
                  </a:lnTo>
                  <a:lnTo>
                    <a:pt x="795" y="413"/>
                  </a:lnTo>
                  <a:lnTo>
                    <a:pt x="793" y="412"/>
                  </a:lnTo>
                  <a:lnTo>
                    <a:pt x="791" y="410"/>
                  </a:lnTo>
                  <a:lnTo>
                    <a:pt x="790" y="408"/>
                  </a:lnTo>
                  <a:lnTo>
                    <a:pt x="790" y="405"/>
                  </a:lnTo>
                  <a:lnTo>
                    <a:pt x="791" y="402"/>
                  </a:lnTo>
                  <a:lnTo>
                    <a:pt x="791" y="400"/>
                  </a:lnTo>
                  <a:lnTo>
                    <a:pt x="789" y="399"/>
                  </a:lnTo>
                  <a:lnTo>
                    <a:pt x="786" y="398"/>
                  </a:lnTo>
                  <a:lnTo>
                    <a:pt x="783" y="396"/>
                  </a:lnTo>
                  <a:lnTo>
                    <a:pt x="782" y="394"/>
                  </a:lnTo>
                  <a:lnTo>
                    <a:pt x="782" y="392"/>
                  </a:lnTo>
                  <a:lnTo>
                    <a:pt x="783" y="390"/>
                  </a:lnTo>
                  <a:lnTo>
                    <a:pt x="783" y="388"/>
                  </a:lnTo>
                  <a:lnTo>
                    <a:pt x="782" y="385"/>
                  </a:lnTo>
                  <a:lnTo>
                    <a:pt x="783" y="383"/>
                  </a:lnTo>
                  <a:lnTo>
                    <a:pt x="784" y="382"/>
                  </a:lnTo>
                  <a:lnTo>
                    <a:pt x="786" y="380"/>
                  </a:lnTo>
                  <a:lnTo>
                    <a:pt x="787" y="379"/>
                  </a:lnTo>
                  <a:lnTo>
                    <a:pt x="788" y="377"/>
                  </a:lnTo>
                  <a:lnTo>
                    <a:pt x="790" y="376"/>
                  </a:lnTo>
                  <a:lnTo>
                    <a:pt x="792" y="375"/>
                  </a:lnTo>
                  <a:lnTo>
                    <a:pt x="794" y="375"/>
                  </a:lnTo>
                  <a:lnTo>
                    <a:pt x="797" y="374"/>
                  </a:lnTo>
                  <a:lnTo>
                    <a:pt x="798" y="373"/>
                  </a:lnTo>
                  <a:lnTo>
                    <a:pt x="799" y="369"/>
                  </a:lnTo>
                  <a:lnTo>
                    <a:pt x="801" y="366"/>
                  </a:lnTo>
                  <a:lnTo>
                    <a:pt x="803" y="365"/>
                  </a:lnTo>
                  <a:lnTo>
                    <a:pt x="806" y="366"/>
                  </a:lnTo>
                  <a:lnTo>
                    <a:pt x="809" y="368"/>
                  </a:lnTo>
                  <a:lnTo>
                    <a:pt x="811" y="370"/>
                  </a:lnTo>
                  <a:lnTo>
                    <a:pt x="813" y="371"/>
                  </a:lnTo>
                  <a:lnTo>
                    <a:pt x="815" y="371"/>
                  </a:lnTo>
                  <a:lnTo>
                    <a:pt x="816" y="372"/>
                  </a:lnTo>
                  <a:lnTo>
                    <a:pt x="818" y="373"/>
                  </a:lnTo>
                  <a:lnTo>
                    <a:pt x="820" y="374"/>
                  </a:lnTo>
                  <a:lnTo>
                    <a:pt x="822" y="375"/>
                  </a:lnTo>
                  <a:lnTo>
                    <a:pt x="824" y="375"/>
                  </a:lnTo>
                  <a:lnTo>
                    <a:pt x="826" y="376"/>
                  </a:lnTo>
                  <a:lnTo>
                    <a:pt x="827" y="378"/>
                  </a:lnTo>
                  <a:lnTo>
                    <a:pt x="827" y="380"/>
                  </a:lnTo>
                  <a:lnTo>
                    <a:pt x="827" y="382"/>
                  </a:lnTo>
                  <a:lnTo>
                    <a:pt x="828" y="384"/>
                  </a:lnTo>
                  <a:lnTo>
                    <a:pt x="830" y="385"/>
                  </a:lnTo>
                  <a:lnTo>
                    <a:pt x="831" y="387"/>
                  </a:lnTo>
                  <a:lnTo>
                    <a:pt x="830" y="390"/>
                  </a:lnTo>
                  <a:close/>
                </a:path>
              </a:pathLst>
            </a:custGeom>
            <a:solidFill>
              <a:srgbClr val="86D1BC">
                <a:alpha val="24000"/>
              </a:srgbClr>
            </a:solidFill>
            <a:ln>
              <a:noFill/>
            </a:ln>
          </p:spPr>
          <p:txBody>
            <a:bodyPr anchor="ctr"/>
            <a:lstStyle/>
            <a:p>
              <a:pPr algn="ctr">
                <a:buNone/>
              </a:pPr>
            </a:p>
          </p:txBody>
        </p:sp>
        <p:sp>
          <p:nvSpPr>
            <p:cNvPr id="3055" name="addition:input:178"/>
            <p:cNvSpPr>
              <a:spLocks noGrp="1"/>
            </p:cNvSpPr>
            <p:nvPr/>
          </p:nvSpPr>
          <p:spPr>
            <a:xfrm>
              <a:off x="209550" y="5438775"/>
              <a:ext cx="1262421" cy="736686"/>
            </a:xfrm>
            <a:custGeom>
              <a:avLst/>
              <a:gdLst/>
              <a:ahLst/>
              <a:cxnLst/>
              <a:rect l="l" t="t" r="r" b="b"/>
              <a:pathLst>
                <a:path w="767" h="393">
                  <a:moveTo>
                    <a:pt x="0" y="0"/>
                  </a:moveTo>
                  <a:moveTo>
                    <a:pt x="767" y="368"/>
                  </a:moveTo>
                  <a:lnTo>
                    <a:pt x="766" y="370"/>
                  </a:lnTo>
                  <a:lnTo>
                    <a:pt x="762" y="372"/>
                  </a:lnTo>
                  <a:lnTo>
                    <a:pt x="758" y="373"/>
                  </a:lnTo>
                  <a:lnTo>
                    <a:pt x="756" y="375"/>
                  </a:lnTo>
                  <a:lnTo>
                    <a:pt x="757" y="377"/>
                  </a:lnTo>
                  <a:lnTo>
                    <a:pt x="758" y="381"/>
                  </a:lnTo>
                  <a:lnTo>
                    <a:pt x="759" y="384"/>
                  </a:lnTo>
                  <a:lnTo>
                    <a:pt x="758" y="386"/>
                  </a:lnTo>
                  <a:lnTo>
                    <a:pt x="755" y="388"/>
                  </a:lnTo>
                  <a:lnTo>
                    <a:pt x="753" y="389"/>
                  </a:lnTo>
                  <a:lnTo>
                    <a:pt x="750" y="390"/>
                  </a:lnTo>
                  <a:lnTo>
                    <a:pt x="748" y="391"/>
                  </a:lnTo>
                  <a:lnTo>
                    <a:pt x="746" y="392"/>
                  </a:lnTo>
                  <a:lnTo>
                    <a:pt x="743" y="392"/>
                  </a:lnTo>
                  <a:lnTo>
                    <a:pt x="741" y="391"/>
                  </a:lnTo>
                  <a:lnTo>
                    <a:pt x="739" y="391"/>
                  </a:lnTo>
                  <a:lnTo>
                    <a:pt x="737" y="393"/>
                  </a:lnTo>
                  <a:lnTo>
                    <a:pt x="735" y="393"/>
                  </a:lnTo>
                  <a:lnTo>
                    <a:pt x="733" y="392"/>
                  </a:lnTo>
                  <a:lnTo>
                    <a:pt x="731" y="391"/>
                  </a:lnTo>
                  <a:lnTo>
                    <a:pt x="729" y="389"/>
                  </a:lnTo>
                  <a:lnTo>
                    <a:pt x="727" y="390"/>
                  </a:lnTo>
                  <a:lnTo>
                    <a:pt x="723" y="391"/>
                  </a:lnTo>
                  <a:lnTo>
                    <a:pt x="720" y="392"/>
                  </a:lnTo>
                  <a:lnTo>
                    <a:pt x="717" y="391"/>
                  </a:lnTo>
                  <a:lnTo>
                    <a:pt x="716" y="388"/>
                  </a:lnTo>
                  <a:lnTo>
                    <a:pt x="716" y="385"/>
                  </a:lnTo>
                  <a:lnTo>
                    <a:pt x="716" y="382"/>
                  </a:lnTo>
                  <a:lnTo>
                    <a:pt x="715" y="380"/>
                  </a:lnTo>
                  <a:lnTo>
                    <a:pt x="714" y="378"/>
                  </a:lnTo>
                  <a:lnTo>
                    <a:pt x="713" y="376"/>
                  </a:lnTo>
                  <a:lnTo>
                    <a:pt x="713" y="374"/>
                  </a:lnTo>
                  <a:lnTo>
                    <a:pt x="711" y="372"/>
                  </a:lnTo>
                  <a:lnTo>
                    <a:pt x="708" y="370"/>
                  </a:lnTo>
                  <a:lnTo>
                    <a:pt x="705" y="368"/>
                  </a:lnTo>
                  <a:lnTo>
                    <a:pt x="704" y="365"/>
                  </a:lnTo>
                  <a:lnTo>
                    <a:pt x="705" y="363"/>
                  </a:lnTo>
                  <a:lnTo>
                    <a:pt x="707" y="361"/>
                  </a:lnTo>
                  <a:lnTo>
                    <a:pt x="708" y="359"/>
                  </a:lnTo>
                  <a:lnTo>
                    <a:pt x="708" y="357"/>
                  </a:lnTo>
                  <a:lnTo>
                    <a:pt x="707" y="354"/>
                  </a:lnTo>
                  <a:lnTo>
                    <a:pt x="708" y="351"/>
                  </a:lnTo>
                  <a:lnTo>
                    <a:pt x="711" y="350"/>
                  </a:lnTo>
                  <a:lnTo>
                    <a:pt x="715" y="350"/>
                  </a:lnTo>
                  <a:lnTo>
                    <a:pt x="718" y="350"/>
                  </a:lnTo>
                  <a:lnTo>
                    <a:pt x="720" y="349"/>
                  </a:lnTo>
                  <a:lnTo>
                    <a:pt x="722" y="347"/>
                  </a:lnTo>
                  <a:lnTo>
                    <a:pt x="724" y="346"/>
                  </a:lnTo>
                  <a:lnTo>
                    <a:pt x="726" y="344"/>
                  </a:lnTo>
                  <a:lnTo>
                    <a:pt x="728" y="343"/>
                  </a:lnTo>
                  <a:lnTo>
                    <a:pt x="731" y="341"/>
                  </a:lnTo>
                  <a:lnTo>
                    <a:pt x="734" y="338"/>
                  </a:lnTo>
                  <a:lnTo>
                    <a:pt x="738" y="338"/>
                  </a:lnTo>
                  <a:lnTo>
                    <a:pt x="741" y="339"/>
                  </a:lnTo>
                  <a:lnTo>
                    <a:pt x="743" y="343"/>
                  </a:lnTo>
                  <a:lnTo>
                    <a:pt x="745" y="346"/>
                  </a:lnTo>
                  <a:lnTo>
                    <a:pt x="747" y="347"/>
                  </a:lnTo>
                  <a:lnTo>
                    <a:pt x="750" y="347"/>
                  </a:lnTo>
                  <a:lnTo>
                    <a:pt x="754" y="347"/>
                  </a:lnTo>
                  <a:lnTo>
                    <a:pt x="756" y="348"/>
                  </a:lnTo>
                  <a:lnTo>
                    <a:pt x="758" y="350"/>
                  </a:lnTo>
                  <a:lnTo>
                    <a:pt x="759" y="352"/>
                  </a:lnTo>
                  <a:lnTo>
                    <a:pt x="760" y="353"/>
                  </a:lnTo>
                  <a:lnTo>
                    <a:pt x="763" y="355"/>
                  </a:lnTo>
                  <a:lnTo>
                    <a:pt x="765" y="356"/>
                  </a:lnTo>
                  <a:lnTo>
                    <a:pt x="766" y="358"/>
                  </a:lnTo>
                  <a:lnTo>
                    <a:pt x="767" y="360"/>
                  </a:lnTo>
                  <a:lnTo>
                    <a:pt x="767" y="363"/>
                  </a:lnTo>
                  <a:lnTo>
                    <a:pt x="767" y="365"/>
                  </a:lnTo>
                  <a:close/>
                </a:path>
              </a:pathLst>
            </a:custGeom>
            <a:solidFill>
              <a:srgbClr val="86D1BC">
                <a:alpha val="24000"/>
              </a:srgbClr>
            </a:solidFill>
            <a:ln>
              <a:noFill/>
            </a:ln>
          </p:spPr>
          <p:txBody>
            <a:bodyPr anchor="ctr"/>
            <a:lstStyle/>
            <a:p>
              <a:pPr algn="ctr">
                <a:buNone/>
              </a:pPr>
            </a:p>
          </p:txBody>
        </p:sp>
        <p:sp>
          <p:nvSpPr>
            <p:cNvPr id="3056" name="addition:input:179"/>
            <p:cNvSpPr>
              <a:spLocks noGrp="1"/>
            </p:cNvSpPr>
            <p:nvPr/>
          </p:nvSpPr>
          <p:spPr>
            <a:xfrm>
              <a:off x="209550" y="5438775"/>
              <a:ext cx="1232794" cy="624215"/>
            </a:xfrm>
            <a:custGeom>
              <a:avLst/>
              <a:gdLst/>
              <a:ahLst/>
              <a:cxnLst/>
              <a:rect l="l" t="t" r="r" b="b"/>
              <a:pathLst>
                <a:path w="749" h="333">
                  <a:moveTo>
                    <a:pt x="0" y="0"/>
                  </a:moveTo>
                  <a:moveTo>
                    <a:pt x="749" y="306"/>
                  </a:moveTo>
                  <a:lnTo>
                    <a:pt x="747" y="308"/>
                  </a:lnTo>
                  <a:lnTo>
                    <a:pt x="743" y="310"/>
                  </a:lnTo>
                  <a:lnTo>
                    <a:pt x="740" y="312"/>
                  </a:lnTo>
                  <a:lnTo>
                    <a:pt x="739" y="314"/>
                  </a:lnTo>
                  <a:lnTo>
                    <a:pt x="740" y="316"/>
                  </a:lnTo>
                  <a:lnTo>
                    <a:pt x="742" y="320"/>
                  </a:lnTo>
                  <a:lnTo>
                    <a:pt x="743" y="324"/>
                  </a:lnTo>
                  <a:lnTo>
                    <a:pt x="741" y="326"/>
                  </a:lnTo>
                  <a:lnTo>
                    <a:pt x="739" y="327"/>
                  </a:lnTo>
                  <a:lnTo>
                    <a:pt x="736" y="328"/>
                  </a:lnTo>
                  <a:lnTo>
                    <a:pt x="734" y="329"/>
                  </a:lnTo>
                  <a:lnTo>
                    <a:pt x="732" y="330"/>
                  </a:lnTo>
                  <a:lnTo>
                    <a:pt x="729" y="330"/>
                  </a:lnTo>
                  <a:lnTo>
                    <a:pt x="727" y="330"/>
                  </a:lnTo>
                  <a:lnTo>
                    <a:pt x="725" y="329"/>
                  </a:lnTo>
                  <a:lnTo>
                    <a:pt x="723" y="331"/>
                  </a:lnTo>
                  <a:lnTo>
                    <a:pt x="721" y="332"/>
                  </a:lnTo>
                  <a:lnTo>
                    <a:pt x="719" y="333"/>
                  </a:lnTo>
                  <a:lnTo>
                    <a:pt x="717" y="332"/>
                  </a:lnTo>
                  <a:lnTo>
                    <a:pt x="715" y="330"/>
                  </a:lnTo>
                  <a:lnTo>
                    <a:pt x="713" y="329"/>
                  </a:lnTo>
                  <a:lnTo>
                    <a:pt x="710" y="330"/>
                  </a:lnTo>
                  <a:lnTo>
                    <a:pt x="706" y="331"/>
                  </a:lnTo>
                  <a:lnTo>
                    <a:pt x="703" y="332"/>
                  </a:lnTo>
                  <a:lnTo>
                    <a:pt x="700" y="330"/>
                  </a:lnTo>
                  <a:lnTo>
                    <a:pt x="700" y="327"/>
                  </a:lnTo>
                  <a:lnTo>
                    <a:pt x="699" y="324"/>
                  </a:lnTo>
                  <a:lnTo>
                    <a:pt x="699" y="321"/>
                  </a:lnTo>
                  <a:lnTo>
                    <a:pt x="698" y="319"/>
                  </a:lnTo>
                  <a:lnTo>
                    <a:pt x="697" y="316"/>
                  </a:lnTo>
                  <a:lnTo>
                    <a:pt x="696" y="314"/>
                  </a:lnTo>
                  <a:lnTo>
                    <a:pt x="695" y="312"/>
                  </a:lnTo>
                  <a:lnTo>
                    <a:pt x="692" y="310"/>
                  </a:lnTo>
                  <a:lnTo>
                    <a:pt x="689" y="309"/>
                  </a:lnTo>
                  <a:lnTo>
                    <a:pt x="686" y="306"/>
                  </a:lnTo>
                  <a:lnTo>
                    <a:pt x="685" y="303"/>
                  </a:lnTo>
                  <a:lnTo>
                    <a:pt x="687" y="301"/>
                  </a:lnTo>
                  <a:lnTo>
                    <a:pt x="689" y="299"/>
                  </a:lnTo>
                  <a:lnTo>
                    <a:pt x="691" y="297"/>
                  </a:lnTo>
                  <a:lnTo>
                    <a:pt x="691" y="294"/>
                  </a:lnTo>
                  <a:lnTo>
                    <a:pt x="691" y="292"/>
                  </a:lnTo>
                  <a:lnTo>
                    <a:pt x="692" y="289"/>
                  </a:lnTo>
                  <a:lnTo>
                    <a:pt x="695" y="288"/>
                  </a:lnTo>
                  <a:lnTo>
                    <a:pt x="698" y="288"/>
                  </a:lnTo>
                  <a:lnTo>
                    <a:pt x="701" y="287"/>
                  </a:lnTo>
                  <a:lnTo>
                    <a:pt x="703" y="286"/>
                  </a:lnTo>
                  <a:lnTo>
                    <a:pt x="705" y="284"/>
                  </a:lnTo>
                  <a:lnTo>
                    <a:pt x="707" y="282"/>
                  </a:lnTo>
                  <a:lnTo>
                    <a:pt x="710" y="281"/>
                  </a:lnTo>
                  <a:lnTo>
                    <a:pt x="712" y="279"/>
                  </a:lnTo>
                  <a:lnTo>
                    <a:pt x="715" y="277"/>
                  </a:lnTo>
                  <a:lnTo>
                    <a:pt x="718" y="275"/>
                  </a:lnTo>
                  <a:lnTo>
                    <a:pt x="722" y="275"/>
                  </a:lnTo>
                  <a:lnTo>
                    <a:pt x="725" y="277"/>
                  </a:lnTo>
                  <a:lnTo>
                    <a:pt x="727" y="281"/>
                  </a:lnTo>
                  <a:lnTo>
                    <a:pt x="729" y="284"/>
                  </a:lnTo>
                  <a:lnTo>
                    <a:pt x="731" y="285"/>
                  </a:lnTo>
                  <a:lnTo>
                    <a:pt x="734" y="285"/>
                  </a:lnTo>
                  <a:lnTo>
                    <a:pt x="737" y="284"/>
                  </a:lnTo>
                  <a:lnTo>
                    <a:pt x="739" y="285"/>
                  </a:lnTo>
                  <a:lnTo>
                    <a:pt x="741" y="287"/>
                  </a:lnTo>
                  <a:lnTo>
                    <a:pt x="742" y="289"/>
                  </a:lnTo>
                  <a:lnTo>
                    <a:pt x="744" y="290"/>
                  </a:lnTo>
                  <a:lnTo>
                    <a:pt x="746" y="292"/>
                  </a:lnTo>
                  <a:lnTo>
                    <a:pt x="748" y="294"/>
                  </a:lnTo>
                  <a:lnTo>
                    <a:pt x="748" y="296"/>
                  </a:lnTo>
                  <a:lnTo>
                    <a:pt x="748" y="299"/>
                  </a:lnTo>
                  <a:lnTo>
                    <a:pt x="748" y="301"/>
                  </a:lnTo>
                  <a:lnTo>
                    <a:pt x="749" y="303"/>
                  </a:lnTo>
                  <a:close/>
                </a:path>
              </a:pathLst>
            </a:custGeom>
            <a:solidFill>
              <a:srgbClr val="86D1BC">
                <a:alpha val="24000"/>
              </a:srgbClr>
            </a:solidFill>
            <a:ln>
              <a:noFill/>
            </a:ln>
          </p:spPr>
          <p:txBody>
            <a:bodyPr anchor="ctr"/>
            <a:lstStyle/>
            <a:p>
              <a:pPr algn="ctr">
                <a:buNone/>
              </a:pPr>
            </a:p>
          </p:txBody>
        </p:sp>
        <p:sp>
          <p:nvSpPr>
            <p:cNvPr id="3057" name="addition:input:180"/>
            <p:cNvSpPr>
              <a:spLocks noGrp="1"/>
            </p:cNvSpPr>
            <p:nvPr/>
          </p:nvSpPr>
          <p:spPr>
            <a:xfrm>
              <a:off x="209550" y="5438775"/>
              <a:ext cx="1278880" cy="526740"/>
            </a:xfrm>
            <a:custGeom>
              <a:avLst/>
              <a:gdLst/>
              <a:ahLst/>
              <a:cxnLst/>
              <a:rect l="l" t="t" r="r" b="b"/>
              <a:pathLst>
                <a:path w="777" h="281">
                  <a:moveTo>
                    <a:pt x="0" y="0"/>
                  </a:moveTo>
                  <a:moveTo>
                    <a:pt x="776" y="251"/>
                  </a:moveTo>
                  <a:lnTo>
                    <a:pt x="776" y="253"/>
                  </a:lnTo>
                  <a:lnTo>
                    <a:pt x="776" y="256"/>
                  </a:lnTo>
                  <a:lnTo>
                    <a:pt x="776" y="258"/>
                  </a:lnTo>
                  <a:lnTo>
                    <a:pt x="777" y="261"/>
                  </a:lnTo>
                  <a:lnTo>
                    <a:pt x="777" y="263"/>
                  </a:lnTo>
                  <a:lnTo>
                    <a:pt x="775" y="265"/>
                  </a:lnTo>
                  <a:lnTo>
                    <a:pt x="774" y="267"/>
                  </a:lnTo>
                  <a:lnTo>
                    <a:pt x="773" y="268"/>
                  </a:lnTo>
                  <a:lnTo>
                    <a:pt x="771" y="270"/>
                  </a:lnTo>
                  <a:lnTo>
                    <a:pt x="770" y="271"/>
                  </a:lnTo>
                  <a:lnTo>
                    <a:pt x="767" y="271"/>
                  </a:lnTo>
                  <a:lnTo>
                    <a:pt x="764" y="270"/>
                  </a:lnTo>
                  <a:lnTo>
                    <a:pt x="762" y="271"/>
                  </a:lnTo>
                  <a:lnTo>
                    <a:pt x="761" y="273"/>
                  </a:lnTo>
                  <a:lnTo>
                    <a:pt x="760" y="277"/>
                  </a:lnTo>
                  <a:lnTo>
                    <a:pt x="758" y="280"/>
                  </a:lnTo>
                  <a:lnTo>
                    <a:pt x="755" y="281"/>
                  </a:lnTo>
                  <a:lnTo>
                    <a:pt x="753" y="280"/>
                  </a:lnTo>
                  <a:lnTo>
                    <a:pt x="750" y="278"/>
                  </a:lnTo>
                  <a:lnTo>
                    <a:pt x="748" y="277"/>
                  </a:lnTo>
                  <a:lnTo>
                    <a:pt x="746" y="276"/>
                  </a:lnTo>
                  <a:lnTo>
                    <a:pt x="744" y="274"/>
                  </a:lnTo>
                  <a:lnTo>
                    <a:pt x="742" y="273"/>
                  </a:lnTo>
                  <a:lnTo>
                    <a:pt x="741" y="271"/>
                  </a:lnTo>
                  <a:lnTo>
                    <a:pt x="739" y="270"/>
                  </a:lnTo>
                  <a:lnTo>
                    <a:pt x="736" y="269"/>
                  </a:lnTo>
                  <a:lnTo>
                    <a:pt x="734" y="268"/>
                  </a:lnTo>
                  <a:lnTo>
                    <a:pt x="732" y="267"/>
                  </a:lnTo>
                  <a:lnTo>
                    <a:pt x="732" y="264"/>
                  </a:lnTo>
                  <a:lnTo>
                    <a:pt x="732" y="262"/>
                  </a:lnTo>
                  <a:lnTo>
                    <a:pt x="731" y="260"/>
                  </a:lnTo>
                  <a:lnTo>
                    <a:pt x="728" y="258"/>
                  </a:lnTo>
                  <a:lnTo>
                    <a:pt x="726" y="256"/>
                  </a:lnTo>
                  <a:lnTo>
                    <a:pt x="725" y="254"/>
                  </a:lnTo>
                  <a:lnTo>
                    <a:pt x="727" y="251"/>
                  </a:lnTo>
                  <a:lnTo>
                    <a:pt x="730" y="249"/>
                  </a:lnTo>
                  <a:lnTo>
                    <a:pt x="733" y="247"/>
                  </a:lnTo>
                  <a:lnTo>
                    <a:pt x="734" y="245"/>
                  </a:lnTo>
                  <a:lnTo>
                    <a:pt x="735" y="243"/>
                  </a:lnTo>
                  <a:lnTo>
                    <a:pt x="735" y="241"/>
                  </a:lnTo>
                  <a:lnTo>
                    <a:pt x="736" y="239"/>
                  </a:lnTo>
                  <a:lnTo>
                    <a:pt x="737" y="237"/>
                  </a:lnTo>
                  <a:lnTo>
                    <a:pt x="737" y="234"/>
                  </a:lnTo>
                  <a:lnTo>
                    <a:pt x="737" y="230"/>
                  </a:lnTo>
                  <a:lnTo>
                    <a:pt x="739" y="228"/>
                  </a:lnTo>
                  <a:lnTo>
                    <a:pt x="741" y="227"/>
                  </a:lnTo>
                  <a:lnTo>
                    <a:pt x="744" y="228"/>
                  </a:lnTo>
                  <a:lnTo>
                    <a:pt x="746" y="228"/>
                  </a:lnTo>
                  <a:lnTo>
                    <a:pt x="748" y="228"/>
                  </a:lnTo>
                  <a:lnTo>
                    <a:pt x="750" y="226"/>
                  </a:lnTo>
                  <a:lnTo>
                    <a:pt x="751" y="224"/>
                  </a:lnTo>
                  <a:lnTo>
                    <a:pt x="753" y="225"/>
                  </a:lnTo>
                  <a:lnTo>
                    <a:pt x="755" y="227"/>
                  </a:lnTo>
                  <a:lnTo>
                    <a:pt x="756" y="229"/>
                  </a:lnTo>
                  <a:lnTo>
                    <a:pt x="758" y="229"/>
                  </a:lnTo>
                  <a:lnTo>
                    <a:pt x="760" y="228"/>
                  </a:lnTo>
                  <a:lnTo>
                    <a:pt x="762" y="228"/>
                  </a:lnTo>
                  <a:lnTo>
                    <a:pt x="764" y="228"/>
                  </a:lnTo>
                  <a:lnTo>
                    <a:pt x="765" y="228"/>
                  </a:lnTo>
                  <a:lnTo>
                    <a:pt x="768" y="229"/>
                  </a:lnTo>
                  <a:lnTo>
                    <a:pt x="770" y="230"/>
                  </a:lnTo>
                  <a:lnTo>
                    <a:pt x="772" y="232"/>
                  </a:lnTo>
                  <a:lnTo>
                    <a:pt x="772" y="235"/>
                  </a:lnTo>
                  <a:lnTo>
                    <a:pt x="771" y="238"/>
                  </a:lnTo>
                  <a:lnTo>
                    <a:pt x="769" y="241"/>
                  </a:lnTo>
                  <a:lnTo>
                    <a:pt x="769" y="244"/>
                  </a:lnTo>
                  <a:lnTo>
                    <a:pt x="771" y="245"/>
                  </a:lnTo>
                  <a:lnTo>
                    <a:pt x="774" y="247"/>
                  </a:lnTo>
                  <a:lnTo>
                    <a:pt x="776" y="249"/>
                  </a:lnTo>
                  <a:close/>
                </a:path>
              </a:pathLst>
            </a:custGeom>
            <a:solidFill>
              <a:srgbClr val="86D1BC">
                <a:alpha val="24000"/>
              </a:srgbClr>
            </a:solidFill>
            <a:ln>
              <a:noFill/>
            </a:ln>
          </p:spPr>
          <p:txBody>
            <a:bodyPr anchor="ctr"/>
            <a:lstStyle/>
            <a:p>
              <a:pPr algn="ctr">
                <a:buNone/>
              </a:pPr>
            </a:p>
          </p:txBody>
        </p:sp>
        <p:sp>
          <p:nvSpPr>
            <p:cNvPr id="3058" name="addition:input:181"/>
            <p:cNvSpPr>
              <a:spLocks noGrp="1"/>
            </p:cNvSpPr>
            <p:nvPr/>
          </p:nvSpPr>
          <p:spPr>
            <a:xfrm>
              <a:off x="209550" y="5438775"/>
              <a:ext cx="1408908" cy="478003"/>
            </a:xfrm>
            <a:custGeom>
              <a:avLst/>
              <a:gdLst/>
              <a:ahLst/>
              <a:cxnLst/>
              <a:rect l="l" t="t" r="r" b="b"/>
              <a:pathLst>
                <a:path w="856" h="255">
                  <a:moveTo>
                    <a:pt x="0" y="0"/>
                  </a:moveTo>
                  <a:moveTo>
                    <a:pt x="853" y="226"/>
                  </a:moveTo>
                  <a:lnTo>
                    <a:pt x="853" y="228"/>
                  </a:lnTo>
                  <a:lnTo>
                    <a:pt x="855" y="230"/>
                  </a:lnTo>
                  <a:lnTo>
                    <a:pt x="856" y="233"/>
                  </a:lnTo>
                  <a:lnTo>
                    <a:pt x="855" y="235"/>
                  </a:lnTo>
                  <a:lnTo>
                    <a:pt x="854" y="237"/>
                  </a:lnTo>
                  <a:lnTo>
                    <a:pt x="853" y="240"/>
                  </a:lnTo>
                  <a:lnTo>
                    <a:pt x="853" y="242"/>
                  </a:lnTo>
                  <a:lnTo>
                    <a:pt x="853" y="245"/>
                  </a:lnTo>
                  <a:lnTo>
                    <a:pt x="851" y="247"/>
                  </a:lnTo>
                  <a:lnTo>
                    <a:pt x="848" y="247"/>
                  </a:lnTo>
                  <a:lnTo>
                    <a:pt x="843" y="246"/>
                  </a:lnTo>
                  <a:lnTo>
                    <a:pt x="840" y="245"/>
                  </a:lnTo>
                  <a:lnTo>
                    <a:pt x="839" y="246"/>
                  </a:lnTo>
                  <a:lnTo>
                    <a:pt x="837" y="249"/>
                  </a:lnTo>
                  <a:lnTo>
                    <a:pt x="836" y="252"/>
                  </a:lnTo>
                  <a:lnTo>
                    <a:pt x="833" y="254"/>
                  </a:lnTo>
                  <a:lnTo>
                    <a:pt x="830" y="254"/>
                  </a:lnTo>
                  <a:lnTo>
                    <a:pt x="827" y="254"/>
                  </a:lnTo>
                  <a:lnTo>
                    <a:pt x="824" y="255"/>
                  </a:lnTo>
                  <a:lnTo>
                    <a:pt x="821" y="254"/>
                  </a:lnTo>
                  <a:lnTo>
                    <a:pt x="818" y="253"/>
                  </a:lnTo>
                  <a:lnTo>
                    <a:pt x="816" y="250"/>
                  </a:lnTo>
                  <a:lnTo>
                    <a:pt x="814" y="247"/>
                  </a:lnTo>
                  <a:lnTo>
                    <a:pt x="811" y="246"/>
                  </a:lnTo>
                  <a:lnTo>
                    <a:pt x="808" y="246"/>
                  </a:lnTo>
                  <a:lnTo>
                    <a:pt x="805" y="245"/>
                  </a:lnTo>
                  <a:lnTo>
                    <a:pt x="803" y="243"/>
                  </a:lnTo>
                  <a:lnTo>
                    <a:pt x="802" y="240"/>
                  </a:lnTo>
                  <a:lnTo>
                    <a:pt x="802" y="238"/>
                  </a:lnTo>
                  <a:lnTo>
                    <a:pt x="801" y="236"/>
                  </a:lnTo>
                  <a:lnTo>
                    <a:pt x="797" y="235"/>
                  </a:lnTo>
                  <a:lnTo>
                    <a:pt x="794" y="233"/>
                  </a:lnTo>
                  <a:lnTo>
                    <a:pt x="791" y="231"/>
                  </a:lnTo>
                  <a:lnTo>
                    <a:pt x="791" y="228"/>
                  </a:lnTo>
                  <a:lnTo>
                    <a:pt x="793" y="226"/>
                  </a:lnTo>
                  <a:lnTo>
                    <a:pt x="794" y="223"/>
                  </a:lnTo>
                  <a:lnTo>
                    <a:pt x="796" y="221"/>
                  </a:lnTo>
                  <a:lnTo>
                    <a:pt x="798" y="219"/>
                  </a:lnTo>
                  <a:lnTo>
                    <a:pt x="801" y="217"/>
                  </a:lnTo>
                  <a:lnTo>
                    <a:pt x="804" y="216"/>
                  </a:lnTo>
                  <a:lnTo>
                    <a:pt x="806" y="214"/>
                  </a:lnTo>
                  <a:lnTo>
                    <a:pt x="805" y="211"/>
                  </a:lnTo>
                  <a:lnTo>
                    <a:pt x="805" y="207"/>
                  </a:lnTo>
                  <a:lnTo>
                    <a:pt x="806" y="204"/>
                  </a:lnTo>
                  <a:lnTo>
                    <a:pt x="808" y="203"/>
                  </a:lnTo>
                  <a:lnTo>
                    <a:pt x="812" y="202"/>
                  </a:lnTo>
                  <a:lnTo>
                    <a:pt x="815" y="202"/>
                  </a:lnTo>
                  <a:lnTo>
                    <a:pt x="818" y="201"/>
                  </a:lnTo>
                  <a:lnTo>
                    <a:pt x="820" y="199"/>
                  </a:lnTo>
                  <a:lnTo>
                    <a:pt x="822" y="197"/>
                  </a:lnTo>
                  <a:lnTo>
                    <a:pt x="825" y="197"/>
                  </a:lnTo>
                  <a:lnTo>
                    <a:pt x="828" y="199"/>
                  </a:lnTo>
                  <a:lnTo>
                    <a:pt x="830" y="200"/>
                  </a:lnTo>
                  <a:lnTo>
                    <a:pt x="832" y="201"/>
                  </a:lnTo>
                  <a:lnTo>
                    <a:pt x="834" y="201"/>
                  </a:lnTo>
                  <a:lnTo>
                    <a:pt x="836" y="202"/>
                  </a:lnTo>
                  <a:lnTo>
                    <a:pt x="838" y="203"/>
                  </a:lnTo>
                  <a:lnTo>
                    <a:pt x="840" y="204"/>
                  </a:lnTo>
                  <a:lnTo>
                    <a:pt x="842" y="203"/>
                  </a:lnTo>
                  <a:lnTo>
                    <a:pt x="846" y="202"/>
                  </a:lnTo>
                  <a:lnTo>
                    <a:pt x="850" y="202"/>
                  </a:lnTo>
                  <a:lnTo>
                    <a:pt x="852" y="205"/>
                  </a:lnTo>
                  <a:lnTo>
                    <a:pt x="851" y="208"/>
                  </a:lnTo>
                  <a:lnTo>
                    <a:pt x="849" y="212"/>
                  </a:lnTo>
                  <a:lnTo>
                    <a:pt x="848" y="215"/>
                  </a:lnTo>
                  <a:lnTo>
                    <a:pt x="850" y="217"/>
                  </a:lnTo>
                  <a:lnTo>
                    <a:pt x="852" y="219"/>
                  </a:lnTo>
                  <a:lnTo>
                    <a:pt x="853" y="221"/>
                  </a:lnTo>
                  <a:lnTo>
                    <a:pt x="853" y="223"/>
                  </a:lnTo>
                  <a:close/>
                </a:path>
              </a:pathLst>
            </a:custGeom>
            <a:solidFill>
              <a:srgbClr val="86D1BC">
                <a:alpha val="24000"/>
              </a:srgbClr>
            </a:solidFill>
            <a:ln>
              <a:noFill/>
            </a:ln>
          </p:spPr>
          <p:txBody>
            <a:bodyPr anchor="ctr"/>
            <a:lstStyle/>
            <a:p>
              <a:pPr algn="ctr">
                <a:buNone/>
              </a:pPr>
            </a:p>
          </p:txBody>
        </p:sp>
        <p:sp>
          <p:nvSpPr>
            <p:cNvPr id="3059" name="addition:input:182"/>
            <p:cNvSpPr>
              <a:spLocks noGrp="1"/>
            </p:cNvSpPr>
            <p:nvPr/>
          </p:nvSpPr>
          <p:spPr>
            <a:xfrm>
              <a:off x="209550" y="5438775"/>
              <a:ext cx="1517538" cy="536113"/>
            </a:xfrm>
            <a:custGeom>
              <a:avLst/>
              <a:gdLst/>
              <a:ahLst/>
              <a:cxnLst/>
              <a:rect l="l" t="t" r="r" b="b"/>
              <a:pathLst>
                <a:path w="922" h="286">
                  <a:moveTo>
                    <a:pt x="0" y="0"/>
                  </a:moveTo>
                  <a:moveTo>
                    <a:pt x="920" y="260"/>
                  </a:moveTo>
                  <a:lnTo>
                    <a:pt x="917" y="262"/>
                  </a:lnTo>
                  <a:lnTo>
                    <a:pt x="915" y="264"/>
                  </a:lnTo>
                  <a:lnTo>
                    <a:pt x="914" y="265"/>
                  </a:lnTo>
                  <a:lnTo>
                    <a:pt x="915" y="268"/>
                  </a:lnTo>
                  <a:lnTo>
                    <a:pt x="915" y="270"/>
                  </a:lnTo>
                  <a:lnTo>
                    <a:pt x="914" y="273"/>
                  </a:lnTo>
                  <a:lnTo>
                    <a:pt x="914" y="275"/>
                  </a:lnTo>
                  <a:lnTo>
                    <a:pt x="914" y="278"/>
                  </a:lnTo>
                  <a:lnTo>
                    <a:pt x="913" y="281"/>
                  </a:lnTo>
                  <a:lnTo>
                    <a:pt x="912" y="283"/>
                  </a:lnTo>
                  <a:lnTo>
                    <a:pt x="909" y="283"/>
                  </a:lnTo>
                  <a:lnTo>
                    <a:pt x="906" y="282"/>
                  </a:lnTo>
                  <a:lnTo>
                    <a:pt x="904" y="281"/>
                  </a:lnTo>
                  <a:lnTo>
                    <a:pt x="903" y="282"/>
                  </a:lnTo>
                  <a:lnTo>
                    <a:pt x="902" y="284"/>
                  </a:lnTo>
                  <a:lnTo>
                    <a:pt x="900" y="286"/>
                  </a:lnTo>
                  <a:lnTo>
                    <a:pt x="898" y="285"/>
                  </a:lnTo>
                  <a:lnTo>
                    <a:pt x="897" y="284"/>
                  </a:lnTo>
                  <a:lnTo>
                    <a:pt x="895" y="282"/>
                  </a:lnTo>
                  <a:lnTo>
                    <a:pt x="894" y="282"/>
                  </a:lnTo>
                  <a:lnTo>
                    <a:pt x="892" y="284"/>
                  </a:lnTo>
                  <a:lnTo>
                    <a:pt x="889" y="284"/>
                  </a:lnTo>
                  <a:lnTo>
                    <a:pt x="887" y="284"/>
                  </a:lnTo>
                  <a:lnTo>
                    <a:pt x="885" y="283"/>
                  </a:lnTo>
                  <a:lnTo>
                    <a:pt x="883" y="281"/>
                  </a:lnTo>
                  <a:lnTo>
                    <a:pt x="882" y="280"/>
                  </a:lnTo>
                  <a:lnTo>
                    <a:pt x="880" y="278"/>
                  </a:lnTo>
                  <a:lnTo>
                    <a:pt x="880" y="275"/>
                  </a:lnTo>
                  <a:lnTo>
                    <a:pt x="881" y="271"/>
                  </a:lnTo>
                  <a:lnTo>
                    <a:pt x="881" y="269"/>
                  </a:lnTo>
                  <a:lnTo>
                    <a:pt x="880" y="267"/>
                  </a:lnTo>
                  <a:lnTo>
                    <a:pt x="878" y="266"/>
                  </a:lnTo>
                  <a:lnTo>
                    <a:pt x="874" y="264"/>
                  </a:lnTo>
                  <a:lnTo>
                    <a:pt x="872" y="262"/>
                  </a:lnTo>
                  <a:lnTo>
                    <a:pt x="872" y="260"/>
                  </a:lnTo>
                  <a:lnTo>
                    <a:pt x="873" y="257"/>
                  </a:lnTo>
                  <a:lnTo>
                    <a:pt x="873" y="255"/>
                  </a:lnTo>
                  <a:lnTo>
                    <a:pt x="873" y="253"/>
                  </a:lnTo>
                  <a:lnTo>
                    <a:pt x="873" y="250"/>
                  </a:lnTo>
                  <a:lnTo>
                    <a:pt x="874" y="248"/>
                  </a:lnTo>
                  <a:lnTo>
                    <a:pt x="875" y="246"/>
                  </a:lnTo>
                  <a:lnTo>
                    <a:pt x="877" y="245"/>
                  </a:lnTo>
                  <a:lnTo>
                    <a:pt x="879" y="243"/>
                  </a:lnTo>
                  <a:lnTo>
                    <a:pt x="880" y="242"/>
                  </a:lnTo>
                  <a:lnTo>
                    <a:pt x="882" y="240"/>
                  </a:lnTo>
                  <a:lnTo>
                    <a:pt x="884" y="240"/>
                  </a:lnTo>
                  <a:lnTo>
                    <a:pt x="886" y="240"/>
                  </a:lnTo>
                  <a:lnTo>
                    <a:pt x="888" y="239"/>
                  </a:lnTo>
                  <a:lnTo>
                    <a:pt x="890" y="236"/>
                  </a:lnTo>
                  <a:lnTo>
                    <a:pt x="891" y="232"/>
                  </a:lnTo>
                  <a:lnTo>
                    <a:pt x="893" y="230"/>
                  </a:lnTo>
                  <a:lnTo>
                    <a:pt x="896" y="230"/>
                  </a:lnTo>
                  <a:lnTo>
                    <a:pt x="899" y="232"/>
                  </a:lnTo>
                  <a:lnTo>
                    <a:pt x="901" y="234"/>
                  </a:lnTo>
                  <a:lnTo>
                    <a:pt x="903" y="236"/>
                  </a:lnTo>
                  <a:lnTo>
                    <a:pt x="905" y="237"/>
                  </a:lnTo>
                  <a:lnTo>
                    <a:pt x="907" y="238"/>
                  </a:lnTo>
                  <a:lnTo>
                    <a:pt x="909" y="239"/>
                  </a:lnTo>
                  <a:lnTo>
                    <a:pt x="910" y="240"/>
                  </a:lnTo>
                  <a:lnTo>
                    <a:pt x="912" y="241"/>
                  </a:lnTo>
                  <a:lnTo>
                    <a:pt x="914" y="241"/>
                  </a:lnTo>
                  <a:lnTo>
                    <a:pt x="917" y="242"/>
                  </a:lnTo>
                  <a:lnTo>
                    <a:pt x="918" y="244"/>
                  </a:lnTo>
                  <a:lnTo>
                    <a:pt x="918" y="246"/>
                  </a:lnTo>
                  <a:lnTo>
                    <a:pt x="918" y="249"/>
                  </a:lnTo>
                  <a:lnTo>
                    <a:pt x="919" y="251"/>
                  </a:lnTo>
                  <a:lnTo>
                    <a:pt x="921" y="252"/>
                  </a:lnTo>
                  <a:lnTo>
                    <a:pt x="922" y="254"/>
                  </a:lnTo>
                  <a:lnTo>
                    <a:pt x="922" y="257"/>
                  </a:lnTo>
                  <a:close/>
                </a:path>
              </a:pathLst>
            </a:custGeom>
            <a:solidFill>
              <a:srgbClr val="86D1BC">
                <a:alpha val="24000"/>
              </a:srgbClr>
            </a:solidFill>
            <a:ln>
              <a:noFill/>
            </a:ln>
          </p:spPr>
          <p:txBody>
            <a:bodyPr anchor="ctr"/>
            <a:lstStyle/>
            <a:p>
              <a:pPr algn="ctr">
                <a:buNone/>
              </a:pPr>
            </a:p>
          </p:txBody>
        </p:sp>
        <p:sp>
          <p:nvSpPr>
            <p:cNvPr id="3060" name="addition:input:183"/>
            <p:cNvSpPr>
              <a:spLocks noGrp="1"/>
            </p:cNvSpPr>
            <p:nvPr/>
          </p:nvSpPr>
          <p:spPr>
            <a:xfrm>
              <a:off x="209550" y="5438775"/>
              <a:ext cx="2096902" cy="924138"/>
            </a:xfrm>
            <a:custGeom>
              <a:avLst/>
              <a:gdLst/>
              <a:ahLst/>
              <a:cxnLst/>
              <a:rect l="l" t="t" r="r" b="b"/>
              <a:pathLst>
                <a:path w="1274" h="493">
                  <a:moveTo>
                    <a:pt x="0" y="0"/>
                  </a:moveTo>
                  <a:moveTo>
                    <a:pt x="1267" y="354"/>
                  </a:moveTo>
                  <a:lnTo>
                    <a:pt x="1255" y="367"/>
                  </a:lnTo>
                  <a:lnTo>
                    <a:pt x="1237" y="377"/>
                  </a:lnTo>
                  <a:lnTo>
                    <a:pt x="1218" y="385"/>
                  </a:lnTo>
                  <a:lnTo>
                    <a:pt x="1208" y="394"/>
                  </a:lnTo>
                  <a:lnTo>
                    <a:pt x="1212" y="407"/>
                  </a:lnTo>
                  <a:lnTo>
                    <a:pt x="1220" y="425"/>
                  </a:lnTo>
                  <a:lnTo>
                    <a:pt x="1221" y="442"/>
                  </a:lnTo>
                  <a:lnTo>
                    <a:pt x="1210" y="453"/>
                  </a:lnTo>
                  <a:lnTo>
                    <a:pt x="1193" y="458"/>
                  </a:lnTo>
                  <a:lnTo>
                    <a:pt x="1176" y="462"/>
                  </a:lnTo>
                  <a:lnTo>
                    <a:pt x="1165" y="470"/>
                  </a:lnTo>
                  <a:lnTo>
                    <a:pt x="1156" y="482"/>
                  </a:lnTo>
                  <a:lnTo>
                    <a:pt x="1145" y="491"/>
                  </a:lnTo>
                  <a:lnTo>
                    <a:pt x="1130" y="493"/>
                  </a:lnTo>
                  <a:lnTo>
                    <a:pt x="1115" y="490"/>
                  </a:lnTo>
                  <a:lnTo>
                    <a:pt x="1101" y="486"/>
                  </a:lnTo>
                  <a:lnTo>
                    <a:pt x="1089" y="485"/>
                  </a:lnTo>
                  <a:lnTo>
                    <a:pt x="1077" y="485"/>
                  </a:lnTo>
                  <a:lnTo>
                    <a:pt x="1066" y="480"/>
                  </a:lnTo>
                  <a:lnTo>
                    <a:pt x="1056" y="473"/>
                  </a:lnTo>
                  <a:lnTo>
                    <a:pt x="1046" y="469"/>
                  </a:lnTo>
                  <a:lnTo>
                    <a:pt x="1032" y="474"/>
                  </a:lnTo>
                  <a:lnTo>
                    <a:pt x="1012" y="484"/>
                  </a:lnTo>
                  <a:lnTo>
                    <a:pt x="990" y="490"/>
                  </a:lnTo>
                  <a:lnTo>
                    <a:pt x="975" y="483"/>
                  </a:lnTo>
                  <a:lnTo>
                    <a:pt x="972" y="466"/>
                  </a:lnTo>
                  <a:lnTo>
                    <a:pt x="975" y="446"/>
                  </a:lnTo>
                  <a:lnTo>
                    <a:pt x="975" y="430"/>
                  </a:lnTo>
                  <a:lnTo>
                    <a:pt x="969" y="420"/>
                  </a:lnTo>
                  <a:lnTo>
                    <a:pt x="959" y="411"/>
                  </a:lnTo>
                  <a:lnTo>
                    <a:pt x="951" y="400"/>
                  </a:lnTo>
                  <a:lnTo>
                    <a:pt x="948" y="388"/>
                  </a:lnTo>
                  <a:lnTo>
                    <a:pt x="944" y="377"/>
                  </a:lnTo>
                  <a:lnTo>
                    <a:pt x="936" y="366"/>
                  </a:lnTo>
                  <a:lnTo>
                    <a:pt x="925" y="354"/>
                  </a:lnTo>
                  <a:lnTo>
                    <a:pt x="918" y="341"/>
                  </a:lnTo>
                  <a:lnTo>
                    <a:pt x="920" y="329"/>
                  </a:lnTo>
                  <a:lnTo>
                    <a:pt x="926" y="317"/>
                  </a:lnTo>
                  <a:lnTo>
                    <a:pt x="928" y="305"/>
                  </a:lnTo>
                  <a:lnTo>
                    <a:pt x="923" y="291"/>
                  </a:lnTo>
                  <a:lnTo>
                    <a:pt x="918" y="274"/>
                  </a:lnTo>
                  <a:lnTo>
                    <a:pt x="924" y="261"/>
                  </a:lnTo>
                  <a:lnTo>
                    <a:pt x="943" y="257"/>
                  </a:lnTo>
                  <a:lnTo>
                    <a:pt x="967" y="260"/>
                  </a:lnTo>
                  <a:lnTo>
                    <a:pt x="987" y="263"/>
                  </a:lnTo>
                  <a:lnTo>
                    <a:pt x="999" y="259"/>
                  </a:lnTo>
                  <a:lnTo>
                    <a:pt x="1005" y="247"/>
                  </a:lnTo>
                  <a:lnTo>
                    <a:pt x="1013" y="232"/>
                  </a:lnTo>
                  <a:lnTo>
                    <a:pt x="1025" y="222"/>
                  </a:lnTo>
                  <a:lnTo>
                    <a:pt x="1040" y="215"/>
                  </a:lnTo>
                  <a:lnTo>
                    <a:pt x="1056" y="208"/>
                  </a:lnTo>
                  <a:lnTo>
                    <a:pt x="1074" y="201"/>
                  </a:lnTo>
                  <a:lnTo>
                    <a:pt x="1092" y="198"/>
                  </a:lnTo>
                  <a:lnTo>
                    <a:pt x="1111" y="205"/>
                  </a:lnTo>
                  <a:lnTo>
                    <a:pt x="1126" y="218"/>
                  </a:lnTo>
                  <a:lnTo>
                    <a:pt x="1139" y="232"/>
                  </a:lnTo>
                  <a:lnTo>
                    <a:pt x="1153" y="237"/>
                  </a:lnTo>
                  <a:lnTo>
                    <a:pt x="1171" y="236"/>
                  </a:lnTo>
                  <a:lnTo>
                    <a:pt x="1190" y="236"/>
                  </a:lnTo>
                  <a:lnTo>
                    <a:pt x="1203" y="244"/>
                  </a:lnTo>
                  <a:lnTo>
                    <a:pt x="1208" y="259"/>
                  </a:lnTo>
                  <a:lnTo>
                    <a:pt x="1210" y="274"/>
                  </a:lnTo>
                  <a:lnTo>
                    <a:pt x="1218" y="282"/>
                  </a:lnTo>
                  <a:lnTo>
                    <a:pt x="1235" y="287"/>
                  </a:lnTo>
                  <a:lnTo>
                    <a:pt x="1255" y="291"/>
                  </a:lnTo>
                  <a:lnTo>
                    <a:pt x="1269" y="300"/>
                  </a:lnTo>
                  <a:lnTo>
                    <a:pt x="1274" y="313"/>
                  </a:lnTo>
                  <a:lnTo>
                    <a:pt x="1273" y="327"/>
                  </a:lnTo>
                  <a:lnTo>
                    <a:pt x="1271" y="341"/>
                  </a:lnTo>
                  <a:close/>
                </a:path>
              </a:pathLst>
            </a:custGeom>
            <a:solidFill>
              <a:srgbClr val="EFD4E3">
                <a:alpha val="43000"/>
              </a:srgbClr>
            </a:solidFill>
            <a:ln>
              <a:noFill/>
            </a:ln>
          </p:spPr>
          <p:txBody>
            <a:bodyPr anchor="ctr"/>
            <a:lstStyle/>
            <a:p>
              <a:pPr algn="ctr">
                <a:buNone/>
              </a:pPr>
            </a:p>
          </p:txBody>
        </p:sp>
        <p:sp>
          <p:nvSpPr>
            <p:cNvPr id="3061" name="addition:input:184"/>
            <p:cNvSpPr>
              <a:spLocks noGrp="1"/>
            </p:cNvSpPr>
            <p:nvPr/>
          </p:nvSpPr>
          <p:spPr>
            <a:xfrm>
              <a:off x="209550" y="5438775"/>
              <a:ext cx="2011314" cy="933511"/>
            </a:xfrm>
            <a:custGeom>
              <a:avLst/>
              <a:gdLst/>
              <a:ahLst/>
              <a:cxnLst/>
              <a:rect l="l" t="t" r="r" b="b"/>
              <a:pathLst>
                <a:path w="1222" h="498">
                  <a:moveTo>
                    <a:pt x="0" y="0"/>
                  </a:moveTo>
                  <a:moveTo>
                    <a:pt x="1201" y="359"/>
                  </a:moveTo>
                  <a:lnTo>
                    <a:pt x="1215" y="370"/>
                  </a:lnTo>
                  <a:lnTo>
                    <a:pt x="1222" y="382"/>
                  </a:lnTo>
                  <a:lnTo>
                    <a:pt x="1217" y="392"/>
                  </a:lnTo>
                  <a:lnTo>
                    <a:pt x="1207" y="400"/>
                  </a:lnTo>
                  <a:lnTo>
                    <a:pt x="1200" y="409"/>
                  </a:lnTo>
                  <a:lnTo>
                    <a:pt x="1201" y="420"/>
                  </a:lnTo>
                  <a:lnTo>
                    <a:pt x="1204" y="434"/>
                  </a:lnTo>
                  <a:lnTo>
                    <a:pt x="1201" y="445"/>
                  </a:lnTo>
                  <a:lnTo>
                    <a:pt x="1190" y="451"/>
                  </a:lnTo>
                  <a:lnTo>
                    <a:pt x="1175" y="452"/>
                  </a:lnTo>
                  <a:lnTo>
                    <a:pt x="1162" y="453"/>
                  </a:lnTo>
                  <a:lnTo>
                    <a:pt x="1151" y="455"/>
                  </a:lnTo>
                  <a:lnTo>
                    <a:pt x="1141" y="459"/>
                  </a:lnTo>
                  <a:lnTo>
                    <a:pt x="1130" y="460"/>
                  </a:lnTo>
                  <a:lnTo>
                    <a:pt x="1119" y="460"/>
                  </a:lnTo>
                  <a:lnTo>
                    <a:pt x="1108" y="464"/>
                  </a:lnTo>
                  <a:lnTo>
                    <a:pt x="1097" y="475"/>
                  </a:lnTo>
                  <a:lnTo>
                    <a:pt x="1083" y="490"/>
                  </a:lnTo>
                  <a:lnTo>
                    <a:pt x="1066" y="498"/>
                  </a:lnTo>
                  <a:lnTo>
                    <a:pt x="1051" y="494"/>
                  </a:lnTo>
                  <a:lnTo>
                    <a:pt x="1039" y="480"/>
                  </a:lnTo>
                  <a:lnTo>
                    <a:pt x="1030" y="464"/>
                  </a:lnTo>
                  <a:lnTo>
                    <a:pt x="1021" y="455"/>
                  </a:lnTo>
                  <a:lnTo>
                    <a:pt x="1007" y="451"/>
                  </a:lnTo>
                  <a:lnTo>
                    <a:pt x="992" y="449"/>
                  </a:lnTo>
                  <a:lnTo>
                    <a:pt x="981" y="443"/>
                  </a:lnTo>
                  <a:lnTo>
                    <a:pt x="973" y="433"/>
                  </a:lnTo>
                  <a:lnTo>
                    <a:pt x="967" y="423"/>
                  </a:lnTo>
                  <a:lnTo>
                    <a:pt x="957" y="416"/>
                  </a:lnTo>
                  <a:lnTo>
                    <a:pt x="945" y="409"/>
                  </a:lnTo>
                  <a:lnTo>
                    <a:pt x="936" y="401"/>
                  </a:lnTo>
                  <a:lnTo>
                    <a:pt x="931" y="391"/>
                  </a:lnTo>
                  <a:lnTo>
                    <a:pt x="930" y="380"/>
                  </a:lnTo>
                  <a:lnTo>
                    <a:pt x="924" y="370"/>
                  </a:lnTo>
                  <a:lnTo>
                    <a:pt x="915" y="359"/>
                  </a:lnTo>
                  <a:lnTo>
                    <a:pt x="910" y="347"/>
                  </a:lnTo>
                  <a:lnTo>
                    <a:pt x="915" y="335"/>
                  </a:lnTo>
                  <a:lnTo>
                    <a:pt x="934" y="327"/>
                  </a:lnTo>
                  <a:lnTo>
                    <a:pt x="957" y="322"/>
                  </a:lnTo>
                  <a:lnTo>
                    <a:pt x="974" y="317"/>
                  </a:lnTo>
                  <a:lnTo>
                    <a:pt x="979" y="309"/>
                  </a:lnTo>
                  <a:lnTo>
                    <a:pt x="977" y="296"/>
                  </a:lnTo>
                  <a:lnTo>
                    <a:pt x="978" y="282"/>
                  </a:lnTo>
                  <a:lnTo>
                    <a:pt x="985" y="271"/>
                  </a:lnTo>
                  <a:lnTo>
                    <a:pt x="995" y="263"/>
                  </a:lnTo>
                  <a:lnTo>
                    <a:pt x="1006" y="255"/>
                  </a:lnTo>
                  <a:lnTo>
                    <a:pt x="1017" y="246"/>
                  </a:lnTo>
                  <a:lnTo>
                    <a:pt x="1030" y="240"/>
                  </a:lnTo>
                  <a:lnTo>
                    <a:pt x="1045" y="240"/>
                  </a:lnTo>
                  <a:lnTo>
                    <a:pt x="1060" y="244"/>
                  </a:lnTo>
                  <a:lnTo>
                    <a:pt x="1073" y="248"/>
                  </a:lnTo>
                  <a:lnTo>
                    <a:pt x="1085" y="246"/>
                  </a:lnTo>
                  <a:lnTo>
                    <a:pt x="1096" y="241"/>
                  </a:lnTo>
                  <a:lnTo>
                    <a:pt x="1108" y="239"/>
                  </a:lnTo>
                  <a:lnTo>
                    <a:pt x="1118" y="245"/>
                  </a:lnTo>
                  <a:lnTo>
                    <a:pt x="1125" y="257"/>
                  </a:lnTo>
                  <a:lnTo>
                    <a:pt x="1131" y="267"/>
                  </a:lnTo>
                  <a:lnTo>
                    <a:pt x="1140" y="268"/>
                  </a:lnTo>
                  <a:lnTo>
                    <a:pt x="1155" y="263"/>
                  </a:lnTo>
                  <a:lnTo>
                    <a:pt x="1173" y="259"/>
                  </a:lnTo>
                  <a:lnTo>
                    <a:pt x="1187" y="262"/>
                  </a:lnTo>
                  <a:lnTo>
                    <a:pt x="1194" y="271"/>
                  </a:lnTo>
                  <a:lnTo>
                    <a:pt x="1197" y="283"/>
                  </a:lnTo>
                  <a:lnTo>
                    <a:pt x="1200" y="295"/>
                  </a:lnTo>
                  <a:lnTo>
                    <a:pt x="1201" y="306"/>
                  </a:lnTo>
                  <a:lnTo>
                    <a:pt x="1199" y="318"/>
                  </a:lnTo>
                  <a:lnTo>
                    <a:pt x="1192" y="331"/>
                  </a:lnTo>
                  <a:lnTo>
                    <a:pt x="1186" y="341"/>
                  </a:lnTo>
                  <a:lnTo>
                    <a:pt x="1188" y="350"/>
                  </a:lnTo>
                  <a:close/>
                </a:path>
              </a:pathLst>
            </a:custGeom>
            <a:solidFill>
              <a:srgbClr val="DA9FC0">
                <a:alpha val="43000"/>
              </a:srgbClr>
            </a:solidFill>
            <a:ln>
              <a:noFill/>
            </a:ln>
          </p:spPr>
          <p:txBody>
            <a:bodyPr anchor="ctr"/>
            <a:lstStyle/>
            <a:p>
              <a:pPr algn="ctr">
                <a:buNone/>
              </a:pPr>
            </a:p>
          </p:txBody>
        </p:sp>
        <p:sp>
          <p:nvSpPr>
            <p:cNvPr id="3062" name="addition:input:185"/>
            <p:cNvSpPr>
              <a:spLocks noGrp="1"/>
            </p:cNvSpPr>
            <p:nvPr/>
          </p:nvSpPr>
          <p:spPr>
            <a:xfrm>
              <a:off x="209550" y="5438775"/>
              <a:ext cx="2004731" cy="879150"/>
            </a:xfrm>
            <a:custGeom>
              <a:avLst/>
              <a:gdLst/>
              <a:ahLst/>
              <a:cxnLst/>
              <a:rect l="l" t="t" r="r" b="b"/>
              <a:pathLst>
                <a:path w="1218" h="469">
                  <a:moveTo>
                    <a:pt x="0" y="0"/>
                  </a:moveTo>
                  <a:moveTo>
                    <a:pt x="1194" y="364"/>
                  </a:moveTo>
                  <a:lnTo>
                    <a:pt x="1178" y="372"/>
                  </a:lnTo>
                  <a:lnTo>
                    <a:pt x="1170" y="379"/>
                  </a:lnTo>
                  <a:lnTo>
                    <a:pt x="1170" y="388"/>
                  </a:lnTo>
                  <a:lnTo>
                    <a:pt x="1172" y="397"/>
                  </a:lnTo>
                  <a:lnTo>
                    <a:pt x="1172" y="407"/>
                  </a:lnTo>
                  <a:lnTo>
                    <a:pt x="1168" y="416"/>
                  </a:lnTo>
                  <a:lnTo>
                    <a:pt x="1164" y="425"/>
                  </a:lnTo>
                  <a:lnTo>
                    <a:pt x="1162" y="436"/>
                  </a:lnTo>
                  <a:lnTo>
                    <a:pt x="1157" y="446"/>
                  </a:lnTo>
                  <a:lnTo>
                    <a:pt x="1147" y="452"/>
                  </a:lnTo>
                  <a:lnTo>
                    <a:pt x="1134" y="453"/>
                  </a:lnTo>
                  <a:lnTo>
                    <a:pt x="1122" y="452"/>
                  </a:lnTo>
                  <a:lnTo>
                    <a:pt x="1112" y="455"/>
                  </a:lnTo>
                  <a:lnTo>
                    <a:pt x="1105" y="462"/>
                  </a:lnTo>
                  <a:lnTo>
                    <a:pt x="1098" y="469"/>
                  </a:lnTo>
                  <a:lnTo>
                    <a:pt x="1088" y="469"/>
                  </a:lnTo>
                  <a:lnTo>
                    <a:pt x="1078" y="462"/>
                  </a:lnTo>
                  <a:lnTo>
                    <a:pt x="1069" y="453"/>
                  </a:lnTo>
                  <a:lnTo>
                    <a:pt x="1062" y="449"/>
                  </a:lnTo>
                  <a:lnTo>
                    <a:pt x="1053" y="453"/>
                  </a:lnTo>
                  <a:lnTo>
                    <a:pt x="1042" y="461"/>
                  </a:lnTo>
                  <a:lnTo>
                    <a:pt x="1029" y="465"/>
                  </a:lnTo>
                  <a:lnTo>
                    <a:pt x="1017" y="464"/>
                  </a:lnTo>
                  <a:lnTo>
                    <a:pt x="1008" y="458"/>
                  </a:lnTo>
                  <a:lnTo>
                    <a:pt x="998" y="452"/>
                  </a:lnTo>
                  <a:lnTo>
                    <a:pt x="990" y="446"/>
                  </a:lnTo>
                  <a:lnTo>
                    <a:pt x="985" y="436"/>
                  </a:lnTo>
                  <a:lnTo>
                    <a:pt x="985" y="423"/>
                  </a:lnTo>
                  <a:lnTo>
                    <a:pt x="989" y="410"/>
                  </a:lnTo>
                  <a:lnTo>
                    <a:pt x="988" y="401"/>
                  </a:lnTo>
                  <a:lnTo>
                    <a:pt x="979" y="395"/>
                  </a:lnTo>
                  <a:lnTo>
                    <a:pt x="964" y="390"/>
                  </a:lnTo>
                  <a:lnTo>
                    <a:pt x="951" y="383"/>
                  </a:lnTo>
                  <a:lnTo>
                    <a:pt x="946" y="374"/>
                  </a:lnTo>
                  <a:lnTo>
                    <a:pt x="950" y="364"/>
                  </a:lnTo>
                  <a:lnTo>
                    <a:pt x="953" y="355"/>
                  </a:lnTo>
                  <a:lnTo>
                    <a:pt x="951" y="346"/>
                  </a:lnTo>
                  <a:lnTo>
                    <a:pt x="944" y="335"/>
                  </a:lnTo>
                  <a:lnTo>
                    <a:pt x="940" y="324"/>
                  </a:lnTo>
                  <a:lnTo>
                    <a:pt x="944" y="315"/>
                  </a:lnTo>
                  <a:lnTo>
                    <a:pt x="953" y="308"/>
                  </a:lnTo>
                  <a:lnTo>
                    <a:pt x="964" y="303"/>
                  </a:lnTo>
                  <a:lnTo>
                    <a:pt x="973" y="298"/>
                  </a:lnTo>
                  <a:lnTo>
                    <a:pt x="982" y="293"/>
                  </a:lnTo>
                  <a:lnTo>
                    <a:pt x="993" y="290"/>
                  </a:lnTo>
                  <a:lnTo>
                    <a:pt x="1006" y="290"/>
                  </a:lnTo>
                  <a:lnTo>
                    <a:pt x="1016" y="288"/>
                  </a:lnTo>
                  <a:lnTo>
                    <a:pt x="1023" y="280"/>
                  </a:lnTo>
                  <a:lnTo>
                    <a:pt x="1029" y="266"/>
                  </a:lnTo>
                  <a:lnTo>
                    <a:pt x="1038" y="251"/>
                  </a:lnTo>
                  <a:lnTo>
                    <a:pt x="1051" y="244"/>
                  </a:lnTo>
                  <a:lnTo>
                    <a:pt x="1066" y="248"/>
                  </a:lnTo>
                  <a:lnTo>
                    <a:pt x="1080" y="257"/>
                  </a:lnTo>
                  <a:lnTo>
                    <a:pt x="1092" y="265"/>
                  </a:lnTo>
                  <a:lnTo>
                    <a:pt x="1104" y="268"/>
                  </a:lnTo>
                  <a:lnTo>
                    <a:pt x="1116" y="268"/>
                  </a:lnTo>
                  <a:lnTo>
                    <a:pt x="1128" y="271"/>
                  </a:lnTo>
                  <a:lnTo>
                    <a:pt x="1137" y="278"/>
                  </a:lnTo>
                  <a:lnTo>
                    <a:pt x="1145" y="285"/>
                  </a:lnTo>
                  <a:lnTo>
                    <a:pt x="1154" y="289"/>
                  </a:lnTo>
                  <a:lnTo>
                    <a:pt x="1164" y="293"/>
                  </a:lnTo>
                  <a:lnTo>
                    <a:pt x="1174" y="297"/>
                  </a:lnTo>
                  <a:lnTo>
                    <a:pt x="1180" y="305"/>
                  </a:lnTo>
                  <a:lnTo>
                    <a:pt x="1183" y="313"/>
                  </a:lnTo>
                  <a:lnTo>
                    <a:pt x="1188" y="320"/>
                  </a:lnTo>
                  <a:lnTo>
                    <a:pt x="1199" y="326"/>
                  </a:lnTo>
                  <a:lnTo>
                    <a:pt x="1212" y="333"/>
                  </a:lnTo>
                  <a:lnTo>
                    <a:pt x="1218" y="342"/>
                  </a:lnTo>
                  <a:lnTo>
                    <a:pt x="1211" y="354"/>
                  </a:lnTo>
                  <a:close/>
                </a:path>
              </a:pathLst>
            </a:custGeom>
            <a:solidFill>
              <a:srgbClr val="CC79A7">
                <a:alpha val="35000"/>
              </a:srgbClr>
            </a:solidFill>
            <a:ln>
              <a:noFill/>
            </a:ln>
          </p:spPr>
          <p:txBody>
            <a:bodyPr anchor="ctr"/>
            <a:lstStyle/>
            <a:p>
              <a:pPr algn="ctr">
                <a:buNone/>
              </a:pPr>
            </a:p>
          </p:txBody>
        </p:sp>
        <p:sp>
          <p:nvSpPr>
            <p:cNvPr id="3063" name="addition:input:186"/>
            <p:cNvSpPr>
              <a:spLocks noGrp="1"/>
            </p:cNvSpPr>
            <p:nvPr/>
          </p:nvSpPr>
          <p:spPr>
            <a:xfrm>
              <a:off x="209550" y="5438775"/>
              <a:ext cx="1761134" cy="714192"/>
            </a:xfrm>
            <a:custGeom>
              <a:avLst/>
              <a:gdLst/>
              <a:ahLst/>
              <a:cxnLst/>
              <a:rect l="l" t="t" r="r" b="b"/>
              <a:pathLst>
                <a:path w="1070" h="381">
                  <a:moveTo>
                    <a:pt x="0" y="0"/>
                  </a:moveTo>
                  <a:moveTo>
                    <a:pt x="1066" y="334"/>
                  </a:moveTo>
                  <a:lnTo>
                    <a:pt x="1068" y="338"/>
                  </a:lnTo>
                  <a:lnTo>
                    <a:pt x="1070" y="342"/>
                  </a:lnTo>
                  <a:lnTo>
                    <a:pt x="1070" y="346"/>
                  </a:lnTo>
                  <a:lnTo>
                    <a:pt x="1069" y="349"/>
                  </a:lnTo>
                  <a:lnTo>
                    <a:pt x="1068" y="353"/>
                  </a:lnTo>
                  <a:lnTo>
                    <a:pt x="1068" y="357"/>
                  </a:lnTo>
                  <a:lnTo>
                    <a:pt x="1068" y="362"/>
                  </a:lnTo>
                  <a:lnTo>
                    <a:pt x="1067" y="366"/>
                  </a:lnTo>
                  <a:lnTo>
                    <a:pt x="1061" y="367"/>
                  </a:lnTo>
                  <a:lnTo>
                    <a:pt x="1054" y="366"/>
                  </a:lnTo>
                  <a:lnTo>
                    <a:pt x="1048" y="364"/>
                  </a:lnTo>
                  <a:lnTo>
                    <a:pt x="1044" y="364"/>
                  </a:lnTo>
                  <a:lnTo>
                    <a:pt x="1042" y="368"/>
                  </a:lnTo>
                  <a:lnTo>
                    <a:pt x="1040" y="373"/>
                  </a:lnTo>
                  <a:lnTo>
                    <a:pt x="1036" y="377"/>
                  </a:lnTo>
                  <a:lnTo>
                    <a:pt x="1031" y="379"/>
                  </a:lnTo>
                  <a:lnTo>
                    <a:pt x="1026" y="380"/>
                  </a:lnTo>
                  <a:lnTo>
                    <a:pt x="1020" y="380"/>
                  </a:lnTo>
                  <a:lnTo>
                    <a:pt x="1015" y="381"/>
                  </a:lnTo>
                  <a:lnTo>
                    <a:pt x="1009" y="379"/>
                  </a:lnTo>
                  <a:lnTo>
                    <a:pt x="1005" y="376"/>
                  </a:lnTo>
                  <a:lnTo>
                    <a:pt x="1001" y="372"/>
                  </a:lnTo>
                  <a:lnTo>
                    <a:pt x="997" y="369"/>
                  </a:lnTo>
                  <a:lnTo>
                    <a:pt x="992" y="368"/>
                  </a:lnTo>
                  <a:lnTo>
                    <a:pt x="986" y="368"/>
                  </a:lnTo>
                  <a:lnTo>
                    <a:pt x="982" y="366"/>
                  </a:lnTo>
                  <a:lnTo>
                    <a:pt x="980" y="361"/>
                  </a:lnTo>
                  <a:lnTo>
                    <a:pt x="980" y="356"/>
                  </a:lnTo>
                  <a:lnTo>
                    <a:pt x="978" y="353"/>
                  </a:lnTo>
                  <a:lnTo>
                    <a:pt x="974" y="351"/>
                  </a:lnTo>
                  <a:lnTo>
                    <a:pt x="967" y="350"/>
                  </a:lnTo>
                  <a:lnTo>
                    <a:pt x="961" y="347"/>
                  </a:lnTo>
                  <a:lnTo>
                    <a:pt x="959" y="343"/>
                  </a:lnTo>
                  <a:lnTo>
                    <a:pt x="960" y="338"/>
                  </a:lnTo>
                  <a:lnTo>
                    <a:pt x="963" y="334"/>
                  </a:lnTo>
                  <a:lnTo>
                    <a:pt x="966" y="330"/>
                  </a:lnTo>
                  <a:lnTo>
                    <a:pt x="969" y="326"/>
                  </a:lnTo>
                  <a:lnTo>
                    <a:pt x="973" y="323"/>
                  </a:lnTo>
                  <a:lnTo>
                    <a:pt x="979" y="321"/>
                  </a:lnTo>
                  <a:lnTo>
                    <a:pt x="982" y="318"/>
                  </a:lnTo>
                  <a:lnTo>
                    <a:pt x="983" y="315"/>
                  </a:lnTo>
                  <a:lnTo>
                    <a:pt x="981" y="309"/>
                  </a:lnTo>
                  <a:lnTo>
                    <a:pt x="981" y="304"/>
                  </a:lnTo>
                  <a:lnTo>
                    <a:pt x="985" y="300"/>
                  </a:lnTo>
                  <a:lnTo>
                    <a:pt x="990" y="299"/>
                  </a:lnTo>
                  <a:lnTo>
                    <a:pt x="996" y="299"/>
                  </a:lnTo>
                  <a:lnTo>
                    <a:pt x="1001" y="297"/>
                  </a:lnTo>
                  <a:lnTo>
                    <a:pt x="1004" y="293"/>
                  </a:lnTo>
                  <a:lnTo>
                    <a:pt x="1007" y="290"/>
                  </a:lnTo>
                  <a:lnTo>
                    <a:pt x="1012" y="288"/>
                  </a:lnTo>
                  <a:lnTo>
                    <a:pt x="1017" y="290"/>
                  </a:lnTo>
                  <a:lnTo>
                    <a:pt x="1021" y="293"/>
                  </a:lnTo>
                  <a:lnTo>
                    <a:pt x="1025" y="294"/>
                  </a:lnTo>
                  <a:lnTo>
                    <a:pt x="1029" y="295"/>
                  </a:lnTo>
                  <a:lnTo>
                    <a:pt x="1032" y="296"/>
                  </a:lnTo>
                  <a:lnTo>
                    <a:pt x="1035" y="297"/>
                  </a:lnTo>
                  <a:lnTo>
                    <a:pt x="1038" y="298"/>
                  </a:lnTo>
                  <a:lnTo>
                    <a:pt x="1043" y="298"/>
                  </a:lnTo>
                  <a:lnTo>
                    <a:pt x="1049" y="296"/>
                  </a:lnTo>
                  <a:lnTo>
                    <a:pt x="1055" y="295"/>
                  </a:lnTo>
                  <a:lnTo>
                    <a:pt x="1060" y="297"/>
                  </a:lnTo>
                  <a:lnTo>
                    <a:pt x="1061" y="302"/>
                  </a:lnTo>
                  <a:lnTo>
                    <a:pt x="1059" y="308"/>
                  </a:lnTo>
                  <a:lnTo>
                    <a:pt x="1057" y="314"/>
                  </a:lnTo>
                  <a:lnTo>
                    <a:pt x="1058" y="317"/>
                  </a:lnTo>
                  <a:lnTo>
                    <a:pt x="1061" y="320"/>
                  </a:lnTo>
                  <a:lnTo>
                    <a:pt x="1064" y="323"/>
                  </a:lnTo>
                  <a:lnTo>
                    <a:pt x="1066" y="327"/>
                  </a:lnTo>
                  <a:lnTo>
                    <a:pt x="1065" y="330"/>
                  </a:lnTo>
                  <a:close/>
                </a:path>
              </a:pathLst>
            </a:custGeom>
            <a:solidFill>
              <a:srgbClr val="DA9FC0">
                <a:alpha val="32000"/>
              </a:srgbClr>
            </a:solidFill>
            <a:ln>
              <a:noFill/>
            </a:ln>
          </p:spPr>
          <p:txBody>
            <a:bodyPr anchor="ctr"/>
            <a:lstStyle/>
            <a:p>
              <a:pPr algn="ctr">
                <a:buNone/>
              </a:pPr>
            </a:p>
          </p:txBody>
        </p:sp>
        <p:sp>
          <p:nvSpPr>
            <p:cNvPr id="3064" name="addition:input:187"/>
            <p:cNvSpPr>
              <a:spLocks noGrp="1"/>
            </p:cNvSpPr>
            <p:nvPr/>
          </p:nvSpPr>
          <p:spPr>
            <a:xfrm>
              <a:off x="209550" y="5438775"/>
              <a:ext cx="1828617" cy="648584"/>
            </a:xfrm>
            <a:custGeom>
              <a:avLst/>
              <a:gdLst/>
              <a:ahLst/>
              <a:cxnLst/>
              <a:rect l="l" t="t" r="r" b="b"/>
              <a:pathLst>
                <a:path w="1111" h="346">
                  <a:moveTo>
                    <a:pt x="0" y="0"/>
                  </a:moveTo>
                  <a:moveTo>
                    <a:pt x="1100" y="300"/>
                  </a:moveTo>
                  <a:lnTo>
                    <a:pt x="1104" y="303"/>
                  </a:lnTo>
                  <a:lnTo>
                    <a:pt x="1106" y="307"/>
                  </a:lnTo>
                  <a:lnTo>
                    <a:pt x="1105" y="311"/>
                  </a:lnTo>
                  <a:lnTo>
                    <a:pt x="1103" y="314"/>
                  </a:lnTo>
                  <a:lnTo>
                    <a:pt x="1103" y="318"/>
                  </a:lnTo>
                  <a:lnTo>
                    <a:pt x="1102" y="322"/>
                  </a:lnTo>
                  <a:lnTo>
                    <a:pt x="1101" y="326"/>
                  </a:lnTo>
                  <a:lnTo>
                    <a:pt x="1099" y="329"/>
                  </a:lnTo>
                  <a:lnTo>
                    <a:pt x="1095" y="330"/>
                  </a:lnTo>
                  <a:lnTo>
                    <a:pt x="1092" y="332"/>
                  </a:lnTo>
                  <a:lnTo>
                    <a:pt x="1089" y="335"/>
                  </a:lnTo>
                  <a:lnTo>
                    <a:pt x="1087" y="338"/>
                  </a:lnTo>
                  <a:lnTo>
                    <a:pt x="1083" y="339"/>
                  </a:lnTo>
                  <a:lnTo>
                    <a:pt x="1078" y="337"/>
                  </a:lnTo>
                  <a:lnTo>
                    <a:pt x="1074" y="334"/>
                  </a:lnTo>
                  <a:lnTo>
                    <a:pt x="1070" y="333"/>
                  </a:lnTo>
                  <a:lnTo>
                    <a:pt x="1067" y="336"/>
                  </a:lnTo>
                  <a:lnTo>
                    <a:pt x="1063" y="342"/>
                  </a:lnTo>
                  <a:lnTo>
                    <a:pt x="1058" y="346"/>
                  </a:lnTo>
                  <a:lnTo>
                    <a:pt x="1053" y="346"/>
                  </a:lnTo>
                  <a:lnTo>
                    <a:pt x="1048" y="344"/>
                  </a:lnTo>
                  <a:lnTo>
                    <a:pt x="1044" y="341"/>
                  </a:lnTo>
                  <a:lnTo>
                    <a:pt x="1040" y="338"/>
                  </a:lnTo>
                  <a:lnTo>
                    <a:pt x="1037" y="335"/>
                  </a:lnTo>
                  <a:lnTo>
                    <a:pt x="1034" y="332"/>
                  </a:lnTo>
                  <a:lnTo>
                    <a:pt x="1032" y="327"/>
                  </a:lnTo>
                  <a:lnTo>
                    <a:pt x="1030" y="324"/>
                  </a:lnTo>
                  <a:lnTo>
                    <a:pt x="1026" y="322"/>
                  </a:lnTo>
                  <a:lnTo>
                    <a:pt x="1020" y="320"/>
                  </a:lnTo>
                  <a:lnTo>
                    <a:pt x="1015" y="318"/>
                  </a:lnTo>
                  <a:lnTo>
                    <a:pt x="1013" y="315"/>
                  </a:lnTo>
                  <a:lnTo>
                    <a:pt x="1013" y="310"/>
                  </a:lnTo>
                  <a:lnTo>
                    <a:pt x="1014" y="306"/>
                  </a:lnTo>
                  <a:lnTo>
                    <a:pt x="1012" y="303"/>
                  </a:lnTo>
                  <a:lnTo>
                    <a:pt x="1007" y="300"/>
                  </a:lnTo>
                  <a:lnTo>
                    <a:pt x="1003" y="295"/>
                  </a:lnTo>
                  <a:lnTo>
                    <a:pt x="1003" y="291"/>
                  </a:lnTo>
                  <a:lnTo>
                    <a:pt x="1007" y="287"/>
                  </a:lnTo>
                  <a:lnTo>
                    <a:pt x="1013" y="285"/>
                  </a:lnTo>
                  <a:lnTo>
                    <a:pt x="1018" y="283"/>
                  </a:lnTo>
                  <a:lnTo>
                    <a:pt x="1021" y="280"/>
                  </a:lnTo>
                  <a:lnTo>
                    <a:pt x="1024" y="277"/>
                  </a:lnTo>
                  <a:lnTo>
                    <a:pt x="1028" y="275"/>
                  </a:lnTo>
                  <a:lnTo>
                    <a:pt x="1031" y="273"/>
                  </a:lnTo>
                  <a:lnTo>
                    <a:pt x="1034" y="269"/>
                  </a:lnTo>
                  <a:lnTo>
                    <a:pt x="1035" y="264"/>
                  </a:lnTo>
                  <a:lnTo>
                    <a:pt x="1037" y="258"/>
                  </a:lnTo>
                  <a:lnTo>
                    <a:pt x="1041" y="255"/>
                  </a:lnTo>
                  <a:lnTo>
                    <a:pt x="1047" y="255"/>
                  </a:lnTo>
                  <a:lnTo>
                    <a:pt x="1054" y="258"/>
                  </a:lnTo>
                  <a:lnTo>
                    <a:pt x="1059" y="260"/>
                  </a:lnTo>
                  <a:lnTo>
                    <a:pt x="1063" y="259"/>
                  </a:lnTo>
                  <a:lnTo>
                    <a:pt x="1068" y="257"/>
                  </a:lnTo>
                  <a:lnTo>
                    <a:pt x="1072" y="257"/>
                  </a:lnTo>
                  <a:lnTo>
                    <a:pt x="1076" y="259"/>
                  </a:lnTo>
                  <a:lnTo>
                    <a:pt x="1079" y="262"/>
                  </a:lnTo>
                  <a:lnTo>
                    <a:pt x="1082" y="265"/>
                  </a:lnTo>
                  <a:lnTo>
                    <a:pt x="1085" y="266"/>
                  </a:lnTo>
                  <a:lnTo>
                    <a:pt x="1089" y="267"/>
                  </a:lnTo>
                  <a:lnTo>
                    <a:pt x="1093" y="268"/>
                  </a:lnTo>
                  <a:lnTo>
                    <a:pt x="1096" y="269"/>
                  </a:lnTo>
                  <a:lnTo>
                    <a:pt x="1099" y="271"/>
                  </a:lnTo>
                  <a:lnTo>
                    <a:pt x="1103" y="273"/>
                  </a:lnTo>
                  <a:lnTo>
                    <a:pt x="1108" y="275"/>
                  </a:lnTo>
                  <a:lnTo>
                    <a:pt x="1111" y="278"/>
                  </a:lnTo>
                  <a:lnTo>
                    <a:pt x="1109" y="283"/>
                  </a:lnTo>
                  <a:lnTo>
                    <a:pt x="1104" y="289"/>
                  </a:lnTo>
                  <a:lnTo>
                    <a:pt x="1099" y="293"/>
                  </a:lnTo>
                  <a:lnTo>
                    <a:pt x="1098" y="296"/>
                  </a:lnTo>
                  <a:close/>
                </a:path>
              </a:pathLst>
            </a:custGeom>
            <a:solidFill>
              <a:srgbClr val="DA9FC0">
                <a:alpha val="32000"/>
              </a:srgbClr>
            </a:solidFill>
            <a:ln>
              <a:noFill/>
            </a:ln>
          </p:spPr>
          <p:txBody>
            <a:bodyPr anchor="ctr"/>
            <a:lstStyle/>
            <a:p>
              <a:pPr algn="ctr">
                <a:buNone/>
              </a:pPr>
            </a:p>
          </p:txBody>
        </p:sp>
        <p:sp>
          <p:nvSpPr>
            <p:cNvPr id="3065" name="addition:input:188"/>
            <p:cNvSpPr>
              <a:spLocks noGrp="1"/>
            </p:cNvSpPr>
            <p:nvPr/>
          </p:nvSpPr>
          <p:spPr>
            <a:xfrm>
              <a:off x="209550" y="5438775"/>
              <a:ext cx="1922435" cy="674827"/>
            </a:xfrm>
            <a:custGeom>
              <a:avLst/>
              <a:gdLst/>
              <a:ahLst/>
              <a:cxnLst/>
              <a:rect l="l" t="t" r="r" b="b"/>
              <a:pathLst>
                <a:path w="1168" h="360">
                  <a:moveTo>
                    <a:pt x="0" y="0"/>
                  </a:moveTo>
                  <a:moveTo>
                    <a:pt x="1167" y="309"/>
                  </a:moveTo>
                  <a:lnTo>
                    <a:pt x="1168" y="313"/>
                  </a:lnTo>
                  <a:lnTo>
                    <a:pt x="1166" y="317"/>
                  </a:lnTo>
                  <a:lnTo>
                    <a:pt x="1162" y="321"/>
                  </a:lnTo>
                  <a:lnTo>
                    <a:pt x="1159" y="324"/>
                  </a:lnTo>
                  <a:lnTo>
                    <a:pt x="1157" y="328"/>
                  </a:lnTo>
                  <a:lnTo>
                    <a:pt x="1155" y="332"/>
                  </a:lnTo>
                  <a:lnTo>
                    <a:pt x="1153" y="336"/>
                  </a:lnTo>
                  <a:lnTo>
                    <a:pt x="1148" y="338"/>
                  </a:lnTo>
                  <a:lnTo>
                    <a:pt x="1142" y="338"/>
                  </a:lnTo>
                  <a:lnTo>
                    <a:pt x="1137" y="340"/>
                  </a:lnTo>
                  <a:lnTo>
                    <a:pt x="1135" y="344"/>
                  </a:lnTo>
                  <a:lnTo>
                    <a:pt x="1134" y="351"/>
                  </a:lnTo>
                  <a:lnTo>
                    <a:pt x="1131" y="357"/>
                  </a:lnTo>
                  <a:lnTo>
                    <a:pt x="1126" y="360"/>
                  </a:lnTo>
                  <a:lnTo>
                    <a:pt x="1120" y="359"/>
                  </a:lnTo>
                  <a:lnTo>
                    <a:pt x="1114" y="356"/>
                  </a:lnTo>
                  <a:lnTo>
                    <a:pt x="1109" y="353"/>
                  </a:lnTo>
                  <a:lnTo>
                    <a:pt x="1105" y="352"/>
                  </a:lnTo>
                  <a:lnTo>
                    <a:pt x="1101" y="351"/>
                  </a:lnTo>
                  <a:lnTo>
                    <a:pt x="1098" y="349"/>
                  </a:lnTo>
                  <a:lnTo>
                    <a:pt x="1094" y="347"/>
                  </a:lnTo>
                  <a:lnTo>
                    <a:pt x="1091" y="347"/>
                  </a:lnTo>
                  <a:lnTo>
                    <a:pt x="1086" y="348"/>
                  </a:lnTo>
                  <a:lnTo>
                    <a:pt x="1081" y="349"/>
                  </a:lnTo>
                  <a:lnTo>
                    <a:pt x="1076" y="348"/>
                  </a:lnTo>
                  <a:lnTo>
                    <a:pt x="1075" y="343"/>
                  </a:lnTo>
                  <a:lnTo>
                    <a:pt x="1074" y="339"/>
                  </a:lnTo>
                  <a:lnTo>
                    <a:pt x="1073" y="335"/>
                  </a:lnTo>
                  <a:lnTo>
                    <a:pt x="1069" y="333"/>
                  </a:lnTo>
                  <a:lnTo>
                    <a:pt x="1065" y="330"/>
                  </a:lnTo>
                  <a:lnTo>
                    <a:pt x="1062" y="327"/>
                  </a:lnTo>
                  <a:lnTo>
                    <a:pt x="1064" y="322"/>
                  </a:lnTo>
                  <a:lnTo>
                    <a:pt x="1068" y="317"/>
                  </a:lnTo>
                  <a:lnTo>
                    <a:pt x="1071" y="313"/>
                  </a:lnTo>
                  <a:lnTo>
                    <a:pt x="1072" y="309"/>
                  </a:lnTo>
                  <a:lnTo>
                    <a:pt x="1071" y="305"/>
                  </a:lnTo>
                  <a:lnTo>
                    <a:pt x="1070" y="302"/>
                  </a:lnTo>
                  <a:lnTo>
                    <a:pt x="1069" y="298"/>
                  </a:lnTo>
                  <a:lnTo>
                    <a:pt x="1068" y="293"/>
                  </a:lnTo>
                  <a:lnTo>
                    <a:pt x="1066" y="288"/>
                  </a:lnTo>
                  <a:lnTo>
                    <a:pt x="1064" y="282"/>
                  </a:lnTo>
                  <a:lnTo>
                    <a:pt x="1065" y="278"/>
                  </a:lnTo>
                  <a:lnTo>
                    <a:pt x="1070" y="276"/>
                  </a:lnTo>
                  <a:lnTo>
                    <a:pt x="1076" y="276"/>
                  </a:lnTo>
                  <a:lnTo>
                    <a:pt x="1082" y="277"/>
                  </a:lnTo>
                  <a:lnTo>
                    <a:pt x="1085" y="276"/>
                  </a:lnTo>
                  <a:lnTo>
                    <a:pt x="1087" y="272"/>
                  </a:lnTo>
                  <a:lnTo>
                    <a:pt x="1089" y="268"/>
                  </a:lnTo>
                  <a:lnTo>
                    <a:pt x="1093" y="266"/>
                  </a:lnTo>
                  <a:lnTo>
                    <a:pt x="1097" y="266"/>
                  </a:lnTo>
                  <a:lnTo>
                    <a:pt x="1101" y="267"/>
                  </a:lnTo>
                  <a:lnTo>
                    <a:pt x="1105" y="267"/>
                  </a:lnTo>
                  <a:lnTo>
                    <a:pt x="1109" y="264"/>
                  </a:lnTo>
                  <a:lnTo>
                    <a:pt x="1114" y="262"/>
                  </a:lnTo>
                  <a:lnTo>
                    <a:pt x="1119" y="262"/>
                  </a:lnTo>
                  <a:lnTo>
                    <a:pt x="1124" y="263"/>
                  </a:lnTo>
                  <a:lnTo>
                    <a:pt x="1129" y="265"/>
                  </a:lnTo>
                  <a:lnTo>
                    <a:pt x="1135" y="265"/>
                  </a:lnTo>
                  <a:lnTo>
                    <a:pt x="1140" y="267"/>
                  </a:lnTo>
                  <a:lnTo>
                    <a:pt x="1143" y="272"/>
                  </a:lnTo>
                  <a:lnTo>
                    <a:pt x="1143" y="278"/>
                  </a:lnTo>
                  <a:lnTo>
                    <a:pt x="1143" y="284"/>
                  </a:lnTo>
                  <a:lnTo>
                    <a:pt x="1144" y="288"/>
                  </a:lnTo>
                  <a:lnTo>
                    <a:pt x="1150" y="289"/>
                  </a:lnTo>
                  <a:lnTo>
                    <a:pt x="1158" y="290"/>
                  </a:lnTo>
                  <a:lnTo>
                    <a:pt x="1164" y="292"/>
                  </a:lnTo>
                  <a:lnTo>
                    <a:pt x="1167" y="296"/>
                  </a:lnTo>
                  <a:lnTo>
                    <a:pt x="1167" y="300"/>
                  </a:lnTo>
                  <a:lnTo>
                    <a:pt x="1167" y="305"/>
                  </a:lnTo>
                  <a:close/>
                </a:path>
              </a:pathLst>
            </a:custGeom>
            <a:solidFill>
              <a:srgbClr val="DA9FC0">
                <a:alpha val="32000"/>
              </a:srgbClr>
            </a:solidFill>
            <a:ln>
              <a:noFill/>
            </a:ln>
          </p:spPr>
          <p:txBody>
            <a:bodyPr anchor="ctr"/>
            <a:lstStyle/>
            <a:p>
              <a:pPr algn="ctr">
                <a:buNone/>
              </a:pPr>
            </a:p>
          </p:txBody>
        </p:sp>
        <p:sp>
          <p:nvSpPr>
            <p:cNvPr id="3066" name="addition:input:189"/>
            <p:cNvSpPr>
              <a:spLocks noGrp="1"/>
            </p:cNvSpPr>
            <p:nvPr/>
          </p:nvSpPr>
          <p:spPr>
            <a:xfrm>
              <a:off x="209550" y="5438775"/>
              <a:ext cx="1999793" cy="749808"/>
            </a:xfrm>
            <a:custGeom>
              <a:avLst/>
              <a:gdLst/>
              <a:ahLst/>
              <a:cxnLst/>
              <a:rect l="l" t="t" r="r" b="b"/>
              <a:pathLst>
                <a:path w="1215" h="400">
                  <a:moveTo>
                    <a:pt x="0" y="0"/>
                  </a:moveTo>
                  <a:moveTo>
                    <a:pt x="1205" y="347"/>
                  </a:moveTo>
                  <a:lnTo>
                    <a:pt x="1211" y="352"/>
                  </a:lnTo>
                  <a:lnTo>
                    <a:pt x="1215" y="357"/>
                  </a:lnTo>
                  <a:lnTo>
                    <a:pt x="1214" y="362"/>
                  </a:lnTo>
                  <a:lnTo>
                    <a:pt x="1209" y="366"/>
                  </a:lnTo>
                  <a:lnTo>
                    <a:pt x="1202" y="368"/>
                  </a:lnTo>
                  <a:lnTo>
                    <a:pt x="1197" y="371"/>
                  </a:lnTo>
                  <a:lnTo>
                    <a:pt x="1193" y="373"/>
                  </a:lnTo>
                  <a:lnTo>
                    <a:pt x="1189" y="376"/>
                  </a:lnTo>
                  <a:lnTo>
                    <a:pt x="1185" y="378"/>
                  </a:lnTo>
                  <a:lnTo>
                    <a:pt x="1181" y="381"/>
                  </a:lnTo>
                  <a:lnTo>
                    <a:pt x="1179" y="385"/>
                  </a:lnTo>
                  <a:lnTo>
                    <a:pt x="1177" y="392"/>
                  </a:lnTo>
                  <a:lnTo>
                    <a:pt x="1173" y="398"/>
                  </a:lnTo>
                  <a:lnTo>
                    <a:pt x="1168" y="400"/>
                  </a:lnTo>
                  <a:lnTo>
                    <a:pt x="1161" y="399"/>
                  </a:lnTo>
                  <a:lnTo>
                    <a:pt x="1155" y="396"/>
                  </a:lnTo>
                  <a:lnTo>
                    <a:pt x="1149" y="394"/>
                  </a:lnTo>
                  <a:lnTo>
                    <a:pt x="1144" y="395"/>
                  </a:lnTo>
                  <a:lnTo>
                    <a:pt x="1138" y="397"/>
                  </a:lnTo>
                  <a:lnTo>
                    <a:pt x="1133" y="397"/>
                  </a:lnTo>
                  <a:lnTo>
                    <a:pt x="1129" y="394"/>
                  </a:lnTo>
                  <a:lnTo>
                    <a:pt x="1126" y="389"/>
                  </a:lnTo>
                  <a:lnTo>
                    <a:pt x="1123" y="385"/>
                  </a:lnTo>
                  <a:lnTo>
                    <a:pt x="1119" y="384"/>
                  </a:lnTo>
                  <a:lnTo>
                    <a:pt x="1114" y="383"/>
                  </a:lnTo>
                  <a:lnTo>
                    <a:pt x="1110" y="381"/>
                  </a:lnTo>
                  <a:lnTo>
                    <a:pt x="1107" y="379"/>
                  </a:lnTo>
                  <a:lnTo>
                    <a:pt x="1103" y="377"/>
                  </a:lnTo>
                  <a:lnTo>
                    <a:pt x="1098" y="374"/>
                  </a:lnTo>
                  <a:lnTo>
                    <a:pt x="1093" y="372"/>
                  </a:lnTo>
                  <a:lnTo>
                    <a:pt x="1091" y="367"/>
                  </a:lnTo>
                  <a:lnTo>
                    <a:pt x="1094" y="361"/>
                  </a:lnTo>
                  <a:lnTo>
                    <a:pt x="1100" y="355"/>
                  </a:lnTo>
                  <a:lnTo>
                    <a:pt x="1106" y="351"/>
                  </a:lnTo>
                  <a:lnTo>
                    <a:pt x="1107" y="347"/>
                  </a:lnTo>
                  <a:lnTo>
                    <a:pt x="1105" y="343"/>
                  </a:lnTo>
                  <a:lnTo>
                    <a:pt x="1102" y="339"/>
                  </a:lnTo>
                  <a:lnTo>
                    <a:pt x="1101" y="334"/>
                  </a:lnTo>
                  <a:lnTo>
                    <a:pt x="1103" y="330"/>
                  </a:lnTo>
                  <a:lnTo>
                    <a:pt x="1106" y="326"/>
                  </a:lnTo>
                  <a:lnTo>
                    <a:pt x="1107" y="322"/>
                  </a:lnTo>
                  <a:lnTo>
                    <a:pt x="1108" y="317"/>
                  </a:lnTo>
                  <a:lnTo>
                    <a:pt x="1109" y="313"/>
                  </a:lnTo>
                  <a:lnTo>
                    <a:pt x="1113" y="310"/>
                  </a:lnTo>
                  <a:lnTo>
                    <a:pt x="1117" y="308"/>
                  </a:lnTo>
                  <a:lnTo>
                    <a:pt x="1121" y="305"/>
                  </a:lnTo>
                  <a:lnTo>
                    <a:pt x="1124" y="302"/>
                  </a:lnTo>
                  <a:lnTo>
                    <a:pt x="1127" y="300"/>
                  </a:lnTo>
                  <a:lnTo>
                    <a:pt x="1132" y="300"/>
                  </a:lnTo>
                  <a:lnTo>
                    <a:pt x="1137" y="303"/>
                  </a:lnTo>
                  <a:lnTo>
                    <a:pt x="1141" y="307"/>
                  </a:lnTo>
                  <a:lnTo>
                    <a:pt x="1145" y="307"/>
                  </a:lnTo>
                  <a:lnTo>
                    <a:pt x="1148" y="303"/>
                  </a:lnTo>
                  <a:lnTo>
                    <a:pt x="1153" y="298"/>
                  </a:lnTo>
                  <a:lnTo>
                    <a:pt x="1159" y="294"/>
                  </a:lnTo>
                  <a:lnTo>
                    <a:pt x="1164" y="294"/>
                  </a:lnTo>
                  <a:lnTo>
                    <a:pt x="1169" y="298"/>
                  </a:lnTo>
                  <a:lnTo>
                    <a:pt x="1173" y="301"/>
                  </a:lnTo>
                  <a:lnTo>
                    <a:pt x="1177" y="304"/>
                  </a:lnTo>
                  <a:lnTo>
                    <a:pt x="1181" y="308"/>
                  </a:lnTo>
                  <a:lnTo>
                    <a:pt x="1183" y="312"/>
                  </a:lnTo>
                  <a:lnTo>
                    <a:pt x="1185" y="317"/>
                  </a:lnTo>
                  <a:lnTo>
                    <a:pt x="1187" y="321"/>
                  </a:lnTo>
                  <a:lnTo>
                    <a:pt x="1191" y="324"/>
                  </a:lnTo>
                  <a:lnTo>
                    <a:pt x="1197" y="326"/>
                  </a:lnTo>
                  <a:lnTo>
                    <a:pt x="1202" y="330"/>
                  </a:lnTo>
                  <a:lnTo>
                    <a:pt x="1203" y="334"/>
                  </a:lnTo>
                  <a:lnTo>
                    <a:pt x="1202" y="339"/>
                  </a:lnTo>
                  <a:lnTo>
                    <a:pt x="1202" y="343"/>
                  </a:lnTo>
                  <a:close/>
                </a:path>
              </a:pathLst>
            </a:custGeom>
            <a:solidFill>
              <a:srgbClr val="DA9FC0">
                <a:alpha val="32000"/>
              </a:srgbClr>
            </a:solidFill>
            <a:ln>
              <a:noFill/>
            </a:ln>
          </p:spPr>
          <p:txBody>
            <a:bodyPr anchor="ctr"/>
            <a:lstStyle/>
            <a:p>
              <a:pPr algn="ctr">
                <a:buNone/>
              </a:pPr>
            </a:p>
          </p:txBody>
        </p:sp>
        <p:sp>
          <p:nvSpPr>
            <p:cNvPr id="3067" name="addition:input:190"/>
            <p:cNvSpPr>
              <a:spLocks noGrp="1"/>
            </p:cNvSpPr>
            <p:nvPr/>
          </p:nvSpPr>
          <p:spPr>
            <a:xfrm>
              <a:off x="209550" y="5438775"/>
              <a:ext cx="1968520" cy="836036"/>
            </a:xfrm>
            <a:custGeom>
              <a:avLst/>
              <a:gdLst/>
              <a:ahLst/>
              <a:cxnLst/>
              <a:rect l="l" t="t" r="r" b="b"/>
              <a:pathLst>
                <a:path w="1196" h="446">
                  <a:moveTo>
                    <a:pt x="0" y="0"/>
                  </a:moveTo>
                  <a:moveTo>
                    <a:pt x="1190" y="389"/>
                  </a:moveTo>
                  <a:lnTo>
                    <a:pt x="1184" y="393"/>
                  </a:lnTo>
                  <a:lnTo>
                    <a:pt x="1180" y="397"/>
                  </a:lnTo>
                  <a:lnTo>
                    <a:pt x="1178" y="402"/>
                  </a:lnTo>
                  <a:lnTo>
                    <a:pt x="1177" y="406"/>
                  </a:lnTo>
                  <a:lnTo>
                    <a:pt x="1174" y="410"/>
                  </a:lnTo>
                  <a:lnTo>
                    <a:pt x="1168" y="413"/>
                  </a:lnTo>
                  <a:lnTo>
                    <a:pt x="1164" y="416"/>
                  </a:lnTo>
                  <a:lnTo>
                    <a:pt x="1161" y="420"/>
                  </a:lnTo>
                  <a:lnTo>
                    <a:pt x="1158" y="425"/>
                  </a:lnTo>
                  <a:lnTo>
                    <a:pt x="1153" y="428"/>
                  </a:lnTo>
                  <a:lnTo>
                    <a:pt x="1147" y="430"/>
                  </a:lnTo>
                  <a:lnTo>
                    <a:pt x="1141" y="432"/>
                  </a:lnTo>
                  <a:lnTo>
                    <a:pt x="1136" y="435"/>
                  </a:lnTo>
                  <a:lnTo>
                    <a:pt x="1131" y="441"/>
                  </a:lnTo>
                  <a:lnTo>
                    <a:pt x="1126" y="445"/>
                  </a:lnTo>
                  <a:lnTo>
                    <a:pt x="1119" y="446"/>
                  </a:lnTo>
                  <a:lnTo>
                    <a:pt x="1112" y="441"/>
                  </a:lnTo>
                  <a:lnTo>
                    <a:pt x="1106" y="435"/>
                  </a:lnTo>
                  <a:lnTo>
                    <a:pt x="1102" y="430"/>
                  </a:lnTo>
                  <a:lnTo>
                    <a:pt x="1098" y="430"/>
                  </a:lnTo>
                  <a:lnTo>
                    <a:pt x="1092" y="432"/>
                  </a:lnTo>
                  <a:lnTo>
                    <a:pt x="1087" y="433"/>
                  </a:lnTo>
                  <a:lnTo>
                    <a:pt x="1081" y="433"/>
                  </a:lnTo>
                  <a:lnTo>
                    <a:pt x="1076" y="431"/>
                  </a:lnTo>
                  <a:lnTo>
                    <a:pt x="1071" y="430"/>
                  </a:lnTo>
                  <a:lnTo>
                    <a:pt x="1065" y="428"/>
                  </a:lnTo>
                  <a:lnTo>
                    <a:pt x="1061" y="425"/>
                  </a:lnTo>
                  <a:lnTo>
                    <a:pt x="1060" y="420"/>
                  </a:lnTo>
                  <a:lnTo>
                    <a:pt x="1061" y="414"/>
                  </a:lnTo>
                  <a:lnTo>
                    <a:pt x="1062" y="409"/>
                  </a:lnTo>
                  <a:lnTo>
                    <a:pt x="1060" y="406"/>
                  </a:lnTo>
                  <a:lnTo>
                    <a:pt x="1055" y="402"/>
                  </a:lnTo>
                  <a:lnTo>
                    <a:pt x="1052" y="398"/>
                  </a:lnTo>
                  <a:lnTo>
                    <a:pt x="1054" y="393"/>
                  </a:lnTo>
                  <a:lnTo>
                    <a:pt x="1060" y="389"/>
                  </a:lnTo>
                  <a:lnTo>
                    <a:pt x="1064" y="385"/>
                  </a:lnTo>
                  <a:lnTo>
                    <a:pt x="1063" y="381"/>
                  </a:lnTo>
                  <a:lnTo>
                    <a:pt x="1058" y="376"/>
                  </a:lnTo>
                  <a:lnTo>
                    <a:pt x="1053" y="370"/>
                  </a:lnTo>
                  <a:lnTo>
                    <a:pt x="1051" y="365"/>
                  </a:lnTo>
                  <a:lnTo>
                    <a:pt x="1053" y="360"/>
                  </a:lnTo>
                  <a:lnTo>
                    <a:pt x="1056" y="356"/>
                  </a:lnTo>
                  <a:lnTo>
                    <a:pt x="1060" y="353"/>
                  </a:lnTo>
                  <a:lnTo>
                    <a:pt x="1064" y="350"/>
                  </a:lnTo>
                  <a:lnTo>
                    <a:pt x="1071" y="349"/>
                  </a:lnTo>
                  <a:lnTo>
                    <a:pt x="1078" y="350"/>
                  </a:lnTo>
                  <a:lnTo>
                    <a:pt x="1084" y="352"/>
                  </a:lnTo>
                  <a:lnTo>
                    <a:pt x="1088" y="350"/>
                  </a:lnTo>
                  <a:lnTo>
                    <a:pt x="1091" y="345"/>
                  </a:lnTo>
                  <a:lnTo>
                    <a:pt x="1094" y="339"/>
                  </a:lnTo>
                  <a:lnTo>
                    <a:pt x="1099" y="336"/>
                  </a:lnTo>
                  <a:lnTo>
                    <a:pt x="1106" y="337"/>
                  </a:lnTo>
                  <a:lnTo>
                    <a:pt x="1112" y="339"/>
                  </a:lnTo>
                  <a:lnTo>
                    <a:pt x="1118" y="341"/>
                  </a:lnTo>
                  <a:lnTo>
                    <a:pt x="1125" y="339"/>
                  </a:lnTo>
                  <a:lnTo>
                    <a:pt x="1132" y="338"/>
                  </a:lnTo>
                  <a:lnTo>
                    <a:pt x="1140" y="338"/>
                  </a:lnTo>
                  <a:lnTo>
                    <a:pt x="1145" y="341"/>
                  </a:lnTo>
                  <a:lnTo>
                    <a:pt x="1150" y="346"/>
                  </a:lnTo>
                  <a:lnTo>
                    <a:pt x="1154" y="350"/>
                  </a:lnTo>
                  <a:lnTo>
                    <a:pt x="1158" y="354"/>
                  </a:lnTo>
                  <a:lnTo>
                    <a:pt x="1162" y="358"/>
                  </a:lnTo>
                  <a:lnTo>
                    <a:pt x="1164" y="362"/>
                  </a:lnTo>
                  <a:lnTo>
                    <a:pt x="1165" y="367"/>
                  </a:lnTo>
                  <a:lnTo>
                    <a:pt x="1169" y="370"/>
                  </a:lnTo>
                  <a:lnTo>
                    <a:pt x="1177" y="372"/>
                  </a:lnTo>
                  <a:lnTo>
                    <a:pt x="1188" y="374"/>
                  </a:lnTo>
                  <a:lnTo>
                    <a:pt x="1195" y="378"/>
                  </a:lnTo>
                  <a:lnTo>
                    <a:pt x="1196" y="383"/>
                  </a:lnTo>
                  <a:close/>
                </a:path>
              </a:pathLst>
            </a:custGeom>
            <a:solidFill>
              <a:srgbClr val="DA9FC0">
                <a:alpha val="32000"/>
              </a:srgbClr>
            </a:solidFill>
            <a:ln>
              <a:noFill/>
            </a:ln>
          </p:spPr>
          <p:txBody>
            <a:bodyPr anchor="ctr"/>
            <a:lstStyle/>
            <a:p>
              <a:pPr algn="ctr">
                <a:buNone/>
              </a:pPr>
            </a:p>
          </p:txBody>
        </p:sp>
        <p:sp>
          <p:nvSpPr>
            <p:cNvPr id="3068" name="addition:input:191"/>
            <p:cNvSpPr>
              <a:spLocks noGrp="1"/>
            </p:cNvSpPr>
            <p:nvPr/>
          </p:nvSpPr>
          <p:spPr>
            <a:xfrm>
              <a:off x="209550" y="5438775"/>
              <a:ext cx="1826971" cy="836036"/>
            </a:xfrm>
            <a:custGeom>
              <a:avLst/>
              <a:gdLst/>
              <a:ahLst/>
              <a:cxnLst/>
              <a:rect l="l" t="t" r="r" b="b"/>
              <a:pathLst>
                <a:path w="1110" h="446">
                  <a:moveTo>
                    <a:pt x="0" y="0"/>
                  </a:moveTo>
                  <a:moveTo>
                    <a:pt x="1104" y="394"/>
                  </a:moveTo>
                  <a:lnTo>
                    <a:pt x="1107" y="398"/>
                  </a:lnTo>
                  <a:lnTo>
                    <a:pt x="1110" y="403"/>
                  </a:lnTo>
                  <a:lnTo>
                    <a:pt x="1110" y="407"/>
                  </a:lnTo>
                  <a:lnTo>
                    <a:pt x="1108" y="411"/>
                  </a:lnTo>
                  <a:lnTo>
                    <a:pt x="1106" y="415"/>
                  </a:lnTo>
                  <a:lnTo>
                    <a:pt x="1106" y="420"/>
                  </a:lnTo>
                  <a:lnTo>
                    <a:pt x="1106" y="425"/>
                  </a:lnTo>
                  <a:lnTo>
                    <a:pt x="1103" y="429"/>
                  </a:lnTo>
                  <a:lnTo>
                    <a:pt x="1096" y="430"/>
                  </a:lnTo>
                  <a:lnTo>
                    <a:pt x="1088" y="428"/>
                  </a:lnTo>
                  <a:lnTo>
                    <a:pt x="1082" y="427"/>
                  </a:lnTo>
                  <a:lnTo>
                    <a:pt x="1078" y="428"/>
                  </a:lnTo>
                  <a:lnTo>
                    <a:pt x="1076" y="434"/>
                  </a:lnTo>
                  <a:lnTo>
                    <a:pt x="1073" y="440"/>
                  </a:lnTo>
                  <a:lnTo>
                    <a:pt x="1069" y="445"/>
                  </a:lnTo>
                  <a:lnTo>
                    <a:pt x="1063" y="446"/>
                  </a:lnTo>
                  <a:lnTo>
                    <a:pt x="1057" y="446"/>
                  </a:lnTo>
                  <a:lnTo>
                    <a:pt x="1050" y="446"/>
                  </a:lnTo>
                  <a:lnTo>
                    <a:pt x="1044" y="446"/>
                  </a:lnTo>
                  <a:lnTo>
                    <a:pt x="1038" y="444"/>
                  </a:lnTo>
                  <a:lnTo>
                    <a:pt x="1033" y="440"/>
                  </a:lnTo>
                  <a:lnTo>
                    <a:pt x="1029" y="435"/>
                  </a:lnTo>
                  <a:lnTo>
                    <a:pt x="1025" y="433"/>
                  </a:lnTo>
                  <a:lnTo>
                    <a:pt x="1019" y="432"/>
                  </a:lnTo>
                  <a:lnTo>
                    <a:pt x="1012" y="432"/>
                  </a:lnTo>
                  <a:lnTo>
                    <a:pt x="1008" y="429"/>
                  </a:lnTo>
                  <a:lnTo>
                    <a:pt x="1006" y="424"/>
                  </a:lnTo>
                  <a:lnTo>
                    <a:pt x="1006" y="419"/>
                  </a:lnTo>
                  <a:lnTo>
                    <a:pt x="1004" y="416"/>
                  </a:lnTo>
                  <a:lnTo>
                    <a:pt x="997" y="414"/>
                  </a:lnTo>
                  <a:lnTo>
                    <a:pt x="990" y="412"/>
                  </a:lnTo>
                  <a:lnTo>
                    <a:pt x="985" y="408"/>
                  </a:lnTo>
                  <a:lnTo>
                    <a:pt x="984" y="404"/>
                  </a:lnTo>
                  <a:lnTo>
                    <a:pt x="987" y="398"/>
                  </a:lnTo>
                  <a:lnTo>
                    <a:pt x="991" y="394"/>
                  </a:lnTo>
                  <a:lnTo>
                    <a:pt x="994" y="389"/>
                  </a:lnTo>
                  <a:lnTo>
                    <a:pt x="998" y="385"/>
                  </a:lnTo>
                  <a:lnTo>
                    <a:pt x="1003" y="382"/>
                  </a:lnTo>
                  <a:lnTo>
                    <a:pt x="1007" y="379"/>
                  </a:lnTo>
                  <a:lnTo>
                    <a:pt x="1010" y="375"/>
                  </a:lnTo>
                  <a:lnTo>
                    <a:pt x="1010" y="370"/>
                  </a:lnTo>
                  <a:lnTo>
                    <a:pt x="1008" y="364"/>
                  </a:lnTo>
                  <a:lnTo>
                    <a:pt x="1008" y="358"/>
                  </a:lnTo>
                  <a:lnTo>
                    <a:pt x="1012" y="354"/>
                  </a:lnTo>
                  <a:lnTo>
                    <a:pt x="1019" y="354"/>
                  </a:lnTo>
                  <a:lnTo>
                    <a:pt x="1025" y="353"/>
                  </a:lnTo>
                  <a:lnTo>
                    <a:pt x="1029" y="351"/>
                  </a:lnTo>
                  <a:lnTo>
                    <a:pt x="1033" y="347"/>
                  </a:lnTo>
                  <a:lnTo>
                    <a:pt x="1037" y="343"/>
                  </a:lnTo>
                  <a:lnTo>
                    <a:pt x="1042" y="343"/>
                  </a:lnTo>
                  <a:lnTo>
                    <a:pt x="1047" y="345"/>
                  </a:lnTo>
                  <a:lnTo>
                    <a:pt x="1051" y="348"/>
                  </a:lnTo>
                  <a:lnTo>
                    <a:pt x="1055" y="349"/>
                  </a:lnTo>
                  <a:lnTo>
                    <a:pt x="1059" y="349"/>
                  </a:lnTo>
                  <a:lnTo>
                    <a:pt x="1063" y="350"/>
                  </a:lnTo>
                  <a:lnTo>
                    <a:pt x="1067" y="351"/>
                  </a:lnTo>
                  <a:lnTo>
                    <a:pt x="1071" y="351"/>
                  </a:lnTo>
                  <a:lnTo>
                    <a:pt x="1076" y="351"/>
                  </a:lnTo>
                  <a:lnTo>
                    <a:pt x="1083" y="349"/>
                  </a:lnTo>
                  <a:lnTo>
                    <a:pt x="1090" y="348"/>
                  </a:lnTo>
                  <a:lnTo>
                    <a:pt x="1094" y="352"/>
                  </a:lnTo>
                  <a:lnTo>
                    <a:pt x="1094" y="358"/>
                  </a:lnTo>
                  <a:lnTo>
                    <a:pt x="1092" y="366"/>
                  </a:lnTo>
                  <a:lnTo>
                    <a:pt x="1090" y="371"/>
                  </a:lnTo>
                  <a:lnTo>
                    <a:pt x="1093" y="375"/>
                  </a:lnTo>
                  <a:lnTo>
                    <a:pt x="1097" y="377"/>
                  </a:lnTo>
                  <a:lnTo>
                    <a:pt x="1101" y="381"/>
                  </a:lnTo>
                  <a:lnTo>
                    <a:pt x="1103" y="385"/>
                  </a:lnTo>
                  <a:lnTo>
                    <a:pt x="1103" y="389"/>
                  </a:lnTo>
                  <a:close/>
                </a:path>
              </a:pathLst>
            </a:custGeom>
            <a:solidFill>
              <a:srgbClr val="DA9FC0">
                <a:alpha val="32000"/>
              </a:srgbClr>
            </a:solidFill>
            <a:ln>
              <a:noFill/>
            </a:ln>
          </p:spPr>
          <p:txBody>
            <a:bodyPr anchor="ctr"/>
            <a:lstStyle/>
            <a:p>
              <a:pPr algn="ctr">
                <a:buNone/>
              </a:pPr>
            </a:p>
          </p:txBody>
        </p:sp>
        <p:sp>
          <p:nvSpPr>
            <p:cNvPr id="3069" name="addition:input:192"/>
            <p:cNvSpPr>
              <a:spLocks noGrp="1"/>
            </p:cNvSpPr>
            <p:nvPr/>
          </p:nvSpPr>
          <p:spPr>
            <a:xfrm>
              <a:off x="209550" y="5438775"/>
              <a:ext cx="1723278" cy="794796"/>
            </a:xfrm>
            <a:custGeom>
              <a:avLst/>
              <a:gdLst/>
              <a:ahLst/>
              <a:cxnLst/>
              <a:rect l="l" t="t" r="r" b="b"/>
              <a:pathLst>
                <a:path w="1047" h="424">
                  <a:moveTo>
                    <a:pt x="0" y="0"/>
                  </a:moveTo>
                  <a:moveTo>
                    <a:pt x="1043" y="376"/>
                  </a:moveTo>
                  <a:lnTo>
                    <a:pt x="1046" y="380"/>
                  </a:lnTo>
                  <a:lnTo>
                    <a:pt x="1047" y="384"/>
                  </a:lnTo>
                  <a:lnTo>
                    <a:pt x="1044" y="387"/>
                  </a:lnTo>
                  <a:lnTo>
                    <a:pt x="1042" y="390"/>
                  </a:lnTo>
                  <a:lnTo>
                    <a:pt x="1041" y="393"/>
                  </a:lnTo>
                  <a:lnTo>
                    <a:pt x="1043" y="398"/>
                  </a:lnTo>
                  <a:lnTo>
                    <a:pt x="1044" y="403"/>
                  </a:lnTo>
                  <a:lnTo>
                    <a:pt x="1042" y="407"/>
                  </a:lnTo>
                  <a:lnTo>
                    <a:pt x="1038" y="408"/>
                  </a:lnTo>
                  <a:lnTo>
                    <a:pt x="1032" y="408"/>
                  </a:lnTo>
                  <a:lnTo>
                    <a:pt x="1027" y="407"/>
                  </a:lnTo>
                  <a:lnTo>
                    <a:pt x="1024" y="408"/>
                  </a:lnTo>
                  <a:lnTo>
                    <a:pt x="1021" y="410"/>
                  </a:lnTo>
                  <a:lnTo>
                    <a:pt x="1018" y="411"/>
                  </a:lnTo>
                  <a:lnTo>
                    <a:pt x="1015" y="413"/>
                  </a:lnTo>
                  <a:lnTo>
                    <a:pt x="1011" y="415"/>
                  </a:lnTo>
                  <a:lnTo>
                    <a:pt x="1007" y="419"/>
                  </a:lnTo>
                  <a:lnTo>
                    <a:pt x="1003" y="423"/>
                  </a:lnTo>
                  <a:lnTo>
                    <a:pt x="997" y="424"/>
                  </a:lnTo>
                  <a:lnTo>
                    <a:pt x="993" y="421"/>
                  </a:lnTo>
                  <a:lnTo>
                    <a:pt x="989" y="416"/>
                  </a:lnTo>
                  <a:lnTo>
                    <a:pt x="986" y="412"/>
                  </a:lnTo>
                  <a:lnTo>
                    <a:pt x="982" y="410"/>
                  </a:lnTo>
                  <a:lnTo>
                    <a:pt x="977" y="410"/>
                  </a:lnTo>
                  <a:lnTo>
                    <a:pt x="972" y="409"/>
                  </a:lnTo>
                  <a:lnTo>
                    <a:pt x="969" y="406"/>
                  </a:lnTo>
                  <a:lnTo>
                    <a:pt x="967" y="402"/>
                  </a:lnTo>
                  <a:lnTo>
                    <a:pt x="966" y="398"/>
                  </a:lnTo>
                  <a:lnTo>
                    <a:pt x="963" y="395"/>
                  </a:lnTo>
                  <a:lnTo>
                    <a:pt x="959" y="393"/>
                  </a:lnTo>
                  <a:lnTo>
                    <a:pt x="955" y="390"/>
                  </a:lnTo>
                  <a:lnTo>
                    <a:pt x="953" y="387"/>
                  </a:lnTo>
                  <a:lnTo>
                    <a:pt x="951" y="383"/>
                  </a:lnTo>
                  <a:lnTo>
                    <a:pt x="950" y="380"/>
                  </a:lnTo>
                  <a:lnTo>
                    <a:pt x="948" y="376"/>
                  </a:lnTo>
                  <a:lnTo>
                    <a:pt x="947" y="371"/>
                  </a:lnTo>
                  <a:lnTo>
                    <a:pt x="951" y="368"/>
                  </a:lnTo>
                  <a:lnTo>
                    <a:pt x="958" y="365"/>
                  </a:lnTo>
                  <a:lnTo>
                    <a:pt x="964" y="363"/>
                  </a:lnTo>
                  <a:lnTo>
                    <a:pt x="968" y="361"/>
                  </a:lnTo>
                  <a:lnTo>
                    <a:pt x="968" y="357"/>
                  </a:lnTo>
                  <a:lnTo>
                    <a:pt x="967" y="352"/>
                  </a:lnTo>
                  <a:lnTo>
                    <a:pt x="968" y="347"/>
                  </a:lnTo>
                  <a:lnTo>
                    <a:pt x="971" y="344"/>
                  </a:lnTo>
                  <a:lnTo>
                    <a:pt x="975" y="342"/>
                  </a:lnTo>
                  <a:lnTo>
                    <a:pt x="979" y="340"/>
                  </a:lnTo>
                  <a:lnTo>
                    <a:pt x="982" y="337"/>
                  </a:lnTo>
                  <a:lnTo>
                    <a:pt x="986" y="335"/>
                  </a:lnTo>
                  <a:lnTo>
                    <a:pt x="991" y="334"/>
                  </a:lnTo>
                  <a:lnTo>
                    <a:pt x="995" y="334"/>
                  </a:lnTo>
                  <a:lnTo>
                    <a:pt x="999" y="335"/>
                  </a:lnTo>
                  <a:lnTo>
                    <a:pt x="1003" y="334"/>
                  </a:lnTo>
                  <a:lnTo>
                    <a:pt x="1007" y="333"/>
                  </a:lnTo>
                  <a:lnTo>
                    <a:pt x="1011" y="334"/>
                  </a:lnTo>
                  <a:lnTo>
                    <a:pt x="1014" y="337"/>
                  </a:lnTo>
                  <a:lnTo>
                    <a:pt x="1016" y="341"/>
                  </a:lnTo>
                  <a:lnTo>
                    <a:pt x="1018" y="344"/>
                  </a:lnTo>
                  <a:lnTo>
                    <a:pt x="1022" y="343"/>
                  </a:lnTo>
                  <a:lnTo>
                    <a:pt x="1027" y="340"/>
                  </a:lnTo>
                  <a:lnTo>
                    <a:pt x="1033" y="339"/>
                  </a:lnTo>
                  <a:lnTo>
                    <a:pt x="1037" y="340"/>
                  </a:lnTo>
                  <a:lnTo>
                    <a:pt x="1038" y="345"/>
                  </a:lnTo>
                  <a:lnTo>
                    <a:pt x="1038" y="350"/>
                  </a:lnTo>
                  <a:lnTo>
                    <a:pt x="1039" y="354"/>
                  </a:lnTo>
                  <a:lnTo>
                    <a:pt x="1039" y="358"/>
                  </a:lnTo>
                  <a:lnTo>
                    <a:pt x="1039" y="362"/>
                  </a:lnTo>
                  <a:lnTo>
                    <a:pt x="1038" y="366"/>
                  </a:lnTo>
                  <a:lnTo>
                    <a:pt x="1038" y="369"/>
                  </a:lnTo>
                  <a:lnTo>
                    <a:pt x="1039" y="372"/>
                  </a:lnTo>
                  <a:close/>
                </a:path>
              </a:pathLst>
            </a:custGeom>
            <a:solidFill>
              <a:srgbClr val="DA9FC0">
                <a:alpha val="32000"/>
              </a:srgbClr>
            </a:solidFill>
            <a:ln>
              <a:noFill/>
            </a:ln>
          </p:spPr>
          <p:txBody>
            <a:bodyPr anchor="ctr"/>
            <a:lstStyle/>
            <a:p>
              <a:pPr algn="ctr">
                <a:buNone/>
              </a:pPr>
            </a:p>
          </p:txBody>
        </p:sp>
        <p:sp>
          <p:nvSpPr>
            <p:cNvPr id="3070" name="addition:input:193"/>
            <p:cNvSpPr>
              <a:spLocks noGrp="1"/>
            </p:cNvSpPr>
            <p:nvPr/>
          </p:nvSpPr>
          <p:spPr>
            <a:xfrm>
              <a:off x="209550" y="5438775"/>
              <a:ext cx="1915851" cy="794796"/>
            </a:xfrm>
            <a:custGeom>
              <a:avLst/>
              <a:gdLst/>
              <a:ahLst/>
              <a:cxnLst/>
              <a:rect l="l" t="t" r="r" b="b"/>
              <a:pathLst>
                <a:path w="1164" h="424">
                  <a:moveTo>
                    <a:pt x="0" y="0"/>
                  </a:moveTo>
                  <a:moveTo>
                    <a:pt x="1146" y="369"/>
                  </a:moveTo>
                  <a:lnTo>
                    <a:pt x="1141" y="373"/>
                  </a:lnTo>
                  <a:lnTo>
                    <a:pt x="1141" y="377"/>
                  </a:lnTo>
                  <a:lnTo>
                    <a:pt x="1143" y="382"/>
                  </a:lnTo>
                  <a:lnTo>
                    <a:pt x="1144" y="387"/>
                  </a:lnTo>
                  <a:lnTo>
                    <a:pt x="1140" y="392"/>
                  </a:lnTo>
                  <a:lnTo>
                    <a:pt x="1135" y="395"/>
                  </a:lnTo>
                  <a:lnTo>
                    <a:pt x="1131" y="399"/>
                  </a:lnTo>
                  <a:lnTo>
                    <a:pt x="1129" y="404"/>
                  </a:lnTo>
                  <a:lnTo>
                    <a:pt x="1127" y="409"/>
                  </a:lnTo>
                  <a:lnTo>
                    <a:pt x="1123" y="413"/>
                  </a:lnTo>
                  <a:lnTo>
                    <a:pt x="1117" y="416"/>
                  </a:lnTo>
                  <a:lnTo>
                    <a:pt x="1112" y="418"/>
                  </a:lnTo>
                  <a:lnTo>
                    <a:pt x="1107" y="421"/>
                  </a:lnTo>
                  <a:lnTo>
                    <a:pt x="1102" y="424"/>
                  </a:lnTo>
                  <a:lnTo>
                    <a:pt x="1096" y="424"/>
                  </a:lnTo>
                  <a:lnTo>
                    <a:pt x="1090" y="420"/>
                  </a:lnTo>
                  <a:lnTo>
                    <a:pt x="1084" y="415"/>
                  </a:lnTo>
                  <a:lnTo>
                    <a:pt x="1080" y="411"/>
                  </a:lnTo>
                  <a:lnTo>
                    <a:pt x="1076" y="413"/>
                  </a:lnTo>
                  <a:lnTo>
                    <a:pt x="1070" y="418"/>
                  </a:lnTo>
                  <a:lnTo>
                    <a:pt x="1063" y="423"/>
                  </a:lnTo>
                  <a:lnTo>
                    <a:pt x="1056" y="424"/>
                  </a:lnTo>
                  <a:lnTo>
                    <a:pt x="1051" y="421"/>
                  </a:lnTo>
                  <a:lnTo>
                    <a:pt x="1047" y="416"/>
                  </a:lnTo>
                  <a:lnTo>
                    <a:pt x="1043" y="413"/>
                  </a:lnTo>
                  <a:lnTo>
                    <a:pt x="1039" y="409"/>
                  </a:lnTo>
                  <a:lnTo>
                    <a:pt x="1035" y="405"/>
                  </a:lnTo>
                  <a:lnTo>
                    <a:pt x="1034" y="400"/>
                  </a:lnTo>
                  <a:lnTo>
                    <a:pt x="1033" y="394"/>
                  </a:lnTo>
                  <a:lnTo>
                    <a:pt x="1031" y="390"/>
                  </a:lnTo>
                  <a:lnTo>
                    <a:pt x="1026" y="387"/>
                  </a:lnTo>
                  <a:lnTo>
                    <a:pt x="1020" y="383"/>
                  </a:lnTo>
                  <a:lnTo>
                    <a:pt x="1018" y="378"/>
                  </a:lnTo>
                  <a:lnTo>
                    <a:pt x="1020" y="373"/>
                  </a:lnTo>
                  <a:lnTo>
                    <a:pt x="1022" y="369"/>
                  </a:lnTo>
                  <a:lnTo>
                    <a:pt x="1020" y="364"/>
                  </a:lnTo>
                  <a:lnTo>
                    <a:pt x="1014" y="359"/>
                  </a:lnTo>
                  <a:lnTo>
                    <a:pt x="1007" y="352"/>
                  </a:lnTo>
                  <a:lnTo>
                    <a:pt x="1004" y="346"/>
                  </a:lnTo>
                  <a:lnTo>
                    <a:pt x="1008" y="342"/>
                  </a:lnTo>
                  <a:lnTo>
                    <a:pt x="1016" y="339"/>
                  </a:lnTo>
                  <a:lnTo>
                    <a:pt x="1024" y="338"/>
                  </a:lnTo>
                  <a:lnTo>
                    <a:pt x="1029" y="336"/>
                  </a:lnTo>
                  <a:lnTo>
                    <a:pt x="1034" y="333"/>
                  </a:lnTo>
                  <a:lnTo>
                    <a:pt x="1039" y="331"/>
                  </a:lnTo>
                  <a:lnTo>
                    <a:pt x="1045" y="329"/>
                  </a:lnTo>
                  <a:lnTo>
                    <a:pt x="1049" y="326"/>
                  </a:lnTo>
                  <a:lnTo>
                    <a:pt x="1053" y="321"/>
                  </a:lnTo>
                  <a:lnTo>
                    <a:pt x="1057" y="315"/>
                  </a:lnTo>
                  <a:lnTo>
                    <a:pt x="1063" y="310"/>
                  </a:lnTo>
                  <a:lnTo>
                    <a:pt x="1071" y="310"/>
                  </a:lnTo>
                  <a:lnTo>
                    <a:pt x="1079" y="313"/>
                  </a:lnTo>
                  <a:lnTo>
                    <a:pt x="1086" y="316"/>
                  </a:lnTo>
                  <a:lnTo>
                    <a:pt x="1093" y="316"/>
                  </a:lnTo>
                  <a:lnTo>
                    <a:pt x="1100" y="314"/>
                  </a:lnTo>
                  <a:lnTo>
                    <a:pt x="1108" y="313"/>
                  </a:lnTo>
                  <a:lnTo>
                    <a:pt x="1115" y="316"/>
                  </a:lnTo>
                  <a:lnTo>
                    <a:pt x="1119" y="322"/>
                  </a:lnTo>
                  <a:lnTo>
                    <a:pt x="1121" y="328"/>
                  </a:lnTo>
                  <a:lnTo>
                    <a:pt x="1125" y="332"/>
                  </a:lnTo>
                  <a:lnTo>
                    <a:pt x="1130" y="334"/>
                  </a:lnTo>
                  <a:lnTo>
                    <a:pt x="1136" y="336"/>
                  </a:lnTo>
                  <a:lnTo>
                    <a:pt x="1141" y="338"/>
                  </a:lnTo>
                  <a:lnTo>
                    <a:pt x="1146" y="341"/>
                  </a:lnTo>
                  <a:lnTo>
                    <a:pt x="1152" y="344"/>
                  </a:lnTo>
                  <a:lnTo>
                    <a:pt x="1159" y="347"/>
                  </a:lnTo>
                  <a:lnTo>
                    <a:pt x="1164" y="352"/>
                  </a:lnTo>
                  <a:lnTo>
                    <a:pt x="1163" y="358"/>
                  </a:lnTo>
                  <a:lnTo>
                    <a:pt x="1155" y="364"/>
                  </a:lnTo>
                  <a:close/>
                </a:path>
              </a:pathLst>
            </a:custGeom>
            <a:solidFill>
              <a:srgbClr val="DA9FC0">
                <a:alpha val="32000"/>
              </a:srgbClr>
            </a:solidFill>
            <a:ln>
              <a:noFill/>
            </a:ln>
          </p:spPr>
          <p:txBody>
            <a:bodyPr anchor="ctr"/>
            <a:lstStyle/>
            <a:p>
              <a:pPr algn="ctr">
                <a:buNone/>
              </a:pPr>
            </a:p>
          </p:txBody>
        </p:sp>
        <p:sp>
          <p:nvSpPr>
            <p:cNvPr id="3071" name="addition:input:194"/>
            <p:cNvSpPr>
              <a:spLocks noGrp="1"/>
            </p:cNvSpPr>
            <p:nvPr/>
          </p:nvSpPr>
          <p:spPr>
            <a:xfrm>
              <a:off x="209550" y="5438775"/>
              <a:ext cx="1961937" cy="864154"/>
            </a:xfrm>
            <a:custGeom>
              <a:avLst/>
              <a:gdLst/>
              <a:ahLst/>
              <a:cxnLst/>
              <a:rect l="l" t="t" r="r" b="b"/>
              <a:pathLst>
                <a:path w="1192" h="461">
                  <a:moveTo>
                    <a:pt x="0" y="0"/>
                  </a:moveTo>
                  <a:moveTo>
                    <a:pt x="1191" y="359"/>
                  </a:moveTo>
                  <a:lnTo>
                    <a:pt x="1192" y="367"/>
                  </a:lnTo>
                  <a:lnTo>
                    <a:pt x="1187" y="375"/>
                  </a:lnTo>
                  <a:lnTo>
                    <a:pt x="1182" y="382"/>
                  </a:lnTo>
                  <a:lnTo>
                    <a:pt x="1182" y="390"/>
                  </a:lnTo>
                  <a:lnTo>
                    <a:pt x="1186" y="400"/>
                  </a:lnTo>
                  <a:lnTo>
                    <a:pt x="1188" y="410"/>
                  </a:lnTo>
                  <a:lnTo>
                    <a:pt x="1182" y="417"/>
                  </a:lnTo>
                  <a:lnTo>
                    <a:pt x="1169" y="419"/>
                  </a:lnTo>
                  <a:lnTo>
                    <a:pt x="1155" y="418"/>
                  </a:lnTo>
                  <a:lnTo>
                    <a:pt x="1145" y="418"/>
                  </a:lnTo>
                  <a:lnTo>
                    <a:pt x="1138" y="423"/>
                  </a:lnTo>
                  <a:lnTo>
                    <a:pt x="1133" y="429"/>
                  </a:lnTo>
                  <a:lnTo>
                    <a:pt x="1126" y="435"/>
                  </a:lnTo>
                  <a:lnTo>
                    <a:pt x="1117" y="440"/>
                  </a:lnTo>
                  <a:lnTo>
                    <a:pt x="1108" y="446"/>
                  </a:lnTo>
                  <a:lnTo>
                    <a:pt x="1099" y="454"/>
                  </a:lnTo>
                  <a:lnTo>
                    <a:pt x="1087" y="461"/>
                  </a:lnTo>
                  <a:lnTo>
                    <a:pt x="1075" y="461"/>
                  </a:lnTo>
                  <a:lnTo>
                    <a:pt x="1064" y="453"/>
                  </a:lnTo>
                  <a:lnTo>
                    <a:pt x="1055" y="442"/>
                  </a:lnTo>
                  <a:lnTo>
                    <a:pt x="1047" y="434"/>
                  </a:lnTo>
                  <a:lnTo>
                    <a:pt x="1037" y="433"/>
                  </a:lnTo>
                  <a:lnTo>
                    <a:pt x="1025" y="434"/>
                  </a:lnTo>
                  <a:lnTo>
                    <a:pt x="1014" y="434"/>
                  </a:lnTo>
                  <a:lnTo>
                    <a:pt x="1007" y="428"/>
                  </a:lnTo>
                  <a:lnTo>
                    <a:pt x="1003" y="419"/>
                  </a:lnTo>
                  <a:lnTo>
                    <a:pt x="1000" y="412"/>
                  </a:lnTo>
                  <a:lnTo>
                    <a:pt x="992" y="407"/>
                  </a:lnTo>
                  <a:lnTo>
                    <a:pt x="982" y="404"/>
                  </a:lnTo>
                  <a:lnTo>
                    <a:pt x="973" y="399"/>
                  </a:lnTo>
                  <a:lnTo>
                    <a:pt x="968" y="392"/>
                  </a:lnTo>
                  <a:lnTo>
                    <a:pt x="966" y="384"/>
                  </a:lnTo>
                  <a:lnTo>
                    <a:pt x="964" y="376"/>
                  </a:lnTo>
                  <a:lnTo>
                    <a:pt x="962" y="368"/>
                  </a:lnTo>
                  <a:lnTo>
                    <a:pt x="964" y="359"/>
                  </a:lnTo>
                  <a:lnTo>
                    <a:pt x="974" y="351"/>
                  </a:lnTo>
                  <a:lnTo>
                    <a:pt x="989" y="345"/>
                  </a:lnTo>
                  <a:lnTo>
                    <a:pt x="1001" y="340"/>
                  </a:lnTo>
                  <a:lnTo>
                    <a:pt x="1005" y="334"/>
                  </a:lnTo>
                  <a:lnTo>
                    <a:pt x="1000" y="324"/>
                  </a:lnTo>
                  <a:lnTo>
                    <a:pt x="994" y="313"/>
                  </a:lnTo>
                  <a:lnTo>
                    <a:pt x="995" y="303"/>
                  </a:lnTo>
                  <a:lnTo>
                    <a:pt x="1002" y="296"/>
                  </a:lnTo>
                  <a:lnTo>
                    <a:pt x="1012" y="292"/>
                  </a:lnTo>
                  <a:lnTo>
                    <a:pt x="1021" y="288"/>
                  </a:lnTo>
                  <a:lnTo>
                    <a:pt x="1027" y="282"/>
                  </a:lnTo>
                  <a:lnTo>
                    <a:pt x="1035" y="277"/>
                  </a:lnTo>
                  <a:lnTo>
                    <a:pt x="1044" y="275"/>
                  </a:lnTo>
                  <a:lnTo>
                    <a:pt x="1054" y="276"/>
                  </a:lnTo>
                  <a:lnTo>
                    <a:pt x="1062" y="276"/>
                  </a:lnTo>
                  <a:lnTo>
                    <a:pt x="1070" y="274"/>
                  </a:lnTo>
                  <a:lnTo>
                    <a:pt x="1077" y="272"/>
                  </a:lnTo>
                  <a:lnTo>
                    <a:pt x="1085" y="273"/>
                  </a:lnTo>
                  <a:lnTo>
                    <a:pt x="1092" y="278"/>
                  </a:lnTo>
                  <a:lnTo>
                    <a:pt x="1098" y="284"/>
                  </a:lnTo>
                  <a:lnTo>
                    <a:pt x="1104" y="286"/>
                  </a:lnTo>
                  <a:lnTo>
                    <a:pt x="1115" y="281"/>
                  </a:lnTo>
                  <a:lnTo>
                    <a:pt x="1128" y="274"/>
                  </a:lnTo>
                  <a:lnTo>
                    <a:pt x="1141" y="272"/>
                  </a:lnTo>
                  <a:lnTo>
                    <a:pt x="1149" y="278"/>
                  </a:lnTo>
                  <a:lnTo>
                    <a:pt x="1151" y="289"/>
                  </a:lnTo>
                  <a:lnTo>
                    <a:pt x="1152" y="300"/>
                  </a:lnTo>
                  <a:lnTo>
                    <a:pt x="1153" y="309"/>
                  </a:lnTo>
                  <a:lnTo>
                    <a:pt x="1157" y="316"/>
                  </a:lnTo>
                  <a:lnTo>
                    <a:pt x="1161" y="324"/>
                  </a:lnTo>
                  <a:lnTo>
                    <a:pt x="1162" y="331"/>
                  </a:lnTo>
                  <a:lnTo>
                    <a:pt x="1165" y="338"/>
                  </a:lnTo>
                  <a:lnTo>
                    <a:pt x="1172" y="344"/>
                  </a:lnTo>
                  <a:lnTo>
                    <a:pt x="1183" y="351"/>
                  </a:lnTo>
                  <a:close/>
                </a:path>
              </a:pathLst>
            </a:custGeom>
            <a:solidFill>
              <a:srgbClr val="CC79A7">
                <a:alpha val="37000"/>
              </a:srgbClr>
            </a:solidFill>
            <a:ln>
              <a:noFill/>
            </a:ln>
          </p:spPr>
          <p:txBody>
            <a:bodyPr anchor="ctr"/>
            <a:lstStyle/>
            <a:p>
              <a:pPr algn="ctr">
                <a:buNone/>
              </a:pPr>
            </a:p>
          </p:txBody>
        </p:sp>
        <p:sp>
          <p:nvSpPr>
            <p:cNvPr id="3072" name="addition:input:195"/>
            <p:cNvSpPr>
              <a:spLocks noGrp="1"/>
            </p:cNvSpPr>
            <p:nvPr/>
          </p:nvSpPr>
          <p:spPr>
            <a:xfrm>
              <a:off x="209550" y="5438775"/>
              <a:ext cx="1792407" cy="704820"/>
            </a:xfrm>
            <a:custGeom>
              <a:avLst/>
              <a:gdLst/>
              <a:ahLst/>
              <a:cxnLst/>
              <a:rect l="l" t="t" r="r" b="b"/>
              <a:pathLst>
                <a:path w="1089" h="376">
                  <a:moveTo>
                    <a:pt x="0" y="0"/>
                  </a:moveTo>
                  <a:moveTo>
                    <a:pt x="1087" y="338"/>
                  </a:moveTo>
                  <a:lnTo>
                    <a:pt x="1085" y="341"/>
                  </a:lnTo>
                  <a:lnTo>
                    <a:pt x="1083" y="345"/>
                  </a:lnTo>
                  <a:lnTo>
                    <a:pt x="1082" y="348"/>
                  </a:lnTo>
                  <a:lnTo>
                    <a:pt x="1079" y="351"/>
                  </a:lnTo>
                  <a:lnTo>
                    <a:pt x="1074" y="353"/>
                  </a:lnTo>
                  <a:lnTo>
                    <a:pt x="1070" y="355"/>
                  </a:lnTo>
                  <a:lnTo>
                    <a:pt x="1069" y="358"/>
                  </a:lnTo>
                  <a:lnTo>
                    <a:pt x="1070" y="363"/>
                  </a:lnTo>
                  <a:lnTo>
                    <a:pt x="1071" y="369"/>
                  </a:lnTo>
                  <a:lnTo>
                    <a:pt x="1070" y="374"/>
                  </a:lnTo>
                  <a:lnTo>
                    <a:pt x="1066" y="376"/>
                  </a:lnTo>
                  <a:lnTo>
                    <a:pt x="1060" y="375"/>
                  </a:lnTo>
                  <a:lnTo>
                    <a:pt x="1055" y="374"/>
                  </a:lnTo>
                  <a:lnTo>
                    <a:pt x="1052" y="374"/>
                  </a:lnTo>
                  <a:lnTo>
                    <a:pt x="1048" y="375"/>
                  </a:lnTo>
                  <a:lnTo>
                    <a:pt x="1045" y="375"/>
                  </a:lnTo>
                  <a:lnTo>
                    <a:pt x="1042" y="374"/>
                  </a:lnTo>
                  <a:lnTo>
                    <a:pt x="1039" y="373"/>
                  </a:lnTo>
                  <a:lnTo>
                    <a:pt x="1036" y="374"/>
                  </a:lnTo>
                  <a:lnTo>
                    <a:pt x="1033" y="376"/>
                  </a:lnTo>
                  <a:lnTo>
                    <a:pt x="1029" y="376"/>
                  </a:lnTo>
                  <a:lnTo>
                    <a:pt x="1026" y="375"/>
                  </a:lnTo>
                  <a:lnTo>
                    <a:pt x="1024" y="372"/>
                  </a:lnTo>
                  <a:lnTo>
                    <a:pt x="1021" y="369"/>
                  </a:lnTo>
                  <a:lnTo>
                    <a:pt x="1018" y="369"/>
                  </a:lnTo>
                  <a:lnTo>
                    <a:pt x="1012" y="369"/>
                  </a:lnTo>
                  <a:lnTo>
                    <a:pt x="1008" y="368"/>
                  </a:lnTo>
                  <a:lnTo>
                    <a:pt x="1006" y="364"/>
                  </a:lnTo>
                  <a:lnTo>
                    <a:pt x="1008" y="358"/>
                  </a:lnTo>
                  <a:lnTo>
                    <a:pt x="1010" y="353"/>
                  </a:lnTo>
                  <a:lnTo>
                    <a:pt x="1011" y="349"/>
                  </a:lnTo>
                  <a:lnTo>
                    <a:pt x="1009" y="347"/>
                  </a:lnTo>
                  <a:lnTo>
                    <a:pt x="1006" y="344"/>
                  </a:lnTo>
                  <a:lnTo>
                    <a:pt x="1004" y="341"/>
                  </a:lnTo>
                  <a:lnTo>
                    <a:pt x="1002" y="338"/>
                  </a:lnTo>
                  <a:lnTo>
                    <a:pt x="999" y="334"/>
                  </a:lnTo>
                  <a:lnTo>
                    <a:pt x="996" y="330"/>
                  </a:lnTo>
                  <a:lnTo>
                    <a:pt x="994" y="326"/>
                  </a:lnTo>
                  <a:lnTo>
                    <a:pt x="995" y="322"/>
                  </a:lnTo>
                  <a:lnTo>
                    <a:pt x="999" y="320"/>
                  </a:lnTo>
                  <a:lnTo>
                    <a:pt x="1004" y="318"/>
                  </a:lnTo>
                  <a:lnTo>
                    <a:pt x="1007" y="316"/>
                  </a:lnTo>
                  <a:lnTo>
                    <a:pt x="1008" y="313"/>
                  </a:lnTo>
                  <a:lnTo>
                    <a:pt x="1008" y="309"/>
                  </a:lnTo>
                  <a:lnTo>
                    <a:pt x="1011" y="306"/>
                  </a:lnTo>
                  <a:lnTo>
                    <a:pt x="1015" y="305"/>
                  </a:lnTo>
                  <a:lnTo>
                    <a:pt x="1020" y="306"/>
                  </a:lnTo>
                  <a:lnTo>
                    <a:pt x="1024" y="306"/>
                  </a:lnTo>
                  <a:lnTo>
                    <a:pt x="1027" y="304"/>
                  </a:lnTo>
                  <a:lnTo>
                    <a:pt x="1030" y="300"/>
                  </a:lnTo>
                  <a:lnTo>
                    <a:pt x="1034" y="297"/>
                  </a:lnTo>
                  <a:lnTo>
                    <a:pt x="1038" y="295"/>
                  </a:lnTo>
                  <a:lnTo>
                    <a:pt x="1043" y="295"/>
                  </a:lnTo>
                  <a:lnTo>
                    <a:pt x="1048" y="295"/>
                  </a:lnTo>
                  <a:lnTo>
                    <a:pt x="1053" y="295"/>
                  </a:lnTo>
                  <a:lnTo>
                    <a:pt x="1057" y="297"/>
                  </a:lnTo>
                  <a:lnTo>
                    <a:pt x="1060" y="301"/>
                  </a:lnTo>
                  <a:lnTo>
                    <a:pt x="1062" y="307"/>
                  </a:lnTo>
                  <a:lnTo>
                    <a:pt x="1063" y="311"/>
                  </a:lnTo>
                  <a:lnTo>
                    <a:pt x="1067" y="312"/>
                  </a:lnTo>
                  <a:lnTo>
                    <a:pt x="1072" y="311"/>
                  </a:lnTo>
                  <a:lnTo>
                    <a:pt x="1078" y="311"/>
                  </a:lnTo>
                  <a:lnTo>
                    <a:pt x="1082" y="313"/>
                  </a:lnTo>
                  <a:lnTo>
                    <a:pt x="1083" y="317"/>
                  </a:lnTo>
                  <a:lnTo>
                    <a:pt x="1083" y="320"/>
                  </a:lnTo>
                  <a:lnTo>
                    <a:pt x="1085" y="324"/>
                  </a:lnTo>
                  <a:lnTo>
                    <a:pt x="1087" y="327"/>
                  </a:lnTo>
                  <a:lnTo>
                    <a:pt x="1089" y="330"/>
                  </a:lnTo>
                  <a:lnTo>
                    <a:pt x="1089" y="334"/>
                  </a:lnTo>
                  <a:close/>
                </a:path>
              </a:pathLst>
            </a:custGeom>
            <a:solidFill>
              <a:srgbClr val="CC79A7">
                <a:alpha val="36000"/>
              </a:srgbClr>
            </a:solidFill>
            <a:ln>
              <a:noFill/>
            </a:ln>
          </p:spPr>
          <p:txBody>
            <a:bodyPr anchor="ctr"/>
            <a:lstStyle/>
            <a:p>
              <a:pPr algn="ctr">
                <a:buNone/>
              </a:pPr>
            </a:p>
          </p:txBody>
        </p:sp>
        <p:sp>
          <p:nvSpPr>
            <p:cNvPr id="3073" name="addition:input:196"/>
            <p:cNvSpPr>
              <a:spLocks noGrp="1"/>
            </p:cNvSpPr>
            <p:nvPr/>
          </p:nvSpPr>
          <p:spPr>
            <a:xfrm>
              <a:off x="209550" y="5438775"/>
              <a:ext cx="1877995" cy="671078"/>
            </a:xfrm>
            <a:custGeom>
              <a:avLst/>
              <a:gdLst/>
              <a:ahLst/>
              <a:cxnLst/>
              <a:rect l="l" t="t" r="r" b="b"/>
              <a:pathLst>
                <a:path w="1141" h="358">
                  <a:moveTo>
                    <a:pt x="0" y="0"/>
                  </a:moveTo>
                  <a:moveTo>
                    <a:pt x="1137" y="326"/>
                  </a:moveTo>
                  <a:lnTo>
                    <a:pt x="1139" y="328"/>
                  </a:lnTo>
                  <a:lnTo>
                    <a:pt x="1140" y="331"/>
                  </a:lnTo>
                  <a:lnTo>
                    <a:pt x="1140" y="334"/>
                  </a:lnTo>
                  <a:lnTo>
                    <a:pt x="1141" y="337"/>
                  </a:lnTo>
                  <a:lnTo>
                    <a:pt x="1140" y="340"/>
                  </a:lnTo>
                  <a:lnTo>
                    <a:pt x="1137" y="342"/>
                  </a:lnTo>
                  <a:lnTo>
                    <a:pt x="1132" y="343"/>
                  </a:lnTo>
                  <a:lnTo>
                    <a:pt x="1127" y="343"/>
                  </a:lnTo>
                  <a:lnTo>
                    <a:pt x="1124" y="343"/>
                  </a:lnTo>
                  <a:lnTo>
                    <a:pt x="1123" y="346"/>
                  </a:lnTo>
                  <a:lnTo>
                    <a:pt x="1123" y="349"/>
                  </a:lnTo>
                  <a:lnTo>
                    <a:pt x="1121" y="353"/>
                  </a:lnTo>
                  <a:lnTo>
                    <a:pt x="1118" y="355"/>
                  </a:lnTo>
                  <a:lnTo>
                    <a:pt x="1115" y="355"/>
                  </a:lnTo>
                  <a:lnTo>
                    <a:pt x="1111" y="355"/>
                  </a:lnTo>
                  <a:lnTo>
                    <a:pt x="1108" y="356"/>
                  </a:lnTo>
                  <a:lnTo>
                    <a:pt x="1104" y="357"/>
                  </a:lnTo>
                  <a:lnTo>
                    <a:pt x="1100" y="358"/>
                  </a:lnTo>
                  <a:lnTo>
                    <a:pt x="1097" y="356"/>
                  </a:lnTo>
                  <a:lnTo>
                    <a:pt x="1093" y="355"/>
                  </a:lnTo>
                  <a:lnTo>
                    <a:pt x="1090" y="354"/>
                  </a:lnTo>
                  <a:lnTo>
                    <a:pt x="1087" y="353"/>
                  </a:lnTo>
                  <a:lnTo>
                    <a:pt x="1084" y="352"/>
                  </a:lnTo>
                  <a:lnTo>
                    <a:pt x="1082" y="349"/>
                  </a:lnTo>
                  <a:lnTo>
                    <a:pt x="1082" y="346"/>
                  </a:lnTo>
                  <a:lnTo>
                    <a:pt x="1080" y="344"/>
                  </a:lnTo>
                  <a:lnTo>
                    <a:pt x="1077" y="343"/>
                  </a:lnTo>
                  <a:lnTo>
                    <a:pt x="1072" y="343"/>
                  </a:lnTo>
                  <a:lnTo>
                    <a:pt x="1067" y="343"/>
                  </a:lnTo>
                  <a:lnTo>
                    <a:pt x="1065" y="341"/>
                  </a:lnTo>
                  <a:lnTo>
                    <a:pt x="1065" y="338"/>
                  </a:lnTo>
                  <a:lnTo>
                    <a:pt x="1067" y="334"/>
                  </a:lnTo>
                  <a:lnTo>
                    <a:pt x="1068" y="331"/>
                  </a:lnTo>
                  <a:lnTo>
                    <a:pt x="1069" y="328"/>
                  </a:lnTo>
                  <a:lnTo>
                    <a:pt x="1070" y="326"/>
                  </a:lnTo>
                  <a:lnTo>
                    <a:pt x="1072" y="323"/>
                  </a:lnTo>
                  <a:lnTo>
                    <a:pt x="1074" y="321"/>
                  </a:lnTo>
                  <a:lnTo>
                    <a:pt x="1075" y="319"/>
                  </a:lnTo>
                  <a:lnTo>
                    <a:pt x="1074" y="316"/>
                  </a:lnTo>
                  <a:lnTo>
                    <a:pt x="1074" y="313"/>
                  </a:lnTo>
                  <a:lnTo>
                    <a:pt x="1075" y="310"/>
                  </a:lnTo>
                  <a:lnTo>
                    <a:pt x="1077" y="308"/>
                  </a:lnTo>
                  <a:lnTo>
                    <a:pt x="1081" y="307"/>
                  </a:lnTo>
                  <a:lnTo>
                    <a:pt x="1083" y="305"/>
                  </a:lnTo>
                  <a:lnTo>
                    <a:pt x="1083" y="302"/>
                  </a:lnTo>
                  <a:lnTo>
                    <a:pt x="1084" y="298"/>
                  </a:lnTo>
                  <a:lnTo>
                    <a:pt x="1086" y="295"/>
                  </a:lnTo>
                  <a:lnTo>
                    <a:pt x="1090" y="296"/>
                  </a:lnTo>
                  <a:lnTo>
                    <a:pt x="1093" y="297"/>
                  </a:lnTo>
                  <a:lnTo>
                    <a:pt x="1097" y="299"/>
                  </a:lnTo>
                  <a:lnTo>
                    <a:pt x="1099" y="300"/>
                  </a:lnTo>
                  <a:lnTo>
                    <a:pt x="1101" y="299"/>
                  </a:lnTo>
                  <a:lnTo>
                    <a:pt x="1103" y="299"/>
                  </a:lnTo>
                  <a:lnTo>
                    <a:pt x="1106" y="298"/>
                  </a:lnTo>
                  <a:lnTo>
                    <a:pt x="1108" y="298"/>
                  </a:lnTo>
                  <a:lnTo>
                    <a:pt x="1112" y="297"/>
                  </a:lnTo>
                  <a:lnTo>
                    <a:pt x="1115" y="295"/>
                  </a:lnTo>
                  <a:lnTo>
                    <a:pt x="1119" y="295"/>
                  </a:lnTo>
                  <a:lnTo>
                    <a:pt x="1121" y="298"/>
                  </a:lnTo>
                  <a:lnTo>
                    <a:pt x="1122" y="302"/>
                  </a:lnTo>
                  <a:lnTo>
                    <a:pt x="1122" y="305"/>
                  </a:lnTo>
                  <a:lnTo>
                    <a:pt x="1124" y="307"/>
                  </a:lnTo>
                  <a:lnTo>
                    <a:pt x="1127" y="309"/>
                  </a:lnTo>
                  <a:lnTo>
                    <a:pt x="1131" y="310"/>
                  </a:lnTo>
                  <a:lnTo>
                    <a:pt x="1132" y="313"/>
                  </a:lnTo>
                  <a:lnTo>
                    <a:pt x="1132" y="316"/>
                  </a:lnTo>
                  <a:lnTo>
                    <a:pt x="1131" y="319"/>
                  </a:lnTo>
                  <a:lnTo>
                    <a:pt x="1132" y="321"/>
                  </a:lnTo>
                  <a:lnTo>
                    <a:pt x="1135" y="323"/>
                  </a:lnTo>
                  <a:close/>
                </a:path>
              </a:pathLst>
            </a:custGeom>
            <a:solidFill>
              <a:srgbClr val="CC79A7">
                <a:alpha val="36000"/>
              </a:srgbClr>
            </a:solidFill>
            <a:ln>
              <a:noFill/>
            </a:ln>
          </p:spPr>
          <p:txBody>
            <a:bodyPr anchor="ctr"/>
            <a:lstStyle/>
            <a:p>
              <a:pPr algn="ctr">
                <a:buNone/>
              </a:pPr>
            </a:p>
          </p:txBody>
        </p:sp>
        <p:sp>
          <p:nvSpPr>
            <p:cNvPr id="3074" name="addition:input:197"/>
            <p:cNvSpPr>
              <a:spLocks noGrp="1"/>
            </p:cNvSpPr>
            <p:nvPr/>
          </p:nvSpPr>
          <p:spPr>
            <a:xfrm>
              <a:off x="209550" y="5438775"/>
              <a:ext cx="1940540" cy="792922"/>
            </a:xfrm>
            <a:custGeom>
              <a:avLst/>
              <a:gdLst/>
              <a:ahLst/>
              <a:cxnLst/>
              <a:rect l="l" t="t" r="r" b="b"/>
              <a:pathLst>
                <a:path w="1179" h="423">
                  <a:moveTo>
                    <a:pt x="0" y="0"/>
                  </a:moveTo>
                  <a:moveTo>
                    <a:pt x="1172" y="378"/>
                  </a:moveTo>
                  <a:lnTo>
                    <a:pt x="1172" y="381"/>
                  </a:lnTo>
                  <a:lnTo>
                    <a:pt x="1174" y="385"/>
                  </a:lnTo>
                  <a:lnTo>
                    <a:pt x="1177" y="389"/>
                  </a:lnTo>
                  <a:lnTo>
                    <a:pt x="1179" y="394"/>
                  </a:lnTo>
                  <a:lnTo>
                    <a:pt x="1178" y="397"/>
                  </a:lnTo>
                  <a:lnTo>
                    <a:pt x="1175" y="400"/>
                  </a:lnTo>
                  <a:lnTo>
                    <a:pt x="1171" y="402"/>
                  </a:lnTo>
                  <a:lnTo>
                    <a:pt x="1167" y="404"/>
                  </a:lnTo>
                  <a:lnTo>
                    <a:pt x="1164" y="405"/>
                  </a:lnTo>
                  <a:lnTo>
                    <a:pt x="1159" y="406"/>
                  </a:lnTo>
                  <a:lnTo>
                    <a:pt x="1155" y="406"/>
                  </a:lnTo>
                  <a:lnTo>
                    <a:pt x="1151" y="407"/>
                  </a:lnTo>
                  <a:lnTo>
                    <a:pt x="1149" y="410"/>
                  </a:lnTo>
                  <a:lnTo>
                    <a:pt x="1147" y="416"/>
                  </a:lnTo>
                  <a:lnTo>
                    <a:pt x="1143" y="421"/>
                  </a:lnTo>
                  <a:lnTo>
                    <a:pt x="1138" y="423"/>
                  </a:lnTo>
                  <a:lnTo>
                    <a:pt x="1133" y="421"/>
                  </a:lnTo>
                  <a:lnTo>
                    <a:pt x="1128" y="418"/>
                  </a:lnTo>
                  <a:lnTo>
                    <a:pt x="1123" y="416"/>
                  </a:lnTo>
                  <a:lnTo>
                    <a:pt x="1119" y="416"/>
                  </a:lnTo>
                  <a:lnTo>
                    <a:pt x="1114" y="416"/>
                  </a:lnTo>
                  <a:lnTo>
                    <a:pt x="1109" y="415"/>
                  </a:lnTo>
                  <a:lnTo>
                    <a:pt x="1106" y="412"/>
                  </a:lnTo>
                  <a:lnTo>
                    <a:pt x="1103" y="409"/>
                  </a:lnTo>
                  <a:lnTo>
                    <a:pt x="1100" y="406"/>
                  </a:lnTo>
                  <a:lnTo>
                    <a:pt x="1097" y="405"/>
                  </a:lnTo>
                  <a:lnTo>
                    <a:pt x="1093" y="403"/>
                  </a:lnTo>
                  <a:lnTo>
                    <a:pt x="1091" y="400"/>
                  </a:lnTo>
                  <a:lnTo>
                    <a:pt x="1089" y="397"/>
                  </a:lnTo>
                  <a:lnTo>
                    <a:pt x="1086" y="395"/>
                  </a:lnTo>
                  <a:lnTo>
                    <a:pt x="1081" y="393"/>
                  </a:lnTo>
                  <a:lnTo>
                    <a:pt x="1076" y="390"/>
                  </a:lnTo>
                  <a:lnTo>
                    <a:pt x="1074" y="386"/>
                  </a:lnTo>
                  <a:lnTo>
                    <a:pt x="1077" y="382"/>
                  </a:lnTo>
                  <a:lnTo>
                    <a:pt x="1084" y="378"/>
                  </a:lnTo>
                  <a:lnTo>
                    <a:pt x="1090" y="375"/>
                  </a:lnTo>
                  <a:lnTo>
                    <a:pt x="1092" y="372"/>
                  </a:lnTo>
                  <a:lnTo>
                    <a:pt x="1092" y="369"/>
                  </a:lnTo>
                  <a:lnTo>
                    <a:pt x="1091" y="365"/>
                  </a:lnTo>
                  <a:lnTo>
                    <a:pt x="1092" y="362"/>
                  </a:lnTo>
                  <a:lnTo>
                    <a:pt x="1095" y="358"/>
                  </a:lnTo>
                  <a:lnTo>
                    <a:pt x="1096" y="355"/>
                  </a:lnTo>
                  <a:lnTo>
                    <a:pt x="1097" y="351"/>
                  </a:lnTo>
                  <a:lnTo>
                    <a:pt x="1099" y="347"/>
                  </a:lnTo>
                  <a:lnTo>
                    <a:pt x="1103" y="345"/>
                  </a:lnTo>
                  <a:lnTo>
                    <a:pt x="1107" y="344"/>
                  </a:lnTo>
                  <a:lnTo>
                    <a:pt x="1112" y="344"/>
                  </a:lnTo>
                  <a:lnTo>
                    <a:pt x="1115" y="342"/>
                  </a:lnTo>
                  <a:lnTo>
                    <a:pt x="1118" y="339"/>
                  </a:lnTo>
                  <a:lnTo>
                    <a:pt x="1121" y="337"/>
                  </a:lnTo>
                  <a:lnTo>
                    <a:pt x="1125" y="337"/>
                  </a:lnTo>
                  <a:lnTo>
                    <a:pt x="1129" y="341"/>
                  </a:lnTo>
                  <a:lnTo>
                    <a:pt x="1132" y="345"/>
                  </a:lnTo>
                  <a:lnTo>
                    <a:pt x="1134" y="346"/>
                  </a:lnTo>
                  <a:lnTo>
                    <a:pt x="1138" y="344"/>
                  </a:lnTo>
                  <a:lnTo>
                    <a:pt x="1142" y="341"/>
                  </a:lnTo>
                  <a:lnTo>
                    <a:pt x="1147" y="340"/>
                  </a:lnTo>
                  <a:lnTo>
                    <a:pt x="1151" y="340"/>
                  </a:lnTo>
                  <a:lnTo>
                    <a:pt x="1154" y="342"/>
                  </a:lnTo>
                  <a:lnTo>
                    <a:pt x="1158" y="344"/>
                  </a:lnTo>
                  <a:lnTo>
                    <a:pt x="1161" y="347"/>
                  </a:lnTo>
                  <a:lnTo>
                    <a:pt x="1163" y="350"/>
                  </a:lnTo>
                  <a:lnTo>
                    <a:pt x="1162" y="355"/>
                  </a:lnTo>
                  <a:lnTo>
                    <a:pt x="1161" y="360"/>
                  </a:lnTo>
                  <a:lnTo>
                    <a:pt x="1162" y="363"/>
                  </a:lnTo>
                  <a:lnTo>
                    <a:pt x="1165" y="366"/>
                  </a:lnTo>
                  <a:lnTo>
                    <a:pt x="1170" y="368"/>
                  </a:lnTo>
                  <a:lnTo>
                    <a:pt x="1174" y="371"/>
                  </a:lnTo>
                  <a:lnTo>
                    <a:pt x="1174" y="374"/>
                  </a:lnTo>
                  <a:close/>
                </a:path>
              </a:pathLst>
            </a:custGeom>
            <a:solidFill>
              <a:srgbClr val="CC79A7">
                <a:alpha val="36000"/>
              </a:srgbClr>
            </a:solidFill>
            <a:ln>
              <a:noFill/>
            </a:ln>
          </p:spPr>
          <p:txBody>
            <a:bodyPr anchor="ctr"/>
            <a:lstStyle/>
            <a:p>
              <a:pPr algn="ctr">
                <a:buNone/>
              </a:pPr>
            </a:p>
          </p:txBody>
        </p:sp>
        <p:sp>
          <p:nvSpPr>
            <p:cNvPr id="3075" name="addition:input:198"/>
            <p:cNvSpPr>
              <a:spLocks noGrp="1"/>
            </p:cNvSpPr>
            <p:nvPr/>
          </p:nvSpPr>
          <p:spPr>
            <a:xfrm>
              <a:off x="209550" y="5438775"/>
              <a:ext cx="1828617" cy="822914"/>
            </a:xfrm>
            <a:custGeom>
              <a:avLst/>
              <a:gdLst/>
              <a:ahLst/>
              <a:cxnLst/>
              <a:rect l="l" t="t" r="r" b="b"/>
              <a:pathLst>
                <a:path w="1111" h="439">
                  <a:moveTo>
                    <a:pt x="0" y="0"/>
                  </a:moveTo>
                  <a:moveTo>
                    <a:pt x="1101" y="401"/>
                  </a:moveTo>
                  <a:lnTo>
                    <a:pt x="1107" y="404"/>
                  </a:lnTo>
                  <a:lnTo>
                    <a:pt x="1111" y="408"/>
                  </a:lnTo>
                  <a:lnTo>
                    <a:pt x="1111" y="411"/>
                  </a:lnTo>
                  <a:lnTo>
                    <a:pt x="1108" y="414"/>
                  </a:lnTo>
                  <a:lnTo>
                    <a:pt x="1104" y="415"/>
                  </a:lnTo>
                  <a:lnTo>
                    <a:pt x="1102" y="418"/>
                  </a:lnTo>
                  <a:lnTo>
                    <a:pt x="1100" y="420"/>
                  </a:lnTo>
                  <a:lnTo>
                    <a:pt x="1098" y="422"/>
                  </a:lnTo>
                  <a:lnTo>
                    <a:pt x="1095" y="424"/>
                  </a:lnTo>
                  <a:lnTo>
                    <a:pt x="1092" y="425"/>
                  </a:lnTo>
                  <a:lnTo>
                    <a:pt x="1089" y="426"/>
                  </a:lnTo>
                  <a:lnTo>
                    <a:pt x="1087" y="429"/>
                  </a:lnTo>
                  <a:lnTo>
                    <a:pt x="1084" y="431"/>
                  </a:lnTo>
                  <a:lnTo>
                    <a:pt x="1081" y="432"/>
                  </a:lnTo>
                  <a:lnTo>
                    <a:pt x="1077" y="432"/>
                  </a:lnTo>
                  <a:lnTo>
                    <a:pt x="1073" y="432"/>
                  </a:lnTo>
                  <a:lnTo>
                    <a:pt x="1069" y="434"/>
                  </a:lnTo>
                  <a:lnTo>
                    <a:pt x="1065" y="437"/>
                  </a:lnTo>
                  <a:lnTo>
                    <a:pt x="1060" y="439"/>
                  </a:lnTo>
                  <a:lnTo>
                    <a:pt x="1055" y="439"/>
                  </a:lnTo>
                  <a:lnTo>
                    <a:pt x="1052" y="435"/>
                  </a:lnTo>
                  <a:lnTo>
                    <a:pt x="1049" y="430"/>
                  </a:lnTo>
                  <a:lnTo>
                    <a:pt x="1047" y="426"/>
                  </a:lnTo>
                  <a:lnTo>
                    <a:pt x="1045" y="425"/>
                  </a:lnTo>
                  <a:lnTo>
                    <a:pt x="1041" y="424"/>
                  </a:lnTo>
                  <a:lnTo>
                    <a:pt x="1037" y="423"/>
                  </a:lnTo>
                  <a:lnTo>
                    <a:pt x="1034" y="421"/>
                  </a:lnTo>
                  <a:lnTo>
                    <a:pt x="1031" y="420"/>
                  </a:lnTo>
                  <a:lnTo>
                    <a:pt x="1027" y="418"/>
                  </a:lnTo>
                  <a:lnTo>
                    <a:pt x="1023" y="417"/>
                  </a:lnTo>
                  <a:lnTo>
                    <a:pt x="1021" y="414"/>
                  </a:lnTo>
                  <a:lnTo>
                    <a:pt x="1022" y="410"/>
                  </a:lnTo>
                  <a:lnTo>
                    <a:pt x="1024" y="407"/>
                  </a:lnTo>
                  <a:lnTo>
                    <a:pt x="1026" y="404"/>
                  </a:lnTo>
                  <a:lnTo>
                    <a:pt x="1026" y="401"/>
                  </a:lnTo>
                  <a:lnTo>
                    <a:pt x="1024" y="398"/>
                  </a:lnTo>
                  <a:lnTo>
                    <a:pt x="1024" y="394"/>
                  </a:lnTo>
                  <a:lnTo>
                    <a:pt x="1028" y="392"/>
                  </a:lnTo>
                  <a:lnTo>
                    <a:pt x="1033" y="390"/>
                  </a:lnTo>
                  <a:lnTo>
                    <a:pt x="1037" y="388"/>
                  </a:lnTo>
                  <a:lnTo>
                    <a:pt x="1039" y="386"/>
                  </a:lnTo>
                  <a:lnTo>
                    <a:pt x="1038" y="382"/>
                  </a:lnTo>
                  <a:lnTo>
                    <a:pt x="1038" y="378"/>
                  </a:lnTo>
                  <a:lnTo>
                    <a:pt x="1040" y="375"/>
                  </a:lnTo>
                  <a:lnTo>
                    <a:pt x="1042" y="372"/>
                  </a:lnTo>
                  <a:lnTo>
                    <a:pt x="1045" y="370"/>
                  </a:lnTo>
                  <a:lnTo>
                    <a:pt x="1048" y="368"/>
                  </a:lnTo>
                  <a:lnTo>
                    <a:pt x="1051" y="366"/>
                  </a:lnTo>
                  <a:lnTo>
                    <a:pt x="1055" y="367"/>
                  </a:lnTo>
                  <a:lnTo>
                    <a:pt x="1060" y="370"/>
                  </a:lnTo>
                  <a:lnTo>
                    <a:pt x="1063" y="373"/>
                  </a:lnTo>
                  <a:lnTo>
                    <a:pt x="1066" y="373"/>
                  </a:lnTo>
                  <a:lnTo>
                    <a:pt x="1068" y="370"/>
                  </a:lnTo>
                  <a:lnTo>
                    <a:pt x="1071" y="368"/>
                  </a:lnTo>
                  <a:lnTo>
                    <a:pt x="1075" y="367"/>
                  </a:lnTo>
                  <a:lnTo>
                    <a:pt x="1077" y="368"/>
                  </a:lnTo>
                  <a:lnTo>
                    <a:pt x="1080" y="371"/>
                  </a:lnTo>
                  <a:lnTo>
                    <a:pt x="1082" y="372"/>
                  </a:lnTo>
                  <a:lnTo>
                    <a:pt x="1086" y="372"/>
                  </a:lnTo>
                  <a:lnTo>
                    <a:pt x="1090" y="373"/>
                  </a:lnTo>
                  <a:lnTo>
                    <a:pt x="1093" y="374"/>
                  </a:lnTo>
                  <a:lnTo>
                    <a:pt x="1095" y="377"/>
                  </a:lnTo>
                  <a:lnTo>
                    <a:pt x="1096" y="380"/>
                  </a:lnTo>
                  <a:lnTo>
                    <a:pt x="1097" y="383"/>
                  </a:lnTo>
                  <a:lnTo>
                    <a:pt x="1099" y="386"/>
                  </a:lnTo>
                  <a:lnTo>
                    <a:pt x="1099" y="389"/>
                  </a:lnTo>
                  <a:lnTo>
                    <a:pt x="1098" y="393"/>
                  </a:lnTo>
                  <a:lnTo>
                    <a:pt x="1096" y="396"/>
                  </a:lnTo>
                  <a:lnTo>
                    <a:pt x="1097" y="398"/>
                  </a:lnTo>
                  <a:close/>
                </a:path>
              </a:pathLst>
            </a:custGeom>
            <a:solidFill>
              <a:srgbClr val="CC79A7">
                <a:alpha val="36000"/>
              </a:srgbClr>
            </a:solidFill>
            <a:ln>
              <a:noFill/>
            </a:ln>
          </p:spPr>
          <p:txBody>
            <a:bodyPr anchor="ctr"/>
            <a:lstStyle/>
            <a:p>
              <a:pPr algn="ctr">
                <a:buNone/>
              </a:pPr>
            </a:p>
          </p:txBody>
        </p:sp>
        <p:sp>
          <p:nvSpPr>
            <p:cNvPr id="3076" name="addition:input:199"/>
            <p:cNvSpPr>
              <a:spLocks noGrp="1"/>
            </p:cNvSpPr>
            <p:nvPr/>
          </p:nvSpPr>
          <p:spPr>
            <a:xfrm>
              <a:off x="209550" y="5438775"/>
              <a:ext cx="1772656" cy="701070"/>
            </a:xfrm>
            <a:custGeom>
              <a:avLst/>
              <a:gdLst/>
              <a:ahLst/>
              <a:cxnLst/>
              <a:rect l="l" t="t" r="r" b="b"/>
              <a:pathLst>
                <a:path w="1077" h="374">
                  <a:moveTo>
                    <a:pt x="0" y="0"/>
                  </a:moveTo>
                  <a:moveTo>
                    <a:pt x="1074" y="341"/>
                  </a:moveTo>
                  <a:lnTo>
                    <a:pt x="1072" y="344"/>
                  </a:lnTo>
                  <a:lnTo>
                    <a:pt x="1071" y="346"/>
                  </a:lnTo>
                  <a:lnTo>
                    <a:pt x="1072" y="348"/>
                  </a:lnTo>
                  <a:lnTo>
                    <a:pt x="1075" y="352"/>
                  </a:lnTo>
                  <a:lnTo>
                    <a:pt x="1077" y="356"/>
                  </a:lnTo>
                  <a:lnTo>
                    <a:pt x="1077" y="359"/>
                  </a:lnTo>
                  <a:lnTo>
                    <a:pt x="1075" y="361"/>
                  </a:lnTo>
                  <a:lnTo>
                    <a:pt x="1071" y="362"/>
                  </a:lnTo>
                  <a:lnTo>
                    <a:pt x="1068" y="362"/>
                  </a:lnTo>
                  <a:lnTo>
                    <a:pt x="1066" y="363"/>
                  </a:lnTo>
                  <a:lnTo>
                    <a:pt x="1064" y="364"/>
                  </a:lnTo>
                  <a:lnTo>
                    <a:pt x="1061" y="365"/>
                  </a:lnTo>
                  <a:lnTo>
                    <a:pt x="1059" y="365"/>
                  </a:lnTo>
                  <a:lnTo>
                    <a:pt x="1057" y="367"/>
                  </a:lnTo>
                  <a:lnTo>
                    <a:pt x="1055" y="369"/>
                  </a:lnTo>
                  <a:lnTo>
                    <a:pt x="1053" y="372"/>
                  </a:lnTo>
                  <a:lnTo>
                    <a:pt x="1050" y="374"/>
                  </a:lnTo>
                  <a:lnTo>
                    <a:pt x="1047" y="373"/>
                  </a:lnTo>
                  <a:lnTo>
                    <a:pt x="1044" y="371"/>
                  </a:lnTo>
                  <a:lnTo>
                    <a:pt x="1041" y="369"/>
                  </a:lnTo>
                  <a:lnTo>
                    <a:pt x="1037" y="370"/>
                  </a:lnTo>
                  <a:lnTo>
                    <a:pt x="1034" y="371"/>
                  </a:lnTo>
                  <a:lnTo>
                    <a:pt x="1030" y="370"/>
                  </a:lnTo>
                  <a:lnTo>
                    <a:pt x="1028" y="368"/>
                  </a:lnTo>
                  <a:lnTo>
                    <a:pt x="1027" y="364"/>
                  </a:lnTo>
                  <a:lnTo>
                    <a:pt x="1026" y="360"/>
                  </a:lnTo>
                  <a:lnTo>
                    <a:pt x="1024" y="358"/>
                  </a:lnTo>
                  <a:lnTo>
                    <a:pt x="1022" y="357"/>
                  </a:lnTo>
                  <a:lnTo>
                    <a:pt x="1019" y="355"/>
                  </a:lnTo>
                  <a:lnTo>
                    <a:pt x="1017" y="353"/>
                  </a:lnTo>
                  <a:lnTo>
                    <a:pt x="1015" y="351"/>
                  </a:lnTo>
                  <a:lnTo>
                    <a:pt x="1012" y="349"/>
                  </a:lnTo>
                  <a:lnTo>
                    <a:pt x="1009" y="347"/>
                  </a:lnTo>
                  <a:lnTo>
                    <a:pt x="1007" y="344"/>
                  </a:lnTo>
                  <a:lnTo>
                    <a:pt x="1008" y="341"/>
                  </a:lnTo>
                  <a:lnTo>
                    <a:pt x="1012" y="338"/>
                  </a:lnTo>
                  <a:lnTo>
                    <a:pt x="1016" y="336"/>
                  </a:lnTo>
                  <a:lnTo>
                    <a:pt x="1018" y="334"/>
                  </a:lnTo>
                  <a:lnTo>
                    <a:pt x="1018" y="331"/>
                  </a:lnTo>
                  <a:lnTo>
                    <a:pt x="1017" y="328"/>
                  </a:lnTo>
                  <a:lnTo>
                    <a:pt x="1019" y="326"/>
                  </a:lnTo>
                  <a:lnTo>
                    <a:pt x="1021" y="324"/>
                  </a:lnTo>
                  <a:lnTo>
                    <a:pt x="1025" y="323"/>
                  </a:lnTo>
                  <a:lnTo>
                    <a:pt x="1027" y="321"/>
                  </a:lnTo>
                  <a:lnTo>
                    <a:pt x="1028" y="318"/>
                  </a:lnTo>
                  <a:lnTo>
                    <a:pt x="1030" y="315"/>
                  </a:lnTo>
                  <a:lnTo>
                    <a:pt x="1032" y="313"/>
                  </a:lnTo>
                  <a:lnTo>
                    <a:pt x="1035" y="312"/>
                  </a:lnTo>
                  <a:lnTo>
                    <a:pt x="1038" y="311"/>
                  </a:lnTo>
                  <a:lnTo>
                    <a:pt x="1041" y="310"/>
                  </a:lnTo>
                  <a:lnTo>
                    <a:pt x="1044" y="309"/>
                  </a:lnTo>
                  <a:lnTo>
                    <a:pt x="1047" y="309"/>
                  </a:lnTo>
                  <a:lnTo>
                    <a:pt x="1050" y="312"/>
                  </a:lnTo>
                  <a:lnTo>
                    <a:pt x="1051" y="316"/>
                  </a:lnTo>
                  <a:lnTo>
                    <a:pt x="1053" y="318"/>
                  </a:lnTo>
                  <a:lnTo>
                    <a:pt x="1055" y="317"/>
                  </a:lnTo>
                  <a:lnTo>
                    <a:pt x="1059" y="315"/>
                  </a:lnTo>
                  <a:lnTo>
                    <a:pt x="1062" y="313"/>
                  </a:lnTo>
                  <a:lnTo>
                    <a:pt x="1065" y="314"/>
                  </a:lnTo>
                  <a:lnTo>
                    <a:pt x="1067" y="316"/>
                  </a:lnTo>
                  <a:lnTo>
                    <a:pt x="1068" y="319"/>
                  </a:lnTo>
                  <a:lnTo>
                    <a:pt x="1069" y="321"/>
                  </a:lnTo>
                  <a:lnTo>
                    <a:pt x="1071" y="323"/>
                  </a:lnTo>
                  <a:lnTo>
                    <a:pt x="1072" y="325"/>
                  </a:lnTo>
                  <a:lnTo>
                    <a:pt x="1072" y="328"/>
                  </a:lnTo>
                  <a:lnTo>
                    <a:pt x="1072" y="331"/>
                  </a:lnTo>
                  <a:lnTo>
                    <a:pt x="1072" y="334"/>
                  </a:lnTo>
                  <a:lnTo>
                    <a:pt x="1073" y="336"/>
                  </a:lnTo>
                  <a:lnTo>
                    <a:pt x="1075" y="338"/>
                  </a:lnTo>
                  <a:close/>
                </a:path>
              </a:pathLst>
            </a:custGeom>
            <a:solidFill>
              <a:srgbClr val="CC79A7">
                <a:alpha val="32000"/>
              </a:srgbClr>
            </a:solidFill>
            <a:ln>
              <a:noFill/>
            </a:ln>
          </p:spPr>
          <p:txBody>
            <a:bodyPr anchor="ctr"/>
            <a:lstStyle/>
            <a:p>
              <a:pPr algn="ctr">
                <a:buNone/>
              </a:pPr>
            </a:p>
          </p:txBody>
        </p:sp>
        <p:sp>
          <p:nvSpPr>
            <p:cNvPr id="3077" name="addition:input:200"/>
            <p:cNvSpPr>
              <a:spLocks noGrp="1"/>
            </p:cNvSpPr>
            <p:nvPr/>
          </p:nvSpPr>
          <p:spPr>
            <a:xfrm>
              <a:off x="209550" y="5438775"/>
              <a:ext cx="1894454" cy="776051"/>
            </a:xfrm>
            <a:custGeom>
              <a:avLst/>
              <a:gdLst/>
              <a:ahLst/>
              <a:cxnLst/>
              <a:rect l="l" t="t" r="r" b="b"/>
              <a:pathLst>
                <a:path w="1151" h="414">
                  <a:moveTo>
                    <a:pt x="0" y="0"/>
                  </a:moveTo>
                  <a:moveTo>
                    <a:pt x="1145" y="385"/>
                  </a:moveTo>
                  <a:lnTo>
                    <a:pt x="1146" y="387"/>
                  </a:lnTo>
                  <a:lnTo>
                    <a:pt x="1148" y="390"/>
                  </a:lnTo>
                  <a:lnTo>
                    <a:pt x="1150" y="393"/>
                  </a:lnTo>
                  <a:lnTo>
                    <a:pt x="1151" y="396"/>
                  </a:lnTo>
                  <a:lnTo>
                    <a:pt x="1150" y="398"/>
                  </a:lnTo>
                  <a:lnTo>
                    <a:pt x="1148" y="400"/>
                  </a:lnTo>
                  <a:lnTo>
                    <a:pt x="1145" y="401"/>
                  </a:lnTo>
                  <a:lnTo>
                    <a:pt x="1143" y="403"/>
                  </a:lnTo>
                  <a:lnTo>
                    <a:pt x="1140" y="403"/>
                  </a:lnTo>
                  <a:lnTo>
                    <a:pt x="1137" y="403"/>
                  </a:lnTo>
                  <a:lnTo>
                    <a:pt x="1134" y="403"/>
                  </a:lnTo>
                  <a:lnTo>
                    <a:pt x="1132" y="404"/>
                  </a:lnTo>
                  <a:lnTo>
                    <a:pt x="1130" y="408"/>
                  </a:lnTo>
                  <a:lnTo>
                    <a:pt x="1129" y="411"/>
                  </a:lnTo>
                  <a:lnTo>
                    <a:pt x="1126" y="414"/>
                  </a:lnTo>
                  <a:lnTo>
                    <a:pt x="1123" y="414"/>
                  </a:lnTo>
                  <a:lnTo>
                    <a:pt x="1119" y="413"/>
                  </a:lnTo>
                  <a:lnTo>
                    <a:pt x="1116" y="411"/>
                  </a:lnTo>
                  <a:lnTo>
                    <a:pt x="1113" y="411"/>
                  </a:lnTo>
                  <a:lnTo>
                    <a:pt x="1109" y="411"/>
                  </a:lnTo>
                  <a:lnTo>
                    <a:pt x="1106" y="411"/>
                  </a:lnTo>
                  <a:lnTo>
                    <a:pt x="1103" y="410"/>
                  </a:lnTo>
                  <a:lnTo>
                    <a:pt x="1101" y="407"/>
                  </a:lnTo>
                  <a:lnTo>
                    <a:pt x="1099" y="406"/>
                  </a:lnTo>
                  <a:lnTo>
                    <a:pt x="1096" y="404"/>
                  </a:lnTo>
                  <a:lnTo>
                    <a:pt x="1094" y="403"/>
                  </a:lnTo>
                  <a:lnTo>
                    <a:pt x="1092" y="401"/>
                  </a:lnTo>
                  <a:lnTo>
                    <a:pt x="1091" y="399"/>
                  </a:lnTo>
                  <a:lnTo>
                    <a:pt x="1090" y="398"/>
                  </a:lnTo>
                  <a:lnTo>
                    <a:pt x="1087" y="397"/>
                  </a:lnTo>
                  <a:lnTo>
                    <a:pt x="1082" y="395"/>
                  </a:lnTo>
                  <a:lnTo>
                    <a:pt x="1079" y="393"/>
                  </a:lnTo>
                  <a:lnTo>
                    <a:pt x="1079" y="391"/>
                  </a:lnTo>
                  <a:lnTo>
                    <a:pt x="1082" y="388"/>
                  </a:lnTo>
                  <a:lnTo>
                    <a:pt x="1086" y="385"/>
                  </a:lnTo>
                  <a:lnTo>
                    <a:pt x="1089" y="383"/>
                  </a:lnTo>
                  <a:lnTo>
                    <a:pt x="1090" y="381"/>
                  </a:lnTo>
                  <a:lnTo>
                    <a:pt x="1090" y="379"/>
                  </a:lnTo>
                  <a:lnTo>
                    <a:pt x="1090" y="376"/>
                  </a:lnTo>
                  <a:lnTo>
                    <a:pt x="1092" y="374"/>
                  </a:lnTo>
                  <a:lnTo>
                    <a:pt x="1093" y="372"/>
                  </a:lnTo>
                  <a:lnTo>
                    <a:pt x="1094" y="370"/>
                  </a:lnTo>
                  <a:lnTo>
                    <a:pt x="1094" y="367"/>
                  </a:lnTo>
                  <a:lnTo>
                    <a:pt x="1096" y="365"/>
                  </a:lnTo>
                  <a:lnTo>
                    <a:pt x="1099" y="364"/>
                  </a:lnTo>
                  <a:lnTo>
                    <a:pt x="1102" y="363"/>
                  </a:lnTo>
                  <a:lnTo>
                    <a:pt x="1104" y="362"/>
                  </a:lnTo>
                  <a:lnTo>
                    <a:pt x="1106" y="360"/>
                  </a:lnTo>
                  <a:lnTo>
                    <a:pt x="1108" y="358"/>
                  </a:lnTo>
                  <a:lnTo>
                    <a:pt x="1111" y="357"/>
                  </a:lnTo>
                  <a:lnTo>
                    <a:pt x="1114" y="359"/>
                  </a:lnTo>
                  <a:lnTo>
                    <a:pt x="1116" y="362"/>
                  </a:lnTo>
                  <a:lnTo>
                    <a:pt x="1118" y="364"/>
                  </a:lnTo>
                  <a:lnTo>
                    <a:pt x="1120" y="364"/>
                  </a:lnTo>
                  <a:lnTo>
                    <a:pt x="1123" y="362"/>
                  </a:lnTo>
                  <a:lnTo>
                    <a:pt x="1126" y="360"/>
                  </a:lnTo>
                  <a:lnTo>
                    <a:pt x="1129" y="360"/>
                  </a:lnTo>
                  <a:lnTo>
                    <a:pt x="1131" y="360"/>
                  </a:lnTo>
                  <a:lnTo>
                    <a:pt x="1134" y="361"/>
                  </a:lnTo>
                  <a:lnTo>
                    <a:pt x="1136" y="362"/>
                  </a:lnTo>
                  <a:lnTo>
                    <a:pt x="1139" y="364"/>
                  </a:lnTo>
                  <a:lnTo>
                    <a:pt x="1139" y="367"/>
                  </a:lnTo>
                  <a:lnTo>
                    <a:pt x="1139" y="370"/>
                  </a:lnTo>
                  <a:lnTo>
                    <a:pt x="1138" y="373"/>
                  </a:lnTo>
                  <a:lnTo>
                    <a:pt x="1140" y="375"/>
                  </a:lnTo>
                  <a:lnTo>
                    <a:pt x="1143" y="376"/>
                  </a:lnTo>
                  <a:lnTo>
                    <a:pt x="1146" y="378"/>
                  </a:lnTo>
                  <a:lnTo>
                    <a:pt x="1147" y="380"/>
                  </a:lnTo>
                  <a:lnTo>
                    <a:pt x="1146" y="383"/>
                  </a:lnTo>
                  <a:close/>
                </a:path>
              </a:pathLst>
            </a:custGeom>
            <a:solidFill>
              <a:srgbClr val="CC79A7">
                <a:alpha val="32000"/>
              </a:srgbClr>
            </a:solidFill>
            <a:ln>
              <a:noFill/>
            </a:ln>
          </p:spPr>
          <p:txBody>
            <a:bodyPr anchor="ctr"/>
            <a:lstStyle/>
            <a:p>
              <a:pPr algn="ctr">
                <a:buNone/>
              </a:pPr>
            </a:p>
          </p:txBody>
        </p:sp>
        <p:sp>
          <p:nvSpPr>
            <p:cNvPr id="3078" name="addition:input:201"/>
            <p:cNvSpPr>
              <a:spLocks noGrp="1"/>
            </p:cNvSpPr>
            <p:nvPr/>
          </p:nvSpPr>
          <p:spPr>
            <a:xfrm>
              <a:off x="209550" y="5438775"/>
              <a:ext cx="1978396" cy="734812"/>
            </a:xfrm>
            <a:custGeom>
              <a:avLst/>
              <a:gdLst/>
              <a:ahLst/>
              <a:cxnLst/>
              <a:rect l="l" t="t" r="r" b="b"/>
              <a:pathLst>
                <a:path w="1202" h="392">
                  <a:moveTo>
                    <a:pt x="0" y="0"/>
                  </a:moveTo>
                  <a:moveTo>
                    <a:pt x="1200" y="367"/>
                  </a:moveTo>
                  <a:lnTo>
                    <a:pt x="1200" y="369"/>
                  </a:lnTo>
                  <a:lnTo>
                    <a:pt x="1201" y="371"/>
                  </a:lnTo>
                  <a:lnTo>
                    <a:pt x="1202" y="374"/>
                  </a:lnTo>
                  <a:lnTo>
                    <a:pt x="1201" y="376"/>
                  </a:lnTo>
                  <a:lnTo>
                    <a:pt x="1200" y="377"/>
                  </a:lnTo>
                  <a:lnTo>
                    <a:pt x="1200" y="379"/>
                  </a:lnTo>
                  <a:lnTo>
                    <a:pt x="1200" y="382"/>
                  </a:lnTo>
                  <a:lnTo>
                    <a:pt x="1200" y="384"/>
                  </a:lnTo>
                  <a:lnTo>
                    <a:pt x="1198" y="386"/>
                  </a:lnTo>
                  <a:lnTo>
                    <a:pt x="1195" y="385"/>
                  </a:lnTo>
                  <a:lnTo>
                    <a:pt x="1192" y="384"/>
                  </a:lnTo>
                  <a:lnTo>
                    <a:pt x="1189" y="383"/>
                  </a:lnTo>
                  <a:lnTo>
                    <a:pt x="1188" y="385"/>
                  </a:lnTo>
                  <a:lnTo>
                    <a:pt x="1187" y="387"/>
                  </a:lnTo>
                  <a:lnTo>
                    <a:pt x="1186" y="390"/>
                  </a:lnTo>
                  <a:lnTo>
                    <a:pt x="1183" y="391"/>
                  </a:lnTo>
                  <a:lnTo>
                    <a:pt x="1181" y="392"/>
                  </a:lnTo>
                  <a:lnTo>
                    <a:pt x="1178" y="392"/>
                  </a:lnTo>
                  <a:lnTo>
                    <a:pt x="1176" y="392"/>
                  </a:lnTo>
                  <a:lnTo>
                    <a:pt x="1173" y="392"/>
                  </a:lnTo>
                  <a:lnTo>
                    <a:pt x="1171" y="390"/>
                  </a:lnTo>
                  <a:lnTo>
                    <a:pt x="1169" y="388"/>
                  </a:lnTo>
                  <a:lnTo>
                    <a:pt x="1167" y="386"/>
                  </a:lnTo>
                  <a:lnTo>
                    <a:pt x="1165" y="385"/>
                  </a:lnTo>
                  <a:lnTo>
                    <a:pt x="1163" y="385"/>
                  </a:lnTo>
                  <a:lnTo>
                    <a:pt x="1160" y="384"/>
                  </a:lnTo>
                  <a:lnTo>
                    <a:pt x="1158" y="382"/>
                  </a:lnTo>
                  <a:lnTo>
                    <a:pt x="1158" y="380"/>
                  </a:lnTo>
                  <a:lnTo>
                    <a:pt x="1158" y="378"/>
                  </a:lnTo>
                  <a:lnTo>
                    <a:pt x="1157" y="376"/>
                  </a:lnTo>
                  <a:lnTo>
                    <a:pt x="1154" y="375"/>
                  </a:lnTo>
                  <a:lnTo>
                    <a:pt x="1151" y="374"/>
                  </a:lnTo>
                  <a:lnTo>
                    <a:pt x="1149" y="372"/>
                  </a:lnTo>
                  <a:lnTo>
                    <a:pt x="1149" y="370"/>
                  </a:lnTo>
                  <a:lnTo>
                    <a:pt x="1150" y="367"/>
                  </a:lnTo>
                  <a:lnTo>
                    <a:pt x="1152" y="365"/>
                  </a:lnTo>
                  <a:lnTo>
                    <a:pt x="1153" y="363"/>
                  </a:lnTo>
                  <a:lnTo>
                    <a:pt x="1155" y="361"/>
                  </a:lnTo>
                  <a:lnTo>
                    <a:pt x="1158" y="360"/>
                  </a:lnTo>
                  <a:lnTo>
                    <a:pt x="1160" y="359"/>
                  </a:lnTo>
                  <a:lnTo>
                    <a:pt x="1161" y="357"/>
                  </a:lnTo>
                  <a:lnTo>
                    <a:pt x="1161" y="355"/>
                  </a:lnTo>
                  <a:lnTo>
                    <a:pt x="1160" y="352"/>
                  </a:lnTo>
                  <a:lnTo>
                    <a:pt x="1161" y="349"/>
                  </a:lnTo>
                  <a:lnTo>
                    <a:pt x="1163" y="348"/>
                  </a:lnTo>
                  <a:lnTo>
                    <a:pt x="1166" y="348"/>
                  </a:lnTo>
                  <a:lnTo>
                    <a:pt x="1169" y="347"/>
                  </a:lnTo>
                  <a:lnTo>
                    <a:pt x="1171" y="346"/>
                  </a:lnTo>
                  <a:lnTo>
                    <a:pt x="1172" y="344"/>
                  </a:lnTo>
                  <a:lnTo>
                    <a:pt x="1174" y="343"/>
                  </a:lnTo>
                  <a:lnTo>
                    <a:pt x="1177" y="343"/>
                  </a:lnTo>
                  <a:lnTo>
                    <a:pt x="1179" y="345"/>
                  </a:lnTo>
                  <a:lnTo>
                    <a:pt x="1181" y="346"/>
                  </a:lnTo>
                  <a:lnTo>
                    <a:pt x="1182" y="346"/>
                  </a:lnTo>
                  <a:lnTo>
                    <a:pt x="1184" y="347"/>
                  </a:lnTo>
                  <a:lnTo>
                    <a:pt x="1186" y="347"/>
                  </a:lnTo>
                  <a:lnTo>
                    <a:pt x="1187" y="348"/>
                  </a:lnTo>
                  <a:lnTo>
                    <a:pt x="1189" y="349"/>
                  </a:lnTo>
                  <a:lnTo>
                    <a:pt x="1191" y="348"/>
                  </a:lnTo>
                  <a:lnTo>
                    <a:pt x="1194" y="347"/>
                  </a:lnTo>
                  <a:lnTo>
                    <a:pt x="1197" y="348"/>
                  </a:lnTo>
                  <a:lnTo>
                    <a:pt x="1198" y="350"/>
                  </a:lnTo>
                  <a:lnTo>
                    <a:pt x="1198" y="353"/>
                  </a:lnTo>
                  <a:lnTo>
                    <a:pt x="1196" y="356"/>
                  </a:lnTo>
                  <a:lnTo>
                    <a:pt x="1196" y="358"/>
                  </a:lnTo>
                  <a:lnTo>
                    <a:pt x="1197" y="360"/>
                  </a:lnTo>
                  <a:lnTo>
                    <a:pt x="1198" y="361"/>
                  </a:lnTo>
                  <a:lnTo>
                    <a:pt x="1200" y="363"/>
                  </a:lnTo>
                  <a:lnTo>
                    <a:pt x="1200" y="365"/>
                  </a:lnTo>
                  <a:close/>
                </a:path>
              </a:pathLst>
            </a:custGeom>
            <a:solidFill>
              <a:srgbClr val="DA9FC0">
                <a:alpha val="24000"/>
              </a:srgbClr>
            </a:solidFill>
            <a:ln>
              <a:noFill/>
            </a:ln>
          </p:spPr>
          <p:txBody>
            <a:bodyPr anchor="ctr"/>
            <a:lstStyle/>
            <a:p>
              <a:pPr algn="ctr">
                <a:buNone/>
              </a:pPr>
            </a:p>
          </p:txBody>
        </p:sp>
        <p:sp>
          <p:nvSpPr>
            <p:cNvPr id="3079" name="addition:input:202"/>
            <p:cNvSpPr>
              <a:spLocks noGrp="1"/>
            </p:cNvSpPr>
            <p:nvPr/>
          </p:nvSpPr>
          <p:spPr>
            <a:xfrm>
              <a:off x="209550" y="5438775"/>
              <a:ext cx="1935602" cy="851032"/>
            </a:xfrm>
            <a:custGeom>
              <a:avLst/>
              <a:gdLst/>
              <a:ahLst/>
              <a:cxnLst/>
              <a:rect l="l" t="t" r="r" b="b"/>
              <a:pathLst>
                <a:path w="1176" h="454">
                  <a:moveTo>
                    <a:pt x="0" y="0"/>
                  </a:moveTo>
                  <a:moveTo>
                    <a:pt x="1174" y="426"/>
                  </a:moveTo>
                  <a:lnTo>
                    <a:pt x="1175" y="428"/>
                  </a:lnTo>
                  <a:lnTo>
                    <a:pt x="1175" y="431"/>
                  </a:lnTo>
                  <a:lnTo>
                    <a:pt x="1176" y="434"/>
                  </a:lnTo>
                  <a:lnTo>
                    <a:pt x="1175" y="436"/>
                  </a:lnTo>
                  <a:lnTo>
                    <a:pt x="1173" y="438"/>
                  </a:lnTo>
                  <a:lnTo>
                    <a:pt x="1170" y="439"/>
                  </a:lnTo>
                  <a:lnTo>
                    <a:pt x="1166" y="439"/>
                  </a:lnTo>
                  <a:lnTo>
                    <a:pt x="1164" y="440"/>
                  </a:lnTo>
                  <a:lnTo>
                    <a:pt x="1163" y="442"/>
                  </a:lnTo>
                  <a:lnTo>
                    <a:pt x="1163" y="445"/>
                  </a:lnTo>
                  <a:lnTo>
                    <a:pt x="1162" y="448"/>
                  </a:lnTo>
                  <a:lnTo>
                    <a:pt x="1160" y="450"/>
                  </a:lnTo>
                  <a:lnTo>
                    <a:pt x="1157" y="450"/>
                  </a:lnTo>
                  <a:lnTo>
                    <a:pt x="1154" y="450"/>
                  </a:lnTo>
                  <a:lnTo>
                    <a:pt x="1151" y="451"/>
                  </a:lnTo>
                  <a:lnTo>
                    <a:pt x="1149" y="453"/>
                  </a:lnTo>
                  <a:lnTo>
                    <a:pt x="1146" y="454"/>
                  </a:lnTo>
                  <a:lnTo>
                    <a:pt x="1143" y="454"/>
                  </a:lnTo>
                  <a:lnTo>
                    <a:pt x="1140" y="453"/>
                  </a:lnTo>
                  <a:lnTo>
                    <a:pt x="1138" y="451"/>
                  </a:lnTo>
                  <a:lnTo>
                    <a:pt x="1135" y="451"/>
                  </a:lnTo>
                  <a:lnTo>
                    <a:pt x="1133" y="449"/>
                  </a:lnTo>
                  <a:lnTo>
                    <a:pt x="1131" y="447"/>
                  </a:lnTo>
                  <a:lnTo>
                    <a:pt x="1131" y="444"/>
                  </a:lnTo>
                  <a:lnTo>
                    <a:pt x="1130" y="443"/>
                  </a:lnTo>
                  <a:lnTo>
                    <a:pt x="1127" y="442"/>
                  </a:lnTo>
                  <a:lnTo>
                    <a:pt x="1123" y="443"/>
                  </a:lnTo>
                  <a:lnTo>
                    <a:pt x="1119" y="443"/>
                  </a:lnTo>
                  <a:lnTo>
                    <a:pt x="1117" y="442"/>
                  </a:lnTo>
                  <a:lnTo>
                    <a:pt x="1117" y="439"/>
                  </a:lnTo>
                  <a:lnTo>
                    <a:pt x="1119" y="436"/>
                  </a:lnTo>
                  <a:lnTo>
                    <a:pt x="1120" y="433"/>
                  </a:lnTo>
                  <a:lnTo>
                    <a:pt x="1120" y="430"/>
                  </a:lnTo>
                  <a:lnTo>
                    <a:pt x="1120" y="428"/>
                  </a:lnTo>
                  <a:lnTo>
                    <a:pt x="1121" y="426"/>
                  </a:lnTo>
                  <a:lnTo>
                    <a:pt x="1122" y="424"/>
                  </a:lnTo>
                  <a:lnTo>
                    <a:pt x="1123" y="422"/>
                  </a:lnTo>
                  <a:lnTo>
                    <a:pt x="1123" y="419"/>
                  </a:lnTo>
                  <a:lnTo>
                    <a:pt x="1123" y="417"/>
                  </a:lnTo>
                  <a:lnTo>
                    <a:pt x="1123" y="415"/>
                  </a:lnTo>
                  <a:lnTo>
                    <a:pt x="1125" y="413"/>
                  </a:lnTo>
                  <a:lnTo>
                    <a:pt x="1127" y="411"/>
                  </a:lnTo>
                  <a:lnTo>
                    <a:pt x="1128" y="410"/>
                  </a:lnTo>
                  <a:lnTo>
                    <a:pt x="1128" y="406"/>
                  </a:lnTo>
                  <a:lnTo>
                    <a:pt x="1128" y="403"/>
                  </a:lnTo>
                  <a:lnTo>
                    <a:pt x="1129" y="401"/>
                  </a:lnTo>
                  <a:lnTo>
                    <a:pt x="1132" y="400"/>
                  </a:lnTo>
                  <a:lnTo>
                    <a:pt x="1136" y="402"/>
                  </a:lnTo>
                  <a:lnTo>
                    <a:pt x="1138" y="404"/>
                  </a:lnTo>
                  <a:lnTo>
                    <a:pt x="1140" y="404"/>
                  </a:lnTo>
                  <a:lnTo>
                    <a:pt x="1142" y="403"/>
                  </a:lnTo>
                  <a:lnTo>
                    <a:pt x="1143" y="402"/>
                  </a:lnTo>
                  <a:lnTo>
                    <a:pt x="1145" y="402"/>
                  </a:lnTo>
                  <a:lnTo>
                    <a:pt x="1147" y="401"/>
                  </a:lnTo>
                  <a:lnTo>
                    <a:pt x="1150" y="400"/>
                  </a:lnTo>
                  <a:lnTo>
                    <a:pt x="1152" y="399"/>
                  </a:lnTo>
                  <a:lnTo>
                    <a:pt x="1155" y="399"/>
                  </a:lnTo>
                  <a:lnTo>
                    <a:pt x="1157" y="401"/>
                  </a:lnTo>
                  <a:lnTo>
                    <a:pt x="1158" y="404"/>
                  </a:lnTo>
                  <a:lnTo>
                    <a:pt x="1159" y="406"/>
                  </a:lnTo>
                  <a:lnTo>
                    <a:pt x="1161" y="408"/>
                  </a:lnTo>
                  <a:lnTo>
                    <a:pt x="1164" y="409"/>
                  </a:lnTo>
                  <a:lnTo>
                    <a:pt x="1166" y="410"/>
                  </a:lnTo>
                  <a:lnTo>
                    <a:pt x="1168" y="412"/>
                  </a:lnTo>
                  <a:lnTo>
                    <a:pt x="1167" y="415"/>
                  </a:lnTo>
                  <a:lnTo>
                    <a:pt x="1167" y="418"/>
                  </a:lnTo>
                  <a:lnTo>
                    <a:pt x="1167" y="420"/>
                  </a:lnTo>
                  <a:lnTo>
                    <a:pt x="1169" y="422"/>
                  </a:lnTo>
                  <a:lnTo>
                    <a:pt x="1172" y="424"/>
                  </a:lnTo>
                  <a:close/>
                </a:path>
              </a:pathLst>
            </a:custGeom>
            <a:solidFill>
              <a:srgbClr val="DA9FC0">
                <a:alpha val="24000"/>
              </a:srgbClr>
            </a:solidFill>
            <a:ln>
              <a:noFill/>
            </a:ln>
          </p:spPr>
          <p:txBody>
            <a:bodyPr anchor="ctr"/>
            <a:lstStyle/>
            <a:p>
              <a:pPr algn="ctr">
                <a:buNone/>
              </a:pPr>
            </a:p>
          </p:txBody>
        </p:sp>
        <p:sp>
          <p:nvSpPr>
            <p:cNvPr id="3080" name="addition:input:203"/>
            <p:cNvSpPr>
              <a:spLocks noGrp="1"/>
            </p:cNvSpPr>
            <p:nvPr/>
          </p:nvSpPr>
          <p:spPr>
            <a:xfrm>
              <a:off x="209550" y="5438775"/>
              <a:ext cx="1812158" cy="881024"/>
            </a:xfrm>
            <a:custGeom>
              <a:avLst/>
              <a:gdLst/>
              <a:ahLst/>
              <a:cxnLst/>
              <a:rect l="l" t="t" r="r" b="b"/>
              <a:pathLst>
                <a:path w="1101" h="470">
                  <a:moveTo>
                    <a:pt x="0" y="0"/>
                  </a:moveTo>
                  <a:moveTo>
                    <a:pt x="1094" y="442"/>
                  </a:moveTo>
                  <a:lnTo>
                    <a:pt x="1094" y="444"/>
                  </a:lnTo>
                  <a:lnTo>
                    <a:pt x="1094" y="446"/>
                  </a:lnTo>
                  <a:lnTo>
                    <a:pt x="1093" y="448"/>
                  </a:lnTo>
                  <a:lnTo>
                    <a:pt x="1092" y="450"/>
                  </a:lnTo>
                  <a:lnTo>
                    <a:pt x="1091" y="453"/>
                  </a:lnTo>
                  <a:lnTo>
                    <a:pt x="1091" y="455"/>
                  </a:lnTo>
                  <a:lnTo>
                    <a:pt x="1090" y="458"/>
                  </a:lnTo>
                  <a:lnTo>
                    <a:pt x="1089" y="460"/>
                  </a:lnTo>
                  <a:lnTo>
                    <a:pt x="1087" y="461"/>
                  </a:lnTo>
                  <a:lnTo>
                    <a:pt x="1085" y="463"/>
                  </a:lnTo>
                  <a:lnTo>
                    <a:pt x="1084" y="465"/>
                  </a:lnTo>
                  <a:lnTo>
                    <a:pt x="1083" y="468"/>
                  </a:lnTo>
                  <a:lnTo>
                    <a:pt x="1081" y="470"/>
                  </a:lnTo>
                  <a:lnTo>
                    <a:pt x="1078" y="469"/>
                  </a:lnTo>
                  <a:lnTo>
                    <a:pt x="1075" y="466"/>
                  </a:lnTo>
                  <a:lnTo>
                    <a:pt x="1073" y="464"/>
                  </a:lnTo>
                  <a:lnTo>
                    <a:pt x="1071" y="464"/>
                  </a:lnTo>
                  <a:lnTo>
                    <a:pt x="1070" y="465"/>
                  </a:lnTo>
                  <a:lnTo>
                    <a:pt x="1068" y="467"/>
                  </a:lnTo>
                  <a:lnTo>
                    <a:pt x="1065" y="468"/>
                  </a:lnTo>
                  <a:lnTo>
                    <a:pt x="1063" y="468"/>
                  </a:lnTo>
                  <a:lnTo>
                    <a:pt x="1061" y="468"/>
                  </a:lnTo>
                  <a:lnTo>
                    <a:pt x="1058" y="468"/>
                  </a:lnTo>
                  <a:lnTo>
                    <a:pt x="1056" y="467"/>
                  </a:lnTo>
                  <a:lnTo>
                    <a:pt x="1054" y="464"/>
                  </a:lnTo>
                  <a:lnTo>
                    <a:pt x="1054" y="461"/>
                  </a:lnTo>
                  <a:lnTo>
                    <a:pt x="1053" y="458"/>
                  </a:lnTo>
                  <a:lnTo>
                    <a:pt x="1052" y="456"/>
                  </a:lnTo>
                  <a:lnTo>
                    <a:pt x="1050" y="455"/>
                  </a:lnTo>
                  <a:lnTo>
                    <a:pt x="1047" y="453"/>
                  </a:lnTo>
                  <a:lnTo>
                    <a:pt x="1046" y="451"/>
                  </a:lnTo>
                  <a:lnTo>
                    <a:pt x="1046" y="448"/>
                  </a:lnTo>
                  <a:lnTo>
                    <a:pt x="1047" y="446"/>
                  </a:lnTo>
                  <a:lnTo>
                    <a:pt x="1047" y="444"/>
                  </a:lnTo>
                  <a:lnTo>
                    <a:pt x="1045" y="442"/>
                  </a:lnTo>
                  <a:lnTo>
                    <a:pt x="1042" y="439"/>
                  </a:lnTo>
                  <a:lnTo>
                    <a:pt x="1040" y="436"/>
                  </a:lnTo>
                  <a:lnTo>
                    <a:pt x="1040" y="434"/>
                  </a:lnTo>
                  <a:lnTo>
                    <a:pt x="1041" y="431"/>
                  </a:lnTo>
                  <a:lnTo>
                    <a:pt x="1042" y="429"/>
                  </a:lnTo>
                  <a:lnTo>
                    <a:pt x="1044" y="427"/>
                  </a:lnTo>
                  <a:lnTo>
                    <a:pt x="1046" y="426"/>
                  </a:lnTo>
                  <a:lnTo>
                    <a:pt x="1049" y="425"/>
                  </a:lnTo>
                  <a:lnTo>
                    <a:pt x="1052" y="425"/>
                  </a:lnTo>
                  <a:lnTo>
                    <a:pt x="1055" y="424"/>
                  </a:lnTo>
                  <a:lnTo>
                    <a:pt x="1055" y="422"/>
                  </a:lnTo>
                  <a:lnTo>
                    <a:pt x="1056" y="418"/>
                  </a:lnTo>
                  <a:lnTo>
                    <a:pt x="1057" y="415"/>
                  </a:lnTo>
                  <a:lnTo>
                    <a:pt x="1060" y="413"/>
                  </a:lnTo>
                  <a:lnTo>
                    <a:pt x="1063" y="414"/>
                  </a:lnTo>
                  <a:lnTo>
                    <a:pt x="1066" y="415"/>
                  </a:lnTo>
                  <a:lnTo>
                    <a:pt x="1069" y="415"/>
                  </a:lnTo>
                  <a:lnTo>
                    <a:pt x="1072" y="414"/>
                  </a:lnTo>
                  <a:lnTo>
                    <a:pt x="1075" y="413"/>
                  </a:lnTo>
                  <a:lnTo>
                    <a:pt x="1078" y="414"/>
                  </a:lnTo>
                  <a:lnTo>
                    <a:pt x="1080" y="416"/>
                  </a:lnTo>
                  <a:lnTo>
                    <a:pt x="1082" y="418"/>
                  </a:lnTo>
                  <a:lnTo>
                    <a:pt x="1084" y="419"/>
                  </a:lnTo>
                  <a:lnTo>
                    <a:pt x="1086" y="420"/>
                  </a:lnTo>
                  <a:lnTo>
                    <a:pt x="1088" y="422"/>
                  </a:lnTo>
                  <a:lnTo>
                    <a:pt x="1089" y="424"/>
                  </a:lnTo>
                  <a:lnTo>
                    <a:pt x="1090" y="426"/>
                  </a:lnTo>
                  <a:lnTo>
                    <a:pt x="1092" y="427"/>
                  </a:lnTo>
                  <a:lnTo>
                    <a:pt x="1096" y="427"/>
                  </a:lnTo>
                  <a:lnTo>
                    <a:pt x="1100" y="428"/>
                  </a:lnTo>
                  <a:lnTo>
                    <a:pt x="1101" y="430"/>
                  </a:lnTo>
                  <a:lnTo>
                    <a:pt x="1100" y="434"/>
                  </a:lnTo>
                  <a:lnTo>
                    <a:pt x="1097" y="437"/>
                  </a:lnTo>
                  <a:lnTo>
                    <a:pt x="1095" y="439"/>
                  </a:lnTo>
                  <a:close/>
                </a:path>
              </a:pathLst>
            </a:custGeom>
            <a:solidFill>
              <a:srgbClr val="DA9FC0">
                <a:alpha val="24000"/>
              </a:srgbClr>
            </a:solidFill>
            <a:ln>
              <a:noFill/>
            </a:ln>
          </p:spPr>
          <p:txBody>
            <a:bodyPr anchor="ctr"/>
            <a:lstStyle/>
            <a:p>
              <a:pPr algn="ctr">
                <a:buNone/>
              </a:pPr>
            </a:p>
          </p:txBody>
        </p:sp>
        <p:sp>
          <p:nvSpPr>
            <p:cNvPr id="3081" name="addition:input:204"/>
            <p:cNvSpPr>
              <a:spLocks noGrp="1"/>
            </p:cNvSpPr>
            <p:nvPr/>
          </p:nvSpPr>
          <p:spPr>
            <a:xfrm>
              <a:off x="209550" y="5438775"/>
              <a:ext cx="1692006" cy="828538"/>
            </a:xfrm>
            <a:custGeom>
              <a:avLst/>
              <a:gdLst/>
              <a:ahLst/>
              <a:cxnLst/>
              <a:rect l="l" t="t" r="r" b="b"/>
              <a:pathLst>
                <a:path w="1028" h="442">
                  <a:moveTo>
                    <a:pt x="0" y="0"/>
                  </a:moveTo>
                  <a:moveTo>
                    <a:pt x="1028" y="413"/>
                  </a:moveTo>
                  <a:lnTo>
                    <a:pt x="1028" y="416"/>
                  </a:lnTo>
                  <a:lnTo>
                    <a:pt x="1026" y="418"/>
                  </a:lnTo>
                  <a:lnTo>
                    <a:pt x="1025" y="420"/>
                  </a:lnTo>
                  <a:lnTo>
                    <a:pt x="1025" y="423"/>
                  </a:lnTo>
                  <a:lnTo>
                    <a:pt x="1024" y="425"/>
                  </a:lnTo>
                  <a:lnTo>
                    <a:pt x="1023" y="427"/>
                  </a:lnTo>
                  <a:lnTo>
                    <a:pt x="1020" y="428"/>
                  </a:lnTo>
                  <a:lnTo>
                    <a:pt x="1017" y="429"/>
                  </a:lnTo>
                  <a:lnTo>
                    <a:pt x="1015" y="429"/>
                  </a:lnTo>
                  <a:lnTo>
                    <a:pt x="1014" y="431"/>
                  </a:lnTo>
                  <a:lnTo>
                    <a:pt x="1013" y="435"/>
                  </a:lnTo>
                  <a:lnTo>
                    <a:pt x="1012" y="439"/>
                  </a:lnTo>
                  <a:lnTo>
                    <a:pt x="1011" y="441"/>
                  </a:lnTo>
                  <a:lnTo>
                    <a:pt x="1008" y="442"/>
                  </a:lnTo>
                  <a:lnTo>
                    <a:pt x="1005" y="442"/>
                  </a:lnTo>
                  <a:lnTo>
                    <a:pt x="1003" y="441"/>
                  </a:lnTo>
                  <a:lnTo>
                    <a:pt x="1000" y="441"/>
                  </a:lnTo>
                  <a:lnTo>
                    <a:pt x="998" y="440"/>
                  </a:lnTo>
                  <a:lnTo>
                    <a:pt x="996" y="438"/>
                  </a:lnTo>
                  <a:lnTo>
                    <a:pt x="995" y="436"/>
                  </a:lnTo>
                  <a:lnTo>
                    <a:pt x="993" y="436"/>
                  </a:lnTo>
                  <a:lnTo>
                    <a:pt x="991" y="437"/>
                  </a:lnTo>
                  <a:lnTo>
                    <a:pt x="988" y="437"/>
                  </a:lnTo>
                  <a:lnTo>
                    <a:pt x="986" y="437"/>
                  </a:lnTo>
                  <a:lnTo>
                    <a:pt x="985" y="434"/>
                  </a:lnTo>
                  <a:lnTo>
                    <a:pt x="985" y="432"/>
                  </a:lnTo>
                  <a:lnTo>
                    <a:pt x="984" y="430"/>
                  </a:lnTo>
                  <a:lnTo>
                    <a:pt x="982" y="429"/>
                  </a:lnTo>
                  <a:lnTo>
                    <a:pt x="979" y="429"/>
                  </a:lnTo>
                  <a:lnTo>
                    <a:pt x="978" y="427"/>
                  </a:lnTo>
                  <a:lnTo>
                    <a:pt x="978" y="424"/>
                  </a:lnTo>
                  <a:lnTo>
                    <a:pt x="979" y="420"/>
                  </a:lnTo>
                  <a:lnTo>
                    <a:pt x="981" y="418"/>
                  </a:lnTo>
                  <a:lnTo>
                    <a:pt x="981" y="415"/>
                  </a:lnTo>
                  <a:lnTo>
                    <a:pt x="982" y="413"/>
                  </a:lnTo>
                  <a:lnTo>
                    <a:pt x="982" y="411"/>
                  </a:lnTo>
                  <a:lnTo>
                    <a:pt x="983" y="409"/>
                  </a:lnTo>
                  <a:lnTo>
                    <a:pt x="982" y="407"/>
                  </a:lnTo>
                  <a:lnTo>
                    <a:pt x="981" y="404"/>
                  </a:lnTo>
                  <a:lnTo>
                    <a:pt x="979" y="400"/>
                  </a:lnTo>
                  <a:lnTo>
                    <a:pt x="979" y="397"/>
                  </a:lnTo>
                  <a:lnTo>
                    <a:pt x="980" y="395"/>
                  </a:lnTo>
                  <a:lnTo>
                    <a:pt x="983" y="395"/>
                  </a:lnTo>
                  <a:lnTo>
                    <a:pt x="986" y="394"/>
                  </a:lnTo>
                  <a:lnTo>
                    <a:pt x="987" y="393"/>
                  </a:lnTo>
                  <a:lnTo>
                    <a:pt x="988" y="391"/>
                  </a:lnTo>
                  <a:lnTo>
                    <a:pt x="989" y="389"/>
                  </a:lnTo>
                  <a:lnTo>
                    <a:pt x="991" y="388"/>
                  </a:lnTo>
                  <a:lnTo>
                    <a:pt x="993" y="389"/>
                  </a:lnTo>
                  <a:lnTo>
                    <a:pt x="995" y="389"/>
                  </a:lnTo>
                  <a:lnTo>
                    <a:pt x="996" y="389"/>
                  </a:lnTo>
                  <a:lnTo>
                    <a:pt x="998" y="388"/>
                  </a:lnTo>
                  <a:lnTo>
                    <a:pt x="1000" y="387"/>
                  </a:lnTo>
                  <a:lnTo>
                    <a:pt x="1002" y="387"/>
                  </a:lnTo>
                  <a:lnTo>
                    <a:pt x="1004" y="387"/>
                  </a:lnTo>
                  <a:lnTo>
                    <a:pt x="1007" y="386"/>
                  </a:lnTo>
                  <a:lnTo>
                    <a:pt x="1010" y="385"/>
                  </a:lnTo>
                  <a:lnTo>
                    <a:pt x="1012" y="385"/>
                  </a:lnTo>
                  <a:lnTo>
                    <a:pt x="1014" y="388"/>
                  </a:lnTo>
                  <a:lnTo>
                    <a:pt x="1015" y="392"/>
                  </a:lnTo>
                  <a:lnTo>
                    <a:pt x="1015" y="396"/>
                  </a:lnTo>
                  <a:lnTo>
                    <a:pt x="1015" y="399"/>
                  </a:lnTo>
                  <a:lnTo>
                    <a:pt x="1017" y="400"/>
                  </a:lnTo>
                  <a:lnTo>
                    <a:pt x="1020" y="400"/>
                  </a:lnTo>
                  <a:lnTo>
                    <a:pt x="1023" y="401"/>
                  </a:lnTo>
                  <a:lnTo>
                    <a:pt x="1024" y="404"/>
                  </a:lnTo>
                  <a:lnTo>
                    <a:pt x="1025" y="406"/>
                  </a:lnTo>
                  <a:lnTo>
                    <a:pt x="1026" y="408"/>
                  </a:lnTo>
                  <a:lnTo>
                    <a:pt x="1027" y="411"/>
                  </a:lnTo>
                  <a:close/>
                </a:path>
              </a:pathLst>
            </a:custGeom>
            <a:solidFill>
              <a:srgbClr val="DA9FC0">
                <a:alpha val="24000"/>
              </a:srgbClr>
            </a:solidFill>
            <a:ln>
              <a:noFill/>
            </a:ln>
          </p:spPr>
          <p:txBody>
            <a:bodyPr anchor="ctr"/>
            <a:lstStyle/>
            <a:p>
              <a:pPr algn="ctr">
                <a:buNone/>
              </a:pPr>
            </a:p>
          </p:txBody>
        </p:sp>
        <p:sp>
          <p:nvSpPr>
            <p:cNvPr id="3082" name="addition:input:205"/>
            <p:cNvSpPr>
              <a:spLocks noGrp="1"/>
            </p:cNvSpPr>
            <p:nvPr/>
          </p:nvSpPr>
          <p:spPr>
            <a:xfrm>
              <a:off x="209550" y="5438775"/>
              <a:ext cx="1659087" cy="706694"/>
            </a:xfrm>
            <a:custGeom>
              <a:avLst/>
              <a:gdLst/>
              <a:ahLst/>
              <a:cxnLst/>
              <a:rect l="l" t="t" r="r" b="b"/>
              <a:pathLst>
                <a:path w="1008" h="377">
                  <a:moveTo>
                    <a:pt x="0" y="0"/>
                  </a:moveTo>
                  <a:moveTo>
                    <a:pt x="1006" y="351"/>
                  </a:moveTo>
                  <a:lnTo>
                    <a:pt x="1006" y="353"/>
                  </a:lnTo>
                  <a:lnTo>
                    <a:pt x="1005" y="355"/>
                  </a:lnTo>
                  <a:lnTo>
                    <a:pt x="1004" y="357"/>
                  </a:lnTo>
                  <a:lnTo>
                    <a:pt x="1002" y="359"/>
                  </a:lnTo>
                  <a:lnTo>
                    <a:pt x="1001" y="361"/>
                  </a:lnTo>
                  <a:lnTo>
                    <a:pt x="1000" y="363"/>
                  </a:lnTo>
                  <a:lnTo>
                    <a:pt x="999" y="365"/>
                  </a:lnTo>
                  <a:lnTo>
                    <a:pt x="998" y="366"/>
                  </a:lnTo>
                  <a:lnTo>
                    <a:pt x="996" y="367"/>
                  </a:lnTo>
                  <a:lnTo>
                    <a:pt x="995" y="368"/>
                  </a:lnTo>
                  <a:lnTo>
                    <a:pt x="994" y="371"/>
                  </a:lnTo>
                  <a:lnTo>
                    <a:pt x="993" y="375"/>
                  </a:lnTo>
                  <a:lnTo>
                    <a:pt x="992" y="377"/>
                  </a:lnTo>
                  <a:lnTo>
                    <a:pt x="989" y="377"/>
                  </a:lnTo>
                  <a:lnTo>
                    <a:pt x="987" y="375"/>
                  </a:lnTo>
                  <a:lnTo>
                    <a:pt x="985" y="373"/>
                  </a:lnTo>
                  <a:lnTo>
                    <a:pt x="983" y="372"/>
                  </a:lnTo>
                  <a:lnTo>
                    <a:pt x="982" y="372"/>
                  </a:lnTo>
                  <a:lnTo>
                    <a:pt x="980" y="373"/>
                  </a:lnTo>
                  <a:lnTo>
                    <a:pt x="979" y="373"/>
                  </a:lnTo>
                  <a:lnTo>
                    <a:pt x="977" y="372"/>
                  </a:lnTo>
                  <a:lnTo>
                    <a:pt x="976" y="372"/>
                  </a:lnTo>
                  <a:lnTo>
                    <a:pt x="974" y="373"/>
                  </a:lnTo>
                  <a:lnTo>
                    <a:pt x="972" y="373"/>
                  </a:lnTo>
                  <a:lnTo>
                    <a:pt x="970" y="371"/>
                  </a:lnTo>
                  <a:lnTo>
                    <a:pt x="970" y="369"/>
                  </a:lnTo>
                  <a:lnTo>
                    <a:pt x="970" y="366"/>
                  </a:lnTo>
                  <a:lnTo>
                    <a:pt x="969" y="365"/>
                  </a:lnTo>
                  <a:lnTo>
                    <a:pt x="967" y="364"/>
                  </a:lnTo>
                  <a:lnTo>
                    <a:pt x="965" y="362"/>
                  </a:lnTo>
                  <a:lnTo>
                    <a:pt x="965" y="360"/>
                  </a:lnTo>
                  <a:lnTo>
                    <a:pt x="966" y="357"/>
                  </a:lnTo>
                  <a:lnTo>
                    <a:pt x="967" y="355"/>
                  </a:lnTo>
                  <a:lnTo>
                    <a:pt x="968" y="353"/>
                  </a:lnTo>
                  <a:lnTo>
                    <a:pt x="967" y="351"/>
                  </a:lnTo>
                  <a:lnTo>
                    <a:pt x="965" y="349"/>
                  </a:lnTo>
                  <a:lnTo>
                    <a:pt x="964" y="347"/>
                  </a:lnTo>
                  <a:lnTo>
                    <a:pt x="963" y="344"/>
                  </a:lnTo>
                  <a:lnTo>
                    <a:pt x="963" y="342"/>
                  </a:lnTo>
                  <a:lnTo>
                    <a:pt x="963" y="339"/>
                  </a:lnTo>
                  <a:lnTo>
                    <a:pt x="963" y="337"/>
                  </a:lnTo>
                  <a:lnTo>
                    <a:pt x="964" y="335"/>
                  </a:lnTo>
                  <a:lnTo>
                    <a:pt x="967" y="335"/>
                  </a:lnTo>
                  <a:lnTo>
                    <a:pt x="969" y="335"/>
                  </a:lnTo>
                  <a:lnTo>
                    <a:pt x="971" y="335"/>
                  </a:lnTo>
                  <a:lnTo>
                    <a:pt x="972" y="333"/>
                  </a:lnTo>
                  <a:lnTo>
                    <a:pt x="973" y="331"/>
                  </a:lnTo>
                  <a:lnTo>
                    <a:pt x="974" y="328"/>
                  </a:lnTo>
                  <a:lnTo>
                    <a:pt x="976" y="328"/>
                  </a:lnTo>
                  <a:lnTo>
                    <a:pt x="978" y="328"/>
                  </a:lnTo>
                  <a:lnTo>
                    <a:pt x="980" y="329"/>
                  </a:lnTo>
                  <a:lnTo>
                    <a:pt x="981" y="328"/>
                  </a:lnTo>
                  <a:lnTo>
                    <a:pt x="983" y="326"/>
                  </a:lnTo>
                  <a:lnTo>
                    <a:pt x="986" y="325"/>
                  </a:lnTo>
                  <a:lnTo>
                    <a:pt x="988" y="325"/>
                  </a:lnTo>
                  <a:lnTo>
                    <a:pt x="990" y="326"/>
                  </a:lnTo>
                  <a:lnTo>
                    <a:pt x="992" y="328"/>
                  </a:lnTo>
                  <a:lnTo>
                    <a:pt x="994" y="329"/>
                  </a:lnTo>
                  <a:lnTo>
                    <a:pt x="996" y="331"/>
                  </a:lnTo>
                  <a:lnTo>
                    <a:pt x="997" y="333"/>
                  </a:lnTo>
                  <a:lnTo>
                    <a:pt x="997" y="336"/>
                  </a:lnTo>
                  <a:lnTo>
                    <a:pt x="998" y="338"/>
                  </a:lnTo>
                  <a:lnTo>
                    <a:pt x="999" y="339"/>
                  </a:lnTo>
                  <a:lnTo>
                    <a:pt x="1003" y="339"/>
                  </a:lnTo>
                  <a:lnTo>
                    <a:pt x="1006" y="340"/>
                  </a:lnTo>
                  <a:lnTo>
                    <a:pt x="1008" y="341"/>
                  </a:lnTo>
                  <a:lnTo>
                    <a:pt x="1008" y="344"/>
                  </a:lnTo>
                  <a:lnTo>
                    <a:pt x="1007" y="346"/>
                  </a:lnTo>
                  <a:lnTo>
                    <a:pt x="1006" y="349"/>
                  </a:lnTo>
                  <a:close/>
                </a:path>
              </a:pathLst>
            </a:custGeom>
            <a:solidFill>
              <a:srgbClr val="DA9FC0">
                <a:alpha val="24000"/>
              </a:srgbClr>
            </a:solidFill>
            <a:ln>
              <a:noFill/>
            </a:ln>
          </p:spPr>
          <p:txBody>
            <a:bodyPr anchor="ctr"/>
            <a:lstStyle/>
            <a:p>
              <a:pPr algn="ctr">
                <a:buNone/>
              </a:pPr>
            </a:p>
          </p:txBody>
        </p:sp>
        <p:sp>
          <p:nvSpPr>
            <p:cNvPr id="3083" name="addition:input:206"/>
            <p:cNvSpPr>
              <a:spLocks noGrp="1"/>
            </p:cNvSpPr>
            <p:nvPr/>
          </p:nvSpPr>
          <p:spPr>
            <a:xfrm>
              <a:off x="209550" y="5438775"/>
              <a:ext cx="1721632" cy="597972"/>
            </a:xfrm>
            <a:custGeom>
              <a:avLst/>
              <a:gdLst/>
              <a:ahLst/>
              <a:cxnLst/>
              <a:rect l="l" t="t" r="r" b="b"/>
              <a:pathLst>
                <a:path w="1046" h="319">
                  <a:moveTo>
                    <a:pt x="0" y="0"/>
                  </a:moveTo>
                  <a:moveTo>
                    <a:pt x="1044" y="295"/>
                  </a:moveTo>
                  <a:lnTo>
                    <a:pt x="1043" y="297"/>
                  </a:lnTo>
                  <a:lnTo>
                    <a:pt x="1041" y="299"/>
                  </a:lnTo>
                  <a:lnTo>
                    <a:pt x="1038" y="300"/>
                  </a:lnTo>
                  <a:lnTo>
                    <a:pt x="1037" y="302"/>
                  </a:lnTo>
                  <a:lnTo>
                    <a:pt x="1038" y="304"/>
                  </a:lnTo>
                  <a:lnTo>
                    <a:pt x="1040" y="307"/>
                  </a:lnTo>
                  <a:lnTo>
                    <a:pt x="1041" y="311"/>
                  </a:lnTo>
                  <a:lnTo>
                    <a:pt x="1040" y="313"/>
                  </a:lnTo>
                  <a:lnTo>
                    <a:pt x="1037" y="314"/>
                  </a:lnTo>
                  <a:lnTo>
                    <a:pt x="1034" y="314"/>
                  </a:lnTo>
                  <a:lnTo>
                    <a:pt x="1031" y="315"/>
                  </a:lnTo>
                  <a:lnTo>
                    <a:pt x="1029" y="315"/>
                  </a:lnTo>
                  <a:lnTo>
                    <a:pt x="1028" y="316"/>
                  </a:lnTo>
                  <a:lnTo>
                    <a:pt x="1025" y="317"/>
                  </a:lnTo>
                  <a:lnTo>
                    <a:pt x="1023" y="316"/>
                  </a:lnTo>
                  <a:lnTo>
                    <a:pt x="1021" y="317"/>
                  </a:lnTo>
                  <a:lnTo>
                    <a:pt x="1019" y="318"/>
                  </a:lnTo>
                  <a:lnTo>
                    <a:pt x="1017" y="319"/>
                  </a:lnTo>
                  <a:lnTo>
                    <a:pt x="1015" y="319"/>
                  </a:lnTo>
                  <a:lnTo>
                    <a:pt x="1013" y="318"/>
                  </a:lnTo>
                  <a:lnTo>
                    <a:pt x="1011" y="317"/>
                  </a:lnTo>
                  <a:lnTo>
                    <a:pt x="1008" y="316"/>
                  </a:lnTo>
                  <a:lnTo>
                    <a:pt x="1005" y="317"/>
                  </a:lnTo>
                  <a:lnTo>
                    <a:pt x="1001" y="318"/>
                  </a:lnTo>
                  <a:lnTo>
                    <a:pt x="998" y="317"/>
                  </a:lnTo>
                  <a:lnTo>
                    <a:pt x="997" y="314"/>
                  </a:lnTo>
                  <a:lnTo>
                    <a:pt x="998" y="310"/>
                  </a:lnTo>
                  <a:lnTo>
                    <a:pt x="998" y="307"/>
                  </a:lnTo>
                  <a:lnTo>
                    <a:pt x="997" y="305"/>
                  </a:lnTo>
                  <a:lnTo>
                    <a:pt x="995" y="304"/>
                  </a:lnTo>
                  <a:lnTo>
                    <a:pt x="993" y="302"/>
                  </a:lnTo>
                  <a:lnTo>
                    <a:pt x="991" y="301"/>
                  </a:lnTo>
                  <a:lnTo>
                    <a:pt x="989" y="299"/>
                  </a:lnTo>
                  <a:lnTo>
                    <a:pt x="987" y="297"/>
                  </a:lnTo>
                  <a:lnTo>
                    <a:pt x="984" y="295"/>
                  </a:lnTo>
                  <a:lnTo>
                    <a:pt x="983" y="292"/>
                  </a:lnTo>
                  <a:lnTo>
                    <a:pt x="984" y="290"/>
                  </a:lnTo>
                  <a:lnTo>
                    <a:pt x="987" y="288"/>
                  </a:lnTo>
                  <a:lnTo>
                    <a:pt x="990" y="286"/>
                  </a:lnTo>
                  <a:lnTo>
                    <a:pt x="990" y="285"/>
                  </a:lnTo>
                  <a:lnTo>
                    <a:pt x="990" y="282"/>
                  </a:lnTo>
                  <a:lnTo>
                    <a:pt x="991" y="280"/>
                  </a:lnTo>
                  <a:lnTo>
                    <a:pt x="993" y="278"/>
                  </a:lnTo>
                  <a:lnTo>
                    <a:pt x="997" y="278"/>
                  </a:lnTo>
                  <a:lnTo>
                    <a:pt x="1000" y="278"/>
                  </a:lnTo>
                  <a:lnTo>
                    <a:pt x="1002" y="277"/>
                  </a:lnTo>
                  <a:lnTo>
                    <a:pt x="1004" y="275"/>
                  </a:lnTo>
                  <a:lnTo>
                    <a:pt x="1005" y="272"/>
                  </a:lnTo>
                  <a:lnTo>
                    <a:pt x="1008" y="270"/>
                  </a:lnTo>
                  <a:lnTo>
                    <a:pt x="1011" y="269"/>
                  </a:lnTo>
                  <a:lnTo>
                    <a:pt x="1014" y="268"/>
                  </a:lnTo>
                  <a:lnTo>
                    <a:pt x="1017" y="267"/>
                  </a:lnTo>
                  <a:lnTo>
                    <a:pt x="1020" y="267"/>
                  </a:lnTo>
                  <a:lnTo>
                    <a:pt x="1023" y="269"/>
                  </a:lnTo>
                  <a:lnTo>
                    <a:pt x="1025" y="272"/>
                  </a:lnTo>
                  <a:lnTo>
                    <a:pt x="1027" y="275"/>
                  </a:lnTo>
                  <a:lnTo>
                    <a:pt x="1029" y="276"/>
                  </a:lnTo>
                  <a:lnTo>
                    <a:pt x="1031" y="276"/>
                  </a:lnTo>
                  <a:lnTo>
                    <a:pt x="1035" y="275"/>
                  </a:lnTo>
                  <a:lnTo>
                    <a:pt x="1038" y="275"/>
                  </a:lnTo>
                  <a:lnTo>
                    <a:pt x="1040" y="276"/>
                  </a:lnTo>
                  <a:lnTo>
                    <a:pt x="1040" y="278"/>
                  </a:lnTo>
                  <a:lnTo>
                    <a:pt x="1041" y="280"/>
                  </a:lnTo>
                  <a:lnTo>
                    <a:pt x="1043" y="282"/>
                  </a:lnTo>
                  <a:lnTo>
                    <a:pt x="1045" y="283"/>
                  </a:lnTo>
                  <a:lnTo>
                    <a:pt x="1046" y="285"/>
                  </a:lnTo>
                  <a:lnTo>
                    <a:pt x="1046" y="288"/>
                  </a:lnTo>
                  <a:lnTo>
                    <a:pt x="1045" y="290"/>
                  </a:lnTo>
                  <a:lnTo>
                    <a:pt x="1045" y="292"/>
                  </a:lnTo>
                  <a:close/>
                </a:path>
              </a:pathLst>
            </a:custGeom>
            <a:solidFill>
              <a:srgbClr val="DA9FC0">
                <a:alpha val="24000"/>
              </a:srgbClr>
            </a:solidFill>
            <a:ln>
              <a:noFill/>
            </a:ln>
          </p:spPr>
          <p:txBody>
            <a:bodyPr anchor="ctr"/>
            <a:lstStyle/>
            <a:p>
              <a:pPr algn="ctr">
                <a:buNone/>
              </a:pPr>
            </a:p>
          </p:txBody>
        </p:sp>
        <p:sp>
          <p:nvSpPr>
            <p:cNvPr id="3084" name="addition:input:207"/>
            <p:cNvSpPr>
              <a:spLocks noGrp="1"/>
            </p:cNvSpPr>
            <p:nvPr/>
          </p:nvSpPr>
          <p:spPr>
            <a:xfrm>
              <a:off x="209550" y="5438775"/>
              <a:ext cx="1836847" cy="556732"/>
            </a:xfrm>
            <a:custGeom>
              <a:avLst/>
              <a:gdLst/>
              <a:ahLst/>
              <a:cxnLst/>
              <a:rect l="l" t="t" r="r" b="b"/>
              <a:pathLst>
                <a:path w="1116" h="297">
                  <a:moveTo>
                    <a:pt x="0" y="0"/>
                  </a:moveTo>
                  <a:moveTo>
                    <a:pt x="1114" y="274"/>
                  </a:moveTo>
                  <a:lnTo>
                    <a:pt x="1112" y="276"/>
                  </a:lnTo>
                  <a:lnTo>
                    <a:pt x="1112" y="278"/>
                  </a:lnTo>
                  <a:lnTo>
                    <a:pt x="1112" y="280"/>
                  </a:lnTo>
                  <a:lnTo>
                    <a:pt x="1112" y="282"/>
                  </a:lnTo>
                  <a:lnTo>
                    <a:pt x="1110" y="284"/>
                  </a:lnTo>
                  <a:lnTo>
                    <a:pt x="1107" y="285"/>
                  </a:lnTo>
                  <a:lnTo>
                    <a:pt x="1105" y="286"/>
                  </a:lnTo>
                  <a:lnTo>
                    <a:pt x="1104" y="287"/>
                  </a:lnTo>
                  <a:lnTo>
                    <a:pt x="1104" y="290"/>
                  </a:lnTo>
                  <a:lnTo>
                    <a:pt x="1104" y="293"/>
                  </a:lnTo>
                  <a:lnTo>
                    <a:pt x="1103" y="296"/>
                  </a:lnTo>
                  <a:lnTo>
                    <a:pt x="1100" y="297"/>
                  </a:lnTo>
                  <a:lnTo>
                    <a:pt x="1098" y="297"/>
                  </a:lnTo>
                  <a:lnTo>
                    <a:pt x="1096" y="297"/>
                  </a:lnTo>
                  <a:lnTo>
                    <a:pt x="1094" y="297"/>
                  </a:lnTo>
                  <a:lnTo>
                    <a:pt x="1092" y="296"/>
                  </a:lnTo>
                  <a:lnTo>
                    <a:pt x="1090" y="295"/>
                  </a:lnTo>
                  <a:lnTo>
                    <a:pt x="1088" y="293"/>
                  </a:lnTo>
                  <a:lnTo>
                    <a:pt x="1087" y="293"/>
                  </a:lnTo>
                  <a:lnTo>
                    <a:pt x="1085" y="295"/>
                  </a:lnTo>
                  <a:lnTo>
                    <a:pt x="1083" y="297"/>
                  </a:lnTo>
                  <a:lnTo>
                    <a:pt x="1081" y="297"/>
                  </a:lnTo>
                  <a:lnTo>
                    <a:pt x="1079" y="296"/>
                  </a:lnTo>
                  <a:lnTo>
                    <a:pt x="1079" y="293"/>
                  </a:lnTo>
                  <a:lnTo>
                    <a:pt x="1078" y="292"/>
                  </a:lnTo>
                  <a:lnTo>
                    <a:pt x="1076" y="291"/>
                  </a:lnTo>
                  <a:lnTo>
                    <a:pt x="1074" y="290"/>
                  </a:lnTo>
                  <a:lnTo>
                    <a:pt x="1072" y="289"/>
                  </a:lnTo>
                  <a:lnTo>
                    <a:pt x="1071" y="287"/>
                  </a:lnTo>
                  <a:lnTo>
                    <a:pt x="1072" y="284"/>
                  </a:lnTo>
                  <a:lnTo>
                    <a:pt x="1072" y="282"/>
                  </a:lnTo>
                  <a:lnTo>
                    <a:pt x="1072" y="280"/>
                  </a:lnTo>
                  <a:lnTo>
                    <a:pt x="1071" y="278"/>
                  </a:lnTo>
                  <a:lnTo>
                    <a:pt x="1071" y="276"/>
                  </a:lnTo>
                  <a:lnTo>
                    <a:pt x="1071" y="274"/>
                  </a:lnTo>
                  <a:lnTo>
                    <a:pt x="1071" y="272"/>
                  </a:lnTo>
                  <a:lnTo>
                    <a:pt x="1069" y="270"/>
                  </a:lnTo>
                  <a:lnTo>
                    <a:pt x="1066" y="267"/>
                  </a:lnTo>
                  <a:lnTo>
                    <a:pt x="1065" y="265"/>
                  </a:lnTo>
                  <a:lnTo>
                    <a:pt x="1066" y="263"/>
                  </a:lnTo>
                  <a:lnTo>
                    <a:pt x="1069" y="262"/>
                  </a:lnTo>
                  <a:lnTo>
                    <a:pt x="1071" y="261"/>
                  </a:lnTo>
                  <a:lnTo>
                    <a:pt x="1073" y="260"/>
                  </a:lnTo>
                  <a:lnTo>
                    <a:pt x="1074" y="259"/>
                  </a:lnTo>
                  <a:lnTo>
                    <a:pt x="1075" y="257"/>
                  </a:lnTo>
                  <a:lnTo>
                    <a:pt x="1076" y="256"/>
                  </a:lnTo>
                  <a:lnTo>
                    <a:pt x="1078" y="255"/>
                  </a:lnTo>
                  <a:lnTo>
                    <a:pt x="1080" y="255"/>
                  </a:lnTo>
                  <a:lnTo>
                    <a:pt x="1082" y="254"/>
                  </a:lnTo>
                  <a:lnTo>
                    <a:pt x="1084" y="252"/>
                  </a:lnTo>
                  <a:lnTo>
                    <a:pt x="1086" y="251"/>
                  </a:lnTo>
                  <a:lnTo>
                    <a:pt x="1088" y="251"/>
                  </a:lnTo>
                  <a:lnTo>
                    <a:pt x="1090" y="251"/>
                  </a:lnTo>
                  <a:lnTo>
                    <a:pt x="1093" y="251"/>
                  </a:lnTo>
                  <a:lnTo>
                    <a:pt x="1095" y="250"/>
                  </a:lnTo>
                  <a:lnTo>
                    <a:pt x="1098" y="249"/>
                  </a:lnTo>
                  <a:lnTo>
                    <a:pt x="1100" y="251"/>
                  </a:lnTo>
                  <a:lnTo>
                    <a:pt x="1102" y="254"/>
                  </a:lnTo>
                  <a:lnTo>
                    <a:pt x="1102" y="257"/>
                  </a:lnTo>
                  <a:lnTo>
                    <a:pt x="1103" y="260"/>
                  </a:lnTo>
                  <a:lnTo>
                    <a:pt x="1104" y="261"/>
                  </a:lnTo>
                  <a:lnTo>
                    <a:pt x="1107" y="261"/>
                  </a:lnTo>
                  <a:lnTo>
                    <a:pt x="1110" y="261"/>
                  </a:lnTo>
                  <a:lnTo>
                    <a:pt x="1112" y="262"/>
                  </a:lnTo>
                  <a:lnTo>
                    <a:pt x="1113" y="264"/>
                  </a:lnTo>
                  <a:lnTo>
                    <a:pt x="1114" y="266"/>
                  </a:lnTo>
                  <a:lnTo>
                    <a:pt x="1116" y="268"/>
                  </a:lnTo>
                  <a:lnTo>
                    <a:pt x="1116" y="270"/>
                  </a:lnTo>
                  <a:lnTo>
                    <a:pt x="1115" y="272"/>
                  </a:lnTo>
                  <a:close/>
                </a:path>
              </a:pathLst>
            </a:custGeom>
            <a:solidFill>
              <a:srgbClr val="DA9FC0">
                <a:alpha val="24000"/>
              </a:srgbClr>
            </a:solidFill>
            <a:ln>
              <a:noFill/>
            </a:ln>
          </p:spPr>
          <p:txBody>
            <a:bodyPr anchor="ctr"/>
            <a:lstStyle/>
            <a:p>
              <a:pPr algn="ctr">
                <a:buNone/>
              </a:pPr>
            </a:p>
          </p:txBody>
        </p:sp>
        <p:sp>
          <p:nvSpPr>
            <p:cNvPr id="3085" name="addition:input:208"/>
            <p:cNvSpPr>
              <a:spLocks noGrp="1"/>
            </p:cNvSpPr>
            <p:nvPr/>
          </p:nvSpPr>
          <p:spPr>
            <a:xfrm>
              <a:off x="209550" y="5438775"/>
              <a:ext cx="1958645" cy="620466"/>
            </a:xfrm>
            <a:custGeom>
              <a:avLst/>
              <a:gdLst/>
              <a:ahLst/>
              <a:cxnLst/>
              <a:rect l="l" t="t" r="r" b="b"/>
              <a:pathLst>
                <a:path w="1190" h="331">
                  <a:moveTo>
                    <a:pt x="0" y="0"/>
                  </a:moveTo>
                  <a:moveTo>
                    <a:pt x="1186" y="303"/>
                  </a:moveTo>
                  <a:lnTo>
                    <a:pt x="1185" y="305"/>
                  </a:lnTo>
                  <a:lnTo>
                    <a:pt x="1187" y="307"/>
                  </a:lnTo>
                  <a:lnTo>
                    <a:pt x="1189" y="310"/>
                  </a:lnTo>
                  <a:lnTo>
                    <a:pt x="1190" y="313"/>
                  </a:lnTo>
                  <a:lnTo>
                    <a:pt x="1190" y="315"/>
                  </a:lnTo>
                  <a:lnTo>
                    <a:pt x="1188" y="317"/>
                  </a:lnTo>
                  <a:lnTo>
                    <a:pt x="1185" y="318"/>
                  </a:lnTo>
                  <a:lnTo>
                    <a:pt x="1183" y="319"/>
                  </a:lnTo>
                  <a:lnTo>
                    <a:pt x="1181" y="320"/>
                  </a:lnTo>
                  <a:lnTo>
                    <a:pt x="1179" y="320"/>
                  </a:lnTo>
                  <a:lnTo>
                    <a:pt x="1176" y="321"/>
                  </a:lnTo>
                  <a:lnTo>
                    <a:pt x="1174" y="321"/>
                  </a:lnTo>
                  <a:lnTo>
                    <a:pt x="1173" y="323"/>
                  </a:lnTo>
                  <a:lnTo>
                    <a:pt x="1172" y="327"/>
                  </a:lnTo>
                  <a:lnTo>
                    <a:pt x="1170" y="330"/>
                  </a:lnTo>
                  <a:lnTo>
                    <a:pt x="1167" y="331"/>
                  </a:lnTo>
                  <a:lnTo>
                    <a:pt x="1164" y="330"/>
                  </a:lnTo>
                  <a:lnTo>
                    <a:pt x="1161" y="328"/>
                  </a:lnTo>
                  <a:lnTo>
                    <a:pt x="1159" y="327"/>
                  </a:lnTo>
                  <a:lnTo>
                    <a:pt x="1156" y="327"/>
                  </a:lnTo>
                  <a:lnTo>
                    <a:pt x="1153" y="327"/>
                  </a:lnTo>
                  <a:lnTo>
                    <a:pt x="1151" y="327"/>
                  </a:lnTo>
                  <a:lnTo>
                    <a:pt x="1149" y="325"/>
                  </a:lnTo>
                  <a:lnTo>
                    <a:pt x="1147" y="322"/>
                  </a:lnTo>
                  <a:lnTo>
                    <a:pt x="1146" y="320"/>
                  </a:lnTo>
                  <a:lnTo>
                    <a:pt x="1144" y="319"/>
                  </a:lnTo>
                  <a:lnTo>
                    <a:pt x="1142" y="318"/>
                  </a:lnTo>
                  <a:lnTo>
                    <a:pt x="1140" y="317"/>
                  </a:lnTo>
                  <a:lnTo>
                    <a:pt x="1139" y="315"/>
                  </a:lnTo>
                  <a:lnTo>
                    <a:pt x="1137" y="313"/>
                  </a:lnTo>
                  <a:lnTo>
                    <a:pt x="1135" y="312"/>
                  </a:lnTo>
                  <a:lnTo>
                    <a:pt x="1132" y="310"/>
                  </a:lnTo>
                  <a:lnTo>
                    <a:pt x="1131" y="308"/>
                  </a:lnTo>
                  <a:lnTo>
                    <a:pt x="1133" y="305"/>
                  </a:lnTo>
                  <a:lnTo>
                    <a:pt x="1136" y="303"/>
                  </a:lnTo>
                  <a:lnTo>
                    <a:pt x="1140" y="301"/>
                  </a:lnTo>
                  <a:lnTo>
                    <a:pt x="1141" y="299"/>
                  </a:lnTo>
                  <a:lnTo>
                    <a:pt x="1141" y="297"/>
                  </a:lnTo>
                  <a:lnTo>
                    <a:pt x="1140" y="294"/>
                  </a:lnTo>
                  <a:lnTo>
                    <a:pt x="1141" y="292"/>
                  </a:lnTo>
                  <a:lnTo>
                    <a:pt x="1142" y="290"/>
                  </a:lnTo>
                  <a:lnTo>
                    <a:pt x="1144" y="288"/>
                  </a:lnTo>
                  <a:lnTo>
                    <a:pt x="1145" y="286"/>
                  </a:lnTo>
                  <a:lnTo>
                    <a:pt x="1145" y="284"/>
                  </a:lnTo>
                  <a:lnTo>
                    <a:pt x="1147" y="282"/>
                  </a:lnTo>
                  <a:lnTo>
                    <a:pt x="1149" y="281"/>
                  </a:lnTo>
                  <a:lnTo>
                    <a:pt x="1152" y="281"/>
                  </a:lnTo>
                  <a:lnTo>
                    <a:pt x="1154" y="279"/>
                  </a:lnTo>
                  <a:lnTo>
                    <a:pt x="1155" y="278"/>
                  </a:lnTo>
                  <a:lnTo>
                    <a:pt x="1157" y="277"/>
                  </a:lnTo>
                  <a:lnTo>
                    <a:pt x="1160" y="277"/>
                  </a:lnTo>
                  <a:lnTo>
                    <a:pt x="1162" y="279"/>
                  </a:lnTo>
                  <a:lnTo>
                    <a:pt x="1163" y="282"/>
                  </a:lnTo>
                  <a:lnTo>
                    <a:pt x="1165" y="283"/>
                  </a:lnTo>
                  <a:lnTo>
                    <a:pt x="1167" y="281"/>
                  </a:lnTo>
                  <a:lnTo>
                    <a:pt x="1169" y="279"/>
                  </a:lnTo>
                  <a:lnTo>
                    <a:pt x="1172" y="278"/>
                  </a:lnTo>
                  <a:lnTo>
                    <a:pt x="1174" y="278"/>
                  </a:lnTo>
                  <a:lnTo>
                    <a:pt x="1176" y="280"/>
                  </a:lnTo>
                  <a:lnTo>
                    <a:pt x="1178" y="282"/>
                  </a:lnTo>
                  <a:lnTo>
                    <a:pt x="1179" y="283"/>
                  </a:lnTo>
                  <a:lnTo>
                    <a:pt x="1180" y="285"/>
                  </a:lnTo>
                  <a:lnTo>
                    <a:pt x="1181" y="288"/>
                  </a:lnTo>
                  <a:lnTo>
                    <a:pt x="1180" y="291"/>
                  </a:lnTo>
                  <a:lnTo>
                    <a:pt x="1181" y="293"/>
                  </a:lnTo>
                  <a:lnTo>
                    <a:pt x="1182" y="295"/>
                  </a:lnTo>
                  <a:lnTo>
                    <a:pt x="1185" y="296"/>
                  </a:lnTo>
                  <a:lnTo>
                    <a:pt x="1187" y="298"/>
                  </a:lnTo>
                  <a:lnTo>
                    <a:pt x="1187" y="300"/>
                  </a:lnTo>
                  <a:close/>
                </a:path>
              </a:pathLst>
            </a:custGeom>
            <a:solidFill>
              <a:srgbClr val="DA9FC0">
                <a:alpha val="24000"/>
              </a:srgbClr>
            </a:solidFill>
            <a:ln>
              <a:noFill/>
            </a:ln>
          </p:spPr>
          <p:txBody>
            <a:bodyPr anchor="ctr"/>
            <a:lstStyle/>
            <a:p>
              <a:pPr algn="ctr">
                <a:buNone/>
              </a:pPr>
            </a:p>
          </p:txBody>
        </p:sp>
        <p:sp>
          <p:nvSpPr>
            <p:cNvPr id="3086" name="addition:input:209"/>
            <p:cNvSpPr>
              <a:spLocks noGrp="1"/>
            </p:cNvSpPr>
            <p:nvPr/>
          </p:nvSpPr>
          <p:spPr>
            <a:xfrm>
              <a:off x="209550" y="5438775"/>
              <a:ext cx="1594896" cy="1692692"/>
            </a:xfrm>
            <a:custGeom>
              <a:avLst/>
              <a:gdLst/>
              <a:ahLst/>
              <a:cxnLst/>
              <a:rect l="l" t="t" r="r" b="b"/>
              <a:pathLst>
                <a:path w="969" h="903">
                  <a:moveTo>
                    <a:pt x="0" y="0"/>
                  </a:moveTo>
                  <a:moveTo>
                    <a:pt x="107" y="321"/>
                  </a:moveTo>
                  <a:lnTo>
                    <a:pt x="969" y="321"/>
                  </a:lnTo>
                  <a:lnTo>
                    <a:pt x="969" y="903"/>
                  </a:lnTo>
                  <a:lnTo>
                    <a:pt x="107" y="817"/>
                  </a:lnTo>
                  <a:close/>
                </a:path>
              </a:pathLst>
            </a:custGeom>
            <a:solidFill>
              <a:srgbClr val="EAF7FF">
                <a:alpha val="6000"/>
              </a:srgbClr>
            </a:solidFill>
            <a:ln>
              <a:noFill/>
            </a:ln>
          </p:spPr>
          <p:txBody>
            <a:bodyPr anchor="ctr"/>
            <a:lstStyle/>
            <a:p>
              <a:pPr algn="ctr">
                <a:buNone/>
              </a:pPr>
            </a:p>
          </p:txBody>
        </p:sp>
        <p:sp>
          <p:nvSpPr>
            <p:cNvPr id="3087" name="addition:input:210"/>
            <p:cNvSpPr>
              <a:spLocks noGrp="1"/>
            </p:cNvSpPr>
            <p:nvPr/>
          </p:nvSpPr>
          <p:spPr>
            <a:xfrm>
              <a:off x="544001" y="5937022"/>
              <a:ext cx="0" cy="929762"/>
            </a:xfrm>
            <a:prstGeom prst="line">
              <a:avLst/>
            </a:prstGeom>
            <a:ln w="4286">
              <a:solidFill>
                <a:srgbClr val="56A1CC">
                  <a:alpha val="22000"/>
                </a:srgbClr>
              </a:solidFill>
            </a:ln>
          </p:spPr>
        </p:sp>
        <p:sp>
          <p:nvSpPr>
            <p:cNvPr id="3088" name="addition:input:211"/>
            <p:cNvSpPr>
              <a:spLocks noGrp="1"/>
            </p:cNvSpPr>
            <p:nvPr/>
          </p:nvSpPr>
          <p:spPr>
            <a:xfrm>
              <a:off x="1962784" y="5937022"/>
              <a:ext cx="0" cy="1090971"/>
            </a:xfrm>
            <a:prstGeom prst="line">
              <a:avLst/>
            </a:prstGeom>
            <a:ln w="4286">
              <a:solidFill>
                <a:srgbClr val="56A1CC">
                  <a:alpha val="28000"/>
                </a:srgbClr>
              </a:solidFill>
            </a:ln>
          </p:spPr>
        </p:sp>
        <p:sp>
          <p:nvSpPr>
            <p:cNvPr id="3089" name="addition:input:212"/>
            <p:cNvSpPr>
              <a:spLocks noGrp="1"/>
            </p:cNvSpPr>
            <p:nvPr/>
          </p:nvSpPr>
          <p:spPr>
            <a:xfrm>
              <a:off x="544001" y="5937022"/>
              <a:ext cx="1418783" cy="0"/>
            </a:xfrm>
            <a:prstGeom prst="line">
              <a:avLst/>
            </a:prstGeom>
            <a:ln w="4286">
              <a:solidFill>
                <a:srgbClr val="56A1CC">
                  <a:alpha val="35000"/>
                </a:srgbClr>
              </a:solidFill>
            </a:ln>
          </p:spPr>
        </p:sp>
        <p:sp>
          <p:nvSpPr>
            <p:cNvPr id="3090" name="addition:input:213"/>
            <p:cNvSpPr>
              <a:spLocks noGrp="1"/>
            </p:cNvSpPr>
            <p:nvPr/>
          </p:nvSpPr>
          <p:spPr>
            <a:xfrm>
              <a:off x="702338" y="5833549"/>
              <a:ext cx="0" cy="929762"/>
            </a:xfrm>
            <a:prstGeom prst="line">
              <a:avLst/>
            </a:prstGeom>
            <a:ln w="4286">
              <a:solidFill>
                <a:srgbClr val="56A1CC">
                  <a:alpha val="22000"/>
                </a:srgbClr>
              </a:solidFill>
            </a:ln>
          </p:spPr>
        </p:sp>
        <p:sp>
          <p:nvSpPr>
            <p:cNvPr id="3091" name="addition:input:214"/>
            <p:cNvSpPr>
              <a:spLocks noGrp="1"/>
            </p:cNvSpPr>
            <p:nvPr/>
          </p:nvSpPr>
          <p:spPr>
            <a:xfrm>
              <a:off x="2121121" y="5833549"/>
              <a:ext cx="0" cy="1090971"/>
            </a:xfrm>
            <a:prstGeom prst="line">
              <a:avLst/>
            </a:prstGeom>
            <a:ln w="4286">
              <a:solidFill>
                <a:srgbClr val="56A1CC">
                  <a:alpha val="28000"/>
                </a:srgbClr>
              </a:solidFill>
            </a:ln>
          </p:spPr>
        </p:sp>
        <p:sp>
          <p:nvSpPr>
            <p:cNvPr id="3092" name="addition:input:215"/>
            <p:cNvSpPr>
              <a:spLocks noGrp="1"/>
            </p:cNvSpPr>
            <p:nvPr/>
          </p:nvSpPr>
          <p:spPr>
            <a:xfrm>
              <a:off x="702338" y="5833549"/>
              <a:ext cx="1418783" cy="0"/>
            </a:xfrm>
            <a:prstGeom prst="line">
              <a:avLst/>
            </a:prstGeom>
            <a:ln w="4286">
              <a:solidFill>
                <a:srgbClr val="56A1CC">
                  <a:alpha val="35000"/>
                </a:srgbClr>
              </a:solidFill>
            </a:ln>
          </p:spPr>
        </p:sp>
        <p:sp>
          <p:nvSpPr>
            <p:cNvPr id="3093" name="addition:input:216"/>
            <p:cNvSpPr>
              <a:spLocks noGrp="1"/>
            </p:cNvSpPr>
            <p:nvPr/>
          </p:nvSpPr>
          <p:spPr>
            <a:xfrm>
              <a:off x="860676" y="5730075"/>
              <a:ext cx="0" cy="929762"/>
            </a:xfrm>
            <a:prstGeom prst="line">
              <a:avLst/>
            </a:prstGeom>
            <a:ln w="4286">
              <a:solidFill>
                <a:srgbClr val="56A1CC">
                  <a:alpha val="22000"/>
                </a:srgbClr>
              </a:solidFill>
            </a:ln>
          </p:spPr>
        </p:sp>
        <p:sp>
          <p:nvSpPr>
            <p:cNvPr id="3094" name="addition:input:217"/>
            <p:cNvSpPr>
              <a:spLocks noGrp="1"/>
            </p:cNvSpPr>
            <p:nvPr/>
          </p:nvSpPr>
          <p:spPr>
            <a:xfrm>
              <a:off x="2279459" y="5730075"/>
              <a:ext cx="0" cy="1090971"/>
            </a:xfrm>
            <a:prstGeom prst="line">
              <a:avLst/>
            </a:prstGeom>
            <a:ln w="4286">
              <a:solidFill>
                <a:srgbClr val="56A1CC">
                  <a:alpha val="28000"/>
                </a:srgbClr>
              </a:solidFill>
            </a:ln>
          </p:spPr>
        </p:sp>
        <p:sp>
          <p:nvSpPr>
            <p:cNvPr id="3095" name="addition:input:218"/>
            <p:cNvSpPr>
              <a:spLocks noGrp="1"/>
            </p:cNvSpPr>
            <p:nvPr/>
          </p:nvSpPr>
          <p:spPr>
            <a:xfrm>
              <a:off x="860676" y="5730075"/>
              <a:ext cx="1418783" cy="0"/>
            </a:xfrm>
            <a:prstGeom prst="line">
              <a:avLst/>
            </a:prstGeom>
            <a:ln w="4286">
              <a:solidFill>
                <a:srgbClr val="56A1CC">
                  <a:alpha val="35000"/>
                </a:srgbClr>
              </a:solidFill>
            </a:ln>
          </p:spPr>
        </p:sp>
        <p:sp>
          <p:nvSpPr>
            <p:cNvPr id="3096" name="addition:input:219"/>
            <p:cNvSpPr>
              <a:spLocks noGrp="1"/>
            </p:cNvSpPr>
            <p:nvPr/>
          </p:nvSpPr>
          <p:spPr>
            <a:xfrm>
              <a:off x="1019013" y="5626602"/>
              <a:ext cx="0" cy="929762"/>
            </a:xfrm>
            <a:prstGeom prst="line">
              <a:avLst/>
            </a:prstGeom>
            <a:ln w="4286">
              <a:solidFill>
                <a:srgbClr val="56A1CC">
                  <a:alpha val="22000"/>
                </a:srgbClr>
              </a:solidFill>
            </a:ln>
          </p:spPr>
        </p:sp>
        <p:sp>
          <p:nvSpPr>
            <p:cNvPr id="3097" name="addition:input:220"/>
            <p:cNvSpPr>
              <a:spLocks noGrp="1"/>
            </p:cNvSpPr>
            <p:nvPr/>
          </p:nvSpPr>
          <p:spPr>
            <a:xfrm>
              <a:off x="2437796" y="5626602"/>
              <a:ext cx="0" cy="1090971"/>
            </a:xfrm>
            <a:prstGeom prst="line">
              <a:avLst/>
            </a:prstGeom>
            <a:ln w="4286">
              <a:solidFill>
                <a:srgbClr val="56A1CC">
                  <a:alpha val="28000"/>
                </a:srgbClr>
              </a:solidFill>
            </a:ln>
          </p:spPr>
        </p:sp>
        <p:sp>
          <p:nvSpPr>
            <p:cNvPr id="3098" name="addition:input:221"/>
            <p:cNvSpPr>
              <a:spLocks noGrp="1"/>
            </p:cNvSpPr>
            <p:nvPr/>
          </p:nvSpPr>
          <p:spPr>
            <a:xfrm>
              <a:off x="1019013" y="5626602"/>
              <a:ext cx="1418783" cy="0"/>
            </a:xfrm>
            <a:prstGeom prst="line">
              <a:avLst/>
            </a:prstGeom>
            <a:ln w="4286">
              <a:solidFill>
                <a:srgbClr val="56A1CC">
                  <a:alpha val="35000"/>
                </a:srgbClr>
              </a:solidFill>
            </a:ln>
          </p:spPr>
        </p:sp>
        <p:sp>
          <p:nvSpPr>
            <p:cNvPr id="3099" name="addition:input:222"/>
            <p:cNvSpPr>
              <a:spLocks noGrp="1"/>
            </p:cNvSpPr>
            <p:nvPr/>
          </p:nvSpPr>
          <p:spPr>
            <a:xfrm>
              <a:off x="393893" y="6338020"/>
              <a:ext cx="1402324" cy="51587"/>
            </a:xfrm>
            <a:prstGeom prst="line">
              <a:avLst/>
            </a:prstGeom>
            <a:ln w="4286">
              <a:solidFill>
                <a:srgbClr val="56A1CC">
                  <a:alpha val="20000"/>
                </a:srgbClr>
              </a:solidFill>
            </a:ln>
          </p:spPr>
        </p:sp>
        <p:sp>
          <p:nvSpPr>
            <p:cNvPr id="3100" name="addition:input:223"/>
            <p:cNvSpPr>
              <a:spLocks noGrp="1"/>
            </p:cNvSpPr>
            <p:nvPr/>
          </p:nvSpPr>
          <p:spPr>
            <a:xfrm>
              <a:off x="393893" y="6644841"/>
              <a:ext cx="1402324" cy="104786"/>
            </a:xfrm>
            <a:prstGeom prst="line">
              <a:avLst/>
            </a:prstGeom>
            <a:ln w="4286">
              <a:solidFill>
                <a:srgbClr val="56A1CC">
                  <a:alpha val="20000"/>
                </a:srgbClr>
              </a:solidFill>
            </a:ln>
          </p:spPr>
        </p:sp>
        <p:sp>
          <p:nvSpPr>
            <p:cNvPr id="3101" name="addition:input:224"/>
            <p:cNvSpPr>
              <a:spLocks noGrp="1"/>
            </p:cNvSpPr>
            <p:nvPr/>
          </p:nvSpPr>
          <p:spPr>
            <a:xfrm>
              <a:off x="385663" y="6040496"/>
              <a:ext cx="1418783" cy="0"/>
            </a:xfrm>
            <a:prstGeom prst="line">
              <a:avLst/>
            </a:prstGeom>
            <a:ln w="5258">
              <a:solidFill>
                <a:srgbClr val="0072B2">
                  <a:alpha val="82000"/>
                </a:srgbClr>
              </a:solidFill>
            </a:ln>
          </p:spPr>
        </p:sp>
        <p:sp>
          <p:nvSpPr>
            <p:cNvPr id="3102" name="addition:input:225"/>
            <p:cNvSpPr>
              <a:spLocks noGrp="1"/>
            </p:cNvSpPr>
            <p:nvPr/>
          </p:nvSpPr>
          <p:spPr>
            <a:xfrm>
              <a:off x="1804446" y="6040496"/>
              <a:ext cx="0" cy="1090971"/>
            </a:xfrm>
            <a:prstGeom prst="line">
              <a:avLst/>
            </a:prstGeom>
            <a:ln w="4915">
              <a:solidFill>
                <a:srgbClr val="0072B2">
                  <a:alpha val="82000"/>
                </a:srgbClr>
              </a:solidFill>
            </a:ln>
          </p:spPr>
        </p:sp>
        <p:sp>
          <p:nvSpPr>
            <p:cNvPr id="3103" name="addition:input:226"/>
            <p:cNvSpPr>
              <a:spLocks noGrp="1"/>
            </p:cNvSpPr>
            <p:nvPr/>
          </p:nvSpPr>
          <p:spPr>
            <a:xfrm flipH="1" flipV="1">
              <a:off x="385663" y="6970258"/>
              <a:ext cx="1418783" cy="161209"/>
            </a:xfrm>
            <a:prstGeom prst="line">
              <a:avLst/>
            </a:prstGeom>
            <a:ln w="5258">
              <a:solidFill>
                <a:srgbClr val="0072B2">
                  <a:alpha val="86000"/>
                </a:srgbClr>
              </a:solidFill>
            </a:ln>
          </p:spPr>
        </p:sp>
        <p:sp>
          <p:nvSpPr>
            <p:cNvPr id="3104" name="addition:input:227"/>
            <p:cNvSpPr>
              <a:spLocks noGrp="1"/>
            </p:cNvSpPr>
            <p:nvPr/>
          </p:nvSpPr>
          <p:spPr>
            <a:xfrm flipV="1">
              <a:off x="385663" y="6040496"/>
              <a:ext cx="0" cy="929762"/>
            </a:xfrm>
            <a:prstGeom prst="line">
              <a:avLst/>
            </a:prstGeom>
            <a:ln w="5258">
              <a:solidFill>
                <a:srgbClr val="0072B2">
                  <a:alpha val="82000"/>
                </a:srgbClr>
              </a:solidFill>
            </a:ln>
          </p:spPr>
        </p:sp>
        <p:sp>
          <p:nvSpPr>
            <p:cNvPr id="3105" name="addition:input:228"/>
            <p:cNvSpPr>
              <a:spLocks noGrp="1"/>
            </p:cNvSpPr>
            <p:nvPr/>
          </p:nvSpPr>
          <p:spPr>
            <a:xfrm>
              <a:off x="1271168" y="5525003"/>
              <a:ext cx="1328257" cy="0"/>
            </a:xfrm>
            <a:prstGeom prst="line">
              <a:avLst/>
            </a:prstGeom>
            <a:ln w="5486">
              <a:solidFill>
                <a:srgbClr val="0072B2">
                  <a:alpha val="78000"/>
                </a:srgbClr>
              </a:solidFill>
            </a:ln>
          </p:spPr>
        </p:sp>
        <p:sp>
          <p:nvSpPr>
            <p:cNvPr id="3106" name="addition:input:229"/>
            <p:cNvSpPr>
              <a:spLocks noGrp="1"/>
            </p:cNvSpPr>
            <p:nvPr/>
          </p:nvSpPr>
          <p:spPr>
            <a:xfrm>
              <a:off x="2599426" y="5525003"/>
              <a:ext cx="0" cy="875401"/>
            </a:xfrm>
            <a:prstGeom prst="line">
              <a:avLst/>
            </a:prstGeom>
            <a:ln w="5258">
              <a:solidFill>
                <a:srgbClr val="0072B2">
                  <a:alpha val="78000"/>
                </a:srgbClr>
              </a:solidFill>
            </a:ln>
          </p:spPr>
        </p:sp>
        <p:sp>
          <p:nvSpPr>
            <p:cNvPr id="3107" name="addition:input:230"/>
            <p:cNvSpPr>
              <a:spLocks noGrp="1"/>
            </p:cNvSpPr>
            <p:nvPr/>
          </p:nvSpPr>
          <p:spPr>
            <a:xfrm flipV="1">
              <a:off x="385663" y="5525003"/>
              <a:ext cx="885505" cy="515493"/>
            </a:xfrm>
            <a:prstGeom prst="line">
              <a:avLst/>
            </a:prstGeom>
            <a:ln w="5486">
              <a:solidFill>
                <a:srgbClr val="0072B2">
                  <a:alpha val="84000"/>
                </a:srgbClr>
              </a:solidFill>
            </a:ln>
          </p:spPr>
        </p:sp>
        <p:sp>
          <p:nvSpPr>
            <p:cNvPr id="3108" name="addition:input:231"/>
            <p:cNvSpPr>
              <a:spLocks noGrp="1"/>
            </p:cNvSpPr>
            <p:nvPr/>
          </p:nvSpPr>
          <p:spPr>
            <a:xfrm flipV="1">
              <a:off x="1804446" y="5525003"/>
              <a:ext cx="794979" cy="515493"/>
            </a:xfrm>
            <a:prstGeom prst="line">
              <a:avLst/>
            </a:prstGeom>
            <a:ln w="5486">
              <a:solidFill>
                <a:srgbClr val="0072B2">
                  <a:alpha val="84000"/>
                </a:srgbClr>
              </a:solidFill>
            </a:ln>
          </p:spPr>
        </p:sp>
        <p:sp>
          <p:nvSpPr>
            <p:cNvPr id="3109" name="addition:input:232"/>
            <p:cNvSpPr>
              <a:spLocks noGrp="1"/>
            </p:cNvSpPr>
            <p:nvPr/>
          </p:nvSpPr>
          <p:spPr>
            <a:xfrm flipV="1">
              <a:off x="1804446" y="6400404"/>
              <a:ext cx="794979" cy="731063"/>
            </a:xfrm>
            <a:prstGeom prst="line">
              <a:avLst/>
            </a:prstGeom>
            <a:ln w="5258">
              <a:solidFill>
                <a:srgbClr val="0072B2">
                  <a:alpha val="84000"/>
                </a:srgbClr>
              </a:solidFill>
            </a:ln>
          </p:spPr>
        </p:sp>
        <p:sp>
          <p:nvSpPr>
            <p:cNvPr id="3110" name="addition:input:233"/>
            <p:cNvSpPr>
              <a:spLocks noGrp="1"/>
            </p:cNvSpPr>
            <p:nvPr/>
          </p:nvSpPr>
          <p:spPr>
            <a:xfrm flipV="1">
              <a:off x="385663" y="6452890"/>
              <a:ext cx="885505" cy="517368"/>
            </a:xfrm>
            <a:prstGeom prst="line">
              <a:avLst/>
            </a:prstGeom>
            <a:ln w="4343">
              <a:solidFill>
                <a:srgbClr val="0072B2">
                  <a:alpha val="34000"/>
                </a:srgbClr>
              </a:solidFill>
            </a:ln>
          </p:spPr>
        </p:sp>
        <p:sp>
          <p:nvSpPr>
            <p:cNvPr id="3111" name="addition:input:234"/>
            <p:cNvSpPr>
              <a:spLocks noGrp="1"/>
            </p:cNvSpPr>
            <p:nvPr/>
          </p:nvSpPr>
          <p:spPr>
            <a:xfrm flipV="1">
              <a:off x="1271168" y="6400404"/>
              <a:ext cx="1328257" cy="52487"/>
            </a:xfrm>
            <a:prstGeom prst="line">
              <a:avLst/>
            </a:prstGeom>
            <a:ln w="4286">
              <a:solidFill>
                <a:srgbClr val="0072B2">
                  <a:alpha val="32000"/>
                </a:srgbClr>
              </a:solidFill>
            </a:ln>
          </p:spPr>
        </p:sp>
        <p:sp>
          <p:nvSpPr>
            <p:cNvPr id="3112" name="addition:input:235"/>
            <p:cNvSpPr>
              <a:spLocks noGrp="1"/>
            </p:cNvSpPr>
            <p:nvPr/>
          </p:nvSpPr>
          <p:spPr>
            <a:xfrm>
              <a:off x="1271168" y="5525003"/>
              <a:ext cx="0" cy="927887"/>
            </a:xfrm>
            <a:prstGeom prst="line">
              <a:avLst/>
            </a:prstGeom>
            <a:ln w="4286">
              <a:solidFill>
                <a:srgbClr val="0072B2">
                  <a:alpha val="40000"/>
                </a:srgbClr>
              </a:solidFill>
            </a:ln>
          </p:spPr>
        </p:sp>
        <p:sp>
          <p:nvSpPr>
            <p:cNvPr id="3113" name="addition:input:251"/>
            <p:cNvSpPr>
              <a:spLocks noGrp="1"/>
            </p:cNvSpPr>
            <p:nvPr/>
          </p:nvSpPr>
          <p:spPr>
            <a:xfrm flipV="1">
              <a:off x="2299868" y="6351666"/>
              <a:ext cx="411480" cy="442387"/>
            </a:xfrm>
            <a:prstGeom prst="line">
              <a:avLst/>
            </a:prstGeom>
            <a:ln w="9372">
              <a:solidFill>
                <a:srgbClr val="263238">
                  <a:alpha val="100000"/>
                </a:srgbClr>
              </a:solidFill>
            </a:ln>
          </p:spPr>
        </p:sp>
        <p:sp>
          <p:nvSpPr>
            <p:cNvPr id="3114" name="addition:input:252"/>
            <p:cNvSpPr>
              <a:spLocks noGrp="1"/>
            </p:cNvSpPr>
            <p:nvPr/>
          </p:nvSpPr>
          <p:spPr>
            <a:xfrm>
              <a:off x="209550" y="5438775"/>
              <a:ext cx="2501798" cy="950382"/>
            </a:xfrm>
            <a:custGeom>
              <a:avLst/>
              <a:gdLst/>
              <a:ahLst/>
              <a:cxnLst/>
              <a:rect l="l" t="t" r="r" b="b"/>
              <a:pathLst>
                <a:path w="1520" h="507">
                  <a:moveTo>
                    <a:pt x="0" y="0"/>
                  </a:moveTo>
                  <a:moveTo>
                    <a:pt x="1520" y="487"/>
                  </a:moveTo>
                  <a:lnTo>
                    <a:pt x="1511" y="507"/>
                  </a:lnTo>
                  <a:lnTo>
                    <a:pt x="1500" y="494"/>
                  </a:lnTo>
                  <a:close/>
                </a:path>
              </a:pathLst>
            </a:custGeom>
            <a:solidFill>
              <a:srgbClr val="263238">
                <a:alpha val="100000"/>
              </a:srgbClr>
            </a:solidFill>
            <a:ln>
              <a:noFill/>
            </a:ln>
          </p:spPr>
          <p:txBody>
            <a:bodyPr anchor="ctr"/>
            <a:lstStyle/>
            <a:p>
              <a:pPr algn="ctr">
                <a:buNone/>
              </a:pPr>
            </a:p>
          </p:txBody>
        </p:sp>
        <p:sp>
          <p:nvSpPr>
            <p:cNvPr id="3115" name="addition:input:253"/>
            <p:cNvSpPr>
              <a:spLocks noGrp="1"/>
            </p:cNvSpPr>
            <p:nvPr/>
          </p:nvSpPr>
          <p:spPr>
            <a:xfrm flipH="1">
              <a:off x="2299868" y="6351666"/>
              <a:ext cx="411480" cy="442387"/>
            </a:xfrm>
            <a:prstGeom prst="line">
              <a:avLst/>
            </a:prstGeom>
            <a:ln w="9372">
              <a:solidFill>
                <a:srgbClr val="263238">
                  <a:alpha val="100000"/>
                </a:srgbClr>
              </a:solidFill>
            </a:ln>
          </p:spPr>
        </p:sp>
        <p:sp>
          <p:nvSpPr>
            <p:cNvPr id="3116" name="addition:input:254"/>
            <p:cNvSpPr>
              <a:spLocks noGrp="1"/>
            </p:cNvSpPr>
            <p:nvPr/>
          </p:nvSpPr>
          <p:spPr>
            <a:xfrm>
              <a:off x="209550" y="5438775"/>
              <a:ext cx="2123237" cy="1355278"/>
            </a:xfrm>
            <a:custGeom>
              <a:avLst/>
              <a:gdLst/>
              <a:ahLst/>
              <a:cxnLst/>
              <a:rect l="l" t="t" r="r" b="b"/>
              <a:pathLst>
                <a:path w="1290" h="723">
                  <a:moveTo>
                    <a:pt x="0" y="0"/>
                  </a:moveTo>
                  <a:moveTo>
                    <a:pt x="1270" y="723"/>
                  </a:moveTo>
                  <a:lnTo>
                    <a:pt x="1279" y="703"/>
                  </a:lnTo>
                  <a:lnTo>
                    <a:pt x="1290" y="716"/>
                  </a:lnTo>
                  <a:close/>
                </a:path>
              </a:pathLst>
            </a:custGeom>
            <a:solidFill>
              <a:srgbClr val="263238">
                <a:alpha val="100000"/>
              </a:srgbClr>
            </a:solidFill>
            <a:ln>
              <a:noFill/>
            </a:ln>
          </p:spPr>
          <p:txBody>
            <a:bodyPr anchor="ctr"/>
            <a:lstStyle/>
            <a:p>
              <a:pPr algn="ctr">
                <a:buNone/>
              </a:pPr>
            </a:p>
          </p:txBody>
        </p:sp>
        <p:sp>
          <p:nvSpPr>
            <p:cNvPr id="3117" name="addition:input:t"/>
            <p:cNvSpPr>
              <a:spLocks noGrp="1"/>
            </p:cNvSpPr>
            <p:nvPr/>
          </p:nvSpPr>
          <p:spPr>
            <a:xfrm>
              <a:off x="2562225" y="6534150"/>
              <a:ext cx="171450" cy="266700"/>
            </a:xfrm>
            <a:prstGeom prst="rect">
              <a:avLst/>
            </a:prstGeom>
            <a:noFill/>
            <a:ln w="0">
              <a:noFill/>
            </a:ln>
          </p:spPr>
          <p:txBody>
            <a:bodyPr wrap="none" lIns="0" tIns="0" rIns="0" bIns="0" anchor="ctr"/>
            <a:lstStyle>
              <a:defPPr>
                <a:defRPr sz="1725">
                  <a:solidFill>
                    <a:srgbClr val="263238"/>
                  </a:solidFill>
                  <a:latin typeface="Arial" panose="020B0604020202090204"/>
                  <a:ea typeface="Arial" panose="020B0604020202090204"/>
                  <a:cs typeface="Arial" panose="020B0604020202090204"/>
                </a:defRPr>
              </a:defPPr>
              <a:lvl1pPr>
                <a:defRPr sz="1725">
                  <a:solidFill>
                    <a:srgbClr val="263238"/>
                  </a:solidFill>
                  <a:latin typeface="Arial" panose="020B0604020202090204"/>
                  <a:ea typeface="Arial" panose="020B0604020202090204"/>
                  <a:cs typeface="Arial" panose="020B0604020202090204"/>
                </a:defRPr>
              </a:lvl1pPr>
              <a:lvl2pPr>
                <a:defRPr sz="1725">
                  <a:solidFill>
                    <a:srgbClr val="263238"/>
                  </a:solidFill>
                  <a:latin typeface="Arial" panose="020B0604020202090204"/>
                  <a:ea typeface="Arial" panose="020B0604020202090204"/>
                  <a:cs typeface="Arial" panose="020B0604020202090204"/>
                </a:defRPr>
              </a:lvl2pPr>
              <a:lvl3pPr>
                <a:defRPr sz="1725">
                  <a:solidFill>
                    <a:srgbClr val="263238"/>
                  </a:solidFill>
                  <a:latin typeface="Arial" panose="020B0604020202090204"/>
                  <a:ea typeface="Arial" panose="020B0604020202090204"/>
                  <a:cs typeface="Arial" panose="020B0604020202090204"/>
                </a:defRPr>
              </a:lvl3pPr>
              <a:lvl4pPr>
                <a:defRPr sz="1725">
                  <a:solidFill>
                    <a:srgbClr val="263238"/>
                  </a:solidFill>
                  <a:latin typeface="Arial" panose="020B0604020202090204"/>
                  <a:ea typeface="Arial" panose="020B0604020202090204"/>
                  <a:cs typeface="Arial" panose="020B0604020202090204"/>
                </a:defRPr>
              </a:lvl4pPr>
              <a:lvl5pPr>
                <a:defRPr sz="1725">
                  <a:solidFill>
                    <a:srgbClr val="263238"/>
                  </a:solidFill>
                  <a:latin typeface="Arial" panose="020B0604020202090204"/>
                  <a:ea typeface="Arial" panose="020B0604020202090204"/>
                  <a:cs typeface="Arial" panose="020B0604020202090204"/>
                </a:defRPr>
              </a:lvl5pPr>
              <a:lvl6pPr>
                <a:defRPr sz="1725">
                  <a:solidFill>
                    <a:srgbClr val="263238"/>
                  </a:solidFill>
                  <a:latin typeface="Arial" panose="020B0604020202090204"/>
                  <a:ea typeface="Arial" panose="020B0604020202090204"/>
                  <a:cs typeface="Arial" panose="020B0604020202090204"/>
                </a:defRPr>
              </a:lvl6pPr>
              <a:lvl7pPr>
                <a:defRPr sz="1725">
                  <a:solidFill>
                    <a:srgbClr val="263238"/>
                  </a:solidFill>
                  <a:latin typeface="Arial" panose="020B0604020202090204"/>
                  <a:ea typeface="Arial" panose="020B0604020202090204"/>
                  <a:cs typeface="Arial" panose="020B0604020202090204"/>
                </a:defRPr>
              </a:lvl7pPr>
              <a:lvl8pPr>
                <a:defRPr sz="1725">
                  <a:solidFill>
                    <a:srgbClr val="263238"/>
                  </a:solidFill>
                  <a:latin typeface="Arial" panose="020B0604020202090204"/>
                  <a:ea typeface="Arial" panose="020B0604020202090204"/>
                  <a:cs typeface="Arial" panose="020B0604020202090204"/>
                </a:defRPr>
              </a:lvl8pPr>
              <a:lvl9pPr>
                <a:defRPr sz="1725">
                  <a:solidFill>
                    <a:srgbClr val="263238"/>
                  </a:solidFill>
                  <a:latin typeface="Arial" panose="020B0604020202090204"/>
                  <a:ea typeface="Arial" panose="020B0604020202090204"/>
                  <a:cs typeface="Arial" panose="020B0604020202090204"/>
                </a:defRPr>
              </a:lvl9pPr>
            </a:lstStyle>
            <a:p>
              <a:pPr>
                <a:defRPr sz="1725">
                  <a:solidFill>
                    <a:srgbClr val="263238"/>
                  </a:solidFill>
                  <a:latin typeface="Arial" panose="020B0604020202090204"/>
                  <a:ea typeface="Arial" panose="020B0604020202090204"/>
                  <a:cs typeface="Arial" panose="020B0604020202090204"/>
                </a:defRPr>
              </a:pPr>
              <a:r>
                <a:rPr sz="1725">
                  <a:solidFill>
                    <a:srgbClr val="263238"/>
                  </a:solidFill>
                  <a:latin typeface="Arial" panose="020B0604020202090204"/>
                  <a:ea typeface="Arial" panose="020B0604020202090204"/>
                  <a:cs typeface="Arial" panose="020B0604020202090204"/>
                </a:rPr>
                <a:t>t</a:t>
              </a:r>
              <a:endParaRPr sz="1725">
                <a:solidFill>
                  <a:srgbClr val="263238"/>
                </a:solidFill>
                <a:latin typeface="Arial" panose="020B0604020202090204"/>
                <a:ea typeface="Arial" panose="020B0604020202090204"/>
                <a:cs typeface="Arial" panose="020B0604020202090204"/>
              </a:endParaRPr>
            </a:p>
          </p:txBody>
        </p:sp>
      </p:grpSp>
      <p:sp>
        <p:nvSpPr>
          <p:cNvPr id="3118" name="input:alternative:or"/>
          <p:cNvSpPr>
            <a:spLocks noGrp="1"/>
          </p:cNvSpPr>
          <p:nvPr/>
        </p:nvSpPr>
        <p:spPr>
          <a:xfrm>
            <a:off x="1143000" y="4448175"/>
            <a:ext cx="819150" cy="342900"/>
          </a:xfrm>
          <a:prstGeom prst="rect">
            <a:avLst/>
          </a:prstGeom>
          <a:noFill/>
          <a:ln w="0">
            <a:noFill/>
          </a:ln>
        </p:spPr>
        <p:txBody>
          <a:bodyPr wrap="none" lIns="0" tIns="0" rIns="0" bIns="0" anchor="ctr"/>
          <a:lstStyle>
            <a:defPPr algn="ctr">
              <a:defRPr sz="1800">
                <a:solidFill>
                  <a:srgbClr val="000000"/>
                </a:solidFill>
                <a:latin typeface="Arial" panose="020B0604020202090204"/>
                <a:ea typeface="Arial" panose="020B0604020202090204"/>
                <a:cs typeface="Arial" panose="020B0604020202090204"/>
              </a:defRPr>
            </a:defPPr>
            <a:lvl1pPr algn="ctr">
              <a:defRPr sz="1800">
                <a:solidFill>
                  <a:srgbClr val="000000"/>
                </a:solidFill>
                <a:latin typeface="Arial" panose="020B0604020202090204"/>
                <a:ea typeface="Arial" panose="020B0604020202090204"/>
                <a:cs typeface="Arial" panose="020B0604020202090204"/>
              </a:defRPr>
            </a:lvl1pPr>
            <a:lvl2pPr algn="ctr">
              <a:defRPr sz="1800">
                <a:solidFill>
                  <a:srgbClr val="000000"/>
                </a:solidFill>
                <a:latin typeface="Arial" panose="020B0604020202090204"/>
                <a:ea typeface="Arial" panose="020B0604020202090204"/>
                <a:cs typeface="Arial" panose="020B0604020202090204"/>
              </a:defRPr>
            </a:lvl2pPr>
            <a:lvl3pPr algn="ctr">
              <a:defRPr sz="1800">
                <a:solidFill>
                  <a:srgbClr val="000000"/>
                </a:solidFill>
                <a:latin typeface="Arial" panose="020B0604020202090204"/>
                <a:ea typeface="Arial" panose="020B0604020202090204"/>
                <a:cs typeface="Arial" panose="020B0604020202090204"/>
              </a:defRPr>
            </a:lvl3pPr>
            <a:lvl4pPr algn="ctr">
              <a:defRPr sz="1800">
                <a:solidFill>
                  <a:srgbClr val="000000"/>
                </a:solidFill>
                <a:latin typeface="Arial" panose="020B0604020202090204"/>
                <a:ea typeface="Arial" panose="020B0604020202090204"/>
                <a:cs typeface="Arial" panose="020B0604020202090204"/>
              </a:defRPr>
            </a:lvl4pPr>
            <a:lvl5pPr algn="ctr">
              <a:defRPr sz="1800">
                <a:solidFill>
                  <a:srgbClr val="000000"/>
                </a:solidFill>
                <a:latin typeface="Arial" panose="020B0604020202090204"/>
                <a:ea typeface="Arial" panose="020B0604020202090204"/>
                <a:cs typeface="Arial" panose="020B0604020202090204"/>
              </a:defRPr>
            </a:lvl5pPr>
            <a:lvl6pPr algn="ctr">
              <a:defRPr sz="1800">
                <a:solidFill>
                  <a:srgbClr val="000000"/>
                </a:solidFill>
                <a:latin typeface="Arial" panose="020B0604020202090204"/>
                <a:ea typeface="Arial" panose="020B0604020202090204"/>
                <a:cs typeface="Arial" panose="020B0604020202090204"/>
              </a:defRPr>
            </a:lvl6pPr>
            <a:lvl7pPr algn="ctr">
              <a:defRPr sz="1800">
                <a:solidFill>
                  <a:srgbClr val="000000"/>
                </a:solidFill>
                <a:latin typeface="Arial" panose="020B0604020202090204"/>
                <a:ea typeface="Arial" panose="020B0604020202090204"/>
                <a:cs typeface="Arial" panose="020B0604020202090204"/>
              </a:defRPr>
            </a:lvl7pPr>
            <a:lvl8pPr algn="ctr">
              <a:defRPr sz="1800">
                <a:solidFill>
                  <a:srgbClr val="000000"/>
                </a:solidFill>
                <a:latin typeface="Arial" panose="020B0604020202090204"/>
                <a:ea typeface="Arial" panose="020B0604020202090204"/>
                <a:cs typeface="Arial" panose="020B0604020202090204"/>
              </a:defRPr>
            </a:lvl8pPr>
            <a:lvl9pPr algn="ctr">
              <a:defRPr sz="1800">
                <a:solidFill>
                  <a:srgbClr val="000000"/>
                </a:solidFill>
                <a:latin typeface="Arial" panose="020B0604020202090204"/>
                <a:ea typeface="Arial" panose="020B0604020202090204"/>
                <a:cs typeface="Arial" panose="020B0604020202090204"/>
              </a:defRPr>
            </a:lvl9pPr>
          </a:lstStyle>
          <a:p>
            <a:pPr algn="ctr">
              <a:defRPr sz="1800">
                <a:solidFill>
                  <a:srgbClr val="000000"/>
                </a:solidFill>
                <a:latin typeface="Arial" panose="020B0604020202090204"/>
                <a:ea typeface="Arial" panose="020B0604020202090204"/>
                <a:cs typeface="Arial" panose="020B0604020202090204"/>
              </a:defRPr>
            </a:pPr>
            <a:r>
              <a:rPr sz="1800">
                <a:solidFill>
                  <a:srgbClr val="000000"/>
                </a:solidFill>
                <a:latin typeface="Arial" panose="020B0604020202090204"/>
                <a:ea typeface="Arial" panose="020B0604020202090204"/>
                <a:cs typeface="Arial" panose="020B0604020202090204"/>
              </a:rPr>
              <a:t>or</a:t>
            </a:r>
            <a:endParaRPr sz="1800">
              <a:solidFill>
                <a:srgbClr val="000000"/>
              </a:solidFill>
              <a:latin typeface="Arial" panose="020B0604020202090204"/>
              <a:ea typeface="Arial" panose="020B0604020202090204"/>
              <a:cs typeface="Arial" panose="020B0604020202090204"/>
            </a:endParaRPr>
          </a:p>
        </p:txBody>
      </p:sp>
    </p:spTree>
  </p:cSld>
  <p:clrMapOvr>
    <a:masterClrMapping/>
  </p:clrMapOvr>
</p:sld>
</file>

<file path=ppt/main_figures/Fig3/ppt/tableStyles.xml><?xml version="1.0" encoding="utf-8"?>
<a:tblStyleLst xmlns:a="http://schemas.openxmlformats.org/drawingml/2006/main" def="{5C22544A-7EE6-4342-B048-85BDC9FD1C3A}"/>
</file>

<file path=ppt/main_figures/Fig3/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main_figures/Fig3/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main_figures/Fig3/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main_figures/Fig4/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ppt/main_figures/Fig4/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2026-10-20T05:17:31.9510000Z</dcterms:created>
  <dcterms:modified xsi:type="dcterms:W3CDTF">2026-10-20T05:17:31.9510000Z</dcterms:modified>
</coreProperties>
</file>

<file path=ppt/main_figures/Fig4/ppt/_rels/presentation.xml.rels><?xml version='1.0' encoding='utf-8'?>
<Relationships xmlns="http://schemas.openxmlformats.org/package/2006/relationships"><Relationship Type="http://schemas.openxmlformats.org/officeDocument/2006/relationships/theme" Target="/ppt/main_figures/Fig4/ppt/theme/theme1.xml" Id="R648c575028e9437c" /><Relationship Type="http://schemas.openxmlformats.org/officeDocument/2006/relationships/slideMaster" Target="/ppt/main_figures/Fig4/ppt/slideMasters/slideMaster1.xml" Id="R88939b77412f42a3" /><Relationship Type="http://schemas.openxmlformats.org/officeDocument/2006/relationships/notesMaster" Target="/ppt/main_figures/Fig4/ppt/notesMasters/notesMaster1.xml" Id="R0bd92e6f7ab3441e" /><Relationship Type="http://schemas.openxmlformats.org/officeDocument/2006/relationships/presProps" Target="/ppt/main_figures/Fig4/ppt/presProps.xml" Id="R89111eab79394e96" /><Relationship Type="http://schemas.openxmlformats.org/officeDocument/2006/relationships/tableStyles" Target="/ppt/main_figures/Fig4/ppt/tableStyles.xml" Id="Red6f122541234333" /><Relationship Type="http://schemas.openxmlformats.org/officeDocument/2006/relationships/slide" Target="/ppt/main_figures/Fig4/ppt/slides/slide1.xml" Id="Re86c878a4fe344c6" /></Relationships>
</file>

<file path=ppt/main_figures/Fig4/ppt/notesMasters/_rels/notesMaster1.xml.rels><?xml version='1.0' encoding='utf-8'?>
<Relationships xmlns="http://schemas.openxmlformats.org/package/2006/relationships"><Relationship Type="http://schemas.openxmlformats.org/officeDocument/2006/relationships/theme" Target="/ppt/main_figures/Fig4/ppt/notesMasters/theme/theme3.xml" Id="R3adde9a51e08467b" /></Relationships>
</file>

<file path=ppt/main_figures/Fig4/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main_figures/Fig4/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4/ppt/notesSlides/_rels/notesSlide1.xml.rels><?xml version='1.0' encoding='utf-8'?>
<Relationships xmlns="http://schemas.openxmlformats.org/package/2006/relationships"><Relationship Type="http://schemas.openxmlformats.org/officeDocument/2006/relationships/slide" Target="/ppt/main_figures/Fig4/ppt/slides/slide1.xml" Id="Re847cdaed6cb4f2f" /><Relationship Type="http://schemas.openxmlformats.org/officeDocument/2006/relationships/notesMaster" Target="/ppt/main_figures/Fig4/ppt/notesMasters/notesMaster1.xml" Id="R0691b7f97c574980" /></Relationships>
</file>

<file path=ppt/main_figures/Fig4/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equal-valued minima with source hierarchy ((A,B),C). Source merge levels are s1 and s2. For relaxed order A,C,B, original-LCA barriers at s2 yield d_top = gamma = s2 - s1. Optimal barriers at (s1+s2)/2 yield gamma/2 when the fixed leaf values lie below that midpoint. The dashed grey curve in (c) repeats the hierarchy-preserving profile in (b). Curves are schematic. Source: author-supplied RG_MTM_Fig3_Fully_Editable.pptx.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main_figures/Fig4/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main_figures/Fig4/ppt/presentation.xml><?xml version="1.0" encoding="utf-8"?>
<p:presentation xmlns:p="http://schemas.openxmlformats.org/presentationml/2006/main">
  <p:sldMasterIdLst>
    <p:sldMasterId xmlns:r="http://schemas.openxmlformats.org/officeDocument/2006/relationships" id="2147483648" r:id="R88939b77412f42a3"/>
  </p:sldMasterIdLst>
  <p:notesMasterIdLst>
    <p:notesMasterId xmlns:r="http://schemas.openxmlformats.org/officeDocument/2006/relationships" r:id="R0bd92e6f7ab3441e"/>
  </p:notesMasterIdLst>
  <p:sldIdLst>
    <p:sldId xmlns:r="http://schemas.openxmlformats.org/officeDocument/2006/relationships" id="256" r:id="Re86c878a4fe344c6"/>
  </p:sldIdLst>
  <p:sldSz cx="8572500" cy="5476875"/>
  <p:notesSz cx="6858000" cy="9144000"/>
</p:presentation>
</file>

<file path=ppt/main_figures/Fig4/ppt/slideLayouts/_rels/slideLayout1.xml.rels><?xml version='1.0' encoding='utf-8'?>
<Relationships xmlns="http://schemas.openxmlformats.org/package/2006/relationships"><Relationship Type="http://schemas.openxmlformats.org/officeDocument/2006/relationships/slideMaster" Target="/ppt/main_figures/Fig4/ppt/slideMasters/slideMaster1.xml" Id="Rf9676b8986ce4dbb" /></Relationships>
</file>

<file path=ppt/main_figures/Fig4/ppt/slideLayouts/_rels/slideLayout2.xml.rels><?xml version='1.0' encoding='utf-8'?>
<Relationships xmlns="http://schemas.openxmlformats.org/package/2006/relationships"><Relationship Type="http://schemas.openxmlformats.org/officeDocument/2006/relationships/slideMaster" Target="/ppt/main_figures/Fig4/ppt/slideMasters/slideMaster1.xml" Id="R04af45fdfc5f43fd" /></Relationships>
</file>

<file path=ppt/main_figures/Fig4/ppt/slideLayouts/_rels/slideLayout3.xml.rels><?xml version='1.0' encoding='utf-8'?>
<Relationships xmlns="http://schemas.openxmlformats.org/package/2006/relationships"><Relationship Type="http://schemas.openxmlformats.org/officeDocument/2006/relationships/slideMaster" Target="/ppt/main_figures/Fig4/ppt/slideMasters/slideMaster1.xml" Id="Rf37c50629395424e" /></Relationships>
</file>

<file path=ppt/main_figures/Fig4/ppt/slideLayouts/_rels/slideLayout4.xml.rels><?xml version='1.0' encoding='utf-8'?>
<Relationships xmlns="http://schemas.openxmlformats.org/package/2006/relationships"><Relationship Type="http://schemas.openxmlformats.org/officeDocument/2006/relationships/slideMaster" Target="/ppt/main_figures/Fig4/ppt/slideMasters/slideMaster1.xml" Id="R5fd933333680465c" /></Relationships>
</file>

<file path=ppt/main_figures/Fig4/ppt/slideLayouts/_rels/slideLayout5.xml.rels><?xml version='1.0' encoding='utf-8'?>
<Relationships xmlns="http://schemas.openxmlformats.org/package/2006/relationships"><Relationship Type="http://schemas.openxmlformats.org/officeDocument/2006/relationships/slideMaster" Target="/ppt/main_figures/Fig4/ppt/slideMasters/slideMaster1.xml" Id="R105230761c3a45c1" /></Relationships>
</file>

<file path=ppt/main_figures/Fig4/ppt/slideLayouts/_rels/slideLayout6.xml.rels><?xml version='1.0' encoding='utf-8'?>
<Relationships xmlns="http://schemas.openxmlformats.org/package/2006/relationships"><Relationship Type="http://schemas.openxmlformats.org/officeDocument/2006/relationships/slideMaster" Target="/ppt/main_figures/Fig4/ppt/slideMasters/slideMaster1.xml" Id="Rdf9e4c98787a4fe7" /></Relationships>
</file>

<file path=ppt/main_figures/Fig4/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DB049EE-009B-4793-BD1E-999C23421E34}"/>
              </a:ext>
            </a:extLst>
          </p:cNvPr>
          <p:cNvSpPr>
            <a:spLocks xmlns:a="http://schemas.openxmlformats.org/drawingml/2006/main" noGrp="1"/>
          </p:cNvSpPr>
          <p:nvPr>
            <p:ph type="title" idx="0"/>
          </p:nvPr>
        </p:nvSpPr>
        <p:spPr>
          <a:xfrm xmlns:a="http://schemas.openxmlformats.org/drawingml/2006/main">
            <a:off x="857250" y="2194983"/>
            <a:ext cx="6858000" cy="839258"/>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375" b="1">
                <a:solidFill>
                  <a:schemeClr val="tx1"/>
                </a:solidFill>
                <a:latin typeface="Arial"/>
                <a:ea typeface="Arial"/>
                <a:cs typeface="Arial"/>
              </a:defRPr>
            </a:defPPr>
            <a:lvl1pPr marL="0" indent="0" algn="ctr">
              <a:lnSpc>
                <a:spcPct val="110000"/>
              </a:lnSpc>
              <a:spcBef>
                <a:spcPts val="0"/>
              </a:spcBef>
              <a:spcAft>
                <a:spcPts val="0"/>
              </a:spcAft>
              <a:buNone/>
              <a:defRPr sz="3375" b="1">
                <a:solidFill>
                  <a:schemeClr val="tx1"/>
                </a:solidFill>
                <a:latin typeface="Arial"/>
                <a:ea typeface="Arial"/>
                <a:cs typeface="Arial"/>
              </a:defRPr>
            </a:lvl1pPr>
            <a:lvl2pPr marL="0" indent="0" algn="ctr">
              <a:lnSpc>
                <a:spcPct val="110000"/>
              </a:lnSpc>
              <a:spcBef>
                <a:spcPts val="0"/>
              </a:spcBef>
              <a:spcAft>
                <a:spcPts val="0"/>
              </a:spcAft>
              <a:buNone/>
              <a:defRPr sz="3375" b="1">
                <a:solidFill>
                  <a:schemeClr val="tx1"/>
                </a:solidFill>
                <a:latin typeface="Arial"/>
                <a:ea typeface="Arial"/>
                <a:cs typeface="Arial"/>
              </a:defRPr>
            </a:lvl2pPr>
            <a:lvl3pPr marL="0" indent="0" algn="ctr">
              <a:lnSpc>
                <a:spcPct val="110000"/>
              </a:lnSpc>
              <a:spcBef>
                <a:spcPts val="0"/>
              </a:spcBef>
              <a:spcAft>
                <a:spcPts val="0"/>
              </a:spcAft>
              <a:buNone/>
              <a:defRPr sz="3375" b="1">
                <a:solidFill>
                  <a:schemeClr val="tx1"/>
                </a:solidFill>
                <a:latin typeface="Arial"/>
                <a:ea typeface="Arial"/>
                <a:cs typeface="Arial"/>
              </a:defRPr>
            </a:lvl3pPr>
            <a:lvl4pPr marL="0" indent="0" algn="ctr">
              <a:lnSpc>
                <a:spcPct val="110000"/>
              </a:lnSpc>
              <a:spcBef>
                <a:spcPts val="0"/>
              </a:spcBef>
              <a:spcAft>
                <a:spcPts val="0"/>
              </a:spcAft>
              <a:buNone/>
              <a:defRPr sz="3375" b="1">
                <a:solidFill>
                  <a:schemeClr val="tx1"/>
                </a:solidFill>
                <a:latin typeface="Arial"/>
                <a:ea typeface="Arial"/>
                <a:cs typeface="Arial"/>
              </a:defRPr>
            </a:lvl4pPr>
            <a:lvl5pPr marL="0" indent="0" algn="ctr">
              <a:lnSpc>
                <a:spcPct val="110000"/>
              </a:lnSpc>
              <a:spcBef>
                <a:spcPts val="0"/>
              </a:spcBef>
              <a:spcAft>
                <a:spcPts val="0"/>
              </a:spcAft>
              <a:buNone/>
              <a:defRPr sz="3375" b="1">
                <a:solidFill>
                  <a:schemeClr val="tx1"/>
                </a:solidFill>
                <a:latin typeface="Arial"/>
                <a:ea typeface="Arial"/>
                <a:cs typeface="Arial"/>
              </a:defRPr>
            </a:lvl5pPr>
            <a:lvl6pPr marL="0" indent="0" algn="ctr">
              <a:lnSpc>
                <a:spcPct val="110000"/>
              </a:lnSpc>
              <a:spcBef>
                <a:spcPts val="0"/>
              </a:spcBef>
              <a:spcAft>
                <a:spcPts val="0"/>
              </a:spcAft>
              <a:buNone/>
              <a:defRPr sz="3375" b="1">
                <a:solidFill>
                  <a:schemeClr val="tx1"/>
                </a:solidFill>
                <a:latin typeface="Arial"/>
                <a:ea typeface="Arial"/>
                <a:cs typeface="Arial"/>
              </a:defRPr>
            </a:lvl6pPr>
            <a:lvl7pPr marL="0" indent="0" algn="ctr">
              <a:lnSpc>
                <a:spcPct val="110000"/>
              </a:lnSpc>
              <a:spcBef>
                <a:spcPts val="0"/>
              </a:spcBef>
              <a:spcAft>
                <a:spcPts val="0"/>
              </a:spcAft>
              <a:buNone/>
              <a:defRPr sz="3375" b="1">
                <a:solidFill>
                  <a:schemeClr val="tx1"/>
                </a:solidFill>
                <a:latin typeface="Arial"/>
                <a:ea typeface="Arial"/>
                <a:cs typeface="Arial"/>
              </a:defRPr>
            </a:lvl7pPr>
            <a:lvl8pPr marL="0" indent="0" algn="ctr">
              <a:lnSpc>
                <a:spcPct val="110000"/>
              </a:lnSpc>
              <a:spcBef>
                <a:spcPts val="0"/>
              </a:spcBef>
              <a:spcAft>
                <a:spcPts val="0"/>
              </a:spcAft>
              <a:buNone/>
              <a:defRPr sz="3375" b="1">
                <a:solidFill>
                  <a:schemeClr val="tx1"/>
                </a:solidFill>
                <a:latin typeface="Arial"/>
                <a:ea typeface="Arial"/>
                <a:cs typeface="Arial"/>
              </a:defRPr>
            </a:lvl8pPr>
            <a:lvl9pPr marL="0" indent="0" algn="ctr">
              <a:lnSpc>
                <a:spcPct val="110000"/>
              </a:lnSpc>
              <a:spcBef>
                <a:spcPts val="0"/>
              </a:spcBef>
              <a:spcAft>
                <a:spcPts val="0"/>
              </a:spcAft>
              <a:buNone/>
              <a:defRPr sz="3375" b="1">
                <a:solidFill>
                  <a:schemeClr val="tx1"/>
                </a:solidFill>
                <a:latin typeface="Arial"/>
                <a:ea typeface="Arial"/>
                <a:cs typeface="Arial"/>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0380DA4-609E-4131-B2E3-39BE83A877DB}"/>
              </a:ext>
            </a:extLst>
          </p:cNvPr>
          <p:cNvSpPr>
            <a:spLocks xmlns:a="http://schemas.openxmlformats.org/drawingml/2006/main" noGrp="1"/>
          </p:cNvSpPr>
          <p:nvPr>
            <p:ph type="subTitle" idx="1"/>
          </p:nvPr>
        </p:nvSpPr>
        <p:spPr>
          <a:xfrm xmlns:a="http://schemas.openxmlformats.org/drawingml/2006/main">
            <a:off x="1285875" y="3195638"/>
            <a:ext cx="6000750" cy="64558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477" b="0">
                <a:solidFill>
                  <a:schemeClr val="tx1"/>
                </a:solidFill>
                <a:latin typeface="Arial"/>
                <a:ea typeface="Arial"/>
                <a:cs typeface="Arial"/>
              </a:defRPr>
            </a:defPPr>
            <a:lvl1pPr marL="0" indent="0" algn="ctr">
              <a:lnSpc>
                <a:spcPct val="110000"/>
              </a:lnSpc>
              <a:spcBef>
                <a:spcPts val="0"/>
              </a:spcBef>
              <a:spcAft>
                <a:spcPts val="0"/>
              </a:spcAft>
              <a:buNone/>
              <a:defRPr sz="1477" b="0">
                <a:solidFill>
                  <a:schemeClr val="tx1"/>
                </a:solidFill>
                <a:latin typeface="Arial"/>
                <a:ea typeface="Arial"/>
                <a:cs typeface="Arial"/>
              </a:defRPr>
            </a:lvl1pPr>
            <a:lvl2pPr marL="0" indent="0" algn="ctr">
              <a:lnSpc>
                <a:spcPct val="110000"/>
              </a:lnSpc>
              <a:spcBef>
                <a:spcPts val="0"/>
              </a:spcBef>
              <a:spcAft>
                <a:spcPts val="0"/>
              </a:spcAft>
              <a:buNone/>
              <a:defRPr sz="1477" b="0">
                <a:solidFill>
                  <a:schemeClr val="tx1"/>
                </a:solidFill>
                <a:latin typeface="Arial"/>
                <a:ea typeface="Arial"/>
                <a:cs typeface="Arial"/>
              </a:defRPr>
            </a:lvl2pPr>
            <a:lvl3pPr marL="0" indent="0" algn="ctr">
              <a:lnSpc>
                <a:spcPct val="110000"/>
              </a:lnSpc>
              <a:spcBef>
                <a:spcPts val="0"/>
              </a:spcBef>
              <a:spcAft>
                <a:spcPts val="0"/>
              </a:spcAft>
              <a:buNone/>
              <a:defRPr sz="1477" b="0">
                <a:solidFill>
                  <a:schemeClr val="tx1"/>
                </a:solidFill>
                <a:latin typeface="Arial"/>
                <a:ea typeface="Arial"/>
                <a:cs typeface="Arial"/>
              </a:defRPr>
            </a:lvl3pPr>
            <a:lvl4pPr marL="0" indent="0" algn="ctr">
              <a:lnSpc>
                <a:spcPct val="110000"/>
              </a:lnSpc>
              <a:spcBef>
                <a:spcPts val="0"/>
              </a:spcBef>
              <a:spcAft>
                <a:spcPts val="0"/>
              </a:spcAft>
              <a:buNone/>
              <a:defRPr sz="1477" b="0">
                <a:solidFill>
                  <a:schemeClr val="tx1"/>
                </a:solidFill>
                <a:latin typeface="Arial"/>
                <a:ea typeface="Arial"/>
                <a:cs typeface="Arial"/>
              </a:defRPr>
            </a:lvl4pPr>
            <a:lvl5pPr marL="0" indent="0" algn="ctr">
              <a:lnSpc>
                <a:spcPct val="110000"/>
              </a:lnSpc>
              <a:spcBef>
                <a:spcPts val="0"/>
              </a:spcBef>
              <a:spcAft>
                <a:spcPts val="0"/>
              </a:spcAft>
              <a:buNone/>
              <a:defRPr sz="1477" b="0">
                <a:solidFill>
                  <a:schemeClr val="tx1"/>
                </a:solidFill>
                <a:latin typeface="Arial"/>
                <a:ea typeface="Arial"/>
                <a:cs typeface="Arial"/>
              </a:defRPr>
            </a:lvl5pPr>
            <a:lvl6pPr marL="0" indent="0" algn="ctr">
              <a:lnSpc>
                <a:spcPct val="110000"/>
              </a:lnSpc>
              <a:spcBef>
                <a:spcPts val="0"/>
              </a:spcBef>
              <a:spcAft>
                <a:spcPts val="0"/>
              </a:spcAft>
              <a:buNone/>
              <a:defRPr sz="1477" b="0">
                <a:solidFill>
                  <a:schemeClr val="tx1"/>
                </a:solidFill>
                <a:latin typeface="Arial"/>
                <a:ea typeface="Arial"/>
                <a:cs typeface="Arial"/>
              </a:defRPr>
            </a:lvl6pPr>
            <a:lvl7pPr marL="0" indent="0" algn="ctr">
              <a:lnSpc>
                <a:spcPct val="110000"/>
              </a:lnSpc>
              <a:spcBef>
                <a:spcPts val="0"/>
              </a:spcBef>
              <a:spcAft>
                <a:spcPts val="0"/>
              </a:spcAft>
              <a:buNone/>
              <a:defRPr sz="1477" b="0">
                <a:solidFill>
                  <a:schemeClr val="tx1"/>
                </a:solidFill>
                <a:latin typeface="Arial"/>
                <a:ea typeface="Arial"/>
                <a:cs typeface="Arial"/>
              </a:defRPr>
            </a:lvl7pPr>
            <a:lvl8pPr marL="0" indent="0" algn="ctr">
              <a:lnSpc>
                <a:spcPct val="110000"/>
              </a:lnSpc>
              <a:spcBef>
                <a:spcPts val="0"/>
              </a:spcBef>
              <a:spcAft>
                <a:spcPts val="0"/>
              </a:spcAft>
              <a:buNone/>
              <a:defRPr sz="1477" b="0">
                <a:solidFill>
                  <a:schemeClr val="tx1"/>
                </a:solidFill>
                <a:latin typeface="Arial"/>
                <a:ea typeface="Arial"/>
                <a:cs typeface="Arial"/>
              </a:defRPr>
            </a:lvl8pPr>
            <a:lvl9pPr marL="0" indent="0" algn="ctr">
              <a:lnSpc>
                <a:spcPct val="110000"/>
              </a:lnSpc>
              <a:spcBef>
                <a:spcPts val="0"/>
              </a:spcBef>
              <a:spcAft>
                <a:spcPts val="0"/>
              </a:spcAft>
              <a:buNone/>
              <a:defRPr sz="1477" b="0">
                <a:solidFill>
                  <a:schemeClr val="tx1"/>
                </a:solidFill>
                <a:latin typeface="Arial"/>
                <a:ea typeface="Arial"/>
                <a:cs typeface="Arial"/>
              </a:defRPr>
            </a:lvl9pPr>
          </a:lstStyle>
          <a:p xmlns:a="http://schemas.openxmlformats.org/drawingml/2006/main"/>
        </p:txBody>
      </p:sp>
    </p:spTree>
  </p:cSld>
</p:sldLayout>
</file>

<file path=ppt/main_figures/Fig4/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2A6740C-0C66-41A8-8AC4-97B9DBB88400}"/>
              </a:ext>
            </a:extLst>
          </p:cNvPr>
          <p:cNvSpPr>
            <a:spLocks xmlns:a="http://schemas.openxmlformats.org/drawingml/2006/main" noGrp="1"/>
          </p:cNvSpPr>
          <p:nvPr>
            <p:ph type="title" idx="0"/>
          </p:nvPr>
        </p:nvSpPr>
        <p:spPr>
          <a:xfrm xmlns:a="http://schemas.openxmlformats.org/drawingml/2006/main">
            <a:off x="857250" y="2420938"/>
            <a:ext cx="6858000" cy="968375"/>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953" b="1">
                <a:solidFill>
                  <a:schemeClr val="tx1"/>
                </a:solidFill>
                <a:latin typeface="Arial"/>
                <a:ea typeface="Arial"/>
                <a:cs typeface="Arial"/>
              </a:defRPr>
            </a:defPPr>
            <a:lvl1pPr marL="0" indent="0" algn="ctr">
              <a:lnSpc>
                <a:spcPct val="110000"/>
              </a:lnSpc>
              <a:spcBef>
                <a:spcPts val="0"/>
              </a:spcBef>
              <a:spcAft>
                <a:spcPts val="0"/>
              </a:spcAft>
              <a:buNone/>
              <a:defRPr sz="2953" b="1">
                <a:solidFill>
                  <a:schemeClr val="tx1"/>
                </a:solidFill>
                <a:latin typeface="Arial"/>
                <a:ea typeface="Arial"/>
                <a:cs typeface="Arial"/>
              </a:defRPr>
            </a:lvl1pPr>
            <a:lvl2pPr marL="0" indent="0" algn="ctr">
              <a:lnSpc>
                <a:spcPct val="110000"/>
              </a:lnSpc>
              <a:spcBef>
                <a:spcPts val="0"/>
              </a:spcBef>
              <a:spcAft>
                <a:spcPts val="0"/>
              </a:spcAft>
              <a:buNone/>
              <a:defRPr sz="2953" b="1">
                <a:solidFill>
                  <a:schemeClr val="tx1"/>
                </a:solidFill>
                <a:latin typeface="Arial"/>
                <a:ea typeface="Arial"/>
                <a:cs typeface="Arial"/>
              </a:defRPr>
            </a:lvl2pPr>
            <a:lvl3pPr marL="0" indent="0" algn="ctr">
              <a:lnSpc>
                <a:spcPct val="110000"/>
              </a:lnSpc>
              <a:spcBef>
                <a:spcPts val="0"/>
              </a:spcBef>
              <a:spcAft>
                <a:spcPts val="0"/>
              </a:spcAft>
              <a:buNone/>
              <a:defRPr sz="2953" b="1">
                <a:solidFill>
                  <a:schemeClr val="tx1"/>
                </a:solidFill>
                <a:latin typeface="Arial"/>
                <a:ea typeface="Arial"/>
                <a:cs typeface="Arial"/>
              </a:defRPr>
            </a:lvl3pPr>
            <a:lvl4pPr marL="0" indent="0" algn="ctr">
              <a:lnSpc>
                <a:spcPct val="110000"/>
              </a:lnSpc>
              <a:spcBef>
                <a:spcPts val="0"/>
              </a:spcBef>
              <a:spcAft>
                <a:spcPts val="0"/>
              </a:spcAft>
              <a:buNone/>
              <a:defRPr sz="2953" b="1">
                <a:solidFill>
                  <a:schemeClr val="tx1"/>
                </a:solidFill>
                <a:latin typeface="Arial"/>
                <a:ea typeface="Arial"/>
                <a:cs typeface="Arial"/>
              </a:defRPr>
            </a:lvl4pPr>
            <a:lvl5pPr marL="0" indent="0" algn="ctr">
              <a:lnSpc>
                <a:spcPct val="110000"/>
              </a:lnSpc>
              <a:spcBef>
                <a:spcPts val="0"/>
              </a:spcBef>
              <a:spcAft>
                <a:spcPts val="0"/>
              </a:spcAft>
              <a:buNone/>
              <a:defRPr sz="2953" b="1">
                <a:solidFill>
                  <a:schemeClr val="tx1"/>
                </a:solidFill>
                <a:latin typeface="Arial"/>
                <a:ea typeface="Arial"/>
                <a:cs typeface="Arial"/>
              </a:defRPr>
            </a:lvl5pPr>
            <a:lvl6pPr marL="0" indent="0" algn="ctr">
              <a:lnSpc>
                <a:spcPct val="110000"/>
              </a:lnSpc>
              <a:spcBef>
                <a:spcPts val="0"/>
              </a:spcBef>
              <a:spcAft>
                <a:spcPts val="0"/>
              </a:spcAft>
              <a:buNone/>
              <a:defRPr sz="2953" b="1">
                <a:solidFill>
                  <a:schemeClr val="tx1"/>
                </a:solidFill>
                <a:latin typeface="Arial"/>
                <a:ea typeface="Arial"/>
                <a:cs typeface="Arial"/>
              </a:defRPr>
            </a:lvl6pPr>
            <a:lvl7pPr marL="0" indent="0" algn="ctr">
              <a:lnSpc>
                <a:spcPct val="110000"/>
              </a:lnSpc>
              <a:spcBef>
                <a:spcPts val="0"/>
              </a:spcBef>
              <a:spcAft>
                <a:spcPts val="0"/>
              </a:spcAft>
              <a:buNone/>
              <a:defRPr sz="2953" b="1">
                <a:solidFill>
                  <a:schemeClr val="tx1"/>
                </a:solidFill>
                <a:latin typeface="Arial"/>
                <a:ea typeface="Arial"/>
                <a:cs typeface="Arial"/>
              </a:defRPr>
            </a:lvl7pPr>
            <a:lvl8pPr marL="0" indent="0" algn="ctr">
              <a:lnSpc>
                <a:spcPct val="110000"/>
              </a:lnSpc>
              <a:spcBef>
                <a:spcPts val="0"/>
              </a:spcBef>
              <a:spcAft>
                <a:spcPts val="0"/>
              </a:spcAft>
              <a:buNone/>
              <a:defRPr sz="2953" b="1">
                <a:solidFill>
                  <a:schemeClr val="tx1"/>
                </a:solidFill>
                <a:latin typeface="Arial"/>
                <a:ea typeface="Arial"/>
                <a:cs typeface="Arial"/>
              </a:defRPr>
            </a:lvl8pPr>
            <a:lvl9pPr marL="0" indent="0" algn="ctr">
              <a:lnSpc>
                <a:spcPct val="110000"/>
              </a:lnSpc>
              <a:spcBef>
                <a:spcPts val="0"/>
              </a:spcBef>
              <a:spcAft>
                <a:spcPts val="0"/>
              </a:spcAft>
              <a:buNone/>
              <a:defRPr sz="2953" b="1">
                <a:solidFill>
                  <a:schemeClr val="tx1"/>
                </a:solidFill>
                <a:latin typeface="Arial"/>
                <a:ea typeface="Arial"/>
                <a:cs typeface="Arial"/>
              </a:defRPr>
            </a:lvl9pPr>
          </a:lstStyle>
          <a:p xmlns:a="http://schemas.openxmlformats.org/drawingml/2006/main"/>
        </p:txBody>
      </p:sp>
    </p:spTree>
  </p:cSld>
</p:sldLayout>
</file>

<file path=ppt/main_figures/Fig4/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E62122C-4AC8-4C45-8E94-111EA9738754}"/>
              </a:ext>
            </a:extLst>
          </p:cNvPr>
          <p:cNvSpPr>
            <a:spLocks xmlns:a="http://schemas.openxmlformats.org/drawingml/2006/main" noGrp="1"/>
          </p:cNvSpPr>
          <p:nvPr>
            <p:ph type="title" idx="0"/>
          </p:nvPr>
        </p:nvSpPr>
        <p:spPr>
          <a:xfrm xmlns:a="http://schemas.openxmlformats.org/drawingml/2006/main">
            <a:off x="482203" y="451908"/>
            <a:ext cx="7608094" cy="71014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320" b="1">
                <a:solidFill>
                  <a:schemeClr val="tx1"/>
                </a:solidFill>
                <a:latin typeface="Arial"/>
                <a:ea typeface="Arial"/>
                <a:cs typeface="Arial"/>
              </a:defRPr>
            </a:defPPr>
            <a:lvl1pPr marL="0" indent="0" algn="l">
              <a:lnSpc>
                <a:spcPct val="110000"/>
              </a:lnSpc>
              <a:spcBef>
                <a:spcPts val="0"/>
              </a:spcBef>
              <a:spcAft>
                <a:spcPts val="0"/>
              </a:spcAft>
              <a:buNone/>
              <a:defRPr sz="2320" b="1">
                <a:solidFill>
                  <a:schemeClr val="tx1"/>
                </a:solidFill>
                <a:latin typeface="Arial"/>
                <a:ea typeface="Arial"/>
                <a:cs typeface="Arial"/>
              </a:defRPr>
            </a:lvl1pPr>
            <a:lvl2pPr marL="0" indent="0" algn="l">
              <a:lnSpc>
                <a:spcPct val="110000"/>
              </a:lnSpc>
              <a:spcBef>
                <a:spcPts val="0"/>
              </a:spcBef>
              <a:spcAft>
                <a:spcPts val="0"/>
              </a:spcAft>
              <a:buNone/>
              <a:defRPr sz="2320" b="1">
                <a:solidFill>
                  <a:schemeClr val="tx1"/>
                </a:solidFill>
                <a:latin typeface="Arial"/>
                <a:ea typeface="Arial"/>
                <a:cs typeface="Arial"/>
              </a:defRPr>
            </a:lvl2pPr>
            <a:lvl3pPr marL="0" indent="0" algn="l">
              <a:lnSpc>
                <a:spcPct val="110000"/>
              </a:lnSpc>
              <a:spcBef>
                <a:spcPts val="0"/>
              </a:spcBef>
              <a:spcAft>
                <a:spcPts val="0"/>
              </a:spcAft>
              <a:buNone/>
              <a:defRPr sz="2320" b="1">
                <a:solidFill>
                  <a:schemeClr val="tx1"/>
                </a:solidFill>
                <a:latin typeface="Arial"/>
                <a:ea typeface="Arial"/>
                <a:cs typeface="Arial"/>
              </a:defRPr>
            </a:lvl3pPr>
            <a:lvl4pPr marL="0" indent="0" algn="l">
              <a:lnSpc>
                <a:spcPct val="110000"/>
              </a:lnSpc>
              <a:spcBef>
                <a:spcPts val="0"/>
              </a:spcBef>
              <a:spcAft>
                <a:spcPts val="0"/>
              </a:spcAft>
              <a:buNone/>
              <a:defRPr sz="2320" b="1">
                <a:solidFill>
                  <a:schemeClr val="tx1"/>
                </a:solidFill>
                <a:latin typeface="Arial"/>
                <a:ea typeface="Arial"/>
                <a:cs typeface="Arial"/>
              </a:defRPr>
            </a:lvl4pPr>
            <a:lvl5pPr marL="0" indent="0" algn="l">
              <a:lnSpc>
                <a:spcPct val="110000"/>
              </a:lnSpc>
              <a:spcBef>
                <a:spcPts val="0"/>
              </a:spcBef>
              <a:spcAft>
                <a:spcPts val="0"/>
              </a:spcAft>
              <a:buNone/>
              <a:defRPr sz="2320" b="1">
                <a:solidFill>
                  <a:schemeClr val="tx1"/>
                </a:solidFill>
                <a:latin typeface="Arial"/>
                <a:ea typeface="Arial"/>
                <a:cs typeface="Arial"/>
              </a:defRPr>
            </a:lvl5pPr>
            <a:lvl6pPr marL="0" indent="0" algn="l">
              <a:lnSpc>
                <a:spcPct val="110000"/>
              </a:lnSpc>
              <a:spcBef>
                <a:spcPts val="0"/>
              </a:spcBef>
              <a:spcAft>
                <a:spcPts val="0"/>
              </a:spcAft>
              <a:buNone/>
              <a:defRPr sz="2320" b="1">
                <a:solidFill>
                  <a:schemeClr val="tx1"/>
                </a:solidFill>
                <a:latin typeface="Arial"/>
                <a:ea typeface="Arial"/>
                <a:cs typeface="Arial"/>
              </a:defRPr>
            </a:lvl6pPr>
            <a:lvl7pPr marL="0" indent="0" algn="l">
              <a:lnSpc>
                <a:spcPct val="110000"/>
              </a:lnSpc>
              <a:spcBef>
                <a:spcPts val="0"/>
              </a:spcBef>
              <a:spcAft>
                <a:spcPts val="0"/>
              </a:spcAft>
              <a:buNone/>
              <a:defRPr sz="2320" b="1">
                <a:solidFill>
                  <a:schemeClr val="tx1"/>
                </a:solidFill>
                <a:latin typeface="Arial"/>
                <a:ea typeface="Arial"/>
                <a:cs typeface="Arial"/>
              </a:defRPr>
            </a:lvl7pPr>
            <a:lvl8pPr marL="0" indent="0" algn="l">
              <a:lnSpc>
                <a:spcPct val="110000"/>
              </a:lnSpc>
              <a:spcBef>
                <a:spcPts val="0"/>
              </a:spcBef>
              <a:spcAft>
                <a:spcPts val="0"/>
              </a:spcAft>
              <a:buNone/>
              <a:defRPr sz="2320" b="1">
                <a:solidFill>
                  <a:schemeClr val="tx1"/>
                </a:solidFill>
                <a:latin typeface="Arial"/>
                <a:ea typeface="Arial"/>
                <a:cs typeface="Arial"/>
              </a:defRPr>
            </a:lvl8pPr>
            <a:lvl9pPr marL="0" indent="0" algn="l">
              <a:lnSpc>
                <a:spcPct val="110000"/>
              </a:lnSpc>
              <a:spcBef>
                <a:spcPts val="0"/>
              </a:spcBef>
              <a:spcAft>
                <a:spcPts val="0"/>
              </a:spcAft>
              <a:buNone/>
              <a:defRPr sz="2320" b="1">
                <a:solidFill>
                  <a:schemeClr val="tx1"/>
                </a:solidFill>
                <a:latin typeface="Arial"/>
                <a:ea typeface="Arial"/>
                <a:cs typeface="Arial"/>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B4AE136-55A2-4615-893C-295ECC3A2BC9}"/>
              </a:ext>
            </a:extLst>
          </p:cNvPr>
          <p:cNvSpPr>
            <a:spLocks xmlns:a="http://schemas.openxmlformats.org/drawingml/2006/main" noGrp="1"/>
          </p:cNvSpPr>
          <p:nvPr>
            <p:ph type="body" idx="1"/>
          </p:nvPr>
        </p:nvSpPr>
        <p:spPr>
          <a:xfrm xmlns:a="http://schemas.openxmlformats.org/drawingml/2006/main">
            <a:off x="482203" y="1613958"/>
            <a:ext cx="7608094" cy="36152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582" b="0">
                <a:solidFill>
                  <a:schemeClr val="tx1"/>
                </a:solidFill>
                <a:latin typeface="Arial"/>
                <a:ea typeface="Arial"/>
                <a:cs typeface="Arial"/>
              </a:defRPr>
            </a:defPPr>
            <a:lvl1pPr marL="160734" indent="-160734" algn="l">
              <a:lnSpc>
                <a:spcPct val="110000"/>
              </a:lnSpc>
              <a:spcBef>
                <a:spcPts val="0"/>
              </a:spcBef>
              <a:spcAft>
                <a:spcPts val="844"/>
              </a:spcAft>
              <a:buChar char="•"/>
              <a:defRPr sz="1582" b="0">
                <a:solidFill>
                  <a:schemeClr val="tx1"/>
                </a:solidFill>
                <a:latin typeface="Arial"/>
                <a:ea typeface="Arial"/>
                <a:cs typeface="Arial"/>
              </a:defRPr>
            </a:lvl1pPr>
            <a:lvl2pPr marL="375047" indent="-160734" algn="l">
              <a:lnSpc>
                <a:spcPct val="110000"/>
              </a:lnSpc>
              <a:spcBef>
                <a:spcPts val="0"/>
              </a:spcBef>
              <a:spcAft>
                <a:spcPts val="844"/>
              </a:spcAft>
              <a:buChar char="•"/>
              <a:defRPr sz="1582" b="0">
                <a:solidFill>
                  <a:schemeClr val="tx1"/>
                </a:solidFill>
                <a:latin typeface="Arial"/>
                <a:ea typeface="Arial"/>
                <a:cs typeface="Arial"/>
              </a:defRPr>
            </a:lvl2pPr>
            <a:lvl3pPr marL="589359" indent="-160734" algn="l">
              <a:lnSpc>
                <a:spcPct val="110000"/>
              </a:lnSpc>
              <a:spcBef>
                <a:spcPts val="0"/>
              </a:spcBef>
              <a:spcAft>
                <a:spcPts val="844"/>
              </a:spcAft>
              <a:buChar char="•"/>
              <a:defRPr sz="1582" b="0">
                <a:solidFill>
                  <a:schemeClr val="tx1"/>
                </a:solidFill>
                <a:latin typeface="Arial"/>
                <a:ea typeface="Arial"/>
                <a:cs typeface="Arial"/>
              </a:defRPr>
            </a:lvl3pPr>
            <a:lvl4pPr marL="803672" indent="-160734" algn="l">
              <a:lnSpc>
                <a:spcPct val="110000"/>
              </a:lnSpc>
              <a:spcBef>
                <a:spcPts val="0"/>
              </a:spcBef>
              <a:spcAft>
                <a:spcPts val="844"/>
              </a:spcAft>
              <a:buChar char="•"/>
              <a:defRPr sz="1582" b="0">
                <a:solidFill>
                  <a:schemeClr val="tx1"/>
                </a:solidFill>
                <a:latin typeface="Arial"/>
                <a:ea typeface="Arial"/>
                <a:cs typeface="Arial"/>
              </a:defRPr>
            </a:lvl4pPr>
            <a:lvl5pPr marL="1017984" indent="-160734" algn="l">
              <a:lnSpc>
                <a:spcPct val="110000"/>
              </a:lnSpc>
              <a:spcBef>
                <a:spcPts val="0"/>
              </a:spcBef>
              <a:spcAft>
                <a:spcPts val="844"/>
              </a:spcAft>
              <a:buChar char="•"/>
              <a:defRPr sz="1582" b="0">
                <a:solidFill>
                  <a:schemeClr val="tx1"/>
                </a:solidFill>
                <a:latin typeface="Arial"/>
                <a:ea typeface="Arial"/>
                <a:cs typeface="Arial"/>
              </a:defRPr>
            </a:lvl5pPr>
            <a:lvl6pPr marL="1232297" indent="-160734" algn="l">
              <a:lnSpc>
                <a:spcPct val="110000"/>
              </a:lnSpc>
              <a:spcBef>
                <a:spcPts val="0"/>
              </a:spcBef>
              <a:spcAft>
                <a:spcPts val="844"/>
              </a:spcAft>
              <a:buChar char="•"/>
              <a:defRPr sz="1582" b="0">
                <a:solidFill>
                  <a:schemeClr val="tx1"/>
                </a:solidFill>
                <a:latin typeface="Arial"/>
                <a:ea typeface="Arial"/>
                <a:cs typeface="Arial"/>
              </a:defRPr>
            </a:lvl6pPr>
            <a:lvl7pPr marL="1446609" indent="-160734" algn="l">
              <a:lnSpc>
                <a:spcPct val="110000"/>
              </a:lnSpc>
              <a:spcBef>
                <a:spcPts val="0"/>
              </a:spcBef>
              <a:spcAft>
                <a:spcPts val="844"/>
              </a:spcAft>
              <a:buChar char="•"/>
              <a:defRPr sz="1582" b="0">
                <a:solidFill>
                  <a:schemeClr val="tx1"/>
                </a:solidFill>
                <a:latin typeface="Arial"/>
                <a:ea typeface="Arial"/>
                <a:cs typeface="Arial"/>
              </a:defRPr>
            </a:lvl7pPr>
            <a:lvl8pPr marL="1660922" indent="-160734" algn="l">
              <a:lnSpc>
                <a:spcPct val="110000"/>
              </a:lnSpc>
              <a:spcBef>
                <a:spcPts val="0"/>
              </a:spcBef>
              <a:spcAft>
                <a:spcPts val="844"/>
              </a:spcAft>
              <a:buChar char="•"/>
              <a:defRPr sz="1582" b="0">
                <a:solidFill>
                  <a:schemeClr val="tx1"/>
                </a:solidFill>
                <a:latin typeface="Arial"/>
                <a:ea typeface="Arial"/>
                <a:cs typeface="Arial"/>
              </a:defRPr>
            </a:lvl8pPr>
            <a:lvl9pPr marL="1875234" indent="-160734" algn="l">
              <a:lnSpc>
                <a:spcPct val="110000"/>
              </a:lnSpc>
              <a:spcBef>
                <a:spcPts val="0"/>
              </a:spcBef>
              <a:spcAft>
                <a:spcPts val="844"/>
              </a:spcAft>
              <a:buChar char="•"/>
              <a:defRPr sz="1582" b="0">
                <a:solidFill>
                  <a:schemeClr val="tx1"/>
                </a:solidFill>
                <a:latin typeface="Arial"/>
                <a:ea typeface="Arial"/>
                <a:cs typeface="Arial"/>
              </a:defRPr>
            </a:lvl9pPr>
          </a:lstStyle>
          <a:p xmlns:a="http://schemas.openxmlformats.org/drawingml/2006/main"/>
        </p:txBody>
      </p:sp>
    </p:spTree>
  </p:cSld>
</p:sldLayout>
</file>

<file path=ppt/main_figures/Fig4/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1884BB0-18F6-4341-BF9A-2DCB89B6754F}"/>
              </a:ext>
            </a:extLst>
          </p:cNvPr>
          <p:cNvSpPr>
            <a:spLocks xmlns:a="http://schemas.openxmlformats.org/drawingml/2006/main" noGrp="1"/>
          </p:cNvSpPr>
          <p:nvPr>
            <p:ph type="title" idx="0"/>
          </p:nvPr>
        </p:nvSpPr>
        <p:spPr>
          <a:xfrm xmlns:a="http://schemas.openxmlformats.org/drawingml/2006/main">
            <a:off x="482203" y="451908"/>
            <a:ext cx="7608094" cy="71014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320" b="1">
                <a:solidFill>
                  <a:schemeClr val="tx1"/>
                </a:solidFill>
                <a:latin typeface="Arial"/>
                <a:ea typeface="Arial"/>
                <a:cs typeface="Arial"/>
              </a:defRPr>
            </a:defPPr>
            <a:lvl1pPr marL="0" indent="0" algn="l">
              <a:lnSpc>
                <a:spcPct val="110000"/>
              </a:lnSpc>
              <a:spcBef>
                <a:spcPts val="0"/>
              </a:spcBef>
              <a:spcAft>
                <a:spcPts val="0"/>
              </a:spcAft>
              <a:buNone/>
              <a:defRPr sz="2320" b="1">
                <a:solidFill>
                  <a:schemeClr val="tx1"/>
                </a:solidFill>
                <a:latin typeface="Arial"/>
                <a:ea typeface="Arial"/>
                <a:cs typeface="Arial"/>
              </a:defRPr>
            </a:lvl1pPr>
            <a:lvl2pPr marL="0" indent="0" algn="l">
              <a:lnSpc>
                <a:spcPct val="110000"/>
              </a:lnSpc>
              <a:spcBef>
                <a:spcPts val="0"/>
              </a:spcBef>
              <a:spcAft>
                <a:spcPts val="0"/>
              </a:spcAft>
              <a:buNone/>
              <a:defRPr sz="2320" b="1">
                <a:solidFill>
                  <a:schemeClr val="tx1"/>
                </a:solidFill>
                <a:latin typeface="Arial"/>
                <a:ea typeface="Arial"/>
                <a:cs typeface="Arial"/>
              </a:defRPr>
            </a:lvl2pPr>
            <a:lvl3pPr marL="0" indent="0" algn="l">
              <a:lnSpc>
                <a:spcPct val="110000"/>
              </a:lnSpc>
              <a:spcBef>
                <a:spcPts val="0"/>
              </a:spcBef>
              <a:spcAft>
                <a:spcPts val="0"/>
              </a:spcAft>
              <a:buNone/>
              <a:defRPr sz="2320" b="1">
                <a:solidFill>
                  <a:schemeClr val="tx1"/>
                </a:solidFill>
                <a:latin typeface="Arial"/>
                <a:ea typeface="Arial"/>
                <a:cs typeface="Arial"/>
              </a:defRPr>
            </a:lvl3pPr>
            <a:lvl4pPr marL="0" indent="0" algn="l">
              <a:lnSpc>
                <a:spcPct val="110000"/>
              </a:lnSpc>
              <a:spcBef>
                <a:spcPts val="0"/>
              </a:spcBef>
              <a:spcAft>
                <a:spcPts val="0"/>
              </a:spcAft>
              <a:buNone/>
              <a:defRPr sz="2320" b="1">
                <a:solidFill>
                  <a:schemeClr val="tx1"/>
                </a:solidFill>
                <a:latin typeface="Arial"/>
                <a:ea typeface="Arial"/>
                <a:cs typeface="Arial"/>
              </a:defRPr>
            </a:lvl4pPr>
            <a:lvl5pPr marL="0" indent="0" algn="l">
              <a:lnSpc>
                <a:spcPct val="110000"/>
              </a:lnSpc>
              <a:spcBef>
                <a:spcPts val="0"/>
              </a:spcBef>
              <a:spcAft>
                <a:spcPts val="0"/>
              </a:spcAft>
              <a:buNone/>
              <a:defRPr sz="2320" b="1">
                <a:solidFill>
                  <a:schemeClr val="tx1"/>
                </a:solidFill>
                <a:latin typeface="Arial"/>
                <a:ea typeface="Arial"/>
                <a:cs typeface="Arial"/>
              </a:defRPr>
            </a:lvl5pPr>
            <a:lvl6pPr marL="0" indent="0" algn="l">
              <a:lnSpc>
                <a:spcPct val="110000"/>
              </a:lnSpc>
              <a:spcBef>
                <a:spcPts val="0"/>
              </a:spcBef>
              <a:spcAft>
                <a:spcPts val="0"/>
              </a:spcAft>
              <a:buNone/>
              <a:defRPr sz="2320" b="1">
                <a:solidFill>
                  <a:schemeClr val="tx1"/>
                </a:solidFill>
                <a:latin typeface="Arial"/>
                <a:ea typeface="Arial"/>
                <a:cs typeface="Arial"/>
              </a:defRPr>
            </a:lvl6pPr>
            <a:lvl7pPr marL="0" indent="0" algn="l">
              <a:lnSpc>
                <a:spcPct val="110000"/>
              </a:lnSpc>
              <a:spcBef>
                <a:spcPts val="0"/>
              </a:spcBef>
              <a:spcAft>
                <a:spcPts val="0"/>
              </a:spcAft>
              <a:buNone/>
              <a:defRPr sz="2320" b="1">
                <a:solidFill>
                  <a:schemeClr val="tx1"/>
                </a:solidFill>
                <a:latin typeface="Arial"/>
                <a:ea typeface="Arial"/>
                <a:cs typeface="Arial"/>
              </a:defRPr>
            </a:lvl7pPr>
            <a:lvl8pPr marL="0" indent="0" algn="l">
              <a:lnSpc>
                <a:spcPct val="110000"/>
              </a:lnSpc>
              <a:spcBef>
                <a:spcPts val="0"/>
              </a:spcBef>
              <a:spcAft>
                <a:spcPts val="0"/>
              </a:spcAft>
              <a:buNone/>
              <a:defRPr sz="2320" b="1">
                <a:solidFill>
                  <a:schemeClr val="tx1"/>
                </a:solidFill>
                <a:latin typeface="Arial"/>
                <a:ea typeface="Arial"/>
                <a:cs typeface="Arial"/>
              </a:defRPr>
            </a:lvl8pPr>
            <a:lvl9pPr marL="0" indent="0" algn="l">
              <a:lnSpc>
                <a:spcPct val="110000"/>
              </a:lnSpc>
              <a:spcBef>
                <a:spcPts val="0"/>
              </a:spcBef>
              <a:spcAft>
                <a:spcPts val="0"/>
              </a:spcAft>
              <a:buNone/>
              <a:defRPr sz="2320" b="1">
                <a:solidFill>
                  <a:schemeClr val="tx1"/>
                </a:solidFill>
                <a:latin typeface="Arial"/>
                <a:ea typeface="Arial"/>
                <a:cs typeface="Arial"/>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63760E5-8A55-4773-AC6E-FFB2F717A845}"/>
              </a:ext>
            </a:extLst>
          </p:cNvPr>
          <p:cNvSpPr>
            <a:spLocks xmlns:a="http://schemas.openxmlformats.org/drawingml/2006/main" noGrp="1"/>
          </p:cNvSpPr>
          <p:nvPr>
            <p:ph type="body" idx="1"/>
          </p:nvPr>
        </p:nvSpPr>
        <p:spPr>
          <a:xfrm xmlns:a="http://schemas.openxmlformats.org/drawingml/2006/main">
            <a:off x="482203" y="1613958"/>
            <a:ext cx="3536156" cy="36152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477" b="0">
                <a:solidFill>
                  <a:schemeClr val="tx1"/>
                </a:solidFill>
                <a:latin typeface="Arial"/>
                <a:ea typeface="Arial"/>
                <a:cs typeface="Arial"/>
              </a:defRPr>
            </a:defPPr>
            <a:lvl1pPr marL="160734" indent="-160734" algn="l">
              <a:lnSpc>
                <a:spcPct val="110000"/>
              </a:lnSpc>
              <a:spcBef>
                <a:spcPts val="0"/>
              </a:spcBef>
              <a:spcAft>
                <a:spcPts val="844"/>
              </a:spcAft>
              <a:buChar char="•"/>
              <a:defRPr sz="1477" b="0">
                <a:solidFill>
                  <a:schemeClr val="tx1"/>
                </a:solidFill>
                <a:latin typeface="Arial"/>
                <a:ea typeface="Arial"/>
                <a:cs typeface="Arial"/>
              </a:defRPr>
            </a:lvl1pPr>
            <a:lvl2pPr marL="375047" indent="-160734" algn="l">
              <a:lnSpc>
                <a:spcPct val="110000"/>
              </a:lnSpc>
              <a:spcBef>
                <a:spcPts val="0"/>
              </a:spcBef>
              <a:spcAft>
                <a:spcPts val="844"/>
              </a:spcAft>
              <a:buChar char="•"/>
              <a:defRPr sz="1477" b="0">
                <a:solidFill>
                  <a:schemeClr val="tx1"/>
                </a:solidFill>
                <a:latin typeface="Arial"/>
                <a:ea typeface="Arial"/>
                <a:cs typeface="Arial"/>
              </a:defRPr>
            </a:lvl2pPr>
            <a:lvl3pPr marL="589359" indent="-160734" algn="l">
              <a:lnSpc>
                <a:spcPct val="110000"/>
              </a:lnSpc>
              <a:spcBef>
                <a:spcPts val="0"/>
              </a:spcBef>
              <a:spcAft>
                <a:spcPts val="844"/>
              </a:spcAft>
              <a:buChar char="•"/>
              <a:defRPr sz="1477" b="0">
                <a:solidFill>
                  <a:schemeClr val="tx1"/>
                </a:solidFill>
                <a:latin typeface="Arial"/>
                <a:ea typeface="Arial"/>
                <a:cs typeface="Arial"/>
              </a:defRPr>
            </a:lvl3pPr>
            <a:lvl4pPr marL="803672" indent="-160734" algn="l">
              <a:lnSpc>
                <a:spcPct val="110000"/>
              </a:lnSpc>
              <a:spcBef>
                <a:spcPts val="0"/>
              </a:spcBef>
              <a:spcAft>
                <a:spcPts val="844"/>
              </a:spcAft>
              <a:buChar char="•"/>
              <a:defRPr sz="1477" b="0">
                <a:solidFill>
                  <a:schemeClr val="tx1"/>
                </a:solidFill>
                <a:latin typeface="Arial"/>
                <a:ea typeface="Arial"/>
                <a:cs typeface="Arial"/>
              </a:defRPr>
            </a:lvl4pPr>
            <a:lvl5pPr marL="1017984" indent="-160734" algn="l">
              <a:lnSpc>
                <a:spcPct val="110000"/>
              </a:lnSpc>
              <a:spcBef>
                <a:spcPts val="0"/>
              </a:spcBef>
              <a:spcAft>
                <a:spcPts val="844"/>
              </a:spcAft>
              <a:buChar char="•"/>
              <a:defRPr sz="1477" b="0">
                <a:solidFill>
                  <a:schemeClr val="tx1"/>
                </a:solidFill>
                <a:latin typeface="Arial"/>
                <a:ea typeface="Arial"/>
                <a:cs typeface="Arial"/>
              </a:defRPr>
            </a:lvl5pPr>
            <a:lvl6pPr marL="1232297" indent="-160734" algn="l">
              <a:lnSpc>
                <a:spcPct val="110000"/>
              </a:lnSpc>
              <a:spcBef>
                <a:spcPts val="0"/>
              </a:spcBef>
              <a:spcAft>
                <a:spcPts val="844"/>
              </a:spcAft>
              <a:buChar char="•"/>
              <a:defRPr sz="1477" b="0">
                <a:solidFill>
                  <a:schemeClr val="tx1"/>
                </a:solidFill>
                <a:latin typeface="Arial"/>
                <a:ea typeface="Arial"/>
                <a:cs typeface="Arial"/>
              </a:defRPr>
            </a:lvl6pPr>
            <a:lvl7pPr marL="1446609" indent="-160734" algn="l">
              <a:lnSpc>
                <a:spcPct val="110000"/>
              </a:lnSpc>
              <a:spcBef>
                <a:spcPts val="0"/>
              </a:spcBef>
              <a:spcAft>
                <a:spcPts val="844"/>
              </a:spcAft>
              <a:buChar char="•"/>
              <a:defRPr sz="1477" b="0">
                <a:solidFill>
                  <a:schemeClr val="tx1"/>
                </a:solidFill>
                <a:latin typeface="Arial"/>
                <a:ea typeface="Arial"/>
                <a:cs typeface="Arial"/>
              </a:defRPr>
            </a:lvl7pPr>
            <a:lvl8pPr marL="1660922" indent="-160734" algn="l">
              <a:lnSpc>
                <a:spcPct val="110000"/>
              </a:lnSpc>
              <a:spcBef>
                <a:spcPts val="0"/>
              </a:spcBef>
              <a:spcAft>
                <a:spcPts val="844"/>
              </a:spcAft>
              <a:buChar char="•"/>
              <a:defRPr sz="1477" b="0">
                <a:solidFill>
                  <a:schemeClr val="tx1"/>
                </a:solidFill>
                <a:latin typeface="Arial"/>
                <a:ea typeface="Arial"/>
                <a:cs typeface="Arial"/>
              </a:defRPr>
            </a:lvl8pPr>
            <a:lvl9pPr marL="1875234" indent="-160734" algn="l">
              <a:lnSpc>
                <a:spcPct val="110000"/>
              </a:lnSpc>
              <a:spcBef>
                <a:spcPts val="0"/>
              </a:spcBef>
              <a:spcAft>
                <a:spcPts val="844"/>
              </a:spcAft>
              <a:buChar char="•"/>
              <a:defRPr sz="1477" b="0">
                <a:solidFill>
                  <a:schemeClr val="tx1"/>
                </a:solidFill>
                <a:latin typeface="Arial"/>
                <a:ea typeface="Arial"/>
                <a:cs typeface="Arial"/>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58E1367-97DB-447D-9A5F-A16743019C3A}"/>
              </a:ext>
            </a:extLst>
          </p:cNvPr>
          <p:cNvSpPr>
            <a:spLocks xmlns:a="http://schemas.openxmlformats.org/drawingml/2006/main" noGrp="1"/>
          </p:cNvSpPr>
          <p:nvPr>
            <p:ph type="body" idx="2"/>
          </p:nvPr>
        </p:nvSpPr>
        <p:spPr>
          <a:xfrm xmlns:a="http://schemas.openxmlformats.org/drawingml/2006/main">
            <a:off x="4554141" y="1613958"/>
            <a:ext cx="3536156" cy="36152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477" b="0">
                <a:solidFill>
                  <a:schemeClr val="tx1"/>
                </a:solidFill>
                <a:latin typeface="Arial"/>
                <a:ea typeface="Arial"/>
                <a:cs typeface="Arial"/>
              </a:defRPr>
            </a:defPPr>
            <a:lvl1pPr marL="160734" indent="-160734" algn="l">
              <a:lnSpc>
                <a:spcPct val="110000"/>
              </a:lnSpc>
              <a:spcBef>
                <a:spcPts val="0"/>
              </a:spcBef>
              <a:spcAft>
                <a:spcPts val="844"/>
              </a:spcAft>
              <a:buChar char="•"/>
              <a:defRPr sz="1477" b="0">
                <a:solidFill>
                  <a:schemeClr val="tx1"/>
                </a:solidFill>
                <a:latin typeface="Arial"/>
                <a:ea typeface="Arial"/>
                <a:cs typeface="Arial"/>
              </a:defRPr>
            </a:lvl1pPr>
            <a:lvl2pPr marL="375047" indent="-160734" algn="l">
              <a:lnSpc>
                <a:spcPct val="110000"/>
              </a:lnSpc>
              <a:spcBef>
                <a:spcPts val="0"/>
              </a:spcBef>
              <a:spcAft>
                <a:spcPts val="844"/>
              </a:spcAft>
              <a:buChar char="•"/>
              <a:defRPr sz="1477" b="0">
                <a:solidFill>
                  <a:schemeClr val="tx1"/>
                </a:solidFill>
                <a:latin typeface="Arial"/>
                <a:ea typeface="Arial"/>
                <a:cs typeface="Arial"/>
              </a:defRPr>
            </a:lvl2pPr>
            <a:lvl3pPr marL="589359" indent="-160734" algn="l">
              <a:lnSpc>
                <a:spcPct val="110000"/>
              </a:lnSpc>
              <a:spcBef>
                <a:spcPts val="0"/>
              </a:spcBef>
              <a:spcAft>
                <a:spcPts val="844"/>
              </a:spcAft>
              <a:buChar char="•"/>
              <a:defRPr sz="1477" b="0">
                <a:solidFill>
                  <a:schemeClr val="tx1"/>
                </a:solidFill>
                <a:latin typeface="Arial"/>
                <a:ea typeface="Arial"/>
                <a:cs typeface="Arial"/>
              </a:defRPr>
            </a:lvl3pPr>
            <a:lvl4pPr marL="803672" indent="-160734" algn="l">
              <a:lnSpc>
                <a:spcPct val="110000"/>
              </a:lnSpc>
              <a:spcBef>
                <a:spcPts val="0"/>
              </a:spcBef>
              <a:spcAft>
                <a:spcPts val="844"/>
              </a:spcAft>
              <a:buChar char="•"/>
              <a:defRPr sz="1477" b="0">
                <a:solidFill>
                  <a:schemeClr val="tx1"/>
                </a:solidFill>
                <a:latin typeface="Arial"/>
                <a:ea typeface="Arial"/>
                <a:cs typeface="Arial"/>
              </a:defRPr>
            </a:lvl4pPr>
            <a:lvl5pPr marL="1017984" indent="-160734" algn="l">
              <a:lnSpc>
                <a:spcPct val="110000"/>
              </a:lnSpc>
              <a:spcBef>
                <a:spcPts val="0"/>
              </a:spcBef>
              <a:spcAft>
                <a:spcPts val="844"/>
              </a:spcAft>
              <a:buChar char="•"/>
              <a:defRPr sz="1477" b="0">
                <a:solidFill>
                  <a:schemeClr val="tx1"/>
                </a:solidFill>
                <a:latin typeface="Arial"/>
                <a:ea typeface="Arial"/>
                <a:cs typeface="Arial"/>
              </a:defRPr>
            </a:lvl5pPr>
            <a:lvl6pPr marL="1232297" indent="-160734" algn="l">
              <a:lnSpc>
                <a:spcPct val="110000"/>
              </a:lnSpc>
              <a:spcBef>
                <a:spcPts val="0"/>
              </a:spcBef>
              <a:spcAft>
                <a:spcPts val="844"/>
              </a:spcAft>
              <a:buChar char="•"/>
              <a:defRPr sz="1477" b="0">
                <a:solidFill>
                  <a:schemeClr val="tx1"/>
                </a:solidFill>
                <a:latin typeface="Arial"/>
                <a:ea typeface="Arial"/>
                <a:cs typeface="Arial"/>
              </a:defRPr>
            </a:lvl6pPr>
            <a:lvl7pPr marL="1446609" indent="-160734" algn="l">
              <a:lnSpc>
                <a:spcPct val="110000"/>
              </a:lnSpc>
              <a:spcBef>
                <a:spcPts val="0"/>
              </a:spcBef>
              <a:spcAft>
                <a:spcPts val="844"/>
              </a:spcAft>
              <a:buChar char="•"/>
              <a:defRPr sz="1477" b="0">
                <a:solidFill>
                  <a:schemeClr val="tx1"/>
                </a:solidFill>
                <a:latin typeface="Arial"/>
                <a:ea typeface="Arial"/>
                <a:cs typeface="Arial"/>
              </a:defRPr>
            </a:lvl7pPr>
            <a:lvl8pPr marL="1660922" indent="-160734" algn="l">
              <a:lnSpc>
                <a:spcPct val="110000"/>
              </a:lnSpc>
              <a:spcBef>
                <a:spcPts val="0"/>
              </a:spcBef>
              <a:spcAft>
                <a:spcPts val="844"/>
              </a:spcAft>
              <a:buChar char="•"/>
              <a:defRPr sz="1477" b="0">
                <a:solidFill>
                  <a:schemeClr val="tx1"/>
                </a:solidFill>
                <a:latin typeface="Arial"/>
                <a:ea typeface="Arial"/>
                <a:cs typeface="Arial"/>
              </a:defRPr>
            </a:lvl8pPr>
            <a:lvl9pPr marL="1875234" indent="-160734" algn="l">
              <a:lnSpc>
                <a:spcPct val="110000"/>
              </a:lnSpc>
              <a:spcBef>
                <a:spcPts val="0"/>
              </a:spcBef>
              <a:spcAft>
                <a:spcPts val="844"/>
              </a:spcAft>
              <a:buChar char="•"/>
              <a:defRPr sz="1477" b="0">
                <a:solidFill>
                  <a:schemeClr val="tx1"/>
                </a:solidFill>
                <a:latin typeface="Arial"/>
                <a:ea typeface="Arial"/>
                <a:cs typeface="Arial"/>
              </a:defRPr>
            </a:lvl9pPr>
          </a:lstStyle>
          <a:p xmlns:a="http://schemas.openxmlformats.org/drawingml/2006/main"/>
        </p:txBody>
      </p:sp>
    </p:spTree>
  </p:cSld>
</p:sldLayout>
</file>

<file path=ppt/main_figures/Fig4/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99B6E5A-8586-4B13-B0D1-1B7F61411AA6}"/>
              </a:ext>
            </a:extLst>
          </p:cNvPr>
          <p:cNvSpPr>
            <a:spLocks xmlns:a="http://schemas.openxmlformats.org/drawingml/2006/main" noGrp="1"/>
          </p:cNvSpPr>
          <p:nvPr>
            <p:ph type="title" idx="0"/>
          </p:nvPr>
        </p:nvSpPr>
        <p:spPr>
          <a:xfrm xmlns:a="http://schemas.openxmlformats.org/drawingml/2006/main">
            <a:off x="482203" y="451908"/>
            <a:ext cx="7608094" cy="71014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320" b="1">
                <a:solidFill>
                  <a:schemeClr val="tx1"/>
                </a:solidFill>
                <a:latin typeface="Arial"/>
                <a:ea typeface="Arial"/>
                <a:cs typeface="Arial"/>
              </a:defRPr>
            </a:defPPr>
            <a:lvl1pPr marL="0" indent="0" algn="l">
              <a:lnSpc>
                <a:spcPct val="110000"/>
              </a:lnSpc>
              <a:spcBef>
                <a:spcPts val="0"/>
              </a:spcBef>
              <a:spcAft>
                <a:spcPts val="0"/>
              </a:spcAft>
              <a:buNone/>
              <a:defRPr sz="2320" b="1">
                <a:solidFill>
                  <a:schemeClr val="tx1"/>
                </a:solidFill>
                <a:latin typeface="Arial"/>
                <a:ea typeface="Arial"/>
                <a:cs typeface="Arial"/>
              </a:defRPr>
            </a:lvl1pPr>
            <a:lvl2pPr marL="0" indent="0" algn="l">
              <a:lnSpc>
                <a:spcPct val="110000"/>
              </a:lnSpc>
              <a:spcBef>
                <a:spcPts val="0"/>
              </a:spcBef>
              <a:spcAft>
                <a:spcPts val="0"/>
              </a:spcAft>
              <a:buNone/>
              <a:defRPr sz="2320" b="1">
                <a:solidFill>
                  <a:schemeClr val="tx1"/>
                </a:solidFill>
                <a:latin typeface="Arial"/>
                <a:ea typeface="Arial"/>
                <a:cs typeface="Arial"/>
              </a:defRPr>
            </a:lvl2pPr>
            <a:lvl3pPr marL="0" indent="0" algn="l">
              <a:lnSpc>
                <a:spcPct val="110000"/>
              </a:lnSpc>
              <a:spcBef>
                <a:spcPts val="0"/>
              </a:spcBef>
              <a:spcAft>
                <a:spcPts val="0"/>
              </a:spcAft>
              <a:buNone/>
              <a:defRPr sz="2320" b="1">
                <a:solidFill>
                  <a:schemeClr val="tx1"/>
                </a:solidFill>
                <a:latin typeface="Arial"/>
                <a:ea typeface="Arial"/>
                <a:cs typeface="Arial"/>
              </a:defRPr>
            </a:lvl3pPr>
            <a:lvl4pPr marL="0" indent="0" algn="l">
              <a:lnSpc>
                <a:spcPct val="110000"/>
              </a:lnSpc>
              <a:spcBef>
                <a:spcPts val="0"/>
              </a:spcBef>
              <a:spcAft>
                <a:spcPts val="0"/>
              </a:spcAft>
              <a:buNone/>
              <a:defRPr sz="2320" b="1">
                <a:solidFill>
                  <a:schemeClr val="tx1"/>
                </a:solidFill>
                <a:latin typeface="Arial"/>
                <a:ea typeface="Arial"/>
                <a:cs typeface="Arial"/>
              </a:defRPr>
            </a:lvl4pPr>
            <a:lvl5pPr marL="0" indent="0" algn="l">
              <a:lnSpc>
                <a:spcPct val="110000"/>
              </a:lnSpc>
              <a:spcBef>
                <a:spcPts val="0"/>
              </a:spcBef>
              <a:spcAft>
                <a:spcPts val="0"/>
              </a:spcAft>
              <a:buNone/>
              <a:defRPr sz="2320" b="1">
                <a:solidFill>
                  <a:schemeClr val="tx1"/>
                </a:solidFill>
                <a:latin typeface="Arial"/>
                <a:ea typeface="Arial"/>
                <a:cs typeface="Arial"/>
              </a:defRPr>
            </a:lvl5pPr>
            <a:lvl6pPr marL="0" indent="0" algn="l">
              <a:lnSpc>
                <a:spcPct val="110000"/>
              </a:lnSpc>
              <a:spcBef>
                <a:spcPts val="0"/>
              </a:spcBef>
              <a:spcAft>
                <a:spcPts val="0"/>
              </a:spcAft>
              <a:buNone/>
              <a:defRPr sz="2320" b="1">
                <a:solidFill>
                  <a:schemeClr val="tx1"/>
                </a:solidFill>
                <a:latin typeface="Arial"/>
                <a:ea typeface="Arial"/>
                <a:cs typeface="Arial"/>
              </a:defRPr>
            </a:lvl6pPr>
            <a:lvl7pPr marL="0" indent="0" algn="l">
              <a:lnSpc>
                <a:spcPct val="110000"/>
              </a:lnSpc>
              <a:spcBef>
                <a:spcPts val="0"/>
              </a:spcBef>
              <a:spcAft>
                <a:spcPts val="0"/>
              </a:spcAft>
              <a:buNone/>
              <a:defRPr sz="2320" b="1">
                <a:solidFill>
                  <a:schemeClr val="tx1"/>
                </a:solidFill>
                <a:latin typeface="Arial"/>
                <a:ea typeface="Arial"/>
                <a:cs typeface="Arial"/>
              </a:defRPr>
            </a:lvl7pPr>
            <a:lvl8pPr marL="0" indent="0" algn="l">
              <a:lnSpc>
                <a:spcPct val="110000"/>
              </a:lnSpc>
              <a:spcBef>
                <a:spcPts val="0"/>
              </a:spcBef>
              <a:spcAft>
                <a:spcPts val="0"/>
              </a:spcAft>
              <a:buNone/>
              <a:defRPr sz="2320" b="1">
                <a:solidFill>
                  <a:schemeClr val="tx1"/>
                </a:solidFill>
                <a:latin typeface="Arial"/>
                <a:ea typeface="Arial"/>
                <a:cs typeface="Arial"/>
              </a:defRPr>
            </a:lvl8pPr>
            <a:lvl9pPr marL="0" indent="0" algn="l">
              <a:lnSpc>
                <a:spcPct val="110000"/>
              </a:lnSpc>
              <a:spcBef>
                <a:spcPts val="0"/>
              </a:spcBef>
              <a:spcAft>
                <a:spcPts val="0"/>
              </a:spcAft>
              <a:buNone/>
              <a:defRPr sz="2320" b="1">
                <a:solidFill>
                  <a:schemeClr val="tx1"/>
                </a:solidFill>
                <a:latin typeface="Arial"/>
                <a:ea typeface="Arial"/>
                <a:cs typeface="Arial"/>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5C2A26B-83BE-477E-9EB4-57E9955A69B6}"/>
              </a:ext>
            </a:extLst>
          </p:cNvPr>
          <p:cNvSpPr>
            <a:spLocks xmlns:a="http://schemas.openxmlformats.org/drawingml/2006/main" noGrp="1"/>
          </p:cNvSpPr>
          <p:nvPr>
            <p:ph type="body" idx="1"/>
          </p:nvPr>
        </p:nvSpPr>
        <p:spPr>
          <a:xfrm xmlns:a="http://schemas.openxmlformats.org/drawingml/2006/main">
            <a:off x="482203" y="1613958"/>
            <a:ext cx="3536156" cy="36152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582" b="0">
                <a:solidFill>
                  <a:schemeClr val="tx1"/>
                </a:solidFill>
                <a:latin typeface="Arial"/>
                <a:ea typeface="Arial"/>
                <a:cs typeface="Arial"/>
              </a:defRPr>
            </a:defPPr>
            <a:lvl1pPr marL="160734" indent="-160734" algn="l">
              <a:lnSpc>
                <a:spcPct val="110000"/>
              </a:lnSpc>
              <a:spcBef>
                <a:spcPts val="0"/>
              </a:spcBef>
              <a:spcAft>
                <a:spcPts val="844"/>
              </a:spcAft>
              <a:buChar char="•"/>
              <a:defRPr sz="1582" b="0">
                <a:solidFill>
                  <a:schemeClr val="tx1"/>
                </a:solidFill>
                <a:latin typeface="Arial"/>
                <a:ea typeface="Arial"/>
                <a:cs typeface="Arial"/>
              </a:defRPr>
            </a:lvl1pPr>
            <a:lvl2pPr marL="375047" indent="-160734" algn="l">
              <a:lnSpc>
                <a:spcPct val="110000"/>
              </a:lnSpc>
              <a:spcBef>
                <a:spcPts val="0"/>
              </a:spcBef>
              <a:spcAft>
                <a:spcPts val="844"/>
              </a:spcAft>
              <a:buChar char="•"/>
              <a:defRPr sz="1582" b="0">
                <a:solidFill>
                  <a:schemeClr val="tx1"/>
                </a:solidFill>
                <a:latin typeface="Arial"/>
                <a:ea typeface="Arial"/>
                <a:cs typeface="Arial"/>
              </a:defRPr>
            </a:lvl2pPr>
            <a:lvl3pPr marL="589359" indent="-160734" algn="l">
              <a:lnSpc>
                <a:spcPct val="110000"/>
              </a:lnSpc>
              <a:spcBef>
                <a:spcPts val="0"/>
              </a:spcBef>
              <a:spcAft>
                <a:spcPts val="844"/>
              </a:spcAft>
              <a:buChar char="•"/>
              <a:defRPr sz="1582" b="0">
                <a:solidFill>
                  <a:schemeClr val="tx1"/>
                </a:solidFill>
                <a:latin typeface="Arial"/>
                <a:ea typeface="Arial"/>
                <a:cs typeface="Arial"/>
              </a:defRPr>
            </a:lvl3pPr>
            <a:lvl4pPr marL="803672" indent="-160734" algn="l">
              <a:lnSpc>
                <a:spcPct val="110000"/>
              </a:lnSpc>
              <a:spcBef>
                <a:spcPts val="0"/>
              </a:spcBef>
              <a:spcAft>
                <a:spcPts val="844"/>
              </a:spcAft>
              <a:buChar char="•"/>
              <a:defRPr sz="1582" b="0">
                <a:solidFill>
                  <a:schemeClr val="tx1"/>
                </a:solidFill>
                <a:latin typeface="Arial"/>
                <a:ea typeface="Arial"/>
                <a:cs typeface="Arial"/>
              </a:defRPr>
            </a:lvl4pPr>
            <a:lvl5pPr marL="1017984" indent="-160734" algn="l">
              <a:lnSpc>
                <a:spcPct val="110000"/>
              </a:lnSpc>
              <a:spcBef>
                <a:spcPts val="0"/>
              </a:spcBef>
              <a:spcAft>
                <a:spcPts val="844"/>
              </a:spcAft>
              <a:buChar char="•"/>
              <a:defRPr sz="1582" b="0">
                <a:solidFill>
                  <a:schemeClr val="tx1"/>
                </a:solidFill>
                <a:latin typeface="Arial"/>
                <a:ea typeface="Arial"/>
                <a:cs typeface="Arial"/>
              </a:defRPr>
            </a:lvl5pPr>
            <a:lvl6pPr marL="1232297" indent="-160734" algn="l">
              <a:lnSpc>
                <a:spcPct val="110000"/>
              </a:lnSpc>
              <a:spcBef>
                <a:spcPts val="0"/>
              </a:spcBef>
              <a:spcAft>
                <a:spcPts val="844"/>
              </a:spcAft>
              <a:buChar char="•"/>
              <a:defRPr sz="1582" b="0">
                <a:solidFill>
                  <a:schemeClr val="tx1"/>
                </a:solidFill>
                <a:latin typeface="Arial"/>
                <a:ea typeface="Arial"/>
                <a:cs typeface="Arial"/>
              </a:defRPr>
            </a:lvl6pPr>
            <a:lvl7pPr marL="1446609" indent="-160734" algn="l">
              <a:lnSpc>
                <a:spcPct val="110000"/>
              </a:lnSpc>
              <a:spcBef>
                <a:spcPts val="0"/>
              </a:spcBef>
              <a:spcAft>
                <a:spcPts val="844"/>
              </a:spcAft>
              <a:buChar char="•"/>
              <a:defRPr sz="1582" b="0">
                <a:solidFill>
                  <a:schemeClr val="tx1"/>
                </a:solidFill>
                <a:latin typeface="Arial"/>
                <a:ea typeface="Arial"/>
                <a:cs typeface="Arial"/>
              </a:defRPr>
            </a:lvl7pPr>
            <a:lvl8pPr marL="1660922" indent="-160734" algn="l">
              <a:lnSpc>
                <a:spcPct val="110000"/>
              </a:lnSpc>
              <a:spcBef>
                <a:spcPts val="0"/>
              </a:spcBef>
              <a:spcAft>
                <a:spcPts val="844"/>
              </a:spcAft>
              <a:buChar char="•"/>
              <a:defRPr sz="1582" b="0">
                <a:solidFill>
                  <a:schemeClr val="tx1"/>
                </a:solidFill>
                <a:latin typeface="Arial"/>
                <a:ea typeface="Arial"/>
                <a:cs typeface="Arial"/>
              </a:defRPr>
            </a:lvl8pPr>
            <a:lvl9pPr marL="1875234" indent="-160734" algn="l">
              <a:lnSpc>
                <a:spcPct val="110000"/>
              </a:lnSpc>
              <a:spcBef>
                <a:spcPts val="0"/>
              </a:spcBef>
              <a:spcAft>
                <a:spcPts val="844"/>
              </a:spcAft>
              <a:buChar char="•"/>
              <a:defRPr sz="1582" b="0">
                <a:solidFill>
                  <a:schemeClr val="tx1"/>
                </a:solidFill>
                <a:latin typeface="Arial"/>
                <a:ea typeface="Arial"/>
                <a:cs typeface="Arial"/>
              </a:defRPr>
            </a:lvl9pPr>
          </a:lstStyle>
          <a:p xmlns:a="http://schemas.openxmlformats.org/drawingml/2006/main"/>
        </p:txBody>
      </p:sp>
    </p:spTree>
  </p:cSld>
</p:sldLayout>
</file>

<file path=ppt/main_figures/Fig4/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main_figures/Fig4/ppt/slideMasters/_rels/slideMaster1.xml.rels><?xml version='1.0' encoding='utf-8'?>
<Relationships xmlns="http://schemas.openxmlformats.org/package/2006/relationships"><Relationship Type="http://schemas.openxmlformats.org/officeDocument/2006/relationships/theme" Target="/ppt/main_figures/Fig4/ppt/slideMasters/theme/theme2.xml" Id="Rf57503e017f74e18" /><Relationship Type="http://schemas.openxmlformats.org/officeDocument/2006/relationships/slideLayout" Target="/ppt/main_figures/Fig4/ppt/slideLayouts/slideLayout1.xml" Id="R5071a9227a7b4c56" /><Relationship Type="http://schemas.openxmlformats.org/officeDocument/2006/relationships/slideLayout" Target="/ppt/main_figures/Fig4/ppt/slideLayouts/slideLayout2.xml" Id="R794f36db247b4624" /><Relationship Type="http://schemas.openxmlformats.org/officeDocument/2006/relationships/slideLayout" Target="/ppt/main_figures/Fig4/ppt/slideLayouts/slideLayout3.xml" Id="Rd62e0c67677448c4" /><Relationship Type="http://schemas.openxmlformats.org/officeDocument/2006/relationships/slideLayout" Target="/ppt/main_figures/Fig4/ppt/slideLayouts/slideLayout4.xml" Id="R70912ae899114495" /><Relationship Type="http://schemas.openxmlformats.org/officeDocument/2006/relationships/slideLayout" Target="/ppt/main_figures/Fig4/ppt/slideLayouts/slideLayout5.xml" Id="Rcd9835e2bf5a485f" /><Relationship Type="http://schemas.openxmlformats.org/officeDocument/2006/relationships/slideLayout" Target="/ppt/main_figures/Fig4/ppt/slideLayouts/slideLayout6.xml" Id="R9aeb0c772adb4305" /></Relationships>
</file>

<file path=ppt/main_figures/Fig4/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071a9227a7b4c56"/>
    <p:sldLayoutId xmlns:r="http://schemas.openxmlformats.org/officeDocument/2006/relationships" id="2147483650" r:id="R794f36db247b4624"/>
    <p:sldLayoutId xmlns:r="http://schemas.openxmlformats.org/officeDocument/2006/relationships" id="2147483651" r:id="Rd62e0c67677448c4"/>
    <p:sldLayoutId xmlns:r="http://schemas.openxmlformats.org/officeDocument/2006/relationships" id="2147483652" r:id="R70912ae899114495"/>
    <p:sldLayoutId xmlns:r="http://schemas.openxmlformats.org/officeDocument/2006/relationships" id="2147483653" r:id="Rcd9835e2bf5a485f"/>
    <p:sldLayoutId xmlns:r="http://schemas.openxmlformats.org/officeDocument/2006/relationships" id="2147483654" r:id="R9aeb0c772adb4305"/>
  </p:sldLayoutIdLst>
  <p:txStyles>
    <p:titleStyle>
      <a:lvl1pPr xmlns:a="http://schemas.openxmlformats.org/drawingml/2006/main" algn="l">
        <a:lnSpc>
          <a:spcPct val="90000"/>
        </a:lnSpc>
        <a:spcBef>
          <a:spcPts val="0"/>
        </a:spcBef>
        <a:buNone/>
        <a:defRPr sz="4400">
          <a:solidFill>
            <a:schemeClr val="tx1"/>
          </a:solidFill>
          <a:latin typeface="Arial"/>
          <a:ea typeface="Arial"/>
          <a:cs typeface="Arial"/>
        </a:defRPr>
      </a:lvl1pPr>
    </p:titleStyle>
    <p:bodyStyle>
      <a:lvl1pPr xmlns:a="http://schemas.openxmlformats.org/drawingml/2006/main" marL="228600" indent="-228600" algn="l">
        <a:lnSpc>
          <a:spcPct val="90000"/>
        </a:lnSpc>
        <a:spcBef>
          <a:spcPts val="1000"/>
        </a:spcBef>
        <a:buChar char="•"/>
        <a:defRPr sz="2800">
          <a:solidFill>
            <a:schemeClr val="tx1"/>
          </a:solidFill>
          <a:latin typeface="Arial"/>
          <a:ea typeface="Arial"/>
          <a:cs typeface="Arial"/>
        </a:defRPr>
      </a:lvl1pPr>
      <a:lvl2pPr xmlns:a="http://schemas.openxmlformats.org/drawingml/2006/main" marL="685800" indent="-228600" algn="l">
        <a:lnSpc>
          <a:spcPct val="90000"/>
        </a:lnSpc>
        <a:spcBef>
          <a:spcPts val="500"/>
        </a:spcBef>
        <a:buChar char="•"/>
        <a:defRPr sz="2400">
          <a:solidFill>
            <a:schemeClr val="tx1"/>
          </a:solidFill>
          <a:latin typeface="Arial"/>
          <a:ea typeface="Arial"/>
          <a:cs typeface="Arial"/>
        </a:defRPr>
      </a:lvl2pPr>
      <a:lvl3pPr xmlns:a="http://schemas.openxmlformats.org/drawingml/2006/main" marL="1143000" indent="-228600" algn="l">
        <a:lnSpc>
          <a:spcPct val="90000"/>
        </a:lnSpc>
        <a:spcBef>
          <a:spcPts val="500"/>
        </a:spcBef>
        <a:buChar char="•"/>
        <a:defRPr sz="2000">
          <a:solidFill>
            <a:schemeClr val="tx1"/>
          </a:solidFill>
          <a:latin typeface="Arial"/>
          <a:ea typeface="Arial"/>
          <a:cs typeface="Arial"/>
        </a:defRPr>
      </a:lvl3pPr>
      <a:lvl4pPr xmlns:a="http://schemas.openxmlformats.org/drawingml/2006/main" marL="1600200" indent="-228600" algn="l">
        <a:lnSpc>
          <a:spcPct val="90000"/>
        </a:lnSpc>
        <a:spcBef>
          <a:spcPts val="500"/>
        </a:spcBef>
        <a:buChar char="•"/>
        <a:defRPr sz="1800">
          <a:solidFill>
            <a:schemeClr val="tx1"/>
          </a:solidFill>
          <a:latin typeface="Arial"/>
          <a:ea typeface="Arial"/>
          <a:cs typeface="Arial"/>
        </a:defRPr>
      </a:lvl4pPr>
      <a:lvl5pPr xmlns:a="http://schemas.openxmlformats.org/drawingml/2006/main" marL="2057400" indent="-228600" algn="l">
        <a:lnSpc>
          <a:spcPct val="90000"/>
        </a:lnSpc>
        <a:spcBef>
          <a:spcPts val="500"/>
        </a:spcBef>
        <a:buChar char="•"/>
        <a:defRPr sz="1800">
          <a:solidFill>
            <a:schemeClr val="tx1"/>
          </a:solidFill>
          <a:latin typeface="Arial"/>
          <a:ea typeface="Arial"/>
          <a:cs typeface="Arial"/>
        </a:defRPr>
      </a:lvl5pPr>
      <a:lvl6pPr xmlns:a="http://schemas.openxmlformats.org/drawingml/2006/main" marL="2514600" indent="-228600" algn="l">
        <a:lnSpc>
          <a:spcPct val="90000"/>
        </a:lnSpc>
        <a:spcBef>
          <a:spcPts val="500"/>
        </a:spcBef>
        <a:buChar char="•"/>
        <a:defRPr sz="1800">
          <a:solidFill>
            <a:schemeClr val="tx1"/>
          </a:solidFill>
          <a:latin typeface="Arial"/>
          <a:ea typeface="Arial"/>
          <a:cs typeface="Arial"/>
        </a:defRPr>
      </a:lvl6pPr>
      <a:lvl7pPr xmlns:a="http://schemas.openxmlformats.org/drawingml/2006/main" marL="2971800" indent="-228600" algn="l">
        <a:lnSpc>
          <a:spcPct val="90000"/>
        </a:lnSpc>
        <a:spcBef>
          <a:spcPts val="500"/>
        </a:spcBef>
        <a:buChar char="•"/>
        <a:defRPr sz="1800">
          <a:solidFill>
            <a:schemeClr val="tx1"/>
          </a:solidFill>
          <a:latin typeface="Arial"/>
          <a:ea typeface="Arial"/>
          <a:cs typeface="Arial"/>
        </a:defRPr>
      </a:lvl7pPr>
      <a:lvl8pPr xmlns:a="http://schemas.openxmlformats.org/drawingml/2006/main" marL="3429000" indent="-228600" algn="l">
        <a:lnSpc>
          <a:spcPct val="90000"/>
        </a:lnSpc>
        <a:spcBef>
          <a:spcPts val="500"/>
        </a:spcBef>
        <a:buChar char="•"/>
        <a:defRPr sz="1800">
          <a:solidFill>
            <a:schemeClr val="tx1"/>
          </a:solidFill>
          <a:latin typeface="Arial"/>
          <a:ea typeface="Arial"/>
          <a:cs typeface="Arial"/>
        </a:defRPr>
      </a:lvl8pPr>
      <a:lvl9pPr xmlns:a="http://schemas.openxmlformats.org/drawingml/2006/main" marL="3886200" indent="-228600" algn="l">
        <a:lnSpc>
          <a:spcPct val="90000"/>
        </a:lnSpc>
        <a:spcBef>
          <a:spcPts val="500"/>
        </a:spcBef>
        <a:buChar char="•"/>
        <a:defRPr sz="1800">
          <a:solidFill>
            <a:schemeClr val="tx1"/>
          </a:solidFill>
          <a:latin typeface="Arial"/>
          <a:ea typeface="Arial"/>
          <a:cs typeface="Arial"/>
        </a:defRPr>
      </a:lvl9pPr>
    </p:bodyStyle>
    <p:otherStyle>
      <a:lvl1pPr xmlns:a="http://schemas.openxmlformats.org/drawingml/2006/main" marL="0" algn="l">
        <a:buNone/>
        <a:defRPr sz="1800">
          <a:solidFill>
            <a:schemeClr val="tx1"/>
          </a:solidFill>
          <a:latin typeface="Arial"/>
          <a:ea typeface="Arial"/>
          <a:cs typeface="Arial"/>
        </a:defRPr>
      </a:lvl1pPr>
      <a:lvl2pPr xmlns:a="http://schemas.openxmlformats.org/drawingml/2006/main" marL="457200" algn="l">
        <a:buNone/>
        <a:defRPr sz="1800">
          <a:solidFill>
            <a:schemeClr val="tx1"/>
          </a:solidFill>
          <a:latin typeface="Arial"/>
          <a:ea typeface="Arial"/>
          <a:cs typeface="Arial"/>
        </a:defRPr>
      </a:lvl2pPr>
      <a:lvl3pPr xmlns:a="http://schemas.openxmlformats.org/drawingml/2006/main" marL="914400" algn="l">
        <a:buNone/>
        <a:defRPr sz="1800">
          <a:solidFill>
            <a:schemeClr val="tx1"/>
          </a:solidFill>
          <a:latin typeface="Arial"/>
          <a:ea typeface="Arial"/>
          <a:cs typeface="Arial"/>
        </a:defRPr>
      </a:lvl3pPr>
      <a:lvl4pPr xmlns:a="http://schemas.openxmlformats.org/drawingml/2006/main" marL="1371600" algn="l">
        <a:buNone/>
        <a:defRPr sz="1800">
          <a:solidFill>
            <a:schemeClr val="tx1"/>
          </a:solidFill>
          <a:latin typeface="Arial"/>
          <a:ea typeface="Arial"/>
          <a:cs typeface="Arial"/>
        </a:defRPr>
      </a:lvl4pPr>
      <a:lvl5pPr xmlns:a="http://schemas.openxmlformats.org/drawingml/2006/main" marL="1828800" algn="l">
        <a:buNone/>
        <a:defRPr sz="1800">
          <a:solidFill>
            <a:schemeClr val="tx1"/>
          </a:solidFill>
          <a:latin typeface="Arial"/>
          <a:ea typeface="Arial"/>
          <a:cs typeface="Arial"/>
        </a:defRPr>
      </a:lvl5pPr>
      <a:lvl6pPr xmlns:a="http://schemas.openxmlformats.org/drawingml/2006/main" marL="2286000" algn="l">
        <a:buNone/>
        <a:defRPr sz="1800">
          <a:solidFill>
            <a:schemeClr val="tx1"/>
          </a:solidFill>
          <a:latin typeface="Arial"/>
          <a:ea typeface="Arial"/>
          <a:cs typeface="Arial"/>
        </a:defRPr>
      </a:lvl6pPr>
      <a:lvl7pPr xmlns:a="http://schemas.openxmlformats.org/drawingml/2006/main" marL="2743200" algn="l">
        <a:buNone/>
        <a:defRPr sz="1800">
          <a:solidFill>
            <a:schemeClr val="tx1"/>
          </a:solidFill>
          <a:latin typeface="Arial"/>
          <a:ea typeface="Arial"/>
          <a:cs typeface="Arial"/>
        </a:defRPr>
      </a:lvl7pPr>
      <a:lvl8pPr xmlns:a="http://schemas.openxmlformats.org/drawingml/2006/main" marL="3200400" algn="l">
        <a:buNone/>
        <a:defRPr sz="1800">
          <a:solidFill>
            <a:schemeClr val="tx1"/>
          </a:solidFill>
          <a:latin typeface="Arial"/>
          <a:ea typeface="Arial"/>
          <a:cs typeface="Arial"/>
        </a:defRPr>
      </a:lvl8pPr>
      <a:lvl9pPr xmlns:a="http://schemas.openxmlformats.org/drawingml/2006/main" marL="3657600" algn="l">
        <a:buNone/>
        <a:defRPr sz="1800">
          <a:solidFill>
            <a:schemeClr val="tx1"/>
          </a:solidFill>
          <a:latin typeface="Arial"/>
          <a:ea typeface="Arial"/>
          <a:cs typeface="Arial"/>
        </a:defRPr>
      </a:lvl9pPr>
    </p:otherStyle>
  </p:txStyles>
</p:sldMaster>
</file>

<file path=ppt/main_figures/Fig4/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4/ppt/slides/_rels/slide1.xml.rels><?xml version='1.0' encoding='utf-8'?>
<Relationships xmlns="http://schemas.openxmlformats.org/package/2006/relationships"><Relationship Type="http://schemas.openxmlformats.org/officeDocument/2006/relationships/slideLayout" Target="/ppt/main_figures/Fig4/ppt/slideLayouts/slideLayout6.xml" Id="R25a3aa16a2fb4fe5" /><Relationship Type="http://schemas.openxmlformats.org/officeDocument/2006/relationships/notesSlide" Target="/ppt/main_figures/Fig4/ppt/notesSlides/notesSlide1.xml" Id="R7ff86239627245c7" /></Relationships>
</file>

<file path=ppt/main_figures/Fig4/ppt/slides/slide1.xml><?xml version="1.0" encoding="utf-8"?>
<p:sld xmlns:a="http://schemas.openxmlformats.org/drawingml/2006/main"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8" name="A_title">
            <a:extLst xmlns:a="http://schemas.openxmlformats.org/drawingml/2006/main">
              <a:ext uri="{FF2B5EF4-FFF2-40B4-BE49-F238E27FC236}">
                <a16:creationId xmlns:a16="http://schemas.microsoft.com/office/drawing/2014/main" id="{26A3EFCE-F428-4C03-B6E6-A847A1938BFC}"/>
              </a:ext>
            </a:extLst>
          </p:cNvPr>
          <p:cNvSpPr>
            <a:spLocks xmlns:a="http://schemas.openxmlformats.org/drawingml/2006/main" noGrp="1"/>
          </p:cNvSpPr>
          <p:nvPr/>
        </p:nvSpPr>
        <p:spPr>
          <a:xfrm xmlns:a="http://schemas.openxmlformats.org/drawingml/2006/main" rot="0" flipH="0" flipV="0">
            <a:off x="171450" y="66675"/>
            <a:ext cx="822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00000"/>
                </a:solidFill>
                <a:latin typeface="Arial"/>
                <a:ea typeface="Arial"/>
                <a:cs typeface="Arial"/>
              </a:defRPr>
            </a:defPPr>
            <a:lvl1pPr algn="l">
              <a:defRPr sz="2175" b="1">
                <a:solidFill>
                  <a:srgbClr val="000000"/>
                </a:solidFill>
                <a:latin typeface="Arial"/>
                <a:ea typeface="Arial"/>
                <a:cs typeface="Arial"/>
              </a:defRPr>
            </a:lvl1pPr>
            <a:lvl2pPr algn="l">
              <a:defRPr sz="2175" b="1">
                <a:solidFill>
                  <a:srgbClr val="000000"/>
                </a:solidFill>
                <a:latin typeface="Arial"/>
                <a:ea typeface="Arial"/>
                <a:cs typeface="Arial"/>
              </a:defRPr>
            </a:lvl2pPr>
            <a:lvl3pPr algn="l">
              <a:defRPr sz="2175" b="1">
                <a:solidFill>
                  <a:srgbClr val="000000"/>
                </a:solidFill>
                <a:latin typeface="Arial"/>
                <a:ea typeface="Arial"/>
                <a:cs typeface="Arial"/>
              </a:defRPr>
            </a:lvl3pPr>
            <a:lvl4pPr algn="l">
              <a:defRPr sz="2175" b="1">
                <a:solidFill>
                  <a:srgbClr val="000000"/>
                </a:solidFill>
                <a:latin typeface="Arial"/>
                <a:ea typeface="Arial"/>
                <a:cs typeface="Arial"/>
              </a:defRPr>
            </a:lvl4pPr>
            <a:lvl5pPr algn="l">
              <a:defRPr sz="2175" b="1">
                <a:solidFill>
                  <a:srgbClr val="000000"/>
                </a:solidFill>
                <a:latin typeface="Arial"/>
                <a:ea typeface="Arial"/>
                <a:cs typeface="Arial"/>
              </a:defRPr>
            </a:lvl5pPr>
            <a:lvl6pPr algn="l">
              <a:defRPr sz="2175" b="1">
                <a:solidFill>
                  <a:srgbClr val="000000"/>
                </a:solidFill>
                <a:latin typeface="Arial"/>
                <a:ea typeface="Arial"/>
                <a:cs typeface="Arial"/>
              </a:defRPr>
            </a:lvl6pPr>
            <a:lvl7pPr algn="l">
              <a:defRPr sz="2175" b="1">
                <a:solidFill>
                  <a:srgbClr val="000000"/>
                </a:solidFill>
                <a:latin typeface="Arial"/>
                <a:ea typeface="Arial"/>
                <a:cs typeface="Arial"/>
              </a:defRPr>
            </a:lvl7pPr>
            <a:lvl8pPr algn="l">
              <a:defRPr sz="2175" b="1">
                <a:solidFill>
                  <a:srgbClr val="000000"/>
                </a:solidFill>
                <a:latin typeface="Arial"/>
                <a:ea typeface="Arial"/>
                <a:cs typeface="Arial"/>
              </a:defRPr>
            </a:lvl8pPr>
            <a:lvl9pPr algn="l">
              <a:defRPr sz="2175" b="1">
                <a:solidFill>
                  <a:srgbClr val="000000"/>
                </a:solidFill>
                <a:latin typeface="Arial"/>
                <a:ea typeface="Arial"/>
                <a:cs typeface="Arial"/>
              </a:defRPr>
            </a:lvl9pPr>
          </a:lstStyle>
          <a:p xmlns:a="http://schemas.openxmlformats.org/drawingml/2006/main">
            <a:pPr algn="l">
              <a:defRPr sz="2175" b="1">
                <a:solidFill>
                  <a:srgbClr val="000000"/>
                </a:solidFill>
                <a:latin typeface="Arial"/>
                <a:ea typeface="Arial"/>
                <a:cs typeface="Arial"/>
              </a:defRPr>
            </a:pPr>
            <a:r>
              <a:rPr sz="2175" b="1">
                <a:solidFill>
                  <a:srgbClr val="000000"/>
                </a:solidFill>
                <a:latin typeface="Arial"/>
                <a:ea typeface="Arial"/>
                <a:cs typeface="Arial"/>
              </a:rPr>
              <a:t>(a)  Hierarchy–position conflict</a:t>
            </a:r>
          </a:p>
        </p:txBody>
      </p:sp>
      <p:sp>
        <p:nvSpPr>
          <p:cNvPr id="2" name="topology_edge">
            <a:extLst xmlns:a="http://schemas.openxmlformats.org/drawingml/2006/main">
              <a:ext uri="{FF2B5EF4-FFF2-40B4-BE49-F238E27FC236}">
                <a16:creationId xmlns:a16="http://schemas.microsoft.com/office/drawing/2014/main" id="{A259777D-C2DC-4141-ADCB-86DFF02FE69B}"/>
              </a:ext>
            </a:extLst>
          </p:cNvPr>
          <p:cNvSpPr>
            <a:spLocks xmlns:a="http://schemas.openxmlformats.org/drawingml/2006/main" noGrp="1"/>
          </p:cNvSpPr>
          <p:nvPr/>
        </p:nvSpPr>
        <p:spPr>
          <a:xfrm rot="0" flipH="0" flipV="0">
            <a:off x="1123950" y="567585"/>
            <a:ext cx="95" cy="473773"/>
          </a:xfrm>
          <a:custGeom>
            <a:pathLst>
              <a:path w="95" h="473773">
                <a:moveTo>
                  <a:pt x="0" y="0"/>
                </a:moveTo>
                <a:lnTo>
                  <a:pt x="0" y="473773"/>
                </a:lnTo>
              </a:path>
            </a:pathLst>
          </a:custGeom>
          <a:noFill xmlns:a="http://schemas.openxmlformats.org/drawingml/2006/main"/>
          <a:ln xmlns:a="http://schemas.openxmlformats.org/drawingml/2006/main" w="17145">
            <a:solidFill>
              <a:srgbClr val="263238"/>
            </a:solidFill>
            <a:prstDash val="solid"/>
          </a:ln>
        </p:spPr>
      </p:sp>
      <p:sp>
        <p:nvSpPr>
          <p:cNvPr id="3" name="topology_edge">
            <a:extLst xmlns:a="http://schemas.openxmlformats.org/drawingml/2006/main">
              <a:ext uri="{FF2B5EF4-FFF2-40B4-BE49-F238E27FC236}">
                <a16:creationId xmlns:a16="http://schemas.microsoft.com/office/drawing/2014/main" id="{93FA9582-EA9B-4AB8-8083-ED23EBDF20AF}"/>
              </a:ext>
            </a:extLst>
          </p:cNvPr>
          <p:cNvSpPr>
            <a:spLocks xmlns:a="http://schemas.openxmlformats.org/drawingml/2006/main" noGrp="1"/>
          </p:cNvSpPr>
          <p:nvPr/>
        </p:nvSpPr>
        <p:spPr>
          <a:xfrm rot="0" flipH="0" flipV="0">
            <a:off x="1123950" y="1041359"/>
            <a:ext cx="95" cy="525380"/>
          </a:xfrm>
          <a:custGeom>
            <a:pathLst>
              <a:path w="95" h="525380">
                <a:moveTo>
                  <a:pt x="0" y="0"/>
                </a:moveTo>
                <a:lnTo>
                  <a:pt x="0" y="525380"/>
                </a:lnTo>
              </a:path>
            </a:pathLst>
          </a:custGeom>
          <a:noFill xmlns:a="http://schemas.openxmlformats.org/drawingml/2006/main"/>
          <a:ln xmlns:a="http://schemas.openxmlformats.org/drawingml/2006/main" w="17145">
            <a:solidFill>
              <a:srgbClr val="263238"/>
            </a:solidFill>
            <a:prstDash val="solid"/>
          </a:ln>
        </p:spPr>
      </p:sp>
      <p:sp>
        <p:nvSpPr>
          <p:cNvPr id="4" name="topology_edge">
            <a:extLst xmlns:a="http://schemas.openxmlformats.org/drawingml/2006/main">
              <a:ext uri="{FF2B5EF4-FFF2-40B4-BE49-F238E27FC236}">
                <a16:creationId xmlns:a16="http://schemas.microsoft.com/office/drawing/2014/main" id="{0B3520F8-81F0-48F8-8BF3-2517FB2C0F84}"/>
              </a:ext>
            </a:extLst>
          </p:cNvPr>
          <p:cNvSpPr>
            <a:spLocks xmlns:a="http://schemas.openxmlformats.org/drawingml/2006/main" noGrp="1"/>
          </p:cNvSpPr>
          <p:nvPr/>
        </p:nvSpPr>
        <p:spPr>
          <a:xfrm rot="0" flipH="0" flipV="0">
            <a:off x="643490" y="1566739"/>
            <a:ext cx="480460" cy="356502"/>
          </a:xfrm>
          <a:custGeom>
            <a:pathLst>
              <a:path w="480460" h="356502">
                <a:moveTo>
                  <a:pt x="480460" y="0"/>
                </a:moveTo>
                <a:lnTo>
                  <a:pt x="0" y="356502"/>
                </a:lnTo>
              </a:path>
            </a:pathLst>
          </a:custGeom>
          <a:noFill xmlns:a="http://schemas.openxmlformats.org/drawingml/2006/main"/>
          <a:ln xmlns:a="http://schemas.openxmlformats.org/drawingml/2006/main" w="17145">
            <a:solidFill>
              <a:srgbClr val="263238"/>
            </a:solidFill>
            <a:prstDash val="solid"/>
          </a:ln>
        </p:spPr>
      </p:sp>
      <p:sp>
        <p:nvSpPr>
          <p:cNvPr id="5" name="topology_edge">
            <a:extLst xmlns:a="http://schemas.openxmlformats.org/drawingml/2006/main">
              <a:ext uri="{FF2B5EF4-FFF2-40B4-BE49-F238E27FC236}">
                <a16:creationId xmlns:a16="http://schemas.microsoft.com/office/drawing/2014/main" id="{A339B99F-BA7C-41FE-BFC1-DA1A2093210C}"/>
              </a:ext>
            </a:extLst>
          </p:cNvPr>
          <p:cNvSpPr>
            <a:spLocks xmlns:a="http://schemas.openxmlformats.org/drawingml/2006/main" noGrp="1"/>
          </p:cNvSpPr>
          <p:nvPr/>
        </p:nvSpPr>
        <p:spPr>
          <a:xfrm rot="0" flipH="0" flipV="0">
            <a:off x="1123950" y="1566739"/>
            <a:ext cx="481165" cy="356502"/>
          </a:xfrm>
          <a:custGeom>
            <a:pathLst>
              <a:path w="481165" h="356502">
                <a:moveTo>
                  <a:pt x="0" y="0"/>
                </a:moveTo>
                <a:lnTo>
                  <a:pt x="481165" y="356502"/>
                </a:lnTo>
              </a:path>
            </a:pathLst>
          </a:custGeom>
          <a:noFill xmlns:a="http://schemas.openxmlformats.org/drawingml/2006/main"/>
          <a:ln xmlns:a="http://schemas.openxmlformats.org/drawingml/2006/main" w="17145">
            <a:solidFill>
              <a:srgbClr val="263238"/>
            </a:solidFill>
            <a:prstDash val="solid"/>
          </a:ln>
        </p:spPr>
      </p:sp>
      <p:sp>
        <p:nvSpPr>
          <p:cNvPr id="6" name="topology_edge">
            <a:extLst xmlns:a="http://schemas.openxmlformats.org/drawingml/2006/main">
              <a:ext uri="{FF2B5EF4-FFF2-40B4-BE49-F238E27FC236}">
                <a16:creationId xmlns:a16="http://schemas.microsoft.com/office/drawing/2014/main" id="{BE97096A-3345-4180-8076-93ACEF27DD6D}"/>
              </a:ext>
            </a:extLst>
          </p:cNvPr>
          <p:cNvSpPr>
            <a:spLocks xmlns:a="http://schemas.openxmlformats.org/drawingml/2006/main" noGrp="1"/>
          </p:cNvSpPr>
          <p:nvPr/>
        </p:nvSpPr>
        <p:spPr>
          <a:xfrm rot="0" flipH="0" flipV="0">
            <a:off x="1123950" y="1041359"/>
            <a:ext cx="884587" cy="95"/>
          </a:xfrm>
          <a:custGeom>
            <a:pathLst>
              <a:path w="884587" h="95">
                <a:moveTo>
                  <a:pt x="0" y="0"/>
                </a:moveTo>
                <a:lnTo>
                  <a:pt x="884587" y="0"/>
                </a:lnTo>
              </a:path>
            </a:pathLst>
          </a:custGeom>
          <a:noFill xmlns:a="http://schemas.openxmlformats.org/drawingml/2006/main"/>
          <a:ln xmlns:a="http://schemas.openxmlformats.org/drawingml/2006/main" w="17145">
            <a:solidFill>
              <a:srgbClr val="263238"/>
            </a:solidFill>
            <a:prstDash val="solid"/>
          </a:ln>
        </p:spPr>
      </p:sp>
      <p:sp>
        <p:nvSpPr>
          <p:cNvPr id="7" name="topology_edge">
            <a:extLst xmlns:a="http://schemas.openxmlformats.org/drawingml/2006/main">
              <a:ext uri="{FF2B5EF4-FFF2-40B4-BE49-F238E27FC236}">
                <a16:creationId xmlns:a16="http://schemas.microsoft.com/office/drawing/2014/main" id="{03DC3BB0-438D-4784-B742-601A9149D007}"/>
              </a:ext>
            </a:extLst>
          </p:cNvPr>
          <p:cNvSpPr>
            <a:spLocks xmlns:a="http://schemas.openxmlformats.org/drawingml/2006/main" noGrp="1"/>
          </p:cNvSpPr>
          <p:nvPr/>
        </p:nvSpPr>
        <p:spPr>
          <a:xfrm rot="0" flipH="0" flipV="0">
            <a:off x="2008537" y="1041359"/>
            <a:ext cx="95" cy="881882"/>
          </a:xfrm>
          <a:custGeom>
            <a:pathLst>
              <a:path w="95" h="881882">
                <a:moveTo>
                  <a:pt x="0" y="0"/>
                </a:moveTo>
                <a:lnTo>
                  <a:pt x="0" y="881882"/>
                </a:lnTo>
              </a:path>
            </a:pathLst>
          </a:custGeom>
          <a:noFill xmlns:a="http://schemas.openxmlformats.org/drawingml/2006/main"/>
          <a:ln xmlns:a="http://schemas.openxmlformats.org/drawingml/2006/main" w="17145">
            <a:solidFill>
              <a:srgbClr val="263238"/>
            </a:solidFill>
            <a:prstDash val="solid"/>
          </a:ln>
        </p:spPr>
      </p:sp>
      <p:sp>
        <p:nvSpPr>
          <p:cNvPr id="8" name="root_diamond">
            <a:extLst xmlns:a="http://schemas.openxmlformats.org/drawingml/2006/main">
              <a:ext uri="{FF2B5EF4-FFF2-40B4-BE49-F238E27FC236}">
                <a16:creationId xmlns:a16="http://schemas.microsoft.com/office/drawing/2014/main" id="{62B7AEEA-4966-4FBA-A0E3-5EB465E3652B}"/>
              </a:ext>
            </a:extLst>
          </p:cNvPr>
          <p:cNvSpPr>
            <a:spLocks xmlns:a="http://schemas.openxmlformats.org/drawingml/2006/main" noGrp="1"/>
          </p:cNvSpPr>
          <p:nvPr/>
        </p:nvSpPr>
        <p:spPr>
          <a:xfrm xmlns:a="http://schemas.openxmlformats.org/drawingml/2006/main" rot="0" flipH="0" flipV="0">
            <a:off x="1023097" y="466732"/>
            <a:ext cx="201707" cy="201707"/>
          </a:xfrm>
          <a:prstGeom xmlns:a="http://schemas.openxmlformats.org/drawingml/2006/main" prst="diamond">
            <a:avLst/>
          </a:prstGeom>
          <a:solidFill xmlns:a="http://schemas.openxmlformats.org/drawingml/2006/main">
            <a:srgbClr val="8C8C8C"/>
          </a:solidFill>
          <a:ln xmlns:a="http://schemas.openxmlformats.org/drawingml/2006/main" w="14764">
            <a:solidFill>
              <a:srgbClr val="263238"/>
            </a:solidFill>
            <a:prstDash val="solid"/>
          </a:ln>
        </p:spPr>
      </p:sp>
      <p:sp>
        <p:nvSpPr>
          <p:cNvPr id="9" name="s2_saddle">
            <a:extLst xmlns:a="http://schemas.openxmlformats.org/drawingml/2006/main">
              <a:ext uri="{FF2B5EF4-FFF2-40B4-BE49-F238E27FC236}">
                <a16:creationId xmlns:a16="http://schemas.microsoft.com/office/drawing/2014/main" id="{C34ACA23-036C-43CA-A7DB-757925187161}"/>
              </a:ext>
            </a:extLst>
          </p:cNvPr>
          <p:cNvSpPr>
            <a:spLocks xmlns:a="http://schemas.openxmlformats.org/drawingml/2006/main" noGrp="1"/>
          </p:cNvSpPr>
          <p:nvPr/>
        </p:nvSpPr>
        <p:spPr>
          <a:xfrm xmlns:a="http://schemas.openxmlformats.org/drawingml/2006/main" rot="0" flipH="0" flipV="0">
            <a:off x="1001988" y="919396"/>
            <a:ext cx="243925" cy="243925"/>
          </a:xfrm>
          <a:prstGeom xmlns:a="http://schemas.openxmlformats.org/drawingml/2006/main" prst="diamond">
            <a:avLst/>
          </a:prstGeom>
          <a:solidFill xmlns:a="http://schemas.openxmlformats.org/drawingml/2006/main">
            <a:srgbClr val="8C8C8C"/>
          </a:solidFill>
          <a:ln xmlns:a="http://schemas.openxmlformats.org/drawingml/2006/main" w="14764">
            <a:solidFill>
              <a:srgbClr val="263238"/>
            </a:solidFill>
            <a:prstDash val="solid"/>
          </a:ln>
        </p:spPr>
      </p:sp>
      <p:sp>
        <p:nvSpPr>
          <p:cNvPr id="10" name="s2_text">
            <a:extLst xmlns:a="http://schemas.openxmlformats.org/drawingml/2006/main">
              <a:ext uri="{FF2B5EF4-FFF2-40B4-BE49-F238E27FC236}">
                <a16:creationId xmlns:a16="http://schemas.microsoft.com/office/drawing/2014/main" id="{36AD0177-D0B4-42EF-9FEB-C8960FC71560}"/>
              </a:ext>
            </a:extLst>
          </p:cNvPr>
          <p:cNvSpPr>
            <a:spLocks xmlns:a="http://schemas.openxmlformats.org/drawingml/2006/main" noGrp="1"/>
          </p:cNvSpPr>
          <p:nvPr/>
        </p:nvSpPr>
        <p:spPr>
          <a:xfrm xmlns:a="http://schemas.openxmlformats.org/drawingml/2006/main" rot="0" flipH="0" flipV="0">
            <a:off x="552450" y="903172"/>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00000"/>
                </a:solidFill>
                <a:latin typeface="Arial"/>
                <a:ea typeface="Arial"/>
                <a:cs typeface="Arial"/>
              </a:defRPr>
            </a:defPPr>
            <a:lvl1pPr algn="ctr">
              <a:defRPr sz="1650" b="1">
                <a:solidFill>
                  <a:srgbClr val="000000"/>
                </a:solidFill>
                <a:latin typeface="Arial"/>
                <a:ea typeface="Arial"/>
                <a:cs typeface="Arial"/>
              </a:defRPr>
            </a:lvl1pPr>
            <a:lvl2pPr algn="ctr">
              <a:defRPr sz="1650" b="1">
                <a:solidFill>
                  <a:srgbClr val="000000"/>
                </a:solidFill>
                <a:latin typeface="Arial"/>
                <a:ea typeface="Arial"/>
                <a:cs typeface="Arial"/>
              </a:defRPr>
            </a:lvl2pPr>
            <a:lvl3pPr algn="ctr">
              <a:defRPr sz="1650" b="1">
                <a:solidFill>
                  <a:srgbClr val="000000"/>
                </a:solidFill>
                <a:latin typeface="Arial"/>
                <a:ea typeface="Arial"/>
                <a:cs typeface="Arial"/>
              </a:defRPr>
            </a:lvl3pPr>
            <a:lvl4pPr algn="ctr">
              <a:defRPr sz="1650" b="1">
                <a:solidFill>
                  <a:srgbClr val="000000"/>
                </a:solidFill>
                <a:latin typeface="Arial"/>
                <a:ea typeface="Arial"/>
                <a:cs typeface="Arial"/>
              </a:defRPr>
            </a:lvl4pPr>
            <a:lvl5pPr algn="ctr">
              <a:defRPr sz="1650" b="1">
                <a:solidFill>
                  <a:srgbClr val="000000"/>
                </a:solidFill>
                <a:latin typeface="Arial"/>
                <a:ea typeface="Arial"/>
                <a:cs typeface="Arial"/>
              </a:defRPr>
            </a:lvl5pPr>
            <a:lvl6pPr algn="ctr">
              <a:defRPr sz="1650" b="1">
                <a:solidFill>
                  <a:srgbClr val="000000"/>
                </a:solidFill>
                <a:latin typeface="Arial"/>
                <a:ea typeface="Arial"/>
                <a:cs typeface="Arial"/>
              </a:defRPr>
            </a:lvl6pPr>
            <a:lvl7pPr algn="ctr">
              <a:defRPr sz="1650" b="1">
                <a:solidFill>
                  <a:srgbClr val="000000"/>
                </a:solidFill>
                <a:latin typeface="Arial"/>
                <a:ea typeface="Arial"/>
                <a:cs typeface="Arial"/>
              </a:defRPr>
            </a:lvl7pPr>
            <a:lvl8pPr algn="ctr">
              <a:defRPr sz="1650" b="1">
                <a:solidFill>
                  <a:srgbClr val="000000"/>
                </a:solidFill>
                <a:latin typeface="Arial"/>
                <a:ea typeface="Arial"/>
                <a:cs typeface="Arial"/>
              </a:defRPr>
            </a:lvl8pPr>
            <a:lvl9pPr algn="ctr">
              <a:defRPr sz="1650" b="1">
                <a:solidFill>
                  <a:srgbClr val="000000"/>
                </a:solidFill>
                <a:latin typeface="Arial"/>
                <a:ea typeface="Arial"/>
                <a:cs typeface="Arial"/>
              </a:defRPr>
            </a:lvl9pPr>
          </a:lstStyle>
          <a:p xmlns:a="http://schemas.openxmlformats.org/drawingml/2006/main">
            <a:pPr algn="ctr">
              <a:defRPr sz="1650" b="1">
                <a:solidFill>
                  <a:srgbClr val="000000"/>
                </a:solidFill>
                <a:latin typeface="Arial"/>
                <a:ea typeface="Arial"/>
                <a:cs typeface="Arial"/>
              </a:defRPr>
            </a:pPr>
            <a:r>
              <a:rPr sz="1650" b="1">
                <a:solidFill>
                  <a:srgbClr val="000000"/>
                </a:solidFill>
                <a:latin typeface="Arial"/>
                <a:ea typeface="Arial"/>
                <a:cs typeface="Arial"/>
              </a:rPr>
              <a:t>s</a:t>
            </a:r>
            <a:r>
              <a:rPr sz="1188" b="1" baseline="-25000">
                <a:solidFill>
                  <a:srgbClr val="000000"/>
                </a:solidFill>
                <a:latin typeface="Arial"/>
                <a:ea typeface="Arial"/>
                <a:cs typeface="Arial"/>
              </a:rPr>
              <a:t>2</a:t>
            </a:r>
          </a:p>
        </p:txBody>
      </p:sp>
      <p:sp>
        <p:nvSpPr>
          <p:cNvPr id="11" name="s1_relaxable_saddle">
            <a:extLst xmlns:a="http://schemas.openxmlformats.org/drawingml/2006/main">
              <a:ext uri="{FF2B5EF4-FFF2-40B4-BE49-F238E27FC236}">
                <a16:creationId xmlns:a16="http://schemas.microsoft.com/office/drawing/2014/main" id="{FACAD3D4-3560-4165-805B-1AC1DD9307B6}"/>
              </a:ext>
            </a:extLst>
          </p:cNvPr>
          <p:cNvSpPr>
            <a:spLocks xmlns:a="http://schemas.openxmlformats.org/drawingml/2006/main" noGrp="1"/>
          </p:cNvSpPr>
          <p:nvPr/>
        </p:nvSpPr>
        <p:spPr>
          <a:xfrm xmlns:a="http://schemas.openxmlformats.org/drawingml/2006/main" rot="0" flipH="0" flipV="0">
            <a:off x="997297" y="1440085"/>
            <a:ext cx="253307" cy="253307"/>
          </a:xfrm>
          <a:prstGeom xmlns:a="http://schemas.openxmlformats.org/drawingml/2006/main" prst="diamond">
            <a:avLst/>
          </a:prstGeom>
          <a:solidFill xmlns:a="http://schemas.openxmlformats.org/drawingml/2006/main">
            <a:srgbClr val="D9D9D9"/>
          </a:solidFill>
          <a:ln xmlns:a="http://schemas.openxmlformats.org/drawingml/2006/main" w="14764">
            <a:solidFill>
              <a:srgbClr val="263238"/>
            </a:solidFill>
            <a:prstDash val="solid"/>
          </a:ln>
        </p:spPr>
      </p:sp>
      <p:sp>
        <p:nvSpPr>
          <p:cNvPr id="12" name="s1_text">
            <a:extLst xmlns:a="http://schemas.openxmlformats.org/drawingml/2006/main">
              <a:ext uri="{FF2B5EF4-FFF2-40B4-BE49-F238E27FC236}">
                <a16:creationId xmlns:a16="http://schemas.microsoft.com/office/drawing/2014/main" id="{3036D160-E78B-4528-B3B8-04838E39F341}"/>
              </a:ext>
            </a:extLst>
          </p:cNvPr>
          <p:cNvSpPr>
            <a:spLocks xmlns:a="http://schemas.openxmlformats.org/drawingml/2006/main" noGrp="1"/>
          </p:cNvSpPr>
          <p:nvPr/>
        </p:nvSpPr>
        <p:spPr>
          <a:xfrm xmlns:a="http://schemas.openxmlformats.org/drawingml/2006/main" rot="0" flipH="0" flipV="0">
            <a:off x="552450" y="1433241"/>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00000"/>
                </a:solidFill>
                <a:latin typeface="Arial"/>
                <a:ea typeface="Arial"/>
                <a:cs typeface="Arial"/>
              </a:defRPr>
            </a:defPPr>
            <a:lvl1pPr algn="ctr">
              <a:defRPr sz="1650" b="1">
                <a:solidFill>
                  <a:srgbClr val="000000"/>
                </a:solidFill>
                <a:latin typeface="Arial"/>
                <a:ea typeface="Arial"/>
                <a:cs typeface="Arial"/>
              </a:defRPr>
            </a:lvl1pPr>
            <a:lvl2pPr algn="ctr">
              <a:defRPr sz="1650" b="1">
                <a:solidFill>
                  <a:srgbClr val="000000"/>
                </a:solidFill>
                <a:latin typeface="Arial"/>
                <a:ea typeface="Arial"/>
                <a:cs typeface="Arial"/>
              </a:defRPr>
            </a:lvl2pPr>
            <a:lvl3pPr algn="ctr">
              <a:defRPr sz="1650" b="1">
                <a:solidFill>
                  <a:srgbClr val="000000"/>
                </a:solidFill>
                <a:latin typeface="Arial"/>
                <a:ea typeface="Arial"/>
                <a:cs typeface="Arial"/>
              </a:defRPr>
            </a:lvl3pPr>
            <a:lvl4pPr algn="ctr">
              <a:defRPr sz="1650" b="1">
                <a:solidFill>
                  <a:srgbClr val="000000"/>
                </a:solidFill>
                <a:latin typeface="Arial"/>
                <a:ea typeface="Arial"/>
                <a:cs typeface="Arial"/>
              </a:defRPr>
            </a:lvl4pPr>
            <a:lvl5pPr algn="ctr">
              <a:defRPr sz="1650" b="1">
                <a:solidFill>
                  <a:srgbClr val="000000"/>
                </a:solidFill>
                <a:latin typeface="Arial"/>
                <a:ea typeface="Arial"/>
                <a:cs typeface="Arial"/>
              </a:defRPr>
            </a:lvl5pPr>
            <a:lvl6pPr algn="ctr">
              <a:defRPr sz="1650" b="1">
                <a:solidFill>
                  <a:srgbClr val="000000"/>
                </a:solidFill>
                <a:latin typeface="Arial"/>
                <a:ea typeface="Arial"/>
                <a:cs typeface="Arial"/>
              </a:defRPr>
            </a:lvl6pPr>
            <a:lvl7pPr algn="ctr">
              <a:defRPr sz="1650" b="1">
                <a:solidFill>
                  <a:srgbClr val="000000"/>
                </a:solidFill>
                <a:latin typeface="Arial"/>
                <a:ea typeface="Arial"/>
                <a:cs typeface="Arial"/>
              </a:defRPr>
            </a:lvl7pPr>
            <a:lvl8pPr algn="ctr">
              <a:defRPr sz="1650" b="1">
                <a:solidFill>
                  <a:srgbClr val="000000"/>
                </a:solidFill>
                <a:latin typeface="Arial"/>
                <a:ea typeface="Arial"/>
                <a:cs typeface="Arial"/>
              </a:defRPr>
            </a:lvl8pPr>
            <a:lvl9pPr algn="ctr">
              <a:defRPr sz="1650" b="1">
                <a:solidFill>
                  <a:srgbClr val="000000"/>
                </a:solidFill>
                <a:latin typeface="Arial"/>
                <a:ea typeface="Arial"/>
                <a:cs typeface="Arial"/>
              </a:defRPr>
            </a:lvl9pPr>
          </a:lstStyle>
          <a:p xmlns:a="http://schemas.openxmlformats.org/drawingml/2006/main">
            <a:pPr algn="ctr">
              <a:defRPr sz="1650" b="1">
                <a:solidFill>
                  <a:srgbClr val="000000"/>
                </a:solidFill>
                <a:latin typeface="Arial"/>
                <a:ea typeface="Arial"/>
                <a:cs typeface="Arial"/>
              </a:defRPr>
            </a:pPr>
            <a:r>
              <a:rPr sz="1650" b="1">
                <a:solidFill>
                  <a:srgbClr val="000000"/>
                </a:solidFill>
                <a:latin typeface="Arial"/>
                <a:ea typeface="Arial"/>
                <a:cs typeface="Arial"/>
              </a:rPr>
              <a:t>s</a:t>
            </a:r>
            <a:r>
              <a:rPr sz="1188" b="1" baseline="-25000">
                <a:solidFill>
                  <a:srgbClr val="000000"/>
                </a:solidFill>
                <a:latin typeface="Arial"/>
                <a:ea typeface="Arial"/>
                <a:cs typeface="Arial"/>
              </a:rPr>
              <a:t>1</a:t>
            </a:r>
          </a:p>
        </p:txBody>
      </p:sp>
      <p:sp>
        <p:nvSpPr>
          <p:cNvPr id="13" name="regular_node_0">
            <a:extLst xmlns:a="http://schemas.openxmlformats.org/drawingml/2006/main">
              <a:ext uri="{FF2B5EF4-FFF2-40B4-BE49-F238E27FC236}">
                <a16:creationId xmlns:a16="http://schemas.microsoft.com/office/drawing/2014/main" id="{AD3265D5-A34A-4CAC-A89F-691A26FF6E72}"/>
              </a:ext>
            </a:extLst>
          </p:cNvPr>
          <p:cNvSpPr>
            <a:spLocks xmlns:a="http://schemas.openxmlformats.org/drawingml/2006/main" noGrp="1"/>
          </p:cNvSpPr>
          <p:nvPr/>
        </p:nvSpPr>
        <p:spPr>
          <a:xfrm xmlns:a="http://schemas.openxmlformats.org/drawingml/2006/main" rot="0" flipH="0" flipV="0">
            <a:off x="1079387" y="734106"/>
            <a:ext cx="89126" cy="89126"/>
          </a:xfrm>
          <a:prstGeom xmlns:a="http://schemas.openxmlformats.org/drawingml/2006/main" prst="ellipse">
            <a:avLst/>
          </a:prstGeom>
          <a:solidFill xmlns:a="http://schemas.openxmlformats.org/drawingml/2006/main">
            <a:srgbClr val="8C8C8C"/>
          </a:solidFill>
          <a:ln xmlns:a="http://schemas.openxmlformats.org/drawingml/2006/main" w="14764">
            <a:solidFill>
              <a:srgbClr val="263238"/>
            </a:solidFill>
            <a:prstDash val="solid"/>
          </a:ln>
        </p:spPr>
      </p:sp>
      <p:sp>
        <p:nvSpPr>
          <p:cNvPr id="14" name="regular_node_1">
            <a:extLst xmlns:a="http://schemas.openxmlformats.org/drawingml/2006/main">
              <a:ext uri="{FF2B5EF4-FFF2-40B4-BE49-F238E27FC236}">
                <a16:creationId xmlns:a16="http://schemas.microsoft.com/office/drawing/2014/main" id="{9D7781E5-1DFC-43FA-8E27-241CAC29A705}"/>
              </a:ext>
            </a:extLst>
          </p:cNvPr>
          <p:cNvSpPr>
            <a:spLocks xmlns:a="http://schemas.openxmlformats.org/drawingml/2006/main" noGrp="1"/>
          </p:cNvSpPr>
          <p:nvPr/>
        </p:nvSpPr>
        <p:spPr>
          <a:xfrm xmlns:a="http://schemas.openxmlformats.org/drawingml/2006/main" rot="0" flipH="0" flipV="0">
            <a:off x="1079387" y="1259486"/>
            <a:ext cx="89126" cy="89126"/>
          </a:xfrm>
          <a:prstGeom xmlns:a="http://schemas.openxmlformats.org/drawingml/2006/main" prst="ellipse">
            <a:avLst/>
          </a:prstGeom>
          <a:solidFill xmlns:a="http://schemas.openxmlformats.org/drawingml/2006/main">
            <a:srgbClr val="D9D9D9"/>
          </a:solidFill>
          <a:ln xmlns:a="http://schemas.openxmlformats.org/drawingml/2006/main" w="14764">
            <a:solidFill>
              <a:srgbClr val="263238"/>
            </a:solidFill>
            <a:prstDash val="solid"/>
          </a:ln>
        </p:spPr>
      </p:sp>
      <p:sp>
        <p:nvSpPr>
          <p:cNvPr id="15" name="regular_node_2">
            <a:extLst xmlns:a="http://schemas.openxmlformats.org/drawingml/2006/main">
              <a:ext uri="{FF2B5EF4-FFF2-40B4-BE49-F238E27FC236}">
                <a16:creationId xmlns:a16="http://schemas.microsoft.com/office/drawing/2014/main" id="{CFE23D4B-BEC6-4965-8A72-3608173E6D7F}"/>
              </a:ext>
            </a:extLst>
          </p:cNvPr>
          <p:cNvSpPr>
            <a:spLocks xmlns:a="http://schemas.openxmlformats.org/drawingml/2006/main" noGrp="1"/>
          </p:cNvSpPr>
          <p:nvPr/>
        </p:nvSpPr>
        <p:spPr>
          <a:xfrm xmlns:a="http://schemas.openxmlformats.org/drawingml/2006/main" rot="0" flipH="0" flipV="0">
            <a:off x="805525" y="1725382"/>
            <a:ext cx="89126" cy="89126"/>
          </a:xfrm>
          <a:prstGeom xmlns:a="http://schemas.openxmlformats.org/drawingml/2006/main" prst="ellipse">
            <a:avLst/>
          </a:prstGeom>
          <a:solidFill xmlns:a="http://schemas.openxmlformats.org/drawingml/2006/main">
            <a:srgbClr val="0072B2"/>
          </a:solidFill>
          <a:ln xmlns:a="http://schemas.openxmlformats.org/drawingml/2006/main" w="14764">
            <a:solidFill>
              <a:srgbClr val="263238"/>
            </a:solidFill>
            <a:prstDash val="solid"/>
          </a:ln>
        </p:spPr>
      </p:sp>
      <p:sp>
        <p:nvSpPr>
          <p:cNvPr id="16" name="regular_node_3">
            <a:extLst xmlns:a="http://schemas.openxmlformats.org/drawingml/2006/main">
              <a:ext uri="{FF2B5EF4-FFF2-40B4-BE49-F238E27FC236}">
                <a16:creationId xmlns:a16="http://schemas.microsoft.com/office/drawing/2014/main" id="{D65B9BCE-6461-47E3-857B-DB2A969732D7}"/>
              </a:ext>
            </a:extLst>
          </p:cNvPr>
          <p:cNvSpPr>
            <a:spLocks xmlns:a="http://schemas.openxmlformats.org/drawingml/2006/main" noGrp="1"/>
          </p:cNvSpPr>
          <p:nvPr/>
        </p:nvSpPr>
        <p:spPr>
          <a:xfrm xmlns:a="http://schemas.openxmlformats.org/drawingml/2006/main" rot="0" flipH="0" flipV="0">
            <a:off x="1353651" y="1725382"/>
            <a:ext cx="89126" cy="89126"/>
          </a:xfrm>
          <a:prstGeom xmlns:a="http://schemas.openxmlformats.org/drawingml/2006/main" prst="ellipse">
            <a:avLst/>
          </a:prstGeom>
          <a:solidFill xmlns:a="http://schemas.openxmlformats.org/drawingml/2006/main">
            <a:srgbClr val="D55E00"/>
          </a:solidFill>
          <a:ln xmlns:a="http://schemas.openxmlformats.org/drawingml/2006/main" w="14764">
            <a:solidFill>
              <a:srgbClr val="263238"/>
            </a:solidFill>
            <a:prstDash val="solid"/>
          </a:ln>
        </p:spPr>
      </p:sp>
      <p:sp>
        <p:nvSpPr>
          <p:cNvPr id="17" name="regular_node_4">
            <a:extLst xmlns:a="http://schemas.openxmlformats.org/drawingml/2006/main">
              <a:ext uri="{FF2B5EF4-FFF2-40B4-BE49-F238E27FC236}">
                <a16:creationId xmlns:a16="http://schemas.microsoft.com/office/drawing/2014/main" id="{A96EB94F-7A65-4AB4-A449-3640B58C3D19}"/>
              </a:ext>
            </a:extLst>
          </p:cNvPr>
          <p:cNvSpPr>
            <a:spLocks xmlns:a="http://schemas.openxmlformats.org/drawingml/2006/main" noGrp="1"/>
          </p:cNvSpPr>
          <p:nvPr/>
        </p:nvSpPr>
        <p:spPr>
          <a:xfrm xmlns:a="http://schemas.openxmlformats.org/drawingml/2006/main" rot="0" flipH="0" flipV="0">
            <a:off x="1963974" y="1290756"/>
            <a:ext cx="89126" cy="89126"/>
          </a:xfrm>
          <a:prstGeom xmlns:a="http://schemas.openxmlformats.org/drawingml/2006/main" prst="ellipse">
            <a:avLst/>
          </a:prstGeom>
          <a:solidFill xmlns:a="http://schemas.openxmlformats.org/drawingml/2006/main">
            <a:srgbClr val="009E73"/>
          </a:solidFill>
          <a:ln xmlns:a="http://schemas.openxmlformats.org/drawingml/2006/main" w="14764">
            <a:solidFill>
              <a:srgbClr val="263238"/>
            </a:solidFill>
            <a:prstDash val="solid"/>
          </a:ln>
        </p:spPr>
      </p:sp>
      <p:sp>
        <p:nvSpPr>
          <p:cNvPr id="18" name="regular_node_5">
            <a:extLst xmlns:a="http://schemas.openxmlformats.org/drawingml/2006/main">
              <a:ext uri="{FF2B5EF4-FFF2-40B4-BE49-F238E27FC236}">
                <a16:creationId xmlns:a16="http://schemas.microsoft.com/office/drawing/2014/main" id="{67C2622D-7355-4730-92D9-1D65A43B1746}"/>
              </a:ext>
            </a:extLst>
          </p:cNvPr>
          <p:cNvSpPr>
            <a:spLocks xmlns:a="http://schemas.openxmlformats.org/drawingml/2006/main" noGrp="1"/>
          </p:cNvSpPr>
          <p:nvPr/>
        </p:nvSpPr>
        <p:spPr>
          <a:xfrm xmlns:a="http://schemas.openxmlformats.org/drawingml/2006/main" rot="0" flipH="0" flipV="0">
            <a:off x="1963974" y="1584717"/>
            <a:ext cx="89126" cy="89126"/>
          </a:xfrm>
          <a:prstGeom xmlns:a="http://schemas.openxmlformats.org/drawingml/2006/main" prst="ellipse">
            <a:avLst/>
          </a:prstGeom>
          <a:solidFill xmlns:a="http://schemas.openxmlformats.org/drawingml/2006/main">
            <a:srgbClr val="009E73"/>
          </a:solidFill>
          <a:ln xmlns:a="http://schemas.openxmlformats.org/drawingml/2006/main" w="14764">
            <a:solidFill>
              <a:srgbClr val="263238"/>
            </a:solidFill>
            <a:prstDash val="solid"/>
          </a:ln>
        </p:spPr>
      </p:sp>
      <p:sp>
        <p:nvSpPr>
          <p:cNvPr id="19" name="leaf_A">
            <a:extLst xmlns:a="http://schemas.openxmlformats.org/drawingml/2006/main">
              <a:ext uri="{FF2B5EF4-FFF2-40B4-BE49-F238E27FC236}">
                <a16:creationId xmlns:a16="http://schemas.microsoft.com/office/drawing/2014/main" id="{AD389F1B-B88E-44BC-B2DF-3C38685A024F}"/>
              </a:ext>
            </a:extLst>
          </p:cNvPr>
          <p:cNvSpPr>
            <a:spLocks xmlns:a="http://schemas.openxmlformats.org/drawingml/2006/main" noGrp="1"/>
          </p:cNvSpPr>
          <p:nvPr/>
        </p:nvSpPr>
        <p:spPr>
          <a:xfrm xmlns:a="http://schemas.openxmlformats.org/drawingml/2006/main" rot="0" flipH="0" flipV="0">
            <a:off x="523875" y="1803623"/>
            <a:ext cx="239234" cy="239234"/>
          </a:xfrm>
          <a:prstGeom xmlns:a="http://schemas.openxmlformats.org/drawingml/2006/main" prst="diamond">
            <a:avLst/>
          </a:prstGeom>
          <a:solidFill xmlns:a="http://schemas.openxmlformats.org/drawingml/2006/main">
            <a:srgbClr val="0072B2"/>
          </a:solidFill>
          <a:ln xmlns:a="http://schemas.openxmlformats.org/drawingml/2006/main" w="14764">
            <a:solidFill>
              <a:srgbClr val="263238"/>
            </a:solidFill>
            <a:prstDash val="solid"/>
          </a:ln>
        </p:spPr>
      </p:sp>
      <p:sp>
        <p:nvSpPr>
          <p:cNvPr id="20" name="leaf_label_A">
            <a:extLst xmlns:a="http://schemas.openxmlformats.org/drawingml/2006/main">
              <a:ext uri="{FF2B5EF4-FFF2-40B4-BE49-F238E27FC236}">
                <a16:creationId xmlns:a16="http://schemas.microsoft.com/office/drawing/2014/main" id="{60CE970D-F9BD-4CEF-A624-BC34AF58F199}"/>
              </a:ext>
            </a:extLst>
          </p:cNvPr>
          <p:cNvSpPr>
            <a:spLocks xmlns:a="http://schemas.openxmlformats.org/drawingml/2006/main" noGrp="1"/>
          </p:cNvSpPr>
          <p:nvPr/>
        </p:nvSpPr>
        <p:spPr>
          <a:xfrm xmlns:a="http://schemas.openxmlformats.org/drawingml/2006/main" rot="0" flipH="0" flipV="0">
            <a:off x="414892" y="197034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00000"/>
                </a:solidFill>
                <a:latin typeface="Arial"/>
                <a:ea typeface="Arial"/>
                <a:cs typeface="Arial"/>
              </a:defRPr>
            </a:defPPr>
            <a:lvl1pPr algn="ctr">
              <a:defRPr sz="1875" b="1">
                <a:solidFill>
                  <a:srgbClr val="000000"/>
                </a:solidFill>
                <a:latin typeface="Arial"/>
                <a:ea typeface="Arial"/>
                <a:cs typeface="Arial"/>
              </a:defRPr>
            </a:lvl1pPr>
            <a:lvl2pPr algn="ctr">
              <a:defRPr sz="1875" b="1">
                <a:solidFill>
                  <a:srgbClr val="000000"/>
                </a:solidFill>
                <a:latin typeface="Arial"/>
                <a:ea typeface="Arial"/>
                <a:cs typeface="Arial"/>
              </a:defRPr>
            </a:lvl2pPr>
            <a:lvl3pPr algn="ctr">
              <a:defRPr sz="1875" b="1">
                <a:solidFill>
                  <a:srgbClr val="000000"/>
                </a:solidFill>
                <a:latin typeface="Arial"/>
                <a:ea typeface="Arial"/>
                <a:cs typeface="Arial"/>
              </a:defRPr>
            </a:lvl3pPr>
            <a:lvl4pPr algn="ctr">
              <a:defRPr sz="1875" b="1">
                <a:solidFill>
                  <a:srgbClr val="000000"/>
                </a:solidFill>
                <a:latin typeface="Arial"/>
                <a:ea typeface="Arial"/>
                <a:cs typeface="Arial"/>
              </a:defRPr>
            </a:lvl4pPr>
            <a:lvl5pPr algn="ctr">
              <a:defRPr sz="1875" b="1">
                <a:solidFill>
                  <a:srgbClr val="000000"/>
                </a:solidFill>
                <a:latin typeface="Arial"/>
                <a:ea typeface="Arial"/>
                <a:cs typeface="Arial"/>
              </a:defRPr>
            </a:lvl5pPr>
            <a:lvl6pPr algn="ctr">
              <a:defRPr sz="1875" b="1">
                <a:solidFill>
                  <a:srgbClr val="000000"/>
                </a:solidFill>
                <a:latin typeface="Arial"/>
                <a:ea typeface="Arial"/>
                <a:cs typeface="Arial"/>
              </a:defRPr>
            </a:lvl6pPr>
            <a:lvl7pPr algn="ctr">
              <a:defRPr sz="1875" b="1">
                <a:solidFill>
                  <a:srgbClr val="000000"/>
                </a:solidFill>
                <a:latin typeface="Arial"/>
                <a:ea typeface="Arial"/>
                <a:cs typeface="Arial"/>
              </a:defRPr>
            </a:lvl7pPr>
            <a:lvl8pPr algn="ctr">
              <a:defRPr sz="1875" b="1">
                <a:solidFill>
                  <a:srgbClr val="000000"/>
                </a:solidFill>
                <a:latin typeface="Arial"/>
                <a:ea typeface="Arial"/>
                <a:cs typeface="Arial"/>
              </a:defRPr>
            </a:lvl8pPr>
            <a:lvl9pPr algn="ctr">
              <a:defRPr sz="1875" b="1">
                <a:solidFill>
                  <a:srgbClr val="000000"/>
                </a:solidFill>
                <a:latin typeface="Arial"/>
                <a:ea typeface="Arial"/>
                <a:cs typeface="Arial"/>
              </a:defRPr>
            </a:lvl9pPr>
          </a:lstStyle>
          <a:p xmlns:a="http://schemas.openxmlformats.org/drawingml/2006/main">
            <a:pPr algn="ctr">
              <a:defRPr sz="1875" b="1">
                <a:solidFill>
                  <a:srgbClr val="000000"/>
                </a:solidFill>
                <a:latin typeface="Arial"/>
                <a:ea typeface="Arial"/>
                <a:cs typeface="Arial"/>
              </a:defRPr>
            </a:pPr>
            <a:r>
              <a:rPr sz="1875" b="1">
                <a:solidFill>
                  <a:srgbClr val="000000"/>
                </a:solidFill>
                <a:latin typeface="Arial"/>
                <a:ea typeface="Arial"/>
                <a:cs typeface="Arial"/>
              </a:rPr>
              <a:t>A</a:t>
            </a:r>
          </a:p>
        </p:txBody>
      </p:sp>
      <p:sp>
        <p:nvSpPr>
          <p:cNvPr id="21" name="leaf_B">
            <a:extLst xmlns:a="http://schemas.openxmlformats.org/drawingml/2006/main">
              <a:ext uri="{FF2B5EF4-FFF2-40B4-BE49-F238E27FC236}">
                <a16:creationId xmlns:a16="http://schemas.microsoft.com/office/drawing/2014/main" id="{D83E1952-4D3E-4E5D-97FC-09C854EB8E45}"/>
              </a:ext>
            </a:extLst>
          </p:cNvPr>
          <p:cNvSpPr>
            <a:spLocks xmlns:a="http://schemas.openxmlformats.org/drawingml/2006/main" noGrp="1"/>
          </p:cNvSpPr>
          <p:nvPr/>
        </p:nvSpPr>
        <p:spPr>
          <a:xfrm xmlns:a="http://schemas.openxmlformats.org/drawingml/2006/main" rot="0" flipH="0" flipV="0">
            <a:off x="1485504" y="1803623"/>
            <a:ext cx="239234" cy="239234"/>
          </a:xfrm>
          <a:prstGeom xmlns:a="http://schemas.openxmlformats.org/drawingml/2006/main" prst="diamond">
            <a:avLst/>
          </a:prstGeom>
          <a:solidFill xmlns:a="http://schemas.openxmlformats.org/drawingml/2006/main">
            <a:srgbClr val="D55E00"/>
          </a:solidFill>
          <a:ln xmlns:a="http://schemas.openxmlformats.org/drawingml/2006/main" w="14764">
            <a:solidFill>
              <a:srgbClr val="263238"/>
            </a:solidFill>
            <a:prstDash val="solid"/>
          </a:ln>
        </p:spPr>
      </p:sp>
      <p:sp>
        <p:nvSpPr>
          <p:cNvPr id="22" name="leaf_label_B">
            <a:extLst xmlns:a="http://schemas.openxmlformats.org/drawingml/2006/main">
              <a:ext uri="{FF2B5EF4-FFF2-40B4-BE49-F238E27FC236}">
                <a16:creationId xmlns:a16="http://schemas.microsoft.com/office/drawing/2014/main" id="{66EFCB12-2778-4CFF-B2B8-68E9FEFA027A}"/>
              </a:ext>
            </a:extLst>
          </p:cNvPr>
          <p:cNvSpPr>
            <a:spLocks xmlns:a="http://schemas.openxmlformats.org/drawingml/2006/main" noGrp="1"/>
          </p:cNvSpPr>
          <p:nvPr/>
        </p:nvSpPr>
        <p:spPr>
          <a:xfrm xmlns:a="http://schemas.openxmlformats.org/drawingml/2006/main" rot="0" flipH="0" flipV="0">
            <a:off x="1376521" y="1970345"/>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00000"/>
                </a:solidFill>
                <a:latin typeface="Arial"/>
                <a:ea typeface="Arial"/>
                <a:cs typeface="Arial"/>
              </a:defRPr>
            </a:defPPr>
            <a:lvl1pPr algn="ctr">
              <a:defRPr sz="1875" b="1">
                <a:solidFill>
                  <a:srgbClr val="000000"/>
                </a:solidFill>
                <a:latin typeface="Arial"/>
                <a:ea typeface="Arial"/>
                <a:cs typeface="Arial"/>
              </a:defRPr>
            </a:lvl1pPr>
            <a:lvl2pPr algn="ctr">
              <a:defRPr sz="1875" b="1">
                <a:solidFill>
                  <a:srgbClr val="000000"/>
                </a:solidFill>
                <a:latin typeface="Arial"/>
                <a:ea typeface="Arial"/>
                <a:cs typeface="Arial"/>
              </a:defRPr>
            </a:lvl2pPr>
            <a:lvl3pPr algn="ctr">
              <a:defRPr sz="1875" b="1">
                <a:solidFill>
                  <a:srgbClr val="000000"/>
                </a:solidFill>
                <a:latin typeface="Arial"/>
                <a:ea typeface="Arial"/>
                <a:cs typeface="Arial"/>
              </a:defRPr>
            </a:lvl3pPr>
            <a:lvl4pPr algn="ctr">
              <a:defRPr sz="1875" b="1">
                <a:solidFill>
                  <a:srgbClr val="000000"/>
                </a:solidFill>
                <a:latin typeface="Arial"/>
                <a:ea typeface="Arial"/>
                <a:cs typeface="Arial"/>
              </a:defRPr>
            </a:lvl4pPr>
            <a:lvl5pPr algn="ctr">
              <a:defRPr sz="1875" b="1">
                <a:solidFill>
                  <a:srgbClr val="000000"/>
                </a:solidFill>
                <a:latin typeface="Arial"/>
                <a:ea typeface="Arial"/>
                <a:cs typeface="Arial"/>
              </a:defRPr>
            </a:lvl5pPr>
            <a:lvl6pPr algn="ctr">
              <a:defRPr sz="1875" b="1">
                <a:solidFill>
                  <a:srgbClr val="000000"/>
                </a:solidFill>
                <a:latin typeface="Arial"/>
                <a:ea typeface="Arial"/>
                <a:cs typeface="Arial"/>
              </a:defRPr>
            </a:lvl6pPr>
            <a:lvl7pPr algn="ctr">
              <a:defRPr sz="1875" b="1">
                <a:solidFill>
                  <a:srgbClr val="000000"/>
                </a:solidFill>
                <a:latin typeface="Arial"/>
                <a:ea typeface="Arial"/>
                <a:cs typeface="Arial"/>
              </a:defRPr>
            </a:lvl7pPr>
            <a:lvl8pPr algn="ctr">
              <a:defRPr sz="1875" b="1">
                <a:solidFill>
                  <a:srgbClr val="000000"/>
                </a:solidFill>
                <a:latin typeface="Arial"/>
                <a:ea typeface="Arial"/>
                <a:cs typeface="Arial"/>
              </a:defRPr>
            </a:lvl8pPr>
            <a:lvl9pPr algn="ctr">
              <a:defRPr sz="1875" b="1">
                <a:solidFill>
                  <a:srgbClr val="000000"/>
                </a:solidFill>
                <a:latin typeface="Arial"/>
                <a:ea typeface="Arial"/>
                <a:cs typeface="Arial"/>
              </a:defRPr>
            </a:lvl9pPr>
          </a:lstStyle>
          <a:p xmlns:a="http://schemas.openxmlformats.org/drawingml/2006/main">
            <a:pPr algn="ctr">
              <a:defRPr sz="1875" b="1">
                <a:solidFill>
                  <a:srgbClr val="000000"/>
                </a:solidFill>
                <a:latin typeface="Arial"/>
                <a:ea typeface="Arial"/>
                <a:cs typeface="Arial"/>
              </a:defRPr>
            </a:pPr>
            <a:r>
              <a:rPr sz="1875" b="1">
                <a:solidFill>
                  <a:srgbClr val="000000"/>
                </a:solidFill>
                <a:latin typeface="Arial"/>
                <a:ea typeface="Arial"/>
                <a:cs typeface="Arial"/>
              </a:rPr>
              <a:t>B</a:t>
            </a:r>
          </a:p>
        </p:txBody>
      </p:sp>
      <p:sp>
        <p:nvSpPr>
          <p:cNvPr id="23" name="leaf_C">
            <a:extLst xmlns:a="http://schemas.openxmlformats.org/drawingml/2006/main">
              <a:ext uri="{FF2B5EF4-FFF2-40B4-BE49-F238E27FC236}">
                <a16:creationId xmlns:a16="http://schemas.microsoft.com/office/drawing/2014/main" id="{BCCDB565-4F99-4202-B2B0-64004894F53F}"/>
              </a:ext>
            </a:extLst>
          </p:cNvPr>
          <p:cNvSpPr>
            <a:spLocks xmlns:a="http://schemas.openxmlformats.org/drawingml/2006/main" noGrp="1"/>
          </p:cNvSpPr>
          <p:nvPr/>
        </p:nvSpPr>
        <p:spPr>
          <a:xfrm xmlns:a="http://schemas.openxmlformats.org/drawingml/2006/main" rot="0" flipH="0" flipV="0">
            <a:off x="1888920" y="1803623"/>
            <a:ext cx="239234" cy="239234"/>
          </a:xfrm>
          <a:prstGeom xmlns:a="http://schemas.openxmlformats.org/drawingml/2006/main" prst="diamond">
            <a:avLst/>
          </a:prstGeom>
          <a:solidFill xmlns:a="http://schemas.openxmlformats.org/drawingml/2006/main">
            <a:srgbClr val="009E73"/>
          </a:solidFill>
          <a:ln xmlns:a="http://schemas.openxmlformats.org/drawingml/2006/main" w="14764">
            <a:solidFill>
              <a:srgbClr val="263238"/>
            </a:solidFill>
            <a:prstDash val="solid"/>
          </a:ln>
        </p:spPr>
      </p:sp>
      <p:sp>
        <p:nvSpPr>
          <p:cNvPr id="24" name="leaf_label_C">
            <a:extLst xmlns:a="http://schemas.openxmlformats.org/drawingml/2006/main">
              <a:ext uri="{FF2B5EF4-FFF2-40B4-BE49-F238E27FC236}">
                <a16:creationId xmlns:a16="http://schemas.microsoft.com/office/drawing/2014/main" id="{2D293BB5-60E2-4DC1-8CFD-B9FF3DEE8CD2}"/>
              </a:ext>
            </a:extLst>
          </p:cNvPr>
          <p:cNvSpPr>
            <a:spLocks xmlns:a="http://schemas.openxmlformats.org/drawingml/2006/main" noGrp="1"/>
          </p:cNvSpPr>
          <p:nvPr/>
        </p:nvSpPr>
        <p:spPr>
          <a:xfrm xmlns:a="http://schemas.openxmlformats.org/drawingml/2006/main" rot="0" flipH="0" flipV="0">
            <a:off x="1779935" y="1970342"/>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00000"/>
                </a:solidFill>
                <a:latin typeface="Arial"/>
                <a:ea typeface="Arial"/>
                <a:cs typeface="Arial"/>
              </a:defRPr>
            </a:defPPr>
            <a:lvl1pPr algn="ctr">
              <a:defRPr sz="1875" b="1">
                <a:solidFill>
                  <a:srgbClr val="000000"/>
                </a:solidFill>
                <a:latin typeface="Arial"/>
                <a:ea typeface="Arial"/>
                <a:cs typeface="Arial"/>
              </a:defRPr>
            </a:lvl1pPr>
            <a:lvl2pPr algn="ctr">
              <a:defRPr sz="1875" b="1">
                <a:solidFill>
                  <a:srgbClr val="000000"/>
                </a:solidFill>
                <a:latin typeface="Arial"/>
                <a:ea typeface="Arial"/>
                <a:cs typeface="Arial"/>
              </a:defRPr>
            </a:lvl2pPr>
            <a:lvl3pPr algn="ctr">
              <a:defRPr sz="1875" b="1">
                <a:solidFill>
                  <a:srgbClr val="000000"/>
                </a:solidFill>
                <a:latin typeface="Arial"/>
                <a:ea typeface="Arial"/>
                <a:cs typeface="Arial"/>
              </a:defRPr>
            </a:lvl3pPr>
            <a:lvl4pPr algn="ctr">
              <a:defRPr sz="1875" b="1">
                <a:solidFill>
                  <a:srgbClr val="000000"/>
                </a:solidFill>
                <a:latin typeface="Arial"/>
                <a:ea typeface="Arial"/>
                <a:cs typeface="Arial"/>
              </a:defRPr>
            </a:lvl4pPr>
            <a:lvl5pPr algn="ctr">
              <a:defRPr sz="1875" b="1">
                <a:solidFill>
                  <a:srgbClr val="000000"/>
                </a:solidFill>
                <a:latin typeface="Arial"/>
                <a:ea typeface="Arial"/>
                <a:cs typeface="Arial"/>
              </a:defRPr>
            </a:lvl5pPr>
            <a:lvl6pPr algn="ctr">
              <a:defRPr sz="1875" b="1">
                <a:solidFill>
                  <a:srgbClr val="000000"/>
                </a:solidFill>
                <a:latin typeface="Arial"/>
                <a:ea typeface="Arial"/>
                <a:cs typeface="Arial"/>
              </a:defRPr>
            </a:lvl6pPr>
            <a:lvl7pPr algn="ctr">
              <a:defRPr sz="1875" b="1">
                <a:solidFill>
                  <a:srgbClr val="000000"/>
                </a:solidFill>
                <a:latin typeface="Arial"/>
                <a:ea typeface="Arial"/>
                <a:cs typeface="Arial"/>
              </a:defRPr>
            </a:lvl7pPr>
            <a:lvl8pPr algn="ctr">
              <a:defRPr sz="1875" b="1">
                <a:solidFill>
                  <a:srgbClr val="000000"/>
                </a:solidFill>
                <a:latin typeface="Arial"/>
                <a:ea typeface="Arial"/>
                <a:cs typeface="Arial"/>
              </a:defRPr>
            </a:lvl8pPr>
            <a:lvl9pPr algn="ctr">
              <a:defRPr sz="1875" b="1">
                <a:solidFill>
                  <a:srgbClr val="000000"/>
                </a:solidFill>
                <a:latin typeface="Arial"/>
                <a:ea typeface="Arial"/>
                <a:cs typeface="Arial"/>
              </a:defRPr>
            </a:lvl9pPr>
          </a:lstStyle>
          <a:p xmlns:a="http://schemas.openxmlformats.org/drawingml/2006/main">
            <a:pPr algn="ctr">
              <a:defRPr sz="1875" b="1">
                <a:solidFill>
                  <a:srgbClr val="000000"/>
                </a:solidFill>
                <a:latin typeface="Arial"/>
                <a:ea typeface="Arial"/>
                <a:cs typeface="Arial"/>
              </a:defRPr>
            </a:pPr>
            <a:r>
              <a:rPr sz="1875" b="1">
                <a:solidFill>
                  <a:srgbClr val="000000"/>
                </a:solidFill>
                <a:latin typeface="Arial"/>
                <a:ea typeface="Arial"/>
                <a:cs typeface="Arial"/>
              </a:rPr>
              <a:t>C</a:t>
            </a:r>
          </a:p>
        </p:txBody>
      </p:sp>
      <p:sp>
        <p:nvSpPr>
          <p:cNvPr id="25" name="relax_s1_dashed_ellipse">
            <a:extLst xmlns:a="http://schemas.openxmlformats.org/drawingml/2006/main">
              <a:ext uri="{FF2B5EF4-FFF2-40B4-BE49-F238E27FC236}">
                <a16:creationId xmlns:a16="http://schemas.microsoft.com/office/drawing/2014/main" id="{259B88DF-6CBC-4094-BCC2-12E7EFF56E44}"/>
              </a:ext>
            </a:extLst>
          </p:cNvPr>
          <p:cNvSpPr>
            <a:spLocks xmlns:a="http://schemas.openxmlformats.org/drawingml/2006/main" noGrp="1"/>
          </p:cNvSpPr>
          <p:nvPr/>
        </p:nvSpPr>
        <p:spPr>
          <a:xfrm xmlns:a="http://schemas.openxmlformats.org/drawingml/2006/main" rot="0" flipH="0" flipV="0">
            <a:off x="903475" y="1369718"/>
            <a:ext cx="450323" cy="394033"/>
          </a:xfrm>
          <a:prstGeom xmlns:a="http://schemas.openxmlformats.org/drawingml/2006/main" prst="ellipse">
            <a:avLst/>
          </a:prstGeom>
          <a:noFill xmlns:a="http://schemas.openxmlformats.org/drawingml/2006/main"/>
          <a:ln xmlns:a="http://schemas.openxmlformats.org/drawingml/2006/main" w="16193">
            <a:solidFill>
              <a:srgbClr val="7B8790"/>
            </a:solidFill>
            <a:prstDash val="dash"/>
          </a:ln>
        </p:spPr>
      </p:sp>
      <p:sp>
        <p:nvSpPr>
          <p:cNvPr id="26" name="relax_callout">
            <a:extLst xmlns:a="http://schemas.openxmlformats.org/drawingml/2006/main">
              <a:ext uri="{FF2B5EF4-FFF2-40B4-BE49-F238E27FC236}">
                <a16:creationId xmlns:a16="http://schemas.microsoft.com/office/drawing/2014/main" id="{395A4E1B-8BC9-419C-9FC6-C3DF6E980FA0}"/>
              </a:ext>
            </a:extLst>
          </p:cNvPr>
          <p:cNvSpPr>
            <a:spLocks xmlns:a="http://schemas.openxmlformats.org/drawingml/2006/main" noGrp="1"/>
          </p:cNvSpPr>
          <p:nvPr/>
        </p:nvSpPr>
        <p:spPr>
          <a:xfrm xmlns:a="http://schemas.openxmlformats.org/drawingml/2006/main" rot="0" flipH="0" flipV="0">
            <a:off x="1428750" y="1466850"/>
            <a:ext cx="76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00000"/>
                </a:solidFill>
                <a:latin typeface="Arial"/>
                <a:ea typeface="Arial"/>
                <a:cs typeface="Arial"/>
              </a:defRPr>
            </a:defPPr>
            <a:lvl1pPr algn="l">
              <a:defRPr sz="1725" b="0">
                <a:solidFill>
                  <a:srgbClr val="000000"/>
                </a:solidFill>
                <a:latin typeface="Arial"/>
                <a:ea typeface="Arial"/>
                <a:cs typeface="Arial"/>
              </a:defRPr>
            </a:lvl1pPr>
            <a:lvl2pPr algn="l">
              <a:defRPr sz="1725" b="0">
                <a:solidFill>
                  <a:srgbClr val="000000"/>
                </a:solidFill>
                <a:latin typeface="Arial"/>
                <a:ea typeface="Arial"/>
                <a:cs typeface="Arial"/>
              </a:defRPr>
            </a:lvl2pPr>
            <a:lvl3pPr algn="l">
              <a:defRPr sz="1725" b="0">
                <a:solidFill>
                  <a:srgbClr val="000000"/>
                </a:solidFill>
                <a:latin typeface="Arial"/>
                <a:ea typeface="Arial"/>
                <a:cs typeface="Arial"/>
              </a:defRPr>
            </a:lvl3pPr>
            <a:lvl4pPr algn="l">
              <a:defRPr sz="1725" b="0">
                <a:solidFill>
                  <a:srgbClr val="000000"/>
                </a:solidFill>
                <a:latin typeface="Arial"/>
                <a:ea typeface="Arial"/>
                <a:cs typeface="Arial"/>
              </a:defRPr>
            </a:lvl4pPr>
            <a:lvl5pPr algn="l">
              <a:defRPr sz="1725" b="0">
                <a:solidFill>
                  <a:srgbClr val="000000"/>
                </a:solidFill>
                <a:latin typeface="Arial"/>
                <a:ea typeface="Arial"/>
                <a:cs typeface="Arial"/>
              </a:defRPr>
            </a:lvl5pPr>
            <a:lvl6pPr algn="l">
              <a:defRPr sz="1725" b="0">
                <a:solidFill>
                  <a:srgbClr val="000000"/>
                </a:solidFill>
                <a:latin typeface="Arial"/>
                <a:ea typeface="Arial"/>
                <a:cs typeface="Arial"/>
              </a:defRPr>
            </a:lvl6pPr>
            <a:lvl7pPr algn="l">
              <a:defRPr sz="1725" b="0">
                <a:solidFill>
                  <a:srgbClr val="000000"/>
                </a:solidFill>
                <a:latin typeface="Arial"/>
                <a:ea typeface="Arial"/>
                <a:cs typeface="Arial"/>
              </a:defRPr>
            </a:lvl7pPr>
            <a:lvl8pPr algn="l">
              <a:defRPr sz="1725" b="0">
                <a:solidFill>
                  <a:srgbClr val="000000"/>
                </a:solidFill>
                <a:latin typeface="Arial"/>
                <a:ea typeface="Arial"/>
                <a:cs typeface="Arial"/>
              </a:defRPr>
            </a:lvl8pPr>
            <a:lvl9pPr algn="l">
              <a:defRPr sz="1725" b="0">
                <a:solidFill>
                  <a:srgbClr val="000000"/>
                </a:solidFill>
                <a:latin typeface="Arial"/>
                <a:ea typeface="Arial"/>
                <a:cs typeface="Arial"/>
              </a:defRPr>
            </a:lvl9pPr>
          </a:lstStyle>
          <a:p xmlns:a="http://schemas.openxmlformats.org/drawingml/2006/main">
            <a:pPr algn="l">
              <a:defRPr sz="1725" b="0">
                <a:solidFill>
                  <a:srgbClr val="000000"/>
                </a:solidFill>
                <a:latin typeface="Arial"/>
                <a:ea typeface="Arial"/>
                <a:cs typeface="Arial"/>
              </a:defRPr>
            </a:pPr>
            <a:r>
              <a:rPr sz="1725" b="0">
                <a:solidFill>
                  <a:srgbClr val="000000"/>
                </a:solidFill>
                <a:latin typeface="Arial"/>
                <a:ea typeface="Arial"/>
                <a:cs typeface="Arial"/>
              </a:rPr>
              <a:t>relax</a:t>
            </a:r>
          </a:p>
        </p:txBody>
      </p:sp>
      <p:sp>
        <p:nvSpPr>
          <p:cNvPr id="27" name="label_Tree-consistent">
            <a:extLst xmlns:a="http://schemas.openxmlformats.org/drawingml/2006/main">
              <a:ext uri="{FF2B5EF4-FFF2-40B4-BE49-F238E27FC236}">
                <a16:creationId xmlns:a16="http://schemas.microsoft.com/office/drawing/2014/main" id="{63F4BA33-B5B2-4B8F-9E69-29FE69C9CB43}"/>
              </a:ext>
            </a:extLst>
          </p:cNvPr>
          <p:cNvSpPr>
            <a:spLocks xmlns:a="http://schemas.openxmlformats.org/drawingml/2006/main" noGrp="1"/>
          </p:cNvSpPr>
          <p:nvPr/>
        </p:nvSpPr>
        <p:spPr>
          <a:xfrm xmlns:a="http://schemas.openxmlformats.org/drawingml/2006/main" rot="0" flipH="0" flipV="0">
            <a:off x="3190875" y="62865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000000"/>
                </a:solidFill>
                <a:latin typeface="Arial"/>
                <a:ea typeface="Arial"/>
                <a:cs typeface="Arial"/>
              </a:defRPr>
            </a:defPPr>
            <a:lvl1pPr algn="l">
              <a:defRPr sz="1950" b="0">
                <a:solidFill>
                  <a:srgbClr val="000000"/>
                </a:solidFill>
                <a:latin typeface="Arial"/>
                <a:ea typeface="Arial"/>
                <a:cs typeface="Arial"/>
              </a:defRPr>
            </a:lvl1pPr>
            <a:lvl2pPr algn="l">
              <a:defRPr sz="1950" b="0">
                <a:solidFill>
                  <a:srgbClr val="000000"/>
                </a:solidFill>
                <a:latin typeface="Arial"/>
                <a:ea typeface="Arial"/>
                <a:cs typeface="Arial"/>
              </a:defRPr>
            </a:lvl2pPr>
            <a:lvl3pPr algn="l">
              <a:defRPr sz="1950" b="0">
                <a:solidFill>
                  <a:srgbClr val="000000"/>
                </a:solidFill>
                <a:latin typeface="Arial"/>
                <a:ea typeface="Arial"/>
                <a:cs typeface="Arial"/>
              </a:defRPr>
            </a:lvl3pPr>
            <a:lvl4pPr algn="l">
              <a:defRPr sz="1950" b="0">
                <a:solidFill>
                  <a:srgbClr val="000000"/>
                </a:solidFill>
                <a:latin typeface="Arial"/>
                <a:ea typeface="Arial"/>
                <a:cs typeface="Arial"/>
              </a:defRPr>
            </a:lvl4pPr>
            <a:lvl5pPr algn="l">
              <a:defRPr sz="1950" b="0">
                <a:solidFill>
                  <a:srgbClr val="000000"/>
                </a:solidFill>
                <a:latin typeface="Arial"/>
                <a:ea typeface="Arial"/>
                <a:cs typeface="Arial"/>
              </a:defRPr>
            </a:lvl5pPr>
            <a:lvl6pPr algn="l">
              <a:defRPr sz="1950" b="0">
                <a:solidFill>
                  <a:srgbClr val="000000"/>
                </a:solidFill>
                <a:latin typeface="Arial"/>
                <a:ea typeface="Arial"/>
                <a:cs typeface="Arial"/>
              </a:defRPr>
            </a:lvl6pPr>
            <a:lvl7pPr algn="l">
              <a:defRPr sz="1950" b="0">
                <a:solidFill>
                  <a:srgbClr val="000000"/>
                </a:solidFill>
                <a:latin typeface="Arial"/>
                <a:ea typeface="Arial"/>
                <a:cs typeface="Arial"/>
              </a:defRPr>
            </a:lvl7pPr>
            <a:lvl8pPr algn="l">
              <a:defRPr sz="1950" b="0">
                <a:solidFill>
                  <a:srgbClr val="000000"/>
                </a:solidFill>
                <a:latin typeface="Arial"/>
                <a:ea typeface="Arial"/>
                <a:cs typeface="Arial"/>
              </a:defRPr>
            </a:lvl8pPr>
            <a:lvl9pPr algn="l">
              <a:defRPr sz="1950" b="0">
                <a:solidFill>
                  <a:srgbClr val="000000"/>
                </a:solidFill>
                <a:latin typeface="Arial"/>
                <a:ea typeface="Arial"/>
                <a:cs typeface="Arial"/>
              </a:defRPr>
            </a:lvl9pPr>
          </a:lstStyle>
          <a:p xmlns:a="http://schemas.openxmlformats.org/drawingml/2006/main">
            <a:pPr algn="l">
              <a:defRPr sz="1950" b="0">
                <a:solidFill>
                  <a:srgbClr val="000000"/>
                </a:solidFill>
                <a:latin typeface="Arial"/>
                <a:ea typeface="Arial"/>
                <a:cs typeface="Arial"/>
              </a:defRPr>
            </a:pPr>
            <a:r>
              <a:rPr sz="1950" b="0">
                <a:solidFill>
                  <a:srgbClr val="000000"/>
                </a:solidFill>
                <a:latin typeface="Arial"/>
                <a:ea typeface="Arial"/>
                <a:cs typeface="Arial"/>
              </a:rPr>
              <a:t>Tree-consistent</a:t>
            </a:r>
          </a:p>
        </p:txBody>
      </p:sp>
      <p:sp>
        <p:nvSpPr>
          <p:cNvPr id="28" name="order_Tree-consistent_A">
            <a:extLst xmlns:a="http://schemas.openxmlformats.org/drawingml/2006/main">
              <a:ext uri="{FF2B5EF4-FFF2-40B4-BE49-F238E27FC236}">
                <a16:creationId xmlns:a16="http://schemas.microsoft.com/office/drawing/2014/main" id="{74E3C419-8DEC-4F4C-AB90-A62948F21F5F}"/>
              </a:ext>
            </a:extLst>
          </p:cNvPr>
          <p:cNvSpPr>
            <a:spLocks xmlns:a="http://schemas.openxmlformats.org/drawingml/2006/main" noGrp="1"/>
          </p:cNvSpPr>
          <p:nvPr/>
        </p:nvSpPr>
        <p:spPr>
          <a:xfrm xmlns:a="http://schemas.openxmlformats.org/drawingml/2006/main" rot="0" flipH="0" flipV="0">
            <a:off x="3190875" y="981075"/>
            <a:ext cx="1326611" cy="288036"/>
          </a:xfrm>
          <a:prstGeom xmlns:a="http://schemas.openxmlformats.org/drawingml/2006/main" prst="rect">
            <a:avLst/>
          </a:prstGeom>
          <a:solidFill xmlns:a="http://schemas.openxmlformats.org/drawingml/2006/main">
            <a:srgbClr val="0072B2"/>
          </a:solidFill>
          <a:ln xmlns:a="http://schemas.openxmlformats.org/drawingml/2006/main" w="0">
            <a:noFill/>
            <a:prstDash val="solid"/>
          </a:ln>
        </p:spPr>
      </p:sp>
      <p:sp>
        <p:nvSpPr>
          <p:cNvPr id="29" name="order_label_Tree-consistent_A">
            <a:extLst xmlns:a="http://schemas.openxmlformats.org/drawingml/2006/main">
              <a:ext uri="{FF2B5EF4-FFF2-40B4-BE49-F238E27FC236}">
                <a16:creationId xmlns:a16="http://schemas.microsoft.com/office/drawing/2014/main" id="{4A6F8533-83C8-43F7-AFE4-340514773215}"/>
              </a:ext>
            </a:extLst>
          </p:cNvPr>
          <p:cNvSpPr>
            <a:spLocks xmlns:a="http://schemas.openxmlformats.org/drawingml/2006/main" noGrp="1"/>
          </p:cNvSpPr>
          <p:nvPr/>
        </p:nvSpPr>
        <p:spPr>
          <a:xfrm xmlns:a="http://schemas.openxmlformats.org/drawingml/2006/main" rot="0" flipH="0" flipV="0">
            <a:off x="3190875" y="989305"/>
            <a:ext cx="1326611"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00000"/>
                </a:solidFill>
                <a:latin typeface="Arial"/>
                <a:ea typeface="Arial"/>
                <a:cs typeface="Arial"/>
              </a:defRPr>
            </a:defPPr>
            <a:lvl1pPr algn="ctr">
              <a:defRPr sz="1950" b="1">
                <a:solidFill>
                  <a:srgbClr val="000000"/>
                </a:solidFill>
                <a:latin typeface="Arial"/>
                <a:ea typeface="Arial"/>
                <a:cs typeface="Arial"/>
              </a:defRPr>
            </a:lvl1pPr>
            <a:lvl2pPr algn="ctr">
              <a:defRPr sz="1950" b="1">
                <a:solidFill>
                  <a:srgbClr val="000000"/>
                </a:solidFill>
                <a:latin typeface="Arial"/>
                <a:ea typeface="Arial"/>
                <a:cs typeface="Arial"/>
              </a:defRPr>
            </a:lvl2pPr>
            <a:lvl3pPr algn="ctr">
              <a:defRPr sz="1950" b="1">
                <a:solidFill>
                  <a:srgbClr val="000000"/>
                </a:solidFill>
                <a:latin typeface="Arial"/>
                <a:ea typeface="Arial"/>
                <a:cs typeface="Arial"/>
              </a:defRPr>
            </a:lvl3pPr>
            <a:lvl4pPr algn="ctr">
              <a:defRPr sz="1950" b="1">
                <a:solidFill>
                  <a:srgbClr val="000000"/>
                </a:solidFill>
                <a:latin typeface="Arial"/>
                <a:ea typeface="Arial"/>
                <a:cs typeface="Arial"/>
              </a:defRPr>
            </a:lvl4pPr>
            <a:lvl5pPr algn="ctr">
              <a:defRPr sz="1950" b="1">
                <a:solidFill>
                  <a:srgbClr val="000000"/>
                </a:solidFill>
                <a:latin typeface="Arial"/>
                <a:ea typeface="Arial"/>
                <a:cs typeface="Arial"/>
              </a:defRPr>
            </a:lvl5pPr>
            <a:lvl6pPr algn="ctr">
              <a:defRPr sz="1950" b="1">
                <a:solidFill>
                  <a:srgbClr val="000000"/>
                </a:solidFill>
                <a:latin typeface="Arial"/>
                <a:ea typeface="Arial"/>
                <a:cs typeface="Arial"/>
              </a:defRPr>
            </a:lvl6pPr>
            <a:lvl7pPr algn="ctr">
              <a:defRPr sz="1950" b="1">
                <a:solidFill>
                  <a:srgbClr val="000000"/>
                </a:solidFill>
                <a:latin typeface="Arial"/>
                <a:ea typeface="Arial"/>
                <a:cs typeface="Arial"/>
              </a:defRPr>
            </a:lvl7pPr>
            <a:lvl8pPr algn="ctr">
              <a:defRPr sz="1950" b="1">
                <a:solidFill>
                  <a:srgbClr val="000000"/>
                </a:solidFill>
                <a:latin typeface="Arial"/>
                <a:ea typeface="Arial"/>
                <a:cs typeface="Arial"/>
              </a:defRPr>
            </a:lvl8pPr>
            <a:lvl9pPr algn="ctr">
              <a:defRPr sz="1950" b="1">
                <a:solidFill>
                  <a:srgbClr val="000000"/>
                </a:solidFill>
                <a:latin typeface="Arial"/>
                <a:ea typeface="Arial"/>
                <a:cs typeface="Arial"/>
              </a:defRPr>
            </a:lvl9pPr>
          </a:lstStyle>
          <a:p xmlns:a="http://schemas.openxmlformats.org/drawingml/2006/main">
            <a:pPr algn="ctr">
              <a:defRPr sz="1950" b="1">
                <a:solidFill>
                  <a:srgbClr val="000000"/>
                </a:solidFill>
                <a:latin typeface="Arial"/>
                <a:ea typeface="Arial"/>
                <a:cs typeface="Arial"/>
              </a:defRPr>
            </a:pPr>
            <a:r>
              <a:rPr sz="1950" b="1">
                <a:solidFill>
                  <a:srgbClr val="000000"/>
                </a:solidFill>
                <a:latin typeface="Arial"/>
                <a:ea typeface="Arial"/>
                <a:cs typeface="Arial"/>
              </a:rPr>
              <a:t>A</a:t>
            </a:r>
          </a:p>
        </p:txBody>
      </p:sp>
      <p:sp>
        <p:nvSpPr>
          <p:cNvPr id="30" name="order_Tree-consistent_B">
            <a:extLst xmlns:a="http://schemas.openxmlformats.org/drawingml/2006/main">
              <a:ext uri="{FF2B5EF4-FFF2-40B4-BE49-F238E27FC236}">
                <a16:creationId xmlns:a16="http://schemas.microsoft.com/office/drawing/2014/main" id="{32EDEDED-F4F0-4625-B14E-18953F9A7CEF}"/>
              </a:ext>
            </a:extLst>
          </p:cNvPr>
          <p:cNvSpPr>
            <a:spLocks xmlns:a="http://schemas.openxmlformats.org/drawingml/2006/main" noGrp="1"/>
          </p:cNvSpPr>
          <p:nvPr/>
        </p:nvSpPr>
        <p:spPr>
          <a:xfrm xmlns:a="http://schemas.openxmlformats.org/drawingml/2006/main" rot="0" flipH="0" flipV="0">
            <a:off x="4606777" y="981075"/>
            <a:ext cx="1326611" cy="288036"/>
          </a:xfrm>
          <a:prstGeom xmlns:a="http://schemas.openxmlformats.org/drawingml/2006/main" prst="rect">
            <a:avLst/>
          </a:prstGeom>
          <a:solidFill xmlns:a="http://schemas.openxmlformats.org/drawingml/2006/main">
            <a:srgbClr val="D55E00"/>
          </a:solidFill>
          <a:ln xmlns:a="http://schemas.openxmlformats.org/drawingml/2006/main" w="0">
            <a:noFill/>
            <a:prstDash val="solid"/>
          </a:ln>
        </p:spPr>
      </p:sp>
      <p:sp>
        <p:nvSpPr>
          <p:cNvPr id="31" name="order_label_Tree-consistent_B">
            <a:extLst xmlns:a="http://schemas.openxmlformats.org/drawingml/2006/main">
              <a:ext uri="{FF2B5EF4-FFF2-40B4-BE49-F238E27FC236}">
                <a16:creationId xmlns:a16="http://schemas.microsoft.com/office/drawing/2014/main" id="{D51C4D04-3B16-48AD-9D73-C2892D4CA29A}"/>
              </a:ext>
            </a:extLst>
          </p:cNvPr>
          <p:cNvSpPr>
            <a:spLocks xmlns:a="http://schemas.openxmlformats.org/drawingml/2006/main" noGrp="1"/>
          </p:cNvSpPr>
          <p:nvPr/>
        </p:nvSpPr>
        <p:spPr>
          <a:xfrm xmlns:a="http://schemas.openxmlformats.org/drawingml/2006/main" rot="0" flipH="0" flipV="0">
            <a:off x="4606777" y="989305"/>
            <a:ext cx="1326611"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00000"/>
                </a:solidFill>
                <a:latin typeface="Arial"/>
                <a:ea typeface="Arial"/>
                <a:cs typeface="Arial"/>
              </a:defRPr>
            </a:defPPr>
            <a:lvl1pPr algn="ctr">
              <a:defRPr sz="1950" b="1">
                <a:solidFill>
                  <a:srgbClr val="000000"/>
                </a:solidFill>
                <a:latin typeface="Arial"/>
                <a:ea typeface="Arial"/>
                <a:cs typeface="Arial"/>
              </a:defRPr>
            </a:lvl1pPr>
            <a:lvl2pPr algn="ctr">
              <a:defRPr sz="1950" b="1">
                <a:solidFill>
                  <a:srgbClr val="000000"/>
                </a:solidFill>
                <a:latin typeface="Arial"/>
                <a:ea typeface="Arial"/>
                <a:cs typeface="Arial"/>
              </a:defRPr>
            </a:lvl2pPr>
            <a:lvl3pPr algn="ctr">
              <a:defRPr sz="1950" b="1">
                <a:solidFill>
                  <a:srgbClr val="000000"/>
                </a:solidFill>
                <a:latin typeface="Arial"/>
                <a:ea typeface="Arial"/>
                <a:cs typeface="Arial"/>
              </a:defRPr>
            </a:lvl3pPr>
            <a:lvl4pPr algn="ctr">
              <a:defRPr sz="1950" b="1">
                <a:solidFill>
                  <a:srgbClr val="000000"/>
                </a:solidFill>
                <a:latin typeface="Arial"/>
                <a:ea typeface="Arial"/>
                <a:cs typeface="Arial"/>
              </a:defRPr>
            </a:lvl4pPr>
            <a:lvl5pPr algn="ctr">
              <a:defRPr sz="1950" b="1">
                <a:solidFill>
                  <a:srgbClr val="000000"/>
                </a:solidFill>
                <a:latin typeface="Arial"/>
                <a:ea typeface="Arial"/>
                <a:cs typeface="Arial"/>
              </a:defRPr>
            </a:lvl5pPr>
            <a:lvl6pPr algn="ctr">
              <a:defRPr sz="1950" b="1">
                <a:solidFill>
                  <a:srgbClr val="000000"/>
                </a:solidFill>
                <a:latin typeface="Arial"/>
                <a:ea typeface="Arial"/>
                <a:cs typeface="Arial"/>
              </a:defRPr>
            </a:lvl6pPr>
            <a:lvl7pPr algn="ctr">
              <a:defRPr sz="1950" b="1">
                <a:solidFill>
                  <a:srgbClr val="000000"/>
                </a:solidFill>
                <a:latin typeface="Arial"/>
                <a:ea typeface="Arial"/>
                <a:cs typeface="Arial"/>
              </a:defRPr>
            </a:lvl7pPr>
            <a:lvl8pPr algn="ctr">
              <a:defRPr sz="1950" b="1">
                <a:solidFill>
                  <a:srgbClr val="000000"/>
                </a:solidFill>
                <a:latin typeface="Arial"/>
                <a:ea typeface="Arial"/>
                <a:cs typeface="Arial"/>
              </a:defRPr>
            </a:lvl8pPr>
            <a:lvl9pPr algn="ctr">
              <a:defRPr sz="1950" b="1">
                <a:solidFill>
                  <a:srgbClr val="000000"/>
                </a:solidFill>
                <a:latin typeface="Arial"/>
                <a:ea typeface="Arial"/>
                <a:cs typeface="Arial"/>
              </a:defRPr>
            </a:lvl9pPr>
          </a:lstStyle>
          <a:p xmlns:a="http://schemas.openxmlformats.org/drawingml/2006/main">
            <a:pPr algn="ctr">
              <a:defRPr sz="1950" b="1">
                <a:solidFill>
                  <a:srgbClr val="000000"/>
                </a:solidFill>
                <a:latin typeface="Arial"/>
                <a:ea typeface="Arial"/>
                <a:cs typeface="Arial"/>
              </a:defRPr>
            </a:pPr>
            <a:r>
              <a:rPr sz="1950" b="1">
                <a:solidFill>
                  <a:srgbClr val="000000"/>
                </a:solidFill>
                <a:latin typeface="Arial"/>
                <a:ea typeface="Arial"/>
                <a:cs typeface="Arial"/>
              </a:rPr>
              <a:t>B</a:t>
            </a:r>
          </a:p>
        </p:txBody>
      </p:sp>
      <p:sp>
        <p:nvSpPr>
          <p:cNvPr id="32" name="order_Tree-consistent_C">
            <a:extLst xmlns:a="http://schemas.openxmlformats.org/drawingml/2006/main">
              <a:ext uri="{FF2B5EF4-FFF2-40B4-BE49-F238E27FC236}">
                <a16:creationId xmlns:a16="http://schemas.microsoft.com/office/drawing/2014/main" id="{DDD1B84A-14EF-410E-AF6B-9B0B87FC02A9}"/>
              </a:ext>
            </a:extLst>
          </p:cNvPr>
          <p:cNvSpPr>
            <a:spLocks xmlns:a="http://schemas.openxmlformats.org/drawingml/2006/main" noGrp="1"/>
          </p:cNvSpPr>
          <p:nvPr/>
        </p:nvSpPr>
        <p:spPr>
          <a:xfrm xmlns:a="http://schemas.openxmlformats.org/drawingml/2006/main" rot="0" flipH="0" flipV="0">
            <a:off x="6022680" y="981075"/>
            <a:ext cx="1326611" cy="288036"/>
          </a:xfrm>
          <a:prstGeom xmlns:a="http://schemas.openxmlformats.org/drawingml/2006/main" prst="rect">
            <a:avLst/>
          </a:prstGeom>
          <a:solidFill xmlns:a="http://schemas.openxmlformats.org/drawingml/2006/main">
            <a:srgbClr val="009E73"/>
          </a:solidFill>
          <a:ln xmlns:a="http://schemas.openxmlformats.org/drawingml/2006/main" w="0">
            <a:noFill/>
            <a:prstDash val="solid"/>
          </a:ln>
        </p:spPr>
      </p:sp>
      <p:sp>
        <p:nvSpPr>
          <p:cNvPr id="33" name="order_label_Tree-consistent_C">
            <a:extLst xmlns:a="http://schemas.openxmlformats.org/drawingml/2006/main">
              <a:ext uri="{FF2B5EF4-FFF2-40B4-BE49-F238E27FC236}">
                <a16:creationId xmlns:a16="http://schemas.microsoft.com/office/drawing/2014/main" id="{690E451E-8B72-4679-8709-69718CF67802}"/>
              </a:ext>
            </a:extLst>
          </p:cNvPr>
          <p:cNvSpPr>
            <a:spLocks xmlns:a="http://schemas.openxmlformats.org/drawingml/2006/main" noGrp="1"/>
          </p:cNvSpPr>
          <p:nvPr/>
        </p:nvSpPr>
        <p:spPr>
          <a:xfrm xmlns:a="http://schemas.openxmlformats.org/drawingml/2006/main" rot="0" flipH="0" flipV="0">
            <a:off x="6022680" y="989305"/>
            <a:ext cx="1326611"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00000"/>
                </a:solidFill>
                <a:latin typeface="Arial"/>
                <a:ea typeface="Arial"/>
                <a:cs typeface="Arial"/>
              </a:defRPr>
            </a:defPPr>
            <a:lvl1pPr algn="ctr">
              <a:defRPr sz="1950" b="1">
                <a:solidFill>
                  <a:srgbClr val="000000"/>
                </a:solidFill>
                <a:latin typeface="Arial"/>
                <a:ea typeface="Arial"/>
                <a:cs typeface="Arial"/>
              </a:defRPr>
            </a:lvl1pPr>
            <a:lvl2pPr algn="ctr">
              <a:defRPr sz="1950" b="1">
                <a:solidFill>
                  <a:srgbClr val="000000"/>
                </a:solidFill>
                <a:latin typeface="Arial"/>
                <a:ea typeface="Arial"/>
                <a:cs typeface="Arial"/>
              </a:defRPr>
            </a:lvl2pPr>
            <a:lvl3pPr algn="ctr">
              <a:defRPr sz="1950" b="1">
                <a:solidFill>
                  <a:srgbClr val="000000"/>
                </a:solidFill>
                <a:latin typeface="Arial"/>
                <a:ea typeface="Arial"/>
                <a:cs typeface="Arial"/>
              </a:defRPr>
            </a:lvl3pPr>
            <a:lvl4pPr algn="ctr">
              <a:defRPr sz="1950" b="1">
                <a:solidFill>
                  <a:srgbClr val="000000"/>
                </a:solidFill>
                <a:latin typeface="Arial"/>
                <a:ea typeface="Arial"/>
                <a:cs typeface="Arial"/>
              </a:defRPr>
            </a:lvl4pPr>
            <a:lvl5pPr algn="ctr">
              <a:defRPr sz="1950" b="1">
                <a:solidFill>
                  <a:srgbClr val="000000"/>
                </a:solidFill>
                <a:latin typeface="Arial"/>
                <a:ea typeface="Arial"/>
                <a:cs typeface="Arial"/>
              </a:defRPr>
            </a:lvl5pPr>
            <a:lvl6pPr algn="ctr">
              <a:defRPr sz="1950" b="1">
                <a:solidFill>
                  <a:srgbClr val="000000"/>
                </a:solidFill>
                <a:latin typeface="Arial"/>
                <a:ea typeface="Arial"/>
                <a:cs typeface="Arial"/>
              </a:defRPr>
            </a:lvl6pPr>
            <a:lvl7pPr algn="ctr">
              <a:defRPr sz="1950" b="1">
                <a:solidFill>
                  <a:srgbClr val="000000"/>
                </a:solidFill>
                <a:latin typeface="Arial"/>
                <a:ea typeface="Arial"/>
                <a:cs typeface="Arial"/>
              </a:defRPr>
            </a:lvl7pPr>
            <a:lvl8pPr algn="ctr">
              <a:defRPr sz="1950" b="1">
                <a:solidFill>
                  <a:srgbClr val="000000"/>
                </a:solidFill>
                <a:latin typeface="Arial"/>
                <a:ea typeface="Arial"/>
                <a:cs typeface="Arial"/>
              </a:defRPr>
            </a:lvl8pPr>
            <a:lvl9pPr algn="ctr">
              <a:defRPr sz="1950" b="1">
                <a:solidFill>
                  <a:srgbClr val="000000"/>
                </a:solidFill>
                <a:latin typeface="Arial"/>
                <a:ea typeface="Arial"/>
                <a:cs typeface="Arial"/>
              </a:defRPr>
            </a:lvl9pPr>
          </a:lstStyle>
          <a:p xmlns:a="http://schemas.openxmlformats.org/drawingml/2006/main">
            <a:pPr algn="ctr">
              <a:defRPr sz="1950" b="1">
                <a:solidFill>
                  <a:srgbClr val="000000"/>
                </a:solidFill>
                <a:latin typeface="Arial"/>
                <a:ea typeface="Arial"/>
                <a:cs typeface="Arial"/>
              </a:defRPr>
            </a:pPr>
            <a:r>
              <a:rPr sz="1950" b="1">
                <a:solidFill>
                  <a:srgbClr val="000000"/>
                </a:solidFill>
                <a:latin typeface="Arial"/>
                <a:ea typeface="Arial"/>
                <a:cs typeface="Arial"/>
              </a:rPr>
              <a:t>C</a:t>
            </a:r>
          </a:p>
        </p:txBody>
      </p:sp>
      <p:sp>
        <p:nvSpPr>
          <p:cNvPr id="34" name="label_Spatial_reference">
            <a:extLst xmlns:a="http://schemas.openxmlformats.org/drawingml/2006/main">
              <a:ext uri="{FF2B5EF4-FFF2-40B4-BE49-F238E27FC236}">
                <a16:creationId xmlns:a16="http://schemas.microsoft.com/office/drawing/2014/main" id="{73577A0A-0817-41A9-B2B7-8B989AA54A68}"/>
              </a:ext>
            </a:extLst>
          </p:cNvPr>
          <p:cNvSpPr>
            <a:spLocks xmlns:a="http://schemas.openxmlformats.org/drawingml/2006/main" noGrp="1"/>
          </p:cNvSpPr>
          <p:nvPr/>
        </p:nvSpPr>
        <p:spPr>
          <a:xfrm xmlns:a="http://schemas.openxmlformats.org/drawingml/2006/main" rot="0" flipH="0" flipV="0">
            <a:off x="3190875" y="17430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000000"/>
                </a:solidFill>
                <a:latin typeface="Arial"/>
                <a:ea typeface="Arial"/>
                <a:cs typeface="Arial"/>
              </a:defRPr>
            </a:defPPr>
            <a:lvl1pPr algn="l">
              <a:defRPr sz="1950" b="0">
                <a:solidFill>
                  <a:srgbClr val="000000"/>
                </a:solidFill>
                <a:latin typeface="Arial"/>
                <a:ea typeface="Arial"/>
                <a:cs typeface="Arial"/>
              </a:defRPr>
            </a:lvl1pPr>
            <a:lvl2pPr algn="l">
              <a:defRPr sz="1950" b="0">
                <a:solidFill>
                  <a:srgbClr val="000000"/>
                </a:solidFill>
                <a:latin typeface="Arial"/>
                <a:ea typeface="Arial"/>
                <a:cs typeface="Arial"/>
              </a:defRPr>
            </a:lvl2pPr>
            <a:lvl3pPr algn="l">
              <a:defRPr sz="1950" b="0">
                <a:solidFill>
                  <a:srgbClr val="000000"/>
                </a:solidFill>
                <a:latin typeface="Arial"/>
                <a:ea typeface="Arial"/>
                <a:cs typeface="Arial"/>
              </a:defRPr>
            </a:lvl3pPr>
            <a:lvl4pPr algn="l">
              <a:defRPr sz="1950" b="0">
                <a:solidFill>
                  <a:srgbClr val="000000"/>
                </a:solidFill>
                <a:latin typeface="Arial"/>
                <a:ea typeface="Arial"/>
                <a:cs typeface="Arial"/>
              </a:defRPr>
            </a:lvl4pPr>
            <a:lvl5pPr algn="l">
              <a:defRPr sz="1950" b="0">
                <a:solidFill>
                  <a:srgbClr val="000000"/>
                </a:solidFill>
                <a:latin typeface="Arial"/>
                <a:ea typeface="Arial"/>
                <a:cs typeface="Arial"/>
              </a:defRPr>
            </a:lvl5pPr>
            <a:lvl6pPr algn="l">
              <a:defRPr sz="1950" b="0">
                <a:solidFill>
                  <a:srgbClr val="000000"/>
                </a:solidFill>
                <a:latin typeface="Arial"/>
                <a:ea typeface="Arial"/>
                <a:cs typeface="Arial"/>
              </a:defRPr>
            </a:lvl6pPr>
            <a:lvl7pPr algn="l">
              <a:defRPr sz="1950" b="0">
                <a:solidFill>
                  <a:srgbClr val="000000"/>
                </a:solidFill>
                <a:latin typeface="Arial"/>
                <a:ea typeface="Arial"/>
                <a:cs typeface="Arial"/>
              </a:defRPr>
            </a:lvl7pPr>
            <a:lvl8pPr algn="l">
              <a:defRPr sz="1950" b="0">
                <a:solidFill>
                  <a:srgbClr val="000000"/>
                </a:solidFill>
                <a:latin typeface="Arial"/>
                <a:ea typeface="Arial"/>
                <a:cs typeface="Arial"/>
              </a:defRPr>
            </a:lvl8pPr>
            <a:lvl9pPr algn="l">
              <a:defRPr sz="1950" b="0">
                <a:solidFill>
                  <a:srgbClr val="000000"/>
                </a:solidFill>
                <a:latin typeface="Arial"/>
                <a:ea typeface="Arial"/>
                <a:cs typeface="Arial"/>
              </a:defRPr>
            </a:lvl9pPr>
          </a:lstStyle>
          <a:p xmlns:a="http://schemas.openxmlformats.org/drawingml/2006/main">
            <a:pPr algn="l">
              <a:defRPr sz="1950" b="0">
                <a:solidFill>
                  <a:srgbClr val="000000"/>
                </a:solidFill>
                <a:latin typeface="Arial"/>
                <a:ea typeface="Arial"/>
                <a:cs typeface="Arial"/>
              </a:defRPr>
            </a:pPr>
            <a:r>
              <a:rPr sz="1950" b="0">
                <a:solidFill>
                  <a:srgbClr val="000000"/>
                </a:solidFill>
                <a:latin typeface="Arial"/>
                <a:ea typeface="Arial"/>
                <a:cs typeface="Arial"/>
              </a:rPr>
              <a:t>Spatial reference</a:t>
            </a:r>
          </a:p>
        </p:txBody>
      </p:sp>
      <p:sp>
        <p:nvSpPr>
          <p:cNvPr id="35" name="order_Spatial reference_A">
            <a:extLst xmlns:a="http://schemas.openxmlformats.org/drawingml/2006/main">
              <a:ext uri="{FF2B5EF4-FFF2-40B4-BE49-F238E27FC236}">
                <a16:creationId xmlns:a16="http://schemas.microsoft.com/office/drawing/2014/main" id="{A57A6045-0D54-4C13-AA07-DC7A726990D3}"/>
              </a:ext>
            </a:extLst>
          </p:cNvPr>
          <p:cNvSpPr>
            <a:spLocks xmlns:a="http://schemas.openxmlformats.org/drawingml/2006/main" noGrp="1"/>
          </p:cNvSpPr>
          <p:nvPr/>
        </p:nvSpPr>
        <p:spPr>
          <a:xfrm xmlns:a="http://schemas.openxmlformats.org/drawingml/2006/main" rot="0" flipH="0" flipV="0">
            <a:off x="3190875" y="2038349"/>
            <a:ext cx="1326611" cy="288036"/>
          </a:xfrm>
          <a:prstGeom xmlns:a="http://schemas.openxmlformats.org/drawingml/2006/main" prst="rect">
            <a:avLst/>
          </a:prstGeom>
          <a:solidFill xmlns:a="http://schemas.openxmlformats.org/drawingml/2006/main">
            <a:srgbClr val="0072B2"/>
          </a:solidFill>
          <a:ln xmlns:a="http://schemas.openxmlformats.org/drawingml/2006/main" w="0">
            <a:noFill/>
            <a:prstDash val="solid"/>
          </a:ln>
        </p:spPr>
      </p:sp>
      <p:sp>
        <p:nvSpPr>
          <p:cNvPr id="36" name="order_label_Spatial reference_A">
            <a:extLst xmlns:a="http://schemas.openxmlformats.org/drawingml/2006/main">
              <a:ext uri="{FF2B5EF4-FFF2-40B4-BE49-F238E27FC236}">
                <a16:creationId xmlns:a16="http://schemas.microsoft.com/office/drawing/2014/main" id="{139B4882-5CC4-449A-A677-FDF946EE5E9E}"/>
              </a:ext>
            </a:extLst>
          </p:cNvPr>
          <p:cNvSpPr>
            <a:spLocks xmlns:a="http://schemas.openxmlformats.org/drawingml/2006/main" noGrp="1"/>
          </p:cNvSpPr>
          <p:nvPr/>
        </p:nvSpPr>
        <p:spPr>
          <a:xfrm xmlns:a="http://schemas.openxmlformats.org/drawingml/2006/main" rot="0" flipH="0" flipV="0">
            <a:off x="3190875" y="2046579"/>
            <a:ext cx="1326611"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00000"/>
                </a:solidFill>
                <a:latin typeface="Arial"/>
                <a:ea typeface="Arial"/>
                <a:cs typeface="Arial"/>
              </a:defRPr>
            </a:defPPr>
            <a:lvl1pPr algn="ctr">
              <a:defRPr sz="1950" b="1">
                <a:solidFill>
                  <a:srgbClr val="000000"/>
                </a:solidFill>
                <a:latin typeface="Arial"/>
                <a:ea typeface="Arial"/>
                <a:cs typeface="Arial"/>
              </a:defRPr>
            </a:lvl1pPr>
            <a:lvl2pPr algn="ctr">
              <a:defRPr sz="1950" b="1">
                <a:solidFill>
                  <a:srgbClr val="000000"/>
                </a:solidFill>
                <a:latin typeface="Arial"/>
                <a:ea typeface="Arial"/>
                <a:cs typeface="Arial"/>
              </a:defRPr>
            </a:lvl2pPr>
            <a:lvl3pPr algn="ctr">
              <a:defRPr sz="1950" b="1">
                <a:solidFill>
                  <a:srgbClr val="000000"/>
                </a:solidFill>
                <a:latin typeface="Arial"/>
                <a:ea typeface="Arial"/>
                <a:cs typeface="Arial"/>
              </a:defRPr>
            </a:lvl3pPr>
            <a:lvl4pPr algn="ctr">
              <a:defRPr sz="1950" b="1">
                <a:solidFill>
                  <a:srgbClr val="000000"/>
                </a:solidFill>
                <a:latin typeface="Arial"/>
                <a:ea typeface="Arial"/>
                <a:cs typeface="Arial"/>
              </a:defRPr>
            </a:lvl4pPr>
            <a:lvl5pPr algn="ctr">
              <a:defRPr sz="1950" b="1">
                <a:solidFill>
                  <a:srgbClr val="000000"/>
                </a:solidFill>
                <a:latin typeface="Arial"/>
                <a:ea typeface="Arial"/>
                <a:cs typeface="Arial"/>
              </a:defRPr>
            </a:lvl5pPr>
            <a:lvl6pPr algn="ctr">
              <a:defRPr sz="1950" b="1">
                <a:solidFill>
                  <a:srgbClr val="000000"/>
                </a:solidFill>
                <a:latin typeface="Arial"/>
                <a:ea typeface="Arial"/>
                <a:cs typeface="Arial"/>
              </a:defRPr>
            </a:lvl6pPr>
            <a:lvl7pPr algn="ctr">
              <a:defRPr sz="1950" b="1">
                <a:solidFill>
                  <a:srgbClr val="000000"/>
                </a:solidFill>
                <a:latin typeface="Arial"/>
                <a:ea typeface="Arial"/>
                <a:cs typeface="Arial"/>
              </a:defRPr>
            </a:lvl7pPr>
            <a:lvl8pPr algn="ctr">
              <a:defRPr sz="1950" b="1">
                <a:solidFill>
                  <a:srgbClr val="000000"/>
                </a:solidFill>
                <a:latin typeface="Arial"/>
                <a:ea typeface="Arial"/>
                <a:cs typeface="Arial"/>
              </a:defRPr>
            </a:lvl8pPr>
            <a:lvl9pPr algn="ctr">
              <a:defRPr sz="1950" b="1">
                <a:solidFill>
                  <a:srgbClr val="000000"/>
                </a:solidFill>
                <a:latin typeface="Arial"/>
                <a:ea typeface="Arial"/>
                <a:cs typeface="Arial"/>
              </a:defRPr>
            </a:lvl9pPr>
          </a:lstStyle>
          <a:p xmlns:a="http://schemas.openxmlformats.org/drawingml/2006/main">
            <a:pPr algn="ctr">
              <a:defRPr sz="1950" b="1">
                <a:solidFill>
                  <a:srgbClr val="000000"/>
                </a:solidFill>
                <a:latin typeface="Arial"/>
                <a:ea typeface="Arial"/>
                <a:cs typeface="Arial"/>
              </a:defRPr>
            </a:pPr>
            <a:r>
              <a:rPr sz="1950" b="1">
                <a:solidFill>
                  <a:srgbClr val="000000"/>
                </a:solidFill>
                <a:latin typeface="Arial"/>
                <a:ea typeface="Arial"/>
                <a:cs typeface="Arial"/>
              </a:rPr>
              <a:t>A</a:t>
            </a:r>
          </a:p>
        </p:txBody>
      </p:sp>
      <p:sp>
        <p:nvSpPr>
          <p:cNvPr id="37" name="order_Spatial reference_C">
            <a:extLst xmlns:a="http://schemas.openxmlformats.org/drawingml/2006/main">
              <a:ext uri="{FF2B5EF4-FFF2-40B4-BE49-F238E27FC236}">
                <a16:creationId xmlns:a16="http://schemas.microsoft.com/office/drawing/2014/main" id="{81912E2A-C28B-4704-884B-04DA6786D534}"/>
              </a:ext>
            </a:extLst>
          </p:cNvPr>
          <p:cNvSpPr>
            <a:spLocks xmlns:a="http://schemas.openxmlformats.org/drawingml/2006/main" noGrp="1"/>
          </p:cNvSpPr>
          <p:nvPr/>
        </p:nvSpPr>
        <p:spPr>
          <a:xfrm xmlns:a="http://schemas.openxmlformats.org/drawingml/2006/main" rot="0" flipH="0" flipV="0">
            <a:off x="4606777" y="2038349"/>
            <a:ext cx="1326611" cy="288036"/>
          </a:xfrm>
          <a:prstGeom xmlns:a="http://schemas.openxmlformats.org/drawingml/2006/main" prst="rect">
            <a:avLst/>
          </a:prstGeom>
          <a:solidFill xmlns:a="http://schemas.openxmlformats.org/drawingml/2006/main">
            <a:srgbClr val="009E73"/>
          </a:solidFill>
          <a:ln xmlns:a="http://schemas.openxmlformats.org/drawingml/2006/main" w="0">
            <a:noFill/>
            <a:prstDash val="solid"/>
          </a:ln>
        </p:spPr>
      </p:sp>
      <p:sp>
        <p:nvSpPr>
          <p:cNvPr id="38" name="order_label_Spatial reference_C">
            <a:extLst xmlns:a="http://schemas.openxmlformats.org/drawingml/2006/main">
              <a:ext uri="{FF2B5EF4-FFF2-40B4-BE49-F238E27FC236}">
                <a16:creationId xmlns:a16="http://schemas.microsoft.com/office/drawing/2014/main" id="{BFDBE585-E9F0-41B5-9A04-AB76B8D8A657}"/>
              </a:ext>
            </a:extLst>
          </p:cNvPr>
          <p:cNvSpPr>
            <a:spLocks xmlns:a="http://schemas.openxmlformats.org/drawingml/2006/main" noGrp="1"/>
          </p:cNvSpPr>
          <p:nvPr/>
        </p:nvSpPr>
        <p:spPr>
          <a:xfrm xmlns:a="http://schemas.openxmlformats.org/drawingml/2006/main" rot="0" flipH="0" flipV="0">
            <a:off x="4606777" y="2046579"/>
            <a:ext cx="1326611"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00000"/>
                </a:solidFill>
                <a:latin typeface="Arial"/>
                <a:ea typeface="Arial"/>
                <a:cs typeface="Arial"/>
              </a:defRPr>
            </a:defPPr>
            <a:lvl1pPr algn="ctr">
              <a:defRPr sz="1950" b="1">
                <a:solidFill>
                  <a:srgbClr val="000000"/>
                </a:solidFill>
                <a:latin typeface="Arial"/>
                <a:ea typeface="Arial"/>
                <a:cs typeface="Arial"/>
              </a:defRPr>
            </a:lvl1pPr>
            <a:lvl2pPr algn="ctr">
              <a:defRPr sz="1950" b="1">
                <a:solidFill>
                  <a:srgbClr val="000000"/>
                </a:solidFill>
                <a:latin typeface="Arial"/>
                <a:ea typeface="Arial"/>
                <a:cs typeface="Arial"/>
              </a:defRPr>
            </a:lvl2pPr>
            <a:lvl3pPr algn="ctr">
              <a:defRPr sz="1950" b="1">
                <a:solidFill>
                  <a:srgbClr val="000000"/>
                </a:solidFill>
                <a:latin typeface="Arial"/>
                <a:ea typeface="Arial"/>
                <a:cs typeface="Arial"/>
              </a:defRPr>
            </a:lvl3pPr>
            <a:lvl4pPr algn="ctr">
              <a:defRPr sz="1950" b="1">
                <a:solidFill>
                  <a:srgbClr val="000000"/>
                </a:solidFill>
                <a:latin typeface="Arial"/>
                <a:ea typeface="Arial"/>
                <a:cs typeface="Arial"/>
              </a:defRPr>
            </a:lvl4pPr>
            <a:lvl5pPr algn="ctr">
              <a:defRPr sz="1950" b="1">
                <a:solidFill>
                  <a:srgbClr val="000000"/>
                </a:solidFill>
                <a:latin typeface="Arial"/>
                <a:ea typeface="Arial"/>
                <a:cs typeface="Arial"/>
              </a:defRPr>
            </a:lvl5pPr>
            <a:lvl6pPr algn="ctr">
              <a:defRPr sz="1950" b="1">
                <a:solidFill>
                  <a:srgbClr val="000000"/>
                </a:solidFill>
                <a:latin typeface="Arial"/>
                <a:ea typeface="Arial"/>
                <a:cs typeface="Arial"/>
              </a:defRPr>
            </a:lvl6pPr>
            <a:lvl7pPr algn="ctr">
              <a:defRPr sz="1950" b="1">
                <a:solidFill>
                  <a:srgbClr val="000000"/>
                </a:solidFill>
                <a:latin typeface="Arial"/>
                <a:ea typeface="Arial"/>
                <a:cs typeface="Arial"/>
              </a:defRPr>
            </a:lvl7pPr>
            <a:lvl8pPr algn="ctr">
              <a:defRPr sz="1950" b="1">
                <a:solidFill>
                  <a:srgbClr val="000000"/>
                </a:solidFill>
                <a:latin typeface="Arial"/>
                <a:ea typeface="Arial"/>
                <a:cs typeface="Arial"/>
              </a:defRPr>
            </a:lvl8pPr>
            <a:lvl9pPr algn="ctr">
              <a:defRPr sz="1950" b="1">
                <a:solidFill>
                  <a:srgbClr val="000000"/>
                </a:solidFill>
                <a:latin typeface="Arial"/>
                <a:ea typeface="Arial"/>
                <a:cs typeface="Arial"/>
              </a:defRPr>
            </a:lvl9pPr>
          </a:lstStyle>
          <a:p xmlns:a="http://schemas.openxmlformats.org/drawingml/2006/main">
            <a:pPr algn="ctr">
              <a:defRPr sz="1950" b="1">
                <a:solidFill>
                  <a:srgbClr val="000000"/>
                </a:solidFill>
                <a:latin typeface="Arial"/>
                <a:ea typeface="Arial"/>
                <a:cs typeface="Arial"/>
              </a:defRPr>
            </a:pPr>
            <a:r>
              <a:rPr sz="1950" b="1">
                <a:solidFill>
                  <a:srgbClr val="000000"/>
                </a:solidFill>
                <a:latin typeface="Arial"/>
                <a:ea typeface="Arial"/>
                <a:cs typeface="Arial"/>
              </a:rPr>
              <a:t>C</a:t>
            </a:r>
          </a:p>
        </p:txBody>
      </p:sp>
      <p:sp>
        <p:nvSpPr>
          <p:cNvPr id="39" name="order_Spatial reference_B">
            <a:extLst xmlns:a="http://schemas.openxmlformats.org/drawingml/2006/main">
              <a:ext uri="{FF2B5EF4-FFF2-40B4-BE49-F238E27FC236}">
                <a16:creationId xmlns:a16="http://schemas.microsoft.com/office/drawing/2014/main" id="{938CF045-8CFC-46BE-85B5-4FEA9E3AC9ED}"/>
              </a:ext>
            </a:extLst>
          </p:cNvPr>
          <p:cNvSpPr>
            <a:spLocks xmlns:a="http://schemas.openxmlformats.org/drawingml/2006/main" noGrp="1"/>
          </p:cNvSpPr>
          <p:nvPr/>
        </p:nvSpPr>
        <p:spPr>
          <a:xfrm xmlns:a="http://schemas.openxmlformats.org/drawingml/2006/main" rot="0" flipH="0" flipV="0">
            <a:off x="6022680" y="2038349"/>
            <a:ext cx="1326611" cy="288036"/>
          </a:xfrm>
          <a:prstGeom xmlns:a="http://schemas.openxmlformats.org/drawingml/2006/main" prst="rect">
            <a:avLst/>
          </a:prstGeom>
          <a:solidFill xmlns:a="http://schemas.openxmlformats.org/drawingml/2006/main">
            <a:srgbClr val="D55E00"/>
          </a:solidFill>
          <a:ln xmlns:a="http://schemas.openxmlformats.org/drawingml/2006/main" w="0">
            <a:noFill/>
            <a:prstDash val="solid"/>
          </a:ln>
        </p:spPr>
      </p:sp>
      <p:sp>
        <p:nvSpPr>
          <p:cNvPr id="40" name="order_label_Spatial reference_B">
            <a:extLst xmlns:a="http://schemas.openxmlformats.org/drawingml/2006/main">
              <a:ext uri="{FF2B5EF4-FFF2-40B4-BE49-F238E27FC236}">
                <a16:creationId xmlns:a16="http://schemas.microsoft.com/office/drawing/2014/main" id="{9BB4922F-2C06-4F7A-9413-F1257C0A86AC}"/>
              </a:ext>
            </a:extLst>
          </p:cNvPr>
          <p:cNvSpPr>
            <a:spLocks xmlns:a="http://schemas.openxmlformats.org/drawingml/2006/main" noGrp="1"/>
          </p:cNvSpPr>
          <p:nvPr/>
        </p:nvSpPr>
        <p:spPr>
          <a:xfrm xmlns:a="http://schemas.openxmlformats.org/drawingml/2006/main" rot="0" flipH="0" flipV="0">
            <a:off x="6022680" y="2046579"/>
            <a:ext cx="1326611"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00000"/>
                </a:solidFill>
                <a:latin typeface="Arial"/>
                <a:ea typeface="Arial"/>
                <a:cs typeface="Arial"/>
              </a:defRPr>
            </a:defPPr>
            <a:lvl1pPr algn="ctr">
              <a:defRPr sz="1950" b="1">
                <a:solidFill>
                  <a:srgbClr val="000000"/>
                </a:solidFill>
                <a:latin typeface="Arial"/>
                <a:ea typeface="Arial"/>
                <a:cs typeface="Arial"/>
              </a:defRPr>
            </a:lvl1pPr>
            <a:lvl2pPr algn="ctr">
              <a:defRPr sz="1950" b="1">
                <a:solidFill>
                  <a:srgbClr val="000000"/>
                </a:solidFill>
                <a:latin typeface="Arial"/>
                <a:ea typeface="Arial"/>
                <a:cs typeface="Arial"/>
              </a:defRPr>
            </a:lvl2pPr>
            <a:lvl3pPr algn="ctr">
              <a:defRPr sz="1950" b="1">
                <a:solidFill>
                  <a:srgbClr val="000000"/>
                </a:solidFill>
                <a:latin typeface="Arial"/>
                <a:ea typeface="Arial"/>
                <a:cs typeface="Arial"/>
              </a:defRPr>
            </a:lvl3pPr>
            <a:lvl4pPr algn="ctr">
              <a:defRPr sz="1950" b="1">
                <a:solidFill>
                  <a:srgbClr val="000000"/>
                </a:solidFill>
                <a:latin typeface="Arial"/>
                <a:ea typeface="Arial"/>
                <a:cs typeface="Arial"/>
              </a:defRPr>
            </a:lvl4pPr>
            <a:lvl5pPr algn="ctr">
              <a:defRPr sz="1950" b="1">
                <a:solidFill>
                  <a:srgbClr val="000000"/>
                </a:solidFill>
                <a:latin typeface="Arial"/>
                <a:ea typeface="Arial"/>
                <a:cs typeface="Arial"/>
              </a:defRPr>
            </a:lvl5pPr>
            <a:lvl6pPr algn="ctr">
              <a:defRPr sz="1950" b="1">
                <a:solidFill>
                  <a:srgbClr val="000000"/>
                </a:solidFill>
                <a:latin typeface="Arial"/>
                <a:ea typeface="Arial"/>
                <a:cs typeface="Arial"/>
              </a:defRPr>
            </a:lvl6pPr>
            <a:lvl7pPr algn="ctr">
              <a:defRPr sz="1950" b="1">
                <a:solidFill>
                  <a:srgbClr val="000000"/>
                </a:solidFill>
                <a:latin typeface="Arial"/>
                <a:ea typeface="Arial"/>
                <a:cs typeface="Arial"/>
              </a:defRPr>
            </a:lvl7pPr>
            <a:lvl8pPr algn="ctr">
              <a:defRPr sz="1950" b="1">
                <a:solidFill>
                  <a:srgbClr val="000000"/>
                </a:solidFill>
                <a:latin typeface="Arial"/>
                <a:ea typeface="Arial"/>
                <a:cs typeface="Arial"/>
              </a:defRPr>
            </a:lvl8pPr>
            <a:lvl9pPr algn="ctr">
              <a:defRPr sz="1950" b="1">
                <a:solidFill>
                  <a:srgbClr val="000000"/>
                </a:solidFill>
                <a:latin typeface="Arial"/>
                <a:ea typeface="Arial"/>
                <a:cs typeface="Arial"/>
              </a:defRPr>
            </a:lvl9pPr>
          </a:lstStyle>
          <a:p xmlns:a="http://schemas.openxmlformats.org/drawingml/2006/main">
            <a:pPr algn="ctr">
              <a:defRPr sz="1950" b="1">
                <a:solidFill>
                  <a:srgbClr val="000000"/>
                </a:solidFill>
                <a:latin typeface="Arial"/>
                <a:ea typeface="Arial"/>
                <a:cs typeface="Arial"/>
              </a:defRPr>
            </a:pPr>
            <a:r>
              <a:rPr sz="1950" b="1">
                <a:solidFill>
                  <a:srgbClr val="000000"/>
                </a:solidFill>
                <a:latin typeface="Arial"/>
                <a:ea typeface="Arial"/>
                <a:cs typeface="Arial"/>
              </a:rPr>
              <a:t>B</a:t>
            </a:r>
          </a:p>
        </p:txBody>
      </p:sp>
      <p:cxnSp>
        <p:nvCxnSpPr>
          <p:cNvPr id="41" name="exchange_B_correspondence">
            <a:extLst xmlns:a="http://schemas.openxmlformats.org/drawingml/2006/main">
              <a:ext uri="{FF2B5EF4-FFF2-40B4-BE49-F238E27FC236}">
                <a16:creationId xmlns:a16="http://schemas.microsoft.com/office/drawing/2014/main" id="{C5EC7AB6-37EC-4D96-AF7F-AADA35519300}"/>
              </a:ext>
            </a:extLst>
          </p:cNvPr>
          <p:cNvCxnSpPr>
            <a:stCxn xmlns:a="http://schemas.openxmlformats.org/drawingml/2006/main" id="30" idx="2"/>
            <a:endCxn xmlns:a="http://schemas.openxmlformats.org/drawingml/2006/main" id="39" idx="0"/>
          </p:cNvCxnSpPr>
          <p:nvPr/>
        </p:nvCxnSpPr>
        <p:spPr>
          <a:xfrm xmlns:a="http://schemas.openxmlformats.org/drawingml/2006/main">
            <a:off x="5270083" y="1269111"/>
            <a:ext cx="1415903" cy="769238"/>
          </a:xfrm>
          <a:prstGeom xmlns:a="http://schemas.openxmlformats.org/drawingml/2006/main" prst="straightConnector1">
            <a:avLst/>
          </a:prstGeom>
          <a:ln xmlns:a="http://schemas.openxmlformats.org/drawingml/2006/main" w="19050">
            <a:solidFill>
              <a:srgbClr val="D55E00"/>
            </a:solidFill>
            <a:tailEnd type="triangle" w="sm" len="sm"/>
          </a:ln>
        </p:spPr>
      </p:cxnSp>
      <p:cxnSp>
        <p:nvCxnSpPr>
          <p:cNvPr id="42" name="exchange_C_correspondence">
            <a:extLst xmlns:a="http://schemas.openxmlformats.org/drawingml/2006/main">
              <a:ext uri="{FF2B5EF4-FFF2-40B4-BE49-F238E27FC236}">
                <a16:creationId xmlns:a16="http://schemas.microsoft.com/office/drawing/2014/main" id="{0F4146E7-DF19-416E-B583-C32C0EE37513}"/>
              </a:ext>
            </a:extLst>
          </p:cNvPr>
          <p:cNvCxnSpPr>
            <a:stCxn xmlns:a="http://schemas.openxmlformats.org/drawingml/2006/main" id="32" idx="2"/>
            <a:endCxn xmlns:a="http://schemas.openxmlformats.org/drawingml/2006/main" id="37" idx="0"/>
          </p:cNvCxnSpPr>
          <p:nvPr/>
        </p:nvCxnSpPr>
        <p:spPr>
          <a:xfrm xmlns:a="http://schemas.openxmlformats.org/drawingml/2006/main" flipH="1">
            <a:off x="5270083" y="1269111"/>
            <a:ext cx="1415903" cy="769238"/>
          </a:xfrm>
          <a:prstGeom xmlns:a="http://schemas.openxmlformats.org/drawingml/2006/main" prst="straightConnector1">
            <a:avLst/>
          </a:prstGeom>
          <a:ln xmlns:a="http://schemas.openxmlformats.org/drawingml/2006/main" w="19050">
            <a:solidFill>
              <a:srgbClr val="009E73"/>
            </a:solidFill>
            <a:tailEnd type="triangle" w="sm" len="sm"/>
          </a:ln>
        </p:spPr>
      </p:cxnSp>
      <p:sp>
        <p:nvSpPr>
          <p:cNvPr id="43" name="a_b_separator">
            <a:extLst xmlns:a="http://schemas.openxmlformats.org/drawingml/2006/main">
              <a:ext uri="{FF2B5EF4-FFF2-40B4-BE49-F238E27FC236}">
                <a16:creationId xmlns:a16="http://schemas.microsoft.com/office/drawing/2014/main" id="{9EFDEB0C-EA06-439A-B4FC-0AE8A263FB95}"/>
              </a:ext>
            </a:extLst>
          </p:cNvPr>
          <p:cNvSpPr>
            <a:spLocks xmlns:a="http://schemas.openxmlformats.org/drawingml/2006/main" noGrp="1"/>
          </p:cNvSpPr>
          <p:nvPr/>
        </p:nvSpPr>
        <p:spPr>
          <a:xfrm xmlns:a="http://schemas.openxmlformats.org/drawingml/2006/main" rot="0" flipH="0" flipV="0">
            <a:off x="171450" y="2495550"/>
            <a:ext cx="8229600" cy="953"/>
          </a:xfrm>
          <a:custGeom xmlns:a="http://schemas.openxmlformats.org/drawingml/2006/main">
            <a:pathLst>
              <a:path w="8229600" h="953">
                <a:moveTo>
                  <a:pt x="0" y="0"/>
                </a:moveTo>
                <a:lnTo>
                  <a:pt x="8229600" y="953"/>
                </a:lnTo>
              </a:path>
            </a:pathLst>
          </a:custGeom>
          <a:noFill xmlns:a="http://schemas.openxmlformats.org/drawingml/2006/main"/>
          <a:ln xmlns:a="http://schemas.openxmlformats.org/drawingml/2006/main" w="12700">
            <a:solidFill>
              <a:srgbClr val="DAE3E8"/>
            </a:solidFill>
            <a:prstDash val="solid"/>
          </a:ln>
        </p:spPr>
      </p:sp>
      <p:sp>
        <p:nvSpPr>
          <p:cNvPr id="44" name="B_title">
            <a:extLst xmlns:a="http://schemas.openxmlformats.org/drawingml/2006/main">
              <a:ext uri="{FF2B5EF4-FFF2-40B4-BE49-F238E27FC236}">
                <a16:creationId xmlns:a16="http://schemas.microsoft.com/office/drawing/2014/main" id="{C24CCF3B-79B0-49D4-A7ED-D815071E9788}"/>
              </a:ext>
            </a:extLst>
          </p:cNvPr>
          <p:cNvSpPr>
            <a:spLocks xmlns:a="http://schemas.openxmlformats.org/drawingml/2006/main" noGrp="1"/>
          </p:cNvSpPr>
          <p:nvPr/>
        </p:nvSpPr>
        <p:spPr>
          <a:xfrm xmlns:a="http://schemas.openxmlformats.org/drawingml/2006/main" rot="0" flipH="0" flipV="0">
            <a:off x="171450" y="2628900"/>
            <a:ext cx="4038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00000"/>
                </a:solidFill>
                <a:latin typeface="Arial"/>
                <a:ea typeface="Arial"/>
                <a:cs typeface="Arial"/>
              </a:defRPr>
            </a:defPPr>
            <a:lvl1pPr algn="l">
              <a:defRPr sz="2025" b="1">
                <a:solidFill>
                  <a:srgbClr val="000000"/>
                </a:solidFill>
                <a:latin typeface="Arial"/>
                <a:ea typeface="Arial"/>
                <a:cs typeface="Arial"/>
              </a:defRPr>
            </a:lvl1pPr>
            <a:lvl2pPr algn="l">
              <a:defRPr sz="2025" b="1">
                <a:solidFill>
                  <a:srgbClr val="000000"/>
                </a:solidFill>
                <a:latin typeface="Arial"/>
                <a:ea typeface="Arial"/>
                <a:cs typeface="Arial"/>
              </a:defRPr>
            </a:lvl2pPr>
            <a:lvl3pPr algn="l">
              <a:defRPr sz="2025" b="1">
                <a:solidFill>
                  <a:srgbClr val="000000"/>
                </a:solidFill>
                <a:latin typeface="Arial"/>
                <a:ea typeface="Arial"/>
                <a:cs typeface="Arial"/>
              </a:defRPr>
            </a:lvl3pPr>
            <a:lvl4pPr algn="l">
              <a:defRPr sz="2025" b="1">
                <a:solidFill>
                  <a:srgbClr val="000000"/>
                </a:solidFill>
                <a:latin typeface="Arial"/>
                <a:ea typeface="Arial"/>
                <a:cs typeface="Arial"/>
              </a:defRPr>
            </a:lvl4pPr>
            <a:lvl5pPr algn="l">
              <a:defRPr sz="2025" b="1">
                <a:solidFill>
                  <a:srgbClr val="000000"/>
                </a:solidFill>
                <a:latin typeface="Arial"/>
                <a:ea typeface="Arial"/>
                <a:cs typeface="Arial"/>
              </a:defRPr>
            </a:lvl5pPr>
            <a:lvl6pPr algn="l">
              <a:defRPr sz="2025" b="1">
                <a:solidFill>
                  <a:srgbClr val="000000"/>
                </a:solidFill>
                <a:latin typeface="Arial"/>
                <a:ea typeface="Arial"/>
                <a:cs typeface="Arial"/>
              </a:defRPr>
            </a:lvl6pPr>
            <a:lvl7pPr algn="l">
              <a:defRPr sz="2025" b="1">
                <a:solidFill>
                  <a:srgbClr val="000000"/>
                </a:solidFill>
                <a:latin typeface="Arial"/>
                <a:ea typeface="Arial"/>
                <a:cs typeface="Arial"/>
              </a:defRPr>
            </a:lvl7pPr>
            <a:lvl8pPr algn="l">
              <a:defRPr sz="2025" b="1">
                <a:solidFill>
                  <a:srgbClr val="000000"/>
                </a:solidFill>
                <a:latin typeface="Arial"/>
                <a:ea typeface="Arial"/>
                <a:cs typeface="Arial"/>
              </a:defRPr>
            </a:lvl8pPr>
            <a:lvl9pPr algn="l">
              <a:defRPr sz="2025" b="1">
                <a:solidFill>
                  <a:srgbClr val="000000"/>
                </a:solidFill>
                <a:latin typeface="Arial"/>
                <a:ea typeface="Arial"/>
                <a:cs typeface="Arial"/>
              </a:defRPr>
            </a:lvl9pPr>
          </a:lstStyle>
          <a:p xmlns:a="http://schemas.openxmlformats.org/drawingml/2006/main">
            <a:pPr algn="l">
              <a:defRPr sz="2025" b="1">
                <a:solidFill>
                  <a:srgbClr val="000000"/>
                </a:solidFill>
                <a:latin typeface="Arial"/>
                <a:ea typeface="Arial"/>
                <a:cs typeface="Arial"/>
              </a:defRPr>
            </a:pPr>
            <a:r>
              <a:rPr sz="2025" b="1">
                <a:solidFill>
                  <a:srgbClr val="000000"/>
                </a:solidFill>
                <a:latin typeface="Arial"/>
                <a:ea typeface="Arial"/>
                <a:cs typeface="Arial"/>
              </a:rPr>
              <a:t>(b) LCA filling</a:t>
            </a:r>
          </a:p>
        </p:txBody>
      </p:sp>
      <p:sp>
        <p:nvSpPr>
          <p:cNvPr id="45" name="B_topology_label">
            <a:extLst xmlns:a="http://schemas.openxmlformats.org/drawingml/2006/main">
              <a:ext uri="{FF2B5EF4-FFF2-40B4-BE49-F238E27FC236}">
                <a16:creationId xmlns:a16="http://schemas.microsoft.com/office/drawing/2014/main" id="{0003E3F6-179B-451C-8539-E400B98FE21D}"/>
              </a:ext>
            </a:extLst>
          </p:cNvPr>
          <p:cNvSpPr>
            <a:spLocks xmlns:a="http://schemas.openxmlformats.org/drawingml/2006/main" noGrp="1"/>
          </p:cNvSpPr>
          <p:nvPr/>
        </p:nvSpPr>
        <p:spPr>
          <a:xfrm xmlns:a="http://schemas.openxmlformats.org/drawingml/2006/main" rot="0" flipH="0" flipV="0">
            <a:off x="523875" y="3286125"/>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00000"/>
                </a:solidFill>
                <a:latin typeface="Arial"/>
                <a:ea typeface="Arial"/>
                <a:cs typeface="Arial"/>
              </a:defRPr>
            </a:defPPr>
            <a:lvl1pPr algn="r">
              <a:defRPr sz="1500" b="0">
                <a:solidFill>
                  <a:srgbClr val="000000"/>
                </a:solidFill>
                <a:latin typeface="Arial"/>
                <a:ea typeface="Arial"/>
                <a:cs typeface="Arial"/>
              </a:defRPr>
            </a:lvl1pPr>
            <a:lvl2pPr algn="r">
              <a:defRPr sz="1500" b="0">
                <a:solidFill>
                  <a:srgbClr val="000000"/>
                </a:solidFill>
                <a:latin typeface="Arial"/>
                <a:ea typeface="Arial"/>
                <a:cs typeface="Arial"/>
              </a:defRPr>
            </a:lvl2pPr>
            <a:lvl3pPr algn="r">
              <a:defRPr sz="1500" b="0">
                <a:solidFill>
                  <a:srgbClr val="000000"/>
                </a:solidFill>
                <a:latin typeface="Arial"/>
                <a:ea typeface="Arial"/>
                <a:cs typeface="Arial"/>
              </a:defRPr>
            </a:lvl3pPr>
            <a:lvl4pPr algn="r">
              <a:defRPr sz="1500" b="0">
                <a:solidFill>
                  <a:srgbClr val="000000"/>
                </a:solidFill>
                <a:latin typeface="Arial"/>
                <a:ea typeface="Arial"/>
                <a:cs typeface="Arial"/>
              </a:defRPr>
            </a:lvl4pPr>
            <a:lvl5pPr algn="r">
              <a:defRPr sz="1500" b="0">
                <a:solidFill>
                  <a:srgbClr val="000000"/>
                </a:solidFill>
                <a:latin typeface="Arial"/>
                <a:ea typeface="Arial"/>
                <a:cs typeface="Arial"/>
              </a:defRPr>
            </a:lvl5pPr>
            <a:lvl6pPr algn="r">
              <a:defRPr sz="1500" b="0">
                <a:solidFill>
                  <a:srgbClr val="000000"/>
                </a:solidFill>
                <a:latin typeface="Arial"/>
                <a:ea typeface="Arial"/>
                <a:cs typeface="Arial"/>
              </a:defRPr>
            </a:lvl6pPr>
            <a:lvl7pPr algn="r">
              <a:defRPr sz="1500" b="0">
                <a:solidFill>
                  <a:srgbClr val="000000"/>
                </a:solidFill>
                <a:latin typeface="Arial"/>
                <a:ea typeface="Arial"/>
                <a:cs typeface="Arial"/>
              </a:defRPr>
            </a:lvl7pPr>
            <a:lvl8pPr algn="r">
              <a:defRPr sz="1500" b="0">
                <a:solidFill>
                  <a:srgbClr val="000000"/>
                </a:solidFill>
                <a:latin typeface="Arial"/>
                <a:ea typeface="Arial"/>
                <a:cs typeface="Arial"/>
              </a:defRPr>
            </a:lvl8pPr>
            <a:lvl9pPr algn="r">
              <a:defRPr sz="1500" b="0">
                <a:solidFill>
                  <a:srgbClr val="000000"/>
                </a:solidFill>
                <a:latin typeface="Arial"/>
                <a:ea typeface="Arial"/>
                <a:cs typeface="Arial"/>
              </a:defRPr>
            </a:lvl9pPr>
          </a:lstStyle>
          <a:p xmlns:a="http://schemas.openxmlformats.org/drawingml/2006/main">
            <a:pPr algn="l">
              <a:defRPr sz="1500" b="0">
                <a:solidFill>
                  <a:srgbClr val="000000"/>
                </a:solidFill>
                <a:latin typeface="Arial"/>
                <a:ea typeface="Arial"/>
                <a:cs typeface="Arial"/>
              </a:defRPr>
            </a:pPr>
            <a:r>
              <a:rPr sz="1500" b="0">
                <a:solidFill>
                  <a:srgbClr val="000000"/>
                </a:solidFill>
                <a:latin typeface="Arial"/>
                <a:ea typeface="Arial"/>
                <a:cs typeface="Arial"/>
              </a:rPr>
              <a:t>A–C–B</a:t>
            </a:r>
          </a:p>
        </p:txBody>
      </p:sp>
      <p:sp>
        <p:nvSpPr>
          <p:cNvPr id="46" name="B_s₁_level">
            <a:extLst xmlns:a="http://schemas.openxmlformats.org/drawingml/2006/main">
              <a:ext uri="{FF2B5EF4-FFF2-40B4-BE49-F238E27FC236}">
                <a16:creationId xmlns:a16="http://schemas.microsoft.com/office/drawing/2014/main" id="{ADEB72BE-275A-4C9B-AAB9-5B12F3A3E46A}"/>
              </a:ext>
            </a:extLst>
          </p:cNvPr>
          <p:cNvSpPr>
            <a:spLocks xmlns:a="http://schemas.openxmlformats.org/drawingml/2006/main" noGrp="1"/>
          </p:cNvSpPr>
          <p:nvPr/>
        </p:nvSpPr>
        <p:spPr>
          <a:xfrm xmlns:a="http://schemas.openxmlformats.org/drawingml/2006/main" rot="0" flipH="0" flipV="0">
            <a:off x="523875" y="4319732"/>
            <a:ext cx="3454210" cy="95"/>
          </a:xfrm>
          <a:custGeom xmlns:a="http://schemas.openxmlformats.org/drawingml/2006/main">
            <a:pathLst>
              <a:path w="3454210" h="95">
                <a:moveTo>
                  <a:pt x="0" y="0"/>
                </a:moveTo>
                <a:lnTo>
                  <a:pt x="3454210" y="95"/>
                </a:lnTo>
              </a:path>
            </a:pathLst>
          </a:custGeom>
          <a:noFill xmlns:a="http://schemas.openxmlformats.org/drawingml/2006/main"/>
          <a:ln xmlns:a="http://schemas.openxmlformats.org/drawingml/2006/main" w="10478">
            <a:solidFill>
              <a:srgbClr val="7B8790"/>
            </a:solidFill>
            <a:prstDash val="dash"/>
          </a:ln>
        </p:spPr>
      </p:sp>
      <p:sp>
        <p:nvSpPr>
          <p:cNvPr id="47" name="B_s₁_label">
            <a:extLst xmlns:a="http://schemas.openxmlformats.org/drawingml/2006/main">
              <a:ext uri="{FF2B5EF4-FFF2-40B4-BE49-F238E27FC236}">
                <a16:creationId xmlns:a16="http://schemas.microsoft.com/office/drawing/2014/main" id="{7FD3BE84-9936-4532-8448-38F9A65A8731}"/>
              </a:ext>
            </a:extLst>
          </p:cNvPr>
          <p:cNvSpPr>
            <a:spLocks xmlns:a="http://schemas.openxmlformats.org/drawingml/2006/main" noGrp="1"/>
          </p:cNvSpPr>
          <p:nvPr/>
        </p:nvSpPr>
        <p:spPr>
          <a:xfrm xmlns:a="http://schemas.openxmlformats.org/drawingml/2006/main" rot="0" flipH="0" flipV="0">
            <a:off x="4010025" y="4206846"/>
            <a:ext cx="304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00000"/>
                </a:solidFill>
                <a:latin typeface="Arial"/>
                <a:ea typeface="Arial"/>
                <a:cs typeface="Arial"/>
              </a:defRPr>
            </a:defPPr>
            <a:lvl1pPr algn="l">
              <a:defRPr sz="1800" b="0">
                <a:solidFill>
                  <a:srgbClr val="000000"/>
                </a:solidFill>
                <a:latin typeface="Arial"/>
                <a:ea typeface="Arial"/>
                <a:cs typeface="Arial"/>
              </a:defRPr>
            </a:lvl1pPr>
            <a:lvl2pPr algn="l">
              <a:defRPr sz="1800" b="0">
                <a:solidFill>
                  <a:srgbClr val="000000"/>
                </a:solidFill>
                <a:latin typeface="Arial"/>
                <a:ea typeface="Arial"/>
                <a:cs typeface="Arial"/>
              </a:defRPr>
            </a:lvl2pPr>
            <a:lvl3pPr algn="l">
              <a:defRPr sz="1800" b="0">
                <a:solidFill>
                  <a:srgbClr val="000000"/>
                </a:solidFill>
                <a:latin typeface="Arial"/>
                <a:ea typeface="Arial"/>
                <a:cs typeface="Arial"/>
              </a:defRPr>
            </a:lvl3pPr>
            <a:lvl4pPr algn="l">
              <a:defRPr sz="1800" b="0">
                <a:solidFill>
                  <a:srgbClr val="000000"/>
                </a:solidFill>
                <a:latin typeface="Arial"/>
                <a:ea typeface="Arial"/>
                <a:cs typeface="Arial"/>
              </a:defRPr>
            </a:lvl4pPr>
            <a:lvl5pPr algn="l">
              <a:defRPr sz="1800" b="0">
                <a:solidFill>
                  <a:srgbClr val="000000"/>
                </a:solidFill>
                <a:latin typeface="Arial"/>
                <a:ea typeface="Arial"/>
                <a:cs typeface="Arial"/>
              </a:defRPr>
            </a:lvl5pPr>
            <a:lvl6pPr algn="l">
              <a:defRPr sz="1800" b="0">
                <a:solidFill>
                  <a:srgbClr val="000000"/>
                </a:solidFill>
                <a:latin typeface="Arial"/>
                <a:ea typeface="Arial"/>
                <a:cs typeface="Arial"/>
              </a:defRPr>
            </a:lvl6pPr>
            <a:lvl7pPr algn="l">
              <a:defRPr sz="1800" b="0">
                <a:solidFill>
                  <a:srgbClr val="000000"/>
                </a:solidFill>
                <a:latin typeface="Arial"/>
                <a:ea typeface="Arial"/>
                <a:cs typeface="Arial"/>
              </a:defRPr>
            </a:lvl7pPr>
            <a:lvl8pPr algn="l">
              <a:defRPr sz="1800" b="0">
                <a:solidFill>
                  <a:srgbClr val="000000"/>
                </a:solidFill>
                <a:latin typeface="Arial"/>
                <a:ea typeface="Arial"/>
                <a:cs typeface="Arial"/>
              </a:defRPr>
            </a:lvl8pPr>
            <a:lvl9pPr algn="l">
              <a:defRPr sz="1800" b="0">
                <a:solidFill>
                  <a:srgbClr val="000000"/>
                </a:solidFill>
                <a:latin typeface="Arial"/>
                <a:ea typeface="Arial"/>
                <a:cs typeface="Arial"/>
              </a:defRPr>
            </a:lvl9pPr>
          </a:lstStyle>
          <a:p xmlns:a="http://schemas.openxmlformats.org/drawingml/2006/main">
            <a:pPr algn="l">
              <a:defRPr sz="1800" b="0">
                <a:solidFill>
                  <a:srgbClr val="000000"/>
                </a:solidFill>
                <a:latin typeface="Arial"/>
                <a:ea typeface="Arial"/>
                <a:cs typeface="Arial"/>
              </a:defRPr>
            </a:pPr>
            <a:r>
              <a:rPr sz="1800" b="0">
                <a:solidFill>
                  <a:srgbClr val="000000"/>
                </a:solidFill>
                <a:latin typeface="Arial"/>
                <a:ea typeface="Arial"/>
                <a:cs typeface="Arial"/>
              </a:rPr>
              <a:t>s</a:t>
            </a:r>
            <a:r>
              <a:rPr sz="1296" b="0" baseline="-25000">
                <a:solidFill>
                  <a:srgbClr val="000000"/>
                </a:solidFill>
                <a:latin typeface="Arial"/>
                <a:ea typeface="Arial"/>
                <a:cs typeface="Arial"/>
              </a:rPr>
              <a:t>1</a:t>
            </a:r>
          </a:p>
        </p:txBody>
      </p:sp>
      <p:sp>
        <p:nvSpPr>
          <p:cNvPr id="48" name="B_s₂_level">
            <a:extLst xmlns:a="http://schemas.openxmlformats.org/drawingml/2006/main">
              <a:ext uri="{FF2B5EF4-FFF2-40B4-BE49-F238E27FC236}">
                <a16:creationId xmlns:a16="http://schemas.microsoft.com/office/drawing/2014/main" id="{D67679C6-62B5-4FBF-83F9-4F1ABE29E05C}"/>
              </a:ext>
            </a:extLst>
          </p:cNvPr>
          <p:cNvSpPr>
            <a:spLocks xmlns:a="http://schemas.openxmlformats.org/drawingml/2006/main" noGrp="1"/>
          </p:cNvSpPr>
          <p:nvPr/>
        </p:nvSpPr>
        <p:spPr>
          <a:xfrm xmlns:a="http://schemas.openxmlformats.org/drawingml/2006/main" rot="0" flipH="0" flipV="0">
            <a:off x="523875" y="3872947"/>
            <a:ext cx="3454210" cy="95"/>
          </a:xfrm>
          <a:custGeom xmlns:a="http://schemas.openxmlformats.org/drawingml/2006/main">
            <a:pathLst>
              <a:path w="3454210" h="95">
                <a:moveTo>
                  <a:pt x="0" y="0"/>
                </a:moveTo>
                <a:lnTo>
                  <a:pt x="3454210" y="95"/>
                </a:lnTo>
              </a:path>
            </a:pathLst>
          </a:custGeom>
          <a:noFill xmlns:a="http://schemas.openxmlformats.org/drawingml/2006/main"/>
          <a:ln xmlns:a="http://schemas.openxmlformats.org/drawingml/2006/main" w="10478">
            <a:solidFill>
              <a:srgbClr val="7B8790"/>
            </a:solidFill>
            <a:prstDash val="dash"/>
          </a:ln>
        </p:spPr>
      </p:sp>
      <p:sp>
        <p:nvSpPr>
          <p:cNvPr id="49" name="B_s₂_label">
            <a:extLst xmlns:a="http://schemas.openxmlformats.org/drawingml/2006/main">
              <a:ext uri="{FF2B5EF4-FFF2-40B4-BE49-F238E27FC236}">
                <a16:creationId xmlns:a16="http://schemas.microsoft.com/office/drawing/2014/main" id="{1DDD2B55-09D1-4BBF-BE52-A40EA8BE3F89}"/>
              </a:ext>
            </a:extLst>
          </p:cNvPr>
          <p:cNvSpPr>
            <a:spLocks xmlns:a="http://schemas.openxmlformats.org/drawingml/2006/main" noGrp="1"/>
          </p:cNvSpPr>
          <p:nvPr/>
        </p:nvSpPr>
        <p:spPr>
          <a:xfrm xmlns:a="http://schemas.openxmlformats.org/drawingml/2006/main" rot="0" flipH="0" flipV="0">
            <a:off x="4010025" y="3760061"/>
            <a:ext cx="304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00000"/>
                </a:solidFill>
                <a:latin typeface="Arial"/>
                <a:ea typeface="Arial"/>
                <a:cs typeface="Arial"/>
              </a:defRPr>
            </a:defPPr>
            <a:lvl1pPr algn="l">
              <a:defRPr sz="1800" b="0">
                <a:solidFill>
                  <a:srgbClr val="000000"/>
                </a:solidFill>
                <a:latin typeface="Arial"/>
                <a:ea typeface="Arial"/>
                <a:cs typeface="Arial"/>
              </a:defRPr>
            </a:lvl1pPr>
            <a:lvl2pPr algn="l">
              <a:defRPr sz="1800" b="0">
                <a:solidFill>
                  <a:srgbClr val="000000"/>
                </a:solidFill>
                <a:latin typeface="Arial"/>
                <a:ea typeface="Arial"/>
                <a:cs typeface="Arial"/>
              </a:defRPr>
            </a:lvl2pPr>
            <a:lvl3pPr algn="l">
              <a:defRPr sz="1800" b="0">
                <a:solidFill>
                  <a:srgbClr val="000000"/>
                </a:solidFill>
                <a:latin typeface="Arial"/>
                <a:ea typeface="Arial"/>
                <a:cs typeface="Arial"/>
              </a:defRPr>
            </a:lvl3pPr>
            <a:lvl4pPr algn="l">
              <a:defRPr sz="1800" b="0">
                <a:solidFill>
                  <a:srgbClr val="000000"/>
                </a:solidFill>
                <a:latin typeface="Arial"/>
                <a:ea typeface="Arial"/>
                <a:cs typeface="Arial"/>
              </a:defRPr>
            </a:lvl4pPr>
            <a:lvl5pPr algn="l">
              <a:defRPr sz="1800" b="0">
                <a:solidFill>
                  <a:srgbClr val="000000"/>
                </a:solidFill>
                <a:latin typeface="Arial"/>
                <a:ea typeface="Arial"/>
                <a:cs typeface="Arial"/>
              </a:defRPr>
            </a:lvl5pPr>
            <a:lvl6pPr algn="l">
              <a:defRPr sz="1800" b="0">
                <a:solidFill>
                  <a:srgbClr val="000000"/>
                </a:solidFill>
                <a:latin typeface="Arial"/>
                <a:ea typeface="Arial"/>
                <a:cs typeface="Arial"/>
              </a:defRPr>
            </a:lvl6pPr>
            <a:lvl7pPr algn="l">
              <a:defRPr sz="1800" b="0">
                <a:solidFill>
                  <a:srgbClr val="000000"/>
                </a:solidFill>
                <a:latin typeface="Arial"/>
                <a:ea typeface="Arial"/>
                <a:cs typeface="Arial"/>
              </a:defRPr>
            </a:lvl7pPr>
            <a:lvl8pPr algn="l">
              <a:defRPr sz="1800" b="0">
                <a:solidFill>
                  <a:srgbClr val="000000"/>
                </a:solidFill>
                <a:latin typeface="Arial"/>
                <a:ea typeface="Arial"/>
                <a:cs typeface="Arial"/>
              </a:defRPr>
            </a:lvl8pPr>
            <a:lvl9pPr algn="l">
              <a:defRPr sz="1800" b="0">
                <a:solidFill>
                  <a:srgbClr val="000000"/>
                </a:solidFill>
                <a:latin typeface="Arial"/>
                <a:ea typeface="Arial"/>
                <a:cs typeface="Arial"/>
              </a:defRPr>
            </a:lvl9pPr>
          </a:lstStyle>
          <a:p xmlns:a="http://schemas.openxmlformats.org/drawingml/2006/main">
            <a:pPr algn="l">
              <a:defRPr sz="1800" b="0">
                <a:solidFill>
                  <a:srgbClr val="000000"/>
                </a:solidFill>
                <a:latin typeface="Arial"/>
                <a:ea typeface="Arial"/>
                <a:cs typeface="Arial"/>
              </a:defRPr>
            </a:pPr>
            <a:r>
              <a:rPr sz="1800" b="0">
                <a:solidFill>
                  <a:srgbClr val="000000"/>
                </a:solidFill>
                <a:latin typeface="Arial"/>
                <a:ea typeface="Arial"/>
                <a:cs typeface="Arial"/>
              </a:rPr>
              <a:t>s</a:t>
            </a:r>
            <a:r>
              <a:rPr sz="1296" b="0" baseline="-25000">
                <a:solidFill>
                  <a:srgbClr val="000000"/>
                </a:solidFill>
                <a:latin typeface="Arial"/>
                <a:ea typeface="Arial"/>
                <a:cs typeface="Arial"/>
              </a:rPr>
              <a:t>2</a:t>
            </a:r>
          </a:p>
        </p:txBody>
      </p:sp>
      <p:sp>
        <p:nvSpPr>
          <p:cNvPr id="50" name="B_y_axis">
            <a:extLst xmlns:a="http://schemas.openxmlformats.org/drawingml/2006/main">
              <a:ext uri="{FF2B5EF4-FFF2-40B4-BE49-F238E27FC236}">
                <a16:creationId xmlns:a16="http://schemas.microsoft.com/office/drawing/2014/main" id="{EFE46021-191C-4596-B149-DA400AA55F05}"/>
              </a:ext>
            </a:extLst>
          </p:cNvPr>
          <p:cNvSpPr>
            <a:spLocks xmlns:a="http://schemas.openxmlformats.org/drawingml/2006/main" noGrp="1"/>
          </p:cNvSpPr>
          <p:nvPr/>
        </p:nvSpPr>
        <p:spPr>
          <a:xfrm xmlns:a="http://schemas.openxmlformats.org/drawingml/2006/main" rot="0" flipH="0" flipV="0">
            <a:off x="523875" y="3667125"/>
            <a:ext cx="95" cy="1104412"/>
          </a:xfrm>
          <a:custGeom xmlns:a="http://schemas.openxmlformats.org/drawingml/2006/main">
            <a:pathLst>
              <a:path w="95" h="1104412">
                <a:moveTo>
                  <a:pt x="0" y="0"/>
                </a:moveTo>
                <a:lnTo>
                  <a:pt x="95" y="1104412"/>
                </a:lnTo>
              </a:path>
            </a:pathLst>
          </a:custGeom>
          <a:noFill xmlns:a="http://schemas.openxmlformats.org/drawingml/2006/main"/>
          <a:ln xmlns:a="http://schemas.openxmlformats.org/drawingml/2006/main" w="10478">
            <a:solidFill>
              <a:srgbClr val="263238"/>
            </a:solidFill>
            <a:prstDash val="solid"/>
          </a:ln>
        </p:spPr>
      </p:sp>
      <p:sp>
        <p:nvSpPr>
          <p:cNvPr id="51" name="B_x_axis">
            <a:extLst xmlns:a="http://schemas.openxmlformats.org/drawingml/2006/main">
              <a:ext uri="{FF2B5EF4-FFF2-40B4-BE49-F238E27FC236}">
                <a16:creationId xmlns:a16="http://schemas.microsoft.com/office/drawing/2014/main" id="{29379651-AE8F-4E49-9730-3F9DC5F5EB88}"/>
              </a:ext>
            </a:extLst>
          </p:cNvPr>
          <p:cNvSpPr>
            <a:spLocks xmlns:a="http://schemas.openxmlformats.org/drawingml/2006/main" noGrp="1"/>
          </p:cNvSpPr>
          <p:nvPr/>
        </p:nvSpPr>
        <p:spPr>
          <a:xfrm xmlns:a="http://schemas.openxmlformats.org/drawingml/2006/main" rot="0" flipH="0" flipV="0">
            <a:off x="523875" y="4766517"/>
            <a:ext cx="3458407" cy="95"/>
          </a:xfrm>
          <a:custGeom xmlns:a="http://schemas.openxmlformats.org/drawingml/2006/main">
            <a:pathLst>
              <a:path w="3458407" h="95">
                <a:moveTo>
                  <a:pt x="0" y="0"/>
                </a:moveTo>
                <a:lnTo>
                  <a:pt x="3458407" y="95"/>
                </a:lnTo>
              </a:path>
            </a:pathLst>
          </a:custGeom>
          <a:noFill xmlns:a="http://schemas.openxmlformats.org/drawingml/2006/main"/>
          <a:ln xmlns:a="http://schemas.openxmlformats.org/drawingml/2006/main" w="10478">
            <a:solidFill>
              <a:srgbClr val="263238"/>
            </a:solidFill>
            <a:prstDash val="solid"/>
          </a:ln>
        </p:spPr>
      </p:sp>
      <p:sp>
        <p:nvSpPr>
          <p:cNvPr id="52" name="B_f">
            <a:extLst xmlns:a="http://schemas.openxmlformats.org/drawingml/2006/main">
              <a:ext uri="{FF2B5EF4-FFF2-40B4-BE49-F238E27FC236}">
                <a16:creationId xmlns:a16="http://schemas.microsoft.com/office/drawing/2014/main" id="{5695CB72-F748-466D-80AF-7C5263F8062F}"/>
              </a:ext>
            </a:extLst>
          </p:cNvPr>
          <p:cNvSpPr>
            <a:spLocks xmlns:a="http://schemas.openxmlformats.org/drawingml/2006/main" noGrp="1"/>
          </p:cNvSpPr>
          <p:nvPr/>
        </p:nvSpPr>
        <p:spPr>
          <a:xfrm xmlns:a="http://schemas.openxmlformats.org/drawingml/2006/main" rot="0" flipH="0" flipV="0">
            <a:off x="323850" y="3543300"/>
            <a:ext cx="2381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00000"/>
                </a:solidFill>
                <a:latin typeface="Arial"/>
                <a:ea typeface="Arial"/>
                <a:cs typeface="Arial"/>
              </a:defRPr>
            </a:defPPr>
            <a:lvl1pPr algn="l">
              <a:defRPr sz="1725" b="0">
                <a:solidFill>
                  <a:srgbClr val="000000"/>
                </a:solidFill>
                <a:latin typeface="Arial"/>
                <a:ea typeface="Arial"/>
                <a:cs typeface="Arial"/>
              </a:defRPr>
            </a:lvl1pPr>
            <a:lvl2pPr algn="l">
              <a:defRPr sz="1725" b="0">
                <a:solidFill>
                  <a:srgbClr val="000000"/>
                </a:solidFill>
                <a:latin typeface="Arial"/>
                <a:ea typeface="Arial"/>
                <a:cs typeface="Arial"/>
              </a:defRPr>
            </a:lvl2pPr>
            <a:lvl3pPr algn="l">
              <a:defRPr sz="1725" b="0">
                <a:solidFill>
                  <a:srgbClr val="000000"/>
                </a:solidFill>
                <a:latin typeface="Arial"/>
                <a:ea typeface="Arial"/>
                <a:cs typeface="Arial"/>
              </a:defRPr>
            </a:lvl3pPr>
            <a:lvl4pPr algn="l">
              <a:defRPr sz="1725" b="0">
                <a:solidFill>
                  <a:srgbClr val="000000"/>
                </a:solidFill>
                <a:latin typeface="Arial"/>
                <a:ea typeface="Arial"/>
                <a:cs typeface="Arial"/>
              </a:defRPr>
            </a:lvl4pPr>
            <a:lvl5pPr algn="l">
              <a:defRPr sz="1725" b="0">
                <a:solidFill>
                  <a:srgbClr val="000000"/>
                </a:solidFill>
                <a:latin typeface="Arial"/>
                <a:ea typeface="Arial"/>
                <a:cs typeface="Arial"/>
              </a:defRPr>
            </a:lvl5pPr>
            <a:lvl6pPr algn="l">
              <a:defRPr sz="1725" b="0">
                <a:solidFill>
                  <a:srgbClr val="000000"/>
                </a:solidFill>
                <a:latin typeface="Arial"/>
                <a:ea typeface="Arial"/>
                <a:cs typeface="Arial"/>
              </a:defRPr>
            </a:lvl6pPr>
            <a:lvl7pPr algn="l">
              <a:defRPr sz="1725" b="0">
                <a:solidFill>
                  <a:srgbClr val="000000"/>
                </a:solidFill>
                <a:latin typeface="Arial"/>
                <a:ea typeface="Arial"/>
                <a:cs typeface="Arial"/>
              </a:defRPr>
            </a:lvl7pPr>
            <a:lvl8pPr algn="l">
              <a:defRPr sz="1725" b="0">
                <a:solidFill>
                  <a:srgbClr val="000000"/>
                </a:solidFill>
                <a:latin typeface="Arial"/>
                <a:ea typeface="Arial"/>
                <a:cs typeface="Arial"/>
              </a:defRPr>
            </a:lvl8pPr>
            <a:lvl9pPr algn="l">
              <a:defRPr sz="1725" b="0">
                <a:solidFill>
                  <a:srgbClr val="000000"/>
                </a:solidFill>
                <a:latin typeface="Arial"/>
                <a:ea typeface="Arial"/>
                <a:cs typeface="Arial"/>
              </a:defRPr>
            </a:lvl9pPr>
          </a:lstStyle>
          <a:p xmlns:a="http://schemas.openxmlformats.org/drawingml/2006/main">
            <a:pPr algn="l">
              <a:defRPr sz="1725" b="0">
                <a:solidFill>
                  <a:srgbClr val="000000"/>
                </a:solidFill>
                <a:latin typeface="Arial"/>
                <a:ea typeface="Arial"/>
                <a:cs typeface="Arial"/>
              </a:defRPr>
            </a:pPr>
            <a:r>
              <a:rPr sz="1725" b="0">
                <a:solidFill>
                  <a:srgbClr val="000000"/>
                </a:solidFill>
                <a:latin typeface="Arial"/>
                <a:ea typeface="Arial"/>
                <a:cs typeface="Arial"/>
              </a:rPr>
              <a:t>f</a:t>
            </a:r>
          </a:p>
        </p:txBody>
      </p:sp>
      <p:sp>
        <p:nvSpPr>
          <p:cNvPr id="53" name="B_u">
            <a:extLst xmlns:a="http://schemas.openxmlformats.org/drawingml/2006/main">
              <a:ext uri="{FF2B5EF4-FFF2-40B4-BE49-F238E27FC236}">
                <a16:creationId xmlns:a16="http://schemas.microsoft.com/office/drawing/2014/main" id="{943429F1-3F34-4F26-AD5B-A346C840493A}"/>
              </a:ext>
            </a:extLst>
          </p:cNvPr>
          <p:cNvSpPr>
            <a:spLocks xmlns:a="http://schemas.openxmlformats.org/drawingml/2006/main" noGrp="1"/>
          </p:cNvSpPr>
          <p:nvPr/>
        </p:nvSpPr>
        <p:spPr>
          <a:xfrm xmlns:a="http://schemas.openxmlformats.org/drawingml/2006/main" rot="0" flipH="0" flipV="0">
            <a:off x="4048125" y="4657725"/>
            <a:ext cx="2381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00000"/>
                </a:solidFill>
                <a:latin typeface="Arial"/>
                <a:ea typeface="Arial"/>
                <a:cs typeface="Arial"/>
              </a:defRPr>
            </a:defPPr>
            <a:lvl1pPr algn="l">
              <a:defRPr sz="1725" b="0">
                <a:solidFill>
                  <a:srgbClr val="000000"/>
                </a:solidFill>
                <a:latin typeface="Arial"/>
                <a:ea typeface="Arial"/>
                <a:cs typeface="Arial"/>
              </a:defRPr>
            </a:lvl1pPr>
            <a:lvl2pPr algn="l">
              <a:defRPr sz="1725" b="0">
                <a:solidFill>
                  <a:srgbClr val="000000"/>
                </a:solidFill>
                <a:latin typeface="Arial"/>
                <a:ea typeface="Arial"/>
                <a:cs typeface="Arial"/>
              </a:defRPr>
            </a:lvl2pPr>
            <a:lvl3pPr algn="l">
              <a:defRPr sz="1725" b="0">
                <a:solidFill>
                  <a:srgbClr val="000000"/>
                </a:solidFill>
                <a:latin typeface="Arial"/>
                <a:ea typeface="Arial"/>
                <a:cs typeface="Arial"/>
              </a:defRPr>
            </a:lvl3pPr>
            <a:lvl4pPr algn="l">
              <a:defRPr sz="1725" b="0">
                <a:solidFill>
                  <a:srgbClr val="000000"/>
                </a:solidFill>
                <a:latin typeface="Arial"/>
                <a:ea typeface="Arial"/>
                <a:cs typeface="Arial"/>
              </a:defRPr>
            </a:lvl4pPr>
            <a:lvl5pPr algn="l">
              <a:defRPr sz="1725" b="0">
                <a:solidFill>
                  <a:srgbClr val="000000"/>
                </a:solidFill>
                <a:latin typeface="Arial"/>
                <a:ea typeface="Arial"/>
                <a:cs typeface="Arial"/>
              </a:defRPr>
            </a:lvl5pPr>
            <a:lvl6pPr algn="l">
              <a:defRPr sz="1725" b="0">
                <a:solidFill>
                  <a:srgbClr val="000000"/>
                </a:solidFill>
                <a:latin typeface="Arial"/>
                <a:ea typeface="Arial"/>
                <a:cs typeface="Arial"/>
              </a:defRPr>
            </a:lvl6pPr>
            <a:lvl7pPr algn="l">
              <a:defRPr sz="1725" b="0">
                <a:solidFill>
                  <a:srgbClr val="000000"/>
                </a:solidFill>
                <a:latin typeface="Arial"/>
                <a:ea typeface="Arial"/>
                <a:cs typeface="Arial"/>
              </a:defRPr>
            </a:lvl7pPr>
            <a:lvl8pPr algn="l">
              <a:defRPr sz="1725" b="0">
                <a:solidFill>
                  <a:srgbClr val="000000"/>
                </a:solidFill>
                <a:latin typeface="Arial"/>
                <a:ea typeface="Arial"/>
                <a:cs typeface="Arial"/>
              </a:defRPr>
            </a:lvl8pPr>
            <a:lvl9pPr algn="l">
              <a:defRPr sz="1725" b="0">
                <a:solidFill>
                  <a:srgbClr val="000000"/>
                </a:solidFill>
                <a:latin typeface="Arial"/>
                <a:ea typeface="Arial"/>
                <a:cs typeface="Arial"/>
              </a:defRPr>
            </a:lvl9pPr>
          </a:lstStyle>
          <a:p xmlns:a="http://schemas.openxmlformats.org/drawingml/2006/main">
            <a:pPr algn="l">
              <a:defRPr sz="1725" b="0">
                <a:solidFill>
                  <a:srgbClr val="000000"/>
                </a:solidFill>
                <a:latin typeface="Arial"/>
                <a:ea typeface="Arial"/>
                <a:cs typeface="Arial"/>
              </a:defRPr>
            </a:pPr>
            <a:r>
              <a:rPr sz="1725" b="0">
                <a:solidFill>
                  <a:srgbClr val="000000"/>
                </a:solidFill>
                <a:latin typeface="Arial"/>
                <a:ea typeface="Arial"/>
                <a:cs typeface="Arial"/>
              </a:rPr>
              <a:t>u</a:t>
            </a:r>
          </a:p>
        </p:txBody>
      </p:sp>
      <p:sp>
        <p:nvSpPr>
          <p:cNvPr id="54" name="B_P_res_true_profile">
            <a:extLst xmlns:a="http://schemas.openxmlformats.org/drawingml/2006/main">
              <a:ext uri="{FF2B5EF4-FFF2-40B4-BE49-F238E27FC236}">
                <a16:creationId xmlns:a16="http://schemas.microsoft.com/office/drawing/2014/main" id="{FE4842DF-9938-4CD5-B8E0-529A1D448F1A}"/>
              </a:ext>
            </a:extLst>
          </p:cNvPr>
          <p:cNvSpPr>
            <a:spLocks xmlns:a="http://schemas.openxmlformats.org/drawingml/2006/main" noGrp="1"/>
          </p:cNvSpPr>
          <p:nvPr/>
        </p:nvSpPr>
        <p:spPr>
          <a:xfrm xmlns:a="http://schemas.openxmlformats.org/drawingml/2006/main" rot="0" flipH="0" flipV="0">
            <a:off x="523875" y="3716572"/>
            <a:ext cx="3454210" cy="1049945"/>
          </a:xfrm>
          <a:custGeom xmlns:a="http://schemas.openxmlformats.org/drawingml/2006/main">
            <a:pathLst>
              <a:path w="6772960" h="1721221">
                <a:moveTo>
                  <a:pt x="0" y="0"/>
                </a:moveTo>
                <a:lnTo>
                  <a:pt x="52597" y="8016"/>
                </a:lnTo>
                <a:lnTo>
                  <a:pt x="105195" y="31914"/>
                </a:lnTo>
                <a:lnTo>
                  <a:pt x="157793" y="71249"/>
                </a:lnTo>
                <a:lnTo>
                  <a:pt x="210391" y="125289"/>
                </a:lnTo>
                <a:lnTo>
                  <a:pt x="262989" y="193026"/>
                </a:lnTo>
                <a:lnTo>
                  <a:pt x="315587" y="273198"/>
                </a:lnTo>
                <a:lnTo>
                  <a:pt x="368185" y="364314"/>
                </a:lnTo>
                <a:lnTo>
                  <a:pt x="420783" y="464674"/>
                </a:lnTo>
                <a:lnTo>
                  <a:pt x="473381" y="572410"/>
                </a:lnTo>
                <a:lnTo>
                  <a:pt x="525978" y="685514"/>
                </a:lnTo>
                <a:lnTo>
                  <a:pt x="578576" y="801881"/>
                </a:lnTo>
                <a:lnTo>
                  <a:pt x="631174" y="919341"/>
                </a:lnTo>
                <a:lnTo>
                  <a:pt x="683772" y="1035707"/>
                </a:lnTo>
                <a:lnTo>
                  <a:pt x="736370" y="1148812"/>
                </a:lnTo>
                <a:lnTo>
                  <a:pt x="788968" y="1256548"/>
                </a:lnTo>
                <a:lnTo>
                  <a:pt x="841566" y="1356908"/>
                </a:lnTo>
                <a:lnTo>
                  <a:pt x="894164" y="1448023"/>
                </a:lnTo>
                <a:lnTo>
                  <a:pt x="946761" y="1528196"/>
                </a:lnTo>
                <a:lnTo>
                  <a:pt x="999359" y="1595933"/>
                </a:lnTo>
                <a:lnTo>
                  <a:pt x="1051957" y="1649972"/>
                </a:lnTo>
                <a:lnTo>
                  <a:pt x="1104555" y="1689307"/>
                </a:lnTo>
                <a:lnTo>
                  <a:pt x="1157153" y="1713205"/>
                </a:lnTo>
                <a:lnTo>
                  <a:pt x="1209751" y="1721221"/>
                </a:lnTo>
                <a:lnTo>
                  <a:pt x="1260560" y="1717810"/>
                </a:lnTo>
                <a:lnTo>
                  <a:pt x="1311368" y="1707641"/>
                </a:lnTo>
                <a:lnTo>
                  <a:pt x="1362177" y="1690903"/>
                </a:lnTo>
                <a:lnTo>
                  <a:pt x="1412986" y="1667907"/>
                </a:lnTo>
                <a:lnTo>
                  <a:pt x="1463795" y="1639083"/>
                </a:lnTo>
                <a:lnTo>
                  <a:pt x="1514604" y="1604967"/>
                </a:lnTo>
                <a:lnTo>
                  <a:pt x="1565413" y="1566194"/>
                </a:lnTo>
                <a:lnTo>
                  <a:pt x="1616221" y="1523488"/>
                </a:lnTo>
                <a:lnTo>
                  <a:pt x="1667030" y="1477643"/>
                </a:lnTo>
                <a:lnTo>
                  <a:pt x="1717839" y="1429513"/>
                </a:lnTo>
                <a:lnTo>
                  <a:pt x="1768648" y="1379996"/>
                </a:lnTo>
                <a:lnTo>
                  <a:pt x="1819457" y="1330012"/>
                </a:lnTo>
                <a:lnTo>
                  <a:pt x="1870266" y="1280495"/>
                </a:lnTo>
                <a:lnTo>
                  <a:pt x="1921074" y="1232365"/>
                </a:lnTo>
                <a:lnTo>
                  <a:pt x="1971883" y="1186520"/>
                </a:lnTo>
                <a:lnTo>
                  <a:pt x="2022692" y="1143814"/>
                </a:lnTo>
                <a:lnTo>
                  <a:pt x="2073501" y="1105041"/>
                </a:lnTo>
                <a:lnTo>
                  <a:pt x="2124310" y="1070925"/>
                </a:lnTo>
                <a:lnTo>
                  <a:pt x="2175119" y="1042101"/>
                </a:lnTo>
                <a:lnTo>
                  <a:pt x="2225927" y="1019105"/>
                </a:lnTo>
                <a:lnTo>
                  <a:pt x="2276736" y="1002367"/>
                </a:lnTo>
                <a:lnTo>
                  <a:pt x="2327545" y="992198"/>
                </a:lnTo>
                <a:lnTo>
                  <a:pt x="2378354" y="988787"/>
                </a:lnTo>
                <a:lnTo>
                  <a:pt x="2428805" y="992198"/>
                </a:lnTo>
                <a:lnTo>
                  <a:pt x="2479256" y="1002367"/>
                </a:lnTo>
                <a:lnTo>
                  <a:pt x="2529707" y="1019105"/>
                </a:lnTo>
                <a:lnTo>
                  <a:pt x="2580158" y="1042101"/>
                </a:lnTo>
                <a:lnTo>
                  <a:pt x="2630609" y="1070925"/>
                </a:lnTo>
                <a:lnTo>
                  <a:pt x="2681060" y="1105041"/>
                </a:lnTo>
                <a:lnTo>
                  <a:pt x="2731511" y="1143814"/>
                </a:lnTo>
                <a:lnTo>
                  <a:pt x="2781962" y="1186520"/>
                </a:lnTo>
                <a:lnTo>
                  <a:pt x="2832413" y="1232365"/>
                </a:lnTo>
                <a:lnTo>
                  <a:pt x="2882864" y="1280495"/>
                </a:lnTo>
                <a:lnTo>
                  <a:pt x="2933315" y="1330012"/>
                </a:lnTo>
                <a:lnTo>
                  <a:pt x="2983766" y="1379996"/>
                </a:lnTo>
                <a:lnTo>
                  <a:pt x="3034217" y="1429513"/>
                </a:lnTo>
                <a:lnTo>
                  <a:pt x="3084668" y="1477643"/>
                </a:lnTo>
                <a:lnTo>
                  <a:pt x="3135119" y="1523488"/>
                </a:lnTo>
                <a:lnTo>
                  <a:pt x="3185570" y="1566194"/>
                </a:lnTo>
                <a:lnTo>
                  <a:pt x="3236021" y="1604967"/>
                </a:lnTo>
                <a:lnTo>
                  <a:pt x="3286472" y="1639083"/>
                </a:lnTo>
                <a:lnTo>
                  <a:pt x="3336923" y="1667907"/>
                </a:lnTo>
                <a:lnTo>
                  <a:pt x="3387375" y="1690903"/>
                </a:lnTo>
                <a:lnTo>
                  <a:pt x="3437826" y="1707641"/>
                </a:lnTo>
                <a:lnTo>
                  <a:pt x="3488277" y="1717810"/>
                </a:lnTo>
                <a:lnTo>
                  <a:pt x="3538728" y="1721221"/>
                </a:lnTo>
                <a:lnTo>
                  <a:pt x="3589179" y="1714399"/>
                </a:lnTo>
                <a:lnTo>
                  <a:pt x="3639630" y="1694061"/>
                </a:lnTo>
                <a:lnTo>
                  <a:pt x="3690081" y="1660584"/>
                </a:lnTo>
                <a:lnTo>
                  <a:pt x="3740532" y="1614593"/>
                </a:lnTo>
                <a:lnTo>
                  <a:pt x="3790983" y="1556944"/>
                </a:lnTo>
                <a:lnTo>
                  <a:pt x="3841434" y="1488712"/>
                </a:lnTo>
                <a:lnTo>
                  <a:pt x="3891885" y="1411167"/>
                </a:lnTo>
                <a:lnTo>
                  <a:pt x="3942336" y="1325754"/>
                </a:lnTo>
                <a:lnTo>
                  <a:pt x="3992787" y="1234064"/>
                </a:lnTo>
                <a:lnTo>
                  <a:pt x="4043238" y="1137805"/>
                </a:lnTo>
                <a:lnTo>
                  <a:pt x="4093689" y="1038770"/>
                </a:lnTo>
                <a:lnTo>
                  <a:pt x="4144140" y="938804"/>
                </a:lnTo>
                <a:lnTo>
                  <a:pt x="4194591" y="839769"/>
                </a:lnTo>
                <a:lnTo>
                  <a:pt x="4245042" y="743509"/>
                </a:lnTo>
                <a:lnTo>
                  <a:pt x="4295493" y="651819"/>
                </a:lnTo>
                <a:lnTo>
                  <a:pt x="4345944" y="566406"/>
                </a:lnTo>
                <a:lnTo>
                  <a:pt x="4396395" y="488861"/>
                </a:lnTo>
                <a:lnTo>
                  <a:pt x="4446846" y="420629"/>
                </a:lnTo>
                <a:lnTo>
                  <a:pt x="4497297" y="362981"/>
                </a:lnTo>
                <a:lnTo>
                  <a:pt x="4547748" y="316990"/>
                </a:lnTo>
                <a:lnTo>
                  <a:pt x="4598199" y="283513"/>
                </a:lnTo>
                <a:lnTo>
                  <a:pt x="4648650" y="263174"/>
                </a:lnTo>
                <a:lnTo>
                  <a:pt x="4699101" y="256352"/>
                </a:lnTo>
                <a:lnTo>
                  <a:pt x="4750626" y="263174"/>
                </a:lnTo>
                <a:lnTo>
                  <a:pt x="4802150" y="283513"/>
                </a:lnTo>
                <a:lnTo>
                  <a:pt x="4853675" y="316990"/>
                </a:lnTo>
                <a:lnTo>
                  <a:pt x="4905199" y="362981"/>
                </a:lnTo>
                <a:lnTo>
                  <a:pt x="4956723" y="420629"/>
                </a:lnTo>
                <a:lnTo>
                  <a:pt x="5008248" y="488861"/>
                </a:lnTo>
                <a:lnTo>
                  <a:pt x="5059772" y="566406"/>
                </a:lnTo>
                <a:lnTo>
                  <a:pt x="5111297" y="651819"/>
                </a:lnTo>
                <a:lnTo>
                  <a:pt x="5162821" y="743509"/>
                </a:lnTo>
                <a:lnTo>
                  <a:pt x="5214346" y="839769"/>
                </a:lnTo>
                <a:lnTo>
                  <a:pt x="5265870" y="938804"/>
                </a:lnTo>
                <a:lnTo>
                  <a:pt x="5317395" y="1038770"/>
                </a:lnTo>
                <a:lnTo>
                  <a:pt x="5368919" y="1137805"/>
                </a:lnTo>
                <a:lnTo>
                  <a:pt x="5420444" y="1234064"/>
                </a:lnTo>
                <a:lnTo>
                  <a:pt x="5471968" y="1325754"/>
                </a:lnTo>
                <a:lnTo>
                  <a:pt x="5523492" y="1411167"/>
                </a:lnTo>
                <a:lnTo>
                  <a:pt x="5575017" y="1488712"/>
                </a:lnTo>
                <a:lnTo>
                  <a:pt x="5626541" y="1556944"/>
                </a:lnTo>
                <a:lnTo>
                  <a:pt x="5678066" y="1614593"/>
                </a:lnTo>
                <a:lnTo>
                  <a:pt x="5729590" y="1660584"/>
                </a:lnTo>
                <a:lnTo>
                  <a:pt x="5781115" y="1694061"/>
                </a:lnTo>
                <a:lnTo>
                  <a:pt x="5832639" y="1714399"/>
                </a:lnTo>
                <a:lnTo>
                  <a:pt x="5884164" y="1721221"/>
                </a:lnTo>
                <a:lnTo>
                  <a:pt x="5922807" y="1713205"/>
                </a:lnTo>
                <a:lnTo>
                  <a:pt x="5961450" y="1689307"/>
                </a:lnTo>
                <a:lnTo>
                  <a:pt x="6000094" y="1649972"/>
                </a:lnTo>
                <a:lnTo>
                  <a:pt x="6038737" y="1595933"/>
                </a:lnTo>
                <a:lnTo>
                  <a:pt x="6077380" y="1528196"/>
                </a:lnTo>
                <a:lnTo>
                  <a:pt x="6116024" y="1448023"/>
                </a:lnTo>
                <a:lnTo>
                  <a:pt x="6154667" y="1356908"/>
                </a:lnTo>
                <a:lnTo>
                  <a:pt x="6193310" y="1256548"/>
                </a:lnTo>
                <a:lnTo>
                  <a:pt x="6231954" y="1148812"/>
                </a:lnTo>
                <a:lnTo>
                  <a:pt x="6270597" y="1035707"/>
                </a:lnTo>
                <a:lnTo>
                  <a:pt x="6309240" y="919341"/>
                </a:lnTo>
                <a:lnTo>
                  <a:pt x="6347884" y="801881"/>
                </a:lnTo>
                <a:lnTo>
                  <a:pt x="6386527" y="685514"/>
                </a:lnTo>
                <a:lnTo>
                  <a:pt x="6425170" y="572410"/>
                </a:lnTo>
                <a:lnTo>
                  <a:pt x="6463814" y="464674"/>
                </a:lnTo>
                <a:lnTo>
                  <a:pt x="6502457" y="364314"/>
                </a:lnTo>
                <a:lnTo>
                  <a:pt x="6541100" y="273198"/>
                </a:lnTo>
                <a:lnTo>
                  <a:pt x="6579744" y="193026"/>
                </a:lnTo>
                <a:lnTo>
                  <a:pt x="6618387" y="125289"/>
                </a:lnTo>
                <a:lnTo>
                  <a:pt x="6657030" y="71249"/>
                </a:lnTo>
                <a:lnTo>
                  <a:pt x="6695674" y="31914"/>
                </a:lnTo>
                <a:lnTo>
                  <a:pt x="6734317" y="8016"/>
                </a:lnTo>
                <a:lnTo>
                  <a:pt x="6772960" y="0"/>
                </a:lnTo>
              </a:path>
            </a:pathLst>
          </a:custGeom>
          <a:noFill xmlns:a="http://schemas.openxmlformats.org/drawingml/2006/main"/>
          <a:ln xmlns:a="http://schemas.openxmlformats.org/drawingml/2006/main" w="19786">
            <a:solidFill>
              <a:srgbClr val="92A5B1"/>
            </a:solidFill>
            <a:prstDash val="dash"/>
          </a:ln>
        </p:spPr>
      </p:sp>
      <p:sp>
        <p:nvSpPr>
          <p:cNvPr id="77" name="B_LCA_realized_profile">
            <a:extLst xmlns:a="http://schemas.openxmlformats.org/drawingml/2006/main">
              <a:ext uri="{FF2B5EF4-FFF2-40B4-BE49-F238E27FC236}">
                <a16:creationId xmlns:a16="http://schemas.microsoft.com/office/drawing/2014/main" id="{0EC27BB6-13DF-4A62-94AC-71ECBA88703F}"/>
              </a:ext>
            </a:extLst>
          </p:cNvPr>
          <p:cNvSpPr>
            <a:spLocks xmlns:a="http://schemas.openxmlformats.org/drawingml/2006/main" noGrp="1"/>
          </p:cNvSpPr>
          <p:nvPr/>
        </p:nvSpPr>
        <p:spPr>
          <a:xfrm xmlns:a="http://schemas.openxmlformats.org/drawingml/2006/main" rot="0" flipH="0" flipV="0">
            <a:off x="523875" y="3716573"/>
            <a:ext cx="3454210" cy="1049945"/>
          </a:xfrm>
          <a:custGeom xmlns:a="http://schemas.openxmlformats.org/drawingml/2006/main">
            <a:pathLst>
              <a:path w="6772960" h="1721221">
                <a:moveTo>
                  <a:pt x="0" y="0"/>
                </a:moveTo>
                <a:lnTo>
                  <a:pt x="52597" y="8016"/>
                </a:lnTo>
                <a:lnTo>
                  <a:pt x="105195" y="31914"/>
                </a:lnTo>
                <a:lnTo>
                  <a:pt x="157793" y="71249"/>
                </a:lnTo>
                <a:lnTo>
                  <a:pt x="210391" y="125288"/>
                </a:lnTo>
                <a:lnTo>
                  <a:pt x="262989" y="193025"/>
                </a:lnTo>
                <a:lnTo>
                  <a:pt x="315587" y="273198"/>
                </a:lnTo>
                <a:lnTo>
                  <a:pt x="368185" y="364313"/>
                </a:lnTo>
                <a:lnTo>
                  <a:pt x="420783" y="464674"/>
                </a:lnTo>
                <a:lnTo>
                  <a:pt x="473381" y="572409"/>
                </a:lnTo>
                <a:lnTo>
                  <a:pt x="525978" y="685514"/>
                </a:lnTo>
                <a:lnTo>
                  <a:pt x="578576" y="801880"/>
                </a:lnTo>
                <a:lnTo>
                  <a:pt x="631174" y="919341"/>
                </a:lnTo>
                <a:lnTo>
                  <a:pt x="683772" y="1035707"/>
                </a:lnTo>
                <a:lnTo>
                  <a:pt x="736370" y="1148811"/>
                </a:lnTo>
                <a:lnTo>
                  <a:pt x="788968" y="1256547"/>
                </a:lnTo>
                <a:lnTo>
                  <a:pt x="841566" y="1356907"/>
                </a:lnTo>
                <a:lnTo>
                  <a:pt x="894164" y="1448023"/>
                </a:lnTo>
                <a:lnTo>
                  <a:pt x="946761" y="1528196"/>
                </a:lnTo>
                <a:lnTo>
                  <a:pt x="999359" y="1595933"/>
                </a:lnTo>
                <a:lnTo>
                  <a:pt x="1051957" y="1649972"/>
                </a:lnTo>
                <a:lnTo>
                  <a:pt x="1104555" y="1689307"/>
                </a:lnTo>
                <a:lnTo>
                  <a:pt x="1157153" y="1713205"/>
                </a:lnTo>
                <a:lnTo>
                  <a:pt x="1209751" y="1721221"/>
                </a:lnTo>
                <a:lnTo>
                  <a:pt x="1260560" y="1714399"/>
                </a:lnTo>
                <a:lnTo>
                  <a:pt x="1311368" y="1694060"/>
                </a:lnTo>
                <a:lnTo>
                  <a:pt x="1362177" y="1660584"/>
                </a:lnTo>
                <a:lnTo>
                  <a:pt x="1412986" y="1614593"/>
                </a:lnTo>
                <a:lnTo>
                  <a:pt x="1463795" y="1556944"/>
                </a:lnTo>
                <a:lnTo>
                  <a:pt x="1514604" y="1488712"/>
                </a:lnTo>
                <a:lnTo>
                  <a:pt x="1565413" y="1411167"/>
                </a:lnTo>
                <a:lnTo>
                  <a:pt x="1616221" y="1325754"/>
                </a:lnTo>
                <a:lnTo>
                  <a:pt x="1667030" y="1234064"/>
                </a:lnTo>
                <a:lnTo>
                  <a:pt x="1717839" y="1137805"/>
                </a:lnTo>
                <a:lnTo>
                  <a:pt x="1768648" y="1038769"/>
                </a:lnTo>
                <a:lnTo>
                  <a:pt x="1819457" y="938803"/>
                </a:lnTo>
                <a:lnTo>
                  <a:pt x="1870266" y="839768"/>
                </a:lnTo>
                <a:lnTo>
                  <a:pt x="1921074" y="743509"/>
                </a:lnTo>
                <a:lnTo>
                  <a:pt x="1971883" y="651819"/>
                </a:lnTo>
                <a:lnTo>
                  <a:pt x="2022692" y="566406"/>
                </a:lnTo>
                <a:lnTo>
                  <a:pt x="2073501" y="488861"/>
                </a:lnTo>
                <a:lnTo>
                  <a:pt x="2124310" y="420629"/>
                </a:lnTo>
                <a:lnTo>
                  <a:pt x="2175119" y="362980"/>
                </a:lnTo>
                <a:lnTo>
                  <a:pt x="2225927" y="316989"/>
                </a:lnTo>
                <a:lnTo>
                  <a:pt x="2276736" y="283513"/>
                </a:lnTo>
                <a:lnTo>
                  <a:pt x="2327545" y="263174"/>
                </a:lnTo>
                <a:lnTo>
                  <a:pt x="2378354" y="256352"/>
                </a:lnTo>
                <a:lnTo>
                  <a:pt x="2428805" y="263174"/>
                </a:lnTo>
                <a:lnTo>
                  <a:pt x="2479256" y="283513"/>
                </a:lnTo>
                <a:lnTo>
                  <a:pt x="2529707" y="316989"/>
                </a:lnTo>
                <a:lnTo>
                  <a:pt x="2580158" y="362980"/>
                </a:lnTo>
                <a:lnTo>
                  <a:pt x="2630609" y="420629"/>
                </a:lnTo>
                <a:lnTo>
                  <a:pt x="2681060" y="488861"/>
                </a:lnTo>
                <a:lnTo>
                  <a:pt x="2731511" y="566406"/>
                </a:lnTo>
                <a:lnTo>
                  <a:pt x="2781962" y="651819"/>
                </a:lnTo>
                <a:lnTo>
                  <a:pt x="2832413" y="743509"/>
                </a:lnTo>
                <a:lnTo>
                  <a:pt x="2882864" y="839768"/>
                </a:lnTo>
                <a:lnTo>
                  <a:pt x="2933315" y="938803"/>
                </a:lnTo>
                <a:lnTo>
                  <a:pt x="2983766" y="1038769"/>
                </a:lnTo>
                <a:lnTo>
                  <a:pt x="3034217" y="1137805"/>
                </a:lnTo>
                <a:lnTo>
                  <a:pt x="3084668" y="1234064"/>
                </a:lnTo>
                <a:lnTo>
                  <a:pt x="3135119" y="1325754"/>
                </a:lnTo>
                <a:lnTo>
                  <a:pt x="3185570" y="1411167"/>
                </a:lnTo>
                <a:lnTo>
                  <a:pt x="3236021" y="1488712"/>
                </a:lnTo>
                <a:lnTo>
                  <a:pt x="3286472" y="1556944"/>
                </a:lnTo>
                <a:lnTo>
                  <a:pt x="3336923" y="1614593"/>
                </a:lnTo>
                <a:lnTo>
                  <a:pt x="3387375" y="1660584"/>
                </a:lnTo>
                <a:lnTo>
                  <a:pt x="3437826" y="1694060"/>
                </a:lnTo>
                <a:lnTo>
                  <a:pt x="3488277" y="1714399"/>
                </a:lnTo>
                <a:lnTo>
                  <a:pt x="3538728" y="1721221"/>
                </a:lnTo>
                <a:lnTo>
                  <a:pt x="3589179" y="1714399"/>
                </a:lnTo>
                <a:lnTo>
                  <a:pt x="3639630" y="1694060"/>
                </a:lnTo>
                <a:lnTo>
                  <a:pt x="3690081" y="1660584"/>
                </a:lnTo>
                <a:lnTo>
                  <a:pt x="3740532" y="1614593"/>
                </a:lnTo>
                <a:lnTo>
                  <a:pt x="3790983" y="1556944"/>
                </a:lnTo>
                <a:lnTo>
                  <a:pt x="3841434" y="1488712"/>
                </a:lnTo>
                <a:lnTo>
                  <a:pt x="3891885" y="1411167"/>
                </a:lnTo>
                <a:lnTo>
                  <a:pt x="3942336" y="1325754"/>
                </a:lnTo>
                <a:lnTo>
                  <a:pt x="3992787" y="1234064"/>
                </a:lnTo>
                <a:lnTo>
                  <a:pt x="4043238" y="1137805"/>
                </a:lnTo>
                <a:lnTo>
                  <a:pt x="4093689" y="1038769"/>
                </a:lnTo>
                <a:lnTo>
                  <a:pt x="4144140" y="938803"/>
                </a:lnTo>
                <a:lnTo>
                  <a:pt x="4194591" y="839768"/>
                </a:lnTo>
                <a:lnTo>
                  <a:pt x="4245042" y="743509"/>
                </a:lnTo>
                <a:lnTo>
                  <a:pt x="4295493" y="651819"/>
                </a:lnTo>
                <a:lnTo>
                  <a:pt x="4345944" y="566406"/>
                </a:lnTo>
                <a:lnTo>
                  <a:pt x="4396395" y="488861"/>
                </a:lnTo>
                <a:lnTo>
                  <a:pt x="4446846" y="420629"/>
                </a:lnTo>
                <a:lnTo>
                  <a:pt x="4497297" y="362980"/>
                </a:lnTo>
                <a:lnTo>
                  <a:pt x="4547748" y="316989"/>
                </a:lnTo>
                <a:lnTo>
                  <a:pt x="4598199" y="283513"/>
                </a:lnTo>
                <a:lnTo>
                  <a:pt x="4648650" y="263174"/>
                </a:lnTo>
                <a:lnTo>
                  <a:pt x="4699101" y="256352"/>
                </a:lnTo>
                <a:lnTo>
                  <a:pt x="4750626" y="263174"/>
                </a:lnTo>
                <a:lnTo>
                  <a:pt x="4802150" y="283513"/>
                </a:lnTo>
                <a:lnTo>
                  <a:pt x="4853675" y="316989"/>
                </a:lnTo>
                <a:lnTo>
                  <a:pt x="4905199" y="362980"/>
                </a:lnTo>
                <a:lnTo>
                  <a:pt x="4956723" y="420629"/>
                </a:lnTo>
                <a:lnTo>
                  <a:pt x="5008248" y="488861"/>
                </a:lnTo>
                <a:lnTo>
                  <a:pt x="5059772" y="566406"/>
                </a:lnTo>
                <a:lnTo>
                  <a:pt x="5111297" y="651819"/>
                </a:lnTo>
                <a:lnTo>
                  <a:pt x="5162821" y="743509"/>
                </a:lnTo>
                <a:lnTo>
                  <a:pt x="5214346" y="839768"/>
                </a:lnTo>
                <a:lnTo>
                  <a:pt x="5265870" y="938803"/>
                </a:lnTo>
                <a:lnTo>
                  <a:pt x="5317395" y="1038769"/>
                </a:lnTo>
                <a:lnTo>
                  <a:pt x="5368919" y="1137805"/>
                </a:lnTo>
                <a:lnTo>
                  <a:pt x="5420444" y="1234064"/>
                </a:lnTo>
                <a:lnTo>
                  <a:pt x="5471968" y="1325754"/>
                </a:lnTo>
                <a:lnTo>
                  <a:pt x="5523492" y="1411167"/>
                </a:lnTo>
                <a:lnTo>
                  <a:pt x="5575017" y="1488712"/>
                </a:lnTo>
                <a:lnTo>
                  <a:pt x="5626541" y="1556944"/>
                </a:lnTo>
                <a:lnTo>
                  <a:pt x="5678066" y="1614593"/>
                </a:lnTo>
                <a:lnTo>
                  <a:pt x="5729590" y="1660584"/>
                </a:lnTo>
                <a:lnTo>
                  <a:pt x="5781115" y="1694060"/>
                </a:lnTo>
                <a:lnTo>
                  <a:pt x="5832639" y="1714399"/>
                </a:lnTo>
                <a:lnTo>
                  <a:pt x="5884164" y="1721221"/>
                </a:lnTo>
                <a:lnTo>
                  <a:pt x="5922807" y="1713205"/>
                </a:lnTo>
                <a:lnTo>
                  <a:pt x="5961450" y="1689307"/>
                </a:lnTo>
                <a:lnTo>
                  <a:pt x="6000094" y="1649972"/>
                </a:lnTo>
                <a:lnTo>
                  <a:pt x="6038737" y="1595933"/>
                </a:lnTo>
                <a:lnTo>
                  <a:pt x="6077380" y="1528196"/>
                </a:lnTo>
                <a:lnTo>
                  <a:pt x="6116024" y="1448023"/>
                </a:lnTo>
                <a:lnTo>
                  <a:pt x="6154667" y="1356907"/>
                </a:lnTo>
                <a:lnTo>
                  <a:pt x="6193310" y="1256547"/>
                </a:lnTo>
                <a:lnTo>
                  <a:pt x="6231954" y="1148811"/>
                </a:lnTo>
                <a:lnTo>
                  <a:pt x="6270597" y="1035707"/>
                </a:lnTo>
                <a:lnTo>
                  <a:pt x="6309240" y="919341"/>
                </a:lnTo>
                <a:lnTo>
                  <a:pt x="6347884" y="801880"/>
                </a:lnTo>
                <a:lnTo>
                  <a:pt x="6386527" y="685514"/>
                </a:lnTo>
                <a:lnTo>
                  <a:pt x="6425170" y="572409"/>
                </a:lnTo>
                <a:lnTo>
                  <a:pt x="6463814" y="464674"/>
                </a:lnTo>
                <a:lnTo>
                  <a:pt x="6502457" y="364313"/>
                </a:lnTo>
                <a:lnTo>
                  <a:pt x="6541100" y="273198"/>
                </a:lnTo>
                <a:lnTo>
                  <a:pt x="6579744" y="193025"/>
                </a:lnTo>
                <a:lnTo>
                  <a:pt x="6618387" y="125288"/>
                </a:lnTo>
                <a:lnTo>
                  <a:pt x="6657030" y="71249"/>
                </a:lnTo>
                <a:lnTo>
                  <a:pt x="6695674" y="31914"/>
                </a:lnTo>
                <a:lnTo>
                  <a:pt x="6734317" y="8016"/>
                </a:lnTo>
                <a:lnTo>
                  <a:pt x="6772960" y="0"/>
                </a:lnTo>
              </a:path>
            </a:pathLst>
          </a:custGeom>
          <a:noFill xmlns:a="http://schemas.openxmlformats.org/drawingml/2006/main"/>
          <a:ln xmlns:a="http://schemas.openxmlformats.org/drawingml/2006/main" w="24130">
            <a:solidFill>
              <a:srgbClr val="CC79A7"/>
            </a:solidFill>
            <a:prstDash val="solid"/>
          </a:ln>
        </p:spPr>
      </p:sp>
      <p:sp>
        <p:nvSpPr>
          <p:cNvPr id="55" name="B_actual_anchor_A">
            <a:extLst xmlns:a="http://schemas.openxmlformats.org/drawingml/2006/main">
              <a:ext uri="{FF2B5EF4-FFF2-40B4-BE49-F238E27FC236}">
                <a16:creationId xmlns:a16="http://schemas.microsoft.com/office/drawing/2014/main" id="{C4B604A9-EF4B-4552-B1DF-9C39D4A7C812}"/>
              </a:ext>
            </a:extLst>
          </p:cNvPr>
          <p:cNvSpPr>
            <a:spLocks xmlns:a="http://schemas.openxmlformats.org/drawingml/2006/main" noGrp="1"/>
          </p:cNvSpPr>
          <p:nvPr/>
        </p:nvSpPr>
        <p:spPr>
          <a:xfrm xmlns:a="http://schemas.openxmlformats.org/drawingml/2006/main" rot="0" flipH="0" flipV="0">
            <a:off x="1074173" y="4699842"/>
            <a:ext cx="133350" cy="133350"/>
          </a:xfrm>
          <a:prstGeom xmlns:a="http://schemas.openxmlformats.org/drawingml/2006/main" prst="ellipse">
            <a:avLst/>
          </a:prstGeom>
          <a:solidFill xmlns:a="http://schemas.openxmlformats.org/drawingml/2006/main">
            <a:srgbClr val="0072B2"/>
          </a:solidFill>
          <a:ln xmlns:a="http://schemas.openxmlformats.org/drawingml/2006/main" w="10617">
            <a:solidFill>
              <a:srgbClr val="FFFFFF"/>
            </a:solidFill>
            <a:prstDash val="solid"/>
          </a:ln>
        </p:spPr>
      </p:sp>
      <p:sp>
        <p:nvSpPr>
          <p:cNvPr id="56" name="B_anchor_label_A">
            <a:extLst xmlns:a="http://schemas.openxmlformats.org/drawingml/2006/main">
              <a:ext uri="{FF2B5EF4-FFF2-40B4-BE49-F238E27FC236}">
                <a16:creationId xmlns:a16="http://schemas.microsoft.com/office/drawing/2014/main" id="{94D7D6F1-56CD-41D2-9C40-1A45E5BE9E79}"/>
              </a:ext>
            </a:extLst>
          </p:cNvPr>
          <p:cNvSpPr>
            <a:spLocks xmlns:a="http://schemas.openxmlformats.org/drawingml/2006/main" noGrp="1"/>
          </p:cNvSpPr>
          <p:nvPr/>
        </p:nvSpPr>
        <p:spPr>
          <a:xfrm xmlns:a="http://schemas.openxmlformats.org/drawingml/2006/main" rot="0" flipH="0" flipV="0">
            <a:off x="912248" y="48006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00000"/>
                </a:solidFill>
                <a:latin typeface="Arial"/>
                <a:ea typeface="Arial"/>
                <a:cs typeface="Arial"/>
              </a:defRPr>
            </a:defPPr>
            <a:lvl1pPr algn="ctr">
              <a:defRPr sz="1875" b="1">
                <a:solidFill>
                  <a:srgbClr val="000000"/>
                </a:solidFill>
                <a:latin typeface="Arial"/>
                <a:ea typeface="Arial"/>
                <a:cs typeface="Arial"/>
              </a:defRPr>
            </a:lvl1pPr>
            <a:lvl2pPr algn="ctr">
              <a:defRPr sz="1875" b="1">
                <a:solidFill>
                  <a:srgbClr val="000000"/>
                </a:solidFill>
                <a:latin typeface="Arial"/>
                <a:ea typeface="Arial"/>
                <a:cs typeface="Arial"/>
              </a:defRPr>
            </a:lvl2pPr>
            <a:lvl3pPr algn="ctr">
              <a:defRPr sz="1875" b="1">
                <a:solidFill>
                  <a:srgbClr val="000000"/>
                </a:solidFill>
                <a:latin typeface="Arial"/>
                <a:ea typeface="Arial"/>
                <a:cs typeface="Arial"/>
              </a:defRPr>
            </a:lvl3pPr>
            <a:lvl4pPr algn="ctr">
              <a:defRPr sz="1875" b="1">
                <a:solidFill>
                  <a:srgbClr val="000000"/>
                </a:solidFill>
                <a:latin typeface="Arial"/>
                <a:ea typeface="Arial"/>
                <a:cs typeface="Arial"/>
              </a:defRPr>
            </a:lvl4pPr>
            <a:lvl5pPr algn="ctr">
              <a:defRPr sz="1875" b="1">
                <a:solidFill>
                  <a:srgbClr val="000000"/>
                </a:solidFill>
                <a:latin typeface="Arial"/>
                <a:ea typeface="Arial"/>
                <a:cs typeface="Arial"/>
              </a:defRPr>
            </a:lvl5pPr>
            <a:lvl6pPr algn="ctr">
              <a:defRPr sz="1875" b="1">
                <a:solidFill>
                  <a:srgbClr val="000000"/>
                </a:solidFill>
                <a:latin typeface="Arial"/>
                <a:ea typeface="Arial"/>
                <a:cs typeface="Arial"/>
              </a:defRPr>
            </a:lvl6pPr>
            <a:lvl7pPr algn="ctr">
              <a:defRPr sz="1875" b="1">
                <a:solidFill>
                  <a:srgbClr val="000000"/>
                </a:solidFill>
                <a:latin typeface="Arial"/>
                <a:ea typeface="Arial"/>
                <a:cs typeface="Arial"/>
              </a:defRPr>
            </a:lvl7pPr>
            <a:lvl8pPr algn="ctr">
              <a:defRPr sz="1875" b="1">
                <a:solidFill>
                  <a:srgbClr val="000000"/>
                </a:solidFill>
                <a:latin typeface="Arial"/>
                <a:ea typeface="Arial"/>
                <a:cs typeface="Arial"/>
              </a:defRPr>
            </a:lvl8pPr>
            <a:lvl9pPr algn="ctr">
              <a:defRPr sz="1875" b="1">
                <a:solidFill>
                  <a:srgbClr val="000000"/>
                </a:solidFill>
                <a:latin typeface="Arial"/>
                <a:ea typeface="Arial"/>
                <a:cs typeface="Arial"/>
              </a:defRPr>
            </a:lvl9pPr>
          </a:lstStyle>
          <a:p xmlns:a="http://schemas.openxmlformats.org/drawingml/2006/main">
            <a:pPr algn="ctr">
              <a:defRPr sz="1875" b="1">
                <a:solidFill>
                  <a:srgbClr val="000000"/>
                </a:solidFill>
                <a:latin typeface="Arial"/>
                <a:ea typeface="Arial"/>
                <a:cs typeface="Arial"/>
              </a:defRPr>
            </a:pPr>
            <a:r>
              <a:rPr sz="1875" b="1">
                <a:solidFill>
                  <a:srgbClr val="000000"/>
                </a:solidFill>
                <a:latin typeface="Arial"/>
                <a:ea typeface="Arial"/>
                <a:cs typeface="Arial"/>
              </a:rPr>
              <a:t>A</a:t>
            </a:r>
          </a:p>
        </p:txBody>
      </p:sp>
      <p:sp>
        <p:nvSpPr>
          <p:cNvPr id="57" name="B_actual_anchor_C">
            <a:extLst xmlns:a="http://schemas.openxmlformats.org/drawingml/2006/main">
              <a:ext uri="{FF2B5EF4-FFF2-40B4-BE49-F238E27FC236}">
                <a16:creationId xmlns:a16="http://schemas.microsoft.com/office/drawing/2014/main" id="{20603102-4B3E-4CF1-9E5E-20DCAA837936}"/>
              </a:ext>
            </a:extLst>
          </p:cNvPr>
          <p:cNvSpPr>
            <a:spLocks xmlns:a="http://schemas.openxmlformats.org/drawingml/2006/main" noGrp="1"/>
          </p:cNvSpPr>
          <p:nvPr/>
        </p:nvSpPr>
        <p:spPr>
          <a:xfrm xmlns:a="http://schemas.openxmlformats.org/drawingml/2006/main" rot="0" flipH="0" flipV="0">
            <a:off x="2261951" y="4699842"/>
            <a:ext cx="133350" cy="133350"/>
          </a:xfrm>
          <a:prstGeom xmlns:a="http://schemas.openxmlformats.org/drawingml/2006/main" prst="ellipse">
            <a:avLst/>
          </a:prstGeom>
          <a:solidFill xmlns:a="http://schemas.openxmlformats.org/drawingml/2006/main">
            <a:srgbClr val="009E73"/>
          </a:solidFill>
          <a:ln xmlns:a="http://schemas.openxmlformats.org/drawingml/2006/main" w="10617">
            <a:solidFill>
              <a:srgbClr val="FFFFFF"/>
            </a:solidFill>
            <a:prstDash val="solid"/>
          </a:ln>
        </p:spPr>
      </p:sp>
      <p:sp>
        <p:nvSpPr>
          <p:cNvPr id="58" name="B_anchor_label_C">
            <a:extLst xmlns:a="http://schemas.openxmlformats.org/drawingml/2006/main">
              <a:ext uri="{FF2B5EF4-FFF2-40B4-BE49-F238E27FC236}">
                <a16:creationId xmlns:a16="http://schemas.microsoft.com/office/drawing/2014/main" id="{124EA49E-752C-40FF-A4B8-B4A36C6B8EC4}"/>
              </a:ext>
            </a:extLst>
          </p:cNvPr>
          <p:cNvSpPr>
            <a:spLocks xmlns:a="http://schemas.openxmlformats.org/drawingml/2006/main" noGrp="1"/>
          </p:cNvSpPr>
          <p:nvPr/>
        </p:nvSpPr>
        <p:spPr>
          <a:xfrm xmlns:a="http://schemas.openxmlformats.org/drawingml/2006/main" rot="0" flipH="0" flipV="0">
            <a:off x="2100026" y="48006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00000"/>
                </a:solidFill>
                <a:latin typeface="Arial"/>
                <a:ea typeface="Arial"/>
                <a:cs typeface="Arial"/>
              </a:defRPr>
            </a:defPPr>
            <a:lvl1pPr algn="ctr">
              <a:defRPr sz="1875" b="1">
                <a:solidFill>
                  <a:srgbClr val="000000"/>
                </a:solidFill>
                <a:latin typeface="Arial"/>
                <a:ea typeface="Arial"/>
                <a:cs typeface="Arial"/>
              </a:defRPr>
            </a:lvl1pPr>
            <a:lvl2pPr algn="ctr">
              <a:defRPr sz="1875" b="1">
                <a:solidFill>
                  <a:srgbClr val="000000"/>
                </a:solidFill>
                <a:latin typeface="Arial"/>
                <a:ea typeface="Arial"/>
                <a:cs typeface="Arial"/>
              </a:defRPr>
            </a:lvl2pPr>
            <a:lvl3pPr algn="ctr">
              <a:defRPr sz="1875" b="1">
                <a:solidFill>
                  <a:srgbClr val="000000"/>
                </a:solidFill>
                <a:latin typeface="Arial"/>
                <a:ea typeface="Arial"/>
                <a:cs typeface="Arial"/>
              </a:defRPr>
            </a:lvl3pPr>
            <a:lvl4pPr algn="ctr">
              <a:defRPr sz="1875" b="1">
                <a:solidFill>
                  <a:srgbClr val="000000"/>
                </a:solidFill>
                <a:latin typeface="Arial"/>
                <a:ea typeface="Arial"/>
                <a:cs typeface="Arial"/>
              </a:defRPr>
            </a:lvl4pPr>
            <a:lvl5pPr algn="ctr">
              <a:defRPr sz="1875" b="1">
                <a:solidFill>
                  <a:srgbClr val="000000"/>
                </a:solidFill>
                <a:latin typeface="Arial"/>
                <a:ea typeface="Arial"/>
                <a:cs typeface="Arial"/>
              </a:defRPr>
            </a:lvl5pPr>
            <a:lvl6pPr algn="ctr">
              <a:defRPr sz="1875" b="1">
                <a:solidFill>
                  <a:srgbClr val="000000"/>
                </a:solidFill>
                <a:latin typeface="Arial"/>
                <a:ea typeface="Arial"/>
                <a:cs typeface="Arial"/>
              </a:defRPr>
            </a:lvl6pPr>
            <a:lvl7pPr algn="ctr">
              <a:defRPr sz="1875" b="1">
                <a:solidFill>
                  <a:srgbClr val="000000"/>
                </a:solidFill>
                <a:latin typeface="Arial"/>
                <a:ea typeface="Arial"/>
                <a:cs typeface="Arial"/>
              </a:defRPr>
            </a:lvl7pPr>
            <a:lvl8pPr algn="ctr">
              <a:defRPr sz="1875" b="1">
                <a:solidFill>
                  <a:srgbClr val="000000"/>
                </a:solidFill>
                <a:latin typeface="Arial"/>
                <a:ea typeface="Arial"/>
                <a:cs typeface="Arial"/>
              </a:defRPr>
            </a:lvl8pPr>
            <a:lvl9pPr algn="ctr">
              <a:defRPr sz="1875" b="1">
                <a:solidFill>
                  <a:srgbClr val="000000"/>
                </a:solidFill>
                <a:latin typeface="Arial"/>
                <a:ea typeface="Arial"/>
                <a:cs typeface="Arial"/>
              </a:defRPr>
            </a:lvl9pPr>
          </a:lstStyle>
          <a:p xmlns:a="http://schemas.openxmlformats.org/drawingml/2006/main">
            <a:pPr algn="ctr">
              <a:defRPr sz="1875" b="1">
                <a:solidFill>
                  <a:srgbClr val="000000"/>
                </a:solidFill>
                <a:latin typeface="Arial"/>
                <a:ea typeface="Arial"/>
                <a:cs typeface="Arial"/>
              </a:defRPr>
            </a:pPr>
            <a:r>
              <a:rPr sz="1875" b="1">
                <a:solidFill>
                  <a:srgbClr val="000000"/>
                </a:solidFill>
                <a:latin typeface="Arial"/>
                <a:ea typeface="Arial"/>
                <a:cs typeface="Arial"/>
              </a:rPr>
              <a:t>C</a:t>
            </a:r>
          </a:p>
        </p:txBody>
      </p:sp>
      <p:sp>
        <p:nvSpPr>
          <p:cNvPr id="59" name="B_actual_anchor_B">
            <a:extLst xmlns:a="http://schemas.openxmlformats.org/drawingml/2006/main">
              <a:ext uri="{FF2B5EF4-FFF2-40B4-BE49-F238E27FC236}">
                <a16:creationId xmlns:a16="http://schemas.microsoft.com/office/drawing/2014/main" id="{38920DCD-16CA-43F5-A0C0-02353645FA20}"/>
              </a:ext>
            </a:extLst>
          </p:cNvPr>
          <p:cNvSpPr>
            <a:spLocks xmlns:a="http://schemas.openxmlformats.org/drawingml/2006/main" noGrp="1"/>
          </p:cNvSpPr>
          <p:nvPr/>
        </p:nvSpPr>
        <p:spPr>
          <a:xfrm xmlns:a="http://schemas.openxmlformats.org/drawingml/2006/main" rot="0" flipH="0" flipV="0">
            <a:off x="3458123" y="4699842"/>
            <a:ext cx="133350" cy="133350"/>
          </a:xfrm>
          <a:prstGeom xmlns:a="http://schemas.openxmlformats.org/drawingml/2006/main" prst="ellipse">
            <a:avLst/>
          </a:prstGeom>
          <a:solidFill xmlns:a="http://schemas.openxmlformats.org/drawingml/2006/main">
            <a:srgbClr val="D55E00"/>
          </a:solidFill>
          <a:ln xmlns:a="http://schemas.openxmlformats.org/drawingml/2006/main" w="10617">
            <a:solidFill>
              <a:srgbClr val="FFFFFF"/>
            </a:solidFill>
            <a:prstDash val="solid"/>
          </a:ln>
        </p:spPr>
      </p:sp>
      <p:sp>
        <p:nvSpPr>
          <p:cNvPr id="60" name="B_anchor_label_B">
            <a:extLst xmlns:a="http://schemas.openxmlformats.org/drawingml/2006/main">
              <a:ext uri="{FF2B5EF4-FFF2-40B4-BE49-F238E27FC236}">
                <a16:creationId xmlns:a16="http://schemas.microsoft.com/office/drawing/2014/main" id="{6390E627-A8B5-43A2-AE2D-4871DAEC4875}"/>
              </a:ext>
            </a:extLst>
          </p:cNvPr>
          <p:cNvSpPr>
            <a:spLocks xmlns:a="http://schemas.openxmlformats.org/drawingml/2006/main" noGrp="1"/>
          </p:cNvSpPr>
          <p:nvPr/>
        </p:nvSpPr>
        <p:spPr>
          <a:xfrm xmlns:a="http://schemas.openxmlformats.org/drawingml/2006/main" rot="0" flipH="0" flipV="0">
            <a:off x="3296198" y="48006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00000"/>
                </a:solidFill>
                <a:latin typeface="Arial"/>
                <a:ea typeface="Arial"/>
                <a:cs typeface="Arial"/>
              </a:defRPr>
            </a:defPPr>
            <a:lvl1pPr algn="ctr">
              <a:defRPr sz="1875" b="1">
                <a:solidFill>
                  <a:srgbClr val="000000"/>
                </a:solidFill>
                <a:latin typeface="Arial"/>
                <a:ea typeface="Arial"/>
                <a:cs typeface="Arial"/>
              </a:defRPr>
            </a:lvl1pPr>
            <a:lvl2pPr algn="ctr">
              <a:defRPr sz="1875" b="1">
                <a:solidFill>
                  <a:srgbClr val="000000"/>
                </a:solidFill>
                <a:latin typeface="Arial"/>
                <a:ea typeface="Arial"/>
                <a:cs typeface="Arial"/>
              </a:defRPr>
            </a:lvl2pPr>
            <a:lvl3pPr algn="ctr">
              <a:defRPr sz="1875" b="1">
                <a:solidFill>
                  <a:srgbClr val="000000"/>
                </a:solidFill>
                <a:latin typeface="Arial"/>
                <a:ea typeface="Arial"/>
                <a:cs typeface="Arial"/>
              </a:defRPr>
            </a:lvl3pPr>
            <a:lvl4pPr algn="ctr">
              <a:defRPr sz="1875" b="1">
                <a:solidFill>
                  <a:srgbClr val="000000"/>
                </a:solidFill>
                <a:latin typeface="Arial"/>
                <a:ea typeface="Arial"/>
                <a:cs typeface="Arial"/>
              </a:defRPr>
            </a:lvl4pPr>
            <a:lvl5pPr algn="ctr">
              <a:defRPr sz="1875" b="1">
                <a:solidFill>
                  <a:srgbClr val="000000"/>
                </a:solidFill>
                <a:latin typeface="Arial"/>
                <a:ea typeface="Arial"/>
                <a:cs typeface="Arial"/>
              </a:defRPr>
            </a:lvl5pPr>
            <a:lvl6pPr algn="ctr">
              <a:defRPr sz="1875" b="1">
                <a:solidFill>
                  <a:srgbClr val="000000"/>
                </a:solidFill>
                <a:latin typeface="Arial"/>
                <a:ea typeface="Arial"/>
                <a:cs typeface="Arial"/>
              </a:defRPr>
            </a:lvl6pPr>
            <a:lvl7pPr algn="ctr">
              <a:defRPr sz="1875" b="1">
                <a:solidFill>
                  <a:srgbClr val="000000"/>
                </a:solidFill>
                <a:latin typeface="Arial"/>
                <a:ea typeface="Arial"/>
                <a:cs typeface="Arial"/>
              </a:defRPr>
            </a:lvl7pPr>
            <a:lvl8pPr algn="ctr">
              <a:defRPr sz="1875" b="1">
                <a:solidFill>
                  <a:srgbClr val="000000"/>
                </a:solidFill>
                <a:latin typeface="Arial"/>
                <a:ea typeface="Arial"/>
                <a:cs typeface="Arial"/>
              </a:defRPr>
            </a:lvl8pPr>
            <a:lvl9pPr algn="ctr">
              <a:defRPr sz="1875" b="1">
                <a:solidFill>
                  <a:srgbClr val="000000"/>
                </a:solidFill>
                <a:latin typeface="Arial"/>
                <a:ea typeface="Arial"/>
                <a:cs typeface="Arial"/>
              </a:defRPr>
            </a:lvl9pPr>
          </a:lstStyle>
          <a:p xmlns:a="http://schemas.openxmlformats.org/drawingml/2006/main">
            <a:pPr algn="ctr">
              <a:defRPr sz="1875" b="1">
                <a:solidFill>
                  <a:srgbClr val="000000"/>
                </a:solidFill>
                <a:latin typeface="Arial"/>
                <a:ea typeface="Arial"/>
                <a:cs typeface="Arial"/>
              </a:defRPr>
            </a:pPr>
            <a:r>
              <a:rPr sz="1875" b="1">
                <a:solidFill>
                  <a:srgbClr val="000000"/>
                </a:solidFill>
                <a:latin typeface="Arial"/>
                <a:ea typeface="Arial"/>
                <a:cs typeface="Arial"/>
              </a:rPr>
              <a:t>B</a:t>
            </a:r>
          </a:p>
        </p:txBody>
      </p:sp>
      <p:sp>
        <p:nvSpPr>
          <p:cNvPr id="61" name="B_fixed_ref_A">
            <a:extLst xmlns:a="http://schemas.openxmlformats.org/drawingml/2006/main">
              <a:ext uri="{FF2B5EF4-FFF2-40B4-BE49-F238E27FC236}">
                <a16:creationId xmlns:a16="http://schemas.microsoft.com/office/drawing/2014/main" id="{F0039DEA-2090-456C-94FD-C026F0DD170C}"/>
              </a:ext>
            </a:extLst>
          </p:cNvPr>
          <p:cNvSpPr>
            <a:spLocks xmlns:a="http://schemas.openxmlformats.org/drawingml/2006/main" noGrp="1"/>
          </p:cNvSpPr>
          <p:nvPr/>
        </p:nvSpPr>
        <p:spPr>
          <a:xfrm xmlns:a="http://schemas.openxmlformats.org/drawingml/2006/main" rot="0" flipH="0" flipV="0">
            <a:off x="1059885" y="5105400"/>
            <a:ext cx="161925" cy="161925"/>
          </a:xfrm>
          <a:prstGeom xmlns:a="http://schemas.openxmlformats.org/drawingml/2006/main" prst="triangle">
            <a:avLst/>
          </a:prstGeom>
          <a:solidFill xmlns:a="http://schemas.openxmlformats.org/drawingml/2006/main">
            <a:srgbClr val="0072B2"/>
          </a:solidFill>
          <a:ln xmlns:a="http://schemas.openxmlformats.org/drawingml/2006/main" w="0">
            <a:noFill/>
            <a:prstDash val="solid"/>
          </a:ln>
        </p:spPr>
      </p:sp>
      <p:sp>
        <p:nvSpPr>
          <p:cNvPr id="62" name="B_fixed_ref_C">
            <a:extLst xmlns:a="http://schemas.openxmlformats.org/drawingml/2006/main">
              <a:ext uri="{FF2B5EF4-FFF2-40B4-BE49-F238E27FC236}">
                <a16:creationId xmlns:a16="http://schemas.microsoft.com/office/drawing/2014/main" id="{13FE859C-BA87-4E59-8681-E644047B7414}"/>
              </a:ext>
            </a:extLst>
          </p:cNvPr>
          <p:cNvSpPr>
            <a:spLocks xmlns:a="http://schemas.openxmlformats.org/drawingml/2006/main" noGrp="1"/>
          </p:cNvSpPr>
          <p:nvPr/>
        </p:nvSpPr>
        <p:spPr>
          <a:xfrm xmlns:a="http://schemas.openxmlformats.org/drawingml/2006/main" rot="0" flipH="0" flipV="0">
            <a:off x="2247663" y="5105400"/>
            <a:ext cx="161925" cy="161925"/>
          </a:xfrm>
          <a:prstGeom xmlns:a="http://schemas.openxmlformats.org/drawingml/2006/main" prst="triangle">
            <a:avLst/>
          </a:prstGeom>
          <a:solidFill xmlns:a="http://schemas.openxmlformats.org/drawingml/2006/main">
            <a:srgbClr val="009E73"/>
          </a:solidFill>
          <a:ln xmlns:a="http://schemas.openxmlformats.org/drawingml/2006/main" w="0">
            <a:noFill/>
            <a:prstDash val="solid"/>
          </a:ln>
        </p:spPr>
      </p:sp>
      <p:sp>
        <p:nvSpPr>
          <p:cNvPr id="63" name="B_fixed_ref_B">
            <a:extLst xmlns:a="http://schemas.openxmlformats.org/drawingml/2006/main">
              <a:ext uri="{FF2B5EF4-FFF2-40B4-BE49-F238E27FC236}">
                <a16:creationId xmlns:a16="http://schemas.microsoft.com/office/drawing/2014/main" id="{9ED53449-D008-4AD5-AE66-D871B3E2ABAE}"/>
              </a:ext>
            </a:extLst>
          </p:cNvPr>
          <p:cNvSpPr>
            <a:spLocks xmlns:a="http://schemas.openxmlformats.org/drawingml/2006/main" noGrp="1"/>
          </p:cNvSpPr>
          <p:nvPr/>
        </p:nvSpPr>
        <p:spPr>
          <a:xfrm xmlns:a="http://schemas.openxmlformats.org/drawingml/2006/main" rot="0" flipH="0" flipV="0">
            <a:off x="3443836" y="5105400"/>
            <a:ext cx="161925" cy="161925"/>
          </a:xfrm>
          <a:prstGeom xmlns:a="http://schemas.openxmlformats.org/drawingml/2006/main" prst="triangle">
            <a:avLst/>
          </a:prstGeom>
          <a:solidFill xmlns:a="http://schemas.openxmlformats.org/drawingml/2006/main">
            <a:srgbClr val="D55E00"/>
          </a:solidFill>
          <a:ln xmlns:a="http://schemas.openxmlformats.org/drawingml/2006/main" w="0">
            <a:noFill/>
            <a:prstDash val="solid"/>
          </a:ln>
        </p:spPr>
      </p:sp>
      <p:sp>
        <p:nvSpPr>
          <p:cNvPr id="65" name="b_c_separator">
            <a:extLst xmlns:a="http://schemas.openxmlformats.org/drawingml/2006/main">
              <a:ext uri="{FF2B5EF4-FFF2-40B4-BE49-F238E27FC236}">
                <a16:creationId xmlns:a16="http://schemas.microsoft.com/office/drawing/2014/main" id="{99F3808D-FE16-46B0-AAA4-B8ECDAF8C50C}"/>
              </a:ext>
            </a:extLst>
          </p:cNvPr>
          <p:cNvSpPr>
            <a:spLocks xmlns:a="http://schemas.openxmlformats.org/drawingml/2006/main" noGrp="1"/>
          </p:cNvSpPr>
          <p:nvPr/>
        </p:nvSpPr>
        <p:spPr>
          <a:xfrm xmlns:a="http://schemas.openxmlformats.org/drawingml/2006/main" rot="0" flipH="0" flipV="0">
            <a:off x="4352925" y="2619375"/>
            <a:ext cx="953" cy="2676525"/>
          </a:xfrm>
          <a:custGeom xmlns:a="http://schemas.openxmlformats.org/drawingml/2006/main">
            <a:pathLst>
              <a:path w="953" h="2676525">
                <a:moveTo>
                  <a:pt x="0" y="0"/>
                </a:moveTo>
                <a:lnTo>
                  <a:pt x="953" y="2676525"/>
                </a:lnTo>
              </a:path>
            </a:pathLst>
          </a:custGeom>
          <a:noFill xmlns:a="http://schemas.openxmlformats.org/drawingml/2006/main"/>
          <a:ln xmlns:a="http://schemas.openxmlformats.org/drawingml/2006/main" w="12700">
            <a:solidFill>
              <a:srgbClr val="DAE3E8"/>
            </a:solidFill>
            <a:prstDash val="solid"/>
          </a:ln>
        </p:spPr>
      </p:sp>
      <p:sp>
        <p:nvSpPr>
          <p:cNvPr id="66" name="C_title">
            <a:extLst xmlns:a="http://schemas.openxmlformats.org/drawingml/2006/main">
              <a:ext uri="{FF2B5EF4-FFF2-40B4-BE49-F238E27FC236}">
                <a16:creationId xmlns:a16="http://schemas.microsoft.com/office/drawing/2014/main" id="{B40A7588-D5C1-4098-B26A-DD6CAD01EDAA}"/>
              </a:ext>
            </a:extLst>
          </p:cNvPr>
          <p:cNvSpPr>
            <a:spLocks xmlns:a="http://schemas.openxmlformats.org/drawingml/2006/main" noGrp="1"/>
          </p:cNvSpPr>
          <p:nvPr/>
        </p:nvSpPr>
        <p:spPr>
          <a:xfrm xmlns:a="http://schemas.openxmlformats.org/drawingml/2006/main" rot="0" flipH="0" flipV="0">
            <a:off x="4505325" y="2628900"/>
            <a:ext cx="3943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00000"/>
                </a:solidFill>
                <a:latin typeface="Arial"/>
                <a:ea typeface="Arial"/>
                <a:cs typeface="Arial"/>
              </a:defRPr>
            </a:defPPr>
            <a:lvl1pPr algn="l">
              <a:defRPr sz="2025" b="1">
                <a:solidFill>
                  <a:srgbClr val="000000"/>
                </a:solidFill>
                <a:latin typeface="Arial"/>
                <a:ea typeface="Arial"/>
                <a:cs typeface="Arial"/>
              </a:defRPr>
            </a:lvl1pPr>
            <a:lvl2pPr algn="l">
              <a:defRPr sz="2025" b="1">
                <a:solidFill>
                  <a:srgbClr val="000000"/>
                </a:solidFill>
                <a:latin typeface="Arial"/>
                <a:ea typeface="Arial"/>
                <a:cs typeface="Arial"/>
              </a:defRPr>
            </a:lvl2pPr>
            <a:lvl3pPr algn="l">
              <a:defRPr sz="2025" b="1">
                <a:solidFill>
                  <a:srgbClr val="000000"/>
                </a:solidFill>
                <a:latin typeface="Arial"/>
                <a:ea typeface="Arial"/>
                <a:cs typeface="Arial"/>
              </a:defRPr>
            </a:lvl3pPr>
            <a:lvl4pPr algn="l">
              <a:defRPr sz="2025" b="1">
                <a:solidFill>
                  <a:srgbClr val="000000"/>
                </a:solidFill>
                <a:latin typeface="Arial"/>
                <a:ea typeface="Arial"/>
                <a:cs typeface="Arial"/>
              </a:defRPr>
            </a:lvl4pPr>
            <a:lvl5pPr algn="l">
              <a:defRPr sz="2025" b="1">
                <a:solidFill>
                  <a:srgbClr val="000000"/>
                </a:solidFill>
                <a:latin typeface="Arial"/>
                <a:ea typeface="Arial"/>
                <a:cs typeface="Arial"/>
              </a:defRPr>
            </a:lvl5pPr>
            <a:lvl6pPr algn="l">
              <a:defRPr sz="2025" b="1">
                <a:solidFill>
                  <a:srgbClr val="000000"/>
                </a:solidFill>
                <a:latin typeface="Arial"/>
                <a:ea typeface="Arial"/>
                <a:cs typeface="Arial"/>
              </a:defRPr>
            </a:lvl6pPr>
            <a:lvl7pPr algn="l">
              <a:defRPr sz="2025" b="1">
                <a:solidFill>
                  <a:srgbClr val="000000"/>
                </a:solidFill>
                <a:latin typeface="Arial"/>
                <a:ea typeface="Arial"/>
                <a:cs typeface="Arial"/>
              </a:defRPr>
            </a:lvl7pPr>
            <a:lvl8pPr algn="l">
              <a:defRPr sz="2025" b="1">
                <a:solidFill>
                  <a:srgbClr val="000000"/>
                </a:solidFill>
                <a:latin typeface="Arial"/>
                <a:ea typeface="Arial"/>
                <a:cs typeface="Arial"/>
              </a:defRPr>
            </a:lvl8pPr>
            <a:lvl9pPr algn="l">
              <a:defRPr sz="2025" b="1">
                <a:solidFill>
                  <a:srgbClr val="000000"/>
                </a:solidFill>
                <a:latin typeface="Arial"/>
                <a:ea typeface="Arial"/>
                <a:cs typeface="Arial"/>
              </a:defRPr>
            </a:lvl9pPr>
          </a:lstStyle>
          <a:p xmlns:a="http://schemas.openxmlformats.org/drawingml/2006/main">
            <a:pPr algn="l">
              <a:defRPr sz="2025" b="1">
                <a:solidFill>
                  <a:srgbClr val="000000"/>
                </a:solidFill>
                <a:latin typeface="Arial"/>
                <a:ea typeface="Arial"/>
                <a:cs typeface="Arial"/>
              </a:defRPr>
            </a:pPr>
            <a:r>
              <a:rPr sz="2025" b="1">
                <a:solidFill>
                  <a:srgbClr val="000000"/>
                </a:solidFill>
                <a:latin typeface="Arial"/>
                <a:ea typeface="Arial"/>
                <a:cs typeface="Arial"/>
              </a:rPr>
              <a:t>(c) Optimal filling</a:t>
            </a:r>
          </a:p>
        </p:txBody>
      </p:sp>
      <p:sp>
        <p:nvSpPr>
          <p:cNvPr id="67" name="C_target_order">
            <a:extLst xmlns:a="http://schemas.openxmlformats.org/drawingml/2006/main">
              <a:ext uri="{FF2B5EF4-FFF2-40B4-BE49-F238E27FC236}">
                <a16:creationId xmlns:a16="http://schemas.microsoft.com/office/drawing/2014/main" id="{0643E333-BAB4-4F01-8461-3D4D168CC544}"/>
              </a:ext>
            </a:extLst>
          </p:cNvPr>
          <p:cNvSpPr>
            <a:spLocks xmlns:a="http://schemas.openxmlformats.org/drawingml/2006/main" noGrp="1"/>
          </p:cNvSpPr>
          <p:nvPr/>
        </p:nvSpPr>
        <p:spPr>
          <a:xfrm xmlns:a="http://schemas.openxmlformats.org/drawingml/2006/main" rot="0" flipH="0" flipV="0">
            <a:off x="4857750" y="3286125"/>
            <a:ext cx="1143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00000"/>
                </a:solidFill>
                <a:latin typeface="Arial"/>
                <a:ea typeface="Arial"/>
                <a:cs typeface="Arial"/>
              </a:defRPr>
            </a:defPPr>
            <a:lvl1pPr algn="r">
              <a:defRPr sz="1500" b="0">
                <a:solidFill>
                  <a:srgbClr val="000000"/>
                </a:solidFill>
                <a:latin typeface="Arial"/>
                <a:ea typeface="Arial"/>
                <a:cs typeface="Arial"/>
              </a:defRPr>
            </a:lvl1pPr>
            <a:lvl2pPr algn="r">
              <a:defRPr sz="1500" b="0">
                <a:solidFill>
                  <a:srgbClr val="000000"/>
                </a:solidFill>
                <a:latin typeface="Arial"/>
                <a:ea typeface="Arial"/>
                <a:cs typeface="Arial"/>
              </a:defRPr>
            </a:lvl2pPr>
            <a:lvl3pPr algn="r">
              <a:defRPr sz="1500" b="0">
                <a:solidFill>
                  <a:srgbClr val="000000"/>
                </a:solidFill>
                <a:latin typeface="Arial"/>
                <a:ea typeface="Arial"/>
                <a:cs typeface="Arial"/>
              </a:defRPr>
            </a:lvl3pPr>
            <a:lvl4pPr algn="r">
              <a:defRPr sz="1500" b="0">
                <a:solidFill>
                  <a:srgbClr val="000000"/>
                </a:solidFill>
                <a:latin typeface="Arial"/>
                <a:ea typeface="Arial"/>
                <a:cs typeface="Arial"/>
              </a:defRPr>
            </a:lvl4pPr>
            <a:lvl5pPr algn="r">
              <a:defRPr sz="1500" b="0">
                <a:solidFill>
                  <a:srgbClr val="000000"/>
                </a:solidFill>
                <a:latin typeface="Arial"/>
                <a:ea typeface="Arial"/>
                <a:cs typeface="Arial"/>
              </a:defRPr>
            </a:lvl5pPr>
            <a:lvl6pPr algn="r">
              <a:defRPr sz="1500" b="0">
                <a:solidFill>
                  <a:srgbClr val="000000"/>
                </a:solidFill>
                <a:latin typeface="Arial"/>
                <a:ea typeface="Arial"/>
                <a:cs typeface="Arial"/>
              </a:defRPr>
            </a:lvl6pPr>
            <a:lvl7pPr algn="r">
              <a:defRPr sz="1500" b="0">
                <a:solidFill>
                  <a:srgbClr val="000000"/>
                </a:solidFill>
                <a:latin typeface="Arial"/>
                <a:ea typeface="Arial"/>
                <a:cs typeface="Arial"/>
              </a:defRPr>
            </a:lvl7pPr>
            <a:lvl8pPr algn="r">
              <a:defRPr sz="1500" b="0">
                <a:solidFill>
                  <a:srgbClr val="000000"/>
                </a:solidFill>
                <a:latin typeface="Arial"/>
                <a:ea typeface="Arial"/>
                <a:cs typeface="Arial"/>
              </a:defRPr>
            </a:lvl8pPr>
            <a:lvl9pPr algn="r">
              <a:defRPr sz="1500" b="0">
                <a:solidFill>
                  <a:srgbClr val="000000"/>
                </a:solidFill>
                <a:latin typeface="Arial"/>
                <a:ea typeface="Arial"/>
                <a:cs typeface="Arial"/>
              </a:defRPr>
            </a:lvl9pPr>
          </a:lstStyle>
          <a:p xmlns:a="http://schemas.openxmlformats.org/drawingml/2006/main">
            <a:pPr algn="l">
              <a:defRPr sz="1500" b="0">
                <a:solidFill>
                  <a:srgbClr val="000000"/>
                </a:solidFill>
                <a:latin typeface="Arial"/>
                <a:ea typeface="Arial"/>
                <a:cs typeface="Arial"/>
              </a:defRPr>
            </a:pPr>
            <a:r>
              <a:rPr sz="1500" b="0">
                <a:solidFill>
                  <a:srgbClr val="000000"/>
                </a:solidFill>
                <a:latin typeface="Arial"/>
                <a:ea typeface="Arial"/>
                <a:cs typeface="Arial"/>
              </a:rPr>
              <a:t>A–C–B</a:t>
            </a:r>
          </a:p>
        </p:txBody>
      </p:sp>
      <p:sp>
        <p:nvSpPr>
          <p:cNvPr id="68" name="C_s₁_level">
            <a:extLst xmlns:a="http://schemas.openxmlformats.org/drawingml/2006/main">
              <a:ext uri="{FF2B5EF4-FFF2-40B4-BE49-F238E27FC236}">
                <a16:creationId xmlns:a16="http://schemas.microsoft.com/office/drawing/2014/main" id="{03D72B0A-4311-41D1-B4D0-E741824DCB35}"/>
              </a:ext>
            </a:extLst>
          </p:cNvPr>
          <p:cNvSpPr>
            <a:spLocks xmlns:a="http://schemas.openxmlformats.org/drawingml/2006/main" noGrp="1"/>
          </p:cNvSpPr>
          <p:nvPr/>
        </p:nvSpPr>
        <p:spPr>
          <a:xfrm xmlns:a="http://schemas.openxmlformats.org/drawingml/2006/main" rot="0" flipH="0" flipV="0">
            <a:off x="4857750" y="4319732"/>
            <a:ext cx="3454210" cy="95"/>
          </a:xfrm>
          <a:custGeom xmlns:a="http://schemas.openxmlformats.org/drawingml/2006/main">
            <a:pathLst>
              <a:path w="3454210" h="95">
                <a:moveTo>
                  <a:pt x="0" y="0"/>
                </a:moveTo>
                <a:lnTo>
                  <a:pt x="3454210" y="95"/>
                </a:lnTo>
              </a:path>
            </a:pathLst>
          </a:custGeom>
          <a:noFill xmlns:a="http://schemas.openxmlformats.org/drawingml/2006/main"/>
          <a:ln xmlns:a="http://schemas.openxmlformats.org/drawingml/2006/main" w="10478">
            <a:solidFill>
              <a:srgbClr val="7B8790"/>
            </a:solidFill>
            <a:prstDash val="dash"/>
          </a:ln>
        </p:spPr>
      </p:sp>
      <p:sp>
        <p:nvSpPr>
          <p:cNvPr id="69" name="C_s₁_label">
            <a:extLst xmlns:a="http://schemas.openxmlformats.org/drawingml/2006/main">
              <a:ext uri="{FF2B5EF4-FFF2-40B4-BE49-F238E27FC236}">
                <a16:creationId xmlns:a16="http://schemas.microsoft.com/office/drawing/2014/main" id="{76F8E238-1171-401F-AD3C-76D3B04296A5}"/>
              </a:ext>
            </a:extLst>
          </p:cNvPr>
          <p:cNvSpPr>
            <a:spLocks xmlns:a="http://schemas.openxmlformats.org/drawingml/2006/main" noGrp="1"/>
          </p:cNvSpPr>
          <p:nvPr/>
        </p:nvSpPr>
        <p:spPr>
          <a:xfrm xmlns:a="http://schemas.openxmlformats.org/drawingml/2006/main" rot="0" flipH="0" flipV="0">
            <a:off x="8324850" y="4206846"/>
            <a:ext cx="228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00000"/>
                </a:solidFill>
                <a:latin typeface="Arial"/>
                <a:ea typeface="Arial"/>
                <a:cs typeface="Arial"/>
              </a:defRPr>
            </a:defPPr>
            <a:lvl1pPr algn="l">
              <a:defRPr sz="1800" b="0">
                <a:solidFill>
                  <a:srgbClr val="000000"/>
                </a:solidFill>
                <a:latin typeface="Arial"/>
                <a:ea typeface="Arial"/>
                <a:cs typeface="Arial"/>
              </a:defRPr>
            </a:lvl1pPr>
            <a:lvl2pPr algn="l">
              <a:defRPr sz="1800" b="0">
                <a:solidFill>
                  <a:srgbClr val="000000"/>
                </a:solidFill>
                <a:latin typeface="Arial"/>
                <a:ea typeface="Arial"/>
                <a:cs typeface="Arial"/>
              </a:defRPr>
            </a:lvl2pPr>
            <a:lvl3pPr algn="l">
              <a:defRPr sz="1800" b="0">
                <a:solidFill>
                  <a:srgbClr val="000000"/>
                </a:solidFill>
                <a:latin typeface="Arial"/>
                <a:ea typeface="Arial"/>
                <a:cs typeface="Arial"/>
              </a:defRPr>
            </a:lvl3pPr>
            <a:lvl4pPr algn="l">
              <a:defRPr sz="1800" b="0">
                <a:solidFill>
                  <a:srgbClr val="000000"/>
                </a:solidFill>
                <a:latin typeface="Arial"/>
                <a:ea typeface="Arial"/>
                <a:cs typeface="Arial"/>
              </a:defRPr>
            </a:lvl4pPr>
            <a:lvl5pPr algn="l">
              <a:defRPr sz="1800" b="0">
                <a:solidFill>
                  <a:srgbClr val="000000"/>
                </a:solidFill>
                <a:latin typeface="Arial"/>
                <a:ea typeface="Arial"/>
                <a:cs typeface="Arial"/>
              </a:defRPr>
            </a:lvl5pPr>
            <a:lvl6pPr algn="l">
              <a:defRPr sz="1800" b="0">
                <a:solidFill>
                  <a:srgbClr val="000000"/>
                </a:solidFill>
                <a:latin typeface="Arial"/>
                <a:ea typeface="Arial"/>
                <a:cs typeface="Arial"/>
              </a:defRPr>
            </a:lvl6pPr>
            <a:lvl7pPr algn="l">
              <a:defRPr sz="1800" b="0">
                <a:solidFill>
                  <a:srgbClr val="000000"/>
                </a:solidFill>
                <a:latin typeface="Arial"/>
                <a:ea typeface="Arial"/>
                <a:cs typeface="Arial"/>
              </a:defRPr>
            </a:lvl7pPr>
            <a:lvl8pPr algn="l">
              <a:defRPr sz="1800" b="0">
                <a:solidFill>
                  <a:srgbClr val="000000"/>
                </a:solidFill>
                <a:latin typeface="Arial"/>
                <a:ea typeface="Arial"/>
                <a:cs typeface="Arial"/>
              </a:defRPr>
            </a:lvl8pPr>
            <a:lvl9pPr algn="l">
              <a:defRPr sz="1800" b="0">
                <a:solidFill>
                  <a:srgbClr val="000000"/>
                </a:solidFill>
                <a:latin typeface="Arial"/>
                <a:ea typeface="Arial"/>
                <a:cs typeface="Arial"/>
              </a:defRPr>
            </a:lvl9pPr>
          </a:lstStyle>
          <a:p xmlns:a="http://schemas.openxmlformats.org/drawingml/2006/main">
            <a:pPr algn="l">
              <a:defRPr sz="1800" b="0">
                <a:solidFill>
                  <a:srgbClr val="000000"/>
                </a:solidFill>
                <a:latin typeface="Arial"/>
                <a:ea typeface="Arial"/>
                <a:cs typeface="Arial"/>
              </a:defRPr>
            </a:pPr>
            <a:r>
              <a:rPr sz="1800" b="0">
                <a:solidFill>
                  <a:srgbClr val="000000"/>
                </a:solidFill>
                <a:latin typeface="Arial"/>
                <a:ea typeface="Arial"/>
                <a:cs typeface="Arial"/>
              </a:rPr>
              <a:t>s</a:t>
            </a:r>
            <a:r>
              <a:rPr sz="1296" b="0" baseline="-25000">
                <a:solidFill>
                  <a:srgbClr val="000000"/>
                </a:solidFill>
                <a:latin typeface="Arial"/>
                <a:ea typeface="Arial"/>
                <a:cs typeface="Arial"/>
              </a:rPr>
              <a:t>1</a:t>
            </a:r>
          </a:p>
        </p:txBody>
      </p:sp>
      <p:sp>
        <p:nvSpPr>
          <p:cNvPr id="70" name="C_s₂_level">
            <a:extLst xmlns:a="http://schemas.openxmlformats.org/drawingml/2006/main">
              <a:ext uri="{FF2B5EF4-FFF2-40B4-BE49-F238E27FC236}">
                <a16:creationId xmlns:a16="http://schemas.microsoft.com/office/drawing/2014/main" id="{8572C153-FADC-475D-A157-DB01AB17CDC9}"/>
              </a:ext>
            </a:extLst>
          </p:cNvPr>
          <p:cNvSpPr>
            <a:spLocks xmlns:a="http://schemas.openxmlformats.org/drawingml/2006/main" noGrp="1"/>
          </p:cNvSpPr>
          <p:nvPr/>
        </p:nvSpPr>
        <p:spPr>
          <a:xfrm xmlns:a="http://schemas.openxmlformats.org/drawingml/2006/main" rot="0" flipH="0" flipV="0">
            <a:off x="4857750" y="3872947"/>
            <a:ext cx="3454210" cy="95"/>
          </a:xfrm>
          <a:custGeom xmlns:a="http://schemas.openxmlformats.org/drawingml/2006/main">
            <a:pathLst>
              <a:path w="3454210" h="95">
                <a:moveTo>
                  <a:pt x="0" y="0"/>
                </a:moveTo>
                <a:lnTo>
                  <a:pt x="3454210" y="95"/>
                </a:lnTo>
              </a:path>
            </a:pathLst>
          </a:custGeom>
          <a:noFill xmlns:a="http://schemas.openxmlformats.org/drawingml/2006/main"/>
          <a:ln xmlns:a="http://schemas.openxmlformats.org/drawingml/2006/main" w="10478">
            <a:solidFill>
              <a:srgbClr val="7B8790"/>
            </a:solidFill>
            <a:prstDash val="dash"/>
          </a:ln>
        </p:spPr>
      </p:sp>
      <p:sp>
        <p:nvSpPr>
          <p:cNvPr id="71" name="C_s₂_label">
            <a:extLst xmlns:a="http://schemas.openxmlformats.org/drawingml/2006/main">
              <a:ext uri="{FF2B5EF4-FFF2-40B4-BE49-F238E27FC236}">
                <a16:creationId xmlns:a16="http://schemas.microsoft.com/office/drawing/2014/main" id="{2E0AF7BA-909D-4C9D-B7E6-F0B2B97222A8}"/>
              </a:ext>
            </a:extLst>
          </p:cNvPr>
          <p:cNvSpPr>
            <a:spLocks xmlns:a="http://schemas.openxmlformats.org/drawingml/2006/main" noGrp="1"/>
          </p:cNvSpPr>
          <p:nvPr/>
        </p:nvSpPr>
        <p:spPr>
          <a:xfrm xmlns:a="http://schemas.openxmlformats.org/drawingml/2006/main" rot="0" flipH="0" flipV="0">
            <a:off x="8324850" y="3760061"/>
            <a:ext cx="228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00000"/>
                </a:solidFill>
                <a:latin typeface="Arial"/>
                <a:ea typeface="Arial"/>
                <a:cs typeface="Arial"/>
              </a:defRPr>
            </a:defPPr>
            <a:lvl1pPr algn="l">
              <a:defRPr sz="1800" b="0">
                <a:solidFill>
                  <a:srgbClr val="000000"/>
                </a:solidFill>
                <a:latin typeface="Arial"/>
                <a:ea typeface="Arial"/>
                <a:cs typeface="Arial"/>
              </a:defRPr>
            </a:lvl1pPr>
            <a:lvl2pPr algn="l">
              <a:defRPr sz="1800" b="0">
                <a:solidFill>
                  <a:srgbClr val="000000"/>
                </a:solidFill>
                <a:latin typeface="Arial"/>
                <a:ea typeface="Arial"/>
                <a:cs typeface="Arial"/>
              </a:defRPr>
            </a:lvl2pPr>
            <a:lvl3pPr algn="l">
              <a:defRPr sz="1800" b="0">
                <a:solidFill>
                  <a:srgbClr val="000000"/>
                </a:solidFill>
                <a:latin typeface="Arial"/>
                <a:ea typeface="Arial"/>
                <a:cs typeface="Arial"/>
              </a:defRPr>
            </a:lvl3pPr>
            <a:lvl4pPr algn="l">
              <a:defRPr sz="1800" b="0">
                <a:solidFill>
                  <a:srgbClr val="000000"/>
                </a:solidFill>
                <a:latin typeface="Arial"/>
                <a:ea typeface="Arial"/>
                <a:cs typeface="Arial"/>
              </a:defRPr>
            </a:lvl4pPr>
            <a:lvl5pPr algn="l">
              <a:defRPr sz="1800" b="0">
                <a:solidFill>
                  <a:srgbClr val="000000"/>
                </a:solidFill>
                <a:latin typeface="Arial"/>
                <a:ea typeface="Arial"/>
                <a:cs typeface="Arial"/>
              </a:defRPr>
            </a:lvl5pPr>
            <a:lvl6pPr algn="l">
              <a:defRPr sz="1800" b="0">
                <a:solidFill>
                  <a:srgbClr val="000000"/>
                </a:solidFill>
                <a:latin typeface="Arial"/>
                <a:ea typeface="Arial"/>
                <a:cs typeface="Arial"/>
              </a:defRPr>
            </a:lvl6pPr>
            <a:lvl7pPr algn="l">
              <a:defRPr sz="1800" b="0">
                <a:solidFill>
                  <a:srgbClr val="000000"/>
                </a:solidFill>
                <a:latin typeface="Arial"/>
                <a:ea typeface="Arial"/>
                <a:cs typeface="Arial"/>
              </a:defRPr>
            </a:lvl7pPr>
            <a:lvl8pPr algn="l">
              <a:defRPr sz="1800" b="0">
                <a:solidFill>
                  <a:srgbClr val="000000"/>
                </a:solidFill>
                <a:latin typeface="Arial"/>
                <a:ea typeface="Arial"/>
                <a:cs typeface="Arial"/>
              </a:defRPr>
            </a:lvl8pPr>
            <a:lvl9pPr algn="l">
              <a:defRPr sz="1800" b="0">
                <a:solidFill>
                  <a:srgbClr val="000000"/>
                </a:solidFill>
                <a:latin typeface="Arial"/>
                <a:ea typeface="Arial"/>
                <a:cs typeface="Arial"/>
              </a:defRPr>
            </a:lvl9pPr>
          </a:lstStyle>
          <a:p xmlns:a="http://schemas.openxmlformats.org/drawingml/2006/main">
            <a:pPr algn="l">
              <a:defRPr sz="1800" b="0">
                <a:solidFill>
                  <a:srgbClr val="000000"/>
                </a:solidFill>
                <a:latin typeface="Arial"/>
                <a:ea typeface="Arial"/>
                <a:cs typeface="Arial"/>
              </a:defRPr>
            </a:pPr>
            <a:r>
              <a:rPr sz="1800" b="0">
                <a:solidFill>
                  <a:srgbClr val="000000"/>
                </a:solidFill>
                <a:latin typeface="Arial"/>
                <a:ea typeface="Arial"/>
                <a:cs typeface="Arial"/>
              </a:rPr>
              <a:t>s</a:t>
            </a:r>
            <a:r>
              <a:rPr sz="1296" b="0" baseline="-25000">
                <a:solidFill>
                  <a:srgbClr val="000000"/>
                </a:solidFill>
                <a:latin typeface="Arial"/>
                <a:ea typeface="Arial"/>
                <a:cs typeface="Arial"/>
              </a:rPr>
              <a:t>2</a:t>
            </a:r>
          </a:p>
        </p:txBody>
      </p:sp>
      <p:sp>
        <p:nvSpPr>
          <p:cNvPr id="72" name="C_y_axis">
            <a:extLst xmlns:a="http://schemas.openxmlformats.org/drawingml/2006/main">
              <a:ext uri="{FF2B5EF4-FFF2-40B4-BE49-F238E27FC236}">
                <a16:creationId xmlns:a16="http://schemas.microsoft.com/office/drawing/2014/main" id="{022C6869-0DED-4AE0-95B2-150F3DCD5592}"/>
              </a:ext>
            </a:extLst>
          </p:cNvPr>
          <p:cNvSpPr>
            <a:spLocks xmlns:a="http://schemas.openxmlformats.org/drawingml/2006/main" noGrp="1"/>
          </p:cNvSpPr>
          <p:nvPr/>
        </p:nvSpPr>
        <p:spPr>
          <a:xfrm xmlns:a="http://schemas.openxmlformats.org/drawingml/2006/main" rot="0" flipH="0" flipV="0">
            <a:off x="4857750" y="3667125"/>
            <a:ext cx="95" cy="1104412"/>
          </a:xfrm>
          <a:custGeom xmlns:a="http://schemas.openxmlformats.org/drawingml/2006/main">
            <a:pathLst>
              <a:path w="95" h="1104412">
                <a:moveTo>
                  <a:pt x="0" y="0"/>
                </a:moveTo>
                <a:lnTo>
                  <a:pt x="95" y="1104412"/>
                </a:lnTo>
              </a:path>
            </a:pathLst>
          </a:custGeom>
          <a:noFill xmlns:a="http://schemas.openxmlformats.org/drawingml/2006/main"/>
          <a:ln xmlns:a="http://schemas.openxmlformats.org/drawingml/2006/main" w="10478">
            <a:solidFill>
              <a:srgbClr val="263238"/>
            </a:solidFill>
            <a:prstDash val="solid"/>
          </a:ln>
        </p:spPr>
      </p:sp>
      <p:sp>
        <p:nvSpPr>
          <p:cNvPr id="73" name="C_x_axis">
            <a:extLst xmlns:a="http://schemas.openxmlformats.org/drawingml/2006/main">
              <a:ext uri="{FF2B5EF4-FFF2-40B4-BE49-F238E27FC236}">
                <a16:creationId xmlns:a16="http://schemas.microsoft.com/office/drawing/2014/main" id="{84FD4B72-43A1-4E3F-9B66-96FE47BC5A81}"/>
              </a:ext>
            </a:extLst>
          </p:cNvPr>
          <p:cNvSpPr>
            <a:spLocks xmlns:a="http://schemas.openxmlformats.org/drawingml/2006/main" noGrp="1"/>
          </p:cNvSpPr>
          <p:nvPr/>
        </p:nvSpPr>
        <p:spPr>
          <a:xfrm xmlns:a="http://schemas.openxmlformats.org/drawingml/2006/main" rot="0" flipH="0" flipV="0">
            <a:off x="4857750" y="4766517"/>
            <a:ext cx="3458407" cy="95"/>
          </a:xfrm>
          <a:custGeom xmlns:a="http://schemas.openxmlformats.org/drawingml/2006/main">
            <a:pathLst>
              <a:path w="3458407" h="95">
                <a:moveTo>
                  <a:pt x="0" y="0"/>
                </a:moveTo>
                <a:lnTo>
                  <a:pt x="3458407" y="95"/>
                </a:lnTo>
              </a:path>
            </a:pathLst>
          </a:custGeom>
          <a:noFill xmlns:a="http://schemas.openxmlformats.org/drawingml/2006/main"/>
          <a:ln xmlns:a="http://schemas.openxmlformats.org/drawingml/2006/main" w="10478">
            <a:solidFill>
              <a:srgbClr val="263238"/>
            </a:solidFill>
            <a:prstDash val="solid"/>
          </a:ln>
        </p:spPr>
      </p:sp>
      <p:sp>
        <p:nvSpPr>
          <p:cNvPr id="74" name="C_f">
            <a:extLst xmlns:a="http://schemas.openxmlformats.org/drawingml/2006/main">
              <a:ext uri="{FF2B5EF4-FFF2-40B4-BE49-F238E27FC236}">
                <a16:creationId xmlns:a16="http://schemas.microsoft.com/office/drawing/2014/main" id="{25A73AE6-DE5A-4BE7-959E-5300C17F9DA4}"/>
              </a:ext>
            </a:extLst>
          </p:cNvPr>
          <p:cNvSpPr>
            <a:spLocks xmlns:a="http://schemas.openxmlformats.org/drawingml/2006/main" noGrp="1"/>
          </p:cNvSpPr>
          <p:nvPr/>
        </p:nvSpPr>
        <p:spPr>
          <a:xfrm xmlns:a="http://schemas.openxmlformats.org/drawingml/2006/main" rot="0" flipH="0" flipV="0">
            <a:off x="4657725" y="3543300"/>
            <a:ext cx="2381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00000"/>
                </a:solidFill>
                <a:latin typeface="Arial"/>
                <a:ea typeface="Arial"/>
                <a:cs typeface="Arial"/>
              </a:defRPr>
            </a:defPPr>
            <a:lvl1pPr algn="l">
              <a:defRPr sz="1725" b="0">
                <a:solidFill>
                  <a:srgbClr val="000000"/>
                </a:solidFill>
                <a:latin typeface="Arial"/>
                <a:ea typeface="Arial"/>
                <a:cs typeface="Arial"/>
              </a:defRPr>
            </a:lvl1pPr>
            <a:lvl2pPr algn="l">
              <a:defRPr sz="1725" b="0">
                <a:solidFill>
                  <a:srgbClr val="000000"/>
                </a:solidFill>
                <a:latin typeface="Arial"/>
                <a:ea typeface="Arial"/>
                <a:cs typeface="Arial"/>
              </a:defRPr>
            </a:lvl2pPr>
            <a:lvl3pPr algn="l">
              <a:defRPr sz="1725" b="0">
                <a:solidFill>
                  <a:srgbClr val="000000"/>
                </a:solidFill>
                <a:latin typeface="Arial"/>
                <a:ea typeface="Arial"/>
                <a:cs typeface="Arial"/>
              </a:defRPr>
            </a:lvl3pPr>
            <a:lvl4pPr algn="l">
              <a:defRPr sz="1725" b="0">
                <a:solidFill>
                  <a:srgbClr val="000000"/>
                </a:solidFill>
                <a:latin typeface="Arial"/>
                <a:ea typeface="Arial"/>
                <a:cs typeface="Arial"/>
              </a:defRPr>
            </a:lvl4pPr>
            <a:lvl5pPr algn="l">
              <a:defRPr sz="1725" b="0">
                <a:solidFill>
                  <a:srgbClr val="000000"/>
                </a:solidFill>
                <a:latin typeface="Arial"/>
                <a:ea typeface="Arial"/>
                <a:cs typeface="Arial"/>
              </a:defRPr>
            </a:lvl5pPr>
            <a:lvl6pPr algn="l">
              <a:defRPr sz="1725" b="0">
                <a:solidFill>
                  <a:srgbClr val="000000"/>
                </a:solidFill>
                <a:latin typeface="Arial"/>
                <a:ea typeface="Arial"/>
                <a:cs typeface="Arial"/>
              </a:defRPr>
            </a:lvl6pPr>
            <a:lvl7pPr algn="l">
              <a:defRPr sz="1725" b="0">
                <a:solidFill>
                  <a:srgbClr val="000000"/>
                </a:solidFill>
                <a:latin typeface="Arial"/>
                <a:ea typeface="Arial"/>
                <a:cs typeface="Arial"/>
              </a:defRPr>
            </a:lvl7pPr>
            <a:lvl8pPr algn="l">
              <a:defRPr sz="1725" b="0">
                <a:solidFill>
                  <a:srgbClr val="000000"/>
                </a:solidFill>
                <a:latin typeface="Arial"/>
                <a:ea typeface="Arial"/>
                <a:cs typeface="Arial"/>
              </a:defRPr>
            </a:lvl8pPr>
            <a:lvl9pPr algn="l">
              <a:defRPr sz="1725" b="0">
                <a:solidFill>
                  <a:srgbClr val="000000"/>
                </a:solidFill>
                <a:latin typeface="Arial"/>
                <a:ea typeface="Arial"/>
                <a:cs typeface="Arial"/>
              </a:defRPr>
            </a:lvl9pPr>
          </a:lstStyle>
          <a:p xmlns:a="http://schemas.openxmlformats.org/drawingml/2006/main">
            <a:pPr algn="l">
              <a:defRPr sz="1725" b="0">
                <a:solidFill>
                  <a:srgbClr val="000000"/>
                </a:solidFill>
                <a:latin typeface="Arial"/>
                <a:ea typeface="Arial"/>
                <a:cs typeface="Arial"/>
              </a:defRPr>
            </a:pPr>
            <a:r>
              <a:rPr sz="1725" b="0">
                <a:solidFill>
                  <a:srgbClr val="000000"/>
                </a:solidFill>
                <a:latin typeface="Arial"/>
                <a:ea typeface="Arial"/>
                <a:cs typeface="Arial"/>
              </a:rPr>
              <a:t>f</a:t>
            </a:r>
          </a:p>
        </p:txBody>
      </p:sp>
      <p:sp>
        <p:nvSpPr>
          <p:cNvPr id="75" name="C_u">
            <a:extLst xmlns:a="http://schemas.openxmlformats.org/drawingml/2006/main">
              <a:ext uri="{FF2B5EF4-FFF2-40B4-BE49-F238E27FC236}">
                <a16:creationId xmlns:a16="http://schemas.microsoft.com/office/drawing/2014/main" id="{A31095F8-C43A-42E4-9424-80CC7E2383CB}"/>
              </a:ext>
            </a:extLst>
          </p:cNvPr>
          <p:cNvSpPr>
            <a:spLocks xmlns:a="http://schemas.openxmlformats.org/drawingml/2006/main" noGrp="1"/>
          </p:cNvSpPr>
          <p:nvPr/>
        </p:nvSpPr>
        <p:spPr>
          <a:xfrm xmlns:a="http://schemas.openxmlformats.org/drawingml/2006/main" rot="0" flipH="0" flipV="0">
            <a:off x="8343900" y="4657725"/>
            <a:ext cx="1905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00000"/>
                </a:solidFill>
                <a:latin typeface="Arial"/>
                <a:ea typeface="Arial"/>
                <a:cs typeface="Arial"/>
              </a:defRPr>
            </a:defPPr>
            <a:lvl1pPr algn="l">
              <a:defRPr sz="1725" b="0">
                <a:solidFill>
                  <a:srgbClr val="000000"/>
                </a:solidFill>
                <a:latin typeface="Arial"/>
                <a:ea typeface="Arial"/>
                <a:cs typeface="Arial"/>
              </a:defRPr>
            </a:lvl1pPr>
            <a:lvl2pPr algn="l">
              <a:defRPr sz="1725" b="0">
                <a:solidFill>
                  <a:srgbClr val="000000"/>
                </a:solidFill>
                <a:latin typeface="Arial"/>
                <a:ea typeface="Arial"/>
                <a:cs typeface="Arial"/>
              </a:defRPr>
            </a:lvl2pPr>
            <a:lvl3pPr algn="l">
              <a:defRPr sz="1725" b="0">
                <a:solidFill>
                  <a:srgbClr val="000000"/>
                </a:solidFill>
                <a:latin typeface="Arial"/>
                <a:ea typeface="Arial"/>
                <a:cs typeface="Arial"/>
              </a:defRPr>
            </a:lvl3pPr>
            <a:lvl4pPr algn="l">
              <a:defRPr sz="1725" b="0">
                <a:solidFill>
                  <a:srgbClr val="000000"/>
                </a:solidFill>
                <a:latin typeface="Arial"/>
                <a:ea typeface="Arial"/>
                <a:cs typeface="Arial"/>
              </a:defRPr>
            </a:lvl4pPr>
            <a:lvl5pPr algn="l">
              <a:defRPr sz="1725" b="0">
                <a:solidFill>
                  <a:srgbClr val="000000"/>
                </a:solidFill>
                <a:latin typeface="Arial"/>
                <a:ea typeface="Arial"/>
                <a:cs typeface="Arial"/>
              </a:defRPr>
            </a:lvl5pPr>
            <a:lvl6pPr algn="l">
              <a:defRPr sz="1725" b="0">
                <a:solidFill>
                  <a:srgbClr val="000000"/>
                </a:solidFill>
                <a:latin typeface="Arial"/>
                <a:ea typeface="Arial"/>
                <a:cs typeface="Arial"/>
              </a:defRPr>
            </a:lvl6pPr>
            <a:lvl7pPr algn="l">
              <a:defRPr sz="1725" b="0">
                <a:solidFill>
                  <a:srgbClr val="000000"/>
                </a:solidFill>
                <a:latin typeface="Arial"/>
                <a:ea typeface="Arial"/>
                <a:cs typeface="Arial"/>
              </a:defRPr>
            </a:lvl7pPr>
            <a:lvl8pPr algn="l">
              <a:defRPr sz="1725" b="0">
                <a:solidFill>
                  <a:srgbClr val="000000"/>
                </a:solidFill>
                <a:latin typeface="Arial"/>
                <a:ea typeface="Arial"/>
                <a:cs typeface="Arial"/>
              </a:defRPr>
            </a:lvl8pPr>
            <a:lvl9pPr algn="l">
              <a:defRPr sz="1725" b="0">
                <a:solidFill>
                  <a:srgbClr val="000000"/>
                </a:solidFill>
                <a:latin typeface="Arial"/>
                <a:ea typeface="Arial"/>
                <a:cs typeface="Arial"/>
              </a:defRPr>
            </a:lvl9pPr>
          </a:lstStyle>
          <a:p xmlns:a="http://schemas.openxmlformats.org/drawingml/2006/main">
            <a:pPr algn="l">
              <a:defRPr sz="1725" b="0">
                <a:solidFill>
                  <a:srgbClr val="000000"/>
                </a:solidFill>
                <a:latin typeface="Arial"/>
                <a:ea typeface="Arial"/>
                <a:cs typeface="Arial"/>
              </a:defRPr>
            </a:pPr>
            <a:r>
              <a:rPr sz="1725" b="0">
                <a:solidFill>
                  <a:srgbClr val="000000"/>
                </a:solidFill>
                <a:latin typeface="Arial"/>
                <a:ea typeface="Arial"/>
                <a:cs typeface="Arial"/>
              </a:rPr>
              <a:t>u</a:t>
            </a:r>
          </a:p>
        </p:txBody>
      </p:sp>
      <p:sp>
        <p:nvSpPr>
          <p:cNvPr id="76" name="C_same_baseline_exact_copy_of_B">
            <a:extLst xmlns:a="http://schemas.openxmlformats.org/drawingml/2006/main">
              <a:ext uri="{FF2B5EF4-FFF2-40B4-BE49-F238E27FC236}">
                <a16:creationId xmlns:a16="http://schemas.microsoft.com/office/drawing/2014/main" id="{429CA7D3-191A-476D-BB6F-29CE3991D955}"/>
              </a:ext>
            </a:extLst>
          </p:cNvPr>
          <p:cNvSpPr>
            <a:spLocks xmlns:a="http://schemas.openxmlformats.org/drawingml/2006/main" noGrp="1"/>
          </p:cNvSpPr>
          <p:nvPr/>
        </p:nvSpPr>
        <p:spPr>
          <a:xfrm xmlns:a="http://schemas.openxmlformats.org/drawingml/2006/main" rot="0" flipH="0" flipV="0">
            <a:off x="4857750" y="3716573"/>
            <a:ext cx="3454210" cy="1049945"/>
          </a:xfrm>
          <a:custGeom xmlns:a="http://schemas.openxmlformats.org/drawingml/2006/main">
            <a:pathLst>
              <a:path w="6772960" h="1721221">
                <a:moveTo>
                  <a:pt x="0" y="0"/>
                </a:moveTo>
                <a:lnTo>
                  <a:pt x="52597" y="8016"/>
                </a:lnTo>
                <a:lnTo>
                  <a:pt x="105195" y="31914"/>
                </a:lnTo>
                <a:lnTo>
                  <a:pt x="157793" y="71249"/>
                </a:lnTo>
                <a:lnTo>
                  <a:pt x="210391" y="125288"/>
                </a:lnTo>
                <a:lnTo>
                  <a:pt x="262989" y="193025"/>
                </a:lnTo>
                <a:lnTo>
                  <a:pt x="315587" y="273198"/>
                </a:lnTo>
                <a:lnTo>
                  <a:pt x="368185" y="364313"/>
                </a:lnTo>
                <a:lnTo>
                  <a:pt x="420783" y="464674"/>
                </a:lnTo>
                <a:lnTo>
                  <a:pt x="473381" y="572409"/>
                </a:lnTo>
                <a:lnTo>
                  <a:pt x="525978" y="685514"/>
                </a:lnTo>
                <a:lnTo>
                  <a:pt x="578576" y="801880"/>
                </a:lnTo>
                <a:lnTo>
                  <a:pt x="631174" y="919341"/>
                </a:lnTo>
                <a:lnTo>
                  <a:pt x="683772" y="1035707"/>
                </a:lnTo>
                <a:lnTo>
                  <a:pt x="736370" y="1148811"/>
                </a:lnTo>
                <a:lnTo>
                  <a:pt x="788968" y="1256547"/>
                </a:lnTo>
                <a:lnTo>
                  <a:pt x="841566" y="1356907"/>
                </a:lnTo>
                <a:lnTo>
                  <a:pt x="894164" y="1448023"/>
                </a:lnTo>
                <a:lnTo>
                  <a:pt x="946761" y="1528196"/>
                </a:lnTo>
                <a:lnTo>
                  <a:pt x="999359" y="1595933"/>
                </a:lnTo>
                <a:lnTo>
                  <a:pt x="1051957" y="1649972"/>
                </a:lnTo>
                <a:lnTo>
                  <a:pt x="1104555" y="1689307"/>
                </a:lnTo>
                <a:lnTo>
                  <a:pt x="1157153" y="1713205"/>
                </a:lnTo>
                <a:lnTo>
                  <a:pt x="1209751" y="1721221"/>
                </a:lnTo>
                <a:lnTo>
                  <a:pt x="1260560" y="1717810"/>
                </a:lnTo>
                <a:lnTo>
                  <a:pt x="1311368" y="1707640"/>
                </a:lnTo>
                <a:lnTo>
                  <a:pt x="1362177" y="1690902"/>
                </a:lnTo>
                <a:lnTo>
                  <a:pt x="1412986" y="1667907"/>
                </a:lnTo>
                <a:lnTo>
                  <a:pt x="1463795" y="1639082"/>
                </a:lnTo>
                <a:lnTo>
                  <a:pt x="1514604" y="1604966"/>
                </a:lnTo>
                <a:lnTo>
                  <a:pt x="1565413" y="1566194"/>
                </a:lnTo>
                <a:lnTo>
                  <a:pt x="1616221" y="1523487"/>
                </a:lnTo>
                <a:lnTo>
                  <a:pt x="1667030" y="1477642"/>
                </a:lnTo>
                <a:lnTo>
                  <a:pt x="1717839" y="1429513"/>
                </a:lnTo>
                <a:lnTo>
                  <a:pt x="1768648" y="1379995"/>
                </a:lnTo>
                <a:lnTo>
                  <a:pt x="1819457" y="1330012"/>
                </a:lnTo>
                <a:lnTo>
                  <a:pt x="1870266" y="1280495"/>
                </a:lnTo>
                <a:lnTo>
                  <a:pt x="1921074" y="1232365"/>
                </a:lnTo>
                <a:lnTo>
                  <a:pt x="1971883" y="1186520"/>
                </a:lnTo>
                <a:lnTo>
                  <a:pt x="2022692" y="1143813"/>
                </a:lnTo>
                <a:lnTo>
                  <a:pt x="2073501" y="1105041"/>
                </a:lnTo>
                <a:lnTo>
                  <a:pt x="2124310" y="1070925"/>
                </a:lnTo>
                <a:lnTo>
                  <a:pt x="2175119" y="1042101"/>
                </a:lnTo>
                <a:lnTo>
                  <a:pt x="2225927" y="1019105"/>
                </a:lnTo>
                <a:lnTo>
                  <a:pt x="2276736" y="1002367"/>
                </a:lnTo>
                <a:lnTo>
                  <a:pt x="2327545" y="992197"/>
                </a:lnTo>
                <a:lnTo>
                  <a:pt x="2378354" y="988786"/>
                </a:lnTo>
                <a:lnTo>
                  <a:pt x="2428805" y="992197"/>
                </a:lnTo>
                <a:lnTo>
                  <a:pt x="2479256" y="1002367"/>
                </a:lnTo>
                <a:lnTo>
                  <a:pt x="2529707" y="1019105"/>
                </a:lnTo>
                <a:lnTo>
                  <a:pt x="2580158" y="1042101"/>
                </a:lnTo>
                <a:lnTo>
                  <a:pt x="2630609" y="1070925"/>
                </a:lnTo>
                <a:lnTo>
                  <a:pt x="2681060" y="1105041"/>
                </a:lnTo>
                <a:lnTo>
                  <a:pt x="2731511" y="1143813"/>
                </a:lnTo>
                <a:lnTo>
                  <a:pt x="2781962" y="1186520"/>
                </a:lnTo>
                <a:lnTo>
                  <a:pt x="2832413" y="1232365"/>
                </a:lnTo>
                <a:lnTo>
                  <a:pt x="2882864" y="1280495"/>
                </a:lnTo>
                <a:lnTo>
                  <a:pt x="2933315" y="1330012"/>
                </a:lnTo>
                <a:lnTo>
                  <a:pt x="2983766" y="1379995"/>
                </a:lnTo>
                <a:lnTo>
                  <a:pt x="3034217" y="1429513"/>
                </a:lnTo>
                <a:lnTo>
                  <a:pt x="3084668" y="1477642"/>
                </a:lnTo>
                <a:lnTo>
                  <a:pt x="3135119" y="1523487"/>
                </a:lnTo>
                <a:lnTo>
                  <a:pt x="3185570" y="1566194"/>
                </a:lnTo>
                <a:lnTo>
                  <a:pt x="3236021" y="1604966"/>
                </a:lnTo>
                <a:lnTo>
                  <a:pt x="3286472" y="1639082"/>
                </a:lnTo>
                <a:lnTo>
                  <a:pt x="3336923" y="1667907"/>
                </a:lnTo>
                <a:lnTo>
                  <a:pt x="3387375" y="1690902"/>
                </a:lnTo>
                <a:lnTo>
                  <a:pt x="3437826" y="1707640"/>
                </a:lnTo>
                <a:lnTo>
                  <a:pt x="3488277" y="1717810"/>
                </a:lnTo>
                <a:lnTo>
                  <a:pt x="3538728" y="1721221"/>
                </a:lnTo>
                <a:lnTo>
                  <a:pt x="3589179" y="1714399"/>
                </a:lnTo>
                <a:lnTo>
                  <a:pt x="3639630" y="1694060"/>
                </a:lnTo>
                <a:lnTo>
                  <a:pt x="3690081" y="1660584"/>
                </a:lnTo>
                <a:lnTo>
                  <a:pt x="3740532" y="1614593"/>
                </a:lnTo>
                <a:lnTo>
                  <a:pt x="3790983" y="1556944"/>
                </a:lnTo>
                <a:lnTo>
                  <a:pt x="3841434" y="1488712"/>
                </a:lnTo>
                <a:lnTo>
                  <a:pt x="3891885" y="1411167"/>
                </a:lnTo>
                <a:lnTo>
                  <a:pt x="3942336" y="1325754"/>
                </a:lnTo>
                <a:lnTo>
                  <a:pt x="3992787" y="1234064"/>
                </a:lnTo>
                <a:lnTo>
                  <a:pt x="4043238" y="1137805"/>
                </a:lnTo>
                <a:lnTo>
                  <a:pt x="4093689" y="1038769"/>
                </a:lnTo>
                <a:lnTo>
                  <a:pt x="4144140" y="938803"/>
                </a:lnTo>
                <a:lnTo>
                  <a:pt x="4194591" y="839768"/>
                </a:lnTo>
                <a:lnTo>
                  <a:pt x="4245042" y="743509"/>
                </a:lnTo>
                <a:lnTo>
                  <a:pt x="4295493" y="651819"/>
                </a:lnTo>
                <a:lnTo>
                  <a:pt x="4345944" y="566406"/>
                </a:lnTo>
                <a:lnTo>
                  <a:pt x="4396395" y="488861"/>
                </a:lnTo>
                <a:lnTo>
                  <a:pt x="4446846" y="420629"/>
                </a:lnTo>
                <a:lnTo>
                  <a:pt x="4497297" y="362980"/>
                </a:lnTo>
                <a:lnTo>
                  <a:pt x="4547748" y="316989"/>
                </a:lnTo>
                <a:lnTo>
                  <a:pt x="4598199" y="283513"/>
                </a:lnTo>
                <a:lnTo>
                  <a:pt x="4648650" y="263174"/>
                </a:lnTo>
                <a:lnTo>
                  <a:pt x="4699101" y="256352"/>
                </a:lnTo>
                <a:lnTo>
                  <a:pt x="4750626" y="263174"/>
                </a:lnTo>
                <a:lnTo>
                  <a:pt x="4802150" y="283513"/>
                </a:lnTo>
                <a:lnTo>
                  <a:pt x="4853675" y="316989"/>
                </a:lnTo>
                <a:lnTo>
                  <a:pt x="4905199" y="362980"/>
                </a:lnTo>
                <a:lnTo>
                  <a:pt x="4956723" y="420629"/>
                </a:lnTo>
                <a:lnTo>
                  <a:pt x="5008248" y="488861"/>
                </a:lnTo>
                <a:lnTo>
                  <a:pt x="5059772" y="566406"/>
                </a:lnTo>
                <a:lnTo>
                  <a:pt x="5111297" y="651819"/>
                </a:lnTo>
                <a:lnTo>
                  <a:pt x="5162821" y="743509"/>
                </a:lnTo>
                <a:lnTo>
                  <a:pt x="5214346" y="839768"/>
                </a:lnTo>
                <a:lnTo>
                  <a:pt x="5265870" y="938803"/>
                </a:lnTo>
                <a:lnTo>
                  <a:pt x="5317395" y="1038769"/>
                </a:lnTo>
                <a:lnTo>
                  <a:pt x="5368919" y="1137805"/>
                </a:lnTo>
                <a:lnTo>
                  <a:pt x="5420444" y="1234064"/>
                </a:lnTo>
                <a:lnTo>
                  <a:pt x="5471968" y="1325754"/>
                </a:lnTo>
                <a:lnTo>
                  <a:pt x="5523492" y="1411167"/>
                </a:lnTo>
                <a:lnTo>
                  <a:pt x="5575017" y="1488712"/>
                </a:lnTo>
                <a:lnTo>
                  <a:pt x="5626541" y="1556944"/>
                </a:lnTo>
                <a:lnTo>
                  <a:pt x="5678066" y="1614593"/>
                </a:lnTo>
                <a:lnTo>
                  <a:pt x="5729590" y="1660584"/>
                </a:lnTo>
                <a:lnTo>
                  <a:pt x="5781115" y="1694060"/>
                </a:lnTo>
                <a:lnTo>
                  <a:pt x="5832639" y="1714399"/>
                </a:lnTo>
                <a:lnTo>
                  <a:pt x="5884164" y="1721221"/>
                </a:lnTo>
                <a:lnTo>
                  <a:pt x="5922807" y="1713205"/>
                </a:lnTo>
                <a:lnTo>
                  <a:pt x="5961450" y="1689307"/>
                </a:lnTo>
                <a:lnTo>
                  <a:pt x="6000094" y="1649972"/>
                </a:lnTo>
                <a:lnTo>
                  <a:pt x="6038737" y="1595933"/>
                </a:lnTo>
                <a:lnTo>
                  <a:pt x="6077380" y="1528196"/>
                </a:lnTo>
                <a:lnTo>
                  <a:pt x="6116024" y="1448023"/>
                </a:lnTo>
                <a:lnTo>
                  <a:pt x="6154667" y="1356907"/>
                </a:lnTo>
                <a:lnTo>
                  <a:pt x="6193310" y="1256547"/>
                </a:lnTo>
                <a:lnTo>
                  <a:pt x="6231954" y="1148811"/>
                </a:lnTo>
                <a:lnTo>
                  <a:pt x="6270597" y="1035707"/>
                </a:lnTo>
                <a:lnTo>
                  <a:pt x="6309240" y="919341"/>
                </a:lnTo>
                <a:lnTo>
                  <a:pt x="6347884" y="801880"/>
                </a:lnTo>
                <a:lnTo>
                  <a:pt x="6386527" y="685514"/>
                </a:lnTo>
                <a:lnTo>
                  <a:pt x="6425170" y="572409"/>
                </a:lnTo>
                <a:lnTo>
                  <a:pt x="6463814" y="464674"/>
                </a:lnTo>
                <a:lnTo>
                  <a:pt x="6502457" y="364313"/>
                </a:lnTo>
                <a:lnTo>
                  <a:pt x="6541100" y="273198"/>
                </a:lnTo>
                <a:lnTo>
                  <a:pt x="6579744" y="193025"/>
                </a:lnTo>
                <a:lnTo>
                  <a:pt x="6618387" y="125288"/>
                </a:lnTo>
                <a:lnTo>
                  <a:pt x="6657030" y="71249"/>
                </a:lnTo>
                <a:lnTo>
                  <a:pt x="6695674" y="31914"/>
                </a:lnTo>
                <a:lnTo>
                  <a:pt x="6734317" y="8016"/>
                </a:lnTo>
                <a:lnTo>
                  <a:pt x="6772960" y="0"/>
                </a:lnTo>
              </a:path>
            </a:pathLst>
          </a:custGeom>
          <a:noFill xmlns:a="http://schemas.openxmlformats.org/drawingml/2006/main"/>
          <a:ln xmlns:a="http://schemas.openxmlformats.org/drawingml/2006/main" w="19786">
            <a:solidFill>
              <a:srgbClr val="92A5B1"/>
            </a:solidFill>
            <a:prstDash val="dash"/>
          </a:ln>
        </p:spPr>
      </p:sp>
      <p:sp>
        <p:nvSpPr>
          <p:cNvPr id="78" name="C_optimal_realized_profile">
            <a:extLst xmlns:a="http://schemas.openxmlformats.org/drawingml/2006/main">
              <a:ext uri="{FF2B5EF4-FFF2-40B4-BE49-F238E27FC236}">
                <a16:creationId xmlns:a16="http://schemas.microsoft.com/office/drawing/2014/main" id="{771AC855-12F2-4022-A376-AE8A85F8832C}"/>
              </a:ext>
            </a:extLst>
          </p:cNvPr>
          <p:cNvSpPr>
            <a:spLocks xmlns:a="http://schemas.openxmlformats.org/drawingml/2006/main" noGrp="1"/>
          </p:cNvSpPr>
          <p:nvPr/>
        </p:nvSpPr>
        <p:spPr>
          <a:xfrm xmlns:a="http://schemas.openxmlformats.org/drawingml/2006/main" rot="0" flipH="0" flipV="0">
            <a:off x="4857750" y="3716573"/>
            <a:ext cx="3454210" cy="1049945"/>
          </a:xfrm>
          <a:custGeom xmlns:a="http://schemas.openxmlformats.org/drawingml/2006/main">
            <a:pathLst>
              <a:path w="6772960" h="1721221">
                <a:moveTo>
                  <a:pt x="0" y="0"/>
                </a:moveTo>
                <a:lnTo>
                  <a:pt x="52597" y="8016"/>
                </a:lnTo>
                <a:lnTo>
                  <a:pt x="105195" y="31914"/>
                </a:lnTo>
                <a:lnTo>
                  <a:pt x="157793" y="71249"/>
                </a:lnTo>
                <a:lnTo>
                  <a:pt x="210391" y="125288"/>
                </a:lnTo>
                <a:lnTo>
                  <a:pt x="262989" y="193025"/>
                </a:lnTo>
                <a:lnTo>
                  <a:pt x="315587" y="273198"/>
                </a:lnTo>
                <a:lnTo>
                  <a:pt x="368185" y="364313"/>
                </a:lnTo>
                <a:lnTo>
                  <a:pt x="420783" y="464674"/>
                </a:lnTo>
                <a:lnTo>
                  <a:pt x="473381" y="572409"/>
                </a:lnTo>
                <a:lnTo>
                  <a:pt x="525978" y="685514"/>
                </a:lnTo>
                <a:lnTo>
                  <a:pt x="578576" y="801880"/>
                </a:lnTo>
                <a:lnTo>
                  <a:pt x="631174" y="919341"/>
                </a:lnTo>
                <a:lnTo>
                  <a:pt x="683772" y="1035707"/>
                </a:lnTo>
                <a:lnTo>
                  <a:pt x="736370" y="1148811"/>
                </a:lnTo>
                <a:lnTo>
                  <a:pt x="788968" y="1256547"/>
                </a:lnTo>
                <a:lnTo>
                  <a:pt x="841566" y="1356907"/>
                </a:lnTo>
                <a:lnTo>
                  <a:pt x="894164" y="1448023"/>
                </a:lnTo>
                <a:lnTo>
                  <a:pt x="946761" y="1528196"/>
                </a:lnTo>
                <a:lnTo>
                  <a:pt x="999359" y="1595933"/>
                </a:lnTo>
                <a:lnTo>
                  <a:pt x="1051957" y="1649972"/>
                </a:lnTo>
                <a:lnTo>
                  <a:pt x="1104555" y="1689307"/>
                </a:lnTo>
                <a:lnTo>
                  <a:pt x="1157153" y="1713205"/>
                </a:lnTo>
                <a:lnTo>
                  <a:pt x="1209751" y="1721221"/>
                </a:lnTo>
                <a:lnTo>
                  <a:pt x="1260560" y="1716104"/>
                </a:lnTo>
                <a:lnTo>
                  <a:pt x="1311368" y="1700850"/>
                </a:lnTo>
                <a:lnTo>
                  <a:pt x="1362177" y="1675743"/>
                </a:lnTo>
                <a:lnTo>
                  <a:pt x="1412986" y="1641250"/>
                </a:lnTo>
                <a:lnTo>
                  <a:pt x="1463795" y="1598013"/>
                </a:lnTo>
                <a:lnTo>
                  <a:pt x="1514604" y="1546839"/>
                </a:lnTo>
                <a:lnTo>
                  <a:pt x="1565413" y="1488680"/>
                </a:lnTo>
                <a:lnTo>
                  <a:pt x="1616221" y="1424621"/>
                </a:lnTo>
                <a:lnTo>
                  <a:pt x="1667030" y="1355853"/>
                </a:lnTo>
                <a:lnTo>
                  <a:pt x="1717839" y="1283659"/>
                </a:lnTo>
                <a:lnTo>
                  <a:pt x="1768648" y="1209382"/>
                </a:lnTo>
                <a:lnTo>
                  <a:pt x="1819457" y="1134408"/>
                </a:lnTo>
                <a:lnTo>
                  <a:pt x="1870266" y="1060131"/>
                </a:lnTo>
                <a:lnTo>
                  <a:pt x="1921074" y="987937"/>
                </a:lnTo>
                <a:lnTo>
                  <a:pt x="1971883" y="919169"/>
                </a:lnTo>
                <a:lnTo>
                  <a:pt x="2022692" y="855110"/>
                </a:lnTo>
                <a:lnTo>
                  <a:pt x="2073501" y="796951"/>
                </a:lnTo>
                <a:lnTo>
                  <a:pt x="2124310" y="745777"/>
                </a:lnTo>
                <a:lnTo>
                  <a:pt x="2175119" y="702540"/>
                </a:lnTo>
                <a:lnTo>
                  <a:pt x="2225927" y="668047"/>
                </a:lnTo>
                <a:lnTo>
                  <a:pt x="2276736" y="642940"/>
                </a:lnTo>
                <a:lnTo>
                  <a:pt x="2327545" y="627686"/>
                </a:lnTo>
                <a:lnTo>
                  <a:pt x="2378354" y="622569"/>
                </a:lnTo>
                <a:lnTo>
                  <a:pt x="2428805" y="627686"/>
                </a:lnTo>
                <a:lnTo>
                  <a:pt x="2479256" y="642940"/>
                </a:lnTo>
                <a:lnTo>
                  <a:pt x="2529707" y="668047"/>
                </a:lnTo>
                <a:lnTo>
                  <a:pt x="2580158" y="702540"/>
                </a:lnTo>
                <a:lnTo>
                  <a:pt x="2630609" y="745777"/>
                </a:lnTo>
                <a:lnTo>
                  <a:pt x="2681060" y="796951"/>
                </a:lnTo>
                <a:lnTo>
                  <a:pt x="2731511" y="855110"/>
                </a:lnTo>
                <a:lnTo>
                  <a:pt x="2781962" y="919169"/>
                </a:lnTo>
                <a:lnTo>
                  <a:pt x="2832413" y="987937"/>
                </a:lnTo>
                <a:lnTo>
                  <a:pt x="2882864" y="1060131"/>
                </a:lnTo>
                <a:lnTo>
                  <a:pt x="2933315" y="1134408"/>
                </a:lnTo>
                <a:lnTo>
                  <a:pt x="2983766" y="1209382"/>
                </a:lnTo>
                <a:lnTo>
                  <a:pt x="3034217" y="1283659"/>
                </a:lnTo>
                <a:lnTo>
                  <a:pt x="3084668" y="1355853"/>
                </a:lnTo>
                <a:lnTo>
                  <a:pt x="3135119" y="1424621"/>
                </a:lnTo>
                <a:lnTo>
                  <a:pt x="3185570" y="1488680"/>
                </a:lnTo>
                <a:lnTo>
                  <a:pt x="3236021" y="1546839"/>
                </a:lnTo>
                <a:lnTo>
                  <a:pt x="3286472" y="1598013"/>
                </a:lnTo>
                <a:lnTo>
                  <a:pt x="3336923" y="1641250"/>
                </a:lnTo>
                <a:lnTo>
                  <a:pt x="3387375" y="1675743"/>
                </a:lnTo>
                <a:lnTo>
                  <a:pt x="3437826" y="1700850"/>
                </a:lnTo>
                <a:lnTo>
                  <a:pt x="3488277" y="1716104"/>
                </a:lnTo>
                <a:lnTo>
                  <a:pt x="3538728" y="1721221"/>
                </a:lnTo>
                <a:lnTo>
                  <a:pt x="3589179" y="1716104"/>
                </a:lnTo>
                <a:lnTo>
                  <a:pt x="3639630" y="1700850"/>
                </a:lnTo>
                <a:lnTo>
                  <a:pt x="3690081" y="1675743"/>
                </a:lnTo>
                <a:lnTo>
                  <a:pt x="3740532" y="1641250"/>
                </a:lnTo>
                <a:lnTo>
                  <a:pt x="3790983" y="1598013"/>
                </a:lnTo>
                <a:lnTo>
                  <a:pt x="3841434" y="1546839"/>
                </a:lnTo>
                <a:lnTo>
                  <a:pt x="3891885" y="1488680"/>
                </a:lnTo>
                <a:lnTo>
                  <a:pt x="3942336" y="1424621"/>
                </a:lnTo>
                <a:lnTo>
                  <a:pt x="3992787" y="1355853"/>
                </a:lnTo>
                <a:lnTo>
                  <a:pt x="4043238" y="1283659"/>
                </a:lnTo>
                <a:lnTo>
                  <a:pt x="4093689" y="1209382"/>
                </a:lnTo>
                <a:lnTo>
                  <a:pt x="4144140" y="1134408"/>
                </a:lnTo>
                <a:lnTo>
                  <a:pt x="4194591" y="1060131"/>
                </a:lnTo>
                <a:lnTo>
                  <a:pt x="4245042" y="987937"/>
                </a:lnTo>
                <a:lnTo>
                  <a:pt x="4295493" y="919169"/>
                </a:lnTo>
                <a:lnTo>
                  <a:pt x="4345944" y="855110"/>
                </a:lnTo>
                <a:lnTo>
                  <a:pt x="4396395" y="796951"/>
                </a:lnTo>
                <a:lnTo>
                  <a:pt x="4446846" y="745777"/>
                </a:lnTo>
                <a:lnTo>
                  <a:pt x="4497297" y="702540"/>
                </a:lnTo>
                <a:lnTo>
                  <a:pt x="4547748" y="668047"/>
                </a:lnTo>
                <a:lnTo>
                  <a:pt x="4598199" y="642940"/>
                </a:lnTo>
                <a:lnTo>
                  <a:pt x="4648650" y="627686"/>
                </a:lnTo>
                <a:lnTo>
                  <a:pt x="4699101" y="622569"/>
                </a:lnTo>
                <a:lnTo>
                  <a:pt x="4750626" y="627686"/>
                </a:lnTo>
                <a:lnTo>
                  <a:pt x="4802150" y="642940"/>
                </a:lnTo>
                <a:lnTo>
                  <a:pt x="4853675" y="668047"/>
                </a:lnTo>
                <a:lnTo>
                  <a:pt x="4905199" y="702540"/>
                </a:lnTo>
                <a:lnTo>
                  <a:pt x="4956723" y="745777"/>
                </a:lnTo>
                <a:lnTo>
                  <a:pt x="5008248" y="796951"/>
                </a:lnTo>
                <a:lnTo>
                  <a:pt x="5059772" y="855110"/>
                </a:lnTo>
                <a:lnTo>
                  <a:pt x="5111297" y="919169"/>
                </a:lnTo>
                <a:lnTo>
                  <a:pt x="5162821" y="987937"/>
                </a:lnTo>
                <a:lnTo>
                  <a:pt x="5214346" y="1060131"/>
                </a:lnTo>
                <a:lnTo>
                  <a:pt x="5265870" y="1134408"/>
                </a:lnTo>
                <a:lnTo>
                  <a:pt x="5317395" y="1209382"/>
                </a:lnTo>
                <a:lnTo>
                  <a:pt x="5368919" y="1283659"/>
                </a:lnTo>
                <a:lnTo>
                  <a:pt x="5420444" y="1355853"/>
                </a:lnTo>
                <a:lnTo>
                  <a:pt x="5471968" y="1424621"/>
                </a:lnTo>
                <a:lnTo>
                  <a:pt x="5523492" y="1488680"/>
                </a:lnTo>
                <a:lnTo>
                  <a:pt x="5575017" y="1546839"/>
                </a:lnTo>
                <a:lnTo>
                  <a:pt x="5626541" y="1598013"/>
                </a:lnTo>
                <a:lnTo>
                  <a:pt x="5678066" y="1641250"/>
                </a:lnTo>
                <a:lnTo>
                  <a:pt x="5729590" y="1675743"/>
                </a:lnTo>
                <a:lnTo>
                  <a:pt x="5781115" y="1700850"/>
                </a:lnTo>
                <a:lnTo>
                  <a:pt x="5832639" y="1716104"/>
                </a:lnTo>
                <a:lnTo>
                  <a:pt x="5884164" y="1721221"/>
                </a:lnTo>
                <a:lnTo>
                  <a:pt x="5922807" y="1713205"/>
                </a:lnTo>
                <a:lnTo>
                  <a:pt x="5961450" y="1689307"/>
                </a:lnTo>
                <a:lnTo>
                  <a:pt x="6000094" y="1649972"/>
                </a:lnTo>
                <a:lnTo>
                  <a:pt x="6038737" y="1595933"/>
                </a:lnTo>
                <a:lnTo>
                  <a:pt x="6077380" y="1528196"/>
                </a:lnTo>
                <a:lnTo>
                  <a:pt x="6116024" y="1448023"/>
                </a:lnTo>
                <a:lnTo>
                  <a:pt x="6154667" y="1356907"/>
                </a:lnTo>
                <a:lnTo>
                  <a:pt x="6193310" y="1256547"/>
                </a:lnTo>
                <a:lnTo>
                  <a:pt x="6231954" y="1148811"/>
                </a:lnTo>
                <a:lnTo>
                  <a:pt x="6270597" y="1035707"/>
                </a:lnTo>
                <a:lnTo>
                  <a:pt x="6309240" y="919341"/>
                </a:lnTo>
                <a:lnTo>
                  <a:pt x="6347884" y="801880"/>
                </a:lnTo>
                <a:lnTo>
                  <a:pt x="6386527" y="685514"/>
                </a:lnTo>
                <a:lnTo>
                  <a:pt x="6425170" y="572409"/>
                </a:lnTo>
                <a:lnTo>
                  <a:pt x="6463814" y="464674"/>
                </a:lnTo>
                <a:lnTo>
                  <a:pt x="6502457" y="364313"/>
                </a:lnTo>
                <a:lnTo>
                  <a:pt x="6541100" y="273198"/>
                </a:lnTo>
                <a:lnTo>
                  <a:pt x="6579744" y="193025"/>
                </a:lnTo>
                <a:lnTo>
                  <a:pt x="6618387" y="125288"/>
                </a:lnTo>
                <a:lnTo>
                  <a:pt x="6657030" y="71249"/>
                </a:lnTo>
                <a:lnTo>
                  <a:pt x="6695674" y="31914"/>
                </a:lnTo>
                <a:lnTo>
                  <a:pt x="6734317" y="8016"/>
                </a:lnTo>
                <a:lnTo>
                  <a:pt x="6772960" y="0"/>
                </a:lnTo>
              </a:path>
            </a:pathLst>
          </a:custGeom>
          <a:noFill xmlns:a="http://schemas.openxmlformats.org/drawingml/2006/main"/>
          <a:ln xmlns:a="http://schemas.openxmlformats.org/drawingml/2006/main" w="30404">
            <a:solidFill>
              <a:srgbClr val="009E73"/>
            </a:solidFill>
            <a:prstDash val="solid"/>
          </a:ln>
        </p:spPr>
      </p:sp>
      <p:sp>
        <p:nvSpPr>
          <p:cNvPr id="79" name="C_actual_anchor_A">
            <a:extLst xmlns:a="http://schemas.openxmlformats.org/drawingml/2006/main">
              <a:ext uri="{FF2B5EF4-FFF2-40B4-BE49-F238E27FC236}">
                <a16:creationId xmlns:a16="http://schemas.microsoft.com/office/drawing/2014/main" id="{C4B604A9-EF4B-4552-B1DF-9C39D4A7C812}"/>
              </a:ext>
            </a:extLst>
          </p:cNvPr>
          <p:cNvSpPr>
            <a:spLocks xmlns:a="http://schemas.openxmlformats.org/drawingml/2006/main" noGrp="1"/>
          </p:cNvSpPr>
          <p:nvPr/>
        </p:nvSpPr>
        <p:spPr>
          <a:xfrm xmlns:a="http://schemas.openxmlformats.org/drawingml/2006/main" rot="0" flipH="0" flipV="0">
            <a:off x="5408048" y="4699842"/>
            <a:ext cx="133350" cy="133350"/>
          </a:xfrm>
          <a:prstGeom xmlns:a="http://schemas.openxmlformats.org/drawingml/2006/main" prst="ellipse">
            <a:avLst/>
          </a:prstGeom>
          <a:solidFill xmlns:a="http://schemas.openxmlformats.org/drawingml/2006/main">
            <a:srgbClr val="0072B2"/>
          </a:solidFill>
          <a:ln xmlns:a="http://schemas.openxmlformats.org/drawingml/2006/main" w="10617">
            <a:solidFill>
              <a:srgbClr val="FFFFFF"/>
            </a:solidFill>
            <a:prstDash val="solid"/>
          </a:ln>
        </p:spPr>
      </p:sp>
      <p:sp>
        <p:nvSpPr>
          <p:cNvPr id="80" name="C_anchor_label_A">
            <a:extLst xmlns:a="http://schemas.openxmlformats.org/drawingml/2006/main">
              <a:ext uri="{FF2B5EF4-FFF2-40B4-BE49-F238E27FC236}">
                <a16:creationId xmlns:a16="http://schemas.microsoft.com/office/drawing/2014/main" id="{94D7D6F1-56CD-41D2-9C40-1A45E5BE9E79}"/>
              </a:ext>
            </a:extLst>
          </p:cNvPr>
          <p:cNvSpPr>
            <a:spLocks xmlns:a="http://schemas.openxmlformats.org/drawingml/2006/main" noGrp="1"/>
          </p:cNvSpPr>
          <p:nvPr/>
        </p:nvSpPr>
        <p:spPr>
          <a:xfrm xmlns:a="http://schemas.openxmlformats.org/drawingml/2006/main" rot="0" flipH="0" flipV="0">
            <a:off x="5246123" y="48006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00000"/>
                </a:solidFill>
                <a:latin typeface="Arial"/>
                <a:ea typeface="Arial"/>
                <a:cs typeface="Arial"/>
              </a:defRPr>
            </a:defPPr>
            <a:lvl1pPr algn="ctr">
              <a:defRPr sz="1875" b="1">
                <a:solidFill>
                  <a:srgbClr val="000000"/>
                </a:solidFill>
                <a:latin typeface="Arial"/>
                <a:ea typeface="Arial"/>
                <a:cs typeface="Arial"/>
              </a:defRPr>
            </a:lvl1pPr>
            <a:lvl2pPr algn="ctr">
              <a:defRPr sz="1875" b="1">
                <a:solidFill>
                  <a:srgbClr val="000000"/>
                </a:solidFill>
                <a:latin typeface="Arial"/>
                <a:ea typeface="Arial"/>
                <a:cs typeface="Arial"/>
              </a:defRPr>
            </a:lvl2pPr>
            <a:lvl3pPr algn="ctr">
              <a:defRPr sz="1875" b="1">
                <a:solidFill>
                  <a:srgbClr val="000000"/>
                </a:solidFill>
                <a:latin typeface="Arial"/>
                <a:ea typeface="Arial"/>
                <a:cs typeface="Arial"/>
              </a:defRPr>
            </a:lvl3pPr>
            <a:lvl4pPr algn="ctr">
              <a:defRPr sz="1875" b="1">
                <a:solidFill>
                  <a:srgbClr val="000000"/>
                </a:solidFill>
                <a:latin typeface="Arial"/>
                <a:ea typeface="Arial"/>
                <a:cs typeface="Arial"/>
              </a:defRPr>
            </a:lvl4pPr>
            <a:lvl5pPr algn="ctr">
              <a:defRPr sz="1875" b="1">
                <a:solidFill>
                  <a:srgbClr val="000000"/>
                </a:solidFill>
                <a:latin typeface="Arial"/>
                <a:ea typeface="Arial"/>
                <a:cs typeface="Arial"/>
              </a:defRPr>
            </a:lvl5pPr>
            <a:lvl6pPr algn="ctr">
              <a:defRPr sz="1875" b="1">
                <a:solidFill>
                  <a:srgbClr val="000000"/>
                </a:solidFill>
                <a:latin typeface="Arial"/>
                <a:ea typeface="Arial"/>
                <a:cs typeface="Arial"/>
              </a:defRPr>
            </a:lvl6pPr>
            <a:lvl7pPr algn="ctr">
              <a:defRPr sz="1875" b="1">
                <a:solidFill>
                  <a:srgbClr val="000000"/>
                </a:solidFill>
                <a:latin typeface="Arial"/>
                <a:ea typeface="Arial"/>
                <a:cs typeface="Arial"/>
              </a:defRPr>
            </a:lvl7pPr>
            <a:lvl8pPr algn="ctr">
              <a:defRPr sz="1875" b="1">
                <a:solidFill>
                  <a:srgbClr val="000000"/>
                </a:solidFill>
                <a:latin typeface="Arial"/>
                <a:ea typeface="Arial"/>
                <a:cs typeface="Arial"/>
              </a:defRPr>
            </a:lvl8pPr>
            <a:lvl9pPr algn="ctr">
              <a:defRPr sz="1875" b="1">
                <a:solidFill>
                  <a:srgbClr val="000000"/>
                </a:solidFill>
                <a:latin typeface="Arial"/>
                <a:ea typeface="Arial"/>
                <a:cs typeface="Arial"/>
              </a:defRPr>
            </a:lvl9pPr>
          </a:lstStyle>
          <a:p xmlns:a="http://schemas.openxmlformats.org/drawingml/2006/main">
            <a:pPr algn="ctr">
              <a:defRPr sz="1875" b="1">
                <a:solidFill>
                  <a:srgbClr val="000000"/>
                </a:solidFill>
                <a:latin typeface="Arial"/>
                <a:ea typeface="Arial"/>
                <a:cs typeface="Arial"/>
              </a:defRPr>
            </a:pPr>
            <a:r>
              <a:rPr sz="1875" b="1">
                <a:solidFill>
                  <a:srgbClr val="000000"/>
                </a:solidFill>
                <a:latin typeface="Arial"/>
                <a:ea typeface="Arial"/>
                <a:cs typeface="Arial"/>
              </a:rPr>
              <a:t>A</a:t>
            </a:r>
          </a:p>
        </p:txBody>
      </p:sp>
      <p:sp>
        <p:nvSpPr>
          <p:cNvPr id="81" name="C_actual_anchor_C">
            <a:extLst xmlns:a="http://schemas.openxmlformats.org/drawingml/2006/main">
              <a:ext uri="{FF2B5EF4-FFF2-40B4-BE49-F238E27FC236}">
                <a16:creationId xmlns:a16="http://schemas.microsoft.com/office/drawing/2014/main" id="{20603102-4B3E-4CF1-9E5E-20DCAA837936}"/>
              </a:ext>
            </a:extLst>
          </p:cNvPr>
          <p:cNvSpPr>
            <a:spLocks xmlns:a="http://schemas.openxmlformats.org/drawingml/2006/main" noGrp="1"/>
          </p:cNvSpPr>
          <p:nvPr/>
        </p:nvSpPr>
        <p:spPr>
          <a:xfrm xmlns:a="http://schemas.openxmlformats.org/drawingml/2006/main" rot="0" flipH="0" flipV="0">
            <a:off x="6595826" y="4699842"/>
            <a:ext cx="133350" cy="133350"/>
          </a:xfrm>
          <a:prstGeom xmlns:a="http://schemas.openxmlformats.org/drawingml/2006/main" prst="ellipse">
            <a:avLst/>
          </a:prstGeom>
          <a:solidFill xmlns:a="http://schemas.openxmlformats.org/drawingml/2006/main">
            <a:srgbClr val="009E73"/>
          </a:solidFill>
          <a:ln xmlns:a="http://schemas.openxmlformats.org/drawingml/2006/main" w="10617">
            <a:solidFill>
              <a:srgbClr val="FFFFFF"/>
            </a:solidFill>
            <a:prstDash val="solid"/>
          </a:ln>
        </p:spPr>
      </p:sp>
      <p:sp>
        <p:nvSpPr>
          <p:cNvPr id="82" name="C_anchor_label_C">
            <a:extLst xmlns:a="http://schemas.openxmlformats.org/drawingml/2006/main">
              <a:ext uri="{FF2B5EF4-FFF2-40B4-BE49-F238E27FC236}">
                <a16:creationId xmlns:a16="http://schemas.microsoft.com/office/drawing/2014/main" id="{124EA49E-752C-40FF-A4B8-B4A36C6B8EC4}"/>
              </a:ext>
            </a:extLst>
          </p:cNvPr>
          <p:cNvSpPr>
            <a:spLocks xmlns:a="http://schemas.openxmlformats.org/drawingml/2006/main" noGrp="1"/>
          </p:cNvSpPr>
          <p:nvPr/>
        </p:nvSpPr>
        <p:spPr>
          <a:xfrm xmlns:a="http://schemas.openxmlformats.org/drawingml/2006/main" rot="0" flipH="0" flipV="0">
            <a:off x="6433901" y="48006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00000"/>
                </a:solidFill>
                <a:latin typeface="Arial"/>
                <a:ea typeface="Arial"/>
                <a:cs typeface="Arial"/>
              </a:defRPr>
            </a:defPPr>
            <a:lvl1pPr algn="ctr">
              <a:defRPr sz="1875" b="1">
                <a:solidFill>
                  <a:srgbClr val="000000"/>
                </a:solidFill>
                <a:latin typeface="Arial"/>
                <a:ea typeface="Arial"/>
                <a:cs typeface="Arial"/>
              </a:defRPr>
            </a:lvl1pPr>
            <a:lvl2pPr algn="ctr">
              <a:defRPr sz="1875" b="1">
                <a:solidFill>
                  <a:srgbClr val="000000"/>
                </a:solidFill>
                <a:latin typeface="Arial"/>
                <a:ea typeface="Arial"/>
                <a:cs typeface="Arial"/>
              </a:defRPr>
            </a:lvl2pPr>
            <a:lvl3pPr algn="ctr">
              <a:defRPr sz="1875" b="1">
                <a:solidFill>
                  <a:srgbClr val="000000"/>
                </a:solidFill>
                <a:latin typeface="Arial"/>
                <a:ea typeface="Arial"/>
                <a:cs typeface="Arial"/>
              </a:defRPr>
            </a:lvl3pPr>
            <a:lvl4pPr algn="ctr">
              <a:defRPr sz="1875" b="1">
                <a:solidFill>
                  <a:srgbClr val="000000"/>
                </a:solidFill>
                <a:latin typeface="Arial"/>
                <a:ea typeface="Arial"/>
                <a:cs typeface="Arial"/>
              </a:defRPr>
            </a:lvl4pPr>
            <a:lvl5pPr algn="ctr">
              <a:defRPr sz="1875" b="1">
                <a:solidFill>
                  <a:srgbClr val="000000"/>
                </a:solidFill>
                <a:latin typeface="Arial"/>
                <a:ea typeface="Arial"/>
                <a:cs typeface="Arial"/>
              </a:defRPr>
            </a:lvl5pPr>
            <a:lvl6pPr algn="ctr">
              <a:defRPr sz="1875" b="1">
                <a:solidFill>
                  <a:srgbClr val="000000"/>
                </a:solidFill>
                <a:latin typeface="Arial"/>
                <a:ea typeface="Arial"/>
                <a:cs typeface="Arial"/>
              </a:defRPr>
            </a:lvl6pPr>
            <a:lvl7pPr algn="ctr">
              <a:defRPr sz="1875" b="1">
                <a:solidFill>
                  <a:srgbClr val="000000"/>
                </a:solidFill>
                <a:latin typeface="Arial"/>
                <a:ea typeface="Arial"/>
                <a:cs typeface="Arial"/>
              </a:defRPr>
            </a:lvl7pPr>
            <a:lvl8pPr algn="ctr">
              <a:defRPr sz="1875" b="1">
                <a:solidFill>
                  <a:srgbClr val="000000"/>
                </a:solidFill>
                <a:latin typeface="Arial"/>
                <a:ea typeface="Arial"/>
                <a:cs typeface="Arial"/>
              </a:defRPr>
            </a:lvl8pPr>
            <a:lvl9pPr algn="ctr">
              <a:defRPr sz="1875" b="1">
                <a:solidFill>
                  <a:srgbClr val="000000"/>
                </a:solidFill>
                <a:latin typeface="Arial"/>
                <a:ea typeface="Arial"/>
                <a:cs typeface="Arial"/>
              </a:defRPr>
            </a:lvl9pPr>
          </a:lstStyle>
          <a:p xmlns:a="http://schemas.openxmlformats.org/drawingml/2006/main">
            <a:pPr algn="ctr">
              <a:defRPr sz="1875" b="1">
                <a:solidFill>
                  <a:srgbClr val="000000"/>
                </a:solidFill>
                <a:latin typeface="Arial"/>
                <a:ea typeface="Arial"/>
                <a:cs typeface="Arial"/>
              </a:defRPr>
            </a:pPr>
            <a:r>
              <a:rPr sz="1875" b="1">
                <a:solidFill>
                  <a:srgbClr val="000000"/>
                </a:solidFill>
                <a:latin typeface="Arial"/>
                <a:ea typeface="Arial"/>
                <a:cs typeface="Arial"/>
              </a:rPr>
              <a:t>C</a:t>
            </a:r>
          </a:p>
        </p:txBody>
      </p:sp>
      <p:sp>
        <p:nvSpPr>
          <p:cNvPr id="83" name="C_actual_anchor_B">
            <a:extLst xmlns:a="http://schemas.openxmlformats.org/drawingml/2006/main">
              <a:ext uri="{FF2B5EF4-FFF2-40B4-BE49-F238E27FC236}">
                <a16:creationId xmlns:a16="http://schemas.microsoft.com/office/drawing/2014/main" id="{38920DCD-16CA-43F5-A0C0-02353645FA20}"/>
              </a:ext>
            </a:extLst>
          </p:cNvPr>
          <p:cNvSpPr>
            <a:spLocks xmlns:a="http://schemas.openxmlformats.org/drawingml/2006/main" noGrp="1"/>
          </p:cNvSpPr>
          <p:nvPr/>
        </p:nvSpPr>
        <p:spPr>
          <a:xfrm xmlns:a="http://schemas.openxmlformats.org/drawingml/2006/main" rot="0" flipH="0" flipV="0">
            <a:off x="7791998" y="4699842"/>
            <a:ext cx="133350" cy="133350"/>
          </a:xfrm>
          <a:prstGeom xmlns:a="http://schemas.openxmlformats.org/drawingml/2006/main" prst="ellipse">
            <a:avLst/>
          </a:prstGeom>
          <a:solidFill xmlns:a="http://schemas.openxmlformats.org/drawingml/2006/main">
            <a:srgbClr val="D55E00"/>
          </a:solidFill>
          <a:ln xmlns:a="http://schemas.openxmlformats.org/drawingml/2006/main" w="10617">
            <a:solidFill>
              <a:srgbClr val="FFFFFF"/>
            </a:solidFill>
            <a:prstDash val="solid"/>
          </a:ln>
        </p:spPr>
      </p:sp>
      <p:sp>
        <p:nvSpPr>
          <p:cNvPr id="84" name="C_anchor_label_B">
            <a:extLst xmlns:a="http://schemas.openxmlformats.org/drawingml/2006/main">
              <a:ext uri="{FF2B5EF4-FFF2-40B4-BE49-F238E27FC236}">
                <a16:creationId xmlns:a16="http://schemas.microsoft.com/office/drawing/2014/main" id="{6390E627-A8B5-43A2-AE2D-4871DAEC4875}"/>
              </a:ext>
            </a:extLst>
          </p:cNvPr>
          <p:cNvSpPr>
            <a:spLocks xmlns:a="http://schemas.openxmlformats.org/drawingml/2006/main" noGrp="1"/>
          </p:cNvSpPr>
          <p:nvPr/>
        </p:nvSpPr>
        <p:spPr>
          <a:xfrm xmlns:a="http://schemas.openxmlformats.org/drawingml/2006/main" rot="0" flipH="0" flipV="0">
            <a:off x="7630073" y="4800600"/>
            <a:ext cx="45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00000"/>
                </a:solidFill>
                <a:latin typeface="Arial"/>
                <a:ea typeface="Arial"/>
                <a:cs typeface="Arial"/>
              </a:defRPr>
            </a:defPPr>
            <a:lvl1pPr algn="ctr">
              <a:defRPr sz="1875" b="1">
                <a:solidFill>
                  <a:srgbClr val="000000"/>
                </a:solidFill>
                <a:latin typeface="Arial"/>
                <a:ea typeface="Arial"/>
                <a:cs typeface="Arial"/>
              </a:defRPr>
            </a:lvl1pPr>
            <a:lvl2pPr algn="ctr">
              <a:defRPr sz="1875" b="1">
                <a:solidFill>
                  <a:srgbClr val="000000"/>
                </a:solidFill>
                <a:latin typeface="Arial"/>
                <a:ea typeface="Arial"/>
                <a:cs typeface="Arial"/>
              </a:defRPr>
            </a:lvl2pPr>
            <a:lvl3pPr algn="ctr">
              <a:defRPr sz="1875" b="1">
                <a:solidFill>
                  <a:srgbClr val="000000"/>
                </a:solidFill>
                <a:latin typeface="Arial"/>
                <a:ea typeface="Arial"/>
                <a:cs typeface="Arial"/>
              </a:defRPr>
            </a:lvl3pPr>
            <a:lvl4pPr algn="ctr">
              <a:defRPr sz="1875" b="1">
                <a:solidFill>
                  <a:srgbClr val="000000"/>
                </a:solidFill>
                <a:latin typeface="Arial"/>
                <a:ea typeface="Arial"/>
                <a:cs typeface="Arial"/>
              </a:defRPr>
            </a:lvl4pPr>
            <a:lvl5pPr algn="ctr">
              <a:defRPr sz="1875" b="1">
                <a:solidFill>
                  <a:srgbClr val="000000"/>
                </a:solidFill>
                <a:latin typeface="Arial"/>
                <a:ea typeface="Arial"/>
                <a:cs typeface="Arial"/>
              </a:defRPr>
            </a:lvl5pPr>
            <a:lvl6pPr algn="ctr">
              <a:defRPr sz="1875" b="1">
                <a:solidFill>
                  <a:srgbClr val="000000"/>
                </a:solidFill>
                <a:latin typeface="Arial"/>
                <a:ea typeface="Arial"/>
                <a:cs typeface="Arial"/>
              </a:defRPr>
            </a:lvl6pPr>
            <a:lvl7pPr algn="ctr">
              <a:defRPr sz="1875" b="1">
                <a:solidFill>
                  <a:srgbClr val="000000"/>
                </a:solidFill>
                <a:latin typeface="Arial"/>
                <a:ea typeface="Arial"/>
                <a:cs typeface="Arial"/>
              </a:defRPr>
            </a:lvl7pPr>
            <a:lvl8pPr algn="ctr">
              <a:defRPr sz="1875" b="1">
                <a:solidFill>
                  <a:srgbClr val="000000"/>
                </a:solidFill>
                <a:latin typeface="Arial"/>
                <a:ea typeface="Arial"/>
                <a:cs typeface="Arial"/>
              </a:defRPr>
            </a:lvl8pPr>
            <a:lvl9pPr algn="ctr">
              <a:defRPr sz="1875" b="1">
                <a:solidFill>
                  <a:srgbClr val="000000"/>
                </a:solidFill>
                <a:latin typeface="Arial"/>
                <a:ea typeface="Arial"/>
                <a:cs typeface="Arial"/>
              </a:defRPr>
            </a:lvl9pPr>
          </a:lstStyle>
          <a:p xmlns:a="http://schemas.openxmlformats.org/drawingml/2006/main">
            <a:pPr algn="ctr">
              <a:defRPr sz="1875" b="1">
                <a:solidFill>
                  <a:srgbClr val="000000"/>
                </a:solidFill>
                <a:latin typeface="Arial"/>
                <a:ea typeface="Arial"/>
                <a:cs typeface="Arial"/>
              </a:defRPr>
            </a:pPr>
            <a:r>
              <a:rPr sz="1875" b="1">
                <a:solidFill>
                  <a:srgbClr val="000000"/>
                </a:solidFill>
                <a:latin typeface="Arial"/>
                <a:ea typeface="Arial"/>
                <a:cs typeface="Arial"/>
              </a:rPr>
              <a:t>B</a:t>
            </a:r>
          </a:p>
        </p:txBody>
      </p:sp>
      <p:sp>
        <p:nvSpPr>
          <p:cNvPr id="85" name="C_fixed_ref_A">
            <a:extLst xmlns:a="http://schemas.openxmlformats.org/drawingml/2006/main">
              <a:ext uri="{FF2B5EF4-FFF2-40B4-BE49-F238E27FC236}">
                <a16:creationId xmlns:a16="http://schemas.microsoft.com/office/drawing/2014/main" id="{283EECFF-4E7C-4E27-AC73-9A4D4EAD061F}"/>
              </a:ext>
            </a:extLst>
          </p:cNvPr>
          <p:cNvSpPr>
            <a:spLocks xmlns:a="http://schemas.openxmlformats.org/drawingml/2006/main" noGrp="1"/>
          </p:cNvSpPr>
          <p:nvPr/>
        </p:nvSpPr>
        <p:spPr>
          <a:xfrm xmlns:a="http://schemas.openxmlformats.org/drawingml/2006/main" rot="0" flipH="0" flipV="0">
            <a:off x="5393760" y="5105400"/>
            <a:ext cx="161925" cy="161925"/>
          </a:xfrm>
          <a:prstGeom xmlns:a="http://schemas.openxmlformats.org/drawingml/2006/main" prst="triangle">
            <a:avLst/>
          </a:prstGeom>
          <a:solidFill xmlns:a="http://schemas.openxmlformats.org/drawingml/2006/main">
            <a:srgbClr val="0072B2"/>
          </a:solidFill>
          <a:ln xmlns:a="http://schemas.openxmlformats.org/drawingml/2006/main" w="0">
            <a:noFill/>
            <a:prstDash val="solid"/>
          </a:ln>
        </p:spPr>
      </p:sp>
      <p:sp>
        <p:nvSpPr>
          <p:cNvPr id="86" name="C_fixed_ref_C">
            <a:extLst xmlns:a="http://schemas.openxmlformats.org/drawingml/2006/main">
              <a:ext uri="{FF2B5EF4-FFF2-40B4-BE49-F238E27FC236}">
                <a16:creationId xmlns:a16="http://schemas.microsoft.com/office/drawing/2014/main" id="{CD042B5B-9E6E-4695-B67E-E7480C45D146}"/>
              </a:ext>
            </a:extLst>
          </p:cNvPr>
          <p:cNvSpPr>
            <a:spLocks xmlns:a="http://schemas.openxmlformats.org/drawingml/2006/main" noGrp="1"/>
          </p:cNvSpPr>
          <p:nvPr/>
        </p:nvSpPr>
        <p:spPr>
          <a:xfrm xmlns:a="http://schemas.openxmlformats.org/drawingml/2006/main" rot="0" flipH="0" flipV="0">
            <a:off x="6581538" y="5105400"/>
            <a:ext cx="161925" cy="161925"/>
          </a:xfrm>
          <a:prstGeom xmlns:a="http://schemas.openxmlformats.org/drawingml/2006/main" prst="triangle">
            <a:avLst/>
          </a:prstGeom>
          <a:solidFill xmlns:a="http://schemas.openxmlformats.org/drawingml/2006/main">
            <a:srgbClr val="009E73"/>
          </a:solidFill>
          <a:ln xmlns:a="http://schemas.openxmlformats.org/drawingml/2006/main" w="0">
            <a:noFill/>
            <a:prstDash val="solid"/>
          </a:ln>
        </p:spPr>
      </p:sp>
      <p:sp>
        <p:nvSpPr>
          <p:cNvPr id="87" name="C_fixed_ref_B">
            <a:extLst xmlns:a="http://schemas.openxmlformats.org/drawingml/2006/main">
              <a:ext uri="{FF2B5EF4-FFF2-40B4-BE49-F238E27FC236}">
                <a16:creationId xmlns:a16="http://schemas.microsoft.com/office/drawing/2014/main" id="{8658B63E-7274-4229-B120-6DB2BDC2D1A4}"/>
              </a:ext>
            </a:extLst>
          </p:cNvPr>
          <p:cNvSpPr>
            <a:spLocks xmlns:a="http://schemas.openxmlformats.org/drawingml/2006/main" noGrp="1"/>
          </p:cNvSpPr>
          <p:nvPr/>
        </p:nvSpPr>
        <p:spPr>
          <a:xfrm xmlns:a="http://schemas.openxmlformats.org/drawingml/2006/main" rot="0" flipH="0" flipV="0">
            <a:off x="7777711" y="5105400"/>
            <a:ext cx="161925" cy="161925"/>
          </a:xfrm>
          <a:prstGeom xmlns:a="http://schemas.openxmlformats.org/drawingml/2006/main" prst="triangle">
            <a:avLst/>
          </a:prstGeom>
          <a:solidFill xmlns:a="http://schemas.openxmlformats.org/drawingml/2006/main">
            <a:srgbClr val="D55E00"/>
          </a:solidFill>
          <a:ln xmlns:a="http://schemas.openxmlformats.org/drawingml/2006/main" w="0">
            <a:noFill/>
            <a:prstDash val="solid"/>
          </a:ln>
        </p:spPr>
      </p:sp>
      <p:sp>
        <p:nvSpPr>
          <p:cNvPr id="88" name="B_lca_label">
            <a:extLst xmlns:a="http://schemas.openxmlformats.org/drawingml/2006/main">
              <a:ext uri="{FF2B5EF4-FFF2-40B4-BE49-F238E27FC236}">
                <a16:creationId xmlns:a16="http://schemas.microsoft.com/office/drawing/2014/main" id="{EC6FC184-D354-4E91-9BDD-ADD95601E504}"/>
              </a:ext>
            </a:extLst>
          </p:cNvPr>
          <p:cNvSpPr>
            <a:spLocks xmlns:a="http://schemas.openxmlformats.org/drawingml/2006/main" noGrp="1"/>
          </p:cNvSpPr>
          <p:nvPr/>
        </p:nvSpPr>
        <p:spPr>
          <a:xfrm xmlns:a="http://schemas.openxmlformats.org/drawingml/2006/main" rot="0" flipH="0" flipV="0">
            <a:off x="2990850" y="2828925"/>
            <a:ext cx="1190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000000"/>
                </a:solidFill>
                <a:latin typeface="Arial"/>
                <a:ea typeface="Arial"/>
                <a:cs typeface="Arial"/>
              </a:defRPr>
            </a:defPPr>
            <a:lvl1pPr algn="l">
              <a:defRPr sz="1350" b="1">
                <a:solidFill>
                  <a:srgbClr val="000000"/>
                </a:solidFill>
                <a:latin typeface="Arial"/>
                <a:ea typeface="Arial"/>
                <a:cs typeface="Arial"/>
              </a:defRPr>
            </a:lvl1pPr>
            <a:lvl2pPr algn="l">
              <a:defRPr sz="1350" b="1">
                <a:solidFill>
                  <a:srgbClr val="000000"/>
                </a:solidFill>
                <a:latin typeface="Arial"/>
                <a:ea typeface="Arial"/>
                <a:cs typeface="Arial"/>
              </a:defRPr>
            </a:lvl2pPr>
            <a:lvl3pPr algn="l">
              <a:defRPr sz="1350" b="1">
                <a:solidFill>
                  <a:srgbClr val="000000"/>
                </a:solidFill>
                <a:latin typeface="Arial"/>
                <a:ea typeface="Arial"/>
                <a:cs typeface="Arial"/>
              </a:defRPr>
            </a:lvl3pPr>
            <a:lvl4pPr algn="l">
              <a:defRPr sz="1350" b="1">
                <a:solidFill>
                  <a:srgbClr val="000000"/>
                </a:solidFill>
                <a:latin typeface="Arial"/>
                <a:ea typeface="Arial"/>
                <a:cs typeface="Arial"/>
              </a:defRPr>
            </a:lvl4pPr>
            <a:lvl5pPr algn="l">
              <a:defRPr sz="1350" b="1">
                <a:solidFill>
                  <a:srgbClr val="000000"/>
                </a:solidFill>
                <a:latin typeface="Arial"/>
                <a:ea typeface="Arial"/>
                <a:cs typeface="Arial"/>
              </a:defRPr>
            </a:lvl5pPr>
            <a:lvl6pPr algn="l">
              <a:defRPr sz="1350" b="1">
                <a:solidFill>
                  <a:srgbClr val="000000"/>
                </a:solidFill>
                <a:latin typeface="Arial"/>
                <a:ea typeface="Arial"/>
                <a:cs typeface="Arial"/>
              </a:defRPr>
            </a:lvl6pPr>
            <a:lvl7pPr algn="l">
              <a:defRPr sz="1350" b="1">
                <a:solidFill>
                  <a:srgbClr val="000000"/>
                </a:solidFill>
                <a:latin typeface="Arial"/>
                <a:ea typeface="Arial"/>
                <a:cs typeface="Arial"/>
              </a:defRPr>
            </a:lvl7pPr>
            <a:lvl8pPr algn="l">
              <a:defRPr sz="1350" b="1">
                <a:solidFill>
                  <a:srgbClr val="000000"/>
                </a:solidFill>
                <a:latin typeface="Arial"/>
                <a:ea typeface="Arial"/>
                <a:cs typeface="Arial"/>
              </a:defRPr>
            </a:lvl8pPr>
            <a:lvl9pPr algn="l">
              <a:defRPr sz="1350" b="1">
                <a:solidFill>
                  <a:srgbClr val="000000"/>
                </a:solidFill>
                <a:latin typeface="Arial"/>
                <a:ea typeface="Arial"/>
                <a:cs typeface="Arial"/>
              </a:defRPr>
            </a:lvl9pPr>
          </a:lstStyle>
          <a:p xmlns:a="http://schemas.openxmlformats.org/drawingml/2006/main">
            <a:pPr algn="l">
              <a:defRPr sz="1350" b="1">
                <a:solidFill>
                  <a:srgbClr val="000000"/>
                </a:solidFill>
                <a:latin typeface="Arial"/>
                <a:ea typeface="Arial"/>
                <a:cs typeface="Arial"/>
              </a:defRPr>
            </a:pPr>
            <a:r>
              <a:rPr sz="1350" b="1">
                <a:solidFill>
                  <a:srgbClr val="000000"/>
                </a:solidFill>
                <a:latin typeface="Arial"/>
                <a:ea typeface="Arial"/>
                <a:cs typeface="Arial"/>
              </a:rPr>
              <a:t>LCA</a:t>
            </a:r>
          </a:p>
        </p:txBody>
      </p:sp>
      <p:sp>
        <p:nvSpPr>
          <p:cNvPr id="89" name="B_lca_cost">
            <a:extLst xmlns:a="http://schemas.openxmlformats.org/drawingml/2006/main">
              <a:ext uri="{FF2B5EF4-FFF2-40B4-BE49-F238E27FC236}">
                <a16:creationId xmlns:a16="http://schemas.microsoft.com/office/drawing/2014/main" id="{D9E9A36D-1009-4D25-A7B5-D48D27AF7F2F}"/>
              </a:ext>
            </a:extLst>
          </p:cNvPr>
          <p:cNvSpPr>
            <a:spLocks xmlns:a="http://schemas.openxmlformats.org/drawingml/2006/main" noGrp="1"/>
          </p:cNvSpPr>
          <p:nvPr/>
        </p:nvSpPr>
        <p:spPr>
          <a:xfrm xmlns:a="http://schemas.openxmlformats.org/drawingml/2006/main" rot="0" flipH="0" flipV="0">
            <a:off x="2990850" y="3048000"/>
            <a:ext cx="1190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00000"/>
                </a:solidFill>
                <a:latin typeface="Arial"/>
                <a:ea typeface="Arial"/>
                <a:cs typeface="Arial"/>
              </a:defRPr>
            </a:defPPr>
            <a:lvl1pPr algn="l">
              <a:defRPr sz="1500" b="0">
                <a:solidFill>
                  <a:srgbClr val="000000"/>
                </a:solidFill>
                <a:latin typeface="Arial"/>
                <a:ea typeface="Arial"/>
                <a:cs typeface="Arial"/>
              </a:defRPr>
            </a:lvl1pPr>
            <a:lvl2pPr algn="l">
              <a:defRPr sz="1500" b="0">
                <a:solidFill>
                  <a:srgbClr val="000000"/>
                </a:solidFill>
                <a:latin typeface="Arial"/>
                <a:ea typeface="Arial"/>
                <a:cs typeface="Arial"/>
              </a:defRPr>
            </a:lvl2pPr>
            <a:lvl3pPr algn="l">
              <a:defRPr sz="1500" b="0">
                <a:solidFill>
                  <a:srgbClr val="000000"/>
                </a:solidFill>
                <a:latin typeface="Arial"/>
                <a:ea typeface="Arial"/>
                <a:cs typeface="Arial"/>
              </a:defRPr>
            </a:lvl3pPr>
            <a:lvl4pPr algn="l">
              <a:defRPr sz="1500" b="0">
                <a:solidFill>
                  <a:srgbClr val="000000"/>
                </a:solidFill>
                <a:latin typeface="Arial"/>
                <a:ea typeface="Arial"/>
                <a:cs typeface="Arial"/>
              </a:defRPr>
            </a:lvl4pPr>
            <a:lvl5pPr algn="l">
              <a:defRPr sz="1500" b="0">
                <a:solidFill>
                  <a:srgbClr val="000000"/>
                </a:solidFill>
                <a:latin typeface="Arial"/>
                <a:ea typeface="Arial"/>
                <a:cs typeface="Arial"/>
              </a:defRPr>
            </a:lvl5pPr>
            <a:lvl6pPr algn="l">
              <a:defRPr sz="1500" b="0">
                <a:solidFill>
                  <a:srgbClr val="000000"/>
                </a:solidFill>
                <a:latin typeface="Arial"/>
                <a:ea typeface="Arial"/>
                <a:cs typeface="Arial"/>
              </a:defRPr>
            </a:lvl6pPr>
            <a:lvl7pPr algn="l">
              <a:defRPr sz="1500" b="0">
                <a:solidFill>
                  <a:srgbClr val="000000"/>
                </a:solidFill>
                <a:latin typeface="Arial"/>
                <a:ea typeface="Arial"/>
                <a:cs typeface="Arial"/>
              </a:defRPr>
            </a:lvl7pPr>
            <a:lvl8pPr algn="l">
              <a:defRPr sz="1500" b="0">
                <a:solidFill>
                  <a:srgbClr val="000000"/>
                </a:solidFill>
                <a:latin typeface="Arial"/>
                <a:ea typeface="Arial"/>
                <a:cs typeface="Arial"/>
              </a:defRPr>
            </a:lvl8pPr>
            <a:lvl9pPr algn="l">
              <a:defRPr sz="1500" b="0">
                <a:solidFill>
                  <a:srgbClr val="000000"/>
                </a:solidFill>
                <a:latin typeface="Arial"/>
                <a:ea typeface="Arial"/>
                <a:cs typeface="Arial"/>
              </a:defRPr>
            </a:lvl9pPr>
          </a:lstStyle>
          <a:p xmlns:a="http://schemas.openxmlformats.org/drawingml/2006/main">
            <a:pPr algn="l">
              <a:defRPr sz="1500" b="0">
                <a:solidFill>
                  <a:srgbClr val="000000"/>
                </a:solidFill>
                <a:latin typeface="Arial"/>
                <a:ea typeface="Arial"/>
                <a:cs typeface="Arial"/>
              </a:defRPr>
            </a:pPr>
            <a:r>
              <a:rPr sz="1500" b="0">
                <a:solidFill>
                  <a:srgbClr val="000000"/>
                </a:solidFill>
                <a:latin typeface="Arial"/>
                <a:ea typeface="Arial"/>
                <a:cs typeface="Arial"/>
              </a:rPr>
              <a:t>d</a:t>
            </a:r>
            <a:r>
              <a:rPr sz="1000" b="0" baseline="-25000">
                <a:solidFill>
                  <a:srgbClr val="000000"/>
                </a:solidFill>
                <a:latin typeface="Arial"/>
                <a:ea typeface="Arial"/>
                <a:cs typeface="Arial"/>
              </a:rPr>
              <a:t>top</a:t>
            </a:r>
            <a:r>
              <a:rPr sz="1500" b="0">
                <a:solidFill>
                  <a:srgbClr val="000000"/>
                </a:solidFill>
                <a:latin typeface="Arial"/>
                <a:ea typeface="Arial"/>
                <a:cs typeface="Arial"/>
              </a:rPr>
              <a:t> = γ</a:t>
            </a:r>
          </a:p>
        </p:txBody>
      </p:sp>
      <p:sp>
        <p:nvSpPr>
          <p:cNvPr id="90" name="C_opt_label">
            <a:extLst xmlns:a="http://schemas.openxmlformats.org/drawingml/2006/main">
              <a:ext uri="{FF2B5EF4-FFF2-40B4-BE49-F238E27FC236}">
                <a16:creationId xmlns:a16="http://schemas.microsoft.com/office/drawing/2014/main" id="{4D9339E2-6E88-40B6-A895-37D37B2A6F1D}"/>
              </a:ext>
            </a:extLst>
          </p:cNvPr>
          <p:cNvSpPr>
            <a:spLocks xmlns:a="http://schemas.openxmlformats.org/drawingml/2006/main" noGrp="1"/>
          </p:cNvSpPr>
          <p:nvPr/>
        </p:nvSpPr>
        <p:spPr>
          <a:xfrm xmlns:a="http://schemas.openxmlformats.org/drawingml/2006/main" rot="0" flipH="0" flipV="0">
            <a:off x="7324725" y="2828925"/>
            <a:ext cx="1190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000000"/>
                </a:solidFill>
                <a:latin typeface="Arial"/>
                <a:ea typeface="Arial"/>
                <a:cs typeface="Arial"/>
              </a:defRPr>
            </a:defPPr>
            <a:lvl1pPr algn="l">
              <a:defRPr sz="1350" b="1">
                <a:solidFill>
                  <a:srgbClr val="000000"/>
                </a:solidFill>
                <a:latin typeface="Arial"/>
                <a:ea typeface="Arial"/>
                <a:cs typeface="Arial"/>
              </a:defRPr>
            </a:lvl1pPr>
            <a:lvl2pPr algn="l">
              <a:defRPr sz="1350" b="1">
                <a:solidFill>
                  <a:srgbClr val="000000"/>
                </a:solidFill>
                <a:latin typeface="Arial"/>
                <a:ea typeface="Arial"/>
                <a:cs typeface="Arial"/>
              </a:defRPr>
            </a:lvl2pPr>
            <a:lvl3pPr algn="l">
              <a:defRPr sz="1350" b="1">
                <a:solidFill>
                  <a:srgbClr val="000000"/>
                </a:solidFill>
                <a:latin typeface="Arial"/>
                <a:ea typeface="Arial"/>
                <a:cs typeface="Arial"/>
              </a:defRPr>
            </a:lvl3pPr>
            <a:lvl4pPr algn="l">
              <a:defRPr sz="1350" b="1">
                <a:solidFill>
                  <a:srgbClr val="000000"/>
                </a:solidFill>
                <a:latin typeface="Arial"/>
                <a:ea typeface="Arial"/>
                <a:cs typeface="Arial"/>
              </a:defRPr>
            </a:lvl4pPr>
            <a:lvl5pPr algn="l">
              <a:defRPr sz="1350" b="1">
                <a:solidFill>
                  <a:srgbClr val="000000"/>
                </a:solidFill>
                <a:latin typeface="Arial"/>
                <a:ea typeface="Arial"/>
                <a:cs typeface="Arial"/>
              </a:defRPr>
            </a:lvl5pPr>
            <a:lvl6pPr algn="l">
              <a:defRPr sz="1350" b="1">
                <a:solidFill>
                  <a:srgbClr val="000000"/>
                </a:solidFill>
                <a:latin typeface="Arial"/>
                <a:ea typeface="Arial"/>
                <a:cs typeface="Arial"/>
              </a:defRPr>
            </a:lvl6pPr>
            <a:lvl7pPr algn="l">
              <a:defRPr sz="1350" b="1">
                <a:solidFill>
                  <a:srgbClr val="000000"/>
                </a:solidFill>
                <a:latin typeface="Arial"/>
                <a:ea typeface="Arial"/>
                <a:cs typeface="Arial"/>
              </a:defRPr>
            </a:lvl7pPr>
            <a:lvl8pPr algn="l">
              <a:defRPr sz="1350" b="1">
                <a:solidFill>
                  <a:srgbClr val="000000"/>
                </a:solidFill>
                <a:latin typeface="Arial"/>
                <a:ea typeface="Arial"/>
                <a:cs typeface="Arial"/>
              </a:defRPr>
            </a:lvl8pPr>
            <a:lvl9pPr algn="l">
              <a:defRPr sz="1350" b="1">
                <a:solidFill>
                  <a:srgbClr val="000000"/>
                </a:solidFill>
                <a:latin typeface="Arial"/>
                <a:ea typeface="Arial"/>
                <a:cs typeface="Arial"/>
              </a:defRPr>
            </a:lvl9pPr>
          </a:lstStyle>
          <a:p xmlns:a="http://schemas.openxmlformats.org/drawingml/2006/main">
            <a:pPr algn="l">
              <a:defRPr sz="1350" b="1">
                <a:solidFill>
                  <a:srgbClr val="000000"/>
                </a:solidFill>
                <a:latin typeface="Arial"/>
                <a:ea typeface="Arial"/>
                <a:cs typeface="Arial"/>
              </a:defRPr>
            </a:pPr>
            <a:r>
              <a:rPr sz="1350" b="1">
                <a:solidFill>
                  <a:srgbClr val="000000"/>
                </a:solidFill>
                <a:latin typeface="Arial"/>
                <a:ea typeface="Arial"/>
                <a:cs typeface="Arial"/>
              </a:rPr>
              <a:t>Optimal</a:t>
            </a:r>
          </a:p>
        </p:txBody>
      </p:sp>
      <p:sp>
        <p:nvSpPr>
          <p:cNvPr id="91" name="C_opt_cost">
            <a:extLst xmlns:a="http://schemas.openxmlformats.org/drawingml/2006/main">
              <a:ext uri="{FF2B5EF4-FFF2-40B4-BE49-F238E27FC236}">
                <a16:creationId xmlns:a16="http://schemas.microsoft.com/office/drawing/2014/main" id="{23DE1EC7-2FB3-40C8-8262-A2B0C4A7307E}"/>
              </a:ext>
            </a:extLst>
          </p:cNvPr>
          <p:cNvSpPr>
            <a:spLocks xmlns:a="http://schemas.openxmlformats.org/drawingml/2006/main" noGrp="1"/>
          </p:cNvSpPr>
          <p:nvPr/>
        </p:nvSpPr>
        <p:spPr>
          <a:xfrm xmlns:a="http://schemas.openxmlformats.org/drawingml/2006/main" rot="0" flipH="0" flipV="0">
            <a:off x="7324725" y="3048000"/>
            <a:ext cx="1190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00000"/>
                </a:solidFill>
                <a:latin typeface="Arial"/>
                <a:ea typeface="Arial"/>
                <a:cs typeface="Arial"/>
              </a:defRPr>
            </a:defPPr>
            <a:lvl1pPr algn="l">
              <a:defRPr sz="1500" b="0">
                <a:solidFill>
                  <a:srgbClr val="000000"/>
                </a:solidFill>
                <a:latin typeface="Arial"/>
                <a:ea typeface="Arial"/>
                <a:cs typeface="Arial"/>
              </a:defRPr>
            </a:lvl1pPr>
            <a:lvl2pPr algn="l">
              <a:defRPr sz="1500" b="0">
                <a:solidFill>
                  <a:srgbClr val="000000"/>
                </a:solidFill>
                <a:latin typeface="Arial"/>
                <a:ea typeface="Arial"/>
                <a:cs typeface="Arial"/>
              </a:defRPr>
            </a:lvl2pPr>
            <a:lvl3pPr algn="l">
              <a:defRPr sz="1500" b="0">
                <a:solidFill>
                  <a:srgbClr val="000000"/>
                </a:solidFill>
                <a:latin typeface="Arial"/>
                <a:ea typeface="Arial"/>
                <a:cs typeface="Arial"/>
              </a:defRPr>
            </a:lvl3pPr>
            <a:lvl4pPr algn="l">
              <a:defRPr sz="1500" b="0">
                <a:solidFill>
                  <a:srgbClr val="000000"/>
                </a:solidFill>
                <a:latin typeface="Arial"/>
                <a:ea typeface="Arial"/>
                <a:cs typeface="Arial"/>
              </a:defRPr>
            </a:lvl4pPr>
            <a:lvl5pPr algn="l">
              <a:defRPr sz="1500" b="0">
                <a:solidFill>
                  <a:srgbClr val="000000"/>
                </a:solidFill>
                <a:latin typeface="Arial"/>
                <a:ea typeface="Arial"/>
                <a:cs typeface="Arial"/>
              </a:defRPr>
            </a:lvl5pPr>
            <a:lvl6pPr algn="l">
              <a:defRPr sz="1500" b="0">
                <a:solidFill>
                  <a:srgbClr val="000000"/>
                </a:solidFill>
                <a:latin typeface="Arial"/>
                <a:ea typeface="Arial"/>
                <a:cs typeface="Arial"/>
              </a:defRPr>
            </a:lvl6pPr>
            <a:lvl7pPr algn="l">
              <a:defRPr sz="1500" b="0">
                <a:solidFill>
                  <a:srgbClr val="000000"/>
                </a:solidFill>
                <a:latin typeface="Arial"/>
                <a:ea typeface="Arial"/>
                <a:cs typeface="Arial"/>
              </a:defRPr>
            </a:lvl7pPr>
            <a:lvl8pPr algn="l">
              <a:defRPr sz="1500" b="0">
                <a:solidFill>
                  <a:srgbClr val="000000"/>
                </a:solidFill>
                <a:latin typeface="Arial"/>
                <a:ea typeface="Arial"/>
                <a:cs typeface="Arial"/>
              </a:defRPr>
            </a:lvl8pPr>
            <a:lvl9pPr algn="l">
              <a:defRPr sz="1500" b="0">
                <a:solidFill>
                  <a:srgbClr val="000000"/>
                </a:solidFill>
                <a:latin typeface="Arial"/>
                <a:ea typeface="Arial"/>
                <a:cs typeface="Arial"/>
              </a:defRPr>
            </a:lvl9pPr>
          </a:lstStyle>
          <a:p xmlns:a="http://schemas.openxmlformats.org/drawingml/2006/main">
            <a:pPr algn="l">
              <a:defRPr sz="1500" b="0">
                <a:solidFill>
                  <a:srgbClr val="000000"/>
                </a:solidFill>
                <a:latin typeface="Arial"/>
                <a:ea typeface="Arial"/>
                <a:cs typeface="Arial"/>
              </a:defRPr>
            </a:pPr>
            <a:r>
              <a:rPr sz="1500" b="0">
                <a:solidFill>
                  <a:srgbClr val="000000"/>
                </a:solidFill>
                <a:latin typeface="Arial"/>
                <a:ea typeface="Arial"/>
                <a:cs typeface="Arial"/>
              </a:rPr>
              <a:t>d</a:t>
            </a:r>
            <a:r>
              <a:rPr sz="1000" b="0" baseline="-25000">
                <a:solidFill>
                  <a:srgbClr val="000000"/>
                </a:solidFill>
                <a:latin typeface="Arial"/>
                <a:ea typeface="Arial"/>
                <a:cs typeface="Arial"/>
              </a:rPr>
              <a:t>top</a:t>
            </a:r>
            <a:r>
              <a:rPr sz="1500" b="0">
                <a:solidFill>
                  <a:srgbClr val="000000"/>
                </a:solidFill>
                <a:latin typeface="Arial"/>
                <a:ea typeface="Arial"/>
                <a:cs typeface="Arial"/>
              </a:rPr>
              <a:t> = γ/2</a:t>
            </a:r>
          </a:p>
        </p:txBody>
      </p:sp>
      <p:sp>
        <p:nvSpPr>
          <p:cNvPr id="92" name="legend_baseline_sample">
            <a:extLst xmlns:a="http://schemas.openxmlformats.org/drawingml/2006/main">
              <a:ext uri="{FF2B5EF4-FFF2-40B4-BE49-F238E27FC236}">
                <a16:creationId xmlns:a16="http://schemas.microsoft.com/office/drawing/2014/main" id="{173C0D25-81EA-4140-A692-38A05845A15A}"/>
              </a:ext>
            </a:extLst>
          </p:cNvPr>
          <p:cNvSpPr>
            <a:spLocks xmlns:a="http://schemas.openxmlformats.org/drawingml/2006/main" noGrp="1"/>
          </p:cNvSpPr>
          <p:nvPr/>
        </p:nvSpPr>
        <p:spPr>
          <a:xfrm xmlns:a="http://schemas.openxmlformats.org/drawingml/2006/main" rot="0" flipH="0" flipV="0">
            <a:off x="2686050" y="2724150"/>
            <a:ext cx="228600" cy="953"/>
          </a:xfrm>
          <a:custGeom xmlns:a="http://schemas.openxmlformats.org/drawingml/2006/main">
            <a:pathLst>
              <a:path w="333375" h="953">
                <a:moveTo>
                  <a:pt x="0" y="0"/>
                </a:moveTo>
                <a:lnTo>
                  <a:pt x="333375" y="953"/>
                </a:lnTo>
              </a:path>
            </a:pathLst>
          </a:custGeom>
          <a:noFill xmlns:a="http://schemas.openxmlformats.org/drawingml/2006/main"/>
          <a:ln xmlns:a="http://schemas.openxmlformats.org/drawingml/2006/main" w="22860">
            <a:solidFill>
              <a:srgbClr val="92A5B1"/>
            </a:solidFill>
            <a:prstDash val="dash"/>
          </a:ln>
        </p:spPr>
      </p:sp>
      <p:sp>
        <p:nvSpPr>
          <p:cNvPr id="93" name="legend_baseline_text">
            <a:extLst xmlns:a="http://schemas.openxmlformats.org/drawingml/2006/main">
              <a:ext uri="{FF2B5EF4-FFF2-40B4-BE49-F238E27FC236}">
                <a16:creationId xmlns:a16="http://schemas.microsoft.com/office/drawing/2014/main" id="{D6B67A97-C801-48F4-B958-75CD015FB5C0}"/>
              </a:ext>
            </a:extLst>
          </p:cNvPr>
          <p:cNvSpPr>
            <a:spLocks xmlns:a="http://schemas.openxmlformats.org/drawingml/2006/main" noGrp="1"/>
          </p:cNvSpPr>
          <p:nvPr/>
        </p:nvSpPr>
        <p:spPr>
          <a:xfrm xmlns:a="http://schemas.openxmlformats.org/drawingml/2006/main" rot="0" flipH="0" flipV="0">
            <a:off x="2990850" y="2609850"/>
            <a:ext cx="1190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Baseline</a:t>
            </a:r>
          </a:p>
        </p:txBody>
      </p:sp>
      <p:sp>
        <p:nvSpPr>
          <p:cNvPr id="94" name="legend_lca_sample">
            <a:extLst xmlns:a="http://schemas.openxmlformats.org/drawingml/2006/main">
              <a:ext uri="{FF2B5EF4-FFF2-40B4-BE49-F238E27FC236}">
                <a16:creationId xmlns:a16="http://schemas.microsoft.com/office/drawing/2014/main" id="{4B48C03D-1724-485B-A2DA-FC5D5DEA26B5}"/>
              </a:ext>
            </a:extLst>
          </p:cNvPr>
          <p:cNvSpPr>
            <a:spLocks xmlns:a="http://schemas.openxmlformats.org/drawingml/2006/main" noGrp="1"/>
          </p:cNvSpPr>
          <p:nvPr/>
        </p:nvSpPr>
        <p:spPr>
          <a:xfrm xmlns:a="http://schemas.openxmlformats.org/drawingml/2006/main" rot="0" flipH="0" flipV="0">
            <a:off x="2686050" y="2943225"/>
            <a:ext cx="228600" cy="953"/>
          </a:xfrm>
          <a:custGeom xmlns:a="http://schemas.openxmlformats.org/drawingml/2006/main">
            <a:pathLst>
              <a:path w="333375" h="953">
                <a:moveTo>
                  <a:pt x="0" y="0"/>
                </a:moveTo>
                <a:lnTo>
                  <a:pt x="333375" y="953"/>
                </a:lnTo>
              </a:path>
            </a:pathLst>
          </a:custGeom>
          <a:noFill xmlns:a="http://schemas.openxmlformats.org/drawingml/2006/main"/>
          <a:ln xmlns:a="http://schemas.openxmlformats.org/drawingml/2006/main" w="33020">
            <a:solidFill>
              <a:srgbClr val="CC79A7"/>
            </a:solidFill>
            <a:prstDash val="solid"/>
          </a:ln>
        </p:spPr>
      </p:sp>
      <p:sp>
        <p:nvSpPr>
          <p:cNvPr id="96" name="legend_opt_sample">
            <a:extLst xmlns:a="http://schemas.openxmlformats.org/drawingml/2006/main">
              <a:ext uri="{FF2B5EF4-FFF2-40B4-BE49-F238E27FC236}">
                <a16:creationId xmlns:a16="http://schemas.microsoft.com/office/drawing/2014/main" id="{5AAD565F-978C-445D-9C2A-B3441F220600}"/>
              </a:ext>
            </a:extLst>
          </p:cNvPr>
          <p:cNvSpPr>
            <a:spLocks xmlns:a="http://schemas.openxmlformats.org/drawingml/2006/main" noGrp="1"/>
          </p:cNvSpPr>
          <p:nvPr/>
        </p:nvSpPr>
        <p:spPr>
          <a:xfrm xmlns:a="http://schemas.openxmlformats.org/drawingml/2006/main" rot="0" flipH="0" flipV="0">
            <a:off x="7019925" y="2943225"/>
            <a:ext cx="228600" cy="953"/>
          </a:xfrm>
          <a:custGeom xmlns:a="http://schemas.openxmlformats.org/drawingml/2006/main">
            <a:pathLst>
              <a:path w="333375" h="953">
                <a:moveTo>
                  <a:pt x="0" y="0"/>
                </a:moveTo>
                <a:lnTo>
                  <a:pt x="333375" y="953"/>
                </a:lnTo>
              </a:path>
            </a:pathLst>
          </a:custGeom>
          <a:noFill xmlns:a="http://schemas.openxmlformats.org/drawingml/2006/main"/>
          <a:ln xmlns:a="http://schemas.openxmlformats.org/drawingml/2006/main" w="33020">
            <a:solidFill>
              <a:srgbClr val="009E73"/>
            </a:solidFill>
            <a:prstDash val="solid"/>
          </a:ln>
        </p:spPr>
      </p:sp>
      <p:cxnSp>
        <p:nvCxnSpPr>
          <p:cNvPr id="99" name="delta_B_AC_baseline_to_LCA">
            <a:extLst xmlns:a="http://schemas.openxmlformats.org/drawingml/2006/main">
              <a:ext uri="{FF2B5EF4-FFF2-40B4-BE49-F238E27FC236}">
                <a16:creationId xmlns:a16="http://schemas.microsoft.com/office/drawing/2014/main" id="{2297A63F-1AD3-450C-925F-A7C1C26D2732}"/>
              </a:ext>
            </a:extLst>
          </p:cNvPr>
          <p:cNvCxnSpPr/>
          <p:nvPr/>
        </p:nvCxnSpPr>
        <p:spPr>
          <a:xfrm xmlns:a="http://schemas.openxmlformats.org/drawingml/2006/main" flipV="1">
            <a:off x="1736836" y="3872948"/>
            <a:ext cx="0" cy="446784"/>
          </a:xfrm>
          <a:prstGeom xmlns:a="http://schemas.openxmlformats.org/drawingml/2006/main" prst="straightConnector1">
            <a:avLst/>
          </a:prstGeom>
          <a:ln xmlns:a="http://schemas.openxmlformats.org/drawingml/2006/main" w="14288">
            <a:solidFill>
              <a:srgbClr val="CC79A7"/>
            </a:solidFill>
            <a:tailEnd type="triangle" w="sm" len="sm"/>
          </a:ln>
        </p:spPr>
      </p:cxnSp>
      <p:sp>
        <p:nvSpPr>
          <p:cNvPr id="100" name="delta_B_AC_value">
            <a:extLst xmlns:a="http://schemas.openxmlformats.org/drawingml/2006/main">
              <a:ext uri="{FF2B5EF4-FFF2-40B4-BE49-F238E27FC236}">
                <a16:creationId xmlns:a16="http://schemas.microsoft.com/office/drawing/2014/main" id="{BBD1B77E-A4E0-49D5-872C-BBFCA108251F}"/>
              </a:ext>
            </a:extLst>
          </p:cNvPr>
          <p:cNvSpPr>
            <a:spLocks xmlns:a="http://schemas.openxmlformats.org/drawingml/2006/main" noGrp="1"/>
          </p:cNvSpPr>
          <p:nvPr/>
        </p:nvSpPr>
        <p:spPr>
          <a:xfrm xmlns:a="http://schemas.openxmlformats.org/drawingml/2006/main">
            <a:off x="1451086" y="3590925"/>
            <a:ext cx="571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000000"/>
                </a:solidFill>
                <a:latin typeface="Arial"/>
                <a:ea typeface="Arial"/>
                <a:cs typeface="Arial"/>
              </a:defRPr>
            </a:defPPr>
            <a:lvl1pPr algn="ctr">
              <a:defRPr sz="1650" b="0">
                <a:solidFill>
                  <a:srgbClr val="000000"/>
                </a:solidFill>
                <a:latin typeface="Arial"/>
                <a:ea typeface="Arial"/>
                <a:cs typeface="Arial"/>
              </a:defRPr>
            </a:lvl1pPr>
            <a:lvl2pPr algn="ctr">
              <a:defRPr sz="1650" b="0">
                <a:solidFill>
                  <a:srgbClr val="000000"/>
                </a:solidFill>
                <a:latin typeface="Arial"/>
                <a:ea typeface="Arial"/>
                <a:cs typeface="Arial"/>
              </a:defRPr>
            </a:lvl2pPr>
            <a:lvl3pPr algn="ctr">
              <a:defRPr sz="1650" b="0">
                <a:solidFill>
                  <a:srgbClr val="000000"/>
                </a:solidFill>
                <a:latin typeface="Arial"/>
                <a:ea typeface="Arial"/>
                <a:cs typeface="Arial"/>
              </a:defRPr>
            </a:lvl3pPr>
            <a:lvl4pPr algn="ctr">
              <a:defRPr sz="1650" b="0">
                <a:solidFill>
                  <a:srgbClr val="000000"/>
                </a:solidFill>
                <a:latin typeface="Arial"/>
                <a:ea typeface="Arial"/>
                <a:cs typeface="Arial"/>
              </a:defRPr>
            </a:lvl4pPr>
            <a:lvl5pPr algn="ctr">
              <a:defRPr sz="1650" b="0">
                <a:solidFill>
                  <a:srgbClr val="000000"/>
                </a:solidFill>
                <a:latin typeface="Arial"/>
                <a:ea typeface="Arial"/>
                <a:cs typeface="Arial"/>
              </a:defRPr>
            </a:lvl5pPr>
            <a:lvl6pPr algn="ctr">
              <a:defRPr sz="1650" b="0">
                <a:solidFill>
                  <a:srgbClr val="000000"/>
                </a:solidFill>
                <a:latin typeface="Arial"/>
                <a:ea typeface="Arial"/>
                <a:cs typeface="Arial"/>
              </a:defRPr>
            </a:lvl6pPr>
            <a:lvl7pPr algn="ctr">
              <a:defRPr sz="1650" b="0">
                <a:solidFill>
                  <a:srgbClr val="000000"/>
                </a:solidFill>
                <a:latin typeface="Arial"/>
                <a:ea typeface="Arial"/>
                <a:cs typeface="Arial"/>
              </a:defRPr>
            </a:lvl7pPr>
            <a:lvl8pPr algn="ctr">
              <a:defRPr sz="1650" b="0">
                <a:solidFill>
                  <a:srgbClr val="000000"/>
                </a:solidFill>
                <a:latin typeface="Arial"/>
                <a:ea typeface="Arial"/>
                <a:cs typeface="Arial"/>
              </a:defRPr>
            </a:lvl8pPr>
            <a:lvl9pPr algn="ctr">
              <a:defRPr sz="1650" b="0">
                <a:solidFill>
                  <a:srgbClr val="000000"/>
                </a:solidFill>
                <a:latin typeface="Arial"/>
                <a:ea typeface="Arial"/>
                <a:cs typeface="Arial"/>
              </a:defRPr>
            </a:lvl9pPr>
          </a:lstStyle>
          <a:p xmlns:a="http://schemas.openxmlformats.org/drawingml/2006/main">
            <a:pPr algn="ctr">
              <a:defRPr sz="1650" b="0">
                <a:solidFill>
                  <a:srgbClr val="000000"/>
                </a:solidFill>
                <a:latin typeface="Arial"/>
                <a:ea typeface="Arial"/>
                <a:cs typeface="Arial"/>
              </a:defRPr>
            </a:pPr>
            <a:r>
              <a:rPr sz="1650" b="0">
                <a:solidFill>
                  <a:srgbClr val="000000"/>
                </a:solidFill>
                <a:latin typeface="Arial"/>
                <a:ea typeface="Arial"/>
                <a:cs typeface="Arial"/>
              </a:rPr>
              <a:t>+γ</a:t>
            </a:r>
          </a:p>
        </p:txBody>
      </p:sp>
      <p:sp>
        <p:nvSpPr>
          <p:cNvPr id="101" name="delta_B_CB_value">
            <a:extLst xmlns:a="http://schemas.openxmlformats.org/drawingml/2006/main">
              <a:ext uri="{FF2B5EF4-FFF2-40B4-BE49-F238E27FC236}">
                <a16:creationId xmlns:a16="http://schemas.microsoft.com/office/drawing/2014/main" id="{E270D3BA-E0B1-43F9-890B-468D9E5ABAE8}"/>
              </a:ext>
            </a:extLst>
          </p:cNvPr>
          <p:cNvSpPr>
            <a:spLocks xmlns:a="http://schemas.openxmlformats.org/drawingml/2006/main" noGrp="1"/>
          </p:cNvSpPr>
          <p:nvPr/>
        </p:nvSpPr>
        <p:spPr>
          <a:xfrm xmlns:a="http://schemas.openxmlformats.org/drawingml/2006/main">
            <a:off x="2748967" y="3590925"/>
            <a:ext cx="3429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000000"/>
                </a:solidFill>
                <a:latin typeface="Arial"/>
                <a:ea typeface="Arial"/>
                <a:cs typeface="Arial"/>
              </a:defRPr>
            </a:defPPr>
            <a:lvl1pPr algn="ctr">
              <a:defRPr sz="1650" b="0">
                <a:solidFill>
                  <a:srgbClr val="000000"/>
                </a:solidFill>
                <a:latin typeface="Arial"/>
                <a:ea typeface="Arial"/>
                <a:cs typeface="Arial"/>
              </a:defRPr>
            </a:lvl1pPr>
            <a:lvl2pPr algn="ctr">
              <a:defRPr sz="1650" b="0">
                <a:solidFill>
                  <a:srgbClr val="000000"/>
                </a:solidFill>
                <a:latin typeface="Arial"/>
                <a:ea typeface="Arial"/>
                <a:cs typeface="Arial"/>
              </a:defRPr>
            </a:lvl2pPr>
            <a:lvl3pPr algn="ctr">
              <a:defRPr sz="1650" b="0">
                <a:solidFill>
                  <a:srgbClr val="000000"/>
                </a:solidFill>
                <a:latin typeface="Arial"/>
                <a:ea typeface="Arial"/>
                <a:cs typeface="Arial"/>
              </a:defRPr>
            </a:lvl3pPr>
            <a:lvl4pPr algn="ctr">
              <a:defRPr sz="1650" b="0">
                <a:solidFill>
                  <a:srgbClr val="000000"/>
                </a:solidFill>
                <a:latin typeface="Arial"/>
                <a:ea typeface="Arial"/>
                <a:cs typeface="Arial"/>
              </a:defRPr>
            </a:lvl4pPr>
            <a:lvl5pPr algn="ctr">
              <a:defRPr sz="1650" b="0">
                <a:solidFill>
                  <a:srgbClr val="000000"/>
                </a:solidFill>
                <a:latin typeface="Arial"/>
                <a:ea typeface="Arial"/>
                <a:cs typeface="Arial"/>
              </a:defRPr>
            </a:lvl5pPr>
            <a:lvl6pPr algn="ctr">
              <a:defRPr sz="1650" b="0">
                <a:solidFill>
                  <a:srgbClr val="000000"/>
                </a:solidFill>
                <a:latin typeface="Arial"/>
                <a:ea typeface="Arial"/>
                <a:cs typeface="Arial"/>
              </a:defRPr>
            </a:lvl6pPr>
            <a:lvl7pPr algn="ctr">
              <a:defRPr sz="1650" b="0">
                <a:solidFill>
                  <a:srgbClr val="000000"/>
                </a:solidFill>
                <a:latin typeface="Arial"/>
                <a:ea typeface="Arial"/>
                <a:cs typeface="Arial"/>
              </a:defRPr>
            </a:lvl7pPr>
            <a:lvl8pPr algn="ctr">
              <a:defRPr sz="1650" b="0">
                <a:solidFill>
                  <a:srgbClr val="000000"/>
                </a:solidFill>
                <a:latin typeface="Arial"/>
                <a:ea typeface="Arial"/>
                <a:cs typeface="Arial"/>
              </a:defRPr>
            </a:lvl8pPr>
            <a:lvl9pPr algn="ctr">
              <a:defRPr sz="1650" b="0">
                <a:solidFill>
                  <a:srgbClr val="000000"/>
                </a:solidFill>
                <a:latin typeface="Arial"/>
                <a:ea typeface="Arial"/>
                <a:cs typeface="Arial"/>
              </a:defRPr>
            </a:lvl9pPr>
          </a:lstStyle>
          <a:p xmlns:a="http://schemas.openxmlformats.org/drawingml/2006/main">
            <a:pPr algn="ctr">
              <a:defRPr sz="1650" b="0">
                <a:solidFill>
                  <a:srgbClr val="000000"/>
                </a:solidFill>
                <a:latin typeface="Arial"/>
                <a:ea typeface="Arial"/>
                <a:cs typeface="Arial"/>
              </a:defRPr>
            </a:pPr>
            <a:r>
              <a:rPr sz="1650" b="0">
                <a:solidFill>
                  <a:srgbClr val="000000"/>
                </a:solidFill>
                <a:latin typeface="Arial"/>
                <a:ea typeface="Arial"/>
                <a:cs typeface="Arial"/>
              </a:rPr>
              <a:t>0</a:t>
            </a:r>
          </a:p>
        </p:txBody>
      </p:sp>
      <p:cxnSp>
        <p:nvCxnSpPr>
          <p:cNvPr id="102" name="delta_C_AC_baseline_to_optimal">
            <a:extLst xmlns:a="http://schemas.openxmlformats.org/drawingml/2006/main">
              <a:ext uri="{FF2B5EF4-FFF2-40B4-BE49-F238E27FC236}">
                <a16:creationId xmlns:a16="http://schemas.microsoft.com/office/drawing/2014/main" id="{B3380CC7-CA9B-4BAB-AFF0-B5FEFF75151A}"/>
              </a:ext>
            </a:extLst>
          </p:cNvPr>
          <p:cNvCxnSpPr/>
          <p:nvPr/>
        </p:nvCxnSpPr>
        <p:spPr>
          <a:xfrm xmlns:a="http://schemas.openxmlformats.org/drawingml/2006/main" flipV="1">
            <a:off x="6070711" y="4096340"/>
            <a:ext cx="0" cy="223392"/>
          </a:xfrm>
          <a:prstGeom xmlns:a="http://schemas.openxmlformats.org/drawingml/2006/main" prst="straightConnector1">
            <a:avLst/>
          </a:prstGeom>
          <a:ln xmlns:a="http://schemas.openxmlformats.org/drawingml/2006/main" w="14288">
            <a:solidFill>
              <a:srgbClr val="009E73"/>
            </a:solidFill>
            <a:tailEnd type="triangle" w="sm" len="sm"/>
          </a:ln>
        </p:spPr>
      </p:cxnSp>
      <p:cxnSp>
        <p:nvCxnSpPr>
          <p:cNvPr id="103" name="delta_C_CB_baseline_to_optimal">
            <a:extLst xmlns:a="http://schemas.openxmlformats.org/drawingml/2006/main">
              <a:ext uri="{FF2B5EF4-FFF2-40B4-BE49-F238E27FC236}">
                <a16:creationId xmlns:a16="http://schemas.microsoft.com/office/drawing/2014/main" id="{2B070BF7-51E4-4B48-BB0E-886F59BF40C9}"/>
              </a:ext>
            </a:extLst>
          </p:cNvPr>
          <p:cNvCxnSpPr/>
          <p:nvPr/>
        </p:nvCxnSpPr>
        <p:spPr>
          <a:xfrm xmlns:a="http://schemas.openxmlformats.org/drawingml/2006/main" flipV="0">
            <a:off x="7254292" y="3872948"/>
            <a:ext cx="0" cy="223392"/>
          </a:xfrm>
          <a:prstGeom xmlns:a="http://schemas.openxmlformats.org/drawingml/2006/main" prst="straightConnector1">
            <a:avLst/>
          </a:prstGeom>
          <a:ln xmlns:a="http://schemas.openxmlformats.org/drawingml/2006/main" w="14288">
            <a:solidFill>
              <a:srgbClr val="009E73"/>
            </a:solidFill>
            <a:tailEnd type="triangle" w="sm" len="sm"/>
          </a:ln>
        </p:spPr>
      </p:cxnSp>
      <p:sp>
        <p:nvSpPr>
          <p:cNvPr id="104" name="delta_C_AC_value">
            <a:extLst xmlns:a="http://schemas.openxmlformats.org/drawingml/2006/main">
              <a:ext uri="{FF2B5EF4-FFF2-40B4-BE49-F238E27FC236}">
                <a16:creationId xmlns:a16="http://schemas.microsoft.com/office/drawing/2014/main" id="{2FC92CA9-6223-4FE5-A9EF-A52273FF9628}"/>
              </a:ext>
            </a:extLst>
          </p:cNvPr>
          <p:cNvSpPr>
            <a:spLocks xmlns:a="http://schemas.openxmlformats.org/drawingml/2006/main" noGrp="1"/>
          </p:cNvSpPr>
          <p:nvPr/>
        </p:nvSpPr>
        <p:spPr>
          <a:xfrm xmlns:a="http://schemas.openxmlformats.org/drawingml/2006/main">
            <a:off x="5737336" y="3590925"/>
            <a:ext cx="666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000000"/>
                </a:solidFill>
                <a:latin typeface="Arial"/>
                <a:ea typeface="Arial"/>
                <a:cs typeface="Arial"/>
              </a:defRPr>
            </a:defPPr>
            <a:lvl1pPr algn="ctr">
              <a:defRPr sz="1650" b="0">
                <a:solidFill>
                  <a:srgbClr val="000000"/>
                </a:solidFill>
                <a:latin typeface="Arial"/>
                <a:ea typeface="Arial"/>
                <a:cs typeface="Arial"/>
              </a:defRPr>
            </a:lvl1pPr>
            <a:lvl2pPr algn="ctr">
              <a:defRPr sz="1650" b="0">
                <a:solidFill>
                  <a:srgbClr val="000000"/>
                </a:solidFill>
                <a:latin typeface="Arial"/>
                <a:ea typeface="Arial"/>
                <a:cs typeface="Arial"/>
              </a:defRPr>
            </a:lvl2pPr>
            <a:lvl3pPr algn="ctr">
              <a:defRPr sz="1650" b="0">
                <a:solidFill>
                  <a:srgbClr val="000000"/>
                </a:solidFill>
                <a:latin typeface="Arial"/>
                <a:ea typeface="Arial"/>
                <a:cs typeface="Arial"/>
              </a:defRPr>
            </a:lvl3pPr>
            <a:lvl4pPr algn="ctr">
              <a:defRPr sz="1650" b="0">
                <a:solidFill>
                  <a:srgbClr val="000000"/>
                </a:solidFill>
                <a:latin typeface="Arial"/>
                <a:ea typeface="Arial"/>
                <a:cs typeface="Arial"/>
              </a:defRPr>
            </a:lvl4pPr>
            <a:lvl5pPr algn="ctr">
              <a:defRPr sz="1650" b="0">
                <a:solidFill>
                  <a:srgbClr val="000000"/>
                </a:solidFill>
                <a:latin typeface="Arial"/>
                <a:ea typeface="Arial"/>
                <a:cs typeface="Arial"/>
              </a:defRPr>
            </a:lvl5pPr>
            <a:lvl6pPr algn="ctr">
              <a:defRPr sz="1650" b="0">
                <a:solidFill>
                  <a:srgbClr val="000000"/>
                </a:solidFill>
                <a:latin typeface="Arial"/>
                <a:ea typeface="Arial"/>
                <a:cs typeface="Arial"/>
              </a:defRPr>
            </a:lvl6pPr>
            <a:lvl7pPr algn="ctr">
              <a:defRPr sz="1650" b="0">
                <a:solidFill>
                  <a:srgbClr val="000000"/>
                </a:solidFill>
                <a:latin typeface="Arial"/>
                <a:ea typeface="Arial"/>
                <a:cs typeface="Arial"/>
              </a:defRPr>
            </a:lvl7pPr>
            <a:lvl8pPr algn="ctr">
              <a:defRPr sz="1650" b="0">
                <a:solidFill>
                  <a:srgbClr val="000000"/>
                </a:solidFill>
                <a:latin typeface="Arial"/>
                <a:ea typeface="Arial"/>
                <a:cs typeface="Arial"/>
              </a:defRPr>
            </a:lvl8pPr>
            <a:lvl9pPr algn="ctr">
              <a:defRPr sz="1650" b="0">
                <a:solidFill>
                  <a:srgbClr val="000000"/>
                </a:solidFill>
                <a:latin typeface="Arial"/>
                <a:ea typeface="Arial"/>
                <a:cs typeface="Arial"/>
              </a:defRPr>
            </a:lvl9pPr>
          </a:lstStyle>
          <a:p xmlns:a="http://schemas.openxmlformats.org/drawingml/2006/main">
            <a:pPr algn="ctr">
              <a:defRPr sz="1650" b="0">
                <a:solidFill>
                  <a:srgbClr val="000000"/>
                </a:solidFill>
                <a:latin typeface="Arial"/>
                <a:ea typeface="Arial"/>
                <a:cs typeface="Arial"/>
              </a:defRPr>
            </a:pPr>
            <a:r>
              <a:rPr sz="1650" b="0">
                <a:solidFill>
                  <a:srgbClr val="000000"/>
                </a:solidFill>
                <a:latin typeface="Arial"/>
                <a:ea typeface="Arial"/>
                <a:cs typeface="Arial"/>
              </a:rPr>
              <a:t>+γ/2</a:t>
            </a:r>
          </a:p>
        </p:txBody>
      </p:sp>
      <p:sp>
        <p:nvSpPr>
          <p:cNvPr id="105" name="delta_C_CB_value">
            <a:extLst xmlns:a="http://schemas.openxmlformats.org/drawingml/2006/main">
              <a:ext uri="{FF2B5EF4-FFF2-40B4-BE49-F238E27FC236}">
                <a16:creationId xmlns:a16="http://schemas.microsoft.com/office/drawing/2014/main" id="{F7426F2D-190E-4649-A7AF-27C3CB6B5123}"/>
              </a:ext>
            </a:extLst>
          </p:cNvPr>
          <p:cNvSpPr>
            <a:spLocks xmlns:a="http://schemas.openxmlformats.org/drawingml/2006/main" noGrp="1"/>
          </p:cNvSpPr>
          <p:nvPr/>
        </p:nvSpPr>
        <p:spPr>
          <a:xfrm xmlns:a="http://schemas.openxmlformats.org/drawingml/2006/main">
            <a:off x="6920917" y="3590925"/>
            <a:ext cx="666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000000"/>
                </a:solidFill>
                <a:latin typeface="Arial"/>
                <a:ea typeface="Arial"/>
                <a:cs typeface="Arial"/>
              </a:defRPr>
            </a:defPPr>
            <a:lvl1pPr algn="ctr">
              <a:defRPr sz="1650" b="0">
                <a:solidFill>
                  <a:srgbClr val="000000"/>
                </a:solidFill>
                <a:latin typeface="Arial"/>
                <a:ea typeface="Arial"/>
                <a:cs typeface="Arial"/>
              </a:defRPr>
            </a:lvl1pPr>
            <a:lvl2pPr algn="ctr">
              <a:defRPr sz="1650" b="0">
                <a:solidFill>
                  <a:srgbClr val="000000"/>
                </a:solidFill>
                <a:latin typeface="Arial"/>
                <a:ea typeface="Arial"/>
                <a:cs typeface="Arial"/>
              </a:defRPr>
            </a:lvl2pPr>
            <a:lvl3pPr algn="ctr">
              <a:defRPr sz="1650" b="0">
                <a:solidFill>
                  <a:srgbClr val="000000"/>
                </a:solidFill>
                <a:latin typeface="Arial"/>
                <a:ea typeface="Arial"/>
                <a:cs typeface="Arial"/>
              </a:defRPr>
            </a:lvl3pPr>
            <a:lvl4pPr algn="ctr">
              <a:defRPr sz="1650" b="0">
                <a:solidFill>
                  <a:srgbClr val="000000"/>
                </a:solidFill>
                <a:latin typeface="Arial"/>
                <a:ea typeface="Arial"/>
                <a:cs typeface="Arial"/>
              </a:defRPr>
            </a:lvl4pPr>
            <a:lvl5pPr algn="ctr">
              <a:defRPr sz="1650" b="0">
                <a:solidFill>
                  <a:srgbClr val="000000"/>
                </a:solidFill>
                <a:latin typeface="Arial"/>
                <a:ea typeface="Arial"/>
                <a:cs typeface="Arial"/>
              </a:defRPr>
            </a:lvl5pPr>
            <a:lvl6pPr algn="ctr">
              <a:defRPr sz="1650" b="0">
                <a:solidFill>
                  <a:srgbClr val="000000"/>
                </a:solidFill>
                <a:latin typeface="Arial"/>
                <a:ea typeface="Arial"/>
                <a:cs typeface="Arial"/>
              </a:defRPr>
            </a:lvl6pPr>
            <a:lvl7pPr algn="ctr">
              <a:defRPr sz="1650" b="0">
                <a:solidFill>
                  <a:srgbClr val="000000"/>
                </a:solidFill>
                <a:latin typeface="Arial"/>
                <a:ea typeface="Arial"/>
                <a:cs typeface="Arial"/>
              </a:defRPr>
            </a:lvl7pPr>
            <a:lvl8pPr algn="ctr">
              <a:defRPr sz="1650" b="0">
                <a:solidFill>
                  <a:srgbClr val="000000"/>
                </a:solidFill>
                <a:latin typeface="Arial"/>
                <a:ea typeface="Arial"/>
                <a:cs typeface="Arial"/>
              </a:defRPr>
            </a:lvl8pPr>
            <a:lvl9pPr algn="ctr">
              <a:defRPr sz="1650" b="0">
                <a:solidFill>
                  <a:srgbClr val="000000"/>
                </a:solidFill>
                <a:latin typeface="Arial"/>
                <a:ea typeface="Arial"/>
                <a:cs typeface="Arial"/>
              </a:defRPr>
            </a:lvl9pPr>
          </a:lstStyle>
          <a:p xmlns:a="http://schemas.openxmlformats.org/drawingml/2006/main">
            <a:pPr algn="ctr">
              <a:defRPr sz="1650" b="0">
                <a:solidFill>
                  <a:srgbClr val="000000"/>
                </a:solidFill>
                <a:latin typeface="Arial"/>
                <a:ea typeface="Arial"/>
                <a:cs typeface="Arial"/>
              </a:defRPr>
            </a:pPr>
            <a:r>
              <a:rPr sz="1650" b="0">
                <a:solidFill>
                  <a:srgbClr val="000000"/>
                </a:solidFill>
                <a:latin typeface="Arial"/>
                <a:ea typeface="Arial"/>
                <a:cs typeface="Arial"/>
              </a:rPr>
              <a:t>−γ/2</a:t>
            </a:r>
          </a:p>
        </p:txBody>
      </p:sp>
      <p:sp>
        <p:nvSpPr>
          <p:cNvPr id="106" name="delta_gamma_definition">
            <a:extLst xmlns:a="http://schemas.openxmlformats.org/drawingml/2006/main">
              <a:ext uri="{FF2B5EF4-FFF2-40B4-BE49-F238E27FC236}">
                <a16:creationId xmlns:a16="http://schemas.microsoft.com/office/drawing/2014/main" id="{F406A3F7-9F48-4D63-94B6-B57331A9C63C}"/>
              </a:ext>
            </a:extLst>
          </p:cNvPr>
          <p:cNvSpPr>
            <a:spLocks xmlns:a="http://schemas.openxmlformats.org/drawingml/2006/main" noGrp="1"/>
          </p:cNvSpPr>
          <p:nvPr/>
        </p:nvSpPr>
        <p:spPr>
          <a:xfrm xmlns:a="http://schemas.openxmlformats.org/drawingml/2006/main">
            <a:off x="2838450" y="3276600"/>
            <a:ext cx="13525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000000"/>
                </a:solidFill>
                <a:latin typeface="Arial"/>
                <a:ea typeface="Arial"/>
                <a:cs typeface="Arial"/>
              </a:defRPr>
            </a:defPPr>
            <a:lvl1pPr algn="ctr">
              <a:defRPr sz="1275" b="0">
                <a:solidFill>
                  <a:srgbClr val="000000"/>
                </a:solidFill>
                <a:latin typeface="Arial"/>
                <a:ea typeface="Arial"/>
                <a:cs typeface="Arial"/>
              </a:defRPr>
            </a:lvl1pPr>
            <a:lvl2pPr algn="ctr">
              <a:defRPr sz="1275" b="0">
                <a:solidFill>
                  <a:srgbClr val="000000"/>
                </a:solidFill>
                <a:latin typeface="Arial"/>
                <a:ea typeface="Arial"/>
                <a:cs typeface="Arial"/>
              </a:defRPr>
            </a:lvl2pPr>
            <a:lvl3pPr algn="ctr">
              <a:defRPr sz="1275" b="0">
                <a:solidFill>
                  <a:srgbClr val="000000"/>
                </a:solidFill>
                <a:latin typeface="Arial"/>
                <a:ea typeface="Arial"/>
                <a:cs typeface="Arial"/>
              </a:defRPr>
            </a:lvl3pPr>
            <a:lvl4pPr algn="ctr">
              <a:defRPr sz="1275" b="0">
                <a:solidFill>
                  <a:srgbClr val="000000"/>
                </a:solidFill>
                <a:latin typeface="Arial"/>
                <a:ea typeface="Arial"/>
                <a:cs typeface="Arial"/>
              </a:defRPr>
            </a:lvl4pPr>
            <a:lvl5pPr algn="ctr">
              <a:defRPr sz="1275" b="0">
                <a:solidFill>
                  <a:srgbClr val="000000"/>
                </a:solidFill>
                <a:latin typeface="Arial"/>
                <a:ea typeface="Arial"/>
                <a:cs typeface="Arial"/>
              </a:defRPr>
            </a:lvl5pPr>
            <a:lvl6pPr algn="ctr">
              <a:defRPr sz="1275" b="0">
                <a:solidFill>
                  <a:srgbClr val="000000"/>
                </a:solidFill>
                <a:latin typeface="Arial"/>
                <a:ea typeface="Arial"/>
                <a:cs typeface="Arial"/>
              </a:defRPr>
            </a:lvl6pPr>
            <a:lvl7pPr algn="ctr">
              <a:defRPr sz="1275" b="0">
                <a:solidFill>
                  <a:srgbClr val="000000"/>
                </a:solidFill>
                <a:latin typeface="Arial"/>
                <a:ea typeface="Arial"/>
                <a:cs typeface="Arial"/>
              </a:defRPr>
            </a:lvl7pPr>
            <a:lvl8pPr algn="ctr">
              <a:defRPr sz="1275" b="0">
                <a:solidFill>
                  <a:srgbClr val="000000"/>
                </a:solidFill>
                <a:latin typeface="Arial"/>
                <a:ea typeface="Arial"/>
                <a:cs typeface="Arial"/>
              </a:defRPr>
            </a:lvl8pPr>
            <a:lvl9pPr algn="ctr">
              <a:defRPr sz="1275" b="0">
                <a:solidFill>
                  <a:srgbClr val="000000"/>
                </a:solidFill>
                <a:latin typeface="Arial"/>
                <a:ea typeface="Arial"/>
                <a:cs typeface="Arial"/>
              </a:defRPr>
            </a:lvl9pPr>
          </a:lstStyle>
          <a:p xmlns:a="http://schemas.openxmlformats.org/drawingml/2006/main">
            <a:pPr algn="l">
              <a:defRPr sz="1275" b="0">
                <a:solidFill>
                  <a:srgbClr val="000000"/>
                </a:solidFill>
                <a:latin typeface="Arial"/>
                <a:ea typeface="Arial"/>
                <a:cs typeface="Arial"/>
              </a:defRPr>
            </a:pPr>
            <a:r>
              <a:rPr sz="1275" b="0">
                <a:solidFill>
                  <a:srgbClr val="000000"/>
                </a:solidFill>
                <a:latin typeface="Arial"/>
                <a:ea typeface="Arial"/>
                <a:cs typeface="Arial"/>
              </a:rPr>
              <a:t>γ = s</a:t>
            </a:r>
            <a:r>
              <a:rPr sz="850" b="0" baseline="-25000">
                <a:solidFill>
                  <a:srgbClr val="000000"/>
                </a:solidFill>
                <a:latin typeface="Arial"/>
                <a:ea typeface="Arial"/>
                <a:cs typeface="Arial"/>
              </a:rPr>
              <a:t>2</a:t>
            </a:r>
            <a:r>
              <a:rPr sz="1275" b="0">
                <a:solidFill>
                  <a:srgbClr val="000000"/>
                </a:solidFill>
                <a:latin typeface="Arial"/>
                <a:ea typeface="Arial"/>
                <a:cs typeface="Arial"/>
              </a:rPr>
              <a:t> − s</a:t>
            </a:r>
            <a:r>
              <a:rPr sz="850" b="0" baseline="-25000">
                <a:solidFill>
                  <a:srgbClr val="000000"/>
                </a:solidFill>
                <a:latin typeface="Arial"/>
                <a:ea typeface="Arial"/>
                <a:cs typeface="Arial"/>
              </a:rPr>
              <a:t>1</a:t>
            </a:r>
          </a:p>
        </p:txBody>
      </p:sp>
      <p:sp>
        <p:nvSpPr>
          <p:cNvPr id="107" name="legend_C_baseline_sample">
            <a:extLst xmlns:a="http://schemas.openxmlformats.org/drawingml/2006/main">
              <a:ext uri="{FF2B5EF4-FFF2-40B4-BE49-F238E27FC236}">
                <a16:creationId xmlns:a16="http://schemas.microsoft.com/office/drawing/2014/main" id="{173C0D25-81EA-4140-A692-38A05845A15A}"/>
              </a:ext>
            </a:extLst>
          </p:cNvPr>
          <p:cNvSpPr>
            <a:spLocks xmlns:a="http://schemas.openxmlformats.org/drawingml/2006/main" noGrp="1"/>
          </p:cNvSpPr>
          <p:nvPr/>
        </p:nvSpPr>
        <p:spPr>
          <a:xfrm xmlns:a="http://schemas.openxmlformats.org/drawingml/2006/main" rot="0" flipH="0" flipV="0">
            <a:off x="7019925" y="2724150"/>
            <a:ext cx="228600" cy="953"/>
          </a:xfrm>
          <a:custGeom xmlns:a="http://schemas.openxmlformats.org/drawingml/2006/main">
            <a:pathLst>
              <a:path w="333375" h="953">
                <a:moveTo>
                  <a:pt x="0" y="0"/>
                </a:moveTo>
                <a:lnTo>
                  <a:pt x="333375" y="953"/>
                </a:lnTo>
              </a:path>
            </a:pathLst>
          </a:custGeom>
          <a:noFill xmlns:a="http://schemas.openxmlformats.org/drawingml/2006/main"/>
          <a:ln xmlns:a="http://schemas.openxmlformats.org/drawingml/2006/main" w="22860">
            <a:solidFill>
              <a:srgbClr val="92A5B1"/>
            </a:solidFill>
            <a:prstDash val="dash"/>
          </a:ln>
        </p:spPr>
      </p:sp>
      <p:sp>
        <p:nvSpPr>
          <p:cNvPr id="108" name="legend_C_baseline_text">
            <a:extLst xmlns:a="http://schemas.openxmlformats.org/drawingml/2006/main">
              <a:ext uri="{FF2B5EF4-FFF2-40B4-BE49-F238E27FC236}">
                <a16:creationId xmlns:a16="http://schemas.microsoft.com/office/drawing/2014/main" id="{D6B67A97-C801-48F4-B958-75CD015FB5C0}"/>
              </a:ext>
            </a:extLst>
          </p:cNvPr>
          <p:cNvSpPr>
            <a:spLocks xmlns:a="http://schemas.openxmlformats.org/drawingml/2006/main" noGrp="1"/>
          </p:cNvSpPr>
          <p:nvPr/>
        </p:nvSpPr>
        <p:spPr>
          <a:xfrm xmlns:a="http://schemas.openxmlformats.org/drawingml/2006/main" rot="0" flipH="0" flipV="0">
            <a:off x="7324725" y="2609850"/>
            <a:ext cx="1190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Baseline</a:t>
            </a:r>
          </a:p>
        </p:txBody>
      </p:sp>
      <p:sp>
        <p:nvSpPr>
          <p:cNvPr id="109" name="delta_C_gamma_definition">
            <a:extLst xmlns:a="http://schemas.openxmlformats.org/drawingml/2006/main">
              <a:ext uri="{FF2B5EF4-FFF2-40B4-BE49-F238E27FC236}">
                <a16:creationId xmlns:a16="http://schemas.microsoft.com/office/drawing/2014/main" id="{F406A3F7-9F48-4D63-94B6-B57331A9C63C}"/>
              </a:ext>
            </a:extLst>
          </p:cNvPr>
          <p:cNvSpPr>
            <a:spLocks xmlns:a="http://schemas.openxmlformats.org/drawingml/2006/main" noGrp="1"/>
          </p:cNvSpPr>
          <p:nvPr/>
        </p:nvSpPr>
        <p:spPr>
          <a:xfrm xmlns:a="http://schemas.openxmlformats.org/drawingml/2006/main">
            <a:off x="7172325" y="3276600"/>
            <a:ext cx="13525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000000"/>
                </a:solidFill>
                <a:latin typeface="Arial"/>
                <a:ea typeface="Arial"/>
                <a:cs typeface="Arial"/>
              </a:defRPr>
            </a:defPPr>
            <a:lvl1pPr algn="ctr">
              <a:defRPr sz="1275" b="0">
                <a:solidFill>
                  <a:srgbClr val="000000"/>
                </a:solidFill>
                <a:latin typeface="Arial"/>
                <a:ea typeface="Arial"/>
                <a:cs typeface="Arial"/>
              </a:defRPr>
            </a:lvl1pPr>
            <a:lvl2pPr algn="ctr">
              <a:defRPr sz="1275" b="0">
                <a:solidFill>
                  <a:srgbClr val="000000"/>
                </a:solidFill>
                <a:latin typeface="Arial"/>
                <a:ea typeface="Arial"/>
                <a:cs typeface="Arial"/>
              </a:defRPr>
            </a:lvl2pPr>
            <a:lvl3pPr algn="ctr">
              <a:defRPr sz="1275" b="0">
                <a:solidFill>
                  <a:srgbClr val="000000"/>
                </a:solidFill>
                <a:latin typeface="Arial"/>
                <a:ea typeface="Arial"/>
                <a:cs typeface="Arial"/>
              </a:defRPr>
            </a:lvl3pPr>
            <a:lvl4pPr algn="ctr">
              <a:defRPr sz="1275" b="0">
                <a:solidFill>
                  <a:srgbClr val="000000"/>
                </a:solidFill>
                <a:latin typeface="Arial"/>
                <a:ea typeface="Arial"/>
                <a:cs typeface="Arial"/>
              </a:defRPr>
            </a:lvl4pPr>
            <a:lvl5pPr algn="ctr">
              <a:defRPr sz="1275" b="0">
                <a:solidFill>
                  <a:srgbClr val="000000"/>
                </a:solidFill>
                <a:latin typeface="Arial"/>
                <a:ea typeface="Arial"/>
                <a:cs typeface="Arial"/>
              </a:defRPr>
            </a:lvl5pPr>
            <a:lvl6pPr algn="ctr">
              <a:defRPr sz="1275" b="0">
                <a:solidFill>
                  <a:srgbClr val="000000"/>
                </a:solidFill>
                <a:latin typeface="Arial"/>
                <a:ea typeface="Arial"/>
                <a:cs typeface="Arial"/>
              </a:defRPr>
            </a:lvl6pPr>
            <a:lvl7pPr algn="ctr">
              <a:defRPr sz="1275" b="0">
                <a:solidFill>
                  <a:srgbClr val="000000"/>
                </a:solidFill>
                <a:latin typeface="Arial"/>
                <a:ea typeface="Arial"/>
                <a:cs typeface="Arial"/>
              </a:defRPr>
            </a:lvl7pPr>
            <a:lvl8pPr algn="ctr">
              <a:defRPr sz="1275" b="0">
                <a:solidFill>
                  <a:srgbClr val="000000"/>
                </a:solidFill>
                <a:latin typeface="Arial"/>
                <a:ea typeface="Arial"/>
                <a:cs typeface="Arial"/>
              </a:defRPr>
            </a:lvl8pPr>
            <a:lvl9pPr algn="ctr">
              <a:defRPr sz="1275" b="0">
                <a:solidFill>
                  <a:srgbClr val="000000"/>
                </a:solidFill>
                <a:latin typeface="Arial"/>
                <a:ea typeface="Arial"/>
                <a:cs typeface="Arial"/>
              </a:defRPr>
            </a:lvl9pPr>
          </a:lstStyle>
          <a:p xmlns:a="http://schemas.openxmlformats.org/drawingml/2006/main">
            <a:pPr algn="l">
              <a:defRPr sz="1275" b="0">
                <a:solidFill>
                  <a:srgbClr val="000000"/>
                </a:solidFill>
                <a:latin typeface="Arial"/>
                <a:ea typeface="Arial"/>
                <a:cs typeface="Arial"/>
              </a:defRPr>
            </a:pPr>
            <a:r>
              <a:rPr sz="1275" b="0">
                <a:solidFill>
                  <a:srgbClr val="000000"/>
                </a:solidFill>
                <a:latin typeface="Arial"/>
                <a:ea typeface="Arial"/>
                <a:cs typeface="Arial"/>
              </a:rPr>
              <a:t>γ = s</a:t>
            </a:r>
            <a:r>
              <a:rPr sz="850" b="0" baseline="-25000">
                <a:solidFill>
                  <a:srgbClr val="000000"/>
                </a:solidFill>
                <a:latin typeface="Arial"/>
                <a:ea typeface="Arial"/>
                <a:cs typeface="Arial"/>
              </a:rPr>
              <a:t>2</a:t>
            </a:r>
            <a:r>
              <a:rPr sz="1275" b="0">
                <a:solidFill>
                  <a:srgbClr val="000000"/>
                </a:solidFill>
                <a:latin typeface="Arial"/>
                <a:ea typeface="Arial"/>
                <a:cs typeface="Arial"/>
              </a:rPr>
              <a:t> − s</a:t>
            </a:r>
            <a:r>
              <a:rPr sz="850" b="0" baseline="-25000">
                <a:solidFill>
                  <a:srgbClr val="000000"/>
                </a:solidFill>
                <a:latin typeface="Arial"/>
                <a:ea typeface="Arial"/>
                <a:cs typeface="Arial"/>
              </a:rPr>
              <a:t>1</a:t>
            </a:r>
          </a:p>
        </p:txBody>
      </p:sp>
    </p:spTree>
    <p:extLst>
      <p:ext uri="{BB962C8B-B14F-4D97-AF65-F5344CB8AC3E}">
        <p14:creationId xmlns:p14="http://schemas.microsoft.com/office/powerpoint/2010/main" val="1917114902"/>
      </p:ext>
    </p:extLst>
  </p:cSld>
</p:sld>
</file>

<file path=ppt/main_figures/Fig4/ppt/tableStyles.xml><?xml version="1.0" encoding="utf-8"?>
<a:tblStyleLst xmlns:a="http://schemas.openxmlformats.org/drawingml/2006/main" def="{5C22544A-7EE6-4342-B048-85BDC9FD1C3A}"/>
</file>

<file path=ppt/main_figures/Fig4/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5/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ppt/main_figures/Fig5/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2026-10-23T03:09:13.5650000Z</dcterms:created>
  <dcterms:modified xsi:type="dcterms:W3CDTF">2026-10-23T03:09:13.5650000Z</dcterms:modified>
</coreProperties>
</file>

<file path=ppt/main_figures/Fig5/ppt/_rels/presentation.xml.rels><?xml version='1.0' encoding='utf-8'?>
<Relationships xmlns="http://schemas.openxmlformats.org/package/2006/relationships"><Relationship Type="http://schemas.openxmlformats.org/officeDocument/2006/relationships/theme" Target="/ppt/main_figures/Fig5/ppt/theme/theme1.xml" Id="R928cd7a6c7a94679" /><Relationship Type="http://schemas.openxmlformats.org/officeDocument/2006/relationships/slideMaster" Target="/ppt/main_figures/Fig5/ppt/slideMasters/slideMaster1.xml" Id="R7097c1c465154356" /><Relationship Type="http://schemas.openxmlformats.org/officeDocument/2006/relationships/notesMaster" Target="/ppt/main_figures/Fig5/ppt/notesMasters/notesMaster1.xml" Id="R7845b33e1c214b67" /><Relationship Type="http://schemas.openxmlformats.org/officeDocument/2006/relationships/presProps" Target="/ppt/main_figures/Fig5/ppt/presProps.xml" Id="Rc8090e69902141e0" /><Relationship Type="http://schemas.openxmlformats.org/officeDocument/2006/relationships/tableStyles" Target="/ppt/main_figures/Fig5/ppt/tableStyles.xml" Id="R4394a467559a4f8d" /><Relationship Type="http://schemas.openxmlformats.org/officeDocument/2006/relationships/slide" Target="/ppt/main_figures/Fig5/ppt/slides/slide1.xml" Id="R0ad25ff5c4bd449e" /></Relationships>
</file>

<file path=ppt/main_figures/Fig5/ppt/notesMasters/_rels/notesMaster1.xml.rels><?xml version='1.0' encoding='utf-8'?>
<Relationships xmlns="http://schemas.openxmlformats.org/package/2006/relationships"><Relationship Type="http://schemas.openxmlformats.org/officeDocument/2006/relationships/theme" Target="/ppt/main_figures/Fig5/ppt/notesMasters/theme/theme3.xml" Id="Ra3ffc5ccd46e4423" /></Relationships>
</file>

<file path=ppt/main_figures/Fig5/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main_figures/Fig5/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5/ppt/notesSlides/_rels/notesSlide1.xml.rels><?xml version='1.0' encoding='utf-8'?>
<Relationships xmlns="http://schemas.openxmlformats.org/package/2006/relationships"><Relationship Type="http://schemas.openxmlformats.org/officeDocument/2006/relationships/slide" Target="/ppt/main_figures/Fig5/ppt/slides/slide1.xml" Id="Rdbf4253453fa4433" /><Relationship Type="http://schemas.openxmlformats.org/officeDocument/2006/relationships/notesMaster" Target="/ppt/main_figures/Fig5/ppt/notesMasters/notesMaster1.xml" Id="R9fd960e2f2334133" /></Relationships>
</file>

<file path=ppt/main_figures/Fig5/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 and Phi are frame means under a common maximum scalar budget. Working-point x coordinates are sequence maxima, y coordinates are mean tau. Open markers use LCA filling, filled markers use optimal filling of the same order. The implemented orders need not attain F at their global budget.</a:t>
            </a:r>
          </a:p>
          <a:p xmlns:a="http://schemas.openxmlformats.org/drawingml/2006/main">
            <a:r>
              <a:t>Caption: Exact small-tree attainable position–topology frontiers for all five current 2D sequences. The staircase F and certified lower bound Φ use a common scalar budget across frames. Green points show achieved orders under P, R2, R20 and R∞, with filled points for optimal filling and open points for implemented LCA filling.</a:t>
            </a:r>
          </a:p>
          <a:p xmlns:a="http://schemas.openxmlformats.org/drawingml/2006/main">
            <a:r>
              <a:t>Evidence sources and SHA-256: {"code/results/attainable_era5.json":"241a8cc451024eb988030815d85e5978f61d145bce6fa268ddf80ca68bf54342","code/results/attainable_wildfire.json":"6a2fb2a4da5f67bcd962d0692780a1ca16e3646272e5142a515ce6fc828ece68","code/results/attainable_olr.json":"55e624effce24294b3d5649f77de02764d80fda1ed6297a73e7ef102f44abdbc","code/results/attainable_pm25.json":"7d5befd9e1f5424a5f6dfa8e57e2549f3de8c91a94ee7565d204729ceab47613","code/results/attainable_ring.json":"87d9a77042f96407b191fc4e1b3c8c9bdf085e49d68819304d9843e1c463b515","code/results/volume3d/tangaroa-paper-p10-full201/comparison.csv":"3e9daaa12b72c8ae538c5b571ef6a5d3f8db3b2c4c9d4aaa3aee287a80a009bc","code/results/paper1_suite/square-cylinder3d/comparison.csv":"af65a1c1d5cf63afd40739577fce0abd6584295a322f575498d52237d46170f3","code/results/paper1_suite/square-cylinder3d/motion.json":"2377f27f25194970a457945d5fefdb662f2c45cd906501ef944c4f5f9b166135","code/results/eval_projection.json":"f70a343b68ac04531d12480f8e043587b8dd7715ab752b5fd7c4c081d8836c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main_figures/Fig5/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main_figures/Fig5/ppt/presentation.xml><?xml version="1.0" encoding="utf-8"?>
<p:presentation xmlns:p="http://schemas.openxmlformats.org/presentationml/2006/main">
  <p:sldMasterIdLst>
    <p:sldMasterId xmlns:r="http://schemas.openxmlformats.org/officeDocument/2006/relationships" id="2147483648" r:id="R7097c1c465154356"/>
  </p:sldMasterIdLst>
  <p:notesMasterIdLst>
    <p:notesMasterId xmlns:r="http://schemas.openxmlformats.org/officeDocument/2006/relationships" r:id="R7845b33e1c214b67"/>
  </p:notesMasterIdLst>
  <p:sldIdLst>
    <p:sldId xmlns:r="http://schemas.openxmlformats.org/officeDocument/2006/relationships" id="256" r:id="R0ad25ff5c4bd449e"/>
  </p:sldIdLst>
  <p:sldSz cx="14287500" cy="4191000"/>
  <p:notesSz cx="6858000" cy="9144000"/>
</p:presentation>
</file>

<file path=ppt/main_figures/Fig5/ppt/slideLayouts/_rels/slideLayout1.xml.rels><?xml version='1.0' encoding='utf-8'?>
<Relationships xmlns="http://schemas.openxmlformats.org/package/2006/relationships"><Relationship Type="http://schemas.openxmlformats.org/officeDocument/2006/relationships/slideMaster" Target="/ppt/main_figures/Fig5/ppt/slideMasters/slideMaster1.xml" Id="R23f7102f7bdb44a1" /></Relationships>
</file>

<file path=ppt/main_figures/Fig5/ppt/slideLayouts/_rels/slideLayout2.xml.rels><?xml version='1.0' encoding='utf-8'?>
<Relationships xmlns="http://schemas.openxmlformats.org/package/2006/relationships"><Relationship Type="http://schemas.openxmlformats.org/officeDocument/2006/relationships/slideMaster" Target="/ppt/main_figures/Fig5/ppt/slideMasters/slideMaster1.xml" Id="Rd683591f2e5e48f5" /></Relationships>
</file>

<file path=ppt/main_figures/Fig5/ppt/slideLayouts/_rels/slideLayout3.xml.rels><?xml version='1.0' encoding='utf-8'?>
<Relationships xmlns="http://schemas.openxmlformats.org/package/2006/relationships"><Relationship Type="http://schemas.openxmlformats.org/officeDocument/2006/relationships/slideMaster" Target="/ppt/main_figures/Fig5/ppt/slideMasters/slideMaster1.xml" Id="Rea84dda8b2f040fa" /></Relationships>
</file>

<file path=ppt/main_figures/Fig5/ppt/slideLayouts/_rels/slideLayout4.xml.rels><?xml version='1.0' encoding='utf-8'?>
<Relationships xmlns="http://schemas.openxmlformats.org/package/2006/relationships"><Relationship Type="http://schemas.openxmlformats.org/officeDocument/2006/relationships/slideMaster" Target="/ppt/main_figures/Fig5/ppt/slideMasters/slideMaster1.xml" Id="R0b396863cd074fc3" /></Relationships>
</file>

<file path=ppt/main_figures/Fig5/ppt/slideLayouts/_rels/slideLayout5.xml.rels><?xml version='1.0' encoding='utf-8'?>
<Relationships xmlns="http://schemas.openxmlformats.org/package/2006/relationships"><Relationship Type="http://schemas.openxmlformats.org/officeDocument/2006/relationships/slideMaster" Target="/ppt/main_figures/Fig5/ppt/slideMasters/slideMaster1.xml" Id="Re0584e0ab6d64ec1" /></Relationships>
</file>

<file path=ppt/main_figures/Fig5/ppt/slideLayouts/_rels/slideLayout6.xml.rels><?xml version='1.0' encoding='utf-8'?>
<Relationships xmlns="http://schemas.openxmlformats.org/package/2006/relationships"><Relationship Type="http://schemas.openxmlformats.org/officeDocument/2006/relationships/slideMaster" Target="/ppt/main_figures/Fig5/ppt/slideMasters/slideMaster1.xml" Id="Ref88ce72b7414d59" /></Relationships>
</file>

<file path=ppt/main_figures/Fig5/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45D8565-AE51-4159-81AE-55DDBA5D5546}"/>
              </a:ext>
            </a:extLst>
          </p:cNvPr>
          <p:cNvSpPr>
            <a:spLocks xmlns:a="http://schemas.openxmlformats.org/drawingml/2006/main" noGrp="1"/>
          </p:cNvSpPr>
          <p:nvPr>
            <p:ph type="title" idx="0"/>
          </p:nvPr>
        </p:nvSpPr>
        <p:spPr>
          <a:xfrm xmlns:a="http://schemas.openxmlformats.org/drawingml/2006/main">
            <a:off x="1428750" y="1583267"/>
            <a:ext cx="11430000" cy="6053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933" b="1">
                <a:solidFill>
                  <a:schemeClr val="tx1"/>
                </a:solidFill>
                <a:latin typeface="+mj-lt"/>
                <a:ea typeface="+mj-lt"/>
                <a:cs typeface="+mj-lt"/>
              </a:defRPr>
            </a:defPPr>
            <a:lvl1pPr marL="0" indent="0" algn="ctr">
              <a:lnSpc>
                <a:spcPct val="110000"/>
              </a:lnSpc>
              <a:spcBef>
                <a:spcPts val="0"/>
              </a:spcBef>
              <a:spcAft>
                <a:spcPts val="0"/>
              </a:spcAft>
              <a:buNone/>
              <a:defRPr sz="2933" b="1">
                <a:solidFill>
                  <a:schemeClr val="tx1"/>
                </a:solidFill>
                <a:latin typeface="+mj-lt"/>
                <a:ea typeface="+mj-lt"/>
                <a:cs typeface="+mj-lt"/>
              </a:defRPr>
            </a:lvl1pPr>
            <a:lvl2pPr marL="0" indent="0" algn="ctr">
              <a:lnSpc>
                <a:spcPct val="110000"/>
              </a:lnSpc>
              <a:spcBef>
                <a:spcPts val="0"/>
              </a:spcBef>
              <a:spcAft>
                <a:spcPts val="0"/>
              </a:spcAft>
              <a:buNone/>
              <a:defRPr sz="2933" b="1">
                <a:solidFill>
                  <a:schemeClr val="tx1"/>
                </a:solidFill>
                <a:latin typeface="+mj-lt"/>
                <a:ea typeface="+mj-lt"/>
                <a:cs typeface="+mj-lt"/>
              </a:defRPr>
            </a:lvl2pPr>
            <a:lvl3pPr marL="0" indent="0" algn="ctr">
              <a:lnSpc>
                <a:spcPct val="110000"/>
              </a:lnSpc>
              <a:spcBef>
                <a:spcPts val="0"/>
              </a:spcBef>
              <a:spcAft>
                <a:spcPts val="0"/>
              </a:spcAft>
              <a:buNone/>
              <a:defRPr sz="2933" b="1">
                <a:solidFill>
                  <a:schemeClr val="tx1"/>
                </a:solidFill>
                <a:latin typeface="+mj-lt"/>
                <a:ea typeface="+mj-lt"/>
                <a:cs typeface="+mj-lt"/>
              </a:defRPr>
            </a:lvl3pPr>
            <a:lvl4pPr marL="0" indent="0" algn="ctr">
              <a:lnSpc>
                <a:spcPct val="110000"/>
              </a:lnSpc>
              <a:spcBef>
                <a:spcPts val="0"/>
              </a:spcBef>
              <a:spcAft>
                <a:spcPts val="0"/>
              </a:spcAft>
              <a:buNone/>
              <a:defRPr sz="2933" b="1">
                <a:solidFill>
                  <a:schemeClr val="tx1"/>
                </a:solidFill>
                <a:latin typeface="+mj-lt"/>
                <a:ea typeface="+mj-lt"/>
                <a:cs typeface="+mj-lt"/>
              </a:defRPr>
            </a:lvl4pPr>
            <a:lvl5pPr marL="0" indent="0" algn="ctr">
              <a:lnSpc>
                <a:spcPct val="110000"/>
              </a:lnSpc>
              <a:spcBef>
                <a:spcPts val="0"/>
              </a:spcBef>
              <a:spcAft>
                <a:spcPts val="0"/>
              </a:spcAft>
              <a:buNone/>
              <a:defRPr sz="2933" b="1">
                <a:solidFill>
                  <a:schemeClr val="tx1"/>
                </a:solidFill>
                <a:latin typeface="+mj-lt"/>
                <a:ea typeface="+mj-lt"/>
                <a:cs typeface="+mj-lt"/>
              </a:defRPr>
            </a:lvl5pPr>
            <a:lvl6pPr marL="0" indent="0" algn="ctr">
              <a:lnSpc>
                <a:spcPct val="110000"/>
              </a:lnSpc>
              <a:spcBef>
                <a:spcPts val="0"/>
              </a:spcBef>
              <a:spcAft>
                <a:spcPts val="0"/>
              </a:spcAft>
              <a:buNone/>
              <a:defRPr sz="2933" b="1">
                <a:solidFill>
                  <a:schemeClr val="tx1"/>
                </a:solidFill>
                <a:latin typeface="+mj-lt"/>
                <a:ea typeface="+mj-lt"/>
                <a:cs typeface="+mj-lt"/>
              </a:defRPr>
            </a:lvl6pPr>
            <a:lvl7pPr marL="0" indent="0" algn="ctr">
              <a:lnSpc>
                <a:spcPct val="110000"/>
              </a:lnSpc>
              <a:spcBef>
                <a:spcPts val="0"/>
              </a:spcBef>
              <a:spcAft>
                <a:spcPts val="0"/>
              </a:spcAft>
              <a:buNone/>
              <a:defRPr sz="2933" b="1">
                <a:solidFill>
                  <a:schemeClr val="tx1"/>
                </a:solidFill>
                <a:latin typeface="+mj-lt"/>
                <a:ea typeface="+mj-lt"/>
                <a:cs typeface="+mj-lt"/>
              </a:defRPr>
            </a:lvl7pPr>
            <a:lvl8pPr marL="0" indent="0" algn="ctr">
              <a:lnSpc>
                <a:spcPct val="110000"/>
              </a:lnSpc>
              <a:spcBef>
                <a:spcPts val="0"/>
              </a:spcBef>
              <a:spcAft>
                <a:spcPts val="0"/>
              </a:spcAft>
              <a:buNone/>
              <a:defRPr sz="2933" b="1">
                <a:solidFill>
                  <a:schemeClr val="tx1"/>
                </a:solidFill>
                <a:latin typeface="+mj-lt"/>
                <a:ea typeface="+mj-lt"/>
                <a:cs typeface="+mj-lt"/>
              </a:defRPr>
            </a:lvl8pPr>
            <a:lvl9pPr marL="0" indent="0" algn="ctr">
              <a:lnSpc>
                <a:spcPct val="110000"/>
              </a:lnSpc>
              <a:spcBef>
                <a:spcPts val="0"/>
              </a:spcBef>
              <a:spcAft>
                <a:spcPts val="0"/>
              </a:spcAft>
              <a:buNone/>
              <a:defRPr sz="2933"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5118D24-7A81-4C0E-8167-F8D4537D3829}"/>
              </a:ext>
            </a:extLst>
          </p:cNvPr>
          <p:cNvSpPr>
            <a:spLocks xmlns:a="http://schemas.openxmlformats.org/drawingml/2006/main" noGrp="1"/>
          </p:cNvSpPr>
          <p:nvPr>
            <p:ph type="subTitle" idx="1"/>
          </p:nvPr>
        </p:nvSpPr>
        <p:spPr>
          <a:xfrm xmlns:a="http://schemas.openxmlformats.org/drawingml/2006/main">
            <a:off x="2143125" y="2305050"/>
            <a:ext cx="10001250" cy="4656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283" b="0">
                <a:solidFill>
                  <a:schemeClr val="tx1"/>
                </a:solidFill>
                <a:latin typeface="+mn-lt"/>
                <a:ea typeface="+mn-lt"/>
                <a:cs typeface="+mn-lt"/>
              </a:defRPr>
            </a:defPPr>
            <a:lvl1pPr marL="0" indent="0" algn="ctr">
              <a:lnSpc>
                <a:spcPct val="110000"/>
              </a:lnSpc>
              <a:spcBef>
                <a:spcPts val="0"/>
              </a:spcBef>
              <a:spcAft>
                <a:spcPts val="0"/>
              </a:spcAft>
              <a:buNone/>
              <a:defRPr sz="1283" b="0">
                <a:solidFill>
                  <a:schemeClr val="tx1"/>
                </a:solidFill>
                <a:latin typeface="+mn-lt"/>
                <a:ea typeface="+mn-lt"/>
                <a:cs typeface="+mn-lt"/>
              </a:defRPr>
            </a:lvl1pPr>
            <a:lvl2pPr marL="0" indent="0" algn="ctr">
              <a:lnSpc>
                <a:spcPct val="110000"/>
              </a:lnSpc>
              <a:spcBef>
                <a:spcPts val="0"/>
              </a:spcBef>
              <a:spcAft>
                <a:spcPts val="0"/>
              </a:spcAft>
              <a:buNone/>
              <a:defRPr sz="1283" b="0">
                <a:solidFill>
                  <a:schemeClr val="tx1"/>
                </a:solidFill>
                <a:latin typeface="+mn-lt"/>
                <a:ea typeface="+mn-lt"/>
                <a:cs typeface="+mn-lt"/>
              </a:defRPr>
            </a:lvl2pPr>
            <a:lvl3pPr marL="0" indent="0" algn="ctr">
              <a:lnSpc>
                <a:spcPct val="110000"/>
              </a:lnSpc>
              <a:spcBef>
                <a:spcPts val="0"/>
              </a:spcBef>
              <a:spcAft>
                <a:spcPts val="0"/>
              </a:spcAft>
              <a:buNone/>
              <a:defRPr sz="1283" b="0">
                <a:solidFill>
                  <a:schemeClr val="tx1"/>
                </a:solidFill>
                <a:latin typeface="+mn-lt"/>
                <a:ea typeface="+mn-lt"/>
                <a:cs typeface="+mn-lt"/>
              </a:defRPr>
            </a:lvl3pPr>
            <a:lvl4pPr marL="0" indent="0" algn="ctr">
              <a:lnSpc>
                <a:spcPct val="110000"/>
              </a:lnSpc>
              <a:spcBef>
                <a:spcPts val="0"/>
              </a:spcBef>
              <a:spcAft>
                <a:spcPts val="0"/>
              </a:spcAft>
              <a:buNone/>
              <a:defRPr sz="1283" b="0">
                <a:solidFill>
                  <a:schemeClr val="tx1"/>
                </a:solidFill>
                <a:latin typeface="+mn-lt"/>
                <a:ea typeface="+mn-lt"/>
                <a:cs typeface="+mn-lt"/>
              </a:defRPr>
            </a:lvl4pPr>
            <a:lvl5pPr marL="0" indent="0" algn="ctr">
              <a:lnSpc>
                <a:spcPct val="110000"/>
              </a:lnSpc>
              <a:spcBef>
                <a:spcPts val="0"/>
              </a:spcBef>
              <a:spcAft>
                <a:spcPts val="0"/>
              </a:spcAft>
              <a:buNone/>
              <a:defRPr sz="1283" b="0">
                <a:solidFill>
                  <a:schemeClr val="tx1"/>
                </a:solidFill>
                <a:latin typeface="+mn-lt"/>
                <a:ea typeface="+mn-lt"/>
                <a:cs typeface="+mn-lt"/>
              </a:defRPr>
            </a:lvl5pPr>
            <a:lvl6pPr marL="0" indent="0" algn="ctr">
              <a:lnSpc>
                <a:spcPct val="110000"/>
              </a:lnSpc>
              <a:spcBef>
                <a:spcPts val="0"/>
              </a:spcBef>
              <a:spcAft>
                <a:spcPts val="0"/>
              </a:spcAft>
              <a:buNone/>
              <a:defRPr sz="1283" b="0">
                <a:solidFill>
                  <a:schemeClr val="tx1"/>
                </a:solidFill>
                <a:latin typeface="+mn-lt"/>
                <a:ea typeface="+mn-lt"/>
                <a:cs typeface="+mn-lt"/>
              </a:defRPr>
            </a:lvl6pPr>
            <a:lvl7pPr marL="0" indent="0" algn="ctr">
              <a:lnSpc>
                <a:spcPct val="110000"/>
              </a:lnSpc>
              <a:spcBef>
                <a:spcPts val="0"/>
              </a:spcBef>
              <a:spcAft>
                <a:spcPts val="0"/>
              </a:spcAft>
              <a:buNone/>
              <a:defRPr sz="1283" b="0">
                <a:solidFill>
                  <a:schemeClr val="tx1"/>
                </a:solidFill>
                <a:latin typeface="+mn-lt"/>
                <a:ea typeface="+mn-lt"/>
                <a:cs typeface="+mn-lt"/>
              </a:defRPr>
            </a:lvl7pPr>
            <a:lvl8pPr marL="0" indent="0" algn="ctr">
              <a:lnSpc>
                <a:spcPct val="110000"/>
              </a:lnSpc>
              <a:spcBef>
                <a:spcPts val="0"/>
              </a:spcBef>
              <a:spcAft>
                <a:spcPts val="0"/>
              </a:spcAft>
              <a:buNone/>
              <a:defRPr sz="1283" b="0">
                <a:solidFill>
                  <a:schemeClr val="tx1"/>
                </a:solidFill>
                <a:latin typeface="+mn-lt"/>
                <a:ea typeface="+mn-lt"/>
                <a:cs typeface="+mn-lt"/>
              </a:defRPr>
            </a:lvl8pPr>
            <a:lvl9pPr marL="0" indent="0" algn="ctr">
              <a:lnSpc>
                <a:spcPct val="110000"/>
              </a:lnSpc>
              <a:spcBef>
                <a:spcPts val="0"/>
              </a:spcBef>
              <a:spcAft>
                <a:spcPts val="0"/>
              </a:spcAft>
              <a:buNone/>
              <a:defRPr sz="1283" b="0">
                <a:solidFill>
                  <a:schemeClr val="tx1"/>
                </a:solidFill>
                <a:latin typeface="+mn-lt"/>
                <a:ea typeface="+mn-lt"/>
                <a:cs typeface="+mn-lt"/>
              </a:defRPr>
            </a:lvl9pPr>
          </a:lstStyle>
          <a:p xmlns:a="http://schemas.openxmlformats.org/drawingml/2006/main"/>
        </p:txBody>
      </p:sp>
    </p:spTree>
  </p:cSld>
</p:sldLayout>
</file>

<file path=ppt/main_figures/Fig5/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251C869-B5B3-4BB7-B392-D6F2F655AD06}"/>
              </a:ext>
            </a:extLst>
          </p:cNvPr>
          <p:cNvSpPr>
            <a:spLocks xmlns:a="http://schemas.openxmlformats.org/drawingml/2006/main" noGrp="1"/>
          </p:cNvSpPr>
          <p:nvPr>
            <p:ph type="title" idx="0"/>
          </p:nvPr>
        </p:nvSpPr>
        <p:spPr>
          <a:xfrm xmlns:a="http://schemas.openxmlformats.org/drawingml/2006/main">
            <a:off x="1428750" y="1746250"/>
            <a:ext cx="11430000" cy="698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567" b="1">
                <a:solidFill>
                  <a:schemeClr val="tx1"/>
                </a:solidFill>
                <a:latin typeface="+mj-lt"/>
                <a:ea typeface="+mj-lt"/>
                <a:cs typeface="+mj-lt"/>
              </a:defRPr>
            </a:defPPr>
            <a:lvl1pPr marL="0" indent="0" algn="ctr">
              <a:lnSpc>
                <a:spcPct val="110000"/>
              </a:lnSpc>
              <a:spcBef>
                <a:spcPts val="0"/>
              </a:spcBef>
              <a:spcAft>
                <a:spcPts val="0"/>
              </a:spcAft>
              <a:buNone/>
              <a:defRPr sz="2567" b="1">
                <a:solidFill>
                  <a:schemeClr val="tx1"/>
                </a:solidFill>
                <a:latin typeface="+mj-lt"/>
                <a:ea typeface="+mj-lt"/>
                <a:cs typeface="+mj-lt"/>
              </a:defRPr>
            </a:lvl1pPr>
            <a:lvl2pPr marL="0" indent="0" algn="ctr">
              <a:lnSpc>
                <a:spcPct val="110000"/>
              </a:lnSpc>
              <a:spcBef>
                <a:spcPts val="0"/>
              </a:spcBef>
              <a:spcAft>
                <a:spcPts val="0"/>
              </a:spcAft>
              <a:buNone/>
              <a:defRPr sz="2567" b="1">
                <a:solidFill>
                  <a:schemeClr val="tx1"/>
                </a:solidFill>
                <a:latin typeface="+mj-lt"/>
                <a:ea typeface="+mj-lt"/>
                <a:cs typeface="+mj-lt"/>
              </a:defRPr>
            </a:lvl2pPr>
            <a:lvl3pPr marL="0" indent="0" algn="ctr">
              <a:lnSpc>
                <a:spcPct val="110000"/>
              </a:lnSpc>
              <a:spcBef>
                <a:spcPts val="0"/>
              </a:spcBef>
              <a:spcAft>
                <a:spcPts val="0"/>
              </a:spcAft>
              <a:buNone/>
              <a:defRPr sz="2567" b="1">
                <a:solidFill>
                  <a:schemeClr val="tx1"/>
                </a:solidFill>
                <a:latin typeface="+mj-lt"/>
                <a:ea typeface="+mj-lt"/>
                <a:cs typeface="+mj-lt"/>
              </a:defRPr>
            </a:lvl3pPr>
            <a:lvl4pPr marL="0" indent="0" algn="ctr">
              <a:lnSpc>
                <a:spcPct val="110000"/>
              </a:lnSpc>
              <a:spcBef>
                <a:spcPts val="0"/>
              </a:spcBef>
              <a:spcAft>
                <a:spcPts val="0"/>
              </a:spcAft>
              <a:buNone/>
              <a:defRPr sz="2567" b="1">
                <a:solidFill>
                  <a:schemeClr val="tx1"/>
                </a:solidFill>
                <a:latin typeface="+mj-lt"/>
                <a:ea typeface="+mj-lt"/>
                <a:cs typeface="+mj-lt"/>
              </a:defRPr>
            </a:lvl4pPr>
            <a:lvl5pPr marL="0" indent="0" algn="ctr">
              <a:lnSpc>
                <a:spcPct val="110000"/>
              </a:lnSpc>
              <a:spcBef>
                <a:spcPts val="0"/>
              </a:spcBef>
              <a:spcAft>
                <a:spcPts val="0"/>
              </a:spcAft>
              <a:buNone/>
              <a:defRPr sz="2567" b="1">
                <a:solidFill>
                  <a:schemeClr val="tx1"/>
                </a:solidFill>
                <a:latin typeface="+mj-lt"/>
                <a:ea typeface="+mj-lt"/>
                <a:cs typeface="+mj-lt"/>
              </a:defRPr>
            </a:lvl5pPr>
            <a:lvl6pPr marL="0" indent="0" algn="ctr">
              <a:lnSpc>
                <a:spcPct val="110000"/>
              </a:lnSpc>
              <a:spcBef>
                <a:spcPts val="0"/>
              </a:spcBef>
              <a:spcAft>
                <a:spcPts val="0"/>
              </a:spcAft>
              <a:buNone/>
              <a:defRPr sz="2567" b="1">
                <a:solidFill>
                  <a:schemeClr val="tx1"/>
                </a:solidFill>
                <a:latin typeface="+mj-lt"/>
                <a:ea typeface="+mj-lt"/>
                <a:cs typeface="+mj-lt"/>
              </a:defRPr>
            </a:lvl6pPr>
            <a:lvl7pPr marL="0" indent="0" algn="ctr">
              <a:lnSpc>
                <a:spcPct val="110000"/>
              </a:lnSpc>
              <a:spcBef>
                <a:spcPts val="0"/>
              </a:spcBef>
              <a:spcAft>
                <a:spcPts val="0"/>
              </a:spcAft>
              <a:buNone/>
              <a:defRPr sz="2567" b="1">
                <a:solidFill>
                  <a:schemeClr val="tx1"/>
                </a:solidFill>
                <a:latin typeface="+mj-lt"/>
                <a:ea typeface="+mj-lt"/>
                <a:cs typeface="+mj-lt"/>
              </a:defRPr>
            </a:lvl7pPr>
            <a:lvl8pPr marL="0" indent="0" algn="ctr">
              <a:lnSpc>
                <a:spcPct val="110000"/>
              </a:lnSpc>
              <a:spcBef>
                <a:spcPts val="0"/>
              </a:spcBef>
              <a:spcAft>
                <a:spcPts val="0"/>
              </a:spcAft>
              <a:buNone/>
              <a:defRPr sz="2567" b="1">
                <a:solidFill>
                  <a:schemeClr val="tx1"/>
                </a:solidFill>
                <a:latin typeface="+mj-lt"/>
                <a:ea typeface="+mj-lt"/>
                <a:cs typeface="+mj-lt"/>
              </a:defRPr>
            </a:lvl8pPr>
            <a:lvl9pPr marL="0" indent="0" algn="ctr">
              <a:lnSpc>
                <a:spcPct val="110000"/>
              </a:lnSpc>
              <a:spcBef>
                <a:spcPts val="0"/>
              </a:spcBef>
              <a:spcAft>
                <a:spcPts val="0"/>
              </a:spcAft>
              <a:buNone/>
              <a:defRPr sz="2567" b="1">
                <a:solidFill>
                  <a:schemeClr val="tx1"/>
                </a:solidFill>
                <a:latin typeface="+mj-lt"/>
                <a:ea typeface="+mj-lt"/>
                <a:cs typeface="+mj-lt"/>
              </a:defRPr>
            </a:lvl9pPr>
          </a:lstStyle>
          <a:p xmlns:a="http://schemas.openxmlformats.org/drawingml/2006/main"/>
        </p:txBody>
      </p:sp>
    </p:spTree>
  </p:cSld>
</p:sldLayout>
</file>

<file path=ppt/main_figures/Fig5/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26EE118-6D12-4164-A653-A682BAFF486D}"/>
              </a:ext>
            </a:extLst>
          </p:cNvPr>
          <p:cNvSpPr>
            <a:spLocks xmlns:a="http://schemas.openxmlformats.org/drawingml/2006/main" noGrp="1"/>
          </p:cNvSpPr>
          <p:nvPr>
            <p:ph type="title" idx="0"/>
          </p:nvPr>
        </p:nvSpPr>
        <p:spPr>
          <a:xfrm xmlns:a="http://schemas.openxmlformats.org/drawingml/2006/main">
            <a:off x="803672" y="325967"/>
            <a:ext cx="12680156" cy="51223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017" b="1">
                <a:solidFill>
                  <a:schemeClr val="tx1"/>
                </a:solidFill>
                <a:latin typeface="+mj-lt"/>
                <a:ea typeface="+mj-lt"/>
                <a:cs typeface="+mj-lt"/>
              </a:defRPr>
            </a:defPPr>
            <a:lvl1pPr marL="0" indent="0" algn="l">
              <a:lnSpc>
                <a:spcPct val="110000"/>
              </a:lnSpc>
              <a:spcBef>
                <a:spcPts val="0"/>
              </a:spcBef>
              <a:spcAft>
                <a:spcPts val="0"/>
              </a:spcAft>
              <a:buNone/>
              <a:defRPr sz="2017" b="1">
                <a:solidFill>
                  <a:schemeClr val="tx1"/>
                </a:solidFill>
                <a:latin typeface="+mj-lt"/>
                <a:ea typeface="+mj-lt"/>
                <a:cs typeface="+mj-lt"/>
              </a:defRPr>
            </a:lvl1pPr>
            <a:lvl2pPr marL="0" indent="0" algn="l">
              <a:lnSpc>
                <a:spcPct val="110000"/>
              </a:lnSpc>
              <a:spcBef>
                <a:spcPts val="0"/>
              </a:spcBef>
              <a:spcAft>
                <a:spcPts val="0"/>
              </a:spcAft>
              <a:buNone/>
              <a:defRPr sz="2017" b="1">
                <a:solidFill>
                  <a:schemeClr val="tx1"/>
                </a:solidFill>
                <a:latin typeface="+mj-lt"/>
                <a:ea typeface="+mj-lt"/>
                <a:cs typeface="+mj-lt"/>
              </a:defRPr>
            </a:lvl2pPr>
            <a:lvl3pPr marL="0" indent="0" algn="l">
              <a:lnSpc>
                <a:spcPct val="110000"/>
              </a:lnSpc>
              <a:spcBef>
                <a:spcPts val="0"/>
              </a:spcBef>
              <a:spcAft>
                <a:spcPts val="0"/>
              </a:spcAft>
              <a:buNone/>
              <a:defRPr sz="2017" b="1">
                <a:solidFill>
                  <a:schemeClr val="tx1"/>
                </a:solidFill>
                <a:latin typeface="+mj-lt"/>
                <a:ea typeface="+mj-lt"/>
                <a:cs typeface="+mj-lt"/>
              </a:defRPr>
            </a:lvl3pPr>
            <a:lvl4pPr marL="0" indent="0" algn="l">
              <a:lnSpc>
                <a:spcPct val="110000"/>
              </a:lnSpc>
              <a:spcBef>
                <a:spcPts val="0"/>
              </a:spcBef>
              <a:spcAft>
                <a:spcPts val="0"/>
              </a:spcAft>
              <a:buNone/>
              <a:defRPr sz="2017" b="1">
                <a:solidFill>
                  <a:schemeClr val="tx1"/>
                </a:solidFill>
                <a:latin typeface="+mj-lt"/>
                <a:ea typeface="+mj-lt"/>
                <a:cs typeface="+mj-lt"/>
              </a:defRPr>
            </a:lvl4pPr>
            <a:lvl5pPr marL="0" indent="0" algn="l">
              <a:lnSpc>
                <a:spcPct val="110000"/>
              </a:lnSpc>
              <a:spcBef>
                <a:spcPts val="0"/>
              </a:spcBef>
              <a:spcAft>
                <a:spcPts val="0"/>
              </a:spcAft>
              <a:buNone/>
              <a:defRPr sz="2017" b="1">
                <a:solidFill>
                  <a:schemeClr val="tx1"/>
                </a:solidFill>
                <a:latin typeface="+mj-lt"/>
                <a:ea typeface="+mj-lt"/>
                <a:cs typeface="+mj-lt"/>
              </a:defRPr>
            </a:lvl5pPr>
            <a:lvl6pPr marL="0" indent="0" algn="l">
              <a:lnSpc>
                <a:spcPct val="110000"/>
              </a:lnSpc>
              <a:spcBef>
                <a:spcPts val="0"/>
              </a:spcBef>
              <a:spcAft>
                <a:spcPts val="0"/>
              </a:spcAft>
              <a:buNone/>
              <a:defRPr sz="2017" b="1">
                <a:solidFill>
                  <a:schemeClr val="tx1"/>
                </a:solidFill>
                <a:latin typeface="+mj-lt"/>
                <a:ea typeface="+mj-lt"/>
                <a:cs typeface="+mj-lt"/>
              </a:defRPr>
            </a:lvl6pPr>
            <a:lvl7pPr marL="0" indent="0" algn="l">
              <a:lnSpc>
                <a:spcPct val="110000"/>
              </a:lnSpc>
              <a:spcBef>
                <a:spcPts val="0"/>
              </a:spcBef>
              <a:spcAft>
                <a:spcPts val="0"/>
              </a:spcAft>
              <a:buNone/>
              <a:defRPr sz="2017" b="1">
                <a:solidFill>
                  <a:schemeClr val="tx1"/>
                </a:solidFill>
                <a:latin typeface="+mj-lt"/>
                <a:ea typeface="+mj-lt"/>
                <a:cs typeface="+mj-lt"/>
              </a:defRPr>
            </a:lvl7pPr>
            <a:lvl8pPr marL="0" indent="0" algn="l">
              <a:lnSpc>
                <a:spcPct val="110000"/>
              </a:lnSpc>
              <a:spcBef>
                <a:spcPts val="0"/>
              </a:spcBef>
              <a:spcAft>
                <a:spcPts val="0"/>
              </a:spcAft>
              <a:buNone/>
              <a:defRPr sz="2017" b="1">
                <a:solidFill>
                  <a:schemeClr val="tx1"/>
                </a:solidFill>
                <a:latin typeface="+mj-lt"/>
                <a:ea typeface="+mj-lt"/>
                <a:cs typeface="+mj-lt"/>
              </a:defRPr>
            </a:lvl8pPr>
            <a:lvl9pPr marL="0" indent="0" algn="l">
              <a:lnSpc>
                <a:spcPct val="110000"/>
              </a:lnSpc>
              <a:spcBef>
                <a:spcPts val="0"/>
              </a:spcBef>
              <a:spcAft>
                <a:spcPts val="0"/>
              </a:spcAft>
              <a:buNone/>
              <a:defRPr sz="2017"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EA507EF-4575-4F62-8CDE-495323F03BA6}"/>
              </a:ext>
            </a:extLst>
          </p:cNvPr>
          <p:cNvSpPr>
            <a:spLocks xmlns:a="http://schemas.openxmlformats.org/drawingml/2006/main" noGrp="1"/>
          </p:cNvSpPr>
          <p:nvPr>
            <p:ph type="body" idx="1"/>
          </p:nvPr>
        </p:nvSpPr>
        <p:spPr>
          <a:xfrm xmlns:a="http://schemas.openxmlformats.org/drawingml/2006/main">
            <a:off x="803672" y="1164167"/>
            <a:ext cx="12680156" cy="260773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375" b="0">
                <a:solidFill>
                  <a:schemeClr val="tx1"/>
                </a:solidFill>
                <a:latin typeface="+mn-lt"/>
                <a:ea typeface="+mn-lt"/>
                <a:cs typeface="+mn-lt"/>
              </a:defRPr>
            </a:defPPr>
            <a:lvl1pPr marL="139700" indent="-139700" algn="l">
              <a:lnSpc>
                <a:spcPct val="110000"/>
              </a:lnSpc>
              <a:spcBef>
                <a:spcPts val="0"/>
              </a:spcBef>
              <a:spcAft>
                <a:spcPts val="733"/>
              </a:spcAft>
              <a:buChar char="•"/>
              <a:defRPr sz="1375" b="0">
                <a:solidFill>
                  <a:schemeClr val="tx1"/>
                </a:solidFill>
                <a:latin typeface="+mn-lt"/>
                <a:ea typeface="+mn-lt"/>
                <a:cs typeface="+mn-lt"/>
              </a:defRPr>
            </a:lvl1pPr>
            <a:lvl2pPr marL="325967" indent="-139700" algn="l">
              <a:lnSpc>
                <a:spcPct val="110000"/>
              </a:lnSpc>
              <a:spcBef>
                <a:spcPts val="0"/>
              </a:spcBef>
              <a:spcAft>
                <a:spcPts val="733"/>
              </a:spcAft>
              <a:buChar char="•"/>
              <a:defRPr sz="1375" b="0">
                <a:solidFill>
                  <a:schemeClr val="tx1"/>
                </a:solidFill>
                <a:latin typeface="+mn-lt"/>
                <a:ea typeface="+mn-lt"/>
                <a:cs typeface="+mn-lt"/>
              </a:defRPr>
            </a:lvl2pPr>
            <a:lvl3pPr marL="512233" indent="-139700" algn="l">
              <a:lnSpc>
                <a:spcPct val="110000"/>
              </a:lnSpc>
              <a:spcBef>
                <a:spcPts val="0"/>
              </a:spcBef>
              <a:spcAft>
                <a:spcPts val="733"/>
              </a:spcAft>
              <a:buChar char="•"/>
              <a:defRPr sz="1375" b="0">
                <a:solidFill>
                  <a:schemeClr val="tx1"/>
                </a:solidFill>
                <a:latin typeface="+mn-lt"/>
                <a:ea typeface="+mn-lt"/>
                <a:cs typeface="+mn-lt"/>
              </a:defRPr>
            </a:lvl3pPr>
            <a:lvl4pPr marL="698500" indent="-139700" algn="l">
              <a:lnSpc>
                <a:spcPct val="110000"/>
              </a:lnSpc>
              <a:spcBef>
                <a:spcPts val="0"/>
              </a:spcBef>
              <a:spcAft>
                <a:spcPts val="733"/>
              </a:spcAft>
              <a:buChar char="•"/>
              <a:defRPr sz="1375" b="0">
                <a:solidFill>
                  <a:schemeClr val="tx1"/>
                </a:solidFill>
                <a:latin typeface="+mn-lt"/>
                <a:ea typeface="+mn-lt"/>
                <a:cs typeface="+mn-lt"/>
              </a:defRPr>
            </a:lvl4pPr>
            <a:lvl5pPr marL="884767" indent="-139700" algn="l">
              <a:lnSpc>
                <a:spcPct val="110000"/>
              </a:lnSpc>
              <a:spcBef>
                <a:spcPts val="0"/>
              </a:spcBef>
              <a:spcAft>
                <a:spcPts val="733"/>
              </a:spcAft>
              <a:buChar char="•"/>
              <a:defRPr sz="1375" b="0">
                <a:solidFill>
                  <a:schemeClr val="tx1"/>
                </a:solidFill>
                <a:latin typeface="+mn-lt"/>
                <a:ea typeface="+mn-lt"/>
                <a:cs typeface="+mn-lt"/>
              </a:defRPr>
            </a:lvl5pPr>
            <a:lvl6pPr marL="1071033" indent="-139700" algn="l">
              <a:lnSpc>
                <a:spcPct val="110000"/>
              </a:lnSpc>
              <a:spcBef>
                <a:spcPts val="0"/>
              </a:spcBef>
              <a:spcAft>
                <a:spcPts val="733"/>
              </a:spcAft>
              <a:buChar char="•"/>
              <a:defRPr sz="1375" b="0">
                <a:solidFill>
                  <a:schemeClr val="tx1"/>
                </a:solidFill>
                <a:latin typeface="+mn-lt"/>
                <a:ea typeface="+mn-lt"/>
                <a:cs typeface="+mn-lt"/>
              </a:defRPr>
            </a:lvl6pPr>
            <a:lvl7pPr marL="1257300" indent="-139700" algn="l">
              <a:lnSpc>
                <a:spcPct val="110000"/>
              </a:lnSpc>
              <a:spcBef>
                <a:spcPts val="0"/>
              </a:spcBef>
              <a:spcAft>
                <a:spcPts val="733"/>
              </a:spcAft>
              <a:buChar char="•"/>
              <a:defRPr sz="1375" b="0">
                <a:solidFill>
                  <a:schemeClr val="tx1"/>
                </a:solidFill>
                <a:latin typeface="+mn-lt"/>
                <a:ea typeface="+mn-lt"/>
                <a:cs typeface="+mn-lt"/>
              </a:defRPr>
            </a:lvl7pPr>
            <a:lvl8pPr marL="1443567" indent="-139700" algn="l">
              <a:lnSpc>
                <a:spcPct val="110000"/>
              </a:lnSpc>
              <a:spcBef>
                <a:spcPts val="0"/>
              </a:spcBef>
              <a:spcAft>
                <a:spcPts val="733"/>
              </a:spcAft>
              <a:buChar char="•"/>
              <a:defRPr sz="1375" b="0">
                <a:solidFill>
                  <a:schemeClr val="tx1"/>
                </a:solidFill>
                <a:latin typeface="+mn-lt"/>
                <a:ea typeface="+mn-lt"/>
                <a:cs typeface="+mn-lt"/>
              </a:defRPr>
            </a:lvl8pPr>
            <a:lvl9pPr marL="1629833" indent="-139700" algn="l">
              <a:lnSpc>
                <a:spcPct val="110000"/>
              </a:lnSpc>
              <a:spcBef>
                <a:spcPts val="0"/>
              </a:spcBef>
              <a:spcAft>
                <a:spcPts val="733"/>
              </a:spcAft>
              <a:buChar char="•"/>
              <a:defRPr sz="1375" b="0">
                <a:solidFill>
                  <a:schemeClr val="tx1"/>
                </a:solidFill>
                <a:latin typeface="+mn-lt"/>
                <a:ea typeface="+mn-lt"/>
                <a:cs typeface="+mn-lt"/>
              </a:defRPr>
            </a:lvl9pPr>
          </a:lstStyle>
          <a:p xmlns:a="http://schemas.openxmlformats.org/drawingml/2006/main"/>
        </p:txBody>
      </p:sp>
    </p:spTree>
  </p:cSld>
</p:sldLayout>
</file>

<file path=ppt/main_figures/Fig5/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E4271DC-BBA1-4753-8089-93A579093B1A}"/>
              </a:ext>
            </a:extLst>
          </p:cNvPr>
          <p:cNvSpPr>
            <a:spLocks xmlns:a="http://schemas.openxmlformats.org/drawingml/2006/main" noGrp="1"/>
          </p:cNvSpPr>
          <p:nvPr>
            <p:ph type="title" idx="0"/>
          </p:nvPr>
        </p:nvSpPr>
        <p:spPr>
          <a:xfrm xmlns:a="http://schemas.openxmlformats.org/drawingml/2006/main">
            <a:off x="803672" y="325967"/>
            <a:ext cx="12680156" cy="51223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017" b="1">
                <a:solidFill>
                  <a:schemeClr val="tx1"/>
                </a:solidFill>
                <a:latin typeface="+mj-lt"/>
                <a:ea typeface="+mj-lt"/>
                <a:cs typeface="+mj-lt"/>
              </a:defRPr>
            </a:defPPr>
            <a:lvl1pPr marL="0" indent="0" algn="l">
              <a:lnSpc>
                <a:spcPct val="110000"/>
              </a:lnSpc>
              <a:spcBef>
                <a:spcPts val="0"/>
              </a:spcBef>
              <a:spcAft>
                <a:spcPts val="0"/>
              </a:spcAft>
              <a:buNone/>
              <a:defRPr sz="2017" b="1">
                <a:solidFill>
                  <a:schemeClr val="tx1"/>
                </a:solidFill>
                <a:latin typeface="+mj-lt"/>
                <a:ea typeface="+mj-lt"/>
                <a:cs typeface="+mj-lt"/>
              </a:defRPr>
            </a:lvl1pPr>
            <a:lvl2pPr marL="0" indent="0" algn="l">
              <a:lnSpc>
                <a:spcPct val="110000"/>
              </a:lnSpc>
              <a:spcBef>
                <a:spcPts val="0"/>
              </a:spcBef>
              <a:spcAft>
                <a:spcPts val="0"/>
              </a:spcAft>
              <a:buNone/>
              <a:defRPr sz="2017" b="1">
                <a:solidFill>
                  <a:schemeClr val="tx1"/>
                </a:solidFill>
                <a:latin typeface="+mj-lt"/>
                <a:ea typeface="+mj-lt"/>
                <a:cs typeface="+mj-lt"/>
              </a:defRPr>
            </a:lvl2pPr>
            <a:lvl3pPr marL="0" indent="0" algn="l">
              <a:lnSpc>
                <a:spcPct val="110000"/>
              </a:lnSpc>
              <a:spcBef>
                <a:spcPts val="0"/>
              </a:spcBef>
              <a:spcAft>
                <a:spcPts val="0"/>
              </a:spcAft>
              <a:buNone/>
              <a:defRPr sz="2017" b="1">
                <a:solidFill>
                  <a:schemeClr val="tx1"/>
                </a:solidFill>
                <a:latin typeface="+mj-lt"/>
                <a:ea typeface="+mj-lt"/>
                <a:cs typeface="+mj-lt"/>
              </a:defRPr>
            </a:lvl3pPr>
            <a:lvl4pPr marL="0" indent="0" algn="l">
              <a:lnSpc>
                <a:spcPct val="110000"/>
              </a:lnSpc>
              <a:spcBef>
                <a:spcPts val="0"/>
              </a:spcBef>
              <a:spcAft>
                <a:spcPts val="0"/>
              </a:spcAft>
              <a:buNone/>
              <a:defRPr sz="2017" b="1">
                <a:solidFill>
                  <a:schemeClr val="tx1"/>
                </a:solidFill>
                <a:latin typeface="+mj-lt"/>
                <a:ea typeface="+mj-lt"/>
                <a:cs typeface="+mj-lt"/>
              </a:defRPr>
            </a:lvl4pPr>
            <a:lvl5pPr marL="0" indent="0" algn="l">
              <a:lnSpc>
                <a:spcPct val="110000"/>
              </a:lnSpc>
              <a:spcBef>
                <a:spcPts val="0"/>
              </a:spcBef>
              <a:spcAft>
                <a:spcPts val="0"/>
              </a:spcAft>
              <a:buNone/>
              <a:defRPr sz="2017" b="1">
                <a:solidFill>
                  <a:schemeClr val="tx1"/>
                </a:solidFill>
                <a:latin typeface="+mj-lt"/>
                <a:ea typeface="+mj-lt"/>
                <a:cs typeface="+mj-lt"/>
              </a:defRPr>
            </a:lvl5pPr>
            <a:lvl6pPr marL="0" indent="0" algn="l">
              <a:lnSpc>
                <a:spcPct val="110000"/>
              </a:lnSpc>
              <a:spcBef>
                <a:spcPts val="0"/>
              </a:spcBef>
              <a:spcAft>
                <a:spcPts val="0"/>
              </a:spcAft>
              <a:buNone/>
              <a:defRPr sz="2017" b="1">
                <a:solidFill>
                  <a:schemeClr val="tx1"/>
                </a:solidFill>
                <a:latin typeface="+mj-lt"/>
                <a:ea typeface="+mj-lt"/>
                <a:cs typeface="+mj-lt"/>
              </a:defRPr>
            </a:lvl6pPr>
            <a:lvl7pPr marL="0" indent="0" algn="l">
              <a:lnSpc>
                <a:spcPct val="110000"/>
              </a:lnSpc>
              <a:spcBef>
                <a:spcPts val="0"/>
              </a:spcBef>
              <a:spcAft>
                <a:spcPts val="0"/>
              </a:spcAft>
              <a:buNone/>
              <a:defRPr sz="2017" b="1">
                <a:solidFill>
                  <a:schemeClr val="tx1"/>
                </a:solidFill>
                <a:latin typeface="+mj-lt"/>
                <a:ea typeface="+mj-lt"/>
                <a:cs typeface="+mj-lt"/>
              </a:defRPr>
            </a:lvl7pPr>
            <a:lvl8pPr marL="0" indent="0" algn="l">
              <a:lnSpc>
                <a:spcPct val="110000"/>
              </a:lnSpc>
              <a:spcBef>
                <a:spcPts val="0"/>
              </a:spcBef>
              <a:spcAft>
                <a:spcPts val="0"/>
              </a:spcAft>
              <a:buNone/>
              <a:defRPr sz="2017" b="1">
                <a:solidFill>
                  <a:schemeClr val="tx1"/>
                </a:solidFill>
                <a:latin typeface="+mj-lt"/>
                <a:ea typeface="+mj-lt"/>
                <a:cs typeface="+mj-lt"/>
              </a:defRPr>
            </a:lvl8pPr>
            <a:lvl9pPr marL="0" indent="0" algn="l">
              <a:lnSpc>
                <a:spcPct val="110000"/>
              </a:lnSpc>
              <a:spcBef>
                <a:spcPts val="0"/>
              </a:spcBef>
              <a:spcAft>
                <a:spcPts val="0"/>
              </a:spcAft>
              <a:buNone/>
              <a:defRPr sz="2017"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FC1D32F-696C-453C-B8B9-1C48FD5B8F25}"/>
              </a:ext>
            </a:extLst>
          </p:cNvPr>
          <p:cNvSpPr>
            <a:spLocks xmlns:a="http://schemas.openxmlformats.org/drawingml/2006/main" noGrp="1"/>
          </p:cNvSpPr>
          <p:nvPr>
            <p:ph type="body" idx="1"/>
          </p:nvPr>
        </p:nvSpPr>
        <p:spPr>
          <a:xfrm xmlns:a="http://schemas.openxmlformats.org/drawingml/2006/main">
            <a:off x="803672" y="1164167"/>
            <a:ext cx="5893594" cy="260773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283" b="0">
                <a:solidFill>
                  <a:schemeClr val="tx1"/>
                </a:solidFill>
                <a:latin typeface="+mn-lt"/>
                <a:ea typeface="+mn-lt"/>
                <a:cs typeface="+mn-lt"/>
              </a:defRPr>
            </a:defPPr>
            <a:lvl1pPr marL="139700" indent="-139700" algn="l">
              <a:lnSpc>
                <a:spcPct val="110000"/>
              </a:lnSpc>
              <a:spcBef>
                <a:spcPts val="0"/>
              </a:spcBef>
              <a:spcAft>
                <a:spcPts val="733"/>
              </a:spcAft>
              <a:buChar char="•"/>
              <a:defRPr sz="1283" b="0">
                <a:solidFill>
                  <a:schemeClr val="tx1"/>
                </a:solidFill>
                <a:latin typeface="+mn-lt"/>
                <a:ea typeface="+mn-lt"/>
                <a:cs typeface="+mn-lt"/>
              </a:defRPr>
            </a:lvl1pPr>
            <a:lvl2pPr marL="325967" indent="-139700" algn="l">
              <a:lnSpc>
                <a:spcPct val="110000"/>
              </a:lnSpc>
              <a:spcBef>
                <a:spcPts val="0"/>
              </a:spcBef>
              <a:spcAft>
                <a:spcPts val="733"/>
              </a:spcAft>
              <a:buChar char="•"/>
              <a:defRPr sz="1283" b="0">
                <a:solidFill>
                  <a:schemeClr val="tx1"/>
                </a:solidFill>
                <a:latin typeface="+mn-lt"/>
                <a:ea typeface="+mn-lt"/>
                <a:cs typeface="+mn-lt"/>
              </a:defRPr>
            </a:lvl2pPr>
            <a:lvl3pPr marL="512233" indent="-139700" algn="l">
              <a:lnSpc>
                <a:spcPct val="110000"/>
              </a:lnSpc>
              <a:spcBef>
                <a:spcPts val="0"/>
              </a:spcBef>
              <a:spcAft>
                <a:spcPts val="733"/>
              </a:spcAft>
              <a:buChar char="•"/>
              <a:defRPr sz="1283" b="0">
                <a:solidFill>
                  <a:schemeClr val="tx1"/>
                </a:solidFill>
                <a:latin typeface="+mn-lt"/>
                <a:ea typeface="+mn-lt"/>
                <a:cs typeface="+mn-lt"/>
              </a:defRPr>
            </a:lvl3pPr>
            <a:lvl4pPr marL="698500" indent="-139700" algn="l">
              <a:lnSpc>
                <a:spcPct val="110000"/>
              </a:lnSpc>
              <a:spcBef>
                <a:spcPts val="0"/>
              </a:spcBef>
              <a:spcAft>
                <a:spcPts val="733"/>
              </a:spcAft>
              <a:buChar char="•"/>
              <a:defRPr sz="1283" b="0">
                <a:solidFill>
                  <a:schemeClr val="tx1"/>
                </a:solidFill>
                <a:latin typeface="+mn-lt"/>
                <a:ea typeface="+mn-lt"/>
                <a:cs typeface="+mn-lt"/>
              </a:defRPr>
            </a:lvl4pPr>
            <a:lvl5pPr marL="884767" indent="-139700" algn="l">
              <a:lnSpc>
                <a:spcPct val="110000"/>
              </a:lnSpc>
              <a:spcBef>
                <a:spcPts val="0"/>
              </a:spcBef>
              <a:spcAft>
                <a:spcPts val="733"/>
              </a:spcAft>
              <a:buChar char="•"/>
              <a:defRPr sz="1283" b="0">
                <a:solidFill>
                  <a:schemeClr val="tx1"/>
                </a:solidFill>
                <a:latin typeface="+mn-lt"/>
                <a:ea typeface="+mn-lt"/>
                <a:cs typeface="+mn-lt"/>
              </a:defRPr>
            </a:lvl5pPr>
            <a:lvl6pPr marL="1071033" indent="-139700" algn="l">
              <a:lnSpc>
                <a:spcPct val="110000"/>
              </a:lnSpc>
              <a:spcBef>
                <a:spcPts val="0"/>
              </a:spcBef>
              <a:spcAft>
                <a:spcPts val="733"/>
              </a:spcAft>
              <a:buChar char="•"/>
              <a:defRPr sz="1283" b="0">
                <a:solidFill>
                  <a:schemeClr val="tx1"/>
                </a:solidFill>
                <a:latin typeface="+mn-lt"/>
                <a:ea typeface="+mn-lt"/>
                <a:cs typeface="+mn-lt"/>
              </a:defRPr>
            </a:lvl6pPr>
            <a:lvl7pPr marL="1257300" indent="-139700" algn="l">
              <a:lnSpc>
                <a:spcPct val="110000"/>
              </a:lnSpc>
              <a:spcBef>
                <a:spcPts val="0"/>
              </a:spcBef>
              <a:spcAft>
                <a:spcPts val="733"/>
              </a:spcAft>
              <a:buChar char="•"/>
              <a:defRPr sz="1283" b="0">
                <a:solidFill>
                  <a:schemeClr val="tx1"/>
                </a:solidFill>
                <a:latin typeface="+mn-lt"/>
                <a:ea typeface="+mn-lt"/>
                <a:cs typeface="+mn-lt"/>
              </a:defRPr>
            </a:lvl7pPr>
            <a:lvl8pPr marL="1443567" indent="-139700" algn="l">
              <a:lnSpc>
                <a:spcPct val="110000"/>
              </a:lnSpc>
              <a:spcBef>
                <a:spcPts val="0"/>
              </a:spcBef>
              <a:spcAft>
                <a:spcPts val="733"/>
              </a:spcAft>
              <a:buChar char="•"/>
              <a:defRPr sz="1283" b="0">
                <a:solidFill>
                  <a:schemeClr val="tx1"/>
                </a:solidFill>
                <a:latin typeface="+mn-lt"/>
                <a:ea typeface="+mn-lt"/>
                <a:cs typeface="+mn-lt"/>
              </a:defRPr>
            </a:lvl8pPr>
            <a:lvl9pPr marL="1629833" indent="-139700" algn="l">
              <a:lnSpc>
                <a:spcPct val="110000"/>
              </a:lnSpc>
              <a:spcBef>
                <a:spcPts val="0"/>
              </a:spcBef>
              <a:spcAft>
                <a:spcPts val="733"/>
              </a:spcAft>
              <a:buChar char="•"/>
              <a:defRPr sz="1283"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F488BBE-0EBD-43F3-8656-E54F1E600BB6}"/>
              </a:ext>
            </a:extLst>
          </p:cNvPr>
          <p:cNvSpPr>
            <a:spLocks xmlns:a="http://schemas.openxmlformats.org/drawingml/2006/main" noGrp="1"/>
          </p:cNvSpPr>
          <p:nvPr>
            <p:ph type="body" idx="2"/>
          </p:nvPr>
        </p:nvSpPr>
        <p:spPr>
          <a:xfrm xmlns:a="http://schemas.openxmlformats.org/drawingml/2006/main">
            <a:off x="7590234" y="1164167"/>
            <a:ext cx="5893594" cy="260773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283" b="0">
                <a:solidFill>
                  <a:schemeClr val="tx1"/>
                </a:solidFill>
                <a:latin typeface="+mn-lt"/>
                <a:ea typeface="+mn-lt"/>
                <a:cs typeface="+mn-lt"/>
              </a:defRPr>
            </a:defPPr>
            <a:lvl1pPr marL="139700" indent="-139700" algn="l">
              <a:lnSpc>
                <a:spcPct val="110000"/>
              </a:lnSpc>
              <a:spcBef>
                <a:spcPts val="0"/>
              </a:spcBef>
              <a:spcAft>
                <a:spcPts val="733"/>
              </a:spcAft>
              <a:buChar char="•"/>
              <a:defRPr sz="1283" b="0">
                <a:solidFill>
                  <a:schemeClr val="tx1"/>
                </a:solidFill>
                <a:latin typeface="+mn-lt"/>
                <a:ea typeface="+mn-lt"/>
                <a:cs typeface="+mn-lt"/>
              </a:defRPr>
            </a:lvl1pPr>
            <a:lvl2pPr marL="325967" indent="-139700" algn="l">
              <a:lnSpc>
                <a:spcPct val="110000"/>
              </a:lnSpc>
              <a:spcBef>
                <a:spcPts val="0"/>
              </a:spcBef>
              <a:spcAft>
                <a:spcPts val="733"/>
              </a:spcAft>
              <a:buChar char="•"/>
              <a:defRPr sz="1283" b="0">
                <a:solidFill>
                  <a:schemeClr val="tx1"/>
                </a:solidFill>
                <a:latin typeface="+mn-lt"/>
                <a:ea typeface="+mn-lt"/>
                <a:cs typeface="+mn-lt"/>
              </a:defRPr>
            </a:lvl2pPr>
            <a:lvl3pPr marL="512233" indent="-139700" algn="l">
              <a:lnSpc>
                <a:spcPct val="110000"/>
              </a:lnSpc>
              <a:spcBef>
                <a:spcPts val="0"/>
              </a:spcBef>
              <a:spcAft>
                <a:spcPts val="733"/>
              </a:spcAft>
              <a:buChar char="•"/>
              <a:defRPr sz="1283" b="0">
                <a:solidFill>
                  <a:schemeClr val="tx1"/>
                </a:solidFill>
                <a:latin typeface="+mn-lt"/>
                <a:ea typeface="+mn-lt"/>
                <a:cs typeface="+mn-lt"/>
              </a:defRPr>
            </a:lvl3pPr>
            <a:lvl4pPr marL="698500" indent="-139700" algn="l">
              <a:lnSpc>
                <a:spcPct val="110000"/>
              </a:lnSpc>
              <a:spcBef>
                <a:spcPts val="0"/>
              </a:spcBef>
              <a:spcAft>
                <a:spcPts val="733"/>
              </a:spcAft>
              <a:buChar char="•"/>
              <a:defRPr sz="1283" b="0">
                <a:solidFill>
                  <a:schemeClr val="tx1"/>
                </a:solidFill>
                <a:latin typeface="+mn-lt"/>
                <a:ea typeface="+mn-lt"/>
                <a:cs typeface="+mn-lt"/>
              </a:defRPr>
            </a:lvl4pPr>
            <a:lvl5pPr marL="884767" indent="-139700" algn="l">
              <a:lnSpc>
                <a:spcPct val="110000"/>
              </a:lnSpc>
              <a:spcBef>
                <a:spcPts val="0"/>
              </a:spcBef>
              <a:spcAft>
                <a:spcPts val="733"/>
              </a:spcAft>
              <a:buChar char="•"/>
              <a:defRPr sz="1283" b="0">
                <a:solidFill>
                  <a:schemeClr val="tx1"/>
                </a:solidFill>
                <a:latin typeface="+mn-lt"/>
                <a:ea typeface="+mn-lt"/>
                <a:cs typeface="+mn-lt"/>
              </a:defRPr>
            </a:lvl5pPr>
            <a:lvl6pPr marL="1071033" indent="-139700" algn="l">
              <a:lnSpc>
                <a:spcPct val="110000"/>
              </a:lnSpc>
              <a:spcBef>
                <a:spcPts val="0"/>
              </a:spcBef>
              <a:spcAft>
                <a:spcPts val="733"/>
              </a:spcAft>
              <a:buChar char="•"/>
              <a:defRPr sz="1283" b="0">
                <a:solidFill>
                  <a:schemeClr val="tx1"/>
                </a:solidFill>
                <a:latin typeface="+mn-lt"/>
                <a:ea typeface="+mn-lt"/>
                <a:cs typeface="+mn-lt"/>
              </a:defRPr>
            </a:lvl6pPr>
            <a:lvl7pPr marL="1257300" indent="-139700" algn="l">
              <a:lnSpc>
                <a:spcPct val="110000"/>
              </a:lnSpc>
              <a:spcBef>
                <a:spcPts val="0"/>
              </a:spcBef>
              <a:spcAft>
                <a:spcPts val="733"/>
              </a:spcAft>
              <a:buChar char="•"/>
              <a:defRPr sz="1283" b="0">
                <a:solidFill>
                  <a:schemeClr val="tx1"/>
                </a:solidFill>
                <a:latin typeface="+mn-lt"/>
                <a:ea typeface="+mn-lt"/>
                <a:cs typeface="+mn-lt"/>
              </a:defRPr>
            </a:lvl7pPr>
            <a:lvl8pPr marL="1443567" indent="-139700" algn="l">
              <a:lnSpc>
                <a:spcPct val="110000"/>
              </a:lnSpc>
              <a:spcBef>
                <a:spcPts val="0"/>
              </a:spcBef>
              <a:spcAft>
                <a:spcPts val="733"/>
              </a:spcAft>
              <a:buChar char="•"/>
              <a:defRPr sz="1283" b="0">
                <a:solidFill>
                  <a:schemeClr val="tx1"/>
                </a:solidFill>
                <a:latin typeface="+mn-lt"/>
                <a:ea typeface="+mn-lt"/>
                <a:cs typeface="+mn-lt"/>
              </a:defRPr>
            </a:lvl8pPr>
            <a:lvl9pPr marL="1629833" indent="-139700" algn="l">
              <a:lnSpc>
                <a:spcPct val="110000"/>
              </a:lnSpc>
              <a:spcBef>
                <a:spcPts val="0"/>
              </a:spcBef>
              <a:spcAft>
                <a:spcPts val="733"/>
              </a:spcAft>
              <a:buChar char="•"/>
              <a:defRPr sz="1283" b="0">
                <a:solidFill>
                  <a:schemeClr val="tx1"/>
                </a:solidFill>
                <a:latin typeface="+mn-lt"/>
                <a:ea typeface="+mn-lt"/>
                <a:cs typeface="+mn-lt"/>
              </a:defRPr>
            </a:lvl9pPr>
          </a:lstStyle>
          <a:p xmlns:a="http://schemas.openxmlformats.org/drawingml/2006/main"/>
        </p:txBody>
      </p:sp>
    </p:spTree>
  </p:cSld>
</p:sldLayout>
</file>

<file path=ppt/main_figures/Fig5/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A6FFCD0-FBFA-4C4B-86BC-1EBFA03A5A05}"/>
              </a:ext>
            </a:extLst>
          </p:cNvPr>
          <p:cNvSpPr>
            <a:spLocks xmlns:a="http://schemas.openxmlformats.org/drawingml/2006/main" noGrp="1"/>
          </p:cNvSpPr>
          <p:nvPr>
            <p:ph type="title" idx="0"/>
          </p:nvPr>
        </p:nvSpPr>
        <p:spPr>
          <a:xfrm xmlns:a="http://schemas.openxmlformats.org/drawingml/2006/main">
            <a:off x="803672" y="325967"/>
            <a:ext cx="12680156" cy="51223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017" b="1">
                <a:solidFill>
                  <a:schemeClr val="tx1"/>
                </a:solidFill>
                <a:latin typeface="+mj-lt"/>
                <a:ea typeface="+mj-lt"/>
                <a:cs typeface="+mj-lt"/>
              </a:defRPr>
            </a:defPPr>
            <a:lvl1pPr marL="0" indent="0" algn="l">
              <a:lnSpc>
                <a:spcPct val="110000"/>
              </a:lnSpc>
              <a:spcBef>
                <a:spcPts val="0"/>
              </a:spcBef>
              <a:spcAft>
                <a:spcPts val="0"/>
              </a:spcAft>
              <a:buNone/>
              <a:defRPr sz="2017" b="1">
                <a:solidFill>
                  <a:schemeClr val="tx1"/>
                </a:solidFill>
                <a:latin typeface="+mj-lt"/>
                <a:ea typeface="+mj-lt"/>
                <a:cs typeface="+mj-lt"/>
              </a:defRPr>
            </a:lvl1pPr>
            <a:lvl2pPr marL="0" indent="0" algn="l">
              <a:lnSpc>
                <a:spcPct val="110000"/>
              </a:lnSpc>
              <a:spcBef>
                <a:spcPts val="0"/>
              </a:spcBef>
              <a:spcAft>
                <a:spcPts val="0"/>
              </a:spcAft>
              <a:buNone/>
              <a:defRPr sz="2017" b="1">
                <a:solidFill>
                  <a:schemeClr val="tx1"/>
                </a:solidFill>
                <a:latin typeface="+mj-lt"/>
                <a:ea typeface="+mj-lt"/>
                <a:cs typeface="+mj-lt"/>
              </a:defRPr>
            </a:lvl2pPr>
            <a:lvl3pPr marL="0" indent="0" algn="l">
              <a:lnSpc>
                <a:spcPct val="110000"/>
              </a:lnSpc>
              <a:spcBef>
                <a:spcPts val="0"/>
              </a:spcBef>
              <a:spcAft>
                <a:spcPts val="0"/>
              </a:spcAft>
              <a:buNone/>
              <a:defRPr sz="2017" b="1">
                <a:solidFill>
                  <a:schemeClr val="tx1"/>
                </a:solidFill>
                <a:latin typeface="+mj-lt"/>
                <a:ea typeface="+mj-lt"/>
                <a:cs typeface="+mj-lt"/>
              </a:defRPr>
            </a:lvl3pPr>
            <a:lvl4pPr marL="0" indent="0" algn="l">
              <a:lnSpc>
                <a:spcPct val="110000"/>
              </a:lnSpc>
              <a:spcBef>
                <a:spcPts val="0"/>
              </a:spcBef>
              <a:spcAft>
                <a:spcPts val="0"/>
              </a:spcAft>
              <a:buNone/>
              <a:defRPr sz="2017" b="1">
                <a:solidFill>
                  <a:schemeClr val="tx1"/>
                </a:solidFill>
                <a:latin typeface="+mj-lt"/>
                <a:ea typeface="+mj-lt"/>
                <a:cs typeface="+mj-lt"/>
              </a:defRPr>
            </a:lvl4pPr>
            <a:lvl5pPr marL="0" indent="0" algn="l">
              <a:lnSpc>
                <a:spcPct val="110000"/>
              </a:lnSpc>
              <a:spcBef>
                <a:spcPts val="0"/>
              </a:spcBef>
              <a:spcAft>
                <a:spcPts val="0"/>
              </a:spcAft>
              <a:buNone/>
              <a:defRPr sz="2017" b="1">
                <a:solidFill>
                  <a:schemeClr val="tx1"/>
                </a:solidFill>
                <a:latin typeface="+mj-lt"/>
                <a:ea typeface="+mj-lt"/>
                <a:cs typeface="+mj-lt"/>
              </a:defRPr>
            </a:lvl5pPr>
            <a:lvl6pPr marL="0" indent="0" algn="l">
              <a:lnSpc>
                <a:spcPct val="110000"/>
              </a:lnSpc>
              <a:spcBef>
                <a:spcPts val="0"/>
              </a:spcBef>
              <a:spcAft>
                <a:spcPts val="0"/>
              </a:spcAft>
              <a:buNone/>
              <a:defRPr sz="2017" b="1">
                <a:solidFill>
                  <a:schemeClr val="tx1"/>
                </a:solidFill>
                <a:latin typeface="+mj-lt"/>
                <a:ea typeface="+mj-lt"/>
                <a:cs typeface="+mj-lt"/>
              </a:defRPr>
            </a:lvl6pPr>
            <a:lvl7pPr marL="0" indent="0" algn="l">
              <a:lnSpc>
                <a:spcPct val="110000"/>
              </a:lnSpc>
              <a:spcBef>
                <a:spcPts val="0"/>
              </a:spcBef>
              <a:spcAft>
                <a:spcPts val="0"/>
              </a:spcAft>
              <a:buNone/>
              <a:defRPr sz="2017" b="1">
                <a:solidFill>
                  <a:schemeClr val="tx1"/>
                </a:solidFill>
                <a:latin typeface="+mj-lt"/>
                <a:ea typeface="+mj-lt"/>
                <a:cs typeface="+mj-lt"/>
              </a:defRPr>
            </a:lvl7pPr>
            <a:lvl8pPr marL="0" indent="0" algn="l">
              <a:lnSpc>
                <a:spcPct val="110000"/>
              </a:lnSpc>
              <a:spcBef>
                <a:spcPts val="0"/>
              </a:spcBef>
              <a:spcAft>
                <a:spcPts val="0"/>
              </a:spcAft>
              <a:buNone/>
              <a:defRPr sz="2017" b="1">
                <a:solidFill>
                  <a:schemeClr val="tx1"/>
                </a:solidFill>
                <a:latin typeface="+mj-lt"/>
                <a:ea typeface="+mj-lt"/>
                <a:cs typeface="+mj-lt"/>
              </a:defRPr>
            </a:lvl8pPr>
            <a:lvl9pPr marL="0" indent="0" algn="l">
              <a:lnSpc>
                <a:spcPct val="110000"/>
              </a:lnSpc>
              <a:spcBef>
                <a:spcPts val="0"/>
              </a:spcBef>
              <a:spcAft>
                <a:spcPts val="0"/>
              </a:spcAft>
              <a:buNone/>
              <a:defRPr sz="2017"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D0123C0-BCEE-4BB4-9D11-1F3654DB86E1}"/>
              </a:ext>
            </a:extLst>
          </p:cNvPr>
          <p:cNvSpPr>
            <a:spLocks xmlns:a="http://schemas.openxmlformats.org/drawingml/2006/main" noGrp="1"/>
          </p:cNvSpPr>
          <p:nvPr>
            <p:ph type="body" idx="1"/>
          </p:nvPr>
        </p:nvSpPr>
        <p:spPr>
          <a:xfrm xmlns:a="http://schemas.openxmlformats.org/drawingml/2006/main">
            <a:off x="803672" y="1164167"/>
            <a:ext cx="5893594" cy="260773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375" b="0">
                <a:solidFill>
                  <a:schemeClr val="tx1"/>
                </a:solidFill>
                <a:latin typeface="+mn-lt"/>
                <a:ea typeface="+mn-lt"/>
                <a:cs typeface="+mn-lt"/>
              </a:defRPr>
            </a:defPPr>
            <a:lvl1pPr marL="139700" indent="-139700" algn="l">
              <a:lnSpc>
                <a:spcPct val="110000"/>
              </a:lnSpc>
              <a:spcBef>
                <a:spcPts val="0"/>
              </a:spcBef>
              <a:spcAft>
                <a:spcPts val="733"/>
              </a:spcAft>
              <a:buChar char="•"/>
              <a:defRPr sz="1375" b="0">
                <a:solidFill>
                  <a:schemeClr val="tx1"/>
                </a:solidFill>
                <a:latin typeface="+mn-lt"/>
                <a:ea typeface="+mn-lt"/>
                <a:cs typeface="+mn-lt"/>
              </a:defRPr>
            </a:lvl1pPr>
            <a:lvl2pPr marL="325967" indent="-139700" algn="l">
              <a:lnSpc>
                <a:spcPct val="110000"/>
              </a:lnSpc>
              <a:spcBef>
                <a:spcPts val="0"/>
              </a:spcBef>
              <a:spcAft>
                <a:spcPts val="733"/>
              </a:spcAft>
              <a:buChar char="•"/>
              <a:defRPr sz="1375" b="0">
                <a:solidFill>
                  <a:schemeClr val="tx1"/>
                </a:solidFill>
                <a:latin typeface="+mn-lt"/>
                <a:ea typeface="+mn-lt"/>
                <a:cs typeface="+mn-lt"/>
              </a:defRPr>
            </a:lvl2pPr>
            <a:lvl3pPr marL="512233" indent="-139700" algn="l">
              <a:lnSpc>
                <a:spcPct val="110000"/>
              </a:lnSpc>
              <a:spcBef>
                <a:spcPts val="0"/>
              </a:spcBef>
              <a:spcAft>
                <a:spcPts val="733"/>
              </a:spcAft>
              <a:buChar char="•"/>
              <a:defRPr sz="1375" b="0">
                <a:solidFill>
                  <a:schemeClr val="tx1"/>
                </a:solidFill>
                <a:latin typeface="+mn-lt"/>
                <a:ea typeface="+mn-lt"/>
                <a:cs typeface="+mn-lt"/>
              </a:defRPr>
            </a:lvl3pPr>
            <a:lvl4pPr marL="698500" indent="-139700" algn="l">
              <a:lnSpc>
                <a:spcPct val="110000"/>
              </a:lnSpc>
              <a:spcBef>
                <a:spcPts val="0"/>
              </a:spcBef>
              <a:spcAft>
                <a:spcPts val="733"/>
              </a:spcAft>
              <a:buChar char="•"/>
              <a:defRPr sz="1375" b="0">
                <a:solidFill>
                  <a:schemeClr val="tx1"/>
                </a:solidFill>
                <a:latin typeface="+mn-lt"/>
                <a:ea typeface="+mn-lt"/>
                <a:cs typeface="+mn-lt"/>
              </a:defRPr>
            </a:lvl4pPr>
            <a:lvl5pPr marL="884767" indent="-139700" algn="l">
              <a:lnSpc>
                <a:spcPct val="110000"/>
              </a:lnSpc>
              <a:spcBef>
                <a:spcPts val="0"/>
              </a:spcBef>
              <a:spcAft>
                <a:spcPts val="733"/>
              </a:spcAft>
              <a:buChar char="•"/>
              <a:defRPr sz="1375" b="0">
                <a:solidFill>
                  <a:schemeClr val="tx1"/>
                </a:solidFill>
                <a:latin typeface="+mn-lt"/>
                <a:ea typeface="+mn-lt"/>
                <a:cs typeface="+mn-lt"/>
              </a:defRPr>
            </a:lvl5pPr>
            <a:lvl6pPr marL="1071033" indent="-139700" algn="l">
              <a:lnSpc>
                <a:spcPct val="110000"/>
              </a:lnSpc>
              <a:spcBef>
                <a:spcPts val="0"/>
              </a:spcBef>
              <a:spcAft>
                <a:spcPts val="733"/>
              </a:spcAft>
              <a:buChar char="•"/>
              <a:defRPr sz="1375" b="0">
                <a:solidFill>
                  <a:schemeClr val="tx1"/>
                </a:solidFill>
                <a:latin typeface="+mn-lt"/>
                <a:ea typeface="+mn-lt"/>
                <a:cs typeface="+mn-lt"/>
              </a:defRPr>
            </a:lvl6pPr>
            <a:lvl7pPr marL="1257300" indent="-139700" algn="l">
              <a:lnSpc>
                <a:spcPct val="110000"/>
              </a:lnSpc>
              <a:spcBef>
                <a:spcPts val="0"/>
              </a:spcBef>
              <a:spcAft>
                <a:spcPts val="733"/>
              </a:spcAft>
              <a:buChar char="•"/>
              <a:defRPr sz="1375" b="0">
                <a:solidFill>
                  <a:schemeClr val="tx1"/>
                </a:solidFill>
                <a:latin typeface="+mn-lt"/>
                <a:ea typeface="+mn-lt"/>
                <a:cs typeface="+mn-lt"/>
              </a:defRPr>
            </a:lvl7pPr>
            <a:lvl8pPr marL="1443567" indent="-139700" algn="l">
              <a:lnSpc>
                <a:spcPct val="110000"/>
              </a:lnSpc>
              <a:spcBef>
                <a:spcPts val="0"/>
              </a:spcBef>
              <a:spcAft>
                <a:spcPts val="733"/>
              </a:spcAft>
              <a:buChar char="•"/>
              <a:defRPr sz="1375" b="0">
                <a:solidFill>
                  <a:schemeClr val="tx1"/>
                </a:solidFill>
                <a:latin typeface="+mn-lt"/>
                <a:ea typeface="+mn-lt"/>
                <a:cs typeface="+mn-lt"/>
              </a:defRPr>
            </a:lvl8pPr>
            <a:lvl9pPr marL="1629833" indent="-139700" algn="l">
              <a:lnSpc>
                <a:spcPct val="110000"/>
              </a:lnSpc>
              <a:spcBef>
                <a:spcPts val="0"/>
              </a:spcBef>
              <a:spcAft>
                <a:spcPts val="733"/>
              </a:spcAft>
              <a:buChar char="•"/>
              <a:defRPr sz="1375" b="0">
                <a:solidFill>
                  <a:schemeClr val="tx1"/>
                </a:solidFill>
                <a:latin typeface="+mn-lt"/>
                <a:ea typeface="+mn-lt"/>
                <a:cs typeface="+mn-lt"/>
              </a:defRPr>
            </a:lvl9pPr>
          </a:lstStyle>
          <a:p xmlns:a="http://schemas.openxmlformats.org/drawingml/2006/main"/>
        </p:txBody>
      </p:sp>
    </p:spTree>
  </p:cSld>
</p:sldLayout>
</file>

<file path=ppt/main_figures/Fig5/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main_figures/Fig5/ppt/slideMasters/_rels/slideMaster1.xml.rels><?xml version='1.0' encoding='utf-8'?>
<Relationships xmlns="http://schemas.openxmlformats.org/package/2006/relationships"><Relationship Type="http://schemas.openxmlformats.org/officeDocument/2006/relationships/theme" Target="/ppt/main_figures/Fig5/ppt/slideMasters/theme/theme2.xml" Id="R0b88774f507b4c59" /><Relationship Type="http://schemas.openxmlformats.org/officeDocument/2006/relationships/slideLayout" Target="/ppt/main_figures/Fig5/ppt/slideLayouts/slideLayout1.xml" Id="Ra03e6ab7d2864d38" /><Relationship Type="http://schemas.openxmlformats.org/officeDocument/2006/relationships/slideLayout" Target="/ppt/main_figures/Fig5/ppt/slideLayouts/slideLayout2.xml" Id="R89c53cd5d3e74793" /><Relationship Type="http://schemas.openxmlformats.org/officeDocument/2006/relationships/slideLayout" Target="/ppt/main_figures/Fig5/ppt/slideLayouts/slideLayout3.xml" Id="R19ed5a9f34e24d0b" /><Relationship Type="http://schemas.openxmlformats.org/officeDocument/2006/relationships/slideLayout" Target="/ppt/main_figures/Fig5/ppt/slideLayouts/slideLayout4.xml" Id="R2f4aac97ca054381" /><Relationship Type="http://schemas.openxmlformats.org/officeDocument/2006/relationships/slideLayout" Target="/ppt/main_figures/Fig5/ppt/slideLayouts/slideLayout5.xml" Id="R8399a8a391174a51" /><Relationship Type="http://schemas.openxmlformats.org/officeDocument/2006/relationships/slideLayout" Target="/ppt/main_figures/Fig5/ppt/slideLayouts/slideLayout6.xml" Id="R319fd238d2824038" /></Relationships>
</file>

<file path=ppt/main_figures/Fig5/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03e6ab7d2864d38"/>
    <p:sldLayoutId xmlns:r="http://schemas.openxmlformats.org/officeDocument/2006/relationships" id="2147483650" r:id="R89c53cd5d3e74793"/>
    <p:sldLayoutId xmlns:r="http://schemas.openxmlformats.org/officeDocument/2006/relationships" id="2147483651" r:id="R19ed5a9f34e24d0b"/>
    <p:sldLayoutId xmlns:r="http://schemas.openxmlformats.org/officeDocument/2006/relationships" id="2147483652" r:id="R2f4aac97ca054381"/>
    <p:sldLayoutId xmlns:r="http://schemas.openxmlformats.org/officeDocument/2006/relationships" id="2147483653" r:id="R8399a8a391174a51"/>
    <p:sldLayoutId xmlns:r="http://schemas.openxmlformats.org/officeDocument/2006/relationships" id="2147483654" r:id="R319fd238d282403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main_figures/Fig5/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5/ppt/slides/_rels/slide1.xml.rels><?xml version='1.0' encoding='utf-8'?>
<Relationships xmlns="http://schemas.openxmlformats.org/package/2006/relationships"><Relationship Type="http://schemas.openxmlformats.org/officeDocument/2006/relationships/slideLayout" Target="/ppt/main_figures/Fig5/ppt/slideLayouts/slideLayout6.xml" Id="Re1ef238375454479" /><Relationship Type="http://schemas.openxmlformats.org/officeDocument/2006/relationships/chart" Target="/ppt/main_figures/Fig5/ppt/slides/charts/chart1.xml" Id="R3fe300061d944fd2" /><Relationship Type="http://schemas.openxmlformats.org/officeDocument/2006/relationships/chart" Target="/ppt/main_figures/Fig5/ppt/slides/charts/chart2.xml" Id="R1690172561004f65" /><Relationship Type="http://schemas.openxmlformats.org/officeDocument/2006/relationships/chart" Target="/ppt/main_figures/Fig5/ppt/slides/charts/chart3.xml" Id="Re5b308f6c35844b2" /><Relationship Type="http://schemas.openxmlformats.org/officeDocument/2006/relationships/chart" Target="/ppt/main_figures/Fig5/ppt/slides/charts/chart4.xml" Id="R9d0cbc572bda4ed6" /><Relationship Type="http://schemas.openxmlformats.org/officeDocument/2006/relationships/chart" Target="/ppt/main_figures/Fig5/ppt/slides/charts/chart5.xml" Id="R5b4d00c5d1454383" /><Relationship Type="http://schemas.openxmlformats.org/officeDocument/2006/relationships/notesSlide" Target="/ppt/main_figures/Fig5/ppt/notesSlides/notesSlide1.xml" Id="R1f787ca14de74ad3" /></Relationships>
</file>

<file path=ppt/main_figures/Fig5/ppt/slides/charts/chart1.xml><?xml version="1.0" encoding="utf-8"?>
<c:chartSpace xmlns:c="http://schemas.openxmlformats.org/drawingml/2006/chart">
  <c:lang val="en-US"/>
  <c:chart>
    <c:plotArea>
      <c:scatterChart>
        <c:scatterStyle val="lineMarker"/>
        <c:varyColors val="0"/>
        <c:ser>
          <c:idx val="0"/>
          <c:order val="0"/>
          <c:tx>
            <c:v>Exact frontier F</c:v>
          </c:tx>
          <c:spPr>
            <a:noFill xmlns:a="http://schemas.openxmlformats.org/drawingml/2006/main"/>
            <a:ln xmlns:a="http://schemas.openxmlformats.org/drawingml/2006/main" w="16193">
              <a:solidFill>
                <a:srgbClr val="0072B2"/>
              </a:solidFill>
              <a:prstDash val="solid"/>
            </a:ln>
          </c:spPr>
          <c:marker>
            <c:symbol val="none"/>
            <c:size val="7"/>
            <c:spPr>
              <a:solidFill xmlns:a="http://schemas.openxmlformats.org/drawingml/2006/main">
                <a:srgbClr val="0072B2"/>
              </a:solidFill>
            </c:spPr>
          </c:marker>
          <c:xVal>
            <c:numLit>
              <c:formatCode>General</c:formatCode>
              <c:ptCount val="450"/>
              <c:pt idx="0">
                <c:v>0</c:v>
              </c:pt>
              <c:pt idx="1">
                <c:v>0.002252052669056858</c:v>
              </c:pt>
              <c:pt idx="2">
                <c:v>0.002252052669056858</c:v>
              </c:pt>
              <c:pt idx="3">
                <c:v>0.002667417650689099</c:v>
              </c:pt>
              <c:pt idx="4">
                <c:v>0.002667417650689099</c:v>
              </c:pt>
              <c:pt idx="5">
                <c:v>0.002718788031746794</c:v>
              </c:pt>
              <c:pt idx="6">
                <c:v>0.002718788031746794</c:v>
              </c:pt>
              <c:pt idx="7">
                <c:v>0.009351631370903224</c:v>
              </c:pt>
              <c:pt idx="8">
                <c:v>0.009351631370903224</c:v>
              </c:pt>
              <c:pt idx="9">
                <c:v>0.01324046303933057</c:v>
              </c:pt>
              <c:pt idx="10">
                <c:v>0.01324046303933057</c:v>
              </c:pt>
              <c:pt idx="11">
                <c:v>0.014033448104779966</c:v>
              </c:pt>
              <c:pt idx="12">
                <c:v>0.014033448104779966</c:v>
              </c:pt>
              <c:pt idx="13">
                <c:v>0.01943024637344942</c:v>
              </c:pt>
              <c:pt idx="14">
                <c:v>0.01943024637344942</c:v>
              </c:pt>
              <c:pt idx="15">
                <c:v>0.03158041103959923</c:v>
              </c:pt>
              <c:pt idx="16">
                <c:v>0.03158041103959923</c:v>
              </c:pt>
              <c:pt idx="17">
                <c:v>0.033446968075013815</c:v>
              </c:pt>
              <c:pt idx="18">
                <c:v>0.033446968075013815</c:v>
              </c:pt>
              <c:pt idx="19">
                <c:v>0.04037310972147003</c:v>
              </c:pt>
              <c:pt idx="20">
                <c:v>0.04037310972147003</c:v>
              </c:pt>
              <c:pt idx="21">
                <c:v>0.043732918165262286</c:v>
              </c:pt>
              <c:pt idx="22">
                <c:v>0.043732918165262286</c:v>
              </c:pt>
              <c:pt idx="23">
                <c:v>0.044688761249184576</c:v>
              </c:pt>
              <c:pt idx="24">
                <c:v>0.044688761249184576</c:v>
              </c:pt>
              <c:pt idx="25">
                <c:v>0.047183182579732585</c:v>
              </c:pt>
              <c:pt idx="26">
                <c:v>0.047183182579732585</c:v>
              </c:pt>
              <c:pt idx="27">
                <c:v>0.07187764413911589</c:v>
              </c:pt>
              <c:pt idx="28">
                <c:v>0.07187764413911589</c:v>
              </c:pt>
              <c:pt idx="29">
                <c:v>0.08027305479823353</c:v>
              </c:pt>
              <c:pt idx="30">
                <c:v>0.08027305479823353</c:v>
              </c:pt>
              <c:pt idx="31">
                <c:v>0.08563167304010408</c:v>
              </c:pt>
              <c:pt idx="32">
                <c:v>0.08563167304010408</c:v>
              </c:pt>
              <c:pt idx="33">
                <c:v>0.09181474862502124</c:v>
              </c:pt>
              <c:pt idx="34">
                <c:v>0.09181474862502124</c:v>
              </c:pt>
              <c:pt idx="35">
                <c:v>0.10438427983726947</c:v>
              </c:pt>
              <c:pt idx="36">
                <c:v>0.10438427983726947</c:v>
              </c:pt>
              <c:pt idx="37">
                <c:v>0.10448062015769456</c:v>
              </c:pt>
              <c:pt idx="38">
                <c:v>0.10448062015769456</c:v>
              </c:pt>
              <c:pt idx="39">
                <c:v>0.11910800805338122</c:v>
              </c:pt>
              <c:pt idx="40">
                <c:v>0.11910800805338122</c:v>
              </c:pt>
              <c:pt idx="41">
                <c:v>0.13975083228883003</c:v>
              </c:pt>
              <c:pt idx="42">
                <c:v>0.13975083228883003</c:v>
              </c:pt>
              <c:pt idx="43">
                <c:v>0.1974308330015172</c:v>
              </c:pt>
              <c:pt idx="44">
                <c:v>0.1974308330015172</c:v>
              </c:pt>
              <c:pt idx="45">
                <c:v>0.20655724103365372</c:v>
              </c:pt>
              <c:pt idx="46">
                <c:v>0.20655724103365372</c:v>
              </c:pt>
              <c:pt idx="47">
                <c:v>0.21887447901258494</c:v>
              </c:pt>
              <c:pt idx="48">
                <c:v>0.21887447901258494</c:v>
              </c:pt>
              <c:pt idx="49">
                <c:v>0.22991578145830682</c:v>
              </c:pt>
              <c:pt idx="50">
                <c:v>0.22991578145830682</c:v>
              </c:pt>
              <c:pt idx="51">
                <c:v>0.24360370152696334</c:v>
              </c:pt>
              <c:pt idx="52">
                <c:v>0.24360370152696334</c:v>
              </c:pt>
              <c:pt idx="53">
                <c:v>0.24571530670915126</c:v>
              </c:pt>
              <c:pt idx="54">
                <c:v>0.24571530670915126</c:v>
              </c:pt>
              <c:pt idx="55">
                <c:v>0.28282063810483854</c:v>
              </c:pt>
              <c:pt idx="56">
                <c:v>0.28282063810483854</c:v>
              </c:pt>
              <c:pt idx="57">
                <c:v>0.30877358946820743</c:v>
              </c:pt>
              <c:pt idx="58">
                <c:v>0.30877358946820743</c:v>
              </c:pt>
              <c:pt idx="59">
                <c:v>0.31239450023010307</c:v>
              </c:pt>
              <c:pt idx="60">
                <c:v>0.31239450023010307</c:v>
              </c:pt>
              <c:pt idx="61">
                <c:v>0.31284070861212643</c:v>
              </c:pt>
              <c:pt idx="62">
                <c:v>0.31284070861212643</c:v>
              </c:pt>
              <c:pt idx="63">
                <c:v>0.38632591866094196</c:v>
              </c:pt>
              <c:pt idx="64">
                <c:v>0.38632591866094196</c:v>
              </c:pt>
              <c:pt idx="65">
                <c:v>0.3982402167583406</c:v>
              </c:pt>
              <c:pt idx="66">
                <c:v>0.3982402167583406</c:v>
              </c:pt>
              <c:pt idx="67">
                <c:v>0.4428266354446047</c:v>
              </c:pt>
              <c:pt idx="68">
                <c:v>0.4428266354446047</c:v>
              </c:pt>
              <c:pt idx="69">
                <c:v>0.4912777545119961</c:v>
              </c:pt>
              <c:pt idx="70">
                <c:v>0.4912777545119961</c:v>
              </c:pt>
              <c:pt idx="71">
                <c:v>0.5</c:v>
              </c:pt>
              <c:pt idx="72">
                <c:v>0.5</c:v>
              </c:pt>
              <c:pt idx="73">
                <c:v>0.6433427320849572</c:v>
              </c:pt>
              <c:pt idx="74">
                <c:v>0.6433427320849572</c:v>
              </c:pt>
              <c:pt idx="75">
                <c:v>0.6530267899600377</c:v>
              </c:pt>
              <c:pt idx="76">
                <c:v>0.6530267899600377</c:v>
              </c:pt>
              <c:pt idx="77">
                <c:v>0.7169333815719647</c:v>
              </c:pt>
              <c:pt idx="78">
                <c:v>0.7169333815719647</c:v>
              </c:pt>
              <c:pt idx="79">
                <c:v>0.7311531515159725</c:v>
              </c:pt>
              <c:pt idx="80">
                <c:v>0.7311531515159725</c:v>
              </c:pt>
              <c:pt idx="81">
                <c:v>0.7666326528200673</c:v>
              </c:pt>
              <c:pt idx="82">
                <c:v>0.7666326528200673</c:v>
              </c:pt>
              <c:pt idx="83">
                <c:v>0.7691388293529847</c:v>
              </c:pt>
              <c:pt idx="84">
                <c:v>0.7691388293529847</c:v>
              </c:pt>
              <c:pt idx="85">
                <c:v>0.8493415954470873</c:v>
              </c:pt>
              <c:pt idx="86">
                <c:v>0.8493415954470873</c:v>
              </c:pt>
              <c:pt idx="87">
                <c:v>0.8588028729636834</c:v>
              </c:pt>
              <c:pt idx="88">
                <c:v>0.8588028729636834</c:v>
              </c:pt>
              <c:pt idx="89">
                <c:v>0.8766539758270908</c:v>
              </c:pt>
              <c:pt idx="90">
                <c:v>0.8766539758270908</c:v>
              </c:pt>
              <c:pt idx="91">
                <c:v>0.9036305779644066</c:v>
              </c:pt>
              <c:pt idx="92">
                <c:v>0.9036305779644066</c:v>
              </c:pt>
              <c:pt idx="93">
                <c:v>0.9960772814290508</c:v>
              </c:pt>
              <c:pt idx="94">
                <c:v>0.9960772814290508</c:v>
              </c:pt>
              <c:pt idx="95">
                <c:v>1</c:v>
              </c:pt>
              <c:pt idx="96">
                <c:v>1</c:v>
              </c:pt>
              <c:pt idx="97">
                <c:v>1.1533739287265037</c:v>
              </c:pt>
              <c:pt idx="98">
                <c:v>1.1533739287265037</c:v>
              </c:pt>
              <c:pt idx="99">
                <c:v>1.2140475609699946</c:v>
              </c:pt>
              <c:pt idx="100">
                <c:v>1.2140475609699946</c:v>
              </c:pt>
              <c:pt idx="101">
                <c:v>1.2415183723388412</c:v>
              </c:pt>
              <c:pt idx="102">
                <c:v>1.2415183723388412</c:v>
              </c:pt>
              <c:pt idx="103">
                <c:v>1.2478848001139158</c:v>
              </c:pt>
              <c:pt idx="104">
                <c:v>1.2478848001139158</c:v>
              </c:pt>
              <c:pt idx="105">
                <c:v>1.2495827175170047</c:v>
              </c:pt>
              <c:pt idx="106">
                <c:v>1.2495827175170047</c:v>
              </c:pt>
              <c:pt idx="107">
                <c:v>1.3033808449451074</c:v>
              </c:pt>
              <c:pt idx="108">
                <c:v>1.3033808449451074</c:v>
              </c:pt>
              <c:pt idx="109">
                <c:v>1.3082762254813134</c:v>
              </c:pt>
              <c:pt idx="110">
                <c:v>1.3082762254813134</c:v>
              </c:pt>
              <c:pt idx="111">
                <c:v>1.356349941098569</c:v>
              </c:pt>
              <c:pt idx="112">
                <c:v>1.356349941098569</c:v>
              </c:pt>
              <c:pt idx="113">
                <c:v>1.4003758450364463</c:v>
              </c:pt>
              <c:pt idx="114">
                <c:v>1.4003758450364463</c:v>
              </c:pt>
              <c:pt idx="115">
                <c:v>1.4909281357462327</c:v>
              </c:pt>
              <c:pt idx="116">
                <c:v>1.4909281357462327</c:v>
              </c:pt>
              <c:pt idx="117">
                <c:v>1.4972858667001063</c:v>
              </c:pt>
              <c:pt idx="118">
                <c:v>1.4972858667001063</c:v>
              </c:pt>
              <c:pt idx="119">
                <c:v>1.6379966423927856</c:v>
              </c:pt>
              <c:pt idx="120">
                <c:v>1.6379966423927856</c:v>
              </c:pt>
              <c:pt idx="121">
                <c:v>1.665985748192629</c:v>
              </c:pt>
              <c:pt idx="122">
                <c:v>1.665985748192629</c:v>
              </c:pt>
              <c:pt idx="123">
                <c:v>1.7900664882461448</c:v>
              </c:pt>
              <c:pt idx="124">
                <c:v>1.7900664882461448</c:v>
              </c:pt>
              <c:pt idx="125">
                <c:v>1.9460882443859513</c:v>
              </c:pt>
              <c:pt idx="126">
                <c:v>1.9460882443859513</c:v>
              </c:pt>
              <c:pt idx="127">
                <c:v>1.9511118911729453</c:v>
              </c:pt>
              <c:pt idx="128">
                <c:v>1.9511118911729453</c:v>
              </c:pt>
              <c:pt idx="129">
                <c:v>2</c:v>
              </c:pt>
              <c:pt idx="130">
                <c:v>2</c:v>
              </c:pt>
              <c:pt idx="131">
                <c:v>2.183618889344224</c:v>
              </c:pt>
              <c:pt idx="132">
                <c:v>2.183618889344224</c:v>
              </c:pt>
              <c:pt idx="133">
                <c:v>2.201522172907955</c:v>
              </c:pt>
              <c:pt idx="134">
                <c:v>2.201522172907955</c:v>
              </c:pt>
              <c:pt idx="135">
                <c:v>2.315841684992839</c:v>
              </c:pt>
              <c:pt idx="136">
                <c:v>2.315841684992839</c:v>
              </c:pt>
              <c:pt idx="137">
                <c:v>2.4953364587389566</c:v>
              </c:pt>
              <c:pt idx="138">
                <c:v>2.4953364587389566</c:v>
              </c:pt>
              <c:pt idx="139">
                <c:v>2.6675368799733175</c:v>
              </c:pt>
              <c:pt idx="140">
                <c:v>2.6675368799733175</c:v>
              </c:pt>
              <c:pt idx="141">
                <c:v>2.680857665575116</c:v>
              </c:pt>
              <c:pt idx="142">
                <c:v>2.680857665575116</c:v>
              </c:pt>
              <c:pt idx="143">
                <c:v>2.751455914802219</c:v>
              </c:pt>
              <c:pt idx="144">
                <c:v>2.751455914802219</c:v>
              </c:pt>
              <c:pt idx="145">
                <c:v>2.9157236804113995</c:v>
              </c:pt>
              <c:pt idx="146">
                <c:v>2.9157236804113995</c:v>
              </c:pt>
              <c:pt idx="147">
                <c:v>2.919364045068701</c:v>
              </c:pt>
              <c:pt idx="148">
                <c:v>2.919364045068701</c:v>
              </c:pt>
              <c:pt idx="149">
                <c:v>2.9422799399787114</c:v>
              </c:pt>
              <c:pt idx="150">
                <c:v>2.9422799399787114</c:v>
              </c:pt>
              <c:pt idx="151">
                <c:v>2.9703454702471985</c:v>
              </c:pt>
              <c:pt idx="152">
                <c:v>2.9703454702471985</c:v>
              </c:pt>
              <c:pt idx="153">
                <c:v>3.0006939764813034</c:v>
              </c:pt>
              <c:pt idx="154">
                <c:v>3.0006939764813034</c:v>
              </c:pt>
              <c:pt idx="155">
                <c:v>3.1724553461177556</c:v>
              </c:pt>
              <c:pt idx="156">
                <c:v>3.1724553461177556</c:v>
              </c:pt>
              <c:pt idx="157">
                <c:v>3.236009552593751</c:v>
              </c:pt>
              <c:pt idx="158">
                <c:v>3.236009552593751</c:v>
              </c:pt>
              <c:pt idx="159">
                <c:v>3.288222341309767</c:v>
              </c:pt>
              <c:pt idx="160">
                <c:v>3.288222341309767</c:v>
              </c:pt>
              <c:pt idx="161">
                <c:v>3.312834336494888</c:v>
              </c:pt>
              <c:pt idx="162">
                <c:v>3.312834336494888</c:v>
              </c:pt>
              <c:pt idx="163">
                <c:v>3.3834143294909214</c:v>
              </c:pt>
              <c:pt idx="164">
                <c:v>3.3834143294909214</c:v>
              </c:pt>
              <c:pt idx="165">
                <c:v>3.4378002255241644</c:v>
              </c:pt>
              <c:pt idx="166">
                <c:v>3.4378002255241644</c:v>
              </c:pt>
              <c:pt idx="167">
                <c:v>3.4489847108251577</c:v>
              </c:pt>
              <c:pt idx="168">
                <c:v>3.4489847108251577</c:v>
              </c:pt>
              <c:pt idx="169">
                <c:v>3.4578592374391484</c:v>
              </c:pt>
              <c:pt idx="170">
                <c:v>3.4578592374391484</c:v>
              </c:pt>
              <c:pt idx="171">
                <c:v>3.5298685301902957</c:v>
              </c:pt>
              <c:pt idx="172">
                <c:v>3.5298685301902957</c:v>
              </c:pt>
              <c:pt idx="173">
                <c:v>3.7400135782201973</c:v>
              </c:pt>
              <c:pt idx="174">
                <c:v>3.7400135782201973</c:v>
              </c:pt>
              <c:pt idx="175">
                <c:v>3.882183211951868</c:v>
              </c:pt>
              <c:pt idx="176">
                <c:v>3.882183211951868</c:v>
              </c:pt>
              <c:pt idx="177">
                <c:v>3.8874070523248503</c:v>
              </c:pt>
              <c:pt idx="178">
                <c:v>3.8874070523248503</c:v>
              </c:pt>
              <c:pt idx="179">
                <c:v>4.1727675858524</c:v>
              </c:pt>
              <c:pt idx="180">
                <c:v>4.1727675858524</c:v>
              </c:pt>
              <c:pt idx="181">
                <c:v>4.225464420253914</c:v>
              </c:pt>
              <c:pt idx="182">
                <c:v>4.225464420253914</c:v>
              </c:pt>
              <c:pt idx="183">
                <c:v>4.234056922201499</c:v>
              </c:pt>
              <c:pt idx="184">
                <c:v>4.234056922201499</c:v>
              </c:pt>
              <c:pt idx="185">
                <c:v>4.2793715894032065</c:v>
              </c:pt>
              <c:pt idx="186">
                <c:v>4.2793715894032065</c:v>
              </c:pt>
              <c:pt idx="187">
                <c:v>4.349482258209912</c:v>
              </c:pt>
              <c:pt idx="188">
                <c:v>4.349482258209912</c:v>
              </c:pt>
              <c:pt idx="189">
                <c:v>4.393269263881719</c:v>
              </c:pt>
              <c:pt idx="190">
                <c:v>4.393269263881719</c:v>
              </c:pt>
              <c:pt idx="191">
                <c:v>4.420898036091101</c:v>
              </c:pt>
              <c:pt idx="192">
                <c:v>4.420898036091101</c:v>
              </c:pt>
              <c:pt idx="193">
                <c:v>4.432672203226913</c:v>
              </c:pt>
              <c:pt idx="194">
                <c:v>4.432672203226913</c:v>
              </c:pt>
              <c:pt idx="195">
                <c:v>4.473342863962357</c:v>
              </c:pt>
              <c:pt idx="196">
                <c:v>4.473342863962357</c:v>
              </c:pt>
              <c:pt idx="197">
                <c:v>4.506409257905355</c:v>
              </c:pt>
              <c:pt idx="198">
                <c:v>4.506409257905355</c:v>
              </c:pt>
              <c:pt idx="199">
                <c:v>4.543070058544765</c:v>
              </c:pt>
              <c:pt idx="200">
                <c:v>4.543070058544765</c:v>
              </c:pt>
              <c:pt idx="201">
                <c:v>4.582149558443407</c:v>
              </c:pt>
              <c:pt idx="202">
                <c:v>4.582149558443407</c:v>
              </c:pt>
              <c:pt idx="203">
                <c:v>4.673964307068429</c:v>
              </c:pt>
              <c:pt idx="204">
                <c:v>4.673964307068429</c:v>
              </c:pt>
              <c:pt idx="205">
                <c:v>4.726566024797451</c:v>
              </c:pt>
              <c:pt idx="206">
                <c:v>4.726566024797451</c:v>
              </c:pt>
              <c:pt idx="207">
                <c:v>4.732607592439894</c:v>
              </c:pt>
              <c:pt idx="208">
                <c:v>4.732607592439894</c:v>
              </c:pt>
              <c:pt idx="209">
                <c:v>4.767140983270621</c:v>
              </c:pt>
              <c:pt idx="210">
                <c:v>4.767140983270621</c:v>
              </c:pt>
              <c:pt idx="211">
                <c:v>4.828514910319649</c:v>
              </c:pt>
              <c:pt idx="212">
                <c:v>4.828514910319649</c:v>
              </c:pt>
              <c:pt idx="213">
                <c:v>4.868751127087532</c:v>
              </c:pt>
              <c:pt idx="214">
                <c:v>4.868751127087532</c:v>
              </c:pt>
              <c:pt idx="215">
                <c:v>4.9456539591141695</c:v>
              </c:pt>
              <c:pt idx="216">
                <c:v>4.9456539591141695</c:v>
              </c:pt>
              <c:pt idx="217">
                <c:v>4.982464002139873</c:v>
              </c:pt>
              <c:pt idx="218">
                <c:v>4.982464002139873</c:v>
              </c:pt>
              <c:pt idx="219">
                <c:v>5</c:v>
              </c:pt>
              <c:pt idx="220">
                <c:v>5</c:v>
              </c:pt>
              <c:pt idx="221">
                <c:v>5.053744532247785</c:v>
              </c:pt>
              <c:pt idx="222">
                <c:v>5.053744532247785</c:v>
              </c:pt>
              <c:pt idx="223">
                <c:v>5.09142760563427</c:v>
              </c:pt>
              <c:pt idx="224">
                <c:v>5.09142760563427</c:v>
              </c:pt>
              <c:pt idx="225">
                <c:v>5.104777203159693</c:v>
              </c:pt>
              <c:pt idx="226">
                <c:v>5.104777203159693</c:v>
              </c:pt>
              <c:pt idx="227">
                <c:v>5.120796083567721</c:v>
              </c:pt>
              <c:pt idx="228">
                <c:v>5.120796083567721</c:v>
              </c:pt>
              <c:pt idx="229">
                <c:v>5.244212918244844</c:v>
              </c:pt>
              <c:pt idx="230">
                <c:v>5.244212918244844</c:v>
              </c:pt>
              <c:pt idx="231">
                <c:v>5.3687699306328245</c:v>
              </c:pt>
              <c:pt idx="232">
                <c:v>5.3687699306328245</c:v>
              </c:pt>
              <c:pt idx="233">
                <c:v>5.621419114868389</c:v>
              </c:pt>
              <c:pt idx="234">
                <c:v>5.621419114868389</c:v>
              </c:pt>
              <c:pt idx="235">
                <c:v>5.729143889262053</c:v>
              </c:pt>
              <c:pt idx="236">
                <c:v>5.729143889262053</c:v>
              </c:pt>
              <c:pt idx="237">
                <c:v>5.81765899525991</c:v>
              </c:pt>
              <c:pt idx="238">
                <c:v>5.81765899525991</c:v>
              </c:pt>
              <c:pt idx="239">
                <c:v>5.90755309121985</c:v>
              </c:pt>
              <c:pt idx="240">
                <c:v>5.90755309121985</c:v>
              </c:pt>
              <c:pt idx="241">
                <c:v>5.96310189090389</c:v>
              </c:pt>
              <c:pt idx="242">
                <c:v>5.96310189090389</c:v>
              </c:pt>
              <c:pt idx="243">
                <c:v>6.137927559749361</c:v>
              </c:pt>
              <c:pt idx="244">
                <c:v>6.137927559749361</c:v>
              </c:pt>
              <c:pt idx="245">
                <c:v>6.14833614387193</c:v>
              </c:pt>
              <c:pt idx="246">
                <c:v>6.14833614387193</c:v>
              </c:pt>
              <c:pt idx="247">
                <c:v>6.259880705800865</c:v>
              </c:pt>
              <c:pt idx="248">
                <c:v>6.259880705800865</c:v>
              </c:pt>
              <c:pt idx="249">
                <c:v>6.280654333578127</c:v>
              </c:pt>
              <c:pt idx="250">
                <c:v>6.280654333578127</c:v>
              </c:pt>
              <c:pt idx="251">
                <c:v>6.442419187446019</c:v>
              </c:pt>
              <c:pt idx="252">
                <c:v>6.442419187446019</c:v>
              </c:pt>
              <c:pt idx="253">
                <c:v>6.516103942232938</c:v>
              </c:pt>
              <c:pt idx="254">
                <c:v>6.516103942232938</c:v>
              </c:pt>
              <c:pt idx="255">
                <c:v>6.672502674040899</c:v>
              </c:pt>
              <c:pt idx="256">
                <c:v>6.672502674040899</c:v>
              </c:pt>
              <c:pt idx="257">
                <c:v>6.738451321420815</c:v>
              </c:pt>
              <c:pt idx="258">
                <c:v>6.738451321420815</c:v>
              </c:pt>
              <c:pt idx="259">
                <c:v>6.747888340377159</c:v>
              </c:pt>
              <c:pt idx="260">
                <c:v>6.747888340377159</c:v>
              </c:pt>
              <c:pt idx="261">
                <c:v>6.927491336933371</c:v>
              </c:pt>
              <c:pt idx="262">
                <c:v>6.927491336933371</c:v>
              </c:pt>
              <c:pt idx="263">
                <c:v>7.043432492246524</c:v>
              </c:pt>
              <c:pt idx="264">
                <c:v>7.043432492246524</c:v>
              </c:pt>
              <c:pt idx="265">
                <c:v>7.393829274694809</c:v>
              </c:pt>
              <c:pt idx="266">
                <c:v>7.393829274694809</c:v>
              </c:pt>
              <c:pt idx="267">
                <c:v>7.595895704321008</c:v>
              </c:pt>
              <c:pt idx="268">
                <c:v>7.595895704321008</c:v>
              </c:pt>
              <c:pt idx="269">
                <c:v>7.820469469671805</c:v>
              </c:pt>
              <c:pt idx="270">
                <c:v>7.820469469671805</c:v>
              </c:pt>
              <c:pt idx="271">
                <c:v>8.000261045522686</c:v>
              </c:pt>
              <c:pt idx="272">
                <c:v>8.000261045522686</c:v>
              </c:pt>
              <c:pt idx="273">
                <c:v>8.052918131830364</c:v>
              </c:pt>
              <c:pt idx="274">
                <c:v>8.052918131830364</c:v>
              </c:pt>
              <c:pt idx="275">
                <c:v>8.221252383410402</c:v>
              </c:pt>
              <c:pt idx="276">
                <c:v>8.221252383410402</c:v>
              </c:pt>
              <c:pt idx="277">
                <c:v>8.263276291259738</c:v>
              </c:pt>
              <c:pt idx="278">
                <c:v>8.263276291259738</c:v>
              </c:pt>
              <c:pt idx="279">
                <c:v>8.466896097075471</c:v>
              </c:pt>
              <c:pt idx="280">
                <c:v>8.466896097075471</c:v>
              </c:pt>
              <c:pt idx="281">
                <c:v>8.5144893216654</c:v>
              </c:pt>
              <c:pt idx="282">
                <c:v>8.5144893216654</c:v>
              </c:pt>
              <c:pt idx="283">
                <c:v>8.98941677909528</c:v>
              </c:pt>
              <c:pt idx="284">
                <c:v>8.98941677909528</c:v>
              </c:pt>
              <c:pt idx="285">
                <c:v>9.327389314986757</c:v>
              </c:pt>
              <c:pt idx="286">
                <c:v>9.327389314986757</c:v>
              </c:pt>
              <c:pt idx="287">
                <c:v>9.532699120923262</c:v>
              </c:pt>
              <c:pt idx="288">
                <c:v>9.532699120923262</c:v>
              </c:pt>
              <c:pt idx="289">
                <c:v>9.869155159511642</c:v>
              </c:pt>
              <c:pt idx="290">
                <c:v>9.869155159511642</c:v>
              </c:pt>
              <c:pt idx="291">
                <c:v>9.98275557241048</c:v>
              </c:pt>
              <c:pt idx="292">
                <c:v>9.98275557241048</c:v>
              </c:pt>
              <c:pt idx="293">
                <c:v>10</c:v>
              </c:pt>
              <c:pt idx="294">
                <c:v>10</c:v>
              </c:pt>
              <c:pt idx="295">
                <c:v>10.21008104628668</c:v>
              </c:pt>
              <c:pt idx="296">
                <c:v>10.21008104628668</c:v>
              </c:pt>
              <c:pt idx="297">
                <c:v>10.364084440697582</c:v>
              </c:pt>
              <c:pt idx="298">
                <c:v>10.364084440697582</c:v>
              </c:pt>
              <c:pt idx="299">
                <c:v>10.394026306075906</c:v>
              </c:pt>
              <c:pt idx="300">
                <c:v>10.394026306075906</c:v>
              </c:pt>
              <c:pt idx="301">
                <c:v>10.630983736120408</c:v>
              </c:pt>
              <c:pt idx="302">
                <c:v>10.630983736120408</c:v>
              </c:pt>
              <c:pt idx="303">
                <c:v>11.096931231575569</c:v>
              </c:pt>
              <c:pt idx="304">
                <c:v>11.096931231575569</c:v>
              </c:pt>
              <c:pt idx="305">
                <c:v>11.160148255097974</c:v>
              </c:pt>
              <c:pt idx="306">
                <c:v>11.160148255097974</c:v>
              </c:pt>
              <c:pt idx="307">
                <c:v>11.42403027764299</c:v>
              </c:pt>
              <c:pt idx="308">
                <c:v>11.42403027764299</c:v>
              </c:pt>
              <c:pt idx="309">
                <c:v>11.660442160675597</c:v>
              </c:pt>
              <c:pt idx="310">
                <c:v>11.660442160675597</c:v>
              </c:pt>
              <c:pt idx="311">
                <c:v>12.019195836080518</c:v>
              </c:pt>
              <c:pt idx="312">
                <c:v>12.019195836080518</c:v>
              </c:pt>
              <c:pt idx="313">
                <c:v>12.24202931459548</c:v>
              </c:pt>
              <c:pt idx="314">
                <c:v>12.24202931459548</c:v>
              </c:pt>
              <c:pt idx="315">
                <c:v>12.285992573347885</c:v>
              </c:pt>
              <c:pt idx="316">
                <c:v>12.285992573347885</c:v>
              </c:pt>
              <c:pt idx="317">
                <c:v>12.725117881357061</c:v>
              </c:pt>
              <c:pt idx="318">
                <c:v>12.725117881357061</c:v>
              </c:pt>
              <c:pt idx="319">
                <c:v>12.725350807807937</c:v>
              </c:pt>
              <c:pt idx="320">
                <c:v>12.725350807807937</c:v>
              </c:pt>
              <c:pt idx="321">
                <c:v>12.877977660929094</c:v>
              </c:pt>
              <c:pt idx="322">
                <c:v>12.877977660929094</c:v>
              </c:pt>
              <c:pt idx="323">
                <c:v>13.206812171082358</c:v>
              </c:pt>
              <c:pt idx="324">
                <c:v>13.206812171082358</c:v>
              </c:pt>
              <c:pt idx="325">
                <c:v>13.329702463011492</c:v>
              </c:pt>
              <c:pt idx="326">
                <c:v>13.329702463011492</c:v>
              </c:pt>
              <c:pt idx="327">
                <c:v>13.363548772098719</c:v>
              </c:pt>
              <c:pt idx="328">
                <c:v>13.363548772098719</c:v>
              </c:pt>
              <c:pt idx="329">
                <c:v>13.560771219482664</c:v>
              </c:pt>
              <c:pt idx="330">
                <c:v>13.560771219482664</c:v>
              </c:pt>
              <c:pt idx="331">
                <c:v>13.620114115383533</c:v>
              </c:pt>
              <c:pt idx="332">
                <c:v>13.620114115383533</c:v>
              </c:pt>
              <c:pt idx="333">
                <c:v>13.987128254532225</c:v>
              </c:pt>
              <c:pt idx="334">
                <c:v>13.987128254532225</c:v>
              </c:pt>
              <c:pt idx="335">
                <c:v>14.153698224916036</c:v>
              </c:pt>
              <c:pt idx="336">
                <c:v>14.153698224916036</c:v>
              </c:pt>
              <c:pt idx="337">
                <c:v>14.21372118455675</c:v>
              </c:pt>
              <c:pt idx="338">
                <c:v>14.21372118455675</c:v>
              </c:pt>
              <c:pt idx="339">
                <c:v>14.511578211836055</c:v>
              </c:pt>
              <c:pt idx="340">
                <c:v>14.511578211836055</c:v>
              </c:pt>
              <c:pt idx="341">
                <c:v>14.557909252754595</c:v>
              </c:pt>
              <c:pt idx="342">
                <c:v>14.557909252754595</c:v>
              </c:pt>
              <c:pt idx="343">
                <c:v>14.724674188572465</c:v>
              </c:pt>
              <c:pt idx="344">
                <c:v>14.724674188572465</c:v>
              </c:pt>
              <c:pt idx="345">
                <c:v>15</c:v>
              </c:pt>
              <c:pt idx="346">
                <c:v>15</c:v>
              </c:pt>
              <c:pt idx="347">
                <c:v>15.430878158476446</c:v>
              </c:pt>
              <c:pt idx="348">
                <c:v>15.430878158476446</c:v>
              </c:pt>
              <c:pt idx="349">
                <c:v>15.621641446517497</c:v>
              </c:pt>
              <c:pt idx="350">
                <c:v>15.621641446517497</c:v>
              </c:pt>
              <c:pt idx="351">
                <c:v>15.914700769622211</c:v>
              </c:pt>
              <c:pt idx="352">
                <c:v>15.914700769622211</c:v>
              </c:pt>
              <c:pt idx="353">
                <c:v>15.982911503908614</c:v>
              </c:pt>
              <c:pt idx="354">
                <c:v>15.982911503908614</c:v>
              </c:pt>
              <c:pt idx="355">
                <c:v>16.201318195135332</c:v>
              </c:pt>
              <c:pt idx="356">
                <c:v>16.201318195135332</c:v>
              </c:pt>
              <c:pt idx="357">
                <c:v>16.292261631504974</c:v>
              </c:pt>
              <c:pt idx="358">
                <c:v>16.292261631504974</c:v>
              </c:pt>
              <c:pt idx="359">
                <c:v>16.46129485342305</c:v>
              </c:pt>
              <c:pt idx="360">
                <c:v>16.46129485342305</c:v>
              </c:pt>
              <c:pt idx="361">
                <c:v>17.11847853711576</c:v>
              </c:pt>
              <c:pt idx="362">
                <c:v>17.11847853711576</c:v>
              </c:pt>
              <c:pt idx="363">
                <c:v>17.226331828139397</c:v>
              </c:pt>
              <c:pt idx="364">
                <c:v>17.226331828139397</c:v>
              </c:pt>
              <c:pt idx="365">
                <c:v>17.372463692432124</c:v>
              </c:pt>
              <c:pt idx="366">
                <c:v>17.372463692432124</c:v>
              </c:pt>
              <c:pt idx="367">
                <c:v>17.413249632600312</c:v>
              </c:pt>
              <c:pt idx="368">
                <c:v>17.413249632600312</c:v>
              </c:pt>
              <c:pt idx="369">
                <c:v>17.47468329340834</c:v>
              </c:pt>
              <c:pt idx="370">
                <c:v>17.47468329340834</c:v>
              </c:pt>
              <c:pt idx="371">
                <c:v>17.66969621902048</c:v>
              </c:pt>
              <c:pt idx="372">
                <c:v>17.66969621902048</c:v>
              </c:pt>
              <c:pt idx="373">
                <c:v>17.756374378809838</c:v>
              </c:pt>
              <c:pt idx="374">
                <c:v>17.756374378809838</c:v>
              </c:pt>
              <c:pt idx="375">
                <c:v>17.792535281955367</c:v>
              </c:pt>
              <c:pt idx="376">
                <c:v>17.792535281955367</c:v>
              </c:pt>
              <c:pt idx="377">
                <c:v>17.834002574006846</c:v>
              </c:pt>
              <c:pt idx="378">
                <c:v>17.834002574006846</c:v>
              </c:pt>
              <c:pt idx="379">
                <c:v>17.834620343996775</c:v>
              </c:pt>
              <c:pt idx="380">
                <c:v>17.834620343996775</c:v>
              </c:pt>
              <c:pt idx="381">
                <c:v>18.091538864706223</c:v>
              </c:pt>
              <c:pt idx="382">
                <c:v>18.091538864706223</c:v>
              </c:pt>
              <c:pt idx="383">
                <c:v>18.233183410906936</c:v>
              </c:pt>
              <c:pt idx="384">
                <c:v>18.233183410906936</c:v>
              </c:pt>
              <c:pt idx="385">
                <c:v>18.663369904348812</c:v>
              </c:pt>
              <c:pt idx="386">
                <c:v>18.663369904348812</c:v>
              </c:pt>
              <c:pt idx="387">
                <c:v>18.9895470245547</c:v>
              </c:pt>
              <c:pt idx="388">
                <c:v>18.9895470245547</c:v>
              </c:pt>
              <c:pt idx="389">
                <c:v>19.90654590086155</c:v>
              </c:pt>
              <c:pt idx="390">
                <c:v>19.90654590086155</c:v>
              </c:pt>
              <c:pt idx="391">
                <c:v>20</c:v>
              </c:pt>
              <c:pt idx="392">
                <c:v>20</c:v>
              </c:pt>
              <c:pt idx="393">
                <c:v>22.259822058467517</c:v>
              </c:pt>
              <c:pt idx="394">
                <c:v>22.259822058467517</c:v>
              </c:pt>
              <c:pt idx="395">
                <c:v>22.400408275442523</c:v>
              </c:pt>
              <c:pt idx="396">
                <c:v>22.400408275442523</c:v>
              </c:pt>
              <c:pt idx="397">
                <c:v>23.091328469526633</c:v>
              </c:pt>
              <c:pt idx="398">
                <c:v>23.091328469526633</c:v>
              </c:pt>
              <c:pt idx="399">
                <c:v>23.357658417516884</c:v>
              </c:pt>
              <c:pt idx="400">
                <c:v>23.357658417516884</c:v>
              </c:pt>
              <c:pt idx="401">
                <c:v>24.21451486482104</c:v>
              </c:pt>
              <c:pt idx="402">
                <c:v>24.21451486482104</c:v>
              </c:pt>
              <c:pt idx="403">
                <c:v>26.070358299714023</c:v>
              </c:pt>
              <c:pt idx="404">
                <c:v>26.070358299714023</c:v>
              </c:pt>
              <c:pt idx="405">
                <c:v>26.623913502562925</c:v>
              </c:pt>
              <c:pt idx="406">
                <c:v>26.623913502562925</c:v>
              </c:pt>
              <c:pt idx="407">
                <c:v>27.425713369562626</c:v>
              </c:pt>
              <c:pt idx="408">
                <c:v>27.425713369562626</c:v>
              </c:pt>
              <c:pt idx="409">
                <c:v>27.716070661778602</c:v>
              </c:pt>
              <c:pt idx="410">
                <c:v>27.716070661778602</c:v>
              </c:pt>
              <c:pt idx="411">
                <c:v>28.70143503990972</c:v>
              </c:pt>
              <c:pt idx="412">
                <c:v>28.70143503990972</c:v>
              </c:pt>
              <c:pt idx="413">
                <c:v>28.835875295637486</c:v>
              </c:pt>
              <c:pt idx="414">
                <c:v>28.835875295637486</c:v>
              </c:pt>
              <c:pt idx="415">
                <c:v>29.937311377343335</c:v>
              </c:pt>
              <c:pt idx="416">
                <c:v>29.937311377343335</c:v>
              </c:pt>
              <c:pt idx="417">
                <c:v>30</c:v>
              </c:pt>
              <c:pt idx="418">
                <c:v>30</c:v>
              </c:pt>
              <c:pt idx="419">
                <c:v>30.099159587715906</c:v>
              </c:pt>
              <c:pt idx="420">
                <c:v>30.099159587715906</c:v>
              </c:pt>
              <c:pt idx="421">
                <c:v>31.2706446894459</c:v>
              </c:pt>
              <c:pt idx="422">
                <c:v>31.2706446894459</c:v>
              </c:pt>
              <c:pt idx="423">
                <c:v>32.155740556246855</c:v>
              </c:pt>
              <c:pt idx="424">
                <c:v>32.155740556246855</c:v>
              </c:pt>
              <c:pt idx="425">
                <c:v>32.251291803551894</c:v>
              </c:pt>
              <c:pt idx="426">
                <c:v>32.251291803551894</c:v>
              </c:pt>
              <c:pt idx="427">
                <c:v>33.3857478183931</c:v>
              </c:pt>
              <c:pt idx="428">
                <c:v>33.3857478183931</c:v>
              </c:pt>
              <c:pt idx="429">
                <c:v>33.48662756195574</c:v>
              </c:pt>
              <c:pt idx="430">
                <c:v>33.48662756195574</c:v>
              </c:pt>
              <c:pt idx="431">
                <c:v>36.27668196801601</c:v>
              </c:pt>
              <c:pt idx="432">
                <c:v>36.27668196801601</c:v>
              </c:pt>
              <c:pt idx="433">
                <c:v>37.88967190777165</c:v>
              </c:pt>
              <c:pt idx="434">
                <c:v>37.88967190777165</c:v>
              </c:pt>
              <c:pt idx="435">
                <c:v>38.63832568185813</c:v>
              </c:pt>
              <c:pt idx="436">
                <c:v>38.63832568185813</c:v>
              </c:pt>
              <c:pt idx="437">
                <c:v>39.40864676179258</c:v>
              </c:pt>
              <c:pt idx="438">
                <c:v>39.40864676179258</c:v>
              </c:pt>
              <c:pt idx="439">
                <c:v>39.45479457315843</c:v>
              </c:pt>
              <c:pt idx="440">
                <c:v>39.45479457315843</c:v>
              </c:pt>
              <c:pt idx="441">
                <c:v>39.67376313336868</c:v>
              </c:pt>
              <c:pt idx="442">
                <c:v>39.67376313336868</c:v>
              </c:pt>
              <c:pt idx="443">
                <c:v>40.388823988402066</c:v>
              </c:pt>
              <c:pt idx="444">
                <c:v>40.388823988402066</c:v>
              </c:pt>
              <c:pt idx="445">
                <c:v>50</c:v>
              </c:pt>
              <c:pt idx="446">
                <c:v>50</c:v>
              </c:pt>
              <c:pt idx="447">
                <c:v>58.65915627305822</c:v>
              </c:pt>
              <c:pt idx="448">
                <c:v>58.65915627305822</c:v>
              </c:pt>
              <c:pt idx="449">
                <c:v>70</c:v>
              </c:pt>
            </c:numLit>
          </c:xVal>
          <c:yVal>
            <c:numLit>
              <c:formatCode>0.0</c:formatCode>
              <c:ptCount val="450"/>
              <c:pt idx="0">
                <c:v>4.325674731027805</c:v>
              </c:pt>
              <c:pt idx="1">
                <c:v>4.325674731027805</c:v>
              </c:pt>
              <c:pt idx="2">
                <c:v>4.305925566633148</c:v>
              </c:pt>
              <c:pt idx="3">
                <c:v>4.305925566633148</c:v>
              </c:pt>
              <c:pt idx="4">
                <c:v>4.305925566633148</c:v>
              </c:pt>
              <c:pt idx="5">
                <c:v>4.305925566633148</c:v>
              </c:pt>
              <c:pt idx="6">
                <c:v>4.305925566633148</c:v>
              </c:pt>
              <c:pt idx="7">
                <c:v>4.305925566633148</c:v>
              </c:pt>
              <c:pt idx="8">
                <c:v>4.277426838566602</c:v>
              </c:pt>
              <c:pt idx="9">
                <c:v>4.277426838566602</c:v>
              </c:pt>
              <c:pt idx="10">
                <c:v>4.277426838566602</c:v>
              </c:pt>
              <c:pt idx="11">
                <c:v>4.277426838566602</c:v>
              </c:pt>
              <c:pt idx="12">
                <c:v>4.277426838566602</c:v>
              </c:pt>
              <c:pt idx="13">
                <c:v>4.277426838566602</c:v>
              </c:pt>
              <c:pt idx="14">
                <c:v>4.248663390291667</c:v>
              </c:pt>
              <c:pt idx="15">
                <c:v>4.248663390291667</c:v>
              </c:pt>
              <c:pt idx="16">
                <c:v>4.248663390291667</c:v>
              </c:pt>
              <c:pt idx="17">
                <c:v>4.248663390291667</c:v>
              </c:pt>
              <c:pt idx="18">
                <c:v>4.217902103375051</c:v>
              </c:pt>
              <c:pt idx="19">
                <c:v>4.217902103375051</c:v>
              </c:pt>
              <c:pt idx="20">
                <c:v>4.217902103375051</c:v>
              </c:pt>
              <c:pt idx="21">
                <c:v>4.217902103375051</c:v>
              </c:pt>
              <c:pt idx="22">
                <c:v>4.217902103375051</c:v>
              </c:pt>
              <c:pt idx="23">
                <c:v>4.217902103375051</c:v>
              </c:pt>
              <c:pt idx="24">
                <c:v>4.217902103375051</c:v>
              </c:pt>
              <c:pt idx="25">
                <c:v>4.217902103375051</c:v>
              </c:pt>
              <c:pt idx="26">
                <c:v>4.217902103375051</c:v>
              </c:pt>
              <c:pt idx="27">
                <c:v>4.217902103375051</c:v>
              </c:pt>
              <c:pt idx="28">
                <c:v>4.217902103375051</c:v>
              </c:pt>
              <c:pt idx="29">
                <c:v>4.217902103375051</c:v>
              </c:pt>
              <c:pt idx="30">
                <c:v>4.154070686670962</c:v>
              </c:pt>
              <c:pt idx="31">
                <c:v>4.154070686670962</c:v>
              </c:pt>
              <c:pt idx="32">
                <c:v>4.154070686670962</c:v>
              </c:pt>
              <c:pt idx="33">
                <c:v>4.154070686670962</c:v>
              </c:pt>
              <c:pt idx="34">
                <c:v>4.154070686670962</c:v>
              </c:pt>
              <c:pt idx="35">
                <c:v>4.154070686670962</c:v>
              </c:pt>
              <c:pt idx="36">
                <c:v>4.151775709531023</c:v>
              </c:pt>
              <c:pt idx="37">
                <c:v>4.151775709531023</c:v>
              </c:pt>
              <c:pt idx="38">
                <c:v>4.151775709531023</c:v>
              </c:pt>
              <c:pt idx="39">
                <c:v>4.151775709531023</c:v>
              </c:pt>
              <c:pt idx="40">
                <c:v>4.151775709531023</c:v>
              </c:pt>
              <c:pt idx="41">
                <c:v>4.151775709531023</c:v>
              </c:pt>
              <c:pt idx="42">
                <c:v>4.146571714527195</c:v>
              </c:pt>
              <c:pt idx="43">
                <c:v>4.146571714527195</c:v>
              </c:pt>
              <c:pt idx="44">
                <c:v>4.146571714527195</c:v>
              </c:pt>
              <c:pt idx="45">
                <c:v>4.146571714527195</c:v>
              </c:pt>
              <c:pt idx="46">
                <c:v>4.046733683547337</c:v>
              </c:pt>
              <c:pt idx="47">
                <c:v>4.046733683547337</c:v>
              </c:pt>
              <c:pt idx="48">
                <c:v>4.046733683547337</c:v>
              </c:pt>
              <c:pt idx="49">
                <c:v>4.046733683547337</c:v>
              </c:pt>
              <c:pt idx="50">
                <c:v>3.908355749366484</c:v>
              </c:pt>
              <c:pt idx="51">
                <c:v>3.908355749366484</c:v>
              </c:pt>
              <c:pt idx="52">
                <c:v>3.908355749366484</c:v>
              </c:pt>
              <c:pt idx="53">
                <c:v>3.908355749366484</c:v>
              </c:pt>
              <c:pt idx="54">
                <c:v>3.908355749366484</c:v>
              </c:pt>
              <c:pt idx="55">
                <c:v>3.908355749366484</c:v>
              </c:pt>
              <c:pt idx="56">
                <c:v>3.875369833880435</c:v>
              </c:pt>
              <c:pt idx="57">
                <c:v>3.875369833880435</c:v>
              </c:pt>
              <c:pt idx="58">
                <c:v>3.875369833880435</c:v>
              </c:pt>
              <c:pt idx="59">
                <c:v>3.875369833880435</c:v>
              </c:pt>
              <c:pt idx="60">
                <c:v>3.875369833880435</c:v>
              </c:pt>
              <c:pt idx="61">
                <c:v>3.875369833880435</c:v>
              </c:pt>
              <c:pt idx="62">
                <c:v>3.875369833880435</c:v>
              </c:pt>
              <c:pt idx="63">
                <c:v>3.875369833880435</c:v>
              </c:pt>
              <c:pt idx="64">
                <c:v>3.875369833880435</c:v>
              </c:pt>
              <c:pt idx="65">
                <c:v>3.875369833880435</c:v>
              </c:pt>
              <c:pt idx="66">
                <c:v>3.875369833880435</c:v>
              </c:pt>
              <c:pt idx="67">
                <c:v>3.875369833880435</c:v>
              </c:pt>
              <c:pt idx="68">
                <c:v>3.875369833880435</c:v>
              </c:pt>
              <c:pt idx="69">
                <c:v>3.875369833880435</c:v>
              </c:pt>
              <c:pt idx="70">
                <c:v>3.875369833880435</c:v>
              </c:pt>
              <c:pt idx="71">
                <c:v>3.875369833880435</c:v>
              </c:pt>
              <c:pt idx="72">
                <c:v>3.875369833880435</c:v>
              </c:pt>
              <c:pt idx="73">
                <c:v>3.875369833880435</c:v>
              </c:pt>
              <c:pt idx="74">
                <c:v>3.875369833880435</c:v>
              </c:pt>
              <c:pt idx="75">
                <c:v>3.875369833880435</c:v>
              </c:pt>
              <c:pt idx="76">
                <c:v>3.875369833880435</c:v>
              </c:pt>
              <c:pt idx="77">
                <c:v>3.875369833880435</c:v>
              </c:pt>
              <c:pt idx="78">
                <c:v>3.875369833880435</c:v>
              </c:pt>
              <c:pt idx="79">
                <c:v>3.875369833880435</c:v>
              </c:pt>
              <c:pt idx="80">
                <c:v>3.875369833880435</c:v>
              </c:pt>
              <c:pt idx="81">
                <c:v>3.875369833880435</c:v>
              </c:pt>
              <c:pt idx="82">
                <c:v>3.875369833880435</c:v>
              </c:pt>
              <c:pt idx="83">
                <c:v>3.875369833880435</c:v>
              </c:pt>
              <c:pt idx="84">
                <c:v>3.875369833880435</c:v>
              </c:pt>
              <c:pt idx="85">
                <c:v>3.875369833880435</c:v>
              </c:pt>
              <c:pt idx="86">
                <c:v>3.854383298183485</c:v>
              </c:pt>
              <c:pt idx="87">
                <c:v>3.854383298183485</c:v>
              </c:pt>
              <c:pt idx="88">
                <c:v>3.8335074330242103</c:v>
              </c:pt>
              <c:pt idx="89">
                <c:v>3.8335074330242103</c:v>
              </c:pt>
              <c:pt idx="90">
                <c:v>3.8335074330242103</c:v>
              </c:pt>
              <c:pt idx="91">
                <c:v>3.8335074330242103</c:v>
              </c:pt>
              <c:pt idx="92">
                <c:v>3.8335074330242103</c:v>
              </c:pt>
              <c:pt idx="93">
                <c:v>3.8335074330242103</c:v>
              </c:pt>
              <c:pt idx="94">
                <c:v>3.8335074330242103</c:v>
              </c:pt>
              <c:pt idx="95">
                <c:v>3.8335074330242103</c:v>
              </c:pt>
              <c:pt idx="96">
                <c:v>3.8335074330242103</c:v>
              </c:pt>
              <c:pt idx="97">
                <c:v>3.8335074330242103</c:v>
              </c:pt>
              <c:pt idx="98">
                <c:v>3.75151947399807</c:v>
              </c:pt>
              <c:pt idx="99">
                <c:v>3.75151947399807</c:v>
              </c:pt>
              <c:pt idx="100">
                <c:v>3.695147533092687</c:v>
              </c:pt>
              <c:pt idx="101">
                <c:v>3.695147533092687</c:v>
              </c:pt>
              <c:pt idx="102">
                <c:v>3.695147533092687</c:v>
              </c:pt>
              <c:pt idx="103">
                <c:v>3.695147533092687</c:v>
              </c:pt>
              <c:pt idx="104">
                <c:v>3.695147533092687</c:v>
              </c:pt>
              <c:pt idx="105">
                <c:v>3.695147533092687</c:v>
              </c:pt>
              <c:pt idx="106">
                <c:v>3.695147533092687</c:v>
              </c:pt>
              <c:pt idx="107">
                <c:v>3.695147533092687</c:v>
              </c:pt>
              <c:pt idx="108">
                <c:v>3.695147533092687</c:v>
              </c:pt>
              <c:pt idx="109">
                <c:v>3.695147533092687</c:v>
              </c:pt>
              <c:pt idx="110">
                <c:v>3.5380002432782844</c:v>
              </c:pt>
              <c:pt idx="111">
                <c:v>3.5380002432782844</c:v>
              </c:pt>
              <c:pt idx="112">
                <c:v>3.5380002432782844</c:v>
              </c:pt>
              <c:pt idx="113">
                <c:v>3.5380002432782844</c:v>
              </c:pt>
              <c:pt idx="114">
                <c:v>3.516252753501504</c:v>
              </c:pt>
              <c:pt idx="115">
                <c:v>3.516252753501504</c:v>
              </c:pt>
              <c:pt idx="116">
                <c:v>3.516252753501504</c:v>
              </c:pt>
              <c:pt idx="117">
                <c:v>3.516252753501504</c:v>
              </c:pt>
              <c:pt idx="118">
                <c:v>3.498731296424208</c:v>
              </c:pt>
              <c:pt idx="119">
                <c:v>3.498731296424208</c:v>
              </c:pt>
              <c:pt idx="120">
                <c:v>3.498731296424208</c:v>
              </c:pt>
              <c:pt idx="121">
                <c:v>3.498731296424208</c:v>
              </c:pt>
              <c:pt idx="122">
                <c:v>3.498731296424208</c:v>
              </c:pt>
              <c:pt idx="123">
                <c:v>3.498731296424208</c:v>
              </c:pt>
              <c:pt idx="124">
                <c:v>3.498731296424208</c:v>
              </c:pt>
              <c:pt idx="125">
                <c:v>3.498731296424208</c:v>
              </c:pt>
              <c:pt idx="126">
                <c:v>3.498731296424208</c:v>
              </c:pt>
              <c:pt idx="127">
                <c:v>3.498731296424208</c:v>
              </c:pt>
              <c:pt idx="128">
                <c:v>3.498731296424208</c:v>
              </c:pt>
              <c:pt idx="129">
                <c:v>3.498731296424208</c:v>
              </c:pt>
              <c:pt idx="130">
                <c:v>3.498731296424208</c:v>
              </c:pt>
              <c:pt idx="131">
                <c:v>3.498731296424208</c:v>
              </c:pt>
              <c:pt idx="132">
                <c:v>3.498731296424208</c:v>
              </c:pt>
              <c:pt idx="133">
                <c:v>3.498731296424208</c:v>
              </c:pt>
              <c:pt idx="134">
                <c:v>3.498731296424208</c:v>
              </c:pt>
              <c:pt idx="135">
                <c:v>3.498731296424208</c:v>
              </c:pt>
              <c:pt idx="136">
                <c:v>3.498731296424208</c:v>
              </c:pt>
              <c:pt idx="137">
                <c:v>3.498731296424208</c:v>
              </c:pt>
              <c:pt idx="138">
                <c:v>3.498731296424208</c:v>
              </c:pt>
              <c:pt idx="139">
                <c:v>3.498731296424208</c:v>
              </c:pt>
              <c:pt idx="140">
                <c:v>3.3678341576171125</c:v>
              </c:pt>
              <c:pt idx="141">
                <c:v>3.3678341576171125</c:v>
              </c:pt>
              <c:pt idx="142">
                <c:v>3.3678341576171125</c:v>
              </c:pt>
              <c:pt idx="143">
                <c:v>3.3678341576171125</c:v>
              </c:pt>
              <c:pt idx="144">
                <c:v>3.3678341576171125</c:v>
              </c:pt>
              <c:pt idx="145">
                <c:v>3.3678341576171125</c:v>
              </c:pt>
              <c:pt idx="146">
                <c:v>3.3678341576171125</c:v>
              </c:pt>
              <c:pt idx="147">
                <c:v>3.3678341576171125</c:v>
              </c:pt>
              <c:pt idx="148">
                <c:v>3.3678341576171125</c:v>
              </c:pt>
              <c:pt idx="149">
                <c:v>3.3678341576171125</c:v>
              </c:pt>
              <c:pt idx="150">
                <c:v>3.279825961592246</c:v>
              </c:pt>
              <c:pt idx="151">
                <c:v>3.279825961592246</c:v>
              </c:pt>
              <c:pt idx="152">
                <c:v>3.279825961592246</c:v>
              </c:pt>
              <c:pt idx="153">
                <c:v>3.279825961592246</c:v>
              </c:pt>
              <c:pt idx="154">
                <c:v>3.279825961592246</c:v>
              </c:pt>
              <c:pt idx="155">
                <c:v>3.279825961592246</c:v>
              </c:pt>
              <c:pt idx="156">
                <c:v>3.279825961592246</c:v>
              </c:pt>
              <c:pt idx="157">
                <c:v>3.279825961592246</c:v>
              </c:pt>
              <c:pt idx="158">
                <c:v>3.279825961592246</c:v>
              </c:pt>
              <c:pt idx="159">
                <c:v>3.279825961592246</c:v>
              </c:pt>
              <c:pt idx="160">
                <c:v>3.279825961592246</c:v>
              </c:pt>
              <c:pt idx="161">
                <c:v>3.279825961592246</c:v>
              </c:pt>
              <c:pt idx="162">
                <c:v>3.279825961592246</c:v>
              </c:pt>
              <c:pt idx="163">
                <c:v>3.279825961592246</c:v>
              </c:pt>
              <c:pt idx="164">
                <c:v>3.279825961592246</c:v>
              </c:pt>
              <c:pt idx="165">
                <c:v>3.279825961592246</c:v>
              </c:pt>
              <c:pt idx="166">
                <c:v>3.279825961592246</c:v>
              </c:pt>
              <c:pt idx="167">
                <c:v>3.279825961592246</c:v>
              </c:pt>
              <c:pt idx="168">
                <c:v>3.279825961592246</c:v>
              </c:pt>
              <c:pt idx="169">
                <c:v>3.279825961592246</c:v>
              </c:pt>
              <c:pt idx="170">
                <c:v>3.279825961592246</c:v>
              </c:pt>
              <c:pt idx="171">
                <c:v>3.279825961592246</c:v>
              </c:pt>
              <c:pt idx="172">
                <c:v>3.279825961592246</c:v>
              </c:pt>
              <c:pt idx="173">
                <c:v>3.279825961592246</c:v>
              </c:pt>
              <c:pt idx="174">
                <c:v>3.279825961592246</c:v>
              </c:pt>
              <c:pt idx="175">
                <c:v>3.279825961592246</c:v>
              </c:pt>
              <c:pt idx="176">
                <c:v>3.279825961592246</c:v>
              </c:pt>
              <c:pt idx="177">
                <c:v>3.279825961592246</c:v>
              </c:pt>
              <c:pt idx="178">
                <c:v>3.279825961592246</c:v>
              </c:pt>
              <c:pt idx="179">
                <c:v>3.279825961592246</c:v>
              </c:pt>
              <c:pt idx="180">
                <c:v>3.279825961592246</c:v>
              </c:pt>
              <c:pt idx="181">
                <c:v>3.279825961592246</c:v>
              </c:pt>
              <c:pt idx="182">
                <c:v>3.148799758453174</c:v>
              </c:pt>
              <c:pt idx="183">
                <c:v>3.148799758453174</c:v>
              </c:pt>
              <c:pt idx="184">
                <c:v>3.148799758453174</c:v>
              </c:pt>
              <c:pt idx="185">
                <c:v>3.148799758453174</c:v>
              </c:pt>
              <c:pt idx="186">
                <c:v>3.08812823544281</c:v>
              </c:pt>
              <c:pt idx="187">
                <c:v>3.08812823544281</c:v>
              </c:pt>
              <c:pt idx="188">
                <c:v>3.08812823544281</c:v>
              </c:pt>
              <c:pt idx="189">
                <c:v>3.08812823544281</c:v>
              </c:pt>
              <c:pt idx="190">
                <c:v>2.987462445948614</c:v>
              </c:pt>
              <c:pt idx="191">
                <c:v>2.987462445948614</c:v>
              </c:pt>
              <c:pt idx="192">
                <c:v>2.987462445948614</c:v>
              </c:pt>
              <c:pt idx="193">
                <c:v>2.987462445948614</c:v>
              </c:pt>
              <c:pt idx="194">
                <c:v>2.9853553440690366</c:v>
              </c:pt>
              <c:pt idx="195">
                <c:v>2.9853553440690366</c:v>
              </c:pt>
              <c:pt idx="196">
                <c:v>2.9853553440690366</c:v>
              </c:pt>
              <c:pt idx="197">
                <c:v>2.9853553440690366</c:v>
              </c:pt>
              <c:pt idx="198">
                <c:v>2.8982299560969147</c:v>
              </c:pt>
              <c:pt idx="199">
                <c:v>2.8982299560969147</c:v>
              </c:pt>
              <c:pt idx="200">
                <c:v>2.8982299560969147</c:v>
              </c:pt>
              <c:pt idx="201">
                <c:v>2.8982299560969147</c:v>
              </c:pt>
              <c:pt idx="202">
                <c:v>2.8982299560969147</c:v>
              </c:pt>
              <c:pt idx="203">
                <c:v>2.8982299560969147</c:v>
              </c:pt>
              <c:pt idx="204">
                <c:v>2.7232631027938536</c:v>
              </c:pt>
              <c:pt idx="205">
                <c:v>2.7232631027938536</c:v>
              </c:pt>
              <c:pt idx="206">
                <c:v>2.7232631027938536</c:v>
              </c:pt>
              <c:pt idx="207">
                <c:v>2.7232631027938536</c:v>
              </c:pt>
              <c:pt idx="208">
                <c:v>2.7232631027938536</c:v>
              </c:pt>
              <c:pt idx="209">
                <c:v>2.7232631027938536</c:v>
              </c:pt>
              <c:pt idx="210">
                <c:v>2.7232631027938536</c:v>
              </c:pt>
              <c:pt idx="211">
                <c:v>2.7232631027938536</c:v>
              </c:pt>
              <c:pt idx="212">
                <c:v>2.7232631027938536</c:v>
              </c:pt>
              <c:pt idx="213">
                <c:v>2.7232631027938536</c:v>
              </c:pt>
              <c:pt idx="214">
                <c:v>2.7232631027938536</c:v>
              </c:pt>
              <c:pt idx="215">
                <c:v>2.7232631027938536</c:v>
              </c:pt>
              <c:pt idx="216">
                <c:v>2.7232631027938536</c:v>
              </c:pt>
              <c:pt idx="217">
                <c:v>2.7232631027938536</c:v>
              </c:pt>
              <c:pt idx="218">
                <c:v>2.7076549950025686</c:v>
              </c:pt>
              <c:pt idx="219">
                <c:v>2.7076549950025686</c:v>
              </c:pt>
              <c:pt idx="220">
                <c:v>2.7076549950025686</c:v>
              </c:pt>
              <c:pt idx="221">
                <c:v>2.7076549950025686</c:v>
              </c:pt>
              <c:pt idx="222">
                <c:v>2.7076549950025686</c:v>
              </c:pt>
              <c:pt idx="223">
                <c:v>2.7076549950025686</c:v>
              </c:pt>
              <c:pt idx="224">
                <c:v>2.656285837554913</c:v>
              </c:pt>
              <c:pt idx="225">
                <c:v>2.656285837554913</c:v>
              </c:pt>
              <c:pt idx="226">
                <c:v>2.6541629919184717</c:v>
              </c:pt>
              <c:pt idx="227">
                <c:v>2.6541629919184717</c:v>
              </c:pt>
              <c:pt idx="228">
                <c:v>2.6330508041810474</c:v>
              </c:pt>
              <c:pt idx="229">
                <c:v>2.6330508041810474</c:v>
              </c:pt>
              <c:pt idx="230">
                <c:v>2.6330508041810474</c:v>
              </c:pt>
              <c:pt idx="231">
                <c:v>2.6330508041810474</c:v>
              </c:pt>
              <c:pt idx="232">
                <c:v>2.6330508041810474</c:v>
              </c:pt>
              <c:pt idx="233">
                <c:v>2.6330508041810474</c:v>
              </c:pt>
              <c:pt idx="234">
                <c:v>2.4483764005450723</c:v>
              </c:pt>
              <c:pt idx="235">
                <c:v>2.4483764005450723</c:v>
              </c:pt>
              <c:pt idx="236">
                <c:v>2.4483764005450723</c:v>
              </c:pt>
              <c:pt idx="237">
                <c:v>2.4483764005450723</c:v>
              </c:pt>
              <c:pt idx="238">
                <c:v>2.4483764005450723</c:v>
              </c:pt>
              <c:pt idx="239">
                <c:v>2.4483764005450723</c:v>
              </c:pt>
              <c:pt idx="240">
                <c:v>2.4483764005450723</c:v>
              </c:pt>
              <c:pt idx="241">
                <c:v>2.4483764005450723</c:v>
              </c:pt>
              <c:pt idx="242">
                <c:v>2.4483764005450723</c:v>
              </c:pt>
              <c:pt idx="243">
                <c:v>2.4483764005450723</c:v>
              </c:pt>
              <c:pt idx="244">
                <c:v>2.4483764005450723</c:v>
              </c:pt>
              <c:pt idx="245">
                <c:v>2.4483764005450723</c:v>
              </c:pt>
              <c:pt idx="246">
                <c:v>2.4483764005450723</c:v>
              </c:pt>
              <c:pt idx="247">
                <c:v>2.4483764005450723</c:v>
              </c:pt>
              <c:pt idx="248">
                <c:v>2.433484359895795</c:v>
              </c:pt>
              <c:pt idx="249">
                <c:v>2.433484359895795</c:v>
              </c:pt>
              <c:pt idx="250">
                <c:v>2.2585895215029828</c:v>
              </c:pt>
              <c:pt idx="251">
                <c:v>2.2585895215029828</c:v>
              </c:pt>
              <c:pt idx="252">
                <c:v>2.2334477250494493</c:v>
              </c:pt>
              <c:pt idx="253">
                <c:v>2.2334477250494493</c:v>
              </c:pt>
              <c:pt idx="254">
                <c:v>2.2334477250494493</c:v>
              </c:pt>
              <c:pt idx="255">
                <c:v>2.2334477250494493</c:v>
              </c:pt>
              <c:pt idx="256">
                <c:v>2.1301524448533153</c:v>
              </c:pt>
              <c:pt idx="257">
                <c:v>2.1301524448533153</c:v>
              </c:pt>
              <c:pt idx="258">
                <c:v>2.1301524448533153</c:v>
              </c:pt>
              <c:pt idx="259">
                <c:v>2.1301524448533153</c:v>
              </c:pt>
              <c:pt idx="260">
                <c:v>2.1301524448533153</c:v>
              </c:pt>
              <c:pt idx="261">
                <c:v>2.1301524448533153</c:v>
              </c:pt>
              <c:pt idx="262">
                <c:v>2.010868127668296</c:v>
              </c:pt>
              <c:pt idx="263">
                <c:v>2.010868127668296</c:v>
              </c:pt>
              <c:pt idx="264">
                <c:v>2.010868127668296</c:v>
              </c:pt>
              <c:pt idx="265">
                <c:v>2.010868127668296</c:v>
              </c:pt>
              <c:pt idx="266">
                <c:v>2.010868127668296</c:v>
              </c:pt>
              <c:pt idx="267">
                <c:v>2.010868127668296</c:v>
              </c:pt>
              <c:pt idx="268">
                <c:v>2.010868127668296</c:v>
              </c:pt>
              <c:pt idx="269">
                <c:v>2.010868127668296</c:v>
              </c:pt>
              <c:pt idx="270">
                <c:v>2.010868127668296</c:v>
              </c:pt>
              <c:pt idx="271">
                <c:v>2.010868127668296</c:v>
              </c:pt>
              <c:pt idx="272">
                <c:v>2.010868127668296</c:v>
              </c:pt>
              <c:pt idx="273">
                <c:v>2.010868127668296</c:v>
              </c:pt>
              <c:pt idx="274">
                <c:v>2.010868127668296</c:v>
              </c:pt>
              <c:pt idx="275">
                <c:v>2.010868127668296</c:v>
              </c:pt>
              <c:pt idx="276">
                <c:v>2.010868127668296</c:v>
              </c:pt>
              <c:pt idx="277">
                <c:v>2.010868127668296</c:v>
              </c:pt>
              <c:pt idx="278">
                <c:v>2.010868127668296</c:v>
              </c:pt>
              <c:pt idx="279">
                <c:v>2.010868127668296</c:v>
              </c:pt>
              <c:pt idx="280">
                <c:v>1.9940451108417971</c:v>
              </c:pt>
              <c:pt idx="281">
                <c:v>1.9940451108417971</c:v>
              </c:pt>
              <c:pt idx="282">
                <c:v>1.889245342799419</c:v>
              </c:pt>
              <c:pt idx="283">
                <c:v>1.889245342799419</c:v>
              </c:pt>
              <c:pt idx="284">
                <c:v>1.889245342799419</c:v>
              </c:pt>
              <c:pt idx="285">
                <c:v>1.889245342799419</c:v>
              </c:pt>
              <c:pt idx="286">
                <c:v>1.889245342799419</c:v>
              </c:pt>
              <c:pt idx="287">
                <c:v>1.889245342799419</c:v>
              </c:pt>
              <c:pt idx="288">
                <c:v>1.889245342799419</c:v>
              </c:pt>
              <c:pt idx="289">
                <c:v>1.889245342799419</c:v>
              </c:pt>
              <c:pt idx="290">
                <c:v>1.889245342799419</c:v>
              </c:pt>
              <c:pt idx="291">
                <c:v>1.889245342799419</c:v>
              </c:pt>
              <c:pt idx="292">
                <c:v>1.889245342799419</c:v>
              </c:pt>
              <c:pt idx="293">
                <c:v>1.889245342799419</c:v>
              </c:pt>
              <c:pt idx="294">
                <c:v>1.889245342799419</c:v>
              </c:pt>
              <c:pt idx="295">
                <c:v>1.889245342799419</c:v>
              </c:pt>
              <c:pt idx="296">
                <c:v>1.889245342799419</c:v>
              </c:pt>
              <c:pt idx="297">
                <c:v>1.889245342799419</c:v>
              </c:pt>
              <c:pt idx="298">
                <c:v>1.889245342799419</c:v>
              </c:pt>
              <c:pt idx="299">
                <c:v>1.889245342799419</c:v>
              </c:pt>
              <c:pt idx="300">
                <c:v>1.889245342799419</c:v>
              </c:pt>
              <c:pt idx="301">
                <c:v>1.889245342799419</c:v>
              </c:pt>
              <c:pt idx="302">
                <c:v>1.889245342799419</c:v>
              </c:pt>
              <c:pt idx="303">
                <c:v>1.889245342799419</c:v>
              </c:pt>
              <c:pt idx="304">
                <c:v>1.7666948362495123</c:v>
              </c:pt>
              <c:pt idx="305">
                <c:v>1.7666948362495123</c:v>
              </c:pt>
              <c:pt idx="306">
                <c:v>1.7666948362495123</c:v>
              </c:pt>
              <c:pt idx="307">
                <c:v>1.7666948362495123</c:v>
              </c:pt>
              <c:pt idx="308">
                <c:v>1.7666948362495123</c:v>
              </c:pt>
              <c:pt idx="309">
                <c:v>1.7666948362495123</c:v>
              </c:pt>
              <c:pt idx="310">
                <c:v>1.677994833993336</c:v>
              </c:pt>
              <c:pt idx="311">
                <c:v>1.677994833993336</c:v>
              </c:pt>
              <c:pt idx="312">
                <c:v>1.677994833993336</c:v>
              </c:pt>
              <c:pt idx="313">
                <c:v>1.677994833993336</c:v>
              </c:pt>
              <c:pt idx="314">
                <c:v>1.677994833993336</c:v>
              </c:pt>
              <c:pt idx="315">
                <c:v>1.677994833993336</c:v>
              </c:pt>
              <c:pt idx="316">
                <c:v>1.677994833993336</c:v>
              </c:pt>
              <c:pt idx="317">
                <c:v>1.677994833993336</c:v>
              </c:pt>
              <c:pt idx="318">
                <c:v>1.6197393062569054</c:v>
              </c:pt>
              <c:pt idx="319">
                <c:v>1.6197393062569054</c:v>
              </c:pt>
              <c:pt idx="320">
                <c:v>1.6197393062569054</c:v>
              </c:pt>
              <c:pt idx="321">
                <c:v>1.6197393062569054</c:v>
              </c:pt>
              <c:pt idx="322">
                <c:v>1.6197393062569054</c:v>
              </c:pt>
              <c:pt idx="323">
                <c:v>1.6197393062569054</c:v>
              </c:pt>
              <c:pt idx="324">
                <c:v>1.548142789900883</c:v>
              </c:pt>
              <c:pt idx="325">
                <c:v>1.548142789900883</c:v>
              </c:pt>
              <c:pt idx="326">
                <c:v>1.548142789900883</c:v>
              </c:pt>
              <c:pt idx="327">
                <c:v>1.548142789900883</c:v>
              </c:pt>
              <c:pt idx="328">
                <c:v>1.5356682363160463</c:v>
              </c:pt>
              <c:pt idx="329">
                <c:v>1.5356682363160463</c:v>
              </c:pt>
              <c:pt idx="330">
                <c:v>1.5356682363160463</c:v>
              </c:pt>
              <c:pt idx="331">
                <c:v>1.5356682363160463</c:v>
              </c:pt>
              <c:pt idx="332">
                <c:v>1.480416896709381</c:v>
              </c:pt>
              <c:pt idx="333">
                <c:v>1.480416896709381</c:v>
              </c:pt>
              <c:pt idx="334">
                <c:v>1.480416896709381</c:v>
              </c:pt>
              <c:pt idx="335">
                <c:v>1.480416896709381</c:v>
              </c:pt>
              <c:pt idx="336">
                <c:v>1.480416896709381</c:v>
              </c:pt>
              <c:pt idx="337">
                <c:v>1.480416896709381</c:v>
              </c:pt>
              <c:pt idx="338">
                <c:v>1.3917423665323834</c:v>
              </c:pt>
              <c:pt idx="339">
                <c:v>1.3917423665323834</c:v>
              </c:pt>
              <c:pt idx="340">
                <c:v>1.3917423665323834</c:v>
              </c:pt>
              <c:pt idx="341">
                <c:v>1.3917423665323834</c:v>
              </c:pt>
              <c:pt idx="342">
                <c:v>1.385231852377743</c:v>
              </c:pt>
              <c:pt idx="343">
                <c:v>1.385231852377743</c:v>
              </c:pt>
              <c:pt idx="344">
                <c:v>1.385231852377743</c:v>
              </c:pt>
              <c:pt idx="345">
                <c:v>1.385231852377743</c:v>
              </c:pt>
              <c:pt idx="346">
                <c:v>1.385231852377743</c:v>
              </c:pt>
              <c:pt idx="347">
                <c:v>1.385231852377743</c:v>
              </c:pt>
              <c:pt idx="348">
                <c:v>1.385231852377743</c:v>
              </c:pt>
              <c:pt idx="349">
                <c:v>1.385231852377743</c:v>
              </c:pt>
              <c:pt idx="350">
                <c:v>1.385231852377743</c:v>
              </c:pt>
              <c:pt idx="351">
                <c:v>1.385231852377743</c:v>
              </c:pt>
              <c:pt idx="352">
                <c:v>1.385231852377743</c:v>
              </c:pt>
              <c:pt idx="353">
                <c:v>1.385231852377743</c:v>
              </c:pt>
              <c:pt idx="354">
                <c:v>1.385231852377743</c:v>
              </c:pt>
              <c:pt idx="355">
                <c:v>1.385231852377743</c:v>
              </c:pt>
              <c:pt idx="356">
                <c:v>1.3818237226748098</c:v>
              </c:pt>
              <c:pt idx="357">
                <c:v>1.3818237226748098</c:v>
              </c:pt>
              <c:pt idx="358">
                <c:v>1.3818237226748098</c:v>
              </c:pt>
              <c:pt idx="359">
                <c:v>1.3818237226748098</c:v>
              </c:pt>
              <c:pt idx="360">
                <c:v>1.3818237226748098</c:v>
              </c:pt>
              <c:pt idx="361">
                <c:v>1.3818237226748098</c:v>
              </c:pt>
              <c:pt idx="362">
                <c:v>1.3818237226748098</c:v>
              </c:pt>
              <c:pt idx="363">
                <c:v>1.3818237226748098</c:v>
              </c:pt>
              <c:pt idx="364">
                <c:v>1.3818237226748098</c:v>
              </c:pt>
              <c:pt idx="365">
                <c:v>1.3818237226748098</c:v>
              </c:pt>
              <c:pt idx="366">
                <c:v>1.3818237226748098</c:v>
              </c:pt>
              <c:pt idx="367">
                <c:v>1.3818237226748098</c:v>
              </c:pt>
              <c:pt idx="368">
                <c:v>1.3818237226748098</c:v>
              </c:pt>
              <c:pt idx="369">
                <c:v>1.3818237226748098</c:v>
              </c:pt>
              <c:pt idx="370">
                <c:v>1.3818237226748098</c:v>
              </c:pt>
              <c:pt idx="371">
                <c:v>1.3818237226748098</c:v>
              </c:pt>
              <c:pt idx="372">
                <c:v>1.3818237226748098</c:v>
              </c:pt>
              <c:pt idx="373">
                <c:v>1.3818237226748098</c:v>
              </c:pt>
              <c:pt idx="374">
                <c:v>1.3818237226748098</c:v>
              </c:pt>
              <c:pt idx="375">
                <c:v>1.3818237226748098</c:v>
              </c:pt>
              <c:pt idx="376">
                <c:v>1.3818237226748098</c:v>
              </c:pt>
              <c:pt idx="377">
                <c:v>1.3818237226748098</c:v>
              </c:pt>
              <c:pt idx="378">
                <c:v>1.3729960390589908</c:v>
              </c:pt>
              <c:pt idx="379">
                <c:v>1.3729960390589908</c:v>
              </c:pt>
              <c:pt idx="380">
                <c:v>1.2439798261396307</c:v>
              </c:pt>
              <c:pt idx="381">
                <c:v>1.2439798261396307</c:v>
              </c:pt>
              <c:pt idx="382">
                <c:v>1.2439798261396307</c:v>
              </c:pt>
              <c:pt idx="383">
                <c:v>1.2439798261396307</c:v>
              </c:pt>
              <c:pt idx="384">
                <c:v>1.2439798261396307</c:v>
              </c:pt>
              <c:pt idx="385">
                <c:v>1.2439798261396307</c:v>
              </c:pt>
              <c:pt idx="386">
                <c:v>1.2439798261396307</c:v>
              </c:pt>
              <c:pt idx="387">
                <c:v>1.2439798261396307</c:v>
              </c:pt>
              <c:pt idx="388">
                <c:v>1.1622737274726465</c:v>
              </c:pt>
              <c:pt idx="389">
                <c:v>1.1622737274726465</c:v>
              </c:pt>
              <c:pt idx="390">
                <c:v>1.1622737274726465</c:v>
              </c:pt>
              <c:pt idx="391">
                <c:v>1.1622737274726465</c:v>
              </c:pt>
              <c:pt idx="392">
                <c:v>1.1622737274726465</c:v>
              </c:pt>
              <c:pt idx="393">
                <c:v>1.1622737274726465</c:v>
              </c:pt>
              <c:pt idx="394">
                <c:v>1.1139131172366796</c:v>
              </c:pt>
              <c:pt idx="395">
                <c:v>1.1139131172366796</c:v>
              </c:pt>
              <c:pt idx="396">
                <c:v>1.1139131172366796</c:v>
              </c:pt>
              <c:pt idx="397">
                <c:v>1.1139131172366796</c:v>
              </c:pt>
              <c:pt idx="398">
                <c:v>1.1139131172366796</c:v>
              </c:pt>
              <c:pt idx="399">
                <c:v>1.1139131172366796</c:v>
              </c:pt>
              <c:pt idx="400">
                <c:v>1.1091411650296439</c:v>
              </c:pt>
              <c:pt idx="401">
                <c:v>1.1091411650296439</c:v>
              </c:pt>
              <c:pt idx="402">
                <c:v>1.1091411650296439</c:v>
              </c:pt>
              <c:pt idx="403">
                <c:v>1.1091411650296439</c:v>
              </c:pt>
              <c:pt idx="404">
                <c:v>1.106757397711753</c:v>
              </c:pt>
              <c:pt idx="405">
                <c:v>1.106757397711753</c:v>
              </c:pt>
              <c:pt idx="406">
                <c:v>1.106757397711753</c:v>
              </c:pt>
              <c:pt idx="407">
                <c:v>1.106757397711753</c:v>
              </c:pt>
              <c:pt idx="408">
                <c:v>1.075272573794724</c:v>
              </c:pt>
              <c:pt idx="409">
                <c:v>1.075272573794724</c:v>
              </c:pt>
              <c:pt idx="410">
                <c:v>0.925858071185482</c:v>
              </c:pt>
              <c:pt idx="411">
                <c:v>0.925858071185482</c:v>
              </c:pt>
              <c:pt idx="412">
                <c:v>0.7837971723058698</c:v>
              </c:pt>
              <c:pt idx="413">
                <c:v>0.7837971723058698</c:v>
              </c:pt>
              <c:pt idx="414">
                <c:v>0.7615210039070008</c:v>
              </c:pt>
              <c:pt idx="415">
                <c:v>0.7615210039070008</c:v>
              </c:pt>
              <c:pt idx="416">
                <c:v>0.7615210039070008</c:v>
              </c:pt>
              <c:pt idx="417">
                <c:v>0.7615210039070008</c:v>
              </c:pt>
              <c:pt idx="418">
                <c:v>0.7615210039070008</c:v>
              </c:pt>
              <c:pt idx="419">
                <c:v>0.7615210039070008</c:v>
              </c:pt>
              <c:pt idx="420">
                <c:v>0.679518116069923</c:v>
              </c:pt>
              <c:pt idx="421">
                <c:v>0.679518116069923</c:v>
              </c:pt>
              <c:pt idx="422">
                <c:v>0.6069079816071111</c:v>
              </c:pt>
              <c:pt idx="423">
                <c:v>0.6069079816071111</c:v>
              </c:pt>
              <c:pt idx="424">
                <c:v>0.566560622541556</c:v>
              </c:pt>
              <c:pt idx="425">
                <c:v>0.566560622541556</c:v>
              </c:pt>
              <c:pt idx="426">
                <c:v>0.566560622541556</c:v>
              </c:pt>
              <c:pt idx="427">
                <c:v>0.566560622541556</c:v>
              </c:pt>
              <c:pt idx="428">
                <c:v>0.566560622541556</c:v>
              </c:pt>
              <c:pt idx="429">
                <c:v>0.566560622541556</c:v>
              </c:pt>
              <c:pt idx="430">
                <c:v>0.47914883013261966</c:v>
              </c:pt>
              <c:pt idx="431">
                <c:v>0.47914883013261966</c:v>
              </c:pt>
              <c:pt idx="432">
                <c:v>0.4249551228243757</c:v>
              </c:pt>
              <c:pt idx="433">
                <c:v>0.4249551228243757</c:v>
              </c:pt>
              <c:pt idx="434">
                <c:v>0.3985571325637589</c:v>
              </c:pt>
              <c:pt idx="435">
                <c:v>0.3985571325637589</c:v>
              </c:pt>
              <c:pt idx="436">
                <c:v>0.3971712927470318</c:v>
              </c:pt>
              <c:pt idx="437">
                <c:v>0.3971712927470318</c:v>
              </c:pt>
              <c:pt idx="438">
                <c:v>0.33891170744369714</c:v>
              </c:pt>
              <c:pt idx="439">
                <c:v>0.33891170744369714</c:v>
              </c:pt>
              <c:pt idx="440">
                <c:v>0.30609797127429134</c:v>
              </c:pt>
              <c:pt idx="441">
                <c:v>0.30609797127429134</c:v>
              </c:pt>
              <c:pt idx="442">
                <c:v>0.27248575230507016</c:v>
              </c:pt>
              <c:pt idx="443">
                <c:v>0.27248575230507016</c:v>
              </c:pt>
              <c:pt idx="444">
                <c:v>0.19788627500204162</c:v>
              </c:pt>
              <c:pt idx="445">
                <c:v>0.19788627500204162</c:v>
              </c:pt>
              <c:pt idx="446">
                <c:v>0.19788627500204162</c:v>
              </c:pt>
              <c:pt idx="447">
                <c:v>0.19788627500204162</c:v>
              </c:pt>
              <c:pt idx="448">
                <c:v>0.1605301906935333</c:v>
              </c:pt>
              <c:pt idx="449">
                <c:v>0.1605301906935333</c:v>
              </c:pt>
            </c:numLit>
          </c:yVal>
          <c:smooth val="0"/>
        </c:ser>
        <c:ser>
          <c:idx val="1"/>
          <c:order val="1"/>
          <c:tx>
            <c:v>Certified bound Φ</c:v>
          </c:tx>
          <c:spPr>
            <a:noFill xmlns:a="http://schemas.openxmlformats.org/drawingml/2006/main"/>
            <a:ln xmlns:a="http://schemas.openxmlformats.org/drawingml/2006/main" w="13335">
              <a:solidFill>
                <a:srgbClr val="7B8790"/>
              </a:solidFill>
              <a:prstDash val="dash"/>
            </a:ln>
          </c:spPr>
          <c:marker>
            <c:symbol val="none"/>
            <c:size val="7"/>
            <c:spPr>
              <a:solidFill xmlns:a="http://schemas.openxmlformats.org/drawingml/2006/main">
                <a:srgbClr val="7B8790"/>
              </a:solidFill>
            </c:spPr>
          </c:marker>
          <c:xVal>
            <c:numLit>
              <c:formatCode>General</c:formatCode>
              <c:ptCount val="450"/>
              <c:pt idx="0">
                <c:v>0</c:v>
              </c:pt>
              <c:pt idx="1">
                <c:v>0.002252052669056858</c:v>
              </c:pt>
              <c:pt idx="2">
                <c:v>0.002252052669056858</c:v>
              </c:pt>
              <c:pt idx="3">
                <c:v>0.002667417650689099</c:v>
              </c:pt>
              <c:pt idx="4">
                <c:v>0.002667417650689099</c:v>
              </c:pt>
              <c:pt idx="5">
                <c:v>0.002718788031746794</c:v>
              </c:pt>
              <c:pt idx="6">
                <c:v>0.002718788031746794</c:v>
              </c:pt>
              <c:pt idx="7">
                <c:v>0.009351631370903224</c:v>
              </c:pt>
              <c:pt idx="8">
                <c:v>0.009351631370903224</c:v>
              </c:pt>
              <c:pt idx="9">
                <c:v>0.01324046303933057</c:v>
              </c:pt>
              <c:pt idx="10">
                <c:v>0.01324046303933057</c:v>
              </c:pt>
              <c:pt idx="11">
                <c:v>0.014033448104779966</c:v>
              </c:pt>
              <c:pt idx="12">
                <c:v>0.014033448104779966</c:v>
              </c:pt>
              <c:pt idx="13">
                <c:v>0.01943024637344942</c:v>
              </c:pt>
              <c:pt idx="14">
                <c:v>0.01943024637344942</c:v>
              </c:pt>
              <c:pt idx="15">
                <c:v>0.03158041103959923</c:v>
              </c:pt>
              <c:pt idx="16">
                <c:v>0.03158041103959923</c:v>
              </c:pt>
              <c:pt idx="17">
                <c:v>0.033446968075013815</c:v>
              </c:pt>
              <c:pt idx="18">
                <c:v>0.033446968075013815</c:v>
              </c:pt>
              <c:pt idx="19">
                <c:v>0.04037310972147003</c:v>
              </c:pt>
              <c:pt idx="20">
                <c:v>0.04037310972147003</c:v>
              </c:pt>
              <c:pt idx="21">
                <c:v>0.043732918165262286</c:v>
              </c:pt>
              <c:pt idx="22">
                <c:v>0.043732918165262286</c:v>
              </c:pt>
              <c:pt idx="23">
                <c:v>0.044688761249184576</c:v>
              </c:pt>
              <c:pt idx="24">
                <c:v>0.044688761249184576</c:v>
              </c:pt>
              <c:pt idx="25">
                <c:v>0.047183182579732585</c:v>
              </c:pt>
              <c:pt idx="26">
                <c:v>0.047183182579732585</c:v>
              </c:pt>
              <c:pt idx="27">
                <c:v>0.07187764413911589</c:v>
              </c:pt>
              <c:pt idx="28">
                <c:v>0.07187764413911589</c:v>
              </c:pt>
              <c:pt idx="29">
                <c:v>0.08027305479823353</c:v>
              </c:pt>
              <c:pt idx="30">
                <c:v>0.08027305479823353</c:v>
              </c:pt>
              <c:pt idx="31">
                <c:v>0.08563167304010408</c:v>
              </c:pt>
              <c:pt idx="32">
                <c:v>0.08563167304010408</c:v>
              </c:pt>
              <c:pt idx="33">
                <c:v>0.09181474862502124</c:v>
              </c:pt>
              <c:pt idx="34">
                <c:v>0.09181474862502124</c:v>
              </c:pt>
              <c:pt idx="35">
                <c:v>0.10438427983726947</c:v>
              </c:pt>
              <c:pt idx="36">
                <c:v>0.10438427983726947</c:v>
              </c:pt>
              <c:pt idx="37">
                <c:v>0.10448062015769456</c:v>
              </c:pt>
              <c:pt idx="38">
                <c:v>0.10448062015769456</c:v>
              </c:pt>
              <c:pt idx="39">
                <c:v>0.11910800805338122</c:v>
              </c:pt>
              <c:pt idx="40">
                <c:v>0.11910800805338122</c:v>
              </c:pt>
              <c:pt idx="41">
                <c:v>0.13975083228883003</c:v>
              </c:pt>
              <c:pt idx="42">
                <c:v>0.13975083228883003</c:v>
              </c:pt>
              <c:pt idx="43">
                <c:v>0.1974308330015172</c:v>
              </c:pt>
              <c:pt idx="44">
                <c:v>0.1974308330015172</c:v>
              </c:pt>
              <c:pt idx="45">
                <c:v>0.20655724103365372</c:v>
              </c:pt>
              <c:pt idx="46">
                <c:v>0.20655724103365372</c:v>
              </c:pt>
              <c:pt idx="47">
                <c:v>0.21887447901258494</c:v>
              </c:pt>
              <c:pt idx="48">
                <c:v>0.21887447901258494</c:v>
              </c:pt>
              <c:pt idx="49">
                <c:v>0.22991578145830682</c:v>
              </c:pt>
              <c:pt idx="50">
                <c:v>0.22991578145830682</c:v>
              </c:pt>
              <c:pt idx="51">
                <c:v>0.24360370152696334</c:v>
              </c:pt>
              <c:pt idx="52">
                <c:v>0.24360370152696334</c:v>
              </c:pt>
              <c:pt idx="53">
                <c:v>0.24571530670915126</c:v>
              </c:pt>
              <c:pt idx="54">
                <c:v>0.24571530670915126</c:v>
              </c:pt>
              <c:pt idx="55">
                <c:v>0.28282063810483854</c:v>
              </c:pt>
              <c:pt idx="56">
                <c:v>0.28282063810483854</c:v>
              </c:pt>
              <c:pt idx="57">
                <c:v>0.30877358946820743</c:v>
              </c:pt>
              <c:pt idx="58">
                <c:v>0.30877358946820743</c:v>
              </c:pt>
              <c:pt idx="59">
                <c:v>0.31239450023010307</c:v>
              </c:pt>
              <c:pt idx="60">
                <c:v>0.31239450023010307</c:v>
              </c:pt>
              <c:pt idx="61">
                <c:v>0.31284070861212643</c:v>
              </c:pt>
              <c:pt idx="62">
                <c:v>0.31284070861212643</c:v>
              </c:pt>
              <c:pt idx="63">
                <c:v>0.38632591866094196</c:v>
              </c:pt>
              <c:pt idx="64">
                <c:v>0.38632591866094196</c:v>
              </c:pt>
              <c:pt idx="65">
                <c:v>0.3982402167583406</c:v>
              </c:pt>
              <c:pt idx="66">
                <c:v>0.3982402167583406</c:v>
              </c:pt>
              <c:pt idx="67">
                <c:v>0.4428266354446047</c:v>
              </c:pt>
              <c:pt idx="68">
                <c:v>0.4428266354446047</c:v>
              </c:pt>
              <c:pt idx="69">
                <c:v>0.4912777545119961</c:v>
              </c:pt>
              <c:pt idx="70">
                <c:v>0.4912777545119961</c:v>
              </c:pt>
              <c:pt idx="71">
                <c:v>0.5</c:v>
              </c:pt>
              <c:pt idx="72">
                <c:v>0.5</c:v>
              </c:pt>
              <c:pt idx="73">
                <c:v>0.6433427320849572</c:v>
              </c:pt>
              <c:pt idx="74">
                <c:v>0.6433427320849572</c:v>
              </c:pt>
              <c:pt idx="75">
                <c:v>0.6530267899600377</c:v>
              </c:pt>
              <c:pt idx="76">
                <c:v>0.6530267899600377</c:v>
              </c:pt>
              <c:pt idx="77">
                <c:v>0.7169333815719647</c:v>
              </c:pt>
              <c:pt idx="78">
                <c:v>0.7169333815719647</c:v>
              </c:pt>
              <c:pt idx="79">
                <c:v>0.7311531515159725</c:v>
              </c:pt>
              <c:pt idx="80">
                <c:v>0.7311531515159725</c:v>
              </c:pt>
              <c:pt idx="81">
                <c:v>0.7666326528200673</c:v>
              </c:pt>
              <c:pt idx="82">
                <c:v>0.7666326528200673</c:v>
              </c:pt>
              <c:pt idx="83">
                <c:v>0.7691388293529847</c:v>
              </c:pt>
              <c:pt idx="84">
                <c:v>0.7691388293529847</c:v>
              </c:pt>
              <c:pt idx="85">
                <c:v>0.8493415954470873</c:v>
              </c:pt>
              <c:pt idx="86">
                <c:v>0.8493415954470873</c:v>
              </c:pt>
              <c:pt idx="87">
                <c:v>0.8588028729636834</c:v>
              </c:pt>
              <c:pt idx="88">
                <c:v>0.8588028729636834</c:v>
              </c:pt>
              <c:pt idx="89">
                <c:v>0.8766539758270908</c:v>
              </c:pt>
              <c:pt idx="90">
                <c:v>0.8766539758270908</c:v>
              </c:pt>
              <c:pt idx="91">
                <c:v>0.9036305779644066</c:v>
              </c:pt>
              <c:pt idx="92">
                <c:v>0.9036305779644066</c:v>
              </c:pt>
              <c:pt idx="93">
                <c:v>0.9960772814290508</c:v>
              </c:pt>
              <c:pt idx="94">
                <c:v>0.9960772814290508</c:v>
              </c:pt>
              <c:pt idx="95">
                <c:v>1</c:v>
              </c:pt>
              <c:pt idx="96">
                <c:v>1</c:v>
              </c:pt>
              <c:pt idx="97">
                <c:v>1.1533739287265037</c:v>
              </c:pt>
              <c:pt idx="98">
                <c:v>1.1533739287265037</c:v>
              </c:pt>
              <c:pt idx="99">
                <c:v>1.2140475609699946</c:v>
              </c:pt>
              <c:pt idx="100">
                <c:v>1.2140475609699946</c:v>
              </c:pt>
              <c:pt idx="101">
                <c:v>1.2415183723388412</c:v>
              </c:pt>
              <c:pt idx="102">
                <c:v>1.2415183723388412</c:v>
              </c:pt>
              <c:pt idx="103">
                <c:v>1.2478848001139158</c:v>
              </c:pt>
              <c:pt idx="104">
                <c:v>1.2478848001139158</c:v>
              </c:pt>
              <c:pt idx="105">
                <c:v>1.2495827175170047</c:v>
              </c:pt>
              <c:pt idx="106">
                <c:v>1.2495827175170047</c:v>
              </c:pt>
              <c:pt idx="107">
                <c:v>1.3033808449451074</c:v>
              </c:pt>
              <c:pt idx="108">
                <c:v>1.3033808449451074</c:v>
              </c:pt>
              <c:pt idx="109">
                <c:v>1.3082762254813134</c:v>
              </c:pt>
              <c:pt idx="110">
                <c:v>1.3082762254813134</c:v>
              </c:pt>
              <c:pt idx="111">
                <c:v>1.356349941098569</c:v>
              </c:pt>
              <c:pt idx="112">
                <c:v>1.356349941098569</c:v>
              </c:pt>
              <c:pt idx="113">
                <c:v>1.4003758450364463</c:v>
              </c:pt>
              <c:pt idx="114">
                <c:v>1.4003758450364463</c:v>
              </c:pt>
              <c:pt idx="115">
                <c:v>1.4909281357462327</c:v>
              </c:pt>
              <c:pt idx="116">
                <c:v>1.4909281357462327</c:v>
              </c:pt>
              <c:pt idx="117">
                <c:v>1.4972858667001063</c:v>
              </c:pt>
              <c:pt idx="118">
                <c:v>1.4972858667001063</c:v>
              </c:pt>
              <c:pt idx="119">
                <c:v>1.6379966423927856</c:v>
              </c:pt>
              <c:pt idx="120">
                <c:v>1.6379966423927856</c:v>
              </c:pt>
              <c:pt idx="121">
                <c:v>1.665985748192629</c:v>
              </c:pt>
              <c:pt idx="122">
                <c:v>1.665985748192629</c:v>
              </c:pt>
              <c:pt idx="123">
                <c:v>1.7900664882461448</c:v>
              </c:pt>
              <c:pt idx="124">
                <c:v>1.7900664882461448</c:v>
              </c:pt>
              <c:pt idx="125">
                <c:v>1.9460882443859513</c:v>
              </c:pt>
              <c:pt idx="126">
                <c:v>1.9460882443859513</c:v>
              </c:pt>
              <c:pt idx="127">
                <c:v>1.9511118911729453</c:v>
              </c:pt>
              <c:pt idx="128">
                <c:v>1.9511118911729453</c:v>
              </c:pt>
              <c:pt idx="129">
                <c:v>2</c:v>
              </c:pt>
              <c:pt idx="130">
                <c:v>2</c:v>
              </c:pt>
              <c:pt idx="131">
                <c:v>2.183618889344224</c:v>
              </c:pt>
              <c:pt idx="132">
                <c:v>2.183618889344224</c:v>
              </c:pt>
              <c:pt idx="133">
                <c:v>2.201522172907955</c:v>
              </c:pt>
              <c:pt idx="134">
                <c:v>2.201522172907955</c:v>
              </c:pt>
              <c:pt idx="135">
                <c:v>2.315841684992839</c:v>
              </c:pt>
              <c:pt idx="136">
                <c:v>2.315841684992839</c:v>
              </c:pt>
              <c:pt idx="137">
                <c:v>2.4953364587389566</c:v>
              </c:pt>
              <c:pt idx="138">
                <c:v>2.4953364587389566</c:v>
              </c:pt>
              <c:pt idx="139">
                <c:v>2.6675368799733175</c:v>
              </c:pt>
              <c:pt idx="140">
                <c:v>2.6675368799733175</c:v>
              </c:pt>
              <c:pt idx="141">
                <c:v>2.680857665575116</c:v>
              </c:pt>
              <c:pt idx="142">
                <c:v>2.680857665575116</c:v>
              </c:pt>
              <c:pt idx="143">
                <c:v>2.751455914802219</c:v>
              </c:pt>
              <c:pt idx="144">
                <c:v>2.751455914802219</c:v>
              </c:pt>
              <c:pt idx="145">
                <c:v>2.9157236804113995</c:v>
              </c:pt>
              <c:pt idx="146">
                <c:v>2.9157236804113995</c:v>
              </c:pt>
              <c:pt idx="147">
                <c:v>2.919364045068701</c:v>
              </c:pt>
              <c:pt idx="148">
                <c:v>2.919364045068701</c:v>
              </c:pt>
              <c:pt idx="149">
                <c:v>2.9422799399787114</c:v>
              </c:pt>
              <c:pt idx="150">
                <c:v>2.9422799399787114</c:v>
              </c:pt>
              <c:pt idx="151">
                <c:v>2.9703454702471985</c:v>
              </c:pt>
              <c:pt idx="152">
                <c:v>2.9703454702471985</c:v>
              </c:pt>
              <c:pt idx="153">
                <c:v>3.0006939764813034</c:v>
              </c:pt>
              <c:pt idx="154">
                <c:v>3.0006939764813034</c:v>
              </c:pt>
              <c:pt idx="155">
                <c:v>3.1724553461177556</c:v>
              </c:pt>
              <c:pt idx="156">
                <c:v>3.1724553461177556</c:v>
              </c:pt>
              <c:pt idx="157">
                <c:v>3.236009552593751</c:v>
              </c:pt>
              <c:pt idx="158">
                <c:v>3.236009552593751</c:v>
              </c:pt>
              <c:pt idx="159">
                <c:v>3.288222341309767</c:v>
              </c:pt>
              <c:pt idx="160">
                <c:v>3.288222341309767</c:v>
              </c:pt>
              <c:pt idx="161">
                <c:v>3.312834336494888</c:v>
              </c:pt>
              <c:pt idx="162">
                <c:v>3.312834336494888</c:v>
              </c:pt>
              <c:pt idx="163">
                <c:v>3.3834143294909214</c:v>
              </c:pt>
              <c:pt idx="164">
                <c:v>3.3834143294909214</c:v>
              </c:pt>
              <c:pt idx="165">
                <c:v>3.4378002255241644</c:v>
              </c:pt>
              <c:pt idx="166">
                <c:v>3.4378002255241644</c:v>
              </c:pt>
              <c:pt idx="167">
                <c:v>3.4489847108251577</c:v>
              </c:pt>
              <c:pt idx="168">
                <c:v>3.4489847108251577</c:v>
              </c:pt>
              <c:pt idx="169">
                <c:v>3.4578592374391484</c:v>
              </c:pt>
              <c:pt idx="170">
                <c:v>3.4578592374391484</c:v>
              </c:pt>
              <c:pt idx="171">
                <c:v>3.5298685301902957</c:v>
              </c:pt>
              <c:pt idx="172">
                <c:v>3.5298685301902957</c:v>
              </c:pt>
              <c:pt idx="173">
                <c:v>3.7400135782201973</c:v>
              </c:pt>
              <c:pt idx="174">
                <c:v>3.7400135782201973</c:v>
              </c:pt>
              <c:pt idx="175">
                <c:v>3.882183211951868</c:v>
              </c:pt>
              <c:pt idx="176">
                <c:v>3.882183211951868</c:v>
              </c:pt>
              <c:pt idx="177">
                <c:v>3.8874070523248503</c:v>
              </c:pt>
              <c:pt idx="178">
                <c:v>3.8874070523248503</c:v>
              </c:pt>
              <c:pt idx="179">
                <c:v>4.1727675858524</c:v>
              </c:pt>
              <c:pt idx="180">
                <c:v>4.1727675858524</c:v>
              </c:pt>
              <c:pt idx="181">
                <c:v>4.225464420253914</c:v>
              </c:pt>
              <c:pt idx="182">
                <c:v>4.225464420253914</c:v>
              </c:pt>
              <c:pt idx="183">
                <c:v>4.234056922201499</c:v>
              </c:pt>
              <c:pt idx="184">
                <c:v>4.234056922201499</c:v>
              </c:pt>
              <c:pt idx="185">
                <c:v>4.2793715894032065</c:v>
              </c:pt>
              <c:pt idx="186">
                <c:v>4.2793715894032065</c:v>
              </c:pt>
              <c:pt idx="187">
                <c:v>4.349482258209912</c:v>
              </c:pt>
              <c:pt idx="188">
                <c:v>4.349482258209912</c:v>
              </c:pt>
              <c:pt idx="189">
                <c:v>4.393269263881719</c:v>
              </c:pt>
              <c:pt idx="190">
                <c:v>4.393269263881719</c:v>
              </c:pt>
              <c:pt idx="191">
                <c:v>4.420898036091101</c:v>
              </c:pt>
              <c:pt idx="192">
                <c:v>4.420898036091101</c:v>
              </c:pt>
              <c:pt idx="193">
                <c:v>4.432672203226913</c:v>
              </c:pt>
              <c:pt idx="194">
                <c:v>4.432672203226913</c:v>
              </c:pt>
              <c:pt idx="195">
                <c:v>4.473342863962357</c:v>
              </c:pt>
              <c:pt idx="196">
                <c:v>4.473342863962357</c:v>
              </c:pt>
              <c:pt idx="197">
                <c:v>4.506409257905355</c:v>
              </c:pt>
              <c:pt idx="198">
                <c:v>4.506409257905355</c:v>
              </c:pt>
              <c:pt idx="199">
                <c:v>4.543070058544765</c:v>
              </c:pt>
              <c:pt idx="200">
                <c:v>4.543070058544765</c:v>
              </c:pt>
              <c:pt idx="201">
                <c:v>4.582149558443407</c:v>
              </c:pt>
              <c:pt idx="202">
                <c:v>4.582149558443407</c:v>
              </c:pt>
              <c:pt idx="203">
                <c:v>4.673964307068429</c:v>
              </c:pt>
              <c:pt idx="204">
                <c:v>4.673964307068429</c:v>
              </c:pt>
              <c:pt idx="205">
                <c:v>4.726566024797451</c:v>
              </c:pt>
              <c:pt idx="206">
                <c:v>4.726566024797451</c:v>
              </c:pt>
              <c:pt idx="207">
                <c:v>4.732607592439894</c:v>
              </c:pt>
              <c:pt idx="208">
                <c:v>4.732607592439894</c:v>
              </c:pt>
              <c:pt idx="209">
                <c:v>4.767140983270621</c:v>
              </c:pt>
              <c:pt idx="210">
                <c:v>4.767140983270621</c:v>
              </c:pt>
              <c:pt idx="211">
                <c:v>4.828514910319649</c:v>
              </c:pt>
              <c:pt idx="212">
                <c:v>4.828514910319649</c:v>
              </c:pt>
              <c:pt idx="213">
                <c:v>4.868751127087532</c:v>
              </c:pt>
              <c:pt idx="214">
                <c:v>4.868751127087532</c:v>
              </c:pt>
              <c:pt idx="215">
                <c:v>4.9456539591141695</c:v>
              </c:pt>
              <c:pt idx="216">
                <c:v>4.9456539591141695</c:v>
              </c:pt>
              <c:pt idx="217">
                <c:v>4.982464002139873</c:v>
              </c:pt>
              <c:pt idx="218">
                <c:v>4.982464002139873</c:v>
              </c:pt>
              <c:pt idx="219">
                <c:v>5</c:v>
              </c:pt>
              <c:pt idx="220">
                <c:v>5</c:v>
              </c:pt>
              <c:pt idx="221">
                <c:v>5.053744532247785</c:v>
              </c:pt>
              <c:pt idx="222">
                <c:v>5.053744532247785</c:v>
              </c:pt>
              <c:pt idx="223">
                <c:v>5.09142760563427</c:v>
              </c:pt>
              <c:pt idx="224">
                <c:v>5.09142760563427</c:v>
              </c:pt>
              <c:pt idx="225">
                <c:v>5.104777203159693</c:v>
              </c:pt>
              <c:pt idx="226">
                <c:v>5.104777203159693</c:v>
              </c:pt>
              <c:pt idx="227">
                <c:v>5.120796083567721</c:v>
              </c:pt>
              <c:pt idx="228">
                <c:v>5.120796083567721</c:v>
              </c:pt>
              <c:pt idx="229">
                <c:v>5.244212918244844</c:v>
              </c:pt>
              <c:pt idx="230">
                <c:v>5.244212918244844</c:v>
              </c:pt>
              <c:pt idx="231">
                <c:v>5.3687699306328245</c:v>
              </c:pt>
              <c:pt idx="232">
                <c:v>5.3687699306328245</c:v>
              </c:pt>
              <c:pt idx="233">
                <c:v>5.621419114868389</c:v>
              </c:pt>
              <c:pt idx="234">
                <c:v>5.621419114868389</c:v>
              </c:pt>
              <c:pt idx="235">
                <c:v>5.729143889262053</c:v>
              </c:pt>
              <c:pt idx="236">
                <c:v>5.729143889262053</c:v>
              </c:pt>
              <c:pt idx="237">
                <c:v>5.81765899525991</c:v>
              </c:pt>
              <c:pt idx="238">
                <c:v>5.81765899525991</c:v>
              </c:pt>
              <c:pt idx="239">
                <c:v>5.90755309121985</c:v>
              </c:pt>
              <c:pt idx="240">
                <c:v>5.90755309121985</c:v>
              </c:pt>
              <c:pt idx="241">
                <c:v>5.96310189090389</c:v>
              </c:pt>
              <c:pt idx="242">
                <c:v>5.96310189090389</c:v>
              </c:pt>
              <c:pt idx="243">
                <c:v>6.137927559749361</c:v>
              </c:pt>
              <c:pt idx="244">
                <c:v>6.137927559749361</c:v>
              </c:pt>
              <c:pt idx="245">
                <c:v>6.14833614387193</c:v>
              </c:pt>
              <c:pt idx="246">
                <c:v>6.14833614387193</c:v>
              </c:pt>
              <c:pt idx="247">
                <c:v>6.259880705800865</c:v>
              </c:pt>
              <c:pt idx="248">
                <c:v>6.259880705800865</c:v>
              </c:pt>
              <c:pt idx="249">
                <c:v>6.280654333578127</c:v>
              </c:pt>
              <c:pt idx="250">
                <c:v>6.280654333578127</c:v>
              </c:pt>
              <c:pt idx="251">
                <c:v>6.442419187446019</c:v>
              </c:pt>
              <c:pt idx="252">
                <c:v>6.442419187446019</c:v>
              </c:pt>
              <c:pt idx="253">
                <c:v>6.516103942232938</c:v>
              </c:pt>
              <c:pt idx="254">
                <c:v>6.516103942232938</c:v>
              </c:pt>
              <c:pt idx="255">
                <c:v>6.672502674040899</c:v>
              </c:pt>
              <c:pt idx="256">
                <c:v>6.672502674040899</c:v>
              </c:pt>
              <c:pt idx="257">
                <c:v>6.738451321420815</c:v>
              </c:pt>
              <c:pt idx="258">
                <c:v>6.738451321420815</c:v>
              </c:pt>
              <c:pt idx="259">
                <c:v>6.747888340377159</c:v>
              </c:pt>
              <c:pt idx="260">
                <c:v>6.747888340377159</c:v>
              </c:pt>
              <c:pt idx="261">
                <c:v>6.927491336933371</c:v>
              </c:pt>
              <c:pt idx="262">
                <c:v>6.927491336933371</c:v>
              </c:pt>
              <c:pt idx="263">
                <c:v>7.043432492246524</c:v>
              </c:pt>
              <c:pt idx="264">
                <c:v>7.043432492246524</c:v>
              </c:pt>
              <c:pt idx="265">
                <c:v>7.393829274694809</c:v>
              </c:pt>
              <c:pt idx="266">
                <c:v>7.393829274694809</c:v>
              </c:pt>
              <c:pt idx="267">
                <c:v>7.595895704321008</c:v>
              </c:pt>
              <c:pt idx="268">
                <c:v>7.595895704321008</c:v>
              </c:pt>
              <c:pt idx="269">
                <c:v>7.820469469671805</c:v>
              </c:pt>
              <c:pt idx="270">
                <c:v>7.820469469671805</c:v>
              </c:pt>
              <c:pt idx="271">
                <c:v>8.000261045522686</c:v>
              </c:pt>
              <c:pt idx="272">
                <c:v>8.000261045522686</c:v>
              </c:pt>
              <c:pt idx="273">
                <c:v>8.052918131830364</c:v>
              </c:pt>
              <c:pt idx="274">
                <c:v>8.052918131830364</c:v>
              </c:pt>
              <c:pt idx="275">
                <c:v>8.221252383410402</c:v>
              </c:pt>
              <c:pt idx="276">
                <c:v>8.221252383410402</c:v>
              </c:pt>
              <c:pt idx="277">
                <c:v>8.263276291259738</c:v>
              </c:pt>
              <c:pt idx="278">
                <c:v>8.263276291259738</c:v>
              </c:pt>
              <c:pt idx="279">
                <c:v>8.466896097075471</c:v>
              </c:pt>
              <c:pt idx="280">
                <c:v>8.466896097075471</c:v>
              </c:pt>
              <c:pt idx="281">
                <c:v>8.5144893216654</c:v>
              </c:pt>
              <c:pt idx="282">
                <c:v>8.5144893216654</c:v>
              </c:pt>
              <c:pt idx="283">
                <c:v>8.98941677909528</c:v>
              </c:pt>
              <c:pt idx="284">
                <c:v>8.98941677909528</c:v>
              </c:pt>
              <c:pt idx="285">
                <c:v>9.327389314986757</c:v>
              </c:pt>
              <c:pt idx="286">
                <c:v>9.327389314986757</c:v>
              </c:pt>
              <c:pt idx="287">
                <c:v>9.532699120923262</c:v>
              </c:pt>
              <c:pt idx="288">
                <c:v>9.532699120923262</c:v>
              </c:pt>
              <c:pt idx="289">
                <c:v>9.869155159511642</c:v>
              </c:pt>
              <c:pt idx="290">
                <c:v>9.869155159511642</c:v>
              </c:pt>
              <c:pt idx="291">
                <c:v>9.98275557241048</c:v>
              </c:pt>
              <c:pt idx="292">
                <c:v>9.98275557241048</c:v>
              </c:pt>
              <c:pt idx="293">
                <c:v>10</c:v>
              </c:pt>
              <c:pt idx="294">
                <c:v>10</c:v>
              </c:pt>
              <c:pt idx="295">
                <c:v>10.21008104628668</c:v>
              </c:pt>
              <c:pt idx="296">
                <c:v>10.21008104628668</c:v>
              </c:pt>
              <c:pt idx="297">
                <c:v>10.364084440697582</c:v>
              </c:pt>
              <c:pt idx="298">
                <c:v>10.364084440697582</c:v>
              </c:pt>
              <c:pt idx="299">
                <c:v>10.394026306075906</c:v>
              </c:pt>
              <c:pt idx="300">
                <c:v>10.394026306075906</c:v>
              </c:pt>
              <c:pt idx="301">
                <c:v>10.630983736120408</c:v>
              </c:pt>
              <c:pt idx="302">
                <c:v>10.630983736120408</c:v>
              </c:pt>
              <c:pt idx="303">
                <c:v>11.096931231575569</c:v>
              </c:pt>
              <c:pt idx="304">
                <c:v>11.096931231575569</c:v>
              </c:pt>
              <c:pt idx="305">
                <c:v>11.160148255097974</c:v>
              </c:pt>
              <c:pt idx="306">
                <c:v>11.160148255097974</c:v>
              </c:pt>
              <c:pt idx="307">
                <c:v>11.42403027764299</c:v>
              </c:pt>
              <c:pt idx="308">
                <c:v>11.42403027764299</c:v>
              </c:pt>
              <c:pt idx="309">
                <c:v>11.660442160675597</c:v>
              </c:pt>
              <c:pt idx="310">
                <c:v>11.660442160675597</c:v>
              </c:pt>
              <c:pt idx="311">
                <c:v>12.019195836080518</c:v>
              </c:pt>
              <c:pt idx="312">
                <c:v>12.019195836080518</c:v>
              </c:pt>
              <c:pt idx="313">
                <c:v>12.24202931459548</c:v>
              </c:pt>
              <c:pt idx="314">
                <c:v>12.24202931459548</c:v>
              </c:pt>
              <c:pt idx="315">
                <c:v>12.285992573347885</c:v>
              </c:pt>
              <c:pt idx="316">
                <c:v>12.285992573347885</c:v>
              </c:pt>
              <c:pt idx="317">
                <c:v>12.725117881357061</c:v>
              </c:pt>
              <c:pt idx="318">
                <c:v>12.725117881357061</c:v>
              </c:pt>
              <c:pt idx="319">
                <c:v>12.725350807807937</c:v>
              </c:pt>
              <c:pt idx="320">
                <c:v>12.725350807807937</c:v>
              </c:pt>
              <c:pt idx="321">
                <c:v>12.877977660929094</c:v>
              </c:pt>
              <c:pt idx="322">
                <c:v>12.877977660929094</c:v>
              </c:pt>
              <c:pt idx="323">
                <c:v>13.206812171082358</c:v>
              </c:pt>
              <c:pt idx="324">
                <c:v>13.206812171082358</c:v>
              </c:pt>
              <c:pt idx="325">
                <c:v>13.329702463011492</c:v>
              </c:pt>
              <c:pt idx="326">
                <c:v>13.329702463011492</c:v>
              </c:pt>
              <c:pt idx="327">
                <c:v>13.363548772098719</c:v>
              </c:pt>
              <c:pt idx="328">
                <c:v>13.363548772098719</c:v>
              </c:pt>
              <c:pt idx="329">
                <c:v>13.560771219482664</c:v>
              </c:pt>
              <c:pt idx="330">
                <c:v>13.560771219482664</c:v>
              </c:pt>
              <c:pt idx="331">
                <c:v>13.620114115383533</c:v>
              </c:pt>
              <c:pt idx="332">
                <c:v>13.620114115383533</c:v>
              </c:pt>
              <c:pt idx="333">
                <c:v>13.987128254532225</c:v>
              </c:pt>
              <c:pt idx="334">
                <c:v>13.987128254532225</c:v>
              </c:pt>
              <c:pt idx="335">
                <c:v>14.153698224916036</c:v>
              </c:pt>
              <c:pt idx="336">
                <c:v>14.153698224916036</c:v>
              </c:pt>
              <c:pt idx="337">
                <c:v>14.21372118455675</c:v>
              </c:pt>
              <c:pt idx="338">
                <c:v>14.21372118455675</c:v>
              </c:pt>
              <c:pt idx="339">
                <c:v>14.511578211836055</c:v>
              </c:pt>
              <c:pt idx="340">
                <c:v>14.511578211836055</c:v>
              </c:pt>
              <c:pt idx="341">
                <c:v>14.557909252754595</c:v>
              </c:pt>
              <c:pt idx="342">
                <c:v>14.557909252754595</c:v>
              </c:pt>
              <c:pt idx="343">
                <c:v>14.724674188572465</c:v>
              </c:pt>
              <c:pt idx="344">
                <c:v>14.724674188572465</c:v>
              </c:pt>
              <c:pt idx="345">
                <c:v>15</c:v>
              </c:pt>
              <c:pt idx="346">
                <c:v>15</c:v>
              </c:pt>
              <c:pt idx="347">
                <c:v>15.430878158476446</c:v>
              </c:pt>
              <c:pt idx="348">
                <c:v>15.430878158476446</c:v>
              </c:pt>
              <c:pt idx="349">
                <c:v>15.621641446517497</c:v>
              </c:pt>
              <c:pt idx="350">
                <c:v>15.621641446517497</c:v>
              </c:pt>
              <c:pt idx="351">
                <c:v>15.914700769622211</c:v>
              </c:pt>
              <c:pt idx="352">
                <c:v>15.914700769622211</c:v>
              </c:pt>
              <c:pt idx="353">
                <c:v>15.982911503908614</c:v>
              </c:pt>
              <c:pt idx="354">
                <c:v>15.982911503908614</c:v>
              </c:pt>
              <c:pt idx="355">
                <c:v>16.201318195135332</c:v>
              </c:pt>
              <c:pt idx="356">
                <c:v>16.201318195135332</c:v>
              </c:pt>
              <c:pt idx="357">
                <c:v>16.292261631504974</c:v>
              </c:pt>
              <c:pt idx="358">
                <c:v>16.292261631504974</c:v>
              </c:pt>
              <c:pt idx="359">
                <c:v>16.46129485342305</c:v>
              </c:pt>
              <c:pt idx="360">
                <c:v>16.46129485342305</c:v>
              </c:pt>
              <c:pt idx="361">
                <c:v>17.11847853711576</c:v>
              </c:pt>
              <c:pt idx="362">
                <c:v>17.11847853711576</c:v>
              </c:pt>
              <c:pt idx="363">
                <c:v>17.226331828139397</c:v>
              </c:pt>
              <c:pt idx="364">
                <c:v>17.226331828139397</c:v>
              </c:pt>
              <c:pt idx="365">
                <c:v>17.372463692432124</c:v>
              </c:pt>
              <c:pt idx="366">
                <c:v>17.372463692432124</c:v>
              </c:pt>
              <c:pt idx="367">
                <c:v>17.413249632600312</c:v>
              </c:pt>
              <c:pt idx="368">
                <c:v>17.413249632600312</c:v>
              </c:pt>
              <c:pt idx="369">
                <c:v>17.47468329340834</c:v>
              </c:pt>
              <c:pt idx="370">
                <c:v>17.47468329340834</c:v>
              </c:pt>
              <c:pt idx="371">
                <c:v>17.66969621902048</c:v>
              </c:pt>
              <c:pt idx="372">
                <c:v>17.66969621902048</c:v>
              </c:pt>
              <c:pt idx="373">
                <c:v>17.756374378809838</c:v>
              </c:pt>
              <c:pt idx="374">
                <c:v>17.756374378809838</c:v>
              </c:pt>
              <c:pt idx="375">
                <c:v>17.792535281955367</c:v>
              </c:pt>
              <c:pt idx="376">
                <c:v>17.792535281955367</c:v>
              </c:pt>
              <c:pt idx="377">
                <c:v>17.834002574006846</c:v>
              </c:pt>
              <c:pt idx="378">
                <c:v>17.834002574006846</c:v>
              </c:pt>
              <c:pt idx="379">
                <c:v>17.834620343996775</c:v>
              </c:pt>
              <c:pt idx="380">
                <c:v>17.834620343996775</c:v>
              </c:pt>
              <c:pt idx="381">
                <c:v>18.091538864706223</c:v>
              </c:pt>
              <c:pt idx="382">
                <c:v>18.091538864706223</c:v>
              </c:pt>
              <c:pt idx="383">
                <c:v>18.233183410906936</c:v>
              </c:pt>
              <c:pt idx="384">
                <c:v>18.233183410906936</c:v>
              </c:pt>
              <c:pt idx="385">
                <c:v>18.663369904348812</c:v>
              </c:pt>
              <c:pt idx="386">
                <c:v>18.663369904348812</c:v>
              </c:pt>
              <c:pt idx="387">
                <c:v>18.9895470245547</c:v>
              </c:pt>
              <c:pt idx="388">
                <c:v>18.9895470245547</c:v>
              </c:pt>
              <c:pt idx="389">
                <c:v>19.90654590086155</c:v>
              </c:pt>
              <c:pt idx="390">
                <c:v>19.90654590086155</c:v>
              </c:pt>
              <c:pt idx="391">
                <c:v>20</c:v>
              </c:pt>
              <c:pt idx="392">
                <c:v>20</c:v>
              </c:pt>
              <c:pt idx="393">
                <c:v>22.259822058467517</c:v>
              </c:pt>
              <c:pt idx="394">
                <c:v>22.259822058467517</c:v>
              </c:pt>
              <c:pt idx="395">
                <c:v>22.400408275442523</c:v>
              </c:pt>
              <c:pt idx="396">
                <c:v>22.400408275442523</c:v>
              </c:pt>
              <c:pt idx="397">
                <c:v>23.091328469526633</c:v>
              </c:pt>
              <c:pt idx="398">
                <c:v>23.091328469526633</c:v>
              </c:pt>
              <c:pt idx="399">
                <c:v>23.357658417516884</c:v>
              </c:pt>
              <c:pt idx="400">
                <c:v>23.357658417516884</c:v>
              </c:pt>
              <c:pt idx="401">
                <c:v>24.21451486482104</c:v>
              </c:pt>
              <c:pt idx="402">
                <c:v>24.21451486482104</c:v>
              </c:pt>
              <c:pt idx="403">
                <c:v>26.070358299714023</c:v>
              </c:pt>
              <c:pt idx="404">
                <c:v>26.070358299714023</c:v>
              </c:pt>
              <c:pt idx="405">
                <c:v>26.623913502562925</c:v>
              </c:pt>
              <c:pt idx="406">
                <c:v>26.623913502562925</c:v>
              </c:pt>
              <c:pt idx="407">
                <c:v>27.425713369562626</c:v>
              </c:pt>
              <c:pt idx="408">
                <c:v>27.425713369562626</c:v>
              </c:pt>
              <c:pt idx="409">
                <c:v>27.716070661778602</c:v>
              </c:pt>
              <c:pt idx="410">
                <c:v>27.716070661778602</c:v>
              </c:pt>
              <c:pt idx="411">
                <c:v>28.70143503990972</c:v>
              </c:pt>
              <c:pt idx="412">
                <c:v>28.70143503990972</c:v>
              </c:pt>
              <c:pt idx="413">
                <c:v>28.835875295637486</c:v>
              </c:pt>
              <c:pt idx="414">
                <c:v>28.835875295637486</c:v>
              </c:pt>
              <c:pt idx="415">
                <c:v>29.937311377343335</c:v>
              </c:pt>
              <c:pt idx="416">
                <c:v>29.937311377343335</c:v>
              </c:pt>
              <c:pt idx="417">
                <c:v>30</c:v>
              </c:pt>
              <c:pt idx="418">
                <c:v>30</c:v>
              </c:pt>
              <c:pt idx="419">
                <c:v>30.099159587715906</c:v>
              </c:pt>
              <c:pt idx="420">
                <c:v>30.099159587715906</c:v>
              </c:pt>
              <c:pt idx="421">
                <c:v>31.2706446894459</c:v>
              </c:pt>
              <c:pt idx="422">
                <c:v>31.2706446894459</c:v>
              </c:pt>
              <c:pt idx="423">
                <c:v>32.155740556246855</c:v>
              </c:pt>
              <c:pt idx="424">
                <c:v>32.155740556246855</c:v>
              </c:pt>
              <c:pt idx="425">
                <c:v>32.251291803551894</c:v>
              </c:pt>
              <c:pt idx="426">
                <c:v>32.251291803551894</c:v>
              </c:pt>
              <c:pt idx="427">
                <c:v>33.3857478183931</c:v>
              </c:pt>
              <c:pt idx="428">
                <c:v>33.3857478183931</c:v>
              </c:pt>
              <c:pt idx="429">
                <c:v>33.48662756195574</c:v>
              </c:pt>
              <c:pt idx="430">
                <c:v>33.48662756195574</c:v>
              </c:pt>
              <c:pt idx="431">
                <c:v>36.27668196801601</c:v>
              </c:pt>
              <c:pt idx="432">
                <c:v>36.27668196801601</c:v>
              </c:pt>
              <c:pt idx="433">
                <c:v>37.88967190777165</c:v>
              </c:pt>
              <c:pt idx="434">
                <c:v>37.88967190777165</c:v>
              </c:pt>
              <c:pt idx="435">
                <c:v>38.63832568185813</c:v>
              </c:pt>
              <c:pt idx="436">
                <c:v>38.63832568185813</c:v>
              </c:pt>
              <c:pt idx="437">
                <c:v>39.40864676179258</c:v>
              </c:pt>
              <c:pt idx="438">
                <c:v>39.40864676179258</c:v>
              </c:pt>
              <c:pt idx="439">
                <c:v>39.45479457315843</c:v>
              </c:pt>
              <c:pt idx="440">
                <c:v>39.45479457315843</c:v>
              </c:pt>
              <c:pt idx="441">
                <c:v>39.67376313336868</c:v>
              </c:pt>
              <c:pt idx="442">
                <c:v>39.67376313336868</c:v>
              </c:pt>
              <c:pt idx="443">
                <c:v>40.388823988402066</c:v>
              </c:pt>
              <c:pt idx="444">
                <c:v>40.388823988402066</c:v>
              </c:pt>
              <c:pt idx="445">
                <c:v>50</c:v>
              </c:pt>
              <c:pt idx="446">
                <c:v>50</c:v>
              </c:pt>
              <c:pt idx="447">
                <c:v>58.65915627305822</c:v>
              </c:pt>
              <c:pt idx="448">
                <c:v>58.65915627305822</c:v>
              </c:pt>
              <c:pt idx="449">
                <c:v>70</c:v>
              </c:pt>
            </c:numLit>
          </c:xVal>
          <c:yVal>
            <c:numLit>
              <c:formatCode>0.0</c:formatCode>
              <c:ptCount val="450"/>
              <c:pt idx="0">
                <c:v>4.2982575863214</c:v>
              </c:pt>
              <c:pt idx="1">
                <c:v>4.2982575863214</c:v>
              </c:pt>
              <c:pt idx="2">
                <c:v>4.278630951179963</c:v>
              </c:pt>
              <c:pt idx="3">
                <c:v>4.278630951179963</c:v>
              </c:pt>
              <c:pt idx="4">
                <c:v>4.278630951179963</c:v>
              </c:pt>
              <c:pt idx="5">
                <c:v>4.278630951179963</c:v>
              </c:pt>
              <c:pt idx="6">
                <c:v>4.278630951179963</c:v>
              </c:pt>
              <c:pt idx="7">
                <c:v>4.278630951179963</c:v>
              </c:pt>
              <c:pt idx="8">
                <c:v>4.250570618478448</c:v>
              </c:pt>
              <c:pt idx="9">
                <c:v>4.250570618478448</c:v>
              </c:pt>
              <c:pt idx="10">
                <c:v>4.250570618478448</c:v>
              </c:pt>
              <c:pt idx="11">
                <c:v>4.250570618478448</c:v>
              </c:pt>
              <c:pt idx="12">
                <c:v>4.250570618478448</c:v>
              </c:pt>
              <c:pt idx="13">
                <c:v>4.250570618478448</c:v>
              </c:pt>
              <c:pt idx="14">
                <c:v>4.222242545777503</c:v>
              </c:pt>
              <c:pt idx="15">
                <c:v>4.222242545777503</c:v>
              </c:pt>
              <c:pt idx="16">
                <c:v>4.222242545777503</c:v>
              </c:pt>
              <c:pt idx="17">
                <c:v>4.222242545777503</c:v>
              </c:pt>
              <c:pt idx="18">
                <c:v>4.191754194322325</c:v>
              </c:pt>
              <c:pt idx="19">
                <c:v>4.191754194322325</c:v>
              </c:pt>
              <c:pt idx="20">
                <c:v>4.191754194322325</c:v>
              </c:pt>
              <c:pt idx="21">
                <c:v>4.191754194322325</c:v>
              </c:pt>
              <c:pt idx="22">
                <c:v>4.191754194322325</c:v>
              </c:pt>
              <c:pt idx="23">
                <c:v>4.191754194322325</c:v>
              </c:pt>
              <c:pt idx="24">
                <c:v>4.191754194322325</c:v>
              </c:pt>
              <c:pt idx="25">
                <c:v>4.191754194322325</c:v>
              </c:pt>
              <c:pt idx="26">
                <c:v>4.191754194322325</c:v>
              </c:pt>
              <c:pt idx="27">
                <c:v>4.191754194322325</c:v>
              </c:pt>
              <c:pt idx="28">
                <c:v>4.191754194322325</c:v>
              </c:pt>
              <c:pt idx="29">
                <c:v>4.191754194322325</c:v>
              </c:pt>
              <c:pt idx="30">
                <c:v>4.127686983470646</c:v>
              </c:pt>
              <c:pt idx="31">
                <c:v>4.127686983470646</c:v>
              </c:pt>
              <c:pt idx="32">
                <c:v>4.127686983470646</c:v>
              </c:pt>
              <c:pt idx="33">
                <c:v>4.127686983470646</c:v>
              </c:pt>
              <c:pt idx="34">
                <c:v>4.127686983470646</c:v>
              </c:pt>
              <c:pt idx="35">
                <c:v>4.127686983470646</c:v>
              </c:pt>
              <c:pt idx="36">
                <c:v>4.1260133966988315</c:v>
              </c:pt>
              <c:pt idx="37">
                <c:v>4.1260133966988315</c:v>
              </c:pt>
              <c:pt idx="38">
                <c:v>4.1260133966988315</c:v>
              </c:pt>
              <c:pt idx="39">
                <c:v>4.1260133966988315</c:v>
              </c:pt>
              <c:pt idx="40">
                <c:v>4.1260133966988315</c:v>
              </c:pt>
              <c:pt idx="41">
                <c:v>4.1260133966988315</c:v>
              </c:pt>
              <c:pt idx="42">
                <c:v>4.1208276539937785</c:v>
              </c:pt>
              <c:pt idx="43">
                <c:v>4.1208276539937785</c:v>
              </c:pt>
              <c:pt idx="44">
                <c:v>4.1208276539937785</c:v>
              </c:pt>
              <c:pt idx="45">
                <c:v>4.1208276539937785</c:v>
              </c:pt>
              <c:pt idx="46">
                <c:v>4.021356417037647</c:v>
              </c:pt>
              <c:pt idx="47">
                <c:v>4.021356417037647</c:v>
              </c:pt>
              <c:pt idx="48">
                <c:v>4.021356417037647</c:v>
              </c:pt>
              <c:pt idx="49">
                <c:v>4.021356417037647</c:v>
              </c:pt>
              <c:pt idx="50">
                <c:v>3.883164758079664</c:v>
              </c:pt>
              <c:pt idx="51">
                <c:v>3.883164758079664</c:v>
              </c:pt>
              <c:pt idx="52">
                <c:v>3.883164758079664</c:v>
              </c:pt>
              <c:pt idx="53">
                <c:v>3.883164758079664</c:v>
              </c:pt>
              <c:pt idx="54">
                <c:v>3.883164758079664</c:v>
              </c:pt>
              <c:pt idx="55">
                <c:v>3.883164758079664</c:v>
              </c:pt>
              <c:pt idx="56">
                <c:v>3.8505732244648185</c:v>
              </c:pt>
              <c:pt idx="57">
                <c:v>3.8505732244648185</c:v>
              </c:pt>
              <c:pt idx="58">
                <c:v>3.8505732244648185</c:v>
              </c:pt>
              <c:pt idx="59">
                <c:v>3.8505732244648185</c:v>
              </c:pt>
              <c:pt idx="60">
                <c:v>3.8505732244648185</c:v>
              </c:pt>
              <c:pt idx="61">
                <c:v>3.8505732244648185</c:v>
              </c:pt>
              <c:pt idx="62">
                <c:v>3.8505732244648185</c:v>
              </c:pt>
              <c:pt idx="63">
                <c:v>3.8505732244648185</c:v>
              </c:pt>
              <c:pt idx="64">
                <c:v>3.8505732244648185</c:v>
              </c:pt>
              <c:pt idx="65">
                <c:v>3.8505732244648185</c:v>
              </c:pt>
              <c:pt idx="66">
                <c:v>3.8505732244648185</c:v>
              </c:pt>
              <c:pt idx="67">
                <c:v>3.8505732244648185</c:v>
              </c:pt>
              <c:pt idx="68">
                <c:v>3.8505732244648185</c:v>
              </c:pt>
              <c:pt idx="69">
                <c:v>3.8505732244648185</c:v>
              </c:pt>
              <c:pt idx="70">
                <c:v>3.8505732244648185</c:v>
              </c:pt>
              <c:pt idx="71">
                <c:v>3.8505732244648185</c:v>
              </c:pt>
              <c:pt idx="72">
                <c:v>3.8505732244648185</c:v>
              </c:pt>
              <c:pt idx="73">
                <c:v>3.8505732244648185</c:v>
              </c:pt>
              <c:pt idx="74">
                <c:v>3.768641157994373</c:v>
              </c:pt>
              <c:pt idx="75">
                <c:v>3.768641157994373</c:v>
              </c:pt>
              <c:pt idx="76">
                <c:v>3.768641157994373</c:v>
              </c:pt>
              <c:pt idx="77">
                <c:v>3.768641157994373</c:v>
              </c:pt>
              <c:pt idx="78">
                <c:v>3.768641157994373</c:v>
              </c:pt>
              <c:pt idx="79">
                <c:v>3.768641157994373</c:v>
              </c:pt>
              <c:pt idx="80">
                <c:v>3.768641157994373</c:v>
              </c:pt>
              <c:pt idx="81">
                <c:v>3.768641157994373</c:v>
              </c:pt>
              <c:pt idx="82">
                <c:v>3.768641157994373</c:v>
              </c:pt>
              <c:pt idx="83">
                <c:v>3.768641157994373</c:v>
              </c:pt>
              <c:pt idx="84">
                <c:v>3.768641157994373</c:v>
              </c:pt>
              <c:pt idx="85">
                <c:v>3.768641157994373</c:v>
              </c:pt>
              <c:pt idx="86">
                <c:v>3.7480802642568367</c:v>
              </c:pt>
              <c:pt idx="87">
                <c:v>3.7480802642568367</c:v>
              </c:pt>
              <c:pt idx="88">
                <c:v>3.726886077730939</c:v>
              </c:pt>
              <c:pt idx="89">
                <c:v>3.726886077730939</c:v>
              </c:pt>
              <c:pt idx="90">
                <c:v>3.726886077730939</c:v>
              </c:pt>
              <c:pt idx="91">
                <c:v>3.726886077730939</c:v>
              </c:pt>
              <c:pt idx="92">
                <c:v>3.726886077730939</c:v>
              </c:pt>
              <c:pt idx="93">
                <c:v>3.726886077730939</c:v>
              </c:pt>
              <c:pt idx="94">
                <c:v>3.726886077730939</c:v>
              </c:pt>
              <c:pt idx="95">
                <c:v>3.726886077730939</c:v>
              </c:pt>
              <c:pt idx="96">
                <c:v>3.726886077730939</c:v>
              </c:pt>
              <c:pt idx="97">
                <c:v>3.726886077730939</c:v>
              </c:pt>
              <c:pt idx="98">
                <c:v>3.726886077730939</c:v>
              </c:pt>
              <c:pt idx="99">
                <c:v>3.726886077730939</c:v>
              </c:pt>
              <c:pt idx="100">
                <c:v>3.670936499212912</c:v>
              </c:pt>
              <c:pt idx="101">
                <c:v>3.670936499212912</c:v>
              </c:pt>
              <c:pt idx="102">
                <c:v>3.670936499212912</c:v>
              </c:pt>
              <c:pt idx="103">
                <c:v>3.670936499212912</c:v>
              </c:pt>
              <c:pt idx="104">
                <c:v>3.670936499212912</c:v>
              </c:pt>
              <c:pt idx="105">
                <c:v>3.670936499212912</c:v>
              </c:pt>
              <c:pt idx="106">
                <c:v>3.670936499212912</c:v>
              </c:pt>
              <c:pt idx="107">
                <c:v>3.670936499212912</c:v>
              </c:pt>
              <c:pt idx="108">
                <c:v>3.65409451594431</c:v>
              </c:pt>
              <c:pt idx="109">
                <c:v>3.65409451594431</c:v>
              </c:pt>
              <c:pt idx="110">
                <c:v>3.4976682999872866</c:v>
              </c:pt>
              <c:pt idx="111">
                <c:v>3.4976682999872866</c:v>
              </c:pt>
              <c:pt idx="112">
                <c:v>3.4976682999872866</c:v>
              </c:pt>
              <c:pt idx="113">
                <c:v>3.4976682999872866</c:v>
              </c:pt>
              <c:pt idx="114">
                <c:v>3.4757067492153224</c:v>
              </c:pt>
              <c:pt idx="115">
                <c:v>3.4757067492153224</c:v>
              </c:pt>
              <c:pt idx="116">
                <c:v>3.3878781033604297</c:v>
              </c:pt>
              <c:pt idx="117">
                <c:v>3.3878781033604297</c:v>
              </c:pt>
              <c:pt idx="118">
                <c:v>3.3878781033604297</c:v>
              </c:pt>
              <c:pt idx="119">
                <c:v>3.3878781033604297</c:v>
              </c:pt>
              <c:pt idx="120">
                <c:v>3.3878781033604297</c:v>
              </c:pt>
              <c:pt idx="121">
                <c:v>3.3878781033604297</c:v>
              </c:pt>
              <c:pt idx="122">
                <c:v>3.3878781033604297</c:v>
              </c:pt>
              <c:pt idx="123">
                <c:v>3.3878781033604297</c:v>
              </c:pt>
              <c:pt idx="124">
                <c:v>3.3878781033604297</c:v>
              </c:pt>
              <c:pt idx="125">
                <c:v>3.3878781033604297</c:v>
              </c:pt>
              <c:pt idx="126">
                <c:v>3.3878781033604297</c:v>
              </c:pt>
              <c:pt idx="127">
                <c:v>3.3878781033604297</c:v>
              </c:pt>
              <c:pt idx="128">
                <c:v>3.3878781033604297</c:v>
              </c:pt>
              <c:pt idx="129">
                <c:v>3.3878781033604297</c:v>
              </c:pt>
              <c:pt idx="130">
                <c:v>3.3878781033604297</c:v>
              </c:pt>
              <c:pt idx="131">
                <c:v>3.3878781033604297</c:v>
              </c:pt>
              <c:pt idx="132">
                <c:v>3.3878781033604297</c:v>
              </c:pt>
              <c:pt idx="133">
                <c:v>3.3878781033604297</c:v>
              </c:pt>
              <c:pt idx="134">
                <c:v>3.3878781033604297</c:v>
              </c:pt>
              <c:pt idx="135">
                <c:v>3.3878781033604297</c:v>
              </c:pt>
              <c:pt idx="136">
                <c:v>3.3878781033604297</c:v>
              </c:pt>
              <c:pt idx="137">
                <c:v>3.3878781033604297</c:v>
              </c:pt>
              <c:pt idx="138">
                <c:v>3.3878781033604297</c:v>
              </c:pt>
              <c:pt idx="139">
                <c:v>3.3878781033604297</c:v>
              </c:pt>
              <c:pt idx="140">
                <c:v>3.2577567843430346</c:v>
              </c:pt>
              <c:pt idx="141">
                <c:v>3.2577567843430346</c:v>
              </c:pt>
              <c:pt idx="142">
                <c:v>3.1851056687263473</c:v>
              </c:pt>
              <c:pt idx="143">
                <c:v>3.1851056687263473</c:v>
              </c:pt>
              <c:pt idx="144">
                <c:v>3.1851056687263473</c:v>
              </c:pt>
              <c:pt idx="145">
                <c:v>3.1851056687263473</c:v>
              </c:pt>
              <c:pt idx="146">
                <c:v>3.1851056687263473</c:v>
              </c:pt>
              <c:pt idx="147">
                <c:v>3.1851056687263473</c:v>
              </c:pt>
              <c:pt idx="148">
                <c:v>3.1851056687263473</c:v>
              </c:pt>
              <c:pt idx="149">
                <c:v>3.1851056687263473</c:v>
              </c:pt>
              <c:pt idx="150">
                <c:v>3.1851056687263473</c:v>
              </c:pt>
              <c:pt idx="151">
                <c:v>3.1851056687263473</c:v>
              </c:pt>
              <c:pt idx="152">
                <c:v>3.1829864308264852</c:v>
              </c:pt>
              <c:pt idx="153">
                <c:v>3.1829864308264852</c:v>
              </c:pt>
              <c:pt idx="154">
                <c:v>3.0085816082228063</c:v>
              </c:pt>
              <c:pt idx="155">
                <c:v>3.0085816082228063</c:v>
              </c:pt>
              <c:pt idx="156">
                <c:v>3.0085816082228063</c:v>
              </c:pt>
              <c:pt idx="157">
                <c:v>3.0085816082228063</c:v>
              </c:pt>
              <c:pt idx="158">
                <c:v>2.9931910861519264</c:v>
              </c:pt>
              <c:pt idx="159">
                <c:v>2.9931910861519264</c:v>
              </c:pt>
              <c:pt idx="160">
                <c:v>2.9931910861519264</c:v>
              </c:pt>
              <c:pt idx="161">
                <c:v>2.9931910861519264</c:v>
              </c:pt>
              <c:pt idx="162">
                <c:v>2.9931910861519264</c:v>
              </c:pt>
              <c:pt idx="163">
                <c:v>2.9931910861519264</c:v>
              </c:pt>
              <c:pt idx="164">
                <c:v>2.889558360154331</c:v>
              </c:pt>
              <c:pt idx="165">
                <c:v>2.889558360154331</c:v>
              </c:pt>
              <c:pt idx="166">
                <c:v>2.7048999205898143</c:v>
              </c:pt>
              <c:pt idx="167">
                <c:v>2.7048999205898143</c:v>
              </c:pt>
              <c:pt idx="168">
                <c:v>2.7048999205898143</c:v>
              </c:pt>
              <c:pt idx="169">
                <c:v>2.7048999205898143</c:v>
              </c:pt>
              <c:pt idx="170">
                <c:v>2.7048999205898143</c:v>
              </c:pt>
              <c:pt idx="171">
                <c:v>2.7048999205898143</c:v>
              </c:pt>
              <c:pt idx="172">
                <c:v>2.7048999205898143</c:v>
              </c:pt>
              <c:pt idx="173">
                <c:v>2.7048999205898143</c:v>
              </c:pt>
              <c:pt idx="174">
                <c:v>2.6180023487845006</c:v>
              </c:pt>
              <c:pt idx="175">
                <c:v>2.6180023487845006</c:v>
              </c:pt>
              <c:pt idx="176">
                <c:v>2.6180023487845006</c:v>
              </c:pt>
              <c:pt idx="177">
                <c:v>2.6180023487845006</c:v>
              </c:pt>
              <c:pt idx="178">
                <c:v>2.6180023487845006</c:v>
              </c:pt>
              <c:pt idx="179">
                <c:v>2.6180023487845006</c:v>
              </c:pt>
              <c:pt idx="180">
                <c:v>2.6180023487845006</c:v>
              </c:pt>
              <c:pt idx="181">
                <c:v>2.6180023487845006</c:v>
              </c:pt>
              <c:pt idx="182">
                <c:v>2.48740482991829</c:v>
              </c:pt>
              <c:pt idx="183">
                <c:v>2.48740482991829</c:v>
              </c:pt>
              <c:pt idx="184">
                <c:v>2.470997923776096</c:v>
              </c:pt>
              <c:pt idx="185">
                <c:v>2.470997923776096</c:v>
              </c:pt>
              <c:pt idx="186">
                <c:v>2.41027845755467</c:v>
              </c:pt>
              <c:pt idx="187">
                <c:v>2.41027845755467</c:v>
              </c:pt>
              <c:pt idx="188">
                <c:v>2.41027845755467</c:v>
              </c:pt>
              <c:pt idx="189">
                <c:v>2.41027845755467</c:v>
              </c:pt>
              <c:pt idx="190">
                <c:v>2.3092733969753843</c:v>
              </c:pt>
              <c:pt idx="191">
                <c:v>2.3092733969753843</c:v>
              </c:pt>
              <c:pt idx="192">
                <c:v>2.3092733969753843</c:v>
              </c:pt>
              <c:pt idx="193">
                <c:v>2.3092733969753843</c:v>
              </c:pt>
              <c:pt idx="194">
                <c:v>2.203119880606515</c:v>
              </c:pt>
              <c:pt idx="195">
                <c:v>2.203119880606515</c:v>
              </c:pt>
              <c:pt idx="196">
                <c:v>2.203119880606515</c:v>
              </c:pt>
              <c:pt idx="197">
                <c:v>2.203119880606515</c:v>
              </c:pt>
              <c:pt idx="198">
                <c:v>2.203119880606515</c:v>
              </c:pt>
              <c:pt idx="199">
                <c:v>2.203119880606515</c:v>
              </c:pt>
              <c:pt idx="200">
                <c:v>2.203119880606515</c:v>
              </c:pt>
              <c:pt idx="201">
                <c:v>2.203119880606515</c:v>
              </c:pt>
              <c:pt idx="202">
                <c:v>2.0282193946614604</c:v>
              </c:pt>
              <c:pt idx="203">
                <c:v>2.0282193946614604</c:v>
              </c:pt>
              <c:pt idx="204">
                <c:v>2.0282193946614604</c:v>
              </c:pt>
              <c:pt idx="205">
                <c:v>2.0282193946614604</c:v>
              </c:pt>
              <c:pt idx="206">
                <c:v>2.021886005182742</c:v>
              </c:pt>
              <c:pt idx="207">
                <c:v>2.021886005182742</c:v>
              </c:pt>
              <c:pt idx="208">
                <c:v>1.96640937978886</c:v>
              </c:pt>
              <c:pt idx="209">
                <c:v>1.96640937978886</c:v>
              </c:pt>
              <c:pt idx="210">
                <c:v>1.96640937978886</c:v>
              </c:pt>
              <c:pt idx="211">
                <c:v>1.96640937978886</c:v>
              </c:pt>
              <c:pt idx="212">
                <c:v>1.96640937978886</c:v>
              </c:pt>
              <c:pt idx="213">
                <c:v>1.96640937978886</c:v>
              </c:pt>
              <c:pt idx="214">
                <c:v>1.96640937978886</c:v>
              </c:pt>
              <c:pt idx="215">
                <c:v>1.96640937978886</c:v>
              </c:pt>
              <c:pt idx="216">
                <c:v>1.96640937978886</c:v>
              </c:pt>
              <c:pt idx="217">
                <c:v>1.96640937978886</c:v>
              </c:pt>
              <c:pt idx="218">
                <c:v>1.9506669408177717</c:v>
              </c:pt>
              <c:pt idx="219">
                <c:v>1.9506669408177717</c:v>
              </c:pt>
              <c:pt idx="220">
                <c:v>1.9506669408177717</c:v>
              </c:pt>
              <c:pt idx="221">
                <c:v>1.9506669408177717</c:v>
              </c:pt>
              <c:pt idx="222">
                <c:v>1.9506669408177717</c:v>
              </c:pt>
              <c:pt idx="223">
                <c:v>1.9506669408177717</c:v>
              </c:pt>
              <c:pt idx="224">
                <c:v>1.9506669408177717</c:v>
              </c:pt>
              <c:pt idx="225">
                <c:v>1.9506669408177717</c:v>
              </c:pt>
              <c:pt idx="226">
                <c:v>1.9506669408177717</c:v>
              </c:pt>
              <c:pt idx="227">
                <c:v>1.9506669408177717</c:v>
              </c:pt>
              <c:pt idx="228">
                <c:v>1.9506669408177717</c:v>
              </c:pt>
              <c:pt idx="229">
                <c:v>1.9506669408177717</c:v>
              </c:pt>
              <c:pt idx="230">
                <c:v>1.9506669408177717</c:v>
              </c:pt>
              <c:pt idx="231">
                <c:v>1.9506669408177717</c:v>
              </c:pt>
              <c:pt idx="232">
                <c:v>1.9506669408177717</c:v>
              </c:pt>
              <c:pt idx="233">
                <c:v>1.9506669408177717</c:v>
              </c:pt>
              <c:pt idx="234">
                <c:v>1.9506669408177717</c:v>
              </c:pt>
              <c:pt idx="235">
                <c:v>1.9506669408177717</c:v>
              </c:pt>
              <c:pt idx="236">
                <c:v>1.9506669408177717</c:v>
              </c:pt>
              <c:pt idx="237">
                <c:v>1.9506669408177717</c:v>
              </c:pt>
              <c:pt idx="238">
                <c:v>1.9506669408177717</c:v>
              </c:pt>
              <c:pt idx="239">
                <c:v>1.9506669408177717</c:v>
              </c:pt>
              <c:pt idx="240">
                <c:v>1.9434379977664327</c:v>
              </c:pt>
              <c:pt idx="241">
                <c:v>1.9434379977664327</c:v>
              </c:pt>
              <c:pt idx="242">
                <c:v>1.8553835082274774</c:v>
              </c:pt>
              <c:pt idx="243">
                <c:v>1.8553835082274774</c:v>
              </c:pt>
              <c:pt idx="244">
                <c:v>1.8553835082274774</c:v>
              </c:pt>
              <c:pt idx="245">
                <c:v>1.8553835082274774</c:v>
              </c:pt>
              <c:pt idx="246">
                <c:v>1.8553835082274774</c:v>
              </c:pt>
              <c:pt idx="247">
                <c:v>1.8553835082274774</c:v>
              </c:pt>
              <c:pt idx="248">
                <c:v>1.8553835082274774</c:v>
              </c:pt>
              <c:pt idx="249">
                <c:v>1.8553835082274774</c:v>
              </c:pt>
              <c:pt idx="250">
                <c:v>1.8553835082274774</c:v>
              </c:pt>
              <c:pt idx="251">
                <c:v>1.8553835082274774</c:v>
              </c:pt>
              <c:pt idx="252">
                <c:v>1.8309094724364525</c:v>
              </c:pt>
              <c:pt idx="253">
                <c:v>1.8309094724364525</c:v>
              </c:pt>
              <c:pt idx="254">
                <c:v>1.8309094724364525</c:v>
              </c:pt>
              <c:pt idx="255">
                <c:v>1.8309094724364525</c:v>
              </c:pt>
              <c:pt idx="256">
                <c:v>1.8309094724364525</c:v>
              </c:pt>
              <c:pt idx="257">
                <c:v>1.8309094724364525</c:v>
              </c:pt>
              <c:pt idx="258">
                <c:v>1.8188916486910074</c:v>
              </c:pt>
              <c:pt idx="259">
                <c:v>1.8188916486910074</c:v>
              </c:pt>
              <c:pt idx="260">
                <c:v>1.8157732153912785</c:v>
              </c:pt>
              <c:pt idx="261">
                <c:v>1.8157732153912785</c:v>
              </c:pt>
              <c:pt idx="262">
                <c:v>1.6963724148111246</c:v>
              </c:pt>
              <c:pt idx="263">
                <c:v>1.6963724148111246</c:v>
              </c:pt>
              <c:pt idx="264">
                <c:v>1.6963724148111246</c:v>
              </c:pt>
              <c:pt idx="265">
                <c:v>1.6963724148111246</c:v>
              </c:pt>
              <c:pt idx="266">
                <c:v>1.6963724148111246</c:v>
              </c:pt>
              <c:pt idx="267">
                <c:v>1.6963724148111246</c:v>
              </c:pt>
              <c:pt idx="268">
                <c:v>1.6963724148111246</c:v>
              </c:pt>
              <c:pt idx="269">
                <c:v>1.6963724148111246</c:v>
              </c:pt>
              <c:pt idx="270">
                <c:v>1.6963724148111246</c:v>
              </c:pt>
              <c:pt idx="271">
                <c:v>1.6963724148111246</c:v>
              </c:pt>
              <c:pt idx="272">
                <c:v>1.6963724148111246</c:v>
              </c:pt>
              <c:pt idx="273">
                <c:v>1.6963724148111246</c:v>
              </c:pt>
              <c:pt idx="274">
                <c:v>1.6253919746589962</c:v>
              </c:pt>
              <c:pt idx="275">
                <c:v>1.6253919746589962</c:v>
              </c:pt>
              <c:pt idx="276">
                <c:v>1.5676132230328303</c:v>
              </c:pt>
              <c:pt idx="277">
                <c:v>1.5676132230328303</c:v>
              </c:pt>
              <c:pt idx="278">
                <c:v>1.5676132230328303</c:v>
              </c:pt>
              <c:pt idx="279">
                <c:v>1.5676132230328303</c:v>
              </c:pt>
              <c:pt idx="280">
                <c:v>1.5676132230328303</c:v>
              </c:pt>
              <c:pt idx="281">
                <c:v>1.5676132230328303</c:v>
              </c:pt>
              <c:pt idx="282">
                <c:v>1.5676132230328303</c:v>
              </c:pt>
              <c:pt idx="283">
                <c:v>1.5676132230328303</c:v>
              </c:pt>
              <c:pt idx="284">
                <c:v>1.5196773723042547</c:v>
              </c:pt>
              <c:pt idx="285">
                <c:v>1.5196773723042547</c:v>
              </c:pt>
              <c:pt idx="286">
                <c:v>1.5196773723042547</c:v>
              </c:pt>
              <c:pt idx="287">
                <c:v>1.5196773723042547</c:v>
              </c:pt>
              <c:pt idx="288">
                <c:v>1.5196773723042547</c:v>
              </c:pt>
              <c:pt idx="289">
                <c:v>1.5196773723042547</c:v>
              </c:pt>
              <c:pt idx="290">
                <c:v>1.5196773723042547</c:v>
              </c:pt>
              <c:pt idx="291">
                <c:v>1.5196773723042547</c:v>
              </c:pt>
              <c:pt idx="292">
                <c:v>1.5196773723042547</c:v>
              </c:pt>
              <c:pt idx="293">
                <c:v>1.5196773723042547</c:v>
              </c:pt>
              <c:pt idx="294">
                <c:v>1.5196773723042547</c:v>
              </c:pt>
              <c:pt idx="295">
                <c:v>1.5196773723042547</c:v>
              </c:pt>
              <c:pt idx="296">
                <c:v>1.5196773723042547</c:v>
              </c:pt>
              <c:pt idx="297">
                <c:v>1.5196773723042547</c:v>
              </c:pt>
              <c:pt idx="298">
                <c:v>1.5196773723042547</c:v>
              </c:pt>
              <c:pt idx="299">
                <c:v>1.5196773723042547</c:v>
              </c:pt>
              <c:pt idx="300">
                <c:v>1.5196773723042547</c:v>
              </c:pt>
              <c:pt idx="301">
                <c:v>1.5196773723042547</c:v>
              </c:pt>
              <c:pt idx="302">
                <c:v>1.3823589345952967</c:v>
              </c:pt>
              <c:pt idx="303">
                <c:v>1.3823589345952967</c:v>
              </c:pt>
              <c:pt idx="304">
                <c:v>1.2599698151955712</c:v>
              </c:pt>
              <c:pt idx="305">
                <c:v>1.2599698151955712</c:v>
              </c:pt>
              <c:pt idx="306">
                <c:v>1.2599698151955712</c:v>
              </c:pt>
              <c:pt idx="307">
                <c:v>1.2599698151955712</c:v>
              </c:pt>
              <c:pt idx="308">
                <c:v>1.2599698151955712</c:v>
              </c:pt>
              <c:pt idx="309">
                <c:v>1.2599698151955712</c:v>
              </c:pt>
              <c:pt idx="310">
                <c:v>1.2599698151955712</c:v>
              </c:pt>
              <c:pt idx="311">
                <c:v>1.2599698151955712</c:v>
              </c:pt>
              <c:pt idx="312">
                <c:v>1.2599698151955712</c:v>
              </c:pt>
              <c:pt idx="313">
                <c:v>1.2599698151955712</c:v>
              </c:pt>
              <c:pt idx="314">
                <c:v>1.2599698151955712</c:v>
              </c:pt>
              <c:pt idx="315">
                <c:v>1.2599698151955712</c:v>
              </c:pt>
              <c:pt idx="316">
                <c:v>1.1789285318022358</c:v>
              </c:pt>
              <c:pt idx="317">
                <c:v>1.1789285318022358</c:v>
              </c:pt>
              <c:pt idx="318">
                <c:v>1.1789285318022358</c:v>
              </c:pt>
              <c:pt idx="319">
                <c:v>1.1789285318022358</c:v>
              </c:pt>
              <c:pt idx="320">
                <c:v>1.1789285318022358</c:v>
              </c:pt>
              <c:pt idx="321">
                <c:v>1.1789285318022358</c:v>
              </c:pt>
              <c:pt idx="322">
                <c:v>1.1789285318022358</c:v>
              </c:pt>
              <c:pt idx="323">
                <c:v>1.1789285318022358</c:v>
              </c:pt>
              <c:pt idx="324">
                <c:v>1.1789285318022358</c:v>
              </c:pt>
              <c:pt idx="325">
                <c:v>1.1789285318022358</c:v>
              </c:pt>
              <c:pt idx="326">
                <c:v>1.1789285318022358</c:v>
              </c:pt>
              <c:pt idx="327">
                <c:v>1.1789285318022358</c:v>
              </c:pt>
              <c:pt idx="328">
                <c:v>1.1789285318022358</c:v>
              </c:pt>
              <c:pt idx="329">
                <c:v>1.1789285318022358</c:v>
              </c:pt>
              <c:pt idx="330">
                <c:v>1.097193711091959</c:v>
              </c:pt>
              <c:pt idx="331">
                <c:v>1.097193711091959</c:v>
              </c:pt>
              <c:pt idx="332">
                <c:v>1.097193711091959</c:v>
              </c:pt>
              <c:pt idx="333">
                <c:v>1.097193711091959</c:v>
              </c:pt>
              <c:pt idx="334">
                <c:v>1.097193711091959</c:v>
              </c:pt>
              <c:pt idx="335">
                <c:v>1.097193711091959</c:v>
              </c:pt>
              <c:pt idx="336">
                <c:v>1.097193711091959</c:v>
              </c:pt>
              <c:pt idx="337">
                <c:v>1.097193711091959</c:v>
              </c:pt>
              <c:pt idx="338">
                <c:v>1.0088986017719581</c:v>
              </c:pt>
              <c:pt idx="339">
                <c:v>1.0088986017719581</c:v>
              </c:pt>
              <c:pt idx="340">
                <c:v>0.9779393616689389</c:v>
              </c:pt>
              <c:pt idx="341">
                <c:v>0.9779393616689389</c:v>
              </c:pt>
              <c:pt idx="342">
                <c:v>0.9779393616689389</c:v>
              </c:pt>
              <c:pt idx="343">
                <c:v>0.9779393616689389</c:v>
              </c:pt>
              <c:pt idx="344">
                <c:v>0.8292226195945083</c:v>
              </c:pt>
              <c:pt idx="345">
                <c:v>0.8292226195945083</c:v>
              </c:pt>
              <c:pt idx="346">
                <c:v>0.8292226195945083</c:v>
              </c:pt>
              <c:pt idx="347">
                <c:v>0.8292226195945083</c:v>
              </c:pt>
              <c:pt idx="348">
                <c:v>0.8292226195945083</c:v>
              </c:pt>
              <c:pt idx="349">
                <c:v>0.8292226195945083</c:v>
              </c:pt>
              <c:pt idx="350">
                <c:v>0.7573845381450055</c:v>
              </c:pt>
              <c:pt idx="351">
                <c:v>0.7573845381450055</c:v>
              </c:pt>
              <c:pt idx="352">
                <c:v>0.7252580964893816</c:v>
              </c:pt>
              <c:pt idx="353">
                <c:v>0.7252580964893816</c:v>
              </c:pt>
              <c:pt idx="354">
                <c:v>0.6909909780326666</c:v>
              </c:pt>
              <c:pt idx="355">
                <c:v>0.6909909780326666</c:v>
              </c:pt>
              <c:pt idx="356">
                <c:v>0.6909909780326666</c:v>
              </c:pt>
              <c:pt idx="357">
                <c:v>0.6909909780326666</c:v>
              </c:pt>
              <c:pt idx="358">
                <c:v>0.6909909780326666</c:v>
              </c:pt>
              <c:pt idx="359">
                <c:v>0.6909909780326666</c:v>
              </c:pt>
              <c:pt idx="360">
                <c:v>0.6909909780326666</c:v>
              </c:pt>
              <c:pt idx="361">
                <c:v>0.6909909780326666</c:v>
              </c:pt>
              <c:pt idx="362">
                <c:v>0.6909909780326666</c:v>
              </c:pt>
              <c:pt idx="363">
                <c:v>0.6909909780326666</c:v>
              </c:pt>
              <c:pt idx="364">
                <c:v>0.6909909780326666</c:v>
              </c:pt>
              <c:pt idx="365">
                <c:v>0.6909909780326666</c:v>
              </c:pt>
              <c:pt idx="366">
                <c:v>0.6909909780326666</c:v>
              </c:pt>
              <c:pt idx="367">
                <c:v>0.6909909780326666</c:v>
              </c:pt>
              <c:pt idx="368">
                <c:v>0.6909909780326666</c:v>
              </c:pt>
              <c:pt idx="369">
                <c:v>0.6909909780326666</c:v>
              </c:pt>
              <c:pt idx="370">
                <c:v>0.6909909780326666</c:v>
              </c:pt>
              <c:pt idx="371">
                <c:v>0.6909909780326666</c:v>
              </c:pt>
              <c:pt idx="372">
                <c:v>0.5772083892333078</c:v>
              </c:pt>
              <c:pt idx="373">
                <c:v>0.5772083892333078</c:v>
              </c:pt>
              <c:pt idx="374">
                <c:v>0.5772083892333078</c:v>
              </c:pt>
              <c:pt idx="375">
                <c:v>0.5772083892333078</c:v>
              </c:pt>
              <c:pt idx="376">
                <c:v>0.5772083892333078</c:v>
              </c:pt>
              <c:pt idx="377">
                <c:v>0.5772083892333078</c:v>
              </c:pt>
              <c:pt idx="378">
                <c:v>0.5772083892333078</c:v>
              </c:pt>
              <c:pt idx="379">
                <c:v>0.5772083892333078</c:v>
              </c:pt>
              <c:pt idx="380">
                <c:v>0.5772083892333078</c:v>
              </c:pt>
              <c:pt idx="381">
                <c:v>0.5772083892333078</c:v>
              </c:pt>
              <c:pt idx="382">
                <c:v>0.5372698628987614</c:v>
              </c:pt>
              <c:pt idx="383">
                <c:v>0.5372698628987614</c:v>
              </c:pt>
              <c:pt idx="384">
                <c:v>0.47942031596985935</c:v>
              </c:pt>
              <c:pt idx="385">
                <c:v>0.47942031596985935</c:v>
              </c:pt>
              <c:pt idx="386">
                <c:v>0.40350505792097446</c:v>
              </c:pt>
              <c:pt idx="387">
                <c:v>0.40350505792097446</c:v>
              </c:pt>
              <c:pt idx="388">
                <c:v>0.40350505792097446</c:v>
              </c:pt>
              <c:pt idx="389">
                <c:v>0.40350505792097446</c:v>
              </c:pt>
              <c:pt idx="390">
                <c:v>0.2620659407214924</c:v>
              </c:pt>
              <c:pt idx="391">
                <c:v>0.2620659407214924</c:v>
              </c:pt>
              <c:pt idx="392">
                <c:v>0.2620659407214924</c:v>
              </c:pt>
              <c:pt idx="393">
                <c:v>0.2620659407214924</c:v>
              </c:pt>
              <c:pt idx="394">
                <c:v>0.2620659407214924</c:v>
              </c:pt>
              <c:pt idx="395">
                <c:v>0.2620659407214924</c:v>
              </c:pt>
              <c:pt idx="396">
                <c:v>0.2620659407214924</c:v>
              </c:pt>
              <c:pt idx="397">
                <c:v>0.2620659407214924</c:v>
              </c:pt>
              <c:pt idx="398">
                <c:v>0.18787274052784053</c:v>
              </c:pt>
              <c:pt idx="399">
                <c:v>0.18787274052784053</c:v>
              </c:pt>
              <c:pt idx="400">
                <c:v>0.18787274052784053</c:v>
              </c:pt>
              <c:pt idx="401">
                <c:v>0.18787274052784053</c:v>
              </c:pt>
              <c:pt idx="402">
                <c:v>0.18787274052784053</c:v>
              </c:pt>
              <c:pt idx="403">
                <c:v>0.18787274052784053</c:v>
              </c:pt>
              <c:pt idx="404">
                <c:v>0.18787274052784053</c:v>
              </c:pt>
              <c:pt idx="405">
                <c:v>0.18787274052784053</c:v>
              </c:pt>
              <c:pt idx="406">
                <c:v>0.18787274052784053</c:v>
              </c:pt>
              <c:pt idx="407">
                <c:v>0.18787274052784053</c:v>
              </c:pt>
              <c:pt idx="408">
                <c:v>0.18787274052784053</c:v>
              </c:pt>
              <c:pt idx="409">
                <c:v>0.18787274052784053</c:v>
              </c:pt>
              <c:pt idx="410">
                <c:v>0.18787274052784053</c:v>
              </c:pt>
              <c:pt idx="411">
                <c:v>0.18787274052784053</c:v>
              </c:pt>
              <c:pt idx="412">
                <c:v>0.18787274052784053</c:v>
              </c:pt>
              <c:pt idx="413">
                <c:v>0.18787274052784053</c:v>
              </c:pt>
              <c:pt idx="414">
                <c:v>0.18787274052784053</c:v>
              </c:pt>
              <c:pt idx="415">
                <c:v>0.18787274052784053</c:v>
              </c:pt>
              <c:pt idx="416">
                <c:v>0.18787274052784053</c:v>
              </c:pt>
              <c:pt idx="417">
                <c:v>0.18787274052784053</c:v>
              </c:pt>
              <c:pt idx="418">
                <c:v>0.18787274052784053</c:v>
              </c:pt>
              <c:pt idx="419">
                <c:v>0.18787274052784053</c:v>
              </c:pt>
              <c:pt idx="420">
                <c:v>0.18787274052784053</c:v>
              </c:pt>
              <c:pt idx="421">
                <c:v>0.18787274052784053</c:v>
              </c:pt>
              <c:pt idx="422">
                <c:v>0.18787274052784053</c:v>
              </c:pt>
              <c:pt idx="423">
                <c:v>0.18787274052784053</c:v>
              </c:pt>
              <c:pt idx="424">
                <c:v>0.18787274052784053</c:v>
              </c:pt>
              <c:pt idx="425">
                <c:v>0.18787274052784053</c:v>
              </c:pt>
              <c:pt idx="426">
                <c:v>0.15104964438238325</c:v>
              </c:pt>
              <c:pt idx="427">
                <c:v>0.15104964438238325</c:v>
              </c:pt>
              <c:pt idx="428">
                <c:v>0.15104964438238325</c:v>
              </c:pt>
              <c:pt idx="429">
                <c:v>0.15104964438238325</c:v>
              </c:pt>
              <c:pt idx="430">
                <c:v>0.15104964438238325</c:v>
              </c:pt>
              <c:pt idx="431">
                <c:v>0.15104964438238325</c:v>
              </c:pt>
              <c:pt idx="432">
                <c:v>0.15104964438238325</c:v>
              </c:pt>
              <c:pt idx="433">
                <c:v>0.15104964438238325</c:v>
              </c:pt>
              <c:pt idx="434">
                <c:v>0.15104964438238325</c:v>
              </c:pt>
              <c:pt idx="435">
                <c:v>0.15104964438238325</c:v>
              </c:pt>
              <c:pt idx="436">
                <c:v>0.15104964438238325</c:v>
              </c:pt>
              <c:pt idx="437">
                <c:v>0.15104964438238325</c:v>
              </c:pt>
              <c:pt idx="438">
                <c:v>0.15104964438238325</c:v>
              </c:pt>
              <c:pt idx="439">
                <c:v>0.15104964438238325</c:v>
              </c:pt>
              <c:pt idx="440">
                <c:v>0.15104964438238325</c:v>
              </c:pt>
              <c:pt idx="441">
                <c:v>0.15104964438238325</c:v>
              </c:pt>
              <c:pt idx="442">
                <c:v>0.15104964438238325</c:v>
              </c:pt>
              <c:pt idx="443">
                <c:v>0.15104964438238325</c:v>
              </c:pt>
              <c:pt idx="444">
                <c:v>0.15104964438238325</c:v>
              </c:pt>
              <c:pt idx="445">
                <c:v>0.15104964438238325</c:v>
              </c:pt>
              <c:pt idx="446">
                <c:v>0.15104964438238325</c:v>
              </c:pt>
              <c:pt idx="447">
                <c:v>0.15104964438238325</c:v>
              </c:pt>
              <c:pt idx="448">
                <c:v>0.15104964438238325</c:v>
              </c:pt>
              <c:pt idx="449">
                <c:v>0.15104964438238325</c:v>
              </c:pt>
            </c:numLit>
          </c:yVal>
          <c:smooth val="0"/>
        </c:ser>
        <c:ser>
          <c:idx val="2"/>
          <c:order val="2"/>
          <c:tx>
            <c:v>Same-order filling improvement</c:v>
          </c:tx>
          <c:spPr>
            <a:noFill xmlns:a="http://schemas.openxmlformats.org/drawingml/2006/main"/>
            <a:ln xmlns:a="http://schemas.openxmlformats.org/drawingml/2006/main" w="7620">
              <a:solidFill>
                <a:srgbClr val="009E73"/>
              </a:solidFill>
              <a:prstDash val="solid"/>
            </a:ln>
          </c:spPr>
          <c:marker>
            <c:symbol val="none"/>
            <c:size val="7"/>
            <c:spPr>
              <a:solidFill xmlns:a="http://schemas.openxmlformats.org/drawingml/2006/main">
                <a:srgbClr val="009E73"/>
              </a:solidFill>
            </c:spPr>
          </c:marker>
          <c:xVal>
            <c:numLit>
              <c:formatCode>General</c:formatCode>
              <c:ptCount val="45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numLit>
          </c:xVal>
          <c:yVal>
            <c:numLit>
              <c:formatCode>0.0</c:formatCode>
              <c:ptCount val="450"/>
              <c:pt idx="0">
                <c:v>4.336819044442811</c:v>
              </c:pt>
              <c:pt idx="1">
                <c:v>4.336819044442811</c:v>
              </c:pt>
              <c:pt idx="2">
                <c:v>4.336819044442811</c:v>
              </c:pt>
              <c:pt idx="3">
                <c:v>4.336819044442811</c:v>
              </c:pt>
              <c:pt idx="4">
                <c:v>4.336819044442811</c:v>
              </c:pt>
              <c:pt idx="5">
                <c:v>4.336819044442811</c:v>
              </c:pt>
              <c:pt idx="6">
                <c:v>4.336819044442811</c:v>
              </c:pt>
              <c:pt idx="7">
                <c:v>4.336819044442811</c:v>
              </c:pt>
              <c:pt idx="8">
                <c:v>4.336819044442811</c:v>
              </c:pt>
              <c:pt idx="9">
                <c:v>4.336819044442811</c:v>
              </c:pt>
              <c:pt idx="10">
                <c:v>4.336819044442811</c:v>
              </c:pt>
              <c:pt idx="11">
                <c:v>4.336819044442811</c:v>
              </c:pt>
              <c:pt idx="12">
                <c:v>4.336819044442811</c:v>
              </c:pt>
              <c:pt idx="13">
                <c:v>4.336819044442811</c:v>
              </c:pt>
              <c:pt idx="14">
                <c:v>4.336819044442811</c:v>
              </c:pt>
              <c:pt idx="15">
                <c:v>4.336819044442811</c:v>
              </c:pt>
              <c:pt idx="16">
                <c:v>4.336819044442811</c:v>
              </c:pt>
              <c:pt idx="17">
                <c:v>4.336819044442811</c:v>
              </c:pt>
              <c:pt idx="18">
                <c:v>4.336819044442811</c:v>
              </c:pt>
              <c:pt idx="19">
                <c:v>4.336819044442811</c:v>
              </c:pt>
              <c:pt idx="20">
                <c:v>4.336819044442811</c:v>
              </c:pt>
              <c:pt idx="21">
                <c:v>4.336819044442811</c:v>
              </c:pt>
              <c:pt idx="22">
                <c:v>4.336819044442811</c:v>
              </c:pt>
              <c:pt idx="23">
                <c:v>4.336819044442811</c:v>
              </c:pt>
              <c:pt idx="24">
                <c:v>4.336819044442811</c:v>
              </c:pt>
              <c:pt idx="25">
                <c:v>4.336819044442811</c:v>
              </c:pt>
              <c:pt idx="26">
                <c:v>4.336819044442811</c:v>
              </c:pt>
              <c:pt idx="27">
                <c:v>4.336819044442811</c:v>
              </c:pt>
              <c:pt idx="28">
                <c:v>4.336819044442811</c:v>
              </c:pt>
              <c:pt idx="29">
                <c:v>4.336819044442811</c:v>
              </c:pt>
              <c:pt idx="30">
                <c:v>4.336819044442811</c:v>
              </c:pt>
              <c:pt idx="31">
                <c:v>4.336819044442811</c:v>
              </c:pt>
              <c:pt idx="32">
                <c:v>4.336819044442811</c:v>
              </c:pt>
              <c:pt idx="33">
                <c:v>4.336819044442811</c:v>
              </c:pt>
              <c:pt idx="34">
                <c:v>4.336819044442811</c:v>
              </c:pt>
              <c:pt idx="35">
                <c:v>4.336819044442811</c:v>
              </c:pt>
              <c:pt idx="36">
                <c:v>4.336819044442811</c:v>
              </c:pt>
              <c:pt idx="37">
                <c:v>4.336819044442811</c:v>
              </c:pt>
              <c:pt idx="38">
                <c:v>4.336819044442811</c:v>
              </c:pt>
              <c:pt idx="39">
                <c:v>4.336819044442811</c:v>
              </c:pt>
              <c:pt idx="40">
                <c:v>4.336819044442811</c:v>
              </c:pt>
              <c:pt idx="41">
                <c:v>4.336819044442811</c:v>
              </c:pt>
              <c:pt idx="42">
                <c:v>4.336819044442811</c:v>
              </c:pt>
              <c:pt idx="43">
                <c:v>4.336819044442811</c:v>
              </c:pt>
              <c:pt idx="44">
                <c:v>4.336819044442811</c:v>
              </c:pt>
              <c:pt idx="45">
                <c:v>4.336819044442811</c:v>
              </c:pt>
              <c:pt idx="46">
                <c:v>4.336819044442811</c:v>
              </c:pt>
              <c:pt idx="47">
                <c:v>4.336819044442811</c:v>
              </c:pt>
              <c:pt idx="48">
                <c:v>4.336819044442811</c:v>
              </c:pt>
              <c:pt idx="49">
                <c:v>4.336819044442811</c:v>
              </c:pt>
              <c:pt idx="50">
                <c:v>4.336819044442811</c:v>
              </c:pt>
              <c:pt idx="51">
                <c:v>4.336819044442811</c:v>
              </c:pt>
              <c:pt idx="52">
                <c:v>4.336819044442811</c:v>
              </c:pt>
              <c:pt idx="53">
                <c:v>4.336819044442811</c:v>
              </c:pt>
              <c:pt idx="54">
                <c:v>4.336819044442811</c:v>
              </c:pt>
              <c:pt idx="55">
                <c:v>4.336819044442811</c:v>
              </c:pt>
              <c:pt idx="56">
                <c:v>4.336819044442811</c:v>
              </c:pt>
              <c:pt idx="57">
                <c:v>4.336819044442811</c:v>
              </c:pt>
              <c:pt idx="58">
                <c:v>4.336819044442811</c:v>
              </c:pt>
              <c:pt idx="59">
                <c:v>4.336819044442811</c:v>
              </c:pt>
              <c:pt idx="60">
                <c:v>4.336819044442811</c:v>
              </c:pt>
              <c:pt idx="61">
                <c:v>4.336819044442811</c:v>
              </c:pt>
              <c:pt idx="62">
                <c:v>4.336819044442811</c:v>
              </c:pt>
              <c:pt idx="63">
                <c:v>4.336819044442811</c:v>
              </c:pt>
              <c:pt idx="64">
                <c:v>4.336819044442811</c:v>
              </c:pt>
              <c:pt idx="65">
                <c:v>4.336819044442811</c:v>
              </c:pt>
              <c:pt idx="66">
                <c:v>4.336819044442811</c:v>
              </c:pt>
              <c:pt idx="67">
                <c:v>4.336819044442811</c:v>
              </c:pt>
              <c:pt idx="68">
                <c:v>4.336819044442811</c:v>
              </c:pt>
              <c:pt idx="69">
                <c:v>4.336819044442811</c:v>
              </c:pt>
              <c:pt idx="70">
                <c:v>4.336819044442811</c:v>
              </c:pt>
              <c:pt idx="71">
                <c:v>4.336819044442811</c:v>
              </c:pt>
              <c:pt idx="72">
                <c:v>4.336819044442811</c:v>
              </c:pt>
              <c:pt idx="73">
                <c:v>4.336819044442811</c:v>
              </c:pt>
              <c:pt idx="74">
                <c:v>4.336819044442811</c:v>
              </c:pt>
              <c:pt idx="75">
                <c:v>4.336819044442811</c:v>
              </c:pt>
              <c:pt idx="76">
                <c:v>4.336819044442811</c:v>
              </c:pt>
              <c:pt idx="77">
                <c:v>4.336819044442811</c:v>
              </c:pt>
              <c:pt idx="78">
                <c:v>4.336819044442811</c:v>
              </c:pt>
              <c:pt idx="79">
                <c:v>4.336819044442811</c:v>
              </c:pt>
              <c:pt idx="80">
                <c:v>4.336819044442811</c:v>
              </c:pt>
              <c:pt idx="81">
                <c:v>4.336819044442811</c:v>
              </c:pt>
              <c:pt idx="82">
                <c:v>4.336819044442811</c:v>
              </c:pt>
              <c:pt idx="83">
                <c:v>4.336819044442811</c:v>
              </c:pt>
              <c:pt idx="84">
                <c:v>4.336819044442811</c:v>
              </c:pt>
              <c:pt idx="85">
                <c:v>4.336819044442811</c:v>
              </c:pt>
              <c:pt idx="86">
                <c:v>4.336819044442811</c:v>
              </c:pt>
              <c:pt idx="87">
                <c:v>4.336819044442811</c:v>
              </c:pt>
              <c:pt idx="88">
                <c:v>4.336819044442811</c:v>
              </c:pt>
              <c:pt idx="89">
                <c:v>4.336819044442811</c:v>
              </c:pt>
              <c:pt idx="90">
                <c:v>4.336819044442811</c:v>
              </c:pt>
              <c:pt idx="91">
                <c:v>4.336819044442811</c:v>
              </c:pt>
              <c:pt idx="92">
                <c:v>4.336819044442811</c:v>
              </c:pt>
              <c:pt idx="93">
                <c:v>4.336819044442811</c:v>
              </c:pt>
              <c:pt idx="94">
                <c:v>4.336819044442811</c:v>
              </c:pt>
              <c:pt idx="95">
                <c:v>4.336819044442811</c:v>
              </c:pt>
              <c:pt idx="96">
                <c:v>4.336819044442811</c:v>
              </c:pt>
              <c:pt idx="97">
                <c:v>4.336819044442811</c:v>
              </c:pt>
              <c:pt idx="98">
                <c:v>4.336819044442811</c:v>
              </c:pt>
              <c:pt idx="99">
                <c:v>4.336819044442811</c:v>
              </c:pt>
              <c:pt idx="100">
                <c:v>4.336819044442811</c:v>
              </c:pt>
              <c:pt idx="101">
                <c:v>4.336819044442811</c:v>
              </c:pt>
              <c:pt idx="102">
                <c:v>4.336819044442811</c:v>
              </c:pt>
              <c:pt idx="103">
                <c:v>4.336819044442811</c:v>
              </c:pt>
              <c:pt idx="104">
                <c:v>4.336819044442811</c:v>
              </c:pt>
              <c:pt idx="105">
                <c:v>4.336819044442811</c:v>
              </c:pt>
              <c:pt idx="106">
                <c:v>4.336819044442811</c:v>
              </c:pt>
              <c:pt idx="107">
                <c:v>4.336819044442811</c:v>
              </c:pt>
              <c:pt idx="108">
                <c:v>4.336819044442811</c:v>
              </c:pt>
              <c:pt idx="109">
                <c:v>4.336819044442811</c:v>
              </c:pt>
              <c:pt idx="110">
                <c:v>4.336819044442811</c:v>
              </c:pt>
              <c:pt idx="111">
                <c:v>4.336819044442811</c:v>
              </c:pt>
              <c:pt idx="112">
                <c:v>4.336819044442811</c:v>
              </c:pt>
              <c:pt idx="113">
                <c:v>4.336819044442811</c:v>
              </c:pt>
              <c:pt idx="114">
                <c:v>4.336819044442811</c:v>
              </c:pt>
              <c:pt idx="115">
                <c:v>4.336819044442811</c:v>
              </c:pt>
              <c:pt idx="116">
                <c:v>4.336819044442811</c:v>
              </c:pt>
              <c:pt idx="117">
                <c:v>4.336819044442811</c:v>
              </c:pt>
              <c:pt idx="118">
                <c:v>4.336819044442811</c:v>
              </c:pt>
              <c:pt idx="119">
                <c:v>4.336819044442811</c:v>
              </c:pt>
              <c:pt idx="120">
                <c:v>4.336819044442811</c:v>
              </c:pt>
              <c:pt idx="121">
                <c:v>4.336819044442811</c:v>
              </c:pt>
              <c:pt idx="122">
                <c:v>4.336819044442811</c:v>
              </c:pt>
              <c:pt idx="123">
                <c:v>4.336819044442811</c:v>
              </c:pt>
              <c:pt idx="124">
                <c:v>4.336819044442811</c:v>
              </c:pt>
              <c:pt idx="125">
                <c:v>4.336819044442811</c:v>
              </c:pt>
              <c:pt idx="126">
                <c:v>4.336819044442811</c:v>
              </c:pt>
              <c:pt idx="127">
                <c:v>4.336819044442811</c:v>
              </c:pt>
              <c:pt idx="128">
                <c:v>4.336819044442811</c:v>
              </c:pt>
              <c:pt idx="129">
                <c:v>4.336819044442811</c:v>
              </c:pt>
              <c:pt idx="130">
                <c:v>4.336819044442811</c:v>
              </c:pt>
              <c:pt idx="131">
                <c:v>4.336819044442811</c:v>
              </c:pt>
              <c:pt idx="132">
                <c:v>4.336819044442811</c:v>
              </c:pt>
              <c:pt idx="133">
                <c:v>4.336819044442811</c:v>
              </c:pt>
              <c:pt idx="134">
                <c:v>4.336819044442811</c:v>
              </c:pt>
              <c:pt idx="135">
                <c:v>4.336819044442811</c:v>
              </c:pt>
              <c:pt idx="136">
                <c:v>4.336819044442811</c:v>
              </c:pt>
              <c:pt idx="137">
                <c:v>4.336819044442811</c:v>
              </c:pt>
              <c:pt idx="138">
                <c:v>4.336819044442811</c:v>
              </c:pt>
              <c:pt idx="139">
                <c:v>4.336819044442811</c:v>
              </c:pt>
              <c:pt idx="140">
                <c:v>4.336819044442811</c:v>
              </c:pt>
              <c:pt idx="141">
                <c:v>4.336819044442811</c:v>
              </c:pt>
              <c:pt idx="142">
                <c:v>4.336819044442811</c:v>
              </c:pt>
              <c:pt idx="143">
                <c:v>4.336819044442811</c:v>
              </c:pt>
              <c:pt idx="144">
                <c:v>4.336819044442811</c:v>
              </c:pt>
              <c:pt idx="145">
                <c:v>4.336819044442811</c:v>
              </c:pt>
              <c:pt idx="146">
                <c:v>4.336819044442811</c:v>
              </c:pt>
              <c:pt idx="147">
                <c:v>4.336819044442811</c:v>
              </c:pt>
              <c:pt idx="148">
                <c:v>4.336819044442811</c:v>
              </c:pt>
              <c:pt idx="149">
                <c:v>4.336819044442811</c:v>
              </c:pt>
              <c:pt idx="150">
                <c:v>4.336819044442811</c:v>
              </c:pt>
              <c:pt idx="151">
                <c:v>4.336819044442811</c:v>
              </c:pt>
              <c:pt idx="152">
                <c:v>4.336819044442811</c:v>
              </c:pt>
              <c:pt idx="153">
                <c:v>4.336819044442811</c:v>
              </c:pt>
              <c:pt idx="154">
                <c:v>4.336819044442811</c:v>
              </c:pt>
              <c:pt idx="155">
                <c:v>4.336819044442811</c:v>
              </c:pt>
              <c:pt idx="156">
                <c:v>4.336819044442811</c:v>
              </c:pt>
              <c:pt idx="157">
                <c:v>4.336819044442811</c:v>
              </c:pt>
              <c:pt idx="158">
                <c:v>4.336819044442811</c:v>
              </c:pt>
              <c:pt idx="159">
                <c:v>4.336819044442811</c:v>
              </c:pt>
              <c:pt idx="160">
                <c:v>4.336819044442811</c:v>
              </c:pt>
              <c:pt idx="161">
                <c:v>4.336819044442811</c:v>
              </c:pt>
              <c:pt idx="162">
                <c:v>4.336819044442811</c:v>
              </c:pt>
              <c:pt idx="163">
                <c:v>4.336819044442811</c:v>
              </c:pt>
              <c:pt idx="164">
                <c:v>4.336819044442811</c:v>
              </c:pt>
              <c:pt idx="165">
                <c:v>4.336819044442811</c:v>
              </c:pt>
              <c:pt idx="166">
                <c:v>4.336819044442811</c:v>
              </c:pt>
              <c:pt idx="167">
                <c:v>4.336819044442811</c:v>
              </c:pt>
              <c:pt idx="168">
                <c:v>4.336819044442811</c:v>
              </c:pt>
              <c:pt idx="169">
                <c:v>4.336819044442811</c:v>
              </c:pt>
              <c:pt idx="170">
                <c:v>4.336819044442811</c:v>
              </c:pt>
              <c:pt idx="171">
                <c:v>4.336819044442811</c:v>
              </c:pt>
              <c:pt idx="172">
                <c:v>4.336819044442811</c:v>
              </c:pt>
              <c:pt idx="173">
                <c:v>4.336819044442811</c:v>
              </c:pt>
              <c:pt idx="174">
                <c:v>4.336819044442811</c:v>
              </c:pt>
              <c:pt idx="175">
                <c:v>4.336819044442811</c:v>
              </c:pt>
              <c:pt idx="176">
                <c:v>4.336819044442811</c:v>
              </c:pt>
              <c:pt idx="177">
                <c:v>4.336819044442811</c:v>
              </c:pt>
              <c:pt idx="178">
                <c:v>4.336819044442811</c:v>
              </c:pt>
              <c:pt idx="179">
                <c:v>4.336819044442811</c:v>
              </c:pt>
              <c:pt idx="180">
                <c:v>4.336819044442811</c:v>
              </c:pt>
              <c:pt idx="181">
                <c:v>4.336819044442811</c:v>
              </c:pt>
              <c:pt idx="182">
                <c:v>4.336819044442811</c:v>
              </c:pt>
              <c:pt idx="183">
                <c:v>4.336819044442811</c:v>
              </c:pt>
              <c:pt idx="184">
                <c:v>4.336819044442811</c:v>
              </c:pt>
              <c:pt idx="185">
                <c:v>4.336819044442811</c:v>
              </c:pt>
              <c:pt idx="186">
                <c:v>4.336819044442811</c:v>
              </c:pt>
              <c:pt idx="187">
                <c:v>4.336819044442811</c:v>
              </c:pt>
              <c:pt idx="188">
                <c:v>4.336819044442811</c:v>
              </c:pt>
              <c:pt idx="189">
                <c:v>4.336819044442811</c:v>
              </c:pt>
              <c:pt idx="190">
                <c:v>4.336819044442811</c:v>
              </c:pt>
              <c:pt idx="191">
                <c:v>4.336819044442811</c:v>
              </c:pt>
              <c:pt idx="192">
                <c:v>4.336819044442811</c:v>
              </c:pt>
              <c:pt idx="193">
                <c:v>4.336819044442811</c:v>
              </c:pt>
              <c:pt idx="194">
                <c:v>4.336819044442811</c:v>
              </c:pt>
              <c:pt idx="195">
                <c:v>4.336819044442811</c:v>
              </c:pt>
              <c:pt idx="196">
                <c:v>4.336819044442811</c:v>
              </c:pt>
              <c:pt idx="197">
                <c:v>4.336819044442811</c:v>
              </c:pt>
              <c:pt idx="198">
                <c:v>4.336819044442811</c:v>
              </c:pt>
              <c:pt idx="199">
                <c:v>4.336819044442811</c:v>
              </c:pt>
              <c:pt idx="200">
                <c:v>4.336819044442811</c:v>
              </c:pt>
              <c:pt idx="201">
                <c:v>4.336819044442811</c:v>
              </c:pt>
              <c:pt idx="202">
                <c:v>4.336819044442811</c:v>
              </c:pt>
              <c:pt idx="203">
                <c:v>4.336819044442811</c:v>
              </c:pt>
              <c:pt idx="204">
                <c:v>4.336819044442811</c:v>
              </c:pt>
              <c:pt idx="205">
                <c:v>4.336819044442811</c:v>
              </c:pt>
              <c:pt idx="206">
                <c:v>4.336819044442811</c:v>
              </c:pt>
              <c:pt idx="207">
                <c:v>4.336819044442811</c:v>
              </c:pt>
              <c:pt idx="208">
                <c:v>4.336819044442811</c:v>
              </c:pt>
              <c:pt idx="209">
                <c:v>4.336819044442811</c:v>
              </c:pt>
              <c:pt idx="210">
                <c:v>4.336819044442811</c:v>
              </c:pt>
              <c:pt idx="211">
                <c:v>4.336819044442811</c:v>
              </c:pt>
              <c:pt idx="212">
                <c:v>4.336819044442811</c:v>
              </c:pt>
              <c:pt idx="213">
                <c:v>4.336819044442811</c:v>
              </c:pt>
              <c:pt idx="214">
                <c:v>4.336819044442811</c:v>
              </c:pt>
              <c:pt idx="215">
                <c:v>4.336819044442811</c:v>
              </c:pt>
              <c:pt idx="216">
                <c:v>4.336819044442811</c:v>
              </c:pt>
              <c:pt idx="217">
                <c:v>4.336819044442811</c:v>
              </c:pt>
              <c:pt idx="218">
                <c:v>4.336819044442811</c:v>
              </c:pt>
              <c:pt idx="219">
                <c:v>4.336819044442811</c:v>
              </c:pt>
              <c:pt idx="220">
                <c:v>4.336819044442811</c:v>
              </c:pt>
              <c:pt idx="221">
                <c:v>4.336819044442811</c:v>
              </c:pt>
              <c:pt idx="222">
                <c:v>4.336819044442811</c:v>
              </c:pt>
              <c:pt idx="223">
                <c:v>4.336819044442811</c:v>
              </c:pt>
              <c:pt idx="224">
                <c:v>4.336819044442811</c:v>
              </c:pt>
              <c:pt idx="225">
                <c:v>4.336819044442811</c:v>
              </c:pt>
              <c:pt idx="226">
                <c:v>4.336819044442811</c:v>
              </c:pt>
              <c:pt idx="227">
                <c:v>4.336819044442811</c:v>
              </c:pt>
              <c:pt idx="228">
                <c:v>4.336819044442811</c:v>
              </c:pt>
              <c:pt idx="229">
                <c:v>4.336819044442811</c:v>
              </c:pt>
              <c:pt idx="230">
                <c:v>4.336819044442811</c:v>
              </c:pt>
              <c:pt idx="231">
                <c:v>4.336819044442811</c:v>
              </c:pt>
              <c:pt idx="232">
                <c:v>4.336819044442811</c:v>
              </c:pt>
              <c:pt idx="233">
                <c:v>4.336819044442811</c:v>
              </c:pt>
              <c:pt idx="234">
                <c:v>4.336819044442811</c:v>
              </c:pt>
              <c:pt idx="235">
                <c:v>4.336819044442811</c:v>
              </c:pt>
              <c:pt idx="236">
                <c:v>4.336819044442811</c:v>
              </c:pt>
              <c:pt idx="237">
                <c:v>4.336819044442811</c:v>
              </c:pt>
              <c:pt idx="238">
                <c:v>4.336819044442811</c:v>
              </c:pt>
              <c:pt idx="239">
                <c:v>4.336819044442811</c:v>
              </c:pt>
              <c:pt idx="240">
                <c:v>4.336819044442811</c:v>
              </c:pt>
              <c:pt idx="241">
                <c:v>4.336819044442811</c:v>
              </c:pt>
              <c:pt idx="242">
                <c:v>4.336819044442811</c:v>
              </c:pt>
              <c:pt idx="243">
                <c:v>4.336819044442811</c:v>
              </c:pt>
              <c:pt idx="244">
                <c:v>4.336819044442811</c:v>
              </c:pt>
              <c:pt idx="245">
                <c:v>4.336819044442811</c:v>
              </c:pt>
              <c:pt idx="246">
                <c:v>4.336819044442811</c:v>
              </c:pt>
              <c:pt idx="247">
                <c:v>4.336819044442811</c:v>
              </c:pt>
              <c:pt idx="248">
                <c:v>4.336819044442811</c:v>
              </c:pt>
              <c:pt idx="249">
                <c:v>4.336819044442811</c:v>
              </c:pt>
              <c:pt idx="250">
                <c:v>4.336819044442811</c:v>
              </c:pt>
              <c:pt idx="251">
                <c:v>4.336819044442811</c:v>
              </c:pt>
              <c:pt idx="252">
                <c:v>4.336819044442811</c:v>
              </c:pt>
              <c:pt idx="253">
                <c:v>4.336819044442811</c:v>
              </c:pt>
              <c:pt idx="254">
                <c:v>4.336819044442811</c:v>
              </c:pt>
              <c:pt idx="255">
                <c:v>4.336819044442811</c:v>
              </c:pt>
              <c:pt idx="256">
                <c:v>4.336819044442811</c:v>
              </c:pt>
              <c:pt idx="257">
                <c:v>4.336819044442811</c:v>
              </c:pt>
              <c:pt idx="258">
                <c:v>4.336819044442811</c:v>
              </c:pt>
              <c:pt idx="259">
                <c:v>4.336819044442811</c:v>
              </c:pt>
              <c:pt idx="260">
                <c:v>4.336819044442811</c:v>
              </c:pt>
              <c:pt idx="261">
                <c:v>4.336819044442811</c:v>
              </c:pt>
              <c:pt idx="262">
                <c:v>4.336819044442811</c:v>
              </c:pt>
              <c:pt idx="263">
                <c:v>4.336819044442811</c:v>
              </c:pt>
              <c:pt idx="264">
                <c:v>4.336819044442811</c:v>
              </c:pt>
              <c:pt idx="265">
                <c:v>4.336819044442811</c:v>
              </c:pt>
              <c:pt idx="266">
                <c:v>4.336819044442811</c:v>
              </c:pt>
              <c:pt idx="267">
                <c:v>4.336819044442811</c:v>
              </c:pt>
              <c:pt idx="268">
                <c:v>4.336819044442811</c:v>
              </c:pt>
              <c:pt idx="269">
                <c:v>4.336819044442811</c:v>
              </c:pt>
              <c:pt idx="270">
                <c:v>4.336819044442811</c:v>
              </c:pt>
              <c:pt idx="271">
                <c:v>4.336819044442811</c:v>
              </c:pt>
              <c:pt idx="272">
                <c:v>4.336819044442811</c:v>
              </c:pt>
              <c:pt idx="273">
                <c:v>4.336819044442811</c:v>
              </c:pt>
              <c:pt idx="274">
                <c:v>4.336819044442811</c:v>
              </c:pt>
              <c:pt idx="275">
                <c:v>4.336819044442811</c:v>
              </c:pt>
              <c:pt idx="276">
                <c:v>4.336819044442811</c:v>
              </c:pt>
              <c:pt idx="277">
                <c:v>4.336819044442811</c:v>
              </c:pt>
              <c:pt idx="278">
                <c:v>4.336819044442811</c:v>
              </c:pt>
              <c:pt idx="279">
                <c:v>4.336819044442811</c:v>
              </c:pt>
              <c:pt idx="280">
                <c:v>4.336819044442811</c:v>
              </c:pt>
              <c:pt idx="281">
                <c:v>4.336819044442811</c:v>
              </c:pt>
              <c:pt idx="282">
                <c:v>4.336819044442811</c:v>
              </c:pt>
              <c:pt idx="283">
                <c:v>4.336819044442811</c:v>
              </c:pt>
              <c:pt idx="284">
                <c:v>4.336819044442811</c:v>
              </c:pt>
              <c:pt idx="285">
                <c:v>4.336819044442811</c:v>
              </c:pt>
              <c:pt idx="286">
                <c:v>4.336819044442811</c:v>
              </c:pt>
              <c:pt idx="287">
                <c:v>4.336819044442811</c:v>
              </c:pt>
              <c:pt idx="288">
                <c:v>4.336819044442811</c:v>
              </c:pt>
              <c:pt idx="289">
                <c:v>4.336819044442811</c:v>
              </c:pt>
              <c:pt idx="290">
                <c:v>4.336819044442811</c:v>
              </c:pt>
              <c:pt idx="291">
                <c:v>4.336819044442811</c:v>
              </c:pt>
              <c:pt idx="292">
                <c:v>4.336819044442811</c:v>
              </c:pt>
              <c:pt idx="293">
                <c:v>4.336819044442811</c:v>
              </c:pt>
              <c:pt idx="294">
                <c:v>4.336819044442811</c:v>
              </c:pt>
              <c:pt idx="295">
                <c:v>4.336819044442811</c:v>
              </c:pt>
              <c:pt idx="296">
                <c:v>4.336819044442811</c:v>
              </c:pt>
              <c:pt idx="297">
                <c:v>4.336819044442811</c:v>
              </c:pt>
              <c:pt idx="298">
                <c:v>4.336819044442811</c:v>
              </c:pt>
              <c:pt idx="299">
                <c:v>4.336819044442811</c:v>
              </c:pt>
              <c:pt idx="300">
                <c:v>4.336819044442811</c:v>
              </c:pt>
              <c:pt idx="301">
                <c:v>4.336819044442811</c:v>
              </c:pt>
              <c:pt idx="302">
                <c:v>4.336819044442811</c:v>
              </c:pt>
              <c:pt idx="303">
                <c:v>4.336819044442811</c:v>
              </c:pt>
              <c:pt idx="304">
                <c:v>4.336819044442811</c:v>
              </c:pt>
              <c:pt idx="305">
                <c:v>4.336819044442811</c:v>
              </c:pt>
              <c:pt idx="306">
                <c:v>4.336819044442811</c:v>
              </c:pt>
              <c:pt idx="307">
                <c:v>4.336819044442811</c:v>
              </c:pt>
              <c:pt idx="308">
                <c:v>4.336819044442811</c:v>
              </c:pt>
              <c:pt idx="309">
                <c:v>4.336819044442811</c:v>
              </c:pt>
              <c:pt idx="310">
                <c:v>4.336819044442811</c:v>
              </c:pt>
              <c:pt idx="311">
                <c:v>4.336819044442811</c:v>
              </c:pt>
              <c:pt idx="312">
                <c:v>4.336819044442811</c:v>
              </c:pt>
              <c:pt idx="313">
                <c:v>4.336819044442811</c:v>
              </c:pt>
              <c:pt idx="314">
                <c:v>4.336819044442811</c:v>
              </c:pt>
              <c:pt idx="315">
                <c:v>4.336819044442811</c:v>
              </c:pt>
              <c:pt idx="316">
                <c:v>4.336819044442811</c:v>
              </c:pt>
              <c:pt idx="317">
                <c:v>4.336819044442811</c:v>
              </c:pt>
              <c:pt idx="318">
                <c:v>4.336819044442811</c:v>
              </c:pt>
              <c:pt idx="319">
                <c:v>4.336819044442811</c:v>
              </c:pt>
              <c:pt idx="320">
                <c:v>4.336819044442811</c:v>
              </c:pt>
              <c:pt idx="321">
                <c:v>4.336819044442811</c:v>
              </c:pt>
              <c:pt idx="322">
                <c:v>4.336819044442811</c:v>
              </c:pt>
              <c:pt idx="323">
                <c:v>4.336819044442811</c:v>
              </c:pt>
              <c:pt idx="324">
                <c:v>4.336819044442811</c:v>
              </c:pt>
              <c:pt idx="325">
                <c:v>4.336819044442811</c:v>
              </c:pt>
              <c:pt idx="326">
                <c:v>4.336819044442811</c:v>
              </c:pt>
              <c:pt idx="327">
                <c:v>4.336819044442811</c:v>
              </c:pt>
              <c:pt idx="328">
                <c:v>4.336819044442811</c:v>
              </c:pt>
              <c:pt idx="329">
                <c:v>4.336819044442811</c:v>
              </c:pt>
              <c:pt idx="330">
                <c:v>4.336819044442811</c:v>
              </c:pt>
              <c:pt idx="331">
                <c:v>4.336819044442811</c:v>
              </c:pt>
              <c:pt idx="332">
                <c:v>4.336819044442811</c:v>
              </c:pt>
              <c:pt idx="333">
                <c:v>4.336819044442811</c:v>
              </c:pt>
              <c:pt idx="334">
                <c:v>4.336819044442811</c:v>
              </c:pt>
              <c:pt idx="335">
                <c:v>4.336819044442811</c:v>
              </c:pt>
              <c:pt idx="336">
                <c:v>4.336819044442811</c:v>
              </c:pt>
              <c:pt idx="337">
                <c:v>4.336819044442811</c:v>
              </c:pt>
              <c:pt idx="338">
                <c:v>4.336819044442811</c:v>
              </c:pt>
              <c:pt idx="339">
                <c:v>4.336819044442811</c:v>
              </c:pt>
              <c:pt idx="340">
                <c:v>4.336819044442811</c:v>
              </c:pt>
              <c:pt idx="341">
                <c:v>4.336819044442811</c:v>
              </c:pt>
              <c:pt idx="342">
                <c:v>4.336819044442811</c:v>
              </c:pt>
              <c:pt idx="343">
                <c:v>4.336819044442811</c:v>
              </c:pt>
              <c:pt idx="344">
                <c:v>4.336819044442811</c:v>
              </c:pt>
              <c:pt idx="345">
                <c:v>4.336819044442811</c:v>
              </c:pt>
              <c:pt idx="346">
                <c:v>4.336819044442811</c:v>
              </c:pt>
              <c:pt idx="347">
                <c:v>4.336819044442811</c:v>
              </c:pt>
              <c:pt idx="348">
                <c:v>4.336819044442811</c:v>
              </c:pt>
              <c:pt idx="349">
                <c:v>4.336819044442811</c:v>
              </c:pt>
              <c:pt idx="350">
                <c:v>4.336819044442811</c:v>
              </c:pt>
              <c:pt idx="351">
                <c:v>4.336819044442811</c:v>
              </c:pt>
              <c:pt idx="352">
                <c:v>4.336819044442811</c:v>
              </c:pt>
              <c:pt idx="353">
                <c:v>4.336819044442811</c:v>
              </c:pt>
              <c:pt idx="354">
                <c:v>4.336819044442811</c:v>
              </c:pt>
              <c:pt idx="355">
                <c:v>4.336819044442811</c:v>
              </c:pt>
              <c:pt idx="356">
                <c:v>4.336819044442811</c:v>
              </c:pt>
              <c:pt idx="357">
                <c:v>4.336819044442811</c:v>
              </c:pt>
              <c:pt idx="358">
                <c:v>4.336819044442811</c:v>
              </c:pt>
              <c:pt idx="359">
                <c:v>4.336819044442811</c:v>
              </c:pt>
              <c:pt idx="360">
                <c:v>4.336819044442811</c:v>
              </c:pt>
              <c:pt idx="361">
                <c:v>4.336819044442811</c:v>
              </c:pt>
              <c:pt idx="362">
                <c:v>4.336819044442811</c:v>
              </c:pt>
              <c:pt idx="363">
                <c:v>4.336819044442811</c:v>
              </c:pt>
              <c:pt idx="364">
                <c:v>4.336819044442811</c:v>
              </c:pt>
              <c:pt idx="365">
                <c:v>4.336819044442811</c:v>
              </c:pt>
              <c:pt idx="366">
                <c:v>4.336819044442811</c:v>
              </c:pt>
              <c:pt idx="367">
                <c:v>4.336819044442811</c:v>
              </c:pt>
              <c:pt idx="368">
                <c:v>4.336819044442811</c:v>
              </c:pt>
              <c:pt idx="369">
                <c:v>4.336819044442811</c:v>
              </c:pt>
              <c:pt idx="370">
                <c:v>4.336819044442811</c:v>
              </c:pt>
              <c:pt idx="371">
                <c:v>4.336819044442811</c:v>
              </c:pt>
              <c:pt idx="372">
                <c:v>4.336819044442811</c:v>
              </c:pt>
              <c:pt idx="373">
                <c:v>4.336819044442811</c:v>
              </c:pt>
              <c:pt idx="374">
                <c:v>4.336819044442811</c:v>
              </c:pt>
              <c:pt idx="375">
                <c:v>4.336819044442811</c:v>
              </c:pt>
              <c:pt idx="376">
                <c:v>4.336819044442811</c:v>
              </c:pt>
              <c:pt idx="377">
                <c:v>4.336819044442811</c:v>
              </c:pt>
              <c:pt idx="378">
                <c:v>4.336819044442811</c:v>
              </c:pt>
              <c:pt idx="379">
                <c:v>4.336819044442811</c:v>
              </c:pt>
              <c:pt idx="380">
                <c:v>4.336819044442811</c:v>
              </c:pt>
              <c:pt idx="381">
                <c:v>4.336819044442811</c:v>
              </c:pt>
              <c:pt idx="382">
                <c:v>4.336819044442811</c:v>
              </c:pt>
              <c:pt idx="383">
                <c:v>4.336819044442811</c:v>
              </c:pt>
              <c:pt idx="384">
                <c:v>4.336819044442811</c:v>
              </c:pt>
              <c:pt idx="385">
                <c:v>4.336819044442811</c:v>
              </c:pt>
              <c:pt idx="386">
                <c:v>4.336819044442811</c:v>
              </c:pt>
              <c:pt idx="387">
                <c:v>4.336819044442811</c:v>
              </c:pt>
              <c:pt idx="388">
                <c:v>4.336819044442811</c:v>
              </c:pt>
              <c:pt idx="389">
                <c:v>4.336819044442811</c:v>
              </c:pt>
              <c:pt idx="390">
                <c:v>4.336819044442811</c:v>
              </c:pt>
              <c:pt idx="391">
                <c:v>4.336819044442811</c:v>
              </c:pt>
              <c:pt idx="392">
                <c:v>4.336819044442811</c:v>
              </c:pt>
              <c:pt idx="393">
                <c:v>4.336819044442811</c:v>
              </c:pt>
              <c:pt idx="394">
                <c:v>4.336819044442811</c:v>
              </c:pt>
              <c:pt idx="395">
                <c:v>4.336819044442811</c:v>
              </c:pt>
              <c:pt idx="396">
                <c:v>4.336819044442811</c:v>
              </c:pt>
              <c:pt idx="397">
                <c:v>4.336819044442811</c:v>
              </c:pt>
              <c:pt idx="398">
                <c:v>4.336819044442811</c:v>
              </c:pt>
              <c:pt idx="399">
                <c:v>4.336819044442811</c:v>
              </c:pt>
              <c:pt idx="400">
                <c:v>4.336819044442811</c:v>
              </c:pt>
              <c:pt idx="401">
                <c:v>4.336819044442811</c:v>
              </c:pt>
              <c:pt idx="402">
                <c:v>4.336819044442811</c:v>
              </c:pt>
              <c:pt idx="403">
                <c:v>4.336819044442811</c:v>
              </c:pt>
              <c:pt idx="404">
                <c:v>4.336819044442811</c:v>
              </c:pt>
              <c:pt idx="405">
                <c:v>4.336819044442811</c:v>
              </c:pt>
              <c:pt idx="406">
                <c:v>4.336819044442811</c:v>
              </c:pt>
              <c:pt idx="407">
                <c:v>4.336819044442811</c:v>
              </c:pt>
              <c:pt idx="408">
                <c:v>4.336819044442811</c:v>
              </c:pt>
              <c:pt idx="409">
                <c:v>4.336819044442811</c:v>
              </c:pt>
              <c:pt idx="410">
                <c:v>4.336819044442811</c:v>
              </c:pt>
              <c:pt idx="411">
                <c:v>4.336819044442811</c:v>
              </c:pt>
              <c:pt idx="412">
                <c:v>4.336819044442811</c:v>
              </c:pt>
              <c:pt idx="413">
                <c:v>4.336819044442811</c:v>
              </c:pt>
              <c:pt idx="414">
                <c:v>4.336819044442811</c:v>
              </c:pt>
              <c:pt idx="415">
                <c:v>4.336819044442811</c:v>
              </c:pt>
              <c:pt idx="416">
                <c:v>4.336819044442811</c:v>
              </c:pt>
              <c:pt idx="417">
                <c:v>4.336819044442811</c:v>
              </c:pt>
              <c:pt idx="418">
                <c:v>4.336819044442811</c:v>
              </c:pt>
              <c:pt idx="419">
                <c:v>4.336819044442811</c:v>
              </c:pt>
              <c:pt idx="420">
                <c:v>4.336819044442811</c:v>
              </c:pt>
              <c:pt idx="421">
                <c:v>4.336819044442811</c:v>
              </c:pt>
              <c:pt idx="422">
                <c:v>4.336819044442811</c:v>
              </c:pt>
              <c:pt idx="423">
                <c:v>4.336819044442811</c:v>
              </c:pt>
              <c:pt idx="424">
                <c:v>4.336819044442811</c:v>
              </c:pt>
              <c:pt idx="425">
                <c:v>4.336819044442811</c:v>
              </c:pt>
              <c:pt idx="426">
                <c:v>4.336819044442811</c:v>
              </c:pt>
              <c:pt idx="427">
                <c:v>4.336819044442811</c:v>
              </c:pt>
              <c:pt idx="428">
                <c:v>4.336819044442811</c:v>
              </c:pt>
              <c:pt idx="429">
                <c:v>4.336819044442811</c:v>
              </c:pt>
              <c:pt idx="430">
                <c:v>4.336819044442811</c:v>
              </c:pt>
              <c:pt idx="431">
                <c:v>4.336819044442811</c:v>
              </c:pt>
              <c:pt idx="432">
                <c:v>4.336819044442811</c:v>
              </c:pt>
              <c:pt idx="433">
                <c:v>4.336819044442811</c:v>
              </c:pt>
              <c:pt idx="434">
                <c:v>4.336819044442811</c:v>
              </c:pt>
              <c:pt idx="435">
                <c:v>4.336819044442811</c:v>
              </c:pt>
              <c:pt idx="436">
                <c:v>4.336819044442811</c:v>
              </c:pt>
              <c:pt idx="437">
                <c:v>4.336819044442811</c:v>
              </c:pt>
              <c:pt idx="438">
                <c:v>4.336819044442811</c:v>
              </c:pt>
              <c:pt idx="439">
                <c:v>4.336819044442811</c:v>
              </c:pt>
              <c:pt idx="440">
                <c:v>4.336819044442811</c:v>
              </c:pt>
              <c:pt idx="441">
                <c:v>4.336819044442811</c:v>
              </c:pt>
              <c:pt idx="442">
                <c:v>4.336819044442811</c:v>
              </c:pt>
              <c:pt idx="443">
                <c:v>4.336819044442811</c:v>
              </c:pt>
              <c:pt idx="444">
                <c:v>4.336819044442811</c:v>
              </c:pt>
              <c:pt idx="445">
                <c:v>4.336819044442811</c:v>
              </c:pt>
              <c:pt idx="446">
                <c:v>4.336819044442811</c:v>
              </c:pt>
              <c:pt idx="447">
                <c:v>4.336819044442811</c:v>
              </c:pt>
              <c:pt idx="448">
                <c:v>4.336819044442811</c:v>
              </c:pt>
              <c:pt idx="449">
                <c:v>4.336819044442811</c:v>
              </c:pt>
            </c:numLit>
          </c:yVal>
          <c:smooth val="0"/>
        </c:ser>
        <c:ser>
          <c:idx val="3"/>
          <c:order val="3"/>
          <c:tx>
            <c:v>Same-order filling improvement</c:v>
          </c:tx>
          <c:spPr>
            <a:noFill xmlns:a="http://schemas.openxmlformats.org/drawingml/2006/main"/>
            <a:ln xmlns:a="http://schemas.openxmlformats.org/drawingml/2006/main" w="7620">
              <a:solidFill>
                <a:srgbClr val="009E73"/>
              </a:solidFill>
              <a:prstDash val="solid"/>
            </a:ln>
          </c:spPr>
          <c:marker>
            <c:symbol val="none"/>
            <c:size val="7"/>
            <c:spPr>
              <a:solidFill xmlns:a="http://schemas.openxmlformats.org/drawingml/2006/main">
                <a:srgbClr val="009E73"/>
              </a:solidFill>
            </c:spPr>
          </c:marker>
          <c:xVal>
            <c:numLit>
              <c:formatCode>General</c:formatCode>
              <c:ptCount val="450"/>
              <c:pt idx="0">
                <c:v>1.1533739287265037</c:v>
              </c:pt>
              <c:pt idx="1">
                <c:v>1.7176057459273668</c:v>
              </c:pt>
              <c:pt idx="2">
                <c:v>1.7176057459273668</c:v>
              </c:pt>
              <c:pt idx="3">
                <c:v>1.7176057459273668</c:v>
              </c:pt>
              <c:pt idx="4">
                <c:v>1.7176057459273668</c:v>
              </c:pt>
              <c:pt idx="5">
                <c:v>1.7176057459273668</c:v>
              </c:pt>
              <c:pt idx="6">
                <c:v>1.7176057459273668</c:v>
              </c:pt>
              <c:pt idx="7">
                <c:v>1.7176057459273668</c:v>
              </c:pt>
              <c:pt idx="8">
                <c:v>1.7176057459273668</c:v>
              </c:pt>
              <c:pt idx="9">
                <c:v>1.7176057459273668</c:v>
              </c:pt>
              <c:pt idx="10">
                <c:v>1.7176057459273668</c:v>
              </c:pt>
              <c:pt idx="11">
                <c:v>1.7176057459273668</c:v>
              </c:pt>
              <c:pt idx="12">
                <c:v>1.7176057459273668</c:v>
              </c:pt>
              <c:pt idx="13">
                <c:v>1.7176057459273668</c:v>
              </c:pt>
              <c:pt idx="14">
                <c:v>1.7176057459273668</c:v>
              </c:pt>
              <c:pt idx="15">
                <c:v>1.7176057459273668</c:v>
              </c:pt>
              <c:pt idx="16">
                <c:v>1.7176057459273668</c:v>
              </c:pt>
              <c:pt idx="17">
                <c:v>1.7176057459273668</c:v>
              </c:pt>
              <c:pt idx="18">
                <c:v>1.7176057459273668</c:v>
              </c:pt>
              <c:pt idx="19">
                <c:v>1.7176057459273668</c:v>
              </c:pt>
              <c:pt idx="20">
                <c:v>1.7176057459273668</c:v>
              </c:pt>
              <c:pt idx="21">
                <c:v>1.7176057459273668</c:v>
              </c:pt>
              <c:pt idx="22">
                <c:v>1.7176057459273668</c:v>
              </c:pt>
              <c:pt idx="23">
                <c:v>1.7176057459273668</c:v>
              </c:pt>
              <c:pt idx="24">
                <c:v>1.7176057459273668</c:v>
              </c:pt>
              <c:pt idx="25">
                <c:v>1.7176057459273668</c:v>
              </c:pt>
              <c:pt idx="26">
                <c:v>1.7176057459273668</c:v>
              </c:pt>
              <c:pt idx="27">
                <c:v>1.7176057459273668</c:v>
              </c:pt>
              <c:pt idx="28">
                <c:v>1.7176057459273668</c:v>
              </c:pt>
              <c:pt idx="29">
                <c:v>1.7176057459273668</c:v>
              </c:pt>
              <c:pt idx="30">
                <c:v>1.7176057459273668</c:v>
              </c:pt>
              <c:pt idx="31">
                <c:v>1.7176057459273668</c:v>
              </c:pt>
              <c:pt idx="32">
                <c:v>1.7176057459273668</c:v>
              </c:pt>
              <c:pt idx="33">
                <c:v>1.7176057459273668</c:v>
              </c:pt>
              <c:pt idx="34">
                <c:v>1.7176057459273668</c:v>
              </c:pt>
              <c:pt idx="35">
                <c:v>1.7176057459273668</c:v>
              </c:pt>
              <c:pt idx="36">
                <c:v>1.7176057459273668</c:v>
              </c:pt>
              <c:pt idx="37">
                <c:v>1.7176057459273668</c:v>
              </c:pt>
              <c:pt idx="38">
                <c:v>1.7176057459273668</c:v>
              </c:pt>
              <c:pt idx="39">
                <c:v>1.7176057459273668</c:v>
              </c:pt>
              <c:pt idx="40">
                <c:v>1.7176057459273668</c:v>
              </c:pt>
              <c:pt idx="41">
                <c:v>1.7176057459273668</c:v>
              </c:pt>
              <c:pt idx="42">
                <c:v>1.7176057459273668</c:v>
              </c:pt>
              <c:pt idx="43">
                <c:v>1.7176057459273668</c:v>
              </c:pt>
              <c:pt idx="44">
                <c:v>1.7176057459273668</c:v>
              </c:pt>
              <c:pt idx="45">
                <c:v>1.7176057459273668</c:v>
              </c:pt>
              <c:pt idx="46">
                <c:v>1.7176057459273668</c:v>
              </c:pt>
              <c:pt idx="47">
                <c:v>1.7176057459273668</c:v>
              </c:pt>
              <c:pt idx="48">
                <c:v>1.7176057459273668</c:v>
              </c:pt>
              <c:pt idx="49">
                <c:v>1.7176057459273668</c:v>
              </c:pt>
              <c:pt idx="50">
                <c:v>1.7176057459273668</c:v>
              </c:pt>
              <c:pt idx="51">
                <c:v>1.7176057459273668</c:v>
              </c:pt>
              <c:pt idx="52">
                <c:v>1.7176057459273668</c:v>
              </c:pt>
              <c:pt idx="53">
                <c:v>1.7176057459273668</c:v>
              </c:pt>
              <c:pt idx="54">
                <c:v>1.7176057459273668</c:v>
              </c:pt>
              <c:pt idx="55">
                <c:v>1.7176057459273668</c:v>
              </c:pt>
              <c:pt idx="56">
                <c:v>1.7176057459273668</c:v>
              </c:pt>
              <c:pt idx="57">
                <c:v>1.7176057459273668</c:v>
              </c:pt>
              <c:pt idx="58">
                <c:v>1.7176057459273668</c:v>
              </c:pt>
              <c:pt idx="59">
                <c:v>1.7176057459273668</c:v>
              </c:pt>
              <c:pt idx="60">
                <c:v>1.7176057459273668</c:v>
              </c:pt>
              <c:pt idx="61">
                <c:v>1.7176057459273668</c:v>
              </c:pt>
              <c:pt idx="62">
                <c:v>1.7176057459273668</c:v>
              </c:pt>
              <c:pt idx="63">
                <c:v>1.7176057459273668</c:v>
              </c:pt>
              <c:pt idx="64">
                <c:v>1.7176057459273668</c:v>
              </c:pt>
              <c:pt idx="65">
                <c:v>1.7176057459273668</c:v>
              </c:pt>
              <c:pt idx="66">
                <c:v>1.7176057459273668</c:v>
              </c:pt>
              <c:pt idx="67">
                <c:v>1.7176057459273668</c:v>
              </c:pt>
              <c:pt idx="68">
                <c:v>1.7176057459273668</c:v>
              </c:pt>
              <c:pt idx="69">
                <c:v>1.7176057459273668</c:v>
              </c:pt>
              <c:pt idx="70">
                <c:v>1.7176057459273668</c:v>
              </c:pt>
              <c:pt idx="71">
                <c:v>1.7176057459273668</c:v>
              </c:pt>
              <c:pt idx="72">
                <c:v>1.7176057459273668</c:v>
              </c:pt>
              <c:pt idx="73">
                <c:v>1.7176057459273668</c:v>
              </c:pt>
              <c:pt idx="74">
                <c:v>1.7176057459273668</c:v>
              </c:pt>
              <c:pt idx="75">
                <c:v>1.7176057459273668</c:v>
              </c:pt>
              <c:pt idx="76">
                <c:v>1.7176057459273668</c:v>
              </c:pt>
              <c:pt idx="77">
                <c:v>1.7176057459273668</c:v>
              </c:pt>
              <c:pt idx="78">
                <c:v>1.7176057459273668</c:v>
              </c:pt>
              <c:pt idx="79">
                <c:v>1.7176057459273668</c:v>
              </c:pt>
              <c:pt idx="80">
                <c:v>1.7176057459273668</c:v>
              </c:pt>
              <c:pt idx="81">
                <c:v>1.7176057459273668</c:v>
              </c:pt>
              <c:pt idx="82">
                <c:v>1.7176057459273668</c:v>
              </c:pt>
              <c:pt idx="83">
                <c:v>1.7176057459273668</c:v>
              </c:pt>
              <c:pt idx="84">
                <c:v>1.7176057459273668</c:v>
              </c:pt>
              <c:pt idx="85">
                <c:v>1.7176057459273668</c:v>
              </c:pt>
              <c:pt idx="86">
                <c:v>1.7176057459273668</c:v>
              </c:pt>
              <c:pt idx="87">
                <c:v>1.7176057459273668</c:v>
              </c:pt>
              <c:pt idx="88">
                <c:v>1.7176057459273668</c:v>
              </c:pt>
              <c:pt idx="89">
                <c:v>1.7176057459273668</c:v>
              </c:pt>
              <c:pt idx="90">
                <c:v>1.7176057459273668</c:v>
              </c:pt>
              <c:pt idx="91">
                <c:v>1.7176057459273668</c:v>
              </c:pt>
              <c:pt idx="92">
                <c:v>1.7176057459273668</c:v>
              </c:pt>
              <c:pt idx="93">
                <c:v>1.7176057459273668</c:v>
              </c:pt>
              <c:pt idx="94">
                <c:v>1.7176057459273668</c:v>
              </c:pt>
              <c:pt idx="95">
                <c:v>1.7176057459273668</c:v>
              </c:pt>
              <c:pt idx="96">
                <c:v>1.7176057459273668</c:v>
              </c:pt>
              <c:pt idx="97">
                <c:v>1.7176057459273668</c:v>
              </c:pt>
              <c:pt idx="98">
                <c:v>1.7176057459273668</c:v>
              </c:pt>
              <c:pt idx="99">
                <c:v>1.7176057459273668</c:v>
              </c:pt>
              <c:pt idx="100">
                <c:v>1.7176057459273668</c:v>
              </c:pt>
              <c:pt idx="101">
                <c:v>1.7176057459273668</c:v>
              </c:pt>
              <c:pt idx="102">
                <c:v>1.7176057459273668</c:v>
              </c:pt>
              <c:pt idx="103">
                <c:v>1.7176057459273668</c:v>
              </c:pt>
              <c:pt idx="104">
                <c:v>1.7176057459273668</c:v>
              </c:pt>
              <c:pt idx="105">
                <c:v>1.7176057459273668</c:v>
              </c:pt>
              <c:pt idx="106">
                <c:v>1.7176057459273668</c:v>
              </c:pt>
              <c:pt idx="107">
                <c:v>1.7176057459273668</c:v>
              </c:pt>
              <c:pt idx="108">
                <c:v>1.7176057459273668</c:v>
              </c:pt>
              <c:pt idx="109">
                <c:v>1.7176057459273668</c:v>
              </c:pt>
              <c:pt idx="110">
                <c:v>1.7176057459273668</c:v>
              </c:pt>
              <c:pt idx="111">
                <c:v>1.7176057459273668</c:v>
              </c:pt>
              <c:pt idx="112">
                <c:v>1.7176057459273668</c:v>
              </c:pt>
              <c:pt idx="113">
                <c:v>1.7176057459273668</c:v>
              </c:pt>
              <c:pt idx="114">
                <c:v>1.7176057459273668</c:v>
              </c:pt>
              <c:pt idx="115">
                <c:v>1.7176057459273668</c:v>
              </c:pt>
              <c:pt idx="116">
                <c:v>1.7176057459273668</c:v>
              </c:pt>
              <c:pt idx="117">
                <c:v>1.7176057459273668</c:v>
              </c:pt>
              <c:pt idx="118">
                <c:v>1.7176057459273668</c:v>
              </c:pt>
              <c:pt idx="119">
                <c:v>1.7176057459273668</c:v>
              </c:pt>
              <c:pt idx="120">
                <c:v>1.7176057459273668</c:v>
              </c:pt>
              <c:pt idx="121">
                <c:v>1.7176057459273668</c:v>
              </c:pt>
              <c:pt idx="122">
                <c:v>1.7176057459273668</c:v>
              </c:pt>
              <c:pt idx="123">
                <c:v>1.7176057459273668</c:v>
              </c:pt>
              <c:pt idx="124">
                <c:v>1.7176057459273668</c:v>
              </c:pt>
              <c:pt idx="125">
                <c:v>1.7176057459273668</c:v>
              </c:pt>
              <c:pt idx="126">
                <c:v>1.7176057459273668</c:v>
              </c:pt>
              <c:pt idx="127">
                <c:v>1.7176057459273668</c:v>
              </c:pt>
              <c:pt idx="128">
                <c:v>1.7176057459273668</c:v>
              </c:pt>
              <c:pt idx="129">
                <c:v>1.7176057459273668</c:v>
              </c:pt>
              <c:pt idx="130">
                <c:v>1.7176057459273668</c:v>
              </c:pt>
              <c:pt idx="131">
                <c:v>1.7176057459273668</c:v>
              </c:pt>
              <c:pt idx="132">
                <c:v>1.7176057459273668</c:v>
              </c:pt>
              <c:pt idx="133">
                <c:v>1.7176057459273668</c:v>
              </c:pt>
              <c:pt idx="134">
                <c:v>1.7176057459273668</c:v>
              </c:pt>
              <c:pt idx="135">
                <c:v>1.7176057459273668</c:v>
              </c:pt>
              <c:pt idx="136">
                <c:v>1.7176057459273668</c:v>
              </c:pt>
              <c:pt idx="137">
                <c:v>1.7176057459273668</c:v>
              </c:pt>
              <c:pt idx="138">
                <c:v>1.7176057459273668</c:v>
              </c:pt>
              <c:pt idx="139">
                <c:v>1.7176057459273668</c:v>
              </c:pt>
              <c:pt idx="140">
                <c:v>1.7176057459273668</c:v>
              </c:pt>
              <c:pt idx="141">
                <c:v>1.7176057459273668</c:v>
              </c:pt>
              <c:pt idx="142">
                <c:v>1.7176057459273668</c:v>
              </c:pt>
              <c:pt idx="143">
                <c:v>1.7176057459273668</c:v>
              </c:pt>
              <c:pt idx="144">
                <c:v>1.7176057459273668</c:v>
              </c:pt>
              <c:pt idx="145">
                <c:v>1.7176057459273668</c:v>
              </c:pt>
              <c:pt idx="146">
                <c:v>1.7176057459273668</c:v>
              </c:pt>
              <c:pt idx="147">
                <c:v>1.7176057459273668</c:v>
              </c:pt>
              <c:pt idx="148">
                <c:v>1.7176057459273668</c:v>
              </c:pt>
              <c:pt idx="149">
                <c:v>1.7176057459273668</c:v>
              </c:pt>
              <c:pt idx="150">
                <c:v>1.7176057459273668</c:v>
              </c:pt>
              <c:pt idx="151">
                <c:v>1.7176057459273668</c:v>
              </c:pt>
              <c:pt idx="152">
                <c:v>1.7176057459273668</c:v>
              </c:pt>
              <c:pt idx="153">
                <c:v>1.7176057459273668</c:v>
              </c:pt>
              <c:pt idx="154">
                <c:v>1.7176057459273668</c:v>
              </c:pt>
              <c:pt idx="155">
                <c:v>1.7176057459273668</c:v>
              </c:pt>
              <c:pt idx="156">
                <c:v>1.7176057459273668</c:v>
              </c:pt>
              <c:pt idx="157">
                <c:v>1.7176057459273668</c:v>
              </c:pt>
              <c:pt idx="158">
                <c:v>1.7176057459273668</c:v>
              </c:pt>
              <c:pt idx="159">
                <c:v>1.7176057459273668</c:v>
              </c:pt>
              <c:pt idx="160">
                <c:v>1.7176057459273668</c:v>
              </c:pt>
              <c:pt idx="161">
                <c:v>1.7176057459273668</c:v>
              </c:pt>
              <c:pt idx="162">
                <c:v>1.7176057459273668</c:v>
              </c:pt>
              <c:pt idx="163">
                <c:v>1.7176057459273668</c:v>
              </c:pt>
              <c:pt idx="164">
                <c:v>1.7176057459273668</c:v>
              </c:pt>
              <c:pt idx="165">
                <c:v>1.7176057459273668</c:v>
              </c:pt>
              <c:pt idx="166">
                <c:v>1.7176057459273668</c:v>
              </c:pt>
              <c:pt idx="167">
                <c:v>1.7176057459273668</c:v>
              </c:pt>
              <c:pt idx="168">
                <c:v>1.7176057459273668</c:v>
              </c:pt>
              <c:pt idx="169">
                <c:v>1.7176057459273668</c:v>
              </c:pt>
              <c:pt idx="170">
                <c:v>1.7176057459273668</c:v>
              </c:pt>
              <c:pt idx="171">
                <c:v>1.7176057459273668</c:v>
              </c:pt>
              <c:pt idx="172">
                <c:v>1.7176057459273668</c:v>
              </c:pt>
              <c:pt idx="173">
                <c:v>1.7176057459273668</c:v>
              </c:pt>
              <c:pt idx="174">
                <c:v>1.7176057459273668</c:v>
              </c:pt>
              <c:pt idx="175">
                <c:v>1.7176057459273668</c:v>
              </c:pt>
              <c:pt idx="176">
                <c:v>1.7176057459273668</c:v>
              </c:pt>
              <c:pt idx="177">
                <c:v>1.7176057459273668</c:v>
              </c:pt>
              <c:pt idx="178">
                <c:v>1.7176057459273668</c:v>
              </c:pt>
              <c:pt idx="179">
                <c:v>1.7176057459273668</c:v>
              </c:pt>
              <c:pt idx="180">
                <c:v>1.7176057459273668</c:v>
              </c:pt>
              <c:pt idx="181">
                <c:v>1.7176057459273668</c:v>
              </c:pt>
              <c:pt idx="182">
                <c:v>1.7176057459273668</c:v>
              </c:pt>
              <c:pt idx="183">
                <c:v>1.7176057459273668</c:v>
              </c:pt>
              <c:pt idx="184">
                <c:v>1.7176057459273668</c:v>
              </c:pt>
              <c:pt idx="185">
                <c:v>1.7176057459273668</c:v>
              </c:pt>
              <c:pt idx="186">
                <c:v>1.7176057459273668</c:v>
              </c:pt>
              <c:pt idx="187">
                <c:v>1.7176057459273668</c:v>
              </c:pt>
              <c:pt idx="188">
                <c:v>1.7176057459273668</c:v>
              </c:pt>
              <c:pt idx="189">
                <c:v>1.7176057459273668</c:v>
              </c:pt>
              <c:pt idx="190">
                <c:v>1.7176057459273668</c:v>
              </c:pt>
              <c:pt idx="191">
                <c:v>1.7176057459273668</c:v>
              </c:pt>
              <c:pt idx="192">
                <c:v>1.7176057459273668</c:v>
              </c:pt>
              <c:pt idx="193">
                <c:v>1.7176057459273668</c:v>
              </c:pt>
              <c:pt idx="194">
                <c:v>1.7176057459273668</c:v>
              </c:pt>
              <c:pt idx="195">
                <c:v>1.7176057459273668</c:v>
              </c:pt>
              <c:pt idx="196">
                <c:v>1.7176057459273668</c:v>
              </c:pt>
              <c:pt idx="197">
                <c:v>1.7176057459273668</c:v>
              </c:pt>
              <c:pt idx="198">
                <c:v>1.7176057459273668</c:v>
              </c:pt>
              <c:pt idx="199">
                <c:v>1.7176057459273668</c:v>
              </c:pt>
              <c:pt idx="200">
                <c:v>1.7176057459273668</c:v>
              </c:pt>
              <c:pt idx="201">
                <c:v>1.7176057459273668</c:v>
              </c:pt>
              <c:pt idx="202">
                <c:v>1.7176057459273668</c:v>
              </c:pt>
              <c:pt idx="203">
                <c:v>1.7176057459273668</c:v>
              </c:pt>
              <c:pt idx="204">
                <c:v>1.7176057459273668</c:v>
              </c:pt>
              <c:pt idx="205">
                <c:v>1.7176057459273668</c:v>
              </c:pt>
              <c:pt idx="206">
                <c:v>1.7176057459273668</c:v>
              </c:pt>
              <c:pt idx="207">
                <c:v>1.7176057459273668</c:v>
              </c:pt>
              <c:pt idx="208">
                <c:v>1.7176057459273668</c:v>
              </c:pt>
              <c:pt idx="209">
                <c:v>1.7176057459273668</c:v>
              </c:pt>
              <c:pt idx="210">
                <c:v>1.7176057459273668</c:v>
              </c:pt>
              <c:pt idx="211">
                <c:v>1.7176057459273668</c:v>
              </c:pt>
              <c:pt idx="212">
                <c:v>1.7176057459273668</c:v>
              </c:pt>
              <c:pt idx="213">
                <c:v>1.7176057459273668</c:v>
              </c:pt>
              <c:pt idx="214">
                <c:v>1.7176057459273668</c:v>
              </c:pt>
              <c:pt idx="215">
                <c:v>1.7176057459273668</c:v>
              </c:pt>
              <c:pt idx="216">
                <c:v>1.7176057459273668</c:v>
              </c:pt>
              <c:pt idx="217">
                <c:v>1.7176057459273668</c:v>
              </c:pt>
              <c:pt idx="218">
                <c:v>1.7176057459273668</c:v>
              </c:pt>
              <c:pt idx="219">
                <c:v>1.7176057459273668</c:v>
              </c:pt>
              <c:pt idx="220">
                <c:v>1.7176057459273668</c:v>
              </c:pt>
              <c:pt idx="221">
                <c:v>1.7176057459273668</c:v>
              </c:pt>
              <c:pt idx="222">
                <c:v>1.7176057459273668</c:v>
              </c:pt>
              <c:pt idx="223">
                <c:v>1.7176057459273668</c:v>
              </c:pt>
              <c:pt idx="224">
                <c:v>1.7176057459273668</c:v>
              </c:pt>
              <c:pt idx="225">
                <c:v>1.7176057459273668</c:v>
              </c:pt>
              <c:pt idx="226">
                <c:v>1.7176057459273668</c:v>
              </c:pt>
              <c:pt idx="227">
                <c:v>1.7176057459273668</c:v>
              </c:pt>
              <c:pt idx="228">
                <c:v>1.7176057459273668</c:v>
              </c:pt>
              <c:pt idx="229">
                <c:v>1.7176057459273668</c:v>
              </c:pt>
              <c:pt idx="230">
                <c:v>1.7176057459273668</c:v>
              </c:pt>
              <c:pt idx="231">
                <c:v>1.7176057459273668</c:v>
              </c:pt>
              <c:pt idx="232">
                <c:v>1.7176057459273668</c:v>
              </c:pt>
              <c:pt idx="233">
                <c:v>1.7176057459273668</c:v>
              </c:pt>
              <c:pt idx="234">
                <c:v>1.7176057459273668</c:v>
              </c:pt>
              <c:pt idx="235">
                <c:v>1.7176057459273668</c:v>
              </c:pt>
              <c:pt idx="236">
                <c:v>1.7176057459273668</c:v>
              </c:pt>
              <c:pt idx="237">
                <c:v>1.7176057459273668</c:v>
              </c:pt>
              <c:pt idx="238">
                <c:v>1.7176057459273668</c:v>
              </c:pt>
              <c:pt idx="239">
                <c:v>1.7176057459273668</c:v>
              </c:pt>
              <c:pt idx="240">
                <c:v>1.7176057459273668</c:v>
              </c:pt>
              <c:pt idx="241">
                <c:v>1.7176057459273668</c:v>
              </c:pt>
              <c:pt idx="242">
                <c:v>1.7176057459273668</c:v>
              </c:pt>
              <c:pt idx="243">
                <c:v>1.7176057459273668</c:v>
              </c:pt>
              <c:pt idx="244">
                <c:v>1.7176057459273668</c:v>
              </c:pt>
              <c:pt idx="245">
                <c:v>1.7176057459273668</c:v>
              </c:pt>
              <c:pt idx="246">
                <c:v>1.7176057459273668</c:v>
              </c:pt>
              <c:pt idx="247">
                <c:v>1.7176057459273668</c:v>
              </c:pt>
              <c:pt idx="248">
                <c:v>1.7176057459273668</c:v>
              </c:pt>
              <c:pt idx="249">
                <c:v>1.7176057459273668</c:v>
              </c:pt>
              <c:pt idx="250">
                <c:v>1.7176057459273668</c:v>
              </c:pt>
              <c:pt idx="251">
                <c:v>1.7176057459273668</c:v>
              </c:pt>
              <c:pt idx="252">
                <c:v>1.7176057459273668</c:v>
              </c:pt>
              <c:pt idx="253">
                <c:v>1.7176057459273668</c:v>
              </c:pt>
              <c:pt idx="254">
                <c:v>1.7176057459273668</c:v>
              </c:pt>
              <c:pt idx="255">
                <c:v>1.7176057459273668</c:v>
              </c:pt>
              <c:pt idx="256">
                <c:v>1.7176057459273668</c:v>
              </c:pt>
              <c:pt idx="257">
                <c:v>1.7176057459273668</c:v>
              </c:pt>
              <c:pt idx="258">
                <c:v>1.7176057459273668</c:v>
              </c:pt>
              <c:pt idx="259">
                <c:v>1.7176057459273668</c:v>
              </c:pt>
              <c:pt idx="260">
                <c:v>1.7176057459273668</c:v>
              </c:pt>
              <c:pt idx="261">
                <c:v>1.7176057459273668</c:v>
              </c:pt>
              <c:pt idx="262">
                <c:v>1.7176057459273668</c:v>
              </c:pt>
              <c:pt idx="263">
                <c:v>1.7176057459273668</c:v>
              </c:pt>
              <c:pt idx="264">
                <c:v>1.7176057459273668</c:v>
              </c:pt>
              <c:pt idx="265">
                <c:v>1.7176057459273668</c:v>
              </c:pt>
              <c:pt idx="266">
                <c:v>1.7176057459273668</c:v>
              </c:pt>
              <c:pt idx="267">
                <c:v>1.7176057459273668</c:v>
              </c:pt>
              <c:pt idx="268">
                <c:v>1.7176057459273668</c:v>
              </c:pt>
              <c:pt idx="269">
                <c:v>1.7176057459273668</c:v>
              </c:pt>
              <c:pt idx="270">
                <c:v>1.7176057459273668</c:v>
              </c:pt>
              <c:pt idx="271">
                <c:v>1.7176057459273668</c:v>
              </c:pt>
              <c:pt idx="272">
                <c:v>1.7176057459273668</c:v>
              </c:pt>
              <c:pt idx="273">
                <c:v>1.7176057459273668</c:v>
              </c:pt>
              <c:pt idx="274">
                <c:v>1.7176057459273668</c:v>
              </c:pt>
              <c:pt idx="275">
                <c:v>1.7176057459273668</c:v>
              </c:pt>
              <c:pt idx="276">
                <c:v>1.7176057459273668</c:v>
              </c:pt>
              <c:pt idx="277">
                <c:v>1.7176057459273668</c:v>
              </c:pt>
              <c:pt idx="278">
                <c:v>1.7176057459273668</c:v>
              </c:pt>
              <c:pt idx="279">
                <c:v>1.7176057459273668</c:v>
              </c:pt>
              <c:pt idx="280">
                <c:v>1.7176057459273668</c:v>
              </c:pt>
              <c:pt idx="281">
                <c:v>1.7176057459273668</c:v>
              </c:pt>
              <c:pt idx="282">
                <c:v>1.7176057459273668</c:v>
              </c:pt>
              <c:pt idx="283">
                <c:v>1.7176057459273668</c:v>
              </c:pt>
              <c:pt idx="284">
                <c:v>1.7176057459273668</c:v>
              </c:pt>
              <c:pt idx="285">
                <c:v>1.7176057459273668</c:v>
              </c:pt>
              <c:pt idx="286">
                <c:v>1.7176057459273668</c:v>
              </c:pt>
              <c:pt idx="287">
                <c:v>1.7176057459273668</c:v>
              </c:pt>
              <c:pt idx="288">
                <c:v>1.7176057459273668</c:v>
              </c:pt>
              <c:pt idx="289">
                <c:v>1.7176057459273668</c:v>
              </c:pt>
              <c:pt idx="290">
                <c:v>1.7176057459273668</c:v>
              </c:pt>
              <c:pt idx="291">
                <c:v>1.7176057459273668</c:v>
              </c:pt>
              <c:pt idx="292">
                <c:v>1.7176057459273668</c:v>
              </c:pt>
              <c:pt idx="293">
                <c:v>1.7176057459273668</c:v>
              </c:pt>
              <c:pt idx="294">
                <c:v>1.7176057459273668</c:v>
              </c:pt>
              <c:pt idx="295">
                <c:v>1.7176057459273668</c:v>
              </c:pt>
              <c:pt idx="296">
                <c:v>1.7176057459273668</c:v>
              </c:pt>
              <c:pt idx="297">
                <c:v>1.7176057459273668</c:v>
              </c:pt>
              <c:pt idx="298">
                <c:v>1.7176057459273668</c:v>
              </c:pt>
              <c:pt idx="299">
                <c:v>1.7176057459273668</c:v>
              </c:pt>
              <c:pt idx="300">
                <c:v>1.7176057459273668</c:v>
              </c:pt>
              <c:pt idx="301">
                <c:v>1.7176057459273668</c:v>
              </c:pt>
              <c:pt idx="302">
                <c:v>1.7176057459273668</c:v>
              </c:pt>
              <c:pt idx="303">
                <c:v>1.7176057459273668</c:v>
              </c:pt>
              <c:pt idx="304">
                <c:v>1.7176057459273668</c:v>
              </c:pt>
              <c:pt idx="305">
                <c:v>1.7176057459273668</c:v>
              </c:pt>
              <c:pt idx="306">
                <c:v>1.7176057459273668</c:v>
              </c:pt>
              <c:pt idx="307">
                <c:v>1.7176057459273668</c:v>
              </c:pt>
              <c:pt idx="308">
                <c:v>1.7176057459273668</c:v>
              </c:pt>
              <c:pt idx="309">
                <c:v>1.7176057459273668</c:v>
              </c:pt>
              <c:pt idx="310">
                <c:v>1.7176057459273668</c:v>
              </c:pt>
              <c:pt idx="311">
                <c:v>1.7176057459273668</c:v>
              </c:pt>
              <c:pt idx="312">
                <c:v>1.7176057459273668</c:v>
              </c:pt>
              <c:pt idx="313">
                <c:v>1.7176057459273668</c:v>
              </c:pt>
              <c:pt idx="314">
                <c:v>1.7176057459273668</c:v>
              </c:pt>
              <c:pt idx="315">
                <c:v>1.7176057459273668</c:v>
              </c:pt>
              <c:pt idx="316">
                <c:v>1.7176057459273668</c:v>
              </c:pt>
              <c:pt idx="317">
                <c:v>1.7176057459273668</c:v>
              </c:pt>
              <c:pt idx="318">
                <c:v>1.7176057459273668</c:v>
              </c:pt>
              <c:pt idx="319">
                <c:v>1.7176057459273668</c:v>
              </c:pt>
              <c:pt idx="320">
                <c:v>1.7176057459273668</c:v>
              </c:pt>
              <c:pt idx="321">
                <c:v>1.7176057459273668</c:v>
              </c:pt>
              <c:pt idx="322">
                <c:v>1.7176057459273668</c:v>
              </c:pt>
              <c:pt idx="323">
                <c:v>1.7176057459273668</c:v>
              </c:pt>
              <c:pt idx="324">
                <c:v>1.7176057459273668</c:v>
              </c:pt>
              <c:pt idx="325">
                <c:v>1.7176057459273668</c:v>
              </c:pt>
              <c:pt idx="326">
                <c:v>1.7176057459273668</c:v>
              </c:pt>
              <c:pt idx="327">
                <c:v>1.7176057459273668</c:v>
              </c:pt>
              <c:pt idx="328">
                <c:v>1.7176057459273668</c:v>
              </c:pt>
              <c:pt idx="329">
                <c:v>1.7176057459273668</c:v>
              </c:pt>
              <c:pt idx="330">
                <c:v>1.7176057459273668</c:v>
              </c:pt>
              <c:pt idx="331">
                <c:v>1.7176057459273668</c:v>
              </c:pt>
              <c:pt idx="332">
                <c:v>1.7176057459273668</c:v>
              </c:pt>
              <c:pt idx="333">
                <c:v>1.7176057459273668</c:v>
              </c:pt>
              <c:pt idx="334">
                <c:v>1.7176057459273668</c:v>
              </c:pt>
              <c:pt idx="335">
                <c:v>1.7176057459273668</c:v>
              </c:pt>
              <c:pt idx="336">
                <c:v>1.7176057459273668</c:v>
              </c:pt>
              <c:pt idx="337">
                <c:v>1.7176057459273668</c:v>
              </c:pt>
              <c:pt idx="338">
                <c:v>1.7176057459273668</c:v>
              </c:pt>
              <c:pt idx="339">
                <c:v>1.7176057459273668</c:v>
              </c:pt>
              <c:pt idx="340">
                <c:v>1.7176057459273668</c:v>
              </c:pt>
              <c:pt idx="341">
                <c:v>1.7176057459273668</c:v>
              </c:pt>
              <c:pt idx="342">
                <c:v>1.7176057459273668</c:v>
              </c:pt>
              <c:pt idx="343">
                <c:v>1.7176057459273668</c:v>
              </c:pt>
              <c:pt idx="344">
                <c:v>1.7176057459273668</c:v>
              </c:pt>
              <c:pt idx="345">
                <c:v>1.7176057459273668</c:v>
              </c:pt>
              <c:pt idx="346">
                <c:v>1.7176057459273668</c:v>
              </c:pt>
              <c:pt idx="347">
                <c:v>1.7176057459273668</c:v>
              </c:pt>
              <c:pt idx="348">
                <c:v>1.7176057459273668</c:v>
              </c:pt>
              <c:pt idx="349">
                <c:v>1.7176057459273668</c:v>
              </c:pt>
              <c:pt idx="350">
                <c:v>1.7176057459273668</c:v>
              </c:pt>
              <c:pt idx="351">
                <c:v>1.7176057459273668</c:v>
              </c:pt>
              <c:pt idx="352">
                <c:v>1.7176057459273668</c:v>
              </c:pt>
              <c:pt idx="353">
                <c:v>1.7176057459273668</c:v>
              </c:pt>
              <c:pt idx="354">
                <c:v>1.7176057459273668</c:v>
              </c:pt>
              <c:pt idx="355">
                <c:v>1.7176057459273668</c:v>
              </c:pt>
              <c:pt idx="356">
                <c:v>1.7176057459273668</c:v>
              </c:pt>
              <c:pt idx="357">
                <c:v>1.7176057459273668</c:v>
              </c:pt>
              <c:pt idx="358">
                <c:v>1.7176057459273668</c:v>
              </c:pt>
              <c:pt idx="359">
                <c:v>1.7176057459273668</c:v>
              </c:pt>
              <c:pt idx="360">
                <c:v>1.7176057459273668</c:v>
              </c:pt>
              <c:pt idx="361">
                <c:v>1.7176057459273668</c:v>
              </c:pt>
              <c:pt idx="362">
                <c:v>1.7176057459273668</c:v>
              </c:pt>
              <c:pt idx="363">
                <c:v>1.7176057459273668</c:v>
              </c:pt>
              <c:pt idx="364">
                <c:v>1.7176057459273668</c:v>
              </c:pt>
              <c:pt idx="365">
                <c:v>1.7176057459273668</c:v>
              </c:pt>
              <c:pt idx="366">
                <c:v>1.7176057459273668</c:v>
              </c:pt>
              <c:pt idx="367">
                <c:v>1.7176057459273668</c:v>
              </c:pt>
              <c:pt idx="368">
                <c:v>1.7176057459273668</c:v>
              </c:pt>
              <c:pt idx="369">
                <c:v>1.7176057459273668</c:v>
              </c:pt>
              <c:pt idx="370">
                <c:v>1.7176057459273668</c:v>
              </c:pt>
              <c:pt idx="371">
                <c:v>1.7176057459273668</c:v>
              </c:pt>
              <c:pt idx="372">
                <c:v>1.7176057459273668</c:v>
              </c:pt>
              <c:pt idx="373">
                <c:v>1.7176057459273668</c:v>
              </c:pt>
              <c:pt idx="374">
                <c:v>1.7176057459273668</c:v>
              </c:pt>
              <c:pt idx="375">
                <c:v>1.7176057459273668</c:v>
              </c:pt>
              <c:pt idx="376">
                <c:v>1.7176057459273668</c:v>
              </c:pt>
              <c:pt idx="377">
                <c:v>1.7176057459273668</c:v>
              </c:pt>
              <c:pt idx="378">
                <c:v>1.7176057459273668</c:v>
              </c:pt>
              <c:pt idx="379">
                <c:v>1.7176057459273668</c:v>
              </c:pt>
              <c:pt idx="380">
                <c:v>1.7176057459273668</c:v>
              </c:pt>
              <c:pt idx="381">
                <c:v>1.7176057459273668</c:v>
              </c:pt>
              <c:pt idx="382">
                <c:v>1.7176057459273668</c:v>
              </c:pt>
              <c:pt idx="383">
                <c:v>1.7176057459273668</c:v>
              </c:pt>
              <c:pt idx="384">
                <c:v>1.7176057459273668</c:v>
              </c:pt>
              <c:pt idx="385">
                <c:v>1.7176057459273668</c:v>
              </c:pt>
              <c:pt idx="386">
                <c:v>1.7176057459273668</c:v>
              </c:pt>
              <c:pt idx="387">
                <c:v>1.7176057459273668</c:v>
              </c:pt>
              <c:pt idx="388">
                <c:v>1.7176057459273668</c:v>
              </c:pt>
              <c:pt idx="389">
                <c:v>1.7176057459273668</c:v>
              </c:pt>
              <c:pt idx="390">
                <c:v>1.7176057459273668</c:v>
              </c:pt>
              <c:pt idx="391">
                <c:v>1.7176057459273668</c:v>
              </c:pt>
              <c:pt idx="392">
                <c:v>1.7176057459273668</c:v>
              </c:pt>
              <c:pt idx="393">
                <c:v>1.7176057459273668</c:v>
              </c:pt>
              <c:pt idx="394">
                <c:v>1.7176057459273668</c:v>
              </c:pt>
              <c:pt idx="395">
                <c:v>1.7176057459273668</c:v>
              </c:pt>
              <c:pt idx="396">
                <c:v>1.7176057459273668</c:v>
              </c:pt>
              <c:pt idx="397">
                <c:v>1.7176057459273668</c:v>
              </c:pt>
              <c:pt idx="398">
                <c:v>1.7176057459273668</c:v>
              </c:pt>
              <c:pt idx="399">
                <c:v>1.7176057459273668</c:v>
              </c:pt>
              <c:pt idx="400">
                <c:v>1.7176057459273668</c:v>
              </c:pt>
              <c:pt idx="401">
                <c:v>1.7176057459273668</c:v>
              </c:pt>
              <c:pt idx="402">
                <c:v>1.7176057459273668</c:v>
              </c:pt>
              <c:pt idx="403">
                <c:v>1.7176057459273668</c:v>
              </c:pt>
              <c:pt idx="404">
                <c:v>1.7176057459273668</c:v>
              </c:pt>
              <c:pt idx="405">
                <c:v>1.7176057459273668</c:v>
              </c:pt>
              <c:pt idx="406">
                <c:v>1.7176057459273668</c:v>
              </c:pt>
              <c:pt idx="407">
                <c:v>1.7176057459273668</c:v>
              </c:pt>
              <c:pt idx="408">
                <c:v>1.7176057459273668</c:v>
              </c:pt>
              <c:pt idx="409">
                <c:v>1.7176057459273668</c:v>
              </c:pt>
              <c:pt idx="410">
                <c:v>1.7176057459273668</c:v>
              </c:pt>
              <c:pt idx="411">
                <c:v>1.7176057459273668</c:v>
              </c:pt>
              <c:pt idx="412">
                <c:v>1.7176057459273668</c:v>
              </c:pt>
              <c:pt idx="413">
                <c:v>1.7176057459273668</c:v>
              </c:pt>
              <c:pt idx="414">
                <c:v>1.7176057459273668</c:v>
              </c:pt>
              <c:pt idx="415">
                <c:v>1.7176057459273668</c:v>
              </c:pt>
              <c:pt idx="416">
                <c:v>1.7176057459273668</c:v>
              </c:pt>
              <c:pt idx="417">
                <c:v>1.7176057459273668</c:v>
              </c:pt>
              <c:pt idx="418">
                <c:v>1.7176057459273668</c:v>
              </c:pt>
              <c:pt idx="419">
                <c:v>1.7176057459273668</c:v>
              </c:pt>
              <c:pt idx="420">
                <c:v>1.7176057459273668</c:v>
              </c:pt>
              <c:pt idx="421">
                <c:v>1.7176057459273668</c:v>
              </c:pt>
              <c:pt idx="422">
                <c:v>1.7176057459273668</c:v>
              </c:pt>
              <c:pt idx="423">
                <c:v>1.7176057459273668</c:v>
              </c:pt>
              <c:pt idx="424">
                <c:v>1.7176057459273668</c:v>
              </c:pt>
              <c:pt idx="425">
                <c:v>1.7176057459273668</c:v>
              </c:pt>
              <c:pt idx="426">
                <c:v>1.7176057459273668</c:v>
              </c:pt>
              <c:pt idx="427">
                <c:v>1.7176057459273668</c:v>
              </c:pt>
              <c:pt idx="428">
                <c:v>1.7176057459273668</c:v>
              </c:pt>
              <c:pt idx="429">
                <c:v>1.7176057459273668</c:v>
              </c:pt>
              <c:pt idx="430">
                <c:v>1.7176057459273668</c:v>
              </c:pt>
              <c:pt idx="431">
                <c:v>1.7176057459273668</c:v>
              </c:pt>
              <c:pt idx="432">
                <c:v>1.7176057459273668</c:v>
              </c:pt>
              <c:pt idx="433">
                <c:v>1.7176057459273668</c:v>
              </c:pt>
              <c:pt idx="434">
                <c:v>1.7176057459273668</c:v>
              </c:pt>
              <c:pt idx="435">
                <c:v>1.7176057459273668</c:v>
              </c:pt>
              <c:pt idx="436">
                <c:v>1.7176057459273668</c:v>
              </c:pt>
              <c:pt idx="437">
                <c:v>1.7176057459273668</c:v>
              </c:pt>
              <c:pt idx="438">
                <c:v>1.7176057459273668</c:v>
              </c:pt>
              <c:pt idx="439">
                <c:v>1.7176057459273668</c:v>
              </c:pt>
              <c:pt idx="440">
                <c:v>1.7176057459273668</c:v>
              </c:pt>
              <c:pt idx="441">
                <c:v>1.7176057459273668</c:v>
              </c:pt>
              <c:pt idx="442">
                <c:v>1.7176057459273668</c:v>
              </c:pt>
              <c:pt idx="443">
                <c:v>1.7176057459273668</c:v>
              </c:pt>
              <c:pt idx="444">
                <c:v>1.7176057459273668</c:v>
              </c:pt>
              <c:pt idx="445">
                <c:v>1.7176057459273668</c:v>
              </c:pt>
              <c:pt idx="446">
                <c:v>1.7176057459273668</c:v>
              </c:pt>
              <c:pt idx="447">
                <c:v>1.7176057459273668</c:v>
              </c:pt>
              <c:pt idx="448">
                <c:v>1.7176057459273668</c:v>
              </c:pt>
              <c:pt idx="449">
                <c:v>1.7176057459273668</c:v>
              </c:pt>
            </c:numLit>
          </c:xVal>
          <c:yVal>
            <c:numLit>
              <c:formatCode>0.0</c:formatCode>
              <c:ptCount val="450"/>
              <c:pt idx="0">
                <c:v>3.761988422676205</c:v>
              </c:pt>
              <c:pt idx="1">
                <c:v>3.761988422676205</c:v>
              </c:pt>
              <c:pt idx="2">
                <c:v>3.761988422676205</c:v>
              </c:pt>
              <c:pt idx="3">
                <c:v>3.761988422676205</c:v>
              </c:pt>
              <c:pt idx="4">
                <c:v>3.761988422676205</c:v>
              </c:pt>
              <c:pt idx="5">
                <c:v>3.761988422676205</c:v>
              </c:pt>
              <c:pt idx="6">
                <c:v>3.761988422676205</c:v>
              </c:pt>
              <c:pt idx="7">
                <c:v>3.761988422676205</c:v>
              </c:pt>
              <c:pt idx="8">
                <c:v>3.761988422676205</c:v>
              </c:pt>
              <c:pt idx="9">
                <c:v>3.761988422676205</c:v>
              </c:pt>
              <c:pt idx="10">
                <c:v>3.761988422676205</c:v>
              </c:pt>
              <c:pt idx="11">
                <c:v>3.761988422676205</c:v>
              </c:pt>
              <c:pt idx="12">
                <c:v>3.761988422676205</c:v>
              </c:pt>
              <c:pt idx="13">
                <c:v>3.761988422676205</c:v>
              </c:pt>
              <c:pt idx="14">
                <c:v>3.761988422676205</c:v>
              </c:pt>
              <c:pt idx="15">
                <c:v>3.761988422676205</c:v>
              </c:pt>
              <c:pt idx="16">
                <c:v>3.761988422676205</c:v>
              </c:pt>
              <c:pt idx="17">
                <c:v>3.761988422676205</c:v>
              </c:pt>
              <c:pt idx="18">
                <c:v>3.761988422676205</c:v>
              </c:pt>
              <c:pt idx="19">
                <c:v>3.761988422676205</c:v>
              </c:pt>
              <c:pt idx="20">
                <c:v>3.761988422676205</c:v>
              </c:pt>
              <c:pt idx="21">
                <c:v>3.761988422676205</c:v>
              </c:pt>
              <c:pt idx="22">
                <c:v>3.761988422676205</c:v>
              </c:pt>
              <c:pt idx="23">
                <c:v>3.761988422676205</c:v>
              </c:pt>
              <c:pt idx="24">
                <c:v>3.761988422676205</c:v>
              </c:pt>
              <c:pt idx="25">
                <c:v>3.761988422676205</c:v>
              </c:pt>
              <c:pt idx="26">
                <c:v>3.761988422676205</c:v>
              </c:pt>
              <c:pt idx="27">
                <c:v>3.761988422676205</c:v>
              </c:pt>
              <c:pt idx="28">
                <c:v>3.761988422676205</c:v>
              </c:pt>
              <c:pt idx="29">
                <c:v>3.761988422676205</c:v>
              </c:pt>
              <c:pt idx="30">
                <c:v>3.761988422676205</c:v>
              </c:pt>
              <c:pt idx="31">
                <c:v>3.761988422676205</c:v>
              </c:pt>
              <c:pt idx="32">
                <c:v>3.761988422676205</c:v>
              </c:pt>
              <c:pt idx="33">
                <c:v>3.761988422676205</c:v>
              </c:pt>
              <c:pt idx="34">
                <c:v>3.761988422676205</c:v>
              </c:pt>
              <c:pt idx="35">
                <c:v>3.761988422676205</c:v>
              </c:pt>
              <c:pt idx="36">
                <c:v>3.761988422676205</c:v>
              </c:pt>
              <c:pt idx="37">
                <c:v>3.761988422676205</c:v>
              </c:pt>
              <c:pt idx="38">
                <c:v>3.761988422676205</c:v>
              </c:pt>
              <c:pt idx="39">
                <c:v>3.761988422676205</c:v>
              </c:pt>
              <c:pt idx="40">
                <c:v>3.761988422676205</c:v>
              </c:pt>
              <c:pt idx="41">
                <c:v>3.761988422676205</c:v>
              </c:pt>
              <c:pt idx="42">
                <c:v>3.761988422676205</c:v>
              </c:pt>
              <c:pt idx="43">
                <c:v>3.761988422676205</c:v>
              </c:pt>
              <c:pt idx="44">
                <c:v>3.761988422676205</c:v>
              </c:pt>
              <c:pt idx="45">
                <c:v>3.761988422676205</c:v>
              </c:pt>
              <c:pt idx="46">
                <c:v>3.761988422676205</c:v>
              </c:pt>
              <c:pt idx="47">
                <c:v>3.761988422676205</c:v>
              </c:pt>
              <c:pt idx="48">
                <c:v>3.761988422676205</c:v>
              </c:pt>
              <c:pt idx="49">
                <c:v>3.761988422676205</c:v>
              </c:pt>
              <c:pt idx="50">
                <c:v>3.761988422676205</c:v>
              </c:pt>
              <c:pt idx="51">
                <c:v>3.761988422676205</c:v>
              </c:pt>
              <c:pt idx="52">
                <c:v>3.761988422676205</c:v>
              </c:pt>
              <c:pt idx="53">
                <c:v>3.761988422676205</c:v>
              </c:pt>
              <c:pt idx="54">
                <c:v>3.761988422676205</c:v>
              </c:pt>
              <c:pt idx="55">
                <c:v>3.761988422676205</c:v>
              </c:pt>
              <c:pt idx="56">
                <c:v>3.761988422676205</c:v>
              </c:pt>
              <c:pt idx="57">
                <c:v>3.761988422676205</c:v>
              </c:pt>
              <c:pt idx="58">
                <c:v>3.761988422676205</c:v>
              </c:pt>
              <c:pt idx="59">
                <c:v>3.761988422676205</c:v>
              </c:pt>
              <c:pt idx="60">
                <c:v>3.761988422676205</c:v>
              </c:pt>
              <c:pt idx="61">
                <c:v>3.761988422676205</c:v>
              </c:pt>
              <c:pt idx="62">
                <c:v>3.761988422676205</c:v>
              </c:pt>
              <c:pt idx="63">
                <c:v>3.761988422676205</c:v>
              </c:pt>
              <c:pt idx="64">
                <c:v>3.761988422676205</c:v>
              </c:pt>
              <c:pt idx="65">
                <c:v>3.761988422676205</c:v>
              </c:pt>
              <c:pt idx="66">
                <c:v>3.761988422676205</c:v>
              </c:pt>
              <c:pt idx="67">
                <c:v>3.761988422676205</c:v>
              </c:pt>
              <c:pt idx="68">
                <c:v>3.761988422676205</c:v>
              </c:pt>
              <c:pt idx="69">
                <c:v>3.761988422676205</c:v>
              </c:pt>
              <c:pt idx="70">
                <c:v>3.761988422676205</c:v>
              </c:pt>
              <c:pt idx="71">
                <c:v>3.761988422676205</c:v>
              </c:pt>
              <c:pt idx="72">
                <c:v>3.761988422676205</c:v>
              </c:pt>
              <c:pt idx="73">
                <c:v>3.761988422676205</c:v>
              </c:pt>
              <c:pt idx="74">
                <c:v>3.761988422676205</c:v>
              </c:pt>
              <c:pt idx="75">
                <c:v>3.761988422676205</c:v>
              </c:pt>
              <c:pt idx="76">
                <c:v>3.761988422676205</c:v>
              </c:pt>
              <c:pt idx="77">
                <c:v>3.761988422676205</c:v>
              </c:pt>
              <c:pt idx="78">
                <c:v>3.761988422676205</c:v>
              </c:pt>
              <c:pt idx="79">
                <c:v>3.761988422676205</c:v>
              </c:pt>
              <c:pt idx="80">
                <c:v>3.761988422676205</c:v>
              </c:pt>
              <c:pt idx="81">
                <c:v>3.761988422676205</c:v>
              </c:pt>
              <c:pt idx="82">
                <c:v>3.761988422676205</c:v>
              </c:pt>
              <c:pt idx="83">
                <c:v>3.761988422676205</c:v>
              </c:pt>
              <c:pt idx="84">
                <c:v>3.761988422676205</c:v>
              </c:pt>
              <c:pt idx="85">
                <c:v>3.761988422676205</c:v>
              </c:pt>
              <c:pt idx="86">
                <c:v>3.761988422676205</c:v>
              </c:pt>
              <c:pt idx="87">
                <c:v>3.761988422676205</c:v>
              </c:pt>
              <c:pt idx="88">
                <c:v>3.761988422676205</c:v>
              </c:pt>
              <c:pt idx="89">
                <c:v>3.761988422676205</c:v>
              </c:pt>
              <c:pt idx="90">
                <c:v>3.761988422676205</c:v>
              </c:pt>
              <c:pt idx="91">
                <c:v>3.761988422676205</c:v>
              </c:pt>
              <c:pt idx="92">
                <c:v>3.761988422676205</c:v>
              </c:pt>
              <c:pt idx="93">
                <c:v>3.761988422676205</c:v>
              </c:pt>
              <c:pt idx="94">
                <c:v>3.761988422676205</c:v>
              </c:pt>
              <c:pt idx="95">
                <c:v>3.761988422676205</c:v>
              </c:pt>
              <c:pt idx="96">
                <c:v>3.761988422676205</c:v>
              </c:pt>
              <c:pt idx="97">
                <c:v>3.761988422676205</c:v>
              </c:pt>
              <c:pt idx="98">
                <c:v>3.761988422676205</c:v>
              </c:pt>
              <c:pt idx="99">
                <c:v>3.761988422676205</c:v>
              </c:pt>
              <c:pt idx="100">
                <c:v>3.761988422676205</c:v>
              </c:pt>
              <c:pt idx="101">
                <c:v>3.761988422676205</c:v>
              </c:pt>
              <c:pt idx="102">
                <c:v>3.761988422676205</c:v>
              </c:pt>
              <c:pt idx="103">
                <c:v>3.761988422676205</c:v>
              </c:pt>
              <c:pt idx="104">
                <c:v>3.761988422676205</c:v>
              </c:pt>
              <c:pt idx="105">
                <c:v>3.761988422676205</c:v>
              </c:pt>
              <c:pt idx="106">
                <c:v>3.761988422676205</c:v>
              </c:pt>
              <c:pt idx="107">
                <c:v>3.761988422676205</c:v>
              </c:pt>
              <c:pt idx="108">
                <c:v>3.761988422676205</c:v>
              </c:pt>
              <c:pt idx="109">
                <c:v>3.761988422676205</c:v>
              </c:pt>
              <c:pt idx="110">
                <c:v>3.761988422676205</c:v>
              </c:pt>
              <c:pt idx="111">
                <c:v>3.761988422676205</c:v>
              </c:pt>
              <c:pt idx="112">
                <c:v>3.761988422676205</c:v>
              </c:pt>
              <c:pt idx="113">
                <c:v>3.761988422676205</c:v>
              </c:pt>
              <c:pt idx="114">
                <c:v>3.761988422676205</c:v>
              </c:pt>
              <c:pt idx="115">
                <c:v>3.761988422676205</c:v>
              </c:pt>
              <c:pt idx="116">
                <c:v>3.761988422676205</c:v>
              </c:pt>
              <c:pt idx="117">
                <c:v>3.761988422676205</c:v>
              </c:pt>
              <c:pt idx="118">
                <c:v>3.761988422676205</c:v>
              </c:pt>
              <c:pt idx="119">
                <c:v>3.761988422676205</c:v>
              </c:pt>
              <c:pt idx="120">
                <c:v>3.761988422676205</c:v>
              </c:pt>
              <c:pt idx="121">
                <c:v>3.761988422676205</c:v>
              </c:pt>
              <c:pt idx="122">
                <c:v>3.761988422676205</c:v>
              </c:pt>
              <c:pt idx="123">
                <c:v>3.761988422676205</c:v>
              </c:pt>
              <c:pt idx="124">
                <c:v>3.761988422676205</c:v>
              </c:pt>
              <c:pt idx="125">
                <c:v>3.761988422676205</c:v>
              </c:pt>
              <c:pt idx="126">
                <c:v>3.761988422676205</c:v>
              </c:pt>
              <c:pt idx="127">
                <c:v>3.761988422676205</c:v>
              </c:pt>
              <c:pt idx="128">
                <c:v>3.761988422676205</c:v>
              </c:pt>
              <c:pt idx="129">
                <c:v>3.761988422676205</c:v>
              </c:pt>
              <c:pt idx="130">
                <c:v>3.761988422676205</c:v>
              </c:pt>
              <c:pt idx="131">
                <c:v>3.761988422676205</c:v>
              </c:pt>
              <c:pt idx="132">
                <c:v>3.761988422676205</c:v>
              </c:pt>
              <c:pt idx="133">
                <c:v>3.761988422676205</c:v>
              </c:pt>
              <c:pt idx="134">
                <c:v>3.761988422676205</c:v>
              </c:pt>
              <c:pt idx="135">
                <c:v>3.761988422676205</c:v>
              </c:pt>
              <c:pt idx="136">
                <c:v>3.761988422676205</c:v>
              </c:pt>
              <c:pt idx="137">
                <c:v>3.761988422676205</c:v>
              </c:pt>
              <c:pt idx="138">
                <c:v>3.761988422676205</c:v>
              </c:pt>
              <c:pt idx="139">
                <c:v>3.761988422676205</c:v>
              </c:pt>
              <c:pt idx="140">
                <c:v>3.761988422676205</c:v>
              </c:pt>
              <c:pt idx="141">
                <c:v>3.761988422676205</c:v>
              </c:pt>
              <c:pt idx="142">
                <c:v>3.761988422676205</c:v>
              </c:pt>
              <c:pt idx="143">
                <c:v>3.761988422676205</c:v>
              </c:pt>
              <c:pt idx="144">
                <c:v>3.761988422676205</c:v>
              </c:pt>
              <c:pt idx="145">
                <c:v>3.761988422676205</c:v>
              </c:pt>
              <c:pt idx="146">
                <c:v>3.761988422676205</c:v>
              </c:pt>
              <c:pt idx="147">
                <c:v>3.761988422676205</c:v>
              </c:pt>
              <c:pt idx="148">
                <c:v>3.761988422676205</c:v>
              </c:pt>
              <c:pt idx="149">
                <c:v>3.761988422676205</c:v>
              </c:pt>
              <c:pt idx="150">
                <c:v>3.761988422676205</c:v>
              </c:pt>
              <c:pt idx="151">
                <c:v>3.761988422676205</c:v>
              </c:pt>
              <c:pt idx="152">
                <c:v>3.761988422676205</c:v>
              </c:pt>
              <c:pt idx="153">
                <c:v>3.761988422676205</c:v>
              </c:pt>
              <c:pt idx="154">
                <c:v>3.761988422676205</c:v>
              </c:pt>
              <c:pt idx="155">
                <c:v>3.761988422676205</c:v>
              </c:pt>
              <c:pt idx="156">
                <c:v>3.761988422676205</c:v>
              </c:pt>
              <c:pt idx="157">
                <c:v>3.761988422676205</c:v>
              </c:pt>
              <c:pt idx="158">
                <c:v>3.761988422676205</c:v>
              </c:pt>
              <c:pt idx="159">
                <c:v>3.761988422676205</c:v>
              </c:pt>
              <c:pt idx="160">
                <c:v>3.761988422676205</c:v>
              </c:pt>
              <c:pt idx="161">
                <c:v>3.761988422676205</c:v>
              </c:pt>
              <c:pt idx="162">
                <c:v>3.761988422676205</c:v>
              </c:pt>
              <c:pt idx="163">
                <c:v>3.761988422676205</c:v>
              </c:pt>
              <c:pt idx="164">
                <c:v>3.761988422676205</c:v>
              </c:pt>
              <c:pt idx="165">
                <c:v>3.761988422676205</c:v>
              </c:pt>
              <c:pt idx="166">
                <c:v>3.761988422676205</c:v>
              </c:pt>
              <c:pt idx="167">
                <c:v>3.761988422676205</c:v>
              </c:pt>
              <c:pt idx="168">
                <c:v>3.761988422676205</c:v>
              </c:pt>
              <c:pt idx="169">
                <c:v>3.761988422676205</c:v>
              </c:pt>
              <c:pt idx="170">
                <c:v>3.761988422676205</c:v>
              </c:pt>
              <c:pt idx="171">
                <c:v>3.761988422676205</c:v>
              </c:pt>
              <c:pt idx="172">
                <c:v>3.761988422676205</c:v>
              </c:pt>
              <c:pt idx="173">
                <c:v>3.761988422676205</c:v>
              </c:pt>
              <c:pt idx="174">
                <c:v>3.761988422676205</c:v>
              </c:pt>
              <c:pt idx="175">
                <c:v>3.761988422676205</c:v>
              </c:pt>
              <c:pt idx="176">
                <c:v>3.761988422676205</c:v>
              </c:pt>
              <c:pt idx="177">
                <c:v>3.761988422676205</c:v>
              </c:pt>
              <c:pt idx="178">
                <c:v>3.761988422676205</c:v>
              </c:pt>
              <c:pt idx="179">
                <c:v>3.761988422676205</c:v>
              </c:pt>
              <c:pt idx="180">
                <c:v>3.761988422676205</c:v>
              </c:pt>
              <c:pt idx="181">
                <c:v>3.761988422676205</c:v>
              </c:pt>
              <c:pt idx="182">
                <c:v>3.761988422676205</c:v>
              </c:pt>
              <c:pt idx="183">
                <c:v>3.761988422676205</c:v>
              </c:pt>
              <c:pt idx="184">
                <c:v>3.761988422676205</c:v>
              </c:pt>
              <c:pt idx="185">
                <c:v>3.761988422676205</c:v>
              </c:pt>
              <c:pt idx="186">
                <c:v>3.761988422676205</c:v>
              </c:pt>
              <c:pt idx="187">
                <c:v>3.761988422676205</c:v>
              </c:pt>
              <c:pt idx="188">
                <c:v>3.761988422676205</c:v>
              </c:pt>
              <c:pt idx="189">
                <c:v>3.761988422676205</c:v>
              </c:pt>
              <c:pt idx="190">
                <c:v>3.761988422676205</c:v>
              </c:pt>
              <c:pt idx="191">
                <c:v>3.761988422676205</c:v>
              </c:pt>
              <c:pt idx="192">
                <c:v>3.761988422676205</c:v>
              </c:pt>
              <c:pt idx="193">
                <c:v>3.761988422676205</c:v>
              </c:pt>
              <c:pt idx="194">
                <c:v>3.761988422676205</c:v>
              </c:pt>
              <c:pt idx="195">
                <c:v>3.761988422676205</c:v>
              </c:pt>
              <c:pt idx="196">
                <c:v>3.761988422676205</c:v>
              </c:pt>
              <c:pt idx="197">
                <c:v>3.761988422676205</c:v>
              </c:pt>
              <c:pt idx="198">
                <c:v>3.761988422676205</c:v>
              </c:pt>
              <c:pt idx="199">
                <c:v>3.761988422676205</c:v>
              </c:pt>
              <c:pt idx="200">
                <c:v>3.761988422676205</c:v>
              </c:pt>
              <c:pt idx="201">
                <c:v>3.761988422676205</c:v>
              </c:pt>
              <c:pt idx="202">
                <c:v>3.761988422676205</c:v>
              </c:pt>
              <c:pt idx="203">
                <c:v>3.761988422676205</c:v>
              </c:pt>
              <c:pt idx="204">
                <c:v>3.761988422676205</c:v>
              </c:pt>
              <c:pt idx="205">
                <c:v>3.761988422676205</c:v>
              </c:pt>
              <c:pt idx="206">
                <c:v>3.761988422676205</c:v>
              </c:pt>
              <c:pt idx="207">
                <c:v>3.761988422676205</c:v>
              </c:pt>
              <c:pt idx="208">
                <c:v>3.761988422676205</c:v>
              </c:pt>
              <c:pt idx="209">
                <c:v>3.761988422676205</c:v>
              </c:pt>
              <c:pt idx="210">
                <c:v>3.761988422676205</c:v>
              </c:pt>
              <c:pt idx="211">
                <c:v>3.761988422676205</c:v>
              </c:pt>
              <c:pt idx="212">
                <c:v>3.761988422676205</c:v>
              </c:pt>
              <c:pt idx="213">
                <c:v>3.761988422676205</c:v>
              </c:pt>
              <c:pt idx="214">
                <c:v>3.761988422676205</c:v>
              </c:pt>
              <c:pt idx="215">
                <c:v>3.761988422676205</c:v>
              </c:pt>
              <c:pt idx="216">
                <c:v>3.761988422676205</c:v>
              </c:pt>
              <c:pt idx="217">
                <c:v>3.761988422676205</c:v>
              </c:pt>
              <c:pt idx="218">
                <c:v>3.761988422676205</c:v>
              </c:pt>
              <c:pt idx="219">
                <c:v>3.761988422676205</c:v>
              </c:pt>
              <c:pt idx="220">
                <c:v>3.761988422676205</c:v>
              </c:pt>
              <c:pt idx="221">
                <c:v>3.761988422676205</c:v>
              </c:pt>
              <c:pt idx="222">
                <c:v>3.761988422676205</c:v>
              </c:pt>
              <c:pt idx="223">
                <c:v>3.761988422676205</c:v>
              </c:pt>
              <c:pt idx="224">
                <c:v>3.761988422676205</c:v>
              </c:pt>
              <c:pt idx="225">
                <c:v>3.761988422676205</c:v>
              </c:pt>
              <c:pt idx="226">
                <c:v>3.761988422676205</c:v>
              </c:pt>
              <c:pt idx="227">
                <c:v>3.761988422676205</c:v>
              </c:pt>
              <c:pt idx="228">
                <c:v>3.761988422676205</c:v>
              </c:pt>
              <c:pt idx="229">
                <c:v>3.761988422676205</c:v>
              </c:pt>
              <c:pt idx="230">
                <c:v>3.761988422676205</c:v>
              </c:pt>
              <c:pt idx="231">
                <c:v>3.761988422676205</c:v>
              </c:pt>
              <c:pt idx="232">
                <c:v>3.761988422676205</c:v>
              </c:pt>
              <c:pt idx="233">
                <c:v>3.761988422676205</c:v>
              </c:pt>
              <c:pt idx="234">
                <c:v>3.761988422676205</c:v>
              </c:pt>
              <c:pt idx="235">
                <c:v>3.761988422676205</c:v>
              </c:pt>
              <c:pt idx="236">
                <c:v>3.761988422676205</c:v>
              </c:pt>
              <c:pt idx="237">
                <c:v>3.761988422676205</c:v>
              </c:pt>
              <c:pt idx="238">
                <c:v>3.761988422676205</c:v>
              </c:pt>
              <c:pt idx="239">
                <c:v>3.761988422676205</c:v>
              </c:pt>
              <c:pt idx="240">
                <c:v>3.761988422676205</c:v>
              </c:pt>
              <c:pt idx="241">
                <c:v>3.761988422676205</c:v>
              </c:pt>
              <c:pt idx="242">
                <c:v>3.761988422676205</c:v>
              </c:pt>
              <c:pt idx="243">
                <c:v>3.761988422676205</c:v>
              </c:pt>
              <c:pt idx="244">
                <c:v>3.761988422676205</c:v>
              </c:pt>
              <c:pt idx="245">
                <c:v>3.761988422676205</c:v>
              </c:pt>
              <c:pt idx="246">
                <c:v>3.761988422676205</c:v>
              </c:pt>
              <c:pt idx="247">
                <c:v>3.761988422676205</c:v>
              </c:pt>
              <c:pt idx="248">
                <c:v>3.761988422676205</c:v>
              </c:pt>
              <c:pt idx="249">
                <c:v>3.761988422676205</c:v>
              </c:pt>
              <c:pt idx="250">
                <c:v>3.761988422676205</c:v>
              </c:pt>
              <c:pt idx="251">
                <c:v>3.761988422676205</c:v>
              </c:pt>
              <c:pt idx="252">
                <c:v>3.761988422676205</c:v>
              </c:pt>
              <c:pt idx="253">
                <c:v>3.761988422676205</c:v>
              </c:pt>
              <c:pt idx="254">
                <c:v>3.761988422676205</c:v>
              </c:pt>
              <c:pt idx="255">
                <c:v>3.761988422676205</c:v>
              </c:pt>
              <c:pt idx="256">
                <c:v>3.761988422676205</c:v>
              </c:pt>
              <c:pt idx="257">
                <c:v>3.761988422676205</c:v>
              </c:pt>
              <c:pt idx="258">
                <c:v>3.761988422676205</c:v>
              </c:pt>
              <c:pt idx="259">
                <c:v>3.761988422676205</c:v>
              </c:pt>
              <c:pt idx="260">
                <c:v>3.761988422676205</c:v>
              </c:pt>
              <c:pt idx="261">
                <c:v>3.761988422676205</c:v>
              </c:pt>
              <c:pt idx="262">
                <c:v>3.761988422676205</c:v>
              </c:pt>
              <c:pt idx="263">
                <c:v>3.761988422676205</c:v>
              </c:pt>
              <c:pt idx="264">
                <c:v>3.761988422676205</c:v>
              </c:pt>
              <c:pt idx="265">
                <c:v>3.761988422676205</c:v>
              </c:pt>
              <c:pt idx="266">
                <c:v>3.761988422676205</c:v>
              </c:pt>
              <c:pt idx="267">
                <c:v>3.761988422676205</c:v>
              </c:pt>
              <c:pt idx="268">
                <c:v>3.761988422676205</c:v>
              </c:pt>
              <c:pt idx="269">
                <c:v>3.761988422676205</c:v>
              </c:pt>
              <c:pt idx="270">
                <c:v>3.761988422676205</c:v>
              </c:pt>
              <c:pt idx="271">
                <c:v>3.761988422676205</c:v>
              </c:pt>
              <c:pt idx="272">
                <c:v>3.761988422676205</c:v>
              </c:pt>
              <c:pt idx="273">
                <c:v>3.761988422676205</c:v>
              </c:pt>
              <c:pt idx="274">
                <c:v>3.761988422676205</c:v>
              </c:pt>
              <c:pt idx="275">
                <c:v>3.761988422676205</c:v>
              </c:pt>
              <c:pt idx="276">
                <c:v>3.761988422676205</c:v>
              </c:pt>
              <c:pt idx="277">
                <c:v>3.761988422676205</c:v>
              </c:pt>
              <c:pt idx="278">
                <c:v>3.761988422676205</c:v>
              </c:pt>
              <c:pt idx="279">
                <c:v>3.761988422676205</c:v>
              </c:pt>
              <c:pt idx="280">
                <c:v>3.761988422676205</c:v>
              </c:pt>
              <c:pt idx="281">
                <c:v>3.761988422676205</c:v>
              </c:pt>
              <c:pt idx="282">
                <c:v>3.761988422676205</c:v>
              </c:pt>
              <c:pt idx="283">
                <c:v>3.761988422676205</c:v>
              </c:pt>
              <c:pt idx="284">
                <c:v>3.761988422676205</c:v>
              </c:pt>
              <c:pt idx="285">
                <c:v>3.761988422676205</c:v>
              </c:pt>
              <c:pt idx="286">
                <c:v>3.761988422676205</c:v>
              </c:pt>
              <c:pt idx="287">
                <c:v>3.761988422676205</c:v>
              </c:pt>
              <c:pt idx="288">
                <c:v>3.761988422676205</c:v>
              </c:pt>
              <c:pt idx="289">
                <c:v>3.761988422676205</c:v>
              </c:pt>
              <c:pt idx="290">
                <c:v>3.761988422676205</c:v>
              </c:pt>
              <c:pt idx="291">
                <c:v>3.761988422676205</c:v>
              </c:pt>
              <c:pt idx="292">
                <c:v>3.761988422676205</c:v>
              </c:pt>
              <c:pt idx="293">
                <c:v>3.761988422676205</c:v>
              </c:pt>
              <c:pt idx="294">
                <c:v>3.761988422676205</c:v>
              </c:pt>
              <c:pt idx="295">
                <c:v>3.761988422676205</c:v>
              </c:pt>
              <c:pt idx="296">
                <c:v>3.761988422676205</c:v>
              </c:pt>
              <c:pt idx="297">
                <c:v>3.761988422676205</c:v>
              </c:pt>
              <c:pt idx="298">
                <c:v>3.761988422676205</c:v>
              </c:pt>
              <c:pt idx="299">
                <c:v>3.761988422676205</c:v>
              </c:pt>
              <c:pt idx="300">
                <c:v>3.761988422676205</c:v>
              </c:pt>
              <c:pt idx="301">
                <c:v>3.761988422676205</c:v>
              </c:pt>
              <c:pt idx="302">
                <c:v>3.761988422676205</c:v>
              </c:pt>
              <c:pt idx="303">
                <c:v>3.761988422676205</c:v>
              </c:pt>
              <c:pt idx="304">
                <c:v>3.761988422676205</c:v>
              </c:pt>
              <c:pt idx="305">
                <c:v>3.761988422676205</c:v>
              </c:pt>
              <c:pt idx="306">
                <c:v>3.761988422676205</c:v>
              </c:pt>
              <c:pt idx="307">
                <c:v>3.761988422676205</c:v>
              </c:pt>
              <c:pt idx="308">
                <c:v>3.761988422676205</c:v>
              </c:pt>
              <c:pt idx="309">
                <c:v>3.761988422676205</c:v>
              </c:pt>
              <c:pt idx="310">
                <c:v>3.761988422676205</c:v>
              </c:pt>
              <c:pt idx="311">
                <c:v>3.761988422676205</c:v>
              </c:pt>
              <c:pt idx="312">
                <c:v>3.761988422676205</c:v>
              </c:pt>
              <c:pt idx="313">
                <c:v>3.761988422676205</c:v>
              </c:pt>
              <c:pt idx="314">
                <c:v>3.761988422676205</c:v>
              </c:pt>
              <c:pt idx="315">
                <c:v>3.761988422676205</c:v>
              </c:pt>
              <c:pt idx="316">
                <c:v>3.761988422676205</c:v>
              </c:pt>
              <c:pt idx="317">
                <c:v>3.761988422676205</c:v>
              </c:pt>
              <c:pt idx="318">
                <c:v>3.761988422676205</c:v>
              </c:pt>
              <c:pt idx="319">
                <c:v>3.761988422676205</c:v>
              </c:pt>
              <c:pt idx="320">
                <c:v>3.761988422676205</c:v>
              </c:pt>
              <c:pt idx="321">
                <c:v>3.761988422676205</c:v>
              </c:pt>
              <c:pt idx="322">
                <c:v>3.761988422676205</c:v>
              </c:pt>
              <c:pt idx="323">
                <c:v>3.761988422676205</c:v>
              </c:pt>
              <c:pt idx="324">
                <c:v>3.761988422676205</c:v>
              </c:pt>
              <c:pt idx="325">
                <c:v>3.761988422676205</c:v>
              </c:pt>
              <c:pt idx="326">
                <c:v>3.761988422676205</c:v>
              </c:pt>
              <c:pt idx="327">
                <c:v>3.761988422676205</c:v>
              </c:pt>
              <c:pt idx="328">
                <c:v>3.761988422676205</c:v>
              </c:pt>
              <c:pt idx="329">
                <c:v>3.761988422676205</c:v>
              </c:pt>
              <c:pt idx="330">
                <c:v>3.761988422676205</c:v>
              </c:pt>
              <c:pt idx="331">
                <c:v>3.761988422676205</c:v>
              </c:pt>
              <c:pt idx="332">
                <c:v>3.761988422676205</c:v>
              </c:pt>
              <c:pt idx="333">
                <c:v>3.761988422676205</c:v>
              </c:pt>
              <c:pt idx="334">
                <c:v>3.761988422676205</c:v>
              </c:pt>
              <c:pt idx="335">
                <c:v>3.761988422676205</c:v>
              </c:pt>
              <c:pt idx="336">
                <c:v>3.761988422676205</c:v>
              </c:pt>
              <c:pt idx="337">
                <c:v>3.761988422676205</c:v>
              </c:pt>
              <c:pt idx="338">
                <c:v>3.761988422676205</c:v>
              </c:pt>
              <c:pt idx="339">
                <c:v>3.761988422676205</c:v>
              </c:pt>
              <c:pt idx="340">
                <c:v>3.761988422676205</c:v>
              </c:pt>
              <c:pt idx="341">
                <c:v>3.761988422676205</c:v>
              </c:pt>
              <c:pt idx="342">
                <c:v>3.761988422676205</c:v>
              </c:pt>
              <c:pt idx="343">
                <c:v>3.761988422676205</c:v>
              </c:pt>
              <c:pt idx="344">
                <c:v>3.761988422676205</c:v>
              </c:pt>
              <c:pt idx="345">
                <c:v>3.761988422676205</c:v>
              </c:pt>
              <c:pt idx="346">
                <c:v>3.761988422676205</c:v>
              </c:pt>
              <c:pt idx="347">
                <c:v>3.761988422676205</c:v>
              </c:pt>
              <c:pt idx="348">
                <c:v>3.761988422676205</c:v>
              </c:pt>
              <c:pt idx="349">
                <c:v>3.761988422676205</c:v>
              </c:pt>
              <c:pt idx="350">
                <c:v>3.761988422676205</c:v>
              </c:pt>
              <c:pt idx="351">
                <c:v>3.761988422676205</c:v>
              </c:pt>
              <c:pt idx="352">
                <c:v>3.761988422676205</c:v>
              </c:pt>
              <c:pt idx="353">
                <c:v>3.761988422676205</c:v>
              </c:pt>
              <c:pt idx="354">
                <c:v>3.761988422676205</c:v>
              </c:pt>
              <c:pt idx="355">
                <c:v>3.761988422676205</c:v>
              </c:pt>
              <c:pt idx="356">
                <c:v>3.761988422676205</c:v>
              </c:pt>
              <c:pt idx="357">
                <c:v>3.761988422676205</c:v>
              </c:pt>
              <c:pt idx="358">
                <c:v>3.761988422676205</c:v>
              </c:pt>
              <c:pt idx="359">
                <c:v>3.761988422676205</c:v>
              </c:pt>
              <c:pt idx="360">
                <c:v>3.761988422676205</c:v>
              </c:pt>
              <c:pt idx="361">
                <c:v>3.761988422676205</c:v>
              </c:pt>
              <c:pt idx="362">
                <c:v>3.761988422676205</c:v>
              </c:pt>
              <c:pt idx="363">
                <c:v>3.761988422676205</c:v>
              </c:pt>
              <c:pt idx="364">
                <c:v>3.761988422676205</c:v>
              </c:pt>
              <c:pt idx="365">
                <c:v>3.761988422676205</c:v>
              </c:pt>
              <c:pt idx="366">
                <c:v>3.761988422676205</c:v>
              </c:pt>
              <c:pt idx="367">
                <c:v>3.761988422676205</c:v>
              </c:pt>
              <c:pt idx="368">
                <c:v>3.761988422676205</c:v>
              </c:pt>
              <c:pt idx="369">
                <c:v>3.761988422676205</c:v>
              </c:pt>
              <c:pt idx="370">
                <c:v>3.761988422676205</c:v>
              </c:pt>
              <c:pt idx="371">
                <c:v>3.761988422676205</c:v>
              </c:pt>
              <c:pt idx="372">
                <c:v>3.761988422676205</c:v>
              </c:pt>
              <c:pt idx="373">
                <c:v>3.761988422676205</c:v>
              </c:pt>
              <c:pt idx="374">
                <c:v>3.761988422676205</c:v>
              </c:pt>
              <c:pt idx="375">
                <c:v>3.761988422676205</c:v>
              </c:pt>
              <c:pt idx="376">
                <c:v>3.761988422676205</c:v>
              </c:pt>
              <c:pt idx="377">
                <c:v>3.761988422676205</c:v>
              </c:pt>
              <c:pt idx="378">
                <c:v>3.761988422676205</c:v>
              </c:pt>
              <c:pt idx="379">
                <c:v>3.761988422676205</c:v>
              </c:pt>
              <c:pt idx="380">
                <c:v>3.761988422676205</c:v>
              </c:pt>
              <c:pt idx="381">
                <c:v>3.761988422676205</c:v>
              </c:pt>
              <c:pt idx="382">
                <c:v>3.761988422676205</c:v>
              </c:pt>
              <c:pt idx="383">
                <c:v>3.761988422676205</c:v>
              </c:pt>
              <c:pt idx="384">
                <c:v>3.761988422676205</c:v>
              </c:pt>
              <c:pt idx="385">
                <c:v>3.761988422676205</c:v>
              </c:pt>
              <c:pt idx="386">
                <c:v>3.761988422676205</c:v>
              </c:pt>
              <c:pt idx="387">
                <c:v>3.761988422676205</c:v>
              </c:pt>
              <c:pt idx="388">
                <c:v>3.761988422676205</c:v>
              </c:pt>
              <c:pt idx="389">
                <c:v>3.761988422676205</c:v>
              </c:pt>
              <c:pt idx="390">
                <c:v>3.761988422676205</c:v>
              </c:pt>
              <c:pt idx="391">
                <c:v>3.761988422676205</c:v>
              </c:pt>
              <c:pt idx="392">
                <c:v>3.761988422676205</c:v>
              </c:pt>
              <c:pt idx="393">
                <c:v>3.761988422676205</c:v>
              </c:pt>
              <c:pt idx="394">
                <c:v>3.761988422676205</c:v>
              </c:pt>
              <c:pt idx="395">
                <c:v>3.761988422676205</c:v>
              </c:pt>
              <c:pt idx="396">
                <c:v>3.761988422676205</c:v>
              </c:pt>
              <c:pt idx="397">
                <c:v>3.761988422676205</c:v>
              </c:pt>
              <c:pt idx="398">
                <c:v>3.761988422676205</c:v>
              </c:pt>
              <c:pt idx="399">
                <c:v>3.761988422676205</c:v>
              </c:pt>
              <c:pt idx="400">
                <c:v>3.761988422676205</c:v>
              </c:pt>
              <c:pt idx="401">
                <c:v>3.761988422676205</c:v>
              </c:pt>
              <c:pt idx="402">
                <c:v>3.761988422676205</c:v>
              </c:pt>
              <c:pt idx="403">
                <c:v>3.761988422676205</c:v>
              </c:pt>
              <c:pt idx="404">
                <c:v>3.761988422676205</c:v>
              </c:pt>
              <c:pt idx="405">
                <c:v>3.761988422676205</c:v>
              </c:pt>
              <c:pt idx="406">
                <c:v>3.761988422676205</c:v>
              </c:pt>
              <c:pt idx="407">
                <c:v>3.761988422676205</c:v>
              </c:pt>
              <c:pt idx="408">
                <c:v>3.761988422676205</c:v>
              </c:pt>
              <c:pt idx="409">
                <c:v>3.761988422676205</c:v>
              </c:pt>
              <c:pt idx="410">
                <c:v>3.761988422676205</c:v>
              </c:pt>
              <c:pt idx="411">
                <c:v>3.761988422676205</c:v>
              </c:pt>
              <c:pt idx="412">
                <c:v>3.761988422676205</c:v>
              </c:pt>
              <c:pt idx="413">
                <c:v>3.761988422676205</c:v>
              </c:pt>
              <c:pt idx="414">
                <c:v>3.761988422676205</c:v>
              </c:pt>
              <c:pt idx="415">
                <c:v>3.761988422676205</c:v>
              </c:pt>
              <c:pt idx="416">
                <c:v>3.761988422676205</c:v>
              </c:pt>
              <c:pt idx="417">
                <c:v>3.761988422676205</c:v>
              </c:pt>
              <c:pt idx="418">
                <c:v>3.761988422676205</c:v>
              </c:pt>
              <c:pt idx="419">
                <c:v>3.761988422676205</c:v>
              </c:pt>
              <c:pt idx="420">
                <c:v>3.761988422676205</c:v>
              </c:pt>
              <c:pt idx="421">
                <c:v>3.761988422676205</c:v>
              </c:pt>
              <c:pt idx="422">
                <c:v>3.761988422676205</c:v>
              </c:pt>
              <c:pt idx="423">
                <c:v>3.761988422676205</c:v>
              </c:pt>
              <c:pt idx="424">
                <c:v>3.761988422676205</c:v>
              </c:pt>
              <c:pt idx="425">
                <c:v>3.761988422676205</c:v>
              </c:pt>
              <c:pt idx="426">
                <c:v>3.761988422676205</c:v>
              </c:pt>
              <c:pt idx="427">
                <c:v>3.761988422676205</c:v>
              </c:pt>
              <c:pt idx="428">
                <c:v>3.761988422676205</c:v>
              </c:pt>
              <c:pt idx="429">
                <c:v>3.761988422676205</c:v>
              </c:pt>
              <c:pt idx="430">
                <c:v>3.761988422676205</c:v>
              </c:pt>
              <c:pt idx="431">
                <c:v>3.761988422676205</c:v>
              </c:pt>
              <c:pt idx="432">
                <c:v>3.761988422676205</c:v>
              </c:pt>
              <c:pt idx="433">
                <c:v>3.761988422676205</c:v>
              </c:pt>
              <c:pt idx="434">
                <c:v>3.761988422676205</c:v>
              </c:pt>
              <c:pt idx="435">
                <c:v>3.761988422676205</c:v>
              </c:pt>
              <c:pt idx="436">
                <c:v>3.761988422676205</c:v>
              </c:pt>
              <c:pt idx="437">
                <c:v>3.761988422676205</c:v>
              </c:pt>
              <c:pt idx="438">
                <c:v>3.761988422676205</c:v>
              </c:pt>
              <c:pt idx="439">
                <c:v>3.761988422676205</c:v>
              </c:pt>
              <c:pt idx="440">
                <c:v>3.761988422676205</c:v>
              </c:pt>
              <c:pt idx="441">
                <c:v>3.761988422676205</c:v>
              </c:pt>
              <c:pt idx="442">
                <c:v>3.761988422676205</c:v>
              </c:pt>
              <c:pt idx="443">
                <c:v>3.761988422676205</c:v>
              </c:pt>
              <c:pt idx="444">
                <c:v>3.761988422676205</c:v>
              </c:pt>
              <c:pt idx="445">
                <c:v>3.761988422676205</c:v>
              </c:pt>
              <c:pt idx="446">
                <c:v>3.761988422676205</c:v>
              </c:pt>
              <c:pt idx="447">
                <c:v>3.761988422676205</c:v>
              </c:pt>
              <c:pt idx="448">
                <c:v>3.761988422676205</c:v>
              </c:pt>
              <c:pt idx="449">
                <c:v>3.761988422676205</c:v>
              </c:pt>
            </c:numLit>
          </c:yVal>
          <c:smooth val="0"/>
        </c:ser>
        <c:ser>
          <c:idx val="4"/>
          <c:order val="4"/>
          <c:tx>
            <c:v>Same-order filling improvement</c:v>
          </c:tx>
          <c:spPr>
            <a:noFill xmlns:a="http://schemas.openxmlformats.org/drawingml/2006/main"/>
            <a:ln xmlns:a="http://schemas.openxmlformats.org/drawingml/2006/main" w="7620">
              <a:solidFill>
                <a:srgbClr val="009E73"/>
              </a:solidFill>
              <a:prstDash val="solid"/>
            </a:ln>
          </c:spPr>
          <c:marker>
            <c:symbol val="none"/>
            <c:size val="7"/>
            <c:spPr>
              <a:solidFill xmlns:a="http://schemas.openxmlformats.org/drawingml/2006/main">
                <a:srgbClr val="009E73"/>
              </a:solidFill>
            </c:spPr>
          </c:marker>
          <c:xVal>
            <c:numLit>
              <c:formatCode>General</c:formatCode>
              <c:ptCount val="450"/>
              <c:pt idx="0">
                <c:v>26.070358299714023</c:v>
              </c:pt>
              <c:pt idx="1">
                <c:v>29.5635051403414</c:v>
              </c:pt>
              <c:pt idx="2">
                <c:v>29.5635051403414</c:v>
              </c:pt>
              <c:pt idx="3">
                <c:v>29.5635051403414</c:v>
              </c:pt>
              <c:pt idx="4">
                <c:v>29.5635051403414</c:v>
              </c:pt>
              <c:pt idx="5">
                <c:v>29.5635051403414</c:v>
              </c:pt>
              <c:pt idx="6">
                <c:v>29.5635051403414</c:v>
              </c:pt>
              <c:pt idx="7">
                <c:v>29.5635051403414</c:v>
              </c:pt>
              <c:pt idx="8">
                <c:v>29.5635051403414</c:v>
              </c:pt>
              <c:pt idx="9">
                <c:v>29.5635051403414</c:v>
              </c:pt>
              <c:pt idx="10">
                <c:v>29.5635051403414</c:v>
              </c:pt>
              <c:pt idx="11">
                <c:v>29.5635051403414</c:v>
              </c:pt>
              <c:pt idx="12">
                <c:v>29.5635051403414</c:v>
              </c:pt>
              <c:pt idx="13">
                <c:v>29.5635051403414</c:v>
              </c:pt>
              <c:pt idx="14">
                <c:v>29.5635051403414</c:v>
              </c:pt>
              <c:pt idx="15">
                <c:v>29.5635051403414</c:v>
              </c:pt>
              <c:pt idx="16">
                <c:v>29.5635051403414</c:v>
              </c:pt>
              <c:pt idx="17">
                <c:v>29.5635051403414</c:v>
              </c:pt>
              <c:pt idx="18">
                <c:v>29.5635051403414</c:v>
              </c:pt>
              <c:pt idx="19">
                <c:v>29.5635051403414</c:v>
              </c:pt>
              <c:pt idx="20">
                <c:v>29.5635051403414</c:v>
              </c:pt>
              <c:pt idx="21">
                <c:v>29.5635051403414</c:v>
              </c:pt>
              <c:pt idx="22">
                <c:v>29.5635051403414</c:v>
              </c:pt>
              <c:pt idx="23">
                <c:v>29.5635051403414</c:v>
              </c:pt>
              <c:pt idx="24">
                <c:v>29.5635051403414</c:v>
              </c:pt>
              <c:pt idx="25">
                <c:v>29.5635051403414</c:v>
              </c:pt>
              <c:pt idx="26">
                <c:v>29.5635051403414</c:v>
              </c:pt>
              <c:pt idx="27">
                <c:v>29.5635051403414</c:v>
              </c:pt>
              <c:pt idx="28">
                <c:v>29.5635051403414</c:v>
              </c:pt>
              <c:pt idx="29">
                <c:v>29.5635051403414</c:v>
              </c:pt>
              <c:pt idx="30">
                <c:v>29.5635051403414</c:v>
              </c:pt>
              <c:pt idx="31">
                <c:v>29.5635051403414</c:v>
              </c:pt>
              <c:pt idx="32">
                <c:v>29.5635051403414</c:v>
              </c:pt>
              <c:pt idx="33">
                <c:v>29.5635051403414</c:v>
              </c:pt>
              <c:pt idx="34">
                <c:v>29.5635051403414</c:v>
              </c:pt>
              <c:pt idx="35">
                <c:v>29.5635051403414</c:v>
              </c:pt>
              <c:pt idx="36">
                <c:v>29.5635051403414</c:v>
              </c:pt>
              <c:pt idx="37">
                <c:v>29.5635051403414</c:v>
              </c:pt>
              <c:pt idx="38">
                <c:v>29.5635051403414</c:v>
              </c:pt>
              <c:pt idx="39">
                <c:v>29.5635051403414</c:v>
              </c:pt>
              <c:pt idx="40">
                <c:v>29.5635051403414</c:v>
              </c:pt>
              <c:pt idx="41">
                <c:v>29.5635051403414</c:v>
              </c:pt>
              <c:pt idx="42">
                <c:v>29.5635051403414</c:v>
              </c:pt>
              <c:pt idx="43">
                <c:v>29.5635051403414</c:v>
              </c:pt>
              <c:pt idx="44">
                <c:v>29.5635051403414</c:v>
              </c:pt>
              <c:pt idx="45">
                <c:v>29.5635051403414</c:v>
              </c:pt>
              <c:pt idx="46">
                <c:v>29.5635051403414</c:v>
              </c:pt>
              <c:pt idx="47">
                <c:v>29.5635051403414</c:v>
              </c:pt>
              <c:pt idx="48">
                <c:v>29.5635051403414</c:v>
              </c:pt>
              <c:pt idx="49">
                <c:v>29.5635051403414</c:v>
              </c:pt>
              <c:pt idx="50">
                <c:v>29.5635051403414</c:v>
              </c:pt>
              <c:pt idx="51">
                <c:v>29.5635051403414</c:v>
              </c:pt>
              <c:pt idx="52">
                <c:v>29.5635051403414</c:v>
              </c:pt>
              <c:pt idx="53">
                <c:v>29.5635051403414</c:v>
              </c:pt>
              <c:pt idx="54">
                <c:v>29.5635051403414</c:v>
              </c:pt>
              <c:pt idx="55">
                <c:v>29.5635051403414</c:v>
              </c:pt>
              <c:pt idx="56">
                <c:v>29.5635051403414</c:v>
              </c:pt>
              <c:pt idx="57">
                <c:v>29.5635051403414</c:v>
              </c:pt>
              <c:pt idx="58">
                <c:v>29.5635051403414</c:v>
              </c:pt>
              <c:pt idx="59">
                <c:v>29.5635051403414</c:v>
              </c:pt>
              <c:pt idx="60">
                <c:v>29.5635051403414</c:v>
              </c:pt>
              <c:pt idx="61">
                <c:v>29.5635051403414</c:v>
              </c:pt>
              <c:pt idx="62">
                <c:v>29.5635051403414</c:v>
              </c:pt>
              <c:pt idx="63">
                <c:v>29.5635051403414</c:v>
              </c:pt>
              <c:pt idx="64">
                <c:v>29.5635051403414</c:v>
              </c:pt>
              <c:pt idx="65">
                <c:v>29.5635051403414</c:v>
              </c:pt>
              <c:pt idx="66">
                <c:v>29.5635051403414</c:v>
              </c:pt>
              <c:pt idx="67">
                <c:v>29.5635051403414</c:v>
              </c:pt>
              <c:pt idx="68">
                <c:v>29.5635051403414</c:v>
              </c:pt>
              <c:pt idx="69">
                <c:v>29.5635051403414</c:v>
              </c:pt>
              <c:pt idx="70">
                <c:v>29.5635051403414</c:v>
              </c:pt>
              <c:pt idx="71">
                <c:v>29.5635051403414</c:v>
              </c:pt>
              <c:pt idx="72">
                <c:v>29.5635051403414</c:v>
              </c:pt>
              <c:pt idx="73">
                <c:v>29.5635051403414</c:v>
              </c:pt>
              <c:pt idx="74">
                <c:v>29.5635051403414</c:v>
              </c:pt>
              <c:pt idx="75">
                <c:v>29.5635051403414</c:v>
              </c:pt>
              <c:pt idx="76">
                <c:v>29.5635051403414</c:v>
              </c:pt>
              <c:pt idx="77">
                <c:v>29.5635051403414</c:v>
              </c:pt>
              <c:pt idx="78">
                <c:v>29.5635051403414</c:v>
              </c:pt>
              <c:pt idx="79">
                <c:v>29.5635051403414</c:v>
              </c:pt>
              <c:pt idx="80">
                <c:v>29.5635051403414</c:v>
              </c:pt>
              <c:pt idx="81">
                <c:v>29.5635051403414</c:v>
              </c:pt>
              <c:pt idx="82">
                <c:v>29.5635051403414</c:v>
              </c:pt>
              <c:pt idx="83">
                <c:v>29.5635051403414</c:v>
              </c:pt>
              <c:pt idx="84">
                <c:v>29.5635051403414</c:v>
              </c:pt>
              <c:pt idx="85">
                <c:v>29.5635051403414</c:v>
              </c:pt>
              <c:pt idx="86">
                <c:v>29.5635051403414</c:v>
              </c:pt>
              <c:pt idx="87">
                <c:v>29.5635051403414</c:v>
              </c:pt>
              <c:pt idx="88">
                <c:v>29.5635051403414</c:v>
              </c:pt>
              <c:pt idx="89">
                <c:v>29.5635051403414</c:v>
              </c:pt>
              <c:pt idx="90">
                <c:v>29.5635051403414</c:v>
              </c:pt>
              <c:pt idx="91">
                <c:v>29.5635051403414</c:v>
              </c:pt>
              <c:pt idx="92">
                <c:v>29.5635051403414</c:v>
              </c:pt>
              <c:pt idx="93">
                <c:v>29.5635051403414</c:v>
              </c:pt>
              <c:pt idx="94">
                <c:v>29.5635051403414</c:v>
              </c:pt>
              <c:pt idx="95">
                <c:v>29.5635051403414</c:v>
              </c:pt>
              <c:pt idx="96">
                <c:v>29.5635051403414</c:v>
              </c:pt>
              <c:pt idx="97">
                <c:v>29.5635051403414</c:v>
              </c:pt>
              <c:pt idx="98">
                <c:v>29.5635051403414</c:v>
              </c:pt>
              <c:pt idx="99">
                <c:v>29.5635051403414</c:v>
              </c:pt>
              <c:pt idx="100">
                <c:v>29.5635051403414</c:v>
              </c:pt>
              <c:pt idx="101">
                <c:v>29.5635051403414</c:v>
              </c:pt>
              <c:pt idx="102">
                <c:v>29.5635051403414</c:v>
              </c:pt>
              <c:pt idx="103">
                <c:v>29.5635051403414</c:v>
              </c:pt>
              <c:pt idx="104">
                <c:v>29.5635051403414</c:v>
              </c:pt>
              <c:pt idx="105">
                <c:v>29.5635051403414</c:v>
              </c:pt>
              <c:pt idx="106">
                <c:v>29.5635051403414</c:v>
              </c:pt>
              <c:pt idx="107">
                <c:v>29.5635051403414</c:v>
              </c:pt>
              <c:pt idx="108">
                <c:v>29.5635051403414</c:v>
              </c:pt>
              <c:pt idx="109">
                <c:v>29.5635051403414</c:v>
              </c:pt>
              <c:pt idx="110">
                <c:v>29.5635051403414</c:v>
              </c:pt>
              <c:pt idx="111">
                <c:v>29.5635051403414</c:v>
              </c:pt>
              <c:pt idx="112">
                <c:v>29.5635051403414</c:v>
              </c:pt>
              <c:pt idx="113">
                <c:v>29.5635051403414</c:v>
              </c:pt>
              <c:pt idx="114">
                <c:v>29.5635051403414</c:v>
              </c:pt>
              <c:pt idx="115">
                <c:v>29.5635051403414</c:v>
              </c:pt>
              <c:pt idx="116">
                <c:v>29.5635051403414</c:v>
              </c:pt>
              <c:pt idx="117">
                <c:v>29.5635051403414</c:v>
              </c:pt>
              <c:pt idx="118">
                <c:v>29.5635051403414</c:v>
              </c:pt>
              <c:pt idx="119">
                <c:v>29.5635051403414</c:v>
              </c:pt>
              <c:pt idx="120">
                <c:v>29.5635051403414</c:v>
              </c:pt>
              <c:pt idx="121">
                <c:v>29.5635051403414</c:v>
              </c:pt>
              <c:pt idx="122">
                <c:v>29.5635051403414</c:v>
              </c:pt>
              <c:pt idx="123">
                <c:v>29.5635051403414</c:v>
              </c:pt>
              <c:pt idx="124">
                <c:v>29.5635051403414</c:v>
              </c:pt>
              <c:pt idx="125">
                <c:v>29.5635051403414</c:v>
              </c:pt>
              <c:pt idx="126">
                <c:v>29.5635051403414</c:v>
              </c:pt>
              <c:pt idx="127">
                <c:v>29.5635051403414</c:v>
              </c:pt>
              <c:pt idx="128">
                <c:v>29.5635051403414</c:v>
              </c:pt>
              <c:pt idx="129">
                <c:v>29.5635051403414</c:v>
              </c:pt>
              <c:pt idx="130">
                <c:v>29.5635051403414</c:v>
              </c:pt>
              <c:pt idx="131">
                <c:v>29.5635051403414</c:v>
              </c:pt>
              <c:pt idx="132">
                <c:v>29.5635051403414</c:v>
              </c:pt>
              <c:pt idx="133">
                <c:v>29.5635051403414</c:v>
              </c:pt>
              <c:pt idx="134">
                <c:v>29.5635051403414</c:v>
              </c:pt>
              <c:pt idx="135">
                <c:v>29.5635051403414</c:v>
              </c:pt>
              <c:pt idx="136">
                <c:v>29.5635051403414</c:v>
              </c:pt>
              <c:pt idx="137">
                <c:v>29.5635051403414</c:v>
              </c:pt>
              <c:pt idx="138">
                <c:v>29.5635051403414</c:v>
              </c:pt>
              <c:pt idx="139">
                <c:v>29.5635051403414</c:v>
              </c:pt>
              <c:pt idx="140">
                <c:v>29.5635051403414</c:v>
              </c:pt>
              <c:pt idx="141">
                <c:v>29.5635051403414</c:v>
              </c:pt>
              <c:pt idx="142">
                <c:v>29.5635051403414</c:v>
              </c:pt>
              <c:pt idx="143">
                <c:v>29.5635051403414</c:v>
              </c:pt>
              <c:pt idx="144">
                <c:v>29.5635051403414</c:v>
              </c:pt>
              <c:pt idx="145">
                <c:v>29.5635051403414</c:v>
              </c:pt>
              <c:pt idx="146">
                <c:v>29.5635051403414</c:v>
              </c:pt>
              <c:pt idx="147">
                <c:v>29.5635051403414</c:v>
              </c:pt>
              <c:pt idx="148">
                <c:v>29.5635051403414</c:v>
              </c:pt>
              <c:pt idx="149">
                <c:v>29.5635051403414</c:v>
              </c:pt>
              <c:pt idx="150">
                <c:v>29.5635051403414</c:v>
              </c:pt>
              <c:pt idx="151">
                <c:v>29.5635051403414</c:v>
              </c:pt>
              <c:pt idx="152">
                <c:v>29.5635051403414</c:v>
              </c:pt>
              <c:pt idx="153">
                <c:v>29.5635051403414</c:v>
              </c:pt>
              <c:pt idx="154">
                <c:v>29.5635051403414</c:v>
              </c:pt>
              <c:pt idx="155">
                <c:v>29.5635051403414</c:v>
              </c:pt>
              <c:pt idx="156">
                <c:v>29.5635051403414</c:v>
              </c:pt>
              <c:pt idx="157">
                <c:v>29.5635051403414</c:v>
              </c:pt>
              <c:pt idx="158">
                <c:v>29.5635051403414</c:v>
              </c:pt>
              <c:pt idx="159">
                <c:v>29.5635051403414</c:v>
              </c:pt>
              <c:pt idx="160">
                <c:v>29.5635051403414</c:v>
              </c:pt>
              <c:pt idx="161">
                <c:v>29.5635051403414</c:v>
              </c:pt>
              <c:pt idx="162">
                <c:v>29.5635051403414</c:v>
              </c:pt>
              <c:pt idx="163">
                <c:v>29.5635051403414</c:v>
              </c:pt>
              <c:pt idx="164">
                <c:v>29.5635051403414</c:v>
              </c:pt>
              <c:pt idx="165">
                <c:v>29.5635051403414</c:v>
              </c:pt>
              <c:pt idx="166">
                <c:v>29.5635051403414</c:v>
              </c:pt>
              <c:pt idx="167">
                <c:v>29.5635051403414</c:v>
              </c:pt>
              <c:pt idx="168">
                <c:v>29.5635051403414</c:v>
              </c:pt>
              <c:pt idx="169">
                <c:v>29.5635051403414</c:v>
              </c:pt>
              <c:pt idx="170">
                <c:v>29.5635051403414</c:v>
              </c:pt>
              <c:pt idx="171">
                <c:v>29.5635051403414</c:v>
              </c:pt>
              <c:pt idx="172">
                <c:v>29.5635051403414</c:v>
              </c:pt>
              <c:pt idx="173">
                <c:v>29.5635051403414</c:v>
              </c:pt>
              <c:pt idx="174">
                <c:v>29.5635051403414</c:v>
              </c:pt>
              <c:pt idx="175">
                <c:v>29.5635051403414</c:v>
              </c:pt>
              <c:pt idx="176">
                <c:v>29.5635051403414</c:v>
              </c:pt>
              <c:pt idx="177">
                <c:v>29.5635051403414</c:v>
              </c:pt>
              <c:pt idx="178">
                <c:v>29.5635051403414</c:v>
              </c:pt>
              <c:pt idx="179">
                <c:v>29.5635051403414</c:v>
              </c:pt>
              <c:pt idx="180">
                <c:v>29.5635051403414</c:v>
              </c:pt>
              <c:pt idx="181">
                <c:v>29.5635051403414</c:v>
              </c:pt>
              <c:pt idx="182">
                <c:v>29.5635051403414</c:v>
              </c:pt>
              <c:pt idx="183">
                <c:v>29.5635051403414</c:v>
              </c:pt>
              <c:pt idx="184">
                <c:v>29.5635051403414</c:v>
              </c:pt>
              <c:pt idx="185">
                <c:v>29.5635051403414</c:v>
              </c:pt>
              <c:pt idx="186">
                <c:v>29.5635051403414</c:v>
              </c:pt>
              <c:pt idx="187">
                <c:v>29.5635051403414</c:v>
              </c:pt>
              <c:pt idx="188">
                <c:v>29.5635051403414</c:v>
              </c:pt>
              <c:pt idx="189">
                <c:v>29.5635051403414</c:v>
              </c:pt>
              <c:pt idx="190">
                <c:v>29.5635051403414</c:v>
              </c:pt>
              <c:pt idx="191">
                <c:v>29.5635051403414</c:v>
              </c:pt>
              <c:pt idx="192">
                <c:v>29.5635051403414</c:v>
              </c:pt>
              <c:pt idx="193">
                <c:v>29.5635051403414</c:v>
              </c:pt>
              <c:pt idx="194">
                <c:v>29.5635051403414</c:v>
              </c:pt>
              <c:pt idx="195">
                <c:v>29.5635051403414</c:v>
              </c:pt>
              <c:pt idx="196">
                <c:v>29.5635051403414</c:v>
              </c:pt>
              <c:pt idx="197">
                <c:v>29.5635051403414</c:v>
              </c:pt>
              <c:pt idx="198">
                <c:v>29.5635051403414</c:v>
              </c:pt>
              <c:pt idx="199">
                <c:v>29.5635051403414</c:v>
              </c:pt>
              <c:pt idx="200">
                <c:v>29.5635051403414</c:v>
              </c:pt>
              <c:pt idx="201">
                <c:v>29.5635051403414</c:v>
              </c:pt>
              <c:pt idx="202">
                <c:v>29.5635051403414</c:v>
              </c:pt>
              <c:pt idx="203">
                <c:v>29.5635051403414</c:v>
              </c:pt>
              <c:pt idx="204">
                <c:v>29.5635051403414</c:v>
              </c:pt>
              <c:pt idx="205">
                <c:v>29.5635051403414</c:v>
              </c:pt>
              <c:pt idx="206">
                <c:v>29.5635051403414</c:v>
              </c:pt>
              <c:pt idx="207">
                <c:v>29.5635051403414</c:v>
              </c:pt>
              <c:pt idx="208">
                <c:v>29.5635051403414</c:v>
              </c:pt>
              <c:pt idx="209">
                <c:v>29.5635051403414</c:v>
              </c:pt>
              <c:pt idx="210">
                <c:v>29.5635051403414</c:v>
              </c:pt>
              <c:pt idx="211">
                <c:v>29.5635051403414</c:v>
              </c:pt>
              <c:pt idx="212">
                <c:v>29.5635051403414</c:v>
              </c:pt>
              <c:pt idx="213">
                <c:v>29.5635051403414</c:v>
              </c:pt>
              <c:pt idx="214">
                <c:v>29.5635051403414</c:v>
              </c:pt>
              <c:pt idx="215">
                <c:v>29.5635051403414</c:v>
              </c:pt>
              <c:pt idx="216">
                <c:v>29.5635051403414</c:v>
              </c:pt>
              <c:pt idx="217">
                <c:v>29.5635051403414</c:v>
              </c:pt>
              <c:pt idx="218">
                <c:v>29.5635051403414</c:v>
              </c:pt>
              <c:pt idx="219">
                <c:v>29.5635051403414</c:v>
              </c:pt>
              <c:pt idx="220">
                <c:v>29.5635051403414</c:v>
              </c:pt>
              <c:pt idx="221">
                <c:v>29.5635051403414</c:v>
              </c:pt>
              <c:pt idx="222">
                <c:v>29.5635051403414</c:v>
              </c:pt>
              <c:pt idx="223">
                <c:v>29.5635051403414</c:v>
              </c:pt>
              <c:pt idx="224">
                <c:v>29.5635051403414</c:v>
              </c:pt>
              <c:pt idx="225">
                <c:v>29.5635051403414</c:v>
              </c:pt>
              <c:pt idx="226">
                <c:v>29.5635051403414</c:v>
              </c:pt>
              <c:pt idx="227">
                <c:v>29.5635051403414</c:v>
              </c:pt>
              <c:pt idx="228">
                <c:v>29.5635051403414</c:v>
              </c:pt>
              <c:pt idx="229">
                <c:v>29.5635051403414</c:v>
              </c:pt>
              <c:pt idx="230">
                <c:v>29.5635051403414</c:v>
              </c:pt>
              <c:pt idx="231">
                <c:v>29.5635051403414</c:v>
              </c:pt>
              <c:pt idx="232">
                <c:v>29.5635051403414</c:v>
              </c:pt>
              <c:pt idx="233">
                <c:v>29.5635051403414</c:v>
              </c:pt>
              <c:pt idx="234">
                <c:v>29.5635051403414</c:v>
              </c:pt>
              <c:pt idx="235">
                <c:v>29.5635051403414</c:v>
              </c:pt>
              <c:pt idx="236">
                <c:v>29.5635051403414</c:v>
              </c:pt>
              <c:pt idx="237">
                <c:v>29.5635051403414</c:v>
              </c:pt>
              <c:pt idx="238">
                <c:v>29.5635051403414</c:v>
              </c:pt>
              <c:pt idx="239">
                <c:v>29.5635051403414</c:v>
              </c:pt>
              <c:pt idx="240">
                <c:v>29.5635051403414</c:v>
              </c:pt>
              <c:pt idx="241">
                <c:v>29.5635051403414</c:v>
              </c:pt>
              <c:pt idx="242">
                <c:v>29.5635051403414</c:v>
              </c:pt>
              <c:pt idx="243">
                <c:v>29.5635051403414</c:v>
              </c:pt>
              <c:pt idx="244">
                <c:v>29.5635051403414</c:v>
              </c:pt>
              <c:pt idx="245">
                <c:v>29.5635051403414</c:v>
              </c:pt>
              <c:pt idx="246">
                <c:v>29.5635051403414</c:v>
              </c:pt>
              <c:pt idx="247">
                <c:v>29.5635051403414</c:v>
              </c:pt>
              <c:pt idx="248">
                <c:v>29.5635051403414</c:v>
              </c:pt>
              <c:pt idx="249">
                <c:v>29.5635051403414</c:v>
              </c:pt>
              <c:pt idx="250">
                <c:v>29.5635051403414</c:v>
              </c:pt>
              <c:pt idx="251">
                <c:v>29.5635051403414</c:v>
              </c:pt>
              <c:pt idx="252">
                <c:v>29.5635051403414</c:v>
              </c:pt>
              <c:pt idx="253">
                <c:v>29.5635051403414</c:v>
              </c:pt>
              <c:pt idx="254">
                <c:v>29.5635051403414</c:v>
              </c:pt>
              <c:pt idx="255">
                <c:v>29.5635051403414</c:v>
              </c:pt>
              <c:pt idx="256">
                <c:v>29.5635051403414</c:v>
              </c:pt>
              <c:pt idx="257">
                <c:v>29.5635051403414</c:v>
              </c:pt>
              <c:pt idx="258">
                <c:v>29.5635051403414</c:v>
              </c:pt>
              <c:pt idx="259">
                <c:v>29.5635051403414</c:v>
              </c:pt>
              <c:pt idx="260">
                <c:v>29.5635051403414</c:v>
              </c:pt>
              <c:pt idx="261">
                <c:v>29.5635051403414</c:v>
              </c:pt>
              <c:pt idx="262">
                <c:v>29.5635051403414</c:v>
              </c:pt>
              <c:pt idx="263">
                <c:v>29.5635051403414</c:v>
              </c:pt>
              <c:pt idx="264">
                <c:v>29.5635051403414</c:v>
              </c:pt>
              <c:pt idx="265">
                <c:v>29.5635051403414</c:v>
              </c:pt>
              <c:pt idx="266">
                <c:v>29.5635051403414</c:v>
              </c:pt>
              <c:pt idx="267">
                <c:v>29.5635051403414</c:v>
              </c:pt>
              <c:pt idx="268">
                <c:v>29.5635051403414</c:v>
              </c:pt>
              <c:pt idx="269">
                <c:v>29.5635051403414</c:v>
              </c:pt>
              <c:pt idx="270">
                <c:v>29.5635051403414</c:v>
              </c:pt>
              <c:pt idx="271">
                <c:v>29.5635051403414</c:v>
              </c:pt>
              <c:pt idx="272">
                <c:v>29.5635051403414</c:v>
              </c:pt>
              <c:pt idx="273">
                <c:v>29.5635051403414</c:v>
              </c:pt>
              <c:pt idx="274">
                <c:v>29.5635051403414</c:v>
              </c:pt>
              <c:pt idx="275">
                <c:v>29.5635051403414</c:v>
              </c:pt>
              <c:pt idx="276">
                <c:v>29.5635051403414</c:v>
              </c:pt>
              <c:pt idx="277">
                <c:v>29.5635051403414</c:v>
              </c:pt>
              <c:pt idx="278">
                <c:v>29.5635051403414</c:v>
              </c:pt>
              <c:pt idx="279">
                <c:v>29.5635051403414</c:v>
              </c:pt>
              <c:pt idx="280">
                <c:v>29.5635051403414</c:v>
              </c:pt>
              <c:pt idx="281">
                <c:v>29.5635051403414</c:v>
              </c:pt>
              <c:pt idx="282">
                <c:v>29.5635051403414</c:v>
              </c:pt>
              <c:pt idx="283">
                <c:v>29.5635051403414</c:v>
              </c:pt>
              <c:pt idx="284">
                <c:v>29.5635051403414</c:v>
              </c:pt>
              <c:pt idx="285">
                <c:v>29.5635051403414</c:v>
              </c:pt>
              <c:pt idx="286">
                <c:v>29.5635051403414</c:v>
              </c:pt>
              <c:pt idx="287">
                <c:v>29.5635051403414</c:v>
              </c:pt>
              <c:pt idx="288">
                <c:v>29.5635051403414</c:v>
              </c:pt>
              <c:pt idx="289">
                <c:v>29.5635051403414</c:v>
              </c:pt>
              <c:pt idx="290">
                <c:v>29.5635051403414</c:v>
              </c:pt>
              <c:pt idx="291">
                <c:v>29.5635051403414</c:v>
              </c:pt>
              <c:pt idx="292">
                <c:v>29.5635051403414</c:v>
              </c:pt>
              <c:pt idx="293">
                <c:v>29.5635051403414</c:v>
              </c:pt>
              <c:pt idx="294">
                <c:v>29.5635051403414</c:v>
              </c:pt>
              <c:pt idx="295">
                <c:v>29.5635051403414</c:v>
              </c:pt>
              <c:pt idx="296">
                <c:v>29.5635051403414</c:v>
              </c:pt>
              <c:pt idx="297">
                <c:v>29.5635051403414</c:v>
              </c:pt>
              <c:pt idx="298">
                <c:v>29.5635051403414</c:v>
              </c:pt>
              <c:pt idx="299">
                <c:v>29.5635051403414</c:v>
              </c:pt>
              <c:pt idx="300">
                <c:v>29.5635051403414</c:v>
              </c:pt>
              <c:pt idx="301">
                <c:v>29.5635051403414</c:v>
              </c:pt>
              <c:pt idx="302">
                <c:v>29.5635051403414</c:v>
              </c:pt>
              <c:pt idx="303">
                <c:v>29.5635051403414</c:v>
              </c:pt>
              <c:pt idx="304">
                <c:v>29.5635051403414</c:v>
              </c:pt>
              <c:pt idx="305">
                <c:v>29.5635051403414</c:v>
              </c:pt>
              <c:pt idx="306">
                <c:v>29.5635051403414</c:v>
              </c:pt>
              <c:pt idx="307">
                <c:v>29.5635051403414</c:v>
              </c:pt>
              <c:pt idx="308">
                <c:v>29.5635051403414</c:v>
              </c:pt>
              <c:pt idx="309">
                <c:v>29.5635051403414</c:v>
              </c:pt>
              <c:pt idx="310">
                <c:v>29.5635051403414</c:v>
              </c:pt>
              <c:pt idx="311">
                <c:v>29.5635051403414</c:v>
              </c:pt>
              <c:pt idx="312">
                <c:v>29.5635051403414</c:v>
              </c:pt>
              <c:pt idx="313">
                <c:v>29.5635051403414</c:v>
              </c:pt>
              <c:pt idx="314">
                <c:v>29.5635051403414</c:v>
              </c:pt>
              <c:pt idx="315">
                <c:v>29.5635051403414</c:v>
              </c:pt>
              <c:pt idx="316">
                <c:v>29.5635051403414</c:v>
              </c:pt>
              <c:pt idx="317">
                <c:v>29.5635051403414</c:v>
              </c:pt>
              <c:pt idx="318">
                <c:v>29.5635051403414</c:v>
              </c:pt>
              <c:pt idx="319">
                <c:v>29.5635051403414</c:v>
              </c:pt>
              <c:pt idx="320">
                <c:v>29.5635051403414</c:v>
              </c:pt>
              <c:pt idx="321">
                <c:v>29.5635051403414</c:v>
              </c:pt>
              <c:pt idx="322">
                <c:v>29.5635051403414</c:v>
              </c:pt>
              <c:pt idx="323">
                <c:v>29.5635051403414</c:v>
              </c:pt>
              <c:pt idx="324">
                <c:v>29.5635051403414</c:v>
              </c:pt>
              <c:pt idx="325">
                <c:v>29.5635051403414</c:v>
              </c:pt>
              <c:pt idx="326">
                <c:v>29.5635051403414</c:v>
              </c:pt>
              <c:pt idx="327">
                <c:v>29.5635051403414</c:v>
              </c:pt>
              <c:pt idx="328">
                <c:v>29.5635051403414</c:v>
              </c:pt>
              <c:pt idx="329">
                <c:v>29.5635051403414</c:v>
              </c:pt>
              <c:pt idx="330">
                <c:v>29.5635051403414</c:v>
              </c:pt>
              <c:pt idx="331">
                <c:v>29.5635051403414</c:v>
              </c:pt>
              <c:pt idx="332">
                <c:v>29.5635051403414</c:v>
              </c:pt>
              <c:pt idx="333">
                <c:v>29.5635051403414</c:v>
              </c:pt>
              <c:pt idx="334">
                <c:v>29.5635051403414</c:v>
              </c:pt>
              <c:pt idx="335">
                <c:v>29.5635051403414</c:v>
              </c:pt>
              <c:pt idx="336">
                <c:v>29.5635051403414</c:v>
              </c:pt>
              <c:pt idx="337">
                <c:v>29.5635051403414</c:v>
              </c:pt>
              <c:pt idx="338">
                <c:v>29.5635051403414</c:v>
              </c:pt>
              <c:pt idx="339">
                <c:v>29.5635051403414</c:v>
              </c:pt>
              <c:pt idx="340">
                <c:v>29.5635051403414</c:v>
              </c:pt>
              <c:pt idx="341">
                <c:v>29.5635051403414</c:v>
              </c:pt>
              <c:pt idx="342">
                <c:v>29.5635051403414</c:v>
              </c:pt>
              <c:pt idx="343">
                <c:v>29.5635051403414</c:v>
              </c:pt>
              <c:pt idx="344">
                <c:v>29.5635051403414</c:v>
              </c:pt>
              <c:pt idx="345">
                <c:v>29.5635051403414</c:v>
              </c:pt>
              <c:pt idx="346">
                <c:v>29.5635051403414</c:v>
              </c:pt>
              <c:pt idx="347">
                <c:v>29.5635051403414</c:v>
              </c:pt>
              <c:pt idx="348">
                <c:v>29.5635051403414</c:v>
              </c:pt>
              <c:pt idx="349">
                <c:v>29.5635051403414</c:v>
              </c:pt>
              <c:pt idx="350">
                <c:v>29.5635051403414</c:v>
              </c:pt>
              <c:pt idx="351">
                <c:v>29.5635051403414</c:v>
              </c:pt>
              <c:pt idx="352">
                <c:v>29.5635051403414</c:v>
              </c:pt>
              <c:pt idx="353">
                <c:v>29.5635051403414</c:v>
              </c:pt>
              <c:pt idx="354">
                <c:v>29.5635051403414</c:v>
              </c:pt>
              <c:pt idx="355">
                <c:v>29.5635051403414</c:v>
              </c:pt>
              <c:pt idx="356">
                <c:v>29.5635051403414</c:v>
              </c:pt>
              <c:pt idx="357">
                <c:v>29.5635051403414</c:v>
              </c:pt>
              <c:pt idx="358">
                <c:v>29.5635051403414</c:v>
              </c:pt>
              <c:pt idx="359">
                <c:v>29.5635051403414</c:v>
              </c:pt>
              <c:pt idx="360">
                <c:v>29.5635051403414</c:v>
              </c:pt>
              <c:pt idx="361">
                <c:v>29.5635051403414</c:v>
              </c:pt>
              <c:pt idx="362">
                <c:v>29.5635051403414</c:v>
              </c:pt>
              <c:pt idx="363">
                <c:v>29.5635051403414</c:v>
              </c:pt>
              <c:pt idx="364">
                <c:v>29.5635051403414</c:v>
              </c:pt>
              <c:pt idx="365">
                <c:v>29.5635051403414</c:v>
              </c:pt>
              <c:pt idx="366">
                <c:v>29.5635051403414</c:v>
              </c:pt>
              <c:pt idx="367">
                <c:v>29.5635051403414</c:v>
              </c:pt>
              <c:pt idx="368">
                <c:v>29.5635051403414</c:v>
              </c:pt>
              <c:pt idx="369">
                <c:v>29.5635051403414</c:v>
              </c:pt>
              <c:pt idx="370">
                <c:v>29.5635051403414</c:v>
              </c:pt>
              <c:pt idx="371">
                <c:v>29.5635051403414</c:v>
              </c:pt>
              <c:pt idx="372">
                <c:v>29.5635051403414</c:v>
              </c:pt>
              <c:pt idx="373">
                <c:v>29.5635051403414</c:v>
              </c:pt>
              <c:pt idx="374">
                <c:v>29.5635051403414</c:v>
              </c:pt>
              <c:pt idx="375">
                <c:v>29.5635051403414</c:v>
              </c:pt>
              <c:pt idx="376">
                <c:v>29.5635051403414</c:v>
              </c:pt>
              <c:pt idx="377">
                <c:v>29.5635051403414</c:v>
              </c:pt>
              <c:pt idx="378">
                <c:v>29.5635051403414</c:v>
              </c:pt>
              <c:pt idx="379">
                <c:v>29.5635051403414</c:v>
              </c:pt>
              <c:pt idx="380">
                <c:v>29.5635051403414</c:v>
              </c:pt>
              <c:pt idx="381">
                <c:v>29.5635051403414</c:v>
              </c:pt>
              <c:pt idx="382">
                <c:v>29.5635051403414</c:v>
              </c:pt>
              <c:pt idx="383">
                <c:v>29.5635051403414</c:v>
              </c:pt>
              <c:pt idx="384">
                <c:v>29.5635051403414</c:v>
              </c:pt>
              <c:pt idx="385">
                <c:v>29.5635051403414</c:v>
              </c:pt>
              <c:pt idx="386">
                <c:v>29.5635051403414</c:v>
              </c:pt>
              <c:pt idx="387">
                <c:v>29.5635051403414</c:v>
              </c:pt>
              <c:pt idx="388">
                <c:v>29.5635051403414</c:v>
              </c:pt>
              <c:pt idx="389">
                <c:v>29.5635051403414</c:v>
              </c:pt>
              <c:pt idx="390">
                <c:v>29.5635051403414</c:v>
              </c:pt>
              <c:pt idx="391">
                <c:v>29.5635051403414</c:v>
              </c:pt>
              <c:pt idx="392">
                <c:v>29.5635051403414</c:v>
              </c:pt>
              <c:pt idx="393">
                <c:v>29.5635051403414</c:v>
              </c:pt>
              <c:pt idx="394">
                <c:v>29.5635051403414</c:v>
              </c:pt>
              <c:pt idx="395">
                <c:v>29.5635051403414</c:v>
              </c:pt>
              <c:pt idx="396">
                <c:v>29.5635051403414</c:v>
              </c:pt>
              <c:pt idx="397">
                <c:v>29.5635051403414</c:v>
              </c:pt>
              <c:pt idx="398">
                <c:v>29.5635051403414</c:v>
              </c:pt>
              <c:pt idx="399">
                <c:v>29.5635051403414</c:v>
              </c:pt>
              <c:pt idx="400">
                <c:v>29.5635051403414</c:v>
              </c:pt>
              <c:pt idx="401">
                <c:v>29.5635051403414</c:v>
              </c:pt>
              <c:pt idx="402">
                <c:v>29.5635051403414</c:v>
              </c:pt>
              <c:pt idx="403">
                <c:v>29.5635051403414</c:v>
              </c:pt>
              <c:pt idx="404">
                <c:v>29.5635051403414</c:v>
              </c:pt>
              <c:pt idx="405">
                <c:v>29.5635051403414</c:v>
              </c:pt>
              <c:pt idx="406">
                <c:v>29.5635051403414</c:v>
              </c:pt>
              <c:pt idx="407">
                <c:v>29.5635051403414</c:v>
              </c:pt>
              <c:pt idx="408">
                <c:v>29.5635051403414</c:v>
              </c:pt>
              <c:pt idx="409">
                <c:v>29.5635051403414</c:v>
              </c:pt>
              <c:pt idx="410">
                <c:v>29.5635051403414</c:v>
              </c:pt>
              <c:pt idx="411">
                <c:v>29.5635051403414</c:v>
              </c:pt>
              <c:pt idx="412">
                <c:v>29.5635051403414</c:v>
              </c:pt>
              <c:pt idx="413">
                <c:v>29.5635051403414</c:v>
              </c:pt>
              <c:pt idx="414">
                <c:v>29.5635051403414</c:v>
              </c:pt>
              <c:pt idx="415">
                <c:v>29.5635051403414</c:v>
              </c:pt>
              <c:pt idx="416">
                <c:v>29.5635051403414</c:v>
              </c:pt>
              <c:pt idx="417">
                <c:v>29.5635051403414</c:v>
              </c:pt>
              <c:pt idx="418">
                <c:v>29.5635051403414</c:v>
              </c:pt>
              <c:pt idx="419">
                <c:v>29.5635051403414</c:v>
              </c:pt>
              <c:pt idx="420">
                <c:v>29.5635051403414</c:v>
              </c:pt>
              <c:pt idx="421">
                <c:v>29.5635051403414</c:v>
              </c:pt>
              <c:pt idx="422">
                <c:v>29.5635051403414</c:v>
              </c:pt>
              <c:pt idx="423">
                <c:v>29.5635051403414</c:v>
              </c:pt>
              <c:pt idx="424">
                <c:v>29.5635051403414</c:v>
              </c:pt>
              <c:pt idx="425">
                <c:v>29.5635051403414</c:v>
              </c:pt>
              <c:pt idx="426">
                <c:v>29.5635051403414</c:v>
              </c:pt>
              <c:pt idx="427">
                <c:v>29.5635051403414</c:v>
              </c:pt>
              <c:pt idx="428">
                <c:v>29.5635051403414</c:v>
              </c:pt>
              <c:pt idx="429">
                <c:v>29.5635051403414</c:v>
              </c:pt>
              <c:pt idx="430">
                <c:v>29.5635051403414</c:v>
              </c:pt>
              <c:pt idx="431">
                <c:v>29.5635051403414</c:v>
              </c:pt>
              <c:pt idx="432">
                <c:v>29.5635051403414</c:v>
              </c:pt>
              <c:pt idx="433">
                <c:v>29.5635051403414</c:v>
              </c:pt>
              <c:pt idx="434">
                <c:v>29.5635051403414</c:v>
              </c:pt>
              <c:pt idx="435">
                <c:v>29.5635051403414</c:v>
              </c:pt>
              <c:pt idx="436">
                <c:v>29.5635051403414</c:v>
              </c:pt>
              <c:pt idx="437">
                <c:v>29.5635051403414</c:v>
              </c:pt>
              <c:pt idx="438">
                <c:v>29.5635051403414</c:v>
              </c:pt>
              <c:pt idx="439">
                <c:v>29.5635051403414</c:v>
              </c:pt>
              <c:pt idx="440">
                <c:v>29.5635051403414</c:v>
              </c:pt>
              <c:pt idx="441">
                <c:v>29.5635051403414</c:v>
              </c:pt>
              <c:pt idx="442">
                <c:v>29.5635051403414</c:v>
              </c:pt>
              <c:pt idx="443">
                <c:v>29.5635051403414</c:v>
              </c:pt>
              <c:pt idx="444">
                <c:v>29.5635051403414</c:v>
              </c:pt>
              <c:pt idx="445">
                <c:v>29.5635051403414</c:v>
              </c:pt>
              <c:pt idx="446">
                <c:v>29.5635051403414</c:v>
              </c:pt>
              <c:pt idx="447">
                <c:v>29.5635051403414</c:v>
              </c:pt>
              <c:pt idx="448">
                <c:v>29.5635051403414</c:v>
              </c:pt>
              <c:pt idx="449">
                <c:v>29.5635051403414</c:v>
              </c:pt>
            </c:numLit>
          </c:xVal>
          <c:yVal>
            <c:numLit>
              <c:formatCode>0.0</c:formatCode>
              <c:ptCount val="450"/>
              <c:pt idx="0">
                <c:v>1.5840754845499974</c:v>
              </c:pt>
              <c:pt idx="1">
                <c:v>1.5840754845499974</c:v>
              </c:pt>
              <c:pt idx="2">
                <c:v>1.5840754845499974</c:v>
              </c:pt>
              <c:pt idx="3">
                <c:v>1.5840754845499974</c:v>
              </c:pt>
              <c:pt idx="4">
                <c:v>1.5840754845499974</c:v>
              </c:pt>
              <c:pt idx="5">
                <c:v>1.5840754845499974</c:v>
              </c:pt>
              <c:pt idx="6">
                <c:v>1.5840754845499974</c:v>
              </c:pt>
              <c:pt idx="7">
                <c:v>1.5840754845499974</c:v>
              </c:pt>
              <c:pt idx="8">
                <c:v>1.5840754845499974</c:v>
              </c:pt>
              <c:pt idx="9">
                <c:v>1.5840754845499974</c:v>
              </c:pt>
              <c:pt idx="10">
                <c:v>1.5840754845499974</c:v>
              </c:pt>
              <c:pt idx="11">
                <c:v>1.5840754845499974</c:v>
              </c:pt>
              <c:pt idx="12">
                <c:v>1.5840754845499974</c:v>
              </c:pt>
              <c:pt idx="13">
                <c:v>1.5840754845499974</c:v>
              </c:pt>
              <c:pt idx="14">
                <c:v>1.5840754845499974</c:v>
              </c:pt>
              <c:pt idx="15">
                <c:v>1.5840754845499974</c:v>
              </c:pt>
              <c:pt idx="16">
                <c:v>1.5840754845499974</c:v>
              </c:pt>
              <c:pt idx="17">
                <c:v>1.5840754845499974</c:v>
              </c:pt>
              <c:pt idx="18">
                <c:v>1.5840754845499974</c:v>
              </c:pt>
              <c:pt idx="19">
                <c:v>1.5840754845499974</c:v>
              </c:pt>
              <c:pt idx="20">
                <c:v>1.5840754845499974</c:v>
              </c:pt>
              <c:pt idx="21">
                <c:v>1.5840754845499974</c:v>
              </c:pt>
              <c:pt idx="22">
                <c:v>1.5840754845499974</c:v>
              </c:pt>
              <c:pt idx="23">
                <c:v>1.5840754845499974</c:v>
              </c:pt>
              <c:pt idx="24">
                <c:v>1.5840754845499974</c:v>
              </c:pt>
              <c:pt idx="25">
                <c:v>1.5840754845499974</c:v>
              </c:pt>
              <c:pt idx="26">
                <c:v>1.5840754845499974</c:v>
              </c:pt>
              <c:pt idx="27">
                <c:v>1.5840754845499974</c:v>
              </c:pt>
              <c:pt idx="28">
                <c:v>1.5840754845499974</c:v>
              </c:pt>
              <c:pt idx="29">
                <c:v>1.5840754845499974</c:v>
              </c:pt>
              <c:pt idx="30">
                <c:v>1.5840754845499974</c:v>
              </c:pt>
              <c:pt idx="31">
                <c:v>1.5840754845499974</c:v>
              </c:pt>
              <c:pt idx="32">
                <c:v>1.5840754845499974</c:v>
              </c:pt>
              <c:pt idx="33">
                <c:v>1.5840754845499974</c:v>
              </c:pt>
              <c:pt idx="34">
                <c:v>1.5840754845499974</c:v>
              </c:pt>
              <c:pt idx="35">
                <c:v>1.5840754845499974</c:v>
              </c:pt>
              <c:pt idx="36">
                <c:v>1.5840754845499974</c:v>
              </c:pt>
              <c:pt idx="37">
                <c:v>1.5840754845499974</c:v>
              </c:pt>
              <c:pt idx="38">
                <c:v>1.5840754845499974</c:v>
              </c:pt>
              <c:pt idx="39">
                <c:v>1.5840754845499974</c:v>
              </c:pt>
              <c:pt idx="40">
                <c:v>1.5840754845499974</c:v>
              </c:pt>
              <c:pt idx="41">
                <c:v>1.5840754845499974</c:v>
              </c:pt>
              <c:pt idx="42">
                <c:v>1.5840754845499974</c:v>
              </c:pt>
              <c:pt idx="43">
                <c:v>1.5840754845499974</c:v>
              </c:pt>
              <c:pt idx="44">
                <c:v>1.5840754845499974</c:v>
              </c:pt>
              <c:pt idx="45">
                <c:v>1.5840754845499974</c:v>
              </c:pt>
              <c:pt idx="46">
                <c:v>1.5840754845499974</c:v>
              </c:pt>
              <c:pt idx="47">
                <c:v>1.5840754845499974</c:v>
              </c:pt>
              <c:pt idx="48">
                <c:v>1.5840754845499974</c:v>
              </c:pt>
              <c:pt idx="49">
                <c:v>1.5840754845499974</c:v>
              </c:pt>
              <c:pt idx="50">
                <c:v>1.5840754845499974</c:v>
              </c:pt>
              <c:pt idx="51">
                <c:v>1.5840754845499974</c:v>
              </c:pt>
              <c:pt idx="52">
                <c:v>1.5840754845499974</c:v>
              </c:pt>
              <c:pt idx="53">
                <c:v>1.5840754845499974</c:v>
              </c:pt>
              <c:pt idx="54">
                <c:v>1.5840754845499974</c:v>
              </c:pt>
              <c:pt idx="55">
                <c:v>1.5840754845499974</c:v>
              </c:pt>
              <c:pt idx="56">
                <c:v>1.5840754845499974</c:v>
              </c:pt>
              <c:pt idx="57">
                <c:v>1.5840754845499974</c:v>
              </c:pt>
              <c:pt idx="58">
                <c:v>1.5840754845499974</c:v>
              </c:pt>
              <c:pt idx="59">
                <c:v>1.5840754845499974</c:v>
              </c:pt>
              <c:pt idx="60">
                <c:v>1.5840754845499974</c:v>
              </c:pt>
              <c:pt idx="61">
                <c:v>1.5840754845499974</c:v>
              </c:pt>
              <c:pt idx="62">
                <c:v>1.5840754845499974</c:v>
              </c:pt>
              <c:pt idx="63">
                <c:v>1.5840754845499974</c:v>
              </c:pt>
              <c:pt idx="64">
                <c:v>1.5840754845499974</c:v>
              </c:pt>
              <c:pt idx="65">
                <c:v>1.5840754845499974</c:v>
              </c:pt>
              <c:pt idx="66">
                <c:v>1.5840754845499974</c:v>
              </c:pt>
              <c:pt idx="67">
                <c:v>1.5840754845499974</c:v>
              </c:pt>
              <c:pt idx="68">
                <c:v>1.5840754845499974</c:v>
              </c:pt>
              <c:pt idx="69">
                <c:v>1.5840754845499974</c:v>
              </c:pt>
              <c:pt idx="70">
                <c:v>1.5840754845499974</c:v>
              </c:pt>
              <c:pt idx="71">
                <c:v>1.5840754845499974</c:v>
              </c:pt>
              <c:pt idx="72">
                <c:v>1.5840754845499974</c:v>
              </c:pt>
              <c:pt idx="73">
                <c:v>1.5840754845499974</c:v>
              </c:pt>
              <c:pt idx="74">
                <c:v>1.5840754845499974</c:v>
              </c:pt>
              <c:pt idx="75">
                <c:v>1.5840754845499974</c:v>
              </c:pt>
              <c:pt idx="76">
                <c:v>1.5840754845499974</c:v>
              </c:pt>
              <c:pt idx="77">
                <c:v>1.5840754845499974</c:v>
              </c:pt>
              <c:pt idx="78">
                <c:v>1.5840754845499974</c:v>
              </c:pt>
              <c:pt idx="79">
                <c:v>1.5840754845499974</c:v>
              </c:pt>
              <c:pt idx="80">
                <c:v>1.5840754845499974</c:v>
              </c:pt>
              <c:pt idx="81">
                <c:v>1.5840754845499974</c:v>
              </c:pt>
              <c:pt idx="82">
                <c:v>1.5840754845499974</c:v>
              </c:pt>
              <c:pt idx="83">
                <c:v>1.5840754845499974</c:v>
              </c:pt>
              <c:pt idx="84">
                <c:v>1.5840754845499974</c:v>
              </c:pt>
              <c:pt idx="85">
                <c:v>1.5840754845499974</c:v>
              </c:pt>
              <c:pt idx="86">
                <c:v>1.5840754845499974</c:v>
              </c:pt>
              <c:pt idx="87">
                <c:v>1.5840754845499974</c:v>
              </c:pt>
              <c:pt idx="88">
                <c:v>1.5840754845499974</c:v>
              </c:pt>
              <c:pt idx="89">
                <c:v>1.5840754845499974</c:v>
              </c:pt>
              <c:pt idx="90">
                <c:v>1.5840754845499974</c:v>
              </c:pt>
              <c:pt idx="91">
                <c:v>1.5840754845499974</c:v>
              </c:pt>
              <c:pt idx="92">
                <c:v>1.5840754845499974</c:v>
              </c:pt>
              <c:pt idx="93">
                <c:v>1.5840754845499974</c:v>
              </c:pt>
              <c:pt idx="94">
                <c:v>1.5840754845499974</c:v>
              </c:pt>
              <c:pt idx="95">
                <c:v>1.5840754845499974</c:v>
              </c:pt>
              <c:pt idx="96">
                <c:v>1.5840754845499974</c:v>
              </c:pt>
              <c:pt idx="97">
                <c:v>1.5840754845499974</c:v>
              </c:pt>
              <c:pt idx="98">
                <c:v>1.5840754845499974</c:v>
              </c:pt>
              <c:pt idx="99">
                <c:v>1.5840754845499974</c:v>
              </c:pt>
              <c:pt idx="100">
                <c:v>1.5840754845499974</c:v>
              </c:pt>
              <c:pt idx="101">
                <c:v>1.5840754845499974</c:v>
              </c:pt>
              <c:pt idx="102">
                <c:v>1.5840754845499974</c:v>
              </c:pt>
              <c:pt idx="103">
                <c:v>1.5840754845499974</c:v>
              </c:pt>
              <c:pt idx="104">
                <c:v>1.5840754845499974</c:v>
              </c:pt>
              <c:pt idx="105">
                <c:v>1.5840754845499974</c:v>
              </c:pt>
              <c:pt idx="106">
                <c:v>1.5840754845499974</c:v>
              </c:pt>
              <c:pt idx="107">
                <c:v>1.5840754845499974</c:v>
              </c:pt>
              <c:pt idx="108">
                <c:v>1.5840754845499974</c:v>
              </c:pt>
              <c:pt idx="109">
                <c:v>1.5840754845499974</c:v>
              </c:pt>
              <c:pt idx="110">
                <c:v>1.5840754845499974</c:v>
              </c:pt>
              <c:pt idx="111">
                <c:v>1.5840754845499974</c:v>
              </c:pt>
              <c:pt idx="112">
                <c:v>1.5840754845499974</c:v>
              </c:pt>
              <c:pt idx="113">
                <c:v>1.5840754845499974</c:v>
              </c:pt>
              <c:pt idx="114">
                <c:v>1.5840754845499974</c:v>
              </c:pt>
              <c:pt idx="115">
                <c:v>1.5840754845499974</c:v>
              </c:pt>
              <c:pt idx="116">
                <c:v>1.5840754845499974</c:v>
              </c:pt>
              <c:pt idx="117">
                <c:v>1.5840754845499974</c:v>
              </c:pt>
              <c:pt idx="118">
                <c:v>1.5840754845499974</c:v>
              </c:pt>
              <c:pt idx="119">
                <c:v>1.5840754845499974</c:v>
              </c:pt>
              <c:pt idx="120">
                <c:v>1.5840754845499974</c:v>
              </c:pt>
              <c:pt idx="121">
                <c:v>1.5840754845499974</c:v>
              </c:pt>
              <c:pt idx="122">
                <c:v>1.5840754845499974</c:v>
              </c:pt>
              <c:pt idx="123">
                <c:v>1.5840754845499974</c:v>
              </c:pt>
              <c:pt idx="124">
                <c:v>1.5840754845499974</c:v>
              </c:pt>
              <c:pt idx="125">
                <c:v>1.5840754845499974</c:v>
              </c:pt>
              <c:pt idx="126">
                <c:v>1.5840754845499974</c:v>
              </c:pt>
              <c:pt idx="127">
                <c:v>1.5840754845499974</c:v>
              </c:pt>
              <c:pt idx="128">
                <c:v>1.5840754845499974</c:v>
              </c:pt>
              <c:pt idx="129">
                <c:v>1.5840754845499974</c:v>
              </c:pt>
              <c:pt idx="130">
                <c:v>1.5840754845499974</c:v>
              </c:pt>
              <c:pt idx="131">
                <c:v>1.5840754845499974</c:v>
              </c:pt>
              <c:pt idx="132">
                <c:v>1.5840754845499974</c:v>
              </c:pt>
              <c:pt idx="133">
                <c:v>1.5840754845499974</c:v>
              </c:pt>
              <c:pt idx="134">
                <c:v>1.5840754845499974</c:v>
              </c:pt>
              <c:pt idx="135">
                <c:v>1.5840754845499974</c:v>
              </c:pt>
              <c:pt idx="136">
                <c:v>1.5840754845499974</c:v>
              </c:pt>
              <c:pt idx="137">
                <c:v>1.5840754845499974</c:v>
              </c:pt>
              <c:pt idx="138">
                <c:v>1.5840754845499974</c:v>
              </c:pt>
              <c:pt idx="139">
                <c:v>1.5840754845499974</c:v>
              </c:pt>
              <c:pt idx="140">
                <c:v>1.5840754845499974</c:v>
              </c:pt>
              <c:pt idx="141">
                <c:v>1.5840754845499974</c:v>
              </c:pt>
              <c:pt idx="142">
                <c:v>1.5840754845499974</c:v>
              </c:pt>
              <c:pt idx="143">
                <c:v>1.5840754845499974</c:v>
              </c:pt>
              <c:pt idx="144">
                <c:v>1.5840754845499974</c:v>
              </c:pt>
              <c:pt idx="145">
                <c:v>1.5840754845499974</c:v>
              </c:pt>
              <c:pt idx="146">
                <c:v>1.5840754845499974</c:v>
              </c:pt>
              <c:pt idx="147">
                <c:v>1.5840754845499974</c:v>
              </c:pt>
              <c:pt idx="148">
                <c:v>1.5840754845499974</c:v>
              </c:pt>
              <c:pt idx="149">
                <c:v>1.5840754845499974</c:v>
              </c:pt>
              <c:pt idx="150">
                <c:v>1.5840754845499974</c:v>
              </c:pt>
              <c:pt idx="151">
                <c:v>1.5840754845499974</c:v>
              </c:pt>
              <c:pt idx="152">
                <c:v>1.5840754845499974</c:v>
              </c:pt>
              <c:pt idx="153">
                <c:v>1.5840754845499974</c:v>
              </c:pt>
              <c:pt idx="154">
                <c:v>1.5840754845499974</c:v>
              </c:pt>
              <c:pt idx="155">
                <c:v>1.5840754845499974</c:v>
              </c:pt>
              <c:pt idx="156">
                <c:v>1.5840754845499974</c:v>
              </c:pt>
              <c:pt idx="157">
                <c:v>1.5840754845499974</c:v>
              </c:pt>
              <c:pt idx="158">
                <c:v>1.5840754845499974</c:v>
              </c:pt>
              <c:pt idx="159">
                <c:v>1.5840754845499974</c:v>
              </c:pt>
              <c:pt idx="160">
                <c:v>1.5840754845499974</c:v>
              </c:pt>
              <c:pt idx="161">
                <c:v>1.5840754845499974</c:v>
              </c:pt>
              <c:pt idx="162">
                <c:v>1.5840754845499974</c:v>
              </c:pt>
              <c:pt idx="163">
                <c:v>1.5840754845499974</c:v>
              </c:pt>
              <c:pt idx="164">
                <c:v>1.5840754845499974</c:v>
              </c:pt>
              <c:pt idx="165">
                <c:v>1.5840754845499974</c:v>
              </c:pt>
              <c:pt idx="166">
                <c:v>1.5840754845499974</c:v>
              </c:pt>
              <c:pt idx="167">
                <c:v>1.5840754845499974</c:v>
              </c:pt>
              <c:pt idx="168">
                <c:v>1.5840754845499974</c:v>
              </c:pt>
              <c:pt idx="169">
                <c:v>1.5840754845499974</c:v>
              </c:pt>
              <c:pt idx="170">
                <c:v>1.5840754845499974</c:v>
              </c:pt>
              <c:pt idx="171">
                <c:v>1.5840754845499974</c:v>
              </c:pt>
              <c:pt idx="172">
                <c:v>1.5840754845499974</c:v>
              </c:pt>
              <c:pt idx="173">
                <c:v>1.5840754845499974</c:v>
              </c:pt>
              <c:pt idx="174">
                <c:v>1.5840754845499974</c:v>
              </c:pt>
              <c:pt idx="175">
                <c:v>1.5840754845499974</c:v>
              </c:pt>
              <c:pt idx="176">
                <c:v>1.5840754845499974</c:v>
              </c:pt>
              <c:pt idx="177">
                <c:v>1.5840754845499974</c:v>
              </c:pt>
              <c:pt idx="178">
                <c:v>1.5840754845499974</c:v>
              </c:pt>
              <c:pt idx="179">
                <c:v>1.5840754845499974</c:v>
              </c:pt>
              <c:pt idx="180">
                <c:v>1.5840754845499974</c:v>
              </c:pt>
              <c:pt idx="181">
                <c:v>1.5840754845499974</c:v>
              </c:pt>
              <c:pt idx="182">
                <c:v>1.5840754845499974</c:v>
              </c:pt>
              <c:pt idx="183">
                <c:v>1.5840754845499974</c:v>
              </c:pt>
              <c:pt idx="184">
                <c:v>1.5840754845499974</c:v>
              </c:pt>
              <c:pt idx="185">
                <c:v>1.5840754845499974</c:v>
              </c:pt>
              <c:pt idx="186">
                <c:v>1.5840754845499974</c:v>
              </c:pt>
              <c:pt idx="187">
                <c:v>1.5840754845499974</c:v>
              </c:pt>
              <c:pt idx="188">
                <c:v>1.5840754845499974</c:v>
              </c:pt>
              <c:pt idx="189">
                <c:v>1.5840754845499974</c:v>
              </c:pt>
              <c:pt idx="190">
                <c:v>1.5840754845499974</c:v>
              </c:pt>
              <c:pt idx="191">
                <c:v>1.5840754845499974</c:v>
              </c:pt>
              <c:pt idx="192">
                <c:v>1.5840754845499974</c:v>
              </c:pt>
              <c:pt idx="193">
                <c:v>1.5840754845499974</c:v>
              </c:pt>
              <c:pt idx="194">
                <c:v>1.5840754845499974</c:v>
              </c:pt>
              <c:pt idx="195">
                <c:v>1.5840754845499974</c:v>
              </c:pt>
              <c:pt idx="196">
                <c:v>1.5840754845499974</c:v>
              </c:pt>
              <c:pt idx="197">
                <c:v>1.5840754845499974</c:v>
              </c:pt>
              <c:pt idx="198">
                <c:v>1.5840754845499974</c:v>
              </c:pt>
              <c:pt idx="199">
                <c:v>1.5840754845499974</c:v>
              </c:pt>
              <c:pt idx="200">
                <c:v>1.5840754845499974</c:v>
              </c:pt>
              <c:pt idx="201">
                <c:v>1.5840754845499974</c:v>
              </c:pt>
              <c:pt idx="202">
                <c:v>1.5840754845499974</c:v>
              </c:pt>
              <c:pt idx="203">
                <c:v>1.5840754845499974</c:v>
              </c:pt>
              <c:pt idx="204">
                <c:v>1.5840754845499974</c:v>
              </c:pt>
              <c:pt idx="205">
                <c:v>1.5840754845499974</c:v>
              </c:pt>
              <c:pt idx="206">
                <c:v>1.5840754845499974</c:v>
              </c:pt>
              <c:pt idx="207">
                <c:v>1.5840754845499974</c:v>
              </c:pt>
              <c:pt idx="208">
                <c:v>1.5840754845499974</c:v>
              </c:pt>
              <c:pt idx="209">
                <c:v>1.5840754845499974</c:v>
              </c:pt>
              <c:pt idx="210">
                <c:v>1.5840754845499974</c:v>
              </c:pt>
              <c:pt idx="211">
                <c:v>1.5840754845499974</c:v>
              </c:pt>
              <c:pt idx="212">
                <c:v>1.5840754845499974</c:v>
              </c:pt>
              <c:pt idx="213">
                <c:v>1.5840754845499974</c:v>
              </c:pt>
              <c:pt idx="214">
                <c:v>1.5840754845499974</c:v>
              </c:pt>
              <c:pt idx="215">
                <c:v>1.5840754845499974</c:v>
              </c:pt>
              <c:pt idx="216">
                <c:v>1.5840754845499974</c:v>
              </c:pt>
              <c:pt idx="217">
                <c:v>1.5840754845499974</c:v>
              </c:pt>
              <c:pt idx="218">
                <c:v>1.5840754845499974</c:v>
              </c:pt>
              <c:pt idx="219">
                <c:v>1.5840754845499974</c:v>
              </c:pt>
              <c:pt idx="220">
                <c:v>1.5840754845499974</c:v>
              </c:pt>
              <c:pt idx="221">
                <c:v>1.5840754845499974</c:v>
              </c:pt>
              <c:pt idx="222">
                <c:v>1.5840754845499974</c:v>
              </c:pt>
              <c:pt idx="223">
                <c:v>1.5840754845499974</c:v>
              </c:pt>
              <c:pt idx="224">
                <c:v>1.5840754845499974</c:v>
              </c:pt>
              <c:pt idx="225">
                <c:v>1.5840754845499974</c:v>
              </c:pt>
              <c:pt idx="226">
                <c:v>1.5840754845499974</c:v>
              </c:pt>
              <c:pt idx="227">
                <c:v>1.5840754845499974</c:v>
              </c:pt>
              <c:pt idx="228">
                <c:v>1.5840754845499974</c:v>
              </c:pt>
              <c:pt idx="229">
                <c:v>1.5840754845499974</c:v>
              </c:pt>
              <c:pt idx="230">
                <c:v>1.5840754845499974</c:v>
              </c:pt>
              <c:pt idx="231">
                <c:v>1.5840754845499974</c:v>
              </c:pt>
              <c:pt idx="232">
                <c:v>1.5840754845499974</c:v>
              </c:pt>
              <c:pt idx="233">
                <c:v>1.5840754845499974</c:v>
              </c:pt>
              <c:pt idx="234">
                <c:v>1.5840754845499974</c:v>
              </c:pt>
              <c:pt idx="235">
                <c:v>1.5840754845499974</c:v>
              </c:pt>
              <c:pt idx="236">
                <c:v>1.5840754845499974</c:v>
              </c:pt>
              <c:pt idx="237">
                <c:v>1.5840754845499974</c:v>
              </c:pt>
              <c:pt idx="238">
                <c:v>1.5840754845499974</c:v>
              </c:pt>
              <c:pt idx="239">
                <c:v>1.5840754845499974</c:v>
              </c:pt>
              <c:pt idx="240">
                <c:v>1.5840754845499974</c:v>
              </c:pt>
              <c:pt idx="241">
                <c:v>1.5840754845499974</c:v>
              </c:pt>
              <c:pt idx="242">
                <c:v>1.5840754845499974</c:v>
              </c:pt>
              <c:pt idx="243">
                <c:v>1.5840754845499974</c:v>
              </c:pt>
              <c:pt idx="244">
                <c:v>1.5840754845499974</c:v>
              </c:pt>
              <c:pt idx="245">
                <c:v>1.5840754845499974</c:v>
              </c:pt>
              <c:pt idx="246">
                <c:v>1.5840754845499974</c:v>
              </c:pt>
              <c:pt idx="247">
                <c:v>1.5840754845499974</c:v>
              </c:pt>
              <c:pt idx="248">
                <c:v>1.5840754845499974</c:v>
              </c:pt>
              <c:pt idx="249">
                <c:v>1.5840754845499974</c:v>
              </c:pt>
              <c:pt idx="250">
                <c:v>1.5840754845499974</c:v>
              </c:pt>
              <c:pt idx="251">
                <c:v>1.5840754845499974</c:v>
              </c:pt>
              <c:pt idx="252">
                <c:v>1.5840754845499974</c:v>
              </c:pt>
              <c:pt idx="253">
                <c:v>1.5840754845499974</c:v>
              </c:pt>
              <c:pt idx="254">
                <c:v>1.5840754845499974</c:v>
              </c:pt>
              <c:pt idx="255">
                <c:v>1.5840754845499974</c:v>
              </c:pt>
              <c:pt idx="256">
                <c:v>1.5840754845499974</c:v>
              </c:pt>
              <c:pt idx="257">
                <c:v>1.5840754845499974</c:v>
              </c:pt>
              <c:pt idx="258">
                <c:v>1.5840754845499974</c:v>
              </c:pt>
              <c:pt idx="259">
                <c:v>1.5840754845499974</c:v>
              </c:pt>
              <c:pt idx="260">
                <c:v>1.5840754845499974</c:v>
              </c:pt>
              <c:pt idx="261">
                <c:v>1.5840754845499974</c:v>
              </c:pt>
              <c:pt idx="262">
                <c:v>1.5840754845499974</c:v>
              </c:pt>
              <c:pt idx="263">
                <c:v>1.5840754845499974</c:v>
              </c:pt>
              <c:pt idx="264">
                <c:v>1.5840754845499974</c:v>
              </c:pt>
              <c:pt idx="265">
                <c:v>1.5840754845499974</c:v>
              </c:pt>
              <c:pt idx="266">
                <c:v>1.5840754845499974</c:v>
              </c:pt>
              <c:pt idx="267">
                <c:v>1.5840754845499974</c:v>
              </c:pt>
              <c:pt idx="268">
                <c:v>1.5840754845499974</c:v>
              </c:pt>
              <c:pt idx="269">
                <c:v>1.5840754845499974</c:v>
              </c:pt>
              <c:pt idx="270">
                <c:v>1.5840754845499974</c:v>
              </c:pt>
              <c:pt idx="271">
                <c:v>1.5840754845499974</c:v>
              </c:pt>
              <c:pt idx="272">
                <c:v>1.5840754845499974</c:v>
              </c:pt>
              <c:pt idx="273">
                <c:v>1.5840754845499974</c:v>
              </c:pt>
              <c:pt idx="274">
                <c:v>1.5840754845499974</c:v>
              </c:pt>
              <c:pt idx="275">
                <c:v>1.5840754845499974</c:v>
              </c:pt>
              <c:pt idx="276">
                <c:v>1.5840754845499974</c:v>
              </c:pt>
              <c:pt idx="277">
                <c:v>1.5840754845499974</c:v>
              </c:pt>
              <c:pt idx="278">
                <c:v>1.5840754845499974</c:v>
              </c:pt>
              <c:pt idx="279">
                <c:v>1.5840754845499974</c:v>
              </c:pt>
              <c:pt idx="280">
                <c:v>1.5840754845499974</c:v>
              </c:pt>
              <c:pt idx="281">
                <c:v>1.5840754845499974</c:v>
              </c:pt>
              <c:pt idx="282">
                <c:v>1.5840754845499974</c:v>
              </c:pt>
              <c:pt idx="283">
                <c:v>1.5840754845499974</c:v>
              </c:pt>
              <c:pt idx="284">
                <c:v>1.5840754845499974</c:v>
              </c:pt>
              <c:pt idx="285">
                <c:v>1.5840754845499974</c:v>
              </c:pt>
              <c:pt idx="286">
                <c:v>1.5840754845499974</c:v>
              </c:pt>
              <c:pt idx="287">
                <c:v>1.5840754845499974</c:v>
              </c:pt>
              <c:pt idx="288">
                <c:v>1.5840754845499974</c:v>
              </c:pt>
              <c:pt idx="289">
                <c:v>1.5840754845499974</c:v>
              </c:pt>
              <c:pt idx="290">
                <c:v>1.5840754845499974</c:v>
              </c:pt>
              <c:pt idx="291">
                <c:v>1.5840754845499974</c:v>
              </c:pt>
              <c:pt idx="292">
                <c:v>1.5840754845499974</c:v>
              </c:pt>
              <c:pt idx="293">
                <c:v>1.5840754845499974</c:v>
              </c:pt>
              <c:pt idx="294">
                <c:v>1.5840754845499974</c:v>
              </c:pt>
              <c:pt idx="295">
                <c:v>1.5840754845499974</c:v>
              </c:pt>
              <c:pt idx="296">
                <c:v>1.5840754845499974</c:v>
              </c:pt>
              <c:pt idx="297">
                <c:v>1.5840754845499974</c:v>
              </c:pt>
              <c:pt idx="298">
                <c:v>1.5840754845499974</c:v>
              </c:pt>
              <c:pt idx="299">
                <c:v>1.5840754845499974</c:v>
              </c:pt>
              <c:pt idx="300">
                <c:v>1.5840754845499974</c:v>
              </c:pt>
              <c:pt idx="301">
                <c:v>1.5840754845499974</c:v>
              </c:pt>
              <c:pt idx="302">
                <c:v>1.5840754845499974</c:v>
              </c:pt>
              <c:pt idx="303">
                <c:v>1.5840754845499974</c:v>
              </c:pt>
              <c:pt idx="304">
                <c:v>1.5840754845499974</c:v>
              </c:pt>
              <c:pt idx="305">
                <c:v>1.5840754845499974</c:v>
              </c:pt>
              <c:pt idx="306">
                <c:v>1.5840754845499974</c:v>
              </c:pt>
              <c:pt idx="307">
                <c:v>1.5840754845499974</c:v>
              </c:pt>
              <c:pt idx="308">
                <c:v>1.5840754845499974</c:v>
              </c:pt>
              <c:pt idx="309">
                <c:v>1.5840754845499974</c:v>
              </c:pt>
              <c:pt idx="310">
                <c:v>1.5840754845499974</c:v>
              </c:pt>
              <c:pt idx="311">
                <c:v>1.5840754845499974</c:v>
              </c:pt>
              <c:pt idx="312">
                <c:v>1.5840754845499974</c:v>
              </c:pt>
              <c:pt idx="313">
                <c:v>1.5840754845499974</c:v>
              </c:pt>
              <c:pt idx="314">
                <c:v>1.5840754845499974</c:v>
              </c:pt>
              <c:pt idx="315">
                <c:v>1.5840754845499974</c:v>
              </c:pt>
              <c:pt idx="316">
                <c:v>1.5840754845499974</c:v>
              </c:pt>
              <c:pt idx="317">
                <c:v>1.5840754845499974</c:v>
              </c:pt>
              <c:pt idx="318">
                <c:v>1.5840754845499974</c:v>
              </c:pt>
              <c:pt idx="319">
                <c:v>1.5840754845499974</c:v>
              </c:pt>
              <c:pt idx="320">
                <c:v>1.5840754845499974</c:v>
              </c:pt>
              <c:pt idx="321">
                <c:v>1.5840754845499974</c:v>
              </c:pt>
              <c:pt idx="322">
                <c:v>1.5840754845499974</c:v>
              </c:pt>
              <c:pt idx="323">
                <c:v>1.5840754845499974</c:v>
              </c:pt>
              <c:pt idx="324">
                <c:v>1.5840754845499974</c:v>
              </c:pt>
              <c:pt idx="325">
                <c:v>1.5840754845499974</c:v>
              </c:pt>
              <c:pt idx="326">
                <c:v>1.5840754845499974</c:v>
              </c:pt>
              <c:pt idx="327">
                <c:v>1.5840754845499974</c:v>
              </c:pt>
              <c:pt idx="328">
                <c:v>1.5840754845499974</c:v>
              </c:pt>
              <c:pt idx="329">
                <c:v>1.5840754845499974</c:v>
              </c:pt>
              <c:pt idx="330">
                <c:v>1.5840754845499974</c:v>
              </c:pt>
              <c:pt idx="331">
                <c:v>1.5840754845499974</c:v>
              </c:pt>
              <c:pt idx="332">
                <c:v>1.5840754845499974</c:v>
              </c:pt>
              <c:pt idx="333">
                <c:v>1.5840754845499974</c:v>
              </c:pt>
              <c:pt idx="334">
                <c:v>1.5840754845499974</c:v>
              </c:pt>
              <c:pt idx="335">
                <c:v>1.5840754845499974</c:v>
              </c:pt>
              <c:pt idx="336">
                <c:v>1.5840754845499974</c:v>
              </c:pt>
              <c:pt idx="337">
                <c:v>1.5840754845499974</c:v>
              </c:pt>
              <c:pt idx="338">
                <c:v>1.5840754845499974</c:v>
              </c:pt>
              <c:pt idx="339">
                <c:v>1.5840754845499974</c:v>
              </c:pt>
              <c:pt idx="340">
                <c:v>1.5840754845499974</c:v>
              </c:pt>
              <c:pt idx="341">
                <c:v>1.5840754845499974</c:v>
              </c:pt>
              <c:pt idx="342">
                <c:v>1.5840754845499974</c:v>
              </c:pt>
              <c:pt idx="343">
                <c:v>1.5840754845499974</c:v>
              </c:pt>
              <c:pt idx="344">
                <c:v>1.5840754845499974</c:v>
              </c:pt>
              <c:pt idx="345">
                <c:v>1.5840754845499974</c:v>
              </c:pt>
              <c:pt idx="346">
                <c:v>1.5840754845499974</c:v>
              </c:pt>
              <c:pt idx="347">
                <c:v>1.5840754845499974</c:v>
              </c:pt>
              <c:pt idx="348">
                <c:v>1.5840754845499974</c:v>
              </c:pt>
              <c:pt idx="349">
                <c:v>1.5840754845499974</c:v>
              </c:pt>
              <c:pt idx="350">
                <c:v>1.5840754845499974</c:v>
              </c:pt>
              <c:pt idx="351">
                <c:v>1.5840754845499974</c:v>
              </c:pt>
              <c:pt idx="352">
                <c:v>1.5840754845499974</c:v>
              </c:pt>
              <c:pt idx="353">
                <c:v>1.5840754845499974</c:v>
              </c:pt>
              <c:pt idx="354">
                <c:v>1.5840754845499974</c:v>
              </c:pt>
              <c:pt idx="355">
                <c:v>1.5840754845499974</c:v>
              </c:pt>
              <c:pt idx="356">
                <c:v>1.5840754845499974</c:v>
              </c:pt>
              <c:pt idx="357">
                <c:v>1.5840754845499974</c:v>
              </c:pt>
              <c:pt idx="358">
                <c:v>1.5840754845499974</c:v>
              </c:pt>
              <c:pt idx="359">
                <c:v>1.5840754845499974</c:v>
              </c:pt>
              <c:pt idx="360">
                <c:v>1.5840754845499974</c:v>
              </c:pt>
              <c:pt idx="361">
                <c:v>1.5840754845499974</c:v>
              </c:pt>
              <c:pt idx="362">
                <c:v>1.5840754845499974</c:v>
              </c:pt>
              <c:pt idx="363">
                <c:v>1.5840754845499974</c:v>
              </c:pt>
              <c:pt idx="364">
                <c:v>1.5840754845499974</c:v>
              </c:pt>
              <c:pt idx="365">
                <c:v>1.5840754845499974</c:v>
              </c:pt>
              <c:pt idx="366">
                <c:v>1.5840754845499974</c:v>
              </c:pt>
              <c:pt idx="367">
                <c:v>1.5840754845499974</c:v>
              </c:pt>
              <c:pt idx="368">
                <c:v>1.5840754845499974</c:v>
              </c:pt>
              <c:pt idx="369">
                <c:v>1.5840754845499974</c:v>
              </c:pt>
              <c:pt idx="370">
                <c:v>1.5840754845499974</c:v>
              </c:pt>
              <c:pt idx="371">
                <c:v>1.5840754845499974</c:v>
              </c:pt>
              <c:pt idx="372">
                <c:v>1.5840754845499974</c:v>
              </c:pt>
              <c:pt idx="373">
                <c:v>1.5840754845499974</c:v>
              </c:pt>
              <c:pt idx="374">
                <c:v>1.5840754845499974</c:v>
              </c:pt>
              <c:pt idx="375">
                <c:v>1.5840754845499974</c:v>
              </c:pt>
              <c:pt idx="376">
                <c:v>1.5840754845499974</c:v>
              </c:pt>
              <c:pt idx="377">
                <c:v>1.5840754845499974</c:v>
              </c:pt>
              <c:pt idx="378">
                <c:v>1.5840754845499974</c:v>
              </c:pt>
              <c:pt idx="379">
                <c:v>1.5840754845499974</c:v>
              </c:pt>
              <c:pt idx="380">
                <c:v>1.5840754845499974</c:v>
              </c:pt>
              <c:pt idx="381">
                <c:v>1.5840754845499974</c:v>
              </c:pt>
              <c:pt idx="382">
                <c:v>1.5840754845499974</c:v>
              </c:pt>
              <c:pt idx="383">
                <c:v>1.5840754845499974</c:v>
              </c:pt>
              <c:pt idx="384">
                <c:v>1.5840754845499974</c:v>
              </c:pt>
              <c:pt idx="385">
                <c:v>1.5840754845499974</c:v>
              </c:pt>
              <c:pt idx="386">
                <c:v>1.5840754845499974</c:v>
              </c:pt>
              <c:pt idx="387">
                <c:v>1.5840754845499974</c:v>
              </c:pt>
              <c:pt idx="388">
                <c:v>1.5840754845499974</c:v>
              </c:pt>
              <c:pt idx="389">
                <c:v>1.5840754845499974</c:v>
              </c:pt>
              <c:pt idx="390">
                <c:v>1.5840754845499974</c:v>
              </c:pt>
              <c:pt idx="391">
                <c:v>1.5840754845499974</c:v>
              </c:pt>
              <c:pt idx="392">
                <c:v>1.5840754845499974</c:v>
              </c:pt>
              <c:pt idx="393">
                <c:v>1.5840754845499974</c:v>
              </c:pt>
              <c:pt idx="394">
                <c:v>1.5840754845499974</c:v>
              </c:pt>
              <c:pt idx="395">
                <c:v>1.5840754845499974</c:v>
              </c:pt>
              <c:pt idx="396">
                <c:v>1.5840754845499974</c:v>
              </c:pt>
              <c:pt idx="397">
                <c:v>1.5840754845499974</c:v>
              </c:pt>
              <c:pt idx="398">
                <c:v>1.5840754845499974</c:v>
              </c:pt>
              <c:pt idx="399">
                <c:v>1.5840754845499974</c:v>
              </c:pt>
              <c:pt idx="400">
                <c:v>1.5840754845499974</c:v>
              </c:pt>
              <c:pt idx="401">
                <c:v>1.5840754845499974</c:v>
              </c:pt>
              <c:pt idx="402">
                <c:v>1.5840754845499974</c:v>
              </c:pt>
              <c:pt idx="403">
                <c:v>1.5840754845499974</c:v>
              </c:pt>
              <c:pt idx="404">
                <c:v>1.5840754845499974</c:v>
              </c:pt>
              <c:pt idx="405">
                <c:v>1.5840754845499974</c:v>
              </c:pt>
              <c:pt idx="406">
                <c:v>1.5840754845499974</c:v>
              </c:pt>
              <c:pt idx="407">
                <c:v>1.5840754845499974</c:v>
              </c:pt>
              <c:pt idx="408">
                <c:v>1.5840754845499974</c:v>
              </c:pt>
              <c:pt idx="409">
                <c:v>1.5840754845499974</c:v>
              </c:pt>
              <c:pt idx="410">
                <c:v>1.5840754845499974</c:v>
              </c:pt>
              <c:pt idx="411">
                <c:v>1.5840754845499974</c:v>
              </c:pt>
              <c:pt idx="412">
                <c:v>1.5840754845499974</c:v>
              </c:pt>
              <c:pt idx="413">
                <c:v>1.5840754845499974</c:v>
              </c:pt>
              <c:pt idx="414">
                <c:v>1.5840754845499974</c:v>
              </c:pt>
              <c:pt idx="415">
                <c:v>1.5840754845499974</c:v>
              </c:pt>
              <c:pt idx="416">
                <c:v>1.5840754845499974</c:v>
              </c:pt>
              <c:pt idx="417">
                <c:v>1.5840754845499974</c:v>
              </c:pt>
              <c:pt idx="418">
                <c:v>1.5840754845499974</c:v>
              </c:pt>
              <c:pt idx="419">
                <c:v>1.5840754845499974</c:v>
              </c:pt>
              <c:pt idx="420">
                <c:v>1.5840754845499974</c:v>
              </c:pt>
              <c:pt idx="421">
                <c:v>1.5840754845499974</c:v>
              </c:pt>
              <c:pt idx="422">
                <c:v>1.5840754845499974</c:v>
              </c:pt>
              <c:pt idx="423">
                <c:v>1.5840754845499974</c:v>
              </c:pt>
              <c:pt idx="424">
                <c:v>1.5840754845499974</c:v>
              </c:pt>
              <c:pt idx="425">
                <c:v>1.5840754845499974</c:v>
              </c:pt>
              <c:pt idx="426">
                <c:v>1.5840754845499974</c:v>
              </c:pt>
              <c:pt idx="427">
                <c:v>1.5840754845499974</c:v>
              </c:pt>
              <c:pt idx="428">
                <c:v>1.5840754845499974</c:v>
              </c:pt>
              <c:pt idx="429">
                <c:v>1.5840754845499974</c:v>
              </c:pt>
              <c:pt idx="430">
                <c:v>1.5840754845499974</c:v>
              </c:pt>
              <c:pt idx="431">
                <c:v>1.5840754845499974</c:v>
              </c:pt>
              <c:pt idx="432">
                <c:v>1.5840754845499974</c:v>
              </c:pt>
              <c:pt idx="433">
                <c:v>1.5840754845499974</c:v>
              </c:pt>
              <c:pt idx="434">
                <c:v>1.5840754845499974</c:v>
              </c:pt>
              <c:pt idx="435">
                <c:v>1.5840754845499974</c:v>
              </c:pt>
              <c:pt idx="436">
                <c:v>1.5840754845499974</c:v>
              </c:pt>
              <c:pt idx="437">
                <c:v>1.5840754845499974</c:v>
              </c:pt>
              <c:pt idx="438">
                <c:v>1.5840754845499974</c:v>
              </c:pt>
              <c:pt idx="439">
                <c:v>1.5840754845499974</c:v>
              </c:pt>
              <c:pt idx="440">
                <c:v>1.5840754845499974</c:v>
              </c:pt>
              <c:pt idx="441">
                <c:v>1.5840754845499974</c:v>
              </c:pt>
              <c:pt idx="442">
                <c:v>1.5840754845499974</c:v>
              </c:pt>
              <c:pt idx="443">
                <c:v>1.5840754845499974</c:v>
              </c:pt>
              <c:pt idx="444">
                <c:v>1.5840754845499974</c:v>
              </c:pt>
              <c:pt idx="445">
                <c:v>1.5840754845499974</c:v>
              </c:pt>
              <c:pt idx="446">
                <c:v>1.5840754845499974</c:v>
              </c:pt>
              <c:pt idx="447">
                <c:v>1.5840754845499974</c:v>
              </c:pt>
              <c:pt idx="448">
                <c:v>1.5840754845499974</c:v>
              </c:pt>
              <c:pt idx="449">
                <c:v>1.5840754845499974</c:v>
              </c:pt>
            </c:numLit>
          </c:yVal>
          <c:smooth val="0"/>
        </c:ser>
        <c:ser>
          <c:idx val="5"/>
          <c:order val="5"/>
          <c:tx>
            <c:v>Same-order filling improvement</c:v>
          </c:tx>
          <c:spPr>
            <a:noFill xmlns:a="http://schemas.openxmlformats.org/drawingml/2006/main"/>
            <a:ln xmlns:a="http://schemas.openxmlformats.org/drawingml/2006/main" w="7620">
              <a:solidFill>
                <a:srgbClr val="009E73"/>
              </a:solidFill>
              <a:prstDash val="solid"/>
            </a:ln>
          </c:spPr>
          <c:marker>
            <c:symbol val="none"/>
            <c:size val="7"/>
            <c:spPr>
              <a:solidFill xmlns:a="http://schemas.openxmlformats.org/drawingml/2006/main">
                <a:srgbClr val="009E73"/>
              </a:solidFill>
            </c:spPr>
          </c:marker>
          <c:xVal>
            <c:numLit>
              <c:formatCode>General</c:formatCode>
              <c:ptCount val="450"/>
              <c:pt idx="0">
                <c:v>58.65915627305822</c:v>
              </c:pt>
              <c:pt idx="1">
                <c:v>64.50258360710379</c:v>
              </c:pt>
              <c:pt idx="2">
                <c:v>64.50258360710379</c:v>
              </c:pt>
              <c:pt idx="3">
                <c:v>64.50258360710379</c:v>
              </c:pt>
              <c:pt idx="4">
                <c:v>64.50258360710379</c:v>
              </c:pt>
              <c:pt idx="5">
                <c:v>64.50258360710379</c:v>
              </c:pt>
              <c:pt idx="6">
                <c:v>64.50258360710379</c:v>
              </c:pt>
              <c:pt idx="7">
                <c:v>64.50258360710379</c:v>
              </c:pt>
              <c:pt idx="8">
                <c:v>64.50258360710379</c:v>
              </c:pt>
              <c:pt idx="9">
                <c:v>64.50258360710379</c:v>
              </c:pt>
              <c:pt idx="10">
                <c:v>64.50258360710379</c:v>
              </c:pt>
              <c:pt idx="11">
                <c:v>64.50258360710379</c:v>
              </c:pt>
              <c:pt idx="12">
                <c:v>64.50258360710379</c:v>
              </c:pt>
              <c:pt idx="13">
                <c:v>64.50258360710379</c:v>
              </c:pt>
              <c:pt idx="14">
                <c:v>64.50258360710379</c:v>
              </c:pt>
              <c:pt idx="15">
                <c:v>64.50258360710379</c:v>
              </c:pt>
              <c:pt idx="16">
                <c:v>64.50258360710379</c:v>
              </c:pt>
              <c:pt idx="17">
                <c:v>64.50258360710379</c:v>
              </c:pt>
              <c:pt idx="18">
                <c:v>64.50258360710379</c:v>
              </c:pt>
              <c:pt idx="19">
                <c:v>64.50258360710379</c:v>
              </c:pt>
              <c:pt idx="20">
                <c:v>64.50258360710379</c:v>
              </c:pt>
              <c:pt idx="21">
                <c:v>64.50258360710379</c:v>
              </c:pt>
              <c:pt idx="22">
                <c:v>64.50258360710379</c:v>
              </c:pt>
              <c:pt idx="23">
                <c:v>64.50258360710379</c:v>
              </c:pt>
              <c:pt idx="24">
                <c:v>64.50258360710379</c:v>
              </c:pt>
              <c:pt idx="25">
                <c:v>64.50258360710379</c:v>
              </c:pt>
              <c:pt idx="26">
                <c:v>64.50258360710379</c:v>
              </c:pt>
              <c:pt idx="27">
                <c:v>64.50258360710379</c:v>
              </c:pt>
              <c:pt idx="28">
                <c:v>64.50258360710379</c:v>
              </c:pt>
              <c:pt idx="29">
                <c:v>64.50258360710379</c:v>
              </c:pt>
              <c:pt idx="30">
                <c:v>64.50258360710379</c:v>
              </c:pt>
              <c:pt idx="31">
                <c:v>64.50258360710379</c:v>
              </c:pt>
              <c:pt idx="32">
                <c:v>64.50258360710379</c:v>
              </c:pt>
              <c:pt idx="33">
                <c:v>64.50258360710379</c:v>
              </c:pt>
              <c:pt idx="34">
                <c:v>64.50258360710379</c:v>
              </c:pt>
              <c:pt idx="35">
                <c:v>64.50258360710379</c:v>
              </c:pt>
              <c:pt idx="36">
                <c:v>64.50258360710379</c:v>
              </c:pt>
              <c:pt idx="37">
                <c:v>64.50258360710379</c:v>
              </c:pt>
              <c:pt idx="38">
                <c:v>64.50258360710379</c:v>
              </c:pt>
              <c:pt idx="39">
                <c:v>64.50258360710379</c:v>
              </c:pt>
              <c:pt idx="40">
                <c:v>64.50258360710379</c:v>
              </c:pt>
              <c:pt idx="41">
                <c:v>64.50258360710379</c:v>
              </c:pt>
              <c:pt idx="42">
                <c:v>64.50258360710379</c:v>
              </c:pt>
              <c:pt idx="43">
                <c:v>64.50258360710379</c:v>
              </c:pt>
              <c:pt idx="44">
                <c:v>64.50258360710379</c:v>
              </c:pt>
              <c:pt idx="45">
                <c:v>64.50258360710379</c:v>
              </c:pt>
              <c:pt idx="46">
                <c:v>64.50258360710379</c:v>
              </c:pt>
              <c:pt idx="47">
                <c:v>64.50258360710379</c:v>
              </c:pt>
              <c:pt idx="48">
                <c:v>64.50258360710379</c:v>
              </c:pt>
              <c:pt idx="49">
                <c:v>64.50258360710379</c:v>
              </c:pt>
              <c:pt idx="50">
                <c:v>64.50258360710379</c:v>
              </c:pt>
              <c:pt idx="51">
                <c:v>64.50258360710379</c:v>
              </c:pt>
              <c:pt idx="52">
                <c:v>64.50258360710379</c:v>
              </c:pt>
              <c:pt idx="53">
                <c:v>64.50258360710379</c:v>
              </c:pt>
              <c:pt idx="54">
                <c:v>64.50258360710379</c:v>
              </c:pt>
              <c:pt idx="55">
                <c:v>64.50258360710379</c:v>
              </c:pt>
              <c:pt idx="56">
                <c:v>64.50258360710379</c:v>
              </c:pt>
              <c:pt idx="57">
                <c:v>64.50258360710379</c:v>
              </c:pt>
              <c:pt idx="58">
                <c:v>64.50258360710379</c:v>
              </c:pt>
              <c:pt idx="59">
                <c:v>64.50258360710379</c:v>
              </c:pt>
              <c:pt idx="60">
                <c:v>64.50258360710379</c:v>
              </c:pt>
              <c:pt idx="61">
                <c:v>64.50258360710379</c:v>
              </c:pt>
              <c:pt idx="62">
                <c:v>64.50258360710379</c:v>
              </c:pt>
              <c:pt idx="63">
                <c:v>64.50258360710379</c:v>
              </c:pt>
              <c:pt idx="64">
                <c:v>64.50258360710379</c:v>
              </c:pt>
              <c:pt idx="65">
                <c:v>64.50258360710379</c:v>
              </c:pt>
              <c:pt idx="66">
                <c:v>64.50258360710379</c:v>
              </c:pt>
              <c:pt idx="67">
                <c:v>64.50258360710379</c:v>
              </c:pt>
              <c:pt idx="68">
                <c:v>64.50258360710379</c:v>
              </c:pt>
              <c:pt idx="69">
                <c:v>64.50258360710379</c:v>
              </c:pt>
              <c:pt idx="70">
                <c:v>64.50258360710379</c:v>
              </c:pt>
              <c:pt idx="71">
                <c:v>64.50258360710379</c:v>
              </c:pt>
              <c:pt idx="72">
                <c:v>64.50258360710379</c:v>
              </c:pt>
              <c:pt idx="73">
                <c:v>64.50258360710379</c:v>
              </c:pt>
              <c:pt idx="74">
                <c:v>64.50258360710379</c:v>
              </c:pt>
              <c:pt idx="75">
                <c:v>64.50258360710379</c:v>
              </c:pt>
              <c:pt idx="76">
                <c:v>64.50258360710379</c:v>
              </c:pt>
              <c:pt idx="77">
                <c:v>64.50258360710379</c:v>
              </c:pt>
              <c:pt idx="78">
                <c:v>64.50258360710379</c:v>
              </c:pt>
              <c:pt idx="79">
                <c:v>64.50258360710379</c:v>
              </c:pt>
              <c:pt idx="80">
                <c:v>64.50258360710379</c:v>
              </c:pt>
              <c:pt idx="81">
                <c:v>64.50258360710379</c:v>
              </c:pt>
              <c:pt idx="82">
                <c:v>64.50258360710379</c:v>
              </c:pt>
              <c:pt idx="83">
                <c:v>64.50258360710379</c:v>
              </c:pt>
              <c:pt idx="84">
                <c:v>64.50258360710379</c:v>
              </c:pt>
              <c:pt idx="85">
                <c:v>64.50258360710379</c:v>
              </c:pt>
              <c:pt idx="86">
                <c:v>64.50258360710379</c:v>
              </c:pt>
              <c:pt idx="87">
                <c:v>64.50258360710379</c:v>
              </c:pt>
              <c:pt idx="88">
                <c:v>64.50258360710379</c:v>
              </c:pt>
              <c:pt idx="89">
                <c:v>64.50258360710379</c:v>
              </c:pt>
              <c:pt idx="90">
                <c:v>64.50258360710379</c:v>
              </c:pt>
              <c:pt idx="91">
                <c:v>64.50258360710379</c:v>
              </c:pt>
              <c:pt idx="92">
                <c:v>64.50258360710379</c:v>
              </c:pt>
              <c:pt idx="93">
                <c:v>64.50258360710379</c:v>
              </c:pt>
              <c:pt idx="94">
                <c:v>64.50258360710379</c:v>
              </c:pt>
              <c:pt idx="95">
                <c:v>64.50258360710379</c:v>
              </c:pt>
              <c:pt idx="96">
                <c:v>64.50258360710379</c:v>
              </c:pt>
              <c:pt idx="97">
                <c:v>64.50258360710379</c:v>
              </c:pt>
              <c:pt idx="98">
                <c:v>64.50258360710379</c:v>
              </c:pt>
              <c:pt idx="99">
                <c:v>64.50258360710379</c:v>
              </c:pt>
              <c:pt idx="100">
                <c:v>64.50258360710379</c:v>
              </c:pt>
              <c:pt idx="101">
                <c:v>64.50258360710379</c:v>
              </c:pt>
              <c:pt idx="102">
                <c:v>64.50258360710379</c:v>
              </c:pt>
              <c:pt idx="103">
                <c:v>64.50258360710379</c:v>
              </c:pt>
              <c:pt idx="104">
                <c:v>64.50258360710379</c:v>
              </c:pt>
              <c:pt idx="105">
                <c:v>64.50258360710379</c:v>
              </c:pt>
              <c:pt idx="106">
                <c:v>64.50258360710379</c:v>
              </c:pt>
              <c:pt idx="107">
                <c:v>64.50258360710379</c:v>
              </c:pt>
              <c:pt idx="108">
                <c:v>64.50258360710379</c:v>
              </c:pt>
              <c:pt idx="109">
                <c:v>64.50258360710379</c:v>
              </c:pt>
              <c:pt idx="110">
                <c:v>64.50258360710379</c:v>
              </c:pt>
              <c:pt idx="111">
                <c:v>64.50258360710379</c:v>
              </c:pt>
              <c:pt idx="112">
                <c:v>64.50258360710379</c:v>
              </c:pt>
              <c:pt idx="113">
                <c:v>64.50258360710379</c:v>
              </c:pt>
              <c:pt idx="114">
                <c:v>64.50258360710379</c:v>
              </c:pt>
              <c:pt idx="115">
                <c:v>64.50258360710379</c:v>
              </c:pt>
              <c:pt idx="116">
                <c:v>64.50258360710379</c:v>
              </c:pt>
              <c:pt idx="117">
                <c:v>64.50258360710379</c:v>
              </c:pt>
              <c:pt idx="118">
                <c:v>64.50258360710379</c:v>
              </c:pt>
              <c:pt idx="119">
                <c:v>64.50258360710379</c:v>
              </c:pt>
              <c:pt idx="120">
                <c:v>64.50258360710379</c:v>
              </c:pt>
              <c:pt idx="121">
                <c:v>64.50258360710379</c:v>
              </c:pt>
              <c:pt idx="122">
                <c:v>64.50258360710379</c:v>
              </c:pt>
              <c:pt idx="123">
                <c:v>64.50258360710379</c:v>
              </c:pt>
              <c:pt idx="124">
                <c:v>64.50258360710379</c:v>
              </c:pt>
              <c:pt idx="125">
                <c:v>64.50258360710379</c:v>
              </c:pt>
              <c:pt idx="126">
                <c:v>64.50258360710379</c:v>
              </c:pt>
              <c:pt idx="127">
                <c:v>64.50258360710379</c:v>
              </c:pt>
              <c:pt idx="128">
                <c:v>64.50258360710379</c:v>
              </c:pt>
              <c:pt idx="129">
                <c:v>64.50258360710379</c:v>
              </c:pt>
              <c:pt idx="130">
                <c:v>64.50258360710379</c:v>
              </c:pt>
              <c:pt idx="131">
                <c:v>64.50258360710379</c:v>
              </c:pt>
              <c:pt idx="132">
                <c:v>64.50258360710379</c:v>
              </c:pt>
              <c:pt idx="133">
                <c:v>64.50258360710379</c:v>
              </c:pt>
              <c:pt idx="134">
                <c:v>64.50258360710379</c:v>
              </c:pt>
              <c:pt idx="135">
                <c:v>64.50258360710379</c:v>
              </c:pt>
              <c:pt idx="136">
                <c:v>64.50258360710379</c:v>
              </c:pt>
              <c:pt idx="137">
                <c:v>64.50258360710379</c:v>
              </c:pt>
              <c:pt idx="138">
                <c:v>64.50258360710379</c:v>
              </c:pt>
              <c:pt idx="139">
                <c:v>64.50258360710379</c:v>
              </c:pt>
              <c:pt idx="140">
                <c:v>64.50258360710379</c:v>
              </c:pt>
              <c:pt idx="141">
                <c:v>64.50258360710379</c:v>
              </c:pt>
              <c:pt idx="142">
                <c:v>64.50258360710379</c:v>
              </c:pt>
              <c:pt idx="143">
                <c:v>64.50258360710379</c:v>
              </c:pt>
              <c:pt idx="144">
                <c:v>64.50258360710379</c:v>
              </c:pt>
              <c:pt idx="145">
                <c:v>64.50258360710379</c:v>
              </c:pt>
              <c:pt idx="146">
                <c:v>64.50258360710379</c:v>
              </c:pt>
              <c:pt idx="147">
                <c:v>64.50258360710379</c:v>
              </c:pt>
              <c:pt idx="148">
                <c:v>64.50258360710379</c:v>
              </c:pt>
              <c:pt idx="149">
                <c:v>64.50258360710379</c:v>
              </c:pt>
              <c:pt idx="150">
                <c:v>64.50258360710379</c:v>
              </c:pt>
              <c:pt idx="151">
                <c:v>64.50258360710379</c:v>
              </c:pt>
              <c:pt idx="152">
                <c:v>64.50258360710379</c:v>
              </c:pt>
              <c:pt idx="153">
                <c:v>64.50258360710379</c:v>
              </c:pt>
              <c:pt idx="154">
                <c:v>64.50258360710379</c:v>
              </c:pt>
              <c:pt idx="155">
                <c:v>64.50258360710379</c:v>
              </c:pt>
              <c:pt idx="156">
                <c:v>64.50258360710379</c:v>
              </c:pt>
              <c:pt idx="157">
                <c:v>64.50258360710379</c:v>
              </c:pt>
              <c:pt idx="158">
                <c:v>64.50258360710379</c:v>
              </c:pt>
              <c:pt idx="159">
                <c:v>64.50258360710379</c:v>
              </c:pt>
              <c:pt idx="160">
                <c:v>64.50258360710379</c:v>
              </c:pt>
              <c:pt idx="161">
                <c:v>64.50258360710379</c:v>
              </c:pt>
              <c:pt idx="162">
                <c:v>64.50258360710379</c:v>
              </c:pt>
              <c:pt idx="163">
                <c:v>64.50258360710379</c:v>
              </c:pt>
              <c:pt idx="164">
                <c:v>64.50258360710379</c:v>
              </c:pt>
              <c:pt idx="165">
                <c:v>64.50258360710379</c:v>
              </c:pt>
              <c:pt idx="166">
                <c:v>64.50258360710379</c:v>
              </c:pt>
              <c:pt idx="167">
                <c:v>64.50258360710379</c:v>
              </c:pt>
              <c:pt idx="168">
                <c:v>64.50258360710379</c:v>
              </c:pt>
              <c:pt idx="169">
                <c:v>64.50258360710379</c:v>
              </c:pt>
              <c:pt idx="170">
                <c:v>64.50258360710379</c:v>
              </c:pt>
              <c:pt idx="171">
                <c:v>64.50258360710379</c:v>
              </c:pt>
              <c:pt idx="172">
                <c:v>64.50258360710379</c:v>
              </c:pt>
              <c:pt idx="173">
                <c:v>64.50258360710379</c:v>
              </c:pt>
              <c:pt idx="174">
                <c:v>64.50258360710379</c:v>
              </c:pt>
              <c:pt idx="175">
                <c:v>64.50258360710379</c:v>
              </c:pt>
              <c:pt idx="176">
                <c:v>64.50258360710379</c:v>
              </c:pt>
              <c:pt idx="177">
                <c:v>64.50258360710379</c:v>
              </c:pt>
              <c:pt idx="178">
                <c:v>64.50258360710379</c:v>
              </c:pt>
              <c:pt idx="179">
                <c:v>64.50258360710379</c:v>
              </c:pt>
              <c:pt idx="180">
                <c:v>64.50258360710379</c:v>
              </c:pt>
              <c:pt idx="181">
                <c:v>64.50258360710379</c:v>
              </c:pt>
              <c:pt idx="182">
                <c:v>64.50258360710379</c:v>
              </c:pt>
              <c:pt idx="183">
                <c:v>64.50258360710379</c:v>
              </c:pt>
              <c:pt idx="184">
                <c:v>64.50258360710379</c:v>
              </c:pt>
              <c:pt idx="185">
                <c:v>64.50258360710379</c:v>
              </c:pt>
              <c:pt idx="186">
                <c:v>64.50258360710379</c:v>
              </c:pt>
              <c:pt idx="187">
                <c:v>64.50258360710379</c:v>
              </c:pt>
              <c:pt idx="188">
                <c:v>64.50258360710379</c:v>
              </c:pt>
              <c:pt idx="189">
                <c:v>64.50258360710379</c:v>
              </c:pt>
              <c:pt idx="190">
                <c:v>64.50258360710379</c:v>
              </c:pt>
              <c:pt idx="191">
                <c:v>64.50258360710379</c:v>
              </c:pt>
              <c:pt idx="192">
                <c:v>64.50258360710379</c:v>
              </c:pt>
              <c:pt idx="193">
                <c:v>64.50258360710379</c:v>
              </c:pt>
              <c:pt idx="194">
                <c:v>64.50258360710379</c:v>
              </c:pt>
              <c:pt idx="195">
                <c:v>64.50258360710379</c:v>
              </c:pt>
              <c:pt idx="196">
                <c:v>64.50258360710379</c:v>
              </c:pt>
              <c:pt idx="197">
                <c:v>64.50258360710379</c:v>
              </c:pt>
              <c:pt idx="198">
                <c:v>64.50258360710379</c:v>
              </c:pt>
              <c:pt idx="199">
                <c:v>64.50258360710379</c:v>
              </c:pt>
              <c:pt idx="200">
                <c:v>64.50258360710379</c:v>
              </c:pt>
              <c:pt idx="201">
                <c:v>64.50258360710379</c:v>
              </c:pt>
              <c:pt idx="202">
                <c:v>64.50258360710379</c:v>
              </c:pt>
              <c:pt idx="203">
                <c:v>64.50258360710379</c:v>
              </c:pt>
              <c:pt idx="204">
                <c:v>64.50258360710379</c:v>
              </c:pt>
              <c:pt idx="205">
                <c:v>64.50258360710379</c:v>
              </c:pt>
              <c:pt idx="206">
                <c:v>64.50258360710379</c:v>
              </c:pt>
              <c:pt idx="207">
                <c:v>64.50258360710379</c:v>
              </c:pt>
              <c:pt idx="208">
                <c:v>64.50258360710379</c:v>
              </c:pt>
              <c:pt idx="209">
                <c:v>64.50258360710379</c:v>
              </c:pt>
              <c:pt idx="210">
                <c:v>64.50258360710379</c:v>
              </c:pt>
              <c:pt idx="211">
                <c:v>64.50258360710379</c:v>
              </c:pt>
              <c:pt idx="212">
                <c:v>64.50258360710379</c:v>
              </c:pt>
              <c:pt idx="213">
                <c:v>64.50258360710379</c:v>
              </c:pt>
              <c:pt idx="214">
                <c:v>64.50258360710379</c:v>
              </c:pt>
              <c:pt idx="215">
                <c:v>64.50258360710379</c:v>
              </c:pt>
              <c:pt idx="216">
                <c:v>64.50258360710379</c:v>
              </c:pt>
              <c:pt idx="217">
                <c:v>64.50258360710379</c:v>
              </c:pt>
              <c:pt idx="218">
                <c:v>64.50258360710379</c:v>
              </c:pt>
              <c:pt idx="219">
                <c:v>64.50258360710379</c:v>
              </c:pt>
              <c:pt idx="220">
                <c:v>64.50258360710379</c:v>
              </c:pt>
              <c:pt idx="221">
                <c:v>64.50258360710379</c:v>
              </c:pt>
              <c:pt idx="222">
                <c:v>64.50258360710379</c:v>
              </c:pt>
              <c:pt idx="223">
                <c:v>64.50258360710379</c:v>
              </c:pt>
              <c:pt idx="224">
                <c:v>64.50258360710379</c:v>
              </c:pt>
              <c:pt idx="225">
                <c:v>64.50258360710379</c:v>
              </c:pt>
              <c:pt idx="226">
                <c:v>64.50258360710379</c:v>
              </c:pt>
              <c:pt idx="227">
                <c:v>64.50258360710379</c:v>
              </c:pt>
              <c:pt idx="228">
                <c:v>64.50258360710379</c:v>
              </c:pt>
              <c:pt idx="229">
                <c:v>64.50258360710379</c:v>
              </c:pt>
              <c:pt idx="230">
                <c:v>64.50258360710379</c:v>
              </c:pt>
              <c:pt idx="231">
                <c:v>64.50258360710379</c:v>
              </c:pt>
              <c:pt idx="232">
                <c:v>64.50258360710379</c:v>
              </c:pt>
              <c:pt idx="233">
                <c:v>64.50258360710379</c:v>
              </c:pt>
              <c:pt idx="234">
                <c:v>64.50258360710379</c:v>
              </c:pt>
              <c:pt idx="235">
                <c:v>64.50258360710379</c:v>
              </c:pt>
              <c:pt idx="236">
                <c:v>64.50258360710379</c:v>
              </c:pt>
              <c:pt idx="237">
                <c:v>64.50258360710379</c:v>
              </c:pt>
              <c:pt idx="238">
                <c:v>64.50258360710379</c:v>
              </c:pt>
              <c:pt idx="239">
                <c:v>64.50258360710379</c:v>
              </c:pt>
              <c:pt idx="240">
                <c:v>64.50258360710379</c:v>
              </c:pt>
              <c:pt idx="241">
                <c:v>64.50258360710379</c:v>
              </c:pt>
              <c:pt idx="242">
                <c:v>64.50258360710379</c:v>
              </c:pt>
              <c:pt idx="243">
                <c:v>64.50258360710379</c:v>
              </c:pt>
              <c:pt idx="244">
                <c:v>64.50258360710379</c:v>
              </c:pt>
              <c:pt idx="245">
                <c:v>64.50258360710379</c:v>
              </c:pt>
              <c:pt idx="246">
                <c:v>64.50258360710379</c:v>
              </c:pt>
              <c:pt idx="247">
                <c:v>64.50258360710379</c:v>
              </c:pt>
              <c:pt idx="248">
                <c:v>64.50258360710379</c:v>
              </c:pt>
              <c:pt idx="249">
                <c:v>64.50258360710379</c:v>
              </c:pt>
              <c:pt idx="250">
                <c:v>64.50258360710379</c:v>
              </c:pt>
              <c:pt idx="251">
                <c:v>64.50258360710379</c:v>
              </c:pt>
              <c:pt idx="252">
                <c:v>64.50258360710379</c:v>
              </c:pt>
              <c:pt idx="253">
                <c:v>64.50258360710379</c:v>
              </c:pt>
              <c:pt idx="254">
                <c:v>64.50258360710379</c:v>
              </c:pt>
              <c:pt idx="255">
                <c:v>64.50258360710379</c:v>
              </c:pt>
              <c:pt idx="256">
                <c:v>64.50258360710379</c:v>
              </c:pt>
              <c:pt idx="257">
                <c:v>64.50258360710379</c:v>
              </c:pt>
              <c:pt idx="258">
                <c:v>64.50258360710379</c:v>
              </c:pt>
              <c:pt idx="259">
                <c:v>64.50258360710379</c:v>
              </c:pt>
              <c:pt idx="260">
                <c:v>64.50258360710379</c:v>
              </c:pt>
              <c:pt idx="261">
                <c:v>64.50258360710379</c:v>
              </c:pt>
              <c:pt idx="262">
                <c:v>64.50258360710379</c:v>
              </c:pt>
              <c:pt idx="263">
                <c:v>64.50258360710379</c:v>
              </c:pt>
              <c:pt idx="264">
                <c:v>64.50258360710379</c:v>
              </c:pt>
              <c:pt idx="265">
                <c:v>64.50258360710379</c:v>
              </c:pt>
              <c:pt idx="266">
                <c:v>64.50258360710379</c:v>
              </c:pt>
              <c:pt idx="267">
                <c:v>64.50258360710379</c:v>
              </c:pt>
              <c:pt idx="268">
                <c:v>64.50258360710379</c:v>
              </c:pt>
              <c:pt idx="269">
                <c:v>64.50258360710379</c:v>
              </c:pt>
              <c:pt idx="270">
                <c:v>64.50258360710379</c:v>
              </c:pt>
              <c:pt idx="271">
                <c:v>64.50258360710379</c:v>
              </c:pt>
              <c:pt idx="272">
                <c:v>64.50258360710379</c:v>
              </c:pt>
              <c:pt idx="273">
                <c:v>64.50258360710379</c:v>
              </c:pt>
              <c:pt idx="274">
                <c:v>64.50258360710379</c:v>
              </c:pt>
              <c:pt idx="275">
                <c:v>64.50258360710379</c:v>
              </c:pt>
              <c:pt idx="276">
                <c:v>64.50258360710379</c:v>
              </c:pt>
              <c:pt idx="277">
                <c:v>64.50258360710379</c:v>
              </c:pt>
              <c:pt idx="278">
                <c:v>64.50258360710379</c:v>
              </c:pt>
              <c:pt idx="279">
                <c:v>64.50258360710379</c:v>
              </c:pt>
              <c:pt idx="280">
                <c:v>64.50258360710379</c:v>
              </c:pt>
              <c:pt idx="281">
                <c:v>64.50258360710379</c:v>
              </c:pt>
              <c:pt idx="282">
                <c:v>64.50258360710379</c:v>
              </c:pt>
              <c:pt idx="283">
                <c:v>64.50258360710379</c:v>
              </c:pt>
              <c:pt idx="284">
                <c:v>64.50258360710379</c:v>
              </c:pt>
              <c:pt idx="285">
                <c:v>64.50258360710379</c:v>
              </c:pt>
              <c:pt idx="286">
                <c:v>64.50258360710379</c:v>
              </c:pt>
              <c:pt idx="287">
                <c:v>64.50258360710379</c:v>
              </c:pt>
              <c:pt idx="288">
                <c:v>64.50258360710379</c:v>
              </c:pt>
              <c:pt idx="289">
                <c:v>64.50258360710379</c:v>
              </c:pt>
              <c:pt idx="290">
                <c:v>64.50258360710379</c:v>
              </c:pt>
              <c:pt idx="291">
                <c:v>64.50258360710379</c:v>
              </c:pt>
              <c:pt idx="292">
                <c:v>64.50258360710379</c:v>
              </c:pt>
              <c:pt idx="293">
                <c:v>64.50258360710379</c:v>
              </c:pt>
              <c:pt idx="294">
                <c:v>64.50258360710379</c:v>
              </c:pt>
              <c:pt idx="295">
                <c:v>64.50258360710379</c:v>
              </c:pt>
              <c:pt idx="296">
                <c:v>64.50258360710379</c:v>
              </c:pt>
              <c:pt idx="297">
                <c:v>64.50258360710379</c:v>
              </c:pt>
              <c:pt idx="298">
                <c:v>64.50258360710379</c:v>
              </c:pt>
              <c:pt idx="299">
                <c:v>64.50258360710379</c:v>
              </c:pt>
              <c:pt idx="300">
                <c:v>64.50258360710379</c:v>
              </c:pt>
              <c:pt idx="301">
                <c:v>64.50258360710379</c:v>
              </c:pt>
              <c:pt idx="302">
                <c:v>64.50258360710379</c:v>
              </c:pt>
              <c:pt idx="303">
                <c:v>64.50258360710379</c:v>
              </c:pt>
              <c:pt idx="304">
                <c:v>64.50258360710379</c:v>
              </c:pt>
              <c:pt idx="305">
                <c:v>64.50258360710379</c:v>
              </c:pt>
              <c:pt idx="306">
                <c:v>64.50258360710379</c:v>
              </c:pt>
              <c:pt idx="307">
                <c:v>64.50258360710379</c:v>
              </c:pt>
              <c:pt idx="308">
                <c:v>64.50258360710379</c:v>
              </c:pt>
              <c:pt idx="309">
                <c:v>64.50258360710379</c:v>
              </c:pt>
              <c:pt idx="310">
                <c:v>64.50258360710379</c:v>
              </c:pt>
              <c:pt idx="311">
                <c:v>64.50258360710379</c:v>
              </c:pt>
              <c:pt idx="312">
                <c:v>64.50258360710379</c:v>
              </c:pt>
              <c:pt idx="313">
                <c:v>64.50258360710379</c:v>
              </c:pt>
              <c:pt idx="314">
                <c:v>64.50258360710379</c:v>
              </c:pt>
              <c:pt idx="315">
                <c:v>64.50258360710379</c:v>
              </c:pt>
              <c:pt idx="316">
                <c:v>64.50258360710379</c:v>
              </c:pt>
              <c:pt idx="317">
                <c:v>64.50258360710379</c:v>
              </c:pt>
              <c:pt idx="318">
                <c:v>64.50258360710379</c:v>
              </c:pt>
              <c:pt idx="319">
                <c:v>64.50258360710379</c:v>
              </c:pt>
              <c:pt idx="320">
                <c:v>64.50258360710379</c:v>
              </c:pt>
              <c:pt idx="321">
                <c:v>64.50258360710379</c:v>
              </c:pt>
              <c:pt idx="322">
                <c:v>64.50258360710379</c:v>
              </c:pt>
              <c:pt idx="323">
                <c:v>64.50258360710379</c:v>
              </c:pt>
              <c:pt idx="324">
                <c:v>64.50258360710379</c:v>
              </c:pt>
              <c:pt idx="325">
                <c:v>64.50258360710379</c:v>
              </c:pt>
              <c:pt idx="326">
                <c:v>64.50258360710379</c:v>
              </c:pt>
              <c:pt idx="327">
                <c:v>64.50258360710379</c:v>
              </c:pt>
              <c:pt idx="328">
                <c:v>64.50258360710379</c:v>
              </c:pt>
              <c:pt idx="329">
                <c:v>64.50258360710379</c:v>
              </c:pt>
              <c:pt idx="330">
                <c:v>64.50258360710379</c:v>
              </c:pt>
              <c:pt idx="331">
                <c:v>64.50258360710379</c:v>
              </c:pt>
              <c:pt idx="332">
                <c:v>64.50258360710379</c:v>
              </c:pt>
              <c:pt idx="333">
                <c:v>64.50258360710379</c:v>
              </c:pt>
              <c:pt idx="334">
                <c:v>64.50258360710379</c:v>
              </c:pt>
              <c:pt idx="335">
                <c:v>64.50258360710379</c:v>
              </c:pt>
              <c:pt idx="336">
                <c:v>64.50258360710379</c:v>
              </c:pt>
              <c:pt idx="337">
                <c:v>64.50258360710379</c:v>
              </c:pt>
              <c:pt idx="338">
                <c:v>64.50258360710379</c:v>
              </c:pt>
              <c:pt idx="339">
                <c:v>64.50258360710379</c:v>
              </c:pt>
              <c:pt idx="340">
                <c:v>64.50258360710379</c:v>
              </c:pt>
              <c:pt idx="341">
                <c:v>64.50258360710379</c:v>
              </c:pt>
              <c:pt idx="342">
                <c:v>64.50258360710379</c:v>
              </c:pt>
              <c:pt idx="343">
                <c:v>64.50258360710379</c:v>
              </c:pt>
              <c:pt idx="344">
                <c:v>64.50258360710379</c:v>
              </c:pt>
              <c:pt idx="345">
                <c:v>64.50258360710379</c:v>
              </c:pt>
              <c:pt idx="346">
                <c:v>64.50258360710379</c:v>
              </c:pt>
              <c:pt idx="347">
                <c:v>64.50258360710379</c:v>
              </c:pt>
              <c:pt idx="348">
                <c:v>64.50258360710379</c:v>
              </c:pt>
              <c:pt idx="349">
                <c:v>64.50258360710379</c:v>
              </c:pt>
              <c:pt idx="350">
                <c:v>64.50258360710379</c:v>
              </c:pt>
              <c:pt idx="351">
                <c:v>64.50258360710379</c:v>
              </c:pt>
              <c:pt idx="352">
                <c:v>64.50258360710379</c:v>
              </c:pt>
              <c:pt idx="353">
                <c:v>64.50258360710379</c:v>
              </c:pt>
              <c:pt idx="354">
                <c:v>64.50258360710379</c:v>
              </c:pt>
              <c:pt idx="355">
                <c:v>64.50258360710379</c:v>
              </c:pt>
              <c:pt idx="356">
                <c:v>64.50258360710379</c:v>
              </c:pt>
              <c:pt idx="357">
                <c:v>64.50258360710379</c:v>
              </c:pt>
              <c:pt idx="358">
                <c:v>64.50258360710379</c:v>
              </c:pt>
              <c:pt idx="359">
                <c:v>64.50258360710379</c:v>
              </c:pt>
              <c:pt idx="360">
                <c:v>64.50258360710379</c:v>
              </c:pt>
              <c:pt idx="361">
                <c:v>64.50258360710379</c:v>
              </c:pt>
              <c:pt idx="362">
                <c:v>64.50258360710379</c:v>
              </c:pt>
              <c:pt idx="363">
                <c:v>64.50258360710379</c:v>
              </c:pt>
              <c:pt idx="364">
                <c:v>64.50258360710379</c:v>
              </c:pt>
              <c:pt idx="365">
                <c:v>64.50258360710379</c:v>
              </c:pt>
              <c:pt idx="366">
                <c:v>64.50258360710379</c:v>
              </c:pt>
              <c:pt idx="367">
                <c:v>64.50258360710379</c:v>
              </c:pt>
              <c:pt idx="368">
                <c:v>64.50258360710379</c:v>
              </c:pt>
              <c:pt idx="369">
                <c:v>64.50258360710379</c:v>
              </c:pt>
              <c:pt idx="370">
                <c:v>64.50258360710379</c:v>
              </c:pt>
              <c:pt idx="371">
                <c:v>64.50258360710379</c:v>
              </c:pt>
              <c:pt idx="372">
                <c:v>64.50258360710379</c:v>
              </c:pt>
              <c:pt idx="373">
                <c:v>64.50258360710379</c:v>
              </c:pt>
              <c:pt idx="374">
                <c:v>64.50258360710379</c:v>
              </c:pt>
              <c:pt idx="375">
                <c:v>64.50258360710379</c:v>
              </c:pt>
              <c:pt idx="376">
                <c:v>64.50258360710379</c:v>
              </c:pt>
              <c:pt idx="377">
                <c:v>64.50258360710379</c:v>
              </c:pt>
              <c:pt idx="378">
                <c:v>64.50258360710379</c:v>
              </c:pt>
              <c:pt idx="379">
                <c:v>64.50258360710379</c:v>
              </c:pt>
              <c:pt idx="380">
                <c:v>64.50258360710379</c:v>
              </c:pt>
              <c:pt idx="381">
                <c:v>64.50258360710379</c:v>
              </c:pt>
              <c:pt idx="382">
                <c:v>64.50258360710379</c:v>
              </c:pt>
              <c:pt idx="383">
                <c:v>64.50258360710379</c:v>
              </c:pt>
              <c:pt idx="384">
                <c:v>64.50258360710379</c:v>
              </c:pt>
              <c:pt idx="385">
                <c:v>64.50258360710379</c:v>
              </c:pt>
              <c:pt idx="386">
                <c:v>64.50258360710379</c:v>
              </c:pt>
              <c:pt idx="387">
                <c:v>64.50258360710379</c:v>
              </c:pt>
              <c:pt idx="388">
                <c:v>64.50258360710379</c:v>
              </c:pt>
              <c:pt idx="389">
                <c:v>64.50258360710379</c:v>
              </c:pt>
              <c:pt idx="390">
                <c:v>64.50258360710379</c:v>
              </c:pt>
              <c:pt idx="391">
                <c:v>64.50258360710379</c:v>
              </c:pt>
              <c:pt idx="392">
                <c:v>64.50258360710379</c:v>
              </c:pt>
              <c:pt idx="393">
                <c:v>64.50258360710379</c:v>
              </c:pt>
              <c:pt idx="394">
                <c:v>64.50258360710379</c:v>
              </c:pt>
              <c:pt idx="395">
                <c:v>64.50258360710379</c:v>
              </c:pt>
              <c:pt idx="396">
                <c:v>64.50258360710379</c:v>
              </c:pt>
              <c:pt idx="397">
                <c:v>64.50258360710379</c:v>
              </c:pt>
              <c:pt idx="398">
                <c:v>64.50258360710379</c:v>
              </c:pt>
              <c:pt idx="399">
                <c:v>64.50258360710379</c:v>
              </c:pt>
              <c:pt idx="400">
                <c:v>64.50258360710379</c:v>
              </c:pt>
              <c:pt idx="401">
                <c:v>64.50258360710379</c:v>
              </c:pt>
              <c:pt idx="402">
                <c:v>64.50258360710379</c:v>
              </c:pt>
              <c:pt idx="403">
                <c:v>64.50258360710379</c:v>
              </c:pt>
              <c:pt idx="404">
                <c:v>64.50258360710379</c:v>
              </c:pt>
              <c:pt idx="405">
                <c:v>64.50258360710379</c:v>
              </c:pt>
              <c:pt idx="406">
                <c:v>64.50258360710379</c:v>
              </c:pt>
              <c:pt idx="407">
                <c:v>64.50258360710379</c:v>
              </c:pt>
              <c:pt idx="408">
                <c:v>64.50258360710379</c:v>
              </c:pt>
              <c:pt idx="409">
                <c:v>64.50258360710379</c:v>
              </c:pt>
              <c:pt idx="410">
                <c:v>64.50258360710379</c:v>
              </c:pt>
              <c:pt idx="411">
                <c:v>64.50258360710379</c:v>
              </c:pt>
              <c:pt idx="412">
                <c:v>64.50258360710379</c:v>
              </c:pt>
              <c:pt idx="413">
                <c:v>64.50258360710379</c:v>
              </c:pt>
              <c:pt idx="414">
                <c:v>64.50258360710379</c:v>
              </c:pt>
              <c:pt idx="415">
                <c:v>64.50258360710379</c:v>
              </c:pt>
              <c:pt idx="416">
                <c:v>64.50258360710379</c:v>
              </c:pt>
              <c:pt idx="417">
                <c:v>64.50258360710379</c:v>
              </c:pt>
              <c:pt idx="418">
                <c:v>64.50258360710379</c:v>
              </c:pt>
              <c:pt idx="419">
                <c:v>64.50258360710379</c:v>
              </c:pt>
              <c:pt idx="420">
                <c:v>64.50258360710379</c:v>
              </c:pt>
              <c:pt idx="421">
                <c:v>64.50258360710379</c:v>
              </c:pt>
              <c:pt idx="422">
                <c:v>64.50258360710379</c:v>
              </c:pt>
              <c:pt idx="423">
                <c:v>64.50258360710379</c:v>
              </c:pt>
              <c:pt idx="424">
                <c:v>64.50258360710379</c:v>
              </c:pt>
              <c:pt idx="425">
                <c:v>64.50258360710379</c:v>
              </c:pt>
              <c:pt idx="426">
                <c:v>64.50258360710379</c:v>
              </c:pt>
              <c:pt idx="427">
                <c:v>64.50258360710379</c:v>
              </c:pt>
              <c:pt idx="428">
                <c:v>64.50258360710379</c:v>
              </c:pt>
              <c:pt idx="429">
                <c:v>64.50258360710379</c:v>
              </c:pt>
              <c:pt idx="430">
                <c:v>64.50258360710379</c:v>
              </c:pt>
              <c:pt idx="431">
                <c:v>64.50258360710379</c:v>
              </c:pt>
              <c:pt idx="432">
                <c:v>64.50258360710379</c:v>
              </c:pt>
              <c:pt idx="433">
                <c:v>64.50258360710379</c:v>
              </c:pt>
              <c:pt idx="434">
                <c:v>64.50258360710379</c:v>
              </c:pt>
              <c:pt idx="435">
                <c:v>64.50258360710379</c:v>
              </c:pt>
              <c:pt idx="436">
                <c:v>64.50258360710379</c:v>
              </c:pt>
              <c:pt idx="437">
                <c:v>64.50258360710379</c:v>
              </c:pt>
              <c:pt idx="438">
                <c:v>64.50258360710379</c:v>
              </c:pt>
              <c:pt idx="439">
                <c:v>64.50258360710379</c:v>
              </c:pt>
              <c:pt idx="440">
                <c:v>64.50258360710379</c:v>
              </c:pt>
              <c:pt idx="441">
                <c:v>64.50258360710379</c:v>
              </c:pt>
              <c:pt idx="442">
                <c:v>64.50258360710379</c:v>
              </c:pt>
              <c:pt idx="443">
                <c:v>64.50258360710379</c:v>
              </c:pt>
              <c:pt idx="444">
                <c:v>64.50258360710379</c:v>
              </c:pt>
              <c:pt idx="445">
                <c:v>64.50258360710379</c:v>
              </c:pt>
              <c:pt idx="446">
                <c:v>64.50258360710379</c:v>
              </c:pt>
              <c:pt idx="447">
                <c:v>64.50258360710379</c:v>
              </c:pt>
              <c:pt idx="448">
                <c:v>64.50258360710379</c:v>
              </c:pt>
              <c:pt idx="449">
                <c:v>64.50258360710379</c:v>
              </c:pt>
            </c:numLit>
          </c:xVal>
          <c:yVal>
            <c:numLit>
              <c:formatCode>0.0</c:formatCode>
              <c:ptCount val="450"/>
              <c:pt idx="0">
                <c:v>0.2018692505988826</c:v>
              </c:pt>
              <c:pt idx="1">
                <c:v>0.2018692505988826</c:v>
              </c:pt>
              <c:pt idx="2">
                <c:v>0.2018692505988826</c:v>
              </c:pt>
              <c:pt idx="3">
                <c:v>0.2018692505988826</c:v>
              </c:pt>
              <c:pt idx="4">
                <c:v>0.2018692505988826</c:v>
              </c:pt>
              <c:pt idx="5">
                <c:v>0.2018692505988826</c:v>
              </c:pt>
              <c:pt idx="6">
                <c:v>0.2018692505988826</c:v>
              </c:pt>
              <c:pt idx="7">
                <c:v>0.2018692505988826</c:v>
              </c:pt>
              <c:pt idx="8">
                <c:v>0.2018692505988826</c:v>
              </c:pt>
              <c:pt idx="9">
                <c:v>0.2018692505988826</c:v>
              </c:pt>
              <c:pt idx="10">
                <c:v>0.2018692505988826</c:v>
              </c:pt>
              <c:pt idx="11">
                <c:v>0.2018692505988826</c:v>
              </c:pt>
              <c:pt idx="12">
                <c:v>0.2018692505988826</c:v>
              </c:pt>
              <c:pt idx="13">
                <c:v>0.2018692505988826</c:v>
              </c:pt>
              <c:pt idx="14">
                <c:v>0.2018692505988826</c:v>
              </c:pt>
              <c:pt idx="15">
                <c:v>0.2018692505988826</c:v>
              </c:pt>
              <c:pt idx="16">
                <c:v>0.2018692505988826</c:v>
              </c:pt>
              <c:pt idx="17">
                <c:v>0.2018692505988826</c:v>
              </c:pt>
              <c:pt idx="18">
                <c:v>0.2018692505988826</c:v>
              </c:pt>
              <c:pt idx="19">
                <c:v>0.2018692505988826</c:v>
              </c:pt>
              <c:pt idx="20">
                <c:v>0.2018692505988826</c:v>
              </c:pt>
              <c:pt idx="21">
                <c:v>0.2018692505988826</c:v>
              </c:pt>
              <c:pt idx="22">
                <c:v>0.2018692505988826</c:v>
              </c:pt>
              <c:pt idx="23">
                <c:v>0.2018692505988826</c:v>
              </c:pt>
              <c:pt idx="24">
                <c:v>0.2018692505988826</c:v>
              </c:pt>
              <c:pt idx="25">
                <c:v>0.2018692505988826</c:v>
              </c:pt>
              <c:pt idx="26">
                <c:v>0.2018692505988826</c:v>
              </c:pt>
              <c:pt idx="27">
                <c:v>0.2018692505988826</c:v>
              </c:pt>
              <c:pt idx="28">
                <c:v>0.2018692505988826</c:v>
              </c:pt>
              <c:pt idx="29">
                <c:v>0.2018692505988826</c:v>
              </c:pt>
              <c:pt idx="30">
                <c:v>0.2018692505988826</c:v>
              </c:pt>
              <c:pt idx="31">
                <c:v>0.2018692505988826</c:v>
              </c:pt>
              <c:pt idx="32">
                <c:v>0.2018692505988826</c:v>
              </c:pt>
              <c:pt idx="33">
                <c:v>0.2018692505988826</c:v>
              </c:pt>
              <c:pt idx="34">
                <c:v>0.2018692505988826</c:v>
              </c:pt>
              <c:pt idx="35">
                <c:v>0.2018692505988826</c:v>
              </c:pt>
              <c:pt idx="36">
                <c:v>0.2018692505988826</c:v>
              </c:pt>
              <c:pt idx="37">
                <c:v>0.2018692505988826</c:v>
              </c:pt>
              <c:pt idx="38">
                <c:v>0.2018692505988826</c:v>
              </c:pt>
              <c:pt idx="39">
                <c:v>0.2018692505988826</c:v>
              </c:pt>
              <c:pt idx="40">
                <c:v>0.2018692505988826</c:v>
              </c:pt>
              <c:pt idx="41">
                <c:v>0.2018692505988826</c:v>
              </c:pt>
              <c:pt idx="42">
                <c:v>0.2018692505988826</c:v>
              </c:pt>
              <c:pt idx="43">
                <c:v>0.2018692505988826</c:v>
              </c:pt>
              <c:pt idx="44">
                <c:v>0.2018692505988826</c:v>
              </c:pt>
              <c:pt idx="45">
                <c:v>0.2018692505988826</c:v>
              </c:pt>
              <c:pt idx="46">
                <c:v>0.2018692505988826</c:v>
              </c:pt>
              <c:pt idx="47">
                <c:v>0.2018692505988826</c:v>
              </c:pt>
              <c:pt idx="48">
                <c:v>0.2018692505988826</c:v>
              </c:pt>
              <c:pt idx="49">
                <c:v>0.2018692505988826</c:v>
              </c:pt>
              <c:pt idx="50">
                <c:v>0.2018692505988826</c:v>
              </c:pt>
              <c:pt idx="51">
                <c:v>0.2018692505988826</c:v>
              </c:pt>
              <c:pt idx="52">
                <c:v>0.2018692505988826</c:v>
              </c:pt>
              <c:pt idx="53">
                <c:v>0.2018692505988826</c:v>
              </c:pt>
              <c:pt idx="54">
                <c:v>0.2018692505988826</c:v>
              </c:pt>
              <c:pt idx="55">
                <c:v>0.2018692505988826</c:v>
              </c:pt>
              <c:pt idx="56">
                <c:v>0.2018692505988826</c:v>
              </c:pt>
              <c:pt idx="57">
                <c:v>0.2018692505988826</c:v>
              </c:pt>
              <c:pt idx="58">
                <c:v>0.2018692505988826</c:v>
              </c:pt>
              <c:pt idx="59">
                <c:v>0.2018692505988826</c:v>
              </c:pt>
              <c:pt idx="60">
                <c:v>0.2018692505988826</c:v>
              </c:pt>
              <c:pt idx="61">
                <c:v>0.2018692505988826</c:v>
              </c:pt>
              <c:pt idx="62">
                <c:v>0.2018692505988826</c:v>
              </c:pt>
              <c:pt idx="63">
                <c:v>0.2018692505988826</c:v>
              </c:pt>
              <c:pt idx="64">
                <c:v>0.2018692505988826</c:v>
              </c:pt>
              <c:pt idx="65">
                <c:v>0.2018692505988826</c:v>
              </c:pt>
              <c:pt idx="66">
                <c:v>0.2018692505988826</c:v>
              </c:pt>
              <c:pt idx="67">
                <c:v>0.2018692505988826</c:v>
              </c:pt>
              <c:pt idx="68">
                <c:v>0.2018692505988826</c:v>
              </c:pt>
              <c:pt idx="69">
                <c:v>0.2018692505988826</c:v>
              </c:pt>
              <c:pt idx="70">
                <c:v>0.2018692505988826</c:v>
              </c:pt>
              <c:pt idx="71">
                <c:v>0.2018692505988826</c:v>
              </c:pt>
              <c:pt idx="72">
                <c:v>0.2018692505988826</c:v>
              </c:pt>
              <c:pt idx="73">
                <c:v>0.2018692505988826</c:v>
              </c:pt>
              <c:pt idx="74">
                <c:v>0.2018692505988826</c:v>
              </c:pt>
              <c:pt idx="75">
                <c:v>0.2018692505988826</c:v>
              </c:pt>
              <c:pt idx="76">
                <c:v>0.2018692505988826</c:v>
              </c:pt>
              <c:pt idx="77">
                <c:v>0.2018692505988826</c:v>
              </c:pt>
              <c:pt idx="78">
                <c:v>0.2018692505988826</c:v>
              </c:pt>
              <c:pt idx="79">
                <c:v>0.2018692505988826</c:v>
              </c:pt>
              <c:pt idx="80">
                <c:v>0.2018692505988826</c:v>
              </c:pt>
              <c:pt idx="81">
                <c:v>0.2018692505988826</c:v>
              </c:pt>
              <c:pt idx="82">
                <c:v>0.2018692505988826</c:v>
              </c:pt>
              <c:pt idx="83">
                <c:v>0.2018692505988826</c:v>
              </c:pt>
              <c:pt idx="84">
                <c:v>0.2018692505988826</c:v>
              </c:pt>
              <c:pt idx="85">
                <c:v>0.2018692505988826</c:v>
              </c:pt>
              <c:pt idx="86">
                <c:v>0.2018692505988826</c:v>
              </c:pt>
              <c:pt idx="87">
                <c:v>0.2018692505988826</c:v>
              </c:pt>
              <c:pt idx="88">
                <c:v>0.2018692505988826</c:v>
              </c:pt>
              <c:pt idx="89">
                <c:v>0.2018692505988826</c:v>
              </c:pt>
              <c:pt idx="90">
                <c:v>0.2018692505988826</c:v>
              </c:pt>
              <c:pt idx="91">
                <c:v>0.2018692505988826</c:v>
              </c:pt>
              <c:pt idx="92">
                <c:v>0.2018692505988826</c:v>
              </c:pt>
              <c:pt idx="93">
                <c:v>0.2018692505988826</c:v>
              </c:pt>
              <c:pt idx="94">
                <c:v>0.2018692505988826</c:v>
              </c:pt>
              <c:pt idx="95">
                <c:v>0.2018692505988826</c:v>
              </c:pt>
              <c:pt idx="96">
                <c:v>0.2018692505988826</c:v>
              </c:pt>
              <c:pt idx="97">
                <c:v>0.2018692505988826</c:v>
              </c:pt>
              <c:pt idx="98">
                <c:v>0.2018692505988826</c:v>
              </c:pt>
              <c:pt idx="99">
                <c:v>0.2018692505988826</c:v>
              </c:pt>
              <c:pt idx="100">
                <c:v>0.2018692505988826</c:v>
              </c:pt>
              <c:pt idx="101">
                <c:v>0.2018692505988826</c:v>
              </c:pt>
              <c:pt idx="102">
                <c:v>0.2018692505988826</c:v>
              </c:pt>
              <c:pt idx="103">
                <c:v>0.2018692505988826</c:v>
              </c:pt>
              <c:pt idx="104">
                <c:v>0.2018692505988826</c:v>
              </c:pt>
              <c:pt idx="105">
                <c:v>0.2018692505988826</c:v>
              </c:pt>
              <c:pt idx="106">
                <c:v>0.2018692505988826</c:v>
              </c:pt>
              <c:pt idx="107">
                <c:v>0.2018692505988826</c:v>
              </c:pt>
              <c:pt idx="108">
                <c:v>0.2018692505988826</c:v>
              </c:pt>
              <c:pt idx="109">
                <c:v>0.2018692505988826</c:v>
              </c:pt>
              <c:pt idx="110">
                <c:v>0.2018692505988826</c:v>
              </c:pt>
              <c:pt idx="111">
                <c:v>0.2018692505988826</c:v>
              </c:pt>
              <c:pt idx="112">
                <c:v>0.2018692505988826</c:v>
              </c:pt>
              <c:pt idx="113">
                <c:v>0.2018692505988826</c:v>
              </c:pt>
              <c:pt idx="114">
                <c:v>0.2018692505988826</c:v>
              </c:pt>
              <c:pt idx="115">
                <c:v>0.2018692505988826</c:v>
              </c:pt>
              <c:pt idx="116">
                <c:v>0.2018692505988826</c:v>
              </c:pt>
              <c:pt idx="117">
                <c:v>0.2018692505988826</c:v>
              </c:pt>
              <c:pt idx="118">
                <c:v>0.2018692505988826</c:v>
              </c:pt>
              <c:pt idx="119">
                <c:v>0.2018692505988826</c:v>
              </c:pt>
              <c:pt idx="120">
                <c:v>0.2018692505988826</c:v>
              </c:pt>
              <c:pt idx="121">
                <c:v>0.2018692505988826</c:v>
              </c:pt>
              <c:pt idx="122">
                <c:v>0.2018692505988826</c:v>
              </c:pt>
              <c:pt idx="123">
                <c:v>0.2018692505988826</c:v>
              </c:pt>
              <c:pt idx="124">
                <c:v>0.2018692505988826</c:v>
              </c:pt>
              <c:pt idx="125">
                <c:v>0.2018692505988826</c:v>
              </c:pt>
              <c:pt idx="126">
                <c:v>0.2018692505988826</c:v>
              </c:pt>
              <c:pt idx="127">
                <c:v>0.2018692505988826</c:v>
              </c:pt>
              <c:pt idx="128">
                <c:v>0.2018692505988826</c:v>
              </c:pt>
              <c:pt idx="129">
                <c:v>0.2018692505988826</c:v>
              </c:pt>
              <c:pt idx="130">
                <c:v>0.2018692505988826</c:v>
              </c:pt>
              <c:pt idx="131">
                <c:v>0.2018692505988826</c:v>
              </c:pt>
              <c:pt idx="132">
                <c:v>0.2018692505988826</c:v>
              </c:pt>
              <c:pt idx="133">
                <c:v>0.2018692505988826</c:v>
              </c:pt>
              <c:pt idx="134">
                <c:v>0.2018692505988826</c:v>
              </c:pt>
              <c:pt idx="135">
                <c:v>0.2018692505988826</c:v>
              </c:pt>
              <c:pt idx="136">
                <c:v>0.2018692505988826</c:v>
              </c:pt>
              <c:pt idx="137">
                <c:v>0.2018692505988826</c:v>
              </c:pt>
              <c:pt idx="138">
                <c:v>0.2018692505988826</c:v>
              </c:pt>
              <c:pt idx="139">
                <c:v>0.2018692505988826</c:v>
              </c:pt>
              <c:pt idx="140">
                <c:v>0.2018692505988826</c:v>
              </c:pt>
              <c:pt idx="141">
                <c:v>0.2018692505988826</c:v>
              </c:pt>
              <c:pt idx="142">
                <c:v>0.2018692505988826</c:v>
              </c:pt>
              <c:pt idx="143">
                <c:v>0.2018692505988826</c:v>
              </c:pt>
              <c:pt idx="144">
                <c:v>0.2018692505988826</c:v>
              </c:pt>
              <c:pt idx="145">
                <c:v>0.2018692505988826</c:v>
              </c:pt>
              <c:pt idx="146">
                <c:v>0.2018692505988826</c:v>
              </c:pt>
              <c:pt idx="147">
                <c:v>0.2018692505988826</c:v>
              </c:pt>
              <c:pt idx="148">
                <c:v>0.2018692505988826</c:v>
              </c:pt>
              <c:pt idx="149">
                <c:v>0.2018692505988826</c:v>
              </c:pt>
              <c:pt idx="150">
                <c:v>0.2018692505988826</c:v>
              </c:pt>
              <c:pt idx="151">
                <c:v>0.2018692505988826</c:v>
              </c:pt>
              <c:pt idx="152">
                <c:v>0.2018692505988826</c:v>
              </c:pt>
              <c:pt idx="153">
                <c:v>0.2018692505988826</c:v>
              </c:pt>
              <c:pt idx="154">
                <c:v>0.2018692505988826</c:v>
              </c:pt>
              <c:pt idx="155">
                <c:v>0.2018692505988826</c:v>
              </c:pt>
              <c:pt idx="156">
                <c:v>0.2018692505988826</c:v>
              </c:pt>
              <c:pt idx="157">
                <c:v>0.2018692505988826</c:v>
              </c:pt>
              <c:pt idx="158">
                <c:v>0.2018692505988826</c:v>
              </c:pt>
              <c:pt idx="159">
                <c:v>0.2018692505988826</c:v>
              </c:pt>
              <c:pt idx="160">
                <c:v>0.2018692505988826</c:v>
              </c:pt>
              <c:pt idx="161">
                <c:v>0.2018692505988826</c:v>
              </c:pt>
              <c:pt idx="162">
                <c:v>0.2018692505988826</c:v>
              </c:pt>
              <c:pt idx="163">
                <c:v>0.2018692505988826</c:v>
              </c:pt>
              <c:pt idx="164">
                <c:v>0.2018692505988826</c:v>
              </c:pt>
              <c:pt idx="165">
                <c:v>0.2018692505988826</c:v>
              </c:pt>
              <c:pt idx="166">
                <c:v>0.2018692505988826</c:v>
              </c:pt>
              <c:pt idx="167">
                <c:v>0.2018692505988826</c:v>
              </c:pt>
              <c:pt idx="168">
                <c:v>0.2018692505988826</c:v>
              </c:pt>
              <c:pt idx="169">
                <c:v>0.2018692505988826</c:v>
              </c:pt>
              <c:pt idx="170">
                <c:v>0.2018692505988826</c:v>
              </c:pt>
              <c:pt idx="171">
                <c:v>0.2018692505988826</c:v>
              </c:pt>
              <c:pt idx="172">
                <c:v>0.2018692505988826</c:v>
              </c:pt>
              <c:pt idx="173">
                <c:v>0.2018692505988826</c:v>
              </c:pt>
              <c:pt idx="174">
                <c:v>0.2018692505988826</c:v>
              </c:pt>
              <c:pt idx="175">
                <c:v>0.2018692505988826</c:v>
              </c:pt>
              <c:pt idx="176">
                <c:v>0.2018692505988826</c:v>
              </c:pt>
              <c:pt idx="177">
                <c:v>0.2018692505988826</c:v>
              </c:pt>
              <c:pt idx="178">
                <c:v>0.2018692505988826</c:v>
              </c:pt>
              <c:pt idx="179">
                <c:v>0.2018692505988826</c:v>
              </c:pt>
              <c:pt idx="180">
                <c:v>0.2018692505988826</c:v>
              </c:pt>
              <c:pt idx="181">
                <c:v>0.2018692505988826</c:v>
              </c:pt>
              <c:pt idx="182">
                <c:v>0.2018692505988826</c:v>
              </c:pt>
              <c:pt idx="183">
                <c:v>0.2018692505988826</c:v>
              </c:pt>
              <c:pt idx="184">
                <c:v>0.2018692505988826</c:v>
              </c:pt>
              <c:pt idx="185">
                <c:v>0.2018692505988826</c:v>
              </c:pt>
              <c:pt idx="186">
                <c:v>0.2018692505988826</c:v>
              </c:pt>
              <c:pt idx="187">
                <c:v>0.2018692505988826</c:v>
              </c:pt>
              <c:pt idx="188">
                <c:v>0.2018692505988826</c:v>
              </c:pt>
              <c:pt idx="189">
                <c:v>0.2018692505988826</c:v>
              </c:pt>
              <c:pt idx="190">
                <c:v>0.2018692505988826</c:v>
              </c:pt>
              <c:pt idx="191">
                <c:v>0.2018692505988826</c:v>
              </c:pt>
              <c:pt idx="192">
                <c:v>0.2018692505988826</c:v>
              </c:pt>
              <c:pt idx="193">
                <c:v>0.2018692505988826</c:v>
              </c:pt>
              <c:pt idx="194">
                <c:v>0.2018692505988826</c:v>
              </c:pt>
              <c:pt idx="195">
                <c:v>0.2018692505988826</c:v>
              </c:pt>
              <c:pt idx="196">
                <c:v>0.2018692505988826</c:v>
              </c:pt>
              <c:pt idx="197">
                <c:v>0.2018692505988826</c:v>
              </c:pt>
              <c:pt idx="198">
                <c:v>0.2018692505988826</c:v>
              </c:pt>
              <c:pt idx="199">
                <c:v>0.2018692505988826</c:v>
              </c:pt>
              <c:pt idx="200">
                <c:v>0.2018692505988826</c:v>
              </c:pt>
              <c:pt idx="201">
                <c:v>0.2018692505988826</c:v>
              </c:pt>
              <c:pt idx="202">
                <c:v>0.2018692505988826</c:v>
              </c:pt>
              <c:pt idx="203">
                <c:v>0.2018692505988826</c:v>
              </c:pt>
              <c:pt idx="204">
                <c:v>0.2018692505988826</c:v>
              </c:pt>
              <c:pt idx="205">
                <c:v>0.2018692505988826</c:v>
              </c:pt>
              <c:pt idx="206">
                <c:v>0.2018692505988826</c:v>
              </c:pt>
              <c:pt idx="207">
                <c:v>0.2018692505988826</c:v>
              </c:pt>
              <c:pt idx="208">
                <c:v>0.2018692505988826</c:v>
              </c:pt>
              <c:pt idx="209">
                <c:v>0.2018692505988826</c:v>
              </c:pt>
              <c:pt idx="210">
                <c:v>0.2018692505988826</c:v>
              </c:pt>
              <c:pt idx="211">
                <c:v>0.2018692505988826</c:v>
              </c:pt>
              <c:pt idx="212">
                <c:v>0.2018692505988826</c:v>
              </c:pt>
              <c:pt idx="213">
                <c:v>0.2018692505988826</c:v>
              </c:pt>
              <c:pt idx="214">
                <c:v>0.2018692505988826</c:v>
              </c:pt>
              <c:pt idx="215">
                <c:v>0.2018692505988826</c:v>
              </c:pt>
              <c:pt idx="216">
                <c:v>0.2018692505988826</c:v>
              </c:pt>
              <c:pt idx="217">
                <c:v>0.2018692505988826</c:v>
              </c:pt>
              <c:pt idx="218">
                <c:v>0.2018692505988826</c:v>
              </c:pt>
              <c:pt idx="219">
                <c:v>0.2018692505988826</c:v>
              </c:pt>
              <c:pt idx="220">
                <c:v>0.2018692505988826</c:v>
              </c:pt>
              <c:pt idx="221">
                <c:v>0.2018692505988826</c:v>
              </c:pt>
              <c:pt idx="222">
                <c:v>0.2018692505988826</c:v>
              </c:pt>
              <c:pt idx="223">
                <c:v>0.2018692505988826</c:v>
              </c:pt>
              <c:pt idx="224">
                <c:v>0.2018692505988826</c:v>
              </c:pt>
              <c:pt idx="225">
                <c:v>0.2018692505988826</c:v>
              </c:pt>
              <c:pt idx="226">
                <c:v>0.2018692505988826</c:v>
              </c:pt>
              <c:pt idx="227">
                <c:v>0.2018692505988826</c:v>
              </c:pt>
              <c:pt idx="228">
                <c:v>0.2018692505988826</c:v>
              </c:pt>
              <c:pt idx="229">
                <c:v>0.2018692505988826</c:v>
              </c:pt>
              <c:pt idx="230">
                <c:v>0.2018692505988826</c:v>
              </c:pt>
              <c:pt idx="231">
                <c:v>0.2018692505988826</c:v>
              </c:pt>
              <c:pt idx="232">
                <c:v>0.2018692505988826</c:v>
              </c:pt>
              <c:pt idx="233">
                <c:v>0.2018692505988826</c:v>
              </c:pt>
              <c:pt idx="234">
                <c:v>0.2018692505988826</c:v>
              </c:pt>
              <c:pt idx="235">
                <c:v>0.2018692505988826</c:v>
              </c:pt>
              <c:pt idx="236">
                <c:v>0.2018692505988826</c:v>
              </c:pt>
              <c:pt idx="237">
                <c:v>0.2018692505988826</c:v>
              </c:pt>
              <c:pt idx="238">
                <c:v>0.2018692505988826</c:v>
              </c:pt>
              <c:pt idx="239">
                <c:v>0.2018692505988826</c:v>
              </c:pt>
              <c:pt idx="240">
                <c:v>0.2018692505988826</c:v>
              </c:pt>
              <c:pt idx="241">
                <c:v>0.2018692505988826</c:v>
              </c:pt>
              <c:pt idx="242">
                <c:v>0.2018692505988826</c:v>
              </c:pt>
              <c:pt idx="243">
                <c:v>0.2018692505988826</c:v>
              </c:pt>
              <c:pt idx="244">
                <c:v>0.2018692505988826</c:v>
              </c:pt>
              <c:pt idx="245">
                <c:v>0.2018692505988826</c:v>
              </c:pt>
              <c:pt idx="246">
                <c:v>0.2018692505988826</c:v>
              </c:pt>
              <c:pt idx="247">
                <c:v>0.2018692505988826</c:v>
              </c:pt>
              <c:pt idx="248">
                <c:v>0.2018692505988826</c:v>
              </c:pt>
              <c:pt idx="249">
                <c:v>0.2018692505988826</c:v>
              </c:pt>
              <c:pt idx="250">
                <c:v>0.2018692505988826</c:v>
              </c:pt>
              <c:pt idx="251">
                <c:v>0.2018692505988826</c:v>
              </c:pt>
              <c:pt idx="252">
                <c:v>0.2018692505988826</c:v>
              </c:pt>
              <c:pt idx="253">
                <c:v>0.2018692505988826</c:v>
              </c:pt>
              <c:pt idx="254">
                <c:v>0.2018692505988826</c:v>
              </c:pt>
              <c:pt idx="255">
                <c:v>0.2018692505988826</c:v>
              </c:pt>
              <c:pt idx="256">
                <c:v>0.2018692505988826</c:v>
              </c:pt>
              <c:pt idx="257">
                <c:v>0.2018692505988826</c:v>
              </c:pt>
              <c:pt idx="258">
                <c:v>0.2018692505988826</c:v>
              </c:pt>
              <c:pt idx="259">
                <c:v>0.2018692505988826</c:v>
              </c:pt>
              <c:pt idx="260">
                <c:v>0.2018692505988826</c:v>
              </c:pt>
              <c:pt idx="261">
                <c:v>0.2018692505988826</c:v>
              </c:pt>
              <c:pt idx="262">
                <c:v>0.2018692505988826</c:v>
              </c:pt>
              <c:pt idx="263">
                <c:v>0.2018692505988826</c:v>
              </c:pt>
              <c:pt idx="264">
                <c:v>0.2018692505988826</c:v>
              </c:pt>
              <c:pt idx="265">
                <c:v>0.2018692505988826</c:v>
              </c:pt>
              <c:pt idx="266">
                <c:v>0.2018692505988826</c:v>
              </c:pt>
              <c:pt idx="267">
                <c:v>0.2018692505988826</c:v>
              </c:pt>
              <c:pt idx="268">
                <c:v>0.2018692505988826</c:v>
              </c:pt>
              <c:pt idx="269">
                <c:v>0.2018692505988826</c:v>
              </c:pt>
              <c:pt idx="270">
                <c:v>0.2018692505988826</c:v>
              </c:pt>
              <c:pt idx="271">
                <c:v>0.2018692505988826</c:v>
              </c:pt>
              <c:pt idx="272">
                <c:v>0.2018692505988826</c:v>
              </c:pt>
              <c:pt idx="273">
                <c:v>0.2018692505988826</c:v>
              </c:pt>
              <c:pt idx="274">
                <c:v>0.2018692505988826</c:v>
              </c:pt>
              <c:pt idx="275">
                <c:v>0.2018692505988826</c:v>
              </c:pt>
              <c:pt idx="276">
                <c:v>0.2018692505988826</c:v>
              </c:pt>
              <c:pt idx="277">
                <c:v>0.2018692505988826</c:v>
              </c:pt>
              <c:pt idx="278">
                <c:v>0.2018692505988826</c:v>
              </c:pt>
              <c:pt idx="279">
                <c:v>0.2018692505988826</c:v>
              </c:pt>
              <c:pt idx="280">
                <c:v>0.2018692505988826</c:v>
              </c:pt>
              <c:pt idx="281">
                <c:v>0.2018692505988826</c:v>
              </c:pt>
              <c:pt idx="282">
                <c:v>0.2018692505988826</c:v>
              </c:pt>
              <c:pt idx="283">
                <c:v>0.2018692505988826</c:v>
              </c:pt>
              <c:pt idx="284">
                <c:v>0.2018692505988826</c:v>
              </c:pt>
              <c:pt idx="285">
                <c:v>0.2018692505988826</c:v>
              </c:pt>
              <c:pt idx="286">
                <c:v>0.2018692505988826</c:v>
              </c:pt>
              <c:pt idx="287">
                <c:v>0.2018692505988826</c:v>
              </c:pt>
              <c:pt idx="288">
                <c:v>0.2018692505988826</c:v>
              </c:pt>
              <c:pt idx="289">
                <c:v>0.2018692505988826</c:v>
              </c:pt>
              <c:pt idx="290">
                <c:v>0.2018692505988826</c:v>
              </c:pt>
              <c:pt idx="291">
                <c:v>0.2018692505988826</c:v>
              </c:pt>
              <c:pt idx="292">
                <c:v>0.2018692505988826</c:v>
              </c:pt>
              <c:pt idx="293">
                <c:v>0.2018692505988826</c:v>
              </c:pt>
              <c:pt idx="294">
                <c:v>0.2018692505988826</c:v>
              </c:pt>
              <c:pt idx="295">
                <c:v>0.2018692505988826</c:v>
              </c:pt>
              <c:pt idx="296">
                <c:v>0.2018692505988826</c:v>
              </c:pt>
              <c:pt idx="297">
                <c:v>0.2018692505988826</c:v>
              </c:pt>
              <c:pt idx="298">
                <c:v>0.2018692505988826</c:v>
              </c:pt>
              <c:pt idx="299">
                <c:v>0.2018692505988826</c:v>
              </c:pt>
              <c:pt idx="300">
                <c:v>0.2018692505988826</c:v>
              </c:pt>
              <c:pt idx="301">
                <c:v>0.2018692505988826</c:v>
              </c:pt>
              <c:pt idx="302">
                <c:v>0.2018692505988826</c:v>
              </c:pt>
              <c:pt idx="303">
                <c:v>0.2018692505988826</c:v>
              </c:pt>
              <c:pt idx="304">
                <c:v>0.2018692505988826</c:v>
              </c:pt>
              <c:pt idx="305">
                <c:v>0.2018692505988826</c:v>
              </c:pt>
              <c:pt idx="306">
                <c:v>0.2018692505988826</c:v>
              </c:pt>
              <c:pt idx="307">
                <c:v>0.2018692505988826</c:v>
              </c:pt>
              <c:pt idx="308">
                <c:v>0.2018692505988826</c:v>
              </c:pt>
              <c:pt idx="309">
                <c:v>0.2018692505988826</c:v>
              </c:pt>
              <c:pt idx="310">
                <c:v>0.2018692505988826</c:v>
              </c:pt>
              <c:pt idx="311">
                <c:v>0.2018692505988826</c:v>
              </c:pt>
              <c:pt idx="312">
                <c:v>0.2018692505988826</c:v>
              </c:pt>
              <c:pt idx="313">
                <c:v>0.2018692505988826</c:v>
              </c:pt>
              <c:pt idx="314">
                <c:v>0.2018692505988826</c:v>
              </c:pt>
              <c:pt idx="315">
                <c:v>0.2018692505988826</c:v>
              </c:pt>
              <c:pt idx="316">
                <c:v>0.2018692505988826</c:v>
              </c:pt>
              <c:pt idx="317">
                <c:v>0.2018692505988826</c:v>
              </c:pt>
              <c:pt idx="318">
                <c:v>0.2018692505988826</c:v>
              </c:pt>
              <c:pt idx="319">
                <c:v>0.2018692505988826</c:v>
              </c:pt>
              <c:pt idx="320">
                <c:v>0.2018692505988826</c:v>
              </c:pt>
              <c:pt idx="321">
                <c:v>0.2018692505988826</c:v>
              </c:pt>
              <c:pt idx="322">
                <c:v>0.2018692505988826</c:v>
              </c:pt>
              <c:pt idx="323">
                <c:v>0.2018692505988826</c:v>
              </c:pt>
              <c:pt idx="324">
                <c:v>0.2018692505988826</c:v>
              </c:pt>
              <c:pt idx="325">
                <c:v>0.2018692505988826</c:v>
              </c:pt>
              <c:pt idx="326">
                <c:v>0.2018692505988826</c:v>
              </c:pt>
              <c:pt idx="327">
                <c:v>0.2018692505988826</c:v>
              </c:pt>
              <c:pt idx="328">
                <c:v>0.2018692505988826</c:v>
              </c:pt>
              <c:pt idx="329">
                <c:v>0.2018692505988826</c:v>
              </c:pt>
              <c:pt idx="330">
                <c:v>0.2018692505988826</c:v>
              </c:pt>
              <c:pt idx="331">
                <c:v>0.2018692505988826</c:v>
              </c:pt>
              <c:pt idx="332">
                <c:v>0.2018692505988826</c:v>
              </c:pt>
              <c:pt idx="333">
                <c:v>0.2018692505988826</c:v>
              </c:pt>
              <c:pt idx="334">
                <c:v>0.2018692505988826</c:v>
              </c:pt>
              <c:pt idx="335">
                <c:v>0.2018692505988826</c:v>
              </c:pt>
              <c:pt idx="336">
                <c:v>0.2018692505988826</c:v>
              </c:pt>
              <c:pt idx="337">
                <c:v>0.2018692505988826</c:v>
              </c:pt>
              <c:pt idx="338">
                <c:v>0.2018692505988826</c:v>
              </c:pt>
              <c:pt idx="339">
                <c:v>0.2018692505988826</c:v>
              </c:pt>
              <c:pt idx="340">
                <c:v>0.2018692505988826</c:v>
              </c:pt>
              <c:pt idx="341">
                <c:v>0.2018692505988826</c:v>
              </c:pt>
              <c:pt idx="342">
                <c:v>0.2018692505988826</c:v>
              </c:pt>
              <c:pt idx="343">
                <c:v>0.2018692505988826</c:v>
              </c:pt>
              <c:pt idx="344">
                <c:v>0.2018692505988826</c:v>
              </c:pt>
              <c:pt idx="345">
                <c:v>0.2018692505988826</c:v>
              </c:pt>
              <c:pt idx="346">
                <c:v>0.2018692505988826</c:v>
              </c:pt>
              <c:pt idx="347">
                <c:v>0.2018692505988826</c:v>
              </c:pt>
              <c:pt idx="348">
                <c:v>0.2018692505988826</c:v>
              </c:pt>
              <c:pt idx="349">
                <c:v>0.2018692505988826</c:v>
              </c:pt>
              <c:pt idx="350">
                <c:v>0.2018692505988826</c:v>
              </c:pt>
              <c:pt idx="351">
                <c:v>0.2018692505988826</c:v>
              </c:pt>
              <c:pt idx="352">
                <c:v>0.2018692505988826</c:v>
              </c:pt>
              <c:pt idx="353">
                <c:v>0.2018692505988826</c:v>
              </c:pt>
              <c:pt idx="354">
                <c:v>0.2018692505988826</c:v>
              </c:pt>
              <c:pt idx="355">
                <c:v>0.2018692505988826</c:v>
              </c:pt>
              <c:pt idx="356">
                <c:v>0.2018692505988826</c:v>
              </c:pt>
              <c:pt idx="357">
                <c:v>0.2018692505988826</c:v>
              </c:pt>
              <c:pt idx="358">
                <c:v>0.2018692505988826</c:v>
              </c:pt>
              <c:pt idx="359">
                <c:v>0.2018692505988826</c:v>
              </c:pt>
              <c:pt idx="360">
                <c:v>0.2018692505988826</c:v>
              </c:pt>
              <c:pt idx="361">
                <c:v>0.2018692505988826</c:v>
              </c:pt>
              <c:pt idx="362">
                <c:v>0.2018692505988826</c:v>
              </c:pt>
              <c:pt idx="363">
                <c:v>0.2018692505988826</c:v>
              </c:pt>
              <c:pt idx="364">
                <c:v>0.2018692505988826</c:v>
              </c:pt>
              <c:pt idx="365">
                <c:v>0.2018692505988826</c:v>
              </c:pt>
              <c:pt idx="366">
                <c:v>0.2018692505988826</c:v>
              </c:pt>
              <c:pt idx="367">
                <c:v>0.2018692505988826</c:v>
              </c:pt>
              <c:pt idx="368">
                <c:v>0.2018692505988826</c:v>
              </c:pt>
              <c:pt idx="369">
                <c:v>0.2018692505988826</c:v>
              </c:pt>
              <c:pt idx="370">
                <c:v>0.2018692505988826</c:v>
              </c:pt>
              <c:pt idx="371">
                <c:v>0.2018692505988826</c:v>
              </c:pt>
              <c:pt idx="372">
                <c:v>0.2018692505988826</c:v>
              </c:pt>
              <c:pt idx="373">
                <c:v>0.2018692505988826</c:v>
              </c:pt>
              <c:pt idx="374">
                <c:v>0.2018692505988826</c:v>
              </c:pt>
              <c:pt idx="375">
                <c:v>0.2018692505988826</c:v>
              </c:pt>
              <c:pt idx="376">
                <c:v>0.2018692505988826</c:v>
              </c:pt>
              <c:pt idx="377">
                <c:v>0.2018692505988826</c:v>
              </c:pt>
              <c:pt idx="378">
                <c:v>0.2018692505988826</c:v>
              </c:pt>
              <c:pt idx="379">
                <c:v>0.2018692505988826</c:v>
              </c:pt>
              <c:pt idx="380">
                <c:v>0.2018692505988826</c:v>
              </c:pt>
              <c:pt idx="381">
                <c:v>0.2018692505988826</c:v>
              </c:pt>
              <c:pt idx="382">
                <c:v>0.2018692505988826</c:v>
              </c:pt>
              <c:pt idx="383">
                <c:v>0.2018692505988826</c:v>
              </c:pt>
              <c:pt idx="384">
                <c:v>0.2018692505988826</c:v>
              </c:pt>
              <c:pt idx="385">
                <c:v>0.2018692505988826</c:v>
              </c:pt>
              <c:pt idx="386">
                <c:v>0.2018692505988826</c:v>
              </c:pt>
              <c:pt idx="387">
                <c:v>0.2018692505988826</c:v>
              </c:pt>
              <c:pt idx="388">
                <c:v>0.2018692505988826</c:v>
              </c:pt>
              <c:pt idx="389">
                <c:v>0.2018692505988826</c:v>
              </c:pt>
              <c:pt idx="390">
                <c:v>0.2018692505988826</c:v>
              </c:pt>
              <c:pt idx="391">
                <c:v>0.2018692505988826</c:v>
              </c:pt>
              <c:pt idx="392">
                <c:v>0.2018692505988826</c:v>
              </c:pt>
              <c:pt idx="393">
                <c:v>0.2018692505988826</c:v>
              </c:pt>
              <c:pt idx="394">
                <c:v>0.2018692505988826</c:v>
              </c:pt>
              <c:pt idx="395">
                <c:v>0.2018692505988826</c:v>
              </c:pt>
              <c:pt idx="396">
                <c:v>0.2018692505988826</c:v>
              </c:pt>
              <c:pt idx="397">
                <c:v>0.2018692505988826</c:v>
              </c:pt>
              <c:pt idx="398">
                <c:v>0.2018692505988826</c:v>
              </c:pt>
              <c:pt idx="399">
                <c:v>0.2018692505988826</c:v>
              </c:pt>
              <c:pt idx="400">
                <c:v>0.2018692505988826</c:v>
              </c:pt>
              <c:pt idx="401">
                <c:v>0.2018692505988826</c:v>
              </c:pt>
              <c:pt idx="402">
                <c:v>0.2018692505988826</c:v>
              </c:pt>
              <c:pt idx="403">
                <c:v>0.2018692505988826</c:v>
              </c:pt>
              <c:pt idx="404">
                <c:v>0.2018692505988826</c:v>
              </c:pt>
              <c:pt idx="405">
                <c:v>0.2018692505988826</c:v>
              </c:pt>
              <c:pt idx="406">
                <c:v>0.2018692505988826</c:v>
              </c:pt>
              <c:pt idx="407">
                <c:v>0.2018692505988826</c:v>
              </c:pt>
              <c:pt idx="408">
                <c:v>0.2018692505988826</c:v>
              </c:pt>
              <c:pt idx="409">
                <c:v>0.2018692505988826</c:v>
              </c:pt>
              <c:pt idx="410">
                <c:v>0.2018692505988826</c:v>
              </c:pt>
              <c:pt idx="411">
                <c:v>0.2018692505988826</c:v>
              </c:pt>
              <c:pt idx="412">
                <c:v>0.2018692505988826</c:v>
              </c:pt>
              <c:pt idx="413">
                <c:v>0.2018692505988826</c:v>
              </c:pt>
              <c:pt idx="414">
                <c:v>0.2018692505988826</c:v>
              </c:pt>
              <c:pt idx="415">
                <c:v>0.2018692505988826</c:v>
              </c:pt>
              <c:pt idx="416">
                <c:v>0.2018692505988826</c:v>
              </c:pt>
              <c:pt idx="417">
                <c:v>0.2018692505988826</c:v>
              </c:pt>
              <c:pt idx="418">
                <c:v>0.2018692505988826</c:v>
              </c:pt>
              <c:pt idx="419">
                <c:v>0.2018692505988826</c:v>
              </c:pt>
              <c:pt idx="420">
                <c:v>0.2018692505988826</c:v>
              </c:pt>
              <c:pt idx="421">
                <c:v>0.2018692505988826</c:v>
              </c:pt>
              <c:pt idx="422">
                <c:v>0.2018692505988826</c:v>
              </c:pt>
              <c:pt idx="423">
                <c:v>0.2018692505988826</c:v>
              </c:pt>
              <c:pt idx="424">
                <c:v>0.2018692505988826</c:v>
              </c:pt>
              <c:pt idx="425">
                <c:v>0.2018692505988826</c:v>
              </c:pt>
              <c:pt idx="426">
                <c:v>0.2018692505988826</c:v>
              </c:pt>
              <c:pt idx="427">
                <c:v>0.2018692505988826</c:v>
              </c:pt>
              <c:pt idx="428">
                <c:v>0.2018692505988826</c:v>
              </c:pt>
              <c:pt idx="429">
                <c:v>0.2018692505988826</c:v>
              </c:pt>
              <c:pt idx="430">
                <c:v>0.2018692505988826</c:v>
              </c:pt>
              <c:pt idx="431">
                <c:v>0.2018692505988826</c:v>
              </c:pt>
              <c:pt idx="432">
                <c:v>0.2018692505988826</c:v>
              </c:pt>
              <c:pt idx="433">
                <c:v>0.2018692505988826</c:v>
              </c:pt>
              <c:pt idx="434">
                <c:v>0.2018692505988826</c:v>
              </c:pt>
              <c:pt idx="435">
                <c:v>0.2018692505988826</c:v>
              </c:pt>
              <c:pt idx="436">
                <c:v>0.2018692505988826</c:v>
              </c:pt>
              <c:pt idx="437">
                <c:v>0.2018692505988826</c:v>
              </c:pt>
              <c:pt idx="438">
                <c:v>0.2018692505988826</c:v>
              </c:pt>
              <c:pt idx="439">
                <c:v>0.2018692505988826</c:v>
              </c:pt>
              <c:pt idx="440">
                <c:v>0.2018692505988826</c:v>
              </c:pt>
              <c:pt idx="441">
                <c:v>0.2018692505988826</c:v>
              </c:pt>
              <c:pt idx="442">
                <c:v>0.2018692505988826</c:v>
              </c:pt>
              <c:pt idx="443">
                <c:v>0.2018692505988826</c:v>
              </c:pt>
              <c:pt idx="444">
                <c:v>0.2018692505988826</c:v>
              </c:pt>
              <c:pt idx="445">
                <c:v>0.2018692505988826</c:v>
              </c:pt>
              <c:pt idx="446">
                <c:v>0.2018692505988826</c:v>
              </c:pt>
              <c:pt idx="447">
                <c:v>0.2018692505988826</c:v>
              </c:pt>
              <c:pt idx="448">
                <c:v>0.2018692505988826</c:v>
              </c:pt>
              <c:pt idx="449">
                <c:v>0.2018692505988826</c:v>
              </c:pt>
            </c:numLit>
          </c:yVal>
          <c:smooth val="0"/>
        </c:ser>
        <c:ser>
          <c:idx val="6"/>
          <c:order val="6"/>
          <c:tx>
            <c:v>Same order, optimal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009E73"/>
              </a:solidFill>
            </c:spPr>
          </c:marker>
          <c:xVal>
            <c:numLit>
              <c:formatCode>General</c:formatCode>
              <c:ptCount val="45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numLit>
          </c:xVal>
          <c:yVal>
            <c:numLit>
              <c:formatCode>0.0</c:formatCode>
              <c:ptCount val="450"/>
              <c:pt idx="0">
                <c:v>4.336819044442811</c:v>
              </c:pt>
              <c:pt idx="1">
                <c:v>4.336819044442811</c:v>
              </c:pt>
              <c:pt idx="2">
                <c:v>4.336819044442811</c:v>
              </c:pt>
              <c:pt idx="3">
                <c:v>4.336819044442811</c:v>
              </c:pt>
              <c:pt idx="4">
                <c:v>4.336819044442811</c:v>
              </c:pt>
              <c:pt idx="5">
                <c:v>4.336819044442811</c:v>
              </c:pt>
              <c:pt idx="6">
                <c:v>4.336819044442811</c:v>
              </c:pt>
              <c:pt idx="7">
                <c:v>4.336819044442811</c:v>
              </c:pt>
              <c:pt idx="8">
                <c:v>4.336819044442811</c:v>
              </c:pt>
              <c:pt idx="9">
                <c:v>4.336819044442811</c:v>
              </c:pt>
              <c:pt idx="10">
                <c:v>4.336819044442811</c:v>
              </c:pt>
              <c:pt idx="11">
                <c:v>4.336819044442811</c:v>
              </c:pt>
              <c:pt idx="12">
                <c:v>4.336819044442811</c:v>
              </c:pt>
              <c:pt idx="13">
                <c:v>4.336819044442811</c:v>
              </c:pt>
              <c:pt idx="14">
                <c:v>4.336819044442811</c:v>
              </c:pt>
              <c:pt idx="15">
                <c:v>4.336819044442811</c:v>
              </c:pt>
              <c:pt idx="16">
                <c:v>4.336819044442811</c:v>
              </c:pt>
              <c:pt idx="17">
                <c:v>4.336819044442811</c:v>
              </c:pt>
              <c:pt idx="18">
                <c:v>4.336819044442811</c:v>
              </c:pt>
              <c:pt idx="19">
                <c:v>4.336819044442811</c:v>
              </c:pt>
              <c:pt idx="20">
                <c:v>4.336819044442811</c:v>
              </c:pt>
              <c:pt idx="21">
                <c:v>4.336819044442811</c:v>
              </c:pt>
              <c:pt idx="22">
                <c:v>4.336819044442811</c:v>
              </c:pt>
              <c:pt idx="23">
                <c:v>4.336819044442811</c:v>
              </c:pt>
              <c:pt idx="24">
                <c:v>4.336819044442811</c:v>
              </c:pt>
              <c:pt idx="25">
                <c:v>4.336819044442811</c:v>
              </c:pt>
              <c:pt idx="26">
                <c:v>4.336819044442811</c:v>
              </c:pt>
              <c:pt idx="27">
                <c:v>4.336819044442811</c:v>
              </c:pt>
              <c:pt idx="28">
                <c:v>4.336819044442811</c:v>
              </c:pt>
              <c:pt idx="29">
                <c:v>4.336819044442811</c:v>
              </c:pt>
              <c:pt idx="30">
                <c:v>4.336819044442811</c:v>
              </c:pt>
              <c:pt idx="31">
                <c:v>4.336819044442811</c:v>
              </c:pt>
              <c:pt idx="32">
                <c:v>4.336819044442811</c:v>
              </c:pt>
              <c:pt idx="33">
                <c:v>4.336819044442811</c:v>
              </c:pt>
              <c:pt idx="34">
                <c:v>4.336819044442811</c:v>
              </c:pt>
              <c:pt idx="35">
                <c:v>4.336819044442811</c:v>
              </c:pt>
              <c:pt idx="36">
                <c:v>4.336819044442811</c:v>
              </c:pt>
              <c:pt idx="37">
                <c:v>4.336819044442811</c:v>
              </c:pt>
              <c:pt idx="38">
                <c:v>4.336819044442811</c:v>
              </c:pt>
              <c:pt idx="39">
                <c:v>4.336819044442811</c:v>
              </c:pt>
              <c:pt idx="40">
                <c:v>4.336819044442811</c:v>
              </c:pt>
              <c:pt idx="41">
                <c:v>4.336819044442811</c:v>
              </c:pt>
              <c:pt idx="42">
                <c:v>4.336819044442811</c:v>
              </c:pt>
              <c:pt idx="43">
                <c:v>4.336819044442811</c:v>
              </c:pt>
              <c:pt idx="44">
                <c:v>4.336819044442811</c:v>
              </c:pt>
              <c:pt idx="45">
                <c:v>4.336819044442811</c:v>
              </c:pt>
              <c:pt idx="46">
                <c:v>4.336819044442811</c:v>
              </c:pt>
              <c:pt idx="47">
                <c:v>4.336819044442811</c:v>
              </c:pt>
              <c:pt idx="48">
                <c:v>4.336819044442811</c:v>
              </c:pt>
              <c:pt idx="49">
                <c:v>4.336819044442811</c:v>
              </c:pt>
              <c:pt idx="50">
                <c:v>4.336819044442811</c:v>
              </c:pt>
              <c:pt idx="51">
                <c:v>4.336819044442811</c:v>
              </c:pt>
              <c:pt idx="52">
                <c:v>4.336819044442811</c:v>
              </c:pt>
              <c:pt idx="53">
                <c:v>4.336819044442811</c:v>
              </c:pt>
              <c:pt idx="54">
                <c:v>4.336819044442811</c:v>
              </c:pt>
              <c:pt idx="55">
                <c:v>4.336819044442811</c:v>
              </c:pt>
              <c:pt idx="56">
                <c:v>4.336819044442811</c:v>
              </c:pt>
              <c:pt idx="57">
                <c:v>4.336819044442811</c:v>
              </c:pt>
              <c:pt idx="58">
                <c:v>4.336819044442811</c:v>
              </c:pt>
              <c:pt idx="59">
                <c:v>4.336819044442811</c:v>
              </c:pt>
              <c:pt idx="60">
                <c:v>4.336819044442811</c:v>
              </c:pt>
              <c:pt idx="61">
                <c:v>4.336819044442811</c:v>
              </c:pt>
              <c:pt idx="62">
                <c:v>4.336819044442811</c:v>
              </c:pt>
              <c:pt idx="63">
                <c:v>4.336819044442811</c:v>
              </c:pt>
              <c:pt idx="64">
                <c:v>4.336819044442811</c:v>
              </c:pt>
              <c:pt idx="65">
                <c:v>4.336819044442811</c:v>
              </c:pt>
              <c:pt idx="66">
                <c:v>4.336819044442811</c:v>
              </c:pt>
              <c:pt idx="67">
                <c:v>4.336819044442811</c:v>
              </c:pt>
              <c:pt idx="68">
                <c:v>4.336819044442811</c:v>
              </c:pt>
              <c:pt idx="69">
                <c:v>4.336819044442811</c:v>
              </c:pt>
              <c:pt idx="70">
                <c:v>4.336819044442811</c:v>
              </c:pt>
              <c:pt idx="71">
                <c:v>4.336819044442811</c:v>
              </c:pt>
              <c:pt idx="72">
                <c:v>4.336819044442811</c:v>
              </c:pt>
              <c:pt idx="73">
                <c:v>4.336819044442811</c:v>
              </c:pt>
              <c:pt idx="74">
                <c:v>4.336819044442811</c:v>
              </c:pt>
              <c:pt idx="75">
                <c:v>4.336819044442811</c:v>
              </c:pt>
              <c:pt idx="76">
                <c:v>4.336819044442811</c:v>
              </c:pt>
              <c:pt idx="77">
                <c:v>4.336819044442811</c:v>
              </c:pt>
              <c:pt idx="78">
                <c:v>4.336819044442811</c:v>
              </c:pt>
              <c:pt idx="79">
                <c:v>4.336819044442811</c:v>
              </c:pt>
              <c:pt idx="80">
                <c:v>4.336819044442811</c:v>
              </c:pt>
              <c:pt idx="81">
                <c:v>4.336819044442811</c:v>
              </c:pt>
              <c:pt idx="82">
                <c:v>4.336819044442811</c:v>
              </c:pt>
              <c:pt idx="83">
                <c:v>4.336819044442811</c:v>
              </c:pt>
              <c:pt idx="84">
                <c:v>4.336819044442811</c:v>
              </c:pt>
              <c:pt idx="85">
                <c:v>4.336819044442811</c:v>
              </c:pt>
              <c:pt idx="86">
                <c:v>4.336819044442811</c:v>
              </c:pt>
              <c:pt idx="87">
                <c:v>4.336819044442811</c:v>
              </c:pt>
              <c:pt idx="88">
                <c:v>4.336819044442811</c:v>
              </c:pt>
              <c:pt idx="89">
                <c:v>4.336819044442811</c:v>
              </c:pt>
              <c:pt idx="90">
                <c:v>4.336819044442811</c:v>
              </c:pt>
              <c:pt idx="91">
                <c:v>4.336819044442811</c:v>
              </c:pt>
              <c:pt idx="92">
                <c:v>4.336819044442811</c:v>
              </c:pt>
              <c:pt idx="93">
                <c:v>4.336819044442811</c:v>
              </c:pt>
              <c:pt idx="94">
                <c:v>4.336819044442811</c:v>
              </c:pt>
              <c:pt idx="95">
                <c:v>4.336819044442811</c:v>
              </c:pt>
              <c:pt idx="96">
                <c:v>4.336819044442811</c:v>
              </c:pt>
              <c:pt idx="97">
                <c:v>4.336819044442811</c:v>
              </c:pt>
              <c:pt idx="98">
                <c:v>4.336819044442811</c:v>
              </c:pt>
              <c:pt idx="99">
                <c:v>4.336819044442811</c:v>
              </c:pt>
              <c:pt idx="100">
                <c:v>4.336819044442811</c:v>
              </c:pt>
              <c:pt idx="101">
                <c:v>4.336819044442811</c:v>
              </c:pt>
              <c:pt idx="102">
                <c:v>4.336819044442811</c:v>
              </c:pt>
              <c:pt idx="103">
                <c:v>4.336819044442811</c:v>
              </c:pt>
              <c:pt idx="104">
                <c:v>4.336819044442811</c:v>
              </c:pt>
              <c:pt idx="105">
                <c:v>4.336819044442811</c:v>
              </c:pt>
              <c:pt idx="106">
                <c:v>4.336819044442811</c:v>
              </c:pt>
              <c:pt idx="107">
                <c:v>4.336819044442811</c:v>
              </c:pt>
              <c:pt idx="108">
                <c:v>4.336819044442811</c:v>
              </c:pt>
              <c:pt idx="109">
                <c:v>4.336819044442811</c:v>
              </c:pt>
              <c:pt idx="110">
                <c:v>4.336819044442811</c:v>
              </c:pt>
              <c:pt idx="111">
                <c:v>4.336819044442811</c:v>
              </c:pt>
              <c:pt idx="112">
                <c:v>4.336819044442811</c:v>
              </c:pt>
              <c:pt idx="113">
                <c:v>4.336819044442811</c:v>
              </c:pt>
              <c:pt idx="114">
                <c:v>4.336819044442811</c:v>
              </c:pt>
              <c:pt idx="115">
                <c:v>4.336819044442811</c:v>
              </c:pt>
              <c:pt idx="116">
                <c:v>4.336819044442811</c:v>
              </c:pt>
              <c:pt idx="117">
                <c:v>4.336819044442811</c:v>
              </c:pt>
              <c:pt idx="118">
                <c:v>4.336819044442811</c:v>
              </c:pt>
              <c:pt idx="119">
                <c:v>4.336819044442811</c:v>
              </c:pt>
              <c:pt idx="120">
                <c:v>4.336819044442811</c:v>
              </c:pt>
              <c:pt idx="121">
                <c:v>4.336819044442811</c:v>
              </c:pt>
              <c:pt idx="122">
                <c:v>4.336819044442811</c:v>
              </c:pt>
              <c:pt idx="123">
                <c:v>4.336819044442811</c:v>
              </c:pt>
              <c:pt idx="124">
                <c:v>4.336819044442811</c:v>
              </c:pt>
              <c:pt idx="125">
                <c:v>4.336819044442811</c:v>
              </c:pt>
              <c:pt idx="126">
                <c:v>4.336819044442811</c:v>
              </c:pt>
              <c:pt idx="127">
                <c:v>4.336819044442811</c:v>
              </c:pt>
              <c:pt idx="128">
                <c:v>4.336819044442811</c:v>
              </c:pt>
              <c:pt idx="129">
                <c:v>4.336819044442811</c:v>
              </c:pt>
              <c:pt idx="130">
                <c:v>4.336819044442811</c:v>
              </c:pt>
              <c:pt idx="131">
                <c:v>4.336819044442811</c:v>
              </c:pt>
              <c:pt idx="132">
                <c:v>4.336819044442811</c:v>
              </c:pt>
              <c:pt idx="133">
                <c:v>4.336819044442811</c:v>
              </c:pt>
              <c:pt idx="134">
                <c:v>4.336819044442811</c:v>
              </c:pt>
              <c:pt idx="135">
                <c:v>4.336819044442811</c:v>
              </c:pt>
              <c:pt idx="136">
                <c:v>4.336819044442811</c:v>
              </c:pt>
              <c:pt idx="137">
                <c:v>4.336819044442811</c:v>
              </c:pt>
              <c:pt idx="138">
                <c:v>4.336819044442811</c:v>
              </c:pt>
              <c:pt idx="139">
                <c:v>4.336819044442811</c:v>
              </c:pt>
              <c:pt idx="140">
                <c:v>4.336819044442811</c:v>
              </c:pt>
              <c:pt idx="141">
                <c:v>4.336819044442811</c:v>
              </c:pt>
              <c:pt idx="142">
                <c:v>4.336819044442811</c:v>
              </c:pt>
              <c:pt idx="143">
                <c:v>4.336819044442811</c:v>
              </c:pt>
              <c:pt idx="144">
                <c:v>4.336819044442811</c:v>
              </c:pt>
              <c:pt idx="145">
                <c:v>4.336819044442811</c:v>
              </c:pt>
              <c:pt idx="146">
                <c:v>4.336819044442811</c:v>
              </c:pt>
              <c:pt idx="147">
                <c:v>4.336819044442811</c:v>
              </c:pt>
              <c:pt idx="148">
                <c:v>4.336819044442811</c:v>
              </c:pt>
              <c:pt idx="149">
                <c:v>4.336819044442811</c:v>
              </c:pt>
              <c:pt idx="150">
                <c:v>4.336819044442811</c:v>
              </c:pt>
              <c:pt idx="151">
                <c:v>4.336819044442811</c:v>
              </c:pt>
              <c:pt idx="152">
                <c:v>4.336819044442811</c:v>
              </c:pt>
              <c:pt idx="153">
                <c:v>4.336819044442811</c:v>
              </c:pt>
              <c:pt idx="154">
                <c:v>4.336819044442811</c:v>
              </c:pt>
              <c:pt idx="155">
                <c:v>4.336819044442811</c:v>
              </c:pt>
              <c:pt idx="156">
                <c:v>4.336819044442811</c:v>
              </c:pt>
              <c:pt idx="157">
                <c:v>4.336819044442811</c:v>
              </c:pt>
              <c:pt idx="158">
                <c:v>4.336819044442811</c:v>
              </c:pt>
              <c:pt idx="159">
                <c:v>4.336819044442811</c:v>
              </c:pt>
              <c:pt idx="160">
                <c:v>4.336819044442811</c:v>
              </c:pt>
              <c:pt idx="161">
                <c:v>4.336819044442811</c:v>
              </c:pt>
              <c:pt idx="162">
                <c:v>4.336819044442811</c:v>
              </c:pt>
              <c:pt idx="163">
                <c:v>4.336819044442811</c:v>
              </c:pt>
              <c:pt idx="164">
                <c:v>4.336819044442811</c:v>
              </c:pt>
              <c:pt idx="165">
                <c:v>4.336819044442811</c:v>
              </c:pt>
              <c:pt idx="166">
                <c:v>4.336819044442811</c:v>
              </c:pt>
              <c:pt idx="167">
                <c:v>4.336819044442811</c:v>
              </c:pt>
              <c:pt idx="168">
                <c:v>4.336819044442811</c:v>
              </c:pt>
              <c:pt idx="169">
                <c:v>4.336819044442811</c:v>
              </c:pt>
              <c:pt idx="170">
                <c:v>4.336819044442811</c:v>
              </c:pt>
              <c:pt idx="171">
                <c:v>4.336819044442811</c:v>
              </c:pt>
              <c:pt idx="172">
                <c:v>4.336819044442811</c:v>
              </c:pt>
              <c:pt idx="173">
                <c:v>4.336819044442811</c:v>
              </c:pt>
              <c:pt idx="174">
                <c:v>4.336819044442811</c:v>
              </c:pt>
              <c:pt idx="175">
                <c:v>4.336819044442811</c:v>
              </c:pt>
              <c:pt idx="176">
                <c:v>4.336819044442811</c:v>
              </c:pt>
              <c:pt idx="177">
                <c:v>4.336819044442811</c:v>
              </c:pt>
              <c:pt idx="178">
                <c:v>4.336819044442811</c:v>
              </c:pt>
              <c:pt idx="179">
                <c:v>4.336819044442811</c:v>
              </c:pt>
              <c:pt idx="180">
                <c:v>4.336819044442811</c:v>
              </c:pt>
              <c:pt idx="181">
                <c:v>4.336819044442811</c:v>
              </c:pt>
              <c:pt idx="182">
                <c:v>4.336819044442811</c:v>
              </c:pt>
              <c:pt idx="183">
                <c:v>4.336819044442811</c:v>
              </c:pt>
              <c:pt idx="184">
                <c:v>4.336819044442811</c:v>
              </c:pt>
              <c:pt idx="185">
                <c:v>4.336819044442811</c:v>
              </c:pt>
              <c:pt idx="186">
                <c:v>4.336819044442811</c:v>
              </c:pt>
              <c:pt idx="187">
                <c:v>4.336819044442811</c:v>
              </c:pt>
              <c:pt idx="188">
                <c:v>4.336819044442811</c:v>
              </c:pt>
              <c:pt idx="189">
                <c:v>4.336819044442811</c:v>
              </c:pt>
              <c:pt idx="190">
                <c:v>4.336819044442811</c:v>
              </c:pt>
              <c:pt idx="191">
                <c:v>4.336819044442811</c:v>
              </c:pt>
              <c:pt idx="192">
                <c:v>4.336819044442811</c:v>
              </c:pt>
              <c:pt idx="193">
                <c:v>4.336819044442811</c:v>
              </c:pt>
              <c:pt idx="194">
                <c:v>4.336819044442811</c:v>
              </c:pt>
              <c:pt idx="195">
                <c:v>4.336819044442811</c:v>
              </c:pt>
              <c:pt idx="196">
                <c:v>4.336819044442811</c:v>
              </c:pt>
              <c:pt idx="197">
                <c:v>4.336819044442811</c:v>
              </c:pt>
              <c:pt idx="198">
                <c:v>4.336819044442811</c:v>
              </c:pt>
              <c:pt idx="199">
                <c:v>4.336819044442811</c:v>
              </c:pt>
              <c:pt idx="200">
                <c:v>4.336819044442811</c:v>
              </c:pt>
              <c:pt idx="201">
                <c:v>4.336819044442811</c:v>
              </c:pt>
              <c:pt idx="202">
                <c:v>4.336819044442811</c:v>
              </c:pt>
              <c:pt idx="203">
                <c:v>4.336819044442811</c:v>
              </c:pt>
              <c:pt idx="204">
                <c:v>4.336819044442811</c:v>
              </c:pt>
              <c:pt idx="205">
                <c:v>4.336819044442811</c:v>
              </c:pt>
              <c:pt idx="206">
                <c:v>4.336819044442811</c:v>
              </c:pt>
              <c:pt idx="207">
                <c:v>4.336819044442811</c:v>
              </c:pt>
              <c:pt idx="208">
                <c:v>4.336819044442811</c:v>
              </c:pt>
              <c:pt idx="209">
                <c:v>4.336819044442811</c:v>
              </c:pt>
              <c:pt idx="210">
                <c:v>4.336819044442811</c:v>
              </c:pt>
              <c:pt idx="211">
                <c:v>4.336819044442811</c:v>
              </c:pt>
              <c:pt idx="212">
                <c:v>4.336819044442811</c:v>
              </c:pt>
              <c:pt idx="213">
                <c:v>4.336819044442811</c:v>
              </c:pt>
              <c:pt idx="214">
                <c:v>4.336819044442811</c:v>
              </c:pt>
              <c:pt idx="215">
                <c:v>4.336819044442811</c:v>
              </c:pt>
              <c:pt idx="216">
                <c:v>4.336819044442811</c:v>
              </c:pt>
              <c:pt idx="217">
                <c:v>4.336819044442811</c:v>
              </c:pt>
              <c:pt idx="218">
                <c:v>4.336819044442811</c:v>
              </c:pt>
              <c:pt idx="219">
                <c:v>4.336819044442811</c:v>
              </c:pt>
              <c:pt idx="220">
                <c:v>4.336819044442811</c:v>
              </c:pt>
              <c:pt idx="221">
                <c:v>4.336819044442811</c:v>
              </c:pt>
              <c:pt idx="222">
                <c:v>4.336819044442811</c:v>
              </c:pt>
              <c:pt idx="223">
                <c:v>4.336819044442811</c:v>
              </c:pt>
              <c:pt idx="224">
                <c:v>4.336819044442811</c:v>
              </c:pt>
              <c:pt idx="225">
                <c:v>4.336819044442811</c:v>
              </c:pt>
              <c:pt idx="226">
                <c:v>4.336819044442811</c:v>
              </c:pt>
              <c:pt idx="227">
                <c:v>4.336819044442811</c:v>
              </c:pt>
              <c:pt idx="228">
                <c:v>4.336819044442811</c:v>
              </c:pt>
              <c:pt idx="229">
                <c:v>4.336819044442811</c:v>
              </c:pt>
              <c:pt idx="230">
                <c:v>4.336819044442811</c:v>
              </c:pt>
              <c:pt idx="231">
                <c:v>4.336819044442811</c:v>
              </c:pt>
              <c:pt idx="232">
                <c:v>4.336819044442811</c:v>
              </c:pt>
              <c:pt idx="233">
                <c:v>4.336819044442811</c:v>
              </c:pt>
              <c:pt idx="234">
                <c:v>4.336819044442811</c:v>
              </c:pt>
              <c:pt idx="235">
                <c:v>4.336819044442811</c:v>
              </c:pt>
              <c:pt idx="236">
                <c:v>4.336819044442811</c:v>
              </c:pt>
              <c:pt idx="237">
                <c:v>4.336819044442811</c:v>
              </c:pt>
              <c:pt idx="238">
                <c:v>4.336819044442811</c:v>
              </c:pt>
              <c:pt idx="239">
                <c:v>4.336819044442811</c:v>
              </c:pt>
              <c:pt idx="240">
                <c:v>4.336819044442811</c:v>
              </c:pt>
              <c:pt idx="241">
                <c:v>4.336819044442811</c:v>
              </c:pt>
              <c:pt idx="242">
                <c:v>4.336819044442811</c:v>
              </c:pt>
              <c:pt idx="243">
                <c:v>4.336819044442811</c:v>
              </c:pt>
              <c:pt idx="244">
                <c:v>4.336819044442811</c:v>
              </c:pt>
              <c:pt idx="245">
                <c:v>4.336819044442811</c:v>
              </c:pt>
              <c:pt idx="246">
                <c:v>4.336819044442811</c:v>
              </c:pt>
              <c:pt idx="247">
                <c:v>4.336819044442811</c:v>
              </c:pt>
              <c:pt idx="248">
                <c:v>4.336819044442811</c:v>
              </c:pt>
              <c:pt idx="249">
                <c:v>4.336819044442811</c:v>
              </c:pt>
              <c:pt idx="250">
                <c:v>4.336819044442811</c:v>
              </c:pt>
              <c:pt idx="251">
                <c:v>4.336819044442811</c:v>
              </c:pt>
              <c:pt idx="252">
                <c:v>4.336819044442811</c:v>
              </c:pt>
              <c:pt idx="253">
                <c:v>4.336819044442811</c:v>
              </c:pt>
              <c:pt idx="254">
                <c:v>4.336819044442811</c:v>
              </c:pt>
              <c:pt idx="255">
                <c:v>4.336819044442811</c:v>
              </c:pt>
              <c:pt idx="256">
                <c:v>4.336819044442811</c:v>
              </c:pt>
              <c:pt idx="257">
                <c:v>4.336819044442811</c:v>
              </c:pt>
              <c:pt idx="258">
                <c:v>4.336819044442811</c:v>
              </c:pt>
              <c:pt idx="259">
                <c:v>4.336819044442811</c:v>
              </c:pt>
              <c:pt idx="260">
                <c:v>4.336819044442811</c:v>
              </c:pt>
              <c:pt idx="261">
                <c:v>4.336819044442811</c:v>
              </c:pt>
              <c:pt idx="262">
                <c:v>4.336819044442811</c:v>
              </c:pt>
              <c:pt idx="263">
                <c:v>4.336819044442811</c:v>
              </c:pt>
              <c:pt idx="264">
                <c:v>4.336819044442811</c:v>
              </c:pt>
              <c:pt idx="265">
                <c:v>4.336819044442811</c:v>
              </c:pt>
              <c:pt idx="266">
                <c:v>4.336819044442811</c:v>
              </c:pt>
              <c:pt idx="267">
                <c:v>4.336819044442811</c:v>
              </c:pt>
              <c:pt idx="268">
                <c:v>4.336819044442811</c:v>
              </c:pt>
              <c:pt idx="269">
                <c:v>4.336819044442811</c:v>
              </c:pt>
              <c:pt idx="270">
                <c:v>4.336819044442811</c:v>
              </c:pt>
              <c:pt idx="271">
                <c:v>4.336819044442811</c:v>
              </c:pt>
              <c:pt idx="272">
                <c:v>4.336819044442811</c:v>
              </c:pt>
              <c:pt idx="273">
                <c:v>4.336819044442811</c:v>
              </c:pt>
              <c:pt idx="274">
                <c:v>4.336819044442811</c:v>
              </c:pt>
              <c:pt idx="275">
                <c:v>4.336819044442811</c:v>
              </c:pt>
              <c:pt idx="276">
                <c:v>4.336819044442811</c:v>
              </c:pt>
              <c:pt idx="277">
                <c:v>4.336819044442811</c:v>
              </c:pt>
              <c:pt idx="278">
                <c:v>4.336819044442811</c:v>
              </c:pt>
              <c:pt idx="279">
                <c:v>4.336819044442811</c:v>
              </c:pt>
              <c:pt idx="280">
                <c:v>4.336819044442811</c:v>
              </c:pt>
              <c:pt idx="281">
                <c:v>4.336819044442811</c:v>
              </c:pt>
              <c:pt idx="282">
                <c:v>4.336819044442811</c:v>
              </c:pt>
              <c:pt idx="283">
                <c:v>4.336819044442811</c:v>
              </c:pt>
              <c:pt idx="284">
                <c:v>4.336819044442811</c:v>
              </c:pt>
              <c:pt idx="285">
                <c:v>4.336819044442811</c:v>
              </c:pt>
              <c:pt idx="286">
                <c:v>4.336819044442811</c:v>
              </c:pt>
              <c:pt idx="287">
                <c:v>4.336819044442811</c:v>
              </c:pt>
              <c:pt idx="288">
                <c:v>4.336819044442811</c:v>
              </c:pt>
              <c:pt idx="289">
                <c:v>4.336819044442811</c:v>
              </c:pt>
              <c:pt idx="290">
                <c:v>4.336819044442811</c:v>
              </c:pt>
              <c:pt idx="291">
                <c:v>4.336819044442811</c:v>
              </c:pt>
              <c:pt idx="292">
                <c:v>4.336819044442811</c:v>
              </c:pt>
              <c:pt idx="293">
                <c:v>4.336819044442811</c:v>
              </c:pt>
              <c:pt idx="294">
                <c:v>4.336819044442811</c:v>
              </c:pt>
              <c:pt idx="295">
                <c:v>4.336819044442811</c:v>
              </c:pt>
              <c:pt idx="296">
                <c:v>4.336819044442811</c:v>
              </c:pt>
              <c:pt idx="297">
                <c:v>4.336819044442811</c:v>
              </c:pt>
              <c:pt idx="298">
                <c:v>4.336819044442811</c:v>
              </c:pt>
              <c:pt idx="299">
                <c:v>4.336819044442811</c:v>
              </c:pt>
              <c:pt idx="300">
                <c:v>4.336819044442811</c:v>
              </c:pt>
              <c:pt idx="301">
                <c:v>4.336819044442811</c:v>
              </c:pt>
              <c:pt idx="302">
                <c:v>4.336819044442811</c:v>
              </c:pt>
              <c:pt idx="303">
                <c:v>4.336819044442811</c:v>
              </c:pt>
              <c:pt idx="304">
                <c:v>4.336819044442811</c:v>
              </c:pt>
              <c:pt idx="305">
                <c:v>4.336819044442811</c:v>
              </c:pt>
              <c:pt idx="306">
                <c:v>4.336819044442811</c:v>
              </c:pt>
              <c:pt idx="307">
                <c:v>4.336819044442811</c:v>
              </c:pt>
              <c:pt idx="308">
                <c:v>4.336819044442811</c:v>
              </c:pt>
              <c:pt idx="309">
                <c:v>4.336819044442811</c:v>
              </c:pt>
              <c:pt idx="310">
                <c:v>4.336819044442811</c:v>
              </c:pt>
              <c:pt idx="311">
                <c:v>4.336819044442811</c:v>
              </c:pt>
              <c:pt idx="312">
                <c:v>4.336819044442811</c:v>
              </c:pt>
              <c:pt idx="313">
                <c:v>4.336819044442811</c:v>
              </c:pt>
              <c:pt idx="314">
                <c:v>4.336819044442811</c:v>
              </c:pt>
              <c:pt idx="315">
                <c:v>4.336819044442811</c:v>
              </c:pt>
              <c:pt idx="316">
                <c:v>4.336819044442811</c:v>
              </c:pt>
              <c:pt idx="317">
                <c:v>4.336819044442811</c:v>
              </c:pt>
              <c:pt idx="318">
                <c:v>4.336819044442811</c:v>
              </c:pt>
              <c:pt idx="319">
                <c:v>4.336819044442811</c:v>
              </c:pt>
              <c:pt idx="320">
                <c:v>4.336819044442811</c:v>
              </c:pt>
              <c:pt idx="321">
                <c:v>4.336819044442811</c:v>
              </c:pt>
              <c:pt idx="322">
                <c:v>4.336819044442811</c:v>
              </c:pt>
              <c:pt idx="323">
                <c:v>4.336819044442811</c:v>
              </c:pt>
              <c:pt idx="324">
                <c:v>4.336819044442811</c:v>
              </c:pt>
              <c:pt idx="325">
                <c:v>4.336819044442811</c:v>
              </c:pt>
              <c:pt idx="326">
                <c:v>4.336819044442811</c:v>
              </c:pt>
              <c:pt idx="327">
                <c:v>4.336819044442811</c:v>
              </c:pt>
              <c:pt idx="328">
                <c:v>4.336819044442811</c:v>
              </c:pt>
              <c:pt idx="329">
                <c:v>4.336819044442811</c:v>
              </c:pt>
              <c:pt idx="330">
                <c:v>4.336819044442811</c:v>
              </c:pt>
              <c:pt idx="331">
                <c:v>4.336819044442811</c:v>
              </c:pt>
              <c:pt idx="332">
                <c:v>4.336819044442811</c:v>
              </c:pt>
              <c:pt idx="333">
                <c:v>4.336819044442811</c:v>
              </c:pt>
              <c:pt idx="334">
                <c:v>4.336819044442811</c:v>
              </c:pt>
              <c:pt idx="335">
                <c:v>4.336819044442811</c:v>
              </c:pt>
              <c:pt idx="336">
                <c:v>4.336819044442811</c:v>
              </c:pt>
              <c:pt idx="337">
                <c:v>4.336819044442811</c:v>
              </c:pt>
              <c:pt idx="338">
                <c:v>4.336819044442811</c:v>
              </c:pt>
              <c:pt idx="339">
                <c:v>4.336819044442811</c:v>
              </c:pt>
              <c:pt idx="340">
                <c:v>4.336819044442811</c:v>
              </c:pt>
              <c:pt idx="341">
                <c:v>4.336819044442811</c:v>
              </c:pt>
              <c:pt idx="342">
                <c:v>4.336819044442811</c:v>
              </c:pt>
              <c:pt idx="343">
                <c:v>4.336819044442811</c:v>
              </c:pt>
              <c:pt idx="344">
                <c:v>4.336819044442811</c:v>
              </c:pt>
              <c:pt idx="345">
                <c:v>4.336819044442811</c:v>
              </c:pt>
              <c:pt idx="346">
                <c:v>4.336819044442811</c:v>
              </c:pt>
              <c:pt idx="347">
                <c:v>4.336819044442811</c:v>
              </c:pt>
              <c:pt idx="348">
                <c:v>4.336819044442811</c:v>
              </c:pt>
              <c:pt idx="349">
                <c:v>4.336819044442811</c:v>
              </c:pt>
              <c:pt idx="350">
                <c:v>4.336819044442811</c:v>
              </c:pt>
              <c:pt idx="351">
                <c:v>4.336819044442811</c:v>
              </c:pt>
              <c:pt idx="352">
                <c:v>4.336819044442811</c:v>
              </c:pt>
              <c:pt idx="353">
                <c:v>4.336819044442811</c:v>
              </c:pt>
              <c:pt idx="354">
                <c:v>4.336819044442811</c:v>
              </c:pt>
              <c:pt idx="355">
                <c:v>4.336819044442811</c:v>
              </c:pt>
              <c:pt idx="356">
                <c:v>4.336819044442811</c:v>
              </c:pt>
              <c:pt idx="357">
                <c:v>4.336819044442811</c:v>
              </c:pt>
              <c:pt idx="358">
                <c:v>4.336819044442811</c:v>
              </c:pt>
              <c:pt idx="359">
                <c:v>4.336819044442811</c:v>
              </c:pt>
              <c:pt idx="360">
                <c:v>4.336819044442811</c:v>
              </c:pt>
              <c:pt idx="361">
                <c:v>4.336819044442811</c:v>
              </c:pt>
              <c:pt idx="362">
                <c:v>4.336819044442811</c:v>
              </c:pt>
              <c:pt idx="363">
                <c:v>4.336819044442811</c:v>
              </c:pt>
              <c:pt idx="364">
                <c:v>4.336819044442811</c:v>
              </c:pt>
              <c:pt idx="365">
                <c:v>4.336819044442811</c:v>
              </c:pt>
              <c:pt idx="366">
                <c:v>4.336819044442811</c:v>
              </c:pt>
              <c:pt idx="367">
                <c:v>4.336819044442811</c:v>
              </c:pt>
              <c:pt idx="368">
                <c:v>4.336819044442811</c:v>
              </c:pt>
              <c:pt idx="369">
                <c:v>4.336819044442811</c:v>
              </c:pt>
              <c:pt idx="370">
                <c:v>4.336819044442811</c:v>
              </c:pt>
              <c:pt idx="371">
                <c:v>4.336819044442811</c:v>
              </c:pt>
              <c:pt idx="372">
                <c:v>4.336819044442811</c:v>
              </c:pt>
              <c:pt idx="373">
                <c:v>4.336819044442811</c:v>
              </c:pt>
              <c:pt idx="374">
                <c:v>4.336819044442811</c:v>
              </c:pt>
              <c:pt idx="375">
                <c:v>4.336819044442811</c:v>
              </c:pt>
              <c:pt idx="376">
                <c:v>4.336819044442811</c:v>
              </c:pt>
              <c:pt idx="377">
                <c:v>4.336819044442811</c:v>
              </c:pt>
              <c:pt idx="378">
                <c:v>4.336819044442811</c:v>
              </c:pt>
              <c:pt idx="379">
                <c:v>4.336819044442811</c:v>
              </c:pt>
              <c:pt idx="380">
                <c:v>4.336819044442811</c:v>
              </c:pt>
              <c:pt idx="381">
                <c:v>4.336819044442811</c:v>
              </c:pt>
              <c:pt idx="382">
                <c:v>4.336819044442811</c:v>
              </c:pt>
              <c:pt idx="383">
                <c:v>4.336819044442811</c:v>
              </c:pt>
              <c:pt idx="384">
                <c:v>4.336819044442811</c:v>
              </c:pt>
              <c:pt idx="385">
                <c:v>4.336819044442811</c:v>
              </c:pt>
              <c:pt idx="386">
                <c:v>4.336819044442811</c:v>
              </c:pt>
              <c:pt idx="387">
                <c:v>4.336819044442811</c:v>
              </c:pt>
              <c:pt idx="388">
                <c:v>4.336819044442811</c:v>
              </c:pt>
              <c:pt idx="389">
                <c:v>4.336819044442811</c:v>
              </c:pt>
              <c:pt idx="390">
                <c:v>4.336819044442811</c:v>
              </c:pt>
              <c:pt idx="391">
                <c:v>4.336819044442811</c:v>
              </c:pt>
              <c:pt idx="392">
                <c:v>4.336819044442811</c:v>
              </c:pt>
              <c:pt idx="393">
                <c:v>4.336819044442811</c:v>
              </c:pt>
              <c:pt idx="394">
                <c:v>4.336819044442811</c:v>
              </c:pt>
              <c:pt idx="395">
                <c:v>4.336819044442811</c:v>
              </c:pt>
              <c:pt idx="396">
                <c:v>4.336819044442811</c:v>
              </c:pt>
              <c:pt idx="397">
                <c:v>4.336819044442811</c:v>
              </c:pt>
              <c:pt idx="398">
                <c:v>4.336819044442811</c:v>
              </c:pt>
              <c:pt idx="399">
                <c:v>4.336819044442811</c:v>
              </c:pt>
              <c:pt idx="400">
                <c:v>4.336819044442811</c:v>
              </c:pt>
              <c:pt idx="401">
                <c:v>4.336819044442811</c:v>
              </c:pt>
              <c:pt idx="402">
                <c:v>4.336819044442811</c:v>
              </c:pt>
              <c:pt idx="403">
                <c:v>4.336819044442811</c:v>
              </c:pt>
              <c:pt idx="404">
                <c:v>4.336819044442811</c:v>
              </c:pt>
              <c:pt idx="405">
                <c:v>4.336819044442811</c:v>
              </c:pt>
              <c:pt idx="406">
                <c:v>4.336819044442811</c:v>
              </c:pt>
              <c:pt idx="407">
                <c:v>4.336819044442811</c:v>
              </c:pt>
              <c:pt idx="408">
                <c:v>4.336819044442811</c:v>
              </c:pt>
              <c:pt idx="409">
                <c:v>4.336819044442811</c:v>
              </c:pt>
              <c:pt idx="410">
                <c:v>4.336819044442811</c:v>
              </c:pt>
              <c:pt idx="411">
                <c:v>4.336819044442811</c:v>
              </c:pt>
              <c:pt idx="412">
                <c:v>4.336819044442811</c:v>
              </c:pt>
              <c:pt idx="413">
                <c:v>4.336819044442811</c:v>
              </c:pt>
              <c:pt idx="414">
                <c:v>4.336819044442811</c:v>
              </c:pt>
              <c:pt idx="415">
                <c:v>4.336819044442811</c:v>
              </c:pt>
              <c:pt idx="416">
                <c:v>4.336819044442811</c:v>
              </c:pt>
              <c:pt idx="417">
                <c:v>4.336819044442811</c:v>
              </c:pt>
              <c:pt idx="418">
                <c:v>4.336819044442811</c:v>
              </c:pt>
              <c:pt idx="419">
                <c:v>4.336819044442811</c:v>
              </c:pt>
              <c:pt idx="420">
                <c:v>4.336819044442811</c:v>
              </c:pt>
              <c:pt idx="421">
                <c:v>4.336819044442811</c:v>
              </c:pt>
              <c:pt idx="422">
                <c:v>4.336819044442811</c:v>
              </c:pt>
              <c:pt idx="423">
                <c:v>4.336819044442811</c:v>
              </c:pt>
              <c:pt idx="424">
                <c:v>4.336819044442811</c:v>
              </c:pt>
              <c:pt idx="425">
                <c:v>4.336819044442811</c:v>
              </c:pt>
              <c:pt idx="426">
                <c:v>4.336819044442811</c:v>
              </c:pt>
              <c:pt idx="427">
                <c:v>4.336819044442811</c:v>
              </c:pt>
              <c:pt idx="428">
                <c:v>4.336819044442811</c:v>
              </c:pt>
              <c:pt idx="429">
                <c:v>4.336819044442811</c:v>
              </c:pt>
              <c:pt idx="430">
                <c:v>4.336819044442811</c:v>
              </c:pt>
              <c:pt idx="431">
                <c:v>4.336819044442811</c:v>
              </c:pt>
              <c:pt idx="432">
                <c:v>4.336819044442811</c:v>
              </c:pt>
              <c:pt idx="433">
                <c:v>4.336819044442811</c:v>
              </c:pt>
              <c:pt idx="434">
                <c:v>4.336819044442811</c:v>
              </c:pt>
              <c:pt idx="435">
                <c:v>4.336819044442811</c:v>
              </c:pt>
              <c:pt idx="436">
                <c:v>4.336819044442811</c:v>
              </c:pt>
              <c:pt idx="437">
                <c:v>4.336819044442811</c:v>
              </c:pt>
              <c:pt idx="438">
                <c:v>4.336819044442811</c:v>
              </c:pt>
              <c:pt idx="439">
                <c:v>4.336819044442811</c:v>
              </c:pt>
              <c:pt idx="440">
                <c:v>4.336819044442811</c:v>
              </c:pt>
              <c:pt idx="441">
                <c:v>4.336819044442811</c:v>
              </c:pt>
              <c:pt idx="442">
                <c:v>4.336819044442811</c:v>
              </c:pt>
              <c:pt idx="443">
                <c:v>4.336819044442811</c:v>
              </c:pt>
              <c:pt idx="444">
                <c:v>4.336819044442811</c:v>
              </c:pt>
              <c:pt idx="445">
                <c:v>4.336819044442811</c:v>
              </c:pt>
              <c:pt idx="446">
                <c:v>4.336819044442811</c:v>
              </c:pt>
              <c:pt idx="447">
                <c:v>4.336819044442811</c:v>
              </c:pt>
              <c:pt idx="448">
                <c:v>4.336819044442811</c:v>
              </c:pt>
              <c:pt idx="449">
                <c:v>4.336819044442811</c:v>
              </c:pt>
            </c:numLit>
          </c:yVal>
          <c:smooth val="0"/>
        </c:ser>
        <c:ser>
          <c:idx val="7"/>
          <c:order val="7"/>
          <c:tx>
            <c:v>Same order, optimal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009E73"/>
              </a:solidFill>
            </c:spPr>
          </c:marker>
          <c:xVal>
            <c:numLit>
              <c:formatCode>General</c:formatCode>
              <c:ptCount val="450"/>
              <c:pt idx="0">
                <c:v>1.1533739287265037</c:v>
              </c:pt>
              <c:pt idx="1">
                <c:v>1.1533739287265037</c:v>
              </c:pt>
              <c:pt idx="2">
                <c:v>1.1533739287265037</c:v>
              </c:pt>
              <c:pt idx="3">
                <c:v>1.1533739287265037</c:v>
              </c:pt>
              <c:pt idx="4">
                <c:v>1.1533739287265037</c:v>
              </c:pt>
              <c:pt idx="5">
                <c:v>1.1533739287265037</c:v>
              </c:pt>
              <c:pt idx="6">
                <c:v>1.1533739287265037</c:v>
              </c:pt>
              <c:pt idx="7">
                <c:v>1.1533739287265037</c:v>
              </c:pt>
              <c:pt idx="8">
                <c:v>1.1533739287265037</c:v>
              </c:pt>
              <c:pt idx="9">
                <c:v>1.1533739287265037</c:v>
              </c:pt>
              <c:pt idx="10">
                <c:v>1.1533739287265037</c:v>
              </c:pt>
              <c:pt idx="11">
                <c:v>1.1533739287265037</c:v>
              </c:pt>
              <c:pt idx="12">
                <c:v>1.1533739287265037</c:v>
              </c:pt>
              <c:pt idx="13">
                <c:v>1.1533739287265037</c:v>
              </c:pt>
              <c:pt idx="14">
                <c:v>1.1533739287265037</c:v>
              </c:pt>
              <c:pt idx="15">
                <c:v>1.1533739287265037</c:v>
              </c:pt>
              <c:pt idx="16">
                <c:v>1.1533739287265037</c:v>
              </c:pt>
              <c:pt idx="17">
                <c:v>1.1533739287265037</c:v>
              </c:pt>
              <c:pt idx="18">
                <c:v>1.1533739287265037</c:v>
              </c:pt>
              <c:pt idx="19">
                <c:v>1.1533739287265037</c:v>
              </c:pt>
              <c:pt idx="20">
                <c:v>1.1533739287265037</c:v>
              </c:pt>
              <c:pt idx="21">
                <c:v>1.1533739287265037</c:v>
              </c:pt>
              <c:pt idx="22">
                <c:v>1.1533739287265037</c:v>
              </c:pt>
              <c:pt idx="23">
                <c:v>1.1533739287265037</c:v>
              </c:pt>
              <c:pt idx="24">
                <c:v>1.1533739287265037</c:v>
              </c:pt>
              <c:pt idx="25">
                <c:v>1.1533739287265037</c:v>
              </c:pt>
              <c:pt idx="26">
                <c:v>1.1533739287265037</c:v>
              </c:pt>
              <c:pt idx="27">
                <c:v>1.1533739287265037</c:v>
              </c:pt>
              <c:pt idx="28">
                <c:v>1.1533739287265037</c:v>
              </c:pt>
              <c:pt idx="29">
                <c:v>1.1533739287265037</c:v>
              </c:pt>
              <c:pt idx="30">
                <c:v>1.1533739287265037</c:v>
              </c:pt>
              <c:pt idx="31">
                <c:v>1.1533739287265037</c:v>
              </c:pt>
              <c:pt idx="32">
                <c:v>1.1533739287265037</c:v>
              </c:pt>
              <c:pt idx="33">
                <c:v>1.1533739287265037</c:v>
              </c:pt>
              <c:pt idx="34">
                <c:v>1.1533739287265037</c:v>
              </c:pt>
              <c:pt idx="35">
                <c:v>1.1533739287265037</c:v>
              </c:pt>
              <c:pt idx="36">
                <c:v>1.1533739287265037</c:v>
              </c:pt>
              <c:pt idx="37">
                <c:v>1.1533739287265037</c:v>
              </c:pt>
              <c:pt idx="38">
                <c:v>1.1533739287265037</c:v>
              </c:pt>
              <c:pt idx="39">
                <c:v>1.1533739287265037</c:v>
              </c:pt>
              <c:pt idx="40">
                <c:v>1.1533739287265037</c:v>
              </c:pt>
              <c:pt idx="41">
                <c:v>1.1533739287265037</c:v>
              </c:pt>
              <c:pt idx="42">
                <c:v>1.1533739287265037</c:v>
              </c:pt>
              <c:pt idx="43">
                <c:v>1.1533739287265037</c:v>
              </c:pt>
              <c:pt idx="44">
                <c:v>1.1533739287265037</c:v>
              </c:pt>
              <c:pt idx="45">
                <c:v>1.1533739287265037</c:v>
              </c:pt>
              <c:pt idx="46">
                <c:v>1.1533739287265037</c:v>
              </c:pt>
              <c:pt idx="47">
                <c:v>1.1533739287265037</c:v>
              </c:pt>
              <c:pt idx="48">
                <c:v>1.1533739287265037</c:v>
              </c:pt>
              <c:pt idx="49">
                <c:v>1.1533739287265037</c:v>
              </c:pt>
              <c:pt idx="50">
                <c:v>1.1533739287265037</c:v>
              </c:pt>
              <c:pt idx="51">
                <c:v>1.1533739287265037</c:v>
              </c:pt>
              <c:pt idx="52">
                <c:v>1.1533739287265037</c:v>
              </c:pt>
              <c:pt idx="53">
                <c:v>1.1533739287265037</c:v>
              </c:pt>
              <c:pt idx="54">
                <c:v>1.1533739287265037</c:v>
              </c:pt>
              <c:pt idx="55">
                <c:v>1.1533739287265037</c:v>
              </c:pt>
              <c:pt idx="56">
                <c:v>1.1533739287265037</c:v>
              </c:pt>
              <c:pt idx="57">
                <c:v>1.1533739287265037</c:v>
              </c:pt>
              <c:pt idx="58">
                <c:v>1.1533739287265037</c:v>
              </c:pt>
              <c:pt idx="59">
                <c:v>1.1533739287265037</c:v>
              </c:pt>
              <c:pt idx="60">
                <c:v>1.1533739287265037</c:v>
              </c:pt>
              <c:pt idx="61">
                <c:v>1.1533739287265037</c:v>
              </c:pt>
              <c:pt idx="62">
                <c:v>1.1533739287265037</c:v>
              </c:pt>
              <c:pt idx="63">
                <c:v>1.1533739287265037</c:v>
              </c:pt>
              <c:pt idx="64">
                <c:v>1.1533739287265037</c:v>
              </c:pt>
              <c:pt idx="65">
                <c:v>1.1533739287265037</c:v>
              </c:pt>
              <c:pt idx="66">
                <c:v>1.1533739287265037</c:v>
              </c:pt>
              <c:pt idx="67">
                <c:v>1.1533739287265037</c:v>
              </c:pt>
              <c:pt idx="68">
                <c:v>1.1533739287265037</c:v>
              </c:pt>
              <c:pt idx="69">
                <c:v>1.1533739287265037</c:v>
              </c:pt>
              <c:pt idx="70">
                <c:v>1.1533739287265037</c:v>
              </c:pt>
              <c:pt idx="71">
                <c:v>1.1533739287265037</c:v>
              </c:pt>
              <c:pt idx="72">
                <c:v>1.1533739287265037</c:v>
              </c:pt>
              <c:pt idx="73">
                <c:v>1.1533739287265037</c:v>
              </c:pt>
              <c:pt idx="74">
                <c:v>1.1533739287265037</c:v>
              </c:pt>
              <c:pt idx="75">
                <c:v>1.1533739287265037</c:v>
              </c:pt>
              <c:pt idx="76">
                <c:v>1.1533739287265037</c:v>
              </c:pt>
              <c:pt idx="77">
                <c:v>1.1533739287265037</c:v>
              </c:pt>
              <c:pt idx="78">
                <c:v>1.1533739287265037</c:v>
              </c:pt>
              <c:pt idx="79">
                <c:v>1.1533739287265037</c:v>
              </c:pt>
              <c:pt idx="80">
                <c:v>1.1533739287265037</c:v>
              </c:pt>
              <c:pt idx="81">
                <c:v>1.1533739287265037</c:v>
              </c:pt>
              <c:pt idx="82">
                <c:v>1.1533739287265037</c:v>
              </c:pt>
              <c:pt idx="83">
                <c:v>1.1533739287265037</c:v>
              </c:pt>
              <c:pt idx="84">
                <c:v>1.1533739287265037</c:v>
              </c:pt>
              <c:pt idx="85">
                <c:v>1.1533739287265037</c:v>
              </c:pt>
              <c:pt idx="86">
                <c:v>1.1533739287265037</c:v>
              </c:pt>
              <c:pt idx="87">
                <c:v>1.1533739287265037</c:v>
              </c:pt>
              <c:pt idx="88">
                <c:v>1.1533739287265037</c:v>
              </c:pt>
              <c:pt idx="89">
                <c:v>1.1533739287265037</c:v>
              </c:pt>
              <c:pt idx="90">
                <c:v>1.1533739287265037</c:v>
              </c:pt>
              <c:pt idx="91">
                <c:v>1.1533739287265037</c:v>
              </c:pt>
              <c:pt idx="92">
                <c:v>1.1533739287265037</c:v>
              </c:pt>
              <c:pt idx="93">
                <c:v>1.1533739287265037</c:v>
              </c:pt>
              <c:pt idx="94">
                <c:v>1.1533739287265037</c:v>
              </c:pt>
              <c:pt idx="95">
                <c:v>1.1533739287265037</c:v>
              </c:pt>
              <c:pt idx="96">
                <c:v>1.1533739287265037</c:v>
              </c:pt>
              <c:pt idx="97">
                <c:v>1.1533739287265037</c:v>
              </c:pt>
              <c:pt idx="98">
                <c:v>1.1533739287265037</c:v>
              </c:pt>
              <c:pt idx="99">
                <c:v>1.1533739287265037</c:v>
              </c:pt>
              <c:pt idx="100">
                <c:v>1.1533739287265037</c:v>
              </c:pt>
              <c:pt idx="101">
                <c:v>1.1533739287265037</c:v>
              </c:pt>
              <c:pt idx="102">
                <c:v>1.1533739287265037</c:v>
              </c:pt>
              <c:pt idx="103">
                <c:v>1.1533739287265037</c:v>
              </c:pt>
              <c:pt idx="104">
                <c:v>1.1533739287265037</c:v>
              </c:pt>
              <c:pt idx="105">
                <c:v>1.1533739287265037</c:v>
              </c:pt>
              <c:pt idx="106">
                <c:v>1.1533739287265037</c:v>
              </c:pt>
              <c:pt idx="107">
                <c:v>1.1533739287265037</c:v>
              </c:pt>
              <c:pt idx="108">
                <c:v>1.1533739287265037</c:v>
              </c:pt>
              <c:pt idx="109">
                <c:v>1.1533739287265037</c:v>
              </c:pt>
              <c:pt idx="110">
                <c:v>1.1533739287265037</c:v>
              </c:pt>
              <c:pt idx="111">
                <c:v>1.1533739287265037</c:v>
              </c:pt>
              <c:pt idx="112">
                <c:v>1.1533739287265037</c:v>
              </c:pt>
              <c:pt idx="113">
                <c:v>1.1533739287265037</c:v>
              </c:pt>
              <c:pt idx="114">
                <c:v>1.1533739287265037</c:v>
              </c:pt>
              <c:pt idx="115">
                <c:v>1.1533739287265037</c:v>
              </c:pt>
              <c:pt idx="116">
                <c:v>1.1533739287265037</c:v>
              </c:pt>
              <c:pt idx="117">
                <c:v>1.1533739287265037</c:v>
              </c:pt>
              <c:pt idx="118">
                <c:v>1.1533739287265037</c:v>
              </c:pt>
              <c:pt idx="119">
                <c:v>1.1533739287265037</c:v>
              </c:pt>
              <c:pt idx="120">
                <c:v>1.1533739287265037</c:v>
              </c:pt>
              <c:pt idx="121">
                <c:v>1.1533739287265037</c:v>
              </c:pt>
              <c:pt idx="122">
                <c:v>1.1533739287265037</c:v>
              </c:pt>
              <c:pt idx="123">
                <c:v>1.1533739287265037</c:v>
              </c:pt>
              <c:pt idx="124">
                <c:v>1.1533739287265037</c:v>
              </c:pt>
              <c:pt idx="125">
                <c:v>1.1533739287265037</c:v>
              </c:pt>
              <c:pt idx="126">
                <c:v>1.1533739287265037</c:v>
              </c:pt>
              <c:pt idx="127">
                <c:v>1.1533739287265037</c:v>
              </c:pt>
              <c:pt idx="128">
                <c:v>1.1533739287265037</c:v>
              </c:pt>
              <c:pt idx="129">
                <c:v>1.1533739287265037</c:v>
              </c:pt>
              <c:pt idx="130">
                <c:v>1.1533739287265037</c:v>
              </c:pt>
              <c:pt idx="131">
                <c:v>1.1533739287265037</c:v>
              </c:pt>
              <c:pt idx="132">
                <c:v>1.1533739287265037</c:v>
              </c:pt>
              <c:pt idx="133">
                <c:v>1.1533739287265037</c:v>
              </c:pt>
              <c:pt idx="134">
                <c:v>1.1533739287265037</c:v>
              </c:pt>
              <c:pt idx="135">
                <c:v>1.1533739287265037</c:v>
              </c:pt>
              <c:pt idx="136">
                <c:v>1.1533739287265037</c:v>
              </c:pt>
              <c:pt idx="137">
                <c:v>1.1533739287265037</c:v>
              </c:pt>
              <c:pt idx="138">
                <c:v>1.1533739287265037</c:v>
              </c:pt>
              <c:pt idx="139">
                <c:v>1.1533739287265037</c:v>
              </c:pt>
              <c:pt idx="140">
                <c:v>1.1533739287265037</c:v>
              </c:pt>
              <c:pt idx="141">
                <c:v>1.1533739287265037</c:v>
              </c:pt>
              <c:pt idx="142">
                <c:v>1.1533739287265037</c:v>
              </c:pt>
              <c:pt idx="143">
                <c:v>1.1533739287265037</c:v>
              </c:pt>
              <c:pt idx="144">
                <c:v>1.1533739287265037</c:v>
              </c:pt>
              <c:pt idx="145">
                <c:v>1.1533739287265037</c:v>
              </c:pt>
              <c:pt idx="146">
                <c:v>1.1533739287265037</c:v>
              </c:pt>
              <c:pt idx="147">
                <c:v>1.1533739287265037</c:v>
              </c:pt>
              <c:pt idx="148">
                <c:v>1.1533739287265037</c:v>
              </c:pt>
              <c:pt idx="149">
                <c:v>1.1533739287265037</c:v>
              </c:pt>
              <c:pt idx="150">
                <c:v>1.1533739287265037</c:v>
              </c:pt>
              <c:pt idx="151">
                <c:v>1.1533739287265037</c:v>
              </c:pt>
              <c:pt idx="152">
                <c:v>1.1533739287265037</c:v>
              </c:pt>
              <c:pt idx="153">
                <c:v>1.1533739287265037</c:v>
              </c:pt>
              <c:pt idx="154">
                <c:v>1.1533739287265037</c:v>
              </c:pt>
              <c:pt idx="155">
                <c:v>1.1533739287265037</c:v>
              </c:pt>
              <c:pt idx="156">
                <c:v>1.1533739287265037</c:v>
              </c:pt>
              <c:pt idx="157">
                <c:v>1.1533739287265037</c:v>
              </c:pt>
              <c:pt idx="158">
                <c:v>1.1533739287265037</c:v>
              </c:pt>
              <c:pt idx="159">
                <c:v>1.1533739287265037</c:v>
              </c:pt>
              <c:pt idx="160">
                <c:v>1.1533739287265037</c:v>
              </c:pt>
              <c:pt idx="161">
                <c:v>1.1533739287265037</c:v>
              </c:pt>
              <c:pt idx="162">
                <c:v>1.1533739287265037</c:v>
              </c:pt>
              <c:pt idx="163">
                <c:v>1.1533739287265037</c:v>
              </c:pt>
              <c:pt idx="164">
                <c:v>1.1533739287265037</c:v>
              </c:pt>
              <c:pt idx="165">
                <c:v>1.1533739287265037</c:v>
              </c:pt>
              <c:pt idx="166">
                <c:v>1.1533739287265037</c:v>
              </c:pt>
              <c:pt idx="167">
                <c:v>1.1533739287265037</c:v>
              </c:pt>
              <c:pt idx="168">
                <c:v>1.1533739287265037</c:v>
              </c:pt>
              <c:pt idx="169">
                <c:v>1.1533739287265037</c:v>
              </c:pt>
              <c:pt idx="170">
                <c:v>1.1533739287265037</c:v>
              </c:pt>
              <c:pt idx="171">
                <c:v>1.1533739287265037</c:v>
              </c:pt>
              <c:pt idx="172">
                <c:v>1.1533739287265037</c:v>
              </c:pt>
              <c:pt idx="173">
                <c:v>1.1533739287265037</c:v>
              </c:pt>
              <c:pt idx="174">
                <c:v>1.1533739287265037</c:v>
              </c:pt>
              <c:pt idx="175">
                <c:v>1.1533739287265037</c:v>
              </c:pt>
              <c:pt idx="176">
                <c:v>1.1533739287265037</c:v>
              </c:pt>
              <c:pt idx="177">
                <c:v>1.1533739287265037</c:v>
              </c:pt>
              <c:pt idx="178">
                <c:v>1.1533739287265037</c:v>
              </c:pt>
              <c:pt idx="179">
                <c:v>1.1533739287265037</c:v>
              </c:pt>
              <c:pt idx="180">
                <c:v>1.1533739287265037</c:v>
              </c:pt>
              <c:pt idx="181">
                <c:v>1.1533739287265037</c:v>
              </c:pt>
              <c:pt idx="182">
                <c:v>1.1533739287265037</c:v>
              </c:pt>
              <c:pt idx="183">
                <c:v>1.1533739287265037</c:v>
              </c:pt>
              <c:pt idx="184">
                <c:v>1.1533739287265037</c:v>
              </c:pt>
              <c:pt idx="185">
                <c:v>1.1533739287265037</c:v>
              </c:pt>
              <c:pt idx="186">
                <c:v>1.1533739287265037</c:v>
              </c:pt>
              <c:pt idx="187">
                <c:v>1.1533739287265037</c:v>
              </c:pt>
              <c:pt idx="188">
                <c:v>1.1533739287265037</c:v>
              </c:pt>
              <c:pt idx="189">
                <c:v>1.1533739287265037</c:v>
              </c:pt>
              <c:pt idx="190">
                <c:v>1.1533739287265037</c:v>
              </c:pt>
              <c:pt idx="191">
                <c:v>1.1533739287265037</c:v>
              </c:pt>
              <c:pt idx="192">
                <c:v>1.1533739287265037</c:v>
              </c:pt>
              <c:pt idx="193">
                <c:v>1.1533739287265037</c:v>
              </c:pt>
              <c:pt idx="194">
                <c:v>1.1533739287265037</c:v>
              </c:pt>
              <c:pt idx="195">
                <c:v>1.1533739287265037</c:v>
              </c:pt>
              <c:pt idx="196">
                <c:v>1.1533739287265037</c:v>
              </c:pt>
              <c:pt idx="197">
                <c:v>1.1533739287265037</c:v>
              </c:pt>
              <c:pt idx="198">
                <c:v>1.1533739287265037</c:v>
              </c:pt>
              <c:pt idx="199">
                <c:v>1.1533739287265037</c:v>
              </c:pt>
              <c:pt idx="200">
                <c:v>1.1533739287265037</c:v>
              </c:pt>
              <c:pt idx="201">
                <c:v>1.1533739287265037</c:v>
              </c:pt>
              <c:pt idx="202">
                <c:v>1.1533739287265037</c:v>
              </c:pt>
              <c:pt idx="203">
                <c:v>1.1533739287265037</c:v>
              </c:pt>
              <c:pt idx="204">
                <c:v>1.1533739287265037</c:v>
              </c:pt>
              <c:pt idx="205">
                <c:v>1.1533739287265037</c:v>
              </c:pt>
              <c:pt idx="206">
                <c:v>1.1533739287265037</c:v>
              </c:pt>
              <c:pt idx="207">
                <c:v>1.1533739287265037</c:v>
              </c:pt>
              <c:pt idx="208">
                <c:v>1.1533739287265037</c:v>
              </c:pt>
              <c:pt idx="209">
                <c:v>1.1533739287265037</c:v>
              </c:pt>
              <c:pt idx="210">
                <c:v>1.1533739287265037</c:v>
              </c:pt>
              <c:pt idx="211">
                <c:v>1.1533739287265037</c:v>
              </c:pt>
              <c:pt idx="212">
                <c:v>1.1533739287265037</c:v>
              </c:pt>
              <c:pt idx="213">
                <c:v>1.1533739287265037</c:v>
              </c:pt>
              <c:pt idx="214">
                <c:v>1.1533739287265037</c:v>
              </c:pt>
              <c:pt idx="215">
                <c:v>1.1533739287265037</c:v>
              </c:pt>
              <c:pt idx="216">
                <c:v>1.1533739287265037</c:v>
              </c:pt>
              <c:pt idx="217">
                <c:v>1.1533739287265037</c:v>
              </c:pt>
              <c:pt idx="218">
                <c:v>1.1533739287265037</c:v>
              </c:pt>
              <c:pt idx="219">
                <c:v>1.1533739287265037</c:v>
              </c:pt>
              <c:pt idx="220">
                <c:v>1.1533739287265037</c:v>
              </c:pt>
              <c:pt idx="221">
                <c:v>1.1533739287265037</c:v>
              </c:pt>
              <c:pt idx="222">
                <c:v>1.1533739287265037</c:v>
              </c:pt>
              <c:pt idx="223">
                <c:v>1.1533739287265037</c:v>
              </c:pt>
              <c:pt idx="224">
                <c:v>1.1533739287265037</c:v>
              </c:pt>
              <c:pt idx="225">
                <c:v>1.1533739287265037</c:v>
              </c:pt>
              <c:pt idx="226">
                <c:v>1.1533739287265037</c:v>
              </c:pt>
              <c:pt idx="227">
                <c:v>1.1533739287265037</c:v>
              </c:pt>
              <c:pt idx="228">
                <c:v>1.1533739287265037</c:v>
              </c:pt>
              <c:pt idx="229">
                <c:v>1.1533739287265037</c:v>
              </c:pt>
              <c:pt idx="230">
                <c:v>1.1533739287265037</c:v>
              </c:pt>
              <c:pt idx="231">
                <c:v>1.1533739287265037</c:v>
              </c:pt>
              <c:pt idx="232">
                <c:v>1.1533739287265037</c:v>
              </c:pt>
              <c:pt idx="233">
                <c:v>1.1533739287265037</c:v>
              </c:pt>
              <c:pt idx="234">
                <c:v>1.1533739287265037</c:v>
              </c:pt>
              <c:pt idx="235">
                <c:v>1.1533739287265037</c:v>
              </c:pt>
              <c:pt idx="236">
                <c:v>1.1533739287265037</c:v>
              </c:pt>
              <c:pt idx="237">
                <c:v>1.1533739287265037</c:v>
              </c:pt>
              <c:pt idx="238">
                <c:v>1.1533739287265037</c:v>
              </c:pt>
              <c:pt idx="239">
                <c:v>1.1533739287265037</c:v>
              </c:pt>
              <c:pt idx="240">
                <c:v>1.1533739287265037</c:v>
              </c:pt>
              <c:pt idx="241">
                <c:v>1.1533739287265037</c:v>
              </c:pt>
              <c:pt idx="242">
                <c:v>1.1533739287265037</c:v>
              </c:pt>
              <c:pt idx="243">
                <c:v>1.1533739287265037</c:v>
              </c:pt>
              <c:pt idx="244">
                <c:v>1.1533739287265037</c:v>
              </c:pt>
              <c:pt idx="245">
                <c:v>1.1533739287265037</c:v>
              </c:pt>
              <c:pt idx="246">
                <c:v>1.1533739287265037</c:v>
              </c:pt>
              <c:pt idx="247">
                <c:v>1.1533739287265037</c:v>
              </c:pt>
              <c:pt idx="248">
                <c:v>1.1533739287265037</c:v>
              </c:pt>
              <c:pt idx="249">
                <c:v>1.1533739287265037</c:v>
              </c:pt>
              <c:pt idx="250">
                <c:v>1.1533739287265037</c:v>
              </c:pt>
              <c:pt idx="251">
                <c:v>1.1533739287265037</c:v>
              </c:pt>
              <c:pt idx="252">
                <c:v>1.1533739287265037</c:v>
              </c:pt>
              <c:pt idx="253">
                <c:v>1.1533739287265037</c:v>
              </c:pt>
              <c:pt idx="254">
                <c:v>1.1533739287265037</c:v>
              </c:pt>
              <c:pt idx="255">
                <c:v>1.1533739287265037</c:v>
              </c:pt>
              <c:pt idx="256">
                <c:v>1.1533739287265037</c:v>
              </c:pt>
              <c:pt idx="257">
                <c:v>1.1533739287265037</c:v>
              </c:pt>
              <c:pt idx="258">
                <c:v>1.1533739287265037</c:v>
              </c:pt>
              <c:pt idx="259">
                <c:v>1.1533739287265037</c:v>
              </c:pt>
              <c:pt idx="260">
                <c:v>1.1533739287265037</c:v>
              </c:pt>
              <c:pt idx="261">
                <c:v>1.1533739287265037</c:v>
              </c:pt>
              <c:pt idx="262">
                <c:v>1.1533739287265037</c:v>
              </c:pt>
              <c:pt idx="263">
                <c:v>1.1533739287265037</c:v>
              </c:pt>
              <c:pt idx="264">
                <c:v>1.1533739287265037</c:v>
              </c:pt>
              <c:pt idx="265">
                <c:v>1.1533739287265037</c:v>
              </c:pt>
              <c:pt idx="266">
                <c:v>1.1533739287265037</c:v>
              </c:pt>
              <c:pt idx="267">
                <c:v>1.1533739287265037</c:v>
              </c:pt>
              <c:pt idx="268">
                <c:v>1.1533739287265037</c:v>
              </c:pt>
              <c:pt idx="269">
                <c:v>1.1533739287265037</c:v>
              </c:pt>
              <c:pt idx="270">
                <c:v>1.1533739287265037</c:v>
              </c:pt>
              <c:pt idx="271">
                <c:v>1.1533739287265037</c:v>
              </c:pt>
              <c:pt idx="272">
                <c:v>1.1533739287265037</c:v>
              </c:pt>
              <c:pt idx="273">
                <c:v>1.1533739287265037</c:v>
              </c:pt>
              <c:pt idx="274">
                <c:v>1.1533739287265037</c:v>
              </c:pt>
              <c:pt idx="275">
                <c:v>1.1533739287265037</c:v>
              </c:pt>
              <c:pt idx="276">
                <c:v>1.1533739287265037</c:v>
              </c:pt>
              <c:pt idx="277">
                <c:v>1.1533739287265037</c:v>
              </c:pt>
              <c:pt idx="278">
                <c:v>1.1533739287265037</c:v>
              </c:pt>
              <c:pt idx="279">
                <c:v>1.1533739287265037</c:v>
              </c:pt>
              <c:pt idx="280">
                <c:v>1.1533739287265037</c:v>
              </c:pt>
              <c:pt idx="281">
                <c:v>1.1533739287265037</c:v>
              </c:pt>
              <c:pt idx="282">
                <c:v>1.1533739287265037</c:v>
              </c:pt>
              <c:pt idx="283">
                <c:v>1.1533739287265037</c:v>
              </c:pt>
              <c:pt idx="284">
                <c:v>1.1533739287265037</c:v>
              </c:pt>
              <c:pt idx="285">
                <c:v>1.1533739287265037</c:v>
              </c:pt>
              <c:pt idx="286">
                <c:v>1.1533739287265037</c:v>
              </c:pt>
              <c:pt idx="287">
                <c:v>1.1533739287265037</c:v>
              </c:pt>
              <c:pt idx="288">
                <c:v>1.1533739287265037</c:v>
              </c:pt>
              <c:pt idx="289">
                <c:v>1.1533739287265037</c:v>
              </c:pt>
              <c:pt idx="290">
                <c:v>1.1533739287265037</c:v>
              </c:pt>
              <c:pt idx="291">
                <c:v>1.1533739287265037</c:v>
              </c:pt>
              <c:pt idx="292">
                <c:v>1.1533739287265037</c:v>
              </c:pt>
              <c:pt idx="293">
                <c:v>1.1533739287265037</c:v>
              </c:pt>
              <c:pt idx="294">
                <c:v>1.1533739287265037</c:v>
              </c:pt>
              <c:pt idx="295">
                <c:v>1.1533739287265037</c:v>
              </c:pt>
              <c:pt idx="296">
                <c:v>1.1533739287265037</c:v>
              </c:pt>
              <c:pt idx="297">
                <c:v>1.1533739287265037</c:v>
              </c:pt>
              <c:pt idx="298">
                <c:v>1.1533739287265037</c:v>
              </c:pt>
              <c:pt idx="299">
                <c:v>1.1533739287265037</c:v>
              </c:pt>
              <c:pt idx="300">
                <c:v>1.1533739287265037</c:v>
              </c:pt>
              <c:pt idx="301">
                <c:v>1.1533739287265037</c:v>
              </c:pt>
              <c:pt idx="302">
                <c:v>1.1533739287265037</c:v>
              </c:pt>
              <c:pt idx="303">
                <c:v>1.1533739287265037</c:v>
              </c:pt>
              <c:pt idx="304">
                <c:v>1.1533739287265037</c:v>
              </c:pt>
              <c:pt idx="305">
                <c:v>1.1533739287265037</c:v>
              </c:pt>
              <c:pt idx="306">
                <c:v>1.1533739287265037</c:v>
              </c:pt>
              <c:pt idx="307">
                <c:v>1.1533739287265037</c:v>
              </c:pt>
              <c:pt idx="308">
                <c:v>1.1533739287265037</c:v>
              </c:pt>
              <c:pt idx="309">
                <c:v>1.1533739287265037</c:v>
              </c:pt>
              <c:pt idx="310">
                <c:v>1.1533739287265037</c:v>
              </c:pt>
              <c:pt idx="311">
                <c:v>1.1533739287265037</c:v>
              </c:pt>
              <c:pt idx="312">
                <c:v>1.1533739287265037</c:v>
              </c:pt>
              <c:pt idx="313">
                <c:v>1.1533739287265037</c:v>
              </c:pt>
              <c:pt idx="314">
                <c:v>1.1533739287265037</c:v>
              </c:pt>
              <c:pt idx="315">
                <c:v>1.1533739287265037</c:v>
              </c:pt>
              <c:pt idx="316">
                <c:v>1.1533739287265037</c:v>
              </c:pt>
              <c:pt idx="317">
                <c:v>1.1533739287265037</c:v>
              </c:pt>
              <c:pt idx="318">
                <c:v>1.1533739287265037</c:v>
              </c:pt>
              <c:pt idx="319">
                <c:v>1.1533739287265037</c:v>
              </c:pt>
              <c:pt idx="320">
                <c:v>1.1533739287265037</c:v>
              </c:pt>
              <c:pt idx="321">
                <c:v>1.1533739287265037</c:v>
              </c:pt>
              <c:pt idx="322">
                <c:v>1.1533739287265037</c:v>
              </c:pt>
              <c:pt idx="323">
                <c:v>1.1533739287265037</c:v>
              </c:pt>
              <c:pt idx="324">
                <c:v>1.1533739287265037</c:v>
              </c:pt>
              <c:pt idx="325">
                <c:v>1.1533739287265037</c:v>
              </c:pt>
              <c:pt idx="326">
                <c:v>1.1533739287265037</c:v>
              </c:pt>
              <c:pt idx="327">
                <c:v>1.1533739287265037</c:v>
              </c:pt>
              <c:pt idx="328">
                <c:v>1.1533739287265037</c:v>
              </c:pt>
              <c:pt idx="329">
                <c:v>1.1533739287265037</c:v>
              </c:pt>
              <c:pt idx="330">
                <c:v>1.1533739287265037</c:v>
              </c:pt>
              <c:pt idx="331">
                <c:v>1.1533739287265037</c:v>
              </c:pt>
              <c:pt idx="332">
                <c:v>1.1533739287265037</c:v>
              </c:pt>
              <c:pt idx="333">
                <c:v>1.1533739287265037</c:v>
              </c:pt>
              <c:pt idx="334">
                <c:v>1.1533739287265037</c:v>
              </c:pt>
              <c:pt idx="335">
                <c:v>1.1533739287265037</c:v>
              </c:pt>
              <c:pt idx="336">
                <c:v>1.1533739287265037</c:v>
              </c:pt>
              <c:pt idx="337">
                <c:v>1.1533739287265037</c:v>
              </c:pt>
              <c:pt idx="338">
                <c:v>1.1533739287265037</c:v>
              </c:pt>
              <c:pt idx="339">
                <c:v>1.1533739287265037</c:v>
              </c:pt>
              <c:pt idx="340">
                <c:v>1.1533739287265037</c:v>
              </c:pt>
              <c:pt idx="341">
                <c:v>1.1533739287265037</c:v>
              </c:pt>
              <c:pt idx="342">
                <c:v>1.1533739287265037</c:v>
              </c:pt>
              <c:pt idx="343">
                <c:v>1.1533739287265037</c:v>
              </c:pt>
              <c:pt idx="344">
                <c:v>1.1533739287265037</c:v>
              </c:pt>
              <c:pt idx="345">
                <c:v>1.1533739287265037</c:v>
              </c:pt>
              <c:pt idx="346">
                <c:v>1.1533739287265037</c:v>
              </c:pt>
              <c:pt idx="347">
                <c:v>1.1533739287265037</c:v>
              </c:pt>
              <c:pt idx="348">
                <c:v>1.1533739287265037</c:v>
              </c:pt>
              <c:pt idx="349">
                <c:v>1.1533739287265037</c:v>
              </c:pt>
              <c:pt idx="350">
                <c:v>1.1533739287265037</c:v>
              </c:pt>
              <c:pt idx="351">
                <c:v>1.1533739287265037</c:v>
              </c:pt>
              <c:pt idx="352">
                <c:v>1.1533739287265037</c:v>
              </c:pt>
              <c:pt idx="353">
                <c:v>1.1533739287265037</c:v>
              </c:pt>
              <c:pt idx="354">
                <c:v>1.1533739287265037</c:v>
              </c:pt>
              <c:pt idx="355">
                <c:v>1.1533739287265037</c:v>
              </c:pt>
              <c:pt idx="356">
                <c:v>1.1533739287265037</c:v>
              </c:pt>
              <c:pt idx="357">
                <c:v>1.1533739287265037</c:v>
              </c:pt>
              <c:pt idx="358">
                <c:v>1.1533739287265037</c:v>
              </c:pt>
              <c:pt idx="359">
                <c:v>1.1533739287265037</c:v>
              </c:pt>
              <c:pt idx="360">
                <c:v>1.1533739287265037</c:v>
              </c:pt>
              <c:pt idx="361">
                <c:v>1.1533739287265037</c:v>
              </c:pt>
              <c:pt idx="362">
                <c:v>1.1533739287265037</c:v>
              </c:pt>
              <c:pt idx="363">
                <c:v>1.1533739287265037</c:v>
              </c:pt>
              <c:pt idx="364">
                <c:v>1.1533739287265037</c:v>
              </c:pt>
              <c:pt idx="365">
                <c:v>1.1533739287265037</c:v>
              </c:pt>
              <c:pt idx="366">
                <c:v>1.1533739287265037</c:v>
              </c:pt>
              <c:pt idx="367">
                <c:v>1.1533739287265037</c:v>
              </c:pt>
              <c:pt idx="368">
                <c:v>1.1533739287265037</c:v>
              </c:pt>
              <c:pt idx="369">
                <c:v>1.1533739287265037</c:v>
              </c:pt>
              <c:pt idx="370">
                <c:v>1.1533739287265037</c:v>
              </c:pt>
              <c:pt idx="371">
                <c:v>1.1533739287265037</c:v>
              </c:pt>
              <c:pt idx="372">
                <c:v>1.1533739287265037</c:v>
              </c:pt>
              <c:pt idx="373">
                <c:v>1.1533739287265037</c:v>
              </c:pt>
              <c:pt idx="374">
                <c:v>1.1533739287265037</c:v>
              </c:pt>
              <c:pt idx="375">
                <c:v>1.1533739287265037</c:v>
              </c:pt>
              <c:pt idx="376">
                <c:v>1.1533739287265037</c:v>
              </c:pt>
              <c:pt idx="377">
                <c:v>1.1533739287265037</c:v>
              </c:pt>
              <c:pt idx="378">
                <c:v>1.1533739287265037</c:v>
              </c:pt>
              <c:pt idx="379">
                <c:v>1.1533739287265037</c:v>
              </c:pt>
              <c:pt idx="380">
                <c:v>1.1533739287265037</c:v>
              </c:pt>
              <c:pt idx="381">
                <c:v>1.1533739287265037</c:v>
              </c:pt>
              <c:pt idx="382">
                <c:v>1.1533739287265037</c:v>
              </c:pt>
              <c:pt idx="383">
                <c:v>1.1533739287265037</c:v>
              </c:pt>
              <c:pt idx="384">
                <c:v>1.1533739287265037</c:v>
              </c:pt>
              <c:pt idx="385">
                <c:v>1.1533739287265037</c:v>
              </c:pt>
              <c:pt idx="386">
                <c:v>1.1533739287265037</c:v>
              </c:pt>
              <c:pt idx="387">
                <c:v>1.1533739287265037</c:v>
              </c:pt>
              <c:pt idx="388">
                <c:v>1.1533739287265037</c:v>
              </c:pt>
              <c:pt idx="389">
                <c:v>1.1533739287265037</c:v>
              </c:pt>
              <c:pt idx="390">
                <c:v>1.1533739287265037</c:v>
              </c:pt>
              <c:pt idx="391">
                <c:v>1.1533739287265037</c:v>
              </c:pt>
              <c:pt idx="392">
                <c:v>1.1533739287265037</c:v>
              </c:pt>
              <c:pt idx="393">
                <c:v>1.1533739287265037</c:v>
              </c:pt>
              <c:pt idx="394">
                <c:v>1.1533739287265037</c:v>
              </c:pt>
              <c:pt idx="395">
                <c:v>1.1533739287265037</c:v>
              </c:pt>
              <c:pt idx="396">
                <c:v>1.1533739287265037</c:v>
              </c:pt>
              <c:pt idx="397">
                <c:v>1.1533739287265037</c:v>
              </c:pt>
              <c:pt idx="398">
                <c:v>1.1533739287265037</c:v>
              </c:pt>
              <c:pt idx="399">
                <c:v>1.1533739287265037</c:v>
              </c:pt>
              <c:pt idx="400">
                <c:v>1.1533739287265037</c:v>
              </c:pt>
              <c:pt idx="401">
                <c:v>1.1533739287265037</c:v>
              </c:pt>
              <c:pt idx="402">
                <c:v>1.1533739287265037</c:v>
              </c:pt>
              <c:pt idx="403">
                <c:v>1.1533739287265037</c:v>
              </c:pt>
              <c:pt idx="404">
                <c:v>1.1533739287265037</c:v>
              </c:pt>
              <c:pt idx="405">
                <c:v>1.1533739287265037</c:v>
              </c:pt>
              <c:pt idx="406">
                <c:v>1.1533739287265037</c:v>
              </c:pt>
              <c:pt idx="407">
                <c:v>1.1533739287265037</c:v>
              </c:pt>
              <c:pt idx="408">
                <c:v>1.1533739287265037</c:v>
              </c:pt>
              <c:pt idx="409">
                <c:v>1.1533739287265037</c:v>
              </c:pt>
              <c:pt idx="410">
                <c:v>1.1533739287265037</c:v>
              </c:pt>
              <c:pt idx="411">
                <c:v>1.1533739287265037</c:v>
              </c:pt>
              <c:pt idx="412">
                <c:v>1.1533739287265037</c:v>
              </c:pt>
              <c:pt idx="413">
                <c:v>1.1533739287265037</c:v>
              </c:pt>
              <c:pt idx="414">
                <c:v>1.1533739287265037</c:v>
              </c:pt>
              <c:pt idx="415">
                <c:v>1.1533739287265037</c:v>
              </c:pt>
              <c:pt idx="416">
                <c:v>1.1533739287265037</c:v>
              </c:pt>
              <c:pt idx="417">
                <c:v>1.1533739287265037</c:v>
              </c:pt>
              <c:pt idx="418">
                <c:v>1.1533739287265037</c:v>
              </c:pt>
              <c:pt idx="419">
                <c:v>1.1533739287265037</c:v>
              </c:pt>
              <c:pt idx="420">
                <c:v>1.1533739287265037</c:v>
              </c:pt>
              <c:pt idx="421">
                <c:v>1.1533739287265037</c:v>
              </c:pt>
              <c:pt idx="422">
                <c:v>1.1533739287265037</c:v>
              </c:pt>
              <c:pt idx="423">
                <c:v>1.1533739287265037</c:v>
              </c:pt>
              <c:pt idx="424">
                <c:v>1.1533739287265037</c:v>
              </c:pt>
              <c:pt idx="425">
                <c:v>1.1533739287265037</c:v>
              </c:pt>
              <c:pt idx="426">
                <c:v>1.1533739287265037</c:v>
              </c:pt>
              <c:pt idx="427">
                <c:v>1.1533739287265037</c:v>
              </c:pt>
              <c:pt idx="428">
                <c:v>1.1533739287265037</c:v>
              </c:pt>
              <c:pt idx="429">
                <c:v>1.1533739287265037</c:v>
              </c:pt>
              <c:pt idx="430">
                <c:v>1.1533739287265037</c:v>
              </c:pt>
              <c:pt idx="431">
                <c:v>1.1533739287265037</c:v>
              </c:pt>
              <c:pt idx="432">
                <c:v>1.1533739287265037</c:v>
              </c:pt>
              <c:pt idx="433">
                <c:v>1.1533739287265037</c:v>
              </c:pt>
              <c:pt idx="434">
                <c:v>1.1533739287265037</c:v>
              </c:pt>
              <c:pt idx="435">
                <c:v>1.1533739287265037</c:v>
              </c:pt>
              <c:pt idx="436">
                <c:v>1.1533739287265037</c:v>
              </c:pt>
              <c:pt idx="437">
                <c:v>1.1533739287265037</c:v>
              </c:pt>
              <c:pt idx="438">
                <c:v>1.1533739287265037</c:v>
              </c:pt>
              <c:pt idx="439">
                <c:v>1.1533739287265037</c:v>
              </c:pt>
              <c:pt idx="440">
                <c:v>1.1533739287265037</c:v>
              </c:pt>
              <c:pt idx="441">
                <c:v>1.1533739287265037</c:v>
              </c:pt>
              <c:pt idx="442">
                <c:v>1.1533739287265037</c:v>
              </c:pt>
              <c:pt idx="443">
                <c:v>1.1533739287265037</c:v>
              </c:pt>
              <c:pt idx="444">
                <c:v>1.1533739287265037</c:v>
              </c:pt>
              <c:pt idx="445">
                <c:v>1.1533739287265037</c:v>
              </c:pt>
              <c:pt idx="446">
                <c:v>1.1533739287265037</c:v>
              </c:pt>
              <c:pt idx="447">
                <c:v>1.1533739287265037</c:v>
              </c:pt>
              <c:pt idx="448">
                <c:v>1.1533739287265037</c:v>
              </c:pt>
              <c:pt idx="449">
                <c:v>1.1533739287265037</c:v>
              </c:pt>
            </c:numLit>
          </c:xVal>
          <c:yVal>
            <c:numLit>
              <c:formatCode>0.0</c:formatCode>
              <c:ptCount val="450"/>
              <c:pt idx="0">
                <c:v>3.761988422676205</c:v>
              </c:pt>
              <c:pt idx="1">
                <c:v>3.761988422676205</c:v>
              </c:pt>
              <c:pt idx="2">
                <c:v>3.761988422676205</c:v>
              </c:pt>
              <c:pt idx="3">
                <c:v>3.761988422676205</c:v>
              </c:pt>
              <c:pt idx="4">
                <c:v>3.761988422676205</c:v>
              </c:pt>
              <c:pt idx="5">
                <c:v>3.761988422676205</c:v>
              </c:pt>
              <c:pt idx="6">
                <c:v>3.761988422676205</c:v>
              </c:pt>
              <c:pt idx="7">
                <c:v>3.761988422676205</c:v>
              </c:pt>
              <c:pt idx="8">
                <c:v>3.761988422676205</c:v>
              </c:pt>
              <c:pt idx="9">
                <c:v>3.761988422676205</c:v>
              </c:pt>
              <c:pt idx="10">
                <c:v>3.761988422676205</c:v>
              </c:pt>
              <c:pt idx="11">
                <c:v>3.761988422676205</c:v>
              </c:pt>
              <c:pt idx="12">
                <c:v>3.761988422676205</c:v>
              </c:pt>
              <c:pt idx="13">
                <c:v>3.761988422676205</c:v>
              </c:pt>
              <c:pt idx="14">
                <c:v>3.761988422676205</c:v>
              </c:pt>
              <c:pt idx="15">
                <c:v>3.761988422676205</c:v>
              </c:pt>
              <c:pt idx="16">
                <c:v>3.761988422676205</c:v>
              </c:pt>
              <c:pt idx="17">
                <c:v>3.761988422676205</c:v>
              </c:pt>
              <c:pt idx="18">
                <c:v>3.761988422676205</c:v>
              </c:pt>
              <c:pt idx="19">
                <c:v>3.761988422676205</c:v>
              </c:pt>
              <c:pt idx="20">
                <c:v>3.761988422676205</c:v>
              </c:pt>
              <c:pt idx="21">
                <c:v>3.761988422676205</c:v>
              </c:pt>
              <c:pt idx="22">
                <c:v>3.761988422676205</c:v>
              </c:pt>
              <c:pt idx="23">
                <c:v>3.761988422676205</c:v>
              </c:pt>
              <c:pt idx="24">
                <c:v>3.761988422676205</c:v>
              </c:pt>
              <c:pt idx="25">
                <c:v>3.761988422676205</c:v>
              </c:pt>
              <c:pt idx="26">
                <c:v>3.761988422676205</c:v>
              </c:pt>
              <c:pt idx="27">
                <c:v>3.761988422676205</c:v>
              </c:pt>
              <c:pt idx="28">
                <c:v>3.761988422676205</c:v>
              </c:pt>
              <c:pt idx="29">
                <c:v>3.761988422676205</c:v>
              </c:pt>
              <c:pt idx="30">
                <c:v>3.761988422676205</c:v>
              </c:pt>
              <c:pt idx="31">
                <c:v>3.761988422676205</c:v>
              </c:pt>
              <c:pt idx="32">
                <c:v>3.761988422676205</c:v>
              </c:pt>
              <c:pt idx="33">
                <c:v>3.761988422676205</c:v>
              </c:pt>
              <c:pt idx="34">
                <c:v>3.761988422676205</c:v>
              </c:pt>
              <c:pt idx="35">
                <c:v>3.761988422676205</c:v>
              </c:pt>
              <c:pt idx="36">
                <c:v>3.761988422676205</c:v>
              </c:pt>
              <c:pt idx="37">
                <c:v>3.761988422676205</c:v>
              </c:pt>
              <c:pt idx="38">
                <c:v>3.761988422676205</c:v>
              </c:pt>
              <c:pt idx="39">
                <c:v>3.761988422676205</c:v>
              </c:pt>
              <c:pt idx="40">
                <c:v>3.761988422676205</c:v>
              </c:pt>
              <c:pt idx="41">
                <c:v>3.761988422676205</c:v>
              </c:pt>
              <c:pt idx="42">
                <c:v>3.761988422676205</c:v>
              </c:pt>
              <c:pt idx="43">
                <c:v>3.761988422676205</c:v>
              </c:pt>
              <c:pt idx="44">
                <c:v>3.761988422676205</c:v>
              </c:pt>
              <c:pt idx="45">
                <c:v>3.761988422676205</c:v>
              </c:pt>
              <c:pt idx="46">
                <c:v>3.761988422676205</c:v>
              </c:pt>
              <c:pt idx="47">
                <c:v>3.761988422676205</c:v>
              </c:pt>
              <c:pt idx="48">
                <c:v>3.761988422676205</c:v>
              </c:pt>
              <c:pt idx="49">
                <c:v>3.761988422676205</c:v>
              </c:pt>
              <c:pt idx="50">
                <c:v>3.761988422676205</c:v>
              </c:pt>
              <c:pt idx="51">
                <c:v>3.761988422676205</c:v>
              </c:pt>
              <c:pt idx="52">
                <c:v>3.761988422676205</c:v>
              </c:pt>
              <c:pt idx="53">
                <c:v>3.761988422676205</c:v>
              </c:pt>
              <c:pt idx="54">
                <c:v>3.761988422676205</c:v>
              </c:pt>
              <c:pt idx="55">
                <c:v>3.761988422676205</c:v>
              </c:pt>
              <c:pt idx="56">
                <c:v>3.761988422676205</c:v>
              </c:pt>
              <c:pt idx="57">
                <c:v>3.761988422676205</c:v>
              </c:pt>
              <c:pt idx="58">
                <c:v>3.761988422676205</c:v>
              </c:pt>
              <c:pt idx="59">
                <c:v>3.761988422676205</c:v>
              </c:pt>
              <c:pt idx="60">
                <c:v>3.761988422676205</c:v>
              </c:pt>
              <c:pt idx="61">
                <c:v>3.761988422676205</c:v>
              </c:pt>
              <c:pt idx="62">
                <c:v>3.761988422676205</c:v>
              </c:pt>
              <c:pt idx="63">
                <c:v>3.761988422676205</c:v>
              </c:pt>
              <c:pt idx="64">
                <c:v>3.761988422676205</c:v>
              </c:pt>
              <c:pt idx="65">
                <c:v>3.761988422676205</c:v>
              </c:pt>
              <c:pt idx="66">
                <c:v>3.761988422676205</c:v>
              </c:pt>
              <c:pt idx="67">
                <c:v>3.761988422676205</c:v>
              </c:pt>
              <c:pt idx="68">
                <c:v>3.761988422676205</c:v>
              </c:pt>
              <c:pt idx="69">
                <c:v>3.761988422676205</c:v>
              </c:pt>
              <c:pt idx="70">
                <c:v>3.761988422676205</c:v>
              </c:pt>
              <c:pt idx="71">
                <c:v>3.761988422676205</c:v>
              </c:pt>
              <c:pt idx="72">
                <c:v>3.761988422676205</c:v>
              </c:pt>
              <c:pt idx="73">
                <c:v>3.761988422676205</c:v>
              </c:pt>
              <c:pt idx="74">
                <c:v>3.761988422676205</c:v>
              </c:pt>
              <c:pt idx="75">
                <c:v>3.761988422676205</c:v>
              </c:pt>
              <c:pt idx="76">
                <c:v>3.761988422676205</c:v>
              </c:pt>
              <c:pt idx="77">
                <c:v>3.761988422676205</c:v>
              </c:pt>
              <c:pt idx="78">
                <c:v>3.761988422676205</c:v>
              </c:pt>
              <c:pt idx="79">
                <c:v>3.761988422676205</c:v>
              </c:pt>
              <c:pt idx="80">
                <c:v>3.761988422676205</c:v>
              </c:pt>
              <c:pt idx="81">
                <c:v>3.761988422676205</c:v>
              </c:pt>
              <c:pt idx="82">
                <c:v>3.761988422676205</c:v>
              </c:pt>
              <c:pt idx="83">
                <c:v>3.761988422676205</c:v>
              </c:pt>
              <c:pt idx="84">
                <c:v>3.761988422676205</c:v>
              </c:pt>
              <c:pt idx="85">
                <c:v>3.761988422676205</c:v>
              </c:pt>
              <c:pt idx="86">
                <c:v>3.761988422676205</c:v>
              </c:pt>
              <c:pt idx="87">
                <c:v>3.761988422676205</c:v>
              </c:pt>
              <c:pt idx="88">
                <c:v>3.761988422676205</c:v>
              </c:pt>
              <c:pt idx="89">
                <c:v>3.761988422676205</c:v>
              </c:pt>
              <c:pt idx="90">
                <c:v>3.761988422676205</c:v>
              </c:pt>
              <c:pt idx="91">
                <c:v>3.761988422676205</c:v>
              </c:pt>
              <c:pt idx="92">
                <c:v>3.761988422676205</c:v>
              </c:pt>
              <c:pt idx="93">
                <c:v>3.761988422676205</c:v>
              </c:pt>
              <c:pt idx="94">
                <c:v>3.761988422676205</c:v>
              </c:pt>
              <c:pt idx="95">
                <c:v>3.761988422676205</c:v>
              </c:pt>
              <c:pt idx="96">
                <c:v>3.761988422676205</c:v>
              </c:pt>
              <c:pt idx="97">
                <c:v>3.761988422676205</c:v>
              </c:pt>
              <c:pt idx="98">
                <c:v>3.761988422676205</c:v>
              </c:pt>
              <c:pt idx="99">
                <c:v>3.761988422676205</c:v>
              </c:pt>
              <c:pt idx="100">
                <c:v>3.761988422676205</c:v>
              </c:pt>
              <c:pt idx="101">
                <c:v>3.761988422676205</c:v>
              </c:pt>
              <c:pt idx="102">
                <c:v>3.761988422676205</c:v>
              </c:pt>
              <c:pt idx="103">
                <c:v>3.761988422676205</c:v>
              </c:pt>
              <c:pt idx="104">
                <c:v>3.761988422676205</c:v>
              </c:pt>
              <c:pt idx="105">
                <c:v>3.761988422676205</c:v>
              </c:pt>
              <c:pt idx="106">
                <c:v>3.761988422676205</c:v>
              </c:pt>
              <c:pt idx="107">
                <c:v>3.761988422676205</c:v>
              </c:pt>
              <c:pt idx="108">
                <c:v>3.761988422676205</c:v>
              </c:pt>
              <c:pt idx="109">
                <c:v>3.761988422676205</c:v>
              </c:pt>
              <c:pt idx="110">
                <c:v>3.761988422676205</c:v>
              </c:pt>
              <c:pt idx="111">
                <c:v>3.761988422676205</c:v>
              </c:pt>
              <c:pt idx="112">
                <c:v>3.761988422676205</c:v>
              </c:pt>
              <c:pt idx="113">
                <c:v>3.761988422676205</c:v>
              </c:pt>
              <c:pt idx="114">
                <c:v>3.761988422676205</c:v>
              </c:pt>
              <c:pt idx="115">
                <c:v>3.761988422676205</c:v>
              </c:pt>
              <c:pt idx="116">
                <c:v>3.761988422676205</c:v>
              </c:pt>
              <c:pt idx="117">
                <c:v>3.761988422676205</c:v>
              </c:pt>
              <c:pt idx="118">
                <c:v>3.761988422676205</c:v>
              </c:pt>
              <c:pt idx="119">
                <c:v>3.761988422676205</c:v>
              </c:pt>
              <c:pt idx="120">
                <c:v>3.761988422676205</c:v>
              </c:pt>
              <c:pt idx="121">
                <c:v>3.761988422676205</c:v>
              </c:pt>
              <c:pt idx="122">
                <c:v>3.761988422676205</c:v>
              </c:pt>
              <c:pt idx="123">
                <c:v>3.761988422676205</c:v>
              </c:pt>
              <c:pt idx="124">
                <c:v>3.761988422676205</c:v>
              </c:pt>
              <c:pt idx="125">
                <c:v>3.761988422676205</c:v>
              </c:pt>
              <c:pt idx="126">
                <c:v>3.761988422676205</c:v>
              </c:pt>
              <c:pt idx="127">
                <c:v>3.761988422676205</c:v>
              </c:pt>
              <c:pt idx="128">
                <c:v>3.761988422676205</c:v>
              </c:pt>
              <c:pt idx="129">
                <c:v>3.761988422676205</c:v>
              </c:pt>
              <c:pt idx="130">
                <c:v>3.761988422676205</c:v>
              </c:pt>
              <c:pt idx="131">
                <c:v>3.761988422676205</c:v>
              </c:pt>
              <c:pt idx="132">
                <c:v>3.761988422676205</c:v>
              </c:pt>
              <c:pt idx="133">
                <c:v>3.761988422676205</c:v>
              </c:pt>
              <c:pt idx="134">
                <c:v>3.761988422676205</c:v>
              </c:pt>
              <c:pt idx="135">
                <c:v>3.761988422676205</c:v>
              </c:pt>
              <c:pt idx="136">
                <c:v>3.761988422676205</c:v>
              </c:pt>
              <c:pt idx="137">
                <c:v>3.761988422676205</c:v>
              </c:pt>
              <c:pt idx="138">
                <c:v>3.761988422676205</c:v>
              </c:pt>
              <c:pt idx="139">
                <c:v>3.761988422676205</c:v>
              </c:pt>
              <c:pt idx="140">
                <c:v>3.761988422676205</c:v>
              </c:pt>
              <c:pt idx="141">
                <c:v>3.761988422676205</c:v>
              </c:pt>
              <c:pt idx="142">
                <c:v>3.761988422676205</c:v>
              </c:pt>
              <c:pt idx="143">
                <c:v>3.761988422676205</c:v>
              </c:pt>
              <c:pt idx="144">
                <c:v>3.761988422676205</c:v>
              </c:pt>
              <c:pt idx="145">
                <c:v>3.761988422676205</c:v>
              </c:pt>
              <c:pt idx="146">
                <c:v>3.761988422676205</c:v>
              </c:pt>
              <c:pt idx="147">
                <c:v>3.761988422676205</c:v>
              </c:pt>
              <c:pt idx="148">
                <c:v>3.761988422676205</c:v>
              </c:pt>
              <c:pt idx="149">
                <c:v>3.761988422676205</c:v>
              </c:pt>
              <c:pt idx="150">
                <c:v>3.761988422676205</c:v>
              </c:pt>
              <c:pt idx="151">
                <c:v>3.761988422676205</c:v>
              </c:pt>
              <c:pt idx="152">
                <c:v>3.761988422676205</c:v>
              </c:pt>
              <c:pt idx="153">
                <c:v>3.761988422676205</c:v>
              </c:pt>
              <c:pt idx="154">
                <c:v>3.761988422676205</c:v>
              </c:pt>
              <c:pt idx="155">
                <c:v>3.761988422676205</c:v>
              </c:pt>
              <c:pt idx="156">
                <c:v>3.761988422676205</c:v>
              </c:pt>
              <c:pt idx="157">
                <c:v>3.761988422676205</c:v>
              </c:pt>
              <c:pt idx="158">
                <c:v>3.761988422676205</c:v>
              </c:pt>
              <c:pt idx="159">
                <c:v>3.761988422676205</c:v>
              </c:pt>
              <c:pt idx="160">
                <c:v>3.761988422676205</c:v>
              </c:pt>
              <c:pt idx="161">
                <c:v>3.761988422676205</c:v>
              </c:pt>
              <c:pt idx="162">
                <c:v>3.761988422676205</c:v>
              </c:pt>
              <c:pt idx="163">
                <c:v>3.761988422676205</c:v>
              </c:pt>
              <c:pt idx="164">
                <c:v>3.761988422676205</c:v>
              </c:pt>
              <c:pt idx="165">
                <c:v>3.761988422676205</c:v>
              </c:pt>
              <c:pt idx="166">
                <c:v>3.761988422676205</c:v>
              </c:pt>
              <c:pt idx="167">
                <c:v>3.761988422676205</c:v>
              </c:pt>
              <c:pt idx="168">
                <c:v>3.761988422676205</c:v>
              </c:pt>
              <c:pt idx="169">
                <c:v>3.761988422676205</c:v>
              </c:pt>
              <c:pt idx="170">
                <c:v>3.761988422676205</c:v>
              </c:pt>
              <c:pt idx="171">
                <c:v>3.761988422676205</c:v>
              </c:pt>
              <c:pt idx="172">
                <c:v>3.761988422676205</c:v>
              </c:pt>
              <c:pt idx="173">
                <c:v>3.761988422676205</c:v>
              </c:pt>
              <c:pt idx="174">
                <c:v>3.761988422676205</c:v>
              </c:pt>
              <c:pt idx="175">
                <c:v>3.761988422676205</c:v>
              </c:pt>
              <c:pt idx="176">
                <c:v>3.761988422676205</c:v>
              </c:pt>
              <c:pt idx="177">
                <c:v>3.761988422676205</c:v>
              </c:pt>
              <c:pt idx="178">
                <c:v>3.761988422676205</c:v>
              </c:pt>
              <c:pt idx="179">
                <c:v>3.761988422676205</c:v>
              </c:pt>
              <c:pt idx="180">
                <c:v>3.761988422676205</c:v>
              </c:pt>
              <c:pt idx="181">
                <c:v>3.761988422676205</c:v>
              </c:pt>
              <c:pt idx="182">
                <c:v>3.761988422676205</c:v>
              </c:pt>
              <c:pt idx="183">
                <c:v>3.761988422676205</c:v>
              </c:pt>
              <c:pt idx="184">
                <c:v>3.761988422676205</c:v>
              </c:pt>
              <c:pt idx="185">
                <c:v>3.761988422676205</c:v>
              </c:pt>
              <c:pt idx="186">
                <c:v>3.761988422676205</c:v>
              </c:pt>
              <c:pt idx="187">
                <c:v>3.761988422676205</c:v>
              </c:pt>
              <c:pt idx="188">
                <c:v>3.761988422676205</c:v>
              </c:pt>
              <c:pt idx="189">
                <c:v>3.761988422676205</c:v>
              </c:pt>
              <c:pt idx="190">
                <c:v>3.761988422676205</c:v>
              </c:pt>
              <c:pt idx="191">
                <c:v>3.761988422676205</c:v>
              </c:pt>
              <c:pt idx="192">
                <c:v>3.761988422676205</c:v>
              </c:pt>
              <c:pt idx="193">
                <c:v>3.761988422676205</c:v>
              </c:pt>
              <c:pt idx="194">
                <c:v>3.761988422676205</c:v>
              </c:pt>
              <c:pt idx="195">
                <c:v>3.761988422676205</c:v>
              </c:pt>
              <c:pt idx="196">
                <c:v>3.761988422676205</c:v>
              </c:pt>
              <c:pt idx="197">
                <c:v>3.761988422676205</c:v>
              </c:pt>
              <c:pt idx="198">
                <c:v>3.761988422676205</c:v>
              </c:pt>
              <c:pt idx="199">
                <c:v>3.761988422676205</c:v>
              </c:pt>
              <c:pt idx="200">
                <c:v>3.761988422676205</c:v>
              </c:pt>
              <c:pt idx="201">
                <c:v>3.761988422676205</c:v>
              </c:pt>
              <c:pt idx="202">
                <c:v>3.761988422676205</c:v>
              </c:pt>
              <c:pt idx="203">
                <c:v>3.761988422676205</c:v>
              </c:pt>
              <c:pt idx="204">
                <c:v>3.761988422676205</c:v>
              </c:pt>
              <c:pt idx="205">
                <c:v>3.761988422676205</c:v>
              </c:pt>
              <c:pt idx="206">
                <c:v>3.761988422676205</c:v>
              </c:pt>
              <c:pt idx="207">
                <c:v>3.761988422676205</c:v>
              </c:pt>
              <c:pt idx="208">
                <c:v>3.761988422676205</c:v>
              </c:pt>
              <c:pt idx="209">
                <c:v>3.761988422676205</c:v>
              </c:pt>
              <c:pt idx="210">
                <c:v>3.761988422676205</c:v>
              </c:pt>
              <c:pt idx="211">
                <c:v>3.761988422676205</c:v>
              </c:pt>
              <c:pt idx="212">
                <c:v>3.761988422676205</c:v>
              </c:pt>
              <c:pt idx="213">
                <c:v>3.761988422676205</c:v>
              </c:pt>
              <c:pt idx="214">
                <c:v>3.761988422676205</c:v>
              </c:pt>
              <c:pt idx="215">
                <c:v>3.761988422676205</c:v>
              </c:pt>
              <c:pt idx="216">
                <c:v>3.761988422676205</c:v>
              </c:pt>
              <c:pt idx="217">
                <c:v>3.761988422676205</c:v>
              </c:pt>
              <c:pt idx="218">
                <c:v>3.761988422676205</c:v>
              </c:pt>
              <c:pt idx="219">
                <c:v>3.761988422676205</c:v>
              </c:pt>
              <c:pt idx="220">
                <c:v>3.761988422676205</c:v>
              </c:pt>
              <c:pt idx="221">
                <c:v>3.761988422676205</c:v>
              </c:pt>
              <c:pt idx="222">
                <c:v>3.761988422676205</c:v>
              </c:pt>
              <c:pt idx="223">
                <c:v>3.761988422676205</c:v>
              </c:pt>
              <c:pt idx="224">
                <c:v>3.761988422676205</c:v>
              </c:pt>
              <c:pt idx="225">
                <c:v>3.761988422676205</c:v>
              </c:pt>
              <c:pt idx="226">
                <c:v>3.761988422676205</c:v>
              </c:pt>
              <c:pt idx="227">
                <c:v>3.761988422676205</c:v>
              </c:pt>
              <c:pt idx="228">
                <c:v>3.761988422676205</c:v>
              </c:pt>
              <c:pt idx="229">
                <c:v>3.761988422676205</c:v>
              </c:pt>
              <c:pt idx="230">
                <c:v>3.761988422676205</c:v>
              </c:pt>
              <c:pt idx="231">
                <c:v>3.761988422676205</c:v>
              </c:pt>
              <c:pt idx="232">
                <c:v>3.761988422676205</c:v>
              </c:pt>
              <c:pt idx="233">
                <c:v>3.761988422676205</c:v>
              </c:pt>
              <c:pt idx="234">
                <c:v>3.761988422676205</c:v>
              </c:pt>
              <c:pt idx="235">
                <c:v>3.761988422676205</c:v>
              </c:pt>
              <c:pt idx="236">
                <c:v>3.761988422676205</c:v>
              </c:pt>
              <c:pt idx="237">
                <c:v>3.761988422676205</c:v>
              </c:pt>
              <c:pt idx="238">
                <c:v>3.761988422676205</c:v>
              </c:pt>
              <c:pt idx="239">
                <c:v>3.761988422676205</c:v>
              </c:pt>
              <c:pt idx="240">
                <c:v>3.761988422676205</c:v>
              </c:pt>
              <c:pt idx="241">
                <c:v>3.761988422676205</c:v>
              </c:pt>
              <c:pt idx="242">
                <c:v>3.761988422676205</c:v>
              </c:pt>
              <c:pt idx="243">
                <c:v>3.761988422676205</c:v>
              </c:pt>
              <c:pt idx="244">
                <c:v>3.761988422676205</c:v>
              </c:pt>
              <c:pt idx="245">
                <c:v>3.761988422676205</c:v>
              </c:pt>
              <c:pt idx="246">
                <c:v>3.761988422676205</c:v>
              </c:pt>
              <c:pt idx="247">
                <c:v>3.761988422676205</c:v>
              </c:pt>
              <c:pt idx="248">
                <c:v>3.761988422676205</c:v>
              </c:pt>
              <c:pt idx="249">
                <c:v>3.761988422676205</c:v>
              </c:pt>
              <c:pt idx="250">
                <c:v>3.761988422676205</c:v>
              </c:pt>
              <c:pt idx="251">
                <c:v>3.761988422676205</c:v>
              </c:pt>
              <c:pt idx="252">
                <c:v>3.761988422676205</c:v>
              </c:pt>
              <c:pt idx="253">
                <c:v>3.761988422676205</c:v>
              </c:pt>
              <c:pt idx="254">
                <c:v>3.761988422676205</c:v>
              </c:pt>
              <c:pt idx="255">
                <c:v>3.761988422676205</c:v>
              </c:pt>
              <c:pt idx="256">
                <c:v>3.761988422676205</c:v>
              </c:pt>
              <c:pt idx="257">
                <c:v>3.761988422676205</c:v>
              </c:pt>
              <c:pt idx="258">
                <c:v>3.761988422676205</c:v>
              </c:pt>
              <c:pt idx="259">
                <c:v>3.761988422676205</c:v>
              </c:pt>
              <c:pt idx="260">
                <c:v>3.761988422676205</c:v>
              </c:pt>
              <c:pt idx="261">
                <c:v>3.761988422676205</c:v>
              </c:pt>
              <c:pt idx="262">
                <c:v>3.761988422676205</c:v>
              </c:pt>
              <c:pt idx="263">
                <c:v>3.761988422676205</c:v>
              </c:pt>
              <c:pt idx="264">
                <c:v>3.761988422676205</c:v>
              </c:pt>
              <c:pt idx="265">
                <c:v>3.761988422676205</c:v>
              </c:pt>
              <c:pt idx="266">
                <c:v>3.761988422676205</c:v>
              </c:pt>
              <c:pt idx="267">
                <c:v>3.761988422676205</c:v>
              </c:pt>
              <c:pt idx="268">
                <c:v>3.761988422676205</c:v>
              </c:pt>
              <c:pt idx="269">
                <c:v>3.761988422676205</c:v>
              </c:pt>
              <c:pt idx="270">
                <c:v>3.761988422676205</c:v>
              </c:pt>
              <c:pt idx="271">
                <c:v>3.761988422676205</c:v>
              </c:pt>
              <c:pt idx="272">
                <c:v>3.761988422676205</c:v>
              </c:pt>
              <c:pt idx="273">
                <c:v>3.761988422676205</c:v>
              </c:pt>
              <c:pt idx="274">
                <c:v>3.761988422676205</c:v>
              </c:pt>
              <c:pt idx="275">
                <c:v>3.761988422676205</c:v>
              </c:pt>
              <c:pt idx="276">
                <c:v>3.761988422676205</c:v>
              </c:pt>
              <c:pt idx="277">
                <c:v>3.761988422676205</c:v>
              </c:pt>
              <c:pt idx="278">
                <c:v>3.761988422676205</c:v>
              </c:pt>
              <c:pt idx="279">
                <c:v>3.761988422676205</c:v>
              </c:pt>
              <c:pt idx="280">
                <c:v>3.761988422676205</c:v>
              </c:pt>
              <c:pt idx="281">
                <c:v>3.761988422676205</c:v>
              </c:pt>
              <c:pt idx="282">
                <c:v>3.761988422676205</c:v>
              </c:pt>
              <c:pt idx="283">
                <c:v>3.761988422676205</c:v>
              </c:pt>
              <c:pt idx="284">
                <c:v>3.761988422676205</c:v>
              </c:pt>
              <c:pt idx="285">
                <c:v>3.761988422676205</c:v>
              </c:pt>
              <c:pt idx="286">
                <c:v>3.761988422676205</c:v>
              </c:pt>
              <c:pt idx="287">
                <c:v>3.761988422676205</c:v>
              </c:pt>
              <c:pt idx="288">
                <c:v>3.761988422676205</c:v>
              </c:pt>
              <c:pt idx="289">
                <c:v>3.761988422676205</c:v>
              </c:pt>
              <c:pt idx="290">
                <c:v>3.761988422676205</c:v>
              </c:pt>
              <c:pt idx="291">
                <c:v>3.761988422676205</c:v>
              </c:pt>
              <c:pt idx="292">
                <c:v>3.761988422676205</c:v>
              </c:pt>
              <c:pt idx="293">
                <c:v>3.761988422676205</c:v>
              </c:pt>
              <c:pt idx="294">
                <c:v>3.761988422676205</c:v>
              </c:pt>
              <c:pt idx="295">
                <c:v>3.761988422676205</c:v>
              </c:pt>
              <c:pt idx="296">
                <c:v>3.761988422676205</c:v>
              </c:pt>
              <c:pt idx="297">
                <c:v>3.761988422676205</c:v>
              </c:pt>
              <c:pt idx="298">
                <c:v>3.761988422676205</c:v>
              </c:pt>
              <c:pt idx="299">
                <c:v>3.761988422676205</c:v>
              </c:pt>
              <c:pt idx="300">
                <c:v>3.761988422676205</c:v>
              </c:pt>
              <c:pt idx="301">
                <c:v>3.761988422676205</c:v>
              </c:pt>
              <c:pt idx="302">
                <c:v>3.761988422676205</c:v>
              </c:pt>
              <c:pt idx="303">
                <c:v>3.761988422676205</c:v>
              </c:pt>
              <c:pt idx="304">
                <c:v>3.761988422676205</c:v>
              </c:pt>
              <c:pt idx="305">
                <c:v>3.761988422676205</c:v>
              </c:pt>
              <c:pt idx="306">
                <c:v>3.761988422676205</c:v>
              </c:pt>
              <c:pt idx="307">
                <c:v>3.761988422676205</c:v>
              </c:pt>
              <c:pt idx="308">
                <c:v>3.761988422676205</c:v>
              </c:pt>
              <c:pt idx="309">
                <c:v>3.761988422676205</c:v>
              </c:pt>
              <c:pt idx="310">
                <c:v>3.761988422676205</c:v>
              </c:pt>
              <c:pt idx="311">
                <c:v>3.761988422676205</c:v>
              </c:pt>
              <c:pt idx="312">
                <c:v>3.761988422676205</c:v>
              </c:pt>
              <c:pt idx="313">
                <c:v>3.761988422676205</c:v>
              </c:pt>
              <c:pt idx="314">
                <c:v>3.761988422676205</c:v>
              </c:pt>
              <c:pt idx="315">
                <c:v>3.761988422676205</c:v>
              </c:pt>
              <c:pt idx="316">
                <c:v>3.761988422676205</c:v>
              </c:pt>
              <c:pt idx="317">
                <c:v>3.761988422676205</c:v>
              </c:pt>
              <c:pt idx="318">
                <c:v>3.761988422676205</c:v>
              </c:pt>
              <c:pt idx="319">
                <c:v>3.761988422676205</c:v>
              </c:pt>
              <c:pt idx="320">
                <c:v>3.761988422676205</c:v>
              </c:pt>
              <c:pt idx="321">
                <c:v>3.761988422676205</c:v>
              </c:pt>
              <c:pt idx="322">
                <c:v>3.761988422676205</c:v>
              </c:pt>
              <c:pt idx="323">
                <c:v>3.761988422676205</c:v>
              </c:pt>
              <c:pt idx="324">
                <c:v>3.761988422676205</c:v>
              </c:pt>
              <c:pt idx="325">
                <c:v>3.761988422676205</c:v>
              </c:pt>
              <c:pt idx="326">
                <c:v>3.761988422676205</c:v>
              </c:pt>
              <c:pt idx="327">
                <c:v>3.761988422676205</c:v>
              </c:pt>
              <c:pt idx="328">
                <c:v>3.761988422676205</c:v>
              </c:pt>
              <c:pt idx="329">
                <c:v>3.761988422676205</c:v>
              </c:pt>
              <c:pt idx="330">
                <c:v>3.761988422676205</c:v>
              </c:pt>
              <c:pt idx="331">
                <c:v>3.761988422676205</c:v>
              </c:pt>
              <c:pt idx="332">
                <c:v>3.761988422676205</c:v>
              </c:pt>
              <c:pt idx="333">
                <c:v>3.761988422676205</c:v>
              </c:pt>
              <c:pt idx="334">
                <c:v>3.761988422676205</c:v>
              </c:pt>
              <c:pt idx="335">
                <c:v>3.761988422676205</c:v>
              </c:pt>
              <c:pt idx="336">
                <c:v>3.761988422676205</c:v>
              </c:pt>
              <c:pt idx="337">
                <c:v>3.761988422676205</c:v>
              </c:pt>
              <c:pt idx="338">
                <c:v>3.761988422676205</c:v>
              </c:pt>
              <c:pt idx="339">
                <c:v>3.761988422676205</c:v>
              </c:pt>
              <c:pt idx="340">
                <c:v>3.761988422676205</c:v>
              </c:pt>
              <c:pt idx="341">
                <c:v>3.761988422676205</c:v>
              </c:pt>
              <c:pt idx="342">
                <c:v>3.761988422676205</c:v>
              </c:pt>
              <c:pt idx="343">
                <c:v>3.761988422676205</c:v>
              </c:pt>
              <c:pt idx="344">
                <c:v>3.761988422676205</c:v>
              </c:pt>
              <c:pt idx="345">
                <c:v>3.761988422676205</c:v>
              </c:pt>
              <c:pt idx="346">
                <c:v>3.761988422676205</c:v>
              </c:pt>
              <c:pt idx="347">
                <c:v>3.761988422676205</c:v>
              </c:pt>
              <c:pt idx="348">
                <c:v>3.761988422676205</c:v>
              </c:pt>
              <c:pt idx="349">
                <c:v>3.761988422676205</c:v>
              </c:pt>
              <c:pt idx="350">
                <c:v>3.761988422676205</c:v>
              </c:pt>
              <c:pt idx="351">
                <c:v>3.761988422676205</c:v>
              </c:pt>
              <c:pt idx="352">
                <c:v>3.761988422676205</c:v>
              </c:pt>
              <c:pt idx="353">
                <c:v>3.761988422676205</c:v>
              </c:pt>
              <c:pt idx="354">
                <c:v>3.761988422676205</c:v>
              </c:pt>
              <c:pt idx="355">
                <c:v>3.761988422676205</c:v>
              </c:pt>
              <c:pt idx="356">
                <c:v>3.761988422676205</c:v>
              </c:pt>
              <c:pt idx="357">
                <c:v>3.761988422676205</c:v>
              </c:pt>
              <c:pt idx="358">
                <c:v>3.761988422676205</c:v>
              </c:pt>
              <c:pt idx="359">
                <c:v>3.761988422676205</c:v>
              </c:pt>
              <c:pt idx="360">
                <c:v>3.761988422676205</c:v>
              </c:pt>
              <c:pt idx="361">
                <c:v>3.761988422676205</c:v>
              </c:pt>
              <c:pt idx="362">
                <c:v>3.761988422676205</c:v>
              </c:pt>
              <c:pt idx="363">
                <c:v>3.761988422676205</c:v>
              </c:pt>
              <c:pt idx="364">
                <c:v>3.761988422676205</c:v>
              </c:pt>
              <c:pt idx="365">
                <c:v>3.761988422676205</c:v>
              </c:pt>
              <c:pt idx="366">
                <c:v>3.761988422676205</c:v>
              </c:pt>
              <c:pt idx="367">
                <c:v>3.761988422676205</c:v>
              </c:pt>
              <c:pt idx="368">
                <c:v>3.761988422676205</c:v>
              </c:pt>
              <c:pt idx="369">
                <c:v>3.761988422676205</c:v>
              </c:pt>
              <c:pt idx="370">
                <c:v>3.761988422676205</c:v>
              </c:pt>
              <c:pt idx="371">
                <c:v>3.761988422676205</c:v>
              </c:pt>
              <c:pt idx="372">
                <c:v>3.761988422676205</c:v>
              </c:pt>
              <c:pt idx="373">
                <c:v>3.761988422676205</c:v>
              </c:pt>
              <c:pt idx="374">
                <c:v>3.761988422676205</c:v>
              </c:pt>
              <c:pt idx="375">
                <c:v>3.761988422676205</c:v>
              </c:pt>
              <c:pt idx="376">
                <c:v>3.761988422676205</c:v>
              </c:pt>
              <c:pt idx="377">
                <c:v>3.761988422676205</c:v>
              </c:pt>
              <c:pt idx="378">
                <c:v>3.761988422676205</c:v>
              </c:pt>
              <c:pt idx="379">
                <c:v>3.761988422676205</c:v>
              </c:pt>
              <c:pt idx="380">
                <c:v>3.761988422676205</c:v>
              </c:pt>
              <c:pt idx="381">
                <c:v>3.761988422676205</c:v>
              </c:pt>
              <c:pt idx="382">
                <c:v>3.761988422676205</c:v>
              </c:pt>
              <c:pt idx="383">
                <c:v>3.761988422676205</c:v>
              </c:pt>
              <c:pt idx="384">
                <c:v>3.761988422676205</c:v>
              </c:pt>
              <c:pt idx="385">
                <c:v>3.761988422676205</c:v>
              </c:pt>
              <c:pt idx="386">
                <c:v>3.761988422676205</c:v>
              </c:pt>
              <c:pt idx="387">
                <c:v>3.761988422676205</c:v>
              </c:pt>
              <c:pt idx="388">
                <c:v>3.761988422676205</c:v>
              </c:pt>
              <c:pt idx="389">
                <c:v>3.761988422676205</c:v>
              </c:pt>
              <c:pt idx="390">
                <c:v>3.761988422676205</c:v>
              </c:pt>
              <c:pt idx="391">
                <c:v>3.761988422676205</c:v>
              </c:pt>
              <c:pt idx="392">
                <c:v>3.761988422676205</c:v>
              </c:pt>
              <c:pt idx="393">
                <c:v>3.761988422676205</c:v>
              </c:pt>
              <c:pt idx="394">
                <c:v>3.761988422676205</c:v>
              </c:pt>
              <c:pt idx="395">
                <c:v>3.761988422676205</c:v>
              </c:pt>
              <c:pt idx="396">
                <c:v>3.761988422676205</c:v>
              </c:pt>
              <c:pt idx="397">
                <c:v>3.761988422676205</c:v>
              </c:pt>
              <c:pt idx="398">
                <c:v>3.761988422676205</c:v>
              </c:pt>
              <c:pt idx="399">
                <c:v>3.761988422676205</c:v>
              </c:pt>
              <c:pt idx="400">
                <c:v>3.761988422676205</c:v>
              </c:pt>
              <c:pt idx="401">
                <c:v>3.761988422676205</c:v>
              </c:pt>
              <c:pt idx="402">
                <c:v>3.761988422676205</c:v>
              </c:pt>
              <c:pt idx="403">
                <c:v>3.761988422676205</c:v>
              </c:pt>
              <c:pt idx="404">
                <c:v>3.761988422676205</c:v>
              </c:pt>
              <c:pt idx="405">
                <c:v>3.761988422676205</c:v>
              </c:pt>
              <c:pt idx="406">
                <c:v>3.761988422676205</c:v>
              </c:pt>
              <c:pt idx="407">
                <c:v>3.761988422676205</c:v>
              </c:pt>
              <c:pt idx="408">
                <c:v>3.761988422676205</c:v>
              </c:pt>
              <c:pt idx="409">
                <c:v>3.761988422676205</c:v>
              </c:pt>
              <c:pt idx="410">
                <c:v>3.761988422676205</c:v>
              </c:pt>
              <c:pt idx="411">
                <c:v>3.761988422676205</c:v>
              </c:pt>
              <c:pt idx="412">
                <c:v>3.761988422676205</c:v>
              </c:pt>
              <c:pt idx="413">
                <c:v>3.761988422676205</c:v>
              </c:pt>
              <c:pt idx="414">
                <c:v>3.761988422676205</c:v>
              </c:pt>
              <c:pt idx="415">
                <c:v>3.761988422676205</c:v>
              </c:pt>
              <c:pt idx="416">
                <c:v>3.761988422676205</c:v>
              </c:pt>
              <c:pt idx="417">
                <c:v>3.761988422676205</c:v>
              </c:pt>
              <c:pt idx="418">
                <c:v>3.761988422676205</c:v>
              </c:pt>
              <c:pt idx="419">
                <c:v>3.761988422676205</c:v>
              </c:pt>
              <c:pt idx="420">
                <c:v>3.761988422676205</c:v>
              </c:pt>
              <c:pt idx="421">
                <c:v>3.761988422676205</c:v>
              </c:pt>
              <c:pt idx="422">
                <c:v>3.761988422676205</c:v>
              </c:pt>
              <c:pt idx="423">
                <c:v>3.761988422676205</c:v>
              </c:pt>
              <c:pt idx="424">
                <c:v>3.761988422676205</c:v>
              </c:pt>
              <c:pt idx="425">
                <c:v>3.761988422676205</c:v>
              </c:pt>
              <c:pt idx="426">
                <c:v>3.761988422676205</c:v>
              </c:pt>
              <c:pt idx="427">
                <c:v>3.761988422676205</c:v>
              </c:pt>
              <c:pt idx="428">
                <c:v>3.761988422676205</c:v>
              </c:pt>
              <c:pt idx="429">
                <c:v>3.761988422676205</c:v>
              </c:pt>
              <c:pt idx="430">
                <c:v>3.761988422676205</c:v>
              </c:pt>
              <c:pt idx="431">
                <c:v>3.761988422676205</c:v>
              </c:pt>
              <c:pt idx="432">
                <c:v>3.761988422676205</c:v>
              </c:pt>
              <c:pt idx="433">
                <c:v>3.761988422676205</c:v>
              </c:pt>
              <c:pt idx="434">
                <c:v>3.761988422676205</c:v>
              </c:pt>
              <c:pt idx="435">
                <c:v>3.761988422676205</c:v>
              </c:pt>
              <c:pt idx="436">
                <c:v>3.761988422676205</c:v>
              </c:pt>
              <c:pt idx="437">
                <c:v>3.761988422676205</c:v>
              </c:pt>
              <c:pt idx="438">
                <c:v>3.761988422676205</c:v>
              </c:pt>
              <c:pt idx="439">
                <c:v>3.761988422676205</c:v>
              </c:pt>
              <c:pt idx="440">
                <c:v>3.761988422676205</c:v>
              </c:pt>
              <c:pt idx="441">
                <c:v>3.761988422676205</c:v>
              </c:pt>
              <c:pt idx="442">
                <c:v>3.761988422676205</c:v>
              </c:pt>
              <c:pt idx="443">
                <c:v>3.761988422676205</c:v>
              </c:pt>
              <c:pt idx="444">
                <c:v>3.761988422676205</c:v>
              </c:pt>
              <c:pt idx="445">
                <c:v>3.761988422676205</c:v>
              </c:pt>
              <c:pt idx="446">
                <c:v>3.761988422676205</c:v>
              </c:pt>
              <c:pt idx="447">
                <c:v>3.761988422676205</c:v>
              </c:pt>
              <c:pt idx="448">
                <c:v>3.761988422676205</c:v>
              </c:pt>
              <c:pt idx="449">
                <c:v>3.761988422676205</c:v>
              </c:pt>
            </c:numLit>
          </c:yVal>
          <c:smooth val="0"/>
        </c:ser>
        <c:ser>
          <c:idx val="8"/>
          <c:order val="8"/>
          <c:tx>
            <c:v>Same order, optimal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009E73"/>
              </a:solidFill>
            </c:spPr>
          </c:marker>
          <c:xVal>
            <c:numLit>
              <c:formatCode>General</c:formatCode>
              <c:ptCount val="450"/>
              <c:pt idx="0">
                <c:v>26.070358299714023</c:v>
              </c:pt>
              <c:pt idx="1">
                <c:v>26.070358299714023</c:v>
              </c:pt>
              <c:pt idx="2">
                <c:v>26.070358299714023</c:v>
              </c:pt>
              <c:pt idx="3">
                <c:v>26.070358299714023</c:v>
              </c:pt>
              <c:pt idx="4">
                <c:v>26.070358299714023</c:v>
              </c:pt>
              <c:pt idx="5">
                <c:v>26.070358299714023</c:v>
              </c:pt>
              <c:pt idx="6">
                <c:v>26.070358299714023</c:v>
              </c:pt>
              <c:pt idx="7">
                <c:v>26.070358299714023</c:v>
              </c:pt>
              <c:pt idx="8">
                <c:v>26.070358299714023</c:v>
              </c:pt>
              <c:pt idx="9">
                <c:v>26.070358299714023</c:v>
              </c:pt>
              <c:pt idx="10">
                <c:v>26.070358299714023</c:v>
              </c:pt>
              <c:pt idx="11">
                <c:v>26.070358299714023</c:v>
              </c:pt>
              <c:pt idx="12">
                <c:v>26.070358299714023</c:v>
              </c:pt>
              <c:pt idx="13">
                <c:v>26.070358299714023</c:v>
              </c:pt>
              <c:pt idx="14">
                <c:v>26.070358299714023</c:v>
              </c:pt>
              <c:pt idx="15">
                <c:v>26.070358299714023</c:v>
              </c:pt>
              <c:pt idx="16">
                <c:v>26.070358299714023</c:v>
              </c:pt>
              <c:pt idx="17">
                <c:v>26.070358299714023</c:v>
              </c:pt>
              <c:pt idx="18">
                <c:v>26.070358299714023</c:v>
              </c:pt>
              <c:pt idx="19">
                <c:v>26.070358299714023</c:v>
              </c:pt>
              <c:pt idx="20">
                <c:v>26.070358299714023</c:v>
              </c:pt>
              <c:pt idx="21">
                <c:v>26.070358299714023</c:v>
              </c:pt>
              <c:pt idx="22">
                <c:v>26.070358299714023</c:v>
              </c:pt>
              <c:pt idx="23">
                <c:v>26.070358299714023</c:v>
              </c:pt>
              <c:pt idx="24">
                <c:v>26.070358299714023</c:v>
              </c:pt>
              <c:pt idx="25">
                <c:v>26.070358299714023</c:v>
              </c:pt>
              <c:pt idx="26">
                <c:v>26.070358299714023</c:v>
              </c:pt>
              <c:pt idx="27">
                <c:v>26.070358299714023</c:v>
              </c:pt>
              <c:pt idx="28">
                <c:v>26.070358299714023</c:v>
              </c:pt>
              <c:pt idx="29">
                <c:v>26.070358299714023</c:v>
              </c:pt>
              <c:pt idx="30">
                <c:v>26.070358299714023</c:v>
              </c:pt>
              <c:pt idx="31">
                <c:v>26.070358299714023</c:v>
              </c:pt>
              <c:pt idx="32">
                <c:v>26.070358299714023</c:v>
              </c:pt>
              <c:pt idx="33">
                <c:v>26.070358299714023</c:v>
              </c:pt>
              <c:pt idx="34">
                <c:v>26.070358299714023</c:v>
              </c:pt>
              <c:pt idx="35">
                <c:v>26.070358299714023</c:v>
              </c:pt>
              <c:pt idx="36">
                <c:v>26.070358299714023</c:v>
              </c:pt>
              <c:pt idx="37">
                <c:v>26.070358299714023</c:v>
              </c:pt>
              <c:pt idx="38">
                <c:v>26.070358299714023</c:v>
              </c:pt>
              <c:pt idx="39">
                <c:v>26.070358299714023</c:v>
              </c:pt>
              <c:pt idx="40">
                <c:v>26.070358299714023</c:v>
              </c:pt>
              <c:pt idx="41">
                <c:v>26.070358299714023</c:v>
              </c:pt>
              <c:pt idx="42">
                <c:v>26.070358299714023</c:v>
              </c:pt>
              <c:pt idx="43">
                <c:v>26.070358299714023</c:v>
              </c:pt>
              <c:pt idx="44">
                <c:v>26.070358299714023</c:v>
              </c:pt>
              <c:pt idx="45">
                <c:v>26.070358299714023</c:v>
              </c:pt>
              <c:pt idx="46">
                <c:v>26.070358299714023</c:v>
              </c:pt>
              <c:pt idx="47">
                <c:v>26.070358299714023</c:v>
              </c:pt>
              <c:pt idx="48">
                <c:v>26.070358299714023</c:v>
              </c:pt>
              <c:pt idx="49">
                <c:v>26.070358299714023</c:v>
              </c:pt>
              <c:pt idx="50">
                <c:v>26.070358299714023</c:v>
              </c:pt>
              <c:pt idx="51">
                <c:v>26.070358299714023</c:v>
              </c:pt>
              <c:pt idx="52">
                <c:v>26.070358299714023</c:v>
              </c:pt>
              <c:pt idx="53">
                <c:v>26.070358299714023</c:v>
              </c:pt>
              <c:pt idx="54">
                <c:v>26.070358299714023</c:v>
              </c:pt>
              <c:pt idx="55">
                <c:v>26.070358299714023</c:v>
              </c:pt>
              <c:pt idx="56">
                <c:v>26.070358299714023</c:v>
              </c:pt>
              <c:pt idx="57">
                <c:v>26.070358299714023</c:v>
              </c:pt>
              <c:pt idx="58">
                <c:v>26.070358299714023</c:v>
              </c:pt>
              <c:pt idx="59">
                <c:v>26.070358299714023</c:v>
              </c:pt>
              <c:pt idx="60">
                <c:v>26.070358299714023</c:v>
              </c:pt>
              <c:pt idx="61">
                <c:v>26.070358299714023</c:v>
              </c:pt>
              <c:pt idx="62">
                <c:v>26.070358299714023</c:v>
              </c:pt>
              <c:pt idx="63">
                <c:v>26.070358299714023</c:v>
              </c:pt>
              <c:pt idx="64">
                <c:v>26.070358299714023</c:v>
              </c:pt>
              <c:pt idx="65">
                <c:v>26.070358299714023</c:v>
              </c:pt>
              <c:pt idx="66">
                <c:v>26.070358299714023</c:v>
              </c:pt>
              <c:pt idx="67">
                <c:v>26.070358299714023</c:v>
              </c:pt>
              <c:pt idx="68">
                <c:v>26.070358299714023</c:v>
              </c:pt>
              <c:pt idx="69">
                <c:v>26.070358299714023</c:v>
              </c:pt>
              <c:pt idx="70">
                <c:v>26.070358299714023</c:v>
              </c:pt>
              <c:pt idx="71">
                <c:v>26.070358299714023</c:v>
              </c:pt>
              <c:pt idx="72">
                <c:v>26.070358299714023</c:v>
              </c:pt>
              <c:pt idx="73">
                <c:v>26.070358299714023</c:v>
              </c:pt>
              <c:pt idx="74">
                <c:v>26.070358299714023</c:v>
              </c:pt>
              <c:pt idx="75">
                <c:v>26.070358299714023</c:v>
              </c:pt>
              <c:pt idx="76">
                <c:v>26.070358299714023</c:v>
              </c:pt>
              <c:pt idx="77">
                <c:v>26.070358299714023</c:v>
              </c:pt>
              <c:pt idx="78">
                <c:v>26.070358299714023</c:v>
              </c:pt>
              <c:pt idx="79">
                <c:v>26.070358299714023</c:v>
              </c:pt>
              <c:pt idx="80">
                <c:v>26.070358299714023</c:v>
              </c:pt>
              <c:pt idx="81">
                <c:v>26.070358299714023</c:v>
              </c:pt>
              <c:pt idx="82">
                <c:v>26.070358299714023</c:v>
              </c:pt>
              <c:pt idx="83">
                <c:v>26.070358299714023</c:v>
              </c:pt>
              <c:pt idx="84">
                <c:v>26.070358299714023</c:v>
              </c:pt>
              <c:pt idx="85">
                <c:v>26.070358299714023</c:v>
              </c:pt>
              <c:pt idx="86">
                <c:v>26.070358299714023</c:v>
              </c:pt>
              <c:pt idx="87">
                <c:v>26.070358299714023</c:v>
              </c:pt>
              <c:pt idx="88">
                <c:v>26.070358299714023</c:v>
              </c:pt>
              <c:pt idx="89">
                <c:v>26.070358299714023</c:v>
              </c:pt>
              <c:pt idx="90">
                <c:v>26.070358299714023</c:v>
              </c:pt>
              <c:pt idx="91">
                <c:v>26.070358299714023</c:v>
              </c:pt>
              <c:pt idx="92">
                <c:v>26.070358299714023</c:v>
              </c:pt>
              <c:pt idx="93">
                <c:v>26.070358299714023</c:v>
              </c:pt>
              <c:pt idx="94">
                <c:v>26.070358299714023</c:v>
              </c:pt>
              <c:pt idx="95">
                <c:v>26.070358299714023</c:v>
              </c:pt>
              <c:pt idx="96">
                <c:v>26.070358299714023</c:v>
              </c:pt>
              <c:pt idx="97">
                <c:v>26.070358299714023</c:v>
              </c:pt>
              <c:pt idx="98">
                <c:v>26.070358299714023</c:v>
              </c:pt>
              <c:pt idx="99">
                <c:v>26.070358299714023</c:v>
              </c:pt>
              <c:pt idx="100">
                <c:v>26.070358299714023</c:v>
              </c:pt>
              <c:pt idx="101">
                <c:v>26.070358299714023</c:v>
              </c:pt>
              <c:pt idx="102">
                <c:v>26.070358299714023</c:v>
              </c:pt>
              <c:pt idx="103">
                <c:v>26.070358299714023</c:v>
              </c:pt>
              <c:pt idx="104">
                <c:v>26.070358299714023</c:v>
              </c:pt>
              <c:pt idx="105">
                <c:v>26.070358299714023</c:v>
              </c:pt>
              <c:pt idx="106">
                <c:v>26.070358299714023</c:v>
              </c:pt>
              <c:pt idx="107">
                <c:v>26.070358299714023</c:v>
              </c:pt>
              <c:pt idx="108">
                <c:v>26.070358299714023</c:v>
              </c:pt>
              <c:pt idx="109">
                <c:v>26.070358299714023</c:v>
              </c:pt>
              <c:pt idx="110">
                <c:v>26.070358299714023</c:v>
              </c:pt>
              <c:pt idx="111">
                <c:v>26.070358299714023</c:v>
              </c:pt>
              <c:pt idx="112">
                <c:v>26.070358299714023</c:v>
              </c:pt>
              <c:pt idx="113">
                <c:v>26.070358299714023</c:v>
              </c:pt>
              <c:pt idx="114">
                <c:v>26.070358299714023</c:v>
              </c:pt>
              <c:pt idx="115">
                <c:v>26.070358299714023</c:v>
              </c:pt>
              <c:pt idx="116">
                <c:v>26.070358299714023</c:v>
              </c:pt>
              <c:pt idx="117">
                <c:v>26.070358299714023</c:v>
              </c:pt>
              <c:pt idx="118">
                <c:v>26.070358299714023</c:v>
              </c:pt>
              <c:pt idx="119">
                <c:v>26.070358299714023</c:v>
              </c:pt>
              <c:pt idx="120">
                <c:v>26.070358299714023</c:v>
              </c:pt>
              <c:pt idx="121">
                <c:v>26.070358299714023</c:v>
              </c:pt>
              <c:pt idx="122">
                <c:v>26.070358299714023</c:v>
              </c:pt>
              <c:pt idx="123">
                <c:v>26.070358299714023</c:v>
              </c:pt>
              <c:pt idx="124">
                <c:v>26.070358299714023</c:v>
              </c:pt>
              <c:pt idx="125">
                <c:v>26.070358299714023</c:v>
              </c:pt>
              <c:pt idx="126">
                <c:v>26.070358299714023</c:v>
              </c:pt>
              <c:pt idx="127">
                <c:v>26.070358299714023</c:v>
              </c:pt>
              <c:pt idx="128">
                <c:v>26.070358299714023</c:v>
              </c:pt>
              <c:pt idx="129">
                <c:v>26.070358299714023</c:v>
              </c:pt>
              <c:pt idx="130">
                <c:v>26.070358299714023</c:v>
              </c:pt>
              <c:pt idx="131">
                <c:v>26.070358299714023</c:v>
              </c:pt>
              <c:pt idx="132">
                <c:v>26.070358299714023</c:v>
              </c:pt>
              <c:pt idx="133">
                <c:v>26.070358299714023</c:v>
              </c:pt>
              <c:pt idx="134">
                <c:v>26.070358299714023</c:v>
              </c:pt>
              <c:pt idx="135">
                <c:v>26.070358299714023</c:v>
              </c:pt>
              <c:pt idx="136">
                <c:v>26.070358299714023</c:v>
              </c:pt>
              <c:pt idx="137">
                <c:v>26.070358299714023</c:v>
              </c:pt>
              <c:pt idx="138">
                <c:v>26.070358299714023</c:v>
              </c:pt>
              <c:pt idx="139">
                <c:v>26.070358299714023</c:v>
              </c:pt>
              <c:pt idx="140">
                <c:v>26.070358299714023</c:v>
              </c:pt>
              <c:pt idx="141">
                <c:v>26.070358299714023</c:v>
              </c:pt>
              <c:pt idx="142">
                <c:v>26.070358299714023</c:v>
              </c:pt>
              <c:pt idx="143">
                <c:v>26.070358299714023</c:v>
              </c:pt>
              <c:pt idx="144">
                <c:v>26.070358299714023</c:v>
              </c:pt>
              <c:pt idx="145">
                <c:v>26.070358299714023</c:v>
              </c:pt>
              <c:pt idx="146">
                <c:v>26.070358299714023</c:v>
              </c:pt>
              <c:pt idx="147">
                <c:v>26.070358299714023</c:v>
              </c:pt>
              <c:pt idx="148">
                <c:v>26.070358299714023</c:v>
              </c:pt>
              <c:pt idx="149">
                <c:v>26.070358299714023</c:v>
              </c:pt>
              <c:pt idx="150">
                <c:v>26.070358299714023</c:v>
              </c:pt>
              <c:pt idx="151">
                <c:v>26.070358299714023</c:v>
              </c:pt>
              <c:pt idx="152">
                <c:v>26.070358299714023</c:v>
              </c:pt>
              <c:pt idx="153">
                <c:v>26.070358299714023</c:v>
              </c:pt>
              <c:pt idx="154">
                <c:v>26.070358299714023</c:v>
              </c:pt>
              <c:pt idx="155">
                <c:v>26.070358299714023</c:v>
              </c:pt>
              <c:pt idx="156">
                <c:v>26.070358299714023</c:v>
              </c:pt>
              <c:pt idx="157">
                <c:v>26.070358299714023</c:v>
              </c:pt>
              <c:pt idx="158">
                <c:v>26.070358299714023</c:v>
              </c:pt>
              <c:pt idx="159">
                <c:v>26.070358299714023</c:v>
              </c:pt>
              <c:pt idx="160">
                <c:v>26.070358299714023</c:v>
              </c:pt>
              <c:pt idx="161">
                <c:v>26.070358299714023</c:v>
              </c:pt>
              <c:pt idx="162">
                <c:v>26.070358299714023</c:v>
              </c:pt>
              <c:pt idx="163">
                <c:v>26.070358299714023</c:v>
              </c:pt>
              <c:pt idx="164">
                <c:v>26.070358299714023</c:v>
              </c:pt>
              <c:pt idx="165">
                <c:v>26.070358299714023</c:v>
              </c:pt>
              <c:pt idx="166">
                <c:v>26.070358299714023</c:v>
              </c:pt>
              <c:pt idx="167">
                <c:v>26.070358299714023</c:v>
              </c:pt>
              <c:pt idx="168">
                <c:v>26.070358299714023</c:v>
              </c:pt>
              <c:pt idx="169">
                <c:v>26.070358299714023</c:v>
              </c:pt>
              <c:pt idx="170">
                <c:v>26.070358299714023</c:v>
              </c:pt>
              <c:pt idx="171">
                <c:v>26.070358299714023</c:v>
              </c:pt>
              <c:pt idx="172">
                <c:v>26.070358299714023</c:v>
              </c:pt>
              <c:pt idx="173">
                <c:v>26.070358299714023</c:v>
              </c:pt>
              <c:pt idx="174">
                <c:v>26.070358299714023</c:v>
              </c:pt>
              <c:pt idx="175">
                <c:v>26.070358299714023</c:v>
              </c:pt>
              <c:pt idx="176">
                <c:v>26.070358299714023</c:v>
              </c:pt>
              <c:pt idx="177">
                <c:v>26.070358299714023</c:v>
              </c:pt>
              <c:pt idx="178">
                <c:v>26.070358299714023</c:v>
              </c:pt>
              <c:pt idx="179">
                <c:v>26.070358299714023</c:v>
              </c:pt>
              <c:pt idx="180">
                <c:v>26.070358299714023</c:v>
              </c:pt>
              <c:pt idx="181">
                <c:v>26.070358299714023</c:v>
              </c:pt>
              <c:pt idx="182">
                <c:v>26.070358299714023</c:v>
              </c:pt>
              <c:pt idx="183">
                <c:v>26.070358299714023</c:v>
              </c:pt>
              <c:pt idx="184">
                <c:v>26.070358299714023</c:v>
              </c:pt>
              <c:pt idx="185">
                <c:v>26.070358299714023</c:v>
              </c:pt>
              <c:pt idx="186">
                <c:v>26.070358299714023</c:v>
              </c:pt>
              <c:pt idx="187">
                <c:v>26.070358299714023</c:v>
              </c:pt>
              <c:pt idx="188">
                <c:v>26.070358299714023</c:v>
              </c:pt>
              <c:pt idx="189">
                <c:v>26.070358299714023</c:v>
              </c:pt>
              <c:pt idx="190">
                <c:v>26.070358299714023</c:v>
              </c:pt>
              <c:pt idx="191">
                <c:v>26.070358299714023</c:v>
              </c:pt>
              <c:pt idx="192">
                <c:v>26.070358299714023</c:v>
              </c:pt>
              <c:pt idx="193">
                <c:v>26.070358299714023</c:v>
              </c:pt>
              <c:pt idx="194">
                <c:v>26.070358299714023</c:v>
              </c:pt>
              <c:pt idx="195">
                <c:v>26.070358299714023</c:v>
              </c:pt>
              <c:pt idx="196">
                <c:v>26.070358299714023</c:v>
              </c:pt>
              <c:pt idx="197">
                <c:v>26.070358299714023</c:v>
              </c:pt>
              <c:pt idx="198">
                <c:v>26.070358299714023</c:v>
              </c:pt>
              <c:pt idx="199">
                <c:v>26.070358299714023</c:v>
              </c:pt>
              <c:pt idx="200">
                <c:v>26.070358299714023</c:v>
              </c:pt>
              <c:pt idx="201">
                <c:v>26.070358299714023</c:v>
              </c:pt>
              <c:pt idx="202">
                <c:v>26.070358299714023</c:v>
              </c:pt>
              <c:pt idx="203">
                <c:v>26.070358299714023</c:v>
              </c:pt>
              <c:pt idx="204">
                <c:v>26.070358299714023</c:v>
              </c:pt>
              <c:pt idx="205">
                <c:v>26.070358299714023</c:v>
              </c:pt>
              <c:pt idx="206">
                <c:v>26.070358299714023</c:v>
              </c:pt>
              <c:pt idx="207">
                <c:v>26.070358299714023</c:v>
              </c:pt>
              <c:pt idx="208">
                <c:v>26.070358299714023</c:v>
              </c:pt>
              <c:pt idx="209">
                <c:v>26.070358299714023</c:v>
              </c:pt>
              <c:pt idx="210">
                <c:v>26.070358299714023</c:v>
              </c:pt>
              <c:pt idx="211">
                <c:v>26.070358299714023</c:v>
              </c:pt>
              <c:pt idx="212">
                <c:v>26.070358299714023</c:v>
              </c:pt>
              <c:pt idx="213">
                <c:v>26.070358299714023</c:v>
              </c:pt>
              <c:pt idx="214">
                <c:v>26.070358299714023</c:v>
              </c:pt>
              <c:pt idx="215">
                <c:v>26.070358299714023</c:v>
              </c:pt>
              <c:pt idx="216">
                <c:v>26.070358299714023</c:v>
              </c:pt>
              <c:pt idx="217">
                <c:v>26.070358299714023</c:v>
              </c:pt>
              <c:pt idx="218">
                <c:v>26.070358299714023</c:v>
              </c:pt>
              <c:pt idx="219">
                <c:v>26.070358299714023</c:v>
              </c:pt>
              <c:pt idx="220">
                <c:v>26.070358299714023</c:v>
              </c:pt>
              <c:pt idx="221">
                <c:v>26.070358299714023</c:v>
              </c:pt>
              <c:pt idx="222">
                <c:v>26.070358299714023</c:v>
              </c:pt>
              <c:pt idx="223">
                <c:v>26.070358299714023</c:v>
              </c:pt>
              <c:pt idx="224">
                <c:v>26.070358299714023</c:v>
              </c:pt>
              <c:pt idx="225">
                <c:v>26.070358299714023</c:v>
              </c:pt>
              <c:pt idx="226">
                <c:v>26.070358299714023</c:v>
              </c:pt>
              <c:pt idx="227">
                <c:v>26.070358299714023</c:v>
              </c:pt>
              <c:pt idx="228">
                <c:v>26.070358299714023</c:v>
              </c:pt>
              <c:pt idx="229">
                <c:v>26.070358299714023</c:v>
              </c:pt>
              <c:pt idx="230">
                <c:v>26.070358299714023</c:v>
              </c:pt>
              <c:pt idx="231">
                <c:v>26.070358299714023</c:v>
              </c:pt>
              <c:pt idx="232">
                <c:v>26.070358299714023</c:v>
              </c:pt>
              <c:pt idx="233">
                <c:v>26.070358299714023</c:v>
              </c:pt>
              <c:pt idx="234">
                <c:v>26.070358299714023</c:v>
              </c:pt>
              <c:pt idx="235">
                <c:v>26.070358299714023</c:v>
              </c:pt>
              <c:pt idx="236">
                <c:v>26.070358299714023</c:v>
              </c:pt>
              <c:pt idx="237">
                <c:v>26.070358299714023</c:v>
              </c:pt>
              <c:pt idx="238">
                <c:v>26.070358299714023</c:v>
              </c:pt>
              <c:pt idx="239">
                <c:v>26.070358299714023</c:v>
              </c:pt>
              <c:pt idx="240">
                <c:v>26.070358299714023</c:v>
              </c:pt>
              <c:pt idx="241">
                <c:v>26.070358299714023</c:v>
              </c:pt>
              <c:pt idx="242">
                <c:v>26.070358299714023</c:v>
              </c:pt>
              <c:pt idx="243">
                <c:v>26.070358299714023</c:v>
              </c:pt>
              <c:pt idx="244">
                <c:v>26.070358299714023</c:v>
              </c:pt>
              <c:pt idx="245">
                <c:v>26.070358299714023</c:v>
              </c:pt>
              <c:pt idx="246">
                <c:v>26.070358299714023</c:v>
              </c:pt>
              <c:pt idx="247">
                <c:v>26.070358299714023</c:v>
              </c:pt>
              <c:pt idx="248">
                <c:v>26.070358299714023</c:v>
              </c:pt>
              <c:pt idx="249">
                <c:v>26.070358299714023</c:v>
              </c:pt>
              <c:pt idx="250">
                <c:v>26.070358299714023</c:v>
              </c:pt>
              <c:pt idx="251">
                <c:v>26.070358299714023</c:v>
              </c:pt>
              <c:pt idx="252">
                <c:v>26.070358299714023</c:v>
              </c:pt>
              <c:pt idx="253">
                <c:v>26.070358299714023</c:v>
              </c:pt>
              <c:pt idx="254">
                <c:v>26.070358299714023</c:v>
              </c:pt>
              <c:pt idx="255">
                <c:v>26.070358299714023</c:v>
              </c:pt>
              <c:pt idx="256">
                <c:v>26.070358299714023</c:v>
              </c:pt>
              <c:pt idx="257">
                <c:v>26.070358299714023</c:v>
              </c:pt>
              <c:pt idx="258">
                <c:v>26.070358299714023</c:v>
              </c:pt>
              <c:pt idx="259">
                <c:v>26.070358299714023</c:v>
              </c:pt>
              <c:pt idx="260">
                <c:v>26.070358299714023</c:v>
              </c:pt>
              <c:pt idx="261">
                <c:v>26.070358299714023</c:v>
              </c:pt>
              <c:pt idx="262">
                <c:v>26.070358299714023</c:v>
              </c:pt>
              <c:pt idx="263">
                <c:v>26.070358299714023</c:v>
              </c:pt>
              <c:pt idx="264">
                <c:v>26.070358299714023</c:v>
              </c:pt>
              <c:pt idx="265">
                <c:v>26.070358299714023</c:v>
              </c:pt>
              <c:pt idx="266">
                <c:v>26.070358299714023</c:v>
              </c:pt>
              <c:pt idx="267">
                <c:v>26.070358299714023</c:v>
              </c:pt>
              <c:pt idx="268">
                <c:v>26.070358299714023</c:v>
              </c:pt>
              <c:pt idx="269">
                <c:v>26.070358299714023</c:v>
              </c:pt>
              <c:pt idx="270">
                <c:v>26.070358299714023</c:v>
              </c:pt>
              <c:pt idx="271">
                <c:v>26.070358299714023</c:v>
              </c:pt>
              <c:pt idx="272">
                <c:v>26.070358299714023</c:v>
              </c:pt>
              <c:pt idx="273">
                <c:v>26.070358299714023</c:v>
              </c:pt>
              <c:pt idx="274">
                <c:v>26.070358299714023</c:v>
              </c:pt>
              <c:pt idx="275">
                <c:v>26.070358299714023</c:v>
              </c:pt>
              <c:pt idx="276">
                <c:v>26.070358299714023</c:v>
              </c:pt>
              <c:pt idx="277">
                <c:v>26.070358299714023</c:v>
              </c:pt>
              <c:pt idx="278">
                <c:v>26.070358299714023</c:v>
              </c:pt>
              <c:pt idx="279">
                <c:v>26.070358299714023</c:v>
              </c:pt>
              <c:pt idx="280">
                <c:v>26.070358299714023</c:v>
              </c:pt>
              <c:pt idx="281">
                <c:v>26.070358299714023</c:v>
              </c:pt>
              <c:pt idx="282">
                <c:v>26.070358299714023</c:v>
              </c:pt>
              <c:pt idx="283">
                <c:v>26.070358299714023</c:v>
              </c:pt>
              <c:pt idx="284">
                <c:v>26.070358299714023</c:v>
              </c:pt>
              <c:pt idx="285">
                <c:v>26.070358299714023</c:v>
              </c:pt>
              <c:pt idx="286">
                <c:v>26.070358299714023</c:v>
              </c:pt>
              <c:pt idx="287">
                <c:v>26.070358299714023</c:v>
              </c:pt>
              <c:pt idx="288">
                <c:v>26.070358299714023</c:v>
              </c:pt>
              <c:pt idx="289">
                <c:v>26.070358299714023</c:v>
              </c:pt>
              <c:pt idx="290">
                <c:v>26.070358299714023</c:v>
              </c:pt>
              <c:pt idx="291">
                <c:v>26.070358299714023</c:v>
              </c:pt>
              <c:pt idx="292">
                <c:v>26.070358299714023</c:v>
              </c:pt>
              <c:pt idx="293">
                <c:v>26.070358299714023</c:v>
              </c:pt>
              <c:pt idx="294">
                <c:v>26.070358299714023</c:v>
              </c:pt>
              <c:pt idx="295">
                <c:v>26.070358299714023</c:v>
              </c:pt>
              <c:pt idx="296">
                <c:v>26.070358299714023</c:v>
              </c:pt>
              <c:pt idx="297">
                <c:v>26.070358299714023</c:v>
              </c:pt>
              <c:pt idx="298">
                <c:v>26.070358299714023</c:v>
              </c:pt>
              <c:pt idx="299">
                <c:v>26.070358299714023</c:v>
              </c:pt>
              <c:pt idx="300">
                <c:v>26.070358299714023</c:v>
              </c:pt>
              <c:pt idx="301">
                <c:v>26.070358299714023</c:v>
              </c:pt>
              <c:pt idx="302">
                <c:v>26.070358299714023</c:v>
              </c:pt>
              <c:pt idx="303">
                <c:v>26.070358299714023</c:v>
              </c:pt>
              <c:pt idx="304">
                <c:v>26.070358299714023</c:v>
              </c:pt>
              <c:pt idx="305">
                <c:v>26.070358299714023</c:v>
              </c:pt>
              <c:pt idx="306">
                <c:v>26.070358299714023</c:v>
              </c:pt>
              <c:pt idx="307">
                <c:v>26.070358299714023</c:v>
              </c:pt>
              <c:pt idx="308">
                <c:v>26.070358299714023</c:v>
              </c:pt>
              <c:pt idx="309">
                <c:v>26.070358299714023</c:v>
              </c:pt>
              <c:pt idx="310">
                <c:v>26.070358299714023</c:v>
              </c:pt>
              <c:pt idx="311">
                <c:v>26.070358299714023</c:v>
              </c:pt>
              <c:pt idx="312">
                <c:v>26.070358299714023</c:v>
              </c:pt>
              <c:pt idx="313">
                <c:v>26.070358299714023</c:v>
              </c:pt>
              <c:pt idx="314">
                <c:v>26.070358299714023</c:v>
              </c:pt>
              <c:pt idx="315">
                <c:v>26.070358299714023</c:v>
              </c:pt>
              <c:pt idx="316">
                <c:v>26.070358299714023</c:v>
              </c:pt>
              <c:pt idx="317">
                <c:v>26.070358299714023</c:v>
              </c:pt>
              <c:pt idx="318">
                <c:v>26.070358299714023</c:v>
              </c:pt>
              <c:pt idx="319">
                <c:v>26.070358299714023</c:v>
              </c:pt>
              <c:pt idx="320">
                <c:v>26.070358299714023</c:v>
              </c:pt>
              <c:pt idx="321">
                <c:v>26.070358299714023</c:v>
              </c:pt>
              <c:pt idx="322">
                <c:v>26.070358299714023</c:v>
              </c:pt>
              <c:pt idx="323">
                <c:v>26.070358299714023</c:v>
              </c:pt>
              <c:pt idx="324">
                <c:v>26.070358299714023</c:v>
              </c:pt>
              <c:pt idx="325">
                <c:v>26.070358299714023</c:v>
              </c:pt>
              <c:pt idx="326">
                <c:v>26.070358299714023</c:v>
              </c:pt>
              <c:pt idx="327">
                <c:v>26.070358299714023</c:v>
              </c:pt>
              <c:pt idx="328">
                <c:v>26.070358299714023</c:v>
              </c:pt>
              <c:pt idx="329">
                <c:v>26.070358299714023</c:v>
              </c:pt>
              <c:pt idx="330">
                <c:v>26.070358299714023</c:v>
              </c:pt>
              <c:pt idx="331">
                <c:v>26.070358299714023</c:v>
              </c:pt>
              <c:pt idx="332">
                <c:v>26.070358299714023</c:v>
              </c:pt>
              <c:pt idx="333">
                <c:v>26.070358299714023</c:v>
              </c:pt>
              <c:pt idx="334">
                <c:v>26.070358299714023</c:v>
              </c:pt>
              <c:pt idx="335">
                <c:v>26.070358299714023</c:v>
              </c:pt>
              <c:pt idx="336">
                <c:v>26.070358299714023</c:v>
              </c:pt>
              <c:pt idx="337">
                <c:v>26.070358299714023</c:v>
              </c:pt>
              <c:pt idx="338">
                <c:v>26.070358299714023</c:v>
              </c:pt>
              <c:pt idx="339">
                <c:v>26.070358299714023</c:v>
              </c:pt>
              <c:pt idx="340">
                <c:v>26.070358299714023</c:v>
              </c:pt>
              <c:pt idx="341">
                <c:v>26.070358299714023</c:v>
              </c:pt>
              <c:pt idx="342">
                <c:v>26.070358299714023</c:v>
              </c:pt>
              <c:pt idx="343">
                <c:v>26.070358299714023</c:v>
              </c:pt>
              <c:pt idx="344">
                <c:v>26.070358299714023</c:v>
              </c:pt>
              <c:pt idx="345">
                <c:v>26.070358299714023</c:v>
              </c:pt>
              <c:pt idx="346">
                <c:v>26.070358299714023</c:v>
              </c:pt>
              <c:pt idx="347">
                <c:v>26.070358299714023</c:v>
              </c:pt>
              <c:pt idx="348">
                <c:v>26.070358299714023</c:v>
              </c:pt>
              <c:pt idx="349">
                <c:v>26.070358299714023</c:v>
              </c:pt>
              <c:pt idx="350">
                <c:v>26.070358299714023</c:v>
              </c:pt>
              <c:pt idx="351">
                <c:v>26.070358299714023</c:v>
              </c:pt>
              <c:pt idx="352">
                <c:v>26.070358299714023</c:v>
              </c:pt>
              <c:pt idx="353">
                <c:v>26.070358299714023</c:v>
              </c:pt>
              <c:pt idx="354">
                <c:v>26.070358299714023</c:v>
              </c:pt>
              <c:pt idx="355">
                <c:v>26.070358299714023</c:v>
              </c:pt>
              <c:pt idx="356">
                <c:v>26.070358299714023</c:v>
              </c:pt>
              <c:pt idx="357">
                <c:v>26.070358299714023</c:v>
              </c:pt>
              <c:pt idx="358">
                <c:v>26.070358299714023</c:v>
              </c:pt>
              <c:pt idx="359">
                <c:v>26.070358299714023</c:v>
              </c:pt>
              <c:pt idx="360">
                <c:v>26.070358299714023</c:v>
              </c:pt>
              <c:pt idx="361">
                <c:v>26.070358299714023</c:v>
              </c:pt>
              <c:pt idx="362">
                <c:v>26.070358299714023</c:v>
              </c:pt>
              <c:pt idx="363">
                <c:v>26.070358299714023</c:v>
              </c:pt>
              <c:pt idx="364">
                <c:v>26.070358299714023</c:v>
              </c:pt>
              <c:pt idx="365">
                <c:v>26.070358299714023</c:v>
              </c:pt>
              <c:pt idx="366">
                <c:v>26.070358299714023</c:v>
              </c:pt>
              <c:pt idx="367">
                <c:v>26.070358299714023</c:v>
              </c:pt>
              <c:pt idx="368">
                <c:v>26.070358299714023</c:v>
              </c:pt>
              <c:pt idx="369">
                <c:v>26.070358299714023</c:v>
              </c:pt>
              <c:pt idx="370">
                <c:v>26.070358299714023</c:v>
              </c:pt>
              <c:pt idx="371">
                <c:v>26.070358299714023</c:v>
              </c:pt>
              <c:pt idx="372">
                <c:v>26.070358299714023</c:v>
              </c:pt>
              <c:pt idx="373">
                <c:v>26.070358299714023</c:v>
              </c:pt>
              <c:pt idx="374">
                <c:v>26.070358299714023</c:v>
              </c:pt>
              <c:pt idx="375">
                <c:v>26.070358299714023</c:v>
              </c:pt>
              <c:pt idx="376">
                <c:v>26.070358299714023</c:v>
              </c:pt>
              <c:pt idx="377">
                <c:v>26.070358299714023</c:v>
              </c:pt>
              <c:pt idx="378">
                <c:v>26.070358299714023</c:v>
              </c:pt>
              <c:pt idx="379">
                <c:v>26.070358299714023</c:v>
              </c:pt>
              <c:pt idx="380">
                <c:v>26.070358299714023</c:v>
              </c:pt>
              <c:pt idx="381">
                <c:v>26.070358299714023</c:v>
              </c:pt>
              <c:pt idx="382">
                <c:v>26.070358299714023</c:v>
              </c:pt>
              <c:pt idx="383">
                <c:v>26.070358299714023</c:v>
              </c:pt>
              <c:pt idx="384">
                <c:v>26.070358299714023</c:v>
              </c:pt>
              <c:pt idx="385">
                <c:v>26.070358299714023</c:v>
              </c:pt>
              <c:pt idx="386">
                <c:v>26.070358299714023</c:v>
              </c:pt>
              <c:pt idx="387">
                <c:v>26.070358299714023</c:v>
              </c:pt>
              <c:pt idx="388">
                <c:v>26.070358299714023</c:v>
              </c:pt>
              <c:pt idx="389">
                <c:v>26.070358299714023</c:v>
              </c:pt>
              <c:pt idx="390">
                <c:v>26.070358299714023</c:v>
              </c:pt>
              <c:pt idx="391">
                <c:v>26.070358299714023</c:v>
              </c:pt>
              <c:pt idx="392">
                <c:v>26.070358299714023</c:v>
              </c:pt>
              <c:pt idx="393">
                <c:v>26.070358299714023</c:v>
              </c:pt>
              <c:pt idx="394">
                <c:v>26.070358299714023</c:v>
              </c:pt>
              <c:pt idx="395">
                <c:v>26.070358299714023</c:v>
              </c:pt>
              <c:pt idx="396">
                <c:v>26.070358299714023</c:v>
              </c:pt>
              <c:pt idx="397">
                <c:v>26.070358299714023</c:v>
              </c:pt>
              <c:pt idx="398">
                <c:v>26.070358299714023</c:v>
              </c:pt>
              <c:pt idx="399">
                <c:v>26.070358299714023</c:v>
              </c:pt>
              <c:pt idx="400">
                <c:v>26.070358299714023</c:v>
              </c:pt>
              <c:pt idx="401">
                <c:v>26.070358299714023</c:v>
              </c:pt>
              <c:pt idx="402">
                <c:v>26.070358299714023</c:v>
              </c:pt>
              <c:pt idx="403">
                <c:v>26.070358299714023</c:v>
              </c:pt>
              <c:pt idx="404">
                <c:v>26.070358299714023</c:v>
              </c:pt>
              <c:pt idx="405">
                <c:v>26.070358299714023</c:v>
              </c:pt>
              <c:pt idx="406">
                <c:v>26.070358299714023</c:v>
              </c:pt>
              <c:pt idx="407">
                <c:v>26.070358299714023</c:v>
              </c:pt>
              <c:pt idx="408">
                <c:v>26.070358299714023</c:v>
              </c:pt>
              <c:pt idx="409">
                <c:v>26.070358299714023</c:v>
              </c:pt>
              <c:pt idx="410">
                <c:v>26.070358299714023</c:v>
              </c:pt>
              <c:pt idx="411">
                <c:v>26.070358299714023</c:v>
              </c:pt>
              <c:pt idx="412">
                <c:v>26.070358299714023</c:v>
              </c:pt>
              <c:pt idx="413">
                <c:v>26.070358299714023</c:v>
              </c:pt>
              <c:pt idx="414">
                <c:v>26.070358299714023</c:v>
              </c:pt>
              <c:pt idx="415">
                <c:v>26.070358299714023</c:v>
              </c:pt>
              <c:pt idx="416">
                <c:v>26.070358299714023</c:v>
              </c:pt>
              <c:pt idx="417">
                <c:v>26.070358299714023</c:v>
              </c:pt>
              <c:pt idx="418">
                <c:v>26.070358299714023</c:v>
              </c:pt>
              <c:pt idx="419">
                <c:v>26.070358299714023</c:v>
              </c:pt>
              <c:pt idx="420">
                <c:v>26.070358299714023</c:v>
              </c:pt>
              <c:pt idx="421">
                <c:v>26.070358299714023</c:v>
              </c:pt>
              <c:pt idx="422">
                <c:v>26.070358299714023</c:v>
              </c:pt>
              <c:pt idx="423">
                <c:v>26.070358299714023</c:v>
              </c:pt>
              <c:pt idx="424">
                <c:v>26.070358299714023</c:v>
              </c:pt>
              <c:pt idx="425">
                <c:v>26.070358299714023</c:v>
              </c:pt>
              <c:pt idx="426">
                <c:v>26.070358299714023</c:v>
              </c:pt>
              <c:pt idx="427">
                <c:v>26.070358299714023</c:v>
              </c:pt>
              <c:pt idx="428">
                <c:v>26.070358299714023</c:v>
              </c:pt>
              <c:pt idx="429">
                <c:v>26.070358299714023</c:v>
              </c:pt>
              <c:pt idx="430">
                <c:v>26.070358299714023</c:v>
              </c:pt>
              <c:pt idx="431">
                <c:v>26.070358299714023</c:v>
              </c:pt>
              <c:pt idx="432">
                <c:v>26.070358299714023</c:v>
              </c:pt>
              <c:pt idx="433">
                <c:v>26.070358299714023</c:v>
              </c:pt>
              <c:pt idx="434">
                <c:v>26.070358299714023</c:v>
              </c:pt>
              <c:pt idx="435">
                <c:v>26.070358299714023</c:v>
              </c:pt>
              <c:pt idx="436">
                <c:v>26.070358299714023</c:v>
              </c:pt>
              <c:pt idx="437">
                <c:v>26.070358299714023</c:v>
              </c:pt>
              <c:pt idx="438">
                <c:v>26.070358299714023</c:v>
              </c:pt>
              <c:pt idx="439">
                <c:v>26.070358299714023</c:v>
              </c:pt>
              <c:pt idx="440">
                <c:v>26.070358299714023</c:v>
              </c:pt>
              <c:pt idx="441">
                <c:v>26.070358299714023</c:v>
              </c:pt>
              <c:pt idx="442">
                <c:v>26.070358299714023</c:v>
              </c:pt>
              <c:pt idx="443">
                <c:v>26.070358299714023</c:v>
              </c:pt>
              <c:pt idx="444">
                <c:v>26.070358299714023</c:v>
              </c:pt>
              <c:pt idx="445">
                <c:v>26.070358299714023</c:v>
              </c:pt>
              <c:pt idx="446">
                <c:v>26.070358299714023</c:v>
              </c:pt>
              <c:pt idx="447">
                <c:v>26.070358299714023</c:v>
              </c:pt>
              <c:pt idx="448">
                <c:v>26.070358299714023</c:v>
              </c:pt>
              <c:pt idx="449">
                <c:v>26.070358299714023</c:v>
              </c:pt>
            </c:numLit>
          </c:xVal>
          <c:yVal>
            <c:numLit>
              <c:formatCode>0.0</c:formatCode>
              <c:ptCount val="450"/>
              <c:pt idx="0">
                <c:v>1.5840754845499974</c:v>
              </c:pt>
              <c:pt idx="1">
                <c:v>1.5840754845499974</c:v>
              </c:pt>
              <c:pt idx="2">
                <c:v>1.5840754845499974</c:v>
              </c:pt>
              <c:pt idx="3">
                <c:v>1.5840754845499974</c:v>
              </c:pt>
              <c:pt idx="4">
                <c:v>1.5840754845499974</c:v>
              </c:pt>
              <c:pt idx="5">
                <c:v>1.5840754845499974</c:v>
              </c:pt>
              <c:pt idx="6">
                <c:v>1.5840754845499974</c:v>
              </c:pt>
              <c:pt idx="7">
                <c:v>1.5840754845499974</c:v>
              </c:pt>
              <c:pt idx="8">
                <c:v>1.5840754845499974</c:v>
              </c:pt>
              <c:pt idx="9">
                <c:v>1.5840754845499974</c:v>
              </c:pt>
              <c:pt idx="10">
                <c:v>1.5840754845499974</c:v>
              </c:pt>
              <c:pt idx="11">
                <c:v>1.5840754845499974</c:v>
              </c:pt>
              <c:pt idx="12">
                <c:v>1.5840754845499974</c:v>
              </c:pt>
              <c:pt idx="13">
                <c:v>1.5840754845499974</c:v>
              </c:pt>
              <c:pt idx="14">
                <c:v>1.5840754845499974</c:v>
              </c:pt>
              <c:pt idx="15">
                <c:v>1.5840754845499974</c:v>
              </c:pt>
              <c:pt idx="16">
                <c:v>1.5840754845499974</c:v>
              </c:pt>
              <c:pt idx="17">
                <c:v>1.5840754845499974</c:v>
              </c:pt>
              <c:pt idx="18">
                <c:v>1.5840754845499974</c:v>
              </c:pt>
              <c:pt idx="19">
                <c:v>1.5840754845499974</c:v>
              </c:pt>
              <c:pt idx="20">
                <c:v>1.5840754845499974</c:v>
              </c:pt>
              <c:pt idx="21">
                <c:v>1.5840754845499974</c:v>
              </c:pt>
              <c:pt idx="22">
                <c:v>1.5840754845499974</c:v>
              </c:pt>
              <c:pt idx="23">
                <c:v>1.5840754845499974</c:v>
              </c:pt>
              <c:pt idx="24">
                <c:v>1.5840754845499974</c:v>
              </c:pt>
              <c:pt idx="25">
                <c:v>1.5840754845499974</c:v>
              </c:pt>
              <c:pt idx="26">
                <c:v>1.5840754845499974</c:v>
              </c:pt>
              <c:pt idx="27">
                <c:v>1.5840754845499974</c:v>
              </c:pt>
              <c:pt idx="28">
                <c:v>1.5840754845499974</c:v>
              </c:pt>
              <c:pt idx="29">
                <c:v>1.5840754845499974</c:v>
              </c:pt>
              <c:pt idx="30">
                <c:v>1.5840754845499974</c:v>
              </c:pt>
              <c:pt idx="31">
                <c:v>1.5840754845499974</c:v>
              </c:pt>
              <c:pt idx="32">
                <c:v>1.5840754845499974</c:v>
              </c:pt>
              <c:pt idx="33">
                <c:v>1.5840754845499974</c:v>
              </c:pt>
              <c:pt idx="34">
                <c:v>1.5840754845499974</c:v>
              </c:pt>
              <c:pt idx="35">
                <c:v>1.5840754845499974</c:v>
              </c:pt>
              <c:pt idx="36">
                <c:v>1.5840754845499974</c:v>
              </c:pt>
              <c:pt idx="37">
                <c:v>1.5840754845499974</c:v>
              </c:pt>
              <c:pt idx="38">
                <c:v>1.5840754845499974</c:v>
              </c:pt>
              <c:pt idx="39">
                <c:v>1.5840754845499974</c:v>
              </c:pt>
              <c:pt idx="40">
                <c:v>1.5840754845499974</c:v>
              </c:pt>
              <c:pt idx="41">
                <c:v>1.5840754845499974</c:v>
              </c:pt>
              <c:pt idx="42">
                <c:v>1.5840754845499974</c:v>
              </c:pt>
              <c:pt idx="43">
                <c:v>1.5840754845499974</c:v>
              </c:pt>
              <c:pt idx="44">
                <c:v>1.5840754845499974</c:v>
              </c:pt>
              <c:pt idx="45">
                <c:v>1.5840754845499974</c:v>
              </c:pt>
              <c:pt idx="46">
                <c:v>1.5840754845499974</c:v>
              </c:pt>
              <c:pt idx="47">
                <c:v>1.5840754845499974</c:v>
              </c:pt>
              <c:pt idx="48">
                <c:v>1.5840754845499974</c:v>
              </c:pt>
              <c:pt idx="49">
                <c:v>1.5840754845499974</c:v>
              </c:pt>
              <c:pt idx="50">
                <c:v>1.5840754845499974</c:v>
              </c:pt>
              <c:pt idx="51">
                <c:v>1.5840754845499974</c:v>
              </c:pt>
              <c:pt idx="52">
                <c:v>1.5840754845499974</c:v>
              </c:pt>
              <c:pt idx="53">
                <c:v>1.5840754845499974</c:v>
              </c:pt>
              <c:pt idx="54">
                <c:v>1.5840754845499974</c:v>
              </c:pt>
              <c:pt idx="55">
                <c:v>1.5840754845499974</c:v>
              </c:pt>
              <c:pt idx="56">
                <c:v>1.5840754845499974</c:v>
              </c:pt>
              <c:pt idx="57">
                <c:v>1.5840754845499974</c:v>
              </c:pt>
              <c:pt idx="58">
                <c:v>1.5840754845499974</c:v>
              </c:pt>
              <c:pt idx="59">
                <c:v>1.5840754845499974</c:v>
              </c:pt>
              <c:pt idx="60">
                <c:v>1.5840754845499974</c:v>
              </c:pt>
              <c:pt idx="61">
                <c:v>1.5840754845499974</c:v>
              </c:pt>
              <c:pt idx="62">
                <c:v>1.5840754845499974</c:v>
              </c:pt>
              <c:pt idx="63">
                <c:v>1.5840754845499974</c:v>
              </c:pt>
              <c:pt idx="64">
                <c:v>1.5840754845499974</c:v>
              </c:pt>
              <c:pt idx="65">
                <c:v>1.5840754845499974</c:v>
              </c:pt>
              <c:pt idx="66">
                <c:v>1.5840754845499974</c:v>
              </c:pt>
              <c:pt idx="67">
                <c:v>1.5840754845499974</c:v>
              </c:pt>
              <c:pt idx="68">
                <c:v>1.5840754845499974</c:v>
              </c:pt>
              <c:pt idx="69">
                <c:v>1.5840754845499974</c:v>
              </c:pt>
              <c:pt idx="70">
                <c:v>1.5840754845499974</c:v>
              </c:pt>
              <c:pt idx="71">
                <c:v>1.5840754845499974</c:v>
              </c:pt>
              <c:pt idx="72">
                <c:v>1.5840754845499974</c:v>
              </c:pt>
              <c:pt idx="73">
                <c:v>1.5840754845499974</c:v>
              </c:pt>
              <c:pt idx="74">
                <c:v>1.5840754845499974</c:v>
              </c:pt>
              <c:pt idx="75">
                <c:v>1.5840754845499974</c:v>
              </c:pt>
              <c:pt idx="76">
                <c:v>1.5840754845499974</c:v>
              </c:pt>
              <c:pt idx="77">
                <c:v>1.5840754845499974</c:v>
              </c:pt>
              <c:pt idx="78">
                <c:v>1.5840754845499974</c:v>
              </c:pt>
              <c:pt idx="79">
                <c:v>1.5840754845499974</c:v>
              </c:pt>
              <c:pt idx="80">
                <c:v>1.5840754845499974</c:v>
              </c:pt>
              <c:pt idx="81">
                <c:v>1.5840754845499974</c:v>
              </c:pt>
              <c:pt idx="82">
                <c:v>1.5840754845499974</c:v>
              </c:pt>
              <c:pt idx="83">
                <c:v>1.5840754845499974</c:v>
              </c:pt>
              <c:pt idx="84">
                <c:v>1.5840754845499974</c:v>
              </c:pt>
              <c:pt idx="85">
                <c:v>1.5840754845499974</c:v>
              </c:pt>
              <c:pt idx="86">
                <c:v>1.5840754845499974</c:v>
              </c:pt>
              <c:pt idx="87">
                <c:v>1.5840754845499974</c:v>
              </c:pt>
              <c:pt idx="88">
                <c:v>1.5840754845499974</c:v>
              </c:pt>
              <c:pt idx="89">
                <c:v>1.5840754845499974</c:v>
              </c:pt>
              <c:pt idx="90">
                <c:v>1.5840754845499974</c:v>
              </c:pt>
              <c:pt idx="91">
                <c:v>1.5840754845499974</c:v>
              </c:pt>
              <c:pt idx="92">
                <c:v>1.5840754845499974</c:v>
              </c:pt>
              <c:pt idx="93">
                <c:v>1.5840754845499974</c:v>
              </c:pt>
              <c:pt idx="94">
                <c:v>1.5840754845499974</c:v>
              </c:pt>
              <c:pt idx="95">
                <c:v>1.5840754845499974</c:v>
              </c:pt>
              <c:pt idx="96">
                <c:v>1.5840754845499974</c:v>
              </c:pt>
              <c:pt idx="97">
                <c:v>1.5840754845499974</c:v>
              </c:pt>
              <c:pt idx="98">
                <c:v>1.5840754845499974</c:v>
              </c:pt>
              <c:pt idx="99">
                <c:v>1.5840754845499974</c:v>
              </c:pt>
              <c:pt idx="100">
                <c:v>1.5840754845499974</c:v>
              </c:pt>
              <c:pt idx="101">
                <c:v>1.5840754845499974</c:v>
              </c:pt>
              <c:pt idx="102">
                <c:v>1.5840754845499974</c:v>
              </c:pt>
              <c:pt idx="103">
                <c:v>1.5840754845499974</c:v>
              </c:pt>
              <c:pt idx="104">
                <c:v>1.5840754845499974</c:v>
              </c:pt>
              <c:pt idx="105">
                <c:v>1.5840754845499974</c:v>
              </c:pt>
              <c:pt idx="106">
                <c:v>1.5840754845499974</c:v>
              </c:pt>
              <c:pt idx="107">
                <c:v>1.5840754845499974</c:v>
              </c:pt>
              <c:pt idx="108">
                <c:v>1.5840754845499974</c:v>
              </c:pt>
              <c:pt idx="109">
                <c:v>1.5840754845499974</c:v>
              </c:pt>
              <c:pt idx="110">
                <c:v>1.5840754845499974</c:v>
              </c:pt>
              <c:pt idx="111">
                <c:v>1.5840754845499974</c:v>
              </c:pt>
              <c:pt idx="112">
                <c:v>1.5840754845499974</c:v>
              </c:pt>
              <c:pt idx="113">
                <c:v>1.5840754845499974</c:v>
              </c:pt>
              <c:pt idx="114">
                <c:v>1.5840754845499974</c:v>
              </c:pt>
              <c:pt idx="115">
                <c:v>1.5840754845499974</c:v>
              </c:pt>
              <c:pt idx="116">
                <c:v>1.5840754845499974</c:v>
              </c:pt>
              <c:pt idx="117">
                <c:v>1.5840754845499974</c:v>
              </c:pt>
              <c:pt idx="118">
                <c:v>1.5840754845499974</c:v>
              </c:pt>
              <c:pt idx="119">
                <c:v>1.5840754845499974</c:v>
              </c:pt>
              <c:pt idx="120">
                <c:v>1.5840754845499974</c:v>
              </c:pt>
              <c:pt idx="121">
                <c:v>1.5840754845499974</c:v>
              </c:pt>
              <c:pt idx="122">
                <c:v>1.5840754845499974</c:v>
              </c:pt>
              <c:pt idx="123">
                <c:v>1.5840754845499974</c:v>
              </c:pt>
              <c:pt idx="124">
                <c:v>1.5840754845499974</c:v>
              </c:pt>
              <c:pt idx="125">
                <c:v>1.5840754845499974</c:v>
              </c:pt>
              <c:pt idx="126">
                <c:v>1.5840754845499974</c:v>
              </c:pt>
              <c:pt idx="127">
                <c:v>1.5840754845499974</c:v>
              </c:pt>
              <c:pt idx="128">
                <c:v>1.5840754845499974</c:v>
              </c:pt>
              <c:pt idx="129">
                <c:v>1.5840754845499974</c:v>
              </c:pt>
              <c:pt idx="130">
                <c:v>1.5840754845499974</c:v>
              </c:pt>
              <c:pt idx="131">
                <c:v>1.5840754845499974</c:v>
              </c:pt>
              <c:pt idx="132">
                <c:v>1.5840754845499974</c:v>
              </c:pt>
              <c:pt idx="133">
                <c:v>1.5840754845499974</c:v>
              </c:pt>
              <c:pt idx="134">
                <c:v>1.5840754845499974</c:v>
              </c:pt>
              <c:pt idx="135">
                <c:v>1.5840754845499974</c:v>
              </c:pt>
              <c:pt idx="136">
                <c:v>1.5840754845499974</c:v>
              </c:pt>
              <c:pt idx="137">
                <c:v>1.5840754845499974</c:v>
              </c:pt>
              <c:pt idx="138">
                <c:v>1.5840754845499974</c:v>
              </c:pt>
              <c:pt idx="139">
                <c:v>1.5840754845499974</c:v>
              </c:pt>
              <c:pt idx="140">
                <c:v>1.5840754845499974</c:v>
              </c:pt>
              <c:pt idx="141">
                <c:v>1.5840754845499974</c:v>
              </c:pt>
              <c:pt idx="142">
                <c:v>1.5840754845499974</c:v>
              </c:pt>
              <c:pt idx="143">
                <c:v>1.5840754845499974</c:v>
              </c:pt>
              <c:pt idx="144">
                <c:v>1.5840754845499974</c:v>
              </c:pt>
              <c:pt idx="145">
                <c:v>1.5840754845499974</c:v>
              </c:pt>
              <c:pt idx="146">
                <c:v>1.5840754845499974</c:v>
              </c:pt>
              <c:pt idx="147">
                <c:v>1.5840754845499974</c:v>
              </c:pt>
              <c:pt idx="148">
                <c:v>1.5840754845499974</c:v>
              </c:pt>
              <c:pt idx="149">
                <c:v>1.5840754845499974</c:v>
              </c:pt>
              <c:pt idx="150">
                <c:v>1.5840754845499974</c:v>
              </c:pt>
              <c:pt idx="151">
                <c:v>1.5840754845499974</c:v>
              </c:pt>
              <c:pt idx="152">
                <c:v>1.5840754845499974</c:v>
              </c:pt>
              <c:pt idx="153">
                <c:v>1.5840754845499974</c:v>
              </c:pt>
              <c:pt idx="154">
                <c:v>1.5840754845499974</c:v>
              </c:pt>
              <c:pt idx="155">
                <c:v>1.5840754845499974</c:v>
              </c:pt>
              <c:pt idx="156">
                <c:v>1.5840754845499974</c:v>
              </c:pt>
              <c:pt idx="157">
                <c:v>1.5840754845499974</c:v>
              </c:pt>
              <c:pt idx="158">
                <c:v>1.5840754845499974</c:v>
              </c:pt>
              <c:pt idx="159">
                <c:v>1.5840754845499974</c:v>
              </c:pt>
              <c:pt idx="160">
                <c:v>1.5840754845499974</c:v>
              </c:pt>
              <c:pt idx="161">
                <c:v>1.5840754845499974</c:v>
              </c:pt>
              <c:pt idx="162">
                <c:v>1.5840754845499974</c:v>
              </c:pt>
              <c:pt idx="163">
                <c:v>1.5840754845499974</c:v>
              </c:pt>
              <c:pt idx="164">
                <c:v>1.5840754845499974</c:v>
              </c:pt>
              <c:pt idx="165">
                <c:v>1.5840754845499974</c:v>
              </c:pt>
              <c:pt idx="166">
                <c:v>1.5840754845499974</c:v>
              </c:pt>
              <c:pt idx="167">
                <c:v>1.5840754845499974</c:v>
              </c:pt>
              <c:pt idx="168">
                <c:v>1.5840754845499974</c:v>
              </c:pt>
              <c:pt idx="169">
                <c:v>1.5840754845499974</c:v>
              </c:pt>
              <c:pt idx="170">
                <c:v>1.5840754845499974</c:v>
              </c:pt>
              <c:pt idx="171">
                <c:v>1.5840754845499974</c:v>
              </c:pt>
              <c:pt idx="172">
                <c:v>1.5840754845499974</c:v>
              </c:pt>
              <c:pt idx="173">
                <c:v>1.5840754845499974</c:v>
              </c:pt>
              <c:pt idx="174">
                <c:v>1.5840754845499974</c:v>
              </c:pt>
              <c:pt idx="175">
                <c:v>1.5840754845499974</c:v>
              </c:pt>
              <c:pt idx="176">
                <c:v>1.5840754845499974</c:v>
              </c:pt>
              <c:pt idx="177">
                <c:v>1.5840754845499974</c:v>
              </c:pt>
              <c:pt idx="178">
                <c:v>1.5840754845499974</c:v>
              </c:pt>
              <c:pt idx="179">
                <c:v>1.5840754845499974</c:v>
              </c:pt>
              <c:pt idx="180">
                <c:v>1.5840754845499974</c:v>
              </c:pt>
              <c:pt idx="181">
                <c:v>1.5840754845499974</c:v>
              </c:pt>
              <c:pt idx="182">
                <c:v>1.5840754845499974</c:v>
              </c:pt>
              <c:pt idx="183">
                <c:v>1.5840754845499974</c:v>
              </c:pt>
              <c:pt idx="184">
                <c:v>1.5840754845499974</c:v>
              </c:pt>
              <c:pt idx="185">
                <c:v>1.5840754845499974</c:v>
              </c:pt>
              <c:pt idx="186">
                <c:v>1.5840754845499974</c:v>
              </c:pt>
              <c:pt idx="187">
                <c:v>1.5840754845499974</c:v>
              </c:pt>
              <c:pt idx="188">
                <c:v>1.5840754845499974</c:v>
              </c:pt>
              <c:pt idx="189">
                <c:v>1.5840754845499974</c:v>
              </c:pt>
              <c:pt idx="190">
                <c:v>1.5840754845499974</c:v>
              </c:pt>
              <c:pt idx="191">
                <c:v>1.5840754845499974</c:v>
              </c:pt>
              <c:pt idx="192">
                <c:v>1.5840754845499974</c:v>
              </c:pt>
              <c:pt idx="193">
                <c:v>1.5840754845499974</c:v>
              </c:pt>
              <c:pt idx="194">
                <c:v>1.5840754845499974</c:v>
              </c:pt>
              <c:pt idx="195">
                <c:v>1.5840754845499974</c:v>
              </c:pt>
              <c:pt idx="196">
                <c:v>1.5840754845499974</c:v>
              </c:pt>
              <c:pt idx="197">
                <c:v>1.5840754845499974</c:v>
              </c:pt>
              <c:pt idx="198">
                <c:v>1.5840754845499974</c:v>
              </c:pt>
              <c:pt idx="199">
                <c:v>1.5840754845499974</c:v>
              </c:pt>
              <c:pt idx="200">
                <c:v>1.5840754845499974</c:v>
              </c:pt>
              <c:pt idx="201">
                <c:v>1.5840754845499974</c:v>
              </c:pt>
              <c:pt idx="202">
                <c:v>1.5840754845499974</c:v>
              </c:pt>
              <c:pt idx="203">
                <c:v>1.5840754845499974</c:v>
              </c:pt>
              <c:pt idx="204">
                <c:v>1.5840754845499974</c:v>
              </c:pt>
              <c:pt idx="205">
                <c:v>1.5840754845499974</c:v>
              </c:pt>
              <c:pt idx="206">
                <c:v>1.5840754845499974</c:v>
              </c:pt>
              <c:pt idx="207">
                <c:v>1.5840754845499974</c:v>
              </c:pt>
              <c:pt idx="208">
                <c:v>1.5840754845499974</c:v>
              </c:pt>
              <c:pt idx="209">
                <c:v>1.5840754845499974</c:v>
              </c:pt>
              <c:pt idx="210">
                <c:v>1.5840754845499974</c:v>
              </c:pt>
              <c:pt idx="211">
                <c:v>1.5840754845499974</c:v>
              </c:pt>
              <c:pt idx="212">
                <c:v>1.5840754845499974</c:v>
              </c:pt>
              <c:pt idx="213">
                <c:v>1.5840754845499974</c:v>
              </c:pt>
              <c:pt idx="214">
                <c:v>1.5840754845499974</c:v>
              </c:pt>
              <c:pt idx="215">
                <c:v>1.5840754845499974</c:v>
              </c:pt>
              <c:pt idx="216">
                <c:v>1.5840754845499974</c:v>
              </c:pt>
              <c:pt idx="217">
                <c:v>1.5840754845499974</c:v>
              </c:pt>
              <c:pt idx="218">
                <c:v>1.5840754845499974</c:v>
              </c:pt>
              <c:pt idx="219">
                <c:v>1.5840754845499974</c:v>
              </c:pt>
              <c:pt idx="220">
                <c:v>1.5840754845499974</c:v>
              </c:pt>
              <c:pt idx="221">
                <c:v>1.5840754845499974</c:v>
              </c:pt>
              <c:pt idx="222">
                <c:v>1.5840754845499974</c:v>
              </c:pt>
              <c:pt idx="223">
                <c:v>1.5840754845499974</c:v>
              </c:pt>
              <c:pt idx="224">
                <c:v>1.5840754845499974</c:v>
              </c:pt>
              <c:pt idx="225">
                <c:v>1.5840754845499974</c:v>
              </c:pt>
              <c:pt idx="226">
                <c:v>1.5840754845499974</c:v>
              </c:pt>
              <c:pt idx="227">
                <c:v>1.5840754845499974</c:v>
              </c:pt>
              <c:pt idx="228">
                <c:v>1.5840754845499974</c:v>
              </c:pt>
              <c:pt idx="229">
                <c:v>1.5840754845499974</c:v>
              </c:pt>
              <c:pt idx="230">
                <c:v>1.5840754845499974</c:v>
              </c:pt>
              <c:pt idx="231">
                <c:v>1.5840754845499974</c:v>
              </c:pt>
              <c:pt idx="232">
                <c:v>1.5840754845499974</c:v>
              </c:pt>
              <c:pt idx="233">
                <c:v>1.5840754845499974</c:v>
              </c:pt>
              <c:pt idx="234">
                <c:v>1.5840754845499974</c:v>
              </c:pt>
              <c:pt idx="235">
                <c:v>1.5840754845499974</c:v>
              </c:pt>
              <c:pt idx="236">
                <c:v>1.5840754845499974</c:v>
              </c:pt>
              <c:pt idx="237">
                <c:v>1.5840754845499974</c:v>
              </c:pt>
              <c:pt idx="238">
                <c:v>1.5840754845499974</c:v>
              </c:pt>
              <c:pt idx="239">
                <c:v>1.5840754845499974</c:v>
              </c:pt>
              <c:pt idx="240">
                <c:v>1.5840754845499974</c:v>
              </c:pt>
              <c:pt idx="241">
                <c:v>1.5840754845499974</c:v>
              </c:pt>
              <c:pt idx="242">
                <c:v>1.5840754845499974</c:v>
              </c:pt>
              <c:pt idx="243">
                <c:v>1.5840754845499974</c:v>
              </c:pt>
              <c:pt idx="244">
                <c:v>1.5840754845499974</c:v>
              </c:pt>
              <c:pt idx="245">
                <c:v>1.5840754845499974</c:v>
              </c:pt>
              <c:pt idx="246">
                <c:v>1.5840754845499974</c:v>
              </c:pt>
              <c:pt idx="247">
                <c:v>1.5840754845499974</c:v>
              </c:pt>
              <c:pt idx="248">
                <c:v>1.5840754845499974</c:v>
              </c:pt>
              <c:pt idx="249">
                <c:v>1.5840754845499974</c:v>
              </c:pt>
              <c:pt idx="250">
                <c:v>1.5840754845499974</c:v>
              </c:pt>
              <c:pt idx="251">
                <c:v>1.5840754845499974</c:v>
              </c:pt>
              <c:pt idx="252">
                <c:v>1.5840754845499974</c:v>
              </c:pt>
              <c:pt idx="253">
                <c:v>1.5840754845499974</c:v>
              </c:pt>
              <c:pt idx="254">
                <c:v>1.5840754845499974</c:v>
              </c:pt>
              <c:pt idx="255">
                <c:v>1.5840754845499974</c:v>
              </c:pt>
              <c:pt idx="256">
                <c:v>1.5840754845499974</c:v>
              </c:pt>
              <c:pt idx="257">
                <c:v>1.5840754845499974</c:v>
              </c:pt>
              <c:pt idx="258">
                <c:v>1.5840754845499974</c:v>
              </c:pt>
              <c:pt idx="259">
                <c:v>1.5840754845499974</c:v>
              </c:pt>
              <c:pt idx="260">
                <c:v>1.5840754845499974</c:v>
              </c:pt>
              <c:pt idx="261">
                <c:v>1.5840754845499974</c:v>
              </c:pt>
              <c:pt idx="262">
                <c:v>1.5840754845499974</c:v>
              </c:pt>
              <c:pt idx="263">
                <c:v>1.5840754845499974</c:v>
              </c:pt>
              <c:pt idx="264">
                <c:v>1.5840754845499974</c:v>
              </c:pt>
              <c:pt idx="265">
                <c:v>1.5840754845499974</c:v>
              </c:pt>
              <c:pt idx="266">
                <c:v>1.5840754845499974</c:v>
              </c:pt>
              <c:pt idx="267">
                <c:v>1.5840754845499974</c:v>
              </c:pt>
              <c:pt idx="268">
                <c:v>1.5840754845499974</c:v>
              </c:pt>
              <c:pt idx="269">
                <c:v>1.5840754845499974</c:v>
              </c:pt>
              <c:pt idx="270">
                <c:v>1.5840754845499974</c:v>
              </c:pt>
              <c:pt idx="271">
                <c:v>1.5840754845499974</c:v>
              </c:pt>
              <c:pt idx="272">
                <c:v>1.5840754845499974</c:v>
              </c:pt>
              <c:pt idx="273">
                <c:v>1.5840754845499974</c:v>
              </c:pt>
              <c:pt idx="274">
                <c:v>1.5840754845499974</c:v>
              </c:pt>
              <c:pt idx="275">
                <c:v>1.5840754845499974</c:v>
              </c:pt>
              <c:pt idx="276">
                <c:v>1.5840754845499974</c:v>
              </c:pt>
              <c:pt idx="277">
                <c:v>1.5840754845499974</c:v>
              </c:pt>
              <c:pt idx="278">
                <c:v>1.5840754845499974</c:v>
              </c:pt>
              <c:pt idx="279">
                <c:v>1.5840754845499974</c:v>
              </c:pt>
              <c:pt idx="280">
                <c:v>1.5840754845499974</c:v>
              </c:pt>
              <c:pt idx="281">
                <c:v>1.5840754845499974</c:v>
              </c:pt>
              <c:pt idx="282">
                <c:v>1.5840754845499974</c:v>
              </c:pt>
              <c:pt idx="283">
                <c:v>1.5840754845499974</c:v>
              </c:pt>
              <c:pt idx="284">
                <c:v>1.5840754845499974</c:v>
              </c:pt>
              <c:pt idx="285">
                <c:v>1.5840754845499974</c:v>
              </c:pt>
              <c:pt idx="286">
                <c:v>1.5840754845499974</c:v>
              </c:pt>
              <c:pt idx="287">
                <c:v>1.5840754845499974</c:v>
              </c:pt>
              <c:pt idx="288">
                <c:v>1.5840754845499974</c:v>
              </c:pt>
              <c:pt idx="289">
                <c:v>1.5840754845499974</c:v>
              </c:pt>
              <c:pt idx="290">
                <c:v>1.5840754845499974</c:v>
              </c:pt>
              <c:pt idx="291">
                <c:v>1.5840754845499974</c:v>
              </c:pt>
              <c:pt idx="292">
                <c:v>1.5840754845499974</c:v>
              </c:pt>
              <c:pt idx="293">
                <c:v>1.5840754845499974</c:v>
              </c:pt>
              <c:pt idx="294">
                <c:v>1.5840754845499974</c:v>
              </c:pt>
              <c:pt idx="295">
                <c:v>1.5840754845499974</c:v>
              </c:pt>
              <c:pt idx="296">
                <c:v>1.5840754845499974</c:v>
              </c:pt>
              <c:pt idx="297">
                <c:v>1.5840754845499974</c:v>
              </c:pt>
              <c:pt idx="298">
                <c:v>1.5840754845499974</c:v>
              </c:pt>
              <c:pt idx="299">
                <c:v>1.5840754845499974</c:v>
              </c:pt>
              <c:pt idx="300">
                <c:v>1.5840754845499974</c:v>
              </c:pt>
              <c:pt idx="301">
                <c:v>1.5840754845499974</c:v>
              </c:pt>
              <c:pt idx="302">
                <c:v>1.5840754845499974</c:v>
              </c:pt>
              <c:pt idx="303">
                <c:v>1.5840754845499974</c:v>
              </c:pt>
              <c:pt idx="304">
                <c:v>1.5840754845499974</c:v>
              </c:pt>
              <c:pt idx="305">
                <c:v>1.5840754845499974</c:v>
              </c:pt>
              <c:pt idx="306">
                <c:v>1.5840754845499974</c:v>
              </c:pt>
              <c:pt idx="307">
                <c:v>1.5840754845499974</c:v>
              </c:pt>
              <c:pt idx="308">
                <c:v>1.5840754845499974</c:v>
              </c:pt>
              <c:pt idx="309">
                <c:v>1.5840754845499974</c:v>
              </c:pt>
              <c:pt idx="310">
                <c:v>1.5840754845499974</c:v>
              </c:pt>
              <c:pt idx="311">
                <c:v>1.5840754845499974</c:v>
              </c:pt>
              <c:pt idx="312">
                <c:v>1.5840754845499974</c:v>
              </c:pt>
              <c:pt idx="313">
                <c:v>1.5840754845499974</c:v>
              </c:pt>
              <c:pt idx="314">
                <c:v>1.5840754845499974</c:v>
              </c:pt>
              <c:pt idx="315">
                <c:v>1.5840754845499974</c:v>
              </c:pt>
              <c:pt idx="316">
                <c:v>1.5840754845499974</c:v>
              </c:pt>
              <c:pt idx="317">
                <c:v>1.5840754845499974</c:v>
              </c:pt>
              <c:pt idx="318">
                <c:v>1.5840754845499974</c:v>
              </c:pt>
              <c:pt idx="319">
                <c:v>1.5840754845499974</c:v>
              </c:pt>
              <c:pt idx="320">
                <c:v>1.5840754845499974</c:v>
              </c:pt>
              <c:pt idx="321">
                <c:v>1.5840754845499974</c:v>
              </c:pt>
              <c:pt idx="322">
                <c:v>1.5840754845499974</c:v>
              </c:pt>
              <c:pt idx="323">
                <c:v>1.5840754845499974</c:v>
              </c:pt>
              <c:pt idx="324">
                <c:v>1.5840754845499974</c:v>
              </c:pt>
              <c:pt idx="325">
                <c:v>1.5840754845499974</c:v>
              </c:pt>
              <c:pt idx="326">
                <c:v>1.5840754845499974</c:v>
              </c:pt>
              <c:pt idx="327">
                <c:v>1.5840754845499974</c:v>
              </c:pt>
              <c:pt idx="328">
                <c:v>1.5840754845499974</c:v>
              </c:pt>
              <c:pt idx="329">
                <c:v>1.5840754845499974</c:v>
              </c:pt>
              <c:pt idx="330">
                <c:v>1.5840754845499974</c:v>
              </c:pt>
              <c:pt idx="331">
                <c:v>1.5840754845499974</c:v>
              </c:pt>
              <c:pt idx="332">
                <c:v>1.5840754845499974</c:v>
              </c:pt>
              <c:pt idx="333">
                <c:v>1.5840754845499974</c:v>
              </c:pt>
              <c:pt idx="334">
                <c:v>1.5840754845499974</c:v>
              </c:pt>
              <c:pt idx="335">
                <c:v>1.5840754845499974</c:v>
              </c:pt>
              <c:pt idx="336">
                <c:v>1.5840754845499974</c:v>
              </c:pt>
              <c:pt idx="337">
                <c:v>1.5840754845499974</c:v>
              </c:pt>
              <c:pt idx="338">
                <c:v>1.5840754845499974</c:v>
              </c:pt>
              <c:pt idx="339">
                <c:v>1.5840754845499974</c:v>
              </c:pt>
              <c:pt idx="340">
                <c:v>1.5840754845499974</c:v>
              </c:pt>
              <c:pt idx="341">
                <c:v>1.5840754845499974</c:v>
              </c:pt>
              <c:pt idx="342">
                <c:v>1.5840754845499974</c:v>
              </c:pt>
              <c:pt idx="343">
                <c:v>1.5840754845499974</c:v>
              </c:pt>
              <c:pt idx="344">
                <c:v>1.5840754845499974</c:v>
              </c:pt>
              <c:pt idx="345">
                <c:v>1.5840754845499974</c:v>
              </c:pt>
              <c:pt idx="346">
                <c:v>1.5840754845499974</c:v>
              </c:pt>
              <c:pt idx="347">
                <c:v>1.5840754845499974</c:v>
              </c:pt>
              <c:pt idx="348">
                <c:v>1.5840754845499974</c:v>
              </c:pt>
              <c:pt idx="349">
                <c:v>1.5840754845499974</c:v>
              </c:pt>
              <c:pt idx="350">
                <c:v>1.5840754845499974</c:v>
              </c:pt>
              <c:pt idx="351">
                <c:v>1.5840754845499974</c:v>
              </c:pt>
              <c:pt idx="352">
                <c:v>1.5840754845499974</c:v>
              </c:pt>
              <c:pt idx="353">
                <c:v>1.5840754845499974</c:v>
              </c:pt>
              <c:pt idx="354">
                <c:v>1.5840754845499974</c:v>
              </c:pt>
              <c:pt idx="355">
                <c:v>1.5840754845499974</c:v>
              </c:pt>
              <c:pt idx="356">
                <c:v>1.5840754845499974</c:v>
              </c:pt>
              <c:pt idx="357">
                <c:v>1.5840754845499974</c:v>
              </c:pt>
              <c:pt idx="358">
                <c:v>1.5840754845499974</c:v>
              </c:pt>
              <c:pt idx="359">
                <c:v>1.5840754845499974</c:v>
              </c:pt>
              <c:pt idx="360">
                <c:v>1.5840754845499974</c:v>
              </c:pt>
              <c:pt idx="361">
                <c:v>1.5840754845499974</c:v>
              </c:pt>
              <c:pt idx="362">
                <c:v>1.5840754845499974</c:v>
              </c:pt>
              <c:pt idx="363">
                <c:v>1.5840754845499974</c:v>
              </c:pt>
              <c:pt idx="364">
                <c:v>1.5840754845499974</c:v>
              </c:pt>
              <c:pt idx="365">
                <c:v>1.5840754845499974</c:v>
              </c:pt>
              <c:pt idx="366">
                <c:v>1.5840754845499974</c:v>
              </c:pt>
              <c:pt idx="367">
                <c:v>1.5840754845499974</c:v>
              </c:pt>
              <c:pt idx="368">
                <c:v>1.5840754845499974</c:v>
              </c:pt>
              <c:pt idx="369">
                <c:v>1.5840754845499974</c:v>
              </c:pt>
              <c:pt idx="370">
                <c:v>1.5840754845499974</c:v>
              </c:pt>
              <c:pt idx="371">
                <c:v>1.5840754845499974</c:v>
              </c:pt>
              <c:pt idx="372">
                <c:v>1.5840754845499974</c:v>
              </c:pt>
              <c:pt idx="373">
                <c:v>1.5840754845499974</c:v>
              </c:pt>
              <c:pt idx="374">
                <c:v>1.5840754845499974</c:v>
              </c:pt>
              <c:pt idx="375">
                <c:v>1.5840754845499974</c:v>
              </c:pt>
              <c:pt idx="376">
                <c:v>1.5840754845499974</c:v>
              </c:pt>
              <c:pt idx="377">
                <c:v>1.5840754845499974</c:v>
              </c:pt>
              <c:pt idx="378">
                <c:v>1.5840754845499974</c:v>
              </c:pt>
              <c:pt idx="379">
                <c:v>1.5840754845499974</c:v>
              </c:pt>
              <c:pt idx="380">
                <c:v>1.5840754845499974</c:v>
              </c:pt>
              <c:pt idx="381">
                <c:v>1.5840754845499974</c:v>
              </c:pt>
              <c:pt idx="382">
                <c:v>1.5840754845499974</c:v>
              </c:pt>
              <c:pt idx="383">
                <c:v>1.5840754845499974</c:v>
              </c:pt>
              <c:pt idx="384">
                <c:v>1.5840754845499974</c:v>
              </c:pt>
              <c:pt idx="385">
                <c:v>1.5840754845499974</c:v>
              </c:pt>
              <c:pt idx="386">
                <c:v>1.5840754845499974</c:v>
              </c:pt>
              <c:pt idx="387">
                <c:v>1.5840754845499974</c:v>
              </c:pt>
              <c:pt idx="388">
                <c:v>1.5840754845499974</c:v>
              </c:pt>
              <c:pt idx="389">
                <c:v>1.5840754845499974</c:v>
              </c:pt>
              <c:pt idx="390">
                <c:v>1.5840754845499974</c:v>
              </c:pt>
              <c:pt idx="391">
                <c:v>1.5840754845499974</c:v>
              </c:pt>
              <c:pt idx="392">
                <c:v>1.5840754845499974</c:v>
              </c:pt>
              <c:pt idx="393">
                <c:v>1.5840754845499974</c:v>
              </c:pt>
              <c:pt idx="394">
                <c:v>1.5840754845499974</c:v>
              </c:pt>
              <c:pt idx="395">
                <c:v>1.5840754845499974</c:v>
              </c:pt>
              <c:pt idx="396">
                <c:v>1.5840754845499974</c:v>
              </c:pt>
              <c:pt idx="397">
                <c:v>1.5840754845499974</c:v>
              </c:pt>
              <c:pt idx="398">
                <c:v>1.5840754845499974</c:v>
              </c:pt>
              <c:pt idx="399">
                <c:v>1.5840754845499974</c:v>
              </c:pt>
              <c:pt idx="400">
                <c:v>1.5840754845499974</c:v>
              </c:pt>
              <c:pt idx="401">
                <c:v>1.5840754845499974</c:v>
              </c:pt>
              <c:pt idx="402">
                <c:v>1.5840754845499974</c:v>
              </c:pt>
              <c:pt idx="403">
                <c:v>1.5840754845499974</c:v>
              </c:pt>
              <c:pt idx="404">
                <c:v>1.5840754845499974</c:v>
              </c:pt>
              <c:pt idx="405">
                <c:v>1.5840754845499974</c:v>
              </c:pt>
              <c:pt idx="406">
                <c:v>1.5840754845499974</c:v>
              </c:pt>
              <c:pt idx="407">
                <c:v>1.5840754845499974</c:v>
              </c:pt>
              <c:pt idx="408">
                <c:v>1.5840754845499974</c:v>
              </c:pt>
              <c:pt idx="409">
                <c:v>1.5840754845499974</c:v>
              </c:pt>
              <c:pt idx="410">
                <c:v>1.5840754845499974</c:v>
              </c:pt>
              <c:pt idx="411">
                <c:v>1.5840754845499974</c:v>
              </c:pt>
              <c:pt idx="412">
                <c:v>1.5840754845499974</c:v>
              </c:pt>
              <c:pt idx="413">
                <c:v>1.5840754845499974</c:v>
              </c:pt>
              <c:pt idx="414">
                <c:v>1.5840754845499974</c:v>
              </c:pt>
              <c:pt idx="415">
                <c:v>1.5840754845499974</c:v>
              </c:pt>
              <c:pt idx="416">
                <c:v>1.5840754845499974</c:v>
              </c:pt>
              <c:pt idx="417">
                <c:v>1.5840754845499974</c:v>
              </c:pt>
              <c:pt idx="418">
                <c:v>1.5840754845499974</c:v>
              </c:pt>
              <c:pt idx="419">
                <c:v>1.5840754845499974</c:v>
              </c:pt>
              <c:pt idx="420">
                <c:v>1.5840754845499974</c:v>
              </c:pt>
              <c:pt idx="421">
                <c:v>1.5840754845499974</c:v>
              </c:pt>
              <c:pt idx="422">
                <c:v>1.5840754845499974</c:v>
              </c:pt>
              <c:pt idx="423">
                <c:v>1.5840754845499974</c:v>
              </c:pt>
              <c:pt idx="424">
                <c:v>1.5840754845499974</c:v>
              </c:pt>
              <c:pt idx="425">
                <c:v>1.5840754845499974</c:v>
              </c:pt>
              <c:pt idx="426">
                <c:v>1.5840754845499974</c:v>
              </c:pt>
              <c:pt idx="427">
                <c:v>1.5840754845499974</c:v>
              </c:pt>
              <c:pt idx="428">
                <c:v>1.5840754845499974</c:v>
              </c:pt>
              <c:pt idx="429">
                <c:v>1.5840754845499974</c:v>
              </c:pt>
              <c:pt idx="430">
                <c:v>1.5840754845499974</c:v>
              </c:pt>
              <c:pt idx="431">
                <c:v>1.5840754845499974</c:v>
              </c:pt>
              <c:pt idx="432">
                <c:v>1.5840754845499974</c:v>
              </c:pt>
              <c:pt idx="433">
                <c:v>1.5840754845499974</c:v>
              </c:pt>
              <c:pt idx="434">
                <c:v>1.5840754845499974</c:v>
              </c:pt>
              <c:pt idx="435">
                <c:v>1.5840754845499974</c:v>
              </c:pt>
              <c:pt idx="436">
                <c:v>1.5840754845499974</c:v>
              </c:pt>
              <c:pt idx="437">
                <c:v>1.5840754845499974</c:v>
              </c:pt>
              <c:pt idx="438">
                <c:v>1.5840754845499974</c:v>
              </c:pt>
              <c:pt idx="439">
                <c:v>1.5840754845499974</c:v>
              </c:pt>
              <c:pt idx="440">
                <c:v>1.5840754845499974</c:v>
              </c:pt>
              <c:pt idx="441">
                <c:v>1.5840754845499974</c:v>
              </c:pt>
              <c:pt idx="442">
                <c:v>1.5840754845499974</c:v>
              </c:pt>
              <c:pt idx="443">
                <c:v>1.5840754845499974</c:v>
              </c:pt>
              <c:pt idx="444">
                <c:v>1.5840754845499974</c:v>
              </c:pt>
              <c:pt idx="445">
                <c:v>1.5840754845499974</c:v>
              </c:pt>
              <c:pt idx="446">
                <c:v>1.5840754845499974</c:v>
              </c:pt>
              <c:pt idx="447">
                <c:v>1.5840754845499974</c:v>
              </c:pt>
              <c:pt idx="448">
                <c:v>1.5840754845499974</c:v>
              </c:pt>
              <c:pt idx="449">
                <c:v>1.5840754845499974</c:v>
              </c:pt>
            </c:numLit>
          </c:yVal>
          <c:smooth val="0"/>
        </c:ser>
        <c:ser>
          <c:idx val="9"/>
          <c:order val="9"/>
          <c:tx>
            <c:v>Same order, optimal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009E73"/>
              </a:solidFill>
            </c:spPr>
          </c:marker>
          <c:xVal>
            <c:numLit>
              <c:formatCode>General</c:formatCode>
              <c:ptCount val="450"/>
              <c:pt idx="0">
                <c:v>58.65915627305822</c:v>
              </c:pt>
              <c:pt idx="1">
                <c:v>58.65915627305822</c:v>
              </c:pt>
              <c:pt idx="2">
                <c:v>58.65915627305822</c:v>
              </c:pt>
              <c:pt idx="3">
                <c:v>58.65915627305822</c:v>
              </c:pt>
              <c:pt idx="4">
                <c:v>58.65915627305822</c:v>
              </c:pt>
              <c:pt idx="5">
                <c:v>58.65915627305822</c:v>
              </c:pt>
              <c:pt idx="6">
                <c:v>58.65915627305822</c:v>
              </c:pt>
              <c:pt idx="7">
                <c:v>58.65915627305822</c:v>
              </c:pt>
              <c:pt idx="8">
                <c:v>58.65915627305822</c:v>
              </c:pt>
              <c:pt idx="9">
                <c:v>58.65915627305822</c:v>
              </c:pt>
              <c:pt idx="10">
                <c:v>58.65915627305822</c:v>
              </c:pt>
              <c:pt idx="11">
                <c:v>58.65915627305822</c:v>
              </c:pt>
              <c:pt idx="12">
                <c:v>58.65915627305822</c:v>
              </c:pt>
              <c:pt idx="13">
                <c:v>58.65915627305822</c:v>
              </c:pt>
              <c:pt idx="14">
                <c:v>58.65915627305822</c:v>
              </c:pt>
              <c:pt idx="15">
                <c:v>58.65915627305822</c:v>
              </c:pt>
              <c:pt idx="16">
                <c:v>58.65915627305822</c:v>
              </c:pt>
              <c:pt idx="17">
                <c:v>58.65915627305822</c:v>
              </c:pt>
              <c:pt idx="18">
                <c:v>58.65915627305822</c:v>
              </c:pt>
              <c:pt idx="19">
                <c:v>58.65915627305822</c:v>
              </c:pt>
              <c:pt idx="20">
                <c:v>58.65915627305822</c:v>
              </c:pt>
              <c:pt idx="21">
                <c:v>58.65915627305822</c:v>
              </c:pt>
              <c:pt idx="22">
                <c:v>58.65915627305822</c:v>
              </c:pt>
              <c:pt idx="23">
                <c:v>58.65915627305822</c:v>
              </c:pt>
              <c:pt idx="24">
                <c:v>58.65915627305822</c:v>
              </c:pt>
              <c:pt idx="25">
                <c:v>58.65915627305822</c:v>
              </c:pt>
              <c:pt idx="26">
                <c:v>58.65915627305822</c:v>
              </c:pt>
              <c:pt idx="27">
                <c:v>58.65915627305822</c:v>
              </c:pt>
              <c:pt idx="28">
                <c:v>58.65915627305822</c:v>
              </c:pt>
              <c:pt idx="29">
                <c:v>58.65915627305822</c:v>
              </c:pt>
              <c:pt idx="30">
                <c:v>58.65915627305822</c:v>
              </c:pt>
              <c:pt idx="31">
                <c:v>58.65915627305822</c:v>
              </c:pt>
              <c:pt idx="32">
                <c:v>58.65915627305822</c:v>
              </c:pt>
              <c:pt idx="33">
                <c:v>58.65915627305822</c:v>
              </c:pt>
              <c:pt idx="34">
                <c:v>58.65915627305822</c:v>
              </c:pt>
              <c:pt idx="35">
                <c:v>58.65915627305822</c:v>
              </c:pt>
              <c:pt idx="36">
                <c:v>58.65915627305822</c:v>
              </c:pt>
              <c:pt idx="37">
                <c:v>58.65915627305822</c:v>
              </c:pt>
              <c:pt idx="38">
                <c:v>58.65915627305822</c:v>
              </c:pt>
              <c:pt idx="39">
                <c:v>58.65915627305822</c:v>
              </c:pt>
              <c:pt idx="40">
                <c:v>58.65915627305822</c:v>
              </c:pt>
              <c:pt idx="41">
                <c:v>58.65915627305822</c:v>
              </c:pt>
              <c:pt idx="42">
                <c:v>58.65915627305822</c:v>
              </c:pt>
              <c:pt idx="43">
                <c:v>58.65915627305822</c:v>
              </c:pt>
              <c:pt idx="44">
                <c:v>58.65915627305822</c:v>
              </c:pt>
              <c:pt idx="45">
                <c:v>58.65915627305822</c:v>
              </c:pt>
              <c:pt idx="46">
                <c:v>58.65915627305822</c:v>
              </c:pt>
              <c:pt idx="47">
                <c:v>58.65915627305822</c:v>
              </c:pt>
              <c:pt idx="48">
                <c:v>58.65915627305822</c:v>
              </c:pt>
              <c:pt idx="49">
                <c:v>58.65915627305822</c:v>
              </c:pt>
              <c:pt idx="50">
                <c:v>58.65915627305822</c:v>
              </c:pt>
              <c:pt idx="51">
                <c:v>58.65915627305822</c:v>
              </c:pt>
              <c:pt idx="52">
                <c:v>58.65915627305822</c:v>
              </c:pt>
              <c:pt idx="53">
                <c:v>58.65915627305822</c:v>
              </c:pt>
              <c:pt idx="54">
                <c:v>58.65915627305822</c:v>
              </c:pt>
              <c:pt idx="55">
                <c:v>58.65915627305822</c:v>
              </c:pt>
              <c:pt idx="56">
                <c:v>58.65915627305822</c:v>
              </c:pt>
              <c:pt idx="57">
                <c:v>58.65915627305822</c:v>
              </c:pt>
              <c:pt idx="58">
                <c:v>58.65915627305822</c:v>
              </c:pt>
              <c:pt idx="59">
                <c:v>58.65915627305822</c:v>
              </c:pt>
              <c:pt idx="60">
                <c:v>58.65915627305822</c:v>
              </c:pt>
              <c:pt idx="61">
                <c:v>58.65915627305822</c:v>
              </c:pt>
              <c:pt idx="62">
                <c:v>58.65915627305822</c:v>
              </c:pt>
              <c:pt idx="63">
                <c:v>58.65915627305822</c:v>
              </c:pt>
              <c:pt idx="64">
                <c:v>58.65915627305822</c:v>
              </c:pt>
              <c:pt idx="65">
                <c:v>58.65915627305822</c:v>
              </c:pt>
              <c:pt idx="66">
                <c:v>58.65915627305822</c:v>
              </c:pt>
              <c:pt idx="67">
                <c:v>58.65915627305822</c:v>
              </c:pt>
              <c:pt idx="68">
                <c:v>58.65915627305822</c:v>
              </c:pt>
              <c:pt idx="69">
                <c:v>58.65915627305822</c:v>
              </c:pt>
              <c:pt idx="70">
                <c:v>58.65915627305822</c:v>
              </c:pt>
              <c:pt idx="71">
                <c:v>58.65915627305822</c:v>
              </c:pt>
              <c:pt idx="72">
                <c:v>58.65915627305822</c:v>
              </c:pt>
              <c:pt idx="73">
                <c:v>58.65915627305822</c:v>
              </c:pt>
              <c:pt idx="74">
                <c:v>58.65915627305822</c:v>
              </c:pt>
              <c:pt idx="75">
                <c:v>58.65915627305822</c:v>
              </c:pt>
              <c:pt idx="76">
                <c:v>58.65915627305822</c:v>
              </c:pt>
              <c:pt idx="77">
                <c:v>58.65915627305822</c:v>
              </c:pt>
              <c:pt idx="78">
                <c:v>58.65915627305822</c:v>
              </c:pt>
              <c:pt idx="79">
                <c:v>58.65915627305822</c:v>
              </c:pt>
              <c:pt idx="80">
                <c:v>58.65915627305822</c:v>
              </c:pt>
              <c:pt idx="81">
                <c:v>58.65915627305822</c:v>
              </c:pt>
              <c:pt idx="82">
                <c:v>58.65915627305822</c:v>
              </c:pt>
              <c:pt idx="83">
                <c:v>58.65915627305822</c:v>
              </c:pt>
              <c:pt idx="84">
                <c:v>58.65915627305822</c:v>
              </c:pt>
              <c:pt idx="85">
                <c:v>58.65915627305822</c:v>
              </c:pt>
              <c:pt idx="86">
                <c:v>58.65915627305822</c:v>
              </c:pt>
              <c:pt idx="87">
                <c:v>58.65915627305822</c:v>
              </c:pt>
              <c:pt idx="88">
                <c:v>58.65915627305822</c:v>
              </c:pt>
              <c:pt idx="89">
                <c:v>58.65915627305822</c:v>
              </c:pt>
              <c:pt idx="90">
                <c:v>58.65915627305822</c:v>
              </c:pt>
              <c:pt idx="91">
                <c:v>58.65915627305822</c:v>
              </c:pt>
              <c:pt idx="92">
                <c:v>58.65915627305822</c:v>
              </c:pt>
              <c:pt idx="93">
                <c:v>58.65915627305822</c:v>
              </c:pt>
              <c:pt idx="94">
                <c:v>58.65915627305822</c:v>
              </c:pt>
              <c:pt idx="95">
                <c:v>58.65915627305822</c:v>
              </c:pt>
              <c:pt idx="96">
                <c:v>58.65915627305822</c:v>
              </c:pt>
              <c:pt idx="97">
                <c:v>58.65915627305822</c:v>
              </c:pt>
              <c:pt idx="98">
                <c:v>58.65915627305822</c:v>
              </c:pt>
              <c:pt idx="99">
                <c:v>58.65915627305822</c:v>
              </c:pt>
              <c:pt idx="100">
                <c:v>58.65915627305822</c:v>
              </c:pt>
              <c:pt idx="101">
                <c:v>58.65915627305822</c:v>
              </c:pt>
              <c:pt idx="102">
                <c:v>58.65915627305822</c:v>
              </c:pt>
              <c:pt idx="103">
                <c:v>58.65915627305822</c:v>
              </c:pt>
              <c:pt idx="104">
                <c:v>58.65915627305822</c:v>
              </c:pt>
              <c:pt idx="105">
                <c:v>58.65915627305822</c:v>
              </c:pt>
              <c:pt idx="106">
                <c:v>58.65915627305822</c:v>
              </c:pt>
              <c:pt idx="107">
                <c:v>58.65915627305822</c:v>
              </c:pt>
              <c:pt idx="108">
                <c:v>58.65915627305822</c:v>
              </c:pt>
              <c:pt idx="109">
                <c:v>58.65915627305822</c:v>
              </c:pt>
              <c:pt idx="110">
                <c:v>58.65915627305822</c:v>
              </c:pt>
              <c:pt idx="111">
                <c:v>58.65915627305822</c:v>
              </c:pt>
              <c:pt idx="112">
                <c:v>58.65915627305822</c:v>
              </c:pt>
              <c:pt idx="113">
                <c:v>58.65915627305822</c:v>
              </c:pt>
              <c:pt idx="114">
                <c:v>58.65915627305822</c:v>
              </c:pt>
              <c:pt idx="115">
                <c:v>58.65915627305822</c:v>
              </c:pt>
              <c:pt idx="116">
                <c:v>58.65915627305822</c:v>
              </c:pt>
              <c:pt idx="117">
                <c:v>58.65915627305822</c:v>
              </c:pt>
              <c:pt idx="118">
                <c:v>58.65915627305822</c:v>
              </c:pt>
              <c:pt idx="119">
                <c:v>58.65915627305822</c:v>
              </c:pt>
              <c:pt idx="120">
                <c:v>58.65915627305822</c:v>
              </c:pt>
              <c:pt idx="121">
                <c:v>58.65915627305822</c:v>
              </c:pt>
              <c:pt idx="122">
                <c:v>58.65915627305822</c:v>
              </c:pt>
              <c:pt idx="123">
                <c:v>58.65915627305822</c:v>
              </c:pt>
              <c:pt idx="124">
                <c:v>58.65915627305822</c:v>
              </c:pt>
              <c:pt idx="125">
                <c:v>58.65915627305822</c:v>
              </c:pt>
              <c:pt idx="126">
                <c:v>58.65915627305822</c:v>
              </c:pt>
              <c:pt idx="127">
                <c:v>58.65915627305822</c:v>
              </c:pt>
              <c:pt idx="128">
                <c:v>58.65915627305822</c:v>
              </c:pt>
              <c:pt idx="129">
                <c:v>58.65915627305822</c:v>
              </c:pt>
              <c:pt idx="130">
                <c:v>58.65915627305822</c:v>
              </c:pt>
              <c:pt idx="131">
                <c:v>58.65915627305822</c:v>
              </c:pt>
              <c:pt idx="132">
                <c:v>58.65915627305822</c:v>
              </c:pt>
              <c:pt idx="133">
                <c:v>58.65915627305822</c:v>
              </c:pt>
              <c:pt idx="134">
                <c:v>58.65915627305822</c:v>
              </c:pt>
              <c:pt idx="135">
                <c:v>58.65915627305822</c:v>
              </c:pt>
              <c:pt idx="136">
                <c:v>58.65915627305822</c:v>
              </c:pt>
              <c:pt idx="137">
                <c:v>58.65915627305822</c:v>
              </c:pt>
              <c:pt idx="138">
                <c:v>58.65915627305822</c:v>
              </c:pt>
              <c:pt idx="139">
                <c:v>58.65915627305822</c:v>
              </c:pt>
              <c:pt idx="140">
                <c:v>58.65915627305822</c:v>
              </c:pt>
              <c:pt idx="141">
                <c:v>58.65915627305822</c:v>
              </c:pt>
              <c:pt idx="142">
                <c:v>58.65915627305822</c:v>
              </c:pt>
              <c:pt idx="143">
                <c:v>58.65915627305822</c:v>
              </c:pt>
              <c:pt idx="144">
                <c:v>58.65915627305822</c:v>
              </c:pt>
              <c:pt idx="145">
                <c:v>58.65915627305822</c:v>
              </c:pt>
              <c:pt idx="146">
                <c:v>58.65915627305822</c:v>
              </c:pt>
              <c:pt idx="147">
                <c:v>58.65915627305822</c:v>
              </c:pt>
              <c:pt idx="148">
                <c:v>58.65915627305822</c:v>
              </c:pt>
              <c:pt idx="149">
                <c:v>58.65915627305822</c:v>
              </c:pt>
              <c:pt idx="150">
                <c:v>58.65915627305822</c:v>
              </c:pt>
              <c:pt idx="151">
                <c:v>58.65915627305822</c:v>
              </c:pt>
              <c:pt idx="152">
                <c:v>58.65915627305822</c:v>
              </c:pt>
              <c:pt idx="153">
                <c:v>58.65915627305822</c:v>
              </c:pt>
              <c:pt idx="154">
                <c:v>58.65915627305822</c:v>
              </c:pt>
              <c:pt idx="155">
                <c:v>58.65915627305822</c:v>
              </c:pt>
              <c:pt idx="156">
                <c:v>58.65915627305822</c:v>
              </c:pt>
              <c:pt idx="157">
                <c:v>58.65915627305822</c:v>
              </c:pt>
              <c:pt idx="158">
                <c:v>58.65915627305822</c:v>
              </c:pt>
              <c:pt idx="159">
                <c:v>58.65915627305822</c:v>
              </c:pt>
              <c:pt idx="160">
                <c:v>58.65915627305822</c:v>
              </c:pt>
              <c:pt idx="161">
                <c:v>58.65915627305822</c:v>
              </c:pt>
              <c:pt idx="162">
                <c:v>58.65915627305822</c:v>
              </c:pt>
              <c:pt idx="163">
                <c:v>58.65915627305822</c:v>
              </c:pt>
              <c:pt idx="164">
                <c:v>58.65915627305822</c:v>
              </c:pt>
              <c:pt idx="165">
                <c:v>58.65915627305822</c:v>
              </c:pt>
              <c:pt idx="166">
                <c:v>58.65915627305822</c:v>
              </c:pt>
              <c:pt idx="167">
                <c:v>58.65915627305822</c:v>
              </c:pt>
              <c:pt idx="168">
                <c:v>58.65915627305822</c:v>
              </c:pt>
              <c:pt idx="169">
                <c:v>58.65915627305822</c:v>
              </c:pt>
              <c:pt idx="170">
                <c:v>58.65915627305822</c:v>
              </c:pt>
              <c:pt idx="171">
                <c:v>58.65915627305822</c:v>
              </c:pt>
              <c:pt idx="172">
                <c:v>58.65915627305822</c:v>
              </c:pt>
              <c:pt idx="173">
                <c:v>58.65915627305822</c:v>
              </c:pt>
              <c:pt idx="174">
                <c:v>58.65915627305822</c:v>
              </c:pt>
              <c:pt idx="175">
                <c:v>58.65915627305822</c:v>
              </c:pt>
              <c:pt idx="176">
                <c:v>58.65915627305822</c:v>
              </c:pt>
              <c:pt idx="177">
                <c:v>58.65915627305822</c:v>
              </c:pt>
              <c:pt idx="178">
                <c:v>58.65915627305822</c:v>
              </c:pt>
              <c:pt idx="179">
                <c:v>58.65915627305822</c:v>
              </c:pt>
              <c:pt idx="180">
                <c:v>58.65915627305822</c:v>
              </c:pt>
              <c:pt idx="181">
                <c:v>58.65915627305822</c:v>
              </c:pt>
              <c:pt idx="182">
                <c:v>58.65915627305822</c:v>
              </c:pt>
              <c:pt idx="183">
                <c:v>58.65915627305822</c:v>
              </c:pt>
              <c:pt idx="184">
                <c:v>58.65915627305822</c:v>
              </c:pt>
              <c:pt idx="185">
                <c:v>58.65915627305822</c:v>
              </c:pt>
              <c:pt idx="186">
                <c:v>58.65915627305822</c:v>
              </c:pt>
              <c:pt idx="187">
                <c:v>58.65915627305822</c:v>
              </c:pt>
              <c:pt idx="188">
                <c:v>58.65915627305822</c:v>
              </c:pt>
              <c:pt idx="189">
                <c:v>58.65915627305822</c:v>
              </c:pt>
              <c:pt idx="190">
                <c:v>58.65915627305822</c:v>
              </c:pt>
              <c:pt idx="191">
                <c:v>58.65915627305822</c:v>
              </c:pt>
              <c:pt idx="192">
                <c:v>58.65915627305822</c:v>
              </c:pt>
              <c:pt idx="193">
                <c:v>58.65915627305822</c:v>
              </c:pt>
              <c:pt idx="194">
                <c:v>58.65915627305822</c:v>
              </c:pt>
              <c:pt idx="195">
                <c:v>58.65915627305822</c:v>
              </c:pt>
              <c:pt idx="196">
                <c:v>58.65915627305822</c:v>
              </c:pt>
              <c:pt idx="197">
                <c:v>58.65915627305822</c:v>
              </c:pt>
              <c:pt idx="198">
                <c:v>58.65915627305822</c:v>
              </c:pt>
              <c:pt idx="199">
                <c:v>58.65915627305822</c:v>
              </c:pt>
              <c:pt idx="200">
                <c:v>58.65915627305822</c:v>
              </c:pt>
              <c:pt idx="201">
                <c:v>58.65915627305822</c:v>
              </c:pt>
              <c:pt idx="202">
                <c:v>58.65915627305822</c:v>
              </c:pt>
              <c:pt idx="203">
                <c:v>58.65915627305822</c:v>
              </c:pt>
              <c:pt idx="204">
                <c:v>58.65915627305822</c:v>
              </c:pt>
              <c:pt idx="205">
                <c:v>58.65915627305822</c:v>
              </c:pt>
              <c:pt idx="206">
                <c:v>58.65915627305822</c:v>
              </c:pt>
              <c:pt idx="207">
                <c:v>58.65915627305822</c:v>
              </c:pt>
              <c:pt idx="208">
                <c:v>58.65915627305822</c:v>
              </c:pt>
              <c:pt idx="209">
                <c:v>58.65915627305822</c:v>
              </c:pt>
              <c:pt idx="210">
                <c:v>58.65915627305822</c:v>
              </c:pt>
              <c:pt idx="211">
                <c:v>58.65915627305822</c:v>
              </c:pt>
              <c:pt idx="212">
                <c:v>58.65915627305822</c:v>
              </c:pt>
              <c:pt idx="213">
                <c:v>58.65915627305822</c:v>
              </c:pt>
              <c:pt idx="214">
                <c:v>58.65915627305822</c:v>
              </c:pt>
              <c:pt idx="215">
                <c:v>58.65915627305822</c:v>
              </c:pt>
              <c:pt idx="216">
                <c:v>58.65915627305822</c:v>
              </c:pt>
              <c:pt idx="217">
                <c:v>58.65915627305822</c:v>
              </c:pt>
              <c:pt idx="218">
                <c:v>58.65915627305822</c:v>
              </c:pt>
              <c:pt idx="219">
                <c:v>58.65915627305822</c:v>
              </c:pt>
              <c:pt idx="220">
                <c:v>58.65915627305822</c:v>
              </c:pt>
              <c:pt idx="221">
                <c:v>58.65915627305822</c:v>
              </c:pt>
              <c:pt idx="222">
                <c:v>58.65915627305822</c:v>
              </c:pt>
              <c:pt idx="223">
                <c:v>58.65915627305822</c:v>
              </c:pt>
              <c:pt idx="224">
                <c:v>58.65915627305822</c:v>
              </c:pt>
              <c:pt idx="225">
                <c:v>58.65915627305822</c:v>
              </c:pt>
              <c:pt idx="226">
                <c:v>58.65915627305822</c:v>
              </c:pt>
              <c:pt idx="227">
                <c:v>58.65915627305822</c:v>
              </c:pt>
              <c:pt idx="228">
                <c:v>58.65915627305822</c:v>
              </c:pt>
              <c:pt idx="229">
                <c:v>58.65915627305822</c:v>
              </c:pt>
              <c:pt idx="230">
                <c:v>58.65915627305822</c:v>
              </c:pt>
              <c:pt idx="231">
                <c:v>58.65915627305822</c:v>
              </c:pt>
              <c:pt idx="232">
                <c:v>58.65915627305822</c:v>
              </c:pt>
              <c:pt idx="233">
                <c:v>58.65915627305822</c:v>
              </c:pt>
              <c:pt idx="234">
                <c:v>58.65915627305822</c:v>
              </c:pt>
              <c:pt idx="235">
                <c:v>58.65915627305822</c:v>
              </c:pt>
              <c:pt idx="236">
                <c:v>58.65915627305822</c:v>
              </c:pt>
              <c:pt idx="237">
                <c:v>58.65915627305822</c:v>
              </c:pt>
              <c:pt idx="238">
                <c:v>58.65915627305822</c:v>
              </c:pt>
              <c:pt idx="239">
                <c:v>58.65915627305822</c:v>
              </c:pt>
              <c:pt idx="240">
                <c:v>58.65915627305822</c:v>
              </c:pt>
              <c:pt idx="241">
                <c:v>58.65915627305822</c:v>
              </c:pt>
              <c:pt idx="242">
                <c:v>58.65915627305822</c:v>
              </c:pt>
              <c:pt idx="243">
                <c:v>58.65915627305822</c:v>
              </c:pt>
              <c:pt idx="244">
                <c:v>58.65915627305822</c:v>
              </c:pt>
              <c:pt idx="245">
                <c:v>58.65915627305822</c:v>
              </c:pt>
              <c:pt idx="246">
                <c:v>58.65915627305822</c:v>
              </c:pt>
              <c:pt idx="247">
                <c:v>58.65915627305822</c:v>
              </c:pt>
              <c:pt idx="248">
                <c:v>58.65915627305822</c:v>
              </c:pt>
              <c:pt idx="249">
                <c:v>58.65915627305822</c:v>
              </c:pt>
              <c:pt idx="250">
                <c:v>58.65915627305822</c:v>
              </c:pt>
              <c:pt idx="251">
                <c:v>58.65915627305822</c:v>
              </c:pt>
              <c:pt idx="252">
                <c:v>58.65915627305822</c:v>
              </c:pt>
              <c:pt idx="253">
                <c:v>58.65915627305822</c:v>
              </c:pt>
              <c:pt idx="254">
                <c:v>58.65915627305822</c:v>
              </c:pt>
              <c:pt idx="255">
                <c:v>58.65915627305822</c:v>
              </c:pt>
              <c:pt idx="256">
                <c:v>58.65915627305822</c:v>
              </c:pt>
              <c:pt idx="257">
                <c:v>58.65915627305822</c:v>
              </c:pt>
              <c:pt idx="258">
                <c:v>58.65915627305822</c:v>
              </c:pt>
              <c:pt idx="259">
                <c:v>58.65915627305822</c:v>
              </c:pt>
              <c:pt idx="260">
                <c:v>58.65915627305822</c:v>
              </c:pt>
              <c:pt idx="261">
                <c:v>58.65915627305822</c:v>
              </c:pt>
              <c:pt idx="262">
                <c:v>58.65915627305822</c:v>
              </c:pt>
              <c:pt idx="263">
                <c:v>58.65915627305822</c:v>
              </c:pt>
              <c:pt idx="264">
                <c:v>58.65915627305822</c:v>
              </c:pt>
              <c:pt idx="265">
                <c:v>58.65915627305822</c:v>
              </c:pt>
              <c:pt idx="266">
                <c:v>58.65915627305822</c:v>
              </c:pt>
              <c:pt idx="267">
                <c:v>58.65915627305822</c:v>
              </c:pt>
              <c:pt idx="268">
                <c:v>58.65915627305822</c:v>
              </c:pt>
              <c:pt idx="269">
                <c:v>58.65915627305822</c:v>
              </c:pt>
              <c:pt idx="270">
                <c:v>58.65915627305822</c:v>
              </c:pt>
              <c:pt idx="271">
                <c:v>58.65915627305822</c:v>
              </c:pt>
              <c:pt idx="272">
                <c:v>58.65915627305822</c:v>
              </c:pt>
              <c:pt idx="273">
                <c:v>58.65915627305822</c:v>
              </c:pt>
              <c:pt idx="274">
                <c:v>58.65915627305822</c:v>
              </c:pt>
              <c:pt idx="275">
                <c:v>58.65915627305822</c:v>
              </c:pt>
              <c:pt idx="276">
                <c:v>58.65915627305822</c:v>
              </c:pt>
              <c:pt idx="277">
                <c:v>58.65915627305822</c:v>
              </c:pt>
              <c:pt idx="278">
                <c:v>58.65915627305822</c:v>
              </c:pt>
              <c:pt idx="279">
                <c:v>58.65915627305822</c:v>
              </c:pt>
              <c:pt idx="280">
                <c:v>58.65915627305822</c:v>
              </c:pt>
              <c:pt idx="281">
                <c:v>58.65915627305822</c:v>
              </c:pt>
              <c:pt idx="282">
                <c:v>58.65915627305822</c:v>
              </c:pt>
              <c:pt idx="283">
                <c:v>58.65915627305822</c:v>
              </c:pt>
              <c:pt idx="284">
                <c:v>58.65915627305822</c:v>
              </c:pt>
              <c:pt idx="285">
                <c:v>58.65915627305822</c:v>
              </c:pt>
              <c:pt idx="286">
                <c:v>58.65915627305822</c:v>
              </c:pt>
              <c:pt idx="287">
                <c:v>58.65915627305822</c:v>
              </c:pt>
              <c:pt idx="288">
                <c:v>58.65915627305822</c:v>
              </c:pt>
              <c:pt idx="289">
                <c:v>58.65915627305822</c:v>
              </c:pt>
              <c:pt idx="290">
                <c:v>58.65915627305822</c:v>
              </c:pt>
              <c:pt idx="291">
                <c:v>58.65915627305822</c:v>
              </c:pt>
              <c:pt idx="292">
                <c:v>58.65915627305822</c:v>
              </c:pt>
              <c:pt idx="293">
                <c:v>58.65915627305822</c:v>
              </c:pt>
              <c:pt idx="294">
                <c:v>58.65915627305822</c:v>
              </c:pt>
              <c:pt idx="295">
                <c:v>58.65915627305822</c:v>
              </c:pt>
              <c:pt idx="296">
                <c:v>58.65915627305822</c:v>
              </c:pt>
              <c:pt idx="297">
                <c:v>58.65915627305822</c:v>
              </c:pt>
              <c:pt idx="298">
                <c:v>58.65915627305822</c:v>
              </c:pt>
              <c:pt idx="299">
                <c:v>58.65915627305822</c:v>
              </c:pt>
              <c:pt idx="300">
                <c:v>58.65915627305822</c:v>
              </c:pt>
              <c:pt idx="301">
                <c:v>58.65915627305822</c:v>
              </c:pt>
              <c:pt idx="302">
                <c:v>58.65915627305822</c:v>
              </c:pt>
              <c:pt idx="303">
                <c:v>58.65915627305822</c:v>
              </c:pt>
              <c:pt idx="304">
                <c:v>58.65915627305822</c:v>
              </c:pt>
              <c:pt idx="305">
                <c:v>58.65915627305822</c:v>
              </c:pt>
              <c:pt idx="306">
                <c:v>58.65915627305822</c:v>
              </c:pt>
              <c:pt idx="307">
                <c:v>58.65915627305822</c:v>
              </c:pt>
              <c:pt idx="308">
                <c:v>58.65915627305822</c:v>
              </c:pt>
              <c:pt idx="309">
                <c:v>58.65915627305822</c:v>
              </c:pt>
              <c:pt idx="310">
                <c:v>58.65915627305822</c:v>
              </c:pt>
              <c:pt idx="311">
                <c:v>58.65915627305822</c:v>
              </c:pt>
              <c:pt idx="312">
                <c:v>58.65915627305822</c:v>
              </c:pt>
              <c:pt idx="313">
                <c:v>58.65915627305822</c:v>
              </c:pt>
              <c:pt idx="314">
                <c:v>58.65915627305822</c:v>
              </c:pt>
              <c:pt idx="315">
                <c:v>58.65915627305822</c:v>
              </c:pt>
              <c:pt idx="316">
                <c:v>58.65915627305822</c:v>
              </c:pt>
              <c:pt idx="317">
                <c:v>58.65915627305822</c:v>
              </c:pt>
              <c:pt idx="318">
                <c:v>58.65915627305822</c:v>
              </c:pt>
              <c:pt idx="319">
                <c:v>58.65915627305822</c:v>
              </c:pt>
              <c:pt idx="320">
                <c:v>58.65915627305822</c:v>
              </c:pt>
              <c:pt idx="321">
                <c:v>58.65915627305822</c:v>
              </c:pt>
              <c:pt idx="322">
                <c:v>58.65915627305822</c:v>
              </c:pt>
              <c:pt idx="323">
                <c:v>58.65915627305822</c:v>
              </c:pt>
              <c:pt idx="324">
                <c:v>58.65915627305822</c:v>
              </c:pt>
              <c:pt idx="325">
                <c:v>58.65915627305822</c:v>
              </c:pt>
              <c:pt idx="326">
                <c:v>58.65915627305822</c:v>
              </c:pt>
              <c:pt idx="327">
                <c:v>58.65915627305822</c:v>
              </c:pt>
              <c:pt idx="328">
                <c:v>58.65915627305822</c:v>
              </c:pt>
              <c:pt idx="329">
                <c:v>58.65915627305822</c:v>
              </c:pt>
              <c:pt idx="330">
                <c:v>58.65915627305822</c:v>
              </c:pt>
              <c:pt idx="331">
                <c:v>58.65915627305822</c:v>
              </c:pt>
              <c:pt idx="332">
                <c:v>58.65915627305822</c:v>
              </c:pt>
              <c:pt idx="333">
                <c:v>58.65915627305822</c:v>
              </c:pt>
              <c:pt idx="334">
                <c:v>58.65915627305822</c:v>
              </c:pt>
              <c:pt idx="335">
                <c:v>58.65915627305822</c:v>
              </c:pt>
              <c:pt idx="336">
                <c:v>58.65915627305822</c:v>
              </c:pt>
              <c:pt idx="337">
                <c:v>58.65915627305822</c:v>
              </c:pt>
              <c:pt idx="338">
                <c:v>58.65915627305822</c:v>
              </c:pt>
              <c:pt idx="339">
                <c:v>58.65915627305822</c:v>
              </c:pt>
              <c:pt idx="340">
                <c:v>58.65915627305822</c:v>
              </c:pt>
              <c:pt idx="341">
                <c:v>58.65915627305822</c:v>
              </c:pt>
              <c:pt idx="342">
                <c:v>58.65915627305822</c:v>
              </c:pt>
              <c:pt idx="343">
                <c:v>58.65915627305822</c:v>
              </c:pt>
              <c:pt idx="344">
                <c:v>58.65915627305822</c:v>
              </c:pt>
              <c:pt idx="345">
                <c:v>58.65915627305822</c:v>
              </c:pt>
              <c:pt idx="346">
                <c:v>58.65915627305822</c:v>
              </c:pt>
              <c:pt idx="347">
                <c:v>58.65915627305822</c:v>
              </c:pt>
              <c:pt idx="348">
                <c:v>58.65915627305822</c:v>
              </c:pt>
              <c:pt idx="349">
                <c:v>58.65915627305822</c:v>
              </c:pt>
              <c:pt idx="350">
                <c:v>58.65915627305822</c:v>
              </c:pt>
              <c:pt idx="351">
                <c:v>58.65915627305822</c:v>
              </c:pt>
              <c:pt idx="352">
                <c:v>58.65915627305822</c:v>
              </c:pt>
              <c:pt idx="353">
                <c:v>58.65915627305822</c:v>
              </c:pt>
              <c:pt idx="354">
                <c:v>58.65915627305822</c:v>
              </c:pt>
              <c:pt idx="355">
                <c:v>58.65915627305822</c:v>
              </c:pt>
              <c:pt idx="356">
                <c:v>58.65915627305822</c:v>
              </c:pt>
              <c:pt idx="357">
                <c:v>58.65915627305822</c:v>
              </c:pt>
              <c:pt idx="358">
                <c:v>58.65915627305822</c:v>
              </c:pt>
              <c:pt idx="359">
                <c:v>58.65915627305822</c:v>
              </c:pt>
              <c:pt idx="360">
                <c:v>58.65915627305822</c:v>
              </c:pt>
              <c:pt idx="361">
                <c:v>58.65915627305822</c:v>
              </c:pt>
              <c:pt idx="362">
                <c:v>58.65915627305822</c:v>
              </c:pt>
              <c:pt idx="363">
                <c:v>58.65915627305822</c:v>
              </c:pt>
              <c:pt idx="364">
                <c:v>58.65915627305822</c:v>
              </c:pt>
              <c:pt idx="365">
                <c:v>58.65915627305822</c:v>
              </c:pt>
              <c:pt idx="366">
                <c:v>58.65915627305822</c:v>
              </c:pt>
              <c:pt idx="367">
                <c:v>58.65915627305822</c:v>
              </c:pt>
              <c:pt idx="368">
                <c:v>58.65915627305822</c:v>
              </c:pt>
              <c:pt idx="369">
                <c:v>58.65915627305822</c:v>
              </c:pt>
              <c:pt idx="370">
                <c:v>58.65915627305822</c:v>
              </c:pt>
              <c:pt idx="371">
                <c:v>58.65915627305822</c:v>
              </c:pt>
              <c:pt idx="372">
                <c:v>58.65915627305822</c:v>
              </c:pt>
              <c:pt idx="373">
                <c:v>58.65915627305822</c:v>
              </c:pt>
              <c:pt idx="374">
                <c:v>58.65915627305822</c:v>
              </c:pt>
              <c:pt idx="375">
                <c:v>58.65915627305822</c:v>
              </c:pt>
              <c:pt idx="376">
                <c:v>58.65915627305822</c:v>
              </c:pt>
              <c:pt idx="377">
                <c:v>58.65915627305822</c:v>
              </c:pt>
              <c:pt idx="378">
                <c:v>58.65915627305822</c:v>
              </c:pt>
              <c:pt idx="379">
                <c:v>58.65915627305822</c:v>
              </c:pt>
              <c:pt idx="380">
                <c:v>58.65915627305822</c:v>
              </c:pt>
              <c:pt idx="381">
                <c:v>58.65915627305822</c:v>
              </c:pt>
              <c:pt idx="382">
                <c:v>58.65915627305822</c:v>
              </c:pt>
              <c:pt idx="383">
                <c:v>58.65915627305822</c:v>
              </c:pt>
              <c:pt idx="384">
                <c:v>58.65915627305822</c:v>
              </c:pt>
              <c:pt idx="385">
                <c:v>58.65915627305822</c:v>
              </c:pt>
              <c:pt idx="386">
                <c:v>58.65915627305822</c:v>
              </c:pt>
              <c:pt idx="387">
                <c:v>58.65915627305822</c:v>
              </c:pt>
              <c:pt idx="388">
                <c:v>58.65915627305822</c:v>
              </c:pt>
              <c:pt idx="389">
                <c:v>58.65915627305822</c:v>
              </c:pt>
              <c:pt idx="390">
                <c:v>58.65915627305822</c:v>
              </c:pt>
              <c:pt idx="391">
                <c:v>58.65915627305822</c:v>
              </c:pt>
              <c:pt idx="392">
                <c:v>58.65915627305822</c:v>
              </c:pt>
              <c:pt idx="393">
                <c:v>58.65915627305822</c:v>
              </c:pt>
              <c:pt idx="394">
                <c:v>58.65915627305822</c:v>
              </c:pt>
              <c:pt idx="395">
                <c:v>58.65915627305822</c:v>
              </c:pt>
              <c:pt idx="396">
                <c:v>58.65915627305822</c:v>
              </c:pt>
              <c:pt idx="397">
                <c:v>58.65915627305822</c:v>
              </c:pt>
              <c:pt idx="398">
                <c:v>58.65915627305822</c:v>
              </c:pt>
              <c:pt idx="399">
                <c:v>58.65915627305822</c:v>
              </c:pt>
              <c:pt idx="400">
                <c:v>58.65915627305822</c:v>
              </c:pt>
              <c:pt idx="401">
                <c:v>58.65915627305822</c:v>
              </c:pt>
              <c:pt idx="402">
                <c:v>58.65915627305822</c:v>
              </c:pt>
              <c:pt idx="403">
                <c:v>58.65915627305822</c:v>
              </c:pt>
              <c:pt idx="404">
                <c:v>58.65915627305822</c:v>
              </c:pt>
              <c:pt idx="405">
                <c:v>58.65915627305822</c:v>
              </c:pt>
              <c:pt idx="406">
                <c:v>58.65915627305822</c:v>
              </c:pt>
              <c:pt idx="407">
                <c:v>58.65915627305822</c:v>
              </c:pt>
              <c:pt idx="408">
                <c:v>58.65915627305822</c:v>
              </c:pt>
              <c:pt idx="409">
                <c:v>58.65915627305822</c:v>
              </c:pt>
              <c:pt idx="410">
                <c:v>58.65915627305822</c:v>
              </c:pt>
              <c:pt idx="411">
                <c:v>58.65915627305822</c:v>
              </c:pt>
              <c:pt idx="412">
                <c:v>58.65915627305822</c:v>
              </c:pt>
              <c:pt idx="413">
                <c:v>58.65915627305822</c:v>
              </c:pt>
              <c:pt idx="414">
                <c:v>58.65915627305822</c:v>
              </c:pt>
              <c:pt idx="415">
                <c:v>58.65915627305822</c:v>
              </c:pt>
              <c:pt idx="416">
                <c:v>58.65915627305822</c:v>
              </c:pt>
              <c:pt idx="417">
                <c:v>58.65915627305822</c:v>
              </c:pt>
              <c:pt idx="418">
                <c:v>58.65915627305822</c:v>
              </c:pt>
              <c:pt idx="419">
                <c:v>58.65915627305822</c:v>
              </c:pt>
              <c:pt idx="420">
                <c:v>58.65915627305822</c:v>
              </c:pt>
              <c:pt idx="421">
                <c:v>58.65915627305822</c:v>
              </c:pt>
              <c:pt idx="422">
                <c:v>58.65915627305822</c:v>
              </c:pt>
              <c:pt idx="423">
                <c:v>58.65915627305822</c:v>
              </c:pt>
              <c:pt idx="424">
                <c:v>58.65915627305822</c:v>
              </c:pt>
              <c:pt idx="425">
                <c:v>58.65915627305822</c:v>
              </c:pt>
              <c:pt idx="426">
                <c:v>58.65915627305822</c:v>
              </c:pt>
              <c:pt idx="427">
                <c:v>58.65915627305822</c:v>
              </c:pt>
              <c:pt idx="428">
                <c:v>58.65915627305822</c:v>
              </c:pt>
              <c:pt idx="429">
                <c:v>58.65915627305822</c:v>
              </c:pt>
              <c:pt idx="430">
                <c:v>58.65915627305822</c:v>
              </c:pt>
              <c:pt idx="431">
                <c:v>58.65915627305822</c:v>
              </c:pt>
              <c:pt idx="432">
                <c:v>58.65915627305822</c:v>
              </c:pt>
              <c:pt idx="433">
                <c:v>58.65915627305822</c:v>
              </c:pt>
              <c:pt idx="434">
                <c:v>58.65915627305822</c:v>
              </c:pt>
              <c:pt idx="435">
                <c:v>58.65915627305822</c:v>
              </c:pt>
              <c:pt idx="436">
                <c:v>58.65915627305822</c:v>
              </c:pt>
              <c:pt idx="437">
                <c:v>58.65915627305822</c:v>
              </c:pt>
              <c:pt idx="438">
                <c:v>58.65915627305822</c:v>
              </c:pt>
              <c:pt idx="439">
                <c:v>58.65915627305822</c:v>
              </c:pt>
              <c:pt idx="440">
                <c:v>58.65915627305822</c:v>
              </c:pt>
              <c:pt idx="441">
                <c:v>58.65915627305822</c:v>
              </c:pt>
              <c:pt idx="442">
                <c:v>58.65915627305822</c:v>
              </c:pt>
              <c:pt idx="443">
                <c:v>58.65915627305822</c:v>
              </c:pt>
              <c:pt idx="444">
                <c:v>58.65915627305822</c:v>
              </c:pt>
              <c:pt idx="445">
                <c:v>58.65915627305822</c:v>
              </c:pt>
              <c:pt idx="446">
                <c:v>58.65915627305822</c:v>
              </c:pt>
              <c:pt idx="447">
                <c:v>58.65915627305822</c:v>
              </c:pt>
              <c:pt idx="448">
                <c:v>58.65915627305822</c:v>
              </c:pt>
              <c:pt idx="449">
                <c:v>58.65915627305822</c:v>
              </c:pt>
            </c:numLit>
          </c:xVal>
          <c:yVal>
            <c:numLit>
              <c:formatCode>0.0</c:formatCode>
              <c:ptCount val="450"/>
              <c:pt idx="0">
                <c:v>0.2018692505988826</c:v>
              </c:pt>
              <c:pt idx="1">
                <c:v>0.2018692505988826</c:v>
              </c:pt>
              <c:pt idx="2">
                <c:v>0.2018692505988826</c:v>
              </c:pt>
              <c:pt idx="3">
                <c:v>0.2018692505988826</c:v>
              </c:pt>
              <c:pt idx="4">
                <c:v>0.2018692505988826</c:v>
              </c:pt>
              <c:pt idx="5">
                <c:v>0.2018692505988826</c:v>
              </c:pt>
              <c:pt idx="6">
                <c:v>0.2018692505988826</c:v>
              </c:pt>
              <c:pt idx="7">
                <c:v>0.2018692505988826</c:v>
              </c:pt>
              <c:pt idx="8">
                <c:v>0.2018692505988826</c:v>
              </c:pt>
              <c:pt idx="9">
                <c:v>0.2018692505988826</c:v>
              </c:pt>
              <c:pt idx="10">
                <c:v>0.2018692505988826</c:v>
              </c:pt>
              <c:pt idx="11">
                <c:v>0.2018692505988826</c:v>
              </c:pt>
              <c:pt idx="12">
                <c:v>0.2018692505988826</c:v>
              </c:pt>
              <c:pt idx="13">
                <c:v>0.2018692505988826</c:v>
              </c:pt>
              <c:pt idx="14">
                <c:v>0.2018692505988826</c:v>
              </c:pt>
              <c:pt idx="15">
                <c:v>0.2018692505988826</c:v>
              </c:pt>
              <c:pt idx="16">
                <c:v>0.2018692505988826</c:v>
              </c:pt>
              <c:pt idx="17">
                <c:v>0.2018692505988826</c:v>
              </c:pt>
              <c:pt idx="18">
                <c:v>0.2018692505988826</c:v>
              </c:pt>
              <c:pt idx="19">
                <c:v>0.2018692505988826</c:v>
              </c:pt>
              <c:pt idx="20">
                <c:v>0.2018692505988826</c:v>
              </c:pt>
              <c:pt idx="21">
                <c:v>0.2018692505988826</c:v>
              </c:pt>
              <c:pt idx="22">
                <c:v>0.2018692505988826</c:v>
              </c:pt>
              <c:pt idx="23">
                <c:v>0.2018692505988826</c:v>
              </c:pt>
              <c:pt idx="24">
                <c:v>0.2018692505988826</c:v>
              </c:pt>
              <c:pt idx="25">
                <c:v>0.2018692505988826</c:v>
              </c:pt>
              <c:pt idx="26">
                <c:v>0.2018692505988826</c:v>
              </c:pt>
              <c:pt idx="27">
                <c:v>0.2018692505988826</c:v>
              </c:pt>
              <c:pt idx="28">
                <c:v>0.2018692505988826</c:v>
              </c:pt>
              <c:pt idx="29">
                <c:v>0.2018692505988826</c:v>
              </c:pt>
              <c:pt idx="30">
                <c:v>0.2018692505988826</c:v>
              </c:pt>
              <c:pt idx="31">
                <c:v>0.2018692505988826</c:v>
              </c:pt>
              <c:pt idx="32">
                <c:v>0.2018692505988826</c:v>
              </c:pt>
              <c:pt idx="33">
                <c:v>0.2018692505988826</c:v>
              </c:pt>
              <c:pt idx="34">
                <c:v>0.2018692505988826</c:v>
              </c:pt>
              <c:pt idx="35">
                <c:v>0.2018692505988826</c:v>
              </c:pt>
              <c:pt idx="36">
                <c:v>0.2018692505988826</c:v>
              </c:pt>
              <c:pt idx="37">
                <c:v>0.2018692505988826</c:v>
              </c:pt>
              <c:pt idx="38">
                <c:v>0.2018692505988826</c:v>
              </c:pt>
              <c:pt idx="39">
                <c:v>0.2018692505988826</c:v>
              </c:pt>
              <c:pt idx="40">
                <c:v>0.2018692505988826</c:v>
              </c:pt>
              <c:pt idx="41">
                <c:v>0.2018692505988826</c:v>
              </c:pt>
              <c:pt idx="42">
                <c:v>0.2018692505988826</c:v>
              </c:pt>
              <c:pt idx="43">
                <c:v>0.2018692505988826</c:v>
              </c:pt>
              <c:pt idx="44">
                <c:v>0.2018692505988826</c:v>
              </c:pt>
              <c:pt idx="45">
                <c:v>0.2018692505988826</c:v>
              </c:pt>
              <c:pt idx="46">
                <c:v>0.2018692505988826</c:v>
              </c:pt>
              <c:pt idx="47">
                <c:v>0.2018692505988826</c:v>
              </c:pt>
              <c:pt idx="48">
                <c:v>0.2018692505988826</c:v>
              </c:pt>
              <c:pt idx="49">
                <c:v>0.2018692505988826</c:v>
              </c:pt>
              <c:pt idx="50">
                <c:v>0.2018692505988826</c:v>
              </c:pt>
              <c:pt idx="51">
                <c:v>0.2018692505988826</c:v>
              </c:pt>
              <c:pt idx="52">
                <c:v>0.2018692505988826</c:v>
              </c:pt>
              <c:pt idx="53">
                <c:v>0.2018692505988826</c:v>
              </c:pt>
              <c:pt idx="54">
                <c:v>0.2018692505988826</c:v>
              </c:pt>
              <c:pt idx="55">
                <c:v>0.2018692505988826</c:v>
              </c:pt>
              <c:pt idx="56">
                <c:v>0.2018692505988826</c:v>
              </c:pt>
              <c:pt idx="57">
                <c:v>0.2018692505988826</c:v>
              </c:pt>
              <c:pt idx="58">
                <c:v>0.2018692505988826</c:v>
              </c:pt>
              <c:pt idx="59">
                <c:v>0.2018692505988826</c:v>
              </c:pt>
              <c:pt idx="60">
                <c:v>0.2018692505988826</c:v>
              </c:pt>
              <c:pt idx="61">
                <c:v>0.2018692505988826</c:v>
              </c:pt>
              <c:pt idx="62">
                <c:v>0.2018692505988826</c:v>
              </c:pt>
              <c:pt idx="63">
                <c:v>0.2018692505988826</c:v>
              </c:pt>
              <c:pt idx="64">
                <c:v>0.2018692505988826</c:v>
              </c:pt>
              <c:pt idx="65">
                <c:v>0.2018692505988826</c:v>
              </c:pt>
              <c:pt idx="66">
                <c:v>0.2018692505988826</c:v>
              </c:pt>
              <c:pt idx="67">
                <c:v>0.2018692505988826</c:v>
              </c:pt>
              <c:pt idx="68">
                <c:v>0.2018692505988826</c:v>
              </c:pt>
              <c:pt idx="69">
                <c:v>0.2018692505988826</c:v>
              </c:pt>
              <c:pt idx="70">
                <c:v>0.2018692505988826</c:v>
              </c:pt>
              <c:pt idx="71">
                <c:v>0.2018692505988826</c:v>
              </c:pt>
              <c:pt idx="72">
                <c:v>0.2018692505988826</c:v>
              </c:pt>
              <c:pt idx="73">
                <c:v>0.2018692505988826</c:v>
              </c:pt>
              <c:pt idx="74">
                <c:v>0.2018692505988826</c:v>
              </c:pt>
              <c:pt idx="75">
                <c:v>0.2018692505988826</c:v>
              </c:pt>
              <c:pt idx="76">
                <c:v>0.2018692505988826</c:v>
              </c:pt>
              <c:pt idx="77">
                <c:v>0.2018692505988826</c:v>
              </c:pt>
              <c:pt idx="78">
                <c:v>0.2018692505988826</c:v>
              </c:pt>
              <c:pt idx="79">
                <c:v>0.2018692505988826</c:v>
              </c:pt>
              <c:pt idx="80">
                <c:v>0.2018692505988826</c:v>
              </c:pt>
              <c:pt idx="81">
                <c:v>0.2018692505988826</c:v>
              </c:pt>
              <c:pt idx="82">
                <c:v>0.2018692505988826</c:v>
              </c:pt>
              <c:pt idx="83">
                <c:v>0.2018692505988826</c:v>
              </c:pt>
              <c:pt idx="84">
                <c:v>0.2018692505988826</c:v>
              </c:pt>
              <c:pt idx="85">
                <c:v>0.2018692505988826</c:v>
              </c:pt>
              <c:pt idx="86">
                <c:v>0.2018692505988826</c:v>
              </c:pt>
              <c:pt idx="87">
                <c:v>0.2018692505988826</c:v>
              </c:pt>
              <c:pt idx="88">
                <c:v>0.2018692505988826</c:v>
              </c:pt>
              <c:pt idx="89">
                <c:v>0.2018692505988826</c:v>
              </c:pt>
              <c:pt idx="90">
                <c:v>0.2018692505988826</c:v>
              </c:pt>
              <c:pt idx="91">
                <c:v>0.2018692505988826</c:v>
              </c:pt>
              <c:pt idx="92">
                <c:v>0.2018692505988826</c:v>
              </c:pt>
              <c:pt idx="93">
                <c:v>0.2018692505988826</c:v>
              </c:pt>
              <c:pt idx="94">
                <c:v>0.2018692505988826</c:v>
              </c:pt>
              <c:pt idx="95">
                <c:v>0.2018692505988826</c:v>
              </c:pt>
              <c:pt idx="96">
                <c:v>0.2018692505988826</c:v>
              </c:pt>
              <c:pt idx="97">
                <c:v>0.2018692505988826</c:v>
              </c:pt>
              <c:pt idx="98">
                <c:v>0.2018692505988826</c:v>
              </c:pt>
              <c:pt idx="99">
                <c:v>0.2018692505988826</c:v>
              </c:pt>
              <c:pt idx="100">
                <c:v>0.2018692505988826</c:v>
              </c:pt>
              <c:pt idx="101">
                <c:v>0.2018692505988826</c:v>
              </c:pt>
              <c:pt idx="102">
                <c:v>0.2018692505988826</c:v>
              </c:pt>
              <c:pt idx="103">
                <c:v>0.2018692505988826</c:v>
              </c:pt>
              <c:pt idx="104">
                <c:v>0.2018692505988826</c:v>
              </c:pt>
              <c:pt idx="105">
                <c:v>0.2018692505988826</c:v>
              </c:pt>
              <c:pt idx="106">
                <c:v>0.2018692505988826</c:v>
              </c:pt>
              <c:pt idx="107">
                <c:v>0.2018692505988826</c:v>
              </c:pt>
              <c:pt idx="108">
                <c:v>0.2018692505988826</c:v>
              </c:pt>
              <c:pt idx="109">
                <c:v>0.2018692505988826</c:v>
              </c:pt>
              <c:pt idx="110">
                <c:v>0.2018692505988826</c:v>
              </c:pt>
              <c:pt idx="111">
                <c:v>0.2018692505988826</c:v>
              </c:pt>
              <c:pt idx="112">
                <c:v>0.2018692505988826</c:v>
              </c:pt>
              <c:pt idx="113">
                <c:v>0.2018692505988826</c:v>
              </c:pt>
              <c:pt idx="114">
                <c:v>0.2018692505988826</c:v>
              </c:pt>
              <c:pt idx="115">
                <c:v>0.2018692505988826</c:v>
              </c:pt>
              <c:pt idx="116">
                <c:v>0.2018692505988826</c:v>
              </c:pt>
              <c:pt idx="117">
                <c:v>0.2018692505988826</c:v>
              </c:pt>
              <c:pt idx="118">
                <c:v>0.2018692505988826</c:v>
              </c:pt>
              <c:pt idx="119">
                <c:v>0.2018692505988826</c:v>
              </c:pt>
              <c:pt idx="120">
                <c:v>0.2018692505988826</c:v>
              </c:pt>
              <c:pt idx="121">
                <c:v>0.2018692505988826</c:v>
              </c:pt>
              <c:pt idx="122">
                <c:v>0.2018692505988826</c:v>
              </c:pt>
              <c:pt idx="123">
                <c:v>0.2018692505988826</c:v>
              </c:pt>
              <c:pt idx="124">
                <c:v>0.2018692505988826</c:v>
              </c:pt>
              <c:pt idx="125">
                <c:v>0.2018692505988826</c:v>
              </c:pt>
              <c:pt idx="126">
                <c:v>0.2018692505988826</c:v>
              </c:pt>
              <c:pt idx="127">
                <c:v>0.2018692505988826</c:v>
              </c:pt>
              <c:pt idx="128">
                <c:v>0.2018692505988826</c:v>
              </c:pt>
              <c:pt idx="129">
                <c:v>0.2018692505988826</c:v>
              </c:pt>
              <c:pt idx="130">
                <c:v>0.2018692505988826</c:v>
              </c:pt>
              <c:pt idx="131">
                <c:v>0.2018692505988826</c:v>
              </c:pt>
              <c:pt idx="132">
                <c:v>0.2018692505988826</c:v>
              </c:pt>
              <c:pt idx="133">
                <c:v>0.2018692505988826</c:v>
              </c:pt>
              <c:pt idx="134">
                <c:v>0.2018692505988826</c:v>
              </c:pt>
              <c:pt idx="135">
                <c:v>0.2018692505988826</c:v>
              </c:pt>
              <c:pt idx="136">
                <c:v>0.2018692505988826</c:v>
              </c:pt>
              <c:pt idx="137">
                <c:v>0.2018692505988826</c:v>
              </c:pt>
              <c:pt idx="138">
                <c:v>0.2018692505988826</c:v>
              </c:pt>
              <c:pt idx="139">
                <c:v>0.2018692505988826</c:v>
              </c:pt>
              <c:pt idx="140">
                <c:v>0.2018692505988826</c:v>
              </c:pt>
              <c:pt idx="141">
                <c:v>0.2018692505988826</c:v>
              </c:pt>
              <c:pt idx="142">
                <c:v>0.2018692505988826</c:v>
              </c:pt>
              <c:pt idx="143">
                <c:v>0.2018692505988826</c:v>
              </c:pt>
              <c:pt idx="144">
                <c:v>0.2018692505988826</c:v>
              </c:pt>
              <c:pt idx="145">
                <c:v>0.2018692505988826</c:v>
              </c:pt>
              <c:pt idx="146">
                <c:v>0.2018692505988826</c:v>
              </c:pt>
              <c:pt idx="147">
                <c:v>0.2018692505988826</c:v>
              </c:pt>
              <c:pt idx="148">
                <c:v>0.2018692505988826</c:v>
              </c:pt>
              <c:pt idx="149">
                <c:v>0.2018692505988826</c:v>
              </c:pt>
              <c:pt idx="150">
                <c:v>0.2018692505988826</c:v>
              </c:pt>
              <c:pt idx="151">
                <c:v>0.2018692505988826</c:v>
              </c:pt>
              <c:pt idx="152">
                <c:v>0.2018692505988826</c:v>
              </c:pt>
              <c:pt idx="153">
                <c:v>0.2018692505988826</c:v>
              </c:pt>
              <c:pt idx="154">
                <c:v>0.2018692505988826</c:v>
              </c:pt>
              <c:pt idx="155">
                <c:v>0.2018692505988826</c:v>
              </c:pt>
              <c:pt idx="156">
                <c:v>0.2018692505988826</c:v>
              </c:pt>
              <c:pt idx="157">
                <c:v>0.2018692505988826</c:v>
              </c:pt>
              <c:pt idx="158">
                <c:v>0.2018692505988826</c:v>
              </c:pt>
              <c:pt idx="159">
                <c:v>0.2018692505988826</c:v>
              </c:pt>
              <c:pt idx="160">
                <c:v>0.2018692505988826</c:v>
              </c:pt>
              <c:pt idx="161">
                <c:v>0.2018692505988826</c:v>
              </c:pt>
              <c:pt idx="162">
                <c:v>0.2018692505988826</c:v>
              </c:pt>
              <c:pt idx="163">
                <c:v>0.2018692505988826</c:v>
              </c:pt>
              <c:pt idx="164">
                <c:v>0.2018692505988826</c:v>
              </c:pt>
              <c:pt idx="165">
                <c:v>0.2018692505988826</c:v>
              </c:pt>
              <c:pt idx="166">
                <c:v>0.2018692505988826</c:v>
              </c:pt>
              <c:pt idx="167">
                <c:v>0.2018692505988826</c:v>
              </c:pt>
              <c:pt idx="168">
                <c:v>0.2018692505988826</c:v>
              </c:pt>
              <c:pt idx="169">
                <c:v>0.2018692505988826</c:v>
              </c:pt>
              <c:pt idx="170">
                <c:v>0.2018692505988826</c:v>
              </c:pt>
              <c:pt idx="171">
                <c:v>0.2018692505988826</c:v>
              </c:pt>
              <c:pt idx="172">
                <c:v>0.2018692505988826</c:v>
              </c:pt>
              <c:pt idx="173">
                <c:v>0.2018692505988826</c:v>
              </c:pt>
              <c:pt idx="174">
                <c:v>0.2018692505988826</c:v>
              </c:pt>
              <c:pt idx="175">
                <c:v>0.2018692505988826</c:v>
              </c:pt>
              <c:pt idx="176">
                <c:v>0.2018692505988826</c:v>
              </c:pt>
              <c:pt idx="177">
                <c:v>0.2018692505988826</c:v>
              </c:pt>
              <c:pt idx="178">
                <c:v>0.2018692505988826</c:v>
              </c:pt>
              <c:pt idx="179">
                <c:v>0.2018692505988826</c:v>
              </c:pt>
              <c:pt idx="180">
                <c:v>0.2018692505988826</c:v>
              </c:pt>
              <c:pt idx="181">
                <c:v>0.2018692505988826</c:v>
              </c:pt>
              <c:pt idx="182">
                <c:v>0.2018692505988826</c:v>
              </c:pt>
              <c:pt idx="183">
                <c:v>0.2018692505988826</c:v>
              </c:pt>
              <c:pt idx="184">
                <c:v>0.2018692505988826</c:v>
              </c:pt>
              <c:pt idx="185">
                <c:v>0.2018692505988826</c:v>
              </c:pt>
              <c:pt idx="186">
                <c:v>0.2018692505988826</c:v>
              </c:pt>
              <c:pt idx="187">
                <c:v>0.2018692505988826</c:v>
              </c:pt>
              <c:pt idx="188">
                <c:v>0.2018692505988826</c:v>
              </c:pt>
              <c:pt idx="189">
                <c:v>0.2018692505988826</c:v>
              </c:pt>
              <c:pt idx="190">
                <c:v>0.2018692505988826</c:v>
              </c:pt>
              <c:pt idx="191">
                <c:v>0.2018692505988826</c:v>
              </c:pt>
              <c:pt idx="192">
                <c:v>0.2018692505988826</c:v>
              </c:pt>
              <c:pt idx="193">
                <c:v>0.2018692505988826</c:v>
              </c:pt>
              <c:pt idx="194">
                <c:v>0.2018692505988826</c:v>
              </c:pt>
              <c:pt idx="195">
                <c:v>0.2018692505988826</c:v>
              </c:pt>
              <c:pt idx="196">
                <c:v>0.2018692505988826</c:v>
              </c:pt>
              <c:pt idx="197">
                <c:v>0.2018692505988826</c:v>
              </c:pt>
              <c:pt idx="198">
                <c:v>0.2018692505988826</c:v>
              </c:pt>
              <c:pt idx="199">
                <c:v>0.2018692505988826</c:v>
              </c:pt>
              <c:pt idx="200">
                <c:v>0.2018692505988826</c:v>
              </c:pt>
              <c:pt idx="201">
                <c:v>0.2018692505988826</c:v>
              </c:pt>
              <c:pt idx="202">
                <c:v>0.2018692505988826</c:v>
              </c:pt>
              <c:pt idx="203">
                <c:v>0.2018692505988826</c:v>
              </c:pt>
              <c:pt idx="204">
                <c:v>0.2018692505988826</c:v>
              </c:pt>
              <c:pt idx="205">
                <c:v>0.2018692505988826</c:v>
              </c:pt>
              <c:pt idx="206">
                <c:v>0.2018692505988826</c:v>
              </c:pt>
              <c:pt idx="207">
                <c:v>0.2018692505988826</c:v>
              </c:pt>
              <c:pt idx="208">
                <c:v>0.2018692505988826</c:v>
              </c:pt>
              <c:pt idx="209">
                <c:v>0.2018692505988826</c:v>
              </c:pt>
              <c:pt idx="210">
                <c:v>0.2018692505988826</c:v>
              </c:pt>
              <c:pt idx="211">
                <c:v>0.2018692505988826</c:v>
              </c:pt>
              <c:pt idx="212">
                <c:v>0.2018692505988826</c:v>
              </c:pt>
              <c:pt idx="213">
                <c:v>0.2018692505988826</c:v>
              </c:pt>
              <c:pt idx="214">
                <c:v>0.2018692505988826</c:v>
              </c:pt>
              <c:pt idx="215">
                <c:v>0.2018692505988826</c:v>
              </c:pt>
              <c:pt idx="216">
                <c:v>0.2018692505988826</c:v>
              </c:pt>
              <c:pt idx="217">
                <c:v>0.2018692505988826</c:v>
              </c:pt>
              <c:pt idx="218">
                <c:v>0.2018692505988826</c:v>
              </c:pt>
              <c:pt idx="219">
                <c:v>0.2018692505988826</c:v>
              </c:pt>
              <c:pt idx="220">
                <c:v>0.2018692505988826</c:v>
              </c:pt>
              <c:pt idx="221">
                <c:v>0.2018692505988826</c:v>
              </c:pt>
              <c:pt idx="222">
                <c:v>0.2018692505988826</c:v>
              </c:pt>
              <c:pt idx="223">
                <c:v>0.2018692505988826</c:v>
              </c:pt>
              <c:pt idx="224">
                <c:v>0.2018692505988826</c:v>
              </c:pt>
              <c:pt idx="225">
                <c:v>0.2018692505988826</c:v>
              </c:pt>
              <c:pt idx="226">
                <c:v>0.2018692505988826</c:v>
              </c:pt>
              <c:pt idx="227">
                <c:v>0.2018692505988826</c:v>
              </c:pt>
              <c:pt idx="228">
                <c:v>0.2018692505988826</c:v>
              </c:pt>
              <c:pt idx="229">
                <c:v>0.2018692505988826</c:v>
              </c:pt>
              <c:pt idx="230">
                <c:v>0.2018692505988826</c:v>
              </c:pt>
              <c:pt idx="231">
                <c:v>0.2018692505988826</c:v>
              </c:pt>
              <c:pt idx="232">
                <c:v>0.2018692505988826</c:v>
              </c:pt>
              <c:pt idx="233">
                <c:v>0.2018692505988826</c:v>
              </c:pt>
              <c:pt idx="234">
                <c:v>0.2018692505988826</c:v>
              </c:pt>
              <c:pt idx="235">
                <c:v>0.2018692505988826</c:v>
              </c:pt>
              <c:pt idx="236">
                <c:v>0.2018692505988826</c:v>
              </c:pt>
              <c:pt idx="237">
                <c:v>0.2018692505988826</c:v>
              </c:pt>
              <c:pt idx="238">
                <c:v>0.2018692505988826</c:v>
              </c:pt>
              <c:pt idx="239">
                <c:v>0.2018692505988826</c:v>
              </c:pt>
              <c:pt idx="240">
                <c:v>0.2018692505988826</c:v>
              </c:pt>
              <c:pt idx="241">
                <c:v>0.2018692505988826</c:v>
              </c:pt>
              <c:pt idx="242">
                <c:v>0.2018692505988826</c:v>
              </c:pt>
              <c:pt idx="243">
                <c:v>0.2018692505988826</c:v>
              </c:pt>
              <c:pt idx="244">
                <c:v>0.2018692505988826</c:v>
              </c:pt>
              <c:pt idx="245">
                <c:v>0.2018692505988826</c:v>
              </c:pt>
              <c:pt idx="246">
                <c:v>0.2018692505988826</c:v>
              </c:pt>
              <c:pt idx="247">
                <c:v>0.2018692505988826</c:v>
              </c:pt>
              <c:pt idx="248">
                <c:v>0.2018692505988826</c:v>
              </c:pt>
              <c:pt idx="249">
                <c:v>0.2018692505988826</c:v>
              </c:pt>
              <c:pt idx="250">
                <c:v>0.2018692505988826</c:v>
              </c:pt>
              <c:pt idx="251">
                <c:v>0.2018692505988826</c:v>
              </c:pt>
              <c:pt idx="252">
                <c:v>0.2018692505988826</c:v>
              </c:pt>
              <c:pt idx="253">
                <c:v>0.2018692505988826</c:v>
              </c:pt>
              <c:pt idx="254">
                <c:v>0.2018692505988826</c:v>
              </c:pt>
              <c:pt idx="255">
                <c:v>0.2018692505988826</c:v>
              </c:pt>
              <c:pt idx="256">
                <c:v>0.2018692505988826</c:v>
              </c:pt>
              <c:pt idx="257">
                <c:v>0.2018692505988826</c:v>
              </c:pt>
              <c:pt idx="258">
                <c:v>0.2018692505988826</c:v>
              </c:pt>
              <c:pt idx="259">
                <c:v>0.2018692505988826</c:v>
              </c:pt>
              <c:pt idx="260">
                <c:v>0.2018692505988826</c:v>
              </c:pt>
              <c:pt idx="261">
                <c:v>0.2018692505988826</c:v>
              </c:pt>
              <c:pt idx="262">
                <c:v>0.2018692505988826</c:v>
              </c:pt>
              <c:pt idx="263">
                <c:v>0.2018692505988826</c:v>
              </c:pt>
              <c:pt idx="264">
                <c:v>0.2018692505988826</c:v>
              </c:pt>
              <c:pt idx="265">
                <c:v>0.2018692505988826</c:v>
              </c:pt>
              <c:pt idx="266">
                <c:v>0.2018692505988826</c:v>
              </c:pt>
              <c:pt idx="267">
                <c:v>0.2018692505988826</c:v>
              </c:pt>
              <c:pt idx="268">
                <c:v>0.2018692505988826</c:v>
              </c:pt>
              <c:pt idx="269">
                <c:v>0.2018692505988826</c:v>
              </c:pt>
              <c:pt idx="270">
                <c:v>0.2018692505988826</c:v>
              </c:pt>
              <c:pt idx="271">
                <c:v>0.2018692505988826</c:v>
              </c:pt>
              <c:pt idx="272">
                <c:v>0.2018692505988826</c:v>
              </c:pt>
              <c:pt idx="273">
                <c:v>0.2018692505988826</c:v>
              </c:pt>
              <c:pt idx="274">
                <c:v>0.2018692505988826</c:v>
              </c:pt>
              <c:pt idx="275">
                <c:v>0.2018692505988826</c:v>
              </c:pt>
              <c:pt idx="276">
                <c:v>0.2018692505988826</c:v>
              </c:pt>
              <c:pt idx="277">
                <c:v>0.2018692505988826</c:v>
              </c:pt>
              <c:pt idx="278">
                <c:v>0.2018692505988826</c:v>
              </c:pt>
              <c:pt idx="279">
                <c:v>0.2018692505988826</c:v>
              </c:pt>
              <c:pt idx="280">
                <c:v>0.2018692505988826</c:v>
              </c:pt>
              <c:pt idx="281">
                <c:v>0.2018692505988826</c:v>
              </c:pt>
              <c:pt idx="282">
                <c:v>0.2018692505988826</c:v>
              </c:pt>
              <c:pt idx="283">
                <c:v>0.2018692505988826</c:v>
              </c:pt>
              <c:pt idx="284">
                <c:v>0.2018692505988826</c:v>
              </c:pt>
              <c:pt idx="285">
                <c:v>0.2018692505988826</c:v>
              </c:pt>
              <c:pt idx="286">
                <c:v>0.2018692505988826</c:v>
              </c:pt>
              <c:pt idx="287">
                <c:v>0.2018692505988826</c:v>
              </c:pt>
              <c:pt idx="288">
                <c:v>0.2018692505988826</c:v>
              </c:pt>
              <c:pt idx="289">
                <c:v>0.2018692505988826</c:v>
              </c:pt>
              <c:pt idx="290">
                <c:v>0.2018692505988826</c:v>
              </c:pt>
              <c:pt idx="291">
                <c:v>0.2018692505988826</c:v>
              </c:pt>
              <c:pt idx="292">
                <c:v>0.2018692505988826</c:v>
              </c:pt>
              <c:pt idx="293">
                <c:v>0.2018692505988826</c:v>
              </c:pt>
              <c:pt idx="294">
                <c:v>0.2018692505988826</c:v>
              </c:pt>
              <c:pt idx="295">
                <c:v>0.2018692505988826</c:v>
              </c:pt>
              <c:pt idx="296">
                <c:v>0.2018692505988826</c:v>
              </c:pt>
              <c:pt idx="297">
                <c:v>0.2018692505988826</c:v>
              </c:pt>
              <c:pt idx="298">
                <c:v>0.2018692505988826</c:v>
              </c:pt>
              <c:pt idx="299">
                <c:v>0.2018692505988826</c:v>
              </c:pt>
              <c:pt idx="300">
                <c:v>0.2018692505988826</c:v>
              </c:pt>
              <c:pt idx="301">
                <c:v>0.2018692505988826</c:v>
              </c:pt>
              <c:pt idx="302">
                <c:v>0.2018692505988826</c:v>
              </c:pt>
              <c:pt idx="303">
                <c:v>0.2018692505988826</c:v>
              </c:pt>
              <c:pt idx="304">
                <c:v>0.2018692505988826</c:v>
              </c:pt>
              <c:pt idx="305">
                <c:v>0.2018692505988826</c:v>
              </c:pt>
              <c:pt idx="306">
                <c:v>0.2018692505988826</c:v>
              </c:pt>
              <c:pt idx="307">
                <c:v>0.2018692505988826</c:v>
              </c:pt>
              <c:pt idx="308">
                <c:v>0.2018692505988826</c:v>
              </c:pt>
              <c:pt idx="309">
                <c:v>0.2018692505988826</c:v>
              </c:pt>
              <c:pt idx="310">
                <c:v>0.2018692505988826</c:v>
              </c:pt>
              <c:pt idx="311">
                <c:v>0.2018692505988826</c:v>
              </c:pt>
              <c:pt idx="312">
                <c:v>0.2018692505988826</c:v>
              </c:pt>
              <c:pt idx="313">
                <c:v>0.2018692505988826</c:v>
              </c:pt>
              <c:pt idx="314">
                <c:v>0.2018692505988826</c:v>
              </c:pt>
              <c:pt idx="315">
                <c:v>0.2018692505988826</c:v>
              </c:pt>
              <c:pt idx="316">
                <c:v>0.2018692505988826</c:v>
              </c:pt>
              <c:pt idx="317">
                <c:v>0.2018692505988826</c:v>
              </c:pt>
              <c:pt idx="318">
                <c:v>0.2018692505988826</c:v>
              </c:pt>
              <c:pt idx="319">
                <c:v>0.2018692505988826</c:v>
              </c:pt>
              <c:pt idx="320">
                <c:v>0.2018692505988826</c:v>
              </c:pt>
              <c:pt idx="321">
                <c:v>0.2018692505988826</c:v>
              </c:pt>
              <c:pt idx="322">
                <c:v>0.2018692505988826</c:v>
              </c:pt>
              <c:pt idx="323">
                <c:v>0.2018692505988826</c:v>
              </c:pt>
              <c:pt idx="324">
                <c:v>0.2018692505988826</c:v>
              </c:pt>
              <c:pt idx="325">
                <c:v>0.2018692505988826</c:v>
              </c:pt>
              <c:pt idx="326">
                <c:v>0.2018692505988826</c:v>
              </c:pt>
              <c:pt idx="327">
                <c:v>0.2018692505988826</c:v>
              </c:pt>
              <c:pt idx="328">
                <c:v>0.2018692505988826</c:v>
              </c:pt>
              <c:pt idx="329">
                <c:v>0.2018692505988826</c:v>
              </c:pt>
              <c:pt idx="330">
                <c:v>0.2018692505988826</c:v>
              </c:pt>
              <c:pt idx="331">
                <c:v>0.2018692505988826</c:v>
              </c:pt>
              <c:pt idx="332">
                <c:v>0.2018692505988826</c:v>
              </c:pt>
              <c:pt idx="333">
                <c:v>0.2018692505988826</c:v>
              </c:pt>
              <c:pt idx="334">
                <c:v>0.2018692505988826</c:v>
              </c:pt>
              <c:pt idx="335">
                <c:v>0.2018692505988826</c:v>
              </c:pt>
              <c:pt idx="336">
                <c:v>0.2018692505988826</c:v>
              </c:pt>
              <c:pt idx="337">
                <c:v>0.2018692505988826</c:v>
              </c:pt>
              <c:pt idx="338">
                <c:v>0.2018692505988826</c:v>
              </c:pt>
              <c:pt idx="339">
                <c:v>0.2018692505988826</c:v>
              </c:pt>
              <c:pt idx="340">
                <c:v>0.2018692505988826</c:v>
              </c:pt>
              <c:pt idx="341">
                <c:v>0.2018692505988826</c:v>
              </c:pt>
              <c:pt idx="342">
                <c:v>0.2018692505988826</c:v>
              </c:pt>
              <c:pt idx="343">
                <c:v>0.2018692505988826</c:v>
              </c:pt>
              <c:pt idx="344">
                <c:v>0.2018692505988826</c:v>
              </c:pt>
              <c:pt idx="345">
                <c:v>0.2018692505988826</c:v>
              </c:pt>
              <c:pt idx="346">
                <c:v>0.2018692505988826</c:v>
              </c:pt>
              <c:pt idx="347">
                <c:v>0.2018692505988826</c:v>
              </c:pt>
              <c:pt idx="348">
                <c:v>0.2018692505988826</c:v>
              </c:pt>
              <c:pt idx="349">
                <c:v>0.2018692505988826</c:v>
              </c:pt>
              <c:pt idx="350">
                <c:v>0.2018692505988826</c:v>
              </c:pt>
              <c:pt idx="351">
                <c:v>0.2018692505988826</c:v>
              </c:pt>
              <c:pt idx="352">
                <c:v>0.2018692505988826</c:v>
              </c:pt>
              <c:pt idx="353">
                <c:v>0.2018692505988826</c:v>
              </c:pt>
              <c:pt idx="354">
                <c:v>0.2018692505988826</c:v>
              </c:pt>
              <c:pt idx="355">
                <c:v>0.2018692505988826</c:v>
              </c:pt>
              <c:pt idx="356">
                <c:v>0.2018692505988826</c:v>
              </c:pt>
              <c:pt idx="357">
                <c:v>0.2018692505988826</c:v>
              </c:pt>
              <c:pt idx="358">
                <c:v>0.2018692505988826</c:v>
              </c:pt>
              <c:pt idx="359">
                <c:v>0.2018692505988826</c:v>
              </c:pt>
              <c:pt idx="360">
                <c:v>0.2018692505988826</c:v>
              </c:pt>
              <c:pt idx="361">
                <c:v>0.2018692505988826</c:v>
              </c:pt>
              <c:pt idx="362">
                <c:v>0.2018692505988826</c:v>
              </c:pt>
              <c:pt idx="363">
                <c:v>0.2018692505988826</c:v>
              </c:pt>
              <c:pt idx="364">
                <c:v>0.2018692505988826</c:v>
              </c:pt>
              <c:pt idx="365">
                <c:v>0.2018692505988826</c:v>
              </c:pt>
              <c:pt idx="366">
                <c:v>0.2018692505988826</c:v>
              </c:pt>
              <c:pt idx="367">
                <c:v>0.2018692505988826</c:v>
              </c:pt>
              <c:pt idx="368">
                <c:v>0.2018692505988826</c:v>
              </c:pt>
              <c:pt idx="369">
                <c:v>0.2018692505988826</c:v>
              </c:pt>
              <c:pt idx="370">
                <c:v>0.2018692505988826</c:v>
              </c:pt>
              <c:pt idx="371">
                <c:v>0.2018692505988826</c:v>
              </c:pt>
              <c:pt idx="372">
                <c:v>0.2018692505988826</c:v>
              </c:pt>
              <c:pt idx="373">
                <c:v>0.2018692505988826</c:v>
              </c:pt>
              <c:pt idx="374">
                <c:v>0.2018692505988826</c:v>
              </c:pt>
              <c:pt idx="375">
                <c:v>0.2018692505988826</c:v>
              </c:pt>
              <c:pt idx="376">
                <c:v>0.2018692505988826</c:v>
              </c:pt>
              <c:pt idx="377">
                <c:v>0.2018692505988826</c:v>
              </c:pt>
              <c:pt idx="378">
                <c:v>0.2018692505988826</c:v>
              </c:pt>
              <c:pt idx="379">
                <c:v>0.2018692505988826</c:v>
              </c:pt>
              <c:pt idx="380">
                <c:v>0.2018692505988826</c:v>
              </c:pt>
              <c:pt idx="381">
                <c:v>0.2018692505988826</c:v>
              </c:pt>
              <c:pt idx="382">
                <c:v>0.2018692505988826</c:v>
              </c:pt>
              <c:pt idx="383">
                <c:v>0.2018692505988826</c:v>
              </c:pt>
              <c:pt idx="384">
                <c:v>0.2018692505988826</c:v>
              </c:pt>
              <c:pt idx="385">
                <c:v>0.2018692505988826</c:v>
              </c:pt>
              <c:pt idx="386">
                <c:v>0.2018692505988826</c:v>
              </c:pt>
              <c:pt idx="387">
                <c:v>0.2018692505988826</c:v>
              </c:pt>
              <c:pt idx="388">
                <c:v>0.2018692505988826</c:v>
              </c:pt>
              <c:pt idx="389">
                <c:v>0.2018692505988826</c:v>
              </c:pt>
              <c:pt idx="390">
                <c:v>0.2018692505988826</c:v>
              </c:pt>
              <c:pt idx="391">
                <c:v>0.2018692505988826</c:v>
              </c:pt>
              <c:pt idx="392">
                <c:v>0.2018692505988826</c:v>
              </c:pt>
              <c:pt idx="393">
                <c:v>0.2018692505988826</c:v>
              </c:pt>
              <c:pt idx="394">
                <c:v>0.2018692505988826</c:v>
              </c:pt>
              <c:pt idx="395">
                <c:v>0.2018692505988826</c:v>
              </c:pt>
              <c:pt idx="396">
                <c:v>0.2018692505988826</c:v>
              </c:pt>
              <c:pt idx="397">
                <c:v>0.2018692505988826</c:v>
              </c:pt>
              <c:pt idx="398">
                <c:v>0.2018692505988826</c:v>
              </c:pt>
              <c:pt idx="399">
                <c:v>0.2018692505988826</c:v>
              </c:pt>
              <c:pt idx="400">
                <c:v>0.2018692505988826</c:v>
              </c:pt>
              <c:pt idx="401">
                <c:v>0.2018692505988826</c:v>
              </c:pt>
              <c:pt idx="402">
                <c:v>0.2018692505988826</c:v>
              </c:pt>
              <c:pt idx="403">
                <c:v>0.2018692505988826</c:v>
              </c:pt>
              <c:pt idx="404">
                <c:v>0.2018692505988826</c:v>
              </c:pt>
              <c:pt idx="405">
                <c:v>0.2018692505988826</c:v>
              </c:pt>
              <c:pt idx="406">
                <c:v>0.2018692505988826</c:v>
              </c:pt>
              <c:pt idx="407">
                <c:v>0.2018692505988826</c:v>
              </c:pt>
              <c:pt idx="408">
                <c:v>0.2018692505988826</c:v>
              </c:pt>
              <c:pt idx="409">
                <c:v>0.2018692505988826</c:v>
              </c:pt>
              <c:pt idx="410">
                <c:v>0.2018692505988826</c:v>
              </c:pt>
              <c:pt idx="411">
                <c:v>0.2018692505988826</c:v>
              </c:pt>
              <c:pt idx="412">
                <c:v>0.2018692505988826</c:v>
              </c:pt>
              <c:pt idx="413">
                <c:v>0.2018692505988826</c:v>
              </c:pt>
              <c:pt idx="414">
                <c:v>0.2018692505988826</c:v>
              </c:pt>
              <c:pt idx="415">
                <c:v>0.2018692505988826</c:v>
              </c:pt>
              <c:pt idx="416">
                <c:v>0.2018692505988826</c:v>
              </c:pt>
              <c:pt idx="417">
                <c:v>0.2018692505988826</c:v>
              </c:pt>
              <c:pt idx="418">
                <c:v>0.2018692505988826</c:v>
              </c:pt>
              <c:pt idx="419">
                <c:v>0.2018692505988826</c:v>
              </c:pt>
              <c:pt idx="420">
                <c:v>0.2018692505988826</c:v>
              </c:pt>
              <c:pt idx="421">
                <c:v>0.2018692505988826</c:v>
              </c:pt>
              <c:pt idx="422">
                <c:v>0.2018692505988826</c:v>
              </c:pt>
              <c:pt idx="423">
                <c:v>0.2018692505988826</c:v>
              </c:pt>
              <c:pt idx="424">
                <c:v>0.2018692505988826</c:v>
              </c:pt>
              <c:pt idx="425">
                <c:v>0.2018692505988826</c:v>
              </c:pt>
              <c:pt idx="426">
                <c:v>0.2018692505988826</c:v>
              </c:pt>
              <c:pt idx="427">
                <c:v>0.2018692505988826</c:v>
              </c:pt>
              <c:pt idx="428">
                <c:v>0.2018692505988826</c:v>
              </c:pt>
              <c:pt idx="429">
                <c:v>0.2018692505988826</c:v>
              </c:pt>
              <c:pt idx="430">
                <c:v>0.2018692505988826</c:v>
              </c:pt>
              <c:pt idx="431">
                <c:v>0.2018692505988826</c:v>
              </c:pt>
              <c:pt idx="432">
                <c:v>0.2018692505988826</c:v>
              </c:pt>
              <c:pt idx="433">
                <c:v>0.2018692505988826</c:v>
              </c:pt>
              <c:pt idx="434">
                <c:v>0.2018692505988826</c:v>
              </c:pt>
              <c:pt idx="435">
                <c:v>0.2018692505988826</c:v>
              </c:pt>
              <c:pt idx="436">
                <c:v>0.2018692505988826</c:v>
              </c:pt>
              <c:pt idx="437">
                <c:v>0.2018692505988826</c:v>
              </c:pt>
              <c:pt idx="438">
                <c:v>0.2018692505988826</c:v>
              </c:pt>
              <c:pt idx="439">
                <c:v>0.2018692505988826</c:v>
              </c:pt>
              <c:pt idx="440">
                <c:v>0.2018692505988826</c:v>
              </c:pt>
              <c:pt idx="441">
                <c:v>0.2018692505988826</c:v>
              </c:pt>
              <c:pt idx="442">
                <c:v>0.2018692505988826</c:v>
              </c:pt>
              <c:pt idx="443">
                <c:v>0.2018692505988826</c:v>
              </c:pt>
              <c:pt idx="444">
                <c:v>0.2018692505988826</c:v>
              </c:pt>
              <c:pt idx="445">
                <c:v>0.2018692505988826</c:v>
              </c:pt>
              <c:pt idx="446">
                <c:v>0.2018692505988826</c:v>
              </c:pt>
              <c:pt idx="447">
                <c:v>0.2018692505988826</c:v>
              </c:pt>
              <c:pt idx="448">
                <c:v>0.2018692505988826</c:v>
              </c:pt>
              <c:pt idx="449">
                <c:v>0.2018692505988826</c:v>
              </c:pt>
            </c:numLit>
          </c:yVal>
          <c:smooth val="0"/>
        </c:ser>
        <c:ser>
          <c:idx val="10"/>
          <c:order val="10"/>
          <c:tx>
            <c:v>Implemented LCA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FFFFFF"/>
              </a:solidFill>
            </c:spPr>
          </c:marker>
          <c:xVal>
            <c:numLit>
              <c:formatCode>General</c:formatCode>
              <c:ptCount val="450"/>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numLit>
          </c:xVal>
          <c:yVal>
            <c:numLit>
              <c:formatCode>0.0</c:formatCode>
              <c:ptCount val="450"/>
              <c:pt idx="0">
                <c:v>4.336819044442811</c:v>
              </c:pt>
              <c:pt idx="1">
                <c:v>4.336819044442811</c:v>
              </c:pt>
              <c:pt idx="2">
                <c:v>4.336819044442811</c:v>
              </c:pt>
              <c:pt idx="3">
                <c:v>4.336819044442811</c:v>
              </c:pt>
              <c:pt idx="4">
                <c:v>4.336819044442811</c:v>
              </c:pt>
              <c:pt idx="5">
                <c:v>4.336819044442811</c:v>
              </c:pt>
              <c:pt idx="6">
                <c:v>4.336819044442811</c:v>
              </c:pt>
              <c:pt idx="7">
                <c:v>4.336819044442811</c:v>
              </c:pt>
              <c:pt idx="8">
                <c:v>4.336819044442811</c:v>
              </c:pt>
              <c:pt idx="9">
                <c:v>4.336819044442811</c:v>
              </c:pt>
              <c:pt idx="10">
                <c:v>4.336819044442811</c:v>
              </c:pt>
              <c:pt idx="11">
                <c:v>4.336819044442811</c:v>
              </c:pt>
              <c:pt idx="12">
                <c:v>4.336819044442811</c:v>
              </c:pt>
              <c:pt idx="13">
                <c:v>4.336819044442811</c:v>
              </c:pt>
              <c:pt idx="14">
                <c:v>4.336819044442811</c:v>
              </c:pt>
              <c:pt idx="15">
                <c:v>4.336819044442811</c:v>
              </c:pt>
              <c:pt idx="16">
                <c:v>4.336819044442811</c:v>
              </c:pt>
              <c:pt idx="17">
                <c:v>4.336819044442811</c:v>
              </c:pt>
              <c:pt idx="18">
                <c:v>4.336819044442811</c:v>
              </c:pt>
              <c:pt idx="19">
                <c:v>4.336819044442811</c:v>
              </c:pt>
              <c:pt idx="20">
                <c:v>4.336819044442811</c:v>
              </c:pt>
              <c:pt idx="21">
                <c:v>4.336819044442811</c:v>
              </c:pt>
              <c:pt idx="22">
                <c:v>4.336819044442811</c:v>
              </c:pt>
              <c:pt idx="23">
                <c:v>4.336819044442811</c:v>
              </c:pt>
              <c:pt idx="24">
                <c:v>4.336819044442811</c:v>
              </c:pt>
              <c:pt idx="25">
                <c:v>4.336819044442811</c:v>
              </c:pt>
              <c:pt idx="26">
                <c:v>4.336819044442811</c:v>
              </c:pt>
              <c:pt idx="27">
                <c:v>4.336819044442811</c:v>
              </c:pt>
              <c:pt idx="28">
                <c:v>4.336819044442811</c:v>
              </c:pt>
              <c:pt idx="29">
                <c:v>4.336819044442811</c:v>
              </c:pt>
              <c:pt idx="30">
                <c:v>4.336819044442811</c:v>
              </c:pt>
              <c:pt idx="31">
                <c:v>4.336819044442811</c:v>
              </c:pt>
              <c:pt idx="32">
                <c:v>4.336819044442811</c:v>
              </c:pt>
              <c:pt idx="33">
                <c:v>4.336819044442811</c:v>
              </c:pt>
              <c:pt idx="34">
                <c:v>4.336819044442811</c:v>
              </c:pt>
              <c:pt idx="35">
                <c:v>4.336819044442811</c:v>
              </c:pt>
              <c:pt idx="36">
                <c:v>4.336819044442811</c:v>
              </c:pt>
              <c:pt idx="37">
                <c:v>4.336819044442811</c:v>
              </c:pt>
              <c:pt idx="38">
                <c:v>4.336819044442811</c:v>
              </c:pt>
              <c:pt idx="39">
                <c:v>4.336819044442811</c:v>
              </c:pt>
              <c:pt idx="40">
                <c:v>4.336819044442811</c:v>
              </c:pt>
              <c:pt idx="41">
                <c:v>4.336819044442811</c:v>
              </c:pt>
              <c:pt idx="42">
                <c:v>4.336819044442811</c:v>
              </c:pt>
              <c:pt idx="43">
                <c:v>4.336819044442811</c:v>
              </c:pt>
              <c:pt idx="44">
                <c:v>4.336819044442811</c:v>
              </c:pt>
              <c:pt idx="45">
                <c:v>4.336819044442811</c:v>
              </c:pt>
              <c:pt idx="46">
                <c:v>4.336819044442811</c:v>
              </c:pt>
              <c:pt idx="47">
                <c:v>4.336819044442811</c:v>
              </c:pt>
              <c:pt idx="48">
                <c:v>4.336819044442811</c:v>
              </c:pt>
              <c:pt idx="49">
                <c:v>4.336819044442811</c:v>
              </c:pt>
              <c:pt idx="50">
                <c:v>4.336819044442811</c:v>
              </c:pt>
              <c:pt idx="51">
                <c:v>4.336819044442811</c:v>
              </c:pt>
              <c:pt idx="52">
                <c:v>4.336819044442811</c:v>
              </c:pt>
              <c:pt idx="53">
                <c:v>4.336819044442811</c:v>
              </c:pt>
              <c:pt idx="54">
                <c:v>4.336819044442811</c:v>
              </c:pt>
              <c:pt idx="55">
                <c:v>4.336819044442811</c:v>
              </c:pt>
              <c:pt idx="56">
                <c:v>4.336819044442811</c:v>
              </c:pt>
              <c:pt idx="57">
                <c:v>4.336819044442811</c:v>
              </c:pt>
              <c:pt idx="58">
                <c:v>4.336819044442811</c:v>
              </c:pt>
              <c:pt idx="59">
                <c:v>4.336819044442811</c:v>
              </c:pt>
              <c:pt idx="60">
                <c:v>4.336819044442811</c:v>
              </c:pt>
              <c:pt idx="61">
                <c:v>4.336819044442811</c:v>
              </c:pt>
              <c:pt idx="62">
                <c:v>4.336819044442811</c:v>
              </c:pt>
              <c:pt idx="63">
                <c:v>4.336819044442811</c:v>
              </c:pt>
              <c:pt idx="64">
                <c:v>4.336819044442811</c:v>
              </c:pt>
              <c:pt idx="65">
                <c:v>4.336819044442811</c:v>
              </c:pt>
              <c:pt idx="66">
                <c:v>4.336819044442811</c:v>
              </c:pt>
              <c:pt idx="67">
                <c:v>4.336819044442811</c:v>
              </c:pt>
              <c:pt idx="68">
                <c:v>4.336819044442811</c:v>
              </c:pt>
              <c:pt idx="69">
                <c:v>4.336819044442811</c:v>
              </c:pt>
              <c:pt idx="70">
                <c:v>4.336819044442811</c:v>
              </c:pt>
              <c:pt idx="71">
                <c:v>4.336819044442811</c:v>
              </c:pt>
              <c:pt idx="72">
                <c:v>4.336819044442811</c:v>
              </c:pt>
              <c:pt idx="73">
                <c:v>4.336819044442811</c:v>
              </c:pt>
              <c:pt idx="74">
                <c:v>4.336819044442811</c:v>
              </c:pt>
              <c:pt idx="75">
                <c:v>4.336819044442811</c:v>
              </c:pt>
              <c:pt idx="76">
                <c:v>4.336819044442811</c:v>
              </c:pt>
              <c:pt idx="77">
                <c:v>4.336819044442811</c:v>
              </c:pt>
              <c:pt idx="78">
                <c:v>4.336819044442811</c:v>
              </c:pt>
              <c:pt idx="79">
                <c:v>4.336819044442811</c:v>
              </c:pt>
              <c:pt idx="80">
                <c:v>4.336819044442811</c:v>
              </c:pt>
              <c:pt idx="81">
                <c:v>4.336819044442811</c:v>
              </c:pt>
              <c:pt idx="82">
                <c:v>4.336819044442811</c:v>
              </c:pt>
              <c:pt idx="83">
                <c:v>4.336819044442811</c:v>
              </c:pt>
              <c:pt idx="84">
                <c:v>4.336819044442811</c:v>
              </c:pt>
              <c:pt idx="85">
                <c:v>4.336819044442811</c:v>
              </c:pt>
              <c:pt idx="86">
                <c:v>4.336819044442811</c:v>
              </c:pt>
              <c:pt idx="87">
                <c:v>4.336819044442811</c:v>
              </c:pt>
              <c:pt idx="88">
                <c:v>4.336819044442811</c:v>
              </c:pt>
              <c:pt idx="89">
                <c:v>4.336819044442811</c:v>
              </c:pt>
              <c:pt idx="90">
                <c:v>4.336819044442811</c:v>
              </c:pt>
              <c:pt idx="91">
                <c:v>4.336819044442811</c:v>
              </c:pt>
              <c:pt idx="92">
                <c:v>4.336819044442811</c:v>
              </c:pt>
              <c:pt idx="93">
                <c:v>4.336819044442811</c:v>
              </c:pt>
              <c:pt idx="94">
                <c:v>4.336819044442811</c:v>
              </c:pt>
              <c:pt idx="95">
                <c:v>4.336819044442811</c:v>
              </c:pt>
              <c:pt idx="96">
                <c:v>4.336819044442811</c:v>
              </c:pt>
              <c:pt idx="97">
                <c:v>4.336819044442811</c:v>
              </c:pt>
              <c:pt idx="98">
                <c:v>4.336819044442811</c:v>
              </c:pt>
              <c:pt idx="99">
                <c:v>4.336819044442811</c:v>
              </c:pt>
              <c:pt idx="100">
                <c:v>4.336819044442811</c:v>
              </c:pt>
              <c:pt idx="101">
                <c:v>4.336819044442811</c:v>
              </c:pt>
              <c:pt idx="102">
                <c:v>4.336819044442811</c:v>
              </c:pt>
              <c:pt idx="103">
                <c:v>4.336819044442811</c:v>
              </c:pt>
              <c:pt idx="104">
                <c:v>4.336819044442811</c:v>
              </c:pt>
              <c:pt idx="105">
                <c:v>4.336819044442811</c:v>
              </c:pt>
              <c:pt idx="106">
                <c:v>4.336819044442811</c:v>
              </c:pt>
              <c:pt idx="107">
                <c:v>4.336819044442811</c:v>
              </c:pt>
              <c:pt idx="108">
                <c:v>4.336819044442811</c:v>
              </c:pt>
              <c:pt idx="109">
                <c:v>4.336819044442811</c:v>
              </c:pt>
              <c:pt idx="110">
                <c:v>4.336819044442811</c:v>
              </c:pt>
              <c:pt idx="111">
                <c:v>4.336819044442811</c:v>
              </c:pt>
              <c:pt idx="112">
                <c:v>4.336819044442811</c:v>
              </c:pt>
              <c:pt idx="113">
                <c:v>4.336819044442811</c:v>
              </c:pt>
              <c:pt idx="114">
                <c:v>4.336819044442811</c:v>
              </c:pt>
              <c:pt idx="115">
                <c:v>4.336819044442811</c:v>
              </c:pt>
              <c:pt idx="116">
                <c:v>4.336819044442811</c:v>
              </c:pt>
              <c:pt idx="117">
                <c:v>4.336819044442811</c:v>
              </c:pt>
              <c:pt idx="118">
                <c:v>4.336819044442811</c:v>
              </c:pt>
              <c:pt idx="119">
                <c:v>4.336819044442811</c:v>
              </c:pt>
              <c:pt idx="120">
                <c:v>4.336819044442811</c:v>
              </c:pt>
              <c:pt idx="121">
                <c:v>4.336819044442811</c:v>
              </c:pt>
              <c:pt idx="122">
                <c:v>4.336819044442811</c:v>
              </c:pt>
              <c:pt idx="123">
                <c:v>4.336819044442811</c:v>
              </c:pt>
              <c:pt idx="124">
                <c:v>4.336819044442811</c:v>
              </c:pt>
              <c:pt idx="125">
                <c:v>4.336819044442811</c:v>
              </c:pt>
              <c:pt idx="126">
                <c:v>4.336819044442811</c:v>
              </c:pt>
              <c:pt idx="127">
                <c:v>4.336819044442811</c:v>
              </c:pt>
              <c:pt idx="128">
                <c:v>4.336819044442811</c:v>
              </c:pt>
              <c:pt idx="129">
                <c:v>4.336819044442811</c:v>
              </c:pt>
              <c:pt idx="130">
                <c:v>4.336819044442811</c:v>
              </c:pt>
              <c:pt idx="131">
                <c:v>4.336819044442811</c:v>
              </c:pt>
              <c:pt idx="132">
                <c:v>4.336819044442811</c:v>
              </c:pt>
              <c:pt idx="133">
                <c:v>4.336819044442811</c:v>
              </c:pt>
              <c:pt idx="134">
                <c:v>4.336819044442811</c:v>
              </c:pt>
              <c:pt idx="135">
                <c:v>4.336819044442811</c:v>
              </c:pt>
              <c:pt idx="136">
                <c:v>4.336819044442811</c:v>
              </c:pt>
              <c:pt idx="137">
                <c:v>4.336819044442811</c:v>
              </c:pt>
              <c:pt idx="138">
                <c:v>4.336819044442811</c:v>
              </c:pt>
              <c:pt idx="139">
                <c:v>4.336819044442811</c:v>
              </c:pt>
              <c:pt idx="140">
                <c:v>4.336819044442811</c:v>
              </c:pt>
              <c:pt idx="141">
                <c:v>4.336819044442811</c:v>
              </c:pt>
              <c:pt idx="142">
                <c:v>4.336819044442811</c:v>
              </c:pt>
              <c:pt idx="143">
                <c:v>4.336819044442811</c:v>
              </c:pt>
              <c:pt idx="144">
                <c:v>4.336819044442811</c:v>
              </c:pt>
              <c:pt idx="145">
                <c:v>4.336819044442811</c:v>
              </c:pt>
              <c:pt idx="146">
                <c:v>4.336819044442811</c:v>
              </c:pt>
              <c:pt idx="147">
                <c:v>4.336819044442811</c:v>
              </c:pt>
              <c:pt idx="148">
                <c:v>4.336819044442811</c:v>
              </c:pt>
              <c:pt idx="149">
                <c:v>4.336819044442811</c:v>
              </c:pt>
              <c:pt idx="150">
                <c:v>4.336819044442811</c:v>
              </c:pt>
              <c:pt idx="151">
                <c:v>4.336819044442811</c:v>
              </c:pt>
              <c:pt idx="152">
                <c:v>4.336819044442811</c:v>
              </c:pt>
              <c:pt idx="153">
                <c:v>4.336819044442811</c:v>
              </c:pt>
              <c:pt idx="154">
                <c:v>4.336819044442811</c:v>
              </c:pt>
              <c:pt idx="155">
                <c:v>4.336819044442811</c:v>
              </c:pt>
              <c:pt idx="156">
                <c:v>4.336819044442811</c:v>
              </c:pt>
              <c:pt idx="157">
                <c:v>4.336819044442811</c:v>
              </c:pt>
              <c:pt idx="158">
                <c:v>4.336819044442811</c:v>
              </c:pt>
              <c:pt idx="159">
                <c:v>4.336819044442811</c:v>
              </c:pt>
              <c:pt idx="160">
                <c:v>4.336819044442811</c:v>
              </c:pt>
              <c:pt idx="161">
                <c:v>4.336819044442811</c:v>
              </c:pt>
              <c:pt idx="162">
                <c:v>4.336819044442811</c:v>
              </c:pt>
              <c:pt idx="163">
                <c:v>4.336819044442811</c:v>
              </c:pt>
              <c:pt idx="164">
                <c:v>4.336819044442811</c:v>
              </c:pt>
              <c:pt idx="165">
                <c:v>4.336819044442811</c:v>
              </c:pt>
              <c:pt idx="166">
                <c:v>4.336819044442811</c:v>
              </c:pt>
              <c:pt idx="167">
                <c:v>4.336819044442811</c:v>
              </c:pt>
              <c:pt idx="168">
                <c:v>4.336819044442811</c:v>
              </c:pt>
              <c:pt idx="169">
                <c:v>4.336819044442811</c:v>
              </c:pt>
              <c:pt idx="170">
                <c:v>4.336819044442811</c:v>
              </c:pt>
              <c:pt idx="171">
                <c:v>4.336819044442811</c:v>
              </c:pt>
              <c:pt idx="172">
                <c:v>4.336819044442811</c:v>
              </c:pt>
              <c:pt idx="173">
                <c:v>4.336819044442811</c:v>
              </c:pt>
              <c:pt idx="174">
                <c:v>4.336819044442811</c:v>
              </c:pt>
              <c:pt idx="175">
                <c:v>4.336819044442811</c:v>
              </c:pt>
              <c:pt idx="176">
                <c:v>4.336819044442811</c:v>
              </c:pt>
              <c:pt idx="177">
                <c:v>4.336819044442811</c:v>
              </c:pt>
              <c:pt idx="178">
                <c:v>4.336819044442811</c:v>
              </c:pt>
              <c:pt idx="179">
                <c:v>4.336819044442811</c:v>
              </c:pt>
              <c:pt idx="180">
                <c:v>4.336819044442811</c:v>
              </c:pt>
              <c:pt idx="181">
                <c:v>4.336819044442811</c:v>
              </c:pt>
              <c:pt idx="182">
                <c:v>4.336819044442811</c:v>
              </c:pt>
              <c:pt idx="183">
                <c:v>4.336819044442811</c:v>
              </c:pt>
              <c:pt idx="184">
                <c:v>4.336819044442811</c:v>
              </c:pt>
              <c:pt idx="185">
                <c:v>4.336819044442811</c:v>
              </c:pt>
              <c:pt idx="186">
                <c:v>4.336819044442811</c:v>
              </c:pt>
              <c:pt idx="187">
                <c:v>4.336819044442811</c:v>
              </c:pt>
              <c:pt idx="188">
                <c:v>4.336819044442811</c:v>
              </c:pt>
              <c:pt idx="189">
                <c:v>4.336819044442811</c:v>
              </c:pt>
              <c:pt idx="190">
                <c:v>4.336819044442811</c:v>
              </c:pt>
              <c:pt idx="191">
                <c:v>4.336819044442811</c:v>
              </c:pt>
              <c:pt idx="192">
                <c:v>4.336819044442811</c:v>
              </c:pt>
              <c:pt idx="193">
                <c:v>4.336819044442811</c:v>
              </c:pt>
              <c:pt idx="194">
                <c:v>4.336819044442811</c:v>
              </c:pt>
              <c:pt idx="195">
                <c:v>4.336819044442811</c:v>
              </c:pt>
              <c:pt idx="196">
                <c:v>4.336819044442811</c:v>
              </c:pt>
              <c:pt idx="197">
                <c:v>4.336819044442811</c:v>
              </c:pt>
              <c:pt idx="198">
                <c:v>4.336819044442811</c:v>
              </c:pt>
              <c:pt idx="199">
                <c:v>4.336819044442811</c:v>
              </c:pt>
              <c:pt idx="200">
                <c:v>4.336819044442811</c:v>
              </c:pt>
              <c:pt idx="201">
                <c:v>4.336819044442811</c:v>
              </c:pt>
              <c:pt idx="202">
                <c:v>4.336819044442811</c:v>
              </c:pt>
              <c:pt idx="203">
                <c:v>4.336819044442811</c:v>
              </c:pt>
              <c:pt idx="204">
                <c:v>4.336819044442811</c:v>
              </c:pt>
              <c:pt idx="205">
                <c:v>4.336819044442811</c:v>
              </c:pt>
              <c:pt idx="206">
                <c:v>4.336819044442811</c:v>
              </c:pt>
              <c:pt idx="207">
                <c:v>4.336819044442811</c:v>
              </c:pt>
              <c:pt idx="208">
                <c:v>4.336819044442811</c:v>
              </c:pt>
              <c:pt idx="209">
                <c:v>4.336819044442811</c:v>
              </c:pt>
              <c:pt idx="210">
                <c:v>4.336819044442811</c:v>
              </c:pt>
              <c:pt idx="211">
                <c:v>4.336819044442811</c:v>
              </c:pt>
              <c:pt idx="212">
                <c:v>4.336819044442811</c:v>
              </c:pt>
              <c:pt idx="213">
                <c:v>4.336819044442811</c:v>
              </c:pt>
              <c:pt idx="214">
                <c:v>4.336819044442811</c:v>
              </c:pt>
              <c:pt idx="215">
                <c:v>4.336819044442811</c:v>
              </c:pt>
              <c:pt idx="216">
                <c:v>4.336819044442811</c:v>
              </c:pt>
              <c:pt idx="217">
                <c:v>4.336819044442811</c:v>
              </c:pt>
              <c:pt idx="218">
                <c:v>4.336819044442811</c:v>
              </c:pt>
              <c:pt idx="219">
                <c:v>4.336819044442811</c:v>
              </c:pt>
              <c:pt idx="220">
                <c:v>4.336819044442811</c:v>
              </c:pt>
              <c:pt idx="221">
                <c:v>4.336819044442811</c:v>
              </c:pt>
              <c:pt idx="222">
                <c:v>4.336819044442811</c:v>
              </c:pt>
              <c:pt idx="223">
                <c:v>4.336819044442811</c:v>
              </c:pt>
              <c:pt idx="224">
                <c:v>4.336819044442811</c:v>
              </c:pt>
              <c:pt idx="225">
                <c:v>4.336819044442811</c:v>
              </c:pt>
              <c:pt idx="226">
                <c:v>4.336819044442811</c:v>
              </c:pt>
              <c:pt idx="227">
                <c:v>4.336819044442811</c:v>
              </c:pt>
              <c:pt idx="228">
                <c:v>4.336819044442811</c:v>
              </c:pt>
              <c:pt idx="229">
                <c:v>4.336819044442811</c:v>
              </c:pt>
              <c:pt idx="230">
                <c:v>4.336819044442811</c:v>
              </c:pt>
              <c:pt idx="231">
                <c:v>4.336819044442811</c:v>
              </c:pt>
              <c:pt idx="232">
                <c:v>4.336819044442811</c:v>
              </c:pt>
              <c:pt idx="233">
                <c:v>4.336819044442811</c:v>
              </c:pt>
              <c:pt idx="234">
                <c:v>4.336819044442811</c:v>
              </c:pt>
              <c:pt idx="235">
                <c:v>4.336819044442811</c:v>
              </c:pt>
              <c:pt idx="236">
                <c:v>4.336819044442811</c:v>
              </c:pt>
              <c:pt idx="237">
                <c:v>4.336819044442811</c:v>
              </c:pt>
              <c:pt idx="238">
                <c:v>4.336819044442811</c:v>
              </c:pt>
              <c:pt idx="239">
                <c:v>4.336819044442811</c:v>
              </c:pt>
              <c:pt idx="240">
                <c:v>4.336819044442811</c:v>
              </c:pt>
              <c:pt idx="241">
                <c:v>4.336819044442811</c:v>
              </c:pt>
              <c:pt idx="242">
                <c:v>4.336819044442811</c:v>
              </c:pt>
              <c:pt idx="243">
                <c:v>4.336819044442811</c:v>
              </c:pt>
              <c:pt idx="244">
                <c:v>4.336819044442811</c:v>
              </c:pt>
              <c:pt idx="245">
                <c:v>4.336819044442811</c:v>
              </c:pt>
              <c:pt idx="246">
                <c:v>4.336819044442811</c:v>
              </c:pt>
              <c:pt idx="247">
                <c:v>4.336819044442811</c:v>
              </c:pt>
              <c:pt idx="248">
                <c:v>4.336819044442811</c:v>
              </c:pt>
              <c:pt idx="249">
                <c:v>4.336819044442811</c:v>
              </c:pt>
              <c:pt idx="250">
                <c:v>4.336819044442811</c:v>
              </c:pt>
              <c:pt idx="251">
                <c:v>4.336819044442811</c:v>
              </c:pt>
              <c:pt idx="252">
                <c:v>4.336819044442811</c:v>
              </c:pt>
              <c:pt idx="253">
                <c:v>4.336819044442811</c:v>
              </c:pt>
              <c:pt idx="254">
                <c:v>4.336819044442811</c:v>
              </c:pt>
              <c:pt idx="255">
                <c:v>4.336819044442811</c:v>
              </c:pt>
              <c:pt idx="256">
                <c:v>4.336819044442811</c:v>
              </c:pt>
              <c:pt idx="257">
                <c:v>4.336819044442811</c:v>
              </c:pt>
              <c:pt idx="258">
                <c:v>4.336819044442811</c:v>
              </c:pt>
              <c:pt idx="259">
                <c:v>4.336819044442811</c:v>
              </c:pt>
              <c:pt idx="260">
                <c:v>4.336819044442811</c:v>
              </c:pt>
              <c:pt idx="261">
                <c:v>4.336819044442811</c:v>
              </c:pt>
              <c:pt idx="262">
                <c:v>4.336819044442811</c:v>
              </c:pt>
              <c:pt idx="263">
                <c:v>4.336819044442811</c:v>
              </c:pt>
              <c:pt idx="264">
                <c:v>4.336819044442811</c:v>
              </c:pt>
              <c:pt idx="265">
                <c:v>4.336819044442811</c:v>
              </c:pt>
              <c:pt idx="266">
                <c:v>4.336819044442811</c:v>
              </c:pt>
              <c:pt idx="267">
                <c:v>4.336819044442811</c:v>
              </c:pt>
              <c:pt idx="268">
                <c:v>4.336819044442811</c:v>
              </c:pt>
              <c:pt idx="269">
                <c:v>4.336819044442811</c:v>
              </c:pt>
              <c:pt idx="270">
                <c:v>4.336819044442811</c:v>
              </c:pt>
              <c:pt idx="271">
                <c:v>4.336819044442811</c:v>
              </c:pt>
              <c:pt idx="272">
                <c:v>4.336819044442811</c:v>
              </c:pt>
              <c:pt idx="273">
                <c:v>4.336819044442811</c:v>
              </c:pt>
              <c:pt idx="274">
                <c:v>4.336819044442811</c:v>
              </c:pt>
              <c:pt idx="275">
                <c:v>4.336819044442811</c:v>
              </c:pt>
              <c:pt idx="276">
                <c:v>4.336819044442811</c:v>
              </c:pt>
              <c:pt idx="277">
                <c:v>4.336819044442811</c:v>
              </c:pt>
              <c:pt idx="278">
                <c:v>4.336819044442811</c:v>
              </c:pt>
              <c:pt idx="279">
                <c:v>4.336819044442811</c:v>
              </c:pt>
              <c:pt idx="280">
                <c:v>4.336819044442811</c:v>
              </c:pt>
              <c:pt idx="281">
                <c:v>4.336819044442811</c:v>
              </c:pt>
              <c:pt idx="282">
                <c:v>4.336819044442811</c:v>
              </c:pt>
              <c:pt idx="283">
                <c:v>4.336819044442811</c:v>
              </c:pt>
              <c:pt idx="284">
                <c:v>4.336819044442811</c:v>
              </c:pt>
              <c:pt idx="285">
                <c:v>4.336819044442811</c:v>
              </c:pt>
              <c:pt idx="286">
                <c:v>4.336819044442811</c:v>
              </c:pt>
              <c:pt idx="287">
                <c:v>4.336819044442811</c:v>
              </c:pt>
              <c:pt idx="288">
                <c:v>4.336819044442811</c:v>
              </c:pt>
              <c:pt idx="289">
                <c:v>4.336819044442811</c:v>
              </c:pt>
              <c:pt idx="290">
                <c:v>4.336819044442811</c:v>
              </c:pt>
              <c:pt idx="291">
                <c:v>4.336819044442811</c:v>
              </c:pt>
              <c:pt idx="292">
                <c:v>4.336819044442811</c:v>
              </c:pt>
              <c:pt idx="293">
                <c:v>4.336819044442811</c:v>
              </c:pt>
              <c:pt idx="294">
                <c:v>4.336819044442811</c:v>
              </c:pt>
              <c:pt idx="295">
                <c:v>4.336819044442811</c:v>
              </c:pt>
              <c:pt idx="296">
                <c:v>4.336819044442811</c:v>
              </c:pt>
              <c:pt idx="297">
                <c:v>4.336819044442811</c:v>
              </c:pt>
              <c:pt idx="298">
                <c:v>4.336819044442811</c:v>
              </c:pt>
              <c:pt idx="299">
                <c:v>4.336819044442811</c:v>
              </c:pt>
              <c:pt idx="300">
                <c:v>4.336819044442811</c:v>
              </c:pt>
              <c:pt idx="301">
                <c:v>4.336819044442811</c:v>
              </c:pt>
              <c:pt idx="302">
                <c:v>4.336819044442811</c:v>
              </c:pt>
              <c:pt idx="303">
                <c:v>4.336819044442811</c:v>
              </c:pt>
              <c:pt idx="304">
                <c:v>4.336819044442811</c:v>
              </c:pt>
              <c:pt idx="305">
                <c:v>4.336819044442811</c:v>
              </c:pt>
              <c:pt idx="306">
                <c:v>4.336819044442811</c:v>
              </c:pt>
              <c:pt idx="307">
                <c:v>4.336819044442811</c:v>
              </c:pt>
              <c:pt idx="308">
                <c:v>4.336819044442811</c:v>
              </c:pt>
              <c:pt idx="309">
                <c:v>4.336819044442811</c:v>
              </c:pt>
              <c:pt idx="310">
                <c:v>4.336819044442811</c:v>
              </c:pt>
              <c:pt idx="311">
                <c:v>4.336819044442811</c:v>
              </c:pt>
              <c:pt idx="312">
                <c:v>4.336819044442811</c:v>
              </c:pt>
              <c:pt idx="313">
                <c:v>4.336819044442811</c:v>
              </c:pt>
              <c:pt idx="314">
                <c:v>4.336819044442811</c:v>
              </c:pt>
              <c:pt idx="315">
                <c:v>4.336819044442811</c:v>
              </c:pt>
              <c:pt idx="316">
                <c:v>4.336819044442811</c:v>
              </c:pt>
              <c:pt idx="317">
                <c:v>4.336819044442811</c:v>
              </c:pt>
              <c:pt idx="318">
                <c:v>4.336819044442811</c:v>
              </c:pt>
              <c:pt idx="319">
                <c:v>4.336819044442811</c:v>
              </c:pt>
              <c:pt idx="320">
                <c:v>4.336819044442811</c:v>
              </c:pt>
              <c:pt idx="321">
                <c:v>4.336819044442811</c:v>
              </c:pt>
              <c:pt idx="322">
                <c:v>4.336819044442811</c:v>
              </c:pt>
              <c:pt idx="323">
                <c:v>4.336819044442811</c:v>
              </c:pt>
              <c:pt idx="324">
                <c:v>4.336819044442811</c:v>
              </c:pt>
              <c:pt idx="325">
                <c:v>4.336819044442811</c:v>
              </c:pt>
              <c:pt idx="326">
                <c:v>4.336819044442811</c:v>
              </c:pt>
              <c:pt idx="327">
                <c:v>4.336819044442811</c:v>
              </c:pt>
              <c:pt idx="328">
                <c:v>4.336819044442811</c:v>
              </c:pt>
              <c:pt idx="329">
                <c:v>4.336819044442811</c:v>
              </c:pt>
              <c:pt idx="330">
                <c:v>4.336819044442811</c:v>
              </c:pt>
              <c:pt idx="331">
                <c:v>4.336819044442811</c:v>
              </c:pt>
              <c:pt idx="332">
                <c:v>4.336819044442811</c:v>
              </c:pt>
              <c:pt idx="333">
                <c:v>4.336819044442811</c:v>
              </c:pt>
              <c:pt idx="334">
                <c:v>4.336819044442811</c:v>
              </c:pt>
              <c:pt idx="335">
                <c:v>4.336819044442811</c:v>
              </c:pt>
              <c:pt idx="336">
                <c:v>4.336819044442811</c:v>
              </c:pt>
              <c:pt idx="337">
                <c:v>4.336819044442811</c:v>
              </c:pt>
              <c:pt idx="338">
                <c:v>4.336819044442811</c:v>
              </c:pt>
              <c:pt idx="339">
                <c:v>4.336819044442811</c:v>
              </c:pt>
              <c:pt idx="340">
                <c:v>4.336819044442811</c:v>
              </c:pt>
              <c:pt idx="341">
                <c:v>4.336819044442811</c:v>
              </c:pt>
              <c:pt idx="342">
                <c:v>4.336819044442811</c:v>
              </c:pt>
              <c:pt idx="343">
                <c:v>4.336819044442811</c:v>
              </c:pt>
              <c:pt idx="344">
                <c:v>4.336819044442811</c:v>
              </c:pt>
              <c:pt idx="345">
                <c:v>4.336819044442811</c:v>
              </c:pt>
              <c:pt idx="346">
                <c:v>4.336819044442811</c:v>
              </c:pt>
              <c:pt idx="347">
                <c:v>4.336819044442811</c:v>
              </c:pt>
              <c:pt idx="348">
                <c:v>4.336819044442811</c:v>
              </c:pt>
              <c:pt idx="349">
                <c:v>4.336819044442811</c:v>
              </c:pt>
              <c:pt idx="350">
                <c:v>4.336819044442811</c:v>
              </c:pt>
              <c:pt idx="351">
                <c:v>4.336819044442811</c:v>
              </c:pt>
              <c:pt idx="352">
                <c:v>4.336819044442811</c:v>
              </c:pt>
              <c:pt idx="353">
                <c:v>4.336819044442811</c:v>
              </c:pt>
              <c:pt idx="354">
                <c:v>4.336819044442811</c:v>
              </c:pt>
              <c:pt idx="355">
                <c:v>4.336819044442811</c:v>
              </c:pt>
              <c:pt idx="356">
                <c:v>4.336819044442811</c:v>
              </c:pt>
              <c:pt idx="357">
                <c:v>4.336819044442811</c:v>
              </c:pt>
              <c:pt idx="358">
                <c:v>4.336819044442811</c:v>
              </c:pt>
              <c:pt idx="359">
                <c:v>4.336819044442811</c:v>
              </c:pt>
              <c:pt idx="360">
                <c:v>4.336819044442811</c:v>
              </c:pt>
              <c:pt idx="361">
                <c:v>4.336819044442811</c:v>
              </c:pt>
              <c:pt idx="362">
                <c:v>4.336819044442811</c:v>
              </c:pt>
              <c:pt idx="363">
                <c:v>4.336819044442811</c:v>
              </c:pt>
              <c:pt idx="364">
                <c:v>4.336819044442811</c:v>
              </c:pt>
              <c:pt idx="365">
                <c:v>4.336819044442811</c:v>
              </c:pt>
              <c:pt idx="366">
                <c:v>4.336819044442811</c:v>
              </c:pt>
              <c:pt idx="367">
                <c:v>4.336819044442811</c:v>
              </c:pt>
              <c:pt idx="368">
                <c:v>4.336819044442811</c:v>
              </c:pt>
              <c:pt idx="369">
                <c:v>4.336819044442811</c:v>
              </c:pt>
              <c:pt idx="370">
                <c:v>4.336819044442811</c:v>
              </c:pt>
              <c:pt idx="371">
                <c:v>4.336819044442811</c:v>
              </c:pt>
              <c:pt idx="372">
                <c:v>4.336819044442811</c:v>
              </c:pt>
              <c:pt idx="373">
                <c:v>4.336819044442811</c:v>
              </c:pt>
              <c:pt idx="374">
                <c:v>4.336819044442811</c:v>
              </c:pt>
              <c:pt idx="375">
                <c:v>4.336819044442811</c:v>
              </c:pt>
              <c:pt idx="376">
                <c:v>4.336819044442811</c:v>
              </c:pt>
              <c:pt idx="377">
                <c:v>4.336819044442811</c:v>
              </c:pt>
              <c:pt idx="378">
                <c:v>4.336819044442811</c:v>
              </c:pt>
              <c:pt idx="379">
                <c:v>4.336819044442811</c:v>
              </c:pt>
              <c:pt idx="380">
                <c:v>4.336819044442811</c:v>
              </c:pt>
              <c:pt idx="381">
                <c:v>4.336819044442811</c:v>
              </c:pt>
              <c:pt idx="382">
                <c:v>4.336819044442811</c:v>
              </c:pt>
              <c:pt idx="383">
                <c:v>4.336819044442811</c:v>
              </c:pt>
              <c:pt idx="384">
                <c:v>4.336819044442811</c:v>
              </c:pt>
              <c:pt idx="385">
                <c:v>4.336819044442811</c:v>
              </c:pt>
              <c:pt idx="386">
                <c:v>4.336819044442811</c:v>
              </c:pt>
              <c:pt idx="387">
                <c:v>4.336819044442811</c:v>
              </c:pt>
              <c:pt idx="388">
                <c:v>4.336819044442811</c:v>
              </c:pt>
              <c:pt idx="389">
                <c:v>4.336819044442811</c:v>
              </c:pt>
              <c:pt idx="390">
                <c:v>4.336819044442811</c:v>
              </c:pt>
              <c:pt idx="391">
                <c:v>4.336819044442811</c:v>
              </c:pt>
              <c:pt idx="392">
                <c:v>4.336819044442811</c:v>
              </c:pt>
              <c:pt idx="393">
                <c:v>4.336819044442811</c:v>
              </c:pt>
              <c:pt idx="394">
                <c:v>4.336819044442811</c:v>
              </c:pt>
              <c:pt idx="395">
                <c:v>4.336819044442811</c:v>
              </c:pt>
              <c:pt idx="396">
                <c:v>4.336819044442811</c:v>
              </c:pt>
              <c:pt idx="397">
                <c:v>4.336819044442811</c:v>
              </c:pt>
              <c:pt idx="398">
                <c:v>4.336819044442811</c:v>
              </c:pt>
              <c:pt idx="399">
                <c:v>4.336819044442811</c:v>
              </c:pt>
              <c:pt idx="400">
                <c:v>4.336819044442811</c:v>
              </c:pt>
              <c:pt idx="401">
                <c:v>4.336819044442811</c:v>
              </c:pt>
              <c:pt idx="402">
                <c:v>4.336819044442811</c:v>
              </c:pt>
              <c:pt idx="403">
                <c:v>4.336819044442811</c:v>
              </c:pt>
              <c:pt idx="404">
                <c:v>4.336819044442811</c:v>
              </c:pt>
              <c:pt idx="405">
                <c:v>4.336819044442811</c:v>
              </c:pt>
              <c:pt idx="406">
                <c:v>4.336819044442811</c:v>
              </c:pt>
              <c:pt idx="407">
                <c:v>4.336819044442811</c:v>
              </c:pt>
              <c:pt idx="408">
                <c:v>4.336819044442811</c:v>
              </c:pt>
              <c:pt idx="409">
                <c:v>4.336819044442811</c:v>
              </c:pt>
              <c:pt idx="410">
                <c:v>4.336819044442811</c:v>
              </c:pt>
              <c:pt idx="411">
                <c:v>4.336819044442811</c:v>
              </c:pt>
              <c:pt idx="412">
                <c:v>4.336819044442811</c:v>
              </c:pt>
              <c:pt idx="413">
                <c:v>4.336819044442811</c:v>
              </c:pt>
              <c:pt idx="414">
                <c:v>4.336819044442811</c:v>
              </c:pt>
              <c:pt idx="415">
                <c:v>4.336819044442811</c:v>
              </c:pt>
              <c:pt idx="416">
                <c:v>4.336819044442811</c:v>
              </c:pt>
              <c:pt idx="417">
                <c:v>4.336819044442811</c:v>
              </c:pt>
              <c:pt idx="418">
                <c:v>4.336819044442811</c:v>
              </c:pt>
              <c:pt idx="419">
                <c:v>4.336819044442811</c:v>
              </c:pt>
              <c:pt idx="420">
                <c:v>4.336819044442811</c:v>
              </c:pt>
              <c:pt idx="421">
                <c:v>4.336819044442811</c:v>
              </c:pt>
              <c:pt idx="422">
                <c:v>4.336819044442811</c:v>
              </c:pt>
              <c:pt idx="423">
                <c:v>4.336819044442811</c:v>
              </c:pt>
              <c:pt idx="424">
                <c:v>4.336819044442811</c:v>
              </c:pt>
              <c:pt idx="425">
                <c:v>4.336819044442811</c:v>
              </c:pt>
              <c:pt idx="426">
                <c:v>4.336819044442811</c:v>
              </c:pt>
              <c:pt idx="427">
                <c:v>4.336819044442811</c:v>
              </c:pt>
              <c:pt idx="428">
                <c:v>4.336819044442811</c:v>
              </c:pt>
              <c:pt idx="429">
                <c:v>4.336819044442811</c:v>
              </c:pt>
              <c:pt idx="430">
                <c:v>4.336819044442811</c:v>
              </c:pt>
              <c:pt idx="431">
                <c:v>4.336819044442811</c:v>
              </c:pt>
              <c:pt idx="432">
                <c:v>4.336819044442811</c:v>
              </c:pt>
              <c:pt idx="433">
                <c:v>4.336819044442811</c:v>
              </c:pt>
              <c:pt idx="434">
                <c:v>4.336819044442811</c:v>
              </c:pt>
              <c:pt idx="435">
                <c:v>4.336819044442811</c:v>
              </c:pt>
              <c:pt idx="436">
                <c:v>4.336819044442811</c:v>
              </c:pt>
              <c:pt idx="437">
                <c:v>4.336819044442811</c:v>
              </c:pt>
              <c:pt idx="438">
                <c:v>4.336819044442811</c:v>
              </c:pt>
              <c:pt idx="439">
                <c:v>4.336819044442811</c:v>
              </c:pt>
              <c:pt idx="440">
                <c:v>4.336819044442811</c:v>
              </c:pt>
              <c:pt idx="441">
                <c:v>4.336819044442811</c:v>
              </c:pt>
              <c:pt idx="442">
                <c:v>4.336819044442811</c:v>
              </c:pt>
              <c:pt idx="443">
                <c:v>4.336819044442811</c:v>
              </c:pt>
              <c:pt idx="444">
                <c:v>4.336819044442811</c:v>
              </c:pt>
              <c:pt idx="445">
                <c:v>4.336819044442811</c:v>
              </c:pt>
              <c:pt idx="446">
                <c:v>4.336819044442811</c:v>
              </c:pt>
              <c:pt idx="447">
                <c:v>4.336819044442811</c:v>
              </c:pt>
              <c:pt idx="448">
                <c:v>4.336819044442811</c:v>
              </c:pt>
              <c:pt idx="449">
                <c:v>4.336819044442811</c:v>
              </c:pt>
            </c:numLit>
          </c:yVal>
          <c:smooth val="0"/>
        </c:ser>
        <c:ser>
          <c:idx val="11"/>
          <c:order val="11"/>
          <c:tx>
            <c:v>Implemented LCA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FFFFFF"/>
              </a:solidFill>
            </c:spPr>
          </c:marker>
          <c:xVal>
            <c:numLit>
              <c:formatCode>General</c:formatCode>
              <c:ptCount val="450"/>
              <c:pt idx="0">
                <c:v>1.7176057459273668</c:v>
              </c:pt>
              <c:pt idx="1">
                <c:v>1.7176057459273668</c:v>
              </c:pt>
              <c:pt idx="2">
                <c:v>1.7176057459273668</c:v>
              </c:pt>
              <c:pt idx="3">
                <c:v>1.7176057459273668</c:v>
              </c:pt>
              <c:pt idx="4">
                <c:v>1.7176057459273668</c:v>
              </c:pt>
              <c:pt idx="5">
                <c:v>1.7176057459273668</c:v>
              </c:pt>
              <c:pt idx="6">
                <c:v>1.7176057459273668</c:v>
              </c:pt>
              <c:pt idx="7">
                <c:v>1.7176057459273668</c:v>
              </c:pt>
              <c:pt idx="8">
                <c:v>1.7176057459273668</c:v>
              </c:pt>
              <c:pt idx="9">
                <c:v>1.7176057459273668</c:v>
              </c:pt>
              <c:pt idx="10">
                <c:v>1.7176057459273668</c:v>
              </c:pt>
              <c:pt idx="11">
                <c:v>1.7176057459273668</c:v>
              </c:pt>
              <c:pt idx="12">
                <c:v>1.7176057459273668</c:v>
              </c:pt>
              <c:pt idx="13">
                <c:v>1.7176057459273668</c:v>
              </c:pt>
              <c:pt idx="14">
                <c:v>1.7176057459273668</c:v>
              </c:pt>
              <c:pt idx="15">
                <c:v>1.7176057459273668</c:v>
              </c:pt>
              <c:pt idx="16">
                <c:v>1.7176057459273668</c:v>
              </c:pt>
              <c:pt idx="17">
                <c:v>1.7176057459273668</c:v>
              </c:pt>
              <c:pt idx="18">
                <c:v>1.7176057459273668</c:v>
              </c:pt>
              <c:pt idx="19">
                <c:v>1.7176057459273668</c:v>
              </c:pt>
              <c:pt idx="20">
                <c:v>1.7176057459273668</c:v>
              </c:pt>
              <c:pt idx="21">
                <c:v>1.7176057459273668</c:v>
              </c:pt>
              <c:pt idx="22">
                <c:v>1.7176057459273668</c:v>
              </c:pt>
              <c:pt idx="23">
                <c:v>1.7176057459273668</c:v>
              </c:pt>
              <c:pt idx="24">
                <c:v>1.7176057459273668</c:v>
              </c:pt>
              <c:pt idx="25">
                <c:v>1.7176057459273668</c:v>
              </c:pt>
              <c:pt idx="26">
                <c:v>1.7176057459273668</c:v>
              </c:pt>
              <c:pt idx="27">
                <c:v>1.7176057459273668</c:v>
              </c:pt>
              <c:pt idx="28">
                <c:v>1.7176057459273668</c:v>
              </c:pt>
              <c:pt idx="29">
                <c:v>1.7176057459273668</c:v>
              </c:pt>
              <c:pt idx="30">
                <c:v>1.7176057459273668</c:v>
              </c:pt>
              <c:pt idx="31">
                <c:v>1.7176057459273668</c:v>
              </c:pt>
              <c:pt idx="32">
                <c:v>1.7176057459273668</c:v>
              </c:pt>
              <c:pt idx="33">
                <c:v>1.7176057459273668</c:v>
              </c:pt>
              <c:pt idx="34">
                <c:v>1.7176057459273668</c:v>
              </c:pt>
              <c:pt idx="35">
                <c:v>1.7176057459273668</c:v>
              </c:pt>
              <c:pt idx="36">
                <c:v>1.7176057459273668</c:v>
              </c:pt>
              <c:pt idx="37">
                <c:v>1.7176057459273668</c:v>
              </c:pt>
              <c:pt idx="38">
                <c:v>1.7176057459273668</c:v>
              </c:pt>
              <c:pt idx="39">
                <c:v>1.7176057459273668</c:v>
              </c:pt>
              <c:pt idx="40">
                <c:v>1.7176057459273668</c:v>
              </c:pt>
              <c:pt idx="41">
                <c:v>1.7176057459273668</c:v>
              </c:pt>
              <c:pt idx="42">
                <c:v>1.7176057459273668</c:v>
              </c:pt>
              <c:pt idx="43">
                <c:v>1.7176057459273668</c:v>
              </c:pt>
              <c:pt idx="44">
                <c:v>1.7176057459273668</c:v>
              </c:pt>
              <c:pt idx="45">
                <c:v>1.7176057459273668</c:v>
              </c:pt>
              <c:pt idx="46">
                <c:v>1.7176057459273668</c:v>
              </c:pt>
              <c:pt idx="47">
                <c:v>1.7176057459273668</c:v>
              </c:pt>
              <c:pt idx="48">
                <c:v>1.7176057459273668</c:v>
              </c:pt>
              <c:pt idx="49">
                <c:v>1.7176057459273668</c:v>
              </c:pt>
              <c:pt idx="50">
                <c:v>1.7176057459273668</c:v>
              </c:pt>
              <c:pt idx="51">
                <c:v>1.7176057459273668</c:v>
              </c:pt>
              <c:pt idx="52">
                <c:v>1.7176057459273668</c:v>
              </c:pt>
              <c:pt idx="53">
                <c:v>1.7176057459273668</c:v>
              </c:pt>
              <c:pt idx="54">
                <c:v>1.7176057459273668</c:v>
              </c:pt>
              <c:pt idx="55">
                <c:v>1.7176057459273668</c:v>
              </c:pt>
              <c:pt idx="56">
                <c:v>1.7176057459273668</c:v>
              </c:pt>
              <c:pt idx="57">
                <c:v>1.7176057459273668</c:v>
              </c:pt>
              <c:pt idx="58">
                <c:v>1.7176057459273668</c:v>
              </c:pt>
              <c:pt idx="59">
                <c:v>1.7176057459273668</c:v>
              </c:pt>
              <c:pt idx="60">
                <c:v>1.7176057459273668</c:v>
              </c:pt>
              <c:pt idx="61">
                <c:v>1.7176057459273668</c:v>
              </c:pt>
              <c:pt idx="62">
                <c:v>1.7176057459273668</c:v>
              </c:pt>
              <c:pt idx="63">
                <c:v>1.7176057459273668</c:v>
              </c:pt>
              <c:pt idx="64">
                <c:v>1.7176057459273668</c:v>
              </c:pt>
              <c:pt idx="65">
                <c:v>1.7176057459273668</c:v>
              </c:pt>
              <c:pt idx="66">
                <c:v>1.7176057459273668</c:v>
              </c:pt>
              <c:pt idx="67">
                <c:v>1.7176057459273668</c:v>
              </c:pt>
              <c:pt idx="68">
                <c:v>1.7176057459273668</c:v>
              </c:pt>
              <c:pt idx="69">
                <c:v>1.7176057459273668</c:v>
              </c:pt>
              <c:pt idx="70">
                <c:v>1.7176057459273668</c:v>
              </c:pt>
              <c:pt idx="71">
                <c:v>1.7176057459273668</c:v>
              </c:pt>
              <c:pt idx="72">
                <c:v>1.7176057459273668</c:v>
              </c:pt>
              <c:pt idx="73">
                <c:v>1.7176057459273668</c:v>
              </c:pt>
              <c:pt idx="74">
                <c:v>1.7176057459273668</c:v>
              </c:pt>
              <c:pt idx="75">
                <c:v>1.7176057459273668</c:v>
              </c:pt>
              <c:pt idx="76">
                <c:v>1.7176057459273668</c:v>
              </c:pt>
              <c:pt idx="77">
                <c:v>1.7176057459273668</c:v>
              </c:pt>
              <c:pt idx="78">
                <c:v>1.7176057459273668</c:v>
              </c:pt>
              <c:pt idx="79">
                <c:v>1.7176057459273668</c:v>
              </c:pt>
              <c:pt idx="80">
                <c:v>1.7176057459273668</c:v>
              </c:pt>
              <c:pt idx="81">
                <c:v>1.7176057459273668</c:v>
              </c:pt>
              <c:pt idx="82">
                <c:v>1.7176057459273668</c:v>
              </c:pt>
              <c:pt idx="83">
                <c:v>1.7176057459273668</c:v>
              </c:pt>
              <c:pt idx="84">
                <c:v>1.7176057459273668</c:v>
              </c:pt>
              <c:pt idx="85">
                <c:v>1.7176057459273668</c:v>
              </c:pt>
              <c:pt idx="86">
                <c:v>1.7176057459273668</c:v>
              </c:pt>
              <c:pt idx="87">
                <c:v>1.7176057459273668</c:v>
              </c:pt>
              <c:pt idx="88">
                <c:v>1.7176057459273668</c:v>
              </c:pt>
              <c:pt idx="89">
                <c:v>1.7176057459273668</c:v>
              </c:pt>
              <c:pt idx="90">
                <c:v>1.7176057459273668</c:v>
              </c:pt>
              <c:pt idx="91">
                <c:v>1.7176057459273668</c:v>
              </c:pt>
              <c:pt idx="92">
                <c:v>1.7176057459273668</c:v>
              </c:pt>
              <c:pt idx="93">
                <c:v>1.7176057459273668</c:v>
              </c:pt>
              <c:pt idx="94">
                <c:v>1.7176057459273668</c:v>
              </c:pt>
              <c:pt idx="95">
                <c:v>1.7176057459273668</c:v>
              </c:pt>
              <c:pt idx="96">
                <c:v>1.7176057459273668</c:v>
              </c:pt>
              <c:pt idx="97">
                <c:v>1.7176057459273668</c:v>
              </c:pt>
              <c:pt idx="98">
                <c:v>1.7176057459273668</c:v>
              </c:pt>
              <c:pt idx="99">
                <c:v>1.7176057459273668</c:v>
              </c:pt>
              <c:pt idx="100">
                <c:v>1.7176057459273668</c:v>
              </c:pt>
              <c:pt idx="101">
                <c:v>1.7176057459273668</c:v>
              </c:pt>
              <c:pt idx="102">
                <c:v>1.7176057459273668</c:v>
              </c:pt>
              <c:pt idx="103">
                <c:v>1.7176057459273668</c:v>
              </c:pt>
              <c:pt idx="104">
                <c:v>1.7176057459273668</c:v>
              </c:pt>
              <c:pt idx="105">
                <c:v>1.7176057459273668</c:v>
              </c:pt>
              <c:pt idx="106">
                <c:v>1.7176057459273668</c:v>
              </c:pt>
              <c:pt idx="107">
                <c:v>1.7176057459273668</c:v>
              </c:pt>
              <c:pt idx="108">
                <c:v>1.7176057459273668</c:v>
              </c:pt>
              <c:pt idx="109">
                <c:v>1.7176057459273668</c:v>
              </c:pt>
              <c:pt idx="110">
                <c:v>1.7176057459273668</c:v>
              </c:pt>
              <c:pt idx="111">
                <c:v>1.7176057459273668</c:v>
              </c:pt>
              <c:pt idx="112">
                <c:v>1.7176057459273668</c:v>
              </c:pt>
              <c:pt idx="113">
                <c:v>1.7176057459273668</c:v>
              </c:pt>
              <c:pt idx="114">
                <c:v>1.7176057459273668</c:v>
              </c:pt>
              <c:pt idx="115">
                <c:v>1.7176057459273668</c:v>
              </c:pt>
              <c:pt idx="116">
                <c:v>1.7176057459273668</c:v>
              </c:pt>
              <c:pt idx="117">
                <c:v>1.7176057459273668</c:v>
              </c:pt>
              <c:pt idx="118">
                <c:v>1.7176057459273668</c:v>
              </c:pt>
              <c:pt idx="119">
                <c:v>1.7176057459273668</c:v>
              </c:pt>
              <c:pt idx="120">
                <c:v>1.7176057459273668</c:v>
              </c:pt>
              <c:pt idx="121">
                <c:v>1.7176057459273668</c:v>
              </c:pt>
              <c:pt idx="122">
                <c:v>1.7176057459273668</c:v>
              </c:pt>
              <c:pt idx="123">
                <c:v>1.7176057459273668</c:v>
              </c:pt>
              <c:pt idx="124">
                <c:v>1.7176057459273668</c:v>
              </c:pt>
              <c:pt idx="125">
                <c:v>1.7176057459273668</c:v>
              </c:pt>
              <c:pt idx="126">
                <c:v>1.7176057459273668</c:v>
              </c:pt>
              <c:pt idx="127">
                <c:v>1.7176057459273668</c:v>
              </c:pt>
              <c:pt idx="128">
                <c:v>1.7176057459273668</c:v>
              </c:pt>
              <c:pt idx="129">
                <c:v>1.7176057459273668</c:v>
              </c:pt>
              <c:pt idx="130">
                <c:v>1.7176057459273668</c:v>
              </c:pt>
              <c:pt idx="131">
                <c:v>1.7176057459273668</c:v>
              </c:pt>
              <c:pt idx="132">
                <c:v>1.7176057459273668</c:v>
              </c:pt>
              <c:pt idx="133">
                <c:v>1.7176057459273668</c:v>
              </c:pt>
              <c:pt idx="134">
                <c:v>1.7176057459273668</c:v>
              </c:pt>
              <c:pt idx="135">
                <c:v>1.7176057459273668</c:v>
              </c:pt>
              <c:pt idx="136">
                <c:v>1.7176057459273668</c:v>
              </c:pt>
              <c:pt idx="137">
                <c:v>1.7176057459273668</c:v>
              </c:pt>
              <c:pt idx="138">
                <c:v>1.7176057459273668</c:v>
              </c:pt>
              <c:pt idx="139">
                <c:v>1.7176057459273668</c:v>
              </c:pt>
              <c:pt idx="140">
                <c:v>1.7176057459273668</c:v>
              </c:pt>
              <c:pt idx="141">
                <c:v>1.7176057459273668</c:v>
              </c:pt>
              <c:pt idx="142">
                <c:v>1.7176057459273668</c:v>
              </c:pt>
              <c:pt idx="143">
                <c:v>1.7176057459273668</c:v>
              </c:pt>
              <c:pt idx="144">
                <c:v>1.7176057459273668</c:v>
              </c:pt>
              <c:pt idx="145">
                <c:v>1.7176057459273668</c:v>
              </c:pt>
              <c:pt idx="146">
                <c:v>1.7176057459273668</c:v>
              </c:pt>
              <c:pt idx="147">
                <c:v>1.7176057459273668</c:v>
              </c:pt>
              <c:pt idx="148">
                <c:v>1.7176057459273668</c:v>
              </c:pt>
              <c:pt idx="149">
                <c:v>1.7176057459273668</c:v>
              </c:pt>
              <c:pt idx="150">
                <c:v>1.7176057459273668</c:v>
              </c:pt>
              <c:pt idx="151">
                <c:v>1.7176057459273668</c:v>
              </c:pt>
              <c:pt idx="152">
                <c:v>1.7176057459273668</c:v>
              </c:pt>
              <c:pt idx="153">
                <c:v>1.7176057459273668</c:v>
              </c:pt>
              <c:pt idx="154">
                <c:v>1.7176057459273668</c:v>
              </c:pt>
              <c:pt idx="155">
                <c:v>1.7176057459273668</c:v>
              </c:pt>
              <c:pt idx="156">
                <c:v>1.7176057459273668</c:v>
              </c:pt>
              <c:pt idx="157">
                <c:v>1.7176057459273668</c:v>
              </c:pt>
              <c:pt idx="158">
                <c:v>1.7176057459273668</c:v>
              </c:pt>
              <c:pt idx="159">
                <c:v>1.7176057459273668</c:v>
              </c:pt>
              <c:pt idx="160">
                <c:v>1.7176057459273668</c:v>
              </c:pt>
              <c:pt idx="161">
                <c:v>1.7176057459273668</c:v>
              </c:pt>
              <c:pt idx="162">
                <c:v>1.7176057459273668</c:v>
              </c:pt>
              <c:pt idx="163">
                <c:v>1.7176057459273668</c:v>
              </c:pt>
              <c:pt idx="164">
                <c:v>1.7176057459273668</c:v>
              </c:pt>
              <c:pt idx="165">
                <c:v>1.7176057459273668</c:v>
              </c:pt>
              <c:pt idx="166">
                <c:v>1.7176057459273668</c:v>
              </c:pt>
              <c:pt idx="167">
                <c:v>1.7176057459273668</c:v>
              </c:pt>
              <c:pt idx="168">
                <c:v>1.7176057459273668</c:v>
              </c:pt>
              <c:pt idx="169">
                <c:v>1.7176057459273668</c:v>
              </c:pt>
              <c:pt idx="170">
                <c:v>1.7176057459273668</c:v>
              </c:pt>
              <c:pt idx="171">
                <c:v>1.7176057459273668</c:v>
              </c:pt>
              <c:pt idx="172">
                <c:v>1.7176057459273668</c:v>
              </c:pt>
              <c:pt idx="173">
                <c:v>1.7176057459273668</c:v>
              </c:pt>
              <c:pt idx="174">
                <c:v>1.7176057459273668</c:v>
              </c:pt>
              <c:pt idx="175">
                <c:v>1.7176057459273668</c:v>
              </c:pt>
              <c:pt idx="176">
                <c:v>1.7176057459273668</c:v>
              </c:pt>
              <c:pt idx="177">
                <c:v>1.7176057459273668</c:v>
              </c:pt>
              <c:pt idx="178">
                <c:v>1.7176057459273668</c:v>
              </c:pt>
              <c:pt idx="179">
                <c:v>1.7176057459273668</c:v>
              </c:pt>
              <c:pt idx="180">
                <c:v>1.7176057459273668</c:v>
              </c:pt>
              <c:pt idx="181">
                <c:v>1.7176057459273668</c:v>
              </c:pt>
              <c:pt idx="182">
                <c:v>1.7176057459273668</c:v>
              </c:pt>
              <c:pt idx="183">
                <c:v>1.7176057459273668</c:v>
              </c:pt>
              <c:pt idx="184">
                <c:v>1.7176057459273668</c:v>
              </c:pt>
              <c:pt idx="185">
                <c:v>1.7176057459273668</c:v>
              </c:pt>
              <c:pt idx="186">
                <c:v>1.7176057459273668</c:v>
              </c:pt>
              <c:pt idx="187">
                <c:v>1.7176057459273668</c:v>
              </c:pt>
              <c:pt idx="188">
                <c:v>1.7176057459273668</c:v>
              </c:pt>
              <c:pt idx="189">
                <c:v>1.7176057459273668</c:v>
              </c:pt>
              <c:pt idx="190">
                <c:v>1.7176057459273668</c:v>
              </c:pt>
              <c:pt idx="191">
                <c:v>1.7176057459273668</c:v>
              </c:pt>
              <c:pt idx="192">
                <c:v>1.7176057459273668</c:v>
              </c:pt>
              <c:pt idx="193">
                <c:v>1.7176057459273668</c:v>
              </c:pt>
              <c:pt idx="194">
                <c:v>1.7176057459273668</c:v>
              </c:pt>
              <c:pt idx="195">
                <c:v>1.7176057459273668</c:v>
              </c:pt>
              <c:pt idx="196">
                <c:v>1.7176057459273668</c:v>
              </c:pt>
              <c:pt idx="197">
                <c:v>1.7176057459273668</c:v>
              </c:pt>
              <c:pt idx="198">
                <c:v>1.7176057459273668</c:v>
              </c:pt>
              <c:pt idx="199">
                <c:v>1.7176057459273668</c:v>
              </c:pt>
              <c:pt idx="200">
                <c:v>1.7176057459273668</c:v>
              </c:pt>
              <c:pt idx="201">
                <c:v>1.7176057459273668</c:v>
              </c:pt>
              <c:pt idx="202">
                <c:v>1.7176057459273668</c:v>
              </c:pt>
              <c:pt idx="203">
                <c:v>1.7176057459273668</c:v>
              </c:pt>
              <c:pt idx="204">
                <c:v>1.7176057459273668</c:v>
              </c:pt>
              <c:pt idx="205">
                <c:v>1.7176057459273668</c:v>
              </c:pt>
              <c:pt idx="206">
                <c:v>1.7176057459273668</c:v>
              </c:pt>
              <c:pt idx="207">
                <c:v>1.7176057459273668</c:v>
              </c:pt>
              <c:pt idx="208">
                <c:v>1.7176057459273668</c:v>
              </c:pt>
              <c:pt idx="209">
                <c:v>1.7176057459273668</c:v>
              </c:pt>
              <c:pt idx="210">
                <c:v>1.7176057459273668</c:v>
              </c:pt>
              <c:pt idx="211">
                <c:v>1.7176057459273668</c:v>
              </c:pt>
              <c:pt idx="212">
                <c:v>1.7176057459273668</c:v>
              </c:pt>
              <c:pt idx="213">
                <c:v>1.7176057459273668</c:v>
              </c:pt>
              <c:pt idx="214">
                <c:v>1.7176057459273668</c:v>
              </c:pt>
              <c:pt idx="215">
                <c:v>1.7176057459273668</c:v>
              </c:pt>
              <c:pt idx="216">
                <c:v>1.7176057459273668</c:v>
              </c:pt>
              <c:pt idx="217">
                <c:v>1.7176057459273668</c:v>
              </c:pt>
              <c:pt idx="218">
                <c:v>1.7176057459273668</c:v>
              </c:pt>
              <c:pt idx="219">
                <c:v>1.7176057459273668</c:v>
              </c:pt>
              <c:pt idx="220">
                <c:v>1.7176057459273668</c:v>
              </c:pt>
              <c:pt idx="221">
                <c:v>1.7176057459273668</c:v>
              </c:pt>
              <c:pt idx="222">
                <c:v>1.7176057459273668</c:v>
              </c:pt>
              <c:pt idx="223">
                <c:v>1.7176057459273668</c:v>
              </c:pt>
              <c:pt idx="224">
                <c:v>1.7176057459273668</c:v>
              </c:pt>
              <c:pt idx="225">
                <c:v>1.7176057459273668</c:v>
              </c:pt>
              <c:pt idx="226">
                <c:v>1.7176057459273668</c:v>
              </c:pt>
              <c:pt idx="227">
                <c:v>1.7176057459273668</c:v>
              </c:pt>
              <c:pt idx="228">
                <c:v>1.7176057459273668</c:v>
              </c:pt>
              <c:pt idx="229">
                <c:v>1.7176057459273668</c:v>
              </c:pt>
              <c:pt idx="230">
                <c:v>1.7176057459273668</c:v>
              </c:pt>
              <c:pt idx="231">
                <c:v>1.7176057459273668</c:v>
              </c:pt>
              <c:pt idx="232">
                <c:v>1.7176057459273668</c:v>
              </c:pt>
              <c:pt idx="233">
                <c:v>1.7176057459273668</c:v>
              </c:pt>
              <c:pt idx="234">
                <c:v>1.7176057459273668</c:v>
              </c:pt>
              <c:pt idx="235">
                <c:v>1.7176057459273668</c:v>
              </c:pt>
              <c:pt idx="236">
                <c:v>1.7176057459273668</c:v>
              </c:pt>
              <c:pt idx="237">
                <c:v>1.7176057459273668</c:v>
              </c:pt>
              <c:pt idx="238">
                <c:v>1.7176057459273668</c:v>
              </c:pt>
              <c:pt idx="239">
                <c:v>1.7176057459273668</c:v>
              </c:pt>
              <c:pt idx="240">
                <c:v>1.7176057459273668</c:v>
              </c:pt>
              <c:pt idx="241">
                <c:v>1.7176057459273668</c:v>
              </c:pt>
              <c:pt idx="242">
                <c:v>1.7176057459273668</c:v>
              </c:pt>
              <c:pt idx="243">
                <c:v>1.7176057459273668</c:v>
              </c:pt>
              <c:pt idx="244">
                <c:v>1.7176057459273668</c:v>
              </c:pt>
              <c:pt idx="245">
                <c:v>1.7176057459273668</c:v>
              </c:pt>
              <c:pt idx="246">
                <c:v>1.7176057459273668</c:v>
              </c:pt>
              <c:pt idx="247">
                <c:v>1.7176057459273668</c:v>
              </c:pt>
              <c:pt idx="248">
                <c:v>1.7176057459273668</c:v>
              </c:pt>
              <c:pt idx="249">
                <c:v>1.7176057459273668</c:v>
              </c:pt>
              <c:pt idx="250">
                <c:v>1.7176057459273668</c:v>
              </c:pt>
              <c:pt idx="251">
                <c:v>1.7176057459273668</c:v>
              </c:pt>
              <c:pt idx="252">
                <c:v>1.7176057459273668</c:v>
              </c:pt>
              <c:pt idx="253">
                <c:v>1.7176057459273668</c:v>
              </c:pt>
              <c:pt idx="254">
                <c:v>1.7176057459273668</c:v>
              </c:pt>
              <c:pt idx="255">
                <c:v>1.7176057459273668</c:v>
              </c:pt>
              <c:pt idx="256">
                <c:v>1.7176057459273668</c:v>
              </c:pt>
              <c:pt idx="257">
                <c:v>1.7176057459273668</c:v>
              </c:pt>
              <c:pt idx="258">
                <c:v>1.7176057459273668</c:v>
              </c:pt>
              <c:pt idx="259">
                <c:v>1.7176057459273668</c:v>
              </c:pt>
              <c:pt idx="260">
                <c:v>1.7176057459273668</c:v>
              </c:pt>
              <c:pt idx="261">
                <c:v>1.7176057459273668</c:v>
              </c:pt>
              <c:pt idx="262">
                <c:v>1.7176057459273668</c:v>
              </c:pt>
              <c:pt idx="263">
                <c:v>1.7176057459273668</c:v>
              </c:pt>
              <c:pt idx="264">
                <c:v>1.7176057459273668</c:v>
              </c:pt>
              <c:pt idx="265">
                <c:v>1.7176057459273668</c:v>
              </c:pt>
              <c:pt idx="266">
                <c:v>1.7176057459273668</c:v>
              </c:pt>
              <c:pt idx="267">
                <c:v>1.7176057459273668</c:v>
              </c:pt>
              <c:pt idx="268">
                <c:v>1.7176057459273668</c:v>
              </c:pt>
              <c:pt idx="269">
                <c:v>1.7176057459273668</c:v>
              </c:pt>
              <c:pt idx="270">
                <c:v>1.7176057459273668</c:v>
              </c:pt>
              <c:pt idx="271">
                <c:v>1.7176057459273668</c:v>
              </c:pt>
              <c:pt idx="272">
                <c:v>1.7176057459273668</c:v>
              </c:pt>
              <c:pt idx="273">
                <c:v>1.7176057459273668</c:v>
              </c:pt>
              <c:pt idx="274">
                <c:v>1.7176057459273668</c:v>
              </c:pt>
              <c:pt idx="275">
                <c:v>1.7176057459273668</c:v>
              </c:pt>
              <c:pt idx="276">
                <c:v>1.7176057459273668</c:v>
              </c:pt>
              <c:pt idx="277">
                <c:v>1.7176057459273668</c:v>
              </c:pt>
              <c:pt idx="278">
                <c:v>1.7176057459273668</c:v>
              </c:pt>
              <c:pt idx="279">
                <c:v>1.7176057459273668</c:v>
              </c:pt>
              <c:pt idx="280">
                <c:v>1.7176057459273668</c:v>
              </c:pt>
              <c:pt idx="281">
                <c:v>1.7176057459273668</c:v>
              </c:pt>
              <c:pt idx="282">
                <c:v>1.7176057459273668</c:v>
              </c:pt>
              <c:pt idx="283">
                <c:v>1.7176057459273668</c:v>
              </c:pt>
              <c:pt idx="284">
                <c:v>1.7176057459273668</c:v>
              </c:pt>
              <c:pt idx="285">
                <c:v>1.7176057459273668</c:v>
              </c:pt>
              <c:pt idx="286">
                <c:v>1.7176057459273668</c:v>
              </c:pt>
              <c:pt idx="287">
                <c:v>1.7176057459273668</c:v>
              </c:pt>
              <c:pt idx="288">
                <c:v>1.7176057459273668</c:v>
              </c:pt>
              <c:pt idx="289">
                <c:v>1.7176057459273668</c:v>
              </c:pt>
              <c:pt idx="290">
                <c:v>1.7176057459273668</c:v>
              </c:pt>
              <c:pt idx="291">
                <c:v>1.7176057459273668</c:v>
              </c:pt>
              <c:pt idx="292">
                <c:v>1.7176057459273668</c:v>
              </c:pt>
              <c:pt idx="293">
                <c:v>1.7176057459273668</c:v>
              </c:pt>
              <c:pt idx="294">
                <c:v>1.7176057459273668</c:v>
              </c:pt>
              <c:pt idx="295">
                <c:v>1.7176057459273668</c:v>
              </c:pt>
              <c:pt idx="296">
                <c:v>1.7176057459273668</c:v>
              </c:pt>
              <c:pt idx="297">
                <c:v>1.7176057459273668</c:v>
              </c:pt>
              <c:pt idx="298">
                <c:v>1.7176057459273668</c:v>
              </c:pt>
              <c:pt idx="299">
                <c:v>1.7176057459273668</c:v>
              </c:pt>
              <c:pt idx="300">
                <c:v>1.7176057459273668</c:v>
              </c:pt>
              <c:pt idx="301">
                <c:v>1.7176057459273668</c:v>
              </c:pt>
              <c:pt idx="302">
                <c:v>1.7176057459273668</c:v>
              </c:pt>
              <c:pt idx="303">
                <c:v>1.7176057459273668</c:v>
              </c:pt>
              <c:pt idx="304">
                <c:v>1.7176057459273668</c:v>
              </c:pt>
              <c:pt idx="305">
                <c:v>1.7176057459273668</c:v>
              </c:pt>
              <c:pt idx="306">
                <c:v>1.7176057459273668</c:v>
              </c:pt>
              <c:pt idx="307">
                <c:v>1.7176057459273668</c:v>
              </c:pt>
              <c:pt idx="308">
                <c:v>1.7176057459273668</c:v>
              </c:pt>
              <c:pt idx="309">
                <c:v>1.7176057459273668</c:v>
              </c:pt>
              <c:pt idx="310">
                <c:v>1.7176057459273668</c:v>
              </c:pt>
              <c:pt idx="311">
                <c:v>1.7176057459273668</c:v>
              </c:pt>
              <c:pt idx="312">
                <c:v>1.7176057459273668</c:v>
              </c:pt>
              <c:pt idx="313">
                <c:v>1.7176057459273668</c:v>
              </c:pt>
              <c:pt idx="314">
                <c:v>1.7176057459273668</c:v>
              </c:pt>
              <c:pt idx="315">
                <c:v>1.7176057459273668</c:v>
              </c:pt>
              <c:pt idx="316">
                <c:v>1.7176057459273668</c:v>
              </c:pt>
              <c:pt idx="317">
                <c:v>1.7176057459273668</c:v>
              </c:pt>
              <c:pt idx="318">
                <c:v>1.7176057459273668</c:v>
              </c:pt>
              <c:pt idx="319">
                <c:v>1.7176057459273668</c:v>
              </c:pt>
              <c:pt idx="320">
                <c:v>1.7176057459273668</c:v>
              </c:pt>
              <c:pt idx="321">
                <c:v>1.7176057459273668</c:v>
              </c:pt>
              <c:pt idx="322">
                <c:v>1.7176057459273668</c:v>
              </c:pt>
              <c:pt idx="323">
                <c:v>1.7176057459273668</c:v>
              </c:pt>
              <c:pt idx="324">
                <c:v>1.7176057459273668</c:v>
              </c:pt>
              <c:pt idx="325">
                <c:v>1.7176057459273668</c:v>
              </c:pt>
              <c:pt idx="326">
                <c:v>1.7176057459273668</c:v>
              </c:pt>
              <c:pt idx="327">
                <c:v>1.7176057459273668</c:v>
              </c:pt>
              <c:pt idx="328">
                <c:v>1.7176057459273668</c:v>
              </c:pt>
              <c:pt idx="329">
                <c:v>1.7176057459273668</c:v>
              </c:pt>
              <c:pt idx="330">
                <c:v>1.7176057459273668</c:v>
              </c:pt>
              <c:pt idx="331">
                <c:v>1.7176057459273668</c:v>
              </c:pt>
              <c:pt idx="332">
                <c:v>1.7176057459273668</c:v>
              </c:pt>
              <c:pt idx="333">
                <c:v>1.7176057459273668</c:v>
              </c:pt>
              <c:pt idx="334">
                <c:v>1.7176057459273668</c:v>
              </c:pt>
              <c:pt idx="335">
                <c:v>1.7176057459273668</c:v>
              </c:pt>
              <c:pt idx="336">
                <c:v>1.7176057459273668</c:v>
              </c:pt>
              <c:pt idx="337">
                <c:v>1.7176057459273668</c:v>
              </c:pt>
              <c:pt idx="338">
                <c:v>1.7176057459273668</c:v>
              </c:pt>
              <c:pt idx="339">
                <c:v>1.7176057459273668</c:v>
              </c:pt>
              <c:pt idx="340">
                <c:v>1.7176057459273668</c:v>
              </c:pt>
              <c:pt idx="341">
                <c:v>1.7176057459273668</c:v>
              </c:pt>
              <c:pt idx="342">
                <c:v>1.7176057459273668</c:v>
              </c:pt>
              <c:pt idx="343">
                <c:v>1.7176057459273668</c:v>
              </c:pt>
              <c:pt idx="344">
                <c:v>1.7176057459273668</c:v>
              </c:pt>
              <c:pt idx="345">
                <c:v>1.7176057459273668</c:v>
              </c:pt>
              <c:pt idx="346">
                <c:v>1.7176057459273668</c:v>
              </c:pt>
              <c:pt idx="347">
                <c:v>1.7176057459273668</c:v>
              </c:pt>
              <c:pt idx="348">
                <c:v>1.7176057459273668</c:v>
              </c:pt>
              <c:pt idx="349">
                <c:v>1.7176057459273668</c:v>
              </c:pt>
              <c:pt idx="350">
                <c:v>1.7176057459273668</c:v>
              </c:pt>
              <c:pt idx="351">
                <c:v>1.7176057459273668</c:v>
              </c:pt>
              <c:pt idx="352">
                <c:v>1.7176057459273668</c:v>
              </c:pt>
              <c:pt idx="353">
                <c:v>1.7176057459273668</c:v>
              </c:pt>
              <c:pt idx="354">
                <c:v>1.7176057459273668</c:v>
              </c:pt>
              <c:pt idx="355">
                <c:v>1.7176057459273668</c:v>
              </c:pt>
              <c:pt idx="356">
                <c:v>1.7176057459273668</c:v>
              </c:pt>
              <c:pt idx="357">
                <c:v>1.7176057459273668</c:v>
              </c:pt>
              <c:pt idx="358">
                <c:v>1.7176057459273668</c:v>
              </c:pt>
              <c:pt idx="359">
                <c:v>1.7176057459273668</c:v>
              </c:pt>
              <c:pt idx="360">
                <c:v>1.7176057459273668</c:v>
              </c:pt>
              <c:pt idx="361">
                <c:v>1.7176057459273668</c:v>
              </c:pt>
              <c:pt idx="362">
                <c:v>1.7176057459273668</c:v>
              </c:pt>
              <c:pt idx="363">
                <c:v>1.7176057459273668</c:v>
              </c:pt>
              <c:pt idx="364">
                <c:v>1.7176057459273668</c:v>
              </c:pt>
              <c:pt idx="365">
                <c:v>1.7176057459273668</c:v>
              </c:pt>
              <c:pt idx="366">
                <c:v>1.7176057459273668</c:v>
              </c:pt>
              <c:pt idx="367">
                <c:v>1.7176057459273668</c:v>
              </c:pt>
              <c:pt idx="368">
                <c:v>1.7176057459273668</c:v>
              </c:pt>
              <c:pt idx="369">
                <c:v>1.7176057459273668</c:v>
              </c:pt>
              <c:pt idx="370">
                <c:v>1.7176057459273668</c:v>
              </c:pt>
              <c:pt idx="371">
                <c:v>1.7176057459273668</c:v>
              </c:pt>
              <c:pt idx="372">
                <c:v>1.7176057459273668</c:v>
              </c:pt>
              <c:pt idx="373">
                <c:v>1.7176057459273668</c:v>
              </c:pt>
              <c:pt idx="374">
                <c:v>1.7176057459273668</c:v>
              </c:pt>
              <c:pt idx="375">
                <c:v>1.7176057459273668</c:v>
              </c:pt>
              <c:pt idx="376">
                <c:v>1.7176057459273668</c:v>
              </c:pt>
              <c:pt idx="377">
                <c:v>1.7176057459273668</c:v>
              </c:pt>
              <c:pt idx="378">
                <c:v>1.7176057459273668</c:v>
              </c:pt>
              <c:pt idx="379">
                <c:v>1.7176057459273668</c:v>
              </c:pt>
              <c:pt idx="380">
                <c:v>1.7176057459273668</c:v>
              </c:pt>
              <c:pt idx="381">
                <c:v>1.7176057459273668</c:v>
              </c:pt>
              <c:pt idx="382">
                <c:v>1.7176057459273668</c:v>
              </c:pt>
              <c:pt idx="383">
                <c:v>1.7176057459273668</c:v>
              </c:pt>
              <c:pt idx="384">
                <c:v>1.7176057459273668</c:v>
              </c:pt>
              <c:pt idx="385">
                <c:v>1.7176057459273668</c:v>
              </c:pt>
              <c:pt idx="386">
                <c:v>1.7176057459273668</c:v>
              </c:pt>
              <c:pt idx="387">
                <c:v>1.7176057459273668</c:v>
              </c:pt>
              <c:pt idx="388">
                <c:v>1.7176057459273668</c:v>
              </c:pt>
              <c:pt idx="389">
                <c:v>1.7176057459273668</c:v>
              </c:pt>
              <c:pt idx="390">
                <c:v>1.7176057459273668</c:v>
              </c:pt>
              <c:pt idx="391">
                <c:v>1.7176057459273668</c:v>
              </c:pt>
              <c:pt idx="392">
                <c:v>1.7176057459273668</c:v>
              </c:pt>
              <c:pt idx="393">
                <c:v>1.7176057459273668</c:v>
              </c:pt>
              <c:pt idx="394">
                <c:v>1.7176057459273668</c:v>
              </c:pt>
              <c:pt idx="395">
                <c:v>1.7176057459273668</c:v>
              </c:pt>
              <c:pt idx="396">
                <c:v>1.7176057459273668</c:v>
              </c:pt>
              <c:pt idx="397">
                <c:v>1.7176057459273668</c:v>
              </c:pt>
              <c:pt idx="398">
                <c:v>1.7176057459273668</c:v>
              </c:pt>
              <c:pt idx="399">
                <c:v>1.7176057459273668</c:v>
              </c:pt>
              <c:pt idx="400">
                <c:v>1.7176057459273668</c:v>
              </c:pt>
              <c:pt idx="401">
                <c:v>1.7176057459273668</c:v>
              </c:pt>
              <c:pt idx="402">
                <c:v>1.7176057459273668</c:v>
              </c:pt>
              <c:pt idx="403">
                <c:v>1.7176057459273668</c:v>
              </c:pt>
              <c:pt idx="404">
                <c:v>1.7176057459273668</c:v>
              </c:pt>
              <c:pt idx="405">
                <c:v>1.7176057459273668</c:v>
              </c:pt>
              <c:pt idx="406">
                <c:v>1.7176057459273668</c:v>
              </c:pt>
              <c:pt idx="407">
                <c:v>1.7176057459273668</c:v>
              </c:pt>
              <c:pt idx="408">
                <c:v>1.7176057459273668</c:v>
              </c:pt>
              <c:pt idx="409">
                <c:v>1.7176057459273668</c:v>
              </c:pt>
              <c:pt idx="410">
                <c:v>1.7176057459273668</c:v>
              </c:pt>
              <c:pt idx="411">
                <c:v>1.7176057459273668</c:v>
              </c:pt>
              <c:pt idx="412">
                <c:v>1.7176057459273668</c:v>
              </c:pt>
              <c:pt idx="413">
                <c:v>1.7176057459273668</c:v>
              </c:pt>
              <c:pt idx="414">
                <c:v>1.7176057459273668</c:v>
              </c:pt>
              <c:pt idx="415">
                <c:v>1.7176057459273668</c:v>
              </c:pt>
              <c:pt idx="416">
                <c:v>1.7176057459273668</c:v>
              </c:pt>
              <c:pt idx="417">
                <c:v>1.7176057459273668</c:v>
              </c:pt>
              <c:pt idx="418">
                <c:v>1.7176057459273668</c:v>
              </c:pt>
              <c:pt idx="419">
                <c:v>1.7176057459273668</c:v>
              </c:pt>
              <c:pt idx="420">
                <c:v>1.7176057459273668</c:v>
              </c:pt>
              <c:pt idx="421">
                <c:v>1.7176057459273668</c:v>
              </c:pt>
              <c:pt idx="422">
                <c:v>1.7176057459273668</c:v>
              </c:pt>
              <c:pt idx="423">
                <c:v>1.7176057459273668</c:v>
              </c:pt>
              <c:pt idx="424">
                <c:v>1.7176057459273668</c:v>
              </c:pt>
              <c:pt idx="425">
                <c:v>1.7176057459273668</c:v>
              </c:pt>
              <c:pt idx="426">
                <c:v>1.7176057459273668</c:v>
              </c:pt>
              <c:pt idx="427">
                <c:v>1.7176057459273668</c:v>
              </c:pt>
              <c:pt idx="428">
                <c:v>1.7176057459273668</c:v>
              </c:pt>
              <c:pt idx="429">
                <c:v>1.7176057459273668</c:v>
              </c:pt>
              <c:pt idx="430">
                <c:v>1.7176057459273668</c:v>
              </c:pt>
              <c:pt idx="431">
                <c:v>1.7176057459273668</c:v>
              </c:pt>
              <c:pt idx="432">
                <c:v>1.7176057459273668</c:v>
              </c:pt>
              <c:pt idx="433">
                <c:v>1.7176057459273668</c:v>
              </c:pt>
              <c:pt idx="434">
                <c:v>1.7176057459273668</c:v>
              </c:pt>
              <c:pt idx="435">
                <c:v>1.7176057459273668</c:v>
              </c:pt>
              <c:pt idx="436">
                <c:v>1.7176057459273668</c:v>
              </c:pt>
              <c:pt idx="437">
                <c:v>1.7176057459273668</c:v>
              </c:pt>
              <c:pt idx="438">
                <c:v>1.7176057459273668</c:v>
              </c:pt>
              <c:pt idx="439">
                <c:v>1.7176057459273668</c:v>
              </c:pt>
              <c:pt idx="440">
                <c:v>1.7176057459273668</c:v>
              </c:pt>
              <c:pt idx="441">
                <c:v>1.7176057459273668</c:v>
              </c:pt>
              <c:pt idx="442">
                <c:v>1.7176057459273668</c:v>
              </c:pt>
              <c:pt idx="443">
                <c:v>1.7176057459273668</c:v>
              </c:pt>
              <c:pt idx="444">
                <c:v>1.7176057459273668</c:v>
              </c:pt>
              <c:pt idx="445">
                <c:v>1.7176057459273668</c:v>
              </c:pt>
              <c:pt idx="446">
                <c:v>1.7176057459273668</c:v>
              </c:pt>
              <c:pt idx="447">
                <c:v>1.7176057459273668</c:v>
              </c:pt>
              <c:pt idx="448">
                <c:v>1.7176057459273668</c:v>
              </c:pt>
              <c:pt idx="449">
                <c:v>1.7176057459273668</c:v>
              </c:pt>
            </c:numLit>
          </c:xVal>
          <c:yVal>
            <c:numLit>
              <c:formatCode>0.0</c:formatCode>
              <c:ptCount val="450"/>
              <c:pt idx="0">
                <c:v>3.761988422676205</c:v>
              </c:pt>
              <c:pt idx="1">
                <c:v>3.761988422676205</c:v>
              </c:pt>
              <c:pt idx="2">
                <c:v>3.761988422676205</c:v>
              </c:pt>
              <c:pt idx="3">
                <c:v>3.761988422676205</c:v>
              </c:pt>
              <c:pt idx="4">
                <c:v>3.761988422676205</c:v>
              </c:pt>
              <c:pt idx="5">
                <c:v>3.761988422676205</c:v>
              </c:pt>
              <c:pt idx="6">
                <c:v>3.761988422676205</c:v>
              </c:pt>
              <c:pt idx="7">
                <c:v>3.761988422676205</c:v>
              </c:pt>
              <c:pt idx="8">
                <c:v>3.761988422676205</c:v>
              </c:pt>
              <c:pt idx="9">
                <c:v>3.761988422676205</c:v>
              </c:pt>
              <c:pt idx="10">
                <c:v>3.761988422676205</c:v>
              </c:pt>
              <c:pt idx="11">
                <c:v>3.761988422676205</c:v>
              </c:pt>
              <c:pt idx="12">
                <c:v>3.761988422676205</c:v>
              </c:pt>
              <c:pt idx="13">
                <c:v>3.761988422676205</c:v>
              </c:pt>
              <c:pt idx="14">
                <c:v>3.761988422676205</c:v>
              </c:pt>
              <c:pt idx="15">
                <c:v>3.761988422676205</c:v>
              </c:pt>
              <c:pt idx="16">
                <c:v>3.761988422676205</c:v>
              </c:pt>
              <c:pt idx="17">
                <c:v>3.761988422676205</c:v>
              </c:pt>
              <c:pt idx="18">
                <c:v>3.761988422676205</c:v>
              </c:pt>
              <c:pt idx="19">
                <c:v>3.761988422676205</c:v>
              </c:pt>
              <c:pt idx="20">
                <c:v>3.761988422676205</c:v>
              </c:pt>
              <c:pt idx="21">
                <c:v>3.761988422676205</c:v>
              </c:pt>
              <c:pt idx="22">
                <c:v>3.761988422676205</c:v>
              </c:pt>
              <c:pt idx="23">
                <c:v>3.761988422676205</c:v>
              </c:pt>
              <c:pt idx="24">
                <c:v>3.761988422676205</c:v>
              </c:pt>
              <c:pt idx="25">
                <c:v>3.761988422676205</c:v>
              </c:pt>
              <c:pt idx="26">
                <c:v>3.761988422676205</c:v>
              </c:pt>
              <c:pt idx="27">
                <c:v>3.761988422676205</c:v>
              </c:pt>
              <c:pt idx="28">
                <c:v>3.761988422676205</c:v>
              </c:pt>
              <c:pt idx="29">
                <c:v>3.761988422676205</c:v>
              </c:pt>
              <c:pt idx="30">
                <c:v>3.761988422676205</c:v>
              </c:pt>
              <c:pt idx="31">
                <c:v>3.761988422676205</c:v>
              </c:pt>
              <c:pt idx="32">
                <c:v>3.761988422676205</c:v>
              </c:pt>
              <c:pt idx="33">
                <c:v>3.761988422676205</c:v>
              </c:pt>
              <c:pt idx="34">
                <c:v>3.761988422676205</c:v>
              </c:pt>
              <c:pt idx="35">
                <c:v>3.761988422676205</c:v>
              </c:pt>
              <c:pt idx="36">
                <c:v>3.761988422676205</c:v>
              </c:pt>
              <c:pt idx="37">
                <c:v>3.761988422676205</c:v>
              </c:pt>
              <c:pt idx="38">
                <c:v>3.761988422676205</c:v>
              </c:pt>
              <c:pt idx="39">
                <c:v>3.761988422676205</c:v>
              </c:pt>
              <c:pt idx="40">
                <c:v>3.761988422676205</c:v>
              </c:pt>
              <c:pt idx="41">
                <c:v>3.761988422676205</c:v>
              </c:pt>
              <c:pt idx="42">
                <c:v>3.761988422676205</c:v>
              </c:pt>
              <c:pt idx="43">
                <c:v>3.761988422676205</c:v>
              </c:pt>
              <c:pt idx="44">
                <c:v>3.761988422676205</c:v>
              </c:pt>
              <c:pt idx="45">
                <c:v>3.761988422676205</c:v>
              </c:pt>
              <c:pt idx="46">
                <c:v>3.761988422676205</c:v>
              </c:pt>
              <c:pt idx="47">
                <c:v>3.761988422676205</c:v>
              </c:pt>
              <c:pt idx="48">
                <c:v>3.761988422676205</c:v>
              </c:pt>
              <c:pt idx="49">
                <c:v>3.761988422676205</c:v>
              </c:pt>
              <c:pt idx="50">
                <c:v>3.761988422676205</c:v>
              </c:pt>
              <c:pt idx="51">
                <c:v>3.761988422676205</c:v>
              </c:pt>
              <c:pt idx="52">
                <c:v>3.761988422676205</c:v>
              </c:pt>
              <c:pt idx="53">
                <c:v>3.761988422676205</c:v>
              </c:pt>
              <c:pt idx="54">
                <c:v>3.761988422676205</c:v>
              </c:pt>
              <c:pt idx="55">
                <c:v>3.761988422676205</c:v>
              </c:pt>
              <c:pt idx="56">
                <c:v>3.761988422676205</c:v>
              </c:pt>
              <c:pt idx="57">
                <c:v>3.761988422676205</c:v>
              </c:pt>
              <c:pt idx="58">
                <c:v>3.761988422676205</c:v>
              </c:pt>
              <c:pt idx="59">
                <c:v>3.761988422676205</c:v>
              </c:pt>
              <c:pt idx="60">
                <c:v>3.761988422676205</c:v>
              </c:pt>
              <c:pt idx="61">
                <c:v>3.761988422676205</c:v>
              </c:pt>
              <c:pt idx="62">
                <c:v>3.761988422676205</c:v>
              </c:pt>
              <c:pt idx="63">
                <c:v>3.761988422676205</c:v>
              </c:pt>
              <c:pt idx="64">
                <c:v>3.761988422676205</c:v>
              </c:pt>
              <c:pt idx="65">
                <c:v>3.761988422676205</c:v>
              </c:pt>
              <c:pt idx="66">
                <c:v>3.761988422676205</c:v>
              </c:pt>
              <c:pt idx="67">
                <c:v>3.761988422676205</c:v>
              </c:pt>
              <c:pt idx="68">
                <c:v>3.761988422676205</c:v>
              </c:pt>
              <c:pt idx="69">
                <c:v>3.761988422676205</c:v>
              </c:pt>
              <c:pt idx="70">
                <c:v>3.761988422676205</c:v>
              </c:pt>
              <c:pt idx="71">
                <c:v>3.761988422676205</c:v>
              </c:pt>
              <c:pt idx="72">
                <c:v>3.761988422676205</c:v>
              </c:pt>
              <c:pt idx="73">
                <c:v>3.761988422676205</c:v>
              </c:pt>
              <c:pt idx="74">
                <c:v>3.761988422676205</c:v>
              </c:pt>
              <c:pt idx="75">
                <c:v>3.761988422676205</c:v>
              </c:pt>
              <c:pt idx="76">
                <c:v>3.761988422676205</c:v>
              </c:pt>
              <c:pt idx="77">
                <c:v>3.761988422676205</c:v>
              </c:pt>
              <c:pt idx="78">
                <c:v>3.761988422676205</c:v>
              </c:pt>
              <c:pt idx="79">
                <c:v>3.761988422676205</c:v>
              </c:pt>
              <c:pt idx="80">
                <c:v>3.761988422676205</c:v>
              </c:pt>
              <c:pt idx="81">
                <c:v>3.761988422676205</c:v>
              </c:pt>
              <c:pt idx="82">
                <c:v>3.761988422676205</c:v>
              </c:pt>
              <c:pt idx="83">
                <c:v>3.761988422676205</c:v>
              </c:pt>
              <c:pt idx="84">
                <c:v>3.761988422676205</c:v>
              </c:pt>
              <c:pt idx="85">
                <c:v>3.761988422676205</c:v>
              </c:pt>
              <c:pt idx="86">
                <c:v>3.761988422676205</c:v>
              </c:pt>
              <c:pt idx="87">
                <c:v>3.761988422676205</c:v>
              </c:pt>
              <c:pt idx="88">
                <c:v>3.761988422676205</c:v>
              </c:pt>
              <c:pt idx="89">
                <c:v>3.761988422676205</c:v>
              </c:pt>
              <c:pt idx="90">
                <c:v>3.761988422676205</c:v>
              </c:pt>
              <c:pt idx="91">
                <c:v>3.761988422676205</c:v>
              </c:pt>
              <c:pt idx="92">
                <c:v>3.761988422676205</c:v>
              </c:pt>
              <c:pt idx="93">
                <c:v>3.761988422676205</c:v>
              </c:pt>
              <c:pt idx="94">
                <c:v>3.761988422676205</c:v>
              </c:pt>
              <c:pt idx="95">
                <c:v>3.761988422676205</c:v>
              </c:pt>
              <c:pt idx="96">
                <c:v>3.761988422676205</c:v>
              </c:pt>
              <c:pt idx="97">
                <c:v>3.761988422676205</c:v>
              </c:pt>
              <c:pt idx="98">
                <c:v>3.761988422676205</c:v>
              </c:pt>
              <c:pt idx="99">
                <c:v>3.761988422676205</c:v>
              </c:pt>
              <c:pt idx="100">
                <c:v>3.761988422676205</c:v>
              </c:pt>
              <c:pt idx="101">
                <c:v>3.761988422676205</c:v>
              </c:pt>
              <c:pt idx="102">
                <c:v>3.761988422676205</c:v>
              </c:pt>
              <c:pt idx="103">
                <c:v>3.761988422676205</c:v>
              </c:pt>
              <c:pt idx="104">
                <c:v>3.761988422676205</c:v>
              </c:pt>
              <c:pt idx="105">
                <c:v>3.761988422676205</c:v>
              </c:pt>
              <c:pt idx="106">
                <c:v>3.761988422676205</c:v>
              </c:pt>
              <c:pt idx="107">
                <c:v>3.761988422676205</c:v>
              </c:pt>
              <c:pt idx="108">
                <c:v>3.761988422676205</c:v>
              </c:pt>
              <c:pt idx="109">
                <c:v>3.761988422676205</c:v>
              </c:pt>
              <c:pt idx="110">
                <c:v>3.761988422676205</c:v>
              </c:pt>
              <c:pt idx="111">
                <c:v>3.761988422676205</c:v>
              </c:pt>
              <c:pt idx="112">
                <c:v>3.761988422676205</c:v>
              </c:pt>
              <c:pt idx="113">
                <c:v>3.761988422676205</c:v>
              </c:pt>
              <c:pt idx="114">
                <c:v>3.761988422676205</c:v>
              </c:pt>
              <c:pt idx="115">
                <c:v>3.761988422676205</c:v>
              </c:pt>
              <c:pt idx="116">
                <c:v>3.761988422676205</c:v>
              </c:pt>
              <c:pt idx="117">
                <c:v>3.761988422676205</c:v>
              </c:pt>
              <c:pt idx="118">
                <c:v>3.761988422676205</c:v>
              </c:pt>
              <c:pt idx="119">
                <c:v>3.761988422676205</c:v>
              </c:pt>
              <c:pt idx="120">
                <c:v>3.761988422676205</c:v>
              </c:pt>
              <c:pt idx="121">
                <c:v>3.761988422676205</c:v>
              </c:pt>
              <c:pt idx="122">
                <c:v>3.761988422676205</c:v>
              </c:pt>
              <c:pt idx="123">
                <c:v>3.761988422676205</c:v>
              </c:pt>
              <c:pt idx="124">
                <c:v>3.761988422676205</c:v>
              </c:pt>
              <c:pt idx="125">
                <c:v>3.761988422676205</c:v>
              </c:pt>
              <c:pt idx="126">
                <c:v>3.761988422676205</c:v>
              </c:pt>
              <c:pt idx="127">
                <c:v>3.761988422676205</c:v>
              </c:pt>
              <c:pt idx="128">
                <c:v>3.761988422676205</c:v>
              </c:pt>
              <c:pt idx="129">
                <c:v>3.761988422676205</c:v>
              </c:pt>
              <c:pt idx="130">
                <c:v>3.761988422676205</c:v>
              </c:pt>
              <c:pt idx="131">
                <c:v>3.761988422676205</c:v>
              </c:pt>
              <c:pt idx="132">
                <c:v>3.761988422676205</c:v>
              </c:pt>
              <c:pt idx="133">
                <c:v>3.761988422676205</c:v>
              </c:pt>
              <c:pt idx="134">
                <c:v>3.761988422676205</c:v>
              </c:pt>
              <c:pt idx="135">
                <c:v>3.761988422676205</c:v>
              </c:pt>
              <c:pt idx="136">
                <c:v>3.761988422676205</c:v>
              </c:pt>
              <c:pt idx="137">
                <c:v>3.761988422676205</c:v>
              </c:pt>
              <c:pt idx="138">
                <c:v>3.761988422676205</c:v>
              </c:pt>
              <c:pt idx="139">
                <c:v>3.761988422676205</c:v>
              </c:pt>
              <c:pt idx="140">
                <c:v>3.761988422676205</c:v>
              </c:pt>
              <c:pt idx="141">
                <c:v>3.761988422676205</c:v>
              </c:pt>
              <c:pt idx="142">
                <c:v>3.761988422676205</c:v>
              </c:pt>
              <c:pt idx="143">
                <c:v>3.761988422676205</c:v>
              </c:pt>
              <c:pt idx="144">
                <c:v>3.761988422676205</c:v>
              </c:pt>
              <c:pt idx="145">
                <c:v>3.761988422676205</c:v>
              </c:pt>
              <c:pt idx="146">
                <c:v>3.761988422676205</c:v>
              </c:pt>
              <c:pt idx="147">
                <c:v>3.761988422676205</c:v>
              </c:pt>
              <c:pt idx="148">
                <c:v>3.761988422676205</c:v>
              </c:pt>
              <c:pt idx="149">
                <c:v>3.761988422676205</c:v>
              </c:pt>
              <c:pt idx="150">
                <c:v>3.761988422676205</c:v>
              </c:pt>
              <c:pt idx="151">
                <c:v>3.761988422676205</c:v>
              </c:pt>
              <c:pt idx="152">
                <c:v>3.761988422676205</c:v>
              </c:pt>
              <c:pt idx="153">
                <c:v>3.761988422676205</c:v>
              </c:pt>
              <c:pt idx="154">
                <c:v>3.761988422676205</c:v>
              </c:pt>
              <c:pt idx="155">
                <c:v>3.761988422676205</c:v>
              </c:pt>
              <c:pt idx="156">
                <c:v>3.761988422676205</c:v>
              </c:pt>
              <c:pt idx="157">
                <c:v>3.761988422676205</c:v>
              </c:pt>
              <c:pt idx="158">
                <c:v>3.761988422676205</c:v>
              </c:pt>
              <c:pt idx="159">
                <c:v>3.761988422676205</c:v>
              </c:pt>
              <c:pt idx="160">
                <c:v>3.761988422676205</c:v>
              </c:pt>
              <c:pt idx="161">
                <c:v>3.761988422676205</c:v>
              </c:pt>
              <c:pt idx="162">
                <c:v>3.761988422676205</c:v>
              </c:pt>
              <c:pt idx="163">
                <c:v>3.761988422676205</c:v>
              </c:pt>
              <c:pt idx="164">
                <c:v>3.761988422676205</c:v>
              </c:pt>
              <c:pt idx="165">
                <c:v>3.761988422676205</c:v>
              </c:pt>
              <c:pt idx="166">
                <c:v>3.761988422676205</c:v>
              </c:pt>
              <c:pt idx="167">
                <c:v>3.761988422676205</c:v>
              </c:pt>
              <c:pt idx="168">
                <c:v>3.761988422676205</c:v>
              </c:pt>
              <c:pt idx="169">
                <c:v>3.761988422676205</c:v>
              </c:pt>
              <c:pt idx="170">
                <c:v>3.761988422676205</c:v>
              </c:pt>
              <c:pt idx="171">
                <c:v>3.761988422676205</c:v>
              </c:pt>
              <c:pt idx="172">
                <c:v>3.761988422676205</c:v>
              </c:pt>
              <c:pt idx="173">
                <c:v>3.761988422676205</c:v>
              </c:pt>
              <c:pt idx="174">
                <c:v>3.761988422676205</c:v>
              </c:pt>
              <c:pt idx="175">
                <c:v>3.761988422676205</c:v>
              </c:pt>
              <c:pt idx="176">
                <c:v>3.761988422676205</c:v>
              </c:pt>
              <c:pt idx="177">
                <c:v>3.761988422676205</c:v>
              </c:pt>
              <c:pt idx="178">
                <c:v>3.761988422676205</c:v>
              </c:pt>
              <c:pt idx="179">
                <c:v>3.761988422676205</c:v>
              </c:pt>
              <c:pt idx="180">
                <c:v>3.761988422676205</c:v>
              </c:pt>
              <c:pt idx="181">
                <c:v>3.761988422676205</c:v>
              </c:pt>
              <c:pt idx="182">
                <c:v>3.761988422676205</c:v>
              </c:pt>
              <c:pt idx="183">
                <c:v>3.761988422676205</c:v>
              </c:pt>
              <c:pt idx="184">
                <c:v>3.761988422676205</c:v>
              </c:pt>
              <c:pt idx="185">
                <c:v>3.761988422676205</c:v>
              </c:pt>
              <c:pt idx="186">
                <c:v>3.761988422676205</c:v>
              </c:pt>
              <c:pt idx="187">
                <c:v>3.761988422676205</c:v>
              </c:pt>
              <c:pt idx="188">
                <c:v>3.761988422676205</c:v>
              </c:pt>
              <c:pt idx="189">
                <c:v>3.761988422676205</c:v>
              </c:pt>
              <c:pt idx="190">
                <c:v>3.761988422676205</c:v>
              </c:pt>
              <c:pt idx="191">
                <c:v>3.761988422676205</c:v>
              </c:pt>
              <c:pt idx="192">
                <c:v>3.761988422676205</c:v>
              </c:pt>
              <c:pt idx="193">
                <c:v>3.761988422676205</c:v>
              </c:pt>
              <c:pt idx="194">
                <c:v>3.761988422676205</c:v>
              </c:pt>
              <c:pt idx="195">
                <c:v>3.761988422676205</c:v>
              </c:pt>
              <c:pt idx="196">
                <c:v>3.761988422676205</c:v>
              </c:pt>
              <c:pt idx="197">
                <c:v>3.761988422676205</c:v>
              </c:pt>
              <c:pt idx="198">
                <c:v>3.761988422676205</c:v>
              </c:pt>
              <c:pt idx="199">
                <c:v>3.761988422676205</c:v>
              </c:pt>
              <c:pt idx="200">
                <c:v>3.761988422676205</c:v>
              </c:pt>
              <c:pt idx="201">
                <c:v>3.761988422676205</c:v>
              </c:pt>
              <c:pt idx="202">
                <c:v>3.761988422676205</c:v>
              </c:pt>
              <c:pt idx="203">
                <c:v>3.761988422676205</c:v>
              </c:pt>
              <c:pt idx="204">
                <c:v>3.761988422676205</c:v>
              </c:pt>
              <c:pt idx="205">
                <c:v>3.761988422676205</c:v>
              </c:pt>
              <c:pt idx="206">
                <c:v>3.761988422676205</c:v>
              </c:pt>
              <c:pt idx="207">
                <c:v>3.761988422676205</c:v>
              </c:pt>
              <c:pt idx="208">
                <c:v>3.761988422676205</c:v>
              </c:pt>
              <c:pt idx="209">
                <c:v>3.761988422676205</c:v>
              </c:pt>
              <c:pt idx="210">
                <c:v>3.761988422676205</c:v>
              </c:pt>
              <c:pt idx="211">
                <c:v>3.761988422676205</c:v>
              </c:pt>
              <c:pt idx="212">
                <c:v>3.761988422676205</c:v>
              </c:pt>
              <c:pt idx="213">
                <c:v>3.761988422676205</c:v>
              </c:pt>
              <c:pt idx="214">
                <c:v>3.761988422676205</c:v>
              </c:pt>
              <c:pt idx="215">
                <c:v>3.761988422676205</c:v>
              </c:pt>
              <c:pt idx="216">
                <c:v>3.761988422676205</c:v>
              </c:pt>
              <c:pt idx="217">
                <c:v>3.761988422676205</c:v>
              </c:pt>
              <c:pt idx="218">
                <c:v>3.761988422676205</c:v>
              </c:pt>
              <c:pt idx="219">
                <c:v>3.761988422676205</c:v>
              </c:pt>
              <c:pt idx="220">
                <c:v>3.761988422676205</c:v>
              </c:pt>
              <c:pt idx="221">
                <c:v>3.761988422676205</c:v>
              </c:pt>
              <c:pt idx="222">
                <c:v>3.761988422676205</c:v>
              </c:pt>
              <c:pt idx="223">
                <c:v>3.761988422676205</c:v>
              </c:pt>
              <c:pt idx="224">
                <c:v>3.761988422676205</c:v>
              </c:pt>
              <c:pt idx="225">
                <c:v>3.761988422676205</c:v>
              </c:pt>
              <c:pt idx="226">
                <c:v>3.761988422676205</c:v>
              </c:pt>
              <c:pt idx="227">
                <c:v>3.761988422676205</c:v>
              </c:pt>
              <c:pt idx="228">
                <c:v>3.761988422676205</c:v>
              </c:pt>
              <c:pt idx="229">
                <c:v>3.761988422676205</c:v>
              </c:pt>
              <c:pt idx="230">
                <c:v>3.761988422676205</c:v>
              </c:pt>
              <c:pt idx="231">
                <c:v>3.761988422676205</c:v>
              </c:pt>
              <c:pt idx="232">
                <c:v>3.761988422676205</c:v>
              </c:pt>
              <c:pt idx="233">
                <c:v>3.761988422676205</c:v>
              </c:pt>
              <c:pt idx="234">
                <c:v>3.761988422676205</c:v>
              </c:pt>
              <c:pt idx="235">
                <c:v>3.761988422676205</c:v>
              </c:pt>
              <c:pt idx="236">
                <c:v>3.761988422676205</c:v>
              </c:pt>
              <c:pt idx="237">
                <c:v>3.761988422676205</c:v>
              </c:pt>
              <c:pt idx="238">
                <c:v>3.761988422676205</c:v>
              </c:pt>
              <c:pt idx="239">
                <c:v>3.761988422676205</c:v>
              </c:pt>
              <c:pt idx="240">
                <c:v>3.761988422676205</c:v>
              </c:pt>
              <c:pt idx="241">
                <c:v>3.761988422676205</c:v>
              </c:pt>
              <c:pt idx="242">
                <c:v>3.761988422676205</c:v>
              </c:pt>
              <c:pt idx="243">
                <c:v>3.761988422676205</c:v>
              </c:pt>
              <c:pt idx="244">
                <c:v>3.761988422676205</c:v>
              </c:pt>
              <c:pt idx="245">
                <c:v>3.761988422676205</c:v>
              </c:pt>
              <c:pt idx="246">
                <c:v>3.761988422676205</c:v>
              </c:pt>
              <c:pt idx="247">
                <c:v>3.761988422676205</c:v>
              </c:pt>
              <c:pt idx="248">
                <c:v>3.761988422676205</c:v>
              </c:pt>
              <c:pt idx="249">
                <c:v>3.761988422676205</c:v>
              </c:pt>
              <c:pt idx="250">
                <c:v>3.761988422676205</c:v>
              </c:pt>
              <c:pt idx="251">
                <c:v>3.761988422676205</c:v>
              </c:pt>
              <c:pt idx="252">
                <c:v>3.761988422676205</c:v>
              </c:pt>
              <c:pt idx="253">
                <c:v>3.761988422676205</c:v>
              </c:pt>
              <c:pt idx="254">
                <c:v>3.761988422676205</c:v>
              </c:pt>
              <c:pt idx="255">
                <c:v>3.761988422676205</c:v>
              </c:pt>
              <c:pt idx="256">
                <c:v>3.761988422676205</c:v>
              </c:pt>
              <c:pt idx="257">
                <c:v>3.761988422676205</c:v>
              </c:pt>
              <c:pt idx="258">
                <c:v>3.761988422676205</c:v>
              </c:pt>
              <c:pt idx="259">
                <c:v>3.761988422676205</c:v>
              </c:pt>
              <c:pt idx="260">
                <c:v>3.761988422676205</c:v>
              </c:pt>
              <c:pt idx="261">
                <c:v>3.761988422676205</c:v>
              </c:pt>
              <c:pt idx="262">
                <c:v>3.761988422676205</c:v>
              </c:pt>
              <c:pt idx="263">
                <c:v>3.761988422676205</c:v>
              </c:pt>
              <c:pt idx="264">
                <c:v>3.761988422676205</c:v>
              </c:pt>
              <c:pt idx="265">
                <c:v>3.761988422676205</c:v>
              </c:pt>
              <c:pt idx="266">
                <c:v>3.761988422676205</c:v>
              </c:pt>
              <c:pt idx="267">
                <c:v>3.761988422676205</c:v>
              </c:pt>
              <c:pt idx="268">
                <c:v>3.761988422676205</c:v>
              </c:pt>
              <c:pt idx="269">
                <c:v>3.761988422676205</c:v>
              </c:pt>
              <c:pt idx="270">
                <c:v>3.761988422676205</c:v>
              </c:pt>
              <c:pt idx="271">
                <c:v>3.761988422676205</c:v>
              </c:pt>
              <c:pt idx="272">
                <c:v>3.761988422676205</c:v>
              </c:pt>
              <c:pt idx="273">
                <c:v>3.761988422676205</c:v>
              </c:pt>
              <c:pt idx="274">
                <c:v>3.761988422676205</c:v>
              </c:pt>
              <c:pt idx="275">
                <c:v>3.761988422676205</c:v>
              </c:pt>
              <c:pt idx="276">
                <c:v>3.761988422676205</c:v>
              </c:pt>
              <c:pt idx="277">
                <c:v>3.761988422676205</c:v>
              </c:pt>
              <c:pt idx="278">
                <c:v>3.761988422676205</c:v>
              </c:pt>
              <c:pt idx="279">
                <c:v>3.761988422676205</c:v>
              </c:pt>
              <c:pt idx="280">
                <c:v>3.761988422676205</c:v>
              </c:pt>
              <c:pt idx="281">
                <c:v>3.761988422676205</c:v>
              </c:pt>
              <c:pt idx="282">
                <c:v>3.761988422676205</c:v>
              </c:pt>
              <c:pt idx="283">
                <c:v>3.761988422676205</c:v>
              </c:pt>
              <c:pt idx="284">
                <c:v>3.761988422676205</c:v>
              </c:pt>
              <c:pt idx="285">
                <c:v>3.761988422676205</c:v>
              </c:pt>
              <c:pt idx="286">
                <c:v>3.761988422676205</c:v>
              </c:pt>
              <c:pt idx="287">
                <c:v>3.761988422676205</c:v>
              </c:pt>
              <c:pt idx="288">
                <c:v>3.761988422676205</c:v>
              </c:pt>
              <c:pt idx="289">
                <c:v>3.761988422676205</c:v>
              </c:pt>
              <c:pt idx="290">
                <c:v>3.761988422676205</c:v>
              </c:pt>
              <c:pt idx="291">
                <c:v>3.761988422676205</c:v>
              </c:pt>
              <c:pt idx="292">
                <c:v>3.761988422676205</c:v>
              </c:pt>
              <c:pt idx="293">
                <c:v>3.761988422676205</c:v>
              </c:pt>
              <c:pt idx="294">
                <c:v>3.761988422676205</c:v>
              </c:pt>
              <c:pt idx="295">
                <c:v>3.761988422676205</c:v>
              </c:pt>
              <c:pt idx="296">
                <c:v>3.761988422676205</c:v>
              </c:pt>
              <c:pt idx="297">
                <c:v>3.761988422676205</c:v>
              </c:pt>
              <c:pt idx="298">
                <c:v>3.761988422676205</c:v>
              </c:pt>
              <c:pt idx="299">
                <c:v>3.761988422676205</c:v>
              </c:pt>
              <c:pt idx="300">
                <c:v>3.761988422676205</c:v>
              </c:pt>
              <c:pt idx="301">
                <c:v>3.761988422676205</c:v>
              </c:pt>
              <c:pt idx="302">
                <c:v>3.761988422676205</c:v>
              </c:pt>
              <c:pt idx="303">
                <c:v>3.761988422676205</c:v>
              </c:pt>
              <c:pt idx="304">
                <c:v>3.761988422676205</c:v>
              </c:pt>
              <c:pt idx="305">
                <c:v>3.761988422676205</c:v>
              </c:pt>
              <c:pt idx="306">
                <c:v>3.761988422676205</c:v>
              </c:pt>
              <c:pt idx="307">
                <c:v>3.761988422676205</c:v>
              </c:pt>
              <c:pt idx="308">
                <c:v>3.761988422676205</c:v>
              </c:pt>
              <c:pt idx="309">
                <c:v>3.761988422676205</c:v>
              </c:pt>
              <c:pt idx="310">
                <c:v>3.761988422676205</c:v>
              </c:pt>
              <c:pt idx="311">
                <c:v>3.761988422676205</c:v>
              </c:pt>
              <c:pt idx="312">
                <c:v>3.761988422676205</c:v>
              </c:pt>
              <c:pt idx="313">
                <c:v>3.761988422676205</c:v>
              </c:pt>
              <c:pt idx="314">
                <c:v>3.761988422676205</c:v>
              </c:pt>
              <c:pt idx="315">
                <c:v>3.761988422676205</c:v>
              </c:pt>
              <c:pt idx="316">
                <c:v>3.761988422676205</c:v>
              </c:pt>
              <c:pt idx="317">
                <c:v>3.761988422676205</c:v>
              </c:pt>
              <c:pt idx="318">
                <c:v>3.761988422676205</c:v>
              </c:pt>
              <c:pt idx="319">
                <c:v>3.761988422676205</c:v>
              </c:pt>
              <c:pt idx="320">
                <c:v>3.761988422676205</c:v>
              </c:pt>
              <c:pt idx="321">
                <c:v>3.761988422676205</c:v>
              </c:pt>
              <c:pt idx="322">
                <c:v>3.761988422676205</c:v>
              </c:pt>
              <c:pt idx="323">
                <c:v>3.761988422676205</c:v>
              </c:pt>
              <c:pt idx="324">
                <c:v>3.761988422676205</c:v>
              </c:pt>
              <c:pt idx="325">
                <c:v>3.761988422676205</c:v>
              </c:pt>
              <c:pt idx="326">
                <c:v>3.761988422676205</c:v>
              </c:pt>
              <c:pt idx="327">
                <c:v>3.761988422676205</c:v>
              </c:pt>
              <c:pt idx="328">
                <c:v>3.761988422676205</c:v>
              </c:pt>
              <c:pt idx="329">
                <c:v>3.761988422676205</c:v>
              </c:pt>
              <c:pt idx="330">
                <c:v>3.761988422676205</c:v>
              </c:pt>
              <c:pt idx="331">
                <c:v>3.761988422676205</c:v>
              </c:pt>
              <c:pt idx="332">
                <c:v>3.761988422676205</c:v>
              </c:pt>
              <c:pt idx="333">
                <c:v>3.761988422676205</c:v>
              </c:pt>
              <c:pt idx="334">
                <c:v>3.761988422676205</c:v>
              </c:pt>
              <c:pt idx="335">
                <c:v>3.761988422676205</c:v>
              </c:pt>
              <c:pt idx="336">
                <c:v>3.761988422676205</c:v>
              </c:pt>
              <c:pt idx="337">
                <c:v>3.761988422676205</c:v>
              </c:pt>
              <c:pt idx="338">
                <c:v>3.761988422676205</c:v>
              </c:pt>
              <c:pt idx="339">
                <c:v>3.761988422676205</c:v>
              </c:pt>
              <c:pt idx="340">
                <c:v>3.761988422676205</c:v>
              </c:pt>
              <c:pt idx="341">
                <c:v>3.761988422676205</c:v>
              </c:pt>
              <c:pt idx="342">
                <c:v>3.761988422676205</c:v>
              </c:pt>
              <c:pt idx="343">
                <c:v>3.761988422676205</c:v>
              </c:pt>
              <c:pt idx="344">
                <c:v>3.761988422676205</c:v>
              </c:pt>
              <c:pt idx="345">
                <c:v>3.761988422676205</c:v>
              </c:pt>
              <c:pt idx="346">
                <c:v>3.761988422676205</c:v>
              </c:pt>
              <c:pt idx="347">
                <c:v>3.761988422676205</c:v>
              </c:pt>
              <c:pt idx="348">
                <c:v>3.761988422676205</c:v>
              </c:pt>
              <c:pt idx="349">
                <c:v>3.761988422676205</c:v>
              </c:pt>
              <c:pt idx="350">
                <c:v>3.761988422676205</c:v>
              </c:pt>
              <c:pt idx="351">
                <c:v>3.761988422676205</c:v>
              </c:pt>
              <c:pt idx="352">
                <c:v>3.761988422676205</c:v>
              </c:pt>
              <c:pt idx="353">
                <c:v>3.761988422676205</c:v>
              </c:pt>
              <c:pt idx="354">
                <c:v>3.761988422676205</c:v>
              </c:pt>
              <c:pt idx="355">
                <c:v>3.761988422676205</c:v>
              </c:pt>
              <c:pt idx="356">
                <c:v>3.761988422676205</c:v>
              </c:pt>
              <c:pt idx="357">
                <c:v>3.761988422676205</c:v>
              </c:pt>
              <c:pt idx="358">
                <c:v>3.761988422676205</c:v>
              </c:pt>
              <c:pt idx="359">
                <c:v>3.761988422676205</c:v>
              </c:pt>
              <c:pt idx="360">
                <c:v>3.761988422676205</c:v>
              </c:pt>
              <c:pt idx="361">
                <c:v>3.761988422676205</c:v>
              </c:pt>
              <c:pt idx="362">
                <c:v>3.761988422676205</c:v>
              </c:pt>
              <c:pt idx="363">
                <c:v>3.761988422676205</c:v>
              </c:pt>
              <c:pt idx="364">
                <c:v>3.761988422676205</c:v>
              </c:pt>
              <c:pt idx="365">
                <c:v>3.761988422676205</c:v>
              </c:pt>
              <c:pt idx="366">
                <c:v>3.761988422676205</c:v>
              </c:pt>
              <c:pt idx="367">
                <c:v>3.761988422676205</c:v>
              </c:pt>
              <c:pt idx="368">
                <c:v>3.761988422676205</c:v>
              </c:pt>
              <c:pt idx="369">
                <c:v>3.761988422676205</c:v>
              </c:pt>
              <c:pt idx="370">
                <c:v>3.761988422676205</c:v>
              </c:pt>
              <c:pt idx="371">
                <c:v>3.761988422676205</c:v>
              </c:pt>
              <c:pt idx="372">
                <c:v>3.761988422676205</c:v>
              </c:pt>
              <c:pt idx="373">
                <c:v>3.761988422676205</c:v>
              </c:pt>
              <c:pt idx="374">
                <c:v>3.761988422676205</c:v>
              </c:pt>
              <c:pt idx="375">
                <c:v>3.761988422676205</c:v>
              </c:pt>
              <c:pt idx="376">
                <c:v>3.761988422676205</c:v>
              </c:pt>
              <c:pt idx="377">
                <c:v>3.761988422676205</c:v>
              </c:pt>
              <c:pt idx="378">
                <c:v>3.761988422676205</c:v>
              </c:pt>
              <c:pt idx="379">
                <c:v>3.761988422676205</c:v>
              </c:pt>
              <c:pt idx="380">
                <c:v>3.761988422676205</c:v>
              </c:pt>
              <c:pt idx="381">
                <c:v>3.761988422676205</c:v>
              </c:pt>
              <c:pt idx="382">
                <c:v>3.761988422676205</c:v>
              </c:pt>
              <c:pt idx="383">
                <c:v>3.761988422676205</c:v>
              </c:pt>
              <c:pt idx="384">
                <c:v>3.761988422676205</c:v>
              </c:pt>
              <c:pt idx="385">
                <c:v>3.761988422676205</c:v>
              </c:pt>
              <c:pt idx="386">
                <c:v>3.761988422676205</c:v>
              </c:pt>
              <c:pt idx="387">
                <c:v>3.761988422676205</c:v>
              </c:pt>
              <c:pt idx="388">
                <c:v>3.761988422676205</c:v>
              </c:pt>
              <c:pt idx="389">
                <c:v>3.761988422676205</c:v>
              </c:pt>
              <c:pt idx="390">
                <c:v>3.761988422676205</c:v>
              </c:pt>
              <c:pt idx="391">
                <c:v>3.761988422676205</c:v>
              </c:pt>
              <c:pt idx="392">
                <c:v>3.761988422676205</c:v>
              </c:pt>
              <c:pt idx="393">
                <c:v>3.761988422676205</c:v>
              </c:pt>
              <c:pt idx="394">
                <c:v>3.761988422676205</c:v>
              </c:pt>
              <c:pt idx="395">
                <c:v>3.761988422676205</c:v>
              </c:pt>
              <c:pt idx="396">
                <c:v>3.761988422676205</c:v>
              </c:pt>
              <c:pt idx="397">
                <c:v>3.761988422676205</c:v>
              </c:pt>
              <c:pt idx="398">
                <c:v>3.761988422676205</c:v>
              </c:pt>
              <c:pt idx="399">
                <c:v>3.761988422676205</c:v>
              </c:pt>
              <c:pt idx="400">
                <c:v>3.761988422676205</c:v>
              </c:pt>
              <c:pt idx="401">
                <c:v>3.761988422676205</c:v>
              </c:pt>
              <c:pt idx="402">
                <c:v>3.761988422676205</c:v>
              </c:pt>
              <c:pt idx="403">
                <c:v>3.761988422676205</c:v>
              </c:pt>
              <c:pt idx="404">
                <c:v>3.761988422676205</c:v>
              </c:pt>
              <c:pt idx="405">
                <c:v>3.761988422676205</c:v>
              </c:pt>
              <c:pt idx="406">
                <c:v>3.761988422676205</c:v>
              </c:pt>
              <c:pt idx="407">
                <c:v>3.761988422676205</c:v>
              </c:pt>
              <c:pt idx="408">
                <c:v>3.761988422676205</c:v>
              </c:pt>
              <c:pt idx="409">
                <c:v>3.761988422676205</c:v>
              </c:pt>
              <c:pt idx="410">
                <c:v>3.761988422676205</c:v>
              </c:pt>
              <c:pt idx="411">
                <c:v>3.761988422676205</c:v>
              </c:pt>
              <c:pt idx="412">
                <c:v>3.761988422676205</c:v>
              </c:pt>
              <c:pt idx="413">
                <c:v>3.761988422676205</c:v>
              </c:pt>
              <c:pt idx="414">
                <c:v>3.761988422676205</c:v>
              </c:pt>
              <c:pt idx="415">
                <c:v>3.761988422676205</c:v>
              </c:pt>
              <c:pt idx="416">
                <c:v>3.761988422676205</c:v>
              </c:pt>
              <c:pt idx="417">
                <c:v>3.761988422676205</c:v>
              </c:pt>
              <c:pt idx="418">
                <c:v>3.761988422676205</c:v>
              </c:pt>
              <c:pt idx="419">
                <c:v>3.761988422676205</c:v>
              </c:pt>
              <c:pt idx="420">
                <c:v>3.761988422676205</c:v>
              </c:pt>
              <c:pt idx="421">
                <c:v>3.761988422676205</c:v>
              </c:pt>
              <c:pt idx="422">
                <c:v>3.761988422676205</c:v>
              </c:pt>
              <c:pt idx="423">
                <c:v>3.761988422676205</c:v>
              </c:pt>
              <c:pt idx="424">
                <c:v>3.761988422676205</c:v>
              </c:pt>
              <c:pt idx="425">
                <c:v>3.761988422676205</c:v>
              </c:pt>
              <c:pt idx="426">
                <c:v>3.761988422676205</c:v>
              </c:pt>
              <c:pt idx="427">
                <c:v>3.761988422676205</c:v>
              </c:pt>
              <c:pt idx="428">
                <c:v>3.761988422676205</c:v>
              </c:pt>
              <c:pt idx="429">
                <c:v>3.761988422676205</c:v>
              </c:pt>
              <c:pt idx="430">
                <c:v>3.761988422676205</c:v>
              </c:pt>
              <c:pt idx="431">
                <c:v>3.761988422676205</c:v>
              </c:pt>
              <c:pt idx="432">
                <c:v>3.761988422676205</c:v>
              </c:pt>
              <c:pt idx="433">
                <c:v>3.761988422676205</c:v>
              </c:pt>
              <c:pt idx="434">
                <c:v>3.761988422676205</c:v>
              </c:pt>
              <c:pt idx="435">
                <c:v>3.761988422676205</c:v>
              </c:pt>
              <c:pt idx="436">
                <c:v>3.761988422676205</c:v>
              </c:pt>
              <c:pt idx="437">
                <c:v>3.761988422676205</c:v>
              </c:pt>
              <c:pt idx="438">
                <c:v>3.761988422676205</c:v>
              </c:pt>
              <c:pt idx="439">
                <c:v>3.761988422676205</c:v>
              </c:pt>
              <c:pt idx="440">
                <c:v>3.761988422676205</c:v>
              </c:pt>
              <c:pt idx="441">
                <c:v>3.761988422676205</c:v>
              </c:pt>
              <c:pt idx="442">
                <c:v>3.761988422676205</c:v>
              </c:pt>
              <c:pt idx="443">
                <c:v>3.761988422676205</c:v>
              </c:pt>
              <c:pt idx="444">
                <c:v>3.761988422676205</c:v>
              </c:pt>
              <c:pt idx="445">
                <c:v>3.761988422676205</c:v>
              </c:pt>
              <c:pt idx="446">
                <c:v>3.761988422676205</c:v>
              </c:pt>
              <c:pt idx="447">
                <c:v>3.761988422676205</c:v>
              </c:pt>
              <c:pt idx="448">
                <c:v>3.761988422676205</c:v>
              </c:pt>
              <c:pt idx="449">
                <c:v>3.761988422676205</c:v>
              </c:pt>
            </c:numLit>
          </c:yVal>
          <c:smooth val="0"/>
        </c:ser>
        <c:ser>
          <c:idx val="12"/>
          <c:order val="12"/>
          <c:tx>
            <c:v>Implemented LCA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FFFFFF"/>
              </a:solidFill>
            </c:spPr>
          </c:marker>
          <c:xVal>
            <c:numLit>
              <c:formatCode>General</c:formatCode>
              <c:ptCount val="450"/>
              <c:pt idx="0">
                <c:v>29.5635051403414</c:v>
              </c:pt>
              <c:pt idx="1">
                <c:v>29.5635051403414</c:v>
              </c:pt>
              <c:pt idx="2">
                <c:v>29.5635051403414</c:v>
              </c:pt>
              <c:pt idx="3">
                <c:v>29.5635051403414</c:v>
              </c:pt>
              <c:pt idx="4">
                <c:v>29.5635051403414</c:v>
              </c:pt>
              <c:pt idx="5">
                <c:v>29.5635051403414</c:v>
              </c:pt>
              <c:pt idx="6">
                <c:v>29.5635051403414</c:v>
              </c:pt>
              <c:pt idx="7">
                <c:v>29.5635051403414</c:v>
              </c:pt>
              <c:pt idx="8">
                <c:v>29.5635051403414</c:v>
              </c:pt>
              <c:pt idx="9">
                <c:v>29.5635051403414</c:v>
              </c:pt>
              <c:pt idx="10">
                <c:v>29.5635051403414</c:v>
              </c:pt>
              <c:pt idx="11">
                <c:v>29.5635051403414</c:v>
              </c:pt>
              <c:pt idx="12">
                <c:v>29.5635051403414</c:v>
              </c:pt>
              <c:pt idx="13">
                <c:v>29.5635051403414</c:v>
              </c:pt>
              <c:pt idx="14">
                <c:v>29.5635051403414</c:v>
              </c:pt>
              <c:pt idx="15">
                <c:v>29.5635051403414</c:v>
              </c:pt>
              <c:pt idx="16">
                <c:v>29.5635051403414</c:v>
              </c:pt>
              <c:pt idx="17">
                <c:v>29.5635051403414</c:v>
              </c:pt>
              <c:pt idx="18">
                <c:v>29.5635051403414</c:v>
              </c:pt>
              <c:pt idx="19">
                <c:v>29.5635051403414</c:v>
              </c:pt>
              <c:pt idx="20">
                <c:v>29.5635051403414</c:v>
              </c:pt>
              <c:pt idx="21">
                <c:v>29.5635051403414</c:v>
              </c:pt>
              <c:pt idx="22">
                <c:v>29.5635051403414</c:v>
              </c:pt>
              <c:pt idx="23">
                <c:v>29.5635051403414</c:v>
              </c:pt>
              <c:pt idx="24">
                <c:v>29.5635051403414</c:v>
              </c:pt>
              <c:pt idx="25">
                <c:v>29.5635051403414</c:v>
              </c:pt>
              <c:pt idx="26">
                <c:v>29.5635051403414</c:v>
              </c:pt>
              <c:pt idx="27">
                <c:v>29.5635051403414</c:v>
              </c:pt>
              <c:pt idx="28">
                <c:v>29.5635051403414</c:v>
              </c:pt>
              <c:pt idx="29">
                <c:v>29.5635051403414</c:v>
              </c:pt>
              <c:pt idx="30">
                <c:v>29.5635051403414</c:v>
              </c:pt>
              <c:pt idx="31">
                <c:v>29.5635051403414</c:v>
              </c:pt>
              <c:pt idx="32">
                <c:v>29.5635051403414</c:v>
              </c:pt>
              <c:pt idx="33">
                <c:v>29.5635051403414</c:v>
              </c:pt>
              <c:pt idx="34">
                <c:v>29.5635051403414</c:v>
              </c:pt>
              <c:pt idx="35">
                <c:v>29.5635051403414</c:v>
              </c:pt>
              <c:pt idx="36">
                <c:v>29.5635051403414</c:v>
              </c:pt>
              <c:pt idx="37">
                <c:v>29.5635051403414</c:v>
              </c:pt>
              <c:pt idx="38">
                <c:v>29.5635051403414</c:v>
              </c:pt>
              <c:pt idx="39">
                <c:v>29.5635051403414</c:v>
              </c:pt>
              <c:pt idx="40">
                <c:v>29.5635051403414</c:v>
              </c:pt>
              <c:pt idx="41">
                <c:v>29.5635051403414</c:v>
              </c:pt>
              <c:pt idx="42">
                <c:v>29.5635051403414</c:v>
              </c:pt>
              <c:pt idx="43">
                <c:v>29.5635051403414</c:v>
              </c:pt>
              <c:pt idx="44">
                <c:v>29.5635051403414</c:v>
              </c:pt>
              <c:pt idx="45">
                <c:v>29.5635051403414</c:v>
              </c:pt>
              <c:pt idx="46">
                <c:v>29.5635051403414</c:v>
              </c:pt>
              <c:pt idx="47">
                <c:v>29.5635051403414</c:v>
              </c:pt>
              <c:pt idx="48">
                <c:v>29.5635051403414</c:v>
              </c:pt>
              <c:pt idx="49">
                <c:v>29.5635051403414</c:v>
              </c:pt>
              <c:pt idx="50">
                <c:v>29.5635051403414</c:v>
              </c:pt>
              <c:pt idx="51">
                <c:v>29.5635051403414</c:v>
              </c:pt>
              <c:pt idx="52">
                <c:v>29.5635051403414</c:v>
              </c:pt>
              <c:pt idx="53">
                <c:v>29.5635051403414</c:v>
              </c:pt>
              <c:pt idx="54">
                <c:v>29.5635051403414</c:v>
              </c:pt>
              <c:pt idx="55">
                <c:v>29.5635051403414</c:v>
              </c:pt>
              <c:pt idx="56">
                <c:v>29.5635051403414</c:v>
              </c:pt>
              <c:pt idx="57">
                <c:v>29.5635051403414</c:v>
              </c:pt>
              <c:pt idx="58">
                <c:v>29.5635051403414</c:v>
              </c:pt>
              <c:pt idx="59">
                <c:v>29.5635051403414</c:v>
              </c:pt>
              <c:pt idx="60">
                <c:v>29.5635051403414</c:v>
              </c:pt>
              <c:pt idx="61">
                <c:v>29.5635051403414</c:v>
              </c:pt>
              <c:pt idx="62">
                <c:v>29.5635051403414</c:v>
              </c:pt>
              <c:pt idx="63">
                <c:v>29.5635051403414</c:v>
              </c:pt>
              <c:pt idx="64">
                <c:v>29.5635051403414</c:v>
              </c:pt>
              <c:pt idx="65">
                <c:v>29.5635051403414</c:v>
              </c:pt>
              <c:pt idx="66">
                <c:v>29.5635051403414</c:v>
              </c:pt>
              <c:pt idx="67">
                <c:v>29.5635051403414</c:v>
              </c:pt>
              <c:pt idx="68">
                <c:v>29.5635051403414</c:v>
              </c:pt>
              <c:pt idx="69">
                <c:v>29.5635051403414</c:v>
              </c:pt>
              <c:pt idx="70">
                <c:v>29.5635051403414</c:v>
              </c:pt>
              <c:pt idx="71">
                <c:v>29.5635051403414</c:v>
              </c:pt>
              <c:pt idx="72">
                <c:v>29.5635051403414</c:v>
              </c:pt>
              <c:pt idx="73">
                <c:v>29.5635051403414</c:v>
              </c:pt>
              <c:pt idx="74">
                <c:v>29.5635051403414</c:v>
              </c:pt>
              <c:pt idx="75">
                <c:v>29.5635051403414</c:v>
              </c:pt>
              <c:pt idx="76">
                <c:v>29.5635051403414</c:v>
              </c:pt>
              <c:pt idx="77">
                <c:v>29.5635051403414</c:v>
              </c:pt>
              <c:pt idx="78">
                <c:v>29.5635051403414</c:v>
              </c:pt>
              <c:pt idx="79">
                <c:v>29.5635051403414</c:v>
              </c:pt>
              <c:pt idx="80">
                <c:v>29.5635051403414</c:v>
              </c:pt>
              <c:pt idx="81">
                <c:v>29.5635051403414</c:v>
              </c:pt>
              <c:pt idx="82">
                <c:v>29.5635051403414</c:v>
              </c:pt>
              <c:pt idx="83">
                <c:v>29.5635051403414</c:v>
              </c:pt>
              <c:pt idx="84">
                <c:v>29.5635051403414</c:v>
              </c:pt>
              <c:pt idx="85">
                <c:v>29.5635051403414</c:v>
              </c:pt>
              <c:pt idx="86">
                <c:v>29.5635051403414</c:v>
              </c:pt>
              <c:pt idx="87">
                <c:v>29.5635051403414</c:v>
              </c:pt>
              <c:pt idx="88">
                <c:v>29.5635051403414</c:v>
              </c:pt>
              <c:pt idx="89">
                <c:v>29.5635051403414</c:v>
              </c:pt>
              <c:pt idx="90">
                <c:v>29.5635051403414</c:v>
              </c:pt>
              <c:pt idx="91">
                <c:v>29.5635051403414</c:v>
              </c:pt>
              <c:pt idx="92">
                <c:v>29.5635051403414</c:v>
              </c:pt>
              <c:pt idx="93">
                <c:v>29.5635051403414</c:v>
              </c:pt>
              <c:pt idx="94">
                <c:v>29.5635051403414</c:v>
              </c:pt>
              <c:pt idx="95">
                <c:v>29.5635051403414</c:v>
              </c:pt>
              <c:pt idx="96">
                <c:v>29.5635051403414</c:v>
              </c:pt>
              <c:pt idx="97">
                <c:v>29.5635051403414</c:v>
              </c:pt>
              <c:pt idx="98">
                <c:v>29.5635051403414</c:v>
              </c:pt>
              <c:pt idx="99">
                <c:v>29.5635051403414</c:v>
              </c:pt>
              <c:pt idx="100">
                <c:v>29.5635051403414</c:v>
              </c:pt>
              <c:pt idx="101">
                <c:v>29.5635051403414</c:v>
              </c:pt>
              <c:pt idx="102">
                <c:v>29.5635051403414</c:v>
              </c:pt>
              <c:pt idx="103">
                <c:v>29.5635051403414</c:v>
              </c:pt>
              <c:pt idx="104">
                <c:v>29.5635051403414</c:v>
              </c:pt>
              <c:pt idx="105">
                <c:v>29.5635051403414</c:v>
              </c:pt>
              <c:pt idx="106">
                <c:v>29.5635051403414</c:v>
              </c:pt>
              <c:pt idx="107">
                <c:v>29.5635051403414</c:v>
              </c:pt>
              <c:pt idx="108">
                <c:v>29.5635051403414</c:v>
              </c:pt>
              <c:pt idx="109">
                <c:v>29.5635051403414</c:v>
              </c:pt>
              <c:pt idx="110">
                <c:v>29.5635051403414</c:v>
              </c:pt>
              <c:pt idx="111">
                <c:v>29.5635051403414</c:v>
              </c:pt>
              <c:pt idx="112">
                <c:v>29.5635051403414</c:v>
              </c:pt>
              <c:pt idx="113">
                <c:v>29.5635051403414</c:v>
              </c:pt>
              <c:pt idx="114">
                <c:v>29.5635051403414</c:v>
              </c:pt>
              <c:pt idx="115">
                <c:v>29.5635051403414</c:v>
              </c:pt>
              <c:pt idx="116">
                <c:v>29.5635051403414</c:v>
              </c:pt>
              <c:pt idx="117">
                <c:v>29.5635051403414</c:v>
              </c:pt>
              <c:pt idx="118">
                <c:v>29.5635051403414</c:v>
              </c:pt>
              <c:pt idx="119">
                <c:v>29.5635051403414</c:v>
              </c:pt>
              <c:pt idx="120">
                <c:v>29.5635051403414</c:v>
              </c:pt>
              <c:pt idx="121">
                <c:v>29.5635051403414</c:v>
              </c:pt>
              <c:pt idx="122">
                <c:v>29.5635051403414</c:v>
              </c:pt>
              <c:pt idx="123">
                <c:v>29.5635051403414</c:v>
              </c:pt>
              <c:pt idx="124">
                <c:v>29.5635051403414</c:v>
              </c:pt>
              <c:pt idx="125">
                <c:v>29.5635051403414</c:v>
              </c:pt>
              <c:pt idx="126">
                <c:v>29.5635051403414</c:v>
              </c:pt>
              <c:pt idx="127">
                <c:v>29.5635051403414</c:v>
              </c:pt>
              <c:pt idx="128">
                <c:v>29.5635051403414</c:v>
              </c:pt>
              <c:pt idx="129">
                <c:v>29.5635051403414</c:v>
              </c:pt>
              <c:pt idx="130">
                <c:v>29.5635051403414</c:v>
              </c:pt>
              <c:pt idx="131">
                <c:v>29.5635051403414</c:v>
              </c:pt>
              <c:pt idx="132">
                <c:v>29.5635051403414</c:v>
              </c:pt>
              <c:pt idx="133">
                <c:v>29.5635051403414</c:v>
              </c:pt>
              <c:pt idx="134">
                <c:v>29.5635051403414</c:v>
              </c:pt>
              <c:pt idx="135">
                <c:v>29.5635051403414</c:v>
              </c:pt>
              <c:pt idx="136">
                <c:v>29.5635051403414</c:v>
              </c:pt>
              <c:pt idx="137">
                <c:v>29.5635051403414</c:v>
              </c:pt>
              <c:pt idx="138">
                <c:v>29.5635051403414</c:v>
              </c:pt>
              <c:pt idx="139">
                <c:v>29.5635051403414</c:v>
              </c:pt>
              <c:pt idx="140">
                <c:v>29.5635051403414</c:v>
              </c:pt>
              <c:pt idx="141">
                <c:v>29.5635051403414</c:v>
              </c:pt>
              <c:pt idx="142">
                <c:v>29.5635051403414</c:v>
              </c:pt>
              <c:pt idx="143">
                <c:v>29.5635051403414</c:v>
              </c:pt>
              <c:pt idx="144">
                <c:v>29.5635051403414</c:v>
              </c:pt>
              <c:pt idx="145">
                <c:v>29.5635051403414</c:v>
              </c:pt>
              <c:pt idx="146">
                <c:v>29.5635051403414</c:v>
              </c:pt>
              <c:pt idx="147">
                <c:v>29.5635051403414</c:v>
              </c:pt>
              <c:pt idx="148">
                <c:v>29.5635051403414</c:v>
              </c:pt>
              <c:pt idx="149">
                <c:v>29.5635051403414</c:v>
              </c:pt>
              <c:pt idx="150">
                <c:v>29.5635051403414</c:v>
              </c:pt>
              <c:pt idx="151">
                <c:v>29.5635051403414</c:v>
              </c:pt>
              <c:pt idx="152">
                <c:v>29.5635051403414</c:v>
              </c:pt>
              <c:pt idx="153">
                <c:v>29.5635051403414</c:v>
              </c:pt>
              <c:pt idx="154">
                <c:v>29.5635051403414</c:v>
              </c:pt>
              <c:pt idx="155">
                <c:v>29.5635051403414</c:v>
              </c:pt>
              <c:pt idx="156">
                <c:v>29.5635051403414</c:v>
              </c:pt>
              <c:pt idx="157">
                <c:v>29.5635051403414</c:v>
              </c:pt>
              <c:pt idx="158">
                <c:v>29.5635051403414</c:v>
              </c:pt>
              <c:pt idx="159">
                <c:v>29.5635051403414</c:v>
              </c:pt>
              <c:pt idx="160">
                <c:v>29.5635051403414</c:v>
              </c:pt>
              <c:pt idx="161">
                <c:v>29.5635051403414</c:v>
              </c:pt>
              <c:pt idx="162">
                <c:v>29.5635051403414</c:v>
              </c:pt>
              <c:pt idx="163">
                <c:v>29.5635051403414</c:v>
              </c:pt>
              <c:pt idx="164">
                <c:v>29.5635051403414</c:v>
              </c:pt>
              <c:pt idx="165">
                <c:v>29.5635051403414</c:v>
              </c:pt>
              <c:pt idx="166">
                <c:v>29.5635051403414</c:v>
              </c:pt>
              <c:pt idx="167">
                <c:v>29.5635051403414</c:v>
              </c:pt>
              <c:pt idx="168">
                <c:v>29.5635051403414</c:v>
              </c:pt>
              <c:pt idx="169">
                <c:v>29.5635051403414</c:v>
              </c:pt>
              <c:pt idx="170">
                <c:v>29.5635051403414</c:v>
              </c:pt>
              <c:pt idx="171">
                <c:v>29.5635051403414</c:v>
              </c:pt>
              <c:pt idx="172">
                <c:v>29.5635051403414</c:v>
              </c:pt>
              <c:pt idx="173">
                <c:v>29.5635051403414</c:v>
              </c:pt>
              <c:pt idx="174">
                <c:v>29.5635051403414</c:v>
              </c:pt>
              <c:pt idx="175">
                <c:v>29.5635051403414</c:v>
              </c:pt>
              <c:pt idx="176">
                <c:v>29.5635051403414</c:v>
              </c:pt>
              <c:pt idx="177">
                <c:v>29.5635051403414</c:v>
              </c:pt>
              <c:pt idx="178">
                <c:v>29.5635051403414</c:v>
              </c:pt>
              <c:pt idx="179">
                <c:v>29.5635051403414</c:v>
              </c:pt>
              <c:pt idx="180">
                <c:v>29.5635051403414</c:v>
              </c:pt>
              <c:pt idx="181">
                <c:v>29.5635051403414</c:v>
              </c:pt>
              <c:pt idx="182">
                <c:v>29.5635051403414</c:v>
              </c:pt>
              <c:pt idx="183">
                <c:v>29.5635051403414</c:v>
              </c:pt>
              <c:pt idx="184">
                <c:v>29.5635051403414</c:v>
              </c:pt>
              <c:pt idx="185">
                <c:v>29.5635051403414</c:v>
              </c:pt>
              <c:pt idx="186">
                <c:v>29.5635051403414</c:v>
              </c:pt>
              <c:pt idx="187">
                <c:v>29.5635051403414</c:v>
              </c:pt>
              <c:pt idx="188">
                <c:v>29.5635051403414</c:v>
              </c:pt>
              <c:pt idx="189">
                <c:v>29.5635051403414</c:v>
              </c:pt>
              <c:pt idx="190">
                <c:v>29.5635051403414</c:v>
              </c:pt>
              <c:pt idx="191">
                <c:v>29.5635051403414</c:v>
              </c:pt>
              <c:pt idx="192">
                <c:v>29.5635051403414</c:v>
              </c:pt>
              <c:pt idx="193">
                <c:v>29.5635051403414</c:v>
              </c:pt>
              <c:pt idx="194">
                <c:v>29.5635051403414</c:v>
              </c:pt>
              <c:pt idx="195">
                <c:v>29.5635051403414</c:v>
              </c:pt>
              <c:pt idx="196">
                <c:v>29.5635051403414</c:v>
              </c:pt>
              <c:pt idx="197">
                <c:v>29.5635051403414</c:v>
              </c:pt>
              <c:pt idx="198">
                <c:v>29.5635051403414</c:v>
              </c:pt>
              <c:pt idx="199">
                <c:v>29.5635051403414</c:v>
              </c:pt>
              <c:pt idx="200">
                <c:v>29.5635051403414</c:v>
              </c:pt>
              <c:pt idx="201">
                <c:v>29.5635051403414</c:v>
              </c:pt>
              <c:pt idx="202">
                <c:v>29.5635051403414</c:v>
              </c:pt>
              <c:pt idx="203">
                <c:v>29.5635051403414</c:v>
              </c:pt>
              <c:pt idx="204">
                <c:v>29.5635051403414</c:v>
              </c:pt>
              <c:pt idx="205">
                <c:v>29.5635051403414</c:v>
              </c:pt>
              <c:pt idx="206">
                <c:v>29.5635051403414</c:v>
              </c:pt>
              <c:pt idx="207">
                <c:v>29.5635051403414</c:v>
              </c:pt>
              <c:pt idx="208">
                <c:v>29.5635051403414</c:v>
              </c:pt>
              <c:pt idx="209">
                <c:v>29.5635051403414</c:v>
              </c:pt>
              <c:pt idx="210">
                <c:v>29.5635051403414</c:v>
              </c:pt>
              <c:pt idx="211">
                <c:v>29.5635051403414</c:v>
              </c:pt>
              <c:pt idx="212">
                <c:v>29.5635051403414</c:v>
              </c:pt>
              <c:pt idx="213">
                <c:v>29.5635051403414</c:v>
              </c:pt>
              <c:pt idx="214">
                <c:v>29.5635051403414</c:v>
              </c:pt>
              <c:pt idx="215">
                <c:v>29.5635051403414</c:v>
              </c:pt>
              <c:pt idx="216">
                <c:v>29.5635051403414</c:v>
              </c:pt>
              <c:pt idx="217">
                <c:v>29.5635051403414</c:v>
              </c:pt>
              <c:pt idx="218">
                <c:v>29.5635051403414</c:v>
              </c:pt>
              <c:pt idx="219">
                <c:v>29.5635051403414</c:v>
              </c:pt>
              <c:pt idx="220">
                <c:v>29.5635051403414</c:v>
              </c:pt>
              <c:pt idx="221">
                <c:v>29.5635051403414</c:v>
              </c:pt>
              <c:pt idx="222">
                <c:v>29.5635051403414</c:v>
              </c:pt>
              <c:pt idx="223">
                <c:v>29.5635051403414</c:v>
              </c:pt>
              <c:pt idx="224">
                <c:v>29.5635051403414</c:v>
              </c:pt>
              <c:pt idx="225">
                <c:v>29.5635051403414</c:v>
              </c:pt>
              <c:pt idx="226">
                <c:v>29.5635051403414</c:v>
              </c:pt>
              <c:pt idx="227">
                <c:v>29.5635051403414</c:v>
              </c:pt>
              <c:pt idx="228">
                <c:v>29.5635051403414</c:v>
              </c:pt>
              <c:pt idx="229">
                <c:v>29.5635051403414</c:v>
              </c:pt>
              <c:pt idx="230">
                <c:v>29.5635051403414</c:v>
              </c:pt>
              <c:pt idx="231">
                <c:v>29.5635051403414</c:v>
              </c:pt>
              <c:pt idx="232">
                <c:v>29.5635051403414</c:v>
              </c:pt>
              <c:pt idx="233">
                <c:v>29.5635051403414</c:v>
              </c:pt>
              <c:pt idx="234">
                <c:v>29.5635051403414</c:v>
              </c:pt>
              <c:pt idx="235">
                <c:v>29.5635051403414</c:v>
              </c:pt>
              <c:pt idx="236">
                <c:v>29.5635051403414</c:v>
              </c:pt>
              <c:pt idx="237">
                <c:v>29.5635051403414</c:v>
              </c:pt>
              <c:pt idx="238">
                <c:v>29.5635051403414</c:v>
              </c:pt>
              <c:pt idx="239">
                <c:v>29.5635051403414</c:v>
              </c:pt>
              <c:pt idx="240">
                <c:v>29.5635051403414</c:v>
              </c:pt>
              <c:pt idx="241">
                <c:v>29.5635051403414</c:v>
              </c:pt>
              <c:pt idx="242">
                <c:v>29.5635051403414</c:v>
              </c:pt>
              <c:pt idx="243">
                <c:v>29.5635051403414</c:v>
              </c:pt>
              <c:pt idx="244">
                <c:v>29.5635051403414</c:v>
              </c:pt>
              <c:pt idx="245">
                <c:v>29.5635051403414</c:v>
              </c:pt>
              <c:pt idx="246">
                <c:v>29.5635051403414</c:v>
              </c:pt>
              <c:pt idx="247">
                <c:v>29.5635051403414</c:v>
              </c:pt>
              <c:pt idx="248">
                <c:v>29.5635051403414</c:v>
              </c:pt>
              <c:pt idx="249">
                <c:v>29.5635051403414</c:v>
              </c:pt>
              <c:pt idx="250">
                <c:v>29.5635051403414</c:v>
              </c:pt>
              <c:pt idx="251">
                <c:v>29.5635051403414</c:v>
              </c:pt>
              <c:pt idx="252">
                <c:v>29.5635051403414</c:v>
              </c:pt>
              <c:pt idx="253">
                <c:v>29.5635051403414</c:v>
              </c:pt>
              <c:pt idx="254">
                <c:v>29.5635051403414</c:v>
              </c:pt>
              <c:pt idx="255">
                <c:v>29.5635051403414</c:v>
              </c:pt>
              <c:pt idx="256">
                <c:v>29.5635051403414</c:v>
              </c:pt>
              <c:pt idx="257">
                <c:v>29.5635051403414</c:v>
              </c:pt>
              <c:pt idx="258">
                <c:v>29.5635051403414</c:v>
              </c:pt>
              <c:pt idx="259">
                <c:v>29.5635051403414</c:v>
              </c:pt>
              <c:pt idx="260">
                <c:v>29.5635051403414</c:v>
              </c:pt>
              <c:pt idx="261">
                <c:v>29.5635051403414</c:v>
              </c:pt>
              <c:pt idx="262">
                <c:v>29.5635051403414</c:v>
              </c:pt>
              <c:pt idx="263">
                <c:v>29.5635051403414</c:v>
              </c:pt>
              <c:pt idx="264">
                <c:v>29.5635051403414</c:v>
              </c:pt>
              <c:pt idx="265">
                <c:v>29.5635051403414</c:v>
              </c:pt>
              <c:pt idx="266">
                <c:v>29.5635051403414</c:v>
              </c:pt>
              <c:pt idx="267">
                <c:v>29.5635051403414</c:v>
              </c:pt>
              <c:pt idx="268">
                <c:v>29.5635051403414</c:v>
              </c:pt>
              <c:pt idx="269">
                <c:v>29.5635051403414</c:v>
              </c:pt>
              <c:pt idx="270">
                <c:v>29.5635051403414</c:v>
              </c:pt>
              <c:pt idx="271">
                <c:v>29.5635051403414</c:v>
              </c:pt>
              <c:pt idx="272">
                <c:v>29.5635051403414</c:v>
              </c:pt>
              <c:pt idx="273">
                <c:v>29.5635051403414</c:v>
              </c:pt>
              <c:pt idx="274">
                <c:v>29.5635051403414</c:v>
              </c:pt>
              <c:pt idx="275">
                <c:v>29.5635051403414</c:v>
              </c:pt>
              <c:pt idx="276">
                <c:v>29.5635051403414</c:v>
              </c:pt>
              <c:pt idx="277">
                <c:v>29.5635051403414</c:v>
              </c:pt>
              <c:pt idx="278">
                <c:v>29.5635051403414</c:v>
              </c:pt>
              <c:pt idx="279">
                <c:v>29.5635051403414</c:v>
              </c:pt>
              <c:pt idx="280">
                <c:v>29.5635051403414</c:v>
              </c:pt>
              <c:pt idx="281">
                <c:v>29.5635051403414</c:v>
              </c:pt>
              <c:pt idx="282">
                <c:v>29.5635051403414</c:v>
              </c:pt>
              <c:pt idx="283">
                <c:v>29.5635051403414</c:v>
              </c:pt>
              <c:pt idx="284">
                <c:v>29.5635051403414</c:v>
              </c:pt>
              <c:pt idx="285">
                <c:v>29.5635051403414</c:v>
              </c:pt>
              <c:pt idx="286">
                <c:v>29.5635051403414</c:v>
              </c:pt>
              <c:pt idx="287">
                <c:v>29.5635051403414</c:v>
              </c:pt>
              <c:pt idx="288">
                <c:v>29.5635051403414</c:v>
              </c:pt>
              <c:pt idx="289">
                <c:v>29.5635051403414</c:v>
              </c:pt>
              <c:pt idx="290">
                <c:v>29.5635051403414</c:v>
              </c:pt>
              <c:pt idx="291">
                <c:v>29.5635051403414</c:v>
              </c:pt>
              <c:pt idx="292">
                <c:v>29.5635051403414</c:v>
              </c:pt>
              <c:pt idx="293">
                <c:v>29.5635051403414</c:v>
              </c:pt>
              <c:pt idx="294">
                <c:v>29.5635051403414</c:v>
              </c:pt>
              <c:pt idx="295">
                <c:v>29.5635051403414</c:v>
              </c:pt>
              <c:pt idx="296">
                <c:v>29.5635051403414</c:v>
              </c:pt>
              <c:pt idx="297">
                <c:v>29.5635051403414</c:v>
              </c:pt>
              <c:pt idx="298">
                <c:v>29.5635051403414</c:v>
              </c:pt>
              <c:pt idx="299">
                <c:v>29.5635051403414</c:v>
              </c:pt>
              <c:pt idx="300">
                <c:v>29.5635051403414</c:v>
              </c:pt>
              <c:pt idx="301">
                <c:v>29.5635051403414</c:v>
              </c:pt>
              <c:pt idx="302">
                <c:v>29.5635051403414</c:v>
              </c:pt>
              <c:pt idx="303">
                <c:v>29.5635051403414</c:v>
              </c:pt>
              <c:pt idx="304">
                <c:v>29.5635051403414</c:v>
              </c:pt>
              <c:pt idx="305">
                <c:v>29.5635051403414</c:v>
              </c:pt>
              <c:pt idx="306">
                <c:v>29.5635051403414</c:v>
              </c:pt>
              <c:pt idx="307">
                <c:v>29.5635051403414</c:v>
              </c:pt>
              <c:pt idx="308">
                <c:v>29.5635051403414</c:v>
              </c:pt>
              <c:pt idx="309">
                <c:v>29.5635051403414</c:v>
              </c:pt>
              <c:pt idx="310">
                <c:v>29.5635051403414</c:v>
              </c:pt>
              <c:pt idx="311">
                <c:v>29.5635051403414</c:v>
              </c:pt>
              <c:pt idx="312">
                <c:v>29.5635051403414</c:v>
              </c:pt>
              <c:pt idx="313">
                <c:v>29.5635051403414</c:v>
              </c:pt>
              <c:pt idx="314">
                <c:v>29.5635051403414</c:v>
              </c:pt>
              <c:pt idx="315">
                <c:v>29.5635051403414</c:v>
              </c:pt>
              <c:pt idx="316">
                <c:v>29.5635051403414</c:v>
              </c:pt>
              <c:pt idx="317">
                <c:v>29.5635051403414</c:v>
              </c:pt>
              <c:pt idx="318">
                <c:v>29.5635051403414</c:v>
              </c:pt>
              <c:pt idx="319">
                <c:v>29.5635051403414</c:v>
              </c:pt>
              <c:pt idx="320">
                <c:v>29.5635051403414</c:v>
              </c:pt>
              <c:pt idx="321">
                <c:v>29.5635051403414</c:v>
              </c:pt>
              <c:pt idx="322">
                <c:v>29.5635051403414</c:v>
              </c:pt>
              <c:pt idx="323">
                <c:v>29.5635051403414</c:v>
              </c:pt>
              <c:pt idx="324">
                <c:v>29.5635051403414</c:v>
              </c:pt>
              <c:pt idx="325">
                <c:v>29.5635051403414</c:v>
              </c:pt>
              <c:pt idx="326">
                <c:v>29.5635051403414</c:v>
              </c:pt>
              <c:pt idx="327">
                <c:v>29.5635051403414</c:v>
              </c:pt>
              <c:pt idx="328">
                <c:v>29.5635051403414</c:v>
              </c:pt>
              <c:pt idx="329">
                <c:v>29.5635051403414</c:v>
              </c:pt>
              <c:pt idx="330">
                <c:v>29.5635051403414</c:v>
              </c:pt>
              <c:pt idx="331">
                <c:v>29.5635051403414</c:v>
              </c:pt>
              <c:pt idx="332">
                <c:v>29.5635051403414</c:v>
              </c:pt>
              <c:pt idx="333">
                <c:v>29.5635051403414</c:v>
              </c:pt>
              <c:pt idx="334">
                <c:v>29.5635051403414</c:v>
              </c:pt>
              <c:pt idx="335">
                <c:v>29.5635051403414</c:v>
              </c:pt>
              <c:pt idx="336">
                <c:v>29.5635051403414</c:v>
              </c:pt>
              <c:pt idx="337">
                <c:v>29.5635051403414</c:v>
              </c:pt>
              <c:pt idx="338">
                <c:v>29.5635051403414</c:v>
              </c:pt>
              <c:pt idx="339">
                <c:v>29.5635051403414</c:v>
              </c:pt>
              <c:pt idx="340">
                <c:v>29.5635051403414</c:v>
              </c:pt>
              <c:pt idx="341">
                <c:v>29.5635051403414</c:v>
              </c:pt>
              <c:pt idx="342">
                <c:v>29.5635051403414</c:v>
              </c:pt>
              <c:pt idx="343">
                <c:v>29.5635051403414</c:v>
              </c:pt>
              <c:pt idx="344">
                <c:v>29.5635051403414</c:v>
              </c:pt>
              <c:pt idx="345">
                <c:v>29.5635051403414</c:v>
              </c:pt>
              <c:pt idx="346">
                <c:v>29.5635051403414</c:v>
              </c:pt>
              <c:pt idx="347">
                <c:v>29.5635051403414</c:v>
              </c:pt>
              <c:pt idx="348">
                <c:v>29.5635051403414</c:v>
              </c:pt>
              <c:pt idx="349">
                <c:v>29.5635051403414</c:v>
              </c:pt>
              <c:pt idx="350">
                <c:v>29.5635051403414</c:v>
              </c:pt>
              <c:pt idx="351">
                <c:v>29.5635051403414</c:v>
              </c:pt>
              <c:pt idx="352">
                <c:v>29.5635051403414</c:v>
              </c:pt>
              <c:pt idx="353">
                <c:v>29.5635051403414</c:v>
              </c:pt>
              <c:pt idx="354">
                <c:v>29.5635051403414</c:v>
              </c:pt>
              <c:pt idx="355">
                <c:v>29.5635051403414</c:v>
              </c:pt>
              <c:pt idx="356">
                <c:v>29.5635051403414</c:v>
              </c:pt>
              <c:pt idx="357">
                <c:v>29.5635051403414</c:v>
              </c:pt>
              <c:pt idx="358">
                <c:v>29.5635051403414</c:v>
              </c:pt>
              <c:pt idx="359">
                <c:v>29.5635051403414</c:v>
              </c:pt>
              <c:pt idx="360">
                <c:v>29.5635051403414</c:v>
              </c:pt>
              <c:pt idx="361">
                <c:v>29.5635051403414</c:v>
              </c:pt>
              <c:pt idx="362">
                <c:v>29.5635051403414</c:v>
              </c:pt>
              <c:pt idx="363">
                <c:v>29.5635051403414</c:v>
              </c:pt>
              <c:pt idx="364">
                <c:v>29.5635051403414</c:v>
              </c:pt>
              <c:pt idx="365">
                <c:v>29.5635051403414</c:v>
              </c:pt>
              <c:pt idx="366">
                <c:v>29.5635051403414</c:v>
              </c:pt>
              <c:pt idx="367">
                <c:v>29.5635051403414</c:v>
              </c:pt>
              <c:pt idx="368">
                <c:v>29.5635051403414</c:v>
              </c:pt>
              <c:pt idx="369">
                <c:v>29.5635051403414</c:v>
              </c:pt>
              <c:pt idx="370">
                <c:v>29.5635051403414</c:v>
              </c:pt>
              <c:pt idx="371">
                <c:v>29.5635051403414</c:v>
              </c:pt>
              <c:pt idx="372">
                <c:v>29.5635051403414</c:v>
              </c:pt>
              <c:pt idx="373">
                <c:v>29.5635051403414</c:v>
              </c:pt>
              <c:pt idx="374">
                <c:v>29.5635051403414</c:v>
              </c:pt>
              <c:pt idx="375">
                <c:v>29.5635051403414</c:v>
              </c:pt>
              <c:pt idx="376">
                <c:v>29.5635051403414</c:v>
              </c:pt>
              <c:pt idx="377">
                <c:v>29.5635051403414</c:v>
              </c:pt>
              <c:pt idx="378">
                <c:v>29.5635051403414</c:v>
              </c:pt>
              <c:pt idx="379">
                <c:v>29.5635051403414</c:v>
              </c:pt>
              <c:pt idx="380">
                <c:v>29.5635051403414</c:v>
              </c:pt>
              <c:pt idx="381">
                <c:v>29.5635051403414</c:v>
              </c:pt>
              <c:pt idx="382">
                <c:v>29.5635051403414</c:v>
              </c:pt>
              <c:pt idx="383">
                <c:v>29.5635051403414</c:v>
              </c:pt>
              <c:pt idx="384">
                <c:v>29.5635051403414</c:v>
              </c:pt>
              <c:pt idx="385">
                <c:v>29.5635051403414</c:v>
              </c:pt>
              <c:pt idx="386">
                <c:v>29.5635051403414</c:v>
              </c:pt>
              <c:pt idx="387">
                <c:v>29.5635051403414</c:v>
              </c:pt>
              <c:pt idx="388">
                <c:v>29.5635051403414</c:v>
              </c:pt>
              <c:pt idx="389">
                <c:v>29.5635051403414</c:v>
              </c:pt>
              <c:pt idx="390">
                <c:v>29.5635051403414</c:v>
              </c:pt>
              <c:pt idx="391">
                <c:v>29.5635051403414</c:v>
              </c:pt>
              <c:pt idx="392">
                <c:v>29.5635051403414</c:v>
              </c:pt>
              <c:pt idx="393">
                <c:v>29.5635051403414</c:v>
              </c:pt>
              <c:pt idx="394">
                <c:v>29.5635051403414</c:v>
              </c:pt>
              <c:pt idx="395">
                <c:v>29.5635051403414</c:v>
              </c:pt>
              <c:pt idx="396">
                <c:v>29.5635051403414</c:v>
              </c:pt>
              <c:pt idx="397">
                <c:v>29.5635051403414</c:v>
              </c:pt>
              <c:pt idx="398">
                <c:v>29.5635051403414</c:v>
              </c:pt>
              <c:pt idx="399">
                <c:v>29.5635051403414</c:v>
              </c:pt>
              <c:pt idx="400">
                <c:v>29.5635051403414</c:v>
              </c:pt>
              <c:pt idx="401">
                <c:v>29.5635051403414</c:v>
              </c:pt>
              <c:pt idx="402">
                <c:v>29.5635051403414</c:v>
              </c:pt>
              <c:pt idx="403">
                <c:v>29.5635051403414</c:v>
              </c:pt>
              <c:pt idx="404">
                <c:v>29.5635051403414</c:v>
              </c:pt>
              <c:pt idx="405">
                <c:v>29.5635051403414</c:v>
              </c:pt>
              <c:pt idx="406">
                <c:v>29.5635051403414</c:v>
              </c:pt>
              <c:pt idx="407">
                <c:v>29.5635051403414</c:v>
              </c:pt>
              <c:pt idx="408">
                <c:v>29.5635051403414</c:v>
              </c:pt>
              <c:pt idx="409">
                <c:v>29.5635051403414</c:v>
              </c:pt>
              <c:pt idx="410">
                <c:v>29.5635051403414</c:v>
              </c:pt>
              <c:pt idx="411">
                <c:v>29.5635051403414</c:v>
              </c:pt>
              <c:pt idx="412">
                <c:v>29.5635051403414</c:v>
              </c:pt>
              <c:pt idx="413">
                <c:v>29.5635051403414</c:v>
              </c:pt>
              <c:pt idx="414">
                <c:v>29.5635051403414</c:v>
              </c:pt>
              <c:pt idx="415">
                <c:v>29.5635051403414</c:v>
              </c:pt>
              <c:pt idx="416">
                <c:v>29.5635051403414</c:v>
              </c:pt>
              <c:pt idx="417">
                <c:v>29.5635051403414</c:v>
              </c:pt>
              <c:pt idx="418">
                <c:v>29.5635051403414</c:v>
              </c:pt>
              <c:pt idx="419">
                <c:v>29.5635051403414</c:v>
              </c:pt>
              <c:pt idx="420">
                <c:v>29.5635051403414</c:v>
              </c:pt>
              <c:pt idx="421">
                <c:v>29.5635051403414</c:v>
              </c:pt>
              <c:pt idx="422">
                <c:v>29.5635051403414</c:v>
              </c:pt>
              <c:pt idx="423">
                <c:v>29.5635051403414</c:v>
              </c:pt>
              <c:pt idx="424">
                <c:v>29.5635051403414</c:v>
              </c:pt>
              <c:pt idx="425">
                <c:v>29.5635051403414</c:v>
              </c:pt>
              <c:pt idx="426">
                <c:v>29.5635051403414</c:v>
              </c:pt>
              <c:pt idx="427">
                <c:v>29.5635051403414</c:v>
              </c:pt>
              <c:pt idx="428">
                <c:v>29.5635051403414</c:v>
              </c:pt>
              <c:pt idx="429">
                <c:v>29.5635051403414</c:v>
              </c:pt>
              <c:pt idx="430">
                <c:v>29.5635051403414</c:v>
              </c:pt>
              <c:pt idx="431">
                <c:v>29.5635051403414</c:v>
              </c:pt>
              <c:pt idx="432">
                <c:v>29.5635051403414</c:v>
              </c:pt>
              <c:pt idx="433">
                <c:v>29.5635051403414</c:v>
              </c:pt>
              <c:pt idx="434">
                <c:v>29.5635051403414</c:v>
              </c:pt>
              <c:pt idx="435">
                <c:v>29.5635051403414</c:v>
              </c:pt>
              <c:pt idx="436">
                <c:v>29.5635051403414</c:v>
              </c:pt>
              <c:pt idx="437">
                <c:v>29.5635051403414</c:v>
              </c:pt>
              <c:pt idx="438">
                <c:v>29.5635051403414</c:v>
              </c:pt>
              <c:pt idx="439">
                <c:v>29.5635051403414</c:v>
              </c:pt>
              <c:pt idx="440">
                <c:v>29.5635051403414</c:v>
              </c:pt>
              <c:pt idx="441">
                <c:v>29.5635051403414</c:v>
              </c:pt>
              <c:pt idx="442">
                <c:v>29.5635051403414</c:v>
              </c:pt>
              <c:pt idx="443">
                <c:v>29.5635051403414</c:v>
              </c:pt>
              <c:pt idx="444">
                <c:v>29.5635051403414</c:v>
              </c:pt>
              <c:pt idx="445">
                <c:v>29.5635051403414</c:v>
              </c:pt>
              <c:pt idx="446">
                <c:v>29.5635051403414</c:v>
              </c:pt>
              <c:pt idx="447">
                <c:v>29.5635051403414</c:v>
              </c:pt>
              <c:pt idx="448">
                <c:v>29.5635051403414</c:v>
              </c:pt>
              <c:pt idx="449">
                <c:v>29.5635051403414</c:v>
              </c:pt>
            </c:numLit>
          </c:xVal>
          <c:yVal>
            <c:numLit>
              <c:formatCode>0.0</c:formatCode>
              <c:ptCount val="450"/>
              <c:pt idx="0">
                <c:v>1.5840754845499974</c:v>
              </c:pt>
              <c:pt idx="1">
                <c:v>1.5840754845499974</c:v>
              </c:pt>
              <c:pt idx="2">
                <c:v>1.5840754845499974</c:v>
              </c:pt>
              <c:pt idx="3">
                <c:v>1.5840754845499974</c:v>
              </c:pt>
              <c:pt idx="4">
                <c:v>1.5840754845499974</c:v>
              </c:pt>
              <c:pt idx="5">
                <c:v>1.5840754845499974</c:v>
              </c:pt>
              <c:pt idx="6">
                <c:v>1.5840754845499974</c:v>
              </c:pt>
              <c:pt idx="7">
                <c:v>1.5840754845499974</c:v>
              </c:pt>
              <c:pt idx="8">
                <c:v>1.5840754845499974</c:v>
              </c:pt>
              <c:pt idx="9">
                <c:v>1.5840754845499974</c:v>
              </c:pt>
              <c:pt idx="10">
                <c:v>1.5840754845499974</c:v>
              </c:pt>
              <c:pt idx="11">
                <c:v>1.5840754845499974</c:v>
              </c:pt>
              <c:pt idx="12">
                <c:v>1.5840754845499974</c:v>
              </c:pt>
              <c:pt idx="13">
                <c:v>1.5840754845499974</c:v>
              </c:pt>
              <c:pt idx="14">
                <c:v>1.5840754845499974</c:v>
              </c:pt>
              <c:pt idx="15">
                <c:v>1.5840754845499974</c:v>
              </c:pt>
              <c:pt idx="16">
                <c:v>1.5840754845499974</c:v>
              </c:pt>
              <c:pt idx="17">
                <c:v>1.5840754845499974</c:v>
              </c:pt>
              <c:pt idx="18">
                <c:v>1.5840754845499974</c:v>
              </c:pt>
              <c:pt idx="19">
                <c:v>1.5840754845499974</c:v>
              </c:pt>
              <c:pt idx="20">
                <c:v>1.5840754845499974</c:v>
              </c:pt>
              <c:pt idx="21">
                <c:v>1.5840754845499974</c:v>
              </c:pt>
              <c:pt idx="22">
                <c:v>1.5840754845499974</c:v>
              </c:pt>
              <c:pt idx="23">
                <c:v>1.5840754845499974</c:v>
              </c:pt>
              <c:pt idx="24">
                <c:v>1.5840754845499974</c:v>
              </c:pt>
              <c:pt idx="25">
                <c:v>1.5840754845499974</c:v>
              </c:pt>
              <c:pt idx="26">
                <c:v>1.5840754845499974</c:v>
              </c:pt>
              <c:pt idx="27">
                <c:v>1.5840754845499974</c:v>
              </c:pt>
              <c:pt idx="28">
                <c:v>1.5840754845499974</c:v>
              </c:pt>
              <c:pt idx="29">
                <c:v>1.5840754845499974</c:v>
              </c:pt>
              <c:pt idx="30">
                <c:v>1.5840754845499974</c:v>
              </c:pt>
              <c:pt idx="31">
                <c:v>1.5840754845499974</c:v>
              </c:pt>
              <c:pt idx="32">
                <c:v>1.5840754845499974</c:v>
              </c:pt>
              <c:pt idx="33">
                <c:v>1.5840754845499974</c:v>
              </c:pt>
              <c:pt idx="34">
                <c:v>1.5840754845499974</c:v>
              </c:pt>
              <c:pt idx="35">
                <c:v>1.5840754845499974</c:v>
              </c:pt>
              <c:pt idx="36">
                <c:v>1.5840754845499974</c:v>
              </c:pt>
              <c:pt idx="37">
                <c:v>1.5840754845499974</c:v>
              </c:pt>
              <c:pt idx="38">
                <c:v>1.5840754845499974</c:v>
              </c:pt>
              <c:pt idx="39">
                <c:v>1.5840754845499974</c:v>
              </c:pt>
              <c:pt idx="40">
                <c:v>1.5840754845499974</c:v>
              </c:pt>
              <c:pt idx="41">
                <c:v>1.5840754845499974</c:v>
              </c:pt>
              <c:pt idx="42">
                <c:v>1.5840754845499974</c:v>
              </c:pt>
              <c:pt idx="43">
                <c:v>1.5840754845499974</c:v>
              </c:pt>
              <c:pt idx="44">
                <c:v>1.5840754845499974</c:v>
              </c:pt>
              <c:pt idx="45">
                <c:v>1.5840754845499974</c:v>
              </c:pt>
              <c:pt idx="46">
                <c:v>1.5840754845499974</c:v>
              </c:pt>
              <c:pt idx="47">
                <c:v>1.5840754845499974</c:v>
              </c:pt>
              <c:pt idx="48">
                <c:v>1.5840754845499974</c:v>
              </c:pt>
              <c:pt idx="49">
                <c:v>1.5840754845499974</c:v>
              </c:pt>
              <c:pt idx="50">
                <c:v>1.5840754845499974</c:v>
              </c:pt>
              <c:pt idx="51">
                <c:v>1.5840754845499974</c:v>
              </c:pt>
              <c:pt idx="52">
                <c:v>1.5840754845499974</c:v>
              </c:pt>
              <c:pt idx="53">
                <c:v>1.5840754845499974</c:v>
              </c:pt>
              <c:pt idx="54">
                <c:v>1.5840754845499974</c:v>
              </c:pt>
              <c:pt idx="55">
                <c:v>1.5840754845499974</c:v>
              </c:pt>
              <c:pt idx="56">
                <c:v>1.5840754845499974</c:v>
              </c:pt>
              <c:pt idx="57">
                <c:v>1.5840754845499974</c:v>
              </c:pt>
              <c:pt idx="58">
                <c:v>1.5840754845499974</c:v>
              </c:pt>
              <c:pt idx="59">
                <c:v>1.5840754845499974</c:v>
              </c:pt>
              <c:pt idx="60">
                <c:v>1.5840754845499974</c:v>
              </c:pt>
              <c:pt idx="61">
                <c:v>1.5840754845499974</c:v>
              </c:pt>
              <c:pt idx="62">
                <c:v>1.5840754845499974</c:v>
              </c:pt>
              <c:pt idx="63">
                <c:v>1.5840754845499974</c:v>
              </c:pt>
              <c:pt idx="64">
                <c:v>1.5840754845499974</c:v>
              </c:pt>
              <c:pt idx="65">
                <c:v>1.5840754845499974</c:v>
              </c:pt>
              <c:pt idx="66">
                <c:v>1.5840754845499974</c:v>
              </c:pt>
              <c:pt idx="67">
                <c:v>1.5840754845499974</c:v>
              </c:pt>
              <c:pt idx="68">
                <c:v>1.5840754845499974</c:v>
              </c:pt>
              <c:pt idx="69">
                <c:v>1.5840754845499974</c:v>
              </c:pt>
              <c:pt idx="70">
                <c:v>1.5840754845499974</c:v>
              </c:pt>
              <c:pt idx="71">
                <c:v>1.5840754845499974</c:v>
              </c:pt>
              <c:pt idx="72">
                <c:v>1.5840754845499974</c:v>
              </c:pt>
              <c:pt idx="73">
                <c:v>1.5840754845499974</c:v>
              </c:pt>
              <c:pt idx="74">
                <c:v>1.5840754845499974</c:v>
              </c:pt>
              <c:pt idx="75">
                <c:v>1.5840754845499974</c:v>
              </c:pt>
              <c:pt idx="76">
                <c:v>1.5840754845499974</c:v>
              </c:pt>
              <c:pt idx="77">
                <c:v>1.5840754845499974</c:v>
              </c:pt>
              <c:pt idx="78">
                <c:v>1.5840754845499974</c:v>
              </c:pt>
              <c:pt idx="79">
                <c:v>1.5840754845499974</c:v>
              </c:pt>
              <c:pt idx="80">
                <c:v>1.5840754845499974</c:v>
              </c:pt>
              <c:pt idx="81">
                <c:v>1.5840754845499974</c:v>
              </c:pt>
              <c:pt idx="82">
                <c:v>1.5840754845499974</c:v>
              </c:pt>
              <c:pt idx="83">
                <c:v>1.5840754845499974</c:v>
              </c:pt>
              <c:pt idx="84">
                <c:v>1.5840754845499974</c:v>
              </c:pt>
              <c:pt idx="85">
                <c:v>1.5840754845499974</c:v>
              </c:pt>
              <c:pt idx="86">
                <c:v>1.5840754845499974</c:v>
              </c:pt>
              <c:pt idx="87">
                <c:v>1.5840754845499974</c:v>
              </c:pt>
              <c:pt idx="88">
                <c:v>1.5840754845499974</c:v>
              </c:pt>
              <c:pt idx="89">
                <c:v>1.5840754845499974</c:v>
              </c:pt>
              <c:pt idx="90">
                <c:v>1.5840754845499974</c:v>
              </c:pt>
              <c:pt idx="91">
                <c:v>1.5840754845499974</c:v>
              </c:pt>
              <c:pt idx="92">
                <c:v>1.5840754845499974</c:v>
              </c:pt>
              <c:pt idx="93">
                <c:v>1.5840754845499974</c:v>
              </c:pt>
              <c:pt idx="94">
                <c:v>1.5840754845499974</c:v>
              </c:pt>
              <c:pt idx="95">
                <c:v>1.5840754845499974</c:v>
              </c:pt>
              <c:pt idx="96">
                <c:v>1.5840754845499974</c:v>
              </c:pt>
              <c:pt idx="97">
                <c:v>1.5840754845499974</c:v>
              </c:pt>
              <c:pt idx="98">
                <c:v>1.5840754845499974</c:v>
              </c:pt>
              <c:pt idx="99">
                <c:v>1.5840754845499974</c:v>
              </c:pt>
              <c:pt idx="100">
                <c:v>1.5840754845499974</c:v>
              </c:pt>
              <c:pt idx="101">
                <c:v>1.5840754845499974</c:v>
              </c:pt>
              <c:pt idx="102">
                <c:v>1.5840754845499974</c:v>
              </c:pt>
              <c:pt idx="103">
                <c:v>1.5840754845499974</c:v>
              </c:pt>
              <c:pt idx="104">
                <c:v>1.5840754845499974</c:v>
              </c:pt>
              <c:pt idx="105">
                <c:v>1.5840754845499974</c:v>
              </c:pt>
              <c:pt idx="106">
                <c:v>1.5840754845499974</c:v>
              </c:pt>
              <c:pt idx="107">
                <c:v>1.5840754845499974</c:v>
              </c:pt>
              <c:pt idx="108">
                <c:v>1.5840754845499974</c:v>
              </c:pt>
              <c:pt idx="109">
                <c:v>1.5840754845499974</c:v>
              </c:pt>
              <c:pt idx="110">
                <c:v>1.5840754845499974</c:v>
              </c:pt>
              <c:pt idx="111">
                <c:v>1.5840754845499974</c:v>
              </c:pt>
              <c:pt idx="112">
                <c:v>1.5840754845499974</c:v>
              </c:pt>
              <c:pt idx="113">
                <c:v>1.5840754845499974</c:v>
              </c:pt>
              <c:pt idx="114">
                <c:v>1.5840754845499974</c:v>
              </c:pt>
              <c:pt idx="115">
                <c:v>1.5840754845499974</c:v>
              </c:pt>
              <c:pt idx="116">
                <c:v>1.5840754845499974</c:v>
              </c:pt>
              <c:pt idx="117">
                <c:v>1.5840754845499974</c:v>
              </c:pt>
              <c:pt idx="118">
                <c:v>1.5840754845499974</c:v>
              </c:pt>
              <c:pt idx="119">
                <c:v>1.5840754845499974</c:v>
              </c:pt>
              <c:pt idx="120">
                <c:v>1.5840754845499974</c:v>
              </c:pt>
              <c:pt idx="121">
                <c:v>1.5840754845499974</c:v>
              </c:pt>
              <c:pt idx="122">
                <c:v>1.5840754845499974</c:v>
              </c:pt>
              <c:pt idx="123">
                <c:v>1.5840754845499974</c:v>
              </c:pt>
              <c:pt idx="124">
                <c:v>1.5840754845499974</c:v>
              </c:pt>
              <c:pt idx="125">
                <c:v>1.5840754845499974</c:v>
              </c:pt>
              <c:pt idx="126">
                <c:v>1.5840754845499974</c:v>
              </c:pt>
              <c:pt idx="127">
                <c:v>1.5840754845499974</c:v>
              </c:pt>
              <c:pt idx="128">
                <c:v>1.5840754845499974</c:v>
              </c:pt>
              <c:pt idx="129">
                <c:v>1.5840754845499974</c:v>
              </c:pt>
              <c:pt idx="130">
                <c:v>1.5840754845499974</c:v>
              </c:pt>
              <c:pt idx="131">
                <c:v>1.5840754845499974</c:v>
              </c:pt>
              <c:pt idx="132">
                <c:v>1.5840754845499974</c:v>
              </c:pt>
              <c:pt idx="133">
                <c:v>1.5840754845499974</c:v>
              </c:pt>
              <c:pt idx="134">
                <c:v>1.5840754845499974</c:v>
              </c:pt>
              <c:pt idx="135">
                <c:v>1.5840754845499974</c:v>
              </c:pt>
              <c:pt idx="136">
                <c:v>1.5840754845499974</c:v>
              </c:pt>
              <c:pt idx="137">
                <c:v>1.5840754845499974</c:v>
              </c:pt>
              <c:pt idx="138">
                <c:v>1.5840754845499974</c:v>
              </c:pt>
              <c:pt idx="139">
                <c:v>1.5840754845499974</c:v>
              </c:pt>
              <c:pt idx="140">
                <c:v>1.5840754845499974</c:v>
              </c:pt>
              <c:pt idx="141">
                <c:v>1.5840754845499974</c:v>
              </c:pt>
              <c:pt idx="142">
                <c:v>1.5840754845499974</c:v>
              </c:pt>
              <c:pt idx="143">
                <c:v>1.5840754845499974</c:v>
              </c:pt>
              <c:pt idx="144">
                <c:v>1.5840754845499974</c:v>
              </c:pt>
              <c:pt idx="145">
                <c:v>1.5840754845499974</c:v>
              </c:pt>
              <c:pt idx="146">
                <c:v>1.5840754845499974</c:v>
              </c:pt>
              <c:pt idx="147">
                <c:v>1.5840754845499974</c:v>
              </c:pt>
              <c:pt idx="148">
                <c:v>1.5840754845499974</c:v>
              </c:pt>
              <c:pt idx="149">
                <c:v>1.5840754845499974</c:v>
              </c:pt>
              <c:pt idx="150">
                <c:v>1.5840754845499974</c:v>
              </c:pt>
              <c:pt idx="151">
                <c:v>1.5840754845499974</c:v>
              </c:pt>
              <c:pt idx="152">
                <c:v>1.5840754845499974</c:v>
              </c:pt>
              <c:pt idx="153">
                <c:v>1.5840754845499974</c:v>
              </c:pt>
              <c:pt idx="154">
                <c:v>1.5840754845499974</c:v>
              </c:pt>
              <c:pt idx="155">
                <c:v>1.5840754845499974</c:v>
              </c:pt>
              <c:pt idx="156">
                <c:v>1.5840754845499974</c:v>
              </c:pt>
              <c:pt idx="157">
                <c:v>1.5840754845499974</c:v>
              </c:pt>
              <c:pt idx="158">
                <c:v>1.5840754845499974</c:v>
              </c:pt>
              <c:pt idx="159">
                <c:v>1.5840754845499974</c:v>
              </c:pt>
              <c:pt idx="160">
                <c:v>1.5840754845499974</c:v>
              </c:pt>
              <c:pt idx="161">
                <c:v>1.5840754845499974</c:v>
              </c:pt>
              <c:pt idx="162">
                <c:v>1.5840754845499974</c:v>
              </c:pt>
              <c:pt idx="163">
                <c:v>1.5840754845499974</c:v>
              </c:pt>
              <c:pt idx="164">
                <c:v>1.5840754845499974</c:v>
              </c:pt>
              <c:pt idx="165">
                <c:v>1.5840754845499974</c:v>
              </c:pt>
              <c:pt idx="166">
                <c:v>1.5840754845499974</c:v>
              </c:pt>
              <c:pt idx="167">
                <c:v>1.5840754845499974</c:v>
              </c:pt>
              <c:pt idx="168">
                <c:v>1.5840754845499974</c:v>
              </c:pt>
              <c:pt idx="169">
                <c:v>1.5840754845499974</c:v>
              </c:pt>
              <c:pt idx="170">
                <c:v>1.5840754845499974</c:v>
              </c:pt>
              <c:pt idx="171">
                <c:v>1.5840754845499974</c:v>
              </c:pt>
              <c:pt idx="172">
                <c:v>1.5840754845499974</c:v>
              </c:pt>
              <c:pt idx="173">
                <c:v>1.5840754845499974</c:v>
              </c:pt>
              <c:pt idx="174">
                <c:v>1.5840754845499974</c:v>
              </c:pt>
              <c:pt idx="175">
                <c:v>1.5840754845499974</c:v>
              </c:pt>
              <c:pt idx="176">
                <c:v>1.5840754845499974</c:v>
              </c:pt>
              <c:pt idx="177">
                <c:v>1.5840754845499974</c:v>
              </c:pt>
              <c:pt idx="178">
                <c:v>1.5840754845499974</c:v>
              </c:pt>
              <c:pt idx="179">
                <c:v>1.5840754845499974</c:v>
              </c:pt>
              <c:pt idx="180">
                <c:v>1.5840754845499974</c:v>
              </c:pt>
              <c:pt idx="181">
                <c:v>1.5840754845499974</c:v>
              </c:pt>
              <c:pt idx="182">
                <c:v>1.5840754845499974</c:v>
              </c:pt>
              <c:pt idx="183">
                <c:v>1.5840754845499974</c:v>
              </c:pt>
              <c:pt idx="184">
                <c:v>1.5840754845499974</c:v>
              </c:pt>
              <c:pt idx="185">
                <c:v>1.5840754845499974</c:v>
              </c:pt>
              <c:pt idx="186">
                <c:v>1.5840754845499974</c:v>
              </c:pt>
              <c:pt idx="187">
                <c:v>1.5840754845499974</c:v>
              </c:pt>
              <c:pt idx="188">
                <c:v>1.5840754845499974</c:v>
              </c:pt>
              <c:pt idx="189">
                <c:v>1.5840754845499974</c:v>
              </c:pt>
              <c:pt idx="190">
                <c:v>1.5840754845499974</c:v>
              </c:pt>
              <c:pt idx="191">
                <c:v>1.5840754845499974</c:v>
              </c:pt>
              <c:pt idx="192">
                <c:v>1.5840754845499974</c:v>
              </c:pt>
              <c:pt idx="193">
                <c:v>1.5840754845499974</c:v>
              </c:pt>
              <c:pt idx="194">
                <c:v>1.5840754845499974</c:v>
              </c:pt>
              <c:pt idx="195">
                <c:v>1.5840754845499974</c:v>
              </c:pt>
              <c:pt idx="196">
                <c:v>1.5840754845499974</c:v>
              </c:pt>
              <c:pt idx="197">
                <c:v>1.5840754845499974</c:v>
              </c:pt>
              <c:pt idx="198">
                <c:v>1.5840754845499974</c:v>
              </c:pt>
              <c:pt idx="199">
                <c:v>1.5840754845499974</c:v>
              </c:pt>
              <c:pt idx="200">
                <c:v>1.5840754845499974</c:v>
              </c:pt>
              <c:pt idx="201">
                <c:v>1.5840754845499974</c:v>
              </c:pt>
              <c:pt idx="202">
                <c:v>1.5840754845499974</c:v>
              </c:pt>
              <c:pt idx="203">
                <c:v>1.5840754845499974</c:v>
              </c:pt>
              <c:pt idx="204">
                <c:v>1.5840754845499974</c:v>
              </c:pt>
              <c:pt idx="205">
                <c:v>1.5840754845499974</c:v>
              </c:pt>
              <c:pt idx="206">
                <c:v>1.5840754845499974</c:v>
              </c:pt>
              <c:pt idx="207">
                <c:v>1.5840754845499974</c:v>
              </c:pt>
              <c:pt idx="208">
                <c:v>1.5840754845499974</c:v>
              </c:pt>
              <c:pt idx="209">
                <c:v>1.5840754845499974</c:v>
              </c:pt>
              <c:pt idx="210">
                <c:v>1.5840754845499974</c:v>
              </c:pt>
              <c:pt idx="211">
                <c:v>1.5840754845499974</c:v>
              </c:pt>
              <c:pt idx="212">
                <c:v>1.5840754845499974</c:v>
              </c:pt>
              <c:pt idx="213">
                <c:v>1.5840754845499974</c:v>
              </c:pt>
              <c:pt idx="214">
                <c:v>1.5840754845499974</c:v>
              </c:pt>
              <c:pt idx="215">
                <c:v>1.5840754845499974</c:v>
              </c:pt>
              <c:pt idx="216">
                <c:v>1.5840754845499974</c:v>
              </c:pt>
              <c:pt idx="217">
                <c:v>1.5840754845499974</c:v>
              </c:pt>
              <c:pt idx="218">
                <c:v>1.5840754845499974</c:v>
              </c:pt>
              <c:pt idx="219">
                <c:v>1.5840754845499974</c:v>
              </c:pt>
              <c:pt idx="220">
                <c:v>1.5840754845499974</c:v>
              </c:pt>
              <c:pt idx="221">
                <c:v>1.5840754845499974</c:v>
              </c:pt>
              <c:pt idx="222">
                <c:v>1.5840754845499974</c:v>
              </c:pt>
              <c:pt idx="223">
                <c:v>1.5840754845499974</c:v>
              </c:pt>
              <c:pt idx="224">
                <c:v>1.5840754845499974</c:v>
              </c:pt>
              <c:pt idx="225">
                <c:v>1.5840754845499974</c:v>
              </c:pt>
              <c:pt idx="226">
                <c:v>1.5840754845499974</c:v>
              </c:pt>
              <c:pt idx="227">
                <c:v>1.5840754845499974</c:v>
              </c:pt>
              <c:pt idx="228">
                <c:v>1.5840754845499974</c:v>
              </c:pt>
              <c:pt idx="229">
                <c:v>1.5840754845499974</c:v>
              </c:pt>
              <c:pt idx="230">
                <c:v>1.5840754845499974</c:v>
              </c:pt>
              <c:pt idx="231">
                <c:v>1.5840754845499974</c:v>
              </c:pt>
              <c:pt idx="232">
                <c:v>1.5840754845499974</c:v>
              </c:pt>
              <c:pt idx="233">
                <c:v>1.5840754845499974</c:v>
              </c:pt>
              <c:pt idx="234">
                <c:v>1.5840754845499974</c:v>
              </c:pt>
              <c:pt idx="235">
                <c:v>1.5840754845499974</c:v>
              </c:pt>
              <c:pt idx="236">
                <c:v>1.5840754845499974</c:v>
              </c:pt>
              <c:pt idx="237">
                <c:v>1.5840754845499974</c:v>
              </c:pt>
              <c:pt idx="238">
                <c:v>1.5840754845499974</c:v>
              </c:pt>
              <c:pt idx="239">
                <c:v>1.5840754845499974</c:v>
              </c:pt>
              <c:pt idx="240">
                <c:v>1.5840754845499974</c:v>
              </c:pt>
              <c:pt idx="241">
                <c:v>1.5840754845499974</c:v>
              </c:pt>
              <c:pt idx="242">
                <c:v>1.5840754845499974</c:v>
              </c:pt>
              <c:pt idx="243">
                <c:v>1.5840754845499974</c:v>
              </c:pt>
              <c:pt idx="244">
                <c:v>1.5840754845499974</c:v>
              </c:pt>
              <c:pt idx="245">
                <c:v>1.5840754845499974</c:v>
              </c:pt>
              <c:pt idx="246">
                <c:v>1.5840754845499974</c:v>
              </c:pt>
              <c:pt idx="247">
                <c:v>1.5840754845499974</c:v>
              </c:pt>
              <c:pt idx="248">
                <c:v>1.5840754845499974</c:v>
              </c:pt>
              <c:pt idx="249">
                <c:v>1.5840754845499974</c:v>
              </c:pt>
              <c:pt idx="250">
                <c:v>1.5840754845499974</c:v>
              </c:pt>
              <c:pt idx="251">
                <c:v>1.5840754845499974</c:v>
              </c:pt>
              <c:pt idx="252">
                <c:v>1.5840754845499974</c:v>
              </c:pt>
              <c:pt idx="253">
                <c:v>1.5840754845499974</c:v>
              </c:pt>
              <c:pt idx="254">
                <c:v>1.5840754845499974</c:v>
              </c:pt>
              <c:pt idx="255">
                <c:v>1.5840754845499974</c:v>
              </c:pt>
              <c:pt idx="256">
                <c:v>1.5840754845499974</c:v>
              </c:pt>
              <c:pt idx="257">
                <c:v>1.5840754845499974</c:v>
              </c:pt>
              <c:pt idx="258">
                <c:v>1.5840754845499974</c:v>
              </c:pt>
              <c:pt idx="259">
                <c:v>1.5840754845499974</c:v>
              </c:pt>
              <c:pt idx="260">
                <c:v>1.5840754845499974</c:v>
              </c:pt>
              <c:pt idx="261">
                <c:v>1.5840754845499974</c:v>
              </c:pt>
              <c:pt idx="262">
                <c:v>1.5840754845499974</c:v>
              </c:pt>
              <c:pt idx="263">
                <c:v>1.5840754845499974</c:v>
              </c:pt>
              <c:pt idx="264">
                <c:v>1.5840754845499974</c:v>
              </c:pt>
              <c:pt idx="265">
                <c:v>1.5840754845499974</c:v>
              </c:pt>
              <c:pt idx="266">
                <c:v>1.5840754845499974</c:v>
              </c:pt>
              <c:pt idx="267">
                <c:v>1.5840754845499974</c:v>
              </c:pt>
              <c:pt idx="268">
                <c:v>1.5840754845499974</c:v>
              </c:pt>
              <c:pt idx="269">
                <c:v>1.5840754845499974</c:v>
              </c:pt>
              <c:pt idx="270">
                <c:v>1.5840754845499974</c:v>
              </c:pt>
              <c:pt idx="271">
                <c:v>1.5840754845499974</c:v>
              </c:pt>
              <c:pt idx="272">
                <c:v>1.5840754845499974</c:v>
              </c:pt>
              <c:pt idx="273">
                <c:v>1.5840754845499974</c:v>
              </c:pt>
              <c:pt idx="274">
                <c:v>1.5840754845499974</c:v>
              </c:pt>
              <c:pt idx="275">
                <c:v>1.5840754845499974</c:v>
              </c:pt>
              <c:pt idx="276">
                <c:v>1.5840754845499974</c:v>
              </c:pt>
              <c:pt idx="277">
                <c:v>1.5840754845499974</c:v>
              </c:pt>
              <c:pt idx="278">
                <c:v>1.5840754845499974</c:v>
              </c:pt>
              <c:pt idx="279">
                <c:v>1.5840754845499974</c:v>
              </c:pt>
              <c:pt idx="280">
                <c:v>1.5840754845499974</c:v>
              </c:pt>
              <c:pt idx="281">
                <c:v>1.5840754845499974</c:v>
              </c:pt>
              <c:pt idx="282">
                <c:v>1.5840754845499974</c:v>
              </c:pt>
              <c:pt idx="283">
                <c:v>1.5840754845499974</c:v>
              </c:pt>
              <c:pt idx="284">
                <c:v>1.5840754845499974</c:v>
              </c:pt>
              <c:pt idx="285">
                <c:v>1.5840754845499974</c:v>
              </c:pt>
              <c:pt idx="286">
                <c:v>1.5840754845499974</c:v>
              </c:pt>
              <c:pt idx="287">
                <c:v>1.5840754845499974</c:v>
              </c:pt>
              <c:pt idx="288">
                <c:v>1.5840754845499974</c:v>
              </c:pt>
              <c:pt idx="289">
                <c:v>1.5840754845499974</c:v>
              </c:pt>
              <c:pt idx="290">
                <c:v>1.5840754845499974</c:v>
              </c:pt>
              <c:pt idx="291">
                <c:v>1.5840754845499974</c:v>
              </c:pt>
              <c:pt idx="292">
                <c:v>1.5840754845499974</c:v>
              </c:pt>
              <c:pt idx="293">
                <c:v>1.5840754845499974</c:v>
              </c:pt>
              <c:pt idx="294">
                <c:v>1.5840754845499974</c:v>
              </c:pt>
              <c:pt idx="295">
                <c:v>1.5840754845499974</c:v>
              </c:pt>
              <c:pt idx="296">
                <c:v>1.5840754845499974</c:v>
              </c:pt>
              <c:pt idx="297">
                <c:v>1.5840754845499974</c:v>
              </c:pt>
              <c:pt idx="298">
                <c:v>1.5840754845499974</c:v>
              </c:pt>
              <c:pt idx="299">
                <c:v>1.5840754845499974</c:v>
              </c:pt>
              <c:pt idx="300">
                <c:v>1.5840754845499974</c:v>
              </c:pt>
              <c:pt idx="301">
                <c:v>1.5840754845499974</c:v>
              </c:pt>
              <c:pt idx="302">
                <c:v>1.5840754845499974</c:v>
              </c:pt>
              <c:pt idx="303">
                <c:v>1.5840754845499974</c:v>
              </c:pt>
              <c:pt idx="304">
                <c:v>1.5840754845499974</c:v>
              </c:pt>
              <c:pt idx="305">
                <c:v>1.5840754845499974</c:v>
              </c:pt>
              <c:pt idx="306">
                <c:v>1.5840754845499974</c:v>
              </c:pt>
              <c:pt idx="307">
                <c:v>1.5840754845499974</c:v>
              </c:pt>
              <c:pt idx="308">
                <c:v>1.5840754845499974</c:v>
              </c:pt>
              <c:pt idx="309">
                <c:v>1.5840754845499974</c:v>
              </c:pt>
              <c:pt idx="310">
                <c:v>1.5840754845499974</c:v>
              </c:pt>
              <c:pt idx="311">
                <c:v>1.5840754845499974</c:v>
              </c:pt>
              <c:pt idx="312">
                <c:v>1.5840754845499974</c:v>
              </c:pt>
              <c:pt idx="313">
                <c:v>1.5840754845499974</c:v>
              </c:pt>
              <c:pt idx="314">
                <c:v>1.5840754845499974</c:v>
              </c:pt>
              <c:pt idx="315">
                <c:v>1.5840754845499974</c:v>
              </c:pt>
              <c:pt idx="316">
                <c:v>1.5840754845499974</c:v>
              </c:pt>
              <c:pt idx="317">
                <c:v>1.5840754845499974</c:v>
              </c:pt>
              <c:pt idx="318">
                <c:v>1.5840754845499974</c:v>
              </c:pt>
              <c:pt idx="319">
                <c:v>1.5840754845499974</c:v>
              </c:pt>
              <c:pt idx="320">
                <c:v>1.5840754845499974</c:v>
              </c:pt>
              <c:pt idx="321">
                <c:v>1.5840754845499974</c:v>
              </c:pt>
              <c:pt idx="322">
                <c:v>1.5840754845499974</c:v>
              </c:pt>
              <c:pt idx="323">
                <c:v>1.5840754845499974</c:v>
              </c:pt>
              <c:pt idx="324">
                <c:v>1.5840754845499974</c:v>
              </c:pt>
              <c:pt idx="325">
                <c:v>1.5840754845499974</c:v>
              </c:pt>
              <c:pt idx="326">
                <c:v>1.5840754845499974</c:v>
              </c:pt>
              <c:pt idx="327">
                <c:v>1.5840754845499974</c:v>
              </c:pt>
              <c:pt idx="328">
                <c:v>1.5840754845499974</c:v>
              </c:pt>
              <c:pt idx="329">
                <c:v>1.5840754845499974</c:v>
              </c:pt>
              <c:pt idx="330">
                <c:v>1.5840754845499974</c:v>
              </c:pt>
              <c:pt idx="331">
                <c:v>1.5840754845499974</c:v>
              </c:pt>
              <c:pt idx="332">
                <c:v>1.5840754845499974</c:v>
              </c:pt>
              <c:pt idx="333">
                <c:v>1.5840754845499974</c:v>
              </c:pt>
              <c:pt idx="334">
                <c:v>1.5840754845499974</c:v>
              </c:pt>
              <c:pt idx="335">
                <c:v>1.5840754845499974</c:v>
              </c:pt>
              <c:pt idx="336">
                <c:v>1.5840754845499974</c:v>
              </c:pt>
              <c:pt idx="337">
                <c:v>1.5840754845499974</c:v>
              </c:pt>
              <c:pt idx="338">
                <c:v>1.5840754845499974</c:v>
              </c:pt>
              <c:pt idx="339">
                <c:v>1.5840754845499974</c:v>
              </c:pt>
              <c:pt idx="340">
                <c:v>1.5840754845499974</c:v>
              </c:pt>
              <c:pt idx="341">
                <c:v>1.5840754845499974</c:v>
              </c:pt>
              <c:pt idx="342">
                <c:v>1.5840754845499974</c:v>
              </c:pt>
              <c:pt idx="343">
                <c:v>1.5840754845499974</c:v>
              </c:pt>
              <c:pt idx="344">
                <c:v>1.5840754845499974</c:v>
              </c:pt>
              <c:pt idx="345">
                <c:v>1.5840754845499974</c:v>
              </c:pt>
              <c:pt idx="346">
                <c:v>1.5840754845499974</c:v>
              </c:pt>
              <c:pt idx="347">
                <c:v>1.5840754845499974</c:v>
              </c:pt>
              <c:pt idx="348">
                <c:v>1.5840754845499974</c:v>
              </c:pt>
              <c:pt idx="349">
                <c:v>1.5840754845499974</c:v>
              </c:pt>
              <c:pt idx="350">
                <c:v>1.5840754845499974</c:v>
              </c:pt>
              <c:pt idx="351">
                <c:v>1.5840754845499974</c:v>
              </c:pt>
              <c:pt idx="352">
                <c:v>1.5840754845499974</c:v>
              </c:pt>
              <c:pt idx="353">
                <c:v>1.5840754845499974</c:v>
              </c:pt>
              <c:pt idx="354">
                <c:v>1.5840754845499974</c:v>
              </c:pt>
              <c:pt idx="355">
                <c:v>1.5840754845499974</c:v>
              </c:pt>
              <c:pt idx="356">
                <c:v>1.5840754845499974</c:v>
              </c:pt>
              <c:pt idx="357">
                <c:v>1.5840754845499974</c:v>
              </c:pt>
              <c:pt idx="358">
                <c:v>1.5840754845499974</c:v>
              </c:pt>
              <c:pt idx="359">
                <c:v>1.5840754845499974</c:v>
              </c:pt>
              <c:pt idx="360">
                <c:v>1.5840754845499974</c:v>
              </c:pt>
              <c:pt idx="361">
                <c:v>1.5840754845499974</c:v>
              </c:pt>
              <c:pt idx="362">
                <c:v>1.5840754845499974</c:v>
              </c:pt>
              <c:pt idx="363">
                <c:v>1.5840754845499974</c:v>
              </c:pt>
              <c:pt idx="364">
                <c:v>1.5840754845499974</c:v>
              </c:pt>
              <c:pt idx="365">
                <c:v>1.5840754845499974</c:v>
              </c:pt>
              <c:pt idx="366">
                <c:v>1.5840754845499974</c:v>
              </c:pt>
              <c:pt idx="367">
                <c:v>1.5840754845499974</c:v>
              </c:pt>
              <c:pt idx="368">
                <c:v>1.5840754845499974</c:v>
              </c:pt>
              <c:pt idx="369">
                <c:v>1.5840754845499974</c:v>
              </c:pt>
              <c:pt idx="370">
                <c:v>1.5840754845499974</c:v>
              </c:pt>
              <c:pt idx="371">
                <c:v>1.5840754845499974</c:v>
              </c:pt>
              <c:pt idx="372">
                <c:v>1.5840754845499974</c:v>
              </c:pt>
              <c:pt idx="373">
                <c:v>1.5840754845499974</c:v>
              </c:pt>
              <c:pt idx="374">
                <c:v>1.5840754845499974</c:v>
              </c:pt>
              <c:pt idx="375">
                <c:v>1.5840754845499974</c:v>
              </c:pt>
              <c:pt idx="376">
                <c:v>1.5840754845499974</c:v>
              </c:pt>
              <c:pt idx="377">
                <c:v>1.5840754845499974</c:v>
              </c:pt>
              <c:pt idx="378">
                <c:v>1.5840754845499974</c:v>
              </c:pt>
              <c:pt idx="379">
                <c:v>1.5840754845499974</c:v>
              </c:pt>
              <c:pt idx="380">
                <c:v>1.5840754845499974</c:v>
              </c:pt>
              <c:pt idx="381">
                <c:v>1.5840754845499974</c:v>
              </c:pt>
              <c:pt idx="382">
                <c:v>1.5840754845499974</c:v>
              </c:pt>
              <c:pt idx="383">
                <c:v>1.5840754845499974</c:v>
              </c:pt>
              <c:pt idx="384">
                <c:v>1.5840754845499974</c:v>
              </c:pt>
              <c:pt idx="385">
                <c:v>1.5840754845499974</c:v>
              </c:pt>
              <c:pt idx="386">
                <c:v>1.5840754845499974</c:v>
              </c:pt>
              <c:pt idx="387">
                <c:v>1.5840754845499974</c:v>
              </c:pt>
              <c:pt idx="388">
                <c:v>1.5840754845499974</c:v>
              </c:pt>
              <c:pt idx="389">
                <c:v>1.5840754845499974</c:v>
              </c:pt>
              <c:pt idx="390">
                <c:v>1.5840754845499974</c:v>
              </c:pt>
              <c:pt idx="391">
                <c:v>1.5840754845499974</c:v>
              </c:pt>
              <c:pt idx="392">
                <c:v>1.5840754845499974</c:v>
              </c:pt>
              <c:pt idx="393">
                <c:v>1.5840754845499974</c:v>
              </c:pt>
              <c:pt idx="394">
                <c:v>1.5840754845499974</c:v>
              </c:pt>
              <c:pt idx="395">
                <c:v>1.5840754845499974</c:v>
              </c:pt>
              <c:pt idx="396">
                <c:v>1.5840754845499974</c:v>
              </c:pt>
              <c:pt idx="397">
                <c:v>1.5840754845499974</c:v>
              </c:pt>
              <c:pt idx="398">
                <c:v>1.5840754845499974</c:v>
              </c:pt>
              <c:pt idx="399">
                <c:v>1.5840754845499974</c:v>
              </c:pt>
              <c:pt idx="400">
                <c:v>1.5840754845499974</c:v>
              </c:pt>
              <c:pt idx="401">
                <c:v>1.5840754845499974</c:v>
              </c:pt>
              <c:pt idx="402">
                <c:v>1.5840754845499974</c:v>
              </c:pt>
              <c:pt idx="403">
                <c:v>1.5840754845499974</c:v>
              </c:pt>
              <c:pt idx="404">
                <c:v>1.5840754845499974</c:v>
              </c:pt>
              <c:pt idx="405">
                <c:v>1.5840754845499974</c:v>
              </c:pt>
              <c:pt idx="406">
                <c:v>1.5840754845499974</c:v>
              </c:pt>
              <c:pt idx="407">
                <c:v>1.5840754845499974</c:v>
              </c:pt>
              <c:pt idx="408">
                <c:v>1.5840754845499974</c:v>
              </c:pt>
              <c:pt idx="409">
                <c:v>1.5840754845499974</c:v>
              </c:pt>
              <c:pt idx="410">
                <c:v>1.5840754845499974</c:v>
              </c:pt>
              <c:pt idx="411">
                <c:v>1.5840754845499974</c:v>
              </c:pt>
              <c:pt idx="412">
                <c:v>1.5840754845499974</c:v>
              </c:pt>
              <c:pt idx="413">
                <c:v>1.5840754845499974</c:v>
              </c:pt>
              <c:pt idx="414">
                <c:v>1.5840754845499974</c:v>
              </c:pt>
              <c:pt idx="415">
                <c:v>1.5840754845499974</c:v>
              </c:pt>
              <c:pt idx="416">
                <c:v>1.5840754845499974</c:v>
              </c:pt>
              <c:pt idx="417">
                <c:v>1.5840754845499974</c:v>
              </c:pt>
              <c:pt idx="418">
                <c:v>1.5840754845499974</c:v>
              </c:pt>
              <c:pt idx="419">
                <c:v>1.5840754845499974</c:v>
              </c:pt>
              <c:pt idx="420">
                <c:v>1.5840754845499974</c:v>
              </c:pt>
              <c:pt idx="421">
                <c:v>1.5840754845499974</c:v>
              </c:pt>
              <c:pt idx="422">
                <c:v>1.5840754845499974</c:v>
              </c:pt>
              <c:pt idx="423">
                <c:v>1.5840754845499974</c:v>
              </c:pt>
              <c:pt idx="424">
                <c:v>1.5840754845499974</c:v>
              </c:pt>
              <c:pt idx="425">
                <c:v>1.5840754845499974</c:v>
              </c:pt>
              <c:pt idx="426">
                <c:v>1.5840754845499974</c:v>
              </c:pt>
              <c:pt idx="427">
                <c:v>1.5840754845499974</c:v>
              </c:pt>
              <c:pt idx="428">
                <c:v>1.5840754845499974</c:v>
              </c:pt>
              <c:pt idx="429">
                <c:v>1.5840754845499974</c:v>
              </c:pt>
              <c:pt idx="430">
                <c:v>1.5840754845499974</c:v>
              </c:pt>
              <c:pt idx="431">
                <c:v>1.5840754845499974</c:v>
              </c:pt>
              <c:pt idx="432">
                <c:v>1.5840754845499974</c:v>
              </c:pt>
              <c:pt idx="433">
                <c:v>1.5840754845499974</c:v>
              </c:pt>
              <c:pt idx="434">
                <c:v>1.5840754845499974</c:v>
              </c:pt>
              <c:pt idx="435">
                <c:v>1.5840754845499974</c:v>
              </c:pt>
              <c:pt idx="436">
                <c:v>1.5840754845499974</c:v>
              </c:pt>
              <c:pt idx="437">
                <c:v>1.5840754845499974</c:v>
              </c:pt>
              <c:pt idx="438">
                <c:v>1.5840754845499974</c:v>
              </c:pt>
              <c:pt idx="439">
                <c:v>1.5840754845499974</c:v>
              </c:pt>
              <c:pt idx="440">
                <c:v>1.5840754845499974</c:v>
              </c:pt>
              <c:pt idx="441">
                <c:v>1.5840754845499974</c:v>
              </c:pt>
              <c:pt idx="442">
                <c:v>1.5840754845499974</c:v>
              </c:pt>
              <c:pt idx="443">
                <c:v>1.5840754845499974</c:v>
              </c:pt>
              <c:pt idx="444">
                <c:v>1.5840754845499974</c:v>
              </c:pt>
              <c:pt idx="445">
                <c:v>1.5840754845499974</c:v>
              </c:pt>
              <c:pt idx="446">
                <c:v>1.5840754845499974</c:v>
              </c:pt>
              <c:pt idx="447">
                <c:v>1.5840754845499974</c:v>
              </c:pt>
              <c:pt idx="448">
                <c:v>1.5840754845499974</c:v>
              </c:pt>
              <c:pt idx="449">
                <c:v>1.5840754845499974</c:v>
              </c:pt>
            </c:numLit>
          </c:yVal>
          <c:smooth val="0"/>
        </c:ser>
        <c:ser>
          <c:idx val="13"/>
          <c:order val="13"/>
          <c:tx>
            <c:v>Implemented LCA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FFFFFF"/>
              </a:solidFill>
            </c:spPr>
          </c:marker>
          <c:xVal>
            <c:numLit>
              <c:formatCode>General</c:formatCode>
              <c:ptCount val="450"/>
              <c:pt idx="0">
                <c:v>64.50258360710379</c:v>
              </c:pt>
              <c:pt idx="1">
                <c:v>64.50258360710379</c:v>
              </c:pt>
              <c:pt idx="2">
                <c:v>64.50258360710379</c:v>
              </c:pt>
              <c:pt idx="3">
                <c:v>64.50258360710379</c:v>
              </c:pt>
              <c:pt idx="4">
                <c:v>64.50258360710379</c:v>
              </c:pt>
              <c:pt idx="5">
                <c:v>64.50258360710379</c:v>
              </c:pt>
              <c:pt idx="6">
                <c:v>64.50258360710379</c:v>
              </c:pt>
              <c:pt idx="7">
                <c:v>64.50258360710379</c:v>
              </c:pt>
              <c:pt idx="8">
                <c:v>64.50258360710379</c:v>
              </c:pt>
              <c:pt idx="9">
                <c:v>64.50258360710379</c:v>
              </c:pt>
              <c:pt idx="10">
                <c:v>64.50258360710379</c:v>
              </c:pt>
              <c:pt idx="11">
                <c:v>64.50258360710379</c:v>
              </c:pt>
              <c:pt idx="12">
                <c:v>64.50258360710379</c:v>
              </c:pt>
              <c:pt idx="13">
                <c:v>64.50258360710379</c:v>
              </c:pt>
              <c:pt idx="14">
                <c:v>64.50258360710379</c:v>
              </c:pt>
              <c:pt idx="15">
                <c:v>64.50258360710379</c:v>
              </c:pt>
              <c:pt idx="16">
                <c:v>64.50258360710379</c:v>
              </c:pt>
              <c:pt idx="17">
                <c:v>64.50258360710379</c:v>
              </c:pt>
              <c:pt idx="18">
                <c:v>64.50258360710379</c:v>
              </c:pt>
              <c:pt idx="19">
                <c:v>64.50258360710379</c:v>
              </c:pt>
              <c:pt idx="20">
                <c:v>64.50258360710379</c:v>
              </c:pt>
              <c:pt idx="21">
                <c:v>64.50258360710379</c:v>
              </c:pt>
              <c:pt idx="22">
                <c:v>64.50258360710379</c:v>
              </c:pt>
              <c:pt idx="23">
                <c:v>64.50258360710379</c:v>
              </c:pt>
              <c:pt idx="24">
                <c:v>64.50258360710379</c:v>
              </c:pt>
              <c:pt idx="25">
                <c:v>64.50258360710379</c:v>
              </c:pt>
              <c:pt idx="26">
                <c:v>64.50258360710379</c:v>
              </c:pt>
              <c:pt idx="27">
                <c:v>64.50258360710379</c:v>
              </c:pt>
              <c:pt idx="28">
                <c:v>64.50258360710379</c:v>
              </c:pt>
              <c:pt idx="29">
                <c:v>64.50258360710379</c:v>
              </c:pt>
              <c:pt idx="30">
                <c:v>64.50258360710379</c:v>
              </c:pt>
              <c:pt idx="31">
                <c:v>64.50258360710379</c:v>
              </c:pt>
              <c:pt idx="32">
                <c:v>64.50258360710379</c:v>
              </c:pt>
              <c:pt idx="33">
                <c:v>64.50258360710379</c:v>
              </c:pt>
              <c:pt idx="34">
                <c:v>64.50258360710379</c:v>
              </c:pt>
              <c:pt idx="35">
                <c:v>64.50258360710379</c:v>
              </c:pt>
              <c:pt idx="36">
                <c:v>64.50258360710379</c:v>
              </c:pt>
              <c:pt idx="37">
                <c:v>64.50258360710379</c:v>
              </c:pt>
              <c:pt idx="38">
                <c:v>64.50258360710379</c:v>
              </c:pt>
              <c:pt idx="39">
                <c:v>64.50258360710379</c:v>
              </c:pt>
              <c:pt idx="40">
                <c:v>64.50258360710379</c:v>
              </c:pt>
              <c:pt idx="41">
                <c:v>64.50258360710379</c:v>
              </c:pt>
              <c:pt idx="42">
                <c:v>64.50258360710379</c:v>
              </c:pt>
              <c:pt idx="43">
                <c:v>64.50258360710379</c:v>
              </c:pt>
              <c:pt idx="44">
                <c:v>64.50258360710379</c:v>
              </c:pt>
              <c:pt idx="45">
                <c:v>64.50258360710379</c:v>
              </c:pt>
              <c:pt idx="46">
                <c:v>64.50258360710379</c:v>
              </c:pt>
              <c:pt idx="47">
                <c:v>64.50258360710379</c:v>
              </c:pt>
              <c:pt idx="48">
                <c:v>64.50258360710379</c:v>
              </c:pt>
              <c:pt idx="49">
                <c:v>64.50258360710379</c:v>
              </c:pt>
              <c:pt idx="50">
                <c:v>64.50258360710379</c:v>
              </c:pt>
              <c:pt idx="51">
                <c:v>64.50258360710379</c:v>
              </c:pt>
              <c:pt idx="52">
                <c:v>64.50258360710379</c:v>
              </c:pt>
              <c:pt idx="53">
                <c:v>64.50258360710379</c:v>
              </c:pt>
              <c:pt idx="54">
                <c:v>64.50258360710379</c:v>
              </c:pt>
              <c:pt idx="55">
                <c:v>64.50258360710379</c:v>
              </c:pt>
              <c:pt idx="56">
                <c:v>64.50258360710379</c:v>
              </c:pt>
              <c:pt idx="57">
                <c:v>64.50258360710379</c:v>
              </c:pt>
              <c:pt idx="58">
                <c:v>64.50258360710379</c:v>
              </c:pt>
              <c:pt idx="59">
                <c:v>64.50258360710379</c:v>
              </c:pt>
              <c:pt idx="60">
                <c:v>64.50258360710379</c:v>
              </c:pt>
              <c:pt idx="61">
                <c:v>64.50258360710379</c:v>
              </c:pt>
              <c:pt idx="62">
                <c:v>64.50258360710379</c:v>
              </c:pt>
              <c:pt idx="63">
                <c:v>64.50258360710379</c:v>
              </c:pt>
              <c:pt idx="64">
                <c:v>64.50258360710379</c:v>
              </c:pt>
              <c:pt idx="65">
                <c:v>64.50258360710379</c:v>
              </c:pt>
              <c:pt idx="66">
                <c:v>64.50258360710379</c:v>
              </c:pt>
              <c:pt idx="67">
                <c:v>64.50258360710379</c:v>
              </c:pt>
              <c:pt idx="68">
                <c:v>64.50258360710379</c:v>
              </c:pt>
              <c:pt idx="69">
                <c:v>64.50258360710379</c:v>
              </c:pt>
              <c:pt idx="70">
                <c:v>64.50258360710379</c:v>
              </c:pt>
              <c:pt idx="71">
                <c:v>64.50258360710379</c:v>
              </c:pt>
              <c:pt idx="72">
                <c:v>64.50258360710379</c:v>
              </c:pt>
              <c:pt idx="73">
                <c:v>64.50258360710379</c:v>
              </c:pt>
              <c:pt idx="74">
                <c:v>64.50258360710379</c:v>
              </c:pt>
              <c:pt idx="75">
                <c:v>64.50258360710379</c:v>
              </c:pt>
              <c:pt idx="76">
                <c:v>64.50258360710379</c:v>
              </c:pt>
              <c:pt idx="77">
                <c:v>64.50258360710379</c:v>
              </c:pt>
              <c:pt idx="78">
                <c:v>64.50258360710379</c:v>
              </c:pt>
              <c:pt idx="79">
                <c:v>64.50258360710379</c:v>
              </c:pt>
              <c:pt idx="80">
                <c:v>64.50258360710379</c:v>
              </c:pt>
              <c:pt idx="81">
                <c:v>64.50258360710379</c:v>
              </c:pt>
              <c:pt idx="82">
                <c:v>64.50258360710379</c:v>
              </c:pt>
              <c:pt idx="83">
                <c:v>64.50258360710379</c:v>
              </c:pt>
              <c:pt idx="84">
                <c:v>64.50258360710379</c:v>
              </c:pt>
              <c:pt idx="85">
                <c:v>64.50258360710379</c:v>
              </c:pt>
              <c:pt idx="86">
                <c:v>64.50258360710379</c:v>
              </c:pt>
              <c:pt idx="87">
                <c:v>64.50258360710379</c:v>
              </c:pt>
              <c:pt idx="88">
                <c:v>64.50258360710379</c:v>
              </c:pt>
              <c:pt idx="89">
                <c:v>64.50258360710379</c:v>
              </c:pt>
              <c:pt idx="90">
                <c:v>64.50258360710379</c:v>
              </c:pt>
              <c:pt idx="91">
                <c:v>64.50258360710379</c:v>
              </c:pt>
              <c:pt idx="92">
                <c:v>64.50258360710379</c:v>
              </c:pt>
              <c:pt idx="93">
                <c:v>64.50258360710379</c:v>
              </c:pt>
              <c:pt idx="94">
                <c:v>64.50258360710379</c:v>
              </c:pt>
              <c:pt idx="95">
                <c:v>64.50258360710379</c:v>
              </c:pt>
              <c:pt idx="96">
                <c:v>64.50258360710379</c:v>
              </c:pt>
              <c:pt idx="97">
                <c:v>64.50258360710379</c:v>
              </c:pt>
              <c:pt idx="98">
                <c:v>64.50258360710379</c:v>
              </c:pt>
              <c:pt idx="99">
                <c:v>64.50258360710379</c:v>
              </c:pt>
              <c:pt idx="100">
                <c:v>64.50258360710379</c:v>
              </c:pt>
              <c:pt idx="101">
                <c:v>64.50258360710379</c:v>
              </c:pt>
              <c:pt idx="102">
                <c:v>64.50258360710379</c:v>
              </c:pt>
              <c:pt idx="103">
                <c:v>64.50258360710379</c:v>
              </c:pt>
              <c:pt idx="104">
                <c:v>64.50258360710379</c:v>
              </c:pt>
              <c:pt idx="105">
                <c:v>64.50258360710379</c:v>
              </c:pt>
              <c:pt idx="106">
                <c:v>64.50258360710379</c:v>
              </c:pt>
              <c:pt idx="107">
                <c:v>64.50258360710379</c:v>
              </c:pt>
              <c:pt idx="108">
                <c:v>64.50258360710379</c:v>
              </c:pt>
              <c:pt idx="109">
                <c:v>64.50258360710379</c:v>
              </c:pt>
              <c:pt idx="110">
                <c:v>64.50258360710379</c:v>
              </c:pt>
              <c:pt idx="111">
                <c:v>64.50258360710379</c:v>
              </c:pt>
              <c:pt idx="112">
                <c:v>64.50258360710379</c:v>
              </c:pt>
              <c:pt idx="113">
                <c:v>64.50258360710379</c:v>
              </c:pt>
              <c:pt idx="114">
                <c:v>64.50258360710379</c:v>
              </c:pt>
              <c:pt idx="115">
                <c:v>64.50258360710379</c:v>
              </c:pt>
              <c:pt idx="116">
                <c:v>64.50258360710379</c:v>
              </c:pt>
              <c:pt idx="117">
                <c:v>64.50258360710379</c:v>
              </c:pt>
              <c:pt idx="118">
                <c:v>64.50258360710379</c:v>
              </c:pt>
              <c:pt idx="119">
                <c:v>64.50258360710379</c:v>
              </c:pt>
              <c:pt idx="120">
                <c:v>64.50258360710379</c:v>
              </c:pt>
              <c:pt idx="121">
                <c:v>64.50258360710379</c:v>
              </c:pt>
              <c:pt idx="122">
                <c:v>64.50258360710379</c:v>
              </c:pt>
              <c:pt idx="123">
                <c:v>64.50258360710379</c:v>
              </c:pt>
              <c:pt idx="124">
                <c:v>64.50258360710379</c:v>
              </c:pt>
              <c:pt idx="125">
                <c:v>64.50258360710379</c:v>
              </c:pt>
              <c:pt idx="126">
                <c:v>64.50258360710379</c:v>
              </c:pt>
              <c:pt idx="127">
                <c:v>64.50258360710379</c:v>
              </c:pt>
              <c:pt idx="128">
                <c:v>64.50258360710379</c:v>
              </c:pt>
              <c:pt idx="129">
                <c:v>64.50258360710379</c:v>
              </c:pt>
              <c:pt idx="130">
                <c:v>64.50258360710379</c:v>
              </c:pt>
              <c:pt idx="131">
                <c:v>64.50258360710379</c:v>
              </c:pt>
              <c:pt idx="132">
                <c:v>64.50258360710379</c:v>
              </c:pt>
              <c:pt idx="133">
                <c:v>64.50258360710379</c:v>
              </c:pt>
              <c:pt idx="134">
                <c:v>64.50258360710379</c:v>
              </c:pt>
              <c:pt idx="135">
                <c:v>64.50258360710379</c:v>
              </c:pt>
              <c:pt idx="136">
                <c:v>64.50258360710379</c:v>
              </c:pt>
              <c:pt idx="137">
                <c:v>64.50258360710379</c:v>
              </c:pt>
              <c:pt idx="138">
                <c:v>64.50258360710379</c:v>
              </c:pt>
              <c:pt idx="139">
                <c:v>64.50258360710379</c:v>
              </c:pt>
              <c:pt idx="140">
                <c:v>64.50258360710379</c:v>
              </c:pt>
              <c:pt idx="141">
                <c:v>64.50258360710379</c:v>
              </c:pt>
              <c:pt idx="142">
                <c:v>64.50258360710379</c:v>
              </c:pt>
              <c:pt idx="143">
                <c:v>64.50258360710379</c:v>
              </c:pt>
              <c:pt idx="144">
                <c:v>64.50258360710379</c:v>
              </c:pt>
              <c:pt idx="145">
                <c:v>64.50258360710379</c:v>
              </c:pt>
              <c:pt idx="146">
                <c:v>64.50258360710379</c:v>
              </c:pt>
              <c:pt idx="147">
                <c:v>64.50258360710379</c:v>
              </c:pt>
              <c:pt idx="148">
                <c:v>64.50258360710379</c:v>
              </c:pt>
              <c:pt idx="149">
                <c:v>64.50258360710379</c:v>
              </c:pt>
              <c:pt idx="150">
                <c:v>64.50258360710379</c:v>
              </c:pt>
              <c:pt idx="151">
                <c:v>64.50258360710379</c:v>
              </c:pt>
              <c:pt idx="152">
                <c:v>64.50258360710379</c:v>
              </c:pt>
              <c:pt idx="153">
                <c:v>64.50258360710379</c:v>
              </c:pt>
              <c:pt idx="154">
                <c:v>64.50258360710379</c:v>
              </c:pt>
              <c:pt idx="155">
                <c:v>64.50258360710379</c:v>
              </c:pt>
              <c:pt idx="156">
                <c:v>64.50258360710379</c:v>
              </c:pt>
              <c:pt idx="157">
                <c:v>64.50258360710379</c:v>
              </c:pt>
              <c:pt idx="158">
                <c:v>64.50258360710379</c:v>
              </c:pt>
              <c:pt idx="159">
                <c:v>64.50258360710379</c:v>
              </c:pt>
              <c:pt idx="160">
                <c:v>64.50258360710379</c:v>
              </c:pt>
              <c:pt idx="161">
                <c:v>64.50258360710379</c:v>
              </c:pt>
              <c:pt idx="162">
                <c:v>64.50258360710379</c:v>
              </c:pt>
              <c:pt idx="163">
                <c:v>64.50258360710379</c:v>
              </c:pt>
              <c:pt idx="164">
                <c:v>64.50258360710379</c:v>
              </c:pt>
              <c:pt idx="165">
                <c:v>64.50258360710379</c:v>
              </c:pt>
              <c:pt idx="166">
                <c:v>64.50258360710379</c:v>
              </c:pt>
              <c:pt idx="167">
                <c:v>64.50258360710379</c:v>
              </c:pt>
              <c:pt idx="168">
                <c:v>64.50258360710379</c:v>
              </c:pt>
              <c:pt idx="169">
                <c:v>64.50258360710379</c:v>
              </c:pt>
              <c:pt idx="170">
                <c:v>64.50258360710379</c:v>
              </c:pt>
              <c:pt idx="171">
                <c:v>64.50258360710379</c:v>
              </c:pt>
              <c:pt idx="172">
                <c:v>64.50258360710379</c:v>
              </c:pt>
              <c:pt idx="173">
                <c:v>64.50258360710379</c:v>
              </c:pt>
              <c:pt idx="174">
                <c:v>64.50258360710379</c:v>
              </c:pt>
              <c:pt idx="175">
                <c:v>64.50258360710379</c:v>
              </c:pt>
              <c:pt idx="176">
                <c:v>64.50258360710379</c:v>
              </c:pt>
              <c:pt idx="177">
                <c:v>64.50258360710379</c:v>
              </c:pt>
              <c:pt idx="178">
                <c:v>64.50258360710379</c:v>
              </c:pt>
              <c:pt idx="179">
                <c:v>64.50258360710379</c:v>
              </c:pt>
              <c:pt idx="180">
                <c:v>64.50258360710379</c:v>
              </c:pt>
              <c:pt idx="181">
                <c:v>64.50258360710379</c:v>
              </c:pt>
              <c:pt idx="182">
                <c:v>64.50258360710379</c:v>
              </c:pt>
              <c:pt idx="183">
                <c:v>64.50258360710379</c:v>
              </c:pt>
              <c:pt idx="184">
                <c:v>64.50258360710379</c:v>
              </c:pt>
              <c:pt idx="185">
                <c:v>64.50258360710379</c:v>
              </c:pt>
              <c:pt idx="186">
                <c:v>64.50258360710379</c:v>
              </c:pt>
              <c:pt idx="187">
                <c:v>64.50258360710379</c:v>
              </c:pt>
              <c:pt idx="188">
                <c:v>64.50258360710379</c:v>
              </c:pt>
              <c:pt idx="189">
                <c:v>64.50258360710379</c:v>
              </c:pt>
              <c:pt idx="190">
                <c:v>64.50258360710379</c:v>
              </c:pt>
              <c:pt idx="191">
                <c:v>64.50258360710379</c:v>
              </c:pt>
              <c:pt idx="192">
                <c:v>64.50258360710379</c:v>
              </c:pt>
              <c:pt idx="193">
                <c:v>64.50258360710379</c:v>
              </c:pt>
              <c:pt idx="194">
                <c:v>64.50258360710379</c:v>
              </c:pt>
              <c:pt idx="195">
                <c:v>64.50258360710379</c:v>
              </c:pt>
              <c:pt idx="196">
                <c:v>64.50258360710379</c:v>
              </c:pt>
              <c:pt idx="197">
                <c:v>64.50258360710379</c:v>
              </c:pt>
              <c:pt idx="198">
                <c:v>64.50258360710379</c:v>
              </c:pt>
              <c:pt idx="199">
                <c:v>64.50258360710379</c:v>
              </c:pt>
              <c:pt idx="200">
                <c:v>64.50258360710379</c:v>
              </c:pt>
              <c:pt idx="201">
                <c:v>64.50258360710379</c:v>
              </c:pt>
              <c:pt idx="202">
                <c:v>64.50258360710379</c:v>
              </c:pt>
              <c:pt idx="203">
                <c:v>64.50258360710379</c:v>
              </c:pt>
              <c:pt idx="204">
                <c:v>64.50258360710379</c:v>
              </c:pt>
              <c:pt idx="205">
                <c:v>64.50258360710379</c:v>
              </c:pt>
              <c:pt idx="206">
                <c:v>64.50258360710379</c:v>
              </c:pt>
              <c:pt idx="207">
                <c:v>64.50258360710379</c:v>
              </c:pt>
              <c:pt idx="208">
                <c:v>64.50258360710379</c:v>
              </c:pt>
              <c:pt idx="209">
                <c:v>64.50258360710379</c:v>
              </c:pt>
              <c:pt idx="210">
                <c:v>64.50258360710379</c:v>
              </c:pt>
              <c:pt idx="211">
                <c:v>64.50258360710379</c:v>
              </c:pt>
              <c:pt idx="212">
                <c:v>64.50258360710379</c:v>
              </c:pt>
              <c:pt idx="213">
                <c:v>64.50258360710379</c:v>
              </c:pt>
              <c:pt idx="214">
                <c:v>64.50258360710379</c:v>
              </c:pt>
              <c:pt idx="215">
                <c:v>64.50258360710379</c:v>
              </c:pt>
              <c:pt idx="216">
                <c:v>64.50258360710379</c:v>
              </c:pt>
              <c:pt idx="217">
                <c:v>64.50258360710379</c:v>
              </c:pt>
              <c:pt idx="218">
                <c:v>64.50258360710379</c:v>
              </c:pt>
              <c:pt idx="219">
                <c:v>64.50258360710379</c:v>
              </c:pt>
              <c:pt idx="220">
                <c:v>64.50258360710379</c:v>
              </c:pt>
              <c:pt idx="221">
                <c:v>64.50258360710379</c:v>
              </c:pt>
              <c:pt idx="222">
                <c:v>64.50258360710379</c:v>
              </c:pt>
              <c:pt idx="223">
                <c:v>64.50258360710379</c:v>
              </c:pt>
              <c:pt idx="224">
                <c:v>64.50258360710379</c:v>
              </c:pt>
              <c:pt idx="225">
                <c:v>64.50258360710379</c:v>
              </c:pt>
              <c:pt idx="226">
                <c:v>64.50258360710379</c:v>
              </c:pt>
              <c:pt idx="227">
                <c:v>64.50258360710379</c:v>
              </c:pt>
              <c:pt idx="228">
                <c:v>64.50258360710379</c:v>
              </c:pt>
              <c:pt idx="229">
                <c:v>64.50258360710379</c:v>
              </c:pt>
              <c:pt idx="230">
                <c:v>64.50258360710379</c:v>
              </c:pt>
              <c:pt idx="231">
                <c:v>64.50258360710379</c:v>
              </c:pt>
              <c:pt idx="232">
                <c:v>64.50258360710379</c:v>
              </c:pt>
              <c:pt idx="233">
                <c:v>64.50258360710379</c:v>
              </c:pt>
              <c:pt idx="234">
                <c:v>64.50258360710379</c:v>
              </c:pt>
              <c:pt idx="235">
                <c:v>64.50258360710379</c:v>
              </c:pt>
              <c:pt idx="236">
                <c:v>64.50258360710379</c:v>
              </c:pt>
              <c:pt idx="237">
                <c:v>64.50258360710379</c:v>
              </c:pt>
              <c:pt idx="238">
                <c:v>64.50258360710379</c:v>
              </c:pt>
              <c:pt idx="239">
                <c:v>64.50258360710379</c:v>
              </c:pt>
              <c:pt idx="240">
                <c:v>64.50258360710379</c:v>
              </c:pt>
              <c:pt idx="241">
                <c:v>64.50258360710379</c:v>
              </c:pt>
              <c:pt idx="242">
                <c:v>64.50258360710379</c:v>
              </c:pt>
              <c:pt idx="243">
                <c:v>64.50258360710379</c:v>
              </c:pt>
              <c:pt idx="244">
                <c:v>64.50258360710379</c:v>
              </c:pt>
              <c:pt idx="245">
                <c:v>64.50258360710379</c:v>
              </c:pt>
              <c:pt idx="246">
                <c:v>64.50258360710379</c:v>
              </c:pt>
              <c:pt idx="247">
                <c:v>64.50258360710379</c:v>
              </c:pt>
              <c:pt idx="248">
                <c:v>64.50258360710379</c:v>
              </c:pt>
              <c:pt idx="249">
                <c:v>64.50258360710379</c:v>
              </c:pt>
              <c:pt idx="250">
                <c:v>64.50258360710379</c:v>
              </c:pt>
              <c:pt idx="251">
                <c:v>64.50258360710379</c:v>
              </c:pt>
              <c:pt idx="252">
                <c:v>64.50258360710379</c:v>
              </c:pt>
              <c:pt idx="253">
                <c:v>64.50258360710379</c:v>
              </c:pt>
              <c:pt idx="254">
                <c:v>64.50258360710379</c:v>
              </c:pt>
              <c:pt idx="255">
                <c:v>64.50258360710379</c:v>
              </c:pt>
              <c:pt idx="256">
                <c:v>64.50258360710379</c:v>
              </c:pt>
              <c:pt idx="257">
                <c:v>64.50258360710379</c:v>
              </c:pt>
              <c:pt idx="258">
                <c:v>64.50258360710379</c:v>
              </c:pt>
              <c:pt idx="259">
                <c:v>64.50258360710379</c:v>
              </c:pt>
              <c:pt idx="260">
                <c:v>64.50258360710379</c:v>
              </c:pt>
              <c:pt idx="261">
                <c:v>64.50258360710379</c:v>
              </c:pt>
              <c:pt idx="262">
                <c:v>64.50258360710379</c:v>
              </c:pt>
              <c:pt idx="263">
                <c:v>64.50258360710379</c:v>
              </c:pt>
              <c:pt idx="264">
                <c:v>64.50258360710379</c:v>
              </c:pt>
              <c:pt idx="265">
                <c:v>64.50258360710379</c:v>
              </c:pt>
              <c:pt idx="266">
                <c:v>64.50258360710379</c:v>
              </c:pt>
              <c:pt idx="267">
                <c:v>64.50258360710379</c:v>
              </c:pt>
              <c:pt idx="268">
                <c:v>64.50258360710379</c:v>
              </c:pt>
              <c:pt idx="269">
                <c:v>64.50258360710379</c:v>
              </c:pt>
              <c:pt idx="270">
                <c:v>64.50258360710379</c:v>
              </c:pt>
              <c:pt idx="271">
                <c:v>64.50258360710379</c:v>
              </c:pt>
              <c:pt idx="272">
                <c:v>64.50258360710379</c:v>
              </c:pt>
              <c:pt idx="273">
                <c:v>64.50258360710379</c:v>
              </c:pt>
              <c:pt idx="274">
                <c:v>64.50258360710379</c:v>
              </c:pt>
              <c:pt idx="275">
                <c:v>64.50258360710379</c:v>
              </c:pt>
              <c:pt idx="276">
                <c:v>64.50258360710379</c:v>
              </c:pt>
              <c:pt idx="277">
                <c:v>64.50258360710379</c:v>
              </c:pt>
              <c:pt idx="278">
                <c:v>64.50258360710379</c:v>
              </c:pt>
              <c:pt idx="279">
                <c:v>64.50258360710379</c:v>
              </c:pt>
              <c:pt idx="280">
                <c:v>64.50258360710379</c:v>
              </c:pt>
              <c:pt idx="281">
                <c:v>64.50258360710379</c:v>
              </c:pt>
              <c:pt idx="282">
                <c:v>64.50258360710379</c:v>
              </c:pt>
              <c:pt idx="283">
                <c:v>64.50258360710379</c:v>
              </c:pt>
              <c:pt idx="284">
                <c:v>64.50258360710379</c:v>
              </c:pt>
              <c:pt idx="285">
                <c:v>64.50258360710379</c:v>
              </c:pt>
              <c:pt idx="286">
                <c:v>64.50258360710379</c:v>
              </c:pt>
              <c:pt idx="287">
                <c:v>64.50258360710379</c:v>
              </c:pt>
              <c:pt idx="288">
                <c:v>64.50258360710379</c:v>
              </c:pt>
              <c:pt idx="289">
                <c:v>64.50258360710379</c:v>
              </c:pt>
              <c:pt idx="290">
                <c:v>64.50258360710379</c:v>
              </c:pt>
              <c:pt idx="291">
                <c:v>64.50258360710379</c:v>
              </c:pt>
              <c:pt idx="292">
                <c:v>64.50258360710379</c:v>
              </c:pt>
              <c:pt idx="293">
                <c:v>64.50258360710379</c:v>
              </c:pt>
              <c:pt idx="294">
                <c:v>64.50258360710379</c:v>
              </c:pt>
              <c:pt idx="295">
                <c:v>64.50258360710379</c:v>
              </c:pt>
              <c:pt idx="296">
                <c:v>64.50258360710379</c:v>
              </c:pt>
              <c:pt idx="297">
                <c:v>64.50258360710379</c:v>
              </c:pt>
              <c:pt idx="298">
                <c:v>64.50258360710379</c:v>
              </c:pt>
              <c:pt idx="299">
                <c:v>64.50258360710379</c:v>
              </c:pt>
              <c:pt idx="300">
                <c:v>64.50258360710379</c:v>
              </c:pt>
              <c:pt idx="301">
                <c:v>64.50258360710379</c:v>
              </c:pt>
              <c:pt idx="302">
                <c:v>64.50258360710379</c:v>
              </c:pt>
              <c:pt idx="303">
                <c:v>64.50258360710379</c:v>
              </c:pt>
              <c:pt idx="304">
                <c:v>64.50258360710379</c:v>
              </c:pt>
              <c:pt idx="305">
                <c:v>64.50258360710379</c:v>
              </c:pt>
              <c:pt idx="306">
                <c:v>64.50258360710379</c:v>
              </c:pt>
              <c:pt idx="307">
                <c:v>64.50258360710379</c:v>
              </c:pt>
              <c:pt idx="308">
                <c:v>64.50258360710379</c:v>
              </c:pt>
              <c:pt idx="309">
                <c:v>64.50258360710379</c:v>
              </c:pt>
              <c:pt idx="310">
                <c:v>64.50258360710379</c:v>
              </c:pt>
              <c:pt idx="311">
                <c:v>64.50258360710379</c:v>
              </c:pt>
              <c:pt idx="312">
                <c:v>64.50258360710379</c:v>
              </c:pt>
              <c:pt idx="313">
                <c:v>64.50258360710379</c:v>
              </c:pt>
              <c:pt idx="314">
                <c:v>64.50258360710379</c:v>
              </c:pt>
              <c:pt idx="315">
                <c:v>64.50258360710379</c:v>
              </c:pt>
              <c:pt idx="316">
                <c:v>64.50258360710379</c:v>
              </c:pt>
              <c:pt idx="317">
                <c:v>64.50258360710379</c:v>
              </c:pt>
              <c:pt idx="318">
                <c:v>64.50258360710379</c:v>
              </c:pt>
              <c:pt idx="319">
                <c:v>64.50258360710379</c:v>
              </c:pt>
              <c:pt idx="320">
                <c:v>64.50258360710379</c:v>
              </c:pt>
              <c:pt idx="321">
                <c:v>64.50258360710379</c:v>
              </c:pt>
              <c:pt idx="322">
                <c:v>64.50258360710379</c:v>
              </c:pt>
              <c:pt idx="323">
                <c:v>64.50258360710379</c:v>
              </c:pt>
              <c:pt idx="324">
                <c:v>64.50258360710379</c:v>
              </c:pt>
              <c:pt idx="325">
                <c:v>64.50258360710379</c:v>
              </c:pt>
              <c:pt idx="326">
                <c:v>64.50258360710379</c:v>
              </c:pt>
              <c:pt idx="327">
                <c:v>64.50258360710379</c:v>
              </c:pt>
              <c:pt idx="328">
                <c:v>64.50258360710379</c:v>
              </c:pt>
              <c:pt idx="329">
                <c:v>64.50258360710379</c:v>
              </c:pt>
              <c:pt idx="330">
                <c:v>64.50258360710379</c:v>
              </c:pt>
              <c:pt idx="331">
                <c:v>64.50258360710379</c:v>
              </c:pt>
              <c:pt idx="332">
                <c:v>64.50258360710379</c:v>
              </c:pt>
              <c:pt idx="333">
                <c:v>64.50258360710379</c:v>
              </c:pt>
              <c:pt idx="334">
                <c:v>64.50258360710379</c:v>
              </c:pt>
              <c:pt idx="335">
                <c:v>64.50258360710379</c:v>
              </c:pt>
              <c:pt idx="336">
                <c:v>64.50258360710379</c:v>
              </c:pt>
              <c:pt idx="337">
                <c:v>64.50258360710379</c:v>
              </c:pt>
              <c:pt idx="338">
                <c:v>64.50258360710379</c:v>
              </c:pt>
              <c:pt idx="339">
                <c:v>64.50258360710379</c:v>
              </c:pt>
              <c:pt idx="340">
                <c:v>64.50258360710379</c:v>
              </c:pt>
              <c:pt idx="341">
                <c:v>64.50258360710379</c:v>
              </c:pt>
              <c:pt idx="342">
                <c:v>64.50258360710379</c:v>
              </c:pt>
              <c:pt idx="343">
                <c:v>64.50258360710379</c:v>
              </c:pt>
              <c:pt idx="344">
                <c:v>64.50258360710379</c:v>
              </c:pt>
              <c:pt idx="345">
                <c:v>64.50258360710379</c:v>
              </c:pt>
              <c:pt idx="346">
                <c:v>64.50258360710379</c:v>
              </c:pt>
              <c:pt idx="347">
                <c:v>64.50258360710379</c:v>
              </c:pt>
              <c:pt idx="348">
                <c:v>64.50258360710379</c:v>
              </c:pt>
              <c:pt idx="349">
                <c:v>64.50258360710379</c:v>
              </c:pt>
              <c:pt idx="350">
                <c:v>64.50258360710379</c:v>
              </c:pt>
              <c:pt idx="351">
                <c:v>64.50258360710379</c:v>
              </c:pt>
              <c:pt idx="352">
                <c:v>64.50258360710379</c:v>
              </c:pt>
              <c:pt idx="353">
                <c:v>64.50258360710379</c:v>
              </c:pt>
              <c:pt idx="354">
                <c:v>64.50258360710379</c:v>
              </c:pt>
              <c:pt idx="355">
                <c:v>64.50258360710379</c:v>
              </c:pt>
              <c:pt idx="356">
                <c:v>64.50258360710379</c:v>
              </c:pt>
              <c:pt idx="357">
                <c:v>64.50258360710379</c:v>
              </c:pt>
              <c:pt idx="358">
                <c:v>64.50258360710379</c:v>
              </c:pt>
              <c:pt idx="359">
                <c:v>64.50258360710379</c:v>
              </c:pt>
              <c:pt idx="360">
                <c:v>64.50258360710379</c:v>
              </c:pt>
              <c:pt idx="361">
                <c:v>64.50258360710379</c:v>
              </c:pt>
              <c:pt idx="362">
                <c:v>64.50258360710379</c:v>
              </c:pt>
              <c:pt idx="363">
                <c:v>64.50258360710379</c:v>
              </c:pt>
              <c:pt idx="364">
                <c:v>64.50258360710379</c:v>
              </c:pt>
              <c:pt idx="365">
                <c:v>64.50258360710379</c:v>
              </c:pt>
              <c:pt idx="366">
                <c:v>64.50258360710379</c:v>
              </c:pt>
              <c:pt idx="367">
                <c:v>64.50258360710379</c:v>
              </c:pt>
              <c:pt idx="368">
                <c:v>64.50258360710379</c:v>
              </c:pt>
              <c:pt idx="369">
                <c:v>64.50258360710379</c:v>
              </c:pt>
              <c:pt idx="370">
                <c:v>64.50258360710379</c:v>
              </c:pt>
              <c:pt idx="371">
                <c:v>64.50258360710379</c:v>
              </c:pt>
              <c:pt idx="372">
                <c:v>64.50258360710379</c:v>
              </c:pt>
              <c:pt idx="373">
                <c:v>64.50258360710379</c:v>
              </c:pt>
              <c:pt idx="374">
                <c:v>64.50258360710379</c:v>
              </c:pt>
              <c:pt idx="375">
                <c:v>64.50258360710379</c:v>
              </c:pt>
              <c:pt idx="376">
                <c:v>64.50258360710379</c:v>
              </c:pt>
              <c:pt idx="377">
                <c:v>64.50258360710379</c:v>
              </c:pt>
              <c:pt idx="378">
                <c:v>64.50258360710379</c:v>
              </c:pt>
              <c:pt idx="379">
                <c:v>64.50258360710379</c:v>
              </c:pt>
              <c:pt idx="380">
                <c:v>64.50258360710379</c:v>
              </c:pt>
              <c:pt idx="381">
                <c:v>64.50258360710379</c:v>
              </c:pt>
              <c:pt idx="382">
                <c:v>64.50258360710379</c:v>
              </c:pt>
              <c:pt idx="383">
                <c:v>64.50258360710379</c:v>
              </c:pt>
              <c:pt idx="384">
                <c:v>64.50258360710379</c:v>
              </c:pt>
              <c:pt idx="385">
                <c:v>64.50258360710379</c:v>
              </c:pt>
              <c:pt idx="386">
                <c:v>64.50258360710379</c:v>
              </c:pt>
              <c:pt idx="387">
                <c:v>64.50258360710379</c:v>
              </c:pt>
              <c:pt idx="388">
                <c:v>64.50258360710379</c:v>
              </c:pt>
              <c:pt idx="389">
                <c:v>64.50258360710379</c:v>
              </c:pt>
              <c:pt idx="390">
                <c:v>64.50258360710379</c:v>
              </c:pt>
              <c:pt idx="391">
                <c:v>64.50258360710379</c:v>
              </c:pt>
              <c:pt idx="392">
                <c:v>64.50258360710379</c:v>
              </c:pt>
              <c:pt idx="393">
                <c:v>64.50258360710379</c:v>
              </c:pt>
              <c:pt idx="394">
                <c:v>64.50258360710379</c:v>
              </c:pt>
              <c:pt idx="395">
                <c:v>64.50258360710379</c:v>
              </c:pt>
              <c:pt idx="396">
                <c:v>64.50258360710379</c:v>
              </c:pt>
              <c:pt idx="397">
                <c:v>64.50258360710379</c:v>
              </c:pt>
              <c:pt idx="398">
                <c:v>64.50258360710379</c:v>
              </c:pt>
              <c:pt idx="399">
                <c:v>64.50258360710379</c:v>
              </c:pt>
              <c:pt idx="400">
                <c:v>64.50258360710379</c:v>
              </c:pt>
              <c:pt idx="401">
                <c:v>64.50258360710379</c:v>
              </c:pt>
              <c:pt idx="402">
                <c:v>64.50258360710379</c:v>
              </c:pt>
              <c:pt idx="403">
                <c:v>64.50258360710379</c:v>
              </c:pt>
              <c:pt idx="404">
                <c:v>64.50258360710379</c:v>
              </c:pt>
              <c:pt idx="405">
                <c:v>64.50258360710379</c:v>
              </c:pt>
              <c:pt idx="406">
                <c:v>64.50258360710379</c:v>
              </c:pt>
              <c:pt idx="407">
                <c:v>64.50258360710379</c:v>
              </c:pt>
              <c:pt idx="408">
                <c:v>64.50258360710379</c:v>
              </c:pt>
              <c:pt idx="409">
                <c:v>64.50258360710379</c:v>
              </c:pt>
              <c:pt idx="410">
                <c:v>64.50258360710379</c:v>
              </c:pt>
              <c:pt idx="411">
                <c:v>64.50258360710379</c:v>
              </c:pt>
              <c:pt idx="412">
                <c:v>64.50258360710379</c:v>
              </c:pt>
              <c:pt idx="413">
                <c:v>64.50258360710379</c:v>
              </c:pt>
              <c:pt idx="414">
                <c:v>64.50258360710379</c:v>
              </c:pt>
              <c:pt idx="415">
                <c:v>64.50258360710379</c:v>
              </c:pt>
              <c:pt idx="416">
                <c:v>64.50258360710379</c:v>
              </c:pt>
              <c:pt idx="417">
                <c:v>64.50258360710379</c:v>
              </c:pt>
              <c:pt idx="418">
                <c:v>64.50258360710379</c:v>
              </c:pt>
              <c:pt idx="419">
                <c:v>64.50258360710379</c:v>
              </c:pt>
              <c:pt idx="420">
                <c:v>64.50258360710379</c:v>
              </c:pt>
              <c:pt idx="421">
                <c:v>64.50258360710379</c:v>
              </c:pt>
              <c:pt idx="422">
                <c:v>64.50258360710379</c:v>
              </c:pt>
              <c:pt idx="423">
                <c:v>64.50258360710379</c:v>
              </c:pt>
              <c:pt idx="424">
                <c:v>64.50258360710379</c:v>
              </c:pt>
              <c:pt idx="425">
                <c:v>64.50258360710379</c:v>
              </c:pt>
              <c:pt idx="426">
                <c:v>64.50258360710379</c:v>
              </c:pt>
              <c:pt idx="427">
                <c:v>64.50258360710379</c:v>
              </c:pt>
              <c:pt idx="428">
                <c:v>64.50258360710379</c:v>
              </c:pt>
              <c:pt idx="429">
                <c:v>64.50258360710379</c:v>
              </c:pt>
              <c:pt idx="430">
                <c:v>64.50258360710379</c:v>
              </c:pt>
              <c:pt idx="431">
                <c:v>64.50258360710379</c:v>
              </c:pt>
              <c:pt idx="432">
                <c:v>64.50258360710379</c:v>
              </c:pt>
              <c:pt idx="433">
                <c:v>64.50258360710379</c:v>
              </c:pt>
              <c:pt idx="434">
                <c:v>64.50258360710379</c:v>
              </c:pt>
              <c:pt idx="435">
                <c:v>64.50258360710379</c:v>
              </c:pt>
              <c:pt idx="436">
                <c:v>64.50258360710379</c:v>
              </c:pt>
              <c:pt idx="437">
                <c:v>64.50258360710379</c:v>
              </c:pt>
              <c:pt idx="438">
                <c:v>64.50258360710379</c:v>
              </c:pt>
              <c:pt idx="439">
                <c:v>64.50258360710379</c:v>
              </c:pt>
              <c:pt idx="440">
                <c:v>64.50258360710379</c:v>
              </c:pt>
              <c:pt idx="441">
                <c:v>64.50258360710379</c:v>
              </c:pt>
              <c:pt idx="442">
                <c:v>64.50258360710379</c:v>
              </c:pt>
              <c:pt idx="443">
                <c:v>64.50258360710379</c:v>
              </c:pt>
              <c:pt idx="444">
                <c:v>64.50258360710379</c:v>
              </c:pt>
              <c:pt idx="445">
                <c:v>64.50258360710379</c:v>
              </c:pt>
              <c:pt idx="446">
                <c:v>64.50258360710379</c:v>
              </c:pt>
              <c:pt idx="447">
                <c:v>64.50258360710379</c:v>
              </c:pt>
              <c:pt idx="448">
                <c:v>64.50258360710379</c:v>
              </c:pt>
              <c:pt idx="449">
                <c:v>64.50258360710379</c:v>
              </c:pt>
            </c:numLit>
          </c:xVal>
          <c:yVal>
            <c:numLit>
              <c:formatCode>0.0</c:formatCode>
              <c:ptCount val="450"/>
              <c:pt idx="0">
                <c:v>0.2018692505988826</c:v>
              </c:pt>
              <c:pt idx="1">
                <c:v>0.2018692505988826</c:v>
              </c:pt>
              <c:pt idx="2">
                <c:v>0.2018692505988826</c:v>
              </c:pt>
              <c:pt idx="3">
                <c:v>0.2018692505988826</c:v>
              </c:pt>
              <c:pt idx="4">
                <c:v>0.2018692505988826</c:v>
              </c:pt>
              <c:pt idx="5">
                <c:v>0.2018692505988826</c:v>
              </c:pt>
              <c:pt idx="6">
                <c:v>0.2018692505988826</c:v>
              </c:pt>
              <c:pt idx="7">
                <c:v>0.2018692505988826</c:v>
              </c:pt>
              <c:pt idx="8">
                <c:v>0.2018692505988826</c:v>
              </c:pt>
              <c:pt idx="9">
                <c:v>0.2018692505988826</c:v>
              </c:pt>
              <c:pt idx="10">
                <c:v>0.2018692505988826</c:v>
              </c:pt>
              <c:pt idx="11">
                <c:v>0.2018692505988826</c:v>
              </c:pt>
              <c:pt idx="12">
                <c:v>0.2018692505988826</c:v>
              </c:pt>
              <c:pt idx="13">
                <c:v>0.2018692505988826</c:v>
              </c:pt>
              <c:pt idx="14">
                <c:v>0.2018692505988826</c:v>
              </c:pt>
              <c:pt idx="15">
                <c:v>0.2018692505988826</c:v>
              </c:pt>
              <c:pt idx="16">
                <c:v>0.2018692505988826</c:v>
              </c:pt>
              <c:pt idx="17">
                <c:v>0.2018692505988826</c:v>
              </c:pt>
              <c:pt idx="18">
                <c:v>0.2018692505988826</c:v>
              </c:pt>
              <c:pt idx="19">
                <c:v>0.2018692505988826</c:v>
              </c:pt>
              <c:pt idx="20">
                <c:v>0.2018692505988826</c:v>
              </c:pt>
              <c:pt idx="21">
                <c:v>0.2018692505988826</c:v>
              </c:pt>
              <c:pt idx="22">
                <c:v>0.2018692505988826</c:v>
              </c:pt>
              <c:pt idx="23">
                <c:v>0.2018692505988826</c:v>
              </c:pt>
              <c:pt idx="24">
                <c:v>0.2018692505988826</c:v>
              </c:pt>
              <c:pt idx="25">
                <c:v>0.2018692505988826</c:v>
              </c:pt>
              <c:pt idx="26">
                <c:v>0.2018692505988826</c:v>
              </c:pt>
              <c:pt idx="27">
                <c:v>0.2018692505988826</c:v>
              </c:pt>
              <c:pt idx="28">
                <c:v>0.2018692505988826</c:v>
              </c:pt>
              <c:pt idx="29">
                <c:v>0.2018692505988826</c:v>
              </c:pt>
              <c:pt idx="30">
                <c:v>0.2018692505988826</c:v>
              </c:pt>
              <c:pt idx="31">
                <c:v>0.2018692505988826</c:v>
              </c:pt>
              <c:pt idx="32">
                <c:v>0.2018692505988826</c:v>
              </c:pt>
              <c:pt idx="33">
                <c:v>0.2018692505988826</c:v>
              </c:pt>
              <c:pt idx="34">
                <c:v>0.2018692505988826</c:v>
              </c:pt>
              <c:pt idx="35">
                <c:v>0.2018692505988826</c:v>
              </c:pt>
              <c:pt idx="36">
                <c:v>0.2018692505988826</c:v>
              </c:pt>
              <c:pt idx="37">
                <c:v>0.2018692505988826</c:v>
              </c:pt>
              <c:pt idx="38">
                <c:v>0.2018692505988826</c:v>
              </c:pt>
              <c:pt idx="39">
                <c:v>0.2018692505988826</c:v>
              </c:pt>
              <c:pt idx="40">
                <c:v>0.2018692505988826</c:v>
              </c:pt>
              <c:pt idx="41">
                <c:v>0.2018692505988826</c:v>
              </c:pt>
              <c:pt idx="42">
                <c:v>0.2018692505988826</c:v>
              </c:pt>
              <c:pt idx="43">
                <c:v>0.2018692505988826</c:v>
              </c:pt>
              <c:pt idx="44">
                <c:v>0.2018692505988826</c:v>
              </c:pt>
              <c:pt idx="45">
                <c:v>0.2018692505988826</c:v>
              </c:pt>
              <c:pt idx="46">
                <c:v>0.2018692505988826</c:v>
              </c:pt>
              <c:pt idx="47">
                <c:v>0.2018692505988826</c:v>
              </c:pt>
              <c:pt idx="48">
                <c:v>0.2018692505988826</c:v>
              </c:pt>
              <c:pt idx="49">
                <c:v>0.2018692505988826</c:v>
              </c:pt>
              <c:pt idx="50">
                <c:v>0.2018692505988826</c:v>
              </c:pt>
              <c:pt idx="51">
                <c:v>0.2018692505988826</c:v>
              </c:pt>
              <c:pt idx="52">
                <c:v>0.2018692505988826</c:v>
              </c:pt>
              <c:pt idx="53">
                <c:v>0.2018692505988826</c:v>
              </c:pt>
              <c:pt idx="54">
                <c:v>0.2018692505988826</c:v>
              </c:pt>
              <c:pt idx="55">
                <c:v>0.2018692505988826</c:v>
              </c:pt>
              <c:pt idx="56">
                <c:v>0.2018692505988826</c:v>
              </c:pt>
              <c:pt idx="57">
                <c:v>0.2018692505988826</c:v>
              </c:pt>
              <c:pt idx="58">
                <c:v>0.2018692505988826</c:v>
              </c:pt>
              <c:pt idx="59">
                <c:v>0.2018692505988826</c:v>
              </c:pt>
              <c:pt idx="60">
                <c:v>0.2018692505988826</c:v>
              </c:pt>
              <c:pt idx="61">
                <c:v>0.2018692505988826</c:v>
              </c:pt>
              <c:pt idx="62">
                <c:v>0.2018692505988826</c:v>
              </c:pt>
              <c:pt idx="63">
                <c:v>0.2018692505988826</c:v>
              </c:pt>
              <c:pt idx="64">
                <c:v>0.2018692505988826</c:v>
              </c:pt>
              <c:pt idx="65">
                <c:v>0.2018692505988826</c:v>
              </c:pt>
              <c:pt idx="66">
                <c:v>0.2018692505988826</c:v>
              </c:pt>
              <c:pt idx="67">
                <c:v>0.2018692505988826</c:v>
              </c:pt>
              <c:pt idx="68">
                <c:v>0.2018692505988826</c:v>
              </c:pt>
              <c:pt idx="69">
                <c:v>0.2018692505988826</c:v>
              </c:pt>
              <c:pt idx="70">
                <c:v>0.2018692505988826</c:v>
              </c:pt>
              <c:pt idx="71">
                <c:v>0.2018692505988826</c:v>
              </c:pt>
              <c:pt idx="72">
                <c:v>0.2018692505988826</c:v>
              </c:pt>
              <c:pt idx="73">
                <c:v>0.2018692505988826</c:v>
              </c:pt>
              <c:pt idx="74">
                <c:v>0.2018692505988826</c:v>
              </c:pt>
              <c:pt idx="75">
                <c:v>0.2018692505988826</c:v>
              </c:pt>
              <c:pt idx="76">
                <c:v>0.2018692505988826</c:v>
              </c:pt>
              <c:pt idx="77">
                <c:v>0.2018692505988826</c:v>
              </c:pt>
              <c:pt idx="78">
                <c:v>0.2018692505988826</c:v>
              </c:pt>
              <c:pt idx="79">
                <c:v>0.2018692505988826</c:v>
              </c:pt>
              <c:pt idx="80">
                <c:v>0.2018692505988826</c:v>
              </c:pt>
              <c:pt idx="81">
                <c:v>0.2018692505988826</c:v>
              </c:pt>
              <c:pt idx="82">
                <c:v>0.2018692505988826</c:v>
              </c:pt>
              <c:pt idx="83">
                <c:v>0.2018692505988826</c:v>
              </c:pt>
              <c:pt idx="84">
                <c:v>0.2018692505988826</c:v>
              </c:pt>
              <c:pt idx="85">
                <c:v>0.2018692505988826</c:v>
              </c:pt>
              <c:pt idx="86">
                <c:v>0.2018692505988826</c:v>
              </c:pt>
              <c:pt idx="87">
                <c:v>0.2018692505988826</c:v>
              </c:pt>
              <c:pt idx="88">
                <c:v>0.2018692505988826</c:v>
              </c:pt>
              <c:pt idx="89">
                <c:v>0.2018692505988826</c:v>
              </c:pt>
              <c:pt idx="90">
                <c:v>0.2018692505988826</c:v>
              </c:pt>
              <c:pt idx="91">
                <c:v>0.2018692505988826</c:v>
              </c:pt>
              <c:pt idx="92">
                <c:v>0.2018692505988826</c:v>
              </c:pt>
              <c:pt idx="93">
                <c:v>0.2018692505988826</c:v>
              </c:pt>
              <c:pt idx="94">
                <c:v>0.2018692505988826</c:v>
              </c:pt>
              <c:pt idx="95">
                <c:v>0.2018692505988826</c:v>
              </c:pt>
              <c:pt idx="96">
                <c:v>0.2018692505988826</c:v>
              </c:pt>
              <c:pt idx="97">
                <c:v>0.2018692505988826</c:v>
              </c:pt>
              <c:pt idx="98">
                <c:v>0.2018692505988826</c:v>
              </c:pt>
              <c:pt idx="99">
                <c:v>0.2018692505988826</c:v>
              </c:pt>
              <c:pt idx="100">
                <c:v>0.2018692505988826</c:v>
              </c:pt>
              <c:pt idx="101">
                <c:v>0.2018692505988826</c:v>
              </c:pt>
              <c:pt idx="102">
                <c:v>0.2018692505988826</c:v>
              </c:pt>
              <c:pt idx="103">
                <c:v>0.2018692505988826</c:v>
              </c:pt>
              <c:pt idx="104">
                <c:v>0.2018692505988826</c:v>
              </c:pt>
              <c:pt idx="105">
                <c:v>0.2018692505988826</c:v>
              </c:pt>
              <c:pt idx="106">
                <c:v>0.2018692505988826</c:v>
              </c:pt>
              <c:pt idx="107">
                <c:v>0.2018692505988826</c:v>
              </c:pt>
              <c:pt idx="108">
                <c:v>0.2018692505988826</c:v>
              </c:pt>
              <c:pt idx="109">
                <c:v>0.2018692505988826</c:v>
              </c:pt>
              <c:pt idx="110">
                <c:v>0.2018692505988826</c:v>
              </c:pt>
              <c:pt idx="111">
                <c:v>0.2018692505988826</c:v>
              </c:pt>
              <c:pt idx="112">
                <c:v>0.2018692505988826</c:v>
              </c:pt>
              <c:pt idx="113">
                <c:v>0.2018692505988826</c:v>
              </c:pt>
              <c:pt idx="114">
                <c:v>0.2018692505988826</c:v>
              </c:pt>
              <c:pt idx="115">
                <c:v>0.2018692505988826</c:v>
              </c:pt>
              <c:pt idx="116">
                <c:v>0.2018692505988826</c:v>
              </c:pt>
              <c:pt idx="117">
                <c:v>0.2018692505988826</c:v>
              </c:pt>
              <c:pt idx="118">
                <c:v>0.2018692505988826</c:v>
              </c:pt>
              <c:pt idx="119">
                <c:v>0.2018692505988826</c:v>
              </c:pt>
              <c:pt idx="120">
                <c:v>0.2018692505988826</c:v>
              </c:pt>
              <c:pt idx="121">
                <c:v>0.2018692505988826</c:v>
              </c:pt>
              <c:pt idx="122">
                <c:v>0.2018692505988826</c:v>
              </c:pt>
              <c:pt idx="123">
                <c:v>0.2018692505988826</c:v>
              </c:pt>
              <c:pt idx="124">
                <c:v>0.2018692505988826</c:v>
              </c:pt>
              <c:pt idx="125">
                <c:v>0.2018692505988826</c:v>
              </c:pt>
              <c:pt idx="126">
                <c:v>0.2018692505988826</c:v>
              </c:pt>
              <c:pt idx="127">
                <c:v>0.2018692505988826</c:v>
              </c:pt>
              <c:pt idx="128">
                <c:v>0.2018692505988826</c:v>
              </c:pt>
              <c:pt idx="129">
                <c:v>0.2018692505988826</c:v>
              </c:pt>
              <c:pt idx="130">
                <c:v>0.2018692505988826</c:v>
              </c:pt>
              <c:pt idx="131">
                <c:v>0.2018692505988826</c:v>
              </c:pt>
              <c:pt idx="132">
                <c:v>0.2018692505988826</c:v>
              </c:pt>
              <c:pt idx="133">
                <c:v>0.2018692505988826</c:v>
              </c:pt>
              <c:pt idx="134">
                <c:v>0.2018692505988826</c:v>
              </c:pt>
              <c:pt idx="135">
                <c:v>0.2018692505988826</c:v>
              </c:pt>
              <c:pt idx="136">
                <c:v>0.2018692505988826</c:v>
              </c:pt>
              <c:pt idx="137">
                <c:v>0.2018692505988826</c:v>
              </c:pt>
              <c:pt idx="138">
                <c:v>0.2018692505988826</c:v>
              </c:pt>
              <c:pt idx="139">
                <c:v>0.2018692505988826</c:v>
              </c:pt>
              <c:pt idx="140">
                <c:v>0.2018692505988826</c:v>
              </c:pt>
              <c:pt idx="141">
                <c:v>0.2018692505988826</c:v>
              </c:pt>
              <c:pt idx="142">
                <c:v>0.2018692505988826</c:v>
              </c:pt>
              <c:pt idx="143">
                <c:v>0.2018692505988826</c:v>
              </c:pt>
              <c:pt idx="144">
                <c:v>0.2018692505988826</c:v>
              </c:pt>
              <c:pt idx="145">
                <c:v>0.2018692505988826</c:v>
              </c:pt>
              <c:pt idx="146">
                <c:v>0.2018692505988826</c:v>
              </c:pt>
              <c:pt idx="147">
                <c:v>0.2018692505988826</c:v>
              </c:pt>
              <c:pt idx="148">
                <c:v>0.2018692505988826</c:v>
              </c:pt>
              <c:pt idx="149">
                <c:v>0.2018692505988826</c:v>
              </c:pt>
              <c:pt idx="150">
                <c:v>0.2018692505988826</c:v>
              </c:pt>
              <c:pt idx="151">
                <c:v>0.2018692505988826</c:v>
              </c:pt>
              <c:pt idx="152">
                <c:v>0.2018692505988826</c:v>
              </c:pt>
              <c:pt idx="153">
                <c:v>0.2018692505988826</c:v>
              </c:pt>
              <c:pt idx="154">
                <c:v>0.2018692505988826</c:v>
              </c:pt>
              <c:pt idx="155">
                <c:v>0.2018692505988826</c:v>
              </c:pt>
              <c:pt idx="156">
                <c:v>0.2018692505988826</c:v>
              </c:pt>
              <c:pt idx="157">
                <c:v>0.2018692505988826</c:v>
              </c:pt>
              <c:pt idx="158">
                <c:v>0.2018692505988826</c:v>
              </c:pt>
              <c:pt idx="159">
                <c:v>0.2018692505988826</c:v>
              </c:pt>
              <c:pt idx="160">
                <c:v>0.2018692505988826</c:v>
              </c:pt>
              <c:pt idx="161">
                <c:v>0.2018692505988826</c:v>
              </c:pt>
              <c:pt idx="162">
                <c:v>0.2018692505988826</c:v>
              </c:pt>
              <c:pt idx="163">
                <c:v>0.2018692505988826</c:v>
              </c:pt>
              <c:pt idx="164">
                <c:v>0.2018692505988826</c:v>
              </c:pt>
              <c:pt idx="165">
                <c:v>0.2018692505988826</c:v>
              </c:pt>
              <c:pt idx="166">
                <c:v>0.2018692505988826</c:v>
              </c:pt>
              <c:pt idx="167">
                <c:v>0.2018692505988826</c:v>
              </c:pt>
              <c:pt idx="168">
                <c:v>0.2018692505988826</c:v>
              </c:pt>
              <c:pt idx="169">
                <c:v>0.2018692505988826</c:v>
              </c:pt>
              <c:pt idx="170">
                <c:v>0.2018692505988826</c:v>
              </c:pt>
              <c:pt idx="171">
                <c:v>0.2018692505988826</c:v>
              </c:pt>
              <c:pt idx="172">
                <c:v>0.2018692505988826</c:v>
              </c:pt>
              <c:pt idx="173">
                <c:v>0.2018692505988826</c:v>
              </c:pt>
              <c:pt idx="174">
                <c:v>0.2018692505988826</c:v>
              </c:pt>
              <c:pt idx="175">
                <c:v>0.2018692505988826</c:v>
              </c:pt>
              <c:pt idx="176">
                <c:v>0.2018692505988826</c:v>
              </c:pt>
              <c:pt idx="177">
                <c:v>0.2018692505988826</c:v>
              </c:pt>
              <c:pt idx="178">
                <c:v>0.2018692505988826</c:v>
              </c:pt>
              <c:pt idx="179">
                <c:v>0.2018692505988826</c:v>
              </c:pt>
              <c:pt idx="180">
                <c:v>0.2018692505988826</c:v>
              </c:pt>
              <c:pt idx="181">
                <c:v>0.2018692505988826</c:v>
              </c:pt>
              <c:pt idx="182">
                <c:v>0.2018692505988826</c:v>
              </c:pt>
              <c:pt idx="183">
                <c:v>0.2018692505988826</c:v>
              </c:pt>
              <c:pt idx="184">
                <c:v>0.2018692505988826</c:v>
              </c:pt>
              <c:pt idx="185">
                <c:v>0.2018692505988826</c:v>
              </c:pt>
              <c:pt idx="186">
                <c:v>0.2018692505988826</c:v>
              </c:pt>
              <c:pt idx="187">
                <c:v>0.2018692505988826</c:v>
              </c:pt>
              <c:pt idx="188">
                <c:v>0.2018692505988826</c:v>
              </c:pt>
              <c:pt idx="189">
                <c:v>0.2018692505988826</c:v>
              </c:pt>
              <c:pt idx="190">
                <c:v>0.2018692505988826</c:v>
              </c:pt>
              <c:pt idx="191">
                <c:v>0.2018692505988826</c:v>
              </c:pt>
              <c:pt idx="192">
                <c:v>0.2018692505988826</c:v>
              </c:pt>
              <c:pt idx="193">
                <c:v>0.2018692505988826</c:v>
              </c:pt>
              <c:pt idx="194">
                <c:v>0.2018692505988826</c:v>
              </c:pt>
              <c:pt idx="195">
                <c:v>0.2018692505988826</c:v>
              </c:pt>
              <c:pt idx="196">
                <c:v>0.2018692505988826</c:v>
              </c:pt>
              <c:pt idx="197">
                <c:v>0.2018692505988826</c:v>
              </c:pt>
              <c:pt idx="198">
                <c:v>0.2018692505988826</c:v>
              </c:pt>
              <c:pt idx="199">
                <c:v>0.2018692505988826</c:v>
              </c:pt>
              <c:pt idx="200">
                <c:v>0.2018692505988826</c:v>
              </c:pt>
              <c:pt idx="201">
                <c:v>0.2018692505988826</c:v>
              </c:pt>
              <c:pt idx="202">
                <c:v>0.2018692505988826</c:v>
              </c:pt>
              <c:pt idx="203">
                <c:v>0.2018692505988826</c:v>
              </c:pt>
              <c:pt idx="204">
                <c:v>0.2018692505988826</c:v>
              </c:pt>
              <c:pt idx="205">
                <c:v>0.2018692505988826</c:v>
              </c:pt>
              <c:pt idx="206">
                <c:v>0.2018692505988826</c:v>
              </c:pt>
              <c:pt idx="207">
                <c:v>0.2018692505988826</c:v>
              </c:pt>
              <c:pt idx="208">
                <c:v>0.2018692505988826</c:v>
              </c:pt>
              <c:pt idx="209">
                <c:v>0.2018692505988826</c:v>
              </c:pt>
              <c:pt idx="210">
                <c:v>0.2018692505988826</c:v>
              </c:pt>
              <c:pt idx="211">
                <c:v>0.2018692505988826</c:v>
              </c:pt>
              <c:pt idx="212">
                <c:v>0.2018692505988826</c:v>
              </c:pt>
              <c:pt idx="213">
                <c:v>0.2018692505988826</c:v>
              </c:pt>
              <c:pt idx="214">
                <c:v>0.2018692505988826</c:v>
              </c:pt>
              <c:pt idx="215">
                <c:v>0.2018692505988826</c:v>
              </c:pt>
              <c:pt idx="216">
                <c:v>0.2018692505988826</c:v>
              </c:pt>
              <c:pt idx="217">
                <c:v>0.2018692505988826</c:v>
              </c:pt>
              <c:pt idx="218">
                <c:v>0.2018692505988826</c:v>
              </c:pt>
              <c:pt idx="219">
                <c:v>0.2018692505988826</c:v>
              </c:pt>
              <c:pt idx="220">
                <c:v>0.2018692505988826</c:v>
              </c:pt>
              <c:pt idx="221">
                <c:v>0.2018692505988826</c:v>
              </c:pt>
              <c:pt idx="222">
                <c:v>0.2018692505988826</c:v>
              </c:pt>
              <c:pt idx="223">
                <c:v>0.2018692505988826</c:v>
              </c:pt>
              <c:pt idx="224">
                <c:v>0.2018692505988826</c:v>
              </c:pt>
              <c:pt idx="225">
                <c:v>0.2018692505988826</c:v>
              </c:pt>
              <c:pt idx="226">
                <c:v>0.2018692505988826</c:v>
              </c:pt>
              <c:pt idx="227">
                <c:v>0.2018692505988826</c:v>
              </c:pt>
              <c:pt idx="228">
                <c:v>0.2018692505988826</c:v>
              </c:pt>
              <c:pt idx="229">
                <c:v>0.2018692505988826</c:v>
              </c:pt>
              <c:pt idx="230">
                <c:v>0.2018692505988826</c:v>
              </c:pt>
              <c:pt idx="231">
                <c:v>0.2018692505988826</c:v>
              </c:pt>
              <c:pt idx="232">
                <c:v>0.2018692505988826</c:v>
              </c:pt>
              <c:pt idx="233">
                <c:v>0.2018692505988826</c:v>
              </c:pt>
              <c:pt idx="234">
                <c:v>0.2018692505988826</c:v>
              </c:pt>
              <c:pt idx="235">
                <c:v>0.2018692505988826</c:v>
              </c:pt>
              <c:pt idx="236">
                <c:v>0.2018692505988826</c:v>
              </c:pt>
              <c:pt idx="237">
                <c:v>0.2018692505988826</c:v>
              </c:pt>
              <c:pt idx="238">
                <c:v>0.2018692505988826</c:v>
              </c:pt>
              <c:pt idx="239">
                <c:v>0.2018692505988826</c:v>
              </c:pt>
              <c:pt idx="240">
                <c:v>0.2018692505988826</c:v>
              </c:pt>
              <c:pt idx="241">
                <c:v>0.2018692505988826</c:v>
              </c:pt>
              <c:pt idx="242">
                <c:v>0.2018692505988826</c:v>
              </c:pt>
              <c:pt idx="243">
                <c:v>0.2018692505988826</c:v>
              </c:pt>
              <c:pt idx="244">
                <c:v>0.2018692505988826</c:v>
              </c:pt>
              <c:pt idx="245">
                <c:v>0.2018692505988826</c:v>
              </c:pt>
              <c:pt idx="246">
                <c:v>0.2018692505988826</c:v>
              </c:pt>
              <c:pt idx="247">
                <c:v>0.2018692505988826</c:v>
              </c:pt>
              <c:pt idx="248">
                <c:v>0.2018692505988826</c:v>
              </c:pt>
              <c:pt idx="249">
                <c:v>0.2018692505988826</c:v>
              </c:pt>
              <c:pt idx="250">
                <c:v>0.2018692505988826</c:v>
              </c:pt>
              <c:pt idx="251">
                <c:v>0.2018692505988826</c:v>
              </c:pt>
              <c:pt idx="252">
                <c:v>0.2018692505988826</c:v>
              </c:pt>
              <c:pt idx="253">
                <c:v>0.2018692505988826</c:v>
              </c:pt>
              <c:pt idx="254">
                <c:v>0.2018692505988826</c:v>
              </c:pt>
              <c:pt idx="255">
                <c:v>0.2018692505988826</c:v>
              </c:pt>
              <c:pt idx="256">
                <c:v>0.2018692505988826</c:v>
              </c:pt>
              <c:pt idx="257">
                <c:v>0.2018692505988826</c:v>
              </c:pt>
              <c:pt idx="258">
                <c:v>0.2018692505988826</c:v>
              </c:pt>
              <c:pt idx="259">
                <c:v>0.2018692505988826</c:v>
              </c:pt>
              <c:pt idx="260">
                <c:v>0.2018692505988826</c:v>
              </c:pt>
              <c:pt idx="261">
                <c:v>0.2018692505988826</c:v>
              </c:pt>
              <c:pt idx="262">
                <c:v>0.2018692505988826</c:v>
              </c:pt>
              <c:pt idx="263">
                <c:v>0.2018692505988826</c:v>
              </c:pt>
              <c:pt idx="264">
                <c:v>0.2018692505988826</c:v>
              </c:pt>
              <c:pt idx="265">
                <c:v>0.2018692505988826</c:v>
              </c:pt>
              <c:pt idx="266">
                <c:v>0.2018692505988826</c:v>
              </c:pt>
              <c:pt idx="267">
                <c:v>0.2018692505988826</c:v>
              </c:pt>
              <c:pt idx="268">
                <c:v>0.2018692505988826</c:v>
              </c:pt>
              <c:pt idx="269">
                <c:v>0.2018692505988826</c:v>
              </c:pt>
              <c:pt idx="270">
                <c:v>0.2018692505988826</c:v>
              </c:pt>
              <c:pt idx="271">
                <c:v>0.2018692505988826</c:v>
              </c:pt>
              <c:pt idx="272">
                <c:v>0.2018692505988826</c:v>
              </c:pt>
              <c:pt idx="273">
                <c:v>0.2018692505988826</c:v>
              </c:pt>
              <c:pt idx="274">
                <c:v>0.2018692505988826</c:v>
              </c:pt>
              <c:pt idx="275">
                <c:v>0.2018692505988826</c:v>
              </c:pt>
              <c:pt idx="276">
                <c:v>0.2018692505988826</c:v>
              </c:pt>
              <c:pt idx="277">
                <c:v>0.2018692505988826</c:v>
              </c:pt>
              <c:pt idx="278">
                <c:v>0.2018692505988826</c:v>
              </c:pt>
              <c:pt idx="279">
                <c:v>0.2018692505988826</c:v>
              </c:pt>
              <c:pt idx="280">
                <c:v>0.2018692505988826</c:v>
              </c:pt>
              <c:pt idx="281">
                <c:v>0.2018692505988826</c:v>
              </c:pt>
              <c:pt idx="282">
                <c:v>0.2018692505988826</c:v>
              </c:pt>
              <c:pt idx="283">
                <c:v>0.2018692505988826</c:v>
              </c:pt>
              <c:pt idx="284">
                <c:v>0.2018692505988826</c:v>
              </c:pt>
              <c:pt idx="285">
                <c:v>0.2018692505988826</c:v>
              </c:pt>
              <c:pt idx="286">
                <c:v>0.2018692505988826</c:v>
              </c:pt>
              <c:pt idx="287">
                <c:v>0.2018692505988826</c:v>
              </c:pt>
              <c:pt idx="288">
                <c:v>0.2018692505988826</c:v>
              </c:pt>
              <c:pt idx="289">
                <c:v>0.2018692505988826</c:v>
              </c:pt>
              <c:pt idx="290">
                <c:v>0.2018692505988826</c:v>
              </c:pt>
              <c:pt idx="291">
                <c:v>0.2018692505988826</c:v>
              </c:pt>
              <c:pt idx="292">
                <c:v>0.2018692505988826</c:v>
              </c:pt>
              <c:pt idx="293">
                <c:v>0.2018692505988826</c:v>
              </c:pt>
              <c:pt idx="294">
                <c:v>0.2018692505988826</c:v>
              </c:pt>
              <c:pt idx="295">
                <c:v>0.2018692505988826</c:v>
              </c:pt>
              <c:pt idx="296">
                <c:v>0.2018692505988826</c:v>
              </c:pt>
              <c:pt idx="297">
                <c:v>0.2018692505988826</c:v>
              </c:pt>
              <c:pt idx="298">
                <c:v>0.2018692505988826</c:v>
              </c:pt>
              <c:pt idx="299">
                <c:v>0.2018692505988826</c:v>
              </c:pt>
              <c:pt idx="300">
                <c:v>0.2018692505988826</c:v>
              </c:pt>
              <c:pt idx="301">
                <c:v>0.2018692505988826</c:v>
              </c:pt>
              <c:pt idx="302">
                <c:v>0.2018692505988826</c:v>
              </c:pt>
              <c:pt idx="303">
                <c:v>0.2018692505988826</c:v>
              </c:pt>
              <c:pt idx="304">
                <c:v>0.2018692505988826</c:v>
              </c:pt>
              <c:pt idx="305">
                <c:v>0.2018692505988826</c:v>
              </c:pt>
              <c:pt idx="306">
                <c:v>0.2018692505988826</c:v>
              </c:pt>
              <c:pt idx="307">
                <c:v>0.2018692505988826</c:v>
              </c:pt>
              <c:pt idx="308">
                <c:v>0.2018692505988826</c:v>
              </c:pt>
              <c:pt idx="309">
                <c:v>0.2018692505988826</c:v>
              </c:pt>
              <c:pt idx="310">
                <c:v>0.2018692505988826</c:v>
              </c:pt>
              <c:pt idx="311">
                <c:v>0.2018692505988826</c:v>
              </c:pt>
              <c:pt idx="312">
                <c:v>0.2018692505988826</c:v>
              </c:pt>
              <c:pt idx="313">
                <c:v>0.2018692505988826</c:v>
              </c:pt>
              <c:pt idx="314">
                <c:v>0.2018692505988826</c:v>
              </c:pt>
              <c:pt idx="315">
                <c:v>0.2018692505988826</c:v>
              </c:pt>
              <c:pt idx="316">
                <c:v>0.2018692505988826</c:v>
              </c:pt>
              <c:pt idx="317">
                <c:v>0.2018692505988826</c:v>
              </c:pt>
              <c:pt idx="318">
                <c:v>0.2018692505988826</c:v>
              </c:pt>
              <c:pt idx="319">
                <c:v>0.2018692505988826</c:v>
              </c:pt>
              <c:pt idx="320">
                <c:v>0.2018692505988826</c:v>
              </c:pt>
              <c:pt idx="321">
                <c:v>0.2018692505988826</c:v>
              </c:pt>
              <c:pt idx="322">
                <c:v>0.2018692505988826</c:v>
              </c:pt>
              <c:pt idx="323">
                <c:v>0.2018692505988826</c:v>
              </c:pt>
              <c:pt idx="324">
                <c:v>0.2018692505988826</c:v>
              </c:pt>
              <c:pt idx="325">
                <c:v>0.2018692505988826</c:v>
              </c:pt>
              <c:pt idx="326">
                <c:v>0.2018692505988826</c:v>
              </c:pt>
              <c:pt idx="327">
                <c:v>0.2018692505988826</c:v>
              </c:pt>
              <c:pt idx="328">
                <c:v>0.2018692505988826</c:v>
              </c:pt>
              <c:pt idx="329">
                <c:v>0.2018692505988826</c:v>
              </c:pt>
              <c:pt idx="330">
                <c:v>0.2018692505988826</c:v>
              </c:pt>
              <c:pt idx="331">
                <c:v>0.2018692505988826</c:v>
              </c:pt>
              <c:pt idx="332">
                <c:v>0.2018692505988826</c:v>
              </c:pt>
              <c:pt idx="333">
                <c:v>0.2018692505988826</c:v>
              </c:pt>
              <c:pt idx="334">
                <c:v>0.2018692505988826</c:v>
              </c:pt>
              <c:pt idx="335">
                <c:v>0.2018692505988826</c:v>
              </c:pt>
              <c:pt idx="336">
                <c:v>0.2018692505988826</c:v>
              </c:pt>
              <c:pt idx="337">
                <c:v>0.2018692505988826</c:v>
              </c:pt>
              <c:pt idx="338">
                <c:v>0.2018692505988826</c:v>
              </c:pt>
              <c:pt idx="339">
                <c:v>0.2018692505988826</c:v>
              </c:pt>
              <c:pt idx="340">
                <c:v>0.2018692505988826</c:v>
              </c:pt>
              <c:pt idx="341">
                <c:v>0.2018692505988826</c:v>
              </c:pt>
              <c:pt idx="342">
                <c:v>0.2018692505988826</c:v>
              </c:pt>
              <c:pt idx="343">
                <c:v>0.2018692505988826</c:v>
              </c:pt>
              <c:pt idx="344">
                <c:v>0.2018692505988826</c:v>
              </c:pt>
              <c:pt idx="345">
                <c:v>0.2018692505988826</c:v>
              </c:pt>
              <c:pt idx="346">
                <c:v>0.2018692505988826</c:v>
              </c:pt>
              <c:pt idx="347">
                <c:v>0.2018692505988826</c:v>
              </c:pt>
              <c:pt idx="348">
                <c:v>0.2018692505988826</c:v>
              </c:pt>
              <c:pt idx="349">
                <c:v>0.2018692505988826</c:v>
              </c:pt>
              <c:pt idx="350">
                <c:v>0.2018692505988826</c:v>
              </c:pt>
              <c:pt idx="351">
                <c:v>0.2018692505988826</c:v>
              </c:pt>
              <c:pt idx="352">
                <c:v>0.2018692505988826</c:v>
              </c:pt>
              <c:pt idx="353">
                <c:v>0.2018692505988826</c:v>
              </c:pt>
              <c:pt idx="354">
                <c:v>0.2018692505988826</c:v>
              </c:pt>
              <c:pt idx="355">
                <c:v>0.2018692505988826</c:v>
              </c:pt>
              <c:pt idx="356">
                <c:v>0.2018692505988826</c:v>
              </c:pt>
              <c:pt idx="357">
                <c:v>0.2018692505988826</c:v>
              </c:pt>
              <c:pt idx="358">
                <c:v>0.2018692505988826</c:v>
              </c:pt>
              <c:pt idx="359">
                <c:v>0.2018692505988826</c:v>
              </c:pt>
              <c:pt idx="360">
                <c:v>0.2018692505988826</c:v>
              </c:pt>
              <c:pt idx="361">
                <c:v>0.2018692505988826</c:v>
              </c:pt>
              <c:pt idx="362">
                <c:v>0.2018692505988826</c:v>
              </c:pt>
              <c:pt idx="363">
                <c:v>0.2018692505988826</c:v>
              </c:pt>
              <c:pt idx="364">
                <c:v>0.2018692505988826</c:v>
              </c:pt>
              <c:pt idx="365">
                <c:v>0.2018692505988826</c:v>
              </c:pt>
              <c:pt idx="366">
                <c:v>0.2018692505988826</c:v>
              </c:pt>
              <c:pt idx="367">
                <c:v>0.2018692505988826</c:v>
              </c:pt>
              <c:pt idx="368">
                <c:v>0.2018692505988826</c:v>
              </c:pt>
              <c:pt idx="369">
                <c:v>0.2018692505988826</c:v>
              </c:pt>
              <c:pt idx="370">
                <c:v>0.2018692505988826</c:v>
              </c:pt>
              <c:pt idx="371">
                <c:v>0.2018692505988826</c:v>
              </c:pt>
              <c:pt idx="372">
                <c:v>0.2018692505988826</c:v>
              </c:pt>
              <c:pt idx="373">
                <c:v>0.2018692505988826</c:v>
              </c:pt>
              <c:pt idx="374">
                <c:v>0.2018692505988826</c:v>
              </c:pt>
              <c:pt idx="375">
                <c:v>0.2018692505988826</c:v>
              </c:pt>
              <c:pt idx="376">
                <c:v>0.2018692505988826</c:v>
              </c:pt>
              <c:pt idx="377">
                <c:v>0.2018692505988826</c:v>
              </c:pt>
              <c:pt idx="378">
                <c:v>0.2018692505988826</c:v>
              </c:pt>
              <c:pt idx="379">
                <c:v>0.2018692505988826</c:v>
              </c:pt>
              <c:pt idx="380">
                <c:v>0.2018692505988826</c:v>
              </c:pt>
              <c:pt idx="381">
                <c:v>0.2018692505988826</c:v>
              </c:pt>
              <c:pt idx="382">
                <c:v>0.2018692505988826</c:v>
              </c:pt>
              <c:pt idx="383">
                <c:v>0.2018692505988826</c:v>
              </c:pt>
              <c:pt idx="384">
                <c:v>0.2018692505988826</c:v>
              </c:pt>
              <c:pt idx="385">
                <c:v>0.2018692505988826</c:v>
              </c:pt>
              <c:pt idx="386">
                <c:v>0.2018692505988826</c:v>
              </c:pt>
              <c:pt idx="387">
                <c:v>0.2018692505988826</c:v>
              </c:pt>
              <c:pt idx="388">
                <c:v>0.2018692505988826</c:v>
              </c:pt>
              <c:pt idx="389">
                <c:v>0.2018692505988826</c:v>
              </c:pt>
              <c:pt idx="390">
                <c:v>0.2018692505988826</c:v>
              </c:pt>
              <c:pt idx="391">
                <c:v>0.2018692505988826</c:v>
              </c:pt>
              <c:pt idx="392">
                <c:v>0.2018692505988826</c:v>
              </c:pt>
              <c:pt idx="393">
                <c:v>0.2018692505988826</c:v>
              </c:pt>
              <c:pt idx="394">
                <c:v>0.2018692505988826</c:v>
              </c:pt>
              <c:pt idx="395">
                <c:v>0.2018692505988826</c:v>
              </c:pt>
              <c:pt idx="396">
                <c:v>0.2018692505988826</c:v>
              </c:pt>
              <c:pt idx="397">
                <c:v>0.2018692505988826</c:v>
              </c:pt>
              <c:pt idx="398">
                <c:v>0.2018692505988826</c:v>
              </c:pt>
              <c:pt idx="399">
                <c:v>0.2018692505988826</c:v>
              </c:pt>
              <c:pt idx="400">
                <c:v>0.2018692505988826</c:v>
              </c:pt>
              <c:pt idx="401">
                <c:v>0.2018692505988826</c:v>
              </c:pt>
              <c:pt idx="402">
                <c:v>0.2018692505988826</c:v>
              </c:pt>
              <c:pt idx="403">
                <c:v>0.2018692505988826</c:v>
              </c:pt>
              <c:pt idx="404">
                <c:v>0.2018692505988826</c:v>
              </c:pt>
              <c:pt idx="405">
                <c:v>0.2018692505988826</c:v>
              </c:pt>
              <c:pt idx="406">
                <c:v>0.2018692505988826</c:v>
              </c:pt>
              <c:pt idx="407">
                <c:v>0.2018692505988826</c:v>
              </c:pt>
              <c:pt idx="408">
                <c:v>0.2018692505988826</c:v>
              </c:pt>
              <c:pt idx="409">
                <c:v>0.2018692505988826</c:v>
              </c:pt>
              <c:pt idx="410">
                <c:v>0.2018692505988826</c:v>
              </c:pt>
              <c:pt idx="411">
                <c:v>0.2018692505988826</c:v>
              </c:pt>
              <c:pt idx="412">
                <c:v>0.2018692505988826</c:v>
              </c:pt>
              <c:pt idx="413">
                <c:v>0.2018692505988826</c:v>
              </c:pt>
              <c:pt idx="414">
                <c:v>0.2018692505988826</c:v>
              </c:pt>
              <c:pt idx="415">
                <c:v>0.2018692505988826</c:v>
              </c:pt>
              <c:pt idx="416">
                <c:v>0.2018692505988826</c:v>
              </c:pt>
              <c:pt idx="417">
                <c:v>0.2018692505988826</c:v>
              </c:pt>
              <c:pt idx="418">
                <c:v>0.2018692505988826</c:v>
              </c:pt>
              <c:pt idx="419">
                <c:v>0.2018692505988826</c:v>
              </c:pt>
              <c:pt idx="420">
                <c:v>0.2018692505988826</c:v>
              </c:pt>
              <c:pt idx="421">
                <c:v>0.2018692505988826</c:v>
              </c:pt>
              <c:pt idx="422">
                <c:v>0.2018692505988826</c:v>
              </c:pt>
              <c:pt idx="423">
                <c:v>0.2018692505988826</c:v>
              </c:pt>
              <c:pt idx="424">
                <c:v>0.2018692505988826</c:v>
              </c:pt>
              <c:pt idx="425">
                <c:v>0.2018692505988826</c:v>
              </c:pt>
              <c:pt idx="426">
                <c:v>0.2018692505988826</c:v>
              </c:pt>
              <c:pt idx="427">
                <c:v>0.2018692505988826</c:v>
              </c:pt>
              <c:pt idx="428">
                <c:v>0.2018692505988826</c:v>
              </c:pt>
              <c:pt idx="429">
                <c:v>0.2018692505988826</c:v>
              </c:pt>
              <c:pt idx="430">
                <c:v>0.2018692505988826</c:v>
              </c:pt>
              <c:pt idx="431">
                <c:v>0.2018692505988826</c:v>
              </c:pt>
              <c:pt idx="432">
                <c:v>0.2018692505988826</c:v>
              </c:pt>
              <c:pt idx="433">
                <c:v>0.2018692505988826</c:v>
              </c:pt>
              <c:pt idx="434">
                <c:v>0.2018692505988826</c:v>
              </c:pt>
              <c:pt idx="435">
                <c:v>0.2018692505988826</c:v>
              </c:pt>
              <c:pt idx="436">
                <c:v>0.2018692505988826</c:v>
              </c:pt>
              <c:pt idx="437">
                <c:v>0.2018692505988826</c:v>
              </c:pt>
              <c:pt idx="438">
                <c:v>0.2018692505988826</c:v>
              </c:pt>
              <c:pt idx="439">
                <c:v>0.2018692505988826</c:v>
              </c:pt>
              <c:pt idx="440">
                <c:v>0.2018692505988826</c:v>
              </c:pt>
              <c:pt idx="441">
                <c:v>0.2018692505988826</c:v>
              </c:pt>
              <c:pt idx="442">
                <c:v>0.2018692505988826</c:v>
              </c:pt>
              <c:pt idx="443">
                <c:v>0.2018692505988826</c:v>
              </c:pt>
              <c:pt idx="444">
                <c:v>0.2018692505988826</c:v>
              </c:pt>
              <c:pt idx="445">
                <c:v>0.2018692505988826</c:v>
              </c:pt>
              <c:pt idx="446">
                <c:v>0.2018692505988826</c:v>
              </c:pt>
              <c:pt idx="447">
                <c:v>0.2018692505988826</c:v>
              </c:pt>
              <c:pt idx="448">
                <c:v>0.2018692505988826</c:v>
              </c:pt>
              <c:pt idx="449">
                <c:v>0.2018692505988826</c:v>
              </c:pt>
            </c:numLit>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4.857237329775949"/>
          <c:min val="0"/>
        </c:scaling>
        <c:delete val="0"/>
        <c:axPos val="l"/>
        <c:majorGridlines>
          <c:spPr>
            <a:ln xmlns:a="http://schemas.openxmlformats.org/drawingml/2006/main" w="5715">
              <a:solidFill>
                <a:srgbClr val="D9DFE3"/>
              </a:solidFill>
              <a:prstDash val="solid"/>
            </a:ln>
          </c:spPr>
        </c:majorGridlines>
        <c:title>
          <c:tx>
            <c:rich>
              <a:bodyPr xmlns:a="http://schemas.openxmlformats.org/drawingml/2006/main"/>
              <a:lstStyle xmlns:a="http://schemas.openxmlformats.org/drawingml/2006/main"/>
              <a:p xmlns:a="http://schemas.openxmlformats.org/drawingml/2006/main">
                <a:r>
                  <a:rPr sz="1200">
                    <a:solidFill>
                      <a:srgbClr val="263238"/>
                    </a:solidFill>
                    <a:latin typeface="Arial"/>
                    <a:ea typeface="Arial"/>
                    <a:cs typeface="Arial"/>
                  </a:rPr>
                  <a:t>Mean τ (% axis)</a:t>
                </a:r>
              </a:p>
            </c:rich>
          </c:tx>
          <c:overlay val="0"/>
          <c:txPr>
            <a:bodyPr xmlns:a="http://schemas.openxmlformats.org/drawingml/2006/main" anchorCtr="1"/>
            <a:lstStyle xmlns:a="http://schemas.openxmlformats.org/drawingml/2006/main"/>
            <a:p xmlns:a="http://schemas.openxmlformats.org/drawingml/2006/main">
              <a:pPr>
                <a:defRPr sz="1200">
                  <a:solidFill>
                    <a:srgbClr val="263238"/>
                  </a:solidFill>
                  <a:latin typeface="Arial"/>
                  <a:ea typeface="Arial"/>
                  <a:cs typeface="Arial"/>
                </a:defRPr>
              </a:pPr>
            </a:p>
          </c:txPr>
        </c:title>
        <c:numFmt formatCode="0.0"/>
        <c:majorTickMark val="none"/>
        <c:minorTickMark val="none"/>
        <c:spPr>
          <a:ln xmlns:a="http://schemas.openxmlformats.org/drawingml/2006/main" w="7620">
            <a:solidFill>
              <a:srgbClr val="263238"/>
            </a:solidFill>
            <a:prstDash val="solid"/>
          </a:ln>
        </c:spPr>
        <c:txPr>
          <a:bodyPr xmlns:a="http://schemas.openxmlformats.org/drawingml/2006/main" anchorCtr="1"/>
          <a:lstStyle xmlns:a="http://schemas.openxmlformats.org/drawingml/2006/main"/>
          <a:p xmlns:a="http://schemas.openxmlformats.org/drawingml/2006/main">
            <a:pPr>
              <a:defRPr sz="1125">
                <a:solidFill>
                  <a:srgbClr val="263238"/>
                </a:solidFill>
                <a:latin typeface="Arial"/>
                <a:ea typeface="Arial"/>
                <a:cs typeface="Arial"/>
              </a:defRPr>
            </a:pPr>
          </a:p>
        </c:txPr>
        <c:crossAx val="48650112"/>
        <c:majorUnit val="2"/>
      </c:valAx>
      <c:valAx>
        <c:axId val="48650112"/>
        <c:scaling>
          <c:orientation val="minMax"/>
          <c:max val="70"/>
          <c:min val="0"/>
        </c:scaling>
        <c:delete val="0"/>
        <c:axPos val="b"/>
        <c:majorGridlines>
          <c:spPr>
            <a:ln xmlns:a="http://schemas.openxmlformats.org/drawingml/2006/main" w="5715">
              <a:solidFill>
                <a:srgbClr val="D9DFE3"/>
              </a:solidFill>
              <a:prstDash val="solid"/>
            </a:ln>
          </c:spPr>
        </c:majorGridlines>
        <c:title>
          <c:tx>
            <c:rich>
              <a:bodyPr xmlns:a="http://schemas.openxmlformats.org/drawingml/2006/main"/>
              <a:lstStyle xmlns:a="http://schemas.openxmlformats.org/drawingml/2006/main"/>
              <a:p xmlns:a="http://schemas.openxmlformats.org/drawingml/2006/main">
                <a:r>
                  <a:rPr sz="1200">
                    <a:solidFill>
                      <a:srgbClr val="263238"/>
                    </a:solidFill>
                    <a:latin typeface="Arial"/>
                    <a:ea typeface="Arial"/>
                    <a:cs typeface="Arial"/>
                  </a:rPr>
                  <a:t>d_top (% scalar range)</a:t>
                </a:r>
              </a:p>
            </c:rich>
          </c:tx>
          <c:overlay val="0"/>
          <c:txPr>
            <a:bodyPr xmlns:a="http://schemas.openxmlformats.org/drawingml/2006/main" anchorCtr="1"/>
            <a:lstStyle xmlns:a="http://schemas.openxmlformats.org/drawingml/2006/main"/>
            <a:p xmlns:a="http://schemas.openxmlformats.org/drawingml/2006/main">
              <a:pPr>
                <a:defRPr sz="1200">
                  <a:solidFill>
                    <a:srgbClr val="263238"/>
                  </a:solidFill>
                  <a:latin typeface="Arial"/>
                  <a:ea typeface="Arial"/>
                  <a:cs typeface="Arial"/>
                </a:defRPr>
              </a:pPr>
            </a:p>
          </c:txPr>
        </c:title>
        <c:numFmt formatCode="0"/>
        <c:majorTickMark val="none"/>
        <c:minorTickMark val="none"/>
        <c:spPr>
          <a:ln xmlns:a="http://schemas.openxmlformats.org/drawingml/2006/main" w="7620">
            <a:solidFill>
              <a:srgbClr val="263238"/>
            </a:solidFill>
            <a:prstDash val="solid"/>
          </a:ln>
        </c:spPr>
        <c:txPr>
          <a:bodyPr xmlns:a="http://schemas.openxmlformats.org/drawingml/2006/main" anchorCtr="1"/>
          <a:lstStyle xmlns:a="http://schemas.openxmlformats.org/drawingml/2006/main"/>
          <a:p xmlns:a="http://schemas.openxmlformats.org/drawingml/2006/main">
            <a:pPr>
              <a:defRPr sz="1125">
                <a:solidFill>
                  <a:srgbClr val="263238"/>
                </a:solidFill>
                <a:latin typeface="Arial"/>
                <a:ea typeface="Arial"/>
                <a:cs typeface="Arial"/>
              </a:defRPr>
            </a:pPr>
          </a:p>
        </c:txPr>
        <c:crossAx val="48672768"/>
        <c:majorUnit val="2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chartSpace>
</file>

<file path=ppt/main_figures/Fig5/ppt/slides/charts/chart2.xml><?xml version="1.0" encoding="utf-8"?>
<c:chartSpace xmlns:c="http://schemas.openxmlformats.org/drawingml/2006/chart">
  <c:lang val="en-US"/>
  <c:chart>
    <c:plotArea>
      <c:scatterChart>
        <c:scatterStyle val="lineMarker"/>
        <c:varyColors val="0"/>
        <c:ser>
          <c:idx val="0"/>
          <c:order val="0"/>
          <c:tx>
            <c:v>Exact frontier F</c:v>
          </c:tx>
          <c:spPr>
            <a:noFill xmlns:a="http://schemas.openxmlformats.org/drawingml/2006/main"/>
            <a:ln xmlns:a="http://schemas.openxmlformats.org/drawingml/2006/main" w="16193">
              <a:solidFill>
                <a:srgbClr val="0072B2"/>
              </a:solidFill>
              <a:prstDash val="solid"/>
            </a:ln>
          </c:spPr>
          <c:marker>
            <c:symbol val="none"/>
            <c:size val="7"/>
            <c:spPr>
              <a:solidFill xmlns:a="http://schemas.openxmlformats.org/drawingml/2006/main">
                <a:srgbClr val="0072B2"/>
              </a:solidFill>
            </c:spPr>
          </c:marker>
          <c:xVal>
            <c:numLit>
              <c:formatCode>General</c:formatCode>
              <c:ptCount val="448"/>
              <c:pt idx="0">
                <c:v>0</c:v>
              </c:pt>
              <c:pt idx="1">
                <c:v>0.00018885427795202678</c:v>
              </c:pt>
              <c:pt idx="2">
                <c:v>0.00018885427795202678</c:v>
              </c:pt>
              <c:pt idx="3">
                <c:v>0.0022600939197508787</c:v>
              </c:pt>
              <c:pt idx="4">
                <c:v>0.0022600939197508787</c:v>
              </c:pt>
              <c:pt idx="5">
                <c:v>0.004835182449197827</c:v>
              </c:pt>
              <c:pt idx="6">
                <c:v>0.004835182449197827</c:v>
              </c:pt>
              <c:pt idx="7">
                <c:v>0.0050145101816366</c:v>
              </c:pt>
              <c:pt idx="8">
                <c:v>0.0050145101816366</c:v>
              </c:pt>
              <c:pt idx="9">
                <c:v>0.005699155848042032</c:v>
              </c:pt>
              <c:pt idx="10">
                <c:v>0.005699155848042032</c:v>
              </c:pt>
              <c:pt idx="11">
                <c:v>0.007079283466281603</c:v>
              </c:pt>
              <c:pt idx="12">
                <c:v>0.007079283466281603</c:v>
              </c:pt>
              <c:pt idx="13">
                <c:v>0.01165334930185341</c:v>
              </c:pt>
              <c:pt idx="14">
                <c:v>0.01165334930185341</c:v>
              </c:pt>
              <c:pt idx="15">
                <c:v>0.01294707616601112</c:v>
              </c:pt>
              <c:pt idx="16">
                <c:v>0.01294707616601112</c:v>
              </c:pt>
              <c:pt idx="17">
                <c:v>0.0148535181442019</c:v>
              </c:pt>
              <c:pt idx="18">
                <c:v>0.0148535181442019</c:v>
              </c:pt>
              <c:pt idx="19">
                <c:v>0.01762384131021295</c:v>
              </c:pt>
              <c:pt idx="20">
                <c:v>0.01762384131021295</c:v>
              </c:pt>
              <c:pt idx="21">
                <c:v>0.01801309420401825</c:v>
              </c:pt>
              <c:pt idx="22">
                <c:v>0.01801309420401825</c:v>
              </c:pt>
              <c:pt idx="23">
                <c:v>0.019621428754258728</c:v>
              </c:pt>
              <c:pt idx="24">
                <c:v>0.019621428754258728</c:v>
              </c:pt>
              <c:pt idx="25">
                <c:v>0.020276210825792867</c:v>
              </c:pt>
              <c:pt idx="26">
                <c:v>0.020276210825792867</c:v>
              </c:pt>
              <c:pt idx="27">
                <c:v>0.023007403248339012</c:v>
              </c:pt>
              <c:pt idx="28">
                <c:v>0.023007403248339012</c:v>
              </c:pt>
              <c:pt idx="29">
                <c:v>0.023119529295742274</c:v>
              </c:pt>
              <c:pt idx="30">
                <c:v>0.023119529295742274</c:v>
              </c:pt>
              <c:pt idx="31">
                <c:v>0.023297325366365217</c:v>
              </c:pt>
              <c:pt idx="32">
                <c:v>0.023297325366365217</c:v>
              </c:pt>
              <c:pt idx="33">
                <c:v>0.02560543836073295</c:v>
              </c:pt>
              <c:pt idx="34">
                <c:v>0.02560543836073295</c:v>
              </c:pt>
              <c:pt idx="35">
                <c:v>0.03235568853977948</c:v>
              </c:pt>
              <c:pt idx="36">
                <c:v>0.03235568853977948</c:v>
              </c:pt>
              <c:pt idx="37">
                <c:v>0.03242526110009141</c:v>
              </c:pt>
              <c:pt idx="38">
                <c:v>0.03242526110009141</c:v>
              </c:pt>
              <c:pt idx="39">
                <c:v>0.03839065129236467</c:v>
              </c:pt>
              <c:pt idx="40">
                <c:v>0.03839065129236467</c:v>
              </c:pt>
              <c:pt idx="41">
                <c:v>0.039712925754000664</c:v>
              </c:pt>
              <c:pt idx="42">
                <c:v>0.039712925754000664</c:v>
              </c:pt>
              <c:pt idx="43">
                <c:v>0.04000566210971993</c:v>
              </c:pt>
              <c:pt idx="44">
                <c:v>0.04000566210971993</c:v>
              </c:pt>
              <c:pt idx="45">
                <c:v>0.04196775395224131</c:v>
              </c:pt>
              <c:pt idx="46">
                <c:v>0.04196775395224131</c:v>
              </c:pt>
              <c:pt idx="47">
                <c:v>0.04266197736964272</c:v>
              </c:pt>
              <c:pt idx="48">
                <c:v>0.04266197736964272</c:v>
              </c:pt>
              <c:pt idx="49">
                <c:v>0.044789000936430574</c:v>
              </c:pt>
              <c:pt idx="50">
                <c:v>0.044789000936430574</c:v>
              </c:pt>
              <c:pt idx="51">
                <c:v>0.04744980984947969</c:v>
              </c:pt>
              <c:pt idx="52">
                <c:v>0.04744980984947969</c:v>
              </c:pt>
              <c:pt idx="53">
                <c:v>0.048515900599582856</c:v>
              </c:pt>
              <c:pt idx="54">
                <c:v>0.048515900599582856</c:v>
              </c:pt>
              <c:pt idx="55">
                <c:v>0.05084512632705106</c:v>
              </c:pt>
              <c:pt idx="56">
                <c:v>0.05084512632705106</c:v>
              </c:pt>
              <c:pt idx="57">
                <c:v>0.05956906306408472</c:v>
              </c:pt>
              <c:pt idx="58">
                <c:v>0.05956906306408472</c:v>
              </c:pt>
              <c:pt idx="59">
                <c:v>0.07591000205534276</c:v>
              </c:pt>
              <c:pt idx="60">
                <c:v>0.07591000205534276</c:v>
              </c:pt>
              <c:pt idx="61">
                <c:v>0.09340621413894393</c:v>
              </c:pt>
              <c:pt idx="62">
                <c:v>0.09340621413894393</c:v>
              </c:pt>
              <c:pt idx="63">
                <c:v>0.10121378422309815</c:v>
              </c:pt>
              <c:pt idx="64">
                <c:v>0.10121378422309815</c:v>
              </c:pt>
              <c:pt idx="65">
                <c:v>0.10575445789824578</c:v>
              </c:pt>
              <c:pt idx="66">
                <c:v>0.10575445789824578</c:v>
              </c:pt>
              <c:pt idx="67">
                <c:v>0.1286190906135037</c:v>
              </c:pt>
              <c:pt idx="68">
                <c:v>0.1286190906135037</c:v>
              </c:pt>
              <c:pt idx="69">
                <c:v>0.1293437147726577</c:v>
              </c:pt>
              <c:pt idx="70">
                <c:v>0.1293437147726577</c:v>
              </c:pt>
              <c:pt idx="71">
                <c:v>0.132648887916647</c:v>
              </c:pt>
              <c:pt idx="72">
                <c:v>0.132648887916647</c:v>
              </c:pt>
              <c:pt idx="73">
                <c:v>0.1357400361148655</c:v>
              </c:pt>
              <c:pt idx="74">
                <c:v>0.1357400361148655</c:v>
              </c:pt>
              <c:pt idx="75">
                <c:v>0.14334919348020736</c:v>
              </c:pt>
              <c:pt idx="76">
                <c:v>0.14334919348020736</c:v>
              </c:pt>
              <c:pt idx="77">
                <c:v>0.14546786133148873</c:v>
              </c:pt>
              <c:pt idx="78">
                <c:v>0.14546786133148873</c:v>
              </c:pt>
              <c:pt idx="79">
                <c:v>0.14816406808527074</c:v>
              </c:pt>
              <c:pt idx="80">
                <c:v>0.14816406808527074</c:v>
              </c:pt>
              <c:pt idx="81">
                <c:v>0.14833948088031537</c:v>
              </c:pt>
              <c:pt idx="82">
                <c:v>0.14833948088031537</c:v>
              </c:pt>
              <c:pt idx="83">
                <c:v>0.15194398971379094</c:v>
              </c:pt>
              <c:pt idx="84">
                <c:v>0.15194398971379094</c:v>
              </c:pt>
              <c:pt idx="85">
                <c:v>0.15711369986026513</c:v>
              </c:pt>
              <c:pt idx="86">
                <c:v>0.15711369986026513</c:v>
              </c:pt>
              <c:pt idx="87">
                <c:v>0.16468244932010473</c:v>
              </c:pt>
              <c:pt idx="88">
                <c:v>0.16468244932010473</c:v>
              </c:pt>
              <c:pt idx="89">
                <c:v>0.16831959850324588</c:v>
              </c:pt>
              <c:pt idx="90">
                <c:v>0.16831959850324588</c:v>
              </c:pt>
              <c:pt idx="91">
                <c:v>0.16936110488080014</c:v>
              </c:pt>
              <c:pt idx="92">
                <c:v>0.16936110488080014</c:v>
              </c:pt>
              <c:pt idx="93">
                <c:v>0.17082265289189763</c:v>
              </c:pt>
              <c:pt idx="94">
                <c:v>0.17082265289189763</c:v>
              </c:pt>
              <c:pt idx="95">
                <c:v>0.17237255718459524</c:v>
              </c:pt>
              <c:pt idx="96">
                <c:v>0.17237255718459524</c:v>
              </c:pt>
              <c:pt idx="97">
                <c:v>0.17647324204975737</c:v>
              </c:pt>
              <c:pt idx="98">
                <c:v>0.17647324204975737</c:v>
              </c:pt>
              <c:pt idx="99">
                <c:v>0.19430343793955587</c:v>
              </c:pt>
              <c:pt idx="100">
                <c:v>0.19430343793955587</c:v>
              </c:pt>
              <c:pt idx="101">
                <c:v>0.19519529942285094</c:v>
              </c:pt>
              <c:pt idx="102">
                <c:v>0.19519529942285094</c:v>
              </c:pt>
              <c:pt idx="103">
                <c:v>0.21459742270327808</c:v>
              </c:pt>
              <c:pt idx="104">
                <c:v>0.21459742270327808</c:v>
              </c:pt>
              <c:pt idx="105">
                <c:v>0.2434245330702976</c:v>
              </c:pt>
              <c:pt idx="106">
                <c:v>0.2434245330702976</c:v>
              </c:pt>
              <c:pt idx="107">
                <c:v>0.26056652031648364</c:v>
              </c:pt>
              <c:pt idx="108">
                <c:v>0.26056652031648364</c:v>
              </c:pt>
              <c:pt idx="109">
                <c:v>0.2756257824744006</c:v>
              </c:pt>
              <c:pt idx="110">
                <c:v>0.2756257824744006</c:v>
              </c:pt>
              <c:pt idx="111">
                <c:v>0.27626157580485555</c:v>
              </c:pt>
              <c:pt idx="112">
                <c:v>0.27626157580485555</c:v>
              </c:pt>
              <c:pt idx="113">
                <c:v>0.28018542108167405</c:v>
              </c:pt>
              <c:pt idx="114">
                <c:v>0.28018542108167405</c:v>
              </c:pt>
              <c:pt idx="115">
                <c:v>0.28292784018614303</c:v>
              </c:pt>
              <c:pt idx="116">
                <c:v>0.28292784018614303</c:v>
              </c:pt>
              <c:pt idx="117">
                <c:v>0.28685395740604835</c:v>
              </c:pt>
              <c:pt idx="118">
                <c:v>0.28685395740604835</c:v>
              </c:pt>
              <c:pt idx="119">
                <c:v>0.2943239989585482</c:v>
              </c:pt>
              <c:pt idx="120">
                <c:v>0.2943239989585482</c:v>
              </c:pt>
              <c:pt idx="121">
                <c:v>0.31377922501094807</c:v>
              </c:pt>
              <c:pt idx="122">
                <c:v>0.31377922501094807</c:v>
              </c:pt>
              <c:pt idx="123">
                <c:v>0.31614311456108674</c:v>
              </c:pt>
              <c:pt idx="124">
                <c:v>0.31614311456108674</c:v>
              </c:pt>
              <c:pt idx="125">
                <c:v>0.33480380631221934</c:v>
              </c:pt>
              <c:pt idx="126">
                <c:v>0.33480380631221934</c:v>
              </c:pt>
              <c:pt idx="127">
                <c:v>0.3445309833692782</c:v>
              </c:pt>
              <c:pt idx="128">
                <c:v>0.3445309833692782</c:v>
              </c:pt>
              <c:pt idx="129">
                <c:v>0.35623750296064194</c:v>
              </c:pt>
              <c:pt idx="130">
                <c:v>0.35623750296064194</c:v>
              </c:pt>
              <c:pt idx="131">
                <c:v>0.359842946512876</c:v>
              </c:pt>
              <c:pt idx="132">
                <c:v>0.359842946512876</c:v>
              </c:pt>
              <c:pt idx="133">
                <c:v>0.3650947076148327</c:v>
              </c:pt>
              <c:pt idx="134">
                <c:v>0.3650947076148327</c:v>
              </c:pt>
              <c:pt idx="135">
                <c:v>0.3688505399844664</c:v>
              </c:pt>
              <c:pt idx="136">
                <c:v>0.3688505399844664</c:v>
              </c:pt>
              <c:pt idx="137">
                <c:v>0.3715472731457108</c:v>
              </c:pt>
              <c:pt idx="138">
                <c:v>0.3715472731457108</c:v>
              </c:pt>
              <c:pt idx="139">
                <c:v>0.3799937261490292</c:v>
              </c:pt>
              <c:pt idx="140">
                <c:v>0.3799937261490292</c:v>
              </c:pt>
              <c:pt idx="141">
                <c:v>0.38542007559517566</c:v>
              </c:pt>
              <c:pt idx="142">
                <c:v>0.38542007559517566</c:v>
              </c:pt>
              <c:pt idx="143">
                <c:v>0.39348424543586036</c:v>
              </c:pt>
              <c:pt idx="144">
                <c:v>0.39348424543586036</c:v>
              </c:pt>
              <c:pt idx="145">
                <c:v>0.41398290719385034</c:v>
              </c:pt>
              <c:pt idx="146">
                <c:v>0.41398290719385034</c:v>
              </c:pt>
              <c:pt idx="147">
                <c:v>0.4186847595131933</c:v>
              </c:pt>
              <c:pt idx="148">
                <c:v>0.4186847595131933</c:v>
              </c:pt>
              <c:pt idx="149">
                <c:v>0.445171953770833</c:v>
              </c:pt>
              <c:pt idx="150">
                <c:v>0.445171953770833</c:v>
              </c:pt>
              <c:pt idx="151">
                <c:v>0.4703545029945133</c:v>
              </c:pt>
              <c:pt idx="152">
                <c:v>0.4703545029945133</c:v>
              </c:pt>
              <c:pt idx="153">
                <c:v>0.4970421761481772</c:v>
              </c:pt>
              <c:pt idx="154">
                <c:v>0.4970421761481772</c:v>
              </c:pt>
              <c:pt idx="155">
                <c:v>0.5</c:v>
              </c:pt>
              <c:pt idx="156">
                <c:v>0.5</c:v>
              </c:pt>
              <c:pt idx="157">
                <c:v>0.502204321155017</c:v>
              </c:pt>
              <c:pt idx="158">
                <c:v>0.502204321155017</c:v>
              </c:pt>
              <c:pt idx="159">
                <c:v>0.522512795712433</c:v>
              </c:pt>
              <c:pt idx="160">
                <c:v>0.522512795712433</c:v>
              </c:pt>
              <c:pt idx="161">
                <c:v>0.5377485320288458</c:v>
              </c:pt>
              <c:pt idx="162">
                <c:v>0.5377485320288458</c:v>
              </c:pt>
              <c:pt idx="163">
                <c:v>0.5598543145835205</c:v>
              </c:pt>
              <c:pt idx="164">
                <c:v>0.5598543145835205</c:v>
              </c:pt>
              <c:pt idx="165">
                <c:v>0.5878563360213148</c:v>
              </c:pt>
              <c:pt idx="166">
                <c:v>0.5878563360213148</c:v>
              </c:pt>
              <c:pt idx="167">
                <c:v>0.5900908210355861</c:v>
              </c:pt>
              <c:pt idx="168">
                <c:v>0.5900908210355861</c:v>
              </c:pt>
              <c:pt idx="169">
                <c:v>0.5986090927376397</c:v>
              </c:pt>
              <c:pt idx="170">
                <c:v>0.5986090927376397</c:v>
              </c:pt>
              <c:pt idx="171">
                <c:v>0.5994804905294684</c:v>
              </c:pt>
              <c:pt idx="172">
                <c:v>0.5994804905294684</c:v>
              </c:pt>
              <c:pt idx="173">
                <c:v>0.6212514865389389</c:v>
              </c:pt>
              <c:pt idx="174">
                <c:v>0.6212514865389389</c:v>
              </c:pt>
              <c:pt idx="175">
                <c:v>0.639136782252912</c:v>
              </c:pt>
              <c:pt idx="176">
                <c:v>0.639136782252912</c:v>
              </c:pt>
              <c:pt idx="177">
                <c:v>0.6700338846395502</c:v>
              </c:pt>
              <c:pt idx="178">
                <c:v>0.6700338846395502</c:v>
              </c:pt>
              <c:pt idx="179">
                <c:v>0.679566751749064</c:v>
              </c:pt>
              <c:pt idx="180">
                <c:v>0.679566751749064</c:v>
              </c:pt>
              <c:pt idx="181">
                <c:v>0.6848501203348499</c:v>
              </c:pt>
              <c:pt idx="182">
                <c:v>0.6848501203348499</c:v>
              </c:pt>
              <c:pt idx="183">
                <c:v>0.6852236977900308</c:v>
              </c:pt>
              <c:pt idx="184">
                <c:v>0.6852236977900308</c:v>
              </c:pt>
              <c:pt idx="185">
                <c:v>0.6924171371043775</c:v>
              </c:pt>
              <c:pt idx="186">
                <c:v>0.6924171371043775</c:v>
              </c:pt>
              <c:pt idx="187">
                <c:v>0.6948622318891109</c:v>
              </c:pt>
              <c:pt idx="188">
                <c:v>0.6948622318891109</c:v>
              </c:pt>
              <c:pt idx="189">
                <c:v>0.7099682034989009</c:v>
              </c:pt>
              <c:pt idx="190">
                <c:v>0.7099682034989009</c:v>
              </c:pt>
              <c:pt idx="191">
                <c:v>0.7165279955603032</c:v>
              </c:pt>
              <c:pt idx="192">
                <c:v>0.7165279955603032</c:v>
              </c:pt>
              <c:pt idx="193">
                <c:v>0.7665537396417967</c:v>
              </c:pt>
              <c:pt idx="194">
                <c:v>0.7665537396417967</c:v>
              </c:pt>
              <c:pt idx="195">
                <c:v>0.7713752128643675</c:v>
              </c:pt>
              <c:pt idx="196">
                <c:v>0.7713752128643675</c:v>
              </c:pt>
              <c:pt idx="197">
                <c:v>0.7749222624738352</c:v>
              </c:pt>
              <c:pt idx="198">
                <c:v>0.7749222624738352</c:v>
              </c:pt>
              <c:pt idx="199">
                <c:v>0.7813726502819218</c:v>
              </c:pt>
              <c:pt idx="200">
                <c:v>0.7813726502819218</c:v>
              </c:pt>
              <c:pt idx="201">
                <c:v>0.8072779510136148</c:v>
              </c:pt>
              <c:pt idx="202">
                <c:v>0.8072779510136148</c:v>
              </c:pt>
              <c:pt idx="203">
                <c:v>0.8285398818666121</c:v>
              </c:pt>
              <c:pt idx="204">
                <c:v>0.8285398818666121</c:v>
              </c:pt>
              <c:pt idx="205">
                <c:v>0.8913633356968993</c:v>
              </c:pt>
              <c:pt idx="206">
                <c:v>0.8913633356968993</c:v>
              </c:pt>
              <c:pt idx="207">
                <c:v>0.9317375143920361</c:v>
              </c:pt>
              <c:pt idx="208">
                <c:v>0.9317375143920361</c:v>
              </c:pt>
              <c:pt idx="209">
                <c:v>0.947363780846292</c:v>
              </c:pt>
              <c:pt idx="210">
                <c:v>0.947363780846292</c:v>
              </c:pt>
              <c:pt idx="211">
                <c:v>0.949865772368216</c:v>
              </c:pt>
              <c:pt idx="212">
                <c:v>0.949865772368216</c:v>
              </c:pt>
              <c:pt idx="213">
                <c:v>1</c:v>
              </c:pt>
              <c:pt idx="214">
                <c:v>1</c:v>
              </c:pt>
              <c:pt idx="215">
                <c:v>1.0046820709766444</c:v>
              </c:pt>
              <c:pt idx="216">
                <c:v>1.0046820709766444</c:v>
              </c:pt>
              <c:pt idx="217">
                <c:v>1.0097662726116683</c:v>
              </c:pt>
              <c:pt idx="218">
                <c:v>1.0097662726116683</c:v>
              </c:pt>
              <c:pt idx="219">
                <c:v>1.015382518071133</c:v>
              </c:pt>
              <c:pt idx="220">
                <c:v>1.015382518071133</c:v>
              </c:pt>
              <c:pt idx="221">
                <c:v>1.0569037391770282</c:v>
              </c:pt>
              <c:pt idx="222">
                <c:v>1.0569037391770282</c:v>
              </c:pt>
              <c:pt idx="223">
                <c:v>1.0684316675028684</c:v>
              </c:pt>
              <c:pt idx="224">
                <c:v>1.0684316675028684</c:v>
              </c:pt>
              <c:pt idx="225">
                <c:v>1.0829499130601903</c:v>
              </c:pt>
              <c:pt idx="226">
                <c:v>1.0829499130601903</c:v>
              </c:pt>
              <c:pt idx="227">
                <c:v>1.0978020061433342</c:v>
              </c:pt>
              <c:pt idx="228">
                <c:v>1.0978020061433342</c:v>
              </c:pt>
              <c:pt idx="229">
                <c:v>1.115685903662933</c:v>
              </c:pt>
              <c:pt idx="230">
                <c:v>1.115685903662933</c:v>
              </c:pt>
              <c:pt idx="231">
                <c:v>1.1795218904112015</c:v>
              </c:pt>
              <c:pt idx="232">
                <c:v>1.1795218904112015</c:v>
              </c:pt>
              <c:pt idx="233">
                <c:v>1.2158692977371603</c:v>
              </c:pt>
              <c:pt idx="234">
                <c:v>1.2158692977371603</c:v>
              </c:pt>
              <c:pt idx="235">
                <c:v>1.317027827581646</c:v>
              </c:pt>
              <c:pt idx="236">
                <c:v>1.317027827581646</c:v>
              </c:pt>
              <c:pt idx="237">
                <c:v>1.3472557054571228</c:v>
              </c:pt>
              <c:pt idx="238">
                <c:v>1.3472557054571228</c:v>
              </c:pt>
              <c:pt idx="239">
                <c:v>1.3669572000626182</c:v>
              </c:pt>
              <c:pt idx="240">
                <c:v>1.3669572000626182</c:v>
              </c:pt>
              <c:pt idx="241">
                <c:v>1.3733497470460678</c:v>
              </c:pt>
              <c:pt idx="242">
                <c:v>1.3733497470460678</c:v>
              </c:pt>
              <c:pt idx="243">
                <c:v>1.3940648065494967</c:v>
              </c:pt>
              <c:pt idx="244">
                <c:v>1.3940648065494967</c:v>
              </c:pt>
              <c:pt idx="245">
                <c:v>1.435397880814403</c:v>
              </c:pt>
              <c:pt idx="246">
                <c:v>1.435397880814403</c:v>
              </c:pt>
              <c:pt idx="247">
                <c:v>1.4875404308362814</c:v>
              </c:pt>
              <c:pt idx="248">
                <c:v>1.4875404308362814</c:v>
              </c:pt>
              <c:pt idx="249">
                <c:v>1.5033898615493957</c:v>
              </c:pt>
              <c:pt idx="250">
                <c:v>1.5033898615493957</c:v>
              </c:pt>
              <c:pt idx="251">
                <c:v>1.5225820319903816</c:v>
              </c:pt>
              <c:pt idx="252">
                <c:v>1.5225820319903816</c:v>
              </c:pt>
              <c:pt idx="253">
                <c:v>1.5885964615239403</c:v>
              </c:pt>
              <c:pt idx="254">
                <c:v>1.5885964615239403</c:v>
              </c:pt>
              <c:pt idx="255">
                <c:v>1.5953535310985538</c:v>
              </c:pt>
              <c:pt idx="256">
                <c:v>1.5953535310985538</c:v>
              </c:pt>
              <c:pt idx="257">
                <c:v>1.65505952237088</c:v>
              </c:pt>
              <c:pt idx="258">
                <c:v>1.65505952237088</c:v>
              </c:pt>
              <c:pt idx="259">
                <c:v>1.667700397670812</c:v>
              </c:pt>
              <c:pt idx="260">
                <c:v>1.667700397670812</c:v>
              </c:pt>
              <c:pt idx="261">
                <c:v>1.7206103662182115</c:v>
              </c:pt>
              <c:pt idx="262">
                <c:v>1.7206103662182115</c:v>
              </c:pt>
              <c:pt idx="263">
                <c:v>1.7421778389858245</c:v>
              </c:pt>
              <c:pt idx="264">
                <c:v>1.7421778389858245</c:v>
              </c:pt>
              <c:pt idx="265">
                <c:v>1.8252924811609457</c:v>
              </c:pt>
              <c:pt idx="266">
                <c:v>1.8252924811609457</c:v>
              </c:pt>
              <c:pt idx="267">
                <c:v>1.8508615565674333</c:v>
              </c:pt>
              <c:pt idx="268">
                <c:v>1.8508615565674333</c:v>
              </c:pt>
              <c:pt idx="269">
                <c:v>1.8853898367128863</c:v>
              </c:pt>
              <c:pt idx="270">
                <c:v>1.8853898367128863</c:v>
              </c:pt>
              <c:pt idx="271">
                <c:v>1.9195295717082363</c:v>
              </c:pt>
              <c:pt idx="272">
                <c:v>1.9195295717082363</c:v>
              </c:pt>
              <c:pt idx="273">
                <c:v>1.9313089098408287</c:v>
              </c:pt>
              <c:pt idx="274">
                <c:v>1.9313089098408287</c:v>
              </c:pt>
              <c:pt idx="275">
                <c:v>2</c:v>
              </c:pt>
              <c:pt idx="276">
                <c:v>2</c:v>
              </c:pt>
              <c:pt idx="277">
                <c:v>2.041066888753209</c:v>
              </c:pt>
              <c:pt idx="278">
                <c:v>2.041066888753209</c:v>
              </c:pt>
              <c:pt idx="279">
                <c:v>2.0674590155559756</c:v>
              </c:pt>
              <c:pt idx="280">
                <c:v>2.0674590155559756</c:v>
              </c:pt>
              <c:pt idx="281">
                <c:v>2.0798652006257607</c:v>
              </c:pt>
              <c:pt idx="282">
                <c:v>2.0798652006257607</c:v>
              </c:pt>
              <c:pt idx="283">
                <c:v>2.0802395360837336</c:v>
              </c:pt>
              <c:pt idx="284">
                <c:v>2.0802395360837336</c:v>
              </c:pt>
              <c:pt idx="285">
                <c:v>2.2111350035376813</c:v>
              </c:pt>
              <c:pt idx="286">
                <c:v>2.2111350035376813</c:v>
              </c:pt>
              <c:pt idx="287">
                <c:v>2.2335461876333746</c:v>
              </c:pt>
              <c:pt idx="288">
                <c:v>2.2335461876333746</c:v>
              </c:pt>
              <c:pt idx="289">
                <c:v>2.2589946659941527</c:v>
              </c:pt>
              <c:pt idx="290">
                <c:v>2.2589946659941527</c:v>
              </c:pt>
              <c:pt idx="291">
                <c:v>2.641166930368072</c:v>
              </c:pt>
              <c:pt idx="292">
                <c:v>2.641166930368072</c:v>
              </c:pt>
              <c:pt idx="293">
                <c:v>3.2969262321033477</c:v>
              </c:pt>
              <c:pt idx="294">
                <c:v>3.2969262321033477</c:v>
              </c:pt>
              <c:pt idx="295">
                <c:v>3.3775038753202895</c:v>
              </c:pt>
              <c:pt idx="296">
                <c:v>3.3775038753202895</c:v>
              </c:pt>
              <c:pt idx="297">
                <c:v>3.421522615889293</c:v>
              </c:pt>
              <c:pt idx="298">
                <c:v>3.421522615889293</c:v>
              </c:pt>
              <c:pt idx="299">
                <c:v>3.6006917277293797</c:v>
              </c:pt>
              <c:pt idx="300">
                <c:v>3.6006917277293797</c:v>
              </c:pt>
              <c:pt idx="301">
                <c:v>3.683960447789895</c:v>
              </c:pt>
              <c:pt idx="302">
                <c:v>3.683960447789895</c:v>
              </c:pt>
              <c:pt idx="303">
                <c:v>3.789224412735341</c:v>
              </c:pt>
              <c:pt idx="304">
                <c:v>3.789224412735341</c:v>
              </c:pt>
              <c:pt idx="305">
                <c:v>3.809382071665062</c:v>
              </c:pt>
              <c:pt idx="306">
                <c:v>3.809382071665062</c:v>
              </c:pt>
              <c:pt idx="307">
                <c:v>3.8210703961267125</c:v>
              </c:pt>
              <c:pt idx="308">
                <c:v>3.8210703961267125</c:v>
              </c:pt>
              <c:pt idx="309">
                <c:v>3.863055792831288</c:v>
              </c:pt>
              <c:pt idx="310">
                <c:v>3.863055792831288</c:v>
              </c:pt>
              <c:pt idx="311">
                <c:v>3.916611782207935</c:v>
              </c:pt>
              <c:pt idx="312">
                <c:v>3.916611782207935</c:v>
              </c:pt>
              <c:pt idx="313">
                <c:v>3.977302908859072</c:v>
              </c:pt>
              <c:pt idx="314">
                <c:v>3.977302908859072</c:v>
              </c:pt>
              <c:pt idx="315">
                <c:v>4.057430429613408</c:v>
              </c:pt>
              <c:pt idx="316">
                <c:v>4.057430429613408</c:v>
              </c:pt>
              <c:pt idx="317">
                <c:v>4.246094852004865</c:v>
              </c:pt>
              <c:pt idx="318">
                <c:v>4.246094852004865</c:v>
              </c:pt>
              <c:pt idx="319">
                <c:v>4.990460317712504</c:v>
              </c:pt>
              <c:pt idx="320">
                <c:v>4.990460317712504</c:v>
              </c:pt>
              <c:pt idx="321">
                <c:v>5</c:v>
              </c:pt>
              <c:pt idx="322">
                <c:v>5</c:v>
              </c:pt>
              <c:pt idx="323">
                <c:v>5.231433225430366</c:v>
              </c:pt>
              <c:pt idx="324">
                <c:v>5.231433225430366</c:v>
              </c:pt>
              <c:pt idx="325">
                <c:v>5.305345807544239</c:v>
              </c:pt>
              <c:pt idx="326">
                <c:v>5.305345807544239</c:v>
              </c:pt>
              <c:pt idx="327">
                <c:v>5.315917289882915</c:v>
              </c:pt>
              <c:pt idx="328">
                <c:v>5.315917289882915</c:v>
              </c:pt>
              <c:pt idx="329">
                <c:v>5.334846175056569</c:v>
              </c:pt>
              <c:pt idx="330">
                <c:v>5.334846175056569</c:v>
              </c:pt>
              <c:pt idx="331">
                <c:v>5.454604048712843</c:v>
              </c:pt>
              <c:pt idx="332">
                <c:v>5.454604048712843</c:v>
              </c:pt>
              <c:pt idx="333">
                <c:v>5.501363685031045</c:v>
              </c:pt>
              <c:pt idx="334">
                <c:v>5.501363685031045</c:v>
              </c:pt>
              <c:pt idx="335">
                <c:v>5.5232914357107825</c:v>
              </c:pt>
              <c:pt idx="336">
                <c:v>5.5232914357107825</c:v>
              </c:pt>
              <c:pt idx="337">
                <c:v>5.599785182099995</c:v>
              </c:pt>
              <c:pt idx="338">
                <c:v>5.599785182099995</c:v>
              </c:pt>
              <c:pt idx="339">
                <c:v>5.835741554252041</c:v>
              </c:pt>
              <c:pt idx="340">
                <c:v>5.835741554252041</c:v>
              </c:pt>
              <c:pt idx="341">
                <c:v>5.843417534956221</c:v>
              </c:pt>
              <c:pt idx="342">
                <c:v>5.843417534956221</c:v>
              </c:pt>
              <c:pt idx="343">
                <c:v>5.87526233375221</c:v>
              </c:pt>
              <c:pt idx="344">
                <c:v>5.87526233375221</c:v>
              </c:pt>
              <c:pt idx="345">
                <c:v>5.989638509473673</c:v>
              </c:pt>
              <c:pt idx="346">
                <c:v>5.989638509473673</c:v>
              </c:pt>
              <c:pt idx="347">
                <c:v>6.018514619204306</c:v>
              </c:pt>
              <c:pt idx="348">
                <c:v>6.018514619204306</c:v>
              </c:pt>
              <c:pt idx="349">
                <c:v>6.343227019676621</c:v>
              </c:pt>
              <c:pt idx="350">
                <c:v>6.343227019676621</c:v>
              </c:pt>
              <c:pt idx="351">
                <c:v>6.497727758932633</c:v>
              </c:pt>
              <c:pt idx="352">
                <c:v>6.497727758932633</c:v>
              </c:pt>
              <c:pt idx="353">
                <c:v>7.142342335663847</c:v>
              </c:pt>
              <c:pt idx="354">
                <c:v>7.142342335663847</c:v>
              </c:pt>
              <c:pt idx="355">
                <c:v>7.144597267595001</c:v>
              </c:pt>
              <c:pt idx="356">
                <c:v>7.144597267595001</c:v>
              </c:pt>
              <c:pt idx="357">
                <c:v>7.422198913186824</c:v>
              </c:pt>
              <c:pt idx="358">
                <c:v>7.422198913186824</c:v>
              </c:pt>
              <c:pt idx="359">
                <c:v>7.59121994324735</c:v>
              </c:pt>
              <c:pt idx="360">
                <c:v>7.59121994324735</c:v>
              </c:pt>
              <c:pt idx="361">
                <c:v>7.917392392246887</c:v>
              </c:pt>
              <c:pt idx="362">
                <c:v>7.917392392246887</c:v>
              </c:pt>
              <c:pt idx="363">
                <c:v>8.350509871525002</c:v>
              </c:pt>
              <c:pt idx="364">
                <c:v>8.350509871525002</c:v>
              </c:pt>
              <c:pt idx="365">
                <c:v>8.65386662550039</c:v>
              </c:pt>
              <c:pt idx="366">
                <c:v>8.65386662550039</c:v>
              </c:pt>
              <c:pt idx="367">
                <c:v>8.701608160444522</c:v>
              </c:pt>
              <c:pt idx="368">
                <c:v>8.701608160444522</c:v>
              </c:pt>
              <c:pt idx="369">
                <c:v>8.868134591391936</c:v>
              </c:pt>
              <c:pt idx="370">
                <c:v>8.868134591391936</c:v>
              </c:pt>
              <c:pt idx="371">
                <c:v>9.89627346553346</c:v>
              </c:pt>
              <c:pt idx="372">
                <c:v>9.89627346553346</c:v>
              </c:pt>
              <c:pt idx="373">
                <c:v>10</c:v>
              </c:pt>
              <c:pt idx="374">
                <c:v>10</c:v>
              </c:pt>
              <c:pt idx="375">
                <c:v>10.187653471874338</c:v>
              </c:pt>
              <c:pt idx="376">
                <c:v>10.187653471874338</c:v>
              </c:pt>
              <c:pt idx="377">
                <c:v>10.528094201820275</c:v>
              </c:pt>
              <c:pt idx="378">
                <c:v>10.528094201820275</c:v>
              </c:pt>
              <c:pt idx="379">
                <c:v>10.673679847405335</c:v>
              </c:pt>
              <c:pt idx="380">
                <c:v>10.673679847405335</c:v>
              </c:pt>
              <c:pt idx="381">
                <c:v>10.782988781433195</c:v>
              </c:pt>
              <c:pt idx="382">
                <c:v>10.782988781433195</c:v>
              </c:pt>
              <c:pt idx="383">
                <c:v>10.911748332598417</c:v>
              </c:pt>
              <c:pt idx="384">
                <c:v>10.911748332598417</c:v>
              </c:pt>
              <c:pt idx="385">
                <c:v>11.209705561073406</c:v>
              </c:pt>
              <c:pt idx="386">
                <c:v>11.209705561073406</c:v>
              </c:pt>
              <c:pt idx="387">
                <c:v>11.56079685742189</c:v>
              </c:pt>
              <c:pt idx="388">
                <c:v>11.56079685742189</c:v>
              </c:pt>
              <c:pt idx="389">
                <c:v>11.572333242135645</c:v>
              </c:pt>
              <c:pt idx="390">
                <c:v>11.572333242135645</c:v>
              </c:pt>
              <c:pt idx="391">
                <c:v>11.607440159857193</c:v>
              </c:pt>
              <c:pt idx="392">
                <c:v>11.607440159857193</c:v>
              </c:pt>
              <c:pt idx="393">
                <c:v>11.811356470177031</c:v>
              </c:pt>
              <c:pt idx="394">
                <c:v>11.811356470177031</c:v>
              </c:pt>
              <c:pt idx="395">
                <c:v>12.36368549160061</c:v>
              </c:pt>
              <c:pt idx="396">
                <c:v>12.36368549160061</c:v>
              </c:pt>
              <c:pt idx="397">
                <c:v>12.45132538137885</c:v>
              </c:pt>
              <c:pt idx="398">
                <c:v>12.45132538137885</c:v>
              </c:pt>
              <c:pt idx="399">
                <c:v>13.235683955096572</c:v>
              </c:pt>
              <c:pt idx="400">
                <c:v>13.235683955096572</c:v>
              </c:pt>
              <c:pt idx="401">
                <c:v>13.98018007397727</c:v>
              </c:pt>
              <c:pt idx="402">
                <c:v>13.98018007397727</c:v>
              </c:pt>
              <c:pt idx="403">
                <c:v>14.033159688533473</c:v>
              </c:pt>
              <c:pt idx="404">
                <c:v>14.033159688533473</c:v>
              </c:pt>
              <c:pt idx="405">
                <c:v>14.741913595711925</c:v>
              </c:pt>
              <c:pt idx="406">
                <c:v>14.741913595711925</c:v>
              </c:pt>
              <c:pt idx="407">
                <c:v>15</c:v>
              </c:pt>
              <c:pt idx="408">
                <c:v>15</c:v>
              </c:pt>
              <c:pt idx="409">
                <c:v>15.094396704165566</c:v>
              </c:pt>
              <c:pt idx="410">
                <c:v>15.094396704165566</c:v>
              </c:pt>
              <c:pt idx="411">
                <c:v>15.750112445640992</c:v>
              </c:pt>
              <c:pt idx="412">
                <c:v>15.750112445640992</c:v>
              </c:pt>
              <c:pt idx="413">
                <c:v>15.9965139698617</c:v>
              </c:pt>
              <c:pt idx="414">
                <c:v>15.9965139698617</c:v>
              </c:pt>
              <c:pt idx="415">
                <c:v>16.98624345209068</c:v>
              </c:pt>
              <c:pt idx="416">
                <c:v>16.98624345209068</c:v>
              </c:pt>
              <c:pt idx="417">
                <c:v>17.39796796909512</c:v>
              </c:pt>
              <c:pt idx="418">
                <c:v>17.39796796909512</c:v>
              </c:pt>
              <c:pt idx="419">
                <c:v>19.459197289689474</c:v>
              </c:pt>
              <c:pt idx="420">
                <c:v>19.459197289689474</c:v>
              </c:pt>
              <c:pt idx="421">
                <c:v>19.563867795215497</c:v>
              </c:pt>
              <c:pt idx="422">
                <c:v>19.563867795215497</c:v>
              </c:pt>
              <c:pt idx="423">
                <c:v>19.674813823324968</c:v>
              </c:pt>
              <c:pt idx="424">
                <c:v>19.674813823324968</c:v>
              </c:pt>
              <c:pt idx="425">
                <c:v>20</c:v>
              </c:pt>
              <c:pt idx="426">
                <c:v>20</c:v>
              </c:pt>
              <c:pt idx="427">
                <c:v>23.03638004357276</c:v>
              </c:pt>
              <c:pt idx="428">
                <c:v>23.03638004357276</c:v>
              </c:pt>
              <c:pt idx="429">
                <c:v>23.78588308271156</c:v>
              </c:pt>
              <c:pt idx="430">
                <c:v>23.78588308271156</c:v>
              </c:pt>
              <c:pt idx="431">
                <c:v>26.955352627445485</c:v>
              </c:pt>
              <c:pt idx="432">
                <c:v>26.955352627445485</c:v>
              </c:pt>
              <c:pt idx="433">
                <c:v>27.64850090239322</c:v>
              </c:pt>
              <c:pt idx="434">
                <c:v>27.64850090239322</c:v>
              </c:pt>
              <c:pt idx="435">
                <c:v>29.48544529338849</c:v>
              </c:pt>
              <c:pt idx="436">
                <c:v>29.48544529338849</c:v>
              </c:pt>
              <c:pt idx="437">
                <c:v>30</c:v>
              </c:pt>
              <c:pt idx="438">
                <c:v>30</c:v>
              </c:pt>
              <c:pt idx="439">
                <c:v>33.37266516630498</c:v>
              </c:pt>
              <c:pt idx="440">
                <c:v>33.37266516630498</c:v>
              </c:pt>
              <c:pt idx="441">
                <c:v>38.21599041900935</c:v>
              </c:pt>
              <c:pt idx="442">
                <c:v>38.21599041900935</c:v>
              </c:pt>
              <c:pt idx="443">
                <c:v>50</c:v>
              </c:pt>
              <c:pt idx="444">
                <c:v>50</c:v>
              </c:pt>
              <c:pt idx="445">
                <c:v>52.584009839800494</c:v>
              </c:pt>
              <c:pt idx="446">
                <c:v>52.584009839800494</c:v>
              </c:pt>
              <c:pt idx="447">
                <c:v>70</c:v>
              </c:pt>
            </c:numLit>
          </c:xVal>
          <c:yVal>
            <c:numLit>
              <c:formatCode>0.0</c:formatCode>
              <c:ptCount val="448"/>
              <c:pt idx="0">
                <c:v>6.177727354503642</c:v>
              </c:pt>
              <c:pt idx="1">
                <c:v>6.177727354503642</c:v>
              </c:pt>
              <c:pt idx="2">
                <c:v>6.177727354503642</c:v>
              </c:pt>
              <c:pt idx="3">
                <c:v>6.177727354503642</c:v>
              </c:pt>
              <c:pt idx="4">
                <c:v>6.177727354503642</c:v>
              </c:pt>
              <c:pt idx="5">
                <c:v>6.177727354503642</c:v>
              </c:pt>
              <c:pt idx="6">
                <c:v>6.177727354503642</c:v>
              </c:pt>
              <c:pt idx="7">
                <c:v>6.177727354503642</c:v>
              </c:pt>
              <c:pt idx="8">
                <c:v>6.177727354503642</c:v>
              </c:pt>
              <c:pt idx="9">
                <c:v>6.177727354503642</c:v>
              </c:pt>
              <c:pt idx="10">
                <c:v>6.177727354503642</c:v>
              </c:pt>
              <c:pt idx="11">
                <c:v>6.177727354503642</c:v>
              </c:pt>
              <c:pt idx="12">
                <c:v>6.177727354503642</c:v>
              </c:pt>
              <c:pt idx="13">
                <c:v>6.177727354503642</c:v>
              </c:pt>
              <c:pt idx="14">
                <c:v>6.177727354503642</c:v>
              </c:pt>
              <c:pt idx="15">
                <c:v>6.177727354503642</c:v>
              </c:pt>
              <c:pt idx="16">
                <c:v>6.177727354503642</c:v>
              </c:pt>
              <c:pt idx="17">
                <c:v>6.177727354503642</c:v>
              </c:pt>
              <c:pt idx="18">
                <c:v>6.177727354503642</c:v>
              </c:pt>
              <c:pt idx="19">
                <c:v>6.177727354503642</c:v>
              </c:pt>
              <c:pt idx="20">
                <c:v>5.528883819256998</c:v>
              </c:pt>
              <c:pt idx="21">
                <c:v>5.528883819256998</c:v>
              </c:pt>
              <c:pt idx="22">
                <c:v>5.51668413668829</c:v>
              </c:pt>
              <c:pt idx="23">
                <c:v>5.51668413668829</c:v>
              </c:pt>
              <c:pt idx="24">
                <c:v>5.51668413668829</c:v>
              </c:pt>
              <c:pt idx="25">
                <c:v>5.51668413668829</c:v>
              </c:pt>
              <c:pt idx="26">
                <c:v>5.51668413668829</c:v>
              </c:pt>
              <c:pt idx="27">
                <c:v>5.51668413668829</c:v>
              </c:pt>
              <c:pt idx="28">
                <c:v>5.51668413668829</c:v>
              </c:pt>
              <c:pt idx="29">
                <c:v>5.51668413668829</c:v>
              </c:pt>
              <c:pt idx="30">
                <c:v>5.51668413668829</c:v>
              </c:pt>
              <c:pt idx="31">
                <c:v>5.51668413668829</c:v>
              </c:pt>
              <c:pt idx="32">
                <c:v>5.51668413668829</c:v>
              </c:pt>
              <c:pt idx="33">
                <c:v>5.51668413668829</c:v>
              </c:pt>
              <c:pt idx="34">
                <c:v>5.230519327960845</c:v>
              </c:pt>
              <c:pt idx="35">
                <c:v>5.230519327960845</c:v>
              </c:pt>
              <c:pt idx="36">
                <c:v>5.230519327960845</c:v>
              </c:pt>
              <c:pt idx="37">
                <c:v>5.230519327960845</c:v>
              </c:pt>
              <c:pt idx="38">
                <c:v>5.230519327960845</c:v>
              </c:pt>
              <c:pt idx="39">
                <c:v>5.230519327960845</c:v>
              </c:pt>
              <c:pt idx="40">
                <c:v>5.230519327960845</c:v>
              </c:pt>
              <c:pt idx="41">
                <c:v>5.230519327960845</c:v>
              </c:pt>
              <c:pt idx="42">
                <c:v>5.230519327960845</c:v>
              </c:pt>
              <c:pt idx="43">
                <c:v>5.230519327960845</c:v>
              </c:pt>
              <c:pt idx="44">
                <c:v>5.2229645319539015</c:v>
              </c:pt>
              <c:pt idx="45">
                <c:v>5.2229645319539015</c:v>
              </c:pt>
              <c:pt idx="46">
                <c:v>5.2229645319539015</c:v>
              </c:pt>
              <c:pt idx="47">
                <c:v>5.2229645319539015</c:v>
              </c:pt>
              <c:pt idx="48">
                <c:v>5.2229645319539015</c:v>
              </c:pt>
              <c:pt idx="49">
                <c:v>5.2229645319539015</c:v>
              </c:pt>
              <c:pt idx="50">
                <c:v>5.2229645319539015</c:v>
              </c:pt>
              <c:pt idx="51">
                <c:v>5.2229645319539015</c:v>
              </c:pt>
              <c:pt idx="52">
                <c:v>5.2229645319539015</c:v>
              </c:pt>
              <c:pt idx="53">
                <c:v>5.2229645319539015</c:v>
              </c:pt>
              <c:pt idx="54">
                <c:v>5.2229645319539015</c:v>
              </c:pt>
              <c:pt idx="55">
                <c:v>5.2229645319539015</c:v>
              </c:pt>
              <c:pt idx="56">
                <c:v>5.2229645319539015</c:v>
              </c:pt>
              <c:pt idx="57">
                <c:v>5.2229645319539015</c:v>
              </c:pt>
              <c:pt idx="58">
                <c:v>5.2229645319539015</c:v>
              </c:pt>
              <c:pt idx="59">
                <c:v>5.2229645319539015</c:v>
              </c:pt>
              <c:pt idx="60">
                <c:v>5.196527263177082</c:v>
              </c:pt>
              <c:pt idx="61">
                <c:v>5.196527263177082</c:v>
              </c:pt>
              <c:pt idx="62">
                <c:v>5.196527263177082</c:v>
              </c:pt>
              <c:pt idx="63">
                <c:v>5.196527263177082</c:v>
              </c:pt>
              <c:pt idx="64">
                <c:v>5.196527263177082</c:v>
              </c:pt>
              <c:pt idx="65">
                <c:v>5.196527263177082</c:v>
              </c:pt>
              <c:pt idx="66">
                <c:v>5.196527263177082</c:v>
              </c:pt>
              <c:pt idx="67">
                <c:v>5.196527263177082</c:v>
              </c:pt>
              <c:pt idx="68">
                <c:v>5.196527263177082</c:v>
              </c:pt>
              <c:pt idx="69">
                <c:v>5.196527263177082</c:v>
              </c:pt>
              <c:pt idx="70">
                <c:v>5.196527263177082</c:v>
              </c:pt>
              <c:pt idx="71">
                <c:v>5.196527263177082</c:v>
              </c:pt>
              <c:pt idx="72">
                <c:v>5.196527263177082</c:v>
              </c:pt>
              <c:pt idx="73">
                <c:v>5.196527263177082</c:v>
              </c:pt>
              <c:pt idx="74">
                <c:v>5.196527263177082</c:v>
              </c:pt>
              <c:pt idx="75">
                <c:v>5.196527263177082</c:v>
              </c:pt>
              <c:pt idx="76">
                <c:v>5.196527263177082</c:v>
              </c:pt>
              <c:pt idx="77">
                <c:v>5.196527263177082</c:v>
              </c:pt>
              <c:pt idx="78">
                <c:v>5.1926637146963985</c:v>
              </c:pt>
              <c:pt idx="79">
                <c:v>5.1926637146963985</c:v>
              </c:pt>
              <c:pt idx="80">
                <c:v>5.1926637146963985</c:v>
              </c:pt>
              <c:pt idx="81">
                <c:v>5.1926637146963985</c:v>
              </c:pt>
              <c:pt idx="82">
                <c:v>5.1926637146963985</c:v>
              </c:pt>
              <c:pt idx="83">
                <c:v>5.1926637146963985</c:v>
              </c:pt>
              <c:pt idx="84">
                <c:v>5.1926637146963985</c:v>
              </c:pt>
              <c:pt idx="85">
                <c:v>5.1926637146963985</c:v>
              </c:pt>
              <c:pt idx="86">
                <c:v>5.1926637146963985</c:v>
              </c:pt>
              <c:pt idx="87">
                <c:v>5.1926637146963985</c:v>
              </c:pt>
              <c:pt idx="88">
                <c:v>5.1926637146963985</c:v>
              </c:pt>
              <c:pt idx="89">
                <c:v>5.1926637146963985</c:v>
              </c:pt>
              <c:pt idx="90">
                <c:v>5.1926637146963985</c:v>
              </c:pt>
              <c:pt idx="91">
                <c:v>5.1926637146963985</c:v>
              </c:pt>
              <c:pt idx="92">
                <c:v>5.1926637146963985</c:v>
              </c:pt>
              <c:pt idx="93">
                <c:v>5.1926637146963985</c:v>
              </c:pt>
              <c:pt idx="94">
                <c:v>4.90629733203698</c:v>
              </c:pt>
              <c:pt idx="95">
                <c:v>4.90629733203698</c:v>
              </c:pt>
              <c:pt idx="96">
                <c:v>4.90629733203698</c:v>
              </c:pt>
              <c:pt idx="97">
                <c:v>4.90629733203698</c:v>
              </c:pt>
              <c:pt idx="98">
                <c:v>4.90629733203698</c:v>
              </c:pt>
              <c:pt idx="99">
                <c:v>4.90629733203698</c:v>
              </c:pt>
              <c:pt idx="100">
                <c:v>4.90629733203698</c:v>
              </c:pt>
              <c:pt idx="101">
                <c:v>4.90629733203698</c:v>
              </c:pt>
              <c:pt idx="102">
                <c:v>4.8597409440297215</c:v>
              </c:pt>
              <c:pt idx="103">
                <c:v>4.8597409440297215</c:v>
              </c:pt>
              <c:pt idx="104">
                <c:v>4.8597409440297215</c:v>
              </c:pt>
              <c:pt idx="105">
                <c:v>4.8597409440297215</c:v>
              </c:pt>
              <c:pt idx="106">
                <c:v>4.847913687085277</c:v>
              </c:pt>
              <c:pt idx="107">
                <c:v>4.847913687085277</c:v>
              </c:pt>
              <c:pt idx="108">
                <c:v>4.847913687085277</c:v>
              </c:pt>
              <c:pt idx="109">
                <c:v>4.847913687085277</c:v>
              </c:pt>
              <c:pt idx="110">
                <c:v>4.847913687085277</c:v>
              </c:pt>
              <c:pt idx="111">
                <c:v>4.847913687085277</c:v>
              </c:pt>
              <c:pt idx="112">
                <c:v>4.847913687085277</c:v>
              </c:pt>
              <c:pt idx="113">
                <c:v>4.847913687085277</c:v>
              </c:pt>
              <c:pt idx="114">
                <c:v>4.847913687085277</c:v>
              </c:pt>
              <c:pt idx="115">
                <c:v>4.847913687085277</c:v>
              </c:pt>
              <c:pt idx="116">
                <c:v>4.847913687085277</c:v>
              </c:pt>
              <c:pt idx="117">
                <c:v>4.847913687085277</c:v>
              </c:pt>
              <c:pt idx="118">
                <c:v>4.847913687085277</c:v>
              </c:pt>
              <c:pt idx="119">
                <c:v>4.847913687085277</c:v>
              </c:pt>
              <c:pt idx="120">
                <c:v>4.847913687085277</c:v>
              </c:pt>
              <c:pt idx="121">
                <c:v>4.847913687085277</c:v>
              </c:pt>
              <c:pt idx="122">
                <c:v>4.847913687085277</c:v>
              </c:pt>
              <c:pt idx="123">
                <c:v>4.847913687085277</c:v>
              </c:pt>
              <c:pt idx="124">
                <c:v>4.847913687085277</c:v>
              </c:pt>
              <c:pt idx="125">
                <c:v>4.847913687085277</c:v>
              </c:pt>
              <c:pt idx="126">
                <c:v>4.839341638474166</c:v>
              </c:pt>
              <c:pt idx="127">
                <c:v>4.839341638474166</c:v>
              </c:pt>
              <c:pt idx="128">
                <c:v>4.839341638474166</c:v>
              </c:pt>
              <c:pt idx="129">
                <c:v>4.839341638474166</c:v>
              </c:pt>
              <c:pt idx="130">
                <c:v>4.839341638474166</c:v>
              </c:pt>
              <c:pt idx="131">
                <c:v>4.839341638474166</c:v>
              </c:pt>
              <c:pt idx="132">
                <c:v>4.839341638474166</c:v>
              </c:pt>
              <c:pt idx="133">
                <c:v>4.839341638474166</c:v>
              </c:pt>
              <c:pt idx="134">
                <c:v>4.839341638474166</c:v>
              </c:pt>
              <c:pt idx="135">
                <c:v>4.839341638474166</c:v>
              </c:pt>
              <c:pt idx="136">
                <c:v>4.725325220340089</c:v>
              </c:pt>
              <c:pt idx="137">
                <c:v>4.725325220340089</c:v>
              </c:pt>
              <c:pt idx="138">
                <c:v>4.714716655105495</c:v>
              </c:pt>
              <c:pt idx="139">
                <c:v>4.714716655105495</c:v>
              </c:pt>
              <c:pt idx="140">
                <c:v>4.714716655105495</c:v>
              </c:pt>
              <c:pt idx="141">
                <c:v>4.714716655105495</c:v>
              </c:pt>
              <c:pt idx="142">
                <c:v>4.613173252892869</c:v>
              </c:pt>
              <c:pt idx="143">
                <c:v>4.613173252892869</c:v>
              </c:pt>
              <c:pt idx="144">
                <c:v>4.613173252892869</c:v>
              </c:pt>
              <c:pt idx="145">
                <c:v>4.613173252892869</c:v>
              </c:pt>
              <c:pt idx="146">
                <c:v>4.272346106554483</c:v>
              </c:pt>
              <c:pt idx="147">
                <c:v>4.272346106554483</c:v>
              </c:pt>
              <c:pt idx="148">
                <c:v>4.272346106554483</c:v>
              </c:pt>
              <c:pt idx="149">
                <c:v>4.272346106554483</c:v>
              </c:pt>
              <c:pt idx="150">
                <c:v>4.272346106554483</c:v>
              </c:pt>
              <c:pt idx="151">
                <c:v>4.272346106554483</c:v>
              </c:pt>
              <c:pt idx="152">
                <c:v>4.272346106554483</c:v>
              </c:pt>
              <c:pt idx="153">
                <c:v>4.272346106554483</c:v>
              </c:pt>
              <c:pt idx="154">
                <c:v>4.272346106554483</c:v>
              </c:pt>
              <c:pt idx="155">
                <c:v>4.272346106554483</c:v>
              </c:pt>
              <c:pt idx="156">
                <c:v>4.272346106554483</c:v>
              </c:pt>
              <c:pt idx="157">
                <c:v>4.272346106554483</c:v>
              </c:pt>
              <c:pt idx="158">
                <c:v>4.272346106554483</c:v>
              </c:pt>
              <c:pt idx="159">
                <c:v>4.272346106554483</c:v>
              </c:pt>
              <c:pt idx="160">
                <c:v>4.272346106554483</c:v>
              </c:pt>
              <c:pt idx="161">
                <c:v>4.272346106554483</c:v>
              </c:pt>
              <c:pt idx="162">
                <c:v>4.256115581290419</c:v>
              </c:pt>
              <c:pt idx="163">
                <c:v>4.256115581290419</c:v>
              </c:pt>
              <c:pt idx="164">
                <c:v>4.1840208778986465</c:v>
              </c:pt>
              <c:pt idx="165">
                <c:v>4.1840208778986465</c:v>
              </c:pt>
              <c:pt idx="166">
                <c:v>4.1840208778986465</c:v>
              </c:pt>
              <c:pt idx="167">
                <c:v>4.1840208778986465</c:v>
              </c:pt>
              <c:pt idx="168">
                <c:v>4.1840208778986465</c:v>
              </c:pt>
              <c:pt idx="169">
                <c:v>4.1840208778986465</c:v>
              </c:pt>
              <c:pt idx="170">
                <c:v>4.1840208778986465</c:v>
              </c:pt>
              <c:pt idx="171">
                <c:v>4.1840208778986465</c:v>
              </c:pt>
              <c:pt idx="172">
                <c:v>4.1840208778986465</c:v>
              </c:pt>
              <c:pt idx="173">
                <c:v>4.1840208778986465</c:v>
              </c:pt>
              <c:pt idx="174">
                <c:v>4.1840208778986465</c:v>
              </c:pt>
              <c:pt idx="175">
                <c:v>4.1840208778986465</c:v>
              </c:pt>
              <c:pt idx="176">
                <c:v>4.1840208778986465</c:v>
              </c:pt>
              <c:pt idx="177">
                <c:v>4.1840208778986465</c:v>
              </c:pt>
              <c:pt idx="178">
                <c:v>4.1840208778986465</c:v>
              </c:pt>
              <c:pt idx="179">
                <c:v>4.1840208778986465</c:v>
              </c:pt>
              <c:pt idx="180">
                <c:v>3.937050498033873</c:v>
              </c:pt>
              <c:pt idx="181">
                <c:v>3.937050498033873</c:v>
              </c:pt>
              <c:pt idx="182">
                <c:v>3.937050498033873</c:v>
              </c:pt>
              <c:pt idx="183">
                <c:v>3.937050498033873</c:v>
              </c:pt>
              <c:pt idx="184">
                <c:v>3.937050498033873</c:v>
              </c:pt>
              <c:pt idx="185">
                <c:v>3.937050498033873</c:v>
              </c:pt>
              <c:pt idx="186">
                <c:v>3.937050498033873</c:v>
              </c:pt>
              <c:pt idx="187">
                <c:v>3.937050498033873</c:v>
              </c:pt>
              <c:pt idx="188">
                <c:v>3.5864824873504753</c:v>
              </c:pt>
              <c:pt idx="189">
                <c:v>3.5864824873504753</c:v>
              </c:pt>
              <c:pt idx="190">
                <c:v>3.366330521033479</c:v>
              </c:pt>
              <c:pt idx="191">
                <c:v>3.366330521033479</c:v>
              </c:pt>
              <c:pt idx="192">
                <c:v>3.366330521033479</c:v>
              </c:pt>
              <c:pt idx="193">
                <c:v>3.366330521033479</c:v>
              </c:pt>
              <c:pt idx="194">
                <c:v>3.366330521033479</c:v>
              </c:pt>
              <c:pt idx="195">
                <c:v>3.366330521033479</c:v>
              </c:pt>
              <c:pt idx="196">
                <c:v>3.238953815439919</c:v>
              </c:pt>
              <c:pt idx="197">
                <c:v>3.238953815439919</c:v>
              </c:pt>
              <c:pt idx="198">
                <c:v>3.2002710897454745</c:v>
              </c:pt>
              <c:pt idx="199">
                <c:v>3.2002710897454745</c:v>
              </c:pt>
              <c:pt idx="200">
                <c:v>3.2002710897454745</c:v>
              </c:pt>
              <c:pt idx="201">
                <c:v>3.2002710897454745</c:v>
              </c:pt>
              <c:pt idx="202">
                <c:v>3.1034723274189155</c:v>
              </c:pt>
              <c:pt idx="203">
                <c:v>3.1034723274189155</c:v>
              </c:pt>
              <c:pt idx="204">
                <c:v>3.1034723274189155</c:v>
              </c:pt>
              <c:pt idx="205">
                <c:v>3.1034723274189155</c:v>
              </c:pt>
              <c:pt idx="206">
                <c:v>3.011415397603525</c:v>
              </c:pt>
              <c:pt idx="207">
                <c:v>3.011415397603525</c:v>
              </c:pt>
              <c:pt idx="208">
                <c:v>3.011415397603525</c:v>
              </c:pt>
              <c:pt idx="209">
                <c:v>3.011415397603525</c:v>
              </c:pt>
              <c:pt idx="210">
                <c:v>3.011415397603525</c:v>
              </c:pt>
              <c:pt idx="211">
                <c:v>3.011415397603525</c:v>
              </c:pt>
              <c:pt idx="212">
                <c:v>3.011415397603525</c:v>
              </c:pt>
              <c:pt idx="213">
                <c:v>3.011415397603525</c:v>
              </c:pt>
              <c:pt idx="214">
                <c:v>3.011415397603525</c:v>
              </c:pt>
              <c:pt idx="215">
                <c:v>3.011415397603525</c:v>
              </c:pt>
              <c:pt idx="216">
                <c:v>2.9740498163131046</c:v>
              </c:pt>
              <c:pt idx="217">
                <c:v>2.9740498163131046</c:v>
              </c:pt>
              <c:pt idx="218">
                <c:v>2.9740498163131046</c:v>
              </c:pt>
              <c:pt idx="219">
                <c:v>2.9740498163131046</c:v>
              </c:pt>
              <c:pt idx="220">
                <c:v>2.9740498163131046</c:v>
              </c:pt>
              <c:pt idx="221">
                <c:v>2.9740498163131046</c:v>
              </c:pt>
              <c:pt idx="222">
                <c:v>2.9740498163131046</c:v>
              </c:pt>
              <c:pt idx="223">
                <c:v>2.9740498163131046</c:v>
              </c:pt>
              <c:pt idx="224">
                <c:v>2.9740498163131046</c:v>
              </c:pt>
              <c:pt idx="225">
                <c:v>2.9740498163131046</c:v>
              </c:pt>
              <c:pt idx="226">
                <c:v>2.9740498163131046</c:v>
              </c:pt>
              <c:pt idx="227">
                <c:v>2.9740498163131046</c:v>
              </c:pt>
              <c:pt idx="228">
                <c:v>2.9740498163131046</c:v>
              </c:pt>
              <c:pt idx="229">
                <c:v>2.9740498163131046</c:v>
              </c:pt>
              <c:pt idx="230">
                <c:v>2.9740498163131046</c:v>
              </c:pt>
              <c:pt idx="231">
                <c:v>2.9740498163131046</c:v>
              </c:pt>
              <c:pt idx="232">
                <c:v>2.96649502030616</c:v>
              </c:pt>
              <c:pt idx="233">
                <c:v>2.96649502030616</c:v>
              </c:pt>
              <c:pt idx="234">
                <c:v>2.96649502030616</c:v>
              </c:pt>
              <c:pt idx="235">
                <c:v>2.96649502030616</c:v>
              </c:pt>
              <c:pt idx="236">
                <c:v>2.96649502030616</c:v>
              </c:pt>
              <c:pt idx="237">
                <c:v>2.96649502030616</c:v>
              </c:pt>
              <c:pt idx="238">
                <c:v>2.96649502030616</c:v>
              </c:pt>
              <c:pt idx="239">
                <c:v>2.96649502030616</c:v>
              </c:pt>
              <c:pt idx="240">
                <c:v>2.96649502030616</c:v>
              </c:pt>
              <c:pt idx="241">
                <c:v>2.96649502030616</c:v>
              </c:pt>
              <c:pt idx="242">
                <c:v>2.96649502030616</c:v>
              </c:pt>
              <c:pt idx="243">
                <c:v>2.96649502030616</c:v>
              </c:pt>
              <c:pt idx="244">
                <c:v>2.96649502030616</c:v>
              </c:pt>
              <c:pt idx="245">
                <c:v>2.96649502030616</c:v>
              </c:pt>
              <c:pt idx="246">
                <c:v>2.96649502030616</c:v>
              </c:pt>
              <c:pt idx="247">
                <c:v>2.96649502030616</c:v>
              </c:pt>
              <c:pt idx="248">
                <c:v>2.96649502030616</c:v>
              </c:pt>
              <c:pt idx="249">
                <c:v>2.96649502030616</c:v>
              </c:pt>
              <c:pt idx="250">
                <c:v>2.96649502030616</c:v>
              </c:pt>
              <c:pt idx="251">
                <c:v>2.96649502030616</c:v>
              </c:pt>
              <c:pt idx="252">
                <c:v>2.96649502030616</c:v>
              </c:pt>
              <c:pt idx="253">
                <c:v>2.96649502030616</c:v>
              </c:pt>
              <c:pt idx="254">
                <c:v>2.96649502030616</c:v>
              </c:pt>
              <c:pt idx="255">
                <c:v>2.96649502030616</c:v>
              </c:pt>
              <c:pt idx="256">
                <c:v>2.96649502030616</c:v>
              </c:pt>
              <c:pt idx="257">
                <c:v>2.96649502030616</c:v>
              </c:pt>
              <c:pt idx="258">
                <c:v>2.9589402242992158</c:v>
              </c:pt>
              <c:pt idx="259">
                <c:v>2.9589402242992158</c:v>
              </c:pt>
              <c:pt idx="260">
                <c:v>2.9589402242992158</c:v>
              </c:pt>
              <c:pt idx="261">
                <c:v>2.9589402242992158</c:v>
              </c:pt>
              <c:pt idx="262">
                <c:v>2.9589402242992158</c:v>
              </c:pt>
              <c:pt idx="263">
                <c:v>2.9589402242992158</c:v>
              </c:pt>
              <c:pt idx="264">
                <c:v>2.9589402242992158</c:v>
              </c:pt>
              <c:pt idx="265">
                <c:v>2.9589402242992158</c:v>
              </c:pt>
              <c:pt idx="266">
                <c:v>2.9589402242992158</c:v>
              </c:pt>
              <c:pt idx="267">
                <c:v>2.9589402242992158</c:v>
              </c:pt>
              <c:pt idx="268">
                <c:v>2.9589402242992158</c:v>
              </c:pt>
              <c:pt idx="269">
                <c:v>2.9589402242992158</c:v>
              </c:pt>
              <c:pt idx="270">
                <c:v>2.9589402242992158</c:v>
              </c:pt>
              <c:pt idx="271">
                <c:v>2.9589402242992158</c:v>
              </c:pt>
              <c:pt idx="272">
                <c:v>2.9589402242992158</c:v>
              </c:pt>
              <c:pt idx="273">
                <c:v>2.9589402242992158</c:v>
              </c:pt>
              <c:pt idx="274">
                <c:v>2.9589402242992158</c:v>
              </c:pt>
              <c:pt idx="275">
                <c:v>2.9589402242992158</c:v>
              </c:pt>
              <c:pt idx="276">
                <c:v>2.9589402242992158</c:v>
              </c:pt>
              <c:pt idx="277">
                <c:v>2.9589402242992158</c:v>
              </c:pt>
              <c:pt idx="278">
                <c:v>2.7571477984876287</c:v>
              </c:pt>
              <c:pt idx="279">
                <c:v>2.7571477984876287</c:v>
              </c:pt>
              <c:pt idx="280">
                <c:v>2.5267360113233583</c:v>
              </c:pt>
              <c:pt idx="281">
                <c:v>2.5267360113233583</c:v>
              </c:pt>
              <c:pt idx="282">
                <c:v>2.5267360113233583</c:v>
              </c:pt>
              <c:pt idx="283">
                <c:v>2.5267360113233583</c:v>
              </c:pt>
              <c:pt idx="284">
                <c:v>2.5267360113233583</c:v>
              </c:pt>
              <c:pt idx="285">
                <c:v>2.5267360113233583</c:v>
              </c:pt>
              <c:pt idx="286">
                <c:v>2.3503075338695574</c:v>
              </c:pt>
              <c:pt idx="287">
                <c:v>2.3503075338695574</c:v>
              </c:pt>
              <c:pt idx="288">
                <c:v>2.3503075338695574</c:v>
              </c:pt>
              <c:pt idx="289">
                <c:v>2.3503075338695574</c:v>
              </c:pt>
              <c:pt idx="290">
                <c:v>2.3503075338695574</c:v>
              </c:pt>
              <c:pt idx="291">
                <c:v>2.3503075338695574</c:v>
              </c:pt>
              <c:pt idx="292">
                <c:v>2.322236282348515</c:v>
              </c:pt>
              <c:pt idx="293">
                <c:v>2.322236282348515</c:v>
              </c:pt>
              <c:pt idx="294">
                <c:v>2.322236282348515</c:v>
              </c:pt>
              <c:pt idx="295">
                <c:v>2.322236282348515</c:v>
              </c:pt>
              <c:pt idx="296">
                <c:v>2.322236282348515</c:v>
              </c:pt>
              <c:pt idx="297">
                <c:v>2.322236282348515</c:v>
              </c:pt>
              <c:pt idx="298">
                <c:v>2.322236282348515</c:v>
              </c:pt>
              <c:pt idx="299">
                <c:v>2.322236282348515</c:v>
              </c:pt>
              <c:pt idx="300">
                <c:v>2.322236282348515</c:v>
              </c:pt>
              <c:pt idx="301">
                <c:v>2.322236282348515</c:v>
              </c:pt>
              <c:pt idx="302">
                <c:v>2.322236282348515</c:v>
              </c:pt>
              <c:pt idx="303">
                <c:v>2.322236282348515</c:v>
              </c:pt>
              <c:pt idx="304">
                <c:v>2.322236282348515</c:v>
              </c:pt>
              <c:pt idx="305">
                <c:v>2.322236282348515</c:v>
              </c:pt>
              <c:pt idx="306">
                <c:v>2.322236282348515</c:v>
              </c:pt>
              <c:pt idx="307">
                <c:v>2.322236282348515</c:v>
              </c:pt>
              <c:pt idx="308">
                <c:v>2.322236282348515</c:v>
              </c:pt>
              <c:pt idx="309">
                <c:v>2.322236282348515</c:v>
              </c:pt>
              <c:pt idx="310">
                <c:v>2.322236282348515</c:v>
              </c:pt>
              <c:pt idx="311">
                <c:v>2.322236282348515</c:v>
              </c:pt>
              <c:pt idx="312">
                <c:v>2.322236282348515</c:v>
              </c:pt>
              <c:pt idx="313">
                <c:v>2.322236282348515</c:v>
              </c:pt>
              <c:pt idx="314">
                <c:v>2.322236282348515</c:v>
              </c:pt>
              <c:pt idx="315">
                <c:v>2.322236282348515</c:v>
              </c:pt>
              <c:pt idx="316">
                <c:v>2.322236282348515</c:v>
              </c:pt>
              <c:pt idx="317">
                <c:v>2.322236282348515</c:v>
              </c:pt>
              <c:pt idx="318">
                <c:v>2.3028739984904822</c:v>
              </c:pt>
              <c:pt idx="319">
                <c:v>2.3028739984904822</c:v>
              </c:pt>
              <c:pt idx="320">
                <c:v>2.1725564856149897</c:v>
              </c:pt>
              <c:pt idx="321">
                <c:v>2.1725564856149897</c:v>
              </c:pt>
              <c:pt idx="322">
                <c:v>2.1725564856149897</c:v>
              </c:pt>
              <c:pt idx="323">
                <c:v>2.1725564856149897</c:v>
              </c:pt>
              <c:pt idx="324">
                <c:v>2.1725564856149897</c:v>
              </c:pt>
              <c:pt idx="325">
                <c:v>2.1725564856149897</c:v>
              </c:pt>
              <c:pt idx="326">
                <c:v>1.9872644411924052</c:v>
              </c:pt>
              <c:pt idx="327">
                <c:v>1.9872644411924052</c:v>
              </c:pt>
              <c:pt idx="328">
                <c:v>1.9872644411924052</c:v>
              </c:pt>
              <c:pt idx="329">
                <c:v>1.9872644411924052</c:v>
              </c:pt>
              <c:pt idx="330">
                <c:v>1.9872644411924052</c:v>
              </c:pt>
              <c:pt idx="331">
                <c:v>1.9872644411924052</c:v>
              </c:pt>
              <c:pt idx="332">
                <c:v>1.892112034954036</c:v>
              </c:pt>
              <c:pt idx="333">
                <c:v>1.892112034954036</c:v>
              </c:pt>
              <c:pt idx="334">
                <c:v>1.8676998414538342</c:v>
              </c:pt>
              <c:pt idx="335">
                <c:v>1.8676998414538342</c:v>
              </c:pt>
              <c:pt idx="336">
                <c:v>1.8676998414538342</c:v>
              </c:pt>
              <c:pt idx="337">
                <c:v>1.8676998414538342</c:v>
              </c:pt>
              <c:pt idx="338">
                <c:v>1.849356955069006</c:v>
              </c:pt>
              <c:pt idx="339">
                <c:v>1.849356955069006</c:v>
              </c:pt>
              <c:pt idx="340">
                <c:v>1.849356955069006</c:v>
              </c:pt>
              <c:pt idx="341">
                <c:v>1.849356955069006</c:v>
              </c:pt>
              <c:pt idx="342">
                <c:v>1.849356955069006</c:v>
              </c:pt>
              <c:pt idx="343">
                <c:v>1.849356955069006</c:v>
              </c:pt>
              <c:pt idx="344">
                <c:v>1.849356955069006</c:v>
              </c:pt>
              <c:pt idx="345">
                <c:v>1.849356955069006</c:v>
              </c:pt>
              <c:pt idx="346">
                <c:v>1.849356955069006</c:v>
              </c:pt>
              <c:pt idx="347">
                <c:v>1.849356955069006</c:v>
              </c:pt>
              <c:pt idx="348">
                <c:v>1.849356955069006</c:v>
              </c:pt>
              <c:pt idx="349">
                <c:v>1.849356955069006</c:v>
              </c:pt>
              <c:pt idx="350">
                <c:v>1.6442583158785267</c:v>
              </c:pt>
              <c:pt idx="351">
                <c:v>1.6442583158785267</c:v>
              </c:pt>
              <c:pt idx="352">
                <c:v>1.497134275729045</c:v>
              </c:pt>
              <c:pt idx="353">
                <c:v>1.497134275729045</c:v>
              </c:pt>
              <c:pt idx="354">
                <c:v>1.497134275729045</c:v>
              </c:pt>
              <c:pt idx="355">
                <c:v>1.497134275729045</c:v>
              </c:pt>
              <c:pt idx="356">
                <c:v>1.3560795440673388</c:v>
              </c:pt>
              <c:pt idx="357">
                <c:v>1.3560795440673388</c:v>
              </c:pt>
              <c:pt idx="358">
                <c:v>1.2821838382135078</c:v>
              </c:pt>
              <c:pt idx="359">
                <c:v>1.2821838382135078</c:v>
              </c:pt>
              <c:pt idx="360">
                <c:v>1.2821838382135078</c:v>
              </c:pt>
              <c:pt idx="361">
                <c:v>1.2821838382135078</c:v>
              </c:pt>
              <c:pt idx="362">
                <c:v>1.2821838382135078</c:v>
              </c:pt>
              <c:pt idx="363">
                <c:v>1.2821838382135078</c:v>
              </c:pt>
              <c:pt idx="364">
                <c:v>1.2313466704837197</c:v>
              </c:pt>
              <c:pt idx="365">
                <c:v>1.2313466704837197</c:v>
              </c:pt>
              <c:pt idx="366">
                <c:v>1.2313466704837197</c:v>
              </c:pt>
              <c:pt idx="367">
                <c:v>1.2313466704837197</c:v>
              </c:pt>
              <c:pt idx="368">
                <c:v>1.2313466704837197</c:v>
              </c:pt>
              <c:pt idx="369">
                <c:v>1.2313466704837197</c:v>
              </c:pt>
              <c:pt idx="370">
                <c:v>1.2313466704837197</c:v>
              </c:pt>
              <c:pt idx="371">
                <c:v>1.2313466704837197</c:v>
              </c:pt>
              <c:pt idx="372">
                <c:v>1.2313466704837197</c:v>
              </c:pt>
              <c:pt idx="373">
                <c:v>1.2313466704837197</c:v>
              </c:pt>
              <c:pt idx="374">
                <c:v>1.2313466704837197</c:v>
              </c:pt>
              <c:pt idx="375">
                <c:v>1.2313466704837197</c:v>
              </c:pt>
              <c:pt idx="376">
                <c:v>1.2313466704837197</c:v>
              </c:pt>
              <c:pt idx="377">
                <c:v>1.2313466704837197</c:v>
              </c:pt>
              <c:pt idx="378">
                <c:v>1.1324273692943139</c:v>
              </c:pt>
              <c:pt idx="379">
                <c:v>1.1324273692943139</c:v>
              </c:pt>
              <c:pt idx="380">
                <c:v>0.9466338515508368</c:v>
              </c:pt>
              <c:pt idx="381">
                <c:v>0.9466338515508368</c:v>
              </c:pt>
              <c:pt idx="382">
                <c:v>0.9466338515508368</c:v>
              </c:pt>
              <c:pt idx="383">
                <c:v>0.9466338515508368</c:v>
              </c:pt>
              <c:pt idx="384">
                <c:v>0.9466338515508368</c:v>
              </c:pt>
              <c:pt idx="385">
                <c:v>0.9466338515508368</c:v>
              </c:pt>
              <c:pt idx="386">
                <c:v>0.9466338515508368</c:v>
              </c:pt>
              <c:pt idx="387">
                <c:v>0.9466338515508368</c:v>
              </c:pt>
              <c:pt idx="388">
                <c:v>0.9466338515508368</c:v>
              </c:pt>
              <c:pt idx="389">
                <c:v>0.9466338515508368</c:v>
              </c:pt>
              <c:pt idx="390">
                <c:v>0.9466338515508368</c:v>
              </c:pt>
              <c:pt idx="391">
                <c:v>0.9466338515508368</c:v>
              </c:pt>
              <c:pt idx="392">
                <c:v>0.9466338515508368</c:v>
              </c:pt>
              <c:pt idx="393">
                <c:v>0.9466338515508368</c:v>
              </c:pt>
              <c:pt idx="394">
                <c:v>0.8795599756795305</c:v>
              </c:pt>
              <c:pt idx="395">
                <c:v>0.8795599756795305</c:v>
              </c:pt>
              <c:pt idx="396">
                <c:v>0.8473876666517529</c:v>
              </c:pt>
              <c:pt idx="397">
                <c:v>0.8473876666517529</c:v>
              </c:pt>
              <c:pt idx="398">
                <c:v>0.8473876666517529</c:v>
              </c:pt>
              <c:pt idx="399">
                <c:v>0.8473876666517529</c:v>
              </c:pt>
              <c:pt idx="400">
                <c:v>0.6813216176511838</c:v>
              </c:pt>
              <c:pt idx="401">
                <c:v>0.6813216176511838</c:v>
              </c:pt>
              <c:pt idx="402">
                <c:v>0.6813216176511838</c:v>
              </c:pt>
              <c:pt idx="403">
                <c:v>0.6813216176511838</c:v>
              </c:pt>
              <c:pt idx="404">
                <c:v>0.6813216176511838</c:v>
              </c:pt>
              <c:pt idx="405">
                <c:v>0.6813216176511838</c:v>
              </c:pt>
              <c:pt idx="406">
                <c:v>0.6813216176511838</c:v>
              </c:pt>
              <c:pt idx="407">
                <c:v>0.6813216176511838</c:v>
              </c:pt>
              <c:pt idx="408">
                <c:v>0.6813216176511838</c:v>
              </c:pt>
              <c:pt idx="409">
                <c:v>0.6813216176511838</c:v>
              </c:pt>
              <c:pt idx="410">
                <c:v>0.6495924206283871</c:v>
              </c:pt>
              <c:pt idx="411">
                <c:v>0.6495924206283871</c:v>
              </c:pt>
              <c:pt idx="412">
                <c:v>0.587495803671477</c:v>
              </c:pt>
              <c:pt idx="413">
                <c:v>0.587495803671477</c:v>
              </c:pt>
              <c:pt idx="414">
                <c:v>0.587495803671477</c:v>
              </c:pt>
              <c:pt idx="415">
                <c:v>0.587495803671477</c:v>
              </c:pt>
              <c:pt idx="416">
                <c:v>0.587495803671477</c:v>
              </c:pt>
              <c:pt idx="417">
                <c:v>0.587495803671477</c:v>
              </c:pt>
              <c:pt idx="418">
                <c:v>0.5334376983641965</c:v>
              </c:pt>
              <c:pt idx="419">
                <c:v>0.5334376983641965</c:v>
              </c:pt>
              <c:pt idx="420">
                <c:v>0.4943665159517316</c:v>
              </c:pt>
              <c:pt idx="421">
                <c:v>0.4943665159517316</c:v>
              </c:pt>
              <c:pt idx="422">
                <c:v>0.3625356233787859</c:v>
              </c:pt>
              <c:pt idx="423">
                <c:v>0.3625356233787859</c:v>
              </c:pt>
              <c:pt idx="424">
                <c:v>0.3625356233787859</c:v>
              </c:pt>
              <c:pt idx="425">
                <c:v>0.3625356233787859</c:v>
              </c:pt>
              <c:pt idx="426">
                <c:v>0.3625356233787859</c:v>
              </c:pt>
              <c:pt idx="427">
                <c:v>0.3625356233787859</c:v>
              </c:pt>
              <c:pt idx="428">
                <c:v>0.3625356233787859</c:v>
              </c:pt>
              <c:pt idx="429">
                <c:v>0.3625356233787859</c:v>
              </c:pt>
              <c:pt idx="430">
                <c:v>0.3483396033230554</c:v>
              </c:pt>
              <c:pt idx="431">
                <c:v>0.3483396033230554</c:v>
              </c:pt>
              <c:pt idx="432">
                <c:v>0.3483396033230554</c:v>
              </c:pt>
              <c:pt idx="433">
                <c:v>0.3483396033230554</c:v>
              </c:pt>
              <c:pt idx="434">
                <c:v>0.17095409599173855</c:v>
              </c:pt>
              <c:pt idx="435">
                <c:v>0.17095409599173855</c:v>
              </c:pt>
              <c:pt idx="436">
                <c:v>0.17095409599173855</c:v>
              </c:pt>
              <c:pt idx="437">
                <c:v>0.17095409599173855</c:v>
              </c:pt>
              <c:pt idx="438">
                <c:v>0.17095409599173855</c:v>
              </c:pt>
              <c:pt idx="439">
                <c:v>0.17095409599173855</c:v>
              </c:pt>
              <c:pt idx="440">
                <c:v>0.17095409599173855</c:v>
              </c:pt>
              <c:pt idx="441">
                <c:v>0.17095409599173855</c:v>
              </c:pt>
              <c:pt idx="442">
                <c:v>0.1109719214060144</c:v>
              </c:pt>
              <c:pt idx="443">
                <c:v>0.1109719214060144</c:v>
              </c:pt>
              <c:pt idx="444">
                <c:v>0.1109719214060144</c:v>
              </c:pt>
              <c:pt idx="445">
                <c:v>0.1109719214060144</c:v>
              </c:pt>
              <c:pt idx="446">
                <c:v>0.06035895098321237</c:v>
              </c:pt>
              <c:pt idx="447">
                <c:v>0.06035895098321237</c:v>
              </c:pt>
            </c:numLit>
          </c:yVal>
          <c:smooth val="0"/>
        </c:ser>
        <c:ser>
          <c:idx val="1"/>
          <c:order val="1"/>
          <c:tx>
            <c:v>Certified bound Φ</c:v>
          </c:tx>
          <c:spPr>
            <a:noFill xmlns:a="http://schemas.openxmlformats.org/drawingml/2006/main"/>
            <a:ln xmlns:a="http://schemas.openxmlformats.org/drawingml/2006/main" w="13335">
              <a:solidFill>
                <a:srgbClr val="7B8790"/>
              </a:solidFill>
              <a:prstDash val="dash"/>
            </a:ln>
          </c:spPr>
          <c:marker>
            <c:symbol val="none"/>
            <c:size val="7"/>
            <c:spPr>
              <a:solidFill xmlns:a="http://schemas.openxmlformats.org/drawingml/2006/main">
                <a:srgbClr val="7B8790"/>
              </a:solidFill>
            </c:spPr>
          </c:marker>
          <c:xVal>
            <c:numLit>
              <c:formatCode>General</c:formatCode>
              <c:ptCount val="448"/>
              <c:pt idx="0">
                <c:v>0</c:v>
              </c:pt>
              <c:pt idx="1">
                <c:v>0.00018885427795202678</c:v>
              </c:pt>
              <c:pt idx="2">
                <c:v>0.00018885427795202678</c:v>
              </c:pt>
              <c:pt idx="3">
                <c:v>0.0022600939197508787</c:v>
              </c:pt>
              <c:pt idx="4">
                <c:v>0.0022600939197508787</c:v>
              </c:pt>
              <c:pt idx="5">
                <c:v>0.004835182449197827</c:v>
              </c:pt>
              <c:pt idx="6">
                <c:v>0.004835182449197827</c:v>
              </c:pt>
              <c:pt idx="7">
                <c:v>0.0050145101816366</c:v>
              </c:pt>
              <c:pt idx="8">
                <c:v>0.0050145101816366</c:v>
              </c:pt>
              <c:pt idx="9">
                <c:v>0.005699155848042032</c:v>
              </c:pt>
              <c:pt idx="10">
                <c:v>0.005699155848042032</c:v>
              </c:pt>
              <c:pt idx="11">
                <c:v>0.007079283466281603</c:v>
              </c:pt>
              <c:pt idx="12">
                <c:v>0.007079283466281603</c:v>
              </c:pt>
              <c:pt idx="13">
                <c:v>0.01165334930185341</c:v>
              </c:pt>
              <c:pt idx="14">
                <c:v>0.01165334930185341</c:v>
              </c:pt>
              <c:pt idx="15">
                <c:v>0.01294707616601112</c:v>
              </c:pt>
              <c:pt idx="16">
                <c:v>0.01294707616601112</c:v>
              </c:pt>
              <c:pt idx="17">
                <c:v>0.0148535181442019</c:v>
              </c:pt>
              <c:pt idx="18">
                <c:v>0.0148535181442019</c:v>
              </c:pt>
              <c:pt idx="19">
                <c:v>0.01762384131021295</c:v>
              </c:pt>
              <c:pt idx="20">
                <c:v>0.01762384131021295</c:v>
              </c:pt>
              <c:pt idx="21">
                <c:v>0.01801309420401825</c:v>
              </c:pt>
              <c:pt idx="22">
                <c:v>0.01801309420401825</c:v>
              </c:pt>
              <c:pt idx="23">
                <c:v>0.019621428754258728</c:v>
              </c:pt>
              <c:pt idx="24">
                <c:v>0.019621428754258728</c:v>
              </c:pt>
              <c:pt idx="25">
                <c:v>0.020276210825792867</c:v>
              </c:pt>
              <c:pt idx="26">
                <c:v>0.020276210825792867</c:v>
              </c:pt>
              <c:pt idx="27">
                <c:v>0.023007403248339012</c:v>
              </c:pt>
              <c:pt idx="28">
                <c:v>0.023007403248339012</c:v>
              </c:pt>
              <c:pt idx="29">
                <c:v>0.023119529295742274</c:v>
              </c:pt>
              <c:pt idx="30">
                <c:v>0.023119529295742274</c:v>
              </c:pt>
              <c:pt idx="31">
                <c:v>0.023297325366365217</c:v>
              </c:pt>
              <c:pt idx="32">
                <c:v>0.023297325366365217</c:v>
              </c:pt>
              <c:pt idx="33">
                <c:v>0.02560543836073295</c:v>
              </c:pt>
              <c:pt idx="34">
                <c:v>0.02560543836073295</c:v>
              </c:pt>
              <c:pt idx="35">
                <c:v>0.03235568853977948</c:v>
              </c:pt>
              <c:pt idx="36">
                <c:v>0.03235568853977948</c:v>
              </c:pt>
              <c:pt idx="37">
                <c:v>0.03242526110009141</c:v>
              </c:pt>
              <c:pt idx="38">
                <c:v>0.03242526110009141</c:v>
              </c:pt>
              <c:pt idx="39">
                <c:v>0.03839065129236467</c:v>
              </c:pt>
              <c:pt idx="40">
                <c:v>0.03839065129236467</c:v>
              </c:pt>
              <c:pt idx="41">
                <c:v>0.039712925754000664</c:v>
              </c:pt>
              <c:pt idx="42">
                <c:v>0.039712925754000664</c:v>
              </c:pt>
              <c:pt idx="43">
                <c:v>0.04000566210971993</c:v>
              </c:pt>
              <c:pt idx="44">
                <c:v>0.04000566210971993</c:v>
              </c:pt>
              <c:pt idx="45">
                <c:v>0.04196775395224131</c:v>
              </c:pt>
              <c:pt idx="46">
                <c:v>0.04196775395224131</c:v>
              </c:pt>
              <c:pt idx="47">
                <c:v>0.04266197736964272</c:v>
              </c:pt>
              <c:pt idx="48">
                <c:v>0.04266197736964272</c:v>
              </c:pt>
              <c:pt idx="49">
                <c:v>0.044789000936430574</c:v>
              </c:pt>
              <c:pt idx="50">
                <c:v>0.044789000936430574</c:v>
              </c:pt>
              <c:pt idx="51">
                <c:v>0.04744980984947969</c:v>
              </c:pt>
              <c:pt idx="52">
                <c:v>0.04744980984947969</c:v>
              </c:pt>
              <c:pt idx="53">
                <c:v>0.048515900599582856</c:v>
              </c:pt>
              <c:pt idx="54">
                <c:v>0.048515900599582856</c:v>
              </c:pt>
              <c:pt idx="55">
                <c:v>0.05084512632705106</c:v>
              </c:pt>
              <c:pt idx="56">
                <c:v>0.05084512632705106</c:v>
              </c:pt>
              <c:pt idx="57">
                <c:v>0.05956906306408472</c:v>
              </c:pt>
              <c:pt idx="58">
                <c:v>0.05956906306408472</c:v>
              </c:pt>
              <c:pt idx="59">
                <c:v>0.07591000205534276</c:v>
              </c:pt>
              <c:pt idx="60">
                <c:v>0.07591000205534276</c:v>
              </c:pt>
              <c:pt idx="61">
                <c:v>0.09340621413894393</c:v>
              </c:pt>
              <c:pt idx="62">
                <c:v>0.09340621413894393</c:v>
              </c:pt>
              <c:pt idx="63">
                <c:v>0.10121378422309815</c:v>
              </c:pt>
              <c:pt idx="64">
                <c:v>0.10121378422309815</c:v>
              </c:pt>
              <c:pt idx="65">
                <c:v>0.10575445789824578</c:v>
              </c:pt>
              <c:pt idx="66">
                <c:v>0.10575445789824578</c:v>
              </c:pt>
              <c:pt idx="67">
                <c:v>0.1286190906135037</c:v>
              </c:pt>
              <c:pt idx="68">
                <c:v>0.1286190906135037</c:v>
              </c:pt>
              <c:pt idx="69">
                <c:v>0.1293437147726577</c:v>
              </c:pt>
              <c:pt idx="70">
                <c:v>0.1293437147726577</c:v>
              </c:pt>
              <c:pt idx="71">
                <c:v>0.132648887916647</c:v>
              </c:pt>
              <c:pt idx="72">
                <c:v>0.132648887916647</c:v>
              </c:pt>
              <c:pt idx="73">
                <c:v>0.1357400361148655</c:v>
              </c:pt>
              <c:pt idx="74">
                <c:v>0.1357400361148655</c:v>
              </c:pt>
              <c:pt idx="75">
                <c:v>0.14334919348020736</c:v>
              </c:pt>
              <c:pt idx="76">
                <c:v>0.14334919348020736</c:v>
              </c:pt>
              <c:pt idx="77">
                <c:v>0.14546786133148873</c:v>
              </c:pt>
              <c:pt idx="78">
                <c:v>0.14546786133148873</c:v>
              </c:pt>
              <c:pt idx="79">
                <c:v>0.14816406808527074</c:v>
              </c:pt>
              <c:pt idx="80">
                <c:v>0.14816406808527074</c:v>
              </c:pt>
              <c:pt idx="81">
                <c:v>0.14833948088031537</c:v>
              </c:pt>
              <c:pt idx="82">
                <c:v>0.14833948088031537</c:v>
              </c:pt>
              <c:pt idx="83">
                <c:v>0.15194398971379094</c:v>
              </c:pt>
              <c:pt idx="84">
                <c:v>0.15194398971379094</c:v>
              </c:pt>
              <c:pt idx="85">
                <c:v>0.15711369986026513</c:v>
              </c:pt>
              <c:pt idx="86">
                <c:v>0.15711369986026513</c:v>
              </c:pt>
              <c:pt idx="87">
                <c:v>0.16468244932010473</c:v>
              </c:pt>
              <c:pt idx="88">
                <c:v>0.16468244932010473</c:v>
              </c:pt>
              <c:pt idx="89">
                <c:v>0.16831959850324588</c:v>
              </c:pt>
              <c:pt idx="90">
                <c:v>0.16831959850324588</c:v>
              </c:pt>
              <c:pt idx="91">
                <c:v>0.16936110488080014</c:v>
              </c:pt>
              <c:pt idx="92">
                <c:v>0.16936110488080014</c:v>
              </c:pt>
              <c:pt idx="93">
                <c:v>0.17082265289189763</c:v>
              </c:pt>
              <c:pt idx="94">
                <c:v>0.17082265289189763</c:v>
              </c:pt>
              <c:pt idx="95">
                <c:v>0.17237255718459524</c:v>
              </c:pt>
              <c:pt idx="96">
                <c:v>0.17237255718459524</c:v>
              </c:pt>
              <c:pt idx="97">
                <c:v>0.17647324204975737</c:v>
              </c:pt>
              <c:pt idx="98">
                <c:v>0.17647324204975737</c:v>
              </c:pt>
              <c:pt idx="99">
                <c:v>0.19430343793955587</c:v>
              </c:pt>
              <c:pt idx="100">
                <c:v>0.19430343793955587</c:v>
              </c:pt>
              <c:pt idx="101">
                <c:v>0.19519529942285094</c:v>
              </c:pt>
              <c:pt idx="102">
                <c:v>0.19519529942285094</c:v>
              </c:pt>
              <c:pt idx="103">
                <c:v>0.21459742270327808</c:v>
              </c:pt>
              <c:pt idx="104">
                <c:v>0.21459742270327808</c:v>
              </c:pt>
              <c:pt idx="105">
                <c:v>0.2434245330702976</c:v>
              </c:pt>
              <c:pt idx="106">
                <c:v>0.2434245330702976</c:v>
              </c:pt>
              <c:pt idx="107">
                <c:v>0.26056652031648364</c:v>
              </c:pt>
              <c:pt idx="108">
                <c:v>0.26056652031648364</c:v>
              </c:pt>
              <c:pt idx="109">
                <c:v>0.2756257824744006</c:v>
              </c:pt>
              <c:pt idx="110">
                <c:v>0.2756257824744006</c:v>
              </c:pt>
              <c:pt idx="111">
                <c:v>0.27626157580485555</c:v>
              </c:pt>
              <c:pt idx="112">
                <c:v>0.27626157580485555</c:v>
              </c:pt>
              <c:pt idx="113">
                <c:v>0.28018542108167405</c:v>
              </c:pt>
              <c:pt idx="114">
                <c:v>0.28018542108167405</c:v>
              </c:pt>
              <c:pt idx="115">
                <c:v>0.28292784018614303</c:v>
              </c:pt>
              <c:pt idx="116">
                <c:v>0.28292784018614303</c:v>
              </c:pt>
              <c:pt idx="117">
                <c:v>0.28685395740604835</c:v>
              </c:pt>
              <c:pt idx="118">
                <c:v>0.28685395740604835</c:v>
              </c:pt>
              <c:pt idx="119">
                <c:v>0.2943239989585482</c:v>
              </c:pt>
              <c:pt idx="120">
                <c:v>0.2943239989585482</c:v>
              </c:pt>
              <c:pt idx="121">
                <c:v>0.31377922501094807</c:v>
              </c:pt>
              <c:pt idx="122">
                <c:v>0.31377922501094807</c:v>
              </c:pt>
              <c:pt idx="123">
                <c:v>0.31614311456108674</c:v>
              </c:pt>
              <c:pt idx="124">
                <c:v>0.31614311456108674</c:v>
              </c:pt>
              <c:pt idx="125">
                <c:v>0.33480380631221934</c:v>
              </c:pt>
              <c:pt idx="126">
                <c:v>0.33480380631221934</c:v>
              </c:pt>
              <c:pt idx="127">
                <c:v>0.3445309833692782</c:v>
              </c:pt>
              <c:pt idx="128">
                <c:v>0.3445309833692782</c:v>
              </c:pt>
              <c:pt idx="129">
                <c:v>0.35623750296064194</c:v>
              </c:pt>
              <c:pt idx="130">
                <c:v>0.35623750296064194</c:v>
              </c:pt>
              <c:pt idx="131">
                <c:v>0.359842946512876</c:v>
              </c:pt>
              <c:pt idx="132">
                <c:v>0.359842946512876</c:v>
              </c:pt>
              <c:pt idx="133">
                <c:v>0.3650947076148327</c:v>
              </c:pt>
              <c:pt idx="134">
                <c:v>0.3650947076148327</c:v>
              </c:pt>
              <c:pt idx="135">
                <c:v>0.3688505399844664</c:v>
              </c:pt>
              <c:pt idx="136">
                <c:v>0.3688505399844664</c:v>
              </c:pt>
              <c:pt idx="137">
                <c:v>0.3715472731457108</c:v>
              </c:pt>
              <c:pt idx="138">
                <c:v>0.3715472731457108</c:v>
              </c:pt>
              <c:pt idx="139">
                <c:v>0.3799937261490292</c:v>
              </c:pt>
              <c:pt idx="140">
                <c:v>0.3799937261490292</c:v>
              </c:pt>
              <c:pt idx="141">
                <c:v>0.38542007559517566</c:v>
              </c:pt>
              <c:pt idx="142">
                <c:v>0.38542007559517566</c:v>
              </c:pt>
              <c:pt idx="143">
                <c:v>0.39348424543586036</c:v>
              </c:pt>
              <c:pt idx="144">
                <c:v>0.39348424543586036</c:v>
              </c:pt>
              <c:pt idx="145">
                <c:v>0.41398290719385034</c:v>
              </c:pt>
              <c:pt idx="146">
                <c:v>0.41398290719385034</c:v>
              </c:pt>
              <c:pt idx="147">
                <c:v>0.4186847595131933</c:v>
              </c:pt>
              <c:pt idx="148">
                <c:v>0.4186847595131933</c:v>
              </c:pt>
              <c:pt idx="149">
                <c:v>0.445171953770833</c:v>
              </c:pt>
              <c:pt idx="150">
                <c:v>0.445171953770833</c:v>
              </c:pt>
              <c:pt idx="151">
                <c:v>0.4703545029945133</c:v>
              </c:pt>
              <c:pt idx="152">
                <c:v>0.4703545029945133</c:v>
              </c:pt>
              <c:pt idx="153">
                <c:v>0.4970421761481772</c:v>
              </c:pt>
              <c:pt idx="154">
                <c:v>0.4970421761481772</c:v>
              </c:pt>
              <c:pt idx="155">
                <c:v>0.5</c:v>
              </c:pt>
              <c:pt idx="156">
                <c:v>0.5</c:v>
              </c:pt>
              <c:pt idx="157">
                <c:v>0.502204321155017</c:v>
              </c:pt>
              <c:pt idx="158">
                <c:v>0.502204321155017</c:v>
              </c:pt>
              <c:pt idx="159">
                <c:v>0.522512795712433</c:v>
              </c:pt>
              <c:pt idx="160">
                <c:v>0.522512795712433</c:v>
              </c:pt>
              <c:pt idx="161">
                <c:v>0.5377485320288458</c:v>
              </c:pt>
              <c:pt idx="162">
                <c:v>0.5377485320288458</c:v>
              </c:pt>
              <c:pt idx="163">
                <c:v>0.5598543145835205</c:v>
              </c:pt>
              <c:pt idx="164">
                <c:v>0.5598543145835205</c:v>
              </c:pt>
              <c:pt idx="165">
                <c:v>0.5878563360213148</c:v>
              </c:pt>
              <c:pt idx="166">
                <c:v>0.5878563360213148</c:v>
              </c:pt>
              <c:pt idx="167">
                <c:v>0.5900908210355861</c:v>
              </c:pt>
              <c:pt idx="168">
                <c:v>0.5900908210355861</c:v>
              </c:pt>
              <c:pt idx="169">
                <c:v>0.5986090927376397</c:v>
              </c:pt>
              <c:pt idx="170">
                <c:v>0.5986090927376397</c:v>
              </c:pt>
              <c:pt idx="171">
                <c:v>0.5994804905294684</c:v>
              </c:pt>
              <c:pt idx="172">
                <c:v>0.5994804905294684</c:v>
              </c:pt>
              <c:pt idx="173">
                <c:v>0.6212514865389389</c:v>
              </c:pt>
              <c:pt idx="174">
                <c:v>0.6212514865389389</c:v>
              </c:pt>
              <c:pt idx="175">
                <c:v>0.639136782252912</c:v>
              </c:pt>
              <c:pt idx="176">
                <c:v>0.639136782252912</c:v>
              </c:pt>
              <c:pt idx="177">
                <c:v>0.6700338846395502</c:v>
              </c:pt>
              <c:pt idx="178">
                <c:v>0.6700338846395502</c:v>
              </c:pt>
              <c:pt idx="179">
                <c:v>0.679566751749064</c:v>
              </c:pt>
              <c:pt idx="180">
                <c:v>0.679566751749064</c:v>
              </c:pt>
              <c:pt idx="181">
                <c:v>0.6848501203348499</c:v>
              </c:pt>
              <c:pt idx="182">
                <c:v>0.6848501203348499</c:v>
              </c:pt>
              <c:pt idx="183">
                <c:v>0.6852236977900308</c:v>
              </c:pt>
              <c:pt idx="184">
                <c:v>0.6852236977900308</c:v>
              </c:pt>
              <c:pt idx="185">
                <c:v>0.6924171371043775</c:v>
              </c:pt>
              <c:pt idx="186">
                <c:v>0.6924171371043775</c:v>
              </c:pt>
              <c:pt idx="187">
                <c:v>0.6948622318891109</c:v>
              </c:pt>
              <c:pt idx="188">
                <c:v>0.6948622318891109</c:v>
              </c:pt>
              <c:pt idx="189">
                <c:v>0.7099682034989009</c:v>
              </c:pt>
              <c:pt idx="190">
                <c:v>0.7099682034989009</c:v>
              </c:pt>
              <c:pt idx="191">
                <c:v>0.7165279955603032</c:v>
              </c:pt>
              <c:pt idx="192">
                <c:v>0.7165279955603032</c:v>
              </c:pt>
              <c:pt idx="193">
                <c:v>0.7665537396417967</c:v>
              </c:pt>
              <c:pt idx="194">
                <c:v>0.7665537396417967</c:v>
              </c:pt>
              <c:pt idx="195">
                <c:v>0.7713752128643675</c:v>
              </c:pt>
              <c:pt idx="196">
                <c:v>0.7713752128643675</c:v>
              </c:pt>
              <c:pt idx="197">
                <c:v>0.7749222624738352</c:v>
              </c:pt>
              <c:pt idx="198">
                <c:v>0.7749222624738352</c:v>
              </c:pt>
              <c:pt idx="199">
                <c:v>0.7813726502819218</c:v>
              </c:pt>
              <c:pt idx="200">
                <c:v>0.7813726502819218</c:v>
              </c:pt>
              <c:pt idx="201">
                <c:v>0.8072779510136148</c:v>
              </c:pt>
              <c:pt idx="202">
                <c:v>0.8072779510136148</c:v>
              </c:pt>
              <c:pt idx="203">
                <c:v>0.8285398818666121</c:v>
              </c:pt>
              <c:pt idx="204">
                <c:v>0.8285398818666121</c:v>
              </c:pt>
              <c:pt idx="205">
                <c:v>0.8913633356968993</c:v>
              </c:pt>
              <c:pt idx="206">
                <c:v>0.8913633356968993</c:v>
              </c:pt>
              <c:pt idx="207">
                <c:v>0.9317375143920361</c:v>
              </c:pt>
              <c:pt idx="208">
                <c:v>0.9317375143920361</c:v>
              </c:pt>
              <c:pt idx="209">
                <c:v>0.947363780846292</c:v>
              </c:pt>
              <c:pt idx="210">
                <c:v>0.947363780846292</c:v>
              </c:pt>
              <c:pt idx="211">
                <c:v>0.949865772368216</c:v>
              </c:pt>
              <c:pt idx="212">
                <c:v>0.949865772368216</c:v>
              </c:pt>
              <c:pt idx="213">
                <c:v>1</c:v>
              </c:pt>
              <c:pt idx="214">
                <c:v>1</c:v>
              </c:pt>
              <c:pt idx="215">
                <c:v>1.0046820709766444</c:v>
              </c:pt>
              <c:pt idx="216">
                <c:v>1.0046820709766444</c:v>
              </c:pt>
              <c:pt idx="217">
                <c:v>1.0097662726116683</c:v>
              </c:pt>
              <c:pt idx="218">
                <c:v>1.0097662726116683</c:v>
              </c:pt>
              <c:pt idx="219">
                <c:v>1.015382518071133</c:v>
              </c:pt>
              <c:pt idx="220">
                <c:v>1.015382518071133</c:v>
              </c:pt>
              <c:pt idx="221">
                <c:v>1.0569037391770282</c:v>
              </c:pt>
              <c:pt idx="222">
                <c:v>1.0569037391770282</c:v>
              </c:pt>
              <c:pt idx="223">
                <c:v>1.0684316675028684</c:v>
              </c:pt>
              <c:pt idx="224">
                <c:v>1.0684316675028684</c:v>
              </c:pt>
              <c:pt idx="225">
                <c:v>1.0829499130601903</c:v>
              </c:pt>
              <c:pt idx="226">
                <c:v>1.0829499130601903</c:v>
              </c:pt>
              <c:pt idx="227">
                <c:v>1.0978020061433342</c:v>
              </c:pt>
              <c:pt idx="228">
                <c:v>1.0978020061433342</c:v>
              </c:pt>
              <c:pt idx="229">
                <c:v>1.115685903662933</c:v>
              </c:pt>
              <c:pt idx="230">
                <c:v>1.115685903662933</c:v>
              </c:pt>
              <c:pt idx="231">
                <c:v>1.1795218904112015</c:v>
              </c:pt>
              <c:pt idx="232">
                <c:v>1.1795218904112015</c:v>
              </c:pt>
              <c:pt idx="233">
                <c:v>1.2158692977371603</c:v>
              </c:pt>
              <c:pt idx="234">
                <c:v>1.2158692977371603</c:v>
              </c:pt>
              <c:pt idx="235">
                <c:v>1.317027827581646</c:v>
              </c:pt>
              <c:pt idx="236">
                <c:v>1.317027827581646</c:v>
              </c:pt>
              <c:pt idx="237">
                <c:v>1.3472557054571228</c:v>
              </c:pt>
              <c:pt idx="238">
                <c:v>1.3472557054571228</c:v>
              </c:pt>
              <c:pt idx="239">
                <c:v>1.3669572000626182</c:v>
              </c:pt>
              <c:pt idx="240">
                <c:v>1.3669572000626182</c:v>
              </c:pt>
              <c:pt idx="241">
                <c:v>1.3733497470460678</c:v>
              </c:pt>
              <c:pt idx="242">
                <c:v>1.3733497470460678</c:v>
              </c:pt>
              <c:pt idx="243">
                <c:v>1.3940648065494967</c:v>
              </c:pt>
              <c:pt idx="244">
                <c:v>1.3940648065494967</c:v>
              </c:pt>
              <c:pt idx="245">
                <c:v>1.435397880814403</c:v>
              </c:pt>
              <c:pt idx="246">
                <c:v>1.435397880814403</c:v>
              </c:pt>
              <c:pt idx="247">
                <c:v>1.4875404308362814</c:v>
              </c:pt>
              <c:pt idx="248">
                <c:v>1.4875404308362814</c:v>
              </c:pt>
              <c:pt idx="249">
                <c:v>1.5033898615493957</c:v>
              </c:pt>
              <c:pt idx="250">
                <c:v>1.5033898615493957</c:v>
              </c:pt>
              <c:pt idx="251">
                <c:v>1.5225820319903816</c:v>
              </c:pt>
              <c:pt idx="252">
                <c:v>1.5225820319903816</c:v>
              </c:pt>
              <c:pt idx="253">
                <c:v>1.5885964615239403</c:v>
              </c:pt>
              <c:pt idx="254">
                <c:v>1.5885964615239403</c:v>
              </c:pt>
              <c:pt idx="255">
                <c:v>1.5953535310985538</c:v>
              </c:pt>
              <c:pt idx="256">
                <c:v>1.5953535310985538</c:v>
              </c:pt>
              <c:pt idx="257">
                <c:v>1.65505952237088</c:v>
              </c:pt>
              <c:pt idx="258">
                <c:v>1.65505952237088</c:v>
              </c:pt>
              <c:pt idx="259">
                <c:v>1.667700397670812</c:v>
              </c:pt>
              <c:pt idx="260">
                <c:v>1.667700397670812</c:v>
              </c:pt>
              <c:pt idx="261">
                <c:v>1.7206103662182115</c:v>
              </c:pt>
              <c:pt idx="262">
                <c:v>1.7206103662182115</c:v>
              </c:pt>
              <c:pt idx="263">
                <c:v>1.7421778389858245</c:v>
              </c:pt>
              <c:pt idx="264">
                <c:v>1.7421778389858245</c:v>
              </c:pt>
              <c:pt idx="265">
                <c:v>1.8252924811609457</c:v>
              </c:pt>
              <c:pt idx="266">
                <c:v>1.8252924811609457</c:v>
              </c:pt>
              <c:pt idx="267">
                <c:v>1.8508615565674333</c:v>
              </c:pt>
              <c:pt idx="268">
                <c:v>1.8508615565674333</c:v>
              </c:pt>
              <c:pt idx="269">
                <c:v>1.8853898367128863</c:v>
              </c:pt>
              <c:pt idx="270">
                <c:v>1.8853898367128863</c:v>
              </c:pt>
              <c:pt idx="271">
                <c:v>1.9195295717082363</c:v>
              </c:pt>
              <c:pt idx="272">
                <c:v>1.9195295717082363</c:v>
              </c:pt>
              <c:pt idx="273">
                <c:v>1.9313089098408287</c:v>
              </c:pt>
              <c:pt idx="274">
                <c:v>1.9313089098408287</c:v>
              </c:pt>
              <c:pt idx="275">
                <c:v>2</c:v>
              </c:pt>
              <c:pt idx="276">
                <c:v>2</c:v>
              </c:pt>
              <c:pt idx="277">
                <c:v>2.041066888753209</c:v>
              </c:pt>
              <c:pt idx="278">
                <c:v>2.041066888753209</c:v>
              </c:pt>
              <c:pt idx="279">
                <c:v>2.0674590155559756</c:v>
              </c:pt>
              <c:pt idx="280">
                <c:v>2.0674590155559756</c:v>
              </c:pt>
              <c:pt idx="281">
                <c:v>2.0798652006257607</c:v>
              </c:pt>
              <c:pt idx="282">
                <c:v>2.0798652006257607</c:v>
              </c:pt>
              <c:pt idx="283">
                <c:v>2.0802395360837336</c:v>
              </c:pt>
              <c:pt idx="284">
                <c:v>2.0802395360837336</c:v>
              </c:pt>
              <c:pt idx="285">
                <c:v>2.2111350035376813</c:v>
              </c:pt>
              <c:pt idx="286">
                <c:v>2.2111350035376813</c:v>
              </c:pt>
              <c:pt idx="287">
                <c:v>2.2335461876333746</c:v>
              </c:pt>
              <c:pt idx="288">
                <c:v>2.2335461876333746</c:v>
              </c:pt>
              <c:pt idx="289">
                <c:v>2.2589946659941527</c:v>
              </c:pt>
              <c:pt idx="290">
                <c:v>2.2589946659941527</c:v>
              </c:pt>
              <c:pt idx="291">
                <c:v>2.641166930368072</c:v>
              </c:pt>
              <c:pt idx="292">
                <c:v>2.641166930368072</c:v>
              </c:pt>
              <c:pt idx="293">
                <c:v>3.2969262321033477</c:v>
              </c:pt>
              <c:pt idx="294">
                <c:v>3.2969262321033477</c:v>
              </c:pt>
              <c:pt idx="295">
                <c:v>3.3775038753202895</c:v>
              </c:pt>
              <c:pt idx="296">
                <c:v>3.3775038753202895</c:v>
              </c:pt>
              <c:pt idx="297">
                <c:v>3.421522615889293</c:v>
              </c:pt>
              <c:pt idx="298">
                <c:v>3.421522615889293</c:v>
              </c:pt>
              <c:pt idx="299">
                <c:v>3.6006917277293797</c:v>
              </c:pt>
              <c:pt idx="300">
                <c:v>3.6006917277293797</c:v>
              </c:pt>
              <c:pt idx="301">
                <c:v>3.683960447789895</c:v>
              </c:pt>
              <c:pt idx="302">
                <c:v>3.683960447789895</c:v>
              </c:pt>
              <c:pt idx="303">
                <c:v>3.789224412735341</c:v>
              </c:pt>
              <c:pt idx="304">
                <c:v>3.789224412735341</c:v>
              </c:pt>
              <c:pt idx="305">
                <c:v>3.809382071665062</c:v>
              </c:pt>
              <c:pt idx="306">
                <c:v>3.809382071665062</c:v>
              </c:pt>
              <c:pt idx="307">
                <c:v>3.8210703961267125</c:v>
              </c:pt>
              <c:pt idx="308">
                <c:v>3.8210703961267125</c:v>
              </c:pt>
              <c:pt idx="309">
                <c:v>3.863055792831288</c:v>
              </c:pt>
              <c:pt idx="310">
                <c:v>3.863055792831288</c:v>
              </c:pt>
              <c:pt idx="311">
                <c:v>3.916611782207935</c:v>
              </c:pt>
              <c:pt idx="312">
                <c:v>3.916611782207935</c:v>
              </c:pt>
              <c:pt idx="313">
                <c:v>3.977302908859072</c:v>
              </c:pt>
              <c:pt idx="314">
                <c:v>3.977302908859072</c:v>
              </c:pt>
              <c:pt idx="315">
                <c:v>4.057430429613408</c:v>
              </c:pt>
              <c:pt idx="316">
                <c:v>4.057430429613408</c:v>
              </c:pt>
              <c:pt idx="317">
                <c:v>4.246094852004865</c:v>
              </c:pt>
              <c:pt idx="318">
                <c:v>4.246094852004865</c:v>
              </c:pt>
              <c:pt idx="319">
                <c:v>4.990460317712504</c:v>
              </c:pt>
              <c:pt idx="320">
                <c:v>4.990460317712504</c:v>
              </c:pt>
              <c:pt idx="321">
                <c:v>5</c:v>
              </c:pt>
              <c:pt idx="322">
                <c:v>5</c:v>
              </c:pt>
              <c:pt idx="323">
                <c:v>5.231433225430366</c:v>
              </c:pt>
              <c:pt idx="324">
                <c:v>5.231433225430366</c:v>
              </c:pt>
              <c:pt idx="325">
                <c:v>5.305345807544239</c:v>
              </c:pt>
              <c:pt idx="326">
                <c:v>5.305345807544239</c:v>
              </c:pt>
              <c:pt idx="327">
                <c:v>5.315917289882915</c:v>
              </c:pt>
              <c:pt idx="328">
                <c:v>5.315917289882915</c:v>
              </c:pt>
              <c:pt idx="329">
                <c:v>5.334846175056569</c:v>
              </c:pt>
              <c:pt idx="330">
                <c:v>5.334846175056569</c:v>
              </c:pt>
              <c:pt idx="331">
                <c:v>5.454604048712843</c:v>
              </c:pt>
              <c:pt idx="332">
                <c:v>5.454604048712843</c:v>
              </c:pt>
              <c:pt idx="333">
                <c:v>5.501363685031045</c:v>
              </c:pt>
              <c:pt idx="334">
                <c:v>5.501363685031045</c:v>
              </c:pt>
              <c:pt idx="335">
                <c:v>5.5232914357107825</c:v>
              </c:pt>
              <c:pt idx="336">
                <c:v>5.5232914357107825</c:v>
              </c:pt>
              <c:pt idx="337">
                <c:v>5.599785182099995</c:v>
              </c:pt>
              <c:pt idx="338">
                <c:v>5.599785182099995</c:v>
              </c:pt>
              <c:pt idx="339">
                <c:v>5.835741554252041</c:v>
              </c:pt>
              <c:pt idx="340">
                <c:v>5.835741554252041</c:v>
              </c:pt>
              <c:pt idx="341">
                <c:v>5.843417534956221</c:v>
              </c:pt>
              <c:pt idx="342">
                <c:v>5.843417534956221</c:v>
              </c:pt>
              <c:pt idx="343">
                <c:v>5.87526233375221</c:v>
              </c:pt>
              <c:pt idx="344">
                <c:v>5.87526233375221</c:v>
              </c:pt>
              <c:pt idx="345">
                <c:v>5.989638509473673</c:v>
              </c:pt>
              <c:pt idx="346">
                <c:v>5.989638509473673</c:v>
              </c:pt>
              <c:pt idx="347">
                <c:v>6.018514619204306</c:v>
              </c:pt>
              <c:pt idx="348">
                <c:v>6.018514619204306</c:v>
              </c:pt>
              <c:pt idx="349">
                <c:v>6.343227019676621</c:v>
              </c:pt>
              <c:pt idx="350">
                <c:v>6.343227019676621</c:v>
              </c:pt>
              <c:pt idx="351">
                <c:v>6.497727758932633</c:v>
              </c:pt>
              <c:pt idx="352">
                <c:v>6.497727758932633</c:v>
              </c:pt>
              <c:pt idx="353">
                <c:v>7.142342335663847</c:v>
              </c:pt>
              <c:pt idx="354">
                <c:v>7.142342335663847</c:v>
              </c:pt>
              <c:pt idx="355">
                <c:v>7.144597267595001</c:v>
              </c:pt>
              <c:pt idx="356">
                <c:v>7.144597267595001</c:v>
              </c:pt>
              <c:pt idx="357">
                <c:v>7.422198913186824</c:v>
              </c:pt>
              <c:pt idx="358">
                <c:v>7.422198913186824</c:v>
              </c:pt>
              <c:pt idx="359">
                <c:v>7.59121994324735</c:v>
              </c:pt>
              <c:pt idx="360">
                <c:v>7.59121994324735</c:v>
              </c:pt>
              <c:pt idx="361">
                <c:v>7.917392392246887</c:v>
              </c:pt>
              <c:pt idx="362">
                <c:v>7.917392392246887</c:v>
              </c:pt>
              <c:pt idx="363">
                <c:v>8.350509871525002</c:v>
              </c:pt>
              <c:pt idx="364">
                <c:v>8.350509871525002</c:v>
              </c:pt>
              <c:pt idx="365">
                <c:v>8.65386662550039</c:v>
              </c:pt>
              <c:pt idx="366">
                <c:v>8.65386662550039</c:v>
              </c:pt>
              <c:pt idx="367">
                <c:v>8.701608160444522</c:v>
              </c:pt>
              <c:pt idx="368">
                <c:v>8.701608160444522</c:v>
              </c:pt>
              <c:pt idx="369">
                <c:v>8.868134591391936</c:v>
              </c:pt>
              <c:pt idx="370">
                <c:v>8.868134591391936</c:v>
              </c:pt>
              <c:pt idx="371">
                <c:v>9.89627346553346</c:v>
              </c:pt>
              <c:pt idx="372">
                <c:v>9.89627346553346</c:v>
              </c:pt>
              <c:pt idx="373">
                <c:v>10</c:v>
              </c:pt>
              <c:pt idx="374">
                <c:v>10</c:v>
              </c:pt>
              <c:pt idx="375">
                <c:v>10.187653471874338</c:v>
              </c:pt>
              <c:pt idx="376">
                <c:v>10.187653471874338</c:v>
              </c:pt>
              <c:pt idx="377">
                <c:v>10.528094201820275</c:v>
              </c:pt>
              <c:pt idx="378">
                <c:v>10.528094201820275</c:v>
              </c:pt>
              <c:pt idx="379">
                <c:v>10.673679847405335</c:v>
              </c:pt>
              <c:pt idx="380">
                <c:v>10.673679847405335</c:v>
              </c:pt>
              <c:pt idx="381">
                <c:v>10.782988781433195</c:v>
              </c:pt>
              <c:pt idx="382">
                <c:v>10.782988781433195</c:v>
              </c:pt>
              <c:pt idx="383">
                <c:v>10.911748332598417</c:v>
              </c:pt>
              <c:pt idx="384">
                <c:v>10.911748332598417</c:v>
              </c:pt>
              <c:pt idx="385">
                <c:v>11.209705561073406</c:v>
              </c:pt>
              <c:pt idx="386">
                <c:v>11.209705561073406</c:v>
              </c:pt>
              <c:pt idx="387">
                <c:v>11.56079685742189</c:v>
              </c:pt>
              <c:pt idx="388">
                <c:v>11.56079685742189</c:v>
              </c:pt>
              <c:pt idx="389">
                <c:v>11.572333242135645</c:v>
              </c:pt>
              <c:pt idx="390">
                <c:v>11.572333242135645</c:v>
              </c:pt>
              <c:pt idx="391">
                <c:v>11.607440159857193</c:v>
              </c:pt>
              <c:pt idx="392">
                <c:v>11.607440159857193</c:v>
              </c:pt>
              <c:pt idx="393">
                <c:v>11.811356470177031</c:v>
              </c:pt>
              <c:pt idx="394">
                <c:v>11.811356470177031</c:v>
              </c:pt>
              <c:pt idx="395">
                <c:v>12.36368549160061</c:v>
              </c:pt>
              <c:pt idx="396">
                <c:v>12.36368549160061</c:v>
              </c:pt>
              <c:pt idx="397">
                <c:v>12.45132538137885</c:v>
              </c:pt>
              <c:pt idx="398">
                <c:v>12.45132538137885</c:v>
              </c:pt>
              <c:pt idx="399">
                <c:v>13.235683955096572</c:v>
              </c:pt>
              <c:pt idx="400">
                <c:v>13.235683955096572</c:v>
              </c:pt>
              <c:pt idx="401">
                <c:v>13.98018007397727</c:v>
              </c:pt>
              <c:pt idx="402">
                <c:v>13.98018007397727</c:v>
              </c:pt>
              <c:pt idx="403">
                <c:v>14.033159688533473</c:v>
              </c:pt>
              <c:pt idx="404">
                <c:v>14.033159688533473</c:v>
              </c:pt>
              <c:pt idx="405">
                <c:v>14.741913595711925</c:v>
              </c:pt>
              <c:pt idx="406">
                <c:v>14.741913595711925</c:v>
              </c:pt>
              <c:pt idx="407">
                <c:v>15</c:v>
              </c:pt>
              <c:pt idx="408">
                <c:v>15</c:v>
              </c:pt>
              <c:pt idx="409">
                <c:v>15.094396704165566</c:v>
              </c:pt>
              <c:pt idx="410">
                <c:v>15.094396704165566</c:v>
              </c:pt>
              <c:pt idx="411">
                <c:v>15.750112445640992</c:v>
              </c:pt>
              <c:pt idx="412">
                <c:v>15.750112445640992</c:v>
              </c:pt>
              <c:pt idx="413">
                <c:v>15.9965139698617</c:v>
              </c:pt>
              <c:pt idx="414">
                <c:v>15.9965139698617</c:v>
              </c:pt>
              <c:pt idx="415">
                <c:v>16.98624345209068</c:v>
              </c:pt>
              <c:pt idx="416">
                <c:v>16.98624345209068</c:v>
              </c:pt>
              <c:pt idx="417">
                <c:v>17.39796796909512</c:v>
              </c:pt>
              <c:pt idx="418">
                <c:v>17.39796796909512</c:v>
              </c:pt>
              <c:pt idx="419">
                <c:v>19.459197289689474</c:v>
              </c:pt>
              <c:pt idx="420">
                <c:v>19.459197289689474</c:v>
              </c:pt>
              <c:pt idx="421">
                <c:v>19.563867795215497</c:v>
              </c:pt>
              <c:pt idx="422">
                <c:v>19.563867795215497</c:v>
              </c:pt>
              <c:pt idx="423">
                <c:v>19.674813823324968</c:v>
              </c:pt>
              <c:pt idx="424">
                <c:v>19.674813823324968</c:v>
              </c:pt>
              <c:pt idx="425">
                <c:v>20</c:v>
              </c:pt>
              <c:pt idx="426">
                <c:v>20</c:v>
              </c:pt>
              <c:pt idx="427">
                <c:v>23.03638004357276</c:v>
              </c:pt>
              <c:pt idx="428">
                <c:v>23.03638004357276</c:v>
              </c:pt>
              <c:pt idx="429">
                <c:v>23.78588308271156</c:v>
              </c:pt>
              <c:pt idx="430">
                <c:v>23.78588308271156</c:v>
              </c:pt>
              <c:pt idx="431">
                <c:v>26.955352627445485</c:v>
              </c:pt>
              <c:pt idx="432">
                <c:v>26.955352627445485</c:v>
              </c:pt>
              <c:pt idx="433">
                <c:v>27.64850090239322</c:v>
              </c:pt>
              <c:pt idx="434">
                <c:v>27.64850090239322</c:v>
              </c:pt>
              <c:pt idx="435">
                <c:v>29.48544529338849</c:v>
              </c:pt>
              <c:pt idx="436">
                <c:v>29.48544529338849</c:v>
              </c:pt>
              <c:pt idx="437">
                <c:v>30</c:v>
              </c:pt>
              <c:pt idx="438">
                <c:v>30</c:v>
              </c:pt>
              <c:pt idx="439">
                <c:v>33.37266516630498</c:v>
              </c:pt>
              <c:pt idx="440">
                <c:v>33.37266516630498</c:v>
              </c:pt>
              <c:pt idx="441">
                <c:v>38.21599041900935</c:v>
              </c:pt>
              <c:pt idx="442">
                <c:v>38.21599041900935</c:v>
              </c:pt>
              <c:pt idx="443">
                <c:v>50</c:v>
              </c:pt>
              <c:pt idx="444">
                <c:v>50</c:v>
              </c:pt>
              <c:pt idx="445">
                <c:v>52.584009839800494</c:v>
              </c:pt>
              <c:pt idx="446">
                <c:v>52.584009839800494</c:v>
              </c:pt>
              <c:pt idx="447">
                <c:v>70</c:v>
              </c:pt>
            </c:numLit>
          </c:xVal>
          <c:yVal>
            <c:numLit>
              <c:formatCode>0.0</c:formatCode>
              <c:ptCount val="448"/>
              <c:pt idx="0">
                <c:v>6.126889515497563</c:v>
              </c:pt>
              <c:pt idx="1">
                <c:v>6.126889515497563</c:v>
              </c:pt>
              <c:pt idx="2">
                <c:v>6.126889515497563</c:v>
              </c:pt>
              <c:pt idx="3">
                <c:v>6.126889515497563</c:v>
              </c:pt>
              <c:pt idx="4">
                <c:v>6.126889515497563</c:v>
              </c:pt>
              <c:pt idx="5">
                <c:v>6.126889515497563</c:v>
              </c:pt>
              <c:pt idx="6">
                <c:v>6.126889515497563</c:v>
              </c:pt>
              <c:pt idx="7">
                <c:v>6.126889515497563</c:v>
              </c:pt>
              <c:pt idx="8">
                <c:v>6.126889515497563</c:v>
              </c:pt>
              <c:pt idx="9">
                <c:v>6.126889515497563</c:v>
              </c:pt>
              <c:pt idx="10">
                <c:v>6.126889515497563</c:v>
              </c:pt>
              <c:pt idx="11">
                <c:v>6.126889515497563</c:v>
              </c:pt>
              <c:pt idx="12">
                <c:v>6.126889515497563</c:v>
              </c:pt>
              <c:pt idx="13">
                <c:v>6.126889515497563</c:v>
              </c:pt>
              <c:pt idx="14">
                <c:v>6.126889515497563</c:v>
              </c:pt>
              <c:pt idx="15">
                <c:v>6.126889515497563</c:v>
              </c:pt>
              <c:pt idx="16">
                <c:v>6.126889515497563</c:v>
              </c:pt>
              <c:pt idx="17">
                <c:v>6.126889515497563</c:v>
              </c:pt>
              <c:pt idx="18">
                <c:v>6.126889515497563</c:v>
              </c:pt>
              <c:pt idx="19">
                <c:v>6.126889515497563</c:v>
              </c:pt>
              <c:pt idx="20">
                <c:v>5.479527508101987</c:v>
              </c:pt>
              <c:pt idx="21">
                <c:v>5.479527508101987</c:v>
              </c:pt>
              <c:pt idx="22">
                <c:v>5.466315592445085</c:v>
              </c:pt>
              <c:pt idx="23">
                <c:v>5.466315592445085</c:v>
              </c:pt>
              <c:pt idx="24">
                <c:v>5.466315592445085</c:v>
              </c:pt>
              <c:pt idx="25">
                <c:v>5.466315592445085</c:v>
              </c:pt>
              <c:pt idx="26">
                <c:v>5.466315592445085</c:v>
              </c:pt>
              <c:pt idx="27">
                <c:v>5.466315592445085</c:v>
              </c:pt>
              <c:pt idx="28">
                <c:v>5.466315592445085</c:v>
              </c:pt>
              <c:pt idx="29">
                <c:v>5.466315592445085</c:v>
              </c:pt>
              <c:pt idx="30">
                <c:v>5.466315592445085</c:v>
              </c:pt>
              <c:pt idx="31">
                <c:v>5.466315592445085</c:v>
              </c:pt>
              <c:pt idx="32">
                <c:v>5.466315592445085</c:v>
              </c:pt>
              <c:pt idx="33">
                <c:v>5.466315592445085</c:v>
              </c:pt>
              <c:pt idx="34">
                <c:v>5.177601316547696</c:v>
              </c:pt>
              <c:pt idx="35">
                <c:v>5.177601316547696</c:v>
              </c:pt>
              <c:pt idx="36">
                <c:v>5.177601316547696</c:v>
              </c:pt>
              <c:pt idx="37">
                <c:v>5.177601316547696</c:v>
              </c:pt>
              <c:pt idx="38">
                <c:v>5.177601316547696</c:v>
              </c:pt>
              <c:pt idx="39">
                <c:v>5.177601316547696</c:v>
              </c:pt>
              <c:pt idx="40">
                <c:v>5.177601316547696</c:v>
              </c:pt>
              <c:pt idx="41">
                <c:v>5.177601316547696</c:v>
              </c:pt>
              <c:pt idx="42">
                <c:v>5.177601316547696</c:v>
              </c:pt>
              <c:pt idx="43">
                <c:v>5.177601316547696</c:v>
              </c:pt>
              <c:pt idx="44">
                <c:v>5.171090277466149</c:v>
              </c:pt>
              <c:pt idx="45">
                <c:v>5.171090277466149</c:v>
              </c:pt>
              <c:pt idx="46">
                <c:v>5.171090277466149</c:v>
              </c:pt>
              <c:pt idx="47">
                <c:v>5.171090277466149</c:v>
              </c:pt>
              <c:pt idx="48">
                <c:v>5.171090277466149</c:v>
              </c:pt>
              <c:pt idx="49">
                <c:v>5.171090277466149</c:v>
              </c:pt>
              <c:pt idx="50">
                <c:v>5.171090277466149</c:v>
              </c:pt>
              <c:pt idx="51">
                <c:v>5.171090277466149</c:v>
              </c:pt>
              <c:pt idx="52">
                <c:v>5.171090277466149</c:v>
              </c:pt>
              <c:pt idx="53">
                <c:v>5.171090277466149</c:v>
              </c:pt>
              <c:pt idx="54">
                <c:v>5.171090277466149</c:v>
              </c:pt>
              <c:pt idx="55">
                <c:v>5.171090277466149</c:v>
              </c:pt>
              <c:pt idx="56">
                <c:v>5.171090277466149</c:v>
              </c:pt>
              <c:pt idx="57">
                <c:v>5.171090277466149</c:v>
              </c:pt>
              <c:pt idx="58">
                <c:v>5.171090277466149</c:v>
              </c:pt>
              <c:pt idx="59">
                <c:v>5.171090277466149</c:v>
              </c:pt>
              <c:pt idx="60">
                <c:v>5.143595281834354</c:v>
              </c:pt>
              <c:pt idx="61">
                <c:v>5.143595281834354</c:v>
              </c:pt>
              <c:pt idx="62">
                <c:v>5.143595281834354</c:v>
              </c:pt>
              <c:pt idx="63">
                <c:v>5.143595281834354</c:v>
              </c:pt>
              <c:pt idx="64">
                <c:v>5.143595281834354</c:v>
              </c:pt>
              <c:pt idx="65">
                <c:v>5.143595281834354</c:v>
              </c:pt>
              <c:pt idx="66">
                <c:v>5.143595281834354</c:v>
              </c:pt>
              <c:pt idx="67">
                <c:v>5.143595281834354</c:v>
              </c:pt>
              <c:pt idx="68">
                <c:v>5.143595281834354</c:v>
              </c:pt>
              <c:pt idx="69">
                <c:v>5.143595281834354</c:v>
              </c:pt>
              <c:pt idx="70">
                <c:v>5.143595281834354</c:v>
              </c:pt>
              <c:pt idx="71">
                <c:v>5.143595281834354</c:v>
              </c:pt>
              <c:pt idx="72">
                <c:v>5.143595281834354</c:v>
              </c:pt>
              <c:pt idx="73">
                <c:v>5.143595281834354</c:v>
              </c:pt>
              <c:pt idx="74">
                <c:v>5.143595281834354</c:v>
              </c:pt>
              <c:pt idx="75">
                <c:v>5.143595281834354</c:v>
              </c:pt>
              <c:pt idx="76">
                <c:v>5.143595281834354</c:v>
              </c:pt>
              <c:pt idx="77">
                <c:v>5.143595281834354</c:v>
              </c:pt>
              <c:pt idx="78">
                <c:v>5.1406281441479305</c:v>
              </c:pt>
              <c:pt idx="79">
                <c:v>5.1406281441479305</c:v>
              </c:pt>
              <c:pt idx="80">
                <c:v>5.1406281441479305</c:v>
              </c:pt>
              <c:pt idx="81">
                <c:v>5.1406281441479305</c:v>
              </c:pt>
              <c:pt idx="82">
                <c:v>5.1406281441479305</c:v>
              </c:pt>
              <c:pt idx="83">
                <c:v>5.1406281441479305</c:v>
              </c:pt>
              <c:pt idx="84">
                <c:v>5.1406281441479305</c:v>
              </c:pt>
              <c:pt idx="85">
                <c:v>5.1406281441479305</c:v>
              </c:pt>
              <c:pt idx="86">
                <c:v>5.1406281441479305</c:v>
              </c:pt>
              <c:pt idx="87">
                <c:v>5.1406281441479305</c:v>
              </c:pt>
              <c:pt idx="88">
                <c:v>5.1406281441479305</c:v>
              </c:pt>
              <c:pt idx="89">
                <c:v>5.1406281441479305</c:v>
              </c:pt>
              <c:pt idx="90">
                <c:v>5.1406281441479305</c:v>
              </c:pt>
              <c:pt idx="91">
                <c:v>5.1406281441479305</c:v>
              </c:pt>
              <c:pt idx="92">
                <c:v>5.1406281441479305</c:v>
              </c:pt>
              <c:pt idx="93">
                <c:v>5.1406281441479305</c:v>
              </c:pt>
              <c:pt idx="94">
                <c:v>4.854167455047705</c:v>
              </c:pt>
              <c:pt idx="95">
                <c:v>4.854167455047705</c:v>
              </c:pt>
              <c:pt idx="96">
                <c:v>4.854167455047705</c:v>
              </c:pt>
              <c:pt idx="97">
                <c:v>4.854167455047705</c:v>
              </c:pt>
              <c:pt idx="98">
                <c:v>4.854167455047705</c:v>
              </c:pt>
              <c:pt idx="99">
                <c:v>4.854167455047705</c:v>
              </c:pt>
              <c:pt idx="100">
                <c:v>4.854167455047705</c:v>
              </c:pt>
              <c:pt idx="101">
                <c:v>4.854167455047705</c:v>
              </c:pt>
              <c:pt idx="102">
                <c:v>4.808596692947719</c:v>
              </c:pt>
              <c:pt idx="103">
                <c:v>4.808596692947719</c:v>
              </c:pt>
              <c:pt idx="104">
                <c:v>4.7088393222848115</c:v>
              </c:pt>
              <c:pt idx="105">
                <c:v>4.7088393222848115</c:v>
              </c:pt>
              <c:pt idx="106">
                <c:v>4.697307301594311</c:v>
              </c:pt>
              <c:pt idx="107">
                <c:v>4.697307301594311</c:v>
              </c:pt>
              <c:pt idx="108">
                <c:v>4.697307301594311</c:v>
              </c:pt>
              <c:pt idx="109">
                <c:v>4.697307301594311</c:v>
              </c:pt>
              <c:pt idx="110">
                <c:v>4.697307301594311</c:v>
              </c:pt>
              <c:pt idx="111">
                <c:v>4.697307301594311</c:v>
              </c:pt>
              <c:pt idx="112">
                <c:v>4.697307301594311</c:v>
              </c:pt>
              <c:pt idx="113">
                <c:v>4.697307301594311</c:v>
              </c:pt>
              <c:pt idx="114">
                <c:v>4.697307301594311</c:v>
              </c:pt>
              <c:pt idx="115">
                <c:v>4.697307301594311</c:v>
              </c:pt>
              <c:pt idx="116">
                <c:v>4.697307301594311</c:v>
              </c:pt>
              <c:pt idx="117">
                <c:v>4.697307301594311</c:v>
              </c:pt>
              <c:pt idx="118">
                <c:v>4.697307301594311</c:v>
              </c:pt>
              <c:pt idx="119">
                <c:v>4.697307301594311</c:v>
              </c:pt>
              <c:pt idx="120">
                <c:v>4.33176200506546</c:v>
              </c:pt>
              <c:pt idx="121">
                <c:v>4.33176200506546</c:v>
              </c:pt>
              <c:pt idx="122">
                <c:v>4.33176200506546</c:v>
              </c:pt>
              <c:pt idx="123">
                <c:v>4.33176200506546</c:v>
              </c:pt>
              <c:pt idx="124">
                <c:v>4.258825853086595</c:v>
              </c:pt>
              <c:pt idx="125">
                <c:v>4.258825853086595</c:v>
              </c:pt>
              <c:pt idx="126">
                <c:v>4.25121312560082</c:v>
              </c:pt>
              <c:pt idx="127">
                <c:v>4.25121312560082</c:v>
              </c:pt>
              <c:pt idx="128">
                <c:v>4.25121312560082</c:v>
              </c:pt>
              <c:pt idx="129">
                <c:v>4.25121312560082</c:v>
              </c:pt>
              <c:pt idx="130">
                <c:v>4.25121312560082</c:v>
              </c:pt>
              <c:pt idx="131">
                <c:v>4.25121312560082</c:v>
              </c:pt>
              <c:pt idx="132">
                <c:v>4.25121312560082</c:v>
              </c:pt>
              <c:pt idx="133">
                <c:v>4.25121312560082</c:v>
              </c:pt>
              <c:pt idx="134">
                <c:v>4.25121312560082</c:v>
              </c:pt>
              <c:pt idx="135">
                <c:v>4.25121312560082</c:v>
              </c:pt>
              <c:pt idx="136">
                <c:v>4.137745545967885</c:v>
              </c:pt>
              <c:pt idx="137">
                <c:v>4.137745545967885</c:v>
              </c:pt>
              <c:pt idx="138">
                <c:v>3.908316786967415</c:v>
              </c:pt>
              <c:pt idx="139">
                <c:v>3.908316786967415</c:v>
              </c:pt>
              <c:pt idx="140">
                <c:v>3.908316786967415</c:v>
              </c:pt>
              <c:pt idx="141">
                <c:v>3.908316786967415</c:v>
              </c:pt>
              <c:pt idx="142">
                <c:v>3.908316786967415</c:v>
              </c:pt>
              <c:pt idx="143">
                <c:v>3.908316786967415</c:v>
              </c:pt>
              <c:pt idx="144">
                <c:v>3.908316786967415</c:v>
              </c:pt>
              <c:pt idx="145">
                <c:v>3.908316786967415</c:v>
              </c:pt>
              <c:pt idx="146">
                <c:v>3.568078584973058</c:v>
              </c:pt>
              <c:pt idx="147">
                <c:v>3.568078584973058</c:v>
              </c:pt>
              <c:pt idx="148">
                <c:v>3.433327471267875</c:v>
              </c:pt>
              <c:pt idx="149">
                <c:v>3.433327471267875</c:v>
              </c:pt>
              <c:pt idx="150">
                <c:v>3.433327471267875</c:v>
              </c:pt>
              <c:pt idx="151">
                <c:v>3.433327471267875</c:v>
              </c:pt>
              <c:pt idx="152">
                <c:v>3.433327471267875</c:v>
              </c:pt>
              <c:pt idx="153">
                <c:v>3.433327471267875</c:v>
              </c:pt>
              <c:pt idx="154">
                <c:v>3.433327471267875</c:v>
              </c:pt>
              <c:pt idx="155">
                <c:v>3.433327471267875</c:v>
              </c:pt>
              <c:pt idx="156">
                <c:v>3.433327471267875</c:v>
              </c:pt>
              <c:pt idx="157">
                <c:v>3.433327471267875</c:v>
              </c:pt>
              <c:pt idx="158">
                <c:v>3.433327471267875</c:v>
              </c:pt>
              <c:pt idx="159">
                <c:v>3.433327471267875</c:v>
              </c:pt>
              <c:pt idx="160">
                <c:v>3.3425604687038604</c:v>
              </c:pt>
              <c:pt idx="161">
                <c:v>3.3425604687038604</c:v>
              </c:pt>
              <c:pt idx="162">
                <c:v>3.3425604687038604</c:v>
              </c:pt>
              <c:pt idx="163">
                <c:v>3.3425604687038604</c:v>
              </c:pt>
              <c:pt idx="164">
                <c:v>3.3425604687038604</c:v>
              </c:pt>
              <c:pt idx="165">
                <c:v>3.3425604687038604</c:v>
              </c:pt>
              <c:pt idx="166">
                <c:v>3.3425604687038604</c:v>
              </c:pt>
              <c:pt idx="167">
                <c:v>3.3425604687038604</c:v>
              </c:pt>
              <c:pt idx="168">
                <c:v>3.3425604687038604</c:v>
              </c:pt>
              <c:pt idx="169">
                <c:v>3.3425604687038604</c:v>
              </c:pt>
              <c:pt idx="170">
                <c:v>3.3425604687038604</c:v>
              </c:pt>
              <c:pt idx="171">
                <c:v>3.3425604687038604</c:v>
              </c:pt>
              <c:pt idx="172">
                <c:v>3.3425604687038604</c:v>
              </c:pt>
              <c:pt idx="173">
                <c:v>3.3425604687038604</c:v>
              </c:pt>
              <c:pt idx="174">
                <c:v>3.3425604687038604</c:v>
              </c:pt>
              <c:pt idx="175">
                <c:v>3.3425604687038604</c:v>
              </c:pt>
              <c:pt idx="176">
                <c:v>3.3425604687038604</c:v>
              </c:pt>
              <c:pt idx="177">
                <c:v>3.3425604687038604</c:v>
              </c:pt>
              <c:pt idx="178">
                <c:v>3.3425604687038604</c:v>
              </c:pt>
              <c:pt idx="179">
                <c:v>3.3425604687038604</c:v>
              </c:pt>
              <c:pt idx="180">
                <c:v>3.0966188802112935</c:v>
              </c:pt>
              <c:pt idx="181">
                <c:v>3.0966188802112935</c:v>
              </c:pt>
              <c:pt idx="182">
                <c:v>3.0966188802112935</c:v>
              </c:pt>
              <c:pt idx="183">
                <c:v>3.0966188802112935</c:v>
              </c:pt>
              <c:pt idx="184">
                <c:v>3.0901085977728724</c:v>
              </c:pt>
              <c:pt idx="185">
                <c:v>3.0901085977728724</c:v>
              </c:pt>
              <c:pt idx="186">
                <c:v>3.0901085977728724</c:v>
              </c:pt>
              <c:pt idx="187">
                <c:v>3.0901085977728724</c:v>
              </c:pt>
              <c:pt idx="188">
                <c:v>3.0901085977728724</c:v>
              </c:pt>
              <c:pt idx="189">
                <c:v>3.0901085977728724</c:v>
              </c:pt>
              <c:pt idx="190">
                <c:v>3.0901085977728724</c:v>
              </c:pt>
              <c:pt idx="191">
                <c:v>3.0901085977728724</c:v>
              </c:pt>
              <c:pt idx="192">
                <c:v>3.0901085977728724</c:v>
              </c:pt>
              <c:pt idx="193">
                <c:v>3.0901085977728724</c:v>
              </c:pt>
              <c:pt idx="194">
                <c:v>3.0901085977728724</c:v>
              </c:pt>
              <c:pt idx="195">
                <c:v>3.0901085977728724</c:v>
              </c:pt>
              <c:pt idx="196">
                <c:v>2.9639631617151907</c:v>
              </c:pt>
              <c:pt idx="197">
                <c:v>2.9639631617151907</c:v>
              </c:pt>
              <c:pt idx="198">
                <c:v>2.9639631617151907</c:v>
              </c:pt>
              <c:pt idx="199">
                <c:v>2.9639631617151907</c:v>
              </c:pt>
              <c:pt idx="200">
                <c:v>2.9639631617151907</c:v>
              </c:pt>
              <c:pt idx="201">
                <c:v>2.9639631617151907</c:v>
              </c:pt>
              <c:pt idx="202">
                <c:v>2.9639631617151907</c:v>
              </c:pt>
              <c:pt idx="203">
                <c:v>2.9639631617151907</c:v>
              </c:pt>
              <c:pt idx="204">
                <c:v>2.9639631617151907</c:v>
              </c:pt>
              <c:pt idx="205">
                <c:v>2.9639631617151907</c:v>
              </c:pt>
              <c:pt idx="206">
                <c:v>2.9639631617151907</c:v>
              </c:pt>
              <c:pt idx="207">
                <c:v>2.9639631617151907</c:v>
              </c:pt>
              <c:pt idx="208">
                <c:v>2.9639631617151907</c:v>
              </c:pt>
              <c:pt idx="209">
                <c:v>2.9639631617151907</c:v>
              </c:pt>
              <c:pt idx="210">
                <c:v>2.9639631617151907</c:v>
              </c:pt>
              <c:pt idx="211">
                <c:v>2.9639631617151907</c:v>
              </c:pt>
              <c:pt idx="212">
                <c:v>2.9574524727447127</c:v>
              </c:pt>
              <c:pt idx="213">
                <c:v>2.9574524727447127</c:v>
              </c:pt>
              <c:pt idx="214">
                <c:v>2.9574524727447127</c:v>
              </c:pt>
              <c:pt idx="215">
                <c:v>2.9574524727447127</c:v>
              </c:pt>
              <c:pt idx="216">
                <c:v>2.9203779126112344</c:v>
              </c:pt>
              <c:pt idx="217">
                <c:v>2.9203779126112344</c:v>
              </c:pt>
              <c:pt idx="218">
                <c:v>2.746358693319248</c:v>
              </c:pt>
              <c:pt idx="219">
                <c:v>2.746358693319248</c:v>
              </c:pt>
              <c:pt idx="220">
                <c:v>2.746358693319248</c:v>
              </c:pt>
              <c:pt idx="221">
                <c:v>2.746358693319248</c:v>
              </c:pt>
              <c:pt idx="222">
                <c:v>2.746358693319248</c:v>
              </c:pt>
              <c:pt idx="223">
                <c:v>2.746358693319248</c:v>
              </c:pt>
              <c:pt idx="224">
                <c:v>2.746358693319248</c:v>
              </c:pt>
              <c:pt idx="225">
                <c:v>2.746358693319248</c:v>
              </c:pt>
              <c:pt idx="226">
                <c:v>2.746358693319248</c:v>
              </c:pt>
              <c:pt idx="227">
                <c:v>2.746358693319248</c:v>
              </c:pt>
              <c:pt idx="228">
                <c:v>2.746358693319248</c:v>
              </c:pt>
              <c:pt idx="229">
                <c:v>2.746358693319248</c:v>
              </c:pt>
              <c:pt idx="230">
                <c:v>2.486949796803313</c:v>
              </c:pt>
              <c:pt idx="231">
                <c:v>2.486949796803313</c:v>
              </c:pt>
              <c:pt idx="232">
                <c:v>2.486949796803313</c:v>
              </c:pt>
              <c:pt idx="233">
                <c:v>2.486949796803313</c:v>
              </c:pt>
              <c:pt idx="234">
                <c:v>2.486949796803313</c:v>
              </c:pt>
              <c:pt idx="235">
                <c:v>2.486949796803313</c:v>
              </c:pt>
              <c:pt idx="236">
                <c:v>2.486949796803313</c:v>
              </c:pt>
              <c:pt idx="237">
                <c:v>2.486949796803313</c:v>
              </c:pt>
              <c:pt idx="238">
                <c:v>2.486949796803313</c:v>
              </c:pt>
              <c:pt idx="239">
                <c:v>2.486949796803313</c:v>
              </c:pt>
              <c:pt idx="240">
                <c:v>2.486949796803313</c:v>
              </c:pt>
              <c:pt idx="241">
                <c:v>2.486949796803313</c:v>
              </c:pt>
              <c:pt idx="242">
                <c:v>2.486949796803313</c:v>
              </c:pt>
              <c:pt idx="243">
                <c:v>2.486949796803313</c:v>
              </c:pt>
              <c:pt idx="244">
                <c:v>2.486949796803313</c:v>
              </c:pt>
              <c:pt idx="245">
                <c:v>2.486949796803313</c:v>
              </c:pt>
              <c:pt idx="246">
                <c:v>2.486949796803313</c:v>
              </c:pt>
              <c:pt idx="247">
                <c:v>2.486949796803313</c:v>
              </c:pt>
              <c:pt idx="248">
                <c:v>2.486949796803313</c:v>
              </c:pt>
              <c:pt idx="249">
                <c:v>2.486949796803313</c:v>
              </c:pt>
              <c:pt idx="250">
                <c:v>2.486949796803313</c:v>
              </c:pt>
              <c:pt idx="251">
                <c:v>2.486949796803313</c:v>
              </c:pt>
              <c:pt idx="252">
                <c:v>2.486949796803313</c:v>
              </c:pt>
              <c:pt idx="253">
                <c:v>2.486949796803313</c:v>
              </c:pt>
              <c:pt idx="254">
                <c:v>2.486949796803313</c:v>
              </c:pt>
              <c:pt idx="255">
                <c:v>2.486949796803313</c:v>
              </c:pt>
              <c:pt idx="256">
                <c:v>2.486949796803313</c:v>
              </c:pt>
              <c:pt idx="257">
                <c:v>2.486949796803313</c:v>
              </c:pt>
              <c:pt idx="258">
                <c:v>2.486949796803313</c:v>
              </c:pt>
              <c:pt idx="259">
                <c:v>2.486949796803313</c:v>
              </c:pt>
              <c:pt idx="260">
                <c:v>2.266990215652464</c:v>
              </c:pt>
              <c:pt idx="261">
                <c:v>2.266990215652464</c:v>
              </c:pt>
              <c:pt idx="262">
                <c:v>2.266990215652464</c:v>
              </c:pt>
              <c:pt idx="263">
                <c:v>2.266990215652464</c:v>
              </c:pt>
              <c:pt idx="264">
                <c:v>2.266990215652464</c:v>
              </c:pt>
              <c:pt idx="265">
                <c:v>2.266990215652464</c:v>
              </c:pt>
              <c:pt idx="266">
                <c:v>2.266990215652464</c:v>
              </c:pt>
              <c:pt idx="267">
                <c:v>2.266990215652464</c:v>
              </c:pt>
              <c:pt idx="268">
                <c:v>2.266990215652464</c:v>
              </c:pt>
              <c:pt idx="269">
                <c:v>2.266990215652464</c:v>
              </c:pt>
              <c:pt idx="270">
                <c:v>2.266990215652464</c:v>
              </c:pt>
              <c:pt idx="271">
                <c:v>2.266990215652464</c:v>
              </c:pt>
              <c:pt idx="272">
                <c:v>2.266990215652464</c:v>
              </c:pt>
              <c:pt idx="273">
                <c:v>2.266990215652464</c:v>
              </c:pt>
              <c:pt idx="274">
                <c:v>2.266990215652464</c:v>
              </c:pt>
              <c:pt idx="275">
                <c:v>2.266990215652464</c:v>
              </c:pt>
              <c:pt idx="276">
                <c:v>2.266990215652464</c:v>
              </c:pt>
              <c:pt idx="277">
                <c:v>2.266990215652464</c:v>
              </c:pt>
              <c:pt idx="278">
                <c:v>2.064914203082574</c:v>
              </c:pt>
              <c:pt idx="279">
                <c:v>2.064914203082574</c:v>
              </c:pt>
              <c:pt idx="280">
                <c:v>2.064914203082574</c:v>
              </c:pt>
              <c:pt idx="281">
                <c:v>2.064914203082574</c:v>
              </c:pt>
              <c:pt idx="282">
                <c:v>2.064914203082574</c:v>
              </c:pt>
              <c:pt idx="283">
                <c:v>2.064914203082574</c:v>
              </c:pt>
              <c:pt idx="284">
                <c:v>2.0475709263078627</c:v>
              </c:pt>
              <c:pt idx="285">
                <c:v>2.0475709263078627</c:v>
              </c:pt>
              <c:pt idx="286">
                <c:v>2.0475709263078627</c:v>
              </c:pt>
              <c:pt idx="287">
                <c:v>2.0475709263078627</c:v>
              </c:pt>
              <c:pt idx="288">
                <c:v>1.8750454470795808</c:v>
              </c:pt>
              <c:pt idx="289">
                <c:v>1.8750454470795808</c:v>
              </c:pt>
              <c:pt idx="290">
                <c:v>1.8750454470795808</c:v>
              </c:pt>
              <c:pt idx="291">
                <c:v>1.8750454470795808</c:v>
              </c:pt>
              <c:pt idx="292">
                <c:v>1.8750454470795808</c:v>
              </c:pt>
              <c:pt idx="293">
                <c:v>1.8750454470795808</c:v>
              </c:pt>
              <c:pt idx="294">
                <c:v>1.668808942086148</c:v>
              </c:pt>
              <c:pt idx="295">
                <c:v>1.668808942086148</c:v>
              </c:pt>
              <c:pt idx="296">
                <c:v>1.4348987808347906</c:v>
              </c:pt>
              <c:pt idx="297">
                <c:v>1.4348987808347906</c:v>
              </c:pt>
              <c:pt idx="298">
                <c:v>1.2933805260034266</c:v>
              </c:pt>
              <c:pt idx="299">
                <c:v>1.2933805260034266</c:v>
              </c:pt>
              <c:pt idx="300">
                <c:v>1.2933805260034266</c:v>
              </c:pt>
              <c:pt idx="301">
                <c:v>1.2933805260034266</c:v>
              </c:pt>
              <c:pt idx="302">
                <c:v>1.2933805260034266</c:v>
              </c:pt>
              <c:pt idx="303">
                <c:v>1.2933805260034266</c:v>
              </c:pt>
              <c:pt idx="304">
                <c:v>1.2933805260034266</c:v>
              </c:pt>
              <c:pt idx="305">
                <c:v>1.2933805260034266</c:v>
              </c:pt>
              <c:pt idx="306">
                <c:v>1.2933805260034266</c:v>
              </c:pt>
              <c:pt idx="307">
                <c:v>1.2933805260034266</c:v>
              </c:pt>
              <c:pt idx="308">
                <c:v>1.2933805260034266</c:v>
              </c:pt>
              <c:pt idx="309">
                <c:v>1.2933805260034266</c:v>
              </c:pt>
              <c:pt idx="310">
                <c:v>1.2933805260034266</c:v>
              </c:pt>
              <c:pt idx="311">
                <c:v>1.2933805260034266</c:v>
              </c:pt>
              <c:pt idx="312">
                <c:v>1.2933805260034266</c:v>
              </c:pt>
              <c:pt idx="313">
                <c:v>1.2933805260034266</c:v>
              </c:pt>
              <c:pt idx="314">
                <c:v>1.2933805260034266</c:v>
              </c:pt>
              <c:pt idx="315">
                <c:v>1.2933805260034266</c:v>
              </c:pt>
              <c:pt idx="316">
                <c:v>1.2933805260034266</c:v>
              </c:pt>
              <c:pt idx="317">
                <c:v>1.2933805260034266</c:v>
              </c:pt>
              <c:pt idx="318">
                <c:v>1.2933805260034266</c:v>
              </c:pt>
              <c:pt idx="319">
                <c:v>1.2933805260034266</c:v>
              </c:pt>
              <c:pt idx="320">
                <c:v>1.2933805260034266</c:v>
              </c:pt>
              <c:pt idx="321">
                <c:v>1.2933805260034266</c:v>
              </c:pt>
              <c:pt idx="322">
                <c:v>1.2933805260034266</c:v>
              </c:pt>
              <c:pt idx="323">
                <c:v>1.2933805260034266</c:v>
              </c:pt>
              <c:pt idx="324">
                <c:v>1.2933805260034266</c:v>
              </c:pt>
              <c:pt idx="325">
                <c:v>1.2933805260034266</c:v>
              </c:pt>
              <c:pt idx="326">
                <c:v>1.2933805260034266</c:v>
              </c:pt>
              <c:pt idx="327">
                <c:v>1.2933805260034266</c:v>
              </c:pt>
              <c:pt idx="328">
                <c:v>1.2276907580323166</c:v>
              </c:pt>
              <c:pt idx="329">
                <c:v>1.2276907580323166</c:v>
              </c:pt>
              <c:pt idx="330">
                <c:v>1.0977392244258743</c:v>
              </c:pt>
              <c:pt idx="331">
                <c:v>1.0977392244258743</c:v>
              </c:pt>
              <c:pt idx="332">
                <c:v>1.00489796890025</c:v>
              </c:pt>
              <c:pt idx="333">
                <c:v>1.00489796890025</c:v>
              </c:pt>
              <c:pt idx="334">
                <c:v>1.00489796890025</c:v>
              </c:pt>
              <c:pt idx="335">
                <c:v>1.00489796890025</c:v>
              </c:pt>
              <c:pt idx="336">
                <c:v>1.00489796890025</c:v>
              </c:pt>
              <c:pt idx="337">
                <c:v>1.00489796890025</c:v>
              </c:pt>
              <c:pt idx="338">
                <c:v>1.00489796890025</c:v>
              </c:pt>
              <c:pt idx="339">
                <c:v>1.00489796890025</c:v>
              </c:pt>
              <c:pt idx="340">
                <c:v>1.00489796890025</c:v>
              </c:pt>
              <c:pt idx="341">
                <c:v>1.00489796890025</c:v>
              </c:pt>
              <c:pt idx="342">
                <c:v>0.8209141913706903</c:v>
              </c:pt>
              <c:pt idx="343">
                <c:v>0.8209141913706903</c:v>
              </c:pt>
              <c:pt idx="344">
                <c:v>0.8209141913706903</c:v>
              </c:pt>
              <c:pt idx="345">
                <c:v>0.8209141913706903</c:v>
              </c:pt>
              <c:pt idx="346">
                <c:v>0.8209141913706903</c:v>
              </c:pt>
              <c:pt idx="347">
                <c:v>0.8209141913706903</c:v>
              </c:pt>
              <c:pt idx="348">
                <c:v>0.8209141913706903</c:v>
              </c:pt>
              <c:pt idx="349">
                <c:v>0.8209141913706903</c:v>
              </c:pt>
              <c:pt idx="350">
                <c:v>0.8209141913706903</c:v>
              </c:pt>
              <c:pt idx="351">
                <c:v>0.8209141913706903</c:v>
              </c:pt>
              <c:pt idx="352">
                <c:v>0.8209141913706903</c:v>
              </c:pt>
              <c:pt idx="353">
                <c:v>0.8209141913706903</c:v>
              </c:pt>
              <c:pt idx="354">
                <c:v>0.8209141913706903</c:v>
              </c:pt>
              <c:pt idx="355">
                <c:v>0.8209141913706903</c:v>
              </c:pt>
              <c:pt idx="356">
                <c:v>0.8209141913706903</c:v>
              </c:pt>
              <c:pt idx="357">
                <c:v>0.8209141913706903</c:v>
              </c:pt>
              <c:pt idx="358">
                <c:v>0.8209141913706903</c:v>
              </c:pt>
              <c:pt idx="359">
                <c:v>0.8209141913706903</c:v>
              </c:pt>
              <c:pt idx="360">
                <c:v>0.6223456897557292</c:v>
              </c:pt>
              <c:pt idx="361">
                <c:v>0.6223456897557292</c:v>
              </c:pt>
              <c:pt idx="362">
                <c:v>0.5617287006355014</c:v>
              </c:pt>
              <c:pt idx="363">
                <c:v>0.5617287006355014</c:v>
              </c:pt>
              <c:pt idx="364">
                <c:v>0.5617287006355014</c:v>
              </c:pt>
              <c:pt idx="365">
                <c:v>0.5617287006355014</c:v>
              </c:pt>
              <c:pt idx="366">
                <c:v>0.5617287006355014</c:v>
              </c:pt>
              <c:pt idx="367">
                <c:v>0.5617287006355014</c:v>
              </c:pt>
              <c:pt idx="368">
                <c:v>0.33917365112501857</c:v>
              </c:pt>
              <c:pt idx="369">
                <c:v>0.33917365112501857</c:v>
              </c:pt>
              <c:pt idx="370">
                <c:v>0.33917365112501857</c:v>
              </c:pt>
              <c:pt idx="371">
                <c:v>0.33917365112501857</c:v>
              </c:pt>
              <c:pt idx="372">
                <c:v>0.33917365112501857</c:v>
              </c:pt>
              <c:pt idx="373">
                <c:v>0.33917365112501857</c:v>
              </c:pt>
              <c:pt idx="374">
                <c:v>0.33917365112501857</c:v>
              </c:pt>
              <c:pt idx="375">
                <c:v>0.33917365112501857</c:v>
              </c:pt>
              <c:pt idx="376">
                <c:v>0.33917365112501857</c:v>
              </c:pt>
              <c:pt idx="377">
                <c:v>0.33917365112501857</c:v>
              </c:pt>
              <c:pt idx="378">
                <c:v>0.33917365112501857</c:v>
              </c:pt>
              <c:pt idx="379">
                <c:v>0.33917365112501857</c:v>
              </c:pt>
              <c:pt idx="380">
                <c:v>0.33917365112501857</c:v>
              </c:pt>
              <c:pt idx="381">
                <c:v>0.33917365112501857</c:v>
              </c:pt>
              <c:pt idx="382">
                <c:v>0.33917365112501857</c:v>
              </c:pt>
              <c:pt idx="383">
                <c:v>0.33917365112501857</c:v>
              </c:pt>
              <c:pt idx="384">
                <c:v>0.33917365112501857</c:v>
              </c:pt>
              <c:pt idx="385">
                <c:v>0.33917365112501857</c:v>
              </c:pt>
              <c:pt idx="386">
                <c:v>0.33917365112501857</c:v>
              </c:pt>
              <c:pt idx="387">
                <c:v>0.33917365112501857</c:v>
              </c:pt>
              <c:pt idx="388">
                <c:v>0.2806138529072485</c:v>
              </c:pt>
              <c:pt idx="389">
                <c:v>0.2806138529072485</c:v>
              </c:pt>
              <c:pt idx="390">
                <c:v>0.2806138529072485</c:v>
              </c:pt>
              <c:pt idx="391">
                <c:v>0.2806138529072485</c:v>
              </c:pt>
              <c:pt idx="392">
                <c:v>0.2806138529072485</c:v>
              </c:pt>
              <c:pt idx="393">
                <c:v>0.2806138529072485</c:v>
              </c:pt>
              <c:pt idx="394">
                <c:v>0.2806138529072485</c:v>
              </c:pt>
              <c:pt idx="395">
                <c:v>0.2806138529072485</c:v>
              </c:pt>
              <c:pt idx="396">
                <c:v>0.2806138529072485</c:v>
              </c:pt>
              <c:pt idx="397">
                <c:v>0.2806138529072485</c:v>
              </c:pt>
              <c:pt idx="398">
                <c:v>0.08877698941196539</c:v>
              </c:pt>
              <c:pt idx="399">
                <c:v>0.08877698941196539</c:v>
              </c:pt>
              <c:pt idx="400">
                <c:v>0.08877698941196539</c:v>
              </c:pt>
              <c:pt idx="401">
                <c:v>0.08877698941196539</c:v>
              </c:pt>
              <c:pt idx="402">
                <c:v>0.08877698941196539</c:v>
              </c:pt>
              <c:pt idx="403">
                <c:v>0.08877698941196539</c:v>
              </c:pt>
              <c:pt idx="404">
                <c:v>0.08877698941196539</c:v>
              </c:pt>
              <c:pt idx="405">
                <c:v>0.08877698941196539</c:v>
              </c:pt>
              <c:pt idx="406">
                <c:v>0.08877698941196539</c:v>
              </c:pt>
              <c:pt idx="407">
                <c:v>0.08877698941196539</c:v>
              </c:pt>
              <c:pt idx="408">
                <c:v>0.08877698941196539</c:v>
              </c:pt>
              <c:pt idx="409">
                <c:v>0.08877698941196539</c:v>
              </c:pt>
              <c:pt idx="410">
                <c:v>0.08877698941196539</c:v>
              </c:pt>
              <c:pt idx="411">
                <c:v>0.08877698941196539</c:v>
              </c:pt>
              <c:pt idx="412">
                <c:v>0.08877698941196539</c:v>
              </c:pt>
              <c:pt idx="413">
                <c:v>0.08877698941196539</c:v>
              </c:pt>
              <c:pt idx="414">
                <c:v>0.08877698941196539</c:v>
              </c:pt>
              <c:pt idx="415">
                <c:v>0.08877698941196539</c:v>
              </c:pt>
              <c:pt idx="416">
                <c:v>0.08877698941196539</c:v>
              </c:pt>
              <c:pt idx="417">
                <c:v>0.08877698941196539</c:v>
              </c:pt>
              <c:pt idx="418">
                <c:v>0.08877698941196539</c:v>
              </c:pt>
              <c:pt idx="419">
                <c:v>0.08877698941196539</c:v>
              </c:pt>
              <c:pt idx="420">
                <c:v>0.08877698941196539</c:v>
              </c:pt>
              <c:pt idx="421">
                <c:v>0.08877698941196539</c:v>
              </c:pt>
              <c:pt idx="422">
                <c:v>0.08877698941196539</c:v>
              </c:pt>
              <c:pt idx="423">
                <c:v>0.08877698941196539</c:v>
              </c:pt>
              <c:pt idx="424">
                <c:v>0.08877698941196539</c:v>
              </c:pt>
              <c:pt idx="425">
                <c:v>0.08877698941196539</c:v>
              </c:pt>
              <c:pt idx="426">
                <c:v>0.08877698941196539</c:v>
              </c:pt>
              <c:pt idx="427">
                <c:v>0.08877698941196539</c:v>
              </c:pt>
              <c:pt idx="428">
                <c:v>0.04012357659455476</c:v>
              </c:pt>
              <c:pt idx="429">
                <c:v>0.04012357659455476</c:v>
              </c:pt>
              <c:pt idx="430">
                <c:v>0.04012357659455476</c:v>
              </c:pt>
              <c:pt idx="431">
                <c:v>0.04012357659455476</c:v>
              </c:pt>
              <c:pt idx="432">
                <c:v>0.04012357659455476</c:v>
              </c:pt>
              <c:pt idx="433">
                <c:v>0.04012357659455476</c:v>
              </c:pt>
              <c:pt idx="434">
                <c:v>0.04012357659455476</c:v>
              </c:pt>
              <c:pt idx="435">
                <c:v>0.04012357659455476</c:v>
              </c:pt>
              <c:pt idx="436">
                <c:v>0.04012357659455476</c:v>
              </c:pt>
              <c:pt idx="437">
                <c:v>0.04012357659455476</c:v>
              </c:pt>
              <c:pt idx="438">
                <c:v>0.04012357659455476</c:v>
              </c:pt>
              <c:pt idx="439">
                <c:v>0.04012357659455476</c:v>
              </c:pt>
              <c:pt idx="440">
                <c:v>0.04012357659455476</c:v>
              </c:pt>
              <c:pt idx="441">
                <c:v>0.04012357659455476</c:v>
              </c:pt>
              <c:pt idx="442">
                <c:v>0.04012357659455476</c:v>
              </c:pt>
              <c:pt idx="443">
                <c:v>0.04012357659455476</c:v>
              </c:pt>
              <c:pt idx="444">
                <c:v>0.04012357659455476</c:v>
              </c:pt>
              <c:pt idx="445">
                <c:v>0.04012357659455476</c:v>
              </c:pt>
              <c:pt idx="446">
                <c:v>0.04012357659455476</c:v>
              </c:pt>
              <c:pt idx="447">
                <c:v>0.04012357659455476</c:v>
              </c:pt>
            </c:numLit>
          </c:yVal>
          <c:smooth val="0"/>
        </c:ser>
        <c:ser>
          <c:idx val="2"/>
          <c:order val="2"/>
          <c:tx>
            <c:v>Same-order filling improvement</c:v>
          </c:tx>
          <c:spPr>
            <a:noFill xmlns:a="http://schemas.openxmlformats.org/drawingml/2006/main"/>
            <a:ln xmlns:a="http://schemas.openxmlformats.org/drawingml/2006/main" w="7620">
              <a:solidFill>
                <a:srgbClr val="009E73"/>
              </a:solidFill>
              <a:prstDash val="solid"/>
            </a:ln>
          </c:spPr>
          <c:marker>
            <c:symbol val="none"/>
            <c:size val="7"/>
            <c:spPr>
              <a:solidFill xmlns:a="http://schemas.openxmlformats.org/drawingml/2006/main">
                <a:srgbClr val="009E73"/>
              </a:solidFill>
            </c:spPr>
          </c:marker>
          <c:xVal>
            <c:numLit>
              <c:formatCode>General</c:formatCode>
              <c:ptCount val="448"/>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numLit>
          </c:xVal>
          <c:yVal>
            <c:numLit>
              <c:formatCode>0.0</c:formatCode>
              <c:ptCount val="448"/>
              <c:pt idx="0">
                <c:v>6.202028524893199</c:v>
              </c:pt>
              <c:pt idx="1">
                <c:v>6.202028524893199</c:v>
              </c:pt>
              <c:pt idx="2">
                <c:v>6.202028524893199</c:v>
              </c:pt>
              <c:pt idx="3">
                <c:v>6.202028524893199</c:v>
              </c:pt>
              <c:pt idx="4">
                <c:v>6.202028524893199</c:v>
              </c:pt>
              <c:pt idx="5">
                <c:v>6.202028524893199</c:v>
              </c:pt>
              <c:pt idx="6">
                <c:v>6.202028524893199</c:v>
              </c:pt>
              <c:pt idx="7">
                <c:v>6.202028524893199</c:v>
              </c:pt>
              <c:pt idx="8">
                <c:v>6.202028524893199</c:v>
              </c:pt>
              <c:pt idx="9">
                <c:v>6.202028524893199</c:v>
              </c:pt>
              <c:pt idx="10">
                <c:v>6.202028524893199</c:v>
              </c:pt>
              <c:pt idx="11">
                <c:v>6.202028524893199</c:v>
              </c:pt>
              <c:pt idx="12">
                <c:v>6.202028524893199</c:v>
              </c:pt>
              <c:pt idx="13">
                <c:v>6.202028524893199</c:v>
              </c:pt>
              <c:pt idx="14">
                <c:v>6.202028524893199</c:v>
              </c:pt>
              <c:pt idx="15">
                <c:v>6.202028524893199</c:v>
              </c:pt>
              <c:pt idx="16">
                <c:v>6.202028524893199</c:v>
              </c:pt>
              <c:pt idx="17">
                <c:v>6.202028524893199</c:v>
              </c:pt>
              <c:pt idx="18">
                <c:v>6.202028524893199</c:v>
              </c:pt>
              <c:pt idx="19">
                <c:v>6.202028524893199</c:v>
              </c:pt>
              <c:pt idx="20">
                <c:v>6.202028524893199</c:v>
              </c:pt>
              <c:pt idx="21">
                <c:v>6.202028524893199</c:v>
              </c:pt>
              <c:pt idx="22">
                <c:v>6.202028524893199</c:v>
              </c:pt>
              <c:pt idx="23">
                <c:v>6.202028524893199</c:v>
              </c:pt>
              <c:pt idx="24">
                <c:v>6.202028524893199</c:v>
              </c:pt>
              <c:pt idx="25">
                <c:v>6.202028524893199</c:v>
              </c:pt>
              <c:pt idx="26">
                <c:v>6.202028524893199</c:v>
              </c:pt>
              <c:pt idx="27">
                <c:v>6.202028524893199</c:v>
              </c:pt>
              <c:pt idx="28">
                <c:v>6.202028524893199</c:v>
              </c:pt>
              <c:pt idx="29">
                <c:v>6.202028524893199</c:v>
              </c:pt>
              <c:pt idx="30">
                <c:v>6.202028524893199</c:v>
              </c:pt>
              <c:pt idx="31">
                <c:v>6.202028524893199</c:v>
              </c:pt>
              <c:pt idx="32">
                <c:v>6.202028524893199</c:v>
              </c:pt>
              <c:pt idx="33">
                <c:v>6.202028524893199</c:v>
              </c:pt>
              <c:pt idx="34">
                <c:v>6.202028524893199</c:v>
              </c:pt>
              <c:pt idx="35">
                <c:v>6.202028524893199</c:v>
              </c:pt>
              <c:pt idx="36">
                <c:v>6.202028524893199</c:v>
              </c:pt>
              <c:pt idx="37">
                <c:v>6.202028524893199</c:v>
              </c:pt>
              <c:pt idx="38">
                <c:v>6.202028524893199</c:v>
              </c:pt>
              <c:pt idx="39">
                <c:v>6.202028524893199</c:v>
              </c:pt>
              <c:pt idx="40">
                <c:v>6.202028524893199</c:v>
              </c:pt>
              <c:pt idx="41">
                <c:v>6.202028524893199</c:v>
              </c:pt>
              <c:pt idx="42">
                <c:v>6.202028524893199</c:v>
              </c:pt>
              <c:pt idx="43">
                <c:v>6.202028524893199</c:v>
              </c:pt>
              <c:pt idx="44">
                <c:v>6.202028524893199</c:v>
              </c:pt>
              <c:pt idx="45">
                <c:v>6.202028524893199</c:v>
              </c:pt>
              <c:pt idx="46">
                <c:v>6.202028524893199</c:v>
              </c:pt>
              <c:pt idx="47">
                <c:v>6.202028524893199</c:v>
              </c:pt>
              <c:pt idx="48">
                <c:v>6.202028524893199</c:v>
              </c:pt>
              <c:pt idx="49">
                <c:v>6.202028524893199</c:v>
              </c:pt>
              <c:pt idx="50">
                <c:v>6.202028524893199</c:v>
              </c:pt>
              <c:pt idx="51">
                <c:v>6.202028524893199</c:v>
              </c:pt>
              <c:pt idx="52">
                <c:v>6.202028524893199</c:v>
              </c:pt>
              <c:pt idx="53">
                <c:v>6.202028524893199</c:v>
              </c:pt>
              <c:pt idx="54">
                <c:v>6.202028524893199</c:v>
              </c:pt>
              <c:pt idx="55">
                <c:v>6.202028524893199</c:v>
              </c:pt>
              <c:pt idx="56">
                <c:v>6.202028524893199</c:v>
              </c:pt>
              <c:pt idx="57">
                <c:v>6.202028524893199</c:v>
              </c:pt>
              <c:pt idx="58">
                <c:v>6.202028524893199</c:v>
              </c:pt>
              <c:pt idx="59">
                <c:v>6.202028524893199</c:v>
              </c:pt>
              <c:pt idx="60">
                <c:v>6.202028524893199</c:v>
              </c:pt>
              <c:pt idx="61">
                <c:v>6.202028524893199</c:v>
              </c:pt>
              <c:pt idx="62">
                <c:v>6.202028524893199</c:v>
              </c:pt>
              <c:pt idx="63">
                <c:v>6.202028524893199</c:v>
              </c:pt>
              <c:pt idx="64">
                <c:v>6.202028524893199</c:v>
              </c:pt>
              <c:pt idx="65">
                <c:v>6.202028524893199</c:v>
              </c:pt>
              <c:pt idx="66">
                <c:v>6.202028524893199</c:v>
              </c:pt>
              <c:pt idx="67">
                <c:v>6.202028524893199</c:v>
              </c:pt>
              <c:pt idx="68">
                <c:v>6.202028524893199</c:v>
              </c:pt>
              <c:pt idx="69">
                <c:v>6.202028524893199</c:v>
              </c:pt>
              <c:pt idx="70">
                <c:v>6.202028524893199</c:v>
              </c:pt>
              <c:pt idx="71">
                <c:v>6.202028524893199</c:v>
              </c:pt>
              <c:pt idx="72">
                <c:v>6.202028524893199</c:v>
              </c:pt>
              <c:pt idx="73">
                <c:v>6.202028524893199</c:v>
              </c:pt>
              <c:pt idx="74">
                <c:v>6.202028524893199</c:v>
              </c:pt>
              <c:pt idx="75">
                <c:v>6.202028524893199</c:v>
              </c:pt>
              <c:pt idx="76">
                <c:v>6.202028524893199</c:v>
              </c:pt>
              <c:pt idx="77">
                <c:v>6.202028524893199</c:v>
              </c:pt>
              <c:pt idx="78">
                <c:v>6.202028524893199</c:v>
              </c:pt>
              <c:pt idx="79">
                <c:v>6.202028524893199</c:v>
              </c:pt>
              <c:pt idx="80">
                <c:v>6.202028524893199</c:v>
              </c:pt>
              <c:pt idx="81">
                <c:v>6.202028524893199</c:v>
              </c:pt>
              <c:pt idx="82">
                <c:v>6.202028524893199</c:v>
              </c:pt>
              <c:pt idx="83">
                <c:v>6.202028524893199</c:v>
              </c:pt>
              <c:pt idx="84">
                <c:v>6.202028524893199</c:v>
              </c:pt>
              <c:pt idx="85">
                <c:v>6.202028524893199</c:v>
              </c:pt>
              <c:pt idx="86">
                <c:v>6.202028524893199</c:v>
              </c:pt>
              <c:pt idx="87">
                <c:v>6.202028524893199</c:v>
              </c:pt>
              <c:pt idx="88">
                <c:v>6.202028524893199</c:v>
              </c:pt>
              <c:pt idx="89">
                <c:v>6.202028524893199</c:v>
              </c:pt>
              <c:pt idx="90">
                <c:v>6.202028524893199</c:v>
              </c:pt>
              <c:pt idx="91">
                <c:v>6.202028524893199</c:v>
              </c:pt>
              <c:pt idx="92">
                <c:v>6.202028524893199</c:v>
              </c:pt>
              <c:pt idx="93">
                <c:v>6.202028524893199</c:v>
              </c:pt>
              <c:pt idx="94">
                <c:v>6.202028524893199</c:v>
              </c:pt>
              <c:pt idx="95">
                <c:v>6.202028524893199</c:v>
              </c:pt>
              <c:pt idx="96">
                <c:v>6.202028524893199</c:v>
              </c:pt>
              <c:pt idx="97">
                <c:v>6.202028524893199</c:v>
              </c:pt>
              <c:pt idx="98">
                <c:v>6.202028524893199</c:v>
              </c:pt>
              <c:pt idx="99">
                <c:v>6.202028524893199</c:v>
              </c:pt>
              <c:pt idx="100">
                <c:v>6.202028524893199</c:v>
              </c:pt>
              <c:pt idx="101">
                <c:v>6.202028524893199</c:v>
              </c:pt>
              <c:pt idx="102">
                <c:v>6.202028524893199</c:v>
              </c:pt>
              <c:pt idx="103">
                <c:v>6.202028524893199</c:v>
              </c:pt>
              <c:pt idx="104">
                <c:v>6.202028524893199</c:v>
              </c:pt>
              <c:pt idx="105">
                <c:v>6.202028524893199</c:v>
              </c:pt>
              <c:pt idx="106">
                <c:v>6.202028524893199</c:v>
              </c:pt>
              <c:pt idx="107">
                <c:v>6.202028524893199</c:v>
              </c:pt>
              <c:pt idx="108">
                <c:v>6.202028524893199</c:v>
              </c:pt>
              <c:pt idx="109">
                <c:v>6.202028524893199</c:v>
              </c:pt>
              <c:pt idx="110">
                <c:v>6.202028524893199</c:v>
              </c:pt>
              <c:pt idx="111">
                <c:v>6.202028524893199</c:v>
              </c:pt>
              <c:pt idx="112">
                <c:v>6.202028524893199</c:v>
              </c:pt>
              <c:pt idx="113">
                <c:v>6.202028524893199</c:v>
              </c:pt>
              <c:pt idx="114">
                <c:v>6.202028524893199</c:v>
              </c:pt>
              <c:pt idx="115">
                <c:v>6.202028524893199</c:v>
              </c:pt>
              <c:pt idx="116">
                <c:v>6.202028524893199</c:v>
              </c:pt>
              <c:pt idx="117">
                <c:v>6.202028524893199</c:v>
              </c:pt>
              <c:pt idx="118">
                <c:v>6.202028524893199</c:v>
              </c:pt>
              <c:pt idx="119">
                <c:v>6.202028524893199</c:v>
              </c:pt>
              <c:pt idx="120">
                <c:v>6.202028524893199</c:v>
              </c:pt>
              <c:pt idx="121">
                <c:v>6.202028524893199</c:v>
              </c:pt>
              <c:pt idx="122">
                <c:v>6.202028524893199</c:v>
              </c:pt>
              <c:pt idx="123">
                <c:v>6.202028524893199</c:v>
              </c:pt>
              <c:pt idx="124">
                <c:v>6.202028524893199</c:v>
              </c:pt>
              <c:pt idx="125">
                <c:v>6.202028524893199</c:v>
              </c:pt>
              <c:pt idx="126">
                <c:v>6.202028524893199</c:v>
              </c:pt>
              <c:pt idx="127">
                <c:v>6.202028524893199</c:v>
              </c:pt>
              <c:pt idx="128">
                <c:v>6.202028524893199</c:v>
              </c:pt>
              <c:pt idx="129">
                <c:v>6.202028524893199</c:v>
              </c:pt>
              <c:pt idx="130">
                <c:v>6.202028524893199</c:v>
              </c:pt>
              <c:pt idx="131">
                <c:v>6.202028524893199</c:v>
              </c:pt>
              <c:pt idx="132">
                <c:v>6.202028524893199</c:v>
              </c:pt>
              <c:pt idx="133">
                <c:v>6.202028524893199</c:v>
              </c:pt>
              <c:pt idx="134">
                <c:v>6.202028524893199</c:v>
              </c:pt>
              <c:pt idx="135">
                <c:v>6.202028524893199</c:v>
              </c:pt>
              <c:pt idx="136">
                <c:v>6.202028524893199</c:v>
              </c:pt>
              <c:pt idx="137">
                <c:v>6.202028524893199</c:v>
              </c:pt>
              <c:pt idx="138">
                <c:v>6.202028524893199</c:v>
              </c:pt>
              <c:pt idx="139">
                <c:v>6.202028524893199</c:v>
              </c:pt>
              <c:pt idx="140">
                <c:v>6.202028524893199</c:v>
              </c:pt>
              <c:pt idx="141">
                <c:v>6.202028524893199</c:v>
              </c:pt>
              <c:pt idx="142">
                <c:v>6.202028524893199</c:v>
              </c:pt>
              <c:pt idx="143">
                <c:v>6.202028524893199</c:v>
              </c:pt>
              <c:pt idx="144">
                <c:v>6.202028524893199</c:v>
              </c:pt>
              <c:pt idx="145">
                <c:v>6.202028524893199</c:v>
              </c:pt>
              <c:pt idx="146">
                <c:v>6.202028524893199</c:v>
              </c:pt>
              <c:pt idx="147">
                <c:v>6.202028524893199</c:v>
              </c:pt>
              <c:pt idx="148">
                <c:v>6.202028524893199</c:v>
              </c:pt>
              <c:pt idx="149">
                <c:v>6.202028524893199</c:v>
              </c:pt>
              <c:pt idx="150">
                <c:v>6.202028524893199</c:v>
              </c:pt>
              <c:pt idx="151">
                <c:v>6.202028524893199</c:v>
              </c:pt>
              <c:pt idx="152">
                <c:v>6.202028524893199</c:v>
              </c:pt>
              <c:pt idx="153">
                <c:v>6.202028524893199</c:v>
              </c:pt>
              <c:pt idx="154">
                <c:v>6.202028524893199</c:v>
              </c:pt>
              <c:pt idx="155">
                <c:v>6.202028524893199</c:v>
              </c:pt>
              <c:pt idx="156">
                <c:v>6.202028524893199</c:v>
              </c:pt>
              <c:pt idx="157">
                <c:v>6.202028524893199</c:v>
              </c:pt>
              <c:pt idx="158">
                <c:v>6.202028524893199</c:v>
              </c:pt>
              <c:pt idx="159">
                <c:v>6.202028524893199</c:v>
              </c:pt>
              <c:pt idx="160">
                <c:v>6.202028524893199</c:v>
              </c:pt>
              <c:pt idx="161">
                <c:v>6.202028524893199</c:v>
              </c:pt>
              <c:pt idx="162">
                <c:v>6.202028524893199</c:v>
              </c:pt>
              <c:pt idx="163">
                <c:v>6.202028524893199</c:v>
              </c:pt>
              <c:pt idx="164">
                <c:v>6.202028524893199</c:v>
              </c:pt>
              <c:pt idx="165">
                <c:v>6.202028524893199</c:v>
              </c:pt>
              <c:pt idx="166">
                <c:v>6.202028524893199</c:v>
              </c:pt>
              <c:pt idx="167">
                <c:v>6.202028524893199</c:v>
              </c:pt>
              <c:pt idx="168">
                <c:v>6.202028524893199</c:v>
              </c:pt>
              <c:pt idx="169">
                <c:v>6.202028524893199</c:v>
              </c:pt>
              <c:pt idx="170">
                <c:v>6.202028524893199</c:v>
              </c:pt>
              <c:pt idx="171">
                <c:v>6.202028524893199</c:v>
              </c:pt>
              <c:pt idx="172">
                <c:v>6.202028524893199</c:v>
              </c:pt>
              <c:pt idx="173">
                <c:v>6.202028524893199</c:v>
              </c:pt>
              <c:pt idx="174">
                <c:v>6.202028524893199</c:v>
              </c:pt>
              <c:pt idx="175">
                <c:v>6.202028524893199</c:v>
              </c:pt>
              <c:pt idx="176">
                <c:v>6.202028524893199</c:v>
              </c:pt>
              <c:pt idx="177">
                <c:v>6.202028524893199</c:v>
              </c:pt>
              <c:pt idx="178">
                <c:v>6.202028524893199</c:v>
              </c:pt>
              <c:pt idx="179">
                <c:v>6.202028524893199</c:v>
              </c:pt>
              <c:pt idx="180">
                <c:v>6.202028524893199</c:v>
              </c:pt>
              <c:pt idx="181">
                <c:v>6.202028524893199</c:v>
              </c:pt>
              <c:pt idx="182">
                <c:v>6.202028524893199</c:v>
              </c:pt>
              <c:pt idx="183">
                <c:v>6.202028524893199</c:v>
              </c:pt>
              <c:pt idx="184">
                <c:v>6.202028524893199</c:v>
              </c:pt>
              <c:pt idx="185">
                <c:v>6.202028524893199</c:v>
              </c:pt>
              <c:pt idx="186">
                <c:v>6.202028524893199</c:v>
              </c:pt>
              <c:pt idx="187">
                <c:v>6.202028524893199</c:v>
              </c:pt>
              <c:pt idx="188">
                <c:v>6.202028524893199</c:v>
              </c:pt>
              <c:pt idx="189">
                <c:v>6.202028524893199</c:v>
              </c:pt>
              <c:pt idx="190">
                <c:v>6.202028524893199</c:v>
              </c:pt>
              <c:pt idx="191">
                <c:v>6.202028524893199</c:v>
              </c:pt>
              <c:pt idx="192">
                <c:v>6.202028524893199</c:v>
              </c:pt>
              <c:pt idx="193">
                <c:v>6.202028524893199</c:v>
              </c:pt>
              <c:pt idx="194">
                <c:v>6.202028524893199</c:v>
              </c:pt>
              <c:pt idx="195">
                <c:v>6.202028524893199</c:v>
              </c:pt>
              <c:pt idx="196">
                <c:v>6.202028524893199</c:v>
              </c:pt>
              <c:pt idx="197">
                <c:v>6.202028524893199</c:v>
              </c:pt>
              <c:pt idx="198">
                <c:v>6.202028524893199</c:v>
              </c:pt>
              <c:pt idx="199">
                <c:v>6.202028524893199</c:v>
              </c:pt>
              <c:pt idx="200">
                <c:v>6.202028524893199</c:v>
              </c:pt>
              <c:pt idx="201">
                <c:v>6.202028524893199</c:v>
              </c:pt>
              <c:pt idx="202">
                <c:v>6.202028524893199</c:v>
              </c:pt>
              <c:pt idx="203">
                <c:v>6.202028524893199</c:v>
              </c:pt>
              <c:pt idx="204">
                <c:v>6.202028524893199</c:v>
              </c:pt>
              <c:pt idx="205">
                <c:v>6.202028524893199</c:v>
              </c:pt>
              <c:pt idx="206">
                <c:v>6.202028524893199</c:v>
              </c:pt>
              <c:pt idx="207">
                <c:v>6.202028524893199</c:v>
              </c:pt>
              <c:pt idx="208">
                <c:v>6.202028524893199</c:v>
              </c:pt>
              <c:pt idx="209">
                <c:v>6.202028524893199</c:v>
              </c:pt>
              <c:pt idx="210">
                <c:v>6.202028524893199</c:v>
              </c:pt>
              <c:pt idx="211">
                <c:v>6.202028524893199</c:v>
              </c:pt>
              <c:pt idx="212">
                <c:v>6.202028524893199</c:v>
              </c:pt>
              <c:pt idx="213">
                <c:v>6.202028524893199</c:v>
              </c:pt>
              <c:pt idx="214">
                <c:v>6.202028524893199</c:v>
              </c:pt>
              <c:pt idx="215">
                <c:v>6.202028524893199</c:v>
              </c:pt>
              <c:pt idx="216">
                <c:v>6.202028524893199</c:v>
              </c:pt>
              <c:pt idx="217">
                <c:v>6.202028524893199</c:v>
              </c:pt>
              <c:pt idx="218">
                <c:v>6.202028524893199</c:v>
              </c:pt>
              <c:pt idx="219">
                <c:v>6.202028524893199</c:v>
              </c:pt>
              <c:pt idx="220">
                <c:v>6.202028524893199</c:v>
              </c:pt>
              <c:pt idx="221">
                <c:v>6.202028524893199</c:v>
              </c:pt>
              <c:pt idx="222">
                <c:v>6.202028524893199</c:v>
              </c:pt>
              <c:pt idx="223">
                <c:v>6.202028524893199</c:v>
              </c:pt>
              <c:pt idx="224">
                <c:v>6.202028524893199</c:v>
              </c:pt>
              <c:pt idx="225">
                <c:v>6.202028524893199</c:v>
              </c:pt>
              <c:pt idx="226">
                <c:v>6.202028524893199</c:v>
              </c:pt>
              <c:pt idx="227">
                <c:v>6.202028524893199</c:v>
              </c:pt>
              <c:pt idx="228">
                <c:v>6.202028524893199</c:v>
              </c:pt>
              <c:pt idx="229">
                <c:v>6.202028524893199</c:v>
              </c:pt>
              <c:pt idx="230">
                <c:v>6.202028524893199</c:v>
              </c:pt>
              <c:pt idx="231">
                <c:v>6.202028524893199</c:v>
              </c:pt>
              <c:pt idx="232">
                <c:v>6.202028524893199</c:v>
              </c:pt>
              <c:pt idx="233">
                <c:v>6.202028524893199</c:v>
              </c:pt>
              <c:pt idx="234">
                <c:v>6.202028524893199</c:v>
              </c:pt>
              <c:pt idx="235">
                <c:v>6.202028524893199</c:v>
              </c:pt>
              <c:pt idx="236">
                <c:v>6.202028524893199</c:v>
              </c:pt>
              <c:pt idx="237">
                <c:v>6.202028524893199</c:v>
              </c:pt>
              <c:pt idx="238">
                <c:v>6.202028524893199</c:v>
              </c:pt>
              <c:pt idx="239">
                <c:v>6.202028524893199</c:v>
              </c:pt>
              <c:pt idx="240">
                <c:v>6.202028524893199</c:v>
              </c:pt>
              <c:pt idx="241">
                <c:v>6.202028524893199</c:v>
              </c:pt>
              <c:pt idx="242">
                <c:v>6.202028524893199</c:v>
              </c:pt>
              <c:pt idx="243">
                <c:v>6.202028524893199</c:v>
              </c:pt>
              <c:pt idx="244">
                <c:v>6.202028524893199</c:v>
              </c:pt>
              <c:pt idx="245">
                <c:v>6.202028524893199</c:v>
              </c:pt>
              <c:pt idx="246">
                <c:v>6.202028524893199</c:v>
              </c:pt>
              <c:pt idx="247">
                <c:v>6.202028524893199</c:v>
              </c:pt>
              <c:pt idx="248">
                <c:v>6.202028524893199</c:v>
              </c:pt>
              <c:pt idx="249">
                <c:v>6.202028524893199</c:v>
              </c:pt>
              <c:pt idx="250">
                <c:v>6.202028524893199</c:v>
              </c:pt>
              <c:pt idx="251">
                <c:v>6.202028524893199</c:v>
              </c:pt>
              <c:pt idx="252">
                <c:v>6.202028524893199</c:v>
              </c:pt>
              <c:pt idx="253">
                <c:v>6.202028524893199</c:v>
              </c:pt>
              <c:pt idx="254">
                <c:v>6.202028524893199</c:v>
              </c:pt>
              <c:pt idx="255">
                <c:v>6.202028524893199</c:v>
              </c:pt>
              <c:pt idx="256">
                <c:v>6.202028524893199</c:v>
              </c:pt>
              <c:pt idx="257">
                <c:v>6.202028524893199</c:v>
              </c:pt>
              <c:pt idx="258">
                <c:v>6.202028524893199</c:v>
              </c:pt>
              <c:pt idx="259">
                <c:v>6.202028524893199</c:v>
              </c:pt>
              <c:pt idx="260">
                <c:v>6.202028524893199</c:v>
              </c:pt>
              <c:pt idx="261">
                <c:v>6.202028524893199</c:v>
              </c:pt>
              <c:pt idx="262">
                <c:v>6.202028524893199</c:v>
              </c:pt>
              <c:pt idx="263">
                <c:v>6.202028524893199</c:v>
              </c:pt>
              <c:pt idx="264">
                <c:v>6.202028524893199</c:v>
              </c:pt>
              <c:pt idx="265">
                <c:v>6.202028524893199</c:v>
              </c:pt>
              <c:pt idx="266">
                <c:v>6.202028524893199</c:v>
              </c:pt>
              <c:pt idx="267">
                <c:v>6.202028524893199</c:v>
              </c:pt>
              <c:pt idx="268">
                <c:v>6.202028524893199</c:v>
              </c:pt>
              <c:pt idx="269">
                <c:v>6.202028524893199</c:v>
              </c:pt>
              <c:pt idx="270">
                <c:v>6.202028524893199</c:v>
              </c:pt>
              <c:pt idx="271">
                <c:v>6.202028524893199</c:v>
              </c:pt>
              <c:pt idx="272">
                <c:v>6.202028524893199</c:v>
              </c:pt>
              <c:pt idx="273">
                <c:v>6.202028524893199</c:v>
              </c:pt>
              <c:pt idx="274">
                <c:v>6.202028524893199</c:v>
              </c:pt>
              <c:pt idx="275">
                <c:v>6.202028524893199</c:v>
              </c:pt>
              <c:pt idx="276">
                <c:v>6.202028524893199</c:v>
              </c:pt>
              <c:pt idx="277">
                <c:v>6.202028524893199</c:v>
              </c:pt>
              <c:pt idx="278">
                <c:v>6.202028524893199</c:v>
              </c:pt>
              <c:pt idx="279">
                <c:v>6.202028524893199</c:v>
              </c:pt>
              <c:pt idx="280">
                <c:v>6.202028524893199</c:v>
              </c:pt>
              <c:pt idx="281">
                <c:v>6.202028524893199</c:v>
              </c:pt>
              <c:pt idx="282">
                <c:v>6.202028524893199</c:v>
              </c:pt>
              <c:pt idx="283">
                <c:v>6.202028524893199</c:v>
              </c:pt>
              <c:pt idx="284">
                <c:v>6.202028524893199</c:v>
              </c:pt>
              <c:pt idx="285">
                <c:v>6.202028524893199</c:v>
              </c:pt>
              <c:pt idx="286">
                <c:v>6.202028524893199</c:v>
              </c:pt>
              <c:pt idx="287">
                <c:v>6.202028524893199</c:v>
              </c:pt>
              <c:pt idx="288">
                <c:v>6.202028524893199</c:v>
              </c:pt>
              <c:pt idx="289">
                <c:v>6.202028524893199</c:v>
              </c:pt>
              <c:pt idx="290">
                <c:v>6.202028524893199</c:v>
              </c:pt>
              <c:pt idx="291">
                <c:v>6.202028524893199</c:v>
              </c:pt>
              <c:pt idx="292">
                <c:v>6.202028524893199</c:v>
              </c:pt>
              <c:pt idx="293">
                <c:v>6.202028524893199</c:v>
              </c:pt>
              <c:pt idx="294">
                <c:v>6.202028524893199</c:v>
              </c:pt>
              <c:pt idx="295">
                <c:v>6.202028524893199</c:v>
              </c:pt>
              <c:pt idx="296">
                <c:v>6.202028524893199</c:v>
              </c:pt>
              <c:pt idx="297">
                <c:v>6.202028524893199</c:v>
              </c:pt>
              <c:pt idx="298">
                <c:v>6.202028524893199</c:v>
              </c:pt>
              <c:pt idx="299">
                <c:v>6.202028524893199</c:v>
              </c:pt>
              <c:pt idx="300">
                <c:v>6.202028524893199</c:v>
              </c:pt>
              <c:pt idx="301">
                <c:v>6.202028524893199</c:v>
              </c:pt>
              <c:pt idx="302">
                <c:v>6.202028524893199</c:v>
              </c:pt>
              <c:pt idx="303">
                <c:v>6.202028524893199</c:v>
              </c:pt>
              <c:pt idx="304">
                <c:v>6.202028524893199</c:v>
              </c:pt>
              <c:pt idx="305">
                <c:v>6.202028524893199</c:v>
              </c:pt>
              <c:pt idx="306">
                <c:v>6.202028524893199</c:v>
              </c:pt>
              <c:pt idx="307">
                <c:v>6.202028524893199</c:v>
              </c:pt>
              <c:pt idx="308">
                <c:v>6.202028524893199</c:v>
              </c:pt>
              <c:pt idx="309">
                <c:v>6.202028524893199</c:v>
              </c:pt>
              <c:pt idx="310">
                <c:v>6.202028524893199</c:v>
              </c:pt>
              <c:pt idx="311">
                <c:v>6.202028524893199</c:v>
              </c:pt>
              <c:pt idx="312">
                <c:v>6.202028524893199</c:v>
              </c:pt>
              <c:pt idx="313">
                <c:v>6.202028524893199</c:v>
              </c:pt>
              <c:pt idx="314">
                <c:v>6.202028524893199</c:v>
              </c:pt>
              <c:pt idx="315">
                <c:v>6.202028524893199</c:v>
              </c:pt>
              <c:pt idx="316">
                <c:v>6.202028524893199</c:v>
              </c:pt>
              <c:pt idx="317">
                <c:v>6.202028524893199</c:v>
              </c:pt>
              <c:pt idx="318">
                <c:v>6.202028524893199</c:v>
              </c:pt>
              <c:pt idx="319">
                <c:v>6.202028524893199</c:v>
              </c:pt>
              <c:pt idx="320">
                <c:v>6.202028524893199</c:v>
              </c:pt>
              <c:pt idx="321">
                <c:v>6.202028524893199</c:v>
              </c:pt>
              <c:pt idx="322">
                <c:v>6.202028524893199</c:v>
              </c:pt>
              <c:pt idx="323">
                <c:v>6.202028524893199</c:v>
              </c:pt>
              <c:pt idx="324">
                <c:v>6.202028524893199</c:v>
              </c:pt>
              <c:pt idx="325">
                <c:v>6.202028524893199</c:v>
              </c:pt>
              <c:pt idx="326">
                <c:v>6.202028524893199</c:v>
              </c:pt>
              <c:pt idx="327">
                <c:v>6.202028524893199</c:v>
              </c:pt>
              <c:pt idx="328">
                <c:v>6.202028524893199</c:v>
              </c:pt>
              <c:pt idx="329">
                <c:v>6.202028524893199</c:v>
              </c:pt>
              <c:pt idx="330">
                <c:v>6.202028524893199</c:v>
              </c:pt>
              <c:pt idx="331">
                <c:v>6.202028524893199</c:v>
              </c:pt>
              <c:pt idx="332">
                <c:v>6.202028524893199</c:v>
              </c:pt>
              <c:pt idx="333">
                <c:v>6.202028524893199</c:v>
              </c:pt>
              <c:pt idx="334">
                <c:v>6.202028524893199</c:v>
              </c:pt>
              <c:pt idx="335">
                <c:v>6.202028524893199</c:v>
              </c:pt>
              <c:pt idx="336">
                <c:v>6.202028524893199</c:v>
              </c:pt>
              <c:pt idx="337">
                <c:v>6.202028524893199</c:v>
              </c:pt>
              <c:pt idx="338">
                <c:v>6.202028524893199</c:v>
              </c:pt>
              <c:pt idx="339">
                <c:v>6.202028524893199</c:v>
              </c:pt>
              <c:pt idx="340">
                <c:v>6.202028524893199</c:v>
              </c:pt>
              <c:pt idx="341">
                <c:v>6.202028524893199</c:v>
              </c:pt>
              <c:pt idx="342">
                <c:v>6.202028524893199</c:v>
              </c:pt>
              <c:pt idx="343">
                <c:v>6.202028524893199</c:v>
              </c:pt>
              <c:pt idx="344">
                <c:v>6.202028524893199</c:v>
              </c:pt>
              <c:pt idx="345">
                <c:v>6.202028524893199</c:v>
              </c:pt>
              <c:pt idx="346">
                <c:v>6.202028524893199</c:v>
              </c:pt>
              <c:pt idx="347">
                <c:v>6.202028524893199</c:v>
              </c:pt>
              <c:pt idx="348">
                <c:v>6.202028524893199</c:v>
              </c:pt>
              <c:pt idx="349">
                <c:v>6.202028524893199</c:v>
              </c:pt>
              <c:pt idx="350">
                <c:v>6.202028524893199</c:v>
              </c:pt>
              <c:pt idx="351">
                <c:v>6.202028524893199</c:v>
              </c:pt>
              <c:pt idx="352">
                <c:v>6.202028524893199</c:v>
              </c:pt>
              <c:pt idx="353">
                <c:v>6.202028524893199</c:v>
              </c:pt>
              <c:pt idx="354">
                <c:v>6.202028524893199</c:v>
              </c:pt>
              <c:pt idx="355">
                <c:v>6.202028524893199</c:v>
              </c:pt>
              <c:pt idx="356">
                <c:v>6.202028524893199</c:v>
              </c:pt>
              <c:pt idx="357">
                <c:v>6.202028524893199</c:v>
              </c:pt>
              <c:pt idx="358">
                <c:v>6.202028524893199</c:v>
              </c:pt>
              <c:pt idx="359">
                <c:v>6.202028524893199</c:v>
              </c:pt>
              <c:pt idx="360">
                <c:v>6.202028524893199</c:v>
              </c:pt>
              <c:pt idx="361">
                <c:v>6.202028524893199</c:v>
              </c:pt>
              <c:pt idx="362">
                <c:v>6.202028524893199</c:v>
              </c:pt>
              <c:pt idx="363">
                <c:v>6.202028524893199</c:v>
              </c:pt>
              <c:pt idx="364">
                <c:v>6.202028524893199</c:v>
              </c:pt>
              <c:pt idx="365">
                <c:v>6.202028524893199</c:v>
              </c:pt>
              <c:pt idx="366">
                <c:v>6.202028524893199</c:v>
              </c:pt>
              <c:pt idx="367">
                <c:v>6.202028524893199</c:v>
              </c:pt>
              <c:pt idx="368">
                <c:v>6.202028524893199</c:v>
              </c:pt>
              <c:pt idx="369">
                <c:v>6.202028524893199</c:v>
              </c:pt>
              <c:pt idx="370">
                <c:v>6.202028524893199</c:v>
              </c:pt>
              <c:pt idx="371">
                <c:v>6.202028524893199</c:v>
              </c:pt>
              <c:pt idx="372">
                <c:v>6.202028524893199</c:v>
              </c:pt>
              <c:pt idx="373">
                <c:v>6.202028524893199</c:v>
              </c:pt>
              <c:pt idx="374">
                <c:v>6.202028524893199</c:v>
              </c:pt>
              <c:pt idx="375">
                <c:v>6.202028524893199</c:v>
              </c:pt>
              <c:pt idx="376">
                <c:v>6.202028524893199</c:v>
              </c:pt>
              <c:pt idx="377">
                <c:v>6.202028524893199</c:v>
              </c:pt>
              <c:pt idx="378">
                <c:v>6.202028524893199</c:v>
              </c:pt>
              <c:pt idx="379">
                <c:v>6.202028524893199</c:v>
              </c:pt>
              <c:pt idx="380">
                <c:v>6.202028524893199</c:v>
              </c:pt>
              <c:pt idx="381">
                <c:v>6.202028524893199</c:v>
              </c:pt>
              <c:pt idx="382">
                <c:v>6.202028524893199</c:v>
              </c:pt>
              <c:pt idx="383">
                <c:v>6.202028524893199</c:v>
              </c:pt>
              <c:pt idx="384">
                <c:v>6.202028524893199</c:v>
              </c:pt>
              <c:pt idx="385">
                <c:v>6.202028524893199</c:v>
              </c:pt>
              <c:pt idx="386">
                <c:v>6.202028524893199</c:v>
              </c:pt>
              <c:pt idx="387">
                <c:v>6.202028524893199</c:v>
              </c:pt>
              <c:pt idx="388">
                <c:v>6.202028524893199</c:v>
              </c:pt>
              <c:pt idx="389">
                <c:v>6.202028524893199</c:v>
              </c:pt>
              <c:pt idx="390">
                <c:v>6.202028524893199</c:v>
              </c:pt>
              <c:pt idx="391">
                <c:v>6.202028524893199</c:v>
              </c:pt>
              <c:pt idx="392">
                <c:v>6.202028524893199</c:v>
              </c:pt>
              <c:pt idx="393">
                <c:v>6.202028524893199</c:v>
              </c:pt>
              <c:pt idx="394">
                <c:v>6.202028524893199</c:v>
              </c:pt>
              <c:pt idx="395">
                <c:v>6.202028524893199</c:v>
              </c:pt>
              <c:pt idx="396">
                <c:v>6.202028524893199</c:v>
              </c:pt>
              <c:pt idx="397">
                <c:v>6.202028524893199</c:v>
              </c:pt>
              <c:pt idx="398">
                <c:v>6.202028524893199</c:v>
              </c:pt>
              <c:pt idx="399">
                <c:v>6.202028524893199</c:v>
              </c:pt>
              <c:pt idx="400">
                <c:v>6.202028524893199</c:v>
              </c:pt>
              <c:pt idx="401">
                <c:v>6.202028524893199</c:v>
              </c:pt>
              <c:pt idx="402">
                <c:v>6.202028524893199</c:v>
              </c:pt>
              <c:pt idx="403">
                <c:v>6.202028524893199</c:v>
              </c:pt>
              <c:pt idx="404">
                <c:v>6.202028524893199</c:v>
              </c:pt>
              <c:pt idx="405">
                <c:v>6.202028524893199</c:v>
              </c:pt>
              <c:pt idx="406">
                <c:v>6.202028524893199</c:v>
              </c:pt>
              <c:pt idx="407">
                <c:v>6.202028524893199</c:v>
              </c:pt>
              <c:pt idx="408">
                <c:v>6.202028524893199</c:v>
              </c:pt>
              <c:pt idx="409">
                <c:v>6.202028524893199</c:v>
              </c:pt>
              <c:pt idx="410">
                <c:v>6.202028524893199</c:v>
              </c:pt>
              <c:pt idx="411">
                <c:v>6.202028524893199</c:v>
              </c:pt>
              <c:pt idx="412">
                <c:v>6.202028524893199</c:v>
              </c:pt>
              <c:pt idx="413">
                <c:v>6.202028524893199</c:v>
              </c:pt>
              <c:pt idx="414">
                <c:v>6.202028524893199</c:v>
              </c:pt>
              <c:pt idx="415">
                <c:v>6.202028524893199</c:v>
              </c:pt>
              <c:pt idx="416">
                <c:v>6.202028524893199</c:v>
              </c:pt>
              <c:pt idx="417">
                <c:v>6.202028524893199</c:v>
              </c:pt>
              <c:pt idx="418">
                <c:v>6.202028524893199</c:v>
              </c:pt>
              <c:pt idx="419">
                <c:v>6.202028524893199</c:v>
              </c:pt>
              <c:pt idx="420">
                <c:v>6.202028524893199</c:v>
              </c:pt>
              <c:pt idx="421">
                <c:v>6.202028524893199</c:v>
              </c:pt>
              <c:pt idx="422">
                <c:v>6.202028524893199</c:v>
              </c:pt>
              <c:pt idx="423">
                <c:v>6.202028524893199</c:v>
              </c:pt>
              <c:pt idx="424">
                <c:v>6.202028524893199</c:v>
              </c:pt>
              <c:pt idx="425">
                <c:v>6.202028524893199</c:v>
              </c:pt>
              <c:pt idx="426">
                <c:v>6.202028524893199</c:v>
              </c:pt>
              <c:pt idx="427">
                <c:v>6.202028524893199</c:v>
              </c:pt>
              <c:pt idx="428">
                <c:v>6.202028524893199</c:v>
              </c:pt>
              <c:pt idx="429">
                <c:v>6.202028524893199</c:v>
              </c:pt>
              <c:pt idx="430">
                <c:v>6.202028524893199</c:v>
              </c:pt>
              <c:pt idx="431">
                <c:v>6.202028524893199</c:v>
              </c:pt>
              <c:pt idx="432">
                <c:v>6.202028524893199</c:v>
              </c:pt>
              <c:pt idx="433">
                <c:v>6.202028524893199</c:v>
              </c:pt>
              <c:pt idx="434">
                <c:v>6.202028524893199</c:v>
              </c:pt>
              <c:pt idx="435">
                <c:v>6.202028524893199</c:v>
              </c:pt>
              <c:pt idx="436">
                <c:v>6.202028524893199</c:v>
              </c:pt>
              <c:pt idx="437">
                <c:v>6.202028524893199</c:v>
              </c:pt>
              <c:pt idx="438">
                <c:v>6.202028524893199</c:v>
              </c:pt>
              <c:pt idx="439">
                <c:v>6.202028524893199</c:v>
              </c:pt>
              <c:pt idx="440">
                <c:v>6.202028524893199</c:v>
              </c:pt>
              <c:pt idx="441">
                <c:v>6.202028524893199</c:v>
              </c:pt>
              <c:pt idx="442">
                <c:v>6.202028524893199</c:v>
              </c:pt>
              <c:pt idx="443">
                <c:v>6.202028524893199</c:v>
              </c:pt>
              <c:pt idx="444">
                <c:v>6.202028524893199</c:v>
              </c:pt>
              <c:pt idx="445">
                <c:v>6.202028524893199</c:v>
              </c:pt>
              <c:pt idx="446">
                <c:v>6.202028524893199</c:v>
              </c:pt>
              <c:pt idx="447">
                <c:v>6.202028524893199</c:v>
              </c:pt>
            </c:numLit>
          </c:yVal>
          <c:smooth val="0"/>
        </c:ser>
        <c:ser>
          <c:idx val="3"/>
          <c:order val="3"/>
          <c:tx>
            <c:v>Same-order filling improvement</c:v>
          </c:tx>
          <c:spPr>
            <a:noFill xmlns:a="http://schemas.openxmlformats.org/drawingml/2006/main"/>
            <a:ln xmlns:a="http://schemas.openxmlformats.org/drawingml/2006/main" w="7620">
              <a:solidFill>
                <a:srgbClr val="009E73"/>
              </a:solidFill>
              <a:prstDash val="solid"/>
            </a:ln>
          </c:spPr>
          <c:marker>
            <c:symbol val="none"/>
            <c:size val="7"/>
            <c:spPr>
              <a:solidFill xmlns:a="http://schemas.openxmlformats.org/drawingml/2006/main">
                <a:srgbClr val="009E73"/>
              </a:solidFill>
            </c:spPr>
          </c:marker>
          <c:xVal>
            <c:numLit>
              <c:formatCode>General</c:formatCode>
              <c:ptCount val="448"/>
              <c:pt idx="0">
                <c:v>1.65505952237088</c:v>
              </c:pt>
              <c:pt idx="1">
                <c:v>1.899731544736432</c:v>
              </c:pt>
              <c:pt idx="2">
                <c:v>1.899731544736432</c:v>
              </c:pt>
              <c:pt idx="3">
                <c:v>1.899731544736432</c:v>
              </c:pt>
              <c:pt idx="4">
                <c:v>1.899731544736432</c:v>
              </c:pt>
              <c:pt idx="5">
                <c:v>1.899731544736432</c:v>
              </c:pt>
              <c:pt idx="6">
                <c:v>1.899731544736432</c:v>
              </c:pt>
              <c:pt idx="7">
                <c:v>1.899731544736432</c:v>
              </c:pt>
              <c:pt idx="8">
                <c:v>1.899731544736432</c:v>
              </c:pt>
              <c:pt idx="9">
                <c:v>1.899731544736432</c:v>
              </c:pt>
              <c:pt idx="10">
                <c:v>1.899731544736432</c:v>
              </c:pt>
              <c:pt idx="11">
                <c:v>1.899731544736432</c:v>
              </c:pt>
              <c:pt idx="12">
                <c:v>1.899731544736432</c:v>
              </c:pt>
              <c:pt idx="13">
                <c:v>1.899731544736432</c:v>
              </c:pt>
              <c:pt idx="14">
                <c:v>1.899731544736432</c:v>
              </c:pt>
              <c:pt idx="15">
                <c:v>1.899731544736432</c:v>
              </c:pt>
              <c:pt idx="16">
                <c:v>1.899731544736432</c:v>
              </c:pt>
              <c:pt idx="17">
                <c:v>1.899731544736432</c:v>
              </c:pt>
              <c:pt idx="18">
                <c:v>1.899731544736432</c:v>
              </c:pt>
              <c:pt idx="19">
                <c:v>1.899731544736432</c:v>
              </c:pt>
              <c:pt idx="20">
                <c:v>1.899731544736432</c:v>
              </c:pt>
              <c:pt idx="21">
                <c:v>1.899731544736432</c:v>
              </c:pt>
              <c:pt idx="22">
                <c:v>1.899731544736432</c:v>
              </c:pt>
              <c:pt idx="23">
                <c:v>1.899731544736432</c:v>
              </c:pt>
              <c:pt idx="24">
                <c:v>1.899731544736432</c:v>
              </c:pt>
              <c:pt idx="25">
                <c:v>1.899731544736432</c:v>
              </c:pt>
              <c:pt idx="26">
                <c:v>1.899731544736432</c:v>
              </c:pt>
              <c:pt idx="27">
                <c:v>1.899731544736432</c:v>
              </c:pt>
              <c:pt idx="28">
                <c:v>1.899731544736432</c:v>
              </c:pt>
              <c:pt idx="29">
                <c:v>1.899731544736432</c:v>
              </c:pt>
              <c:pt idx="30">
                <c:v>1.899731544736432</c:v>
              </c:pt>
              <c:pt idx="31">
                <c:v>1.899731544736432</c:v>
              </c:pt>
              <c:pt idx="32">
                <c:v>1.899731544736432</c:v>
              </c:pt>
              <c:pt idx="33">
                <c:v>1.899731544736432</c:v>
              </c:pt>
              <c:pt idx="34">
                <c:v>1.899731544736432</c:v>
              </c:pt>
              <c:pt idx="35">
                <c:v>1.899731544736432</c:v>
              </c:pt>
              <c:pt idx="36">
                <c:v>1.899731544736432</c:v>
              </c:pt>
              <c:pt idx="37">
                <c:v>1.899731544736432</c:v>
              </c:pt>
              <c:pt idx="38">
                <c:v>1.899731544736432</c:v>
              </c:pt>
              <c:pt idx="39">
                <c:v>1.899731544736432</c:v>
              </c:pt>
              <c:pt idx="40">
                <c:v>1.899731544736432</c:v>
              </c:pt>
              <c:pt idx="41">
                <c:v>1.899731544736432</c:v>
              </c:pt>
              <c:pt idx="42">
                <c:v>1.899731544736432</c:v>
              </c:pt>
              <c:pt idx="43">
                <c:v>1.899731544736432</c:v>
              </c:pt>
              <c:pt idx="44">
                <c:v>1.899731544736432</c:v>
              </c:pt>
              <c:pt idx="45">
                <c:v>1.899731544736432</c:v>
              </c:pt>
              <c:pt idx="46">
                <c:v>1.899731544736432</c:v>
              </c:pt>
              <c:pt idx="47">
                <c:v>1.899731544736432</c:v>
              </c:pt>
              <c:pt idx="48">
                <c:v>1.899731544736432</c:v>
              </c:pt>
              <c:pt idx="49">
                <c:v>1.899731544736432</c:v>
              </c:pt>
              <c:pt idx="50">
                <c:v>1.899731544736432</c:v>
              </c:pt>
              <c:pt idx="51">
                <c:v>1.899731544736432</c:v>
              </c:pt>
              <c:pt idx="52">
                <c:v>1.899731544736432</c:v>
              </c:pt>
              <c:pt idx="53">
                <c:v>1.899731544736432</c:v>
              </c:pt>
              <c:pt idx="54">
                <c:v>1.899731544736432</c:v>
              </c:pt>
              <c:pt idx="55">
                <c:v>1.899731544736432</c:v>
              </c:pt>
              <c:pt idx="56">
                <c:v>1.899731544736432</c:v>
              </c:pt>
              <c:pt idx="57">
                <c:v>1.899731544736432</c:v>
              </c:pt>
              <c:pt idx="58">
                <c:v>1.899731544736432</c:v>
              </c:pt>
              <c:pt idx="59">
                <c:v>1.899731544736432</c:v>
              </c:pt>
              <c:pt idx="60">
                <c:v>1.899731544736432</c:v>
              </c:pt>
              <c:pt idx="61">
                <c:v>1.899731544736432</c:v>
              </c:pt>
              <c:pt idx="62">
                <c:v>1.899731544736432</c:v>
              </c:pt>
              <c:pt idx="63">
                <c:v>1.899731544736432</c:v>
              </c:pt>
              <c:pt idx="64">
                <c:v>1.899731544736432</c:v>
              </c:pt>
              <c:pt idx="65">
                <c:v>1.899731544736432</c:v>
              </c:pt>
              <c:pt idx="66">
                <c:v>1.899731544736432</c:v>
              </c:pt>
              <c:pt idx="67">
                <c:v>1.899731544736432</c:v>
              </c:pt>
              <c:pt idx="68">
                <c:v>1.899731544736432</c:v>
              </c:pt>
              <c:pt idx="69">
                <c:v>1.899731544736432</c:v>
              </c:pt>
              <c:pt idx="70">
                <c:v>1.899731544736432</c:v>
              </c:pt>
              <c:pt idx="71">
                <c:v>1.899731544736432</c:v>
              </c:pt>
              <c:pt idx="72">
                <c:v>1.899731544736432</c:v>
              </c:pt>
              <c:pt idx="73">
                <c:v>1.899731544736432</c:v>
              </c:pt>
              <c:pt idx="74">
                <c:v>1.899731544736432</c:v>
              </c:pt>
              <c:pt idx="75">
                <c:v>1.899731544736432</c:v>
              </c:pt>
              <c:pt idx="76">
                <c:v>1.899731544736432</c:v>
              </c:pt>
              <c:pt idx="77">
                <c:v>1.899731544736432</c:v>
              </c:pt>
              <c:pt idx="78">
                <c:v>1.899731544736432</c:v>
              </c:pt>
              <c:pt idx="79">
                <c:v>1.899731544736432</c:v>
              </c:pt>
              <c:pt idx="80">
                <c:v>1.899731544736432</c:v>
              </c:pt>
              <c:pt idx="81">
                <c:v>1.899731544736432</c:v>
              </c:pt>
              <c:pt idx="82">
                <c:v>1.899731544736432</c:v>
              </c:pt>
              <c:pt idx="83">
                <c:v>1.899731544736432</c:v>
              </c:pt>
              <c:pt idx="84">
                <c:v>1.899731544736432</c:v>
              </c:pt>
              <c:pt idx="85">
                <c:v>1.899731544736432</c:v>
              </c:pt>
              <c:pt idx="86">
                <c:v>1.899731544736432</c:v>
              </c:pt>
              <c:pt idx="87">
                <c:v>1.899731544736432</c:v>
              </c:pt>
              <c:pt idx="88">
                <c:v>1.899731544736432</c:v>
              </c:pt>
              <c:pt idx="89">
                <c:v>1.899731544736432</c:v>
              </c:pt>
              <c:pt idx="90">
                <c:v>1.899731544736432</c:v>
              </c:pt>
              <c:pt idx="91">
                <c:v>1.899731544736432</c:v>
              </c:pt>
              <c:pt idx="92">
                <c:v>1.899731544736432</c:v>
              </c:pt>
              <c:pt idx="93">
                <c:v>1.899731544736432</c:v>
              </c:pt>
              <c:pt idx="94">
                <c:v>1.899731544736432</c:v>
              </c:pt>
              <c:pt idx="95">
                <c:v>1.899731544736432</c:v>
              </c:pt>
              <c:pt idx="96">
                <c:v>1.899731544736432</c:v>
              </c:pt>
              <c:pt idx="97">
                <c:v>1.899731544736432</c:v>
              </c:pt>
              <c:pt idx="98">
                <c:v>1.899731544736432</c:v>
              </c:pt>
              <c:pt idx="99">
                <c:v>1.899731544736432</c:v>
              </c:pt>
              <c:pt idx="100">
                <c:v>1.899731544736432</c:v>
              </c:pt>
              <c:pt idx="101">
                <c:v>1.899731544736432</c:v>
              </c:pt>
              <c:pt idx="102">
                <c:v>1.899731544736432</c:v>
              </c:pt>
              <c:pt idx="103">
                <c:v>1.899731544736432</c:v>
              </c:pt>
              <c:pt idx="104">
                <c:v>1.899731544736432</c:v>
              </c:pt>
              <c:pt idx="105">
                <c:v>1.899731544736432</c:v>
              </c:pt>
              <c:pt idx="106">
                <c:v>1.899731544736432</c:v>
              </c:pt>
              <c:pt idx="107">
                <c:v>1.899731544736432</c:v>
              </c:pt>
              <c:pt idx="108">
                <c:v>1.899731544736432</c:v>
              </c:pt>
              <c:pt idx="109">
                <c:v>1.899731544736432</c:v>
              </c:pt>
              <c:pt idx="110">
                <c:v>1.899731544736432</c:v>
              </c:pt>
              <c:pt idx="111">
                <c:v>1.899731544736432</c:v>
              </c:pt>
              <c:pt idx="112">
                <c:v>1.899731544736432</c:v>
              </c:pt>
              <c:pt idx="113">
                <c:v>1.899731544736432</c:v>
              </c:pt>
              <c:pt idx="114">
                <c:v>1.899731544736432</c:v>
              </c:pt>
              <c:pt idx="115">
                <c:v>1.899731544736432</c:v>
              </c:pt>
              <c:pt idx="116">
                <c:v>1.899731544736432</c:v>
              </c:pt>
              <c:pt idx="117">
                <c:v>1.899731544736432</c:v>
              </c:pt>
              <c:pt idx="118">
                <c:v>1.899731544736432</c:v>
              </c:pt>
              <c:pt idx="119">
                <c:v>1.899731544736432</c:v>
              </c:pt>
              <c:pt idx="120">
                <c:v>1.899731544736432</c:v>
              </c:pt>
              <c:pt idx="121">
                <c:v>1.899731544736432</c:v>
              </c:pt>
              <c:pt idx="122">
                <c:v>1.899731544736432</c:v>
              </c:pt>
              <c:pt idx="123">
                <c:v>1.899731544736432</c:v>
              </c:pt>
              <c:pt idx="124">
                <c:v>1.899731544736432</c:v>
              </c:pt>
              <c:pt idx="125">
                <c:v>1.899731544736432</c:v>
              </c:pt>
              <c:pt idx="126">
                <c:v>1.899731544736432</c:v>
              </c:pt>
              <c:pt idx="127">
                <c:v>1.899731544736432</c:v>
              </c:pt>
              <c:pt idx="128">
                <c:v>1.899731544736432</c:v>
              </c:pt>
              <c:pt idx="129">
                <c:v>1.899731544736432</c:v>
              </c:pt>
              <c:pt idx="130">
                <c:v>1.899731544736432</c:v>
              </c:pt>
              <c:pt idx="131">
                <c:v>1.899731544736432</c:v>
              </c:pt>
              <c:pt idx="132">
                <c:v>1.899731544736432</c:v>
              </c:pt>
              <c:pt idx="133">
                <c:v>1.899731544736432</c:v>
              </c:pt>
              <c:pt idx="134">
                <c:v>1.899731544736432</c:v>
              </c:pt>
              <c:pt idx="135">
                <c:v>1.899731544736432</c:v>
              </c:pt>
              <c:pt idx="136">
                <c:v>1.899731544736432</c:v>
              </c:pt>
              <c:pt idx="137">
                <c:v>1.899731544736432</c:v>
              </c:pt>
              <c:pt idx="138">
                <c:v>1.899731544736432</c:v>
              </c:pt>
              <c:pt idx="139">
                <c:v>1.899731544736432</c:v>
              </c:pt>
              <c:pt idx="140">
                <c:v>1.899731544736432</c:v>
              </c:pt>
              <c:pt idx="141">
                <c:v>1.899731544736432</c:v>
              </c:pt>
              <c:pt idx="142">
                <c:v>1.899731544736432</c:v>
              </c:pt>
              <c:pt idx="143">
                <c:v>1.899731544736432</c:v>
              </c:pt>
              <c:pt idx="144">
                <c:v>1.899731544736432</c:v>
              </c:pt>
              <c:pt idx="145">
                <c:v>1.899731544736432</c:v>
              </c:pt>
              <c:pt idx="146">
                <c:v>1.899731544736432</c:v>
              </c:pt>
              <c:pt idx="147">
                <c:v>1.899731544736432</c:v>
              </c:pt>
              <c:pt idx="148">
                <c:v>1.899731544736432</c:v>
              </c:pt>
              <c:pt idx="149">
                <c:v>1.899731544736432</c:v>
              </c:pt>
              <c:pt idx="150">
                <c:v>1.899731544736432</c:v>
              </c:pt>
              <c:pt idx="151">
                <c:v>1.899731544736432</c:v>
              </c:pt>
              <c:pt idx="152">
                <c:v>1.899731544736432</c:v>
              </c:pt>
              <c:pt idx="153">
                <c:v>1.899731544736432</c:v>
              </c:pt>
              <c:pt idx="154">
                <c:v>1.899731544736432</c:v>
              </c:pt>
              <c:pt idx="155">
                <c:v>1.899731544736432</c:v>
              </c:pt>
              <c:pt idx="156">
                <c:v>1.899731544736432</c:v>
              </c:pt>
              <c:pt idx="157">
                <c:v>1.899731544736432</c:v>
              </c:pt>
              <c:pt idx="158">
                <c:v>1.899731544736432</c:v>
              </c:pt>
              <c:pt idx="159">
                <c:v>1.899731544736432</c:v>
              </c:pt>
              <c:pt idx="160">
                <c:v>1.899731544736432</c:v>
              </c:pt>
              <c:pt idx="161">
                <c:v>1.899731544736432</c:v>
              </c:pt>
              <c:pt idx="162">
                <c:v>1.899731544736432</c:v>
              </c:pt>
              <c:pt idx="163">
                <c:v>1.899731544736432</c:v>
              </c:pt>
              <c:pt idx="164">
                <c:v>1.899731544736432</c:v>
              </c:pt>
              <c:pt idx="165">
                <c:v>1.899731544736432</c:v>
              </c:pt>
              <c:pt idx="166">
                <c:v>1.899731544736432</c:v>
              </c:pt>
              <c:pt idx="167">
                <c:v>1.899731544736432</c:v>
              </c:pt>
              <c:pt idx="168">
                <c:v>1.899731544736432</c:v>
              </c:pt>
              <c:pt idx="169">
                <c:v>1.899731544736432</c:v>
              </c:pt>
              <c:pt idx="170">
                <c:v>1.899731544736432</c:v>
              </c:pt>
              <c:pt idx="171">
                <c:v>1.899731544736432</c:v>
              </c:pt>
              <c:pt idx="172">
                <c:v>1.899731544736432</c:v>
              </c:pt>
              <c:pt idx="173">
                <c:v>1.899731544736432</c:v>
              </c:pt>
              <c:pt idx="174">
                <c:v>1.899731544736432</c:v>
              </c:pt>
              <c:pt idx="175">
                <c:v>1.899731544736432</c:v>
              </c:pt>
              <c:pt idx="176">
                <c:v>1.899731544736432</c:v>
              </c:pt>
              <c:pt idx="177">
                <c:v>1.899731544736432</c:v>
              </c:pt>
              <c:pt idx="178">
                <c:v>1.899731544736432</c:v>
              </c:pt>
              <c:pt idx="179">
                <c:v>1.899731544736432</c:v>
              </c:pt>
              <c:pt idx="180">
                <c:v>1.899731544736432</c:v>
              </c:pt>
              <c:pt idx="181">
                <c:v>1.899731544736432</c:v>
              </c:pt>
              <c:pt idx="182">
                <c:v>1.899731544736432</c:v>
              </c:pt>
              <c:pt idx="183">
                <c:v>1.899731544736432</c:v>
              </c:pt>
              <c:pt idx="184">
                <c:v>1.899731544736432</c:v>
              </c:pt>
              <c:pt idx="185">
                <c:v>1.899731544736432</c:v>
              </c:pt>
              <c:pt idx="186">
                <c:v>1.899731544736432</c:v>
              </c:pt>
              <c:pt idx="187">
                <c:v>1.899731544736432</c:v>
              </c:pt>
              <c:pt idx="188">
                <c:v>1.899731544736432</c:v>
              </c:pt>
              <c:pt idx="189">
                <c:v>1.899731544736432</c:v>
              </c:pt>
              <c:pt idx="190">
                <c:v>1.899731544736432</c:v>
              </c:pt>
              <c:pt idx="191">
                <c:v>1.899731544736432</c:v>
              </c:pt>
              <c:pt idx="192">
                <c:v>1.899731544736432</c:v>
              </c:pt>
              <c:pt idx="193">
                <c:v>1.899731544736432</c:v>
              </c:pt>
              <c:pt idx="194">
                <c:v>1.899731544736432</c:v>
              </c:pt>
              <c:pt idx="195">
                <c:v>1.899731544736432</c:v>
              </c:pt>
              <c:pt idx="196">
                <c:v>1.899731544736432</c:v>
              </c:pt>
              <c:pt idx="197">
                <c:v>1.899731544736432</c:v>
              </c:pt>
              <c:pt idx="198">
                <c:v>1.899731544736432</c:v>
              </c:pt>
              <c:pt idx="199">
                <c:v>1.899731544736432</c:v>
              </c:pt>
              <c:pt idx="200">
                <c:v>1.899731544736432</c:v>
              </c:pt>
              <c:pt idx="201">
                <c:v>1.899731544736432</c:v>
              </c:pt>
              <c:pt idx="202">
                <c:v>1.899731544736432</c:v>
              </c:pt>
              <c:pt idx="203">
                <c:v>1.899731544736432</c:v>
              </c:pt>
              <c:pt idx="204">
                <c:v>1.899731544736432</c:v>
              </c:pt>
              <c:pt idx="205">
                <c:v>1.899731544736432</c:v>
              </c:pt>
              <c:pt idx="206">
                <c:v>1.899731544736432</c:v>
              </c:pt>
              <c:pt idx="207">
                <c:v>1.899731544736432</c:v>
              </c:pt>
              <c:pt idx="208">
                <c:v>1.899731544736432</c:v>
              </c:pt>
              <c:pt idx="209">
                <c:v>1.899731544736432</c:v>
              </c:pt>
              <c:pt idx="210">
                <c:v>1.899731544736432</c:v>
              </c:pt>
              <c:pt idx="211">
                <c:v>1.899731544736432</c:v>
              </c:pt>
              <c:pt idx="212">
                <c:v>1.899731544736432</c:v>
              </c:pt>
              <c:pt idx="213">
                <c:v>1.899731544736432</c:v>
              </c:pt>
              <c:pt idx="214">
                <c:v>1.899731544736432</c:v>
              </c:pt>
              <c:pt idx="215">
                <c:v>1.899731544736432</c:v>
              </c:pt>
              <c:pt idx="216">
                <c:v>1.899731544736432</c:v>
              </c:pt>
              <c:pt idx="217">
                <c:v>1.899731544736432</c:v>
              </c:pt>
              <c:pt idx="218">
                <c:v>1.899731544736432</c:v>
              </c:pt>
              <c:pt idx="219">
                <c:v>1.899731544736432</c:v>
              </c:pt>
              <c:pt idx="220">
                <c:v>1.899731544736432</c:v>
              </c:pt>
              <c:pt idx="221">
                <c:v>1.899731544736432</c:v>
              </c:pt>
              <c:pt idx="222">
                <c:v>1.899731544736432</c:v>
              </c:pt>
              <c:pt idx="223">
                <c:v>1.899731544736432</c:v>
              </c:pt>
              <c:pt idx="224">
                <c:v>1.899731544736432</c:v>
              </c:pt>
              <c:pt idx="225">
                <c:v>1.899731544736432</c:v>
              </c:pt>
              <c:pt idx="226">
                <c:v>1.899731544736432</c:v>
              </c:pt>
              <c:pt idx="227">
                <c:v>1.899731544736432</c:v>
              </c:pt>
              <c:pt idx="228">
                <c:v>1.899731544736432</c:v>
              </c:pt>
              <c:pt idx="229">
                <c:v>1.899731544736432</c:v>
              </c:pt>
              <c:pt idx="230">
                <c:v>1.899731544736432</c:v>
              </c:pt>
              <c:pt idx="231">
                <c:v>1.899731544736432</c:v>
              </c:pt>
              <c:pt idx="232">
                <c:v>1.899731544736432</c:v>
              </c:pt>
              <c:pt idx="233">
                <c:v>1.899731544736432</c:v>
              </c:pt>
              <c:pt idx="234">
                <c:v>1.899731544736432</c:v>
              </c:pt>
              <c:pt idx="235">
                <c:v>1.899731544736432</c:v>
              </c:pt>
              <c:pt idx="236">
                <c:v>1.899731544736432</c:v>
              </c:pt>
              <c:pt idx="237">
                <c:v>1.899731544736432</c:v>
              </c:pt>
              <c:pt idx="238">
                <c:v>1.899731544736432</c:v>
              </c:pt>
              <c:pt idx="239">
                <c:v>1.899731544736432</c:v>
              </c:pt>
              <c:pt idx="240">
                <c:v>1.899731544736432</c:v>
              </c:pt>
              <c:pt idx="241">
                <c:v>1.899731544736432</c:v>
              </c:pt>
              <c:pt idx="242">
                <c:v>1.899731544736432</c:v>
              </c:pt>
              <c:pt idx="243">
                <c:v>1.899731544736432</c:v>
              </c:pt>
              <c:pt idx="244">
                <c:v>1.899731544736432</c:v>
              </c:pt>
              <c:pt idx="245">
                <c:v>1.899731544736432</c:v>
              </c:pt>
              <c:pt idx="246">
                <c:v>1.899731544736432</c:v>
              </c:pt>
              <c:pt idx="247">
                <c:v>1.899731544736432</c:v>
              </c:pt>
              <c:pt idx="248">
                <c:v>1.899731544736432</c:v>
              </c:pt>
              <c:pt idx="249">
                <c:v>1.899731544736432</c:v>
              </c:pt>
              <c:pt idx="250">
                <c:v>1.899731544736432</c:v>
              </c:pt>
              <c:pt idx="251">
                <c:v>1.899731544736432</c:v>
              </c:pt>
              <c:pt idx="252">
                <c:v>1.899731544736432</c:v>
              </c:pt>
              <c:pt idx="253">
                <c:v>1.899731544736432</c:v>
              </c:pt>
              <c:pt idx="254">
                <c:v>1.899731544736432</c:v>
              </c:pt>
              <c:pt idx="255">
                <c:v>1.899731544736432</c:v>
              </c:pt>
              <c:pt idx="256">
                <c:v>1.899731544736432</c:v>
              </c:pt>
              <c:pt idx="257">
                <c:v>1.899731544736432</c:v>
              </c:pt>
              <c:pt idx="258">
                <c:v>1.899731544736432</c:v>
              </c:pt>
              <c:pt idx="259">
                <c:v>1.899731544736432</c:v>
              </c:pt>
              <c:pt idx="260">
                <c:v>1.899731544736432</c:v>
              </c:pt>
              <c:pt idx="261">
                <c:v>1.899731544736432</c:v>
              </c:pt>
              <c:pt idx="262">
                <c:v>1.899731544736432</c:v>
              </c:pt>
              <c:pt idx="263">
                <c:v>1.899731544736432</c:v>
              </c:pt>
              <c:pt idx="264">
                <c:v>1.899731544736432</c:v>
              </c:pt>
              <c:pt idx="265">
                <c:v>1.899731544736432</c:v>
              </c:pt>
              <c:pt idx="266">
                <c:v>1.899731544736432</c:v>
              </c:pt>
              <c:pt idx="267">
                <c:v>1.899731544736432</c:v>
              </c:pt>
              <c:pt idx="268">
                <c:v>1.899731544736432</c:v>
              </c:pt>
              <c:pt idx="269">
                <c:v>1.899731544736432</c:v>
              </c:pt>
              <c:pt idx="270">
                <c:v>1.899731544736432</c:v>
              </c:pt>
              <c:pt idx="271">
                <c:v>1.899731544736432</c:v>
              </c:pt>
              <c:pt idx="272">
                <c:v>1.899731544736432</c:v>
              </c:pt>
              <c:pt idx="273">
                <c:v>1.899731544736432</c:v>
              </c:pt>
              <c:pt idx="274">
                <c:v>1.899731544736432</c:v>
              </c:pt>
              <c:pt idx="275">
                <c:v>1.899731544736432</c:v>
              </c:pt>
              <c:pt idx="276">
                <c:v>1.899731544736432</c:v>
              </c:pt>
              <c:pt idx="277">
                <c:v>1.899731544736432</c:v>
              </c:pt>
              <c:pt idx="278">
                <c:v>1.899731544736432</c:v>
              </c:pt>
              <c:pt idx="279">
                <c:v>1.899731544736432</c:v>
              </c:pt>
              <c:pt idx="280">
                <c:v>1.899731544736432</c:v>
              </c:pt>
              <c:pt idx="281">
                <c:v>1.899731544736432</c:v>
              </c:pt>
              <c:pt idx="282">
                <c:v>1.899731544736432</c:v>
              </c:pt>
              <c:pt idx="283">
                <c:v>1.899731544736432</c:v>
              </c:pt>
              <c:pt idx="284">
                <c:v>1.899731544736432</c:v>
              </c:pt>
              <c:pt idx="285">
                <c:v>1.899731544736432</c:v>
              </c:pt>
              <c:pt idx="286">
                <c:v>1.899731544736432</c:v>
              </c:pt>
              <c:pt idx="287">
                <c:v>1.899731544736432</c:v>
              </c:pt>
              <c:pt idx="288">
                <c:v>1.899731544736432</c:v>
              </c:pt>
              <c:pt idx="289">
                <c:v>1.899731544736432</c:v>
              </c:pt>
              <c:pt idx="290">
                <c:v>1.899731544736432</c:v>
              </c:pt>
              <c:pt idx="291">
                <c:v>1.899731544736432</c:v>
              </c:pt>
              <c:pt idx="292">
                <c:v>1.899731544736432</c:v>
              </c:pt>
              <c:pt idx="293">
                <c:v>1.899731544736432</c:v>
              </c:pt>
              <c:pt idx="294">
                <c:v>1.899731544736432</c:v>
              </c:pt>
              <c:pt idx="295">
                <c:v>1.899731544736432</c:v>
              </c:pt>
              <c:pt idx="296">
                <c:v>1.899731544736432</c:v>
              </c:pt>
              <c:pt idx="297">
                <c:v>1.899731544736432</c:v>
              </c:pt>
              <c:pt idx="298">
                <c:v>1.899731544736432</c:v>
              </c:pt>
              <c:pt idx="299">
                <c:v>1.899731544736432</c:v>
              </c:pt>
              <c:pt idx="300">
                <c:v>1.899731544736432</c:v>
              </c:pt>
              <c:pt idx="301">
                <c:v>1.899731544736432</c:v>
              </c:pt>
              <c:pt idx="302">
                <c:v>1.899731544736432</c:v>
              </c:pt>
              <c:pt idx="303">
                <c:v>1.899731544736432</c:v>
              </c:pt>
              <c:pt idx="304">
                <c:v>1.899731544736432</c:v>
              </c:pt>
              <c:pt idx="305">
                <c:v>1.899731544736432</c:v>
              </c:pt>
              <c:pt idx="306">
                <c:v>1.899731544736432</c:v>
              </c:pt>
              <c:pt idx="307">
                <c:v>1.899731544736432</c:v>
              </c:pt>
              <c:pt idx="308">
                <c:v>1.899731544736432</c:v>
              </c:pt>
              <c:pt idx="309">
                <c:v>1.899731544736432</c:v>
              </c:pt>
              <c:pt idx="310">
                <c:v>1.899731544736432</c:v>
              </c:pt>
              <c:pt idx="311">
                <c:v>1.899731544736432</c:v>
              </c:pt>
              <c:pt idx="312">
                <c:v>1.899731544736432</c:v>
              </c:pt>
              <c:pt idx="313">
                <c:v>1.899731544736432</c:v>
              </c:pt>
              <c:pt idx="314">
                <c:v>1.899731544736432</c:v>
              </c:pt>
              <c:pt idx="315">
                <c:v>1.899731544736432</c:v>
              </c:pt>
              <c:pt idx="316">
                <c:v>1.899731544736432</c:v>
              </c:pt>
              <c:pt idx="317">
                <c:v>1.899731544736432</c:v>
              </c:pt>
              <c:pt idx="318">
                <c:v>1.899731544736432</c:v>
              </c:pt>
              <c:pt idx="319">
                <c:v>1.899731544736432</c:v>
              </c:pt>
              <c:pt idx="320">
                <c:v>1.899731544736432</c:v>
              </c:pt>
              <c:pt idx="321">
                <c:v>1.899731544736432</c:v>
              </c:pt>
              <c:pt idx="322">
                <c:v>1.899731544736432</c:v>
              </c:pt>
              <c:pt idx="323">
                <c:v>1.899731544736432</c:v>
              </c:pt>
              <c:pt idx="324">
                <c:v>1.899731544736432</c:v>
              </c:pt>
              <c:pt idx="325">
                <c:v>1.899731544736432</c:v>
              </c:pt>
              <c:pt idx="326">
                <c:v>1.899731544736432</c:v>
              </c:pt>
              <c:pt idx="327">
                <c:v>1.899731544736432</c:v>
              </c:pt>
              <c:pt idx="328">
                <c:v>1.899731544736432</c:v>
              </c:pt>
              <c:pt idx="329">
                <c:v>1.899731544736432</c:v>
              </c:pt>
              <c:pt idx="330">
                <c:v>1.899731544736432</c:v>
              </c:pt>
              <c:pt idx="331">
                <c:v>1.899731544736432</c:v>
              </c:pt>
              <c:pt idx="332">
                <c:v>1.899731544736432</c:v>
              </c:pt>
              <c:pt idx="333">
                <c:v>1.899731544736432</c:v>
              </c:pt>
              <c:pt idx="334">
                <c:v>1.899731544736432</c:v>
              </c:pt>
              <c:pt idx="335">
                <c:v>1.899731544736432</c:v>
              </c:pt>
              <c:pt idx="336">
                <c:v>1.899731544736432</c:v>
              </c:pt>
              <c:pt idx="337">
                <c:v>1.899731544736432</c:v>
              </c:pt>
              <c:pt idx="338">
                <c:v>1.899731544736432</c:v>
              </c:pt>
              <c:pt idx="339">
                <c:v>1.899731544736432</c:v>
              </c:pt>
              <c:pt idx="340">
                <c:v>1.899731544736432</c:v>
              </c:pt>
              <c:pt idx="341">
                <c:v>1.899731544736432</c:v>
              </c:pt>
              <c:pt idx="342">
                <c:v>1.899731544736432</c:v>
              </c:pt>
              <c:pt idx="343">
                <c:v>1.899731544736432</c:v>
              </c:pt>
              <c:pt idx="344">
                <c:v>1.899731544736432</c:v>
              </c:pt>
              <c:pt idx="345">
                <c:v>1.899731544736432</c:v>
              </c:pt>
              <c:pt idx="346">
                <c:v>1.899731544736432</c:v>
              </c:pt>
              <c:pt idx="347">
                <c:v>1.899731544736432</c:v>
              </c:pt>
              <c:pt idx="348">
                <c:v>1.899731544736432</c:v>
              </c:pt>
              <c:pt idx="349">
                <c:v>1.899731544736432</c:v>
              </c:pt>
              <c:pt idx="350">
                <c:v>1.899731544736432</c:v>
              </c:pt>
              <c:pt idx="351">
                <c:v>1.899731544736432</c:v>
              </c:pt>
              <c:pt idx="352">
                <c:v>1.899731544736432</c:v>
              </c:pt>
              <c:pt idx="353">
                <c:v>1.899731544736432</c:v>
              </c:pt>
              <c:pt idx="354">
                <c:v>1.899731544736432</c:v>
              </c:pt>
              <c:pt idx="355">
                <c:v>1.899731544736432</c:v>
              </c:pt>
              <c:pt idx="356">
                <c:v>1.899731544736432</c:v>
              </c:pt>
              <c:pt idx="357">
                <c:v>1.899731544736432</c:v>
              </c:pt>
              <c:pt idx="358">
                <c:v>1.899731544736432</c:v>
              </c:pt>
              <c:pt idx="359">
                <c:v>1.899731544736432</c:v>
              </c:pt>
              <c:pt idx="360">
                <c:v>1.899731544736432</c:v>
              </c:pt>
              <c:pt idx="361">
                <c:v>1.899731544736432</c:v>
              </c:pt>
              <c:pt idx="362">
                <c:v>1.899731544736432</c:v>
              </c:pt>
              <c:pt idx="363">
                <c:v>1.899731544736432</c:v>
              </c:pt>
              <c:pt idx="364">
                <c:v>1.899731544736432</c:v>
              </c:pt>
              <c:pt idx="365">
                <c:v>1.899731544736432</c:v>
              </c:pt>
              <c:pt idx="366">
                <c:v>1.899731544736432</c:v>
              </c:pt>
              <c:pt idx="367">
                <c:v>1.899731544736432</c:v>
              </c:pt>
              <c:pt idx="368">
                <c:v>1.899731544736432</c:v>
              </c:pt>
              <c:pt idx="369">
                <c:v>1.899731544736432</c:v>
              </c:pt>
              <c:pt idx="370">
                <c:v>1.899731544736432</c:v>
              </c:pt>
              <c:pt idx="371">
                <c:v>1.899731544736432</c:v>
              </c:pt>
              <c:pt idx="372">
                <c:v>1.899731544736432</c:v>
              </c:pt>
              <c:pt idx="373">
                <c:v>1.899731544736432</c:v>
              </c:pt>
              <c:pt idx="374">
                <c:v>1.899731544736432</c:v>
              </c:pt>
              <c:pt idx="375">
                <c:v>1.899731544736432</c:v>
              </c:pt>
              <c:pt idx="376">
                <c:v>1.899731544736432</c:v>
              </c:pt>
              <c:pt idx="377">
                <c:v>1.899731544736432</c:v>
              </c:pt>
              <c:pt idx="378">
                <c:v>1.899731544736432</c:v>
              </c:pt>
              <c:pt idx="379">
                <c:v>1.899731544736432</c:v>
              </c:pt>
              <c:pt idx="380">
                <c:v>1.899731544736432</c:v>
              </c:pt>
              <c:pt idx="381">
                <c:v>1.899731544736432</c:v>
              </c:pt>
              <c:pt idx="382">
                <c:v>1.899731544736432</c:v>
              </c:pt>
              <c:pt idx="383">
                <c:v>1.899731544736432</c:v>
              </c:pt>
              <c:pt idx="384">
                <c:v>1.899731544736432</c:v>
              </c:pt>
              <c:pt idx="385">
                <c:v>1.899731544736432</c:v>
              </c:pt>
              <c:pt idx="386">
                <c:v>1.899731544736432</c:v>
              </c:pt>
              <c:pt idx="387">
                <c:v>1.899731544736432</c:v>
              </c:pt>
              <c:pt idx="388">
                <c:v>1.899731544736432</c:v>
              </c:pt>
              <c:pt idx="389">
                <c:v>1.899731544736432</c:v>
              </c:pt>
              <c:pt idx="390">
                <c:v>1.899731544736432</c:v>
              </c:pt>
              <c:pt idx="391">
                <c:v>1.899731544736432</c:v>
              </c:pt>
              <c:pt idx="392">
                <c:v>1.899731544736432</c:v>
              </c:pt>
              <c:pt idx="393">
                <c:v>1.899731544736432</c:v>
              </c:pt>
              <c:pt idx="394">
                <c:v>1.899731544736432</c:v>
              </c:pt>
              <c:pt idx="395">
                <c:v>1.899731544736432</c:v>
              </c:pt>
              <c:pt idx="396">
                <c:v>1.899731544736432</c:v>
              </c:pt>
              <c:pt idx="397">
                <c:v>1.899731544736432</c:v>
              </c:pt>
              <c:pt idx="398">
                <c:v>1.899731544736432</c:v>
              </c:pt>
              <c:pt idx="399">
                <c:v>1.899731544736432</c:v>
              </c:pt>
              <c:pt idx="400">
                <c:v>1.899731544736432</c:v>
              </c:pt>
              <c:pt idx="401">
                <c:v>1.899731544736432</c:v>
              </c:pt>
              <c:pt idx="402">
                <c:v>1.899731544736432</c:v>
              </c:pt>
              <c:pt idx="403">
                <c:v>1.899731544736432</c:v>
              </c:pt>
              <c:pt idx="404">
                <c:v>1.899731544736432</c:v>
              </c:pt>
              <c:pt idx="405">
                <c:v>1.899731544736432</c:v>
              </c:pt>
              <c:pt idx="406">
                <c:v>1.899731544736432</c:v>
              </c:pt>
              <c:pt idx="407">
                <c:v>1.899731544736432</c:v>
              </c:pt>
              <c:pt idx="408">
                <c:v>1.899731544736432</c:v>
              </c:pt>
              <c:pt idx="409">
                <c:v>1.899731544736432</c:v>
              </c:pt>
              <c:pt idx="410">
                <c:v>1.899731544736432</c:v>
              </c:pt>
              <c:pt idx="411">
                <c:v>1.899731544736432</c:v>
              </c:pt>
              <c:pt idx="412">
                <c:v>1.899731544736432</c:v>
              </c:pt>
              <c:pt idx="413">
                <c:v>1.899731544736432</c:v>
              </c:pt>
              <c:pt idx="414">
                <c:v>1.899731544736432</c:v>
              </c:pt>
              <c:pt idx="415">
                <c:v>1.899731544736432</c:v>
              </c:pt>
              <c:pt idx="416">
                <c:v>1.899731544736432</c:v>
              </c:pt>
              <c:pt idx="417">
                <c:v>1.899731544736432</c:v>
              </c:pt>
              <c:pt idx="418">
                <c:v>1.899731544736432</c:v>
              </c:pt>
              <c:pt idx="419">
                <c:v>1.899731544736432</c:v>
              </c:pt>
              <c:pt idx="420">
                <c:v>1.899731544736432</c:v>
              </c:pt>
              <c:pt idx="421">
                <c:v>1.899731544736432</c:v>
              </c:pt>
              <c:pt idx="422">
                <c:v>1.899731544736432</c:v>
              </c:pt>
              <c:pt idx="423">
                <c:v>1.899731544736432</c:v>
              </c:pt>
              <c:pt idx="424">
                <c:v>1.899731544736432</c:v>
              </c:pt>
              <c:pt idx="425">
                <c:v>1.899731544736432</c:v>
              </c:pt>
              <c:pt idx="426">
                <c:v>1.899731544736432</c:v>
              </c:pt>
              <c:pt idx="427">
                <c:v>1.899731544736432</c:v>
              </c:pt>
              <c:pt idx="428">
                <c:v>1.899731544736432</c:v>
              </c:pt>
              <c:pt idx="429">
                <c:v>1.899731544736432</c:v>
              </c:pt>
              <c:pt idx="430">
                <c:v>1.899731544736432</c:v>
              </c:pt>
              <c:pt idx="431">
                <c:v>1.899731544736432</c:v>
              </c:pt>
              <c:pt idx="432">
                <c:v>1.899731544736432</c:v>
              </c:pt>
              <c:pt idx="433">
                <c:v>1.899731544736432</c:v>
              </c:pt>
              <c:pt idx="434">
                <c:v>1.899731544736432</c:v>
              </c:pt>
              <c:pt idx="435">
                <c:v>1.899731544736432</c:v>
              </c:pt>
              <c:pt idx="436">
                <c:v>1.899731544736432</c:v>
              </c:pt>
              <c:pt idx="437">
                <c:v>1.899731544736432</c:v>
              </c:pt>
              <c:pt idx="438">
                <c:v>1.899731544736432</c:v>
              </c:pt>
              <c:pt idx="439">
                <c:v>1.899731544736432</c:v>
              </c:pt>
              <c:pt idx="440">
                <c:v>1.899731544736432</c:v>
              </c:pt>
              <c:pt idx="441">
                <c:v>1.899731544736432</c:v>
              </c:pt>
              <c:pt idx="442">
                <c:v>1.899731544736432</c:v>
              </c:pt>
              <c:pt idx="443">
                <c:v>1.899731544736432</c:v>
              </c:pt>
              <c:pt idx="444">
                <c:v>1.899731544736432</c:v>
              </c:pt>
              <c:pt idx="445">
                <c:v>1.899731544736432</c:v>
              </c:pt>
              <c:pt idx="446">
                <c:v>1.899731544736432</c:v>
              </c:pt>
              <c:pt idx="447">
                <c:v>1.899731544736432</c:v>
              </c:pt>
            </c:numLit>
          </c:xVal>
          <c:yVal>
            <c:numLit>
              <c:formatCode>0.0</c:formatCode>
              <c:ptCount val="448"/>
              <c:pt idx="0">
                <c:v>3.006659157404723</c:v>
              </c:pt>
              <c:pt idx="1">
                <c:v>3.006659157404723</c:v>
              </c:pt>
              <c:pt idx="2">
                <c:v>3.006659157404723</c:v>
              </c:pt>
              <c:pt idx="3">
                <c:v>3.006659157404723</c:v>
              </c:pt>
              <c:pt idx="4">
                <c:v>3.006659157404723</c:v>
              </c:pt>
              <c:pt idx="5">
                <c:v>3.006659157404723</c:v>
              </c:pt>
              <c:pt idx="6">
                <c:v>3.006659157404723</c:v>
              </c:pt>
              <c:pt idx="7">
                <c:v>3.006659157404723</c:v>
              </c:pt>
              <c:pt idx="8">
                <c:v>3.006659157404723</c:v>
              </c:pt>
              <c:pt idx="9">
                <c:v>3.006659157404723</c:v>
              </c:pt>
              <c:pt idx="10">
                <c:v>3.006659157404723</c:v>
              </c:pt>
              <c:pt idx="11">
                <c:v>3.006659157404723</c:v>
              </c:pt>
              <c:pt idx="12">
                <c:v>3.006659157404723</c:v>
              </c:pt>
              <c:pt idx="13">
                <c:v>3.006659157404723</c:v>
              </c:pt>
              <c:pt idx="14">
                <c:v>3.006659157404723</c:v>
              </c:pt>
              <c:pt idx="15">
                <c:v>3.006659157404723</c:v>
              </c:pt>
              <c:pt idx="16">
                <c:v>3.006659157404723</c:v>
              </c:pt>
              <c:pt idx="17">
                <c:v>3.006659157404723</c:v>
              </c:pt>
              <c:pt idx="18">
                <c:v>3.006659157404723</c:v>
              </c:pt>
              <c:pt idx="19">
                <c:v>3.006659157404723</c:v>
              </c:pt>
              <c:pt idx="20">
                <c:v>3.006659157404723</c:v>
              </c:pt>
              <c:pt idx="21">
                <c:v>3.006659157404723</c:v>
              </c:pt>
              <c:pt idx="22">
                <c:v>3.006659157404723</c:v>
              </c:pt>
              <c:pt idx="23">
                <c:v>3.006659157404723</c:v>
              </c:pt>
              <c:pt idx="24">
                <c:v>3.006659157404723</c:v>
              </c:pt>
              <c:pt idx="25">
                <c:v>3.006659157404723</c:v>
              </c:pt>
              <c:pt idx="26">
                <c:v>3.006659157404723</c:v>
              </c:pt>
              <c:pt idx="27">
                <c:v>3.006659157404723</c:v>
              </c:pt>
              <c:pt idx="28">
                <c:v>3.006659157404723</c:v>
              </c:pt>
              <c:pt idx="29">
                <c:v>3.006659157404723</c:v>
              </c:pt>
              <c:pt idx="30">
                <c:v>3.006659157404723</c:v>
              </c:pt>
              <c:pt idx="31">
                <c:v>3.006659157404723</c:v>
              </c:pt>
              <c:pt idx="32">
                <c:v>3.006659157404723</c:v>
              </c:pt>
              <c:pt idx="33">
                <c:v>3.006659157404723</c:v>
              </c:pt>
              <c:pt idx="34">
                <c:v>3.006659157404723</c:v>
              </c:pt>
              <c:pt idx="35">
                <c:v>3.006659157404723</c:v>
              </c:pt>
              <c:pt idx="36">
                <c:v>3.006659157404723</c:v>
              </c:pt>
              <c:pt idx="37">
                <c:v>3.006659157404723</c:v>
              </c:pt>
              <c:pt idx="38">
                <c:v>3.006659157404723</c:v>
              </c:pt>
              <c:pt idx="39">
                <c:v>3.006659157404723</c:v>
              </c:pt>
              <c:pt idx="40">
                <c:v>3.006659157404723</c:v>
              </c:pt>
              <c:pt idx="41">
                <c:v>3.006659157404723</c:v>
              </c:pt>
              <c:pt idx="42">
                <c:v>3.006659157404723</c:v>
              </c:pt>
              <c:pt idx="43">
                <c:v>3.006659157404723</c:v>
              </c:pt>
              <c:pt idx="44">
                <c:v>3.006659157404723</c:v>
              </c:pt>
              <c:pt idx="45">
                <c:v>3.006659157404723</c:v>
              </c:pt>
              <c:pt idx="46">
                <c:v>3.006659157404723</c:v>
              </c:pt>
              <c:pt idx="47">
                <c:v>3.006659157404723</c:v>
              </c:pt>
              <c:pt idx="48">
                <c:v>3.006659157404723</c:v>
              </c:pt>
              <c:pt idx="49">
                <c:v>3.006659157404723</c:v>
              </c:pt>
              <c:pt idx="50">
                <c:v>3.006659157404723</c:v>
              </c:pt>
              <c:pt idx="51">
                <c:v>3.006659157404723</c:v>
              </c:pt>
              <c:pt idx="52">
                <c:v>3.006659157404723</c:v>
              </c:pt>
              <c:pt idx="53">
                <c:v>3.006659157404723</c:v>
              </c:pt>
              <c:pt idx="54">
                <c:v>3.006659157404723</c:v>
              </c:pt>
              <c:pt idx="55">
                <c:v>3.006659157404723</c:v>
              </c:pt>
              <c:pt idx="56">
                <c:v>3.006659157404723</c:v>
              </c:pt>
              <c:pt idx="57">
                <c:v>3.006659157404723</c:v>
              </c:pt>
              <c:pt idx="58">
                <c:v>3.006659157404723</c:v>
              </c:pt>
              <c:pt idx="59">
                <c:v>3.006659157404723</c:v>
              </c:pt>
              <c:pt idx="60">
                <c:v>3.006659157404723</c:v>
              </c:pt>
              <c:pt idx="61">
                <c:v>3.006659157404723</c:v>
              </c:pt>
              <c:pt idx="62">
                <c:v>3.006659157404723</c:v>
              </c:pt>
              <c:pt idx="63">
                <c:v>3.006659157404723</c:v>
              </c:pt>
              <c:pt idx="64">
                <c:v>3.006659157404723</c:v>
              </c:pt>
              <c:pt idx="65">
                <c:v>3.006659157404723</c:v>
              </c:pt>
              <c:pt idx="66">
                <c:v>3.006659157404723</c:v>
              </c:pt>
              <c:pt idx="67">
                <c:v>3.006659157404723</c:v>
              </c:pt>
              <c:pt idx="68">
                <c:v>3.006659157404723</c:v>
              </c:pt>
              <c:pt idx="69">
                <c:v>3.006659157404723</c:v>
              </c:pt>
              <c:pt idx="70">
                <c:v>3.006659157404723</c:v>
              </c:pt>
              <c:pt idx="71">
                <c:v>3.006659157404723</c:v>
              </c:pt>
              <c:pt idx="72">
                <c:v>3.006659157404723</c:v>
              </c:pt>
              <c:pt idx="73">
                <c:v>3.006659157404723</c:v>
              </c:pt>
              <c:pt idx="74">
                <c:v>3.006659157404723</c:v>
              </c:pt>
              <c:pt idx="75">
                <c:v>3.006659157404723</c:v>
              </c:pt>
              <c:pt idx="76">
                <c:v>3.006659157404723</c:v>
              </c:pt>
              <c:pt idx="77">
                <c:v>3.006659157404723</c:v>
              </c:pt>
              <c:pt idx="78">
                <c:v>3.006659157404723</c:v>
              </c:pt>
              <c:pt idx="79">
                <c:v>3.006659157404723</c:v>
              </c:pt>
              <c:pt idx="80">
                <c:v>3.006659157404723</c:v>
              </c:pt>
              <c:pt idx="81">
                <c:v>3.006659157404723</c:v>
              </c:pt>
              <c:pt idx="82">
                <c:v>3.006659157404723</c:v>
              </c:pt>
              <c:pt idx="83">
                <c:v>3.006659157404723</c:v>
              </c:pt>
              <c:pt idx="84">
                <c:v>3.006659157404723</c:v>
              </c:pt>
              <c:pt idx="85">
                <c:v>3.006659157404723</c:v>
              </c:pt>
              <c:pt idx="86">
                <c:v>3.006659157404723</c:v>
              </c:pt>
              <c:pt idx="87">
                <c:v>3.006659157404723</c:v>
              </c:pt>
              <c:pt idx="88">
                <c:v>3.006659157404723</c:v>
              </c:pt>
              <c:pt idx="89">
                <c:v>3.006659157404723</c:v>
              </c:pt>
              <c:pt idx="90">
                <c:v>3.006659157404723</c:v>
              </c:pt>
              <c:pt idx="91">
                <c:v>3.006659157404723</c:v>
              </c:pt>
              <c:pt idx="92">
                <c:v>3.006659157404723</c:v>
              </c:pt>
              <c:pt idx="93">
                <c:v>3.006659157404723</c:v>
              </c:pt>
              <c:pt idx="94">
                <c:v>3.006659157404723</c:v>
              </c:pt>
              <c:pt idx="95">
                <c:v>3.006659157404723</c:v>
              </c:pt>
              <c:pt idx="96">
                <c:v>3.006659157404723</c:v>
              </c:pt>
              <c:pt idx="97">
                <c:v>3.006659157404723</c:v>
              </c:pt>
              <c:pt idx="98">
                <c:v>3.006659157404723</c:v>
              </c:pt>
              <c:pt idx="99">
                <c:v>3.006659157404723</c:v>
              </c:pt>
              <c:pt idx="100">
                <c:v>3.006659157404723</c:v>
              </c:pt>
              <c:pt idx="101">
                <c:v>3.006659157404723</c:v>
              </c:pt>
              <c:pt idx="102">
                <c:v>3.006659157404723</c:v>
              </c:pt>
              <c:pt idx="103">
                <c:v>3.006659157404723</c:v>
              </c:pt>
              <c:pt idx="104">
                <c:v>3.006659157404723</c:v>
              </c:pt>
              <c:pt idx="105">
                <c:v>3.006659157404723</c:v>
              </c:pt>
              <c:pt idx="106">
                <c:v>3.006659157404723</c:v>
              </c:pt>
              <c:pt idx="107">
                <c:v>3.006659157404723</c:v>
              </c:pt>
              <c:pt idx="108">
                <c:v>3.006659157404723</c:v>
              </c:pt>
              <c:pt idx="109">
                <c:v>3.006659157404723</c:v>
              </c:pt>
              <c:pt idx="110">
                <c:v>3.006659157404723</c:v>
              </c:pt>
              <c:pt idx="111">
                <c:v>3.006659157404723</c:v>
              </c:pt>
              <c:pt idx="112">
                <c:v>3.006659157404723</c:v>
              </c:pt>
              <c:pt idx="113">
                <c:v>3.006659157404723</c:v>
              </c:pt>
              <c:pt idx="114">
                <c:v>3.006659157404723</c:v>
              </c:pt>
              <c:pt idx="115">
                <c:v>3.006659157404723</c:v>
              </c:pt>
              <c:pt idx="116">
                <c:v>3.006659157404723</c:v>
              </c:pt>
              <c:pt idx="117">
                <c:v>3.006659157404723</c:v>
              </c:pt>
              <c:pt idx="118">
                <c:v>3.006659157404723</c:v>
              </c:pt>
              <c:pt idx="119">
                <c:v>3.006659157404723</c:v>
              </c:pt>
              <c:pt idx="120">
                <c:v>3.006659157404723</c:v>
              </c:pt>
              <c:pt idx="121">
                <c:v>3.006659157404723</c:v>
              </c:pt>
              <c:pt idx="122">
                <c:v>3.006659157404723</c:v>
              </c:pt>
              <c:pt idx="123">
                <c:v>3.006659157404723</c:v>
              </c:pt>
              <c:pt idx="124">
                <c:v>3.006659157404723</c:v>
              </c:pt>
              <c:pt idx="125">
                <c:v>3.006659157404723</c:v>
              </c:pt>
              <c:pt idx="126">
                <c:v>3.006659157404723</c:v>
              </c:pt>
              <c:pt idx="127">
                <c:v>3.006659157404723</c:v>
              </c:pt>
              <c:pt idx="128">
                <c:v>3.006659157404723</c:v>
              </c:pt>
              <c:pt idx="129">
                <c:v>3.006659157404723</c:v>
              </c:pt>
              <c:pt idx="130">
                <c:v>3.006659157404723</c:v>
              </c:pt>
              <c:pt idx="131">
                <c:v>3.006659157404723</c:v>
              </c:pt>
              <c:pt idx="132">
                <c:v>3.006659157404723</c:v>
              </c:pt>
              <c:pt idx="133">
                <c:v>3.006659157404723</c:v>
              </c:pt>
              <c:pt idx="134">
                <c:v>3.006659157404723</c:v>
              </c:pt>
              <c:pt idx="135">
                <c:v>3.006659157404723</c:v>
              </c:pt>
              <c:pt idx="136">
                <c:v>3.006659157404723</c:v>
              </c:pt>
              <c:pt idx="137">
                <c:v>3.006659157404723</c:v>
              </c:pt>
              <c:pt idx="138">
                <c:v>3.006659157404723</c:v>
              </c:pt>
              <c:pt idx="139">
                <c:v>3.006659157404723</c:v>
              </c:pt>
              <c:pt idx="140">
                <c:v>3.006659157404723</c:v>
              </c:pt>
              <c:pt idx="141">
                <c:v>3.006659157404723</c:v>
              </c:pt>
              <c:pt idx="142">
                <c:v>3.006659157404723</c:v>
              </c:pt>
              <c:pt idx="143">
                <c:v>3.006659157404723</c:v>
              </c:pt>
              <c:pt idx="144">
                <c:v>3.006659157404723</c:v>
              </c:pt>
              <c:pt idx="145">
                <c:v>3.006659157404723</c:v>
              </c:pt>
              <c:pt idx="146">
                <c:v>3.006659157404723</c:v>
              </c:pt>
              <c:pt idx="147">
                <c:v>3.006659157404723</c:v>
              </c:pt>
              <c:pt idx="148">
                <c:v>3.006659157404723</c:v>
              </c:pt>
              <c:pt idx="149">
                <c:v>3.006659157404723</c:v>
              </c:pt>
              <c:pt idx="150">
                <c:v>3.006659157404723</c:v>
              </c:pt>
              <c:pt idx="151">
                <c:v>3.006659157404723</c:v>
              </c:pt>
              <c:pt idx="152">
                <c:v>3.006659157404723</c:v>
              </c:pt>
              <c:pt idx="153">
                <c:v>3.006659157404723</c:v>
              </c:pt>
              <c:pt idx="154">
                <c:v>3.006659157404723</c:v>
              </c:pt>
              <c:pt idx="155">
                <c:v>3.006659157404723</c:v>
              </c:pt>
              <c:pt idx="156">
                <c:v>3.006659157404723</c:v>
              </c:pt>
              <c:pt idx="157">
                <c:v>3.006659157404723</c:v>
              </c:pt>
              <c:pt idx="158">
                <c:v>3.006659157404723</c:v>
              </c:pt>
              <c:pt idx="159">
                <c:v>3.006659157404723</c:v>
              </c:pt>
              <c:pt idx="160">
                <c:v>3.006659157404723</c:v>
              </c:pt>
              <c:pt idx="161">
                <c:v>3.006659157404723</c:v>
              </c:pt>
              <c:pt idx="162">
                <c:v>3.006659157404723</c:v>
              </c:pt>
              <c:pt idx="163">
                <c:v>3.006659157404723</c:v>
              </c:pt>
              <c:pt idx="164">
                <c:v>3.006659157404723</c:v>
              </c:pt>
              <c:pt idx="165">
                <c:v>3.006659157404723</c:v>
              </c:pt>
              <c:pt idx="166">
                <c:v>3.006659157404723</c:v>
              </c:pt>
              <c:pt idx="167">
                <c:v>3.006659157404723</c:v>
              </c:pt>
              <c:pt idx="168">
                <c:v>3.006659157404723</c:v>
              </c:pt>
              <c:pt idx="169">
                <c:v>3.006659157404723</c:v>
              </c:pt>
              <c:pt idx="170">
                <c:v>3.006659157404723</c:v>
              </c:pt>
              <c:pt idx="171">
                <c:v>3.006659157404723</c:v>
              </c:pt>
              <c:pt idx="172">
                <c:v>3.006659157404723</c:v>
              </c:pt>
              <c:pt idx="173">
                <c:v>3.006659157404723</c:v>
              </c:pt>
              <c:pt idx="174">
                <c:v>3.006659157404723</c:v>
              </c:pt>
              <c:pt idx="175">
                <c:v>3.006659157404723</c:v>
              </c:pt>
              <c:pt idx="176">
                <c:v>3.006659157404723</c:v>
              </c:pt>
              <c:pt idx="177">
                <c:v>3.006659157404723</c:v>
              </c:pt>
              <c:pt idx="178">
                <c:v>3.006659157404723</c:v>
              </c:pt>
              <c:pt idx="179">
                <c:v>3.006659157404723</c:v>
              </c:pt>
              <c:pt idx="180">
                <c:v>3.006659157404723</c:v>
              </c:pt>
              <c:pt idx="181">
                <c:v>3.006659157404723</c:v>
              </c:pt>
              <c:pt idx="182">
                <c:v>3.006659157404723</c:v>
              </c:pt>
              <c:pt idx="183">
                <c:v>3.006659157404723</c:v>
              </c:pt>
              <c:pt idx="184">
                <c:v>3.006659157404723</c:v>
              </c:pt>
              <c:pt idx="185">
                <c:v>3.006659157404723</c:v>
              </c:pt>
              <c:pt idx="186">
                <c:v>3.006659157404723</c:v>
              </c:pt>
              <c:pt idx="187">
                <c:v>3.006659157404723</c:v>
              </c:pt>
              <c:pt idx="188">
                <c:v>3.006659157404723</c:v>
              </c:pt>
              <c:pt idx="189">
                <c:v>3.006659157404723</c:v>
              </c:pt>
              <c:pt idx="190">
                <c:v>3.006659157404723</c:v>
              </c:pt>
              <c:pt idx="191">
                <c:v>3.006659157404723</c:v>
              </c:pt>
              <c:pt idx="192">
                <c:v>3.006659157404723</c:v>
              </c:pt>
              <c:pt idx="193">
                <c:v>3.006659157404723</c:v>
              </c:pt>
              <c:pt idx="194">
                <c:v>3.006659157404723</c:v>
              </c:pt>
              <c:pt idx="195">
                <c:v>3.006659157404723</c:v>
              </c:pt>
              <c:pt idx="196">
                <c:v>3.006659157404723</c:v>
              </c:pt>
              <c:pt idx="197">
                <c:v>3.006659157404723</c:v>
              </c:pt>
              <c:pt idx="198">
                <c:v>3.006659157404723</c:v>
              </c:pt>
              <c:pt idx="199">
                <c:v>3.006659157404723</c:v>
              </c:pt>
              <c:pt idx="200">
                <c:v>3.006659157404723</c:v>
              </c:pt>
              <c:pt idx="201">
                <c:v>3.006659157404723</c:v>
              </c:pt>
              <c:pt idx="202">
                <c:v>3.006659157404723</c:v>
              </c:pt>
              <c:pt idx="203">
                <c:v>3.006659157404723</c:v>
              </c:pt>
              <c:pt idx="204">
                <c:v>3.006659157404723</c:v>
              </c:pt>
              <c:pt idx="205">
                <c:v>3.006659157404723</c:v>
              </c:pt>
              <c:pt idx="206">
                <c:v>3.006659157404723</c:v>
              </c:pt>
              <c:pt idx="207">
                <c:v>3.006659157404723</c:v>
              </c:pt>
              <c:pt idx="208">
                <c:v>3.006659157404723</c:v>
              </c:pt>
              <c:pt idx="209">
                <c:v>3.006659157404723</c:v>
              </c:pt>
              <c:pt idx="210">
                <c:v>3.006659157404723</c:v>
              </c:pt>
              <c:pt idx="211">
                <c:v>3.006659157404723</c:v>
              </c:pt>
              <c:pt idx="212">
                <c:v>3.006659157404723</c:v>
              </c:pt>
              <c:pt idx="213">
                <c:v>3.006659157404723</c:v>
              </c:pt>
              <c:pt idx="214">
                <c:v>3.006659157404723</c:v>
              </c:pt>
              <c:pt idx="215">
                <c:v>3.006659157404723</c:v>
              </c:pt>
              <c:pt idx="216">
                <c:v>3.006659157404723</c:v>
              </c:pt>
              <c:pt idx="217">
                <c:v>3.006659157404723</c:v>
              </c:pt>
              <c:pt idx="218">
                <c:v>3.006659157404723</c:v>
              </c:pt>
              <c:pt idx="219">
                <c:v>3.006659157404723</c:v>
              </c:pt>
              <c:pt idx="220">
                <c:v>3.006659157404723</c:v>
              </c:pt>
              <c:pt idx="221">
                <c:v>3.006659157404723</c:v>
              </c:pt>
              <c:pt idx="222">
                <c:v>3.006659157404723</c:v>
              </c:pt>
              <c:pt idx="223">
                <c:v>3.006659157404723</c:v>
              </c:pt>
              <c:pt idx="224">
                <c:v>3.006659157404723</c:v>
              </c:pt>
              <c:pt idx="225">
                <c:v>3.006659157404723</c:v>
              </c:pt>
              <c:pt idx="226">
                <c:v>3.006659157404723</c:v>
              </c:pt>
              <c:pt idx="227">
                <c:v>3.006659157404723</c:v>
              </c:pt>
              <c:pt idx="228">
                <c:v>3.006659157404723</c:v>
              </c:pt>
              <c:pt idx="229">
                <c:v>3.006659157404723</c:v>
              </c:pt>
              <c:pt idx="230">
                <c:v>3.006659157404723</c:v>
              </c:pt>
              <c:pt idx="231">
                <c:v>3.006659157404723</c:v>
              </c:pt>
              <c:pt idx="232">
                <c:v>3.006659157404723</c:v>
              </c:pt>
              <c:pt idx="233">
                <c:v>3.006659157404723</c:v>
              </c:pt>
              <c:pt idx="234">
                <c:v>3.006659157404723</c:v>
              </c:pt>
              <c:pt idx="235">
                <c:v>3.006659157404723</c:v>
              </c:pt>
              <c:pt idx="236">
                <c:v>3.006659157404723</c:v>
              </c:pt>
              <c:pt idx="237">
                <c:v>3.006659157404723</c:v>
              </c:pt>
              <c:pt idx="238">
                <c:v>3.006659157404723</c:v>
              </c:pt>
              <c:pt idx="239">
                <c:v>3.006659157404723</c:v>
              </c:pt>
              <c:pt idx="240">
                <c:v>3.006659157404723</c:v>
              </c:pt>
              <c:pt idx="241">
                <c:v>3.006659157404723</c:v>
              </c:pt>
              <c:pt idx="242">
                <c:v>3.006659157404723</c:v>
              </c:pt>
              <c:pt idx="243">
                <c:v>3.006659157404723</c:v>
              </c:pt>
              <c:pt idx="244">
                <c:v>3.006659157404723</c:v>
              </c:pt>
              <c:pt idx="245">
                <c:v>3.006659157404723</c:v>
              </c:pt>
              <c:pt idx="246">
                <c:v>3.006659157404723</c:v>
              </c:pt>
              <c:pt idx="247">
                <c:v>3.006659157404723</c:v>
              </c:pt>
              <c:pt idx="248">
                <c:v>3.006659157404723</c:v>
              </c:pt>
              <c:pt idx="249">
                <c:v>3.006659157404723</c:v>
              </c:pt>
              <c:pt idx="250">
                <c:v>3.006659157404723</c:v>
              </c:pt>
              <c:pt idx="251">
                <c:v>3.006659157404723</c:v>
              </c:pt>
              <c:pt idx="252">
                <c:v>3.006659157404723</c:v>
              </c:pt>
              <c:pt idx="253">
                <c:v>3.006659157404723</c:v>
              </c:pt>
              <c:pt idx="254">
                <c:v>3.006659157404723</c:v>
              </c:pt>
              <c:pt idx="255">
                <c:v>3.006659157404723</c:v>
              </c:pt>
              <c:pt idx="256">
                <c:v>3.006659157404723</c:v>
              </c:pt>
              <c:pt idx="257">
                <c:v>3.006659157404723</c:v>
              </c:pt>
              <c:pt idx="258">
                <c:v>3.006659157404723</c:v>
              </c:pt>
              <c:pt idx="259">
                <c:v>3.006659157404723</c:v>
              </c:pt>
              <c:pt idx="260">
                <c:v>3.006659157404723</c:v>
              </c:pt>
              <c:pt idx="261">
                <c:v>3.006659157404723</c:v>
              </c:pt>
              <c:pt idx="262">
                <c:v>3.006659157404723</c:v>
              </c:pt>
              <c:pt idx="263">
                <c:v>3.006659157404723</c:v>
              </c:pt>
              <c:pt idx="264">
                <c:v>3.006659157404723</c:v>
              </c:pt>
              <c:pt idx="265">
                <c:v>3.006659157404723</c:v>
              </c:pt>
              <c:pt idx="266">
                <c:v>3.006659157404723</c:v>
              </c:pt>
              <c:pt idx="267">
                <c:v>3.006659157404723</c:v>
              </c:pt>
              <c:pt idx="268">
                <c:v>3.006659157404723</c:v>
              </c:pt>
              <c:pt idx="269">
                <c:v>3.006659157404723</c:v>
              </c:pt>
              <c:pt idx="270">
                <c:v>3.006659157404723</c:v>
              </c:pt>
              <c:pt idx="271">
                <c:v>3.006659157404723</c:v>
              </c:pt>
              <c:pt idx="272">
                <c:v>3.006659157404723</c:v>
              </c:pt>
              <c:pt idx="273">
                <c:v>3.006659157404723</c:v>
              </c:pt>
              <c:pt idx="274">
                <c:v>3.006659157404723</c:v>
              </c:pt>
              <c:pt idx="275">
                <c:v>3.006659157404723</c:v>
              </c:pt>
              <c:pt idx="276">
                <c:v>3.006659157404723</c:v>
              </c:pt>
              <c:pt idx="277">
                <c:v>3.006659157404723</c:v>
              </c:pt>
              <c:pt idx="278">
                <c:v>3.006659157404723</c:v>
              </c:pt>
              <c:pt idx="279">
                <c:v>3.006659157404723</c:v>
              </c:pt>
              <c:pt idx="280">
                <c:v>3.006659157404723</c:v>
              </c:pt>
              <c:pt idx="281">
                <c:v>3.006659157404723</c:v>
              </c:pt>
              <c:pt idx="282">
                <c:v>3.006659157404723</c:v>
              </c:pt>
              <c:pt idx="283">
                <c:v>3.006659157404723</c:v>
              </c:pt>
              <c:pt idx="284">
                <c:v>3.006659157404723</c:v>
              </c:pt>
              <c:pt idx="285">
                <c:v>3.006659157404723</c:v>
              </c:pt>
              <c:pt idx="286">
                <c:v>3.006659157404723</c:v>
              </c:pt>
              <c:pt idx="287">
                <c:v>3.006659157404723</c:v>
              </c:pt>
              <c:pt idx="288">
                <c:v>3.006659157404723</c:v>
              </c:pt>
              <c:pt idx="289">
                <c:v>3.006659157404723</c:v>
              </c:pt>
              <c:pt idx="290">
                <c:v>3.006659157404723</c:v>
              </c:pt>
              <c:pt idx="291">
                <c:v>3.006659157404723</c:v>
              </c:pt>
              <c:pt idx="292">
                <c:v>3.006659157404723</c:v>
              </c:pt>
              <c:pt idx="293">
                <c:v>3.006659157404723</c:v>
              </c:pt>
              <c:pt idx="294">
                <c:v>3.006659157404723</c:v>
              </c:pt>
              <c:pt idx="295">
                <c:v>3.006659157404723</c:v>
              </c:pt>
              <c:pt idx="296">
                <c:v>3.006659157404723</c:v>
              </c:pt>
              <c:pt idx="297">
                <c:v>3.006659157404723</c:v>
              </c:pt>
              <c:pt idx="298">
                <c:v>3.006659157404723</c:v>
              </c:pt>
              <c:pt idx="299">
                <c:v>3.006659157404723</c:v>
              </c:pt>
              <c:pt idx="300">
                <c:v>3.006659157404723</c:v>
              </c:pt>
              <c:pt idx="301">
                <c:v>3.006659157404723</c:v>
              </c:pt>
              <c:pt idx="302">
                <c:v>3.006659157404723</c:v>
              </c:pt>
              <c:pt idx="303">
                <c:v>3.006659157404723</c:v>
              </c:pt>
              <c:pt idx="304">
                <c:v>3.006659157404723</c:v>
              </c:pt>
              <c:pt idx="305">
                <c:v>3.006659157404723</c:v>
              </c:pt>
              <c:pt idx="306">
                <c:v>3.006659157404723</c:v>
              </c:pt>
              <c:pt idx="307">
                <c:v>3.006659157404723</c:v>
              </c:pt>
              <c:pt idx="308">
                <c:v>3.006659157404723</c:v>
              </c:pt>
              <c:pt idx="309">
                <c:v>3.006659157404723</c:v>
              </c:pt>
              <c:pt idx="310">
                <c:v>3.006659157404723</c:v>
              </c:pt>
              <c:pt idx="311">
                <c:v>3.006659157404723</c:v>
              </c:pt>
              <c:pt idx="312">
                <c:v>3.006659157404723</c:v>
              </c:pt>
              <c:pt idx="313">
                <c:v>3.006659157404723</c:v>
              </c:pt>
              <c:pt idx="314">
                <c:v>3.006659157404723</c:v>
              </c:pt>
              <c:pt idx="315">
                <c:v>3.006659157404723</c:v>
              </c:pt>
              <c:pt idx="316">
                <c:v>3.006659157404723</c:v>
              </c:pt>
              <c:pt idx="317">
                <c:v>3.006659157404723</c:v>
              </c:pt>
              <c:pt idx="318">
                <c:v>3.006659157404723</c:v>
              </c:pt>
              <c:pt idx="319">
                <c:v>3.006659157404723</c:v>
              </c:pt>
              <c:pt idx="320">
                <c:v>3.006659157404723</c:v>
              </c:pt>
              <c:pt idx="321">
                <c:v>3.006659157404723</c:v>
              </c:pt>
              <c:pt idx="322">
                <c:v>3.006659157404723</c:v>
              </c:pt>
              <c:pt idx="323">
                <c:v>3.006659157404723</c:v>
              </c:pt>
              <c:pt idx="324">
                <c:v>3.006659157404723</c:v>
              </c:pt>
              <c:pt idx="325">
                <c:v>3.006659157404723</c:v>
              </c:pt>
              <c:pt idx="326">
                <c:v>3.006659157404723</c:v>
              </c:pt>
              <c:pt idx="327">
                <c:v>3.006659157404723</c:v>
              </c:pt>
              <c:pt idx="328">
                <c:v>3.006659157404723</c:v>
              </c:pt>
              <c:pt idx="329">
                <c:v>3.006659157404723</c:v>
              </c:pt>
              <c:pt idx="330">
                <c:v>3.006659157404723</c:v>
              </c:pt>
              <c:pt idx="331">
                <c:v>3.006659157404723</c:v>
              </c:pt>
              <c:pt idx="332">
                <c:v>3.006659157404723</c:v>
              </c:pt>
              <c:pt idx="333">
                <c:v>3.006659157404723</c:v>
              </c:pt>
              <c:pt idx="334">
                <c:v>3.006659157404723</c:v>
              </c:pt>
              <c:pt idx="335">
                <c:v>3.006659157404723</c:v>
              </c:pt>
              <c:pt idx="336">
                <c:v>3.006659157404723</c:v>
              </c:pt>
              <c:pt idx="337">
                <c:v>3.006659157404723</c:v>
              </c:pt>
              <c:pt idx="338">
                <c:v>3.006659157404723</c:v>
              </c:pt>
              <c:pt idx="339">
                <c:v>3.006659157404723</c:v>
              </c:pt>
              <c:pt idx="340">
                <c:v>3.006659157404723</c:v>
              </c:pt>
              <c:pt idx="341">
                <c:v>3.006659157404723</c:v>
              </c:pt>
              <c:pt idx="342">
                <c:v>3.006659157404723</c:v>
              </c:pt>
              <c:pt idx="343">
                <c:v>3.006659157404723</c:v>
              </c:pt>
              <c:pt idx="344">
                <c:v>3.006659157404723</c:v>
              </c:pt>
              <c:pt idx="345">
                <c:v>3.006659157404723</c:v>
              </c:pt>
              <c:pt idx="346">
                <c:v>3.006659157404723</c:v>
              </c:pt>
              <c:pt idx="347">
                <c:v>3.006659157404723</c:v>
              </c:pt>
              <c:pt idx="348">
                <c:v>3.006659157404723</c:v>
              </c:pt>
              <c:pt idx="349">
                <c:v>3.006659157404723</c:v>
              </c:pt>
              <c:pt idx="350">
                <c:v>3.006659157404723</c:v>
              </c:pt>
              <c:pt idx="351">
                <c:v>3.006659157404723</c:v>
              </c:pt>
              <c:pt idx="352">
                <c:v>3.006659157404723</c:v>
              </c:pt>
              <c:pt idx="353">
                <c:v>3.006659157404723</c:v>
              </c:pt>
              <c:pt idx="354">
                <c:v>3.006659157404723</c:v>
              </c:pt>
              <c:pt idx="355">
                <c:v>3.006659157404723</c:v>
              </c:pt>
              <c:pt idx="356">
                <c:v>3.006659157404723</c:v>
              </c:pt>
              <c:pt idx="357">
                <c:v>3.006659157404723</c:v>
              </c:pt>
              <c:pt idx="358">
                <c:v>3.006659157404723</c:v>
              </c:pt>
              <c:pt idx="359">
                <c:v>3.006659157404723</c:v>
              </c:pt>
              <c:pt idx="360">
                <c:v>3.006659157404723</c:v>
              </c:pt>
              <c:pt idx="361">
                <c:v>3.006659157404723</c:v>
              </c:pt>
              <c:pt idx="362">
                <c:v>3.006659157404723</c:v>
              </c:pt>
              <c:pt idx="363">
                <c:v>3.006659157404723</c:v>
              </c:pt>
              <c:pt idx="364">
                <c:v>3.006659157404723</c:v>
              </c:pt>
              <c:pt idx="365">
                <c:v>3.006659157404723</c:v>
              </c:pt>
              <c:pt idx="366">
                <c:v>3.006659157404723</c:v>
              </c:pt>
              <c:pt idx="367">
                <c:v>3.006659157404723</c:v>
              </c:pt>
              <c:pt idx="368">
                <c:v>3.006659157404723</c:v>
              </c:pt>
              <c:pt idx="369">
                <c:v>3.006659157404723</c:v>
              </c:pt>
              <c:pt idx="370">
                <c:v>3.006659157404723</c:v>
              </c:pt>
              <c:pt idx="371">
                <c:v>3.006659157404723</c:v>
              </c:pt>
              <c:pt idx="372">
                <c:v>3.006659157404723</c:v>
              </c:pt>
              <c:pt idx="373">
                <c:v>3.006659157404723</c:v>
              </c:pt>
              <c:pt idx="374">
                <c:v>3.006659157404723</c:v>
              </c:pt>
              <c:pt idx="375">
                <c:v>3.006659157404723</c:v>
              </c:pt>
              <c:pt idx="376">
                <c:v>3.006659157404723</c:v>
              </c:pt>
              <c:pt idx="377">
                <c:v>3.006659157404723</c:v>
              </c:pt>
              <c:pt idx="378">
                <c:v>3.006659157404723</c:v>
              </c:pt>
              <c:pt idx="379">
                <c:v>3.006659157404723</c:v>
              </c:pt>
              <c:pt idx="380">
                <c:v>3.006659157404723</c:v>
              </c:pt>
              <c:pt idx="381">
                <c:v>3.006659157404723</c:v>
              </c:pt>
              <c:pt idx="382">
                <c:v>3.006659157404723</c:v>
              </c:pt>
              <c:pt idx="383">
                <c:v>3.006659157404723</c:v>
              </c:pt>
              <c:pt idx="384">
                <c:v>3.006659157404723</c:v>
              </c:pt>
              <c:pt idx="385">
                <c:v>3.006659157404723</c:v>
              </c:pt>
              <c:pt idx="386">
                <c:v>3.006659157404723</c:v>
              </c:pt>
              <c:pt idx="387">
                <c:v>3.006659157404723</c:v>
              </c:pt>
              <c:pt idx="388">
                <c:v>3.006659157404723</c:v>
              </c:pt>
              <c:pt idx="389">
                <c:v>3.006659157404723</c:v>
              </c:pt>
              <c:pt idx="390">
                <c:v>3.006659157404723</c:v>
              </c:pt>
              <c:pt idx="391">
                <c:v>3.006659157404723</c:v>
              </c:pt>
              <c:pt idx="392">
                <c:v>3.006659157404723</c:v>
              </c:pt>
              <c:pt idx="393">
                <c:v>3.006659157404723</c:v>
              </c:pt>
              <c:pt idx="394">
                <c:v>3.006659157404723</c:v>
              </c:pt>
              <c:pt idx="395">
                <c:v>3.006659157404723</c:v>
              </c:pt>
              <c:pt idx="396">
                <c:v>3.006659157404723</c:v>
              </c:pt>
              <c:pt idx="397">
                <c:v>3.006659157404723</c:v>
              </c:pt>
              <c:pt idx="398">
                <c:v>3.006659157404723</c:v>
              </c:pt>
              <c:pt idx="399">
                <c:v>3.006659157404723</c:v>
              </c:pt>
              <c:pt idx="400">
                <c:v>3.006659157404723</c:v>
              </c:pt>
              <c:pt idx="401">
                <c:v>3.006659157404723</c:v>
              </c:pt>
              <c:pt idx="402">
                <c:v>3.006659157404723</c:v>
              </c:pt>
              <c:pt idx="403">
                <c:v>3.006659157404723</c:v>
              </c:pt>
              <c:pt idx="404">
                <c:v>3.006659157404723</c:v>
              </c:pt>
              <c:pt idx="405">
                <c:v>3.006659157404723</c:v>
              </c:pt>
              <c:pt idx="406">
                <c:v>3.006659157404723</c:v>
              </c:pt>
              <c:pt idx="407">
                <c:v>3.006659157404723</c:v>
              </c:pt>
              <c:pt idx="408">
                <c:v>3.006659157404723</c:v>
              </c:pt>
              <c:pt idx="409">
                <c:v>3.006659157404723</c:v>
              </c:pt>
              <c:pt idx="410">
                <c:v>3.006659157404723</c:v>
              </c:pt>
              <c:pt idx="411">
                <c:v>3.006659157404723</c:v>
              </c:pt>
              <c:pt idx="412">
                <c:v>3.006659157404723</c:v>
              </c:pt>
              <c:pt idx="413">
                <c:v>3.006659157404723</c:v>
              </c:pt>
              <c:pt idx="414">
                <c:v>3.006659157404723</c:v>
              </c:pt>
              <c:pt idx="415">
                <c:v>3.006659157404723</c:v>
              </c:pt>
              <c:pt idx="416">
                <c:v>3.006659157404723</c:v>
              </c:pt>
              <c:pt idx="417">
                <c:v>3.006659157404723</c:v>
              </c:pt>
              <c:pt idx="418">
                <c:v>3.006659157404723</c:v>
              </c:pt>
              <c:pt idx="419">
                <c:v>3.006659157404723</c:v>
              </c:pt>
              <c:pt idx="420">
                <c:v>3.006659157404723</c:v>
              </c:pt>
              <c:pt idx="421">
                <c:v>3.006659157404723</c:v>
              </c:pt>
              <c:pt idx="422">
                <c:v>3.006659157404723</c:v>
              </c:pt>
              <c:pt idx="423">
                <c:v>3.006659157404723</c:v>
              </c:pt>
              <c:pt idx="424">
                <c:v>3.006659157404723</c:v>
              </c:pt>
              <c:pt idx="425">
                <c:v>3.006659157404723</c:v>
              </c:pt>
              <c:pt idx="426">
                <c:v>3.006659157404723</c:v>
              </c:pt>
              <c:pt idx="427">
                <c:v>3.006659157404723</c:v>
              </c:pt>
              <c:pt idx="428">
                <c:v>3.006659157404723</c:v>
              </c:pt>
              <c:pt idx="429">
                <c:v>3.006659157404723</c:v>
              </c:pt>
              <c:pt idx="430">
                <c:v>3.006659157404723</c:v>
              </c:pt>
              <c:pt idx="431">
                <c:v>3.006659157404723</c:v>
              </c:pt>
              <c:pt idx="432">
                <c:v>3.006659157404723</c:v>
              </c:pt>
              <c:pt idx="433">
                <c:v>3.006659157404723</c:v>
              </c:pt>
              <c:pt idx="434">
                <c:v>3.006659157404723</c:v>
              </c:pt>
              <c:pt idx="435">
                <c:v>3.006659157404723</c:v>
              </c:pt>
              <c:pt idx="436">
                <c:v>3.006659157404723</c:v>
              </c:pt>
              <c:pt idx="437">
                <c:v>3.006659157404723</c:v>
              </c:pt>
              <c:pt idx="438">
                <c:v>3.006659157404723</c:v>
              </c:pt>
              <c:pt idx="439">
                <c:v>3.006659157404723</c:v>
              </c:pt>
              <c:pt idx="440">
                <c:v>3.006659157404723</c:v>
              </c:pt>
              <c:pt idx="441">
                <c:v>3.006659157404723</c:v>
              </c:pt>
              <c:pt idx="442">
                <c:v>3.006659157404723</c:v>
              </c:pt>
              <c:pt idx="443">
                <c:v>3.006659157404723</c:v>
              </c:pt>
              <c:pt idx="444">
                <c:v>3.006659157404723</c:v>
              </c:pt>
              <c:pt idx="445">
                <c:v>3.006659157404723</c:v>
              </c:pt>
              <c:pt idx="446">
                <c:v>3.006659157404723</c:v>
              </c:pt>
              <c:pt idx="447">
                <c:v>3.006659157404723</c:v>
              </c:pt>
            </c:numLit>
          </c:yVal>
          <c:smooth val="0"/>
        </c:ser>
        <c:ser>
          <c:idx val="4"/>
          <c:order val="4"/>
          <c:tx>
            <c:v>Same-order filling improvement</c:v>
          </c:tx>
          <c:spPr>
            <a:noFill xmlns:a="http://schemas.openxmlformats.org/drawingml/2006/main"/>
            <a:ln xmlns:a="http://schemas.openxmlformats.org/drawingml/2006/main" w="7620">
              <a:solidFill>
                <a:srgbClr val="009E73"/>
              </a:solidFill>
              <a:prstDash val="solid"/>
            </a:ln>
          </c:spPr>
          <c:marker>
            <c:symbol val="none"/>
            <c:size val="7"/>
            <c:spPr>
              <a:solidFill xmlns:a="http://schemas.openxmlformats.org/drawingml/2006/main">
                <a:srgbClr val="009E73"/>
              </a:solidFill>
            </c:spPr>
          </c:marker>
          <c:xVal>
            <c:numLit>
              <c:formatCode>General</c:formatCode>
              <c:ptCount val="448"/>
              <c:pt idx="0">
                <c:v>19.563867795215497</c:v>
              </c:pt>
              <c:pt idx="1">
                <c:v>19.649127471228862</c:v>
              </c:pt>
              <c:pt idx="2">
                <c:v>19.649127471228862</c:v>
              </c:pt>
              <c:pt idx="3">
                <c:v>19.649127471228862</c:v>
              </c:pt>
              <c:pt idx="4">
                <c:v>19.649127471228862</c:v>
              </c:pt>
              <c:pt idx="5">
                <c:v>19.649127471228862</c:v>
              </c:pt>
              <c:pt idx="6">
                <c:v>19.649127471228862</c:v>
              </c:pt>
              <c:pt idx="7">
                <c:v>19.649127471228862</c:v>
              </c:pt>
              <c:pt idx="8">
                <c:v>19.649127471228862</c:v>
              </c:pt>
              <c:pt idx="9">
                <c:v>19.649127471228862</c:v>
              </c:pt>
              <c:pt idx="10">
                <c:v>19.649127471228862</c:v>
              </c:pt>
              <c:pt idx="11">
                <c:v>19.649127471228862</c:v>
              </c:pt>
              <c:pt idx="12">
                <c:v>19.649127471228862</c:v>
              </c:pt>
              <c:pt idx="13">
                <c:v>19.649127471228862</c:v>
              </c:pt>
              <c:pt idx="14">
                <c:v>19.649127471228862</c:v>
              </c:pt>
              <c:pt idx="15">
                <c:v>19.649127471228862</c:v>
              </c:pt>
              <c:pt idx="16">
                <c:v>19.649127471228862</c:v>
              </c:pt>
              <c:pt idx="17">
                <c:v>19.649127471228862</c:v>
              </c:pt>
              <c:pt idx="18">
                <c:v>19.649127471228862</c:v>
              </c:pt>
              <c:pt idx="19">
                <c:v>19.649127471228862</c:v>
              </c:pt>
              <c:pt idx="20">
                <c:v>19.649127471228862</c:v>
              </c:pt>
              <c:pt idx="21">
                <c:v>19.649127471228862</c:v>
              </c:pt>
              <c:pt idx="22">
                <c:v>19.649127471228862</c:v>
              </c:pt>
              <c:pt idx="23">
                <c:v>19.649127471228862</c:v>
              </c:pt>
              <c:pt idx="24">
                <c:v>19.649127471228862</c:v>
              </c:pt>
              <c:pt idx="25">
                <c:v>19.649127471228862</c:v>
              </c:pt>
              <c:pt idx="26">
                <c:v>19.649127471228862</c:v>
              </c:pt>
              <c:pt idx="27">
                <c:v>19.649127471228862</c:v>
              </c:pt>
              <c:pt idx="28">
                <c:v>19.649127471228862</c:v>
              </c:pt>
              <c:pt idx="29">
                <c:v>19.649127471228862</c:v>
              </c:pt>
              <c:pt idx="30">
                <c:v>19.649127471228862</c:v>
              </c:pt>
              <c:pt idx="31">
                <c:v>19.649127471228862</c:v>
              </c:pt>
              <c:pt idx="32">
                <c:v>19.649127471228862</c:v>
              </c:pt>
              <c:pt idx="33">
                <c:v>19.649127471228862</c:v>
              </c:pt>
              <c:pt idx="34">
                <c:v>19.649127471228862</c:v>
              </c:pt>
              <c:pt idx="35">
                <c:v>19.649127471228862</c:v>
              </c:pt>
              <c:pt idx="36">
                <c:v>19.649127471228862</c:v>
              </c:pt>
              <c:pt idx="37">
                <c:v>19.649127471228862</c:v>
              </c:pt>
              <c:pt idx="38">
                <c:v>19.649127471228862</c:v>
              </c:pt>
              <c:pt idx="39">
                <c:v>19.649127471228862</c:v>
              </c:pt>
              <c:pt idx="40">
                <c:v>19.649127471228862</c:v>
              </c:pt>
              <c:pt idx="41">
                <c:v>19.649127471228862</c:v>
              </c:pt>
              <c:pt idx="42">
                <c:v>19.649127471228862</c:v>
              </c:pt>
              <c:pt idx="43">
                <c:v>19.649127471228862</c:v>
              </c:pt>
              <c:pt idx="44">
                <c:v>19.649127471228862</c:v>
              </c:pt>
              <c:pt idx="45">
                <c:v>19.649127471228862</c:v>
              </c:pt>
              <c:pt idx="46">
                <c:v>19.649127471228862</c:v>
              </c:pt>
              <c:pt idx="47">
                <c:v>19.649127471228862</c:v>
              </c:pt>
              <c:pt idx="48">
                <c:v>19.649127471228862</c:v>
              </c:pt>
              <c:pt idx="49">
                <c:v>19.649127471228862</c:v>
              </c:pt>
              <c:pt idx="50">
                <c:v>19.649127471228862</c:v>
              </c:pt>
              <c:pt idx="51">
                <c:v>19.649127471228862</c:v>
              </c:pt>
              <c:pt idx="52">
                <c:v>19.649127471228862</c:v>
              </c:pt>
              <c:pt idx="53">
                <c:v>19.649127471228862</c:v>
              </c:pt>
              <c:pt idx="54">
                <c:v>19.649127471228862</c:v>
              </c:pt>
              <c:pt idx="55">
                <c:v>19.649127471228862</c:v>
              </c:pt>
              <c:pt idx="56">
                <c:v>19.649127471228862</c:v>
              </c:pt>
              <c:pt idx="57">
                <c:v>19.649127471228862</c:v>
              </c:pt>
              <c:pt idx="58">
                <c:v>19.649127471228862</c:v>
              </c:pt>
              <c:pt idx="59">
                <c:v>19.649127471228862</c:v>
              </c:pt>
              <c:pt idx="60">
                <c:v>19.649127471228862</c:v>
              </c:pt>
              <c:pt idx="61">
                <c:v>19.649127471228862</c:v>
              </c:pt>
              <c:pt idx="62">
                <c:v>19.649127471228862</c:v>
              </c:pt>
              <c:pt idx="63">
                <c:v>19.649127471228862</c:v>
              </c:pt>
              <c:pt idx="64">
                <c:v>19.649127471228862</c:v>
              </c:pt>
              <c:pt idx="65">
                <c:v>19.649127471228862</c:v>
              </c:pt>
              <c:pt idx="66">
                <c:v>19.649127471228862</c:v>
              </c:pt>
              <c:pt idx="67">
                <c:v>19.649127471228862</c:v>
              </c:pt>
              <c:pt idx="68">
                <c:v>19.649127471228862</c:v>
              </c:pt>
              <c:pt idx="69">
                <c:v>19.649127471228862</c:v>
              </c:pt>
              <c:pt idx="70">
                <c:v>19.649127471228862</c:v>
              </c:pt>
              <c:pt idx="71">
                <c:v>19.649127471228862</c:v>
              </c:pt>
              <c:pt idx="72">
                <c:v>19.649127471228862</c:v>
              </c:pt>
              <c:pt idx="73">
                <c:v>19.649127471228862</c:v>
              </c:pt>
              <c:pt idx="74">
                <c:v>19.649127471228862</c:v>
              </c:pt>
              <c:pt idx="75">
                <c:v>19.649127471228862</c:v>
              </c:pt>
              <c:pt idx="76">
                <c:v>19.649127471228862</c:v>
              </c:pt>
              <c:pt idx="77">
                <c:v>19.649127471228862</c:v>
              </c:pt>
              <c:pt idx="78">
                <c:v>19.649127471228862</c:v>
              </c:pt>
              <c:pt idx="79">
                <c:v>19.649127471228862</c:v>
              </c:pt>
              <c:pt idx="80">
                <c:v>19.649127471228862</c:v>
              </c:pt>
              <c:pt idx="81">
                <c:v>19.649127471228862</c:v>
              </c:pt>
              <c:pt idx="82">
                <c:v>19.649127471228862</c:v>
              </c:pt>
              <c:pt idx="83">
                <c:v>19.649127471228862</c:v>
              </c:pt>
              <c:pt idx="84">
                <c:v>19.649127471228862</c:v>
              </c:pt>
              <c:pt idx="85">
                <c:v>19.649127471228862</c:v>
              </c:pt>
              <c:pt idx="86">
                <c:v>19.649127471228862</c:v>
              </c:pt>
              <c:pt idx="87">
                <c:v>19.649127471228862</c:v>
              </c:pt>
              <c:pt idx="88">
                <c:v>19.649127471228862</c:v>
              </c:pt>
              <c:pt idx="89">
                <c:v>19.649127471228862</c:v>
              </c:pt>
              <c:pt idx="90">
                <c:v>19.649127471228862</c:v>
              </c:pt>
              <c:pt idx="91">
                <c:v>19.649127471228862</c:v>
              </c:pt>
              <c:pt idx="92">
                <c:v>19.649127471228862</c:v>
              </c:pt>
              <c:pt idx="93">
                <c:v>19.649127471228862</c:v>
              </c:pt>
              <c:pt idx="94">
                <c:v>19.649127471228862</c:v>
              </c:pt>
              <c:pt idx="95">
                <c:v>19.649127471228862</c:v>
              </c:pt>
              <c:pt idx="96">
                <c:v>19.649127471228862</c:v>
              </c:pt>
              <c:pt idx="97">
                <c:v>19.649127471228862</c:v>
              </c:pt>
              <c:pt idx="98">
                <c:v>19.649127471228862</c:v>
              </c:pt>
              <c:pt idx="99">
                <c:v>19.649127471228862</c:v>
              </c:pt>
              <c:pt idx="100">
                <c:v>19.649127471228862</c:v>
              </c:pt>
              <c:pt idx="101">
                <c:v>19.649127471228862</c:v>
              </c:pt>
              <c:pt idx="102">
                <c:v>19.649127471228862</c:v>
              </c:pt>
              <c:pt idx="103">
                <c:v>19.649127471228862</c:v>
              </c:pt>
              <c:pt idx="104">
                <c:v>19.649127471228862</c:v>
              </c:pt>
              <c:pt idx="105">
                <c:v>19.649127471228862</c:v>
              </c:pt>
              <c:pt idx="106">
                <c:v>19.649127471228862</c:v>
              </c:pt>
              <c:pt idx="107">
                <c:v>19.649127471228862</c:v>
              </c:pt>
              <c:pt idx="108">
                <c:v>19.649127471228862</c:v>
              </c:pt>
              <c:pt idx="109">
                <c:v>19.649127471228862</c:v>
              </c:pt>
              <c:pt idx="110">
                <c:v>19.649127471228862</c:v>
              </c:pt>
              <c:pt idx="111">
                <c:v>19.649127471228862</c:v>
              </c:pt>
              <c:pt idx="112">
                <c:v>19.649127471228862</c:v>
              </c:pt>
              <c:pt idx="113">
                <c:v>19.649127471228862</c:v>
              </c:pt>
              <c:pt idx="114">
                <c:v>19.649127471228862</c:v>
              </c:pt>
              <c:pt idx="115">
                <c:v>19.649127471228862</c:v>
              </c:pt>
              <c:pt idx="116">
                <c:v>19.649127471228862</c:v>
              </c:pt>
              <c:pt idx="117">
                <c:v>19.649127471228862</c:v>
              </c:pt>
              <c:pt idx="118">
                <c:v>19.649127471228862</c:v>
              </c:pt>
              <c:pt idx="119">
                <c:v>19.649127471228862</c:v>
              </c:pt>
              <c:pt idx="120">
                <c:v>19.649127471228862</c:v>
              </c:pt>
              <c:pt idx="121">
                <c:v>19.649127471228862</c:v>
              </c:pt>
              <c:pt idx="122">
                <c:v>19.649127471228862</c:v>
              </c:pt>
              <c:pt idx="123">
                <c:v>19.649127471228862</c:v>
              </c:pt>
              <c:pt idx="124">
                <c:v>19.649127471228862</c:v>
              </c:pt>
              <c:pt idx="125">
                <c:v>19.649127471228862</c:v>
              </c:pt>
              <c:pt idx="126">
                <c:v>19.649127471228862</c:v>
              </c:pt>
              <c:pt idx="127">
                <c:v>19.649127471228862</c:v>
              </c:pt>
              <c:pt idx="128">
                <c:v>19.649127471228862</c:v>
              </c:pt>
              <c:pt idx="129">
                <c:v>19.649127471228862</c:v>
              </c:pt>
              <c:pt idx="130">
                <c:v>19.649127471228862</c:v>
              </c:pt>
              <c:pt idx="131">
                <c:v>19.649127471228862</c:v>
              </c:pt>
              <c:pt idx="132">
                <c:v>19.649127471228862</c:v>
              </c:pt>
              <c:pt idx="133">
                <c:v>19.649127471228862</c:v>
              </c:pt>
              <c:pt idx="134">
                <c:v>19.649127471228862</c:v>
              </c:pt>
              <c:pt idx="135">
                <c:v>19.649127471228862</c:v>
              </c:pt>
              <c:pt idx="136">
                <c:v>19.649127471228862</c:v>
              </c:pt>
              <c:pt idx="137">
                <c:v>19.649127471228862</c:v>
              </c:pt>
              <c:pt idx="138">
                <c:v>19.649127471228862</c:v>
              </c:pt>
              <c:pt idx="139">
                <c:v>19.649127471228862</c:v>
              </c:pt>
              <c:pt idx="140">
                <c:v>19.649127471228862</c:v>
              </c:pt>
              <c:pt idx="141">
                <c:v>19.649127471228862</c:v>
              </c:pt>
              <c:pt idx="142">
                <c:v>19.649127471228862</c:v>
              </c:pt>
              <c:pt idx="143">
                <c:v>19.649127471228862</c:v>
              </c:pt>
              <c:pt idx="144">
                <c:v>19.649127471228862</c:v>
              </c:pt>
              <c:pt idx="145">
                <c:v>19.649127471228862</c:v>
              </c:pt>
              <c:pt idx="146">
                <c:v>19.649127471228862</c:v>
              </c:pt>
              <c:pt idx="147">
                <c:v>19.649127471228862</c:v>
              </c:pt>
              <c:pt idx="148">
                <c:v>19.649127471228862</c:v>
              </c:pt>
              <c:pt idx="149">
                <c:v>19.649127471228862</c:v>
              </c:pt>
              <c:pt idx="150">
                <c:v>19.649127471228862</c:v>
              </c:pt>
              <c:pt idx="151">
                <c:v>19.649127471228862</c:v>
              </c:pt>
              <c:pt idx="152">
                <c:v>19.649127471228862</c:v>
              </c:pt>
              <c:pt idx="153">
                <c:v>19.649127471228862</c:v>
              </c:pt>
              <c:pt idx="154">
                <c:v>19.649127471228862</c:v>
              </c:pt>
              <c:pt idx="155">
                <c:v>19.649127471228862</c:v>
              </c:pt>
              <c:pt idx="156">
                <c:v>19.649127471228862</c:v>
              </c:pt>
              <c:pt idx="157">
                <c:v>19.649127471228862</c:v>
              </c:pt>
              <c:pt idx="158">
                <c:v>19.649127471228862</c:v>
              </c:pt>
              <c:pt idx="159">
                <c:v>19.649127471228862</c:v>
              </c:pt>
              <c:pt idx="160">
                <c:v>19.649127471228862</c:v>
              </c:pt>
              <c:pt idx="161">
                <c:v>19.649127471228862</c:v>
              </c:pt>
              <c:pt idx="162">
                <c:v>19.649127471228862</c:v>
              </c:pt>
              <c:pt idx="163">
                <c:v>19.649127471228862</c:v>
              </c:pt>
              <c:pt idx="164">
                <c:v>19.649127471228862</c:v>
              </c:pt>
              <c:pt idx="165">
                <c:v>19.649127471228862</c:v>
              </c:pt>
              <c:pt idx="166">
                <c:v>19.649127471228862</c:v>
              </c:pt>
              <c:pt idx="167">
                <c:v>19.649127471228862</c:v>
              </c:pt>
              <c:pt idx="168">
                <c:v>19.649127471228862</c:v>
              </c:pt>
              <c:pt idx="169">
                <c:v>19.649127471228862</c:v>
              </c:pt>
              <c:pt idx="170">
                <c:v>19.649127471228862</c:v>
              </c:pt>
              <c:pt idx="171">
                <c:v>19.649127471228862</c:v>
              </c:pt>
              <c:pt idx="172">
                <c:v>19.649127471228862</c:v>
              </c:pt>
              <c:pt idx="173">
                <c:v>19.649127471228862</c:v>
              </c:pt>
              <c:pt idx="174">
                <c:v>19.649127471228862</c:v>
              </c:pt>
              <c:pt idx="175">
                <c:v>19.649127471228862</c:v>
              </c:pt>
              <c:pt idx="176">
                <c:v>19.649127471228862</c:v>
              </c:pt>
              <c:pt idx="177">
                <c:v>19.649127471228862</c:v>
              </c:pt>
              <c:pt idx="178">
                <c:v>19.649127471228862</c:v>
              </c:pt>
              <c:pt idx="179">
                <c:v>19.649127471228862</c:v>
              </c:pt>
              <c:pt idx="180">
                <c:v>19.649127471228862</c:v>
              </c:pt>
              <c:pt idx="181">
                <c:v>19.649127471228862</c:v>
              </c:pt>
              <c:pt idx="182">
                <c:v>19.649127471228862</c:v>
              </c:pt>
              <c:pt idx="183">
                <c:v>19.649127471228862</c:v>
              </c:pt>
              <c:pt idx="184">
                <c:v>19.649127471228862</c:v>
              </c:pt>
              <c:pt idx="185">
                <c:v>19.649127471228862</c:v>
              </c:pt>
              <c:pt idx="186">
                <c:v>19.649127471228862</c:v>
              </c:pt>
              <c:pt idx="187">
                <c:v>19.649127471228862</c:v>
              </c:pt>
              <c:pt idx="188">
                <c:v>19.649127471228862</c:v>
              </c:pt>
              <c:pt idx="189">
                <c:v>19.649127471228862</c:v>
              </c:pt>
              <c:pt idx="190">
                <c:v>19.649127471228862</c:v>
              </c:pt>
              <c:pt idx="191">
                <c:v>19.649127471228862</c:v>
              </c:pt>
              <c:pt idx="192">
                <c:v>19.649127471228862</c:v>
              </c:pt>
              <c:pt idx="193">
                <c:v>19.649127471228862</c:v>
              </c:pt>
              <c:pt idx="194">
                <c:v>19.649127471228862</c:v>
              </c:pt>
              <c:pt idx="195">
                <c:v>19.649127471228862</c:v>
              </c:pt>
              <c:pt idx="196">
                <c:v>19.649127471228862</c:v>
              </c:pt>
              <c:pt idx="197">
                <c:v>19.649127471228862</c:v>
              </c:pt>
              <c:pt idx="198">
                <c:v>19.649127471228862</c:v>
              </c:pt>
              <c:pt idx="199">
                <c:v>19.649127471228862</c:v>
              </c:pt>
              <c:pt idx="200">
                <c:v>19.649127471228862</c:v>
              </c:pt>
              <c:pt idx="201">
                <c:v>19.649127471228862</c:v>
              </c:pt>
              <c:pt idx="202">
                <c:v>19.649127471228862</c:v>
              </c:pt>
              <c:pt idx="203">
                <c:v>19.649127471228862</c:v>
              </c:pt>
              <c:pt idx="204">
                <c:v>19.649127471228862</c:v>
              </c:pt>
              <c:pt idx="205">
                <c:v>19.649127471228862</c:v>
              </c:pt>
              <c:pt idx="206">
                <c:v>19.649127471228862</c:v>
              </c:pt>
              <c:pt idx="207">
                <c:v>19.649127471228862</c:v>
              </c:pt>
              <c:pt idx="208">
                <c:v>19.649127471228862</c:v>
              </c:pt>
              <c:pt idx="209">
                <c:v>19.649127471228862</c:v>
              </c:pt>
              <c:pt idx="210">
                <c:v>19.649127471228862</c:v>
              </c:pt>
              <c:pt idx="211">
                <c:v>19.649127471228862</c:v>
              </c:pt>
              <c:pt idx="212">
                <c:v>19.649127471228862</c:v>
              </c:pt>
              <c:pt idx="213">
                <c:v>19.649127471228862</c:v>
              </c:pt>
              <c:pt idx="214">
                <c:v>19.649127471228862</c:v>
              </c:pt>
              <c:pt idx="215">
                <c:v>19.649127471228862</c:v>
              </c:pt>
              <c:pt idx="216">
                <c:v>19.649127471228862</c:v>
              </c:pt>
              <c:pt idx="217">
                <c:v>19.649127471228862</c:v>
              </c:pt>
              <c:pt idx="218">
                <c:v>19.649127471228862</c:v>
              </c:pt>
              <c:pt idx="219">
                <c:v>19.649127471228862</c:v>
              </c:pt>
              <c:pt idx="220">
                <c:v>19.649127471228862</c:v>
              </c:pt>
              <c:pt idx="221">
                <c:v>19.649127471228862</c:v>
              </c:pt>
              <c:pt idx="222">
                <c:v>19.649127471228862</c:v>
              </c:pt>
              <c:pt idx="223">
                <c:v>19.649127471228862</c:v>
              </c:pt>
              <c:pt idx="224">
                <c:v>19.649127471228862</c:v>
              </c:pt>
              <c:pt idx="225">
                <c:v>19.649127471228862</c:v>
              </c:pt>
              <c:pt idx="226">
                <c:v>19.649127471228862</c:v>
              </c:pt>
              <c:pt idx="227">
                <c:v>19.649127471228862</c:v>
              </c:pt>
              <c:pt idx="228">
                <c:v>19.649127471228862</c:v>
              </c:pt>
              <c:pt idx="229">
                <c:v>19.649127471228862</c:v>
              </c:pt>
              <c:pt idx="230">
                <c:v>19.649127471228862</c:v>
              </c:pt>
              <c:pt idx="231">
                <c:v>19.649127471228862</c:v>
              </c:pt>
              <c:pt idx="232">
                <c:v>19.649127471228862</c:v>
              </c:pt>
              <c:pt idx="233">
                <c:v>19.649127471228862</c:v>
              </c:pt>
              <c:pt idx="234">
                <c:v>19.649127471228862</c:v>
              </c:pt>
              <c:pt idx="235">
                <c:v>19.649127471228862</c:v>
              </c:pt>
              <c:pt idx="236">
                <c:v>19.649127471228862</c:v>
              </c:pt>
              <c:pt idx="237">
                <c:v>19.649127471228862</c:v>
              </c:pt>
              <c:pt idx="238">
                <c:v>19.649127471228862</c:v>
              </c:pt>
              <c:pt idx="239">
                <c:v>19.649127471228862</c:v>
              </c:pt>
              <c:pt idx="240">
                <c:v>19.649127471228862</c:v>
              </c:pt>
              <c:pt idx="241">
                <c:v>19.649127471228862</c:v>
              </c:pt>
              <c:pt idx="242">
                <c:v>19.649127471228862</c:v>
              </c:pt>
              <c:pt idx="243">
                <c:v>19.649127471228862</c:v>
              </c:pt>
              <c:pt idx="244">
                <c:v>19.649127471228862</c:v>
              </c:pt>
              <c:pt idx="245">
                <c:v>19.649127471228862</c:v>
              </c:pt>
              <c:pt idx="246">
                <c:v>19.649127471228862</c:v>
              </c:pt>
              <c:pt idx="247">
                <c:v>19.649127471228862</c:v>
              </c:pt>
              <c:pt idx="248">
                <c:v>19.649127471228862</c:v>
              </c:pt>
              <c:pt idx="249">
                <c:v>19.649127471228862</c:v>
              </c:pt>
              <c:pt idx="250">
                <c:v>19.649127471228862</c:v>
              </c:pt>
              <c:pt idx="251">
                <c:v>19.649127471228862</c:v>
              </c:pt>
              <c:pt idx="252">
                <c:v>19.649127471228862</c:v>
              </c:pt>
              <c:pt idx="253">
                <c:v>19.649127471228862</c:v>
              </c:pt>
              <c:pt idx="254">
                <c:v>19.649127471228862</c:v>
              </c:pt>
              <c:pt idx="255">
                <c:v>19.649127471228862</c:v>
              </c:pt>
              <c:pt idx="256">
                <c:v>19.649127471228862</c:v>
              </c:pt>
              <c:pt idx="257">
                <c:v>19.649127471228862</c:v>
              </c:pt>
              <c:pt idx="258">
                <c:v>19.649127471228862</c:v>
              </c:pt>
              <c:pt idx="259">
                <c:v>19.649127471228862</c:v>
              </c:pt>
              <c:pt idx="260">
                <c:v>19.649127471228862</c:v>
              </c:pt>
              <c:pt idx="261">
                <c:v>19.649127471228862</c:v>
              </c:pt>
              <c:pt idx="262">
                <c:v>19.649127471228862</c:v>
              </c:pt>
              <c:pt idx="263">
                <c:v>19.649127471228862</c:v>
              </c:pt>
              <c:pt idx="264">
                <c:v>19.649127471228862</c:v>
              </c:pt>
              <c:pt idx="265">
                <c:v>19.649127471228862</c:v>
              </c:pt>
              <c:pt idx="266">
                <c:v>19.649127471228862</c:v>
              </c:pt>
              <c:pt idx="267">
                <c:v>19.649127471228862</c:v>
              </c:pt>
              <c:pt idx="268">
                <c:v>19.649127471228862</c:v>
              </c:pt>
              <c:pt idx="269">
                <c:v>19.649127471228862</c:v>
              </c:pt>
              <c:pt idx="270">
                <c:v>19.649127471228862</c:v>
              </c:pt>
              <c:pt idx="271">
                <c:v>19.649127471228862</c:v>
              </c:pt>
              <c:pt idx="272">
                <c:v>19.649127471228862</c:v>
              </c:pt>
              <c:pt idx="273">
                <c:v>19.649127471228862</c:v>
              </c:pt>
              <c:pt idx="274">
                <c:v>19.649127471228862</c:v>
              </c:pt>
              <c:pt idx="275">
                <c:v>19.649127471228862</c:v>
              </c:pt>
              <c:pt idx="276">
                <c:v>19.649127471228862</c:v>
              </c:pt>
              <c:pt idx="277">
                <c:v>19.649127471228862</c:v>
              </c:pt>
              <c:pt idx="278">
                <c:v>19.649127471228862</c:v>
              </c:pt>
              <c:pt idx="279">
                <c:v>19.649127471228862</c:v>
              </c:pt>
              <c:pt idx="280">
                <c:v>19.649127471228862</c:v>
              </c:pt>
              <c:pt idx="281">
                <c:v>19.649127471228862</c:v>
              </c:pt>
              <c:pt idx="282">
                <c:v>19.649127471228862</c:v>
              </c:pt>
              <c:pt idx="283">
                <c:v>19.649127471228862</c:v>
              </c:pt>
              <c:pt idx="284">
                <c:v>19.649127471228862</c:v>
              </c:pt>
              <c:pt idx="285">
                <c:v>19.649127471228862</c:v>
              </c:pt>
              <c:pt idx="286">
                <c:v>19.649127471228862</c:v>
              </c:pt>
              <c:pt idx="287">
                <c:v>19.649127471228862</c:v>
              </c:pt>
              <c:pt idx="288">
                <c:v>19.649127471228862</c:v>
              </c:pt>
              <c:pt idx="289">
                <c:v>19.649127471228862</c:v>
              </c:pt>
              <c:pt idx="290">
                <c:v>19.649127471228862</c:v>
              </c:pt>
              <c:pt idx="291">
                <c:v>19.649127471228862</c:v>
              </c:pt>
              <c:pt idx="292">
                <c:v>19.649127471228862</c:v>
              </c:pt>
              <c:pt idx="293">
                <c:v>19.649127471228862</c:v>
              </c:pt>
              <c:pt idx="294">
                <c:v>19.649127471228862</c:v>
              </c:pt>
              <c:pt idx="295">
                <c:v>19.649127471228862</c:v>
              </c:pt>
              <c:pt idx="296">
                <c:v>19.649127471228862</c:v>
              </c:pt>
              <c:pt idx="297">
                <c:v>19.649127471228862</c:v>
              </c:pt>
              <c:pt idx="298">
                <c:v>19.649127471228862</c:v>
              </c:pt>
              <c:pt idx="299">
                <c:v>19.649127471228862</c:v>
              </c:pt>
              <c:pt idx="300">
                <c:v>19.649127471228862</c:v>
              </c:pt>
              <c:pt idx="301">
                <c:v>19.649127471228862</c:v>
              </c:pt>
              <c:pt idx="302">
                <c:v>19.649127471228862</c:v>
              </c:pt>
              <c:pt idx="303">
                <c:v>19.649127471228862</c:v>
              </c:pt>
              <c:pt idx="304">
                <c:v>19.649127471228862</c:v>
              </c:pt>
              <c:pt idx="305">
                <c:v>19.649127471228862</c:v>
              </c:pt>
              <c:pt idx="306">
                <c:v>19.649127471228862</c:v>
              </c:pt>
              <c:pt idx="307">
                <c:v>19.649127471228862</c:v>
              </c:pt>
              <c:pt idx="308">
                <c:v>19.649127471228862</c:v>
              </c:pt>
              <c:pt idx="309">
                <c:v>19.649127471228862</c:v>
              </c:pt>
              <c:pt idx="310">
                <c:v>19.649127471228862</c:v>
              </c:pt>
              <c:pt idx="311">
                <c:v>19.649127471228862</c:v>
              </c:pt>
              <c:pt idx="312">
                <c:v>19.649127471228862</c:v>
              </c:pt>
              <c:pt idx="313">
                <c:v>19.649127471228862</c:v>
              </c:pt>
              <c:pt idx="314">
                <c:v>19.649127471228862</c:v>
              </c:pt>
              <c:pt idx="315">
                <c:v>19.649127471228862</c:v>
              </c:pt>
              <c:pt idx="316">
                <c:v>19.649127471228862</c:v>
              </c:pt>
              <c:pt idx="317">
                <c:v>19.649127471228862</c:v>
              </c:pt>
              <c:pt idx="318">
                <c:v>19.649127471228862</c:v>
              </c:pt>
              <c:pt idx="319">
                <c:v>19.649127471228862</c:v>
              </c:pt>
              <c:pt idx="320">
                <c:v>19.649127471228862</c:v>
              </c:pt>
              <c:pt idx="321">
                <c:v>19.649127471228862</c:v>
              </c:pt>
              <c:pt idx="322">
                <c:v>19.649127471228862</c:v>
              </c:pt>
              <c:pt idx="323">
                <c:v>19.649127471228862</c:v>
              </c:pt>
              <c:pt idx="324">
                <c:v>19.649127471228862</c:v>
              </c:pt>
              <c:pt idx="325">
                <c:v>19.649127471228862</c:v>
              </c:pt>
              <c:pt idx="326">
                <c:v>19.649127471228862</c:v>
              </c:pt>
              <c:pt idx="327">
                <c:v>19.649127471228862</c:v>
              </c:pt>
              <c:pt idx="328">
                <c:v>19.649127471228862</c:v>
              </c:pt>
              <c:pt idx="329">
                <c:v>19.649127471228862</c:v>
              </c:pt>
              <c:pt idx="330">
                <c:v>19.649127471228862</c:v>
              </c:pt>
              <c:pt idx="331">
                <c:v>19.649127471228862</c:v>
              </c:pt>
              <c:pt idx="332">
                <c:v>19.649127471228862</c:v>
              </c:pt>
              <c:pt idx="333">
                <c:v>19.649127471228862</c:v>
              </c:pt>
              <c:pt idx="334">
                <c:v>19.649127471228862</c:v>
              </c:pt>
              <c:pt idx="335">
                <c:v>19.649127471228862</c:v>
              </c:pt>
              <c:pt idx="336">
                <c:v>19.649127471228862</c:v>
              </c:pt>
              <c:pt idx="337">
                <c:v>19.649127471228862</c:v>
              </c:pt>
              <c:pt idx="338">
                <c:v>19.649127471228862</c:v>
              </c:pt>
              <c:pt idx="339">
                <c:v>19.649127471228862</c:v>
              </c:pt>
              <c:pt idx="340">
                <c:v>19.649127471228862</c:v>
              </c:pt>
              <c:pt idx="341">
                <c:v>19.649127471228862</c:v>
              </c:pt>
              <c:pt idx="342">
                <c:v>19.649127471228862</c:v>
              </c:pt>
              <c:pt idx="343">
                <c:v>19.649127471228862</c:v>
              </c:pt>
              <c:pt idx="344">
                <c:v>19.649127471228862</c:v>
              </c:pt>
              <c:pt idx="345">
                <c:v>19.649127471228862</c:v>
              </c:pt>
              <c:pt idx="346">
                <c:v>19.649127471228862</c:v>
              </c:pt>
              <c:pt idx="347">
                <c:v>19.649127471228862</c:v>
              </c:pt>
              <c:pt idx="348">
                <c:v>19.649127471228862</c:v>
              </c:pt>
              <c:pt idx="349">
                <c:v>19.649127471228862</c:v>
              </c:pt>
              <c:pt idx="350">
                <c:v>19.649127471228862</c:v>
              </c:pt>
              <c:pt idx="351">
                <c:v>19.649127471228862</c:v>
              </c:pt>
              <c:pt idx="352">
                <c:v>19.649127471228862</c:v>
              </c:pt>
              <c:pt idx="353">
                <c:v>19.649127471228862</c:v>
              </c:pt>
              <c:pt idx="354">
                <c:v>19.649127471228862</c:v>
              </c:pt>
              <c:pt idx="355">
                <c:v>19.649127471228862</c:v>
              </c:pt>
              <c:pt idx="356">
                <c:v>19.649127471228862</c:v>
              </c:pt>
              <c:pt idx="357">
                <c:v>19.649127471228862</c:v>
              </c:pt>
              <c:pt idx="358">
                <c:v>19.649127471228862</c:v>
              </c:pt>
              <c:pt idx="359">
                <c:v>19.649127471228862</c:v>
              </c:pt>
              <c:pt idx="360">
                <c:v>19.649127471228862</c:v>
              </c:pt>
              <c:pt idx="361">
                <c:v>19.649127471228862</c:v>
              </c:pt>
              <c:pt idx="362">
                <c:v>19.649127471228862</c:v>
              </c:pt>
              <c:pt idx="363">
                <c:v>19.649127471228862</c:v>
              </c:pt>
              <c:pt idx="364">
                <c:v>19.649127471228862</c:v>
              </c:pt>
              <c:pt idx="365">
                <c:v>19.649127471228862</c:v>
              </c:pt>
              <c:pt idx="366">
                <c:v>19.649127471228862</c:v>
              </c:pt>
              <c:pt idx="367">
                <c:v>19.649127471228862</c:v>
              </c:pt>
              <c:pt idx="368">
                <c:v>19.649127471228862</c:v>
              </c:pt>
              <c:pt idx="369">
                <c:v>19.649127471228862</c:v>
              </c:pt>
              <c:pt idx="370">
                <c:v>19.649127471228862</c:v>
              </c:pt>
              <c:pt idx="371">
                <c:v>19.649127471228862</c:v>
              </c:pt>
              <c:pt idx="372">
                <c:v>19.649127471228862</c:v>
              </c:pt>
              <c:pt idx="373">
                <c:v>19.649127471228862</c:v>
              </c:pt>
              <c:pt idx="374">
                <c:v>19.649127471228862</c:v>
              </c:pt>
              <c:pt idx="375">
                <c:v>19.649127471228862</c:v>
              </c:pt>
              <c:pt idx="376">
                <c:v>19.649127471228862</c:v>
              </c:pt>
              <c:pt idx="377">
                <c:v>19.649127471228862</c:v>
              </c:pt>
              <c:pt idx="378">
                <c:v>19.649127471228862</c:v>
              </c:pt>
              <c:pt idx="379">
                <c:v>19.649127471228862</c:v>
              </c:pt>
              <c:pt idx="380">
                <c:v>19.649127471228862</c:v>
              </c:pt>
              <c:pt idx="381">
                <c:v>19.649127471228862</c:v>
              </c:pt>
              <c:pt idx="382">
                <c:v>19.649127471228862</c:v>
              </c:pt>
              <c:pt idx="383">
                <c:v>19.649127471228862</c:v>
              </c:pt>
              <c:pt idx="384">
                <c:v>19.649127471228862</c:v>
              </c:pt>
              <c:pt idx="385">
                <c:v>19.649127471228862</c:v>
              </c:pt>
              <c:pt idx="386">
                <c:v>19.649127471228862</c:v>
              </c:pt>
              <c:pt idx="387">
                <c:v>19.649127471228862</c:v>
              </c:pt>
              <c:pt idx="388">
                <c:v>19.649127471228862</c:v>
              </c:pt>
              <c:pt idx="389">
                <c:v>19.649127471228862</c:v>
              </c:pt>
              <c:pt idx="390">
                <c:v>19.649127471228862</c:v>
              </c:pt>
              <c:pt idx="391">
                <c:v>19.649127471228862</c:v>
              </c:pt>
              <c:pt idx="392">
                <c:v>19.649127471228862</c:v>
              </c:pt>
              <c:pt idx="393">
                <c:v>19.649127471228862</c:v>
              </c:pt>
              <c:pt idx="394">
                <c:v>19.649127471228862</c:v>
              </c:pt>
              <c:pt idx="395">
                <c:v>19.649127471228862</c:v>
              </c:pt>
              <c:pt idx="396">
                <c:v>19.649127471228862</c:v>
              </c:pt>
              <c:pt idx="397">
                <c:v>19.649127471228862</c:v>
              </c:pt>
              <c:pt idx="398">
                <c:v>19.649127471228862</c:v>
              </c:pt>
              <c:pt idx="399">
                <c:v>19.649127471228862</c:v>
              </c:pt>
              <c:pt idx="400">
                <c:v>19.649127471228862</c:v>
              </c:pt>
              <c:pt idx="401">
                <c:v>19.649127471228862</c:v>
              </c:pt>
              <c:pt idx="402">
                <c:v>19.649127471228862</c:v>
              </c:pt>
              <c:pt idx="403">
                <c:v>19.649127471228862</c:v>
              </c:pt>
              <c:pt idx="404">
                <c:v>19.649127471228862</c:v>
              </c:pt>
              <c:pt idx="405">
                <c:v>19.649127471228862</c:v>
              </c:pt>
              <c:pt idx="406">
                <c:v>19.649127471228862</c:v>
              </c:pt>
              <c:pt idx="407">
                <c:v>19.649127471228862</c:v>
              </c:pt>
              <c:pt idx="408">
                <c:v>19.649127471228862</c:v>
              </c:pt>
              <c:pt idx="409">
                <c:v>19.649127471228862</c:v>
              </c:pt>
              <c:pt idx="410">
                <c:v>19.649127471228862</c:v>
              </c:pt>
              <c:pt idx="411">
                <c:v>19.649127471228862</c:v>
              </c:pt>
              <c:pt idx="412">
                <c:v>19.649127471228862</c:v>
              </c:pt>
              <c:pt idx="413">
                <c:v>19.649127471228862</c:v>
              </c:pt>
              <c:pt idx="414">
                <c:v>19.649127471228862</c:v>
              </c:pt>
              <c:pt idx="415">
                <c:v>19.649127471228862</c:v>
              </c:pt>
              <c:pt idx="416">
                <c:v>19.649127471228862</c:v>
              </c:pt>
              <c:pt idx="417">
                <c:v>19.649127471228862</c:v>
              </c:pt>
              <c:pt idx="418">
                <c:v>19.649127471228862</c:v>
              </c:pt>
              <c:pt idx="419">
                <c:v>19.649127471228862</c:v>
              </c:pt>
              <c:pt idx="420">
                <c:v>19.649127471228862</c:v>
              </c:pt>
              <c:pt idx="421">
                <c:v>19.649127471228862</c:v>
              </c:pt>
              <c:pt idx="422">
                <c:v>19.649127471228862</c:v>
              </c:pt>
              <c:pt idx="423">
                <c:v>19.649127471228862</c:v>
              </c:pt>
              <c:pt idx="424">
                <c:v>19.649127471228862</c:v>
              </c:pt>
              <c:pt idx="425">
                <c:v>19.649127471228862</c:v>
              </c:pt>
              <c:pt idx="426">
                <c:v>19.649127471228862</c:v>
              </c:pt>
              <c:pt idx="427">
                <c:v>19.649127471228862</c:v>
              </c:pt>
              <c:pt idx="428">
                <c:v>19.649127471228862</c:v>
              </c:pt>
              <c:pt idx="429">
                <c:v>19.649127471228862</c:v>
              </c:pt>
              <c:pt idx="430">
                <c:v>19.649127471228862</c:v>
              </c:pt>
              <c:pt idx="431">
                <c:v>19.649127471228862</c:v>
              </c:pt>
              <c:pt idx="432">
                <c:v>19.649127471228862</c:v>
              </c:pt>
              <c:pt idx="433">
                <c:v>19.649127471228862</c:v>
              </c:pt>
              <c:pt idx="434">
                <c:v>19.649127471228862</c:v>
              </c:pt>
              <c:pt idx="435">
                <c:v>19.649127471228862</c:v>
              </c:pt>
              <c:pt idx="436">
                <c:v>19.649127471228862</c:v>
              </c:pt>
              <c:pt idx="437">
                <c:v>19.649127471228862</c:v>
              </c:pt>
              <c:pt idx="438">
                <c:v>19.649127471228862</c:v>
              </c:pt>
              <c:pt idx="439">
                <c:v>19.649127471228862</c:v>
              </c:pt>
              <c:pt idx="440">
                <c:v>19.649127471228862</c:v>
              </c:pt>
              <c:pt idx="441">
                <c:v>19.649127471228862</c:v>
              </c:pt>
              <c:pt idx="442">
                <c:v>19.649127471228862</c:v>
              </c:pt>
              <c:pt idx="443">
                <c:v>19.649127471228862</c:v>
              </c:pt>
              <c:pt idx="444">
                <c:v>19.649127471228862</c:v>
              </c:pt>
              <c:pt idx="445">
                <c:v>19.649127471228862</c:v>
              </c:pt>
              <c:pt idx="446">
                <c:v>19.649127471228862</c:v>
              </c:pt>
              <c:pt idx="447">
                <c:v>19.649127471228862</c:v>
              </c:pt>
            </c:numLit>
          </c:xVal>
          <c:yVal>
            <c:numLit>
              <c:formatCode>0.0</c:formatCode>
              <c:ptCount val="448"/>
              <c:pt idx="0">
                <c:v>0.4463912493185715</c:v>
              </c:pt>
              <c:pt idx="1">
                <c:v>0.4463912493185715</c:v>
              </c:pt>
              <c:pt idx="2">
                <c:v>0.4463912493185715</c:v>
              </c:pt>
              <c:pt idx="3">
                <c:v>0.4463912493185715</c:v>
              </c:pt>
              <c:pt idx="4">
                <c:v>0.4463912493185715</c:v>
              </c:pt>
              <c:pt idx="5">
                <c:v>0.4463912493185715</c:v>
              </c:pt>
              <c:pt idx="6">
                <c:v>0.4463912493185715</c:v>
              </c:pt>
              <c:pt idx="7">
                <c:v>0.4463912493185715</c:v>
              </c:pt>
              <c:pt idx="8">
                <c:v>0.4463912493185715</c:v>
              </c:pt>
              <c:pt idx="9">
                <c:v>0.4463912493185715</c:v>
              </c:pt>
              <c:pt idx="10">
                <c:v>0.4463912493185715</c:v>
              </c:pt>
              <c:pt idx="11">
                <c:v>0.4463912493185715</c:v>
              </c:pt>
              <c:pt idx="12">
                <c:v>0.4463912493185715</c:v>
              </c:pt>
              <c:pt idx="13">
                <c:v>0.4463912493185715</c:v>
              </c:pt>
              <c:pt idx="14">
                <c:v>0.4463912493185715</c:v>
              </c:pt>
              <c:pt idx="15">
                <c:v>0.4463912493185715</c:v>
              </c:pt>
              <c:pt idx="16">
                <c:v>0.4463912493185715</c:v>
              </c:pt>
              <c:pt idx="17">
                <c:v>0.4463912493185715</c:v>
              </c:pt>
              <c:pt idx="18">
                <c:v>0.4463912493185715</c:v>
              </c:pt>
              <c:pt idx="19">
                <c:v>0.4463912493185715</c:v>
              </c:pt>
              <c:pt idx="20">
                <c:v>0.4463912493185715</c:v>
              </c:pt>
              <c:pt idx="21">
                <c:v>0.4463912493185715</c:v>
              </c:pt>
              <c:pt idx="22">
                <c:v>0.4463912493185715</c:v>
              </c:pt>
              <c:pt idx="23">
                <c:v>0.4463912493185715</c:v>
              </c:pt>
              <c:pt idx="24">
                <c:v>0.4463912493185715</c:v>
              </c:pt>
              <c:pt idx="25">
                <c:v>0.4463912493185715</c:v>
              </c:pt>
              <c:pt idx="26">
                <c:v>0.4463912493185715</c:v>
              </c:pt>
              <c:pt idx="27">
                <c:v>0.4463912493185715</c:v>
              </c:pt>
              <c:pt idx="28">
                <c:v>0.4463912493185715</c:v>
              </c:pt>
              <c:pt idx="29">
                <c:v>0.4463912493185715</c:v>
              </c:pt>
              <c:pt idx="30">
                <c:v>0.4463912493185715</c:v>
              </c:pt>
              <c:pt idx="31">
                <c:v>0.4463912493185715</c:v>
              </c:pt>
              <c:pt idx="32">
                <c:v>0.4463912493185715</c:v>
              </c:pt>
              <c:pt idx="33">
                <c:v>0.4463912493185715</c:v>
              </c:pt>
              <c:pt idx="34">
                <c:v>0.4463912493185715</c:v>
              </c:pt>
              <c:pt idx="35">
                <c:v>0.4463912493185715</c:v>
              </c:pt>
              <c:pt idx="36">
                <c:v>0.4463912493185715</c:v>
              </c:pt>
              <c:pt idx="37">
                <c:v>0.4463912493185715</c:v>
              </c:pt>
              <c:pt idx="38">
                <c:v>0.4463912493185715</c:v>
              </c:pt>
              <c:pt idx="39">
                <c:v>0.4463912493185715</c:v>
              </c:pt>
              <c:pt idx="40">
                <c:v>0.4463912493185715</c:v>
              </c:pt>
              <c:pt idx="41">
                <c:v>0.4463912493185715</c:v>
              </c:pt>
              <c:pt idx="42">
                <c:v>0.4463912493185715</c:v>
              </c:pt>
              <c:pt idx="43">
                <c:v>0.4463912493185715</c:v>
              </c:pt>
              <c:pt idx="44">
                <c:v>0.4463912493185715</c:v>
              </c:pt>
              <c:pt idx="45">
                <c:v>0.4463912493185715</c:v>
              </c:pt>
              <c:pt idx="46">
                <c:v>0.4463912493185715</c:v>
              </c:pt>
              <c:pt idx="47">
                <c:v>0.4463912493185715</c:v>
              </c:pt>
              <c:pt idx="48">
                <c:v>0.4463912493185715</c:v>
              </c:pt>
              <c:pt idx="49">
                <c:v>0.4463912493185715</c:v>
              </c:pt>
              <c:pt idx="50">
                <c:v>0.4463912493185715</c:v>
              </c:pt>
              <c:pt idx="51">
                <c:v>0.4463912493185715</c:v>
              </c:pt>
              <c:pt idx="52">
                <c:v>0.4463912493185715</c:v>
              </c:pt>
              <c:pt idx="53">
                <c:v>0.4463912493185715</c:v>
              </c:pt>
              <c:pt idx="54">
                <c:v>0.4463912493185715</c:v>
              </c:pt>
              <c:pt idx="55">
                <c:v>0.4463912493185715</c:v>
              </c:pt>
              <c:pt idx="56">
                <c:v>0.4463912493185715</c:v>
              </c:pt>
              <c:pt idx="57">
                <c:v>0.4463912493185715</c:v>
              </c:pt>
              <c:pt idx="58">
                <c:v>0.4463912493185715</c:v>
              </c:pt>
              <c:pt idx="59">
                <c:v>0.4463912493185715</c:v>
              </c:pt>
              <c:pt idx="60">
                <c:v>0.4463912493185715</c:v>
              </c:pt>
              <c:pt idx="61">
                <c:v>0.4463912493185715</c:v>
              </c:pt>
              <c:pt idx="62">
                <c:v>0.4463912493185715</c:v>
              </c:pt>
              <c:pt idx="63">
                <c:v>0.4463912493185715</c:v>
              </c:pt>
              <c:pt idx="64">
                <c:v>0.4463912493185715</c:v>
              </c:pt>
              <c:pt idx="65">
                <c:v>0.4463912493185715</c:v>
              </c:pt>
              <c:pt idx="66">
                <c:v>0.4463912493185715</c:v>
              </c:pt>
              <c:pt idx="67">
                <c:v>0.4463912493185715</c:v>
              </c:pt>
              <c:pt idx="68">
                <c:v>0.4463912493185715</c:v>
              </c:pt>
              <c:pt idx="69">
                <c:v>0.4463912493185715</c:v>
              </c:pt>
              <c:pt idx="70">
                <c:v>0.4463912493185715</c:v>
              </c:pt>
              <c:pt idx="71">
                <c:v>0.4463912493185715</c:v>
              </c:pt>
              <c:pt idx="72">
                <c:v>0.4463912493185715</c:v>
              </c:pt>
              <c:pt idx="73">
                <c:v>0.4463912493185715</c:v>
              </c:pt>
              <c:pt idx="74">
                <c:v>0.4463912493185715</c:v>
              </c:pt>
              <c:pt idx="75">
                <c:v>0.4463912493185715</c:v>
              </c:pt>
              <c:pt idx="76">
                <c:v>0.4463912493185715</c:v>
              </c:pt>
              <c:pt idx="77">
                <c:v>0.4463912493185715</c:v>
              </c:pt>
              <c:pt idx="78">
                <c:v>0.4463912493185715</c:v>
              </c:pt>
              <c:pt idx="79">
                <c:v>0.4463912493185715</c:v>
              </c:pt>
              <c:pt idx="80">
                <c:v>0.4463912493185715</c:v>
              </c:pt>
              <c:pt idx="81">
                <c:v>0.4463912493185715</c:v>
              </c:pt>
              <c:pt idx="82">
                <c:v>0.4463912493185715</c:v>
              </c:pt>
              <c:pt idx="83">
                <c:v>0.4463912493185715</c:v>
              </c:pt>
              <c:pt idx="84">
                <c:v>0.4463912493185715</c:v>
              </c:pt>
              <c:pt idx="85">
                <c:v>0.4463912493185715</c:v>
              </c:pt>
              <c:pt idx="86">
                <c:v>0.4463912493185715</c:v>
              </c:pt>
              <c:pt idx="87">
                <c:v>0.4463912493185715</c:v>
              </c:pt>
              <c:pt idx="88">
                <c:v>0.4463912493185715</c:v>
              </c:pt>
              <c:pt idx="89">
                <c:v>0.4463912493185715</c:v>
              </c:pt>
              <c:pt idx="90">
                <c:v>0.4463912493185715</c:v>
              </c:pt>
              <c:pt idx="91">
                <c:v>0.4463912493185715</c:v>
              </c:pt>
              <c:pt idx="92">
                <c:v>0.4463912493185715</c:v>
              </c:pt>
              <c:pt idx="93">
                <c:v>0.4463912493185715</c:v>
              </c:pt>
              <c:pt idx="94">
                <c:v>0.4463912493185715</c:v>
              </c:pt>
              <c:pt idx="95">
                <c:v>0.4463912493185715</c:v>
              </c:pt>
              <c:pt idx="96">
                <c:v>0.4463912493185715</c:v>
              </c:pt>
              <c:pt idx="97">
                <c:v>0.4463912493185715</c:v>
              </c:pt>
              <c:pt idx="98">
                <c:v>0.4463912493185715</c:v>
              </c:pt>
              <c:pt idx="99">
                <c:v>0.4463912493185715</c:v>
              </c:pt>
              <c:pt idx="100">
                <c:v>0.4463912493185715</c:v>
              </c:pt>
              <c:pt idx="101">
                <c:v>0.4463912493185715</c:v>
              </c:pt>
              <c:pt idx="102">
                <c:v>0.4463912493185715</c:v>
              </c:pt>
              <c:pt idx="103">
                <c:v>0.4463912493185715</c:v>
              </c:pt>
              <c:pt idx="104">
                <c:v>0.4463912493185715</c:v>
              </c:pt>
              <c:pt idx="105">
                <c:v>0.4463912493185715</c:v>
              </c:pt>
              <c:pt idx="106">
                <c:v>0.4463912493185715</c:v>
              </c:pt>
              <c:pt idx="107">
                <c:v>0.4463912493185715</c:v>
              </c:pt>
              <c:pt idx="108">
                <c:v>0.4463912493185715</c:v>
              </c:pt>
              <c:pt idx="109">
                <c:v>0.4463912493185715</c:v>
              </c:pt>
              <c:pt idx="110">
                <c:v>0.4463912493185715</c:v>
              </c:pt>
              <c:pt idx="111">
                <c:v>0.4463912493185715</c:v>
              </c:pt>
              <c:pt idx="112">
                <c:v>0.4463912493185715</c:v>
              </c:pt>
              <c:pt idx="113">
                <c:v>0.4463912493185715</c:v>
              </c:pt>
              <c:pt idx="114">
                <c:v>0.4463912493185715</c:v>
              </c:pt>
              <c:pt idx="115">
                <c:v>0.4463912493185715</c:v>
              </c:pt>
              <c:pt idx="116">
                <c:v>0.4463912493185715</c:v>
              </c:pt>
              <c:pt idx="117">
                <c:v>0.4463912493185715</c:v>
              </c:pt>
              <c:pt idx="118">
                <c:v>0.4463912493185715</c:v>
              </c:pt>
              <c:pt idx="119">
                <c:v>0.4463912493185715</c:v>
              </c:pt>
              <c:pt idx="120">
                <c:v>0.4463912493185715</c:v>
              </c:pt>
              <c:pt idx="121">
                <c:v>0.4463912493185715</c:v>
              </c:pt>
              <c:pt idx="122">
                <c:v>0.4463912493185715</c:v>
              </c:pt>
              <c:pt idx="123">
                <c:v>0.4463912493185715</c:v>
              </c:pt>
              <c:pt idx="124">
                <c:v>0.4463912493185715</c:v>
              </c:pt>
              <c:pt idx="125">
                <c:v>0.4463912493185715</c:v>
              </c:pt>
              <c:pt idx="126">
                <c:v>0.4463912493185715</c:v>
              </c:pt>
              <c:pt idx="127">
                <c:v>0.4463912493185715</c:v>
              </c:pt>
              <c:pt idx="128">
                <c:v>0.4463912493185715</c:v>
              </c:pt>
              <c:pt idx="129">
                <c:v>0.4463912493185715</c:v>
              </c:pt>
              <c:pt idx="130">
                <c:v>0.4463912493185715</c:v>
              </c:pt>
              <c:pt idx="131">
                <c:v>0.4463912493185715</c:v>
              </c:pt>
              <c:pt idx="132">
                <c:v>0.4463912493185715</c:v>
              </c:pt>
              <c:pt idx="133">
                <c:v>0.4463912493185715</c:v>
              </c:pt>
              <c:pt idx="134">
                <c:v>0.4463912493185715</c:v>
              </c:pt>
              <c:pt idx="135">
                <c:v>0.4463912493185715</c:v>
              </c:pt>
              <c:pt idx="136">
                <c:v>0.4463912493185715</c:v>
              </c:pt>
              <c:pt idx="137">
                <c:v>0.4463912493185715</c:v>
              </c:pt>
              <c:pt idx="138">
                <c:v>0.4463912493185715</c:v>
              </c:pt>
              <c:pt idx="139">
                <c:v>0.4463912493185715</c:v>
              </c:pt>
              <c:pt idx="140">
                <c:v>0.4463912493185715</c:v>
              </c:pt>
              <c:pt idx="141">
                <c:v>0.4463912493185715</c:v>
              </c:pt>
              <c:pt idx="142">
                <c:v>0.4463912493185715</c:v>
              </c:pt>
              <c:pt idx="143">
                <c:v>0.4463912493185715</c:v>
              </c:pt>
              <c:pt idx="144">
                <c:v>0.4463912493185715</c:v>
              </c:pt>
              <c:pt idx="145">
                <c:v>0.4463912493185715</c:v>
              </c:pt>
              <c:pt idx="146">
                <c:v>0.4463912493185715</c:v>
              </c:pt>
              <c:pt idx="147">
                <c:v>0.4463912493185715</c:v>
              </c:pt>
              <c:pt idx="148">
                <c:v>0.4463912493185715</c:v>
              </c:pt>
              <c:pt idx="149">
                <c:v>0.4463912493185715</c:v>
              </c:pt>
              <c:pt idx="150">
                <c:v>0.4463912493185715</c:v>
              </c:pt>
              <c:pt idx="151">
                <c:v>0.4463912493185715</c:v>
              </c:pt>
              <c:pt idx="152">
                <c:v>0.4463912493185715</c:v>
              </c:pt>
              <c:pt idx="153">
                <c:v>0.4463912493185715</c:v>
              </c:pt>
              <c:pt idx="154">
                <c:v>0.4463912493185715</c:v>
              </c:pt>
              <c:pt idx="155">
                <c:v>0.4463912493185715</c:v>
              </c:pt>
              <c:pt idx="156">
                <c:v>0.4463912493185715</c:v>
              </c:pt>
              <c:pt idx="157">
                <c:v>0.4463912493185715</c:v>
              </c:pt>
              <c:pt idx="158">
                <c:v>0.4463912493185715</c:v>
              </c:pt>
              <c:pt idx="159">
                <c:v>0.4463912493185715</c:v>
              </c:pt>
              <c:pt idx="160">
                <c:v>0.4463912493185715</c:v>
              </c:pt>
              <c:pt idx="161">
                <c:v>0.4463912493185715</c:v>
              </c:pt>
              <c:pt idx="162">
                <c:v>0.4463912493185715</c:v>
              </c:pt>
              <c:pt idx="163">
                <c:v>0.4463912493185715</c:v>
              </c:pt>
              <c:pt idx="164">
                <c:v>0.4463912493185715</c:v>
              </c:pt>
              <c:pt idx="165">
                <c:v>0.4463912493185715</c:v>
              </c:pt>
              <c:pt idx="166">
                <c:v>0.4463912493185715</c:v>
              </c:pt>
              <c:pt idx="167">
                <c:v>0.4463912493185715</c:v>
              </c:pt>
              <c:pt idx="168">
                <c:v>0.4463912493185715</c:v>
              </c:pt>
              <c:pt idx="169">
                <c:v>0.4463912493185715</c:v>
              </c:pt>
              <c:pt idx="170">
                <c:v>0.4463912493185715</c:v>
              </c:pt>
              <c:pt idx="171">
                <c:v>0.4463912493185715</c:v>
              </c:pt>
              <c:pt idx="172">
                <c:v>0.4463912493185715</c:v>
              </c:pt>
              <c:pt idx="173">
                <c:v>0.4463912493185715</c:v>
              </c:pt>
              <c:pt idx="174">
                <c:v>0.4463912493185715</c:v>
              </c:pt>
              <c:pt idx="175">
                <c:v>0.4463912493185715</c:v>
              </c:pt>
              <c:pt idx="176">
                <c:v>0.4463912493185715</c:v>
              </c:pt>
              <c:pt idx="177">
                <c:v>0.4463912493185715</c:v>
              </c:pt>
              <c:pt idx="178">
                <c:v>0.4463912493185715</c:v>
              </c:pt>
              <c:pt idx="179">
                <c:v>0.4463912493185715</c:v>
              </c:pt>
              <c:pt idx="180">
                <c:v>0.4463912493185715</c:v>
              </c:pt>
              <c:pt idx="181">
                <c:v>0.4463912493185715</c:v>
              </c:pt>
              <c:pt idx="182">
                <c:v>0.4463912493185715</c:v>
              </c:pt>
              <c:pt idx="183">
                <c:v>0.4463912493185715</c:v>
              </c:pt>
              <c:pt idx="184">
                <c:v>0.4463912493185715</c:v>
              </c:pt>
              <c:pt idx="185">
                <c:v>0.4463912493185715</c:v>
              </c:pt>
              <c:pt idx="186">
                <c:v>0.4463912493185715</c:v>
              </c:pt>
              <c:pt idx="187">
                <c:v>0.4463912493185715</c:v>
              </c:pt>
              <c:pt idx="188">
                <c:v>0.4463912493185715</c:v>
              </c:pt>
              <c:pt idx="189">
                <c:v>0.4463912493185715</c:v>
              </c:pt>
              <c:pt idx="190">
                <c:v>0.4463912493185715</c:v>
              </c:pt>
              <c:pt idx="191">
                <c:v>0.4463912493185715</c:v>
              </c:pt>
              <c:pt idx="192">
                <c:v>0.4463912493185715</c:v>
              </c:pt>
              <c:pt idx="193">
                <c:v>0.4463912493185715</c:v>
              </c:pt>
              <c:pt idx="194">
                <c:v>0.4463912493185715</c:v>
              </c:pt>
              <c:pt idx="195">
                <c:v>0.4463912493185715</c:v>
              </c:pt>
              <c:pt idx="196">
                <c:v>0.4463912493185715</c:v>
              </c:pt>
              <c:pt idx="197">
                <c:v>0.4463912493185715</c:v>
              </c:pt>
              <c:pt idx="198">
                <c:v>0.4463912493185715</c:v>
              </c:pt>
              <c:pt idx="199">
                <c:v>0.4463912493185715</c:v>
              </c:pt>
              <c:pt idx="200">
                <c:v>0.4463912493185715</c:v>
              </c:pt>
              <c:pt idx="201">
                <c:v>0.4463912493185715</c:v>
              </c:pt>
              <c:pt idx="202">
                <c:v>0.4463912493185715</c:v>
              </c:pt>
              <c:pt idx="203">
                <c:v>0.4463912493185715</c:v>
              </c:pt>
              <c:pt idx="204">
                <c:v>0.4463912493185715</c:v>
              </c:pt>
              <c:pt idx="205">
                <c:v>0.4463912493185715</c:v>
              </c:pt>
              <c:pt idx="206">
                <c:v>0.4463912493185715</c:v>
              </c:pt>
              <c:pt idx="207">
                <c:v>0.4463912493185715</c:v>
              </c:pt>
              <c:pt idx="208">
                <c:v>0.4463912493185715</c:v>
              </c:pt>
              <c:pt idx="209">
                <c:v>0.4463912493185715</c:v>
              </c:pt>
              <c:pt idx="210">
                <c:v>0.4463912493185715</c:v>
              </c:pt>
              <c:pt idx="211">
                <c:v>0.4463912493185715</c:v>
              </c:pt>
              <c:pt idx="212">
                <c:v>0.4463912493185715</c:v>
              </c:pt>
              <c:pt idx="213">
                <c:v>0.4463912493185715</c:v>
              </c:pt>
              <c:pt idx="214">
                <c:v>0.4463912493185715</c:v>
              </c:pt>
              <c:pt idx="215">
                <c:v>0.4463912493185715</c:v>
              </c:pt>
              <c:pt idx="216">
                <c:v>0.4463912493185715</c:v>
              </c:pt>
              <c:pt idx="217">
                <c:v>0.4463912493185715</c:v>
              </c:pt>
              <c:pt idx="218">
                <c:v>0.4463912493185715</c:v>
              </c:pt>
              <c:pt idx="219">
                <c:v>0.4463912493185715</c:v>
              </c:pt>
              <c:pt idx="220">
                <c:v>0.4463912493185715</c:v>
              </c:pt>
              <c:pt idx="221">
                <c:v>0.4463912493185715</c:v>
              </c:pt>
              <c:pt idx="222">
                <c:v>0.4463912493185715</c:v>
              </c:pt>
              <c:pt idx="223">
                <c:v>0.4463912493185715</c:v>
              </c:pt>
              <c:pt idx="224">
                <c:v>0.4463912493185715</c:v>
              </c:pt>
              <c:pt idx="225">
                <c:v>0.4463912493185715</c:v>
              </c:pt>
              <c:pt idx="226">
                <c:v>0.4463912493185715</c:v>
              </c:pt>
              <c:pt idx="227">
                <c:v>0.4463912493185715</c:v>
              </c:pt>
              <c:pt idx="228">
                <c:v>0.4463912493185715</c:v>
              </c:pt>
              <c:pt idx="229">
                <c:v>0.4463912493185715</c:v>
              </c:pt>
              <c:pt idx="230">
                <c:v>0.4463912493185715</c:v>
              </c:pt>
              <c:pt idx="231">
                <c:v>0.4463912493185715</c:v>
              </c:pt>
              <c:pt idx="232">
                <c:v>0.4463912493185715</c:v>
              </c:pt>
              <c:pt idx="233">
                <c:v>0.4463912493185715</c:v>
              </c:pt>
              <c:pt idx="234">
                <c:v>0.4463912493185715</c:v>
              </c:pt>
              <c:pt idx="235">
                <c:v>0.4463912493185715</c:v>
              </c:pt>
              <c:pt idx="236">
                <c:v>0.4463912493185715</c:v>
              </c:pt>
              <c:pt idx="237">
                <c:v>0.4463912493185715</c:v>
              </c:pt>
              <c:pt idx="238">
                <c:v>0.4463912493185715</c:v>
              </c:pt>
              <c:pt idx="239">
                <c:v>0.4463912493185715</c:v>
              </c:pt>
              <c:pt idx="240">
                <c:v>0.4463912493185715</c:v>
              </c:pt>
              <c:pt idx="241">
                <c:v>0.4463912493185715</c:v>
              </c:pt>
              <c:pt idx="242">
                <c:v>0.4463912493185715</c:v>
              </c:pt>
              <c:pt idx="243">
                <c:v>0.4463912493185715</c:v>
              </c:pt>
              <c:pt idx="244">
                <c:v>0.4463912493185715</c:v>
              </c:pt>
              <c:pt idx="245">
                <c:v>0.4463912493185715</c:v>
              </c:pt>
              <c:pt idx="246">
                <c:v>0.4463912493185715</c:v>
              </c:pt>
              <c:pt idx="247">
                <c:v>0.4463912493185715</c:v>
              </c:pt>
              <c:pt idx="248">
                <c:v>0.4463912493185715</c:v>
              </c:pt>
              <c:pt idx="249">
                <c:v>0.4463912493185715</c:v>
              </c:pt>
              <c:pt idx="250">
                <c:v>0.4463912493185715</c:v>
              </c:pt>
              <c:pt idx="251">
                <c:v>0.4463912493185715</c:v>
              </c:pt>
              <c:pt idx="252">
                <c:v>0.4463912493185715</c:v>
              </c:pt>
              <c:pt idx="253">
                <c:v>0.4463912493185715</c:v>
              </c:pt>
              <c:pt idx="254">
                <c:v>0.4463912493185715</c:v>
              </c:pt>
              <c:pt idx="255">
                <c:v>0.4463912493185715</c:v>
              </c:pt>
              <c:pt idx="256">
                <c:v>0.4463912493185715</c:v>
              </c:pt>
              <c:pt idx="257">
                <c:v>0.4463912493185715</c:v>
              </c:pt>
              <c:pt idx="258">
                <c:v>0.4463912493185715</c:v>
              </c:pt>
              <c:pt idx="259">
                <c:v>0.4463912493185715</c:v>
              </c:pt>
              <c:pt idx="260">
                <c:v>0.4463912493185715</c:v>
              </c:pt>
              <c:pt idx="261">
                <c:v>0.4463912493185715</c:v>
              </c:pt>
              <c:pt idx="262">
                <c:v>0.4463912493185715</c:v>
              </c:pt>
              <c:pt idx="263">
                <c:v>0.4463912493185715</c:v>
              </c:pt>
              <c:pt idx="264">
                <c:v>0.4463912493185715</c:v>
              </c:pt>
              <c:pt idx="265">
                <c:v>0.4463912493185715</c:v>
              </c:pt>
              <c:pt idx="266">
                <c:v>0.4463912493185715</c:v>
              </c:pt>
              <c:pt idx="267">
                <c:v>0.4463912493185715</c:v>
              </c:pt>
              <c:pt idx="268">
                <c:v>0.4463912493185715</c:v>
              </c:pt>
              <c:pt idx="269">
                <c:v>0.4463912493185715</c:v>
              </c:pt>
              <c:pt idx="270">
                <c:v>0.4463912493185715</c:v>
              </c:pt>
              <c:pt idx="271">
                <c:v>0.4463912493185715</c:v>
              </c:pt>
              <c:pt idx="272">
                <c:v>0.4463912493185715</c:v>
              </c:pt>
              <c:pt idx="273">
                <c:v>0.4463912493185715</c:v>
              </c:pt>
              <c:pt idx="274">
                <c:v>0.4463912493185715</c:v>
              </c:pt>
              <c:pt idx="275">
                <c:v>0.4463912493185715</c:v>
              </c:pt>
              <c:pt idx="276">
                <c:v>0.4463912493185715</c:v>
              </c:pt>
              <c:pt idx="277">
                <c:v>0.4463912493185715</c:v>
              </c:pt>
              <c:pt idx="278">
                <c:v>0.4463912493185715</c:v>
              </c:pt>
              <c:pt idx="279">
                <c:v>0.4463912493185715</c:v>
              </c:pt>
              <c:pt idx="280">
                <c:v>0.4463912493185715</c:v>
              </c:pt>
              <c:pt idx="281">
                <c:v>0.4463912493185715</c:v>
              </c:pt>
              <c:pt idx="282">
                <c:v>0.4463912493185715</c:v>
              </c:pt>
              <c:pt idx="283">
                <c:v>0.4463912493185715</c:v>
              </c:pt>
              <c:pt idx="284">
                <c:v>0.4463912493185715</c:v>
              </c:pt>
              <c:pt idx="285">
                <c:v>0.4463912493185715</c:v>
              </c:pt>
              <c:pt idx="286">
                <c:v>0.4463912493185715</c:v>
              </c:pt>
              <c:pt idx="287">
                <c:v>0.4463912493185715</c:v>
              </c:pt>
              <c:pt idx="288">
                <c:v>0.4463912493185715</c:v>
              </c:pt>
              <c:pt idx="289">
                <c:v>0.4463912493185715</c:v>
              </c:pt>
              <c:pt idx="290">
                <c:v>0.4463912493185715</c:v>
              </c:pt>
              <c:pt idx="291">
                <c:v>0.4463912493185715</c:v>
              </c:pt>
              <c:pt idx="292">
                <c:v>0.4463912493185715</c:v>
              </c:pt>
              <c:pt idx="293">
                <c:v>0.4463912493185715</c:v>
              </c:pt>
              <c:pt idx="294">
                <c:v>0.4463912493185715</c:v>
              </c:pt>
              <c:pt idx="295">
                <c:v>0.4463912493185715</c:v>
              </c:pt>
              <c:pt idx="296">
                <c:v>0.4463912493185715</c:v>
              </c:pt>
              <c:pt idx="297">
                <c:v>0.4463912493185715</c:v>
              </c:pt>
              <c:pt idx="298">
                <c:v>0.4463912493185715</c:v>
              </c:pt>
              <c:pt idx="299">
                <c:v>0.4463912493185715</c:v>
              </c:pt>
              <c:pt idx="300">
                <c:v>0.4463912493185715</c:v>
              </c:pt>
              <c:pt idx="301">
                <c:v>0.4463912493185715</c:v>
              </c:pt>
              <c:pt idx="302">
                <c:v>0.4463912493185715</c:v>
              </c:pt>
              <c:pt idx="303">
                <c:v>0.4463912493185715</c:v>
              </c:pt>
              <c:pt idx="304">
                <c:v>0.4463912493185715</c:v>
              </c:pt>
              <c:pt idx="305">
                <c:v>0.4463912493185715</c:v>
              </c:pt>
              <c:pt idx="306">
                <c:v>0.4463912493185715</c:v>
              </c:pt>
              <c:pt idx="307">
                <c:v>0.4463912493185715</c:v>
              </c:pt>
              <c:pt idx="308">
                <c:v>0.4463912493185715</c:v>
              </c:pt>
              <c:pt idx="309">
                <c:v>0.4463912493185715</c:v>
              </c:pt>
              <c:pt idx="310">
                <c:v>0.4463912493185715</c:v>
              </c:pt>
              <c:pt idx="311">
                <c:v>0.4463912493185715</c:v>
              </c:pt>
              <c:pt idx="312">
                <c:v>0.4463912493185715</c:v>
              </c:pt>
              <c:pt idx="313">
                <c:v>0.4463912493185715</c:v>
              </c:pt>
              <c:pt idx="314">
                <c:v>0.4463912493185715</c:v>
              </c:pt>
              <c:pt idx="315">
                <c:v>0.4463912493185715</c:v>
              </c:pt>
              <c:pt idx="316">
                <c:v>0.4463912493185715</c:v>
              </c:pt>
              <c:pt idx="317">
                <c:v>0.4463912493185715</c:v>
              </c:pt>
              <c:pt idx="318">
                <c:v>0.4463912493185715</c:v>
              </c:pt>
              <c:pt idx="319">
                <c:v>0.4463912493185715</c:v>
              </c:pt>
              <c:pt idx="320">
                <c:v>0.4463912493185715</c:v>
              </c:pt>
              <c:pt idx="321">
                <c:v>0.4463912493185715</c:v>
              </c:pt>
              <c:pt idx="322">
                <c:v>0.4463912493185715</c:v>
              </c:pt>
              <c:pt idx="323">
                <c:v>0.4463912493185715</c:v>
              </c:pt>
              <c:pt idx="324">
                <c:v>0.4463912493185715</c:v>
              </c:pt>
              <c:pt idx="325">
                <c:v>0.4463912493185715</c:v>
              </c:pt>
              <c:pt idx="326">
                <c:v>0.4463912493185715</c:v>
              </c:pt>
              <c:pt idx="327">
                <c:v>0.4463912493185715</c:v>
              </c:pt>
              <c:pt idx="328">
                <c:v>0.4463912493185715</c:v>
              </c:pt>
              <c:pt idx="329">
                <c:v>0.4463912493185715</c:v>
              </c:pt>
              <c:pt idx="330">
                <c:v>0.4463912493185715</c:v>
              </c:pt>
              <c:pt idx="331">
                <c:v>0.4463912493185715</c:v>
              </c:pt>
              <c:pt idx="332">
                <c:v>0.4463912493185715</c:v>
              </c:pt>
              <c:pt idx="333">
                <c:v>0.4463912493185715</c:v>
              </c:pt>
              <c:pt idx="334">
                <c:v>0.4463912493185715</c:v>
              </c:pt>
              <c:pt idx="335">
                <c:v>0.4463912493185715</c:v>
              </c:pt>
              <c:pt idx="336">
                <c:v>0.4463912493185715</c:v>
              </c:pt>
              <c:pt idx="337">
                <c:v>0.4463912493185715</c:v>
              </c:pt>
              <c:pt idx="338">
                <c:v>0.4463912493185715</c:v>
              </c:pt>
              <c:pt idx="339">
                <c:v>0.4463912493185715</c:v>
              </c:pt>
              <c:pt idx="340">
                <c:v>0.4463912493185715</c:v>
              </c:pt>
              <c:pt idx="341">
                <c:v>0.4463912493185715</c:v>
              </c:pt>
              <c:pt idx="342">
                <c:v>0.4463912493185715</c:v>
              </c:pt>
              <c:pt idx="343">
                <c:v>0.4463912493185715</c:v>
              </c:pt>
              <c:pt idx="344">
                <c:v>0.4463912493185715</c:v>
              </c:pt>
              <c:pt idx="345">
                <c:v>0.4463912493185715</c:v>
              </c:pt>
              <c:pt idx="346">
                <c:v>0.4463912493185715</c:v>
              </c:pt>
              <c:pt idx="347">
                <c:v>0.4463912493185715</c:v>
              </c:pt>
              <c:pt idx="348">
                <c:v>0.4463912493185715</c:v>
              </c:pt>
              <c:pt idx="349">
                <c:v>0.4463912493185715</c:v>
              </c:pt>
              <c:pt idx="350">
                <c:v>0.4463912493185715</c:v>
              </c:pt>
              <c:pt idx="351">
                <c:v>0.4463912493185715</c:v>
              </c:pt>
              <c:pt idx="352">
                <c:v>0.4463912493185715</c:v>
              </c:pt>
              <c:pt idx="353">
                <c:v>0.4463912493185715</c:v>
              </c:pt>
              <c:pt idx="354">
                <c:v>0.4463912493185715</c:v>
              </c:pt>
              <c:pt idx="355">
                <c:v>0.4463912493185715</c:v>
              </c:pt>
              <c:pt idx="356">
                <c:v>0.4463912493185715</c:v>
              </c:pt>
              <c:pt idx="357">
                <c:v>0.4463912493185715</c:v>
              </c:pt>
              <c:pt idx="358">
                <c:v>0.4463912493185715</c:v>
              </c:pt>
              <c:pt idx="359">
                <c:v>0.4463912493185715</c:v>
              </c:pt>
              <c:pt idx="360">
                <c:v>0.4463912493185715</c:v>
              </c:pt>
              <c:pt idx="361">
                <c:v>0.4463912493185715</c:v>
              </c:pt>
              <c:pt idx="362">
                <c:v>0.4463912493185715</c:v>
              </c:pt>
              <c:pt idx="363">
                <c:v>0.4463912493185715</c:v>
              </c:pt>
              <c:pt idx="364">
                <c:v>0.4463912493185715</c:v>
              </c:pt>
              <c:pt idx="365">
                <c:v>0.4463912493185715</c:v>
              </c:pt>
              <c:pt idx="366">
                <c:v>0.4463912493185715</c:v>
              </c:pt>
              <c:pt idx="367">
                <c:v>0.4463912493185715</c:v>
              </c:pt>
              <c:pt idx="368">
                <c:v>0.4463912493185715</c:v>
              </c:pt>
              <c:pt idx="369">
                <c:v>0.4463912493185715</c:v>
              </c:pt>
              <c:pt idx="370">
                <c:v>0.4463912493185715</c:v>
              </c:pt>
              <c:pt idx="371">
                <c:v>0.4463912493185715</c:v>
              </c:pt>
              <c:pt idx="372">
                <c:v>0.4463912493185715</c:v>
              </c:pt>
              <c:pt idx="373">
                <c:v>0.4463912493185715</c:v>
              </c:pt>
              <c:pt idx="374">
                <c:v>0.4463912493185715</c:v>
              </c:pt>
              <c:pt idx="375">
                <c:v>0.4463912493185715</c:v>
              </c:pt>
              <c:pt idx="376">
                <c:v>0.4463912493185715</c:v>
              </c:pt>
              <c:pt idx="377">
                <c:v>0.4463912493185715</c:v>
              </c:pt>
              <c:pt idx="378">
                <c:v>0.4463912493185715</c:v>
              </c:pt>
              <c:pt idx="379">
                <c:v>0.4463912493185715</c:v>
              </c:pt>
              <c:pt idx="380">
                <c:v>0.4463912493185715</c:v>
              </c:pt>
              <c:pt idx="381">
                <c:v>0.4463912493185715</c:v>
              </c:pt>
              <c:pt idx="382">
                <c:v>0.4463912493185715</c:v>
              </c:pt>
              <c:pt idx="383">
                <c:v>0.4463912493185715</c:v>
              </c:pt>
              <c:pt idx="384">
                <c:v>0.4463912493185715</c:v>
              </c:pt>
              <c:pt idx="385">
                <c:v>0.4463912493185715</c:v>
              </c:pt>
              <c:pt idx="386">
                <c:v>0.4463912493185715</c:v>
              </c:pt>
              <c:pt idx="387">
                <c:v>0.4463912493185715</c:v>
              </c:pt>
              <c:pt idx="388">
                <c:v>0.4463912493185715</c:v>
              </c:pt>
              <c:pt idx="389">
                <c:v>0.4463912493185715</c:v>
              </c:pt>
              <c:pt idx="390">
                <c:v>0.4463912493185715</c:v>
              </c:pt>
              <c:pt idx="391">
                <c:v>0.4463912493185715</c:v>
              </c:pt>
              <c:pt idx="392">
                <c:v>0.4463912493185715</c:v>
              </c:pt>
              <c:pt idx="393">
                <c:v>0.4463912493185715</c:v>
              </c:pt>
              <c:pt idx="394">
                <c:v>0.4463912493185715</c:v>
              </c:pt>
              <c:pt idx="395">
                <c:v>0.4463912493185715</c:v>
              </c:pt>
              <c:pt idx="396">
                <c:v>0.4463912493185715</c:v>
              </c:pt>
              <c:pt idx="397">
                <c:v>0.4463912493185715</c:v>
              </c:pt>
              <c:pt idx="398">
                <c:v>0.4463912493185715</c:v>
              </c:pt>
              <c:pt idx="399">
                <c:v>0.4463912493185715</c:v>
              </c:pt>
              <c:pt idx="400">
                <c:v>0.4463912493185715</c:v>
              </c:pt>
              <c:pt idx="401">
                <c:v>0.4463912493185715</c:v>
              </c:pt>
              <c:pt idx="402">
                <c:v>0.4463912493185715</c:v>
              </c:pt>
              <c:pt idx="403">
                <c:v>0.4463912493185715</c:v>
              </c:pt>
              <c:pt idx="404">
                <c:v>0.4463912493185715</c:v>
              </c:pt>
              <c:pt idx="405">
                <c:v>0.4463912493185715</c:v>
              </c:pt>
              <c:pt idx="406">
                <c:v>0.4463912493185715</c:v>
              </c:pt>
              <c:pt idx="407">
                <c:v>0.4463912493185715</c:v>
              </c:pt>
              <c:pt idx="408">
                <c:v>0.4463912493185715</c:v>
              </c:pt>
              <c:pt idx="409">
                <c:v>0.4463912493185715</c:v>
              </c:pt>
              <c:pt idx="410">
                <c:v>0.4463912493185715</c:v>
              </c:pt>
              <c:pt idx="411">
                <c:v>0.4463912493185715</c:v>
              </c:pt>
              <c:pt idx="412">
                <c:v>0.4463912493185715</c:v>
              </c:pt>
              <c:pt idx="413">
                <c:v>0.4463912493185715</c:v>
              </c:pt>
              <c:pt idx="414">
                <c:v>0.4463912493185715</c:v>
              </c:pt>
              <c:pt idx="415">
                <c:v>0.4463912493185715</c:v>
              </c:pt>
              <c:pt idx="416">
                <c:v>0.4463912493185715</c:v>
              </c:pt>
              <c:pt idx="417">
                <c:v>0.4463912493185715</c:v>
              </c:pt>
              <c:pt idx="418">
                <c:v>0.4463912493185715</c:v>
              </c:pt>
              <c:pt idx="419">
                <c:v>0.4463912493185715</c:v>
              </c:pt>
              <c:pt idx="420">
                <c:v>0.4463912493185715</c:v>
              </c:pt>
              <c:pt idx="421">
                <c:v>0.4463912493185715</c:v>
              </c:pt>
              <c:pt idx="422">
                <c:v>0.4463912493185715</c:v>
              </c:pt>
              <c:pt idx="423">
                <c:v>0.4463912493185715</c:v>
              </c:pt>
              <c:pt idx="424">
                <c:v>0.4463912493185715</c:v>
              </c:pt>
              <c:pt idx="425">
                <c:v>0.4463912493185715</c:v>
              </c:pt>
              <c:pt idx="426">
                <c:v>0.4463912493185715</c:v>
              </c:pt>
              <c:pt idx="427">
                <c:v>0.4463912493185715</c:v>
              </c:pt>
              <c:pt idx="428">
                <c:v>0.4463912493185715</c:v>
              </c:pt>
              <c:pt idx="429">
                <c:v>0.4463912493185715</c:v>
              </c:pt>
              <c:pt idx="430">
                <c:v>0.4463912493185715</c:v>
              </c:pt>
              <c:pt idx="431">
                <c:v>0.4463912493185715</c:v>
              </c:pt>
              <c:pt idx="432">
                <c:v>0.4463912493185715</c:v>
              </c:pt>
              <c:pt idx="433">
                <c:v>0.4463912493185715</c:v>
              </c:pt>
              <c:pt idx="434">
                <c:v>0.4463912493185715</c:v>
              </c:pt>
              <c:pt idx="435">
                <c:v>0.4463912493185715</c:v>
              </c:pt>
              <c:pt idx="436">
                <c:v>0.4463912493185715</c:v>
              </c:pt>
              <c:pt idx="437">
                <c:v>0.4463912493185715</c:v>
              </c:pt>
              <c:pt idx="438">
                <c:v>0.4463912493185715</c:v>
              </c:pt>
              <c:pt idx="439">
                <c:v>0.4463912493185715</c:v>
              </c:pt>
              <c:pt idx="440">
                <c:v>0.4463912493185715</c:v>
              </c:pt>
              <c:pt idx="441">
                <c:v>0.4463912493185715</c:v>
              </c:pt>
              <c:pt idx="442">
                <c:v>0.4463912493185715</c:v>
              </c:pt>
              <c:pt idx="443">
                <c:v>0.4463912493185715</c:v>
              </c:pt>
              <c:pt idx="444">
                <c:v>0.4463912493185715</c:v>
              </c:pt>
              <c:pt idx="445">
                <c:v>0.4463912493185715</c:v>
              </c:pt>
              <c:pt idx="446">
                <c:v>0.4463912493185715</c:v>
              </c:pt>
              <c:pt idx="447">
                <c:v>0.4463912493185715</c:v>
              </c:pt>
            </c:numLit>
          </c:yVal>
          <c:smooth val="0"/>
        </c:ser>
        <c:ser>
          <c:idx val="5"/>
          <c:order val="5"/>
          <c:tx>
            <c:v>Same-order filling improvement</c:v>
          </c:tx>
          <c:spPr>
            <a:noFill xmlns:a="http://schemas.openxmlformats.org/drawingml/2006/main"/>
            <a:ln xmlns:a="http://schemas.openxmlformats.org/drawingml/2006/main" w="7620">
              <a:solidFill>
                <a:srgbClr val="009E73"/>
              </a:solidFill>
              <a:prstDash val="solid"/>
            </a:ln>
          </c:spPr>
          <c:marker>
            <c:symbol val="none"/>
            <c:size val="7"/>
            <c:spPr>
              <a:solidFill xmlns:a="http://schemas.openxmlformats.org/drawingml/2006/main">
                <a:srgbClr val="009E73"/>
              </a:solidFill>
            </c:spPr>
          </c:marker>
          <c:xVal>
            <c:numLit>
              <c:formatCode>General</c:formatCode>
              <c:ptCount val="448"/>
              <c:pt idx="0">
                <c:v>52.584009839800494</c:v>
              </c:pt>
              <c:pt idx="1">
                <c:v>52.915805318924114</c:v>
              </c:pt>
              <c:pt idx="2">
                <c:v>52.915805318924114</c:v>
              </c:pt>
              <c:pt idx="3">
                <c:v>52.915805318924114</c:v>
              </c:pt>
              <c:pt idx="4">
                <c:v>52.915805318924114</c:v>
              </c:pt>
              <c:pt idx="5">
                <c:v>52.915805318924114</c:v>
              </c:pt>
              <c:pt idx="6">
                <c:v>52.915805318924114</c:v>
              </c:pt>
              <c:pt idx="7">
                <c:v>52.915805318924114</c:v>
              </c:pt>
              <c:pt idx="8">
                <c:v>52.915805318924114</c:v>
              </c:pt>
              <c:pt idx="9">
                <c:v>52.915805318924114</c:v>
              </c:pt>
              <c:pt idx="10">
                <c:v>52.915805318924114</c:v>
              </c:pt>
              <c:pt idx="11">
                <c:v>52.915805318924114</c:v>
              </c:pt>
              <c:pt idx="12">
                <c:v>52.915805318924114</c:v>
              </c:pt>
              <c:pt idx="13">
                <c:v>52.915805318924114</c:v>
              </c:pt>
              <c:pt idx="14">
                <c:v>52.915805318924114</c:v>
              </c:pt>
              <c:pt idx="15">
                <c:v>52.915805318924114</c:v>
              </c:pt>
              <c:pt idx="16">
                <c:v>52.915805318924114</c:v>
              </c:pt>
              <c:pt idx="17">
                <c:v>52.915805318924114</c:v>
              </c:pt>
              <c:pt idx="18">
                <c:v>52.915805318924114</c:v>
              </c:pt>
              <c:pt idx="19">
                <c:v>52.915805318924114</c:v>
              </c:pt>
              <c:pt idx="20">
                <c:v>52.915805318924114</c:v>
              </c:pt>
              <c:pt idx="21">
                <c:v>52.915805318924114</c:v>
              </c:pt>
              <c:pt idx="22">
                <c:v>52.915805318924114</c:v>
              </c:pt>
              <c:pt idx="23">
                <c:v>52.915805318924114</c:v>
              </c:pt>
              <c:pt idx="24">
                <c:v>52.915805318924114</c:v>
              </c:pt>
              <c:pt idx="25">
                <c:v>52.915805318924114</c:v>
              </c:pt>
              <c:pt idx="26">
                <c:v>52.915805318924114</c:v>
              </c:pt>
              <c:pt idx="27">
                <c:v>52.915805318924114</c:v>
              </c:pt>
              <c:pt idx="28">
                <c:v>52.915805318924114</c:v>
              </c:pt>
              <c:pt idx="29">
                <c:v>52.915805318924114</c:v>
              </c:pt>
              <c:pt idx="30">
                <c:v>52.915805318924114</c:v>
              </c:pt>
              <c:pt idx="31">
                <c:v>52.915805318924114</c:v>
              </c:pt>
              <c:pt idx="32">
                <c:v>52.915805318924114</c:v>
              </c:pt>
              <c:pt idx="33">
                <c:v>52.915805318924114</c:v>
              </c:pt>
              <c:pt idx="34">
                <c:v>52.915805318924114</c:v>
              </c:pt>
              <c:pt idx="35">
                <c:v>52.915805318924114</c:v>
              </c:pt>
              <c:pt idx="36">
                <c:v>52.915805318924114</c:v>
              </c:pt>
              <c:pt idx="37">
                <c:v>52.915805318924114</c:v>
              </c:pt>
              <c:pt idx="38">
                <c:v>52.915805318924114</c:v>
              </c:pt>
              <c:pt idx="39">
                <c:v>52.915805318924114</c:v>
              </c:pt>
              <c:pt idx="40">
                <c:v>52.915805318924114</c:v>
              </c:pt>
              <c:pt idx="41">
                <c:v>52.915805318924114</c:v>
              </c:pt>
              <c:pt idx="42">
                <c:v>52.915805318924114</c:v>
              </c:pt>
              <c:pt idx="43">
                <c:v>52.915805318924114</c:v>
              </c:pt>
              <c:pt idx="44">
                <c:v>52.915805318924114</c:v>
              </c:pt>
              <c:pt idx="45">
                <c:v>52.915805318924114</c:v>
              </c:pt>
              <c:pt idx="46">
                <c:v>52.915805318924114</c:v>
              </c:pt>
              <c:pt idx="47">
                <c:v>52.915805318924114</c:v>
              </c:pt>
              <c:pt idx="48">
                <c:v>52.915805318924114</c:v>
              </c:pt>
              <c:pt idx="49">
                <c:v>52.915805318924114</c:v>
              </c:pt>
              <c:pt idx="50">
                <c:v>52.915805318924114</c:v>
              </c:pt>
              <c:pt idx="51">
                <c:v>52.915805318924114</c:v>
              </c:pt>
              <c:pt idx="52">
                <c:v>52.915805318924114</c:v>
              </c:pt>
              <c:pt idx="53">
                <c:v>52.915805318924114</c:v>
              </c:pt>
              <c:pt idx="54">
                <c:v>52.915805318924114</c:v>
              </c:pt>
              <c:pt idx="55">
                <c:v>52.915805318924114</c:v>
              </c:pt>
              <c:pt idx="56">
                <c:v>52.915805318924114</c:v>
              </c:pt>
              <c:pt idx="57">
                <c:v>52.915805318924114</c:v>
              </c:pt>
              <c:pt idx="58">
                <c:v>52.915805318924114</c:v>
              </c:pt>
              <c:pt idx="59">
                <c:v>52.915805318924114</c:v>
              </c:pt>
              <c:pt idx="60">
                <c:v>52.915805318924114</c:v>
              </c:pt>
              <c:pt idx="61">
                <c:v>52.915805318924114</c:v>
              </c:pt>
              <c:pt idx="62">
                <c:v>52.915805318924114</c:v>
              </c:pt>
              <c:pt idx="63">
                <c:v>52.915805318924114</c:v>
              </c:pt>
              <c:pt idx="64">
                <c:v>52.915805318924114</c:v>
              </c:pt>
              <c:pt idx="65">
                <c:v>52.915805318924114</c:v>
              </c:pt>
              <c:pt idx="66">
                <c:v>52.915805318924114</c:v>
              </c:pt>
              <c:pt idx="67">
                <c:v>52.915805318924114</c:v>
              </c:pt>
              <c:pt idx="68">
                <c:v>52.915805318924114</c:v>
              </c:pt>
              <c:pt idx="69">
                <c:v>52.915805318924114</c:v>
              </c:pt>
              <c:pt idx="70">
                <c:v>52.915805318924114</c:v>
              </c:pt>
              <c:pt idx="71">
                <c:v>52.915805318924114</c:v>
              </c:pt>
              <c:pt idx="72">
                <c:v>52.915805318924114</c:v>
              </c:pt>
              <c:pt idx="73">
                <c:v>52.915805318924114</c:v>
              </c:pt>
              <c:pt idx="74">
                <c:v>52.915805318924114</c:v>
              </c:pt>
              <c:pt idx="75">
                <c:v>52.915805318924114</c:v>
              </c:pt>
              <c:pt idx="76">
                <c:v>52.915805318924114</c:v>
              </c:pt>
              <c:pt idx="77">
                <c:v>52.915805318924114</c:v>
              </c:pt>
              <c:pt idx="78">
                <c:v>52.915805318924114</c:v>
              </c:pt>
              <c:pt idx="79">
                <c:v>52.915805318924114</c:v>
              </c:pt>
              <c:pt idx="80">
                <c:v>52.915805318924114</c:v>
              </c:pt>
              <c:pt idx="81">
                <c:v>52.915805318924114</c:v>
              </c:pt>
              <c:pt idx="82">
                <c:v>52.915805318924114</c:v>
              </c:pt>
              <c:pt idx="83">
                <c:v>52.915805318924114</c:v>
              </c:pt>
              <c:pt idx="84">
                <c:v>52.915805318924114</c:v>
              </c:pt>
              <c:pt idx="85">
                <c:v>52.915805318924114</c:v>
              </c:pt>
              <c:pt idx="86">
                <c:v>52.915805318924114</c:v>
              </c:pt>
              <c:pt idx="87">
                <c:v>52.915805318924114</c:v>
              </c:pt>
              <c:pt idx="88">
                <c:v>52.915805318924114</c:v>
              </c:pt>
              <c:pt idx="89">
                <c:v>52.915805318924114</c:v>
              </c:pt>
              <c:pt idx="90">
                <c:v>52.915805318924114</c:v>
              </c:pt>
              <c:pt idx="91">
                <c:v>52.915805318924114</c:v>
              </c:pt>
              <c:pt idx="92">
                <c:v>52.915805318924114</c:v>
              </c:pt>
              <c:pt idx="93">
                <c:v>52.915805318924114</c:v>
              </c:pt>
              <c:pt idx="94">
                <c:v>52.915805318924114</c:v>
              </c:pt>
              <c:pt idx="95">
                <c:v>52.915805318924114</c:v>
              </c:pt>
              <c:pt idx="96">
                <c:v>52.915805318924114</c:v>
              </c:pt>
              <c:pt idx="97">
                <c:v>52.915805318924114</c:v>
              </c:pt>
              <c:pt idx="98">
                <c:v>52.915805318924114</c:v>
              </c:pt>
              <c:pt idx="99">
                <c:v>52.915805318924114</c:v>
              </c:pt>
              <c:pt idx="100">
                <c:v>52.915805318924114</c:v>
              </c:pt>
              <c:pt idx="101">
                <c:v>52.915805318924114</c:v>
              </c:pt>
              <c:pt idx="102">
                <c:v>52.915805318924114</c:v>
              </c:pt>
              <c:pt idx="103">
                <c:v>52.915805318924114</c:v>
              </c:pt>
              <c:pt idx="104">
                <c:v>52.915805318924114</c:v>
              </c:pt>
              <c:pt idx="105">
                <c:v>52.915805318924114</c:v>
              </c:pt>
              <c:pt idx="106">
                <c:v>52.915805318924114</c:v>
              </c:pt>
              <c:pt idx="107">
                <c:v>52.915805318924114</c:v>
              </c:pt>
              <c:pt idx="108">
                <c:v>52.915805318924114</c:v>
              </c:pt>
              <c:pt idx="109">
                <c:v>52.915805318924114</c:v>
              </c:pt>
              <c:pt idx="110">
                <c:v>52.915805318924114</c:v>
              </c:pt>
              <c:pt idx="111">
                <c:v>52.915805318924114</c:v>
              </c:pt>
              <c:pt idx="112">
                <c:v>52.915805318924114</c:v>
              </c:pt>
              <c:pt idx="113">
                <c:v>52.915805318924114</c:v>
              </c:pt>
              <c:pt idx="114">
                <c:v>52.915805318924114</c:v>
              </c:pt>
              <c:pt idx="115">
                <c:v>52.915805318924114</c:v>
              </c:pt>
              <c:pt idx="116">
                <c:v>52.915805318924114</c:v>
              </c:pt>
              <c:pt idx="117">
                <c:v>52.915805318924114</c:v>
              </c:pt>
              <c:pt idx="118">
                <c:v>52.915805318924114</c:v>
              </c:pt>
              <c:pt idx="119">
                <c:v>52.915805318924114</c:v>
              </c:pt>
              <c:pt idx="120">
                <c:v>52.915805318924114</c:v>
              </c:pt>
              <c:pt idx="121">
                <c:v>52.915805318924114</c:v>
              </c:pt>
              <c:pt idx="122">
                <c:v>52.915805318924114</c:v>
              </c:pt>
              <c:pt idx="123">
                <c:v>52.915805318924114</c:v>
              </c:pt>
              <c:pt idx="124">
                <c:v>52.915805318924114</c:v>
              </c:pt>
              <c:pt idx="125">
                <c:v>52.915805318924114</c:v>
              </c:pt>
              <c:pt idx="126">
                <c:v>52.915805318924114</c:v>
              </c:pt>
              <c:pt idx="127">
                <c:v>52.915805318924114</c:v>
              </c:pt>
              <c:pt idx="128">
                <c:v>52.915805318924114</c:v>
              </c:pt>
              <c:pt idx="129">
                <c:v>52.915805318924114</c:v>
              </c:pt>
              <c:pt idx="130">
                <c:v>52.915805318924114</c:v>
              </c:pt>
              <c:pt idx="131">
                <c:v>52.915805318924114</c:v>
              </c:pt>
              <c:pt idx="132">
                <c:v>52.915805318924114</c:v>
              </c:pt>
              <c:pt idx="133">
                <c:v>52.915805318924114</c:v>
              </c:pt>
              <c:pt idx="134">
                <c:v>52.915805318924114</c:v>
              </c:pt>
              <c:pt idx="135">
                <c:v>52.915805318924114</c:v>
              </c:pt>
              <c:pt idx="136">
                <c:v>52.915805318924114</c:v>
              </c:pt>
              <c:pt idx="137">
                <c:v>52.915805318924114</c:v>
              </c:pt>
              <c:pt idx="138">
                <c:v>52.915805318924114</c:v>
              </c:pt>
              <c:pt idx="139">
                <c:v>52.915805318924114</c:v>
              </c:pt>
              <c:pt idx="140">
                <c:v>52.915805318924114</c:v>
              </c:pt>
              <c:pt idx="141">
                <c:v>52.915805318924114</c:v>
              </c:pt>
              <c:pt idx="142">
                <c:v>52.915805318924114</c:v>
              </c:pt>
              <c:pt idx="143">
                <c:v>52.915805318924114</c:v>
              </c:pt>
              <c:pt idx="144">
                <c:v>52.915805318924114</c:v>
              </c:pt>
              <c:pt idx="145">
                <c:v>52.915805318924114</c:v>
              </c:pt>
              <c:pt idx="146">
                <c:v>52.915805318924114</c:v>
              </c:pt>
              <c:pt idx="147">
                <c:v>52.915805318924114</c:v>
              </c:pt>
              <c:pt idx="148">
                <c:v>52.915805318924114</c:v>
              </c:pt>
              <c:pt idx="149">
                <c:v>52.915805318924114</c:v>
              </c:pt>
              <c:pt idx="150">
                <c:v>52.915805318924114</c:v>
              </c:pt>
              <c:pt idx="151">
                <c:v>52.915805318924114</c:v>
              </c:pt>
              <c:pt idx="152">
                <c:v>52.915805318924114</c:v>
              </c:pt>
              <c:pt idx="153">
                <c:v>52.915805318924114</c:v>
              </c:pt>
              <c:pt idx="154">
                <c:v>52.915805318924114</c:v>
              </c:pt>
              <c:pt idx="155">
                <c:v>52.915805318924114</c:v>
              </c:pt>
              <c:pt idx="156">
                <c:v>52.915805318924114</c:v>
              </c:pt>
              <c:pt idx="157">
                <c:v>52.915805318924114</c:v>
              </c:pt>
              <c:pt idx="158">
                <c:v>52.915805318924114</c:v>
              </c:pt>
              <c:pt idx="159">
                <c:v>52.915805318924114</c:v>
              </c:pt>
              <c:pt idx="160">
                <c:v>52.915805318924114</c:v>
              </c:pt>
              <c:pt idx="161">
                <c:v>52.915805318924114</c:v>
              </c:pt>
              <c:pt idx="162">
                <c:v>52.915805318924114</c:v>
              </c:pt>
              <c:pt idx="163">
                <c:v>52.915805318924114</c:v>
              </c:pt>
              <c:pt idx="164">
                <c:v>52.915805318924114</c:v>
              </c:pt>
              <c:pt idx="165">
                <c:v>52.915805318924114</c:v>
              </c:pt>
              <c:pt idx="166">
                <c:v>52.915805318924114</c:v>
              </c:pt>
              <c:pt idx="167">
                <c:v>52.915805318924114</c:v>
              </c:pt>
              <c:pt idx="168">
                <c:v>52.915805318924114</c:v>
              </c:pt>
              <c:pt idx="169">
                <c:v>52.915805318924114</c:v>
              </c:pt>
              <c:pt idx="170">
                <c:v>52.915805318924114</c:v>
              </c:pt>
              <c:pt idx="171">
                <c:v>52.915805318924114</c:v>
              </c:pt>
              <c:pt idx="172">
                <c:v>52.915805318924114</c:v>
              </c:pt>
              <c:pt idx="173">
                <c:v>52.915805318924114</c:v>
              </c:pt>
              <c:pt idx="174">
                <c:v>52.915805318924114</c:v>
              </c:pt>
              <c:pt idx="175">
                <c:v>52.915805318924114</c:v>
              </c:pt>
              <c:pt idx="176">
                <c:v>52.915805318924114</c:v>
              </c:pt>
              <c:pt idx="177">
                <c:v>52.915805318924114</c:v>
              </c:pt>
              <c:pt idx="178">
                <c:v>52.915805318924114</c:v>
              </c:pt>
              <c:pt idx="179">
                <c:v>52.915805318924114</c:v>
              </c:pt>
              <c:pt idx="180">
                <c:v>52.915805318924114</c:v>
              </c:pt>
              <c:pt idx="181">
                <c:v>52.915805318924114</c:v>
              </c:pt>
              <c:pt idx="182">
                <c:v>52.915805318924114</c:v>
              </c:pt>
              <c:pt idx="183">
                <c:v>52.915805318924114</c:v>
              </c:pt>
              <c:pt idx="184">
                <c:v>52.915805318924114</c:v>
              </c:pt>
              <c:pt idx="185">
                <c:v>52.915805318924114</c:v>
              </c:pt>
              <c:pt idx="186">
                <c:v>52.915805318924114</c:v>
              </c:pt>
              <c:pt idx="187">
                <c:v>52.915805318924114</c:v>
              </c:pt>
              <c:pt idx="188">
                <c:v>52.915805318924114</c:v>
              </c:pt>
              <c:pt idx="189">
                <c:v>52.915805318924114</c:v>
              </c:pt>
              <c:pt idx="190">
                <c:v>52.915805318924114</c:v>
              </c:pt>
              <c:pt idx="191">
                <c:v>52.915805318924114</c:v>
              </c:pt>
              <c:pt idx="192">
                <c:v>52.915805318924114</c:v>
              </c:pt>
              <c:pt idx="193">
                <c:v>52.915805318924114</c:v>
              </c:pt>
              <c:pt idx="194">
                <c:v>52.915805318924114</c:v>
              </c:pt>
              <c:pt idx="195">
                <c:v>52.915805318924114</c:v>
              </c:pt>
              <c:pt idx="196">
                <c:v>52.915805318924114</c:v>
              </c:pt>
              <c:pt idx="197">
                <c:v>52.915805318924114</c:v>
              </c:pt>
              <c:pt idx="198">
                <c:v>52.915805318924114</c:v>
              </c:pt>
              <c:pt idx="199">
                <c:v>52.915805318924114</c:v>
              </c:pt>
              <c:pt idx="200">
                <c:v>52.915805318924114</c:v>
              </c:pt>
              <c:pt idx="201">
                <c:v>52.915805318924114</c:v>
              </c:pt>
              <c:pt idx="202">
                <c:v>52.915805318924114</c:v>
              </c:pt>
              <c:pt idx="203">
                <c:v>52.915805318924114</c:v>
              </c:pt>
              <c:pt idx="204">
                <c:v>52.915805318924114</c:v>
              </c:pt>
              <c:pt idx="205">
                <c:v>52.915805318924114</c:v>
              </c:pt>
              <c:pt idx="206">
                <c:v>52.915805318924114</c:v>
              </c:pt>
              <c:pt idx="207">
                <c:v>52.915805318924114</c:v>
              </c:pt>
              <c:pt idx="208">
                <c:v>52.915805318924114</c:v>
              </c:pt>
              <c:pt idx="209">
                <c:v>52.915805318924114</c:v>
              </c:pt>
              <c:pt idx="210">
                <c:v>52.915805318924114</c:v>
              </c:pt>
              <c:pt idx="211">
                <c:v>52.915805318924114</c:v>
              </c:pt>
              <c:pt idx="212">
                <c:v>52.915805318924114</c:v>
              </c:pt>
              <c:pt idx="213">
                <c:v>52.915805318924114</c:v>
              </c:pt>
              <c:pt idx="214">
                <c:v>52.915805318924114</c:v>
              </c:pt>
              <c:pt idx="215">
                <c:v>52.915805318924114</c:v>
              </c:pt>
              <c:pt idx="216">
                <c:v>52.915805318924114</c:v>
              </c:pt>
              <c:pt idx="217">
                <c:v>52.915805318924114</c:v>
              </c:pt>
              <c:pt idx="218">
                <c:v>52.915805318924114</c:v>
              </c:pt>
              <c:pt idx="219">
                <c:v>52.915805318924114</c:v>
              </c:pt>
              <c:pt idx="220">
                <c:v>52.915805318924114</c:v>
              </c:pt>
              <c:pt idx="221">
                <c:v>52.915805318924114</c:v>
              </c:pt>
              <c:pt idx="222">
                <c:v>52.915805318924114</c:v>
              </c:pt>
              <c:pt idx="223">
                <c:v>52.915805318924114</c:v>
              </c:pt>
              <c:pt idx="224">
                <c:v>52.915805318924114</c:v>
              </c:pt>
              <c:pt idx="225">
                <c:v>52.915805318924114</c:v>
              </c:pt>
              <c:pt idx="226">
                <c:v>52.915805318924114</c:v>
              </c:pt>
              <c:pt idx="227">
                <c:v>52.915805318924114</c:v>
              </c:pt>
              <c:pt idx="228">
                <c:v>52.915805318924114</c:v>
              </c:pt>
              <c:pt idx="229">
                <c:v>52.915805318924114</c:v>
              </c:pt>
              <c:pt idx="230">
                <c:v>52.915805318924114</c:v>
              </c:pt>
              <c:pt idx="231">
                <c:v>52.915805318924114</c:v>
              </c:pt>
              <c:pt idx="232">
                <c:v>52.915805318924114</c:v>
              </c:pt>
              <c:pt idx="233">
                <c:v>52.915805318924114</c:v>
              </c:pt>
              <c:pt idx="234">
                <c:v>52.915805318924114</c:v>
              </c:pt>
              <c:pt idx="235">
                <c:v>52.915805318924114</c:v>
              </c:pt>
              <c:pt idx="236">
                <c:v>52.915805318924114</c:v>
              </c:pt>
              <c:pt idx="237">
                <c:v>52.915805318924114</c:v>
              </c:pt>
              <c:pt idx="238">
                <c:v>52.915805318924114</c:v>
              </c:pt>
              <c:pt idx="239">
                <c:v>52.915805318924114</c:v>
              </c:pt>
              <c:pt idx="240">
                <c:v>52.915805318924114</c:v>
              </c:pt>
              <c:pt idx="241">
                <c:v>52.915805318924114</c:v>
              </c:pt>
              <c:pt idx="242">
                <c:v>52.915805318924114</c:v>
              </c:pt>
              <c:pt idx="243">
                <c:v>52.915805318924114</c:v>
              </c:pt>
              <c:pt idx="244">
                <c:v>52.915805318924114</c:v>
              </c:pt>
              <c:pt idx="245">
                <c:v>52.915805318924114</c:v>
              </c:pt>
              <c:pt idx="246">
                <c:v>52.915805318924114</c:v>
              </c:pt>
              <c:pt idx="247">
                <c:v>52.915805318924114</c:v>
              </c:pt>
              <c:pt idx="248">
                <c:v>52.915805318924114</c:v>
              </c:pt>
              <c:pt idx="249">
                <c:v>52.915805318924114</c:v>
              </c:pt>
              <c:pt idx="250">
                <c:v>52.915805318924114</c:v>
              </c:pt>
              <c:pt idx="251">
                <c:v>52.915805318924114</c:v>
              </c:pt>
              <c:pt idx="252">
                <c:v>52.915805318924114</c:v>
              </c:pt>
              <c:pt idx="253">
                <c:v>52.915805318924114</c:v>
              </c:pt>
              <c:pt idx="254">
                <c:v>52.915805318924114</c:v>
              </c:pt>
              <c:pt idx="255">
                <c:v>52.915805318924114</c:v>
              </c:pt>
              <c:pt idx="256">
                <c:v>52.915805318924114</c:v>
              </c:pt>
              <c:pt idx="257">
                <c:v>52.915805318924114</c:v>
              </c:pt>
              <c:pt idx="258">
                <c:v>52.915805318924114</c:v>
              </c:pt>
              <c:pt idx="259">
                <c:v>52.915805318924114</c:v>
              </c:pt>
              <c:pt idx="260">
                <c:v>52.915805318924114</c:v>
              </c:pt>
              <c:pt idx="261">
                <c:v>52.915805318924114</c:v>
              </c:pt>
              <c:pt idx="262">
                <c:v>52.915805318924114</c:v>
              </c:pt>
              <c:pt idx="263">
                <c:v>52.915805318924114</c:v>
              </c:pt>
              <c:pt idx="264">
                <c:v>52.915805318924114</c:v>
              </c:pt>
              <c:pt idx="265">
                <c:v>52.915805318924114</c:v>
              </c:pt>
              <c:pt idx="266">
                <c:v>52.915805318924114</c:v>
              </c:pt>
              <c:pt idx="267">
                <c:v>52.915805318924114</c:v>
              </c:pt>
              <c:pt idx="268">
                <c:v>52.915805318924114</c:v>
              </c:pt>
              <c:pt idx="269">
                <c:v>52.915805318924114</c:v>
              </c:pt>
              <c:pt idx="270">
                <c:v>52.915805318924114</c:v>
              </c:pt>
              <c:pt idx="271">
                <c:v>52.915805318924114</c:v>
              </c:pt>
              <c:pt idx="272">
                <c:v>52.915805318924114</c:v>
              </c:pt>
              <c:pt idx="273">
                <c:v>52.915805318924114</c:v>
              </c:pt>
              <c:pt idx="274">
                <c:v>52.915805318924114</c:v>
              </c:pt>
              <c:pt idx="275">
                <c:v>52.915805318924114</c:v>
              </c:pt>
              <c:pt idx="276">
                <c:v>52.915805318924114</c:v>
              </c:pt>
              <c:pt idx="277">
                <c:v>52.915805318924114</c:v>
              </c:pt>
              <c:pt idx="278">
                <c:v>52.915805318924114</c:v>
              </c:pt>
              <c:pt idx="279">
                <c:v>52.915805318924114</c:v>
              </c:pt>
              <c:pt idx="280">
                <c:v>52.915805318924114</c:v>
              </c:pt>
              <c:pt idx="281">
                <c:v>52.915805318924114</c:v>
              </c:pt>
              <c:pt idx="282">
                <c:v>52.915805318924114</c:v>
              </c:pt>
              <c:pt idx="283">
                <c:v>52.915805318924114</c:v>
              </c:pt>
              <c:pt idx="284">
                <c:v>52.915805318924114</c:v>
              </c:pt>
              <c:pt idx="285">
                <c:v>52.915805318924114</c:v>
              </c:pt>
              <c:pt idx="286">
                <c:v>52.915805318924114</c:v>
              </c:pt>
              <c:pt idx="287">
                <c:v>52.915805318924114</c:v>
              </c:pt>
              <c:pt idx="288">
                <c:v>52.915805318924114</c:v>
              </c:pt>
              <c:pt idx="289">
                <c:v>52.915805318924114</c:v>
              </c:pt>
              <c:pt idx="290">
                <c:v>52.915805318924114</c:v>
              </c:pt>
              <c:pt idx="291">
                <c:v>52.915805318924114</c:v>
              </c:pt>
              <c:pt idx="292">
                <c:v>52.915805318924114</c:v>
              </c:pt>
              <c:pt idx="293">
                <c:v>52.915805318924114</c:v>
              </c:pt>
              <c:pt idx="294">
                <c:v>52.915805318924114</c:v>
              </c:pt>
              <c:pt idx="295">
                <c:v>52.915805318924114</c:v>
              </c:pt>
              <c:pt idx="296">
                <c:v>52.915805318924114</c:v>
              </c:pt>
              <c:pt idx="297">
                <c:v>52.915805318924114</c:v>
              </c:pt>
              <c:pt idx="298">
                <c:v>52.915805318924114</c:v>
              </c:pt>
              <c:pt idx="299">
                <c:v>52.915805318924114</c:v>
              </c:pt>
              <c:pt idx="300">
                <c:v>52.915805318924114</c:v>
              </c:pt>
              <c:pt idx="301">
                <c:v>52.915805318924114</c:v>
              </c:pt>
              <c:pt idx="302">
                <c:v>52.915805318924114</c:v>
              </c:pt>
              <c:pt idx="303">
                <c:v>52.915805318924114</c:v>
              </c:pt>
              <c:pt idx="304">
                <c:v>52.915805318924114</c:v>
              </c:pt>
              <c:pt idx="305">
                <c:v>52.915805318924114</c:v>
              </c:pt>
              <c:pt idx="306">
                <c:v>52.915805318924114</c:v>
              </c:pt>
              <c:pt idx="307">
                <c:v>52.915805318924114</c:v>
              </c:pt>
              <c:pt idx="308">
                <c:v>52.915805318924114</c:v>
              </c:pt>
              <c:pt idx="309">
                <c:v>52.915805318924114</c:v>
              </c:pt>
              <c:pt idx="310">
                <c:v>52.915805318924114</c:v>
              </c:pt>
              <c:pt idx="311">
                <c:v>52.915805318924114</c:v>
              </c:pt>
              <c:pt idx="312">
                <c:v>52.915805318924114</c:v>
              </c:pt>
              <c:pt idx="313">
                <c:v>52.915805318924114</c:v>
              </c:pt>
              <c:pt idx="314">
                <c:v>52.915805318924114</c:v>
              </c:pt>
              <c:pt idx="315">
                <c:v>52.915805318924114</c:v>
              </c:pt>
              <c:pt idx="316">
                <c:v>52.915805318924114</c:v>
              </c:pt>
              <c:pt idx="317">
                <c:v>52.915805318924114</c:v>
              </c:pt>
              <c:pt idx="318">
                <c:v>52.915805318924114</c:v>
              </c:pt>
              <c:pt idx="319">
                <c:v>52.915805318924114</c:v>
              </c:pt>
              <c:pt idx="320">
                <c:v>52.915805318924114</c:v>
              </c:pt>
              <c:pt idx="321">
                <c:v>52.915805318924114</c:v>
              </c:pt>
              <c:pt idx="322">
                <c:v>52.915805318924114</c:v>
              </c:pt>
              <c:pt idx="323">
                <c:v>52.915805318924114</c:v>
              </c:pt>
              <c:pt idx="324">
                <c:v>52.915805318924114</c:v>
              </c:pt>
              <c:pt idx="325">
                <c:v>52.915805318924114</c:v>
              </c:pt>
              <c:pt idx="326">
                <c:v>52.915805318924114</c:v>
              </c:pt>
              <c:pt idx="327">
                <c:v>52.915805318924114</c:v>
              </c:pt>
              <c:pt idx="328">
                <c:v>52.915805318924114</c:v>
              </c:pt>
              <c:pt idx="329">
                <c:v>52.915805318924114</c:v>
              </c:pt>
              <c:pt idx="330">
                <c:v>52.915805318924114</c:v>
              </c:pt>
              <c:pt idx="331">
                <c:v>52.915805318924114</c:v>
              </c:pt>
              <c:pt idx="332">
                <c:v>52.915805318924114</c:v>
              </c:pt>
              <c:pt idx="333">
                <c:v>52.915805318924114</c:v>
              </c:pt>
              <c:pt idx="334">
                <c:v>52.915805318924114</c:v>
              </c:pt>
              <c:pt idx="335">
                <c:v>52.915805318924114</c:v>
              </c:pt>
              <c:pt idx="336">
                <c:v>52.915805318924114</c:v>
              </c:pt>
              <c:pt idx="337">
                <c:v>52.915805318924114</c:v>
              </c:pt>
              <c:pt idx="338">
                <c:v>52.915805318924114</c:v>
              </c:pt>
              <c:pt idx="339">
                <c:v>52.915805318924114</c:v>
              </c:pt>
              <c:pt idx="340">
                <c:v>52.915805318924114</c:v>
              </c:pt>
              <c:pt idx="341">
                <c:v>52.915805318924114</c:v>
              </c:pt>
              <c:pt idx="342">
                <c:v>52.915805318924114</c:v>
              </c:pt>
              <c:pt idx="343">
                <c:v>52.915805318924114</c:v>
              </c:pt>
              <c:pt idx="344">
                <c:v>52.915805318924114</c:v>
              </c:pt>
              <c:pt idx="345">
                <c:v>52.915805318924114</c:v>
              </c:pt>
              <c:pt idx="346">
                <c:v>52.915805318924114</c:v>
              </c:pt>
              <c:pt idx="347">
                <c:v>52.915805318924114</c:v>
              </c:pt>
              <c:pt idx="348">
                <c:v>52.915805318924114</c:v>
              </c:pt>
              <c:pt idx="349">
                <c:v>52.915805318924114</c:v>
              </c:pt>
              <c:pt idx="350">
                <c:v>52.915805318924114</c:v>
              </c:pt>
              <c:pt idx="351">
                <c:v>52.915805318924114</c:v>
              </c:pt>
              <c:pt idx="352">
                <c:v>52.915805318924114</c:v>
              </c:pt>
              <c:pt idx="353">
                <c:v>52.915805318924114</c:v>
              </c:pt>
              <c:pt idx="354">
                <c:v>52.915805318924114</c:v>
              </c:pt>
              <c:pt idx="355">
                <c:v>52.915805318924114</c:v>
              </c:pt>
              <c:pt idx="356">
                <c:v>52.915805318924114</c:v>
              </c:pt>
              <c:pt idx="357">
                <c:v>52.915805318924114</c:v>
              </c:pt>
              <c:pt idx="358">
                <c:v>52.915805318924114</c:v>
              </c:pt>
              <c:pt idx="359">
                <c:v>52.915805318924114</c:v>
              </c:pt>
              <c:pt idx="360">
                <c:v>52.915805318924114</c:v>
              </c:pt>
              <c:pt idx="361">
                <c:v>52.915805318924114</c:v>
              </c:pt>
              <c:pt idx="362">
                <c:v>52.915805318924114</c:v>
              </c:pt>
              <c:pt idx="363">
                <c:v>52.915805318924114</c:v>
              </c:pt>
              <c:pt idx="364">
                <c:v>52.915805318924114</c:v>
              </c:pt>
              <c:pt idx="365">
                <c:v>52.915805318924114</c:v>
              </c:pt>
              <c:pt idx="366">
                <c:v>52.915805318924114</c:v>
              </c:pt>
              <c:pt idx="367">
                <c:v>52.915805318924114</c:v>
              </c:pt>
              <c:pt idx="368">
                <c:v>52.915805318924114</c:v>
              </c:pt>
              <c:pt idx="369">
                <c:v>52.915805318924114</c:v>
              </c:pt>
              <c:pt idx="370">
                <c:v>52.915805318924114</c:v>
              </c:pt>
              <c:pt idx="371">
                <c:v>52.915805318924114</c:v>
              </c:pt>
              <c:pt idx="372">
                <c:v>52.915805318924114</c:v>
              </c:pt>
              <c:pt idx="373">
                <c:v>52.915805318924114</c:v>
              </c:pt>
              <c:pt idx="374">
                <c:v>52.915805318924114</c:v>
              </c:pt>
              <c:pt idx="375">
                <c:v>52.915805318924114</c:v>
              </c:pt>
              <c:pt idx="376">
                <c:v>52.915805318924114</c:v>
              </c:pt>
              <c:pt idx="377">
                <c:v>52.915805318924114</c:v>
              </c:pt>
              <c:pt idx="378">
                <c:v>52.915805318924114</c:v>
              </c:pt>
              <c:pt idx="379">
                <c:v>52.915805318924114</c:v>
              </c:pt>
              <c:pt idx="380">
                <c:v>52.915805318924114</c:v>
              </c:pt>
              <c:pt idx="381">
                <c:v>52.915805318924114</c:v>
              </c:pt>
              <c:pt idx="382">
                <c:v>52.915805318924114</c:v>
              </c:pt>
              <c:pt idx="383">
                <c:v>52.915805318924114</c:v>
              </c:pt>
              <c:pt idx="384">
                <c:v>52.915805318924114</c:v>
              </c:pt>
              <c:pt idx="385">
                <c:v>52.915805318924114</c:v>
              </c:pt>
              <c:pt idx="386">
                <c:v>52.915805318924114</c:v>
              </c:pt>
              <c:pt idx="387">
                <c:v>52.915805318924114</c:v>
              </c:pt>
              <c:pt idx="388">
                <c:v>52.915805318924114</c:v>
              </c:pt>
              <c:pt idx="389">
                <c:v>52.915805318924114</c:v>
              </c:pt>
              <c:pt idx="390">
                <c:v>52.915805318924114</c:v>
              </c:pt>
              <c:pt idx="391">
                <c:v>52.915805318924114</c:v>
              </c:pt>
              <c:pt idx="392">
                <c:v>52.915805318924114</c:v>
              </c:pt>
              <c:pt idx="393">
                <c:v>52.915805318924114</c:v>
              </c:pt>
              <c:pt idx="394">
                <c:v>52.915805318924114</c:v>
              </c:pt>
              <c:pt idx="395">
                <c:v>52.915805318924114</c:v>
              </c:pt>
              <c:pt idx="396">
                <c:v>52.915805318924114</c:v>
              </c:pt>
              <c:pt idx="397">
                <c:v>52.915805318924114</c:v>
              </c:pt>
              <c:pt idx="398">
                <c:v>52.915805318924114</c:v>
              </c:pt>
              <c:pt idx="399">
                <c:v>52.915805318924114</c:v>
              </c:pt>
              <c:pt idx="400">
                <c:v>52.915805318924114</c:v>
              </c:pt>
              <c:pt idx="401">
                <c:v>52.915805318924114</c:v>
              </c:pt>
              <c:pt idx="402">
                <c:v>52.915805318924114</c:v>
              </c:pt>
              <c:pt idx="403">
                <c:v>52.915805318924114</c:v>
              </c:pt>
              <c:pt idx="404">
                <c:v>52.915805318924114</c:v>
              </c:pt>
              <c:pt idx="405">
                <c:v>52.915805318924114</c:v>
              </c:pt>
              <c:pt idx="406">
                <c:v>52.915805318924114</c:v>
              </c:pt>
              <c:pt idx="407">
                <c:v>52.915805318924114</c:v>
              </c:pt>
              <c:pt idx="408">
                <c:v>52.915805318924114</c:v>
              </c:pt>
              <c:pt idx="409">
                <c:v>52.915805318924114</c:v>
              </c:pt>
              <c:pt idx="410">
                <c:v>52.915805318924114</c:v>
              </c:pt>
              <c:pt idx="411">
                <c:v>52.915805318924114</c:v>
              </c:pt>
              <c:pt idx="412">
                <c:v>52.915805318924114</c:v>
              </c:pt>
              <c:pt idx="413">
                <c:v>52.915805318924114</c:v>
              </c:pt>
              <c:pt idx="414">
                <c:v>52.915805318924114</c:v>
              </c:pt>
              <c:pt idx="415">
                <c:v>52.915805318924114</c:v>
              </c:pt>
              <c:pt idx="416">
                <c:v>52.915805318924114</c:v>
              </c:pt>
              <c:pt idx="417">
                <c:v>52.915805318924114</c:v>
              </c:pt>
              <c:pt idx="418">
                <c:v>52.915805318924114</c:v>
              </c:pt>
              <c:pt idx="419">
                <c:v>52.915805318924114</c:v>
              </c:pt>
              <c:pt idx="420">
                <c:v>52.915805318924114</c:v>
              </c:pt>
              <c:pt idx="421">
                <c:v>52.915805318924114</c:v>
              </c:pt>
              <c:pt idx="422">
                <c:v>52.915805318924114</c:v>
              </c:pt>
              <c:pt idx="423">
                <c:v>52.915805318924114</c:v>
              </c:pt>
              <c:pt idx="424">
                <c:v>52.915805318924114</c:v>
              </c:pt>
              <c:pt idx="425">
                <c:v>52.915805318924114</c:v>
              </c:pt>
              <c:pt idx="426">
                <c:v>52.915805318924114</c:v>
              </c:pt>
              <c:pt idx="427">
                <c:v>52.915805318924114</c:v>
              </c:pt>
              <c:pt idx="428">
                <c:v>52.915805318924114</c:v>
              </c:pt>
              <c:pt idx="429">
                <c:v>52.915805318924114</c:v>
              </c:pt>
              <c:pt idx="430">
                <c:v>52.915805318924114</c:v>
              </c:pt>
              <c:pt idx="431">
                <c:v>52.915805318924114</c:v>
              </c:pt>
              <c:pt idx="432">
                <c:v>52.915805318924114</c:v>
              </c:pt>
              <c:pt idx="433">
                <c:v>52.915805318924114</c:v>
              </c:pt>
              <c:pt idx="434">
                <c:v>52.915805318924114</c:v>
              </c:pt>
              <c:pt idx="435">
                <c:v>52.915805318924114</c:v>
              </c:pt>
              <c:pt idx="436">
                <c:v>52.915805318924114</c:v>
              </c:pt>
              <c:pt idx="437">
                <c:v>52.915805318924114</c:v>
              </c:pt>
              <c:pt idx="438">
                <c:v>52.915805318924114</c:v>
              </c:pt>
              <c:pt idx="439">
                <c:v>52.915805318924114</c:v>
              </c:pt>
              <c:pt idx="440">
                <c:v>52.915805318924114</c:v>
              </c:pt>
              <c:pt idx="441">
                <c:v>52.915805318924114</c:v>
              </c:pt>
              <c:pt idx="442">
                <c:v>52.915805318924114</c:v>
              </c:pt>
              <c:pt idx="443">
                <c:v>52.915805318924114</c:v>
              </c:pt>
              <c:pt idx="444">
                <c:v>52.915805318924114</c:v>
              </c:pt>
              <c:pt idx="445">
                <c:v>52.915805318924114</c:v>
              </c:pt>
              <c:pt idx="446">
                <c:v>52.915805318924114</c:v>
              </c:pt>
              <c:pt idx="447">
                <c:v>52.915805318924114</c:v>
              </c:pt>
            </c:numLit>
          </c:xVal>
          <c:yVal>
            <c:numLit>
              <c:formatCode>0.0</c:formatCode>
              <c:ptCount val="448"/>
              <c:pt idx="0">
                <c:v>0.15895558424853612</c:v>
              </c:pt>
              <c:pt idx="1">
                <c:v>0.15895558424853612</c:v>
              </c:pt>
              <c:pt idx="2">
                <c:v>0.15895558424853612</c:v>
              </c:pt>
              <c:pt idx="3">
                <c:v>0.15895558424853612</c:v>
              </c:pt>
              <c:pt idx="4">
                <c:v>0.15895558424853612</c:v>
              </c:pt>
              <c:pt idx="5">
                <c:v>0.15895558424853612</c:v>
              </c:pt>
              <c:pt idx="6">
                <c:v>0.15895558424853612</c:v>
              </c:pt>
              <c:pt idx="7">
                <c:v>0.15895558424853612</c:v>
              </c:pt>
              <c:pt idx="8">
                <c:v>0.15895558424853612</c:v>
              </c:pt>
              <c:pt idx="9">
                <c:v>0.15895558424853612</c:v>
              </c:pt>
              <c:pt idx="10">
                <c:v>0.15895558424853612</c:v>
              </c:pt>
              <c:pt idx="11">
                <c:v>0.15895558424853612</c:v>
              </c:pt>
              <c:pt idx="12">
                <c:v>0.15895558424853612</c:v>
              </c:pt>
              <c:pt idx="13">
                <c:v>0.15895558424853612</c:v>
              </c:pt>
              <c:pt idx="14">
                <c:v>0.15895558424853612</c:v>
              </c:pt>
              <c:pt idx="15">
                <c:v>0.15895558424853612</c:v>
              </c:pt>
              <c:pt idx="16">
                <c:v>0.15895558424853612</c:v>
              </c:pt>
              <c:pt idx="17">
                <c:v>0.15895558424853612</c:v>
              </c:pt>
              <c:pt idx="18">
                <c:v>0.15895558424853612</c:v>
              </c:pt>
              <c:pt idx="19">
                <c:v>0.15895558424853612</c:v>
              </c:pt>
              <c:pt idx="20">
                <c:v>0.15895558424853612</c:v>
              </c:pt>
              <c:pt idx="21">
                <c:v>0.15895558424853612</c:v>
              </c:pt>
              <c:pt idx="22">
                <c:v>0.15895558424853612</c:v>
              </c:pt>
              <c:pt idx="23">
                <c:v>0.15895558424853612</c:v>
              </c:pt>
              <c:pt idx="24">
                <c:v>0.15895558424853612</c:v>
              </c:pt>
              <c:pt idx="25">
                <c:v>0.15895558424853612</c:v>
              </c:pt>
              <c:pt idx="26">
                <c:v>0.15895558424853612</c:v>
              </c:pt>
              <c:pt idx="27">
                <c:v>0.15895558424853612</c:v>
              </c:pt>
              <c:pt idx="28">
                <c:v>0.15895558424853612</c:v>
              </c:pt>
              <c:pt idx="29">
                <c:v>0.15895558424853612</c:v>
              </c:pt>
              <c:pt idx="30">
                <c:v>0.15895558424853612</c:v>
              </c:pt>
              <c:pt idx="31">
                <c:v>0.15895558424853612</c:v>
              </c:pt>
              <c:pt idx="32">
                <c:v>0.15895558424853612</c:v>
              </c:pt>
              <c:pt idx="33">
                <c:v>0.15895558424853612</c:v>
              </c:pt>
              <c:pt idx="34">
                <c:v>0.15895558424853612</c:v>
              </c:pt>
              <c:pt idx="35">
                <c:v>0.15895558424853612</c:v>
              </c:pt>
              <c:pt idx="36">
                <c:v>0.15895558424853612</c:v>
              </c:pt>
              <c:pt idx="37">
                <c:v>0.15895558424853612</c:v>
              </c:pt>
              <c:pt idx="38">
                <c:v>0.15895558424853612</c:v>
              </c:pt>
              <c:pt idx="39">
                <c:v>0.15895558424853612</c:v>
              </c:pt>
              <c:pt idx="40">
                <c:v>0.15895558424853612</c:v>
              </c:pt>
              <c:pt idx="41">
                <c:v>0.15895558424853612</c:v>
              </c:pt>
              <c:pt idx="42">
                <c:v>0.15895558424853612</c:v>
              </c:pt>
              <c:pt idx="43">
                <c:v>0.15895558424853612</c:v>
              </c:pt>
              <c:pt idx="44">
                <c:v>0.15895558424853612</c:v>
              </c:pt>
              <c:pt idx="45">
                <c:v>0.15895558424853612</c:v>
              </c:pt>
              <c:pt idx="46">
                <c:v>0.15895558424853612</c:v>
              </c:pt>
              <c:pt idx="47">
                <c:v>0.15895558424853612</c:v>
              </c:pt>
              <c:pt idx="48">
                <c:v>0.15895558424853612</c:v>
              </c:pt>
              <c:pt idx="49">
                <c:v>0.15895558424853612</c:v>
              </c:pt>
              <c:pt idx="50">
                <c:v>0.15895558424853612</c:v>
              </c:pt>
              <c:pt idx="51">
                <c:v>0.15895558424853612</c:v>
              </c:pt>
              <c:pt idx="52">
                <c:v>0.15895558424853612</c:v>
              </c:pt>
              <c:pt idx="53">
                <c:v>0.15895558424853612</c:v>
              </c:pt>
              <c:pt idx="54">
                <c:v>0.15895558424853612</c:v>
              </c:pt>
              <c:pt idx="55">
                <c:v>0.15895558424853612</c:v>
              </c:pt>
              <c:pt idx="56">
                <c:v>0.15895558424853612</c:v>
              </c:pt>
              <c:pt idx="57">
                <c:v>0.15895558424853612</c:v>
              </c:pt>
              <c:pt idx="58">
                <c:v>0.15895558424853612</c:v>
              </c:pt>
              <c:pt idx="59">
                <c:v>0.15895558424853612</c:v>
              </c:pt>
              <c:pt idx="60">
                <c:v>0.15895558424853612</c:v>
              </c:pt>
              <c:pt idx="61">
                <c:v>0.15895558424853612</c:v>
              </c:pt>
              <c:pt idx="62">
                <c:v>0.15895558424853612</c:v>
              </c:pt>
              <c:pt idx="63">
                <c:v>0.15895558424853612</c:v>
              </c:pt>
              <c:pt idx="64">
                <c:v>0.15895558424853612</c:v>
              </c:pt>
              <c:pt idx="65">
                <c:v>0.15895558424853612</c:v>
              </c:pt>
              <c:pt idx="66">
                <c:v>0.15895558424853612</c:v>
              </c:pt>
              <c:pt idx="67">
                <c:v>0.15895558424853612</c:v>
              </c:pt>
              <c:pt idx="68">
                <c:v>0.15895558424853612</c:v>
              </c:pt>
              <c:pt idx="69">
                <c:v>0.15895558424853612</c:v>
              </c:pt>
              <c:pt idx="70">
                <c:v>0.15895558424853612</c:v>
              </c:pt>
              <c:pt idx="71">
                <c:v>0.15895558424853612</c:v>
              </c:pt>
              <c:pt idx="72">
                <c:v>0.15895558424853612</c:v>
              </c:pt>
              <c:pt idx="73">
                <c:v>0.15895558424853612</c:v>
              </c:pt>
              <c:pt idx="74">
                <c:v>0.15895558424853612</c:v>
              </c:pt>
              <c:pt idx="75">
                <c:v>0.15895558424853612</c:v>
              </c:pt>
              <c:pt idx="76">
                <c:v>0.15895558424853612</c:v>
              </c:pt>
              <c:pt idx="77">
                <c:v>0.15895558424853612</c:v>
              </c:pt>
              <c:pt idx="78">
                <c:v>0.15895558424853612</c:v>
              </c:pt>
              <c:pt idx="79">
                <c:v>0.15895558424853612</c:v>
              </c:pt>
              <c:pt idx="80">
                <c:v>0.15895558424853612</c:v>
              </c:pt>
              <c:pt idx="81">
                <c:v>0.15895558424853612</c:v>
              </c:pt>
              <c:pt idx="82">
                <c:v>0.15895558424853612</c:v>
              </c:pt>
              <c:pt idx="83">
                <c:v>0.15895558424853612</c:v>
              </c:pt>
              <c:pt idx="84">
                <c:v>0.15895558424853612</c:v>
              </c:pt>
              <c:pt idx="85">
                <c:v>0.15895558424853612</c:v>
              </c:pt>
              <c:pt idx="86">
                <c:v>0.15895558424853612</c:v>
              </c:pt>
              <c:pt idx="87">
                <c:v>0.15895558424853612</c:v>
              </c:pt>
              <c:pt idx="88">
                <c:v>0.15895558424853612</c:v>
              </c:pt>
              <c:pt idx="89">
                <c:v>0.15895558424853612</c:v>
              </c:pt>
              <c:pt idx="90">
                <c:v>0.15895558424853612</c:v>
              </c:pt>
              <c:pt idx="91">
                <c:v>0.15895558424853612</c:v>
              </c:pt>
              <c:pt idx="92">
                <c:v>0.15895558424853612</c:v>
              </c:pt>
              <c:pt idx="93">
                <c:v>0.15895558424853612</c:v>
              </c:pt>
              <c:pt idx="94">
                <c:v>0.15895558424853612</c:v>
              </c:pt>
              <c:pt idx="95">
                <c:v>0.15895558424853612</c:v>
              </c:pt>
              <c:pt idx="96">
                <c:v>0.15895558424853612</c:v>
              </c:pt>
              <c:pt idx="97">
                <c:v>0.15895558424853612</c:v>
              </c:pt>
              <c:pt idx="98">
                <c:v>0.15895558424853612</c:v>
              </c:pt>
              <c:pt idx="99">
                <c:v>0.15895558424853612</c:v>
              </c:pt>
              <c:pt idx="100">
                <c:v>0.15895558424853612</c:v>
              </c:pt>
              <c:pt idx="101">
                <c:v>0.15895558424853612</c:v>
              </c:pt>
              <c:pt idx="102">
                <c:v>0.15895558424853612</c:v>
              </c:pt>
              <c:pt idx="103">
                <c:v>0.15895558424853612</c:v>
              </c:pt>
              <c:pt idx="104">
                <c:v>0.15895558424853612</c:v>
              </c:pt>
              <c:pt idx="105">
                <c:v>0.15895558424853612</c:v>
              </c:pt>
              <c:pt idx="106">
                <c:v>0.15895558424853612</c:v>
              </c:pt>
              <c:pt idx="107">
                <c:v>0.15895558424853612</c:v>
              </c:pt>
              <c:pt idx="108">
                <c:v>0.15895558424853612</c:v>
              </c:pt>
              <c:pt idx="109">
                <c:v>0.15895558424853612</c:v>
              </c:pt>
              <c:pt idx="110">
                <c:v>0.15895558424853612</c:v>
              </c:pt>
              <c:pt idx="111">
                <c:v>0.15895558424853612</c:v>
              </c:pt>
              <c:pt idx="112">
                <c:v>0.15895558424853612</c:v>
              </c:pt>
              <c:pt idx="113">
                <c:v>0.15895558424853612</c:v>
              </c:pt>
              <c:pt idx="114">
                <c:v>0.15895558424853612</c:v>
              </c:pt>
              <c:pt idx="115">
                <c:v>0.15895558424853612</c:v>
              </c:pt>
              <c:pt idx="116">
                <c:v>0.15895558424853612</c:v>
              </c:pt>
              <c:pt idx="117">
                <c:v>0.15895558424853612</c:v>
              </c:pt>
              <c:pt idx="118">
                <c:v>0.15895558424853612</c:v>
              </c:pt>
              <c:pt idx="119">
                <c:v>0.15895558424853612</c:v>
              </c:pt>
              <c:pt idx="120">
                <c:v>0.15895558424853612</c:v>
              </c:pt>
              <c:pt idx="121">
                <c:v>0.15895558424853612</c:v>
              </c:pt>
              <c:pt idx="122">
                <c:v>0.15895558424853612</c:v>
              </c:pt>
              <c:pt idx="123">
                <c:v>0.15895558424853612</c:v>
              </c:pt>
              <c:pt idx="124">
                <c:v>0.15895558424853612</c:v>
              </c:pt>
              <c:pt idx="125">
                <c:v>0.15895558424853612</c:v>
              </c:pt>
              <c:pt idx="126">
                <c:v>0.15895558424853612</c:v>
              </c:pt>
              <c:pt idx="127">
                <c:v>0.15895558424853612</c:v>
              </c:pt>
              <c:pt idx="128">
                <c:v>0.15895558424853612</c:v>
              </c:pt>
              <c:pt idx="129">
                <c:v>0.15895558424853612</c:v>
              </c:pt>
              <c:pt idx="130">
                <c:v>0.15895558424853612</c:v>
              </c:pt>
              <c:pt idx="131">
                <c:v>0.15895558424853612</c:v>
              </c:pt>
              <c:pt idx="132">
                <c:v>0.15895558424853612</c:v>
              </c:pt>
              <c:pt idx="133">
                <c:v>0.15895558424853612</c:v>
              </c:pt>
              <c:pt idx="134">
                <c:v>0.15895558424853612</c:v>
              </c:pt>
              <c:pt idx="135">
                <c:v>0.15895558424853612</c:v>
              </c:pt>
              <c:pt idx="136">
                <c:v>0.15895558424853612</c:v>
              </c:pt>
              <c:pt idx="137">
                <c:v>0.15895558424853612</c:v>
              </c:pt>
              <c:pt idx="138">
                <c:v>0.15895558424853612</c:v>
              </c:pt>
              <c:pt idx="139">
                <c:v>0.15895558424853612</c:v>
              </c:pt>
              <c:pt idx="140">
                <c:v>0.15895558424853612</c:v>
              </c:pt>
              <c:pt idx="141">
                <c:v>0.15895558424853612</c:v>
              </c:pt>
              <c:pt idx="142">
                <c:v>0.15895558424853612</c:v>
              </c:pt>
              <c:pt idx="143">
                <c:v>0.15895558424853612</c:v>
              </c:pt>
              <c:pt idx="144">
                <c:v>0.15895558424853612</c:v>
              </c:pt>
              <c:pt idx="145">
                <c:v>0.15895558424853612</c:v>
              </c:pt>
              <c:pt idx="146">
                <c:v>0.15895558424853612</c:v>
              </c:pt>
              <c:pt idx="147">
                <c:v>0.15895558424853612</c:v>
              </c:pt>
              <c:pt idx="148">
                <c:v>0.15895558424853612</c:v>
              </c:pt>
              <c:pt idx="149">
                <c:v>0.15895558424853612</c:v>
              </c:pt>
              <c:pt idx="150">
                <c:v>0.15895558424853612</c:v>
              </c:pt>
              <c:pt idx="151">
                <c:v>0.15895558424853612</c:v>
              </c:pt>
              <c:pt idx="152">
                <c:v>0.15895558424853612</c:v>
              </c:pt>
              <c:pt idx="153">
                <c:v>0.15895558424853612</c:v>
              </c:pt>
              <c:pt idx="154">
                <c:v>0.15895558424853612</c:v>
              </c:pt>
              <c:pt idx="155">
                <c:v>0.15895558424853612</c:v>
              </c:pt>
              <c:pt idx="156">
                <c:v>0.15895558424853612</c:v>
              </c:pt>
              <c:pt idx="157">
                <c:v>0.15895558424853612</c:v>
              </c:pt>
              <c:pt idx="158">
                <c:v>0.15895558424853612</c:v>
              </c:pt>
              <c:pt idx="159">
                <c:v>0.15895558424853612</c:v>
              </c:pt>
              <c:pt idx="160">
                <c:v>0.15895558424853612</c:v>
              </c:pt>
              <c:pt idx="161">
                <c:v>0.15895558424853612</c:v>
              </c:pt>
              <c:pt idx="162">
                <c:v>0.15895558424853612</c:v>
              </c:pt>
              <c:pt idx="163">
                <c:v>0.15895558424853612</c:v>
              </c:pt>
              <c:pt idx="164">
                <c:v>0.15895558424853612</c:v>
              </c:pt>
              <c:pt idx="165">
                <c:v>0.15895558424853612</c:v>
              </c:pt>
              <c:pt idx="166">
                <c:v>0.15895558424853612</c:v>
              </c:pt>
              <c:pt idx="167">
                <c:v>0.15895558424853612</c:v>
              </c:pt>
              <c:pt idx="168">
                <c:v>0.15895558424853612</c:v>
              </c:pt>
              <c:pt idx="169">
                <c:v>0.15895558424853612</c:v>
              </c:pt>
              <c:pt idx="170">
                <c:v>0.15895558424853612</c:v>
              </c:pt>
              <c:pt idx="171">
                <c:v>0.15895558424853612</c:v>
              </c:pt>
              <c:pt idx="172">
                <c:v>0.15895558424853612</c:v>
              </c:pt>
              <c:pt idx="173">
                <c:v>0.15895558424853612</c:v>
              </c:pt>
              <c:pt idx="174">
                <c:v>0.15895558424853612</c:v>
              </c:pt>
              <c:pt idx="175">
                <c:v>0.15895558424853612</c:v>
              </c:pt>
              <c:pt idx="176">
                <c:v>0.15895558424853612</c:v>
              </c:pt>
              <c:pt idx="177">
                <c:v>0.15895558424853612</c:v>
              </c:pt>
              <c:pt idx="178">
                <c:v>0.15895558424853612</c:v>
              </c:pt>
              <c:pt idx="179">
                <c:v>0.15895558424853612</c:v>
              </c:pt>
              <c:pt idx="180">
                <c:v>0.15895558424853612</c:v>
              </c:pt>
              <c:pt idx="181">
                <c:v>0.15895558424853612</c:v>
              </c:pt>
              <c:pt idx="182">
                <c:v>0.15895558424853612</c:v>
              </c:pt>
              <c:pt idx="183">
                <c:v>0.15895558424853612</c:v>
              </c:pt>
              <c:pt idx="184">
                <c:v>0.15895558424853612</c:v>
              </c:pt>
              <c:pt idx="185">
                <c:v>0.15895558424853612</c:v>
              </c:pt>
              <c:pt idx="186">
                <c:v>0.15895558424853612</c:v>
              </c:pt>
              <c:pt idx="187">
                <c:v>0.15895558424853612</c:v>
              </c:pt>
              <c:pt idx="188">
                <c:v>0.15895558424853612</c:v>
              </c:pt>
              <c:pt idx="189">
                <c:v>0.15895558424853612</c:v>
              </c:pt>
              <c:pt idx="190">
                <c:v>0.15895558424853612</c:v>
              </c:pt>
              <c:pt idx="191">
                <c:v>0.15895558424853612</c:v>
              </c:pt>
              <c:pt idx="192">
                <c:v>0.15895558424853612</c:v>
              </c:pt>
              <c:pt idx="193">
                <c:v>0.15895558424853612</c:v>
              </c:pt>
              <c:pt idx="194">
                <c:v>0.15895558424853612</c:v>
              </c:pt>
              <c:pt idx="195">
                <c:v>0.15895558424853612</c:v>
              </c:pt>
              <c:pt idx="196">
                <c:v>0.15895558424853612</c:v>
              </c:pt>
              <c:pt idx="197">
                <c:v>0.15895558424853612</c:v>
              </c:pt>
              <c:pt idx="198">
                <c:v>0.15895558424853612</c:v>
              </c:pt>
              <c:pt idx="199">
                <c:v>0.15895558424853612</c:v>
              </c:pt>
              <c:pt idx="200">
                <c:v>0.15895558424853612</c:v>
              </c:pt>
              <c:pt idx="201">
                <c:v>0.15895558424853612</c:v>
              </c:pt>
              <c:pt idx="202">
                <c:v>0.15895558424853612</c:v>
              </c:pt>
              <c:pt idx="203">
                <c:v>0.15895558424853612</c:v>
              </c:pt>
              <c:pt idx="204">
                <c:v>0.15895558424853612</c:v>
              </c:pt>
              <c:pt idx="205">
                <c:v>0.15895558424853612</c:v>
              </c:pt>
              <c:pt idx="206">
                <c:v>0.15895558424853612</c:v>
              </c:pt>
              <c:pt idx="207">
                <c:v>0.15895558424853612</c:v>
              </c:pt>
              <c:pt idx="208">
                <c:v>0.15895558424853612</c:v>
              </c:pt>
              <c:pt idx="209">
                <c:v>0.15895558424853612</c:v>
              </c:pt>
              <c:pt idx="210">
                <c:v>0.15895558424853612</c:v>
              </c:pt>
              <c:pt idx="211">
                <c:v>0.15895558424853612</c:v>
              </c:pt>
              <c:pt idx="212">
                <c:v>0.15895558424853612</c:v>
              </c:pt>
              <c:pt idx="213">
                <c:v>0.15895558424853612</c:v>
              </c:pt>
              <c:pt idx="214">
                <c:v>0.15895558424853612</c:v>
              </c:pt>
              <c:pt idx="215">
                <c:v>0.15895558424853612</c:v>
              </c:pt>
              <c:pt idx="216">
                <c:v>0.15895558424853612</c:v>
              </c:pt>
              <c:pt idx="217">
                <c:v>0.15895558424853612</c:v>
              </c:pt>
              <c:pt idx="218">
                <c:v>0.15895558424853612</c:v>
              </c:pt>
              <c:pt idx="219">
                <c:v>0.15895558424853612</c:v>
              </c:pt>
              <c:pt idx="220">
                <c:v>0.15895558424853612</c:v>
              </c:pt>
              <c:pt idx="221">
                <c:v>0.15895558424853612</c:v>
              </c:pt>
              <c:pt idx="222">
                <c:v>0.15895558424853612</c:v>
              </c:pt>
              <c:pt idx="223">
                <c:v>0.15895558424853612</c:v>
              </c:pt>
              <c:pt idx="224">
                <c:v>0.15895558424853612</c:v>
              </c:pt>
              <c:pt idx="225">
                <c:v>0.15895558424853612</c:v>
              </c:pt>
              <c:pt idx="226">
                <c:v>0.15895558424853612</c:v>
              </c:pt>
              <c:pt idx="227">
                <c:v>0.15895558424853612</c:v>
              </c:pt>
              <c:pt idx="228">
                <c:v>0.15895558424853612</c:v>
              </c:pt>
              <c:pt idx="229">
                <c:v>0.15895558424853612</c:v>
              </c:pt>
              <c:pt idx="230">
                <c:v>0.15895558424853612</c:v>
              </c:pt>
              <c:pt idx="231">
                <c:v>0.15895558424853612</c:v>
              </c:pt>
              <c:pt idx="232">
                <c:v>0.15895558424853612</c:v>
              </c:pt>
              <c:pt idx="233">
                <c:v>0.15895558424853612</c:v>
              </c:pt>
              <c:pt idx="234">
                <c:v>0.15895558424853612</c:v>
              </c:pt>
              <c:pt idx="235">
                <c:v>0.15895558424853612</c:v>
              </c:pt>
              <c:pt idx="236">
                <c:v>0.15895558424853612</c:v>
              </c:pt>
              <c:pt idx="237">
                <c:v>0.15895558424853612</c:v>
              </c:pt>
              <c:pt idx="238">
                <c:v>0.15895558424853612</c:v>
              </c:pt>
              <c:pt idx="239">
                <c:v>0.15895558424853612</c:v>
              </c:pt>
              <c:pt idx="240">
                <c:v>0.15895558424853612</c:v>
              </c:pt>
              <c:pt idx="241">
                <c:v>0.15895558424853612</c:v>
              </c:pt>
              <c:pt idx="242">
                <c:v>0.15895558424853612</c:v>
              </c:pt>
              <c:pt idx="243">
                <c:v>0.15895558424853612</c:v>
              </c:pt>
              <c:pt idx="244">
                <c:v>0.15895558424853612</c:v>
              </c:pt>
              <c:pt idx="245">
                <c:v>0.15895558424853612</c:v>
              </c:pt>
              <c:pt idx="246">
                <c:v>0.15895558424853612</c:v>
              </c:pt>
              <c:pt idx="247">
                <c:v>0.15895558424853612</c:v>
              </c:pt>
              <c:pt idx="248">
                <c:v>0.15895558424853612</c:v>
              </c:pt>
              <c:pt idx="249">
                <c:v>0.15895558424853612</c:v>
              </c:pt>
              <c:pt idx="250">
                <c:v>0.15895558424853612</c:v>
              </c:pt>
              <c:pt idx="251">
                <c:v>0.15895558424853612</c:v>
              </c:pt>
              <c:pt idx="252">
                <c:v>0.15895558424853612</c:v>
              </c:pt>
              <c:pt idx="253">
                <c:v>0.15895558424853612</c:v>
              </c:pt>
              <c:pt idx="254">
                <c:v>0.15895558424853612</c:v>
              </c:pt>
              <c:pt idx="255">
                <c:v>0.15895558424853612</c:v>
              </c:pt>
              <c:pt idx="256">
                <c:v>0.15895558424853612</c:v>
              </c:pt>
              <c:pt idx="257">
                <c:v>0.15895558424853612</c:v>
              </c:pt>
              <c:pt idx="258">
                <c:v>0.15895558424853612</c:v>
              </c:pt>
              <c:pt idx="259">
                <c:v>0.15895558424853612</c:v>
              </c:pt>
              <c:pt idx="260">
                <c:v>0.15895558424853612</c:v>
              </c:pt>
              <c:pt idx="261">
                <c:v>0.15895558424853612</c:v>
              </c:pt>
              <c:pt idx="262">
                <c:v>0.15895558424853612</c:v>
              </c:pt>
              <c:pt idx="263">
                <c:v>0.15895558424853612</c:v>
              </c:pt>
              <c:pt idx="264">
                <c:v>0.15895558424853612</c:v>
              </c:pt>
              <c:pt idx="265">
                <c:v>0.15895558424853612</c:v>
              </c:pt>
              <c:pt idx="266">
                <c:v>0.15895558424853612</c:v>
              </c:pt>
              <c:pt idx="267">
                <c:v>0.15895558424853612</c:v>
              </c:pt>
              <c:pt idx="268">
                <c:v>0.15895558424853612</c:v>
              </c:pt>
              <c:pt idx="269">
                <c:v>0.15895558424853612</c:v>
              </c:pt>
              <c:pt idx="270">
                <c:v>0.15895558424853612</c:v>
              </c:pt>
              <c:pt idx="271">
                <c:v>0.15895558424853612</c:v>
              </c:pt>
              <c:pt idx="272">
                <c:v>0.15895558424853612</c:v>
              </c:pt>
              <c:pt idx="273">
                <c:v>0.15895558424853612</c:v>
              </c:pt>
              <c:pt idx="274">
                <c:v>0.15895558424853612</c:v>
              </c:pt>
              <c:pt idx="275">
                <c:v>0.15895558424853612</c:v>
              </c:pt>
              <c:pt idx="276">
                <c:v>0.15895558424853612</c:v>
              </c:pt>
              <c:pt idx="277">
                <c:v>0.15895558424853612</c:v>
              </c:pt>
              <c:pt idx="278">
                <c:v>0.15895558424853612</c:v>
              </c:pt>
              <c:pt idx="279">
                <c:v>0.15895558424853612</c:v>
              </c:pt>
              <c:pt idx="280">
                <c:v>0.15895558424853612</c:v>
              </c:pt>
              <c:pt idx="281">
                <c:v>0.15895558424853612</c:v>
              </c:pt>
              <c:pt idx="282">
                <c:v>0.15895558424853612</c:v>
              </c:pt>
              <c:pt idx="283">
                <c:v>0.15895558424853612</c:v>
              </c:pt>
              <c:pt idx="284">
                <c:v>0.15895558424853612</c:v>
              </c:pt>
              <c:pt idx="285">
                <c:v>0.15895558424853612</c:v>
              </c:pt>
              <c:pt idx="286">
                <c:v>0.15895558424853612</c:v>
              </c:pt>
              <c:pt idx="287">
                <c:v>0.15895558424853612</c:v>
              </c:pt>
              <c:pt idx="288">
                <c:v>0.15895558424853612</c:v>
              </c:pt>
              <c:pt idx="289">
                <c:v>0.15895558424853612</c:v>
              </c:pt>
              <c:pt idx="290">
                <c:v>0.15895558424853612</c:v>
              </c:pt>
              <c:pt idx="291">
                <c:v>0.15895558424853612</c:v>
              </c:pt>
              <c:pt idx="292">
                <c:v>0.15895558424853612</c:v>
              </c:pt>
              <c:pt idx="293">
                <c:v>0.15895558424853612</c:v>
              </c:pt>
              <c:pt idx="294">
                <c:v>0.15895558424853612</c:v>
              </c:pt>
              <c:pt idx="295">
                <c:v>0.15895558424853612</c:v>
              </c:pt>
              <c:pt idx="296">
                <c:v>0.15895558424853612</c:v>
              </c:pt>
              <c:pt idx="297">
                <c:v>0.15895558424853612</c:v>
              </c:pt>
              <c:pt idx="298">
                <c:v>0.15895558424853612</c:v>
              </c:pt>
              <c:pt idx="299">
                <c:v>0.15895558424853612</c:v>
              </c:pt>
              <c:pt idx="300">
                <c:v>0.15895558424853612</c:v>
              </c:pt>
              <c:pt idx="301">
                <c:v>0.15895558424853612</c:v>
              </c:pt>
              <c:pt idx="302">
                <c:v>0.15895558424853612</c:v>
              </c:pt>
              <c:pt idx="303">
                <c:v>0.15895558424853612</c:v>
              </c:pt>
              <c:pt idx="304">
                <c:v>0.15895558424853612</c:v>
              </c:pt>
              <c:pt idx="305">
                <c:v>0.15895558424853612</c:v>
              </c:pt>
              <c:pt idx="306">
                <c:v>0.15895558424853612</c:v>
              </c:pt>
              <c:pt idx="307">
                <c:v>0.15895558424853612</c:v>
              </c:pt>
              <c:pt idx="308">
                <c:v>0.15895558424853612</c:v>
              </c:pt>
              <c:pt idx="309">
                <c:v>0.15895558424853612</c:v>
              </c:pt>
              <c:pt idx="310">
                <c:v>0.15895558424853612</c:v>
              </c:pt>
              <c:pt idx="311">
                <c:v>0.15895558424853612</c:v>
              </c:pt>
              <c:pt idx="312">
                <c:v>0.15895558424853612</c:v>
              </c:pt>
              <c:pt idx="313">
                <c:v>0.15895558424853612</c:v>
              </c:pt>
              <c:pt idx="314">
                <c:v>0.15895558424853612</c:v>
              </c:pt>
              <c:pt idx="315">
                <c:v>0.15895558424853612</c:v>
              </c:pt>
              <c:pt idx="316">
                <c:v>0.15895558424853612</c:v>
              </c:pt>
              <c:pt idx="317">
                <c:v>0.15895558424853612</c:v>
              </c:pt>
              <c:pt idx="318">
                <c:v>0.15895558424853612</c:v>
              </c:pt>
              <c:pt idx="319">
                <c:v>0.15895558424853612</c:v>
              </c:pt>
              <c:pt idx="320">
                <c:v>0.15895558424853612</c:v>
              </c:pt>
              <c:pt idx="321">
                <c:v>0.15895558424853612</c:v>
              </c:pt>
              <c:pt idx="322">
                <c:v>0.15895558424853612</c:v>
              </c:pt>
              <c:pt idx="323">
                <c:v>0.15895558424853612</c:v>
              </c:pt>
              <c:pt idx="324">
                <c:v>0.15895558424853612</c:v>
              </c:pt>
              <c:pt idx="325">
                <c:v>0.15895558424853612</c:v>
              </c:pt>
              <c:pt idx="326">
                <c:v>0.15895558424853612</c:v>
              </c:pt>
              <c:pt idx="327">
                <c:v>0.15895558424853612</c:v>
              </c:pt>
              <c:pt idx="328">
                <c:v>0.15895558424853612</c:v>
              </c:pt>
              <c:pt idx="329">
                <c:v>0.15895558424853612</c:v>
              </c:pt>
              <c:pt idx="330">
                <c:v>0.15895558424853612</c:v>
              </c:pt>
              <c:pt idx="331">
                <c:v>0.15895558424853612</c:v>
              </c:pt>
              <c:pt idx="332">
                <c:v>0.15895558424853612</c:v>
              </c:pt>
              <c:pt idx="333">
                <c:v>0.15895558424853612</c:v>
              </c:pt>
              <c:pt idx="334">
                <c:v>0.15895558424853612</c:v>
              </c:pt>
              <c:pt idx="335">
                <c:v>0.15895558424853612</c:v>
              </c:pt>
              <c:pt idx="336">
                <c:v>0.15895558424853612</c:v>
              </c:pt>
              <c:pt idx="337">
                <c:v>0.15895558424853612</c:v>
              </c:pt>
              <c:pt idx="338">
                <c:v>0.15895558424853612</c:v>
              </c:pt>
              <c:pt idx="339">
                <c:v>0.15895558424853612</c:v>
              </c:pt>
              <c:pt idx="340">
                <c:v>0.15895558424853612</c:v>
              </c:pt>
              <c:pt idx="341">
                <c:v>0.15895558424853612</c:v>
              </c:pt>
              <c:pt idx="342">
                <c:v>0.15895558424853612</c:v>
              </c:pt>
              <c:pt idx="343">
                <c:v>0.15895558424853612</c:v>
              </c:pt>
              <c:pt idx="344">
                <c:v>0.15895558424853612</c:v>
              </c:pt>
              <c:pt idx="345">
                <c:v>0.15895558424853612</c:v>
              </c:pt>
              <c:pt idx="346">
                <c:v>0.15895558424853612</c:v>
              </c:pt>
              <c:pt idx="347">
                <c:v>0.15895558424853612</c:v>
              </c:pt>
              <c:pt idx="348">
                <c:v>0.15895558424853612</c:v>
              </c:pt>
              <c:pt idx="349">
                <c:v>0.15895558424853612</c:v>
              </c:pt>
              <c:pt idx="350">
                <c:v>0.15895558424853612</c:v>
              </c:pt>
              <c:pt idx="351">
                <c:v>0.15895558424853612</c:v>
              </c:pt>
              <c:pt idx="352">
                <c:v>0.15895558424853612</c:v>
              </c:pt>
              <c:pt idx="353">
                <c:v>0.15895558424853612</c:v>
              </c:pt>
              <c:pt idx="354">
                <c:v>0.15895558424853612</c:v>
              </c:pt>
              <c:pt idx="355">
                <c:v>0.15895558424853612</c:v>
              </c:pt>
              <c:pt idx="356">
                <c:v>0.15895558424853612</c:v>
              </c:pt>
              <c:pt idx="357">
                <c:v>0.15895558424853612</c:v>
              </c:pt>
              <c:pt idx="358">
                <c:v>0.15895558424853612</c:v>
              </c:pt>
              <c:pt idx="359">
                <c:v>0.15895558424853612</c:v>
              </c:pt>
              <c:pt idx="360">
                <c:v>0.15895558424853612</c:v>
              </c:pt>
              <c:pt idx="361">
                <c:v>0.15895558424853612</c:v>
              </c:pt>
              <c:pt idx="362">
                <c:v>0.15895558424853612</c:v>
              </c:pt>
              <c:pt idx="363">
                <c:v>0.15895558424853612</c:v>
              </c:pt>
              <c:pt idx="364">
                <c:v>0.15895558424853612</c:v>
              </c:pt>
              <c:pt idx="365">
                <c:v>0.15895558424853612</c:v>
              </c:pt>
              <c:pt idx="366">
                <c:v>0.15895558424853612</c:v>
              </c:pt>
              <c:pt idx="367">
                <c:v>0.15895558424853612</c:v>
              </c:pt>
              <c:pt idx="368">
                <c:v>0.15895558424853612</c:v>
              </c:pt>
              <c:pt idx="369">
                <c:v>0.15895558424853612</c:v>
              </c:pt>
              <c:pt idx="370">
                <c:v>0.15895558424853612</c:v>
              </c:pt>
              <c:pt idx="371">
                <c:v>0.15895558424853612</c:v>
              </c:pt>
              <c:pt idx="372">
                <c:v>0.15895558424853612</c:v>
              </c:pt>
              <c:pt idx="373">
                <c:v>0.15895558424853612</c:v>
              </c:pt>
              <c:pt idx="374">
                <c:v>0.15895558424853612</c:v>
              </c:pt>
              <c:pt idx="375">
                <c:v>0.15895558424853612</c:v>
              </c:pt>
              <c:pt idx="376">
                <c:v>0.15895558424853612</c:v>
              </c:pt>
              <c:pt idx="377">
                <c:v>0.15895558424853612</c:v>
              </c:pt>
              <c:pt idx="378">
                <c:v>0.15895558424853612</c:v>
              </c:pt>
              <c:pt idx="379">
                <c:v>0.15895558424853612</c:v>
              </c:pt>
              <c:pt idx="380">
                <c:v>0.15895558424853612</c:v>
              </c:pt>
              <c:pt idx="381">
                <c:v>0.15895558424853612</c:v>
              </c:pt>
              <c:pt idx="382">
                <c:v>0.15895558424853612</c:v>
              </c:pt>
              <c:pt idx="383">
                <c:v>0.15895558424853612</c:v>
              </c:pt>
              <c:pt idx="384">
                <c:v>0.15895558424853612</c:v>
              </c:pt>
              <c:pt idx="385">
                <c:v>0.15895558424853612</c:v>
              </c:pt>
              <c:pt idx="386">
                <c:v>0.15895558424853612</c:v>
              </c:pt>
              <c:pt idx="387">
                <c:v>0.15895558424853612</c:v>
              </c:pt>
              <c:pt idx="388">
                <c:v>0.15895558424853612</c:v>
              </c:pt>
              <c:pt idx="389">
                <c:v>0.15895558424853612</c:v>
              </c:pt>
              <c:pt idx="390">
                <c:v>0.15895558424853612</c:v>
              </c:pt>
              <c:pt idx="391">
                <c:v>0.15895558424853612</c:v>
              </c:pt>
              <c:pt idx="392">
                <c:v>0.15895558424853612</c:v>
              </c:pt>
              <c:pt idx="393">
                <c:v>0.15895558424853612</c:v>
              </c:pt>
              <c:pt idx="394">
                <c:v>0.15895558424853612</c:v>
              </c:pt>
              <c:pt idx="395">
                <c:v>0.15895558424853612</c:v>
              </c:pt>
              <c:pt idx="396">
                <c:v>0.15895558424853612</c:v>
              </c:pt>
              <c:pt idx="397">
                <c:v>0.15895558424853612</c:v>
              </c:pt>
              <c:pt idx="398">
                <c:v>0.15895558424853612</c:v>
              </c:pt>
              <c:pt idx="399">
                <c:v>0.15895558424853612</c:v>
              </c:pt>
              <c:pt idx="400">
                <c:v>0.15895558424853612</c:v>
              </c:pt>
              <c:pt idx="401">
                <c:v>0.15895558424853612</c:v>
              </c:pt>
              <c:pt idx="402">
                <c:v>0.15895558424853612</c:v>
              </c:pt>
              <c:pt idx="403">
                <c:v>0.15895558424853612</c:v>
              </c:pt>
              <c:pt idx="404">
                <c:v>0.15895558424853612</c:v>
              </c:pt>
              <c:pt idx="405">
                <c:v>0.15895558424853612</c:v>
              </c:pt>
              <c:pt idx="406">
                <c:v>0.15895558424853612</c:v>
              </c:pt>
              <c:pt idx="407">
                <c:v>0.15895558424853612</c:v>
              </c:pt>
              <c:pt idx="408">
                <c:v>0.15895558424853612</c:v>
              </c:pt>
              <c:pt idx="409">
                <c:v>0.15895558424853612</c:v>
              </c:pt>
              <c:pt idx="410">
                <c:v>0.15895558424853612</c:v>
              </c:pt>
              <c:pt idx="411">
                <c:v>0.15895558424853612</c:v>
              </c:pt>
              <c:pt idx="412">
                <c:v>0.15895558424853612</c:v>
              </c:pt>
              <c:pt idx="413">
                <c:v>0.15895558424853612</c:v>
              </c:pt>
              <c:pt idx="414">
                <c:v>0.15895558424853612</c:v>
              </c:pt>
              <c:pt idx="415">
                <c:v>0.15895558424853612</c:v>
              </c:pt>
              <c:pt idx="416">
                <c:v>0.15895558424853612</c:v>
              </c:pt>
              <c:pt idx="417">
                <c:v>0.15895558424853612</c:v>
              </c:pt>
              <c:pt idx="418">
                <c:v>0.15895558424853612</c:v>
              </c:pt>
              <c:pt idx="419">
                <c:v>0.15895558424853612</c:v>
              </c:pt>
              <c:pt idx="420">
                <c:v>0.15895558424853612</c:v>
              </c:pt>
              <c:pt idx="421">
                <c:v>0.15895558424853612</c:v>
              </c:pt>
              <c:pt idx="422">
                <c:v>0.15895558424853612</c:v>
              </c:pt>
              <c:pt idx="423">
                <c:v>0.15895558424853612</c:v>
              </c:pt>
              <c:pt idx="424">
                <c:v>0.15895558424853612</c:v>
              </c:pt>
              <c:pt idx="425">
                <c:v>0.15895558424853612</c:v>
              </c:pt>
              <c:pt idx="426">
                <c:v>0.15895558424853612</c:v>
              </c:pt>
              <c:pt idx="427">
                <c:v>0.15895558424853612</c:v>
              </c:pt>
              <c:pt idx="428">
                <c:v>0.15895558424853612</c:v>
              </c:pt>
              <c:pt idx="429">
                <c:v>0.15895558424853612</c:v>
              </c:pt>
              <c:pt idx="430">
                <c:v>0.15895558424853612</c:v>
              </c:pt>
              <c:pt idx="431">
                <c:v>0.15895558424853612</c:v>
              </c:pt>
              <c:pt idx="432">
                <c:v>0.15895558424853612</c:v>
              </c:pt>
              <c:pt idx="433">
                <c:v>0.15895558424853612</c:v>
              </c:pt>
              <c:pt idx="434">
                <c:v>0.15895558424853612</c:v>
              </c:pt>
              <c:pt idx="435">
                <c:v>0.15895558424853612</c:v>
              </c:pt>
              <c:pt idx="436">
                <c:v>0.15895558424853612</c:v>
              </c:pt>
              <c:pt idx="437">
                <c:v>0.15895558424853612</c:v>
              </c:pt>
              <c:pt idx="438">
                <c:v>0.15895558424853612</c:v>
              </c:pt>
              <c:pt idx="439">
                <c:v>0.15895558424853612</c:v>
              </c:pt>
              <c:pt idx="440">
                <c:v>0.15895558424853612</c:v>
              </c:pt>
              <c:pt idx="441">
                <c:v>0.15895558424853612</c:v>
              </c:pt>
              <c:pt idx="442">
                <c:v>0.15895558424853612</c:v>
              </c:pt>
              <c:pt idx="443">
                <c:v>0.15895558424853612</c:v>
              </c:pt>
              <c:pt idx="444">
                <c:v>0.15895558424853612</c:v>
              </c:pt>
              <c:pt idx="445">
                <c:v>0.15895558424853612</c:v>
              </c:pt>
              <c:pt idx="446">
                <c:v>0.15895558424853612</c:v>
              </c:pt>
              <c:pt idx="447">
                <c:v>0.15895558424853612</c:v>
              </c:pt>
            </c:numLit>
          </c:yVal>
          <c:smooth val="0"/>
        </c:ser>
        <c:ser>
          <c:idx val="6"/>
          <c:order val="6"/>
          <c:tx>
            <c:v>Same order, optimal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009E73"/>
              </a:solidFill>
            </c:spPr>
          </c:marker>
          <c:xVal>
            <c:numLit>
              <c:formatCode>General</c:formatCode>
              <c:ptCount val="448"/>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numLit>
          </c:xVal>
          <c:yVal>
            <c:numLit>
              <c:formatCode>0.0</c:formatCode>
              <c:ptCount val="448"/>
              <c:pt idx="0">
                <c:v>6.202028524893199</c:v>
              </c:pt>
              <c:pt idx="1">
                <c:v>6.202028524893199</c:v>
              </c:pt>
              <c:pt idx="2">
                <c:v>6.202028524893199</c:v>
              </c:pt>
              <c:pt idx="3">
                <c:v>6.202028524893199</c:v>
              </c:pt>
              <c:pt idx="4">
                <c:v>6.202028524893199</c:v>
              </c:pt>
              <c:pt idx="5">
                <c:v>6.202028524893199</c:v>
              </c:pt>
              <c:pt idx="6">
                <c:v>6.202028524893199</c:v>
              </c:pt>
              <c:pt idx="7">
                <c:v>6.202028524893199</c:v>
              </c:pt>
              <c:pt idx="8">
                <c:v>6.202028524893199</c:v>
              </c:pt>
              <c:pt idx="9">
                <c:v>6.202028524893199</c:v>
              </c:pt>
              <c:pt idx="10">
                <c:v>6.202028524893199</c:v>
              </c:pt>
              <c:pt idx="11">
                <c:v>6.202028524893199</c:v>
              </c:pt>
              <c:pt idx="12">
                <c:v>6.202028524893199</c:v>
              </c:pt>
              <c:pt idx="13">
                <c:v>6.202028524893199</c:v>
              </c:pt>
              <c:pt idx="14">
                <c:v>6.202028524893199</c:v>
              </c:pt>
              <c:pt idx="15">
                <c:v>6.202028524893199</c:v>
              </c:pt>
              <c:pt idx="16">
                <c:v>6.202028524893199</c:v>
              </c:pt>
              <c:pt idx="17">
                <c:v>6.202028524893199</c:v>
              </c:pt>
              <c:pt idx="18">
                <c:v>6.202028524893199</c:v>
              </c:pt>
              <c:pt idx="19">
                <c:v>6.202028524893199</c:v>
              </c:pt>
              <c:pt idx="20">
                <c:v>6.202028524893199</c:v>
              </c:pt>
              <c:pt idx="21">
                <c:v>6.202028524893199</c:v>
              </c:pt>
              <c:pt idx="22">
                <c:v>6.202028524893199</c:v>
              </c:pt>
              <c:pt idx="23">
                <c:v>6.202028524893199</c:v>
              </c:pt>
              <c:pt idx="24">
                <c:v>6.202028524893199</c:v>
              </c:pt>
              <c:pt idx="25">
                <c:v>6.202028524893199</c:v>
              </c:pt>
              <c:pt idx="26">
                <c:v>6.202028524893199</c:v>
              </c:pt>
              <c:pt idx="27">
                <c:v>6.202028524893199</c:v>
              </c:pt>
              <c:pt idx="28">
                <c:v>6.202028524893199</c:v>
              </c:pt>
              <c:pt idx="29">
                <c:v>6.202028524893199</c:v>
              </c:pt>
              <c:pt idx="30">
                <c:v>6.202028524893199</c:v>
              </c:pt>
              <c:pt idx="31">
                <c:v>6.202028524893199</c:v>
              </c:pt>
              <c:pt idx="32">
                <c:v>6.202028524893199</c:v>
              </c:pt>
              <c:pt idx="33">
                <c:v>6.202028524893199</c:v>
              </c:pt>
              <c:pt idx="34">
                <c:v>6.202028524893199</c:v>
              </c:pt>
              <c:pt idx="35">
                <c:v>6.202028524893199</c:v>
              </c:pt>
              <c:pt idx="36">
                <c:v>6.202028524893199</c:v>
              </c:pt>
              <c:pt idx="37">
                <c:v>6.202028524893199</c:v>
              </c:pt>
              <c:pt idx="38">
                <c:v>6.202028524893199</c:v>
              </c:pt>
              <c:pt idx="39">
                <c:v>6.202028524893199</c:v>
              </c:pt>
              <c:pt idx="40">
                <c:v>6.202028524893199</c:v>
              </c:pt>
              <c:pt idx="41">
                <c:v>6.202028524893199</c:v>
              </c:pt>
              <c:pt idx="42">
                <c:v>6.202028524893199</c:v>
              </c:pt>
              <c:pt idx="43">
                <c:v>6.202028524893199</c:v>
              </c:pt>
              <c:pt idx="44">
                <c:v>6.202028524893199</c:v>
              </c:pt>
              <c:pt idx="45">
                <c:v>6.202028524893199</c:v>
              </c:pt>
              <c:pt idx="46">
                <c:v>6.202028524893199</c:v>
              </c:pt>
              <c:pt idx="47">
                <c:v>6.202028524893199</c:v>
              </c:pt>
              <c:pt idx="48">
                <c:v>6.202028524893199</c:v>
              </c:pt>
              <c:pt idx="49">
                <c:v>6.202028524893199</c:v>
              </c:pt>
              <c:pt idx="50">
                <c:v>6.202028524893199</c:v>
              </c:pt>
              <c:pt idx="51">
                <c:v>6.202028524893199</c:v>
              </c:pt>
              <c:pt idx="52">
                <c:v>6.202028524893199</c:v>
              </c:pt>
              <c:pt idx="53">
                <c:v>6.202028524893199</c:v>
              </c:pt>
              <c:pt idx="54">
                <c:v>6.202028524893199</c:v>
              </c:pt>
              <c:pt idx="55">
                <c:v>6.202028524893199</c:v>
              </c:pt>
              <c:pt idx="56">
                <c:v>6.202028524893199</c:v>
              </c:pt>
              <c:pt idx="57">
                <c:v>6.202028524893199</c:v>
              </c:pt>
              <c:pt idx="58">
                <c:v>6.202028524893199</c:v>
              </c:pt>
              <c:pt idx="59">
                <c:v>6.202028524893199</c:v>
              </c:pt>
              <c:pt idx="60">
                <c:v>6.202028524893199</c:v>
              </c:pt>
              <c:pt idx="61">
                <c:v>6.202028524893199</c:v>
              </c:pt>
              <c:pt idx="62">
                <c:v>6.202028524893199</c:v>
              </c:pt>
              <c:pt idx="63">
                <c:v>6.202028524893199</c:v>
              </c:pt>
              <c:pt idx="64">
                <c:v>6.202028524893199</c:v>
              </c:pt>
              <c:pt idx="65">
                <c:v>6.202028524893199</c:v>
              </c:pt>
              <c:pt idx="66">
                <c:v>6.202028524893199</c:v>
              </c:pt>
              <c:pt idx="67">
                <c:v>6.202028524893199</c:v>
              </c:pt>
              <c:pt idx="68">
                <c:v>6.202028524893199</c:v>
              </c:pt>
              <c:pt idx="69">
                <c:v>6.202028524893199</c:v>
              </c:pt>
              <c:pt idx="70">
                <c:v>6.202028524893199</c:v>
              </c:pt>
              <c:pt idx="71">
                <c:v>6.202028524893199</c:v>
              </c:pt>
              <c:pt idx="72">
                <c:v>6.202028524893199</c:v>
              </c:pt>
              <c:pt idx="73">
                <c:v>6.202028524893199</c:v>
              </c:pt>
              <c:pt idx="74">
                <c:v>6.202028524893199</c:v>
              </c:pt>
              <c:pt idx="75">
                <c:v>6.202028524893199</c:v>
              </c:pt>
              <c:pt idx="76">
                <c:v>6.202028524893199</c:v>
              </c:pt>
              <c:pt idx="77">
                <c:v>6.202028524893199</c:v>
              </c:pt>
              <c:pt idx="78">
                <c:v>6.202028524893199</c:v>
              </c:pt>
              <c:pt idx="79">
                <c:v>6.202028524893199</c:v>
              </c:pt>
              <c:pt idx="80">
                <c:v>6.202028524893199</c:v>
              </c:pt>
              <c:pt idx="81">
                <c:v>6.202028524893199</c:v>
              </c:pt>
              <c:pt idx="82">
                <c:v>6.202028524893199</c:v>
              </c:pt>
              <c:pt idx="83">
                <c:v>6.202028524893199</c:v>
              </c:pt>
              <c:pt idx="84">
                <c:v>6.202028524893199</c:v>
              </c:pt>
              <c:pt idx="85">
                <c:v>6.202028524893199</c:v>
              </c:pt>
              <c:pt idx="86">
                <c:v>6.202028524893199</c:v>
              </c:pt>
              <c:pt idx="87">
                <c:v>6.202028524893199</c:v>
              </c:pt>
              <c:pt idx="88">
                <c:v>6.202028524893199</c:v>
              </c:pt>
              <c:pt idx="89">
                <c:v>6.202028524893199</c:v>
              </c:pt>
              <c:pt idx="90">
                <c:v>6.202028524893199</c:v>
              </c:pt>
              <c:pt idx="91">
                <c:v>6.202028524893199</c:v>
              </c:pt>
              <c:pt idx="92">
                <c:v>6.202028524893199</c:v>
              </c:pt>
              <c:pt idx="93">
                <c:v>6.202028524893199</c:v>
              </c:pt>
              <c:pt idx="94">
                <c:v>6.202028524893199</c:v>
              </c:pt>
              <c:pt idx="95">
                <c:v>6.202028524893199</c:v>
              </c:pt>
              <c:pt idx="96">
                <c:v>6.202028524893199</c:v>
              </c:pt>
              <c:pt idx="97">
                <c:v>6.202028524893199</c:v>
              </c:pt>
              <c:pt idx="98">
                <c:v>6.202028524893199</c:v>
              </c:pt>
              <c:pt idx="99">
                <c:v>6.202028524893199</c:v>
              </c:pt>
              <c:pt idx="100">
                <c:v>6.202028524893199</c:v>
              </c:pt>
              <c:pt idx="101">
                <c:v>6.202028524893199</c:v>
              </c:pt>
              <c:pt idx="102">
                <c:v>6.202028524893199</c:v>
              </c:pt>
              <c:pt idx="103">
                <c:v>6.202028524893199</c:v>
              </c:pt>
              <c:pt idx="104">
                <c:v>6.202028524893199</c:v>
              </c:pt>
              <c:pt idx="105">
                <c:v>6.202028524893199</c:v>
              </c:pt>
              <c:pt idx="106">
                <c:v>6.202028524893199</c:v>
              </c:pt>
              <c:pt idx="107">
                <c:v>6.202028524893199</c:v>
              </c:pt>
              <c:pt idx="108">
                <c:v>6.202028524893199</c:v>
              </c:pt>
              <c:pt idx="109">
                <c:v>6.202028524893199</c:v>
              </c:pt>
              <c:pt idx="110">
                <c:v>6.202028524893199</c:v>
              </c:pt>
              <c:pt idx="111">
                <c:v>6.202028524893199</c:v>
              </c:pt>
              <c:pt idx="112">
                <c:v>6.202028524893199</c:v>
              </c:pt>
              <c:pt idx="113">
                <c:v>6.202028524893199</c:v>
              </c:pt>
              <c:pt idx="114">
                <c:v>6.202028524893199</c:v>
              </c:pt>
              <c:pt idx="115">
                <c:v>6.202028524893199</c:v>
              </c:pt>
              <c:pt idx="116">
                <c:v>6.202028524893199</c:v>
              </c:pt>
              <c:pt idx="117">
                <c:v>6.202028524893199</c:v>
              </c:pt>
              <c:pt idx="118">
                <c:v>6.202028524893199</c:v>
              </c:pt>
              <c:pt idx="119">
                <c:v>6.202028524893199</c:v>
              </c:pt>
              <c:pt idx="120">
                <c:v>6.202028524893199</c:v>
              </c:pt>
              <c:pt idx="121">
                <c:v>6.202028524893199</c:v>
              </c:pt>
              <c:pt idx="122">
                <c:v>6.202028524893199</c:v>
              </c:pt>
              <c:pt idx="123">
                <c:v>6.202028524893199</c:v>
              </c:pt>
              <c:pt idx="124">
                <c:v>6.202028524893199</c:v>
              </c:pt>
              <c:pt idx="125">
                <c:v>6.202028524893199</c:v>
              </c:pt>
              <c:pt idx="126">
                <c:v>6.202028524893199</c:v>
              </c:pt>
              <c:pt idx="127">
                <c:v>6.202028524893199</c:v>
              </c:pt>
              <c:pt idx="128">
                <c:v>6.202028524893199</c:v>
              </c:pt>
              <c:pt idx="129">
                <c:v>6.202028524893199</c:v>
              </c:pt>
              <c:pt idx="130">
                <c:v>6.202028524893199</c:v>
              </c:pt>
              <c:pt idx="131">
                <c:v>6.202028524893199</c:v>
              </c:pt>
              <c:pt idx="132">
                <c:v>6.202028524893199</c:v>
              </c:pt>
              <c:pt idx="133">
                <c:v>6.202028524893199</c:v>
              </c:pt>
              <c:pt idx="134">
                <c:v>6.202028524893199</c:v>
              </c:pt>
              <c:pt idx="135">
                <c:v>6.202028524893199</c:v>
              </c:pt>
              <c:pt idx="136">
                <c:v>6.202028524893199</c:v>
              </c:pt>
              <c:pt idx="137">
                <c:v>6.202028524893199</c:v>
              </c:pt>
              <c:pt idx="138">
                <c:v>6.202028524893199</c:v>
              </c:pt>
              <c:pt idx="139">
                <c:v>6.202028524893199</c:v>
              </c:pt>
              <c:pt idx="140">
                <c:v>6.202028524893199</c:v>
              </c:pt>
              <c:pt idx="141">
                <c:v>6.202028524893199</c:v>
              </c:pt>
              <c:pt idx="142">
                <c:v>6.202028524893199</c:v>
              </c:pt>
              <c:pt idx="143">
                <c:v>6.202028524893199</c:v>
              </c:pt>
              <c:pt idx="144">
                <c:v>6.202028524893199</c:v>
              </c:pt>
              <c:pt idx="145">
                <c:v>6.202028524893199</c:v>
              </c:pt>
              <c:pt idx="146">
                <c:v>6.202028524893199</c:v>
              </c:pt>
              <c:pt idx="147">
                <c:v>6.202028524893199</c:v>
              </c:pt>
              <c:pt idx="148">
                <c:v>6.202028524893199</c:v>
              </c:pt>
              <c:pt idx="149">
                <c:v>6.202028524893199</c:v>
              </c:pt>
              <c:pt idx="150">
                <c:v>6.202028524893199</c:v>
              </c:pt>
              <c:pt idx="151">
                <c:v>6.202028524893199</c:v>
              </c:pt>
              <c:pt idx="152">
                <c:v>6.202028524893199</c:v>
              </c:pt>
              <c:pt idx="153">
                <c:v>6.202028524893199</c:v>
              </c:pt>
              <c:pt idx="154">
                <c:v>6.202028524893199</c:v>
              </c:pt>
              <c:pt idx="155">
                <c:v>6.202028524893199</c:v>
              </c:pt>
              <c:pt idx="156">
                <c:v>6.202028524893199</c:v>
              </c:pt>
              <c:pt idx="157">
                <c:v>6.202028524893199</c:v>
              </c:pt>
              <c:pt idx="158">
                <c:v>6.202028524893199</c:v>
              </c:pt>
              <c:pt idx="159">
                <c:v>6.202028524893199</c:v>
              </c:pt>
              <c:pt idx="160">
                <c:v>6.202028524893199</c:v>
              </c:pt>
              <c:pt idx="161">
                <c:v>6.202028524893199</c:v>
              </c:pt>
              <c:pt idx="162">
                <c:v>6.202028524893199</c:v>
              </c:pt>
              <c:pt idx="163">
                <c:v>6.202028524893199</c:v>
              </c:pt>
              <c:pt idx="164">
                <c:v>6.202028524893199</c:v>
              </c:pt>
              <c:pt idx="165">
                <c:v>6.202028524893199</c:v>
              </c:pt>
              <c:pt idx="166">
                <c:v>6.202028524893199</c:v>
              </c:pt>
              <c:pt idx="167">
                <c:v>6.202028524893199</c:v>
              </c:pt>
              <c:pt idx="168">
                <c:v>6.202028524893199</c:v>
              </c:pt>
              <c:pt idx="169">
                <c:v>6.202028524893199</c:v>
              </c:pt>
              <c:pt idx="170">
                <c:v>6.202028524893199</c:v>
              </c:pt>
              <c:pt idx="171">
                <c:v>6.202028524893199</c:v>
              </c:pt>
              <c:pt idx="172">
                <c:v>6.202028524893199</c:v>
              </c:pt>
              <c:pt idx="173">
                <c:v>6.202028524893199</c:v>
              </c:pt>
              <c:pt idx="174">
                <c:v>6.202028524893199</c:v>
              </c:pt>
              <c:pt idx="175">
                <c:v>6.202028524893199</c:v>
              </c:pt>
              <c:pt idx="176">
                <c:v>6.202028524893199</c:v>
              </c:pt>
              <c:pt idx="177">
                <c:v>6.202028524893199</c:v>
              </c:pt>
              <c:pt idx="178">
                <c:v>6.202028524893199</c:v>
              </c:pt>
              <c:pt idx="179">
                <c:v>6.202028524893199</c:v>
              </c:pt>
              <c:pt idx="180">
                <c:v>6.202028524893199</c:v>
              </c:pt>
              <c:pt idx="181">
                <c:v>6.202028524893199</c:v>
              </c:pt>
              <c:pt idx="182">
                <c:v>6.202028524893199</c:v>
              </c:pt>
              <c:pt idx="183">
                <c:v>6.202028524893199</c:v>
              </c:pt>
              <c:pt idx="184">
                <c:v>6.202028524893199</c:v>
              </c:pt>
              <c:pt idx="185">
                <c:v>6.202028524893199</c:v>
              </c:pt>
              <c:pt idx="186">
                <c:v>6.202028524893199</c:v>
              </c:pt>
              <c:pt idx="187">
                <c:v>6.202028524893199</c:v>
              </c:pt>
              <c:pt idx="188">
                <c:v>6.202028524893199</c:v>
              </c:pt>
              <c:pt idx="189">
                <c:v>6.202028524893199</c:v>
              </c:pt>
              <c:pt idx="190">
                <c:v>6.202028524893199</c:v>
              </c:pt>
              <c:pt idx="191">
                <c:v>6.202028524893199</c:v>
              </c:pt>
              <c:pt idx="192">
                <c:v>6.202028524893199</c:v>
              </c:pt>
              <c:pt idx="193">
                <c:v>6.202028524893199</c:v>
              </c:pt>
              <c:pt idx="194">
                <c:v>6.202028524893199</c:v>
              </c:pt>
              <c:pt idx="195">
                <c:v>6.202028524893199</c:v>
              </c:pt>
              <c:pt idx="196">
                <c:v>6.202028524893199</c:v>
              </c:pt>
              <c:pt idx="197">
                <c:v>6.202028524893199</c:v>
              </c:pt>
              <c:pt idx="198">
                <c:v>6.202028524893199</c:v>
              </c:pt>
              <c:pt idx="199">
                <c:v>6.202028524893199</c:v>
              </c:pt>
              <c:pt idx="200">
                <c:v>6.202028524893199</c:v>
              </c:pt>
              <c:pt idx="201">
                <c:v>6.202028524893199</c:v>
              </c:pt>
              <c:pt idx="202">
                <c:v>6.202028524893199</c:v>
              </c:pt>
              <c:pt idx="203">
                <c:v>6.202028524893199</c:v>
              </c:pt>
              <c:pt idx="204">
                <c:v>6.202028524893199</c:v>
              </c:pt>
              <c:pt idx="205">
                <c:v>6.202028524893199</c:v>
              </c:pt>
              <c:pt idx="206">
                <c:v>6.202028524893199</c:v>
              </c:pt>
              <c:pt idx="207">
                <c:v>6.202028524893199</c:v>
              </c:pt>
              <c:pt idx="208">
                <c:v>6.202028524893199</c:v>
              </c:pt>
              <c:pt idx="209">
                <c:v>6.202028524893199</c:v>
              </c:pt>
              <c:pt idx="210">
                <c:v>6.202028524893199</c:v>
              </c:pt>
              <c:pt idx="211">
                <c:v>6.202028524893199</c:v>
              </c:pt>
              <c:pt idx="212">
                <c:v>6.202028524893199</c:v>
              </c:pt>
              <c:pt idx="213">
                <c:v>6.202028524893199</c:v>
              </c:pt>
              <c:pt idx="214">
                <c:v>6.202028524893199</c:v>
              </c:pt>
              <c:pt idx="215">
                <c:v>6.202028524893199</c:v>
              </c:pt>
              <c:pt idx="216">
                <c:v>6.202028524893199</c:v>
              </c:pt>
              <c:pt idx="217">
                <c:v>6.202028524893199</c:v>
              </c:pt>
              <c:pt idx="218">
                <c:v>6.202028524893199</c:v>
              </c:pt>
              <c:pt idx="219">
                <c:v>6.202028524893199</c:v>
              </c:pt>
              <c:pt idx="220">
                <c:v>6.202028524893199</c:v>
              </c:pt>
              <c:pt idx="221">
                <c:v>6.202028524893199</c:v>
              </c:pt>
              <c:pt idx="222">
                <c:v>6.202028524893199</c:v>
              </c:pt>
              <c:pt idx="223">
                <c:v>6.202028524893199</c:v>
              </c:pt>
              <c:pt idx="224">
                <c:v>6.202028524893199</c:v>
              </c:pt>
              <c:pt idx="225">
                <c:v>6.202028524893199</c:v>
              </c:pt>
              <c:pt idx="226">
                <c:v>6.202028524893199</c:v>
              </c:pt>
              <c:pt idx="227">
                <c:v>6.202028524893199</c:v>
              </c:pt>
              <c:pt idx="228">
                <c:v>6.202028524893199</c:v>
              </c:pt>
              <c:pt idx="229">
                <c:v>6.202028524893199</c:v>
              </c:pt>
              <c:pt idx="230">
                <c:v>6.202028524893199</c:v>
              </c:pt>
              <c:pt idx="231">
                <c:v>6.202028524893199</c:v>
              </c:pt>
              <c:pt idx="232">
                <c:v>6.202028524893199</c:v>
              </c:pt>
              <c:pt idx="233">
                <c:v>6.202028524893199</c:v>
              </c:pt>
              <c:pt idx="234">
                <c:v>6.202028524893199</c:v>
              </c:pt>
              <c:pt idx="235">
                <c:v>6.202028524893199</c:v>
              </c:pt>
              <c:pt idx="236">
                <c:v>6.202028524893199</c:v>
              </c:pt>
              <c:pt idx="237">
                <c:v>6.202028524893199</c:v>
              </c:pt>
              <c:pt idx="238">
                <c:v>6.202028524893199</c:v>
              </c:pt>
              <c:pt idx="239">
                <c:v>6.202028524893199</c:v>
              </c:pt>
              <c:pt idx="240">
                <c:v>6.202028524893199</c:v>
              </c:pt>
              <c:pt idx="241">
                <c:v>6.202028524893199</c:v>
              </c:pt>
              <c:pt idx="242">
                <c:v>6.202028524893199</c:v>
              </c:pt>
              <c:pt idx="243">
                <c:v>6.202028524893199</c:v>
              </c:pt>
              <c:pt idx="244">
                <c:v>6.202028524893199</c:v>
              </c:pt>
              <c:pt idx="245">
                <c:v>6.202028524893199</c:v>
              </c:pt>
              <c:pt idx="246">
                <c:v>6.202028524893199</c:v>
              </c:pt>
              <c:pt idx="247">
                <c:v>6.202028524893199</c:v>
              </c:pt>
              <c:pt idx="248">
                <c:v>6.202028524893199</c:v>
              </c:pt>
              <c:pt idx="249">
                <c:v>6.202028524893199</c:v>
              </c:pt>
              <c:pt idx="250">
                <c:v>6.202028524893199</c:v>
              </c:pt>
              <c:pt idx="251">
                <c:v>6.202028524893199</c:v>
              </c:pt>
              <c:pt idx="252">
                <c:v>6.202028524893199</c:v>
              </c:pt>
              <c:pt idx="253">
                <c:v>6.202028524893199</c:v>
              </c:pt>
              <c:pt idx="254">
                <c:v>6.202028524893199</c:v>
              </c:pt>
              <c:pt idx="255">
                <c:v>6.202028524893199</c:v>
              </c:pt>
              <c:pt idx="256">
                <c:v>6.202028524893199</c:v>
              </c:pt>
              <c:pt idx="257">
                <c:v>6.202028524893199</c:v>
              </c:pt>
              <c:pt idx="258">
                <c:v>6.202028524893199</c:v>
              </c:pt>
              <c:pt idx="259">
                <c:v>6.202028524893199</c:v>
              </c:pt>
              <c:pt idx="260">
                <c:v>6.202028524893199</c:v>
              </c:pt>
              <c:pt idx="261">
                <c:v>6.202028524893199</c:v>
              </c:pt>
              <c:pt idx="262">
                <c:v>6.202028524893199</c:v>
              </c:pt>
              <c:pt idx="263">
                <c:v>6.202028524893199</c:v>
              </c:pt>
              <c:pt idx="264">
                <c:v>6.202028524893199</c:v>
              </c:pt>
              <c:pt idx="265">
                <c:v>6.202028524893199</c:v>
              </c:pt>
              <c:pt idx="266">
                <c:v>6.202028524893199</c:v>
              </c:pt>
              <c:pt idx="267">
                <c:v>6.202028524893199</c:v>
              </c:pt>
              <c:pt idx="268">
                <c:v>6.202028524893199</c:v>
              </c:pt>
              <c:pt idx="269">
                <c:v>6.202028524893199</c:v>
              </c:pt>
              <c:pt idx="270">
                <c:v>6.202028524893199</c:v>
              </c:pt>
              <c:pt idx="271">
                <c:v>6.202028524893199</c:v>
              </c:pt>
              <c:pt idx="272">
                <c:v>6.202028524893199</c:v>
              </c:pt>
              <c:pt idx="273">
                <c:v>6.202028524893199</c:v>
              </c:pt>
              <c:pt idx="274">
                <c:v>6.202028524893199</c:v>
              </c:pt>
              <c:pt idx="275">
                <c:v>6.202028524893199</c:v>
              </c:pt>
              <c:pt idx="276">
                <c:v>6.202028524893199</c:v>
              </c:pt>
              <c:pt idx="277">
                <c:v>6.202028524893199</c:v>
              </c:pt>
              <c:pt idx="278">
                <c:v>6.202028524893199</c:v>
              </c:pt>
              <c:pt idx="279">
                <c:v>6.202028524893199</c:v>
              </c:pt>
              <c:pt idx="280">
                <c:v>6.202028524893199</c:v>
              </c:pt>
              <c:pt idx="281">
                <c:v>6.202028524893199</c:v>
              </c:pt>
              <c:pt idx="282">
                <c:v>6.202028524893199</c:v>
              </c:pt>
              <c:pt idx="283">
                <c:v>6.202028524893199</c:v>
              </c:pt>
              <c:pt idx="284">
                <c:v>6.202028524893199</c:v>
              </c:pt>
              <c:pt idx="285">
                <c:v>6.202028524893199</c:v>
              </c:pt>
              <c:pt idx="286">
                <c:v>6.202028524893199</c:v>
              </c:pt>
              <c:pt idx="287">
                <c:v>6.202028524893199</c:v>
              </c:pt>
              <c:pt idx="288">
                <c:v>6.202028524893199</c:v>
              </c:pt>
              <c:pt idx="289">
                <c:v>6.202028524893199</c:v>
              </c:pt>
              <c:pt idx="290">
                <c:v>6.202028524893199</c:v>
              </c:pt>
              <c:pt idx="291">
                <c:v>6.202028524893199</c:v>
              </c:pt>
              <c:pt idx="292">
                <c:v>6.202028524893199</c:v>
              </c:pt>
              <c:pt idx="293">
                <c:v>6.202028524893199</c:v>
              </c:pt>
              <c:pt idx="294">
                <c:v>6.202028524893199</c:v>
              </c:pt>
              <c:pt idx="295">
                <c:v>6.202028524893199</c:v>
              </c:pt>
              <c:pt idx="296">
                <c:v>6.202028524893199</c:v>
              </c:pt>
              <c:pt idx="297">
                <c:v>6.202028524893199</c:v>
              </c:pt>
              <c:pt idx="298">
                <c:v>6.202028524893199</c:v>
              </c:pt>
              <c:pt idx="299">
                <c:v>6.202028524893199</c:v>
              </c:pt>
              <c:pt idx="300">
                <c:v>6.202028524893199</c:v>
              </c:pt>
              <c:pt idx="301">
                <c:v>6.202028524893199</c:v>
              </c:pt>
              <c:pt idx="302">
                <c:v>6.202028524893199</c:v>
              </c:pt>
              <c:pt idx="303">
                <c:v>6.202028524893199</c:v>
              </c:pt>
              <c:pt idx="304">
                <c:v>6.202028524893199</c:v>
              </c:pt>
              <c:pt idx="305">
                <c:v>6.202028524893199</c:v>
              </c:pt>
              <c:pt idx="306">
                <c:v>6.202028524893199</c:v>
              </c:pt>
              <c:pt idx="307">
                <c:v>6.202028524893199</c:v>
              </c:pt>
              <c:pt idx="308">
                <c:v>6.202028524893199</c:v>
              </c:pt>
              <c:pt idx="309">
                <c:v>6.202028524893199</c:v>
              </c:pt>
              <c:pt idx="310">
                <c:v>6.202028524893199</c:v>
              </c:pt>
              <c:pt idx="311">
                <c:v>6.202028524893199</c:v>
              </c:pt>
              <c:pt idx="312">
                <c:v>6.202028524893199</c:v>
              </c:pt>
              <c:pt idx="313">
                <c:v>6.202028524893199</c:v>
              </c:pt>
              <c:pt idx="314">
                <c:v>6.202028524893199</c:v>
              </c:pt>
              <c:pt idx="315">
                <c:v>6.202028524893199</c:v>
              </c:pt>
              <c:pt idx="316">
                <c:v>6.202028524893199</c:v>
              </c:pt>
              <c:pt idx="317">
                <c:v>6.202028524893199</c:v>
              </c:pt>
              <c:pt idx="318">
                <c:v>6.202028524893199</c:v>
              </c:pt>
              <c:pt idx="319">
                <c:v>6.202028524893199</c:v>
              </c:pt>
              <c:pt idx="320">
                <c:v>6.202028524893199</c:v>
              </c:pt>
              <c:pt idx="321">
                <c:v>6.202028524893199</c:v>
              </c:pt>
              <c:pt idx="322">
                <c:v>6.202028524893199</c:v>
              </c:pt>
              <c:pt idx="323">
                <c:v>6.202028524893199</c:v>
              </c:pt>
              <c:pt idx="324">
                <c:v>6.202028524893199</c:v>
              </c:pt>
              <c:pt idx="325">
                <c:v>6.202028524893199</c:v>
              </c:pt>
              <c:pt idx="326">
                <c:v>6.202028524893199</c:v>
              </c:pt>
              <c:pt idx="327">
                <c:v>6.202028524893199</c:v>
              </c:pt>
              <c:pt idx="328">
                <c:v>6.202028524893199</c:v>
              </c:pt>
              <c:pt idx="329">
                <c:v>6.202028524893199</c:v>
              </c:pt>
              <c:pt idx="330">
                <c:v>6.202028524893199</c:v>
              </c:pt>
              <c:pt idx="331">
                <c:v>6.202028524893199</c:v>
              </c:pt>
              <c:pt idx="332">
                <c:v>6.202028524893199</c:v>
              </c:pt>
              <c:pt idx="333">
                <c:v>6.202028524893199</c:v>
              </c:pt>
              <c:pt idx="334">
                <c:v>6.202028524893199</c:v>
              </c:pt>
              <c:pt idx="335">
                <c:v>6.202028524893199</c:v>
              </c:pt>
              <c:pt idx="336">
                <c:v>6.202028524893199</c:v>
              </c:pt>
              <c:pt idx="337">
                <c:v>6.202028524893199</c:v>
              </c:pt>
              <c:pt idx="338">
                <c:v>6.202028524893199</c:v>
              </c:pt>
              <c:pt idx="339">
                <c:v>6.202028524893199</c:v>
              </c:pt>
              <c:pt idx="340">
                <c:v>6.202028524893199</c:v>
              </c:pt>
              <c:pt idx="341">
                <c:v>6.202028524893199</c:v>
              </c:pt>
              <c:pt idx="342">
                <c:v>6.202028524893199</c:v>
              </c:pt>
              <c:pt idx="343">
                <c:v>6.202028524893199</c:v>
              </c:pt>
              <c:pt idx="344">
                <c:v>6.202028524893199</c:v>
              </c:pt>
              <c:pt idx="345">
                <c:v>6.202028524893199</c:v>
              </c:pt>
              <c:pt idx="346">
                <c:v>6.202028524893199</c:v>
              </c:pt>
              <c:pt idx="347">
                <c:v>6.202028524893199</c:v>
              </c:pt>
              <c:pt idx="348">
                <c:v>6.202028524893199</c:v>
              </c:pt>
              <c:pt idx="349">
                <c:v>6.202028524893199</c:v>
              </c:pt>
              <c:pt idx="350">
                <c:v>6.202028524893199</c:v>
              </c:pt>
              <c:pt idx="351">
                <c:v>6.202028524893199</c:v>
              </c:pt>
              <c:pt idx="352">
                <c:v>6.202028524893199</c:v>
              </c:pt>
              <c:pt idx="353">
                <c:v>6.202028524893199</c:v>
              </c:pt>
              <c:pt idx="354">
                <c:v>6.202028524893199</c:v>
              </c:pt>
              <c:pt idx="355">
                <c:v>6.202028524893199</c:v>
              </c:pt>
              <c:pt idx="356">
                <c:v>6.202028524893199</c:v>
              </c:pt>
              <c:pt idx="357">
                <c:v>6.202028524893199</c:v>
              </c:pt>
              <c:pt idx="358">
                <c:v>6.202028524893199</c:v>
              </c:pt>
              <c:pt idx="359">
                <c:v>6.202028524893199</c:v>
              </c:pt>
              <c:pt idx="360">
                <c:v>6.202028524893199</c:v>
              </c:pt>
              <c:pt idx="361">
                <c:v>6.202028524893199</c:v>
              </c:pt>
              <c:pt idx="362">
                <c:v>6.202028524893199</c:v>
              </c:pt>
              <c:pt idx="363">
                <c:v>6.202028524893199</c:v>
              </c:pt>
              <c:pt idx="364">
                <c:v>6.202028524893199</c:v>
              </c:pt>
              <c:pt idx="365">
                <c:v>6.202028524893199</c:v>
              </c:pt>
              <c:pt idx="366">
                <c:v>6.202028524893199</c:v>
              </c:pt>
              <c:pt idx="367">
                <c:v>6.202028524893199</c:v>
              </c:pt>
              <c:pt idx="368">
                <c:v>6.202028524893199</c:v>
              </c:pt>
              <c:pt idx="369">
                <c:v>6.202028524893199</c:v>
              </c:pt>
              <c:pt idx="370">
                <c:v>6.202028524893199</c:v>
              </c:pt>
              <c:pt idx="371">
                <c:v>6.202028524893199</c:v>
              </c:pt>
              <c:pt idx="372">
                <c:v>6.202028524893199</c:v>
              </c:pt>
              <c:pt idx="373">
                <c:v>6.202028524893199</c:v>
              </c:pt>
              <c:pt idx="374">
                <c:v>6.202028524893199</c:v>
              </c:pt>
              <c:pt idx="375">
                <c:v>6.202028524893199</c:v>
              </c:pt>
              <c:pt idx="376">
                <c:v>6.202028524893199</c:v>
              </c:pt>
              <c:pt idx="377">
                <c:v>6.202028524893199</c:v>
              </c:pt>
              <c:pt idx="378">
                <c:v>6.202028524893199</c:v>
              </c:pt>
              <c:pt idx="379">
                <c:v>6.202028524893199</c:v>
              </c:pt>
              <c:pt idx="380">
                <c:v>6.202028524893199</c:v>
              </c:pt>
              <c:pt idx="381">
                <c:v>6.202028524893199</c:v>
              </c:pt>
              <c:pt idx="382">
                <c:v>6.202028524893199</c:v>
              </c:pt>
              <c:pt idx="383">
                <c:v>6.202028524893199</c:v>
              </c:pt>
              <c:pt idx="384">
                <c:v>6.202028524893199</c:v>
              </c:pt>
              <c:pt idx="385">
                <c:v>6.202028524893199</c:v>
              </c:pt>
              <c:pt idx="386">
                <c:v>6.202028524893199</c:v>
              </c:pt>
              <c:pt idx="387">
                <c:v>6.202028524893199</c:v>
              </c:pt>
              <c:pt idx="388">
                <c:v>6.202028524893199</c:v>
              </c:pt>
              <c:pt idx="389">
                <c:v>6.202028524893199</c:v>
              </c:pt>
              <c:pt idx="390">
                <c:v>6.202028524893199</c:v>
              </c:pt>
              <c:pt idx="391">
                <c:v>6.202028524893199</c:v>
              </c:pt>
              <c:pt idx="392">
                <c:v>6.202028524893199</c:v>
              </c:pt>
              <c:pt idx="393">
                <c:v>6.202028524893199</c:v>
              </c:pt>
              <c:pt idx="394">
                <c:v>6.202028524893199</c:v>
              </c:pt>
              <c:pt idx="395">
                <c:v>6.202028524893199</c:v>
              </c:pt>
              <c:pt idx="396">
                <c:v>6.202028524893199</c:v>
              </c:pt>
              <c:pt idx="397">
                <c:v>6.202028524893199</c:v>
              </c:pt>
              <c:pt idx="398">
                <c:v>6.202028524893199</c:v>
              </c:pt>
              <c:pt idx="399">
                <c:v>6.202028524893199</c:v>
              </c:pt>
              <c:pt idx="400">
                <c:v>6.202028524893199</c:v>
              </c:pt>
              <c:pt idx="401">
                <c:v>6.202028524893199</c:v>
              </c:pt>
              <c:pt idx="402">
                <c:v>6.202028524893199</c:v>
              </c:pt>
              <c:pt idx="403">
                <c:v>6.202028524893199</c:v>
              </c:pt>
              <c:pt idx="404">
                <c:v>6.202028524893199</c:v>
              </c:pt>
              <c:pt idx="405">
                <c:v>6.202028524893199</c:v>
              </c:pt>
              <c:pt idx="406">
                <c:v>6.202028524893199</c:v>
              </c:pt>
              <c:pt idx="407">
                <c:v>6.202028524893199</c:v>
              </c:pt>
              <c:pt idx="408">
                <c:v>6.202028524893199</c:v>
              </c:pt>
              <c:pt idx="409">
                <c:v>6.202028524893199</c:v>
              </c:pt>
              <c:pt idx="410">
                <c:v>6.202028524893199</c:v>
              </c:pt>
              <c:pt idx="411">
                <c:v>6.202028524893199</c:v>
              </c:pt>
              <c:pt idx="412">
                <c:v>6.202028524893199</c:v>
              </c:pt>
              <c:pt idx="413">
                <c:v>6.202028524893199</c:v>
              </c:pt>
              <c:pt idx="414">
                <c:v>6.202028524893199</c:v>
              </c:pt>
              <c:pt idx="415">
                <c:v>6.202028524893199</c:v>
              </c:pt>
              <c:pt idx="416">
                <c:v>6.202028524893199</c:v>
              </c:pt>
              <c:pt idx="417">
                <c:v>6.202028524893199</c:v>
              </c:pt>
              <c:pt idx="418">
                <c:v>6.202028524893199</c:v>
              </c:pt>
              <c:pt idx="419">
                <c:v>6.202028524893199</c:v>
              </c:pt>
              <c:pt idx="420">
                <c:v>6.202028524893199</c:v>
              </c:pt>
              <c:pt idx="421">
                <c:v>6.202028524893199</c:v>
              </c:pt>
              <c:pt idx="422">
                <c:v>6.202028524893199</c:v>
              </c:pt>
              <c:pt idx="423">
                <c:v>6.202028524893199</c:v>
              </c:pt>
              <c:pt idx="424">
                <c:v>6.202028524893199</c:v>
              </c:pt>
              <c:pt idx="425">
                <c:v>6.202028524893199</c:v>
              </c:pt>
              <c:pt idx="426">
                <c:v>6.202028524893199</c:v>
              </c:pt>
              <c:pt idx="427">
                <c:v>6.202028524893199</c:v>
              </c:pt>
              <c:pt idx="428">
                <c:v>6.202028524893199</c:v>
              </c:pt>
              <c:pt idx="429">
                <c:v>6.202028524893199</c:v>
              </c:pt>
              <c:pt idx="430">
                <c:v>6.202028524893199</c:v>
              </c:pt>
              <c:pt idx="431">
                <c:v>6.202028524893199</c:v>
              </c:pt>
              <c:pt idx="432">
                <c:v>6.202028524893199</c:v>
              </c:pt>
              <c:pt idx="433">
                <c:v>6.202028524893199</c:v>
              </c:pt>
              <c:pt idx="434">
                <c:v>6.202028524893199</c:v>
              </c:pt>
              <c:pt idx="435">
                <c:v>6.202028524893199</c:v>
              </c:pt>
              <c:pt idx="436">
                <c:v>6.202028524893199</c:v>
              </c:pt>
              <c:pt idx="437">
                <c:v>6.202028524893199</c:v>
              </c:pt>
              <c:pt idx="438">
                <c:v>6.202028524893199</c:v>
              </c:pt>
              <c:pt idx="439">
                <c:v>6.202028524893199</c:v>
              </c:pt>
              <c:pt idx="440">
                <c:v>6.202028524893199</c:v>
              </c:pt>
              <c:pt idx="441">
                <c:v>6.202028524893199</c:v>
              </c:pt>
              <c:pt idx="442">
                <c:v>6.202028524893199</c:v>
              </c:pt>
              <c:pt idx="443">
                <c:v>6.202028524893199</c:v>
              </c:pt>
              <c:pt idx="444">
                <c:v>6.202028524893199</c:v>
              </c:pt>
              <c:pt idx="445">
                <c:v>6.202028524893199</c:v>
              </c:pt>
              <c:pt idx="446">
                <c:v>6.202028524893199</c:v>
              </c:pt>
              <c:pt idx="447">
                <c:v>6.202028524893199</c:v>
              </c:pt>
            </c:numLit>
          </c:yVal>
          <c:smooth val="0"/>
        </c:ser>
        <c:ser>
          <c:idx val="7"/>
          <c:order val="7"/>
          <c:tx>
            <c:v>Same order, optimal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009E73"/>
              </a:solidFill>
            </c:spPr>
          </c:marker>
          <c:xVal>
            <c:numLit>
              <c:formatCode>General</c:formatCode>
              <c:ptCount val="448"/>
              <c:pt idx="0">
                <c:v>1.65505952237088</c:v>
              </c:pt>
              <c:pt idx="1">
                <c:v>1.65505952237088</c:v>
              </c:pt>
              <c:pt idx="2">
                <c:v>1.65505952237088</c:v>
              </c:pt>
              <c:pt idx="3">
                <c:v>1.65505952237088</c:v>
              </c:pt>
              <c:pt idx="4">
                <c:v>1.65505952237088</c:v>
              </c:pt>
              <c:pt idx="5">
                <c:v>1.65505952237088</c:v>
              </c:pt>
              <c:pt idx="6">
                <c:v>1.65505952237088</c:v>
              </c:pt>
              <c:pt idx="7">
                <c:v>1.65505952237088</c:v>
              </c:pt>
              <c:pt idx="8">
                <c:v>1.65505952237088</c:v>
              </c:pt>
              <c:pt idx="9">
                <c:v>1.65505952237088</c:v>
              </c:pt>
              <c:pt idx="10">
                <c:v>1.65505952237088</c:v>
              </c:pt>
              <c:pt idx="11">
                <c:v>1.65505952237088</c:v>
              </c:pt>
              <c:pt idx="12">
                <c:v>1.65505952237088</c:v>
              </c:pt>
              <c:pt idx="13">
                <c:v>1.65505952237088</c:v>
              </c:pt>
              <c:pt idx="14">
                <c:v>1.65505952237088</c:v>
              </c:pt>
              <c:pt idx="15">
                <c:v>1.65505952237088</c:v>
              </c:pt>
              <c:pt idx="16">
                <c:v>1.65505952237088</c:v>
              </c:pt>
              <c:pt idx="17">
                <c:v>1.65505952237088</c:v>
              </c:pt>
              <c:pt idx="18">
                <c:v>1.65505952237088</c:v>
              </c:pt>
              <c:pt idx="19">
                <c:v>1.65505952237088</c:v>
              </c:pt>
              <c:pt idx="20">
                <c:v>1.65505952237088</c:v>
              </c:pt>
              <c:pt idx="21">
                <c:v>1.65505952237088</c:v>
              </c:pt>
              <c:pt idx="22">
                <c:v>1.65505952237088</c:v>
              </c:pt>
              <c:pt idx="23">
                <c:v>1.65505952237088</c:v>
              </c:pt>
              <c:pt idx="24">
                <c:v>1.65505952237088</c:v>
              </c:pt>
              <c:pt idx="25">
                <c:v>1.65505952237088</c:v>
              </c:pt>
              <c:pt idx="26">
                <c:v>1.65505952237088</c:v>
              </c:pt>
              <c:pt idx="27">
                <c:v>1.65505952237088</c:v>
              </c:pt>
              <c:pt idx="28">
                <c:v>1.65505952237088</c:v>
              </c:pt>
              <c:pt idx="29">
                <c:v>1.65505952237088</c:v>
              </c:pt>
              <c:pt idx="30">
                <c:v>1.65505952237088</c:v>
              </c:pt>
              <c:pt idx="31">
                <c:v>1.65505952237088</c:v>
              </c:pt>
              <c:pt idx="32">
                <c:v>1.65505952237088</c:v>
              </c:pt>
              <c:pt idx="33">
                <c:v>1.65505952237088</c:v>
              </c:pt>
              <c:pt idx="34">
                <c:v>1.65505952237088</c:v>
              </c:pt>
              <c:pt idx="35">
                <c:v>1.65505952237088</c:v>
              </c:pt>
              <c:pt idx="36">
                <c:v>1.65505952237088</c:v>
              </c:pt>
              <c:pt idx="37">
                <c:v>1.65505952237088</c:v>
              </c:pt>
              <c:pt idx="38">
                <c:v>1.65505952237088</c:v>
              </c:pt>
              <c:pt idx="39">
                <c:v>1.65505952237088</c:v>
              </c:pt>
              <c:pt idx="40">
                <c:v>1.65505952237088</c:v>
              </c:pt>
              <c:pt idx="41">
                <c:v>1.65505952237088</c:v>
              </c:pt>
              <c:pt idx="42">
                <c:v>1.65505952237088</c:v>
              </c:pt>
              <c:pt idx="43">
                <c:v>1.65505952237088</c:v>
              </c:pt>
              <c:pt idx="44">
                <c:v>1.65505952237088</c:v>
              </c:pt>
              <c:pt idx="45">
                <c:v>1.65505952237088</c:v>
              </c:pt>
              <c:pt idx="46">
                <c:v>1.65505952237088</c:v>
              </c:pt>
              <c:pt idx="47">
                <c:v>1.65505952237088</c:v>
              </c:pt>
              <c:pt idx="48">
                <c:v>1.65505952237088</c:v>
              </c:pt>
              <c:pt idx="49">
                <c:v>1.65505952237088</c:v>
              </c:pt>
              <c:pt idx="50">
                <c:v>1.65505952237088</c:v>
              </c:pt>
              <c:pt idx="51">
                <c:v>1.65505952237088</c:v>
              </c:pt>
              <c:pt idx="52">
                <c:v>1.65505952237088</c:v>
              </c:pt>
              <c:pt idx="53">
                <c:v>1.65505952237088</c:v>
              </c:pt>
              <c:pt idx="54">
                <c:v>1.65505952237088</c:v>
              </c:pt>
              <c:pt idx="55">
                <c:v>1.65505952237088</c:v>
              </c:pt>
              <c:pt idx="56">
                <c:v>1.65505952237088</c:v>
              </c:pt>
              <c:pt idx="57">
                <c:v>1.65505952237088</c:v>
              </c:pt>
              <c:pt idx="58">
                <c:v>1.65505952237088</c:v>
              </c:pt>
              <c:pt idx="59">
                <c:v>1.65505952237088</c:v>
              </c:pt>
              <c:pt idx="60">
                <c:v>1.65505952237088</c:v>
              </c:pt>
              <c:pt idx="61">
                <c:v>1.65505952237088</c:v>
              </c:pt>
              <c:pt idx="62">
                <c:v>1.65505952237088</c:v>
              </c:pt>
              <c:pt idx="63">
                <c:v>1.65505952237088</c:v>
              </c:pt>
              <c:pt idx="64">
                <c:v>1.65505952237088</c:v>
              </c:pt>
              <c:pt idx="65">
                <c:v>1.65505952237088</c:v>
              </c:pt>
              <c:pt idx="66">
                <c:v>1.65505952237088</c:v>
              </c:pt>
              <c:pt idx="67">
                <c:v>1.65505952237088</c:v>
              </c:pt>
              <c:pt idx="68">
                <c:v>1.65505952237088</c:v>
              </c:pt>
              <c:pt idx="69">
                <c:v>1.65505952237088</c:v>
              </c:pt>
              <c:pt idx="70">
                <c:v>1.65505952237088</c:v>
              </c:pt>
              <c:pt idx="71">
                <c:v>1.65505952237088</c:v>
              </c:pt>
              <c:pt idx="72">
                <c:v>1.65505952237088</c:v>
              </c:pt>
              <c:pt idx="73">
                <c:v>1.65505952237088</c:v>
              </c:pt>
              <c:pt idx="74">
                <c:v>1.65505952237088</c:v>
              </c:pt>
              <c:pt idx="75">
                <c:v>1.65505952237088</c:v>
              </c:pt>
              <c:pt idx="76">
                <c:v>1.65505952237088</c:v>
              </c:pt>
              <c:pt idx="77">
                <c:v>1.65505952237088</c:v>
              </c:pt>
              <c:pt idx="78">
                <c:v>1.65505952237088</c:v>
              </c:pt>
              <c:pt idx="79">
                <c:v>1.65505952237088</c:v>
              </c:pt>
              <c:pt idx="80">
                <c:v>1.65505952237088</c:v>
              </c:pt>
              <c:pt idx="81">
                <c:v>1.65505952237088</c:v>
              </c:pt>
              <c:pt idx="82">
                <c:v>1.65505952237088</c:v>
              </c:pt>
              <c:pt idx="83">
                <c:v>1.65505952237088</c:v>
              </c:pt>
              <c:pt idx="84">
                <c:v>1.65505952237088</c:v>
              </c:pt>
              <c:pt idx="85">
                <c:v>1.65505952237088</c:v>
              </c:pt>
              <c:pt idx="86">
                <c:v>1.65505952237088</c:v>
              </c:pt>
              <c:pt idx="87">
                <c:v>1.65505952237088</c:v>
              </c:pt>
              <c:pt idx="88">
                <c:v>1.65505952237088</c:v>
              </c:pt>
              <c:pt idx="89">
                <c:v>1.65505952237088</c:v>
              </c:pt>
              <c:pt idx="90">
                <c:v>1.65505952237088</c:v>
              </c:pt>
              <c:pt idx="91">
                <c:v>1.65505952237088</c:v>
              </c:pt>
              <c:pt idx="92">
                <c:v>1.65505952237088</c:v>
              </c:pt>
              <c:pt idx="93">
                <c:v>1.65505952237088</c:v>
              </c:pt>
              <c:pt idx="94">
                <c:v>1.65505952237088</c:v>
              </c:pt>
              <c:pt idx="95">
                <c:v>1.65505952237088</c:v>
              </c:pt>
              <c:pt idx="96">
                <c:v>1.65505952237088</c:v>
              </c:pt>
              <c:pt idx="97">
                <c:v>1.65505952237088</c:v>
              </c:pt>
              <c:pt idx="98">
                <c:v>1.65505952237088</c:v>
              </c:pt>
              <c:pt idx="99">
                <c:v>1.65505952237088</c:v>
              </c:pt>
              <c:pt idx="100">
                <c:v>1.65505952237088</c:v>
              </c:pt>
              <c:pt idx="101">
                <c:v>1.65505952237088</c:v>
              </c:pt>
              <c:pt idx="102">
                <c:v>1.65505952237088</c:v>
              </c:pt>
              <c:pt idx="103">
                <c:v>1.65505952237088</c:v>
              </c:pt>
              <c:pt idx="104">
                <c:v>1.65505952237088</c:v>
              </c:pt>
              <c:pt idx="105">
                <c:v>1.65505952237088</c:v>
              </c:pt>
              <c:pt idx="106">
                <c:v>1.65505952237088</c:v>
              </c:pt>
              <c:pt idx="107">
                <c:v>1.65505952237088</c:v>
              </c:pt>
              <c:pt idx="108">
                <c:v>1.65505952237088</c:v>
              </c:pt>
              <c:pt idx="109">
                <c:v>1.65505952237088</c:v>
              </c:pt>
              <c:pt idx="110">
                <c:v>1.65505952237088</c:v>
              </c:pt>
              <c:pt idx="111">
                <c:v>1.65505952237088</c:v>
              </c:pt>
              <c:pt idx="112">
                <c:v>1.65505952237088</c:v>
              </c:pt>
              <c:pt idx="113">
                <c:v>1.65505952237088</c:v>
              </c:pt>
              <c:pt idx="114">
                <c:v>1.65505952237088</c:v>
              </c:pt>
              <c:pt idx="115">
                <c:v>1.65505952237088</c:v>
              </c:pt>
              <c:pt idx="116">
                <c:v>1.65505952237088</c:v>
              </c:pt>
              <c:pt idx="117">
                <c:v>1.65505952237088</c:v>
              </c:pt>
              <c:pt idx="118">
                <c:v>1.65505952237088</c:v>
              </c:pt>
              <c:pt idx="119">
                <c:v>1.65505952237088</c:v>
              </c:pt>
              <c:pt idx="120">
                <c:v>1.65505952237088</c:v>
              </c:pt>
              <c:pt idx="121">
                <c:v>1.65505952237088</c:v>
              </c:pt>
              <c:pt idx="122">
                <c:v>1.65505952237088</c:v>
              </c:pt>
              <c:pt idx="123">
                <c:v>1.65505952237088</c:v>
              </c:pt>
              <c:pt idx="124">
                <c:v>1.65505952237088</c:v>
              </c:pt>
              <c:pt idx="125">
                <c:v>1.65505952237088</c:v>
              </c:pt>
              <c:pt idx="126">
                <c:v>1.65505952237088</c:v>
              </c:pt>
              <c:pt idx="127">
                <c:v>1.65505952237088</c:v>
              </c:pt>
              <c:pt idx="128">
                <c:v>1.65505952237088</c:v>
              </c:pt>
              <c:pt idx="129">
                <c:v>1.65505952237088</c:v>
              </c:pt>
              <c:pt idx="130">
                <c:v>1.65505952237088</c:v>
              </c:pt>
              <c:pt idx="131">
                <c:v>1.65505952237088</c:v>
              </c:pt>
              <c:pt idx="132">
                <c:v>1.65505952237088</c:v>
              </c:pt>
              <c:pt idx="133">
                <c:v>1.65505952237088</c:v>
              </c:pt>
              <c:pt idx="134">
                <c:v>1.65505952237088</c:v>
              </c:pt>
              <c:pt idx="135">
                <c:v>1.65505952237088</c:v>
              </c:pt>
              <c:pt idx="136">
                <c:v>1.65505952237088</c:v>
              </c:pt>
              <c:pt idx="137">
                <c:v>1.65505952237088</c:v>
              </c:pt>
              <c:pt idx="138">
                <c:v>1.65505952237088</c:v>
              </c:pt>
              <c:pt idx="139">
                <c:v>1.65505952237088</c:v>
              </c:pt>
              <c:pt idx="140">
                <c:v>1.65505952237088</c:v>
              </c:pt>
              <c:pt idx="141">
                <c:v>1.65505952237088</c:v>
              </c:pt>
              <c:pt idx="142">
                <c:v>1.65505952237088</c:v>
              </c:pt>
              <c:pt idx="143">
                <c:v>1.65505952237088</c:v>
              </c:pt>
              <c:pt idx="144">
                <c:v>1.65505952237088</c:v>
              </c:pt>
              <c:pt idx="145">
                <c:v>1.65505952237088</c:v>
              </c:pt>
              <c:pt idx="146">
                <c:v>1.65505952237088</c:v>
              </c:pt>
              <c:pt idx="147">
                <c:v>1.65505952237088</c:v>
              </c:pt>
              <c:pt idx="148">
                <c:v>1.65505952237088</c:v>
              </c:pt>
              <c:pt idx="149">
                <c:v>1.65505952237088</c:v>
              </c:pt>
              <c:pt idx="150">
                <c:v>1.65505952237088</c:v>
              </c:pt>
              <c:pt idx="151">
                <c:v>1.65505952237088</c:v>
              </c:pt>
              <c:pt idx="152">
                <c:v>1.65505952237088</c:v>
              </c:pt>
              <c:pt idx="153">
                <c:v>1.65505952237088</c:v>
              </c:pt>
              <c:pt idx="154">
                <c:v>1.65505952237088</c:v>
              </c:pt>
              <c:pt idx="155">
                <c:v>1.65505952237088</c:v>
              </c:pt>
              <c:pt idx="156">
                <c:v>1.65505952237088</c:v>
              </c:pt>
              <c:pt idx="157">
                <c:v>1.65505952237088</c:v>
              </c:pt>
              <c:pt idx="158">
                <c:v>1.65505952237088</c:v>
              </c:pt>
              <c:pt idx="159">
                <c:v>1.65505952237088</c:v>
              </c:pt>
              <c:pt idx="160">
                <c:v>1.65505952237088</c:v>
              </c:pt>
              <c:pt idx="161">
                <c:v>1.65505952237088</c:v>
              </c:pt>
              <c:pt idx="162">
                <c:v>1.65505952237088</c:v>
              </c:pt>
              <c:pt idx="163">
                <c:v>1.65505952237088</c:v>
              </c:pt>
              <c:pt idx="164">
                <c:v>1.65505952237088</c:v>
              </c:pt>
              <c:pt idx="165">
                <c:v>1.65505952237088</c:v>
              </c:pt>
              <c:pt idx="166">
                <c:v>1.65505952237088</c:v>
              </c:pt>
              <c:pt idx="167">
                <c:v>1.65505952237088</c:v>
              </c:pt>
              <c:pt idx="168">
                <c:v>1.65505952237088</c:v>
              </c:pt>
              <c:pt idx="169">
                <c:v>1.65505952237088</c:v>
              </c:pt>
              <c:pt idx="170">
                <c:v>1.65505952237088</c:v>
              </c:pt>
              <c:pt idx="171">
                <c:v>1.65505952237088</c:v>
              </c:pt>
              <c:pt idx="172">
                <c:v>1.65505952237088</c:v>
              </c:pt>
              <c:pt idx="173">
                <c:v>1.65505952237088</c:v>
              </c:pt>
              <c:pt idx="174">
                <c:v>1.65505952237088</c:v>
              </c:pt>
              <c:pt idx="175">
                <c:v>1.65505952237088</c:v>
              </c:pt>
              <c:pt idx="176">
                <c:v>1.65505952237088</c:v>
              </c:pt>
              <c:pt idx="177">
                <c:v>1.65505952237088</c:v>
              </c:pt>
              <c:pt idx="178">
                <c:v>1.65505952237088</c:v>
              </c:pt>
              <c:pt idx="179">
                <c:v>1.65505952237088</c:v>
              </c:pt>
              <c:pt idx="180">
                <c:v>1.65505952237088</c:v>
              </c:pt>
              <c:pt idx="181">
                <c:v>1.65505952237088</c:v>
              </c:pt>
              <c:pt idx="182">
                <c:v>1.65505952237088</c:v>
              </c:pt>
              <c:pt idx="183">
                <c:v>1.65505952237088</c:v>
              </c:pt>
              <c:pt idx="184">
                <c:v>1.65505952237088</c:v>
              </c:pt>
              <c:pt idx="185">
                <c:v>1.65505952237088</c:v>
              </c:pt>
              <c:pt idx="186">
                <c:v>1.65505952237088</c:v>
              </c:pt>
              <c:pt idx="187">
                <c:v>1.65505952237088</c:v>
              </c:pt>
              <c:pt idx="188">
                <c:v>1.65505952237088</c:v>
              </c:pt>
              <c:pt idx="189">
                <c:v>1.65505952237088</c:v>
              </c:pt>
              <c:pt idx="190">
                <c:v>1.65505952237088</c:v>
              </c:pt>
              <c:pt idx="191">
                <c:v>1.65505952237088</c:v>
              </c:pt>
              <c:pt idx="192">
                <c:v>1.65505952237088</c:v>
              </c:pt>
              <c:pt idx="193">
                <c:v>1.65505952237088</c:v>
              </c:pt>
              <c:pt idx="194">
                <c:v>1.65505952237088</c:v>
              </c:pt>
              <c:pt idx="195">
                <c:v>1.65505952237088</c:v>
              </c:pt>
              <c:pt idx="196">
                <c:v>1.65505952237088</c:v>
              </c:pt>
              <c:pt idx="197">
                <c:v>1.65505952237088</c:v>
              </c:pt>
              <c:pt idx="198">
                <c:v>1.65505952237088</c:v>
              </c:pt>
              <c:pt idx="199">
                <c:v>1.65505952237088</c:v>
              </c:pt>
              <c:pt idx="200">
                <c:v>1.65505952237088</c:v>
              </c:pt>
              <c:pt idx="201">
                <c:v>1.65505952237088</c:v>
              </c:pt>
              <c:pt idx="202">
                <c:v>1.65505952237088</c:v>
              </c:pt>
              <c:pt idx="203">
                <c:v>1.65505952237088</c:v>
              </c:pt>
              <c:pt idx="204">
                <c:v>1.65505952237088</c:v>
              </c:pt>
              <c:pt idx="205">
                <c:v>1.65505952237088</c:v>
              </c:pt>
              <c:pt idx="206">
                <c:v>1.65505952237088</c:v>
              </c:pt>
              <c:pt idx="207">
                <c:v>1.65505952237088</c:v>
              </c:pt>
              <c:pt idx="208">
                <c:v>1.65505952237088</c:v>
              </c:pt>
              <c:pt idx="209">
                <c:v>1.65505952237088</c:v>
              </c:pt>
              <c:pt idx="210">
                <c:v>1.65505952237088</c:v>
              </c:pt>
              <c:pt idx="211">
                <c:v>1.65505952237088</c:v>
              </c:pt>
              <c:pt idx="212">
                <c:v>1.65505952237088</c:v>
              </c:pt>
              <c:pt idx="213">
                <c:v>1.65505952237088</c:v>
              </c:pt>
              <c:pt idx="214">
                <c:v>1.65505952237088</c:v>
              </c:pt>
              <c:pt idx="215">
                <c:v>1.65505952237088</c:v>
              </c:pt>
              <c:pt idx="216">
                <c:v>1.65505952237088</c:v>
              </c:pt>
              <c:pt idx="217">
                <c:v>1.65505952237088</c:v>
              </c:pt>
              <c:pt idx="218">
                <c:v>1.65505952237088</c:v>
              </c:pt>
              <c:pt idx="219">
                <c:v>1.65505952237088</c:v>
              </c:pt>
              <c:pt idx="220">
                <c:v>1.65505952237088</c:v>
              </c:pt>
              <c:pt idx="221">
                <c:v>1.65505952237088</c:v>
              </c:pt>
              <c:pt idx="222">
                <c:v>1.65505952237088</c:v>
              </c:pt>
              <c:pt idx="223">
                <c:v>1.65505952237088</c:v>
              </c:pt>
              <c:pt idx="224">
                <c:v>1.65505952237088</c:v>
              </c:pt>
              <c:pt idx="225">
                <c:v>1.65505952237088</c:v>
              </c:pt>
              <c:pt idx="226">
                <c:v>1.65505952237088</c:v>
              </c:pt>
              <c:pt idx="227">
                <c:v>1.65505952237088</c:v>
              </c:pt>
              <c:pt idx="228">
                <c:v>1.65505952237088</c:v>
              </c:pt>
              <c:pt idx="229">
                <c:v>1.65505952237088</c:v>
              </c:pt>
              <c:pt idx="230">
                <c:v>1.65505952237088</c:v>
              </c:pt>
              <c:pt idx="231">
                <c:v>1.65505952237088</c:v>
              </c:pt>
              <c:pt idx="232">
                <c:v>1.65505952237088</c:v>
              </c:pt>
              <c:pt idx="233">
                <c:v>1.65505952237088</c:v>
              </c:pt>
              <c:pt idx="234">
                <c:v>1.65505952237088</c:v>
              </c:pt>
              <c:pt idx="235">
                <c:v>1.65505952237088</c:v>
              </c:pt>
              <c:pt idx="236">
                <c:v>1.65505952237088</c:v>
              </c:pt>
              <c:pt idx="237">
                <c:v>1.65505952237088</c:v>
              </c:pt>
              <c:pt idx="238">
                <c:v>1.65505952237088</c:v>
              </c:pt>
              <c:pt idx="239">
                <c:v>1.65505952237088</c:v>
              </c:pt>
              <c:pt idx="240">
                <c:v>1.65505952237088</c:v>
              </c:pt>
              <c:pt idx="241">
                <c:v>1.65505952237088</c:v>
              </c:pt>
              <c:pt idx="242">
                <c:v>1.65505952237088</c:v>
              </c:pt>
              <c:pt idx="243">
                <c:v>1.65505952237088</c:v>
              </c:pt>
              <c:pt idx="244">
                <c:v>1.65505952237088</c:v>
              </c:pt>
              <c:pt idx="245">
                <c:v>1.65505952237088</c:v>
              </c:pt>
              <c:pt idx="246">
                <c:v>1.65505952237088</c:v>
              </c:pt>
              <c:pt idx="247">
                <c:v>1.65505952237088</c:v>
              </c:pt>
              <c:pt idx="248">
                <c:v>1.65505952237088</c:v>
              </c:pt>
              <c:pt idx="249">
                <c:v>1.65505952237088</c:v>
              </c:pt>
              <c:pt idx="250">
                <c:v>1.65505952237088</c:v>
              </c:pt>
              <c:pt idx="251">
                <c:v>1.65505952237088</c:v>
              </c:pt>
              <c:pt idx="252">
                <c:v>1.65505952237088</c:v>
              </c:pt>
              <c:pt idx="253">
                <c:v>1.65505952237088</c:v>
              </c:pt>
              <c:pt idx="254">
                <c:v>1.65505952237088</c:v>
              </c:pt>
              <c:pt idx="255">
                <c:v>1.65505952237088</c:v>
              </c:pt>
              <c:pt idx="256">
                <c:v>1.65505952237088</c:v>
              </c:pt>
              <c:pt idx="257">
                <c:v>1.65505952237088</c:v>
              </c:pt>
              <c:pt idx="258">
                <c:v>1.65505952237088</c:v>
              </c:pt>
              <c:pt idx="259">
                <c:v>1.65505952237088</c:v>
              </c:pt>
              <c:pt idx="260">
                <c:v>1.65505952237088</c:v>
              </c:pt>
              <c:pt idx="261">
                <c:v>1.65505952237088</c:v>
              </c:pt>
              <c:pt idx="262">
                <c:v>1.65505952237088</c:v>
              </c:pt>
              <c:pt idx="263">
                <c:v>1.65505952237088</c:v>
              </c:pt>
              <c:pt idx="264">
                <c:v>1.65505952237088</c:v>
              </c:pt>
              <c:pt idx="265">
                <c:v>1.65505952237088</c:v>
              </c:pt>
              <c:pt idx="266">
                <c:v>1.65505952237088</c:v>
              </c:pt>
              <c:pt idx="267">
                <c:v>1.65505952237088</c:v>
              </c:pt>
              <c:pt idx="268">
                <c:v>1.65505952237088</c:v>
              </c:pt>
              <c:pt idx="269">
                <c:v>1.65505952237088</c:v>
              </c:pt>
              <c:pt idx="270">
                <c:v>1.65505952237088</c:v>
              </c:pt>
              <c:pt idx="271">
                <c:v>1.65505952237088</c:v>
              </c:pt>
              <c:pt idx="272">
                <c:v>1.65505952237088</c:v>
              </c:pt>
              <c:pt idx="273">
                <c:v>1.65505952237088</c:v>
              </c:pt>
              <c:pt idx="274">
                <c:v>1.65505952237088</c:v>
              </c:pt>
              <c:pt idx="275">
                <c:v>1.65505952237088</c:v>
              </c:pt>
              <c:pt idx="276">
                <c:v>1.65505952237088</c:v>
              </c:pt>
              <c:pt idx="277">
                <c:v>1.65505952237088</c:v>
              </c:pt>
              <c:pt idx="278">
                <c:v>1.65505952237088</c:v>
              </c:pt>
              <c:pt idx="279">
                <c:v>1.65505952237088</c:v>
              </c:pt>
              <c:pt idx="280">
                <c:v>1.65505952237088</c:v>
              </c:pt>
              <c:pt idx="281">
                <c:v>1.65505952237088</c:v>
              </c:pt>
              <c:pt idx="282">
                <c:v>1.65505952237088</c:v>
              </c:pt>
              <c:pt idx="283">
                <c:v>1.65505952237088</c:v>
              </c:pt>
              <c:pt idx="284">
                <c:v>1.65505952237088</c:v>
              </c:pt>
              <c:pt idx="285">
                <c:v>1.65505952237088</c:v>
              </c:pt>
              <c:pt idx="286">
                <c:v>1.65505952237088</c:v>
              </c:pt>
              <c:pt idx="287">
                <c:v>1.65505952237088</c:v>
              </c:pt>
              <c:pt idx="288">
                <c:v>1.65505952237088</c:v>
              </c:pt>
              <c:pt idx="289">
                <c:v>1.65505952237088</c:v>
              </c:pt>
              <c:pt idx="290">
                <c:v>1.65505952237088</c:v>
              </c:pt>
              <c:pt idx="291">
                <c:v>1.65505952237088</c:v>
              </c:pt>
              <c:pt idx="292">
                <c:v>1.65505952237088</c:v>
              </c:pt>
              <c:pt idx="293">
                <c:v>1.65505952237088</c:v>
              </c:pt>
              <c:pt idx="294">
                <c:v>1.65505952237088</c:v>
              </c:pt>
              <c:pt idx="295">
                <c:v>1.65505952237088</c:v>
              </c:pt>
              <c:pt idx="296">
                <c:v>1.65505952237088</c:v>
              </c:pt>
              <c:pt idx="297">
                <c:v>1.65505952237088</c:v>
              </c:pt>
              <c:pt idx="298">
                <c:v>1.65505952237088</c:v>
              </c:pt>
              <c:pt idx="299">
                <c:v>1.65505952237088</c:v>
              </c:pt>
              <c:pt idx="300">
                <c:v>1.65505952237088</c:v>
              </c:pt>
              <c:pt idx="301">
                <c:v>1.65505952237088</c:v>
              </c:pt>
              <c:pt idx="302">
                <c:v>1.65505952237088</c:v>
              </c:pt>
              <c:pt idx="303">
                <c:v>1.65505952237088</c:v>
              </c:pt>
              <c:pt idx="304">
                <c:v>1.65505952237088</c:v>
              </c:pt>
              <c:pt idx="305">
                <c:v>1.65505952237088</c:v>
              </c:pt>
              <c:pt idx="306">
                <c:v>1.65505952237088</c:v>
              </c:pt>
              <c:pt idx="307">
                <c:v>1.65505952237088</c:v>
              </c:pt>
              <c:pt idx="308">
                <c:v>1.65505952237088</c:v>
              </c:pt>
              <c:pt idx="309">
                <c:v>1.65505952237088</c:v>
              </c:pt>
              <c:pt idx="310">
                <c:v>1.65505952237088</c:v>
              </c:pt>
              <c:pt idx="311">
                <c:v>1.65505952237088</c:v>
              </c:pt>
              <c:pt idx="312">
                <c:v>1.65505952237088</c:v>
              </c:pt>
              <c:pt idx="313">
                <c:v>1.65505952237088</c:v>
              </c:pt>
              <c:pt idx="314">
                <c:v>1.65505952237088</c:v>
              </c:pt>
              <c:pt idx="315">
                <c:v>1.65505952237088</c:v>
              </c:pt>
              <c:pt idx="316">
                <c:v>1.65505952237088</c:v>
              </c:pt>
              <c:pt idx="317">
                <c:v>1.65505952237088</c:v>
              </c:pt>
              <c:pt idx="318">
                <c:v>1.65505952237088</c:v>
              </c:pt>
              <c:pt idx="319">
                <c:v>1.65505952237088</c:v>
              </c:pt>
              <c:pt idx="320">
                <c:v>1.65505952237088</c:v>
              </c:pt>
              <c:pt idx="321">
                <c:v>1.65505952237088</c:v>
              </c:pt>
              <c:pt idx="322">
                <c:v>1.65505952237088</c:v>
              </c:pt>
              <c:pt idx="323">
                <c:v>1.65505952237088</c:v>
              </c:pt>
              <c:pt idx="324">
                <c:v>1.65505952237088</c:v>
              </c:pt>
              <c:pt idx="325">
                <c:v>1.65505952237088</c:v>
              </c:pt>
              <c:pt idx="326">
                <c:v>1.65505952237088</c:v>
              </c:pt>
              <c:pt idx="327">
                <c:v>1.65505952237088</c:v>
              </c:pt>
              <c:pt idx="328">
                <c:v>1.65505952237088</c:v>
              </c:pt>
              <c:pt idx="329">
                <c:v>1.65505952237088</c:v>
              </c:pt>
              <c:pt idx="330">
                <c:v>1.65505952237088</c:v>
              </c:pt>
              <c:pt idx="331">
                <c:v>1.65505952237088</c:v>
              </c:pt>
              <c:pt idx="332">
                <c:v>1.65505952237088</c:v>
              </c:pt>
              <c:pt idx="333">
                <c:v>1.65505952237088</c:v>
              </c:pt>
              <c:pt idx="334">
                <c:v>1.65505952237088</c:v>
              </c:pt>
              <c:pt idx="335">
                <c:v>1.65505952237088</c:v>
              </c:pt>
              <c:pt idx="336">
                <c:v>1.65505952237088</c:v>
              </c:pt>
              <c:pt idx="337">
                <c:v>1.65505952237088</c:v>
              </c:pt>
              <c:pt idx="338">
                <c:v>1.65505952237088</c:v>
              </c:pt>
              <c:pt idx="339">
                <c:v>1.65505952237088</c:v>
              </c:pt>
              <c:pt idx="340">
                <c:v>1.65505952237088</c:v>
              </c:pt>
              <c:pt idx="341">
                <c:v>1.65505952237088</c:v>
              </c:pt>
              <c:pt idx="342">
                <c:v>1.65505952237088</c:v>
              </c:pt>
              <c:pt idx="343">
                <c:v>1.65505952237088</c:v>
              </c:pt>
              <c:pt idx="344">
                <c:v>1.65505952237088</c:v>
              </c:pt>
              <c:pt idx="345">
                <c:v>1.65505952237088</c:v>
              </c:pt>
              <c:pt idx="346">
                <c:v>1.65505952237088</c:v>
              </c:pt>
              <c:pt idx="347">
                <c:v>1.65505952237088</c:v>
              </c:pt>
              <c:pt idx="348">
                <c:v>1.65505952237088</c:v>
              </c:pt>
              <c:pt idx="349">
                <c:v>1.65505952237088</c:v>
              </c:pt>
              <c:pt idx="350">
                <c:v>1.65505952237088</c:v>
              </c:pt>
              <c:pt idx="351">
                <c:v>1.65505952237088</c:v>
              </c:pt>
              <c:pt idx="352">
                <c:v>1.65505952237088</c:v>
              </c:pt>
              <c:pt idx="353">
                <c:v>1.65505952237088</c:v>
              </c:pt>
              <c:pt idx="354">
                <c:v>1.65505952237088</c:v>
              </c:pt>
              <c:pt idx="355">
                <c:v>1.65505952237088</c:v>
              </c:pt>
              <c:pt idx="356">
                <c:v>1.65505952237088</c:v>
              </c:pt>
              <c:pt idx="357">
                <c:v>1.65505952237088</c:v>
              </c:pt>
              <c:pt idx="358">
                <c:v>1.65505952237088</c:v>
              </c:pt>
              <c:pt idx="359">
                <c:v>1.65505952237088</c:v>
              </c:pt>
              <c:pt idx="360">
                <c:v>1.65505952237088</c:v>
              </c:pt>
              <c:pt idx="361">
                <c:v>1.65505952237088</c:v>
              </c:pt>
              <c:pt idx="362">
                <c:v>1.65505952237088</c:v>
              </c:pt>
              <c:pt idx="363">
                <c:v>1.65505952237088</c:v>
              </c:pt>
              <c:pt idx="364">
                <c:v>1.65505952237088</c:v>
              </c:pt>
              <c:pt idx="365">
                <c:v>1.65505952237088</c:v>
              </c:pt>
              <c:pt idx="366">
                <c:v>1.65505952237088</c:v>
              </c:pt>
              <c:pt idx="367">
                <c:v>1.65505952237088</c:v>
              </c:pt>
              <c:pt idx="368">
                <c:v>1.65505952237088</c:v>
              </c:pt>
              <c:pt idx="369">
                <c:v>1.65505952237088</c:v>
              </c:pt>
              <c:pt idx="370">
                <c:v>1.65505952237088</c:v>
              </c:pt>
              <c:pt idx="371">
                <c:v>1.65505952237088</c:v>
              </c:pt>
              <c:pt idx="372">
                <c:v>1.65505952237088</c:v>
              </c:pt>
              <c:pt idx="373">
                <c:v>1.65505952237088</c:v>
              </c:pt>
              <c:pt idx="374">
                <c:v>1.65505952237088</c:v>
              </c:pt>
              <c:pt idx="375">
                <c:v>1.65505952237088</c:v>
              </c:pt>
              <c:pt idx="376">
                <c:v>1.65505952237088</c:v>
              </c:pt>
              <c:pt idx="377">
                <c:v>1.65505952237088</c:v>
              </c:pt>
              <c:pt idx="378">
                <c:v>1.65505952237088</c:v>
              </c:pt>
              <c:pt idx="379">
                <c:v>1.65505952237088</c:v>
              </c:pt>
              <c:pt idx="380">
                <c:v>1.65505952237088</c:v>
              </c:pt>
              <c:pt idx="381">
                <c:v>1.65505952237088</c:v>
              </c:pt>
              <c:pt idx="382">
                <c:v>1.65505952237088</c:v>
              </c:pt>
              <c:pt idx="383">
                <c:v>1.65505952237088</c:v>
              </c:pt>
              <c:pt idx="384">
                <c:v>1.65505952237088</c:v>
              </c:pt>
              <c:pt idx="385">
                <c:v>1.65505952237088</c:v>
              </c:pt>
              <c:pt idx="386">
                <c:v>1.65505952237088</c:v>
              </c:pt>
              <c:pt idx="387">
                <c:v>1.65505952237088</c:v>
              </c:pt>
              <c:pt idx="388">
                <c:v>1.65505952237088</c:v>
              </c:pt>
              <c:pt idx="389">
                <c:v>1.65505952237088</c:v>
              </c:pt>
              <c:pt idx="390">
                <c:v>1.65505952237088</c:v>
              </c:pt>
              <c:pt idx="391">
                <c:v>1.65505952237088</c:v>
              </c:pt>
              <c:pt idx="392">
                <c:v>1.65505952237088</c:v>
              </c:pt>
              <c:pt idx="393">
                <c:v>1.65505952237088</c:v>
              </c:pt>
              <c:pt idx="394">
                <c:v>1.65505952237088</c:v>
              </c:pt>
              <c:pt idx="395">
                <c:v>1.65505952237088</c:v>
              </c:pt>
              <c:pt idx="396">
                <c:v>1.65505952237088</c:v>
              </c:pt>
              <c:pt idx="397">
                <c:v>1.65505952237088</c:v>
              </c:pt>
              <c:pt idx="398">
                <c:v>1.65505952237088</c:v>
              </c:pt>
              <c:pt idx="399">
                <c:v>1.65505952237088</c:v>
              </c:pt>
              <c:pt idx="400">
                <c:v>1.65505952237088</c:v>
              </c:pt>
              <c:pt idx="401">
                <c:v>1.65505952237088</c:v>
              </c:pt>
              <c:pt idx="402">
                <c:v>1.65505952237088</c:v>
              </c:pt>
              <c:pt idx="403">
                <c:v>1.65505952237088</c:v>
              </c:pt>
              <c:pt idx="404">
                <c:v>1.65505952237088</c:v>
              </c:pt>
              <c:pt idx="405">
                <c:v>1.65505952237088</c:v>
              </c:pt>
              <c:pt idx="406">
                <c:v>1.65505952237088</c:v>
              </c:pt>
              <c:pt idx="407">
                <c:v>1.65505952237088</c:v>
              </c:pt>
              <c:pt idx="408">
                <c:v>1.65505952237088</c:v>
              </c:pt>
              <c:pt idx="409">
                <c:v>1.65505952237088</c:v>
              </c:pt>
              <c:pt idx="410">
                <c:v>1.65505952237088</c:v>
              </c:pt>
              <c:pt idx="411">
                <c:v>1.65505952237088</c:v>
              </c:pt>
              <c:pt idx="412">
                <c:v>1.65505952237088</c:v>
              </c:pt>
              <c:pt idx="413">
                <c:v>1.65505952237088</c:v>
              </c:pt>
              <c:pt idx="414">
                <c:v>1.65505952237088</c:v>
              </c:pt>
              <c:pt idx="415">
                <c:v>1.65505952237088</c:v>
              </c:pt>
              <c:pt idx="416">
                <c:v>1.65505952237088</c:v>
              </c:pt>
              <c:pt idx="417">
                <c:v>1.65505952237088</c:v>
              </c:pt>
              <c:pt idx="418">
                <c:v>1.65505952237088</c:v>
              </c:pt>
              <c:pt idx="419">
                <c:v>1.65505952237088</c:v>
              </c:pt>
              <c:pt idx="420">
                <c:v>1.65505952237088</c:v>
              </c:pt>
              <c:pt idx="421">
                <c:v>1.65505952237088</c:v>
              </c:pt>
              <c:pt idx="422">
                <c:v>1.65505952237088</c:v>
              </c:pt>
              <c:pt idx="423">
                <c:v>1.65505952237088</c:v>
              </c:pt>
              <c:pt idx="424">
                <c:v>1.65505952237088</c:v>
              </c:pt>
              <c:pt idx="425">
                <c:v>1.65505952237088</c:v>
              </c:pt>
              <c:pt idx="426">
                <c:v>1.65505952237088</c:v>
              </c:pt>
              <c:pt idx="427">
                <c:v>1.65505952237088</c:v>
              </c:pt>
              <c:pt idx="428">
                <c:v>1.65505952237088</c:v>
              </c:pt>
              <c:pt idx="429">
                <c:v>1.65505952237088</c:v>
              </c:pt>
              <c:pt idx="430">
                <c:v>1.65505952237088</c:v>
              </c:pt>
              <c:pt idx="431">
                <c:v>1.65505952237088</c:v>
              </c:pt>
              <c:pt idx="432">
                <c:v>1.65505952237088</c:v>
              </c:pt>
              <c:pt idx="433">
                <c:v>1.65505952237088</c:v>
              </c:pt>
              <c:pt idx="434">
                <c:v>1.65505952237088</c:v>
              </c:pt>
              <c:pt idx="435">
                <c:v>1.65505952237088</c:v>
              </c:pt>
              <c:pt idx="436">
                <c:v>1.65505952237088</c:v>
              </c:pt>
              <c:pt idx="437">
                <c:v>1.65505952237088</c:v>
              </c:pt>
              <c:pt idx="438">
                <c:v>1.65505952237088</c:v>
              </c:pt>
              <c:pt idx="439">
                <c:v>1.65505952237088</c:v>
              </c:pt>
              <c:pt idx="440">
                <c:v>1.65505952237088</c:v>
              </c:pt>
              <c:pt idx="441">
                <c:v>1.65505952237088</c:v>
              </c:pt>
              <c:pt idx="442">
                <c:v>1.65505952237088</c:v>
              </c:pt>
              <c:pt idx="443">
                <c:v>1.65505952237088</c:v>
              </c:pt>
              <c:pt idx="444">
                <c:v>1.65505952237088</c:v>
              </c:pt>
              <c:pt idx="445">
                <c:v>1.65505952237088</c:v>
              </c:pt>
              <c:pt idx="446">
                <c:v>1.65505952237088</c:v>
              </c:pt>
              <c:pt idx="447">
                <c:v>1.65505952237088</c:v>
              </c:pt>
            </c:numLit>
          </c:xVal>
          <c:yVal>
            <c:numLit>
              <c:formatCode>0.0</c:formatCode>
              <c:ptCount val="448"/>
              <c:pt idx="0">
                <c:v>3.006659157404723</c:v>
              </c:pt>
              <c:pt idx="1">
                <c:v>3.006659157404723</c:v>
              </c:pt>
              <c:pt idx="2">
                <c:v>3.006659157404723</c:v>
              </c:pt>
              <c:pt idx="3">
                <c:v>3.006659157404723</c:v>
              </c:pt>
              <c:pt idx="4">
                <c:v>3.006659157404723</c:v>
              </c:pt>
              <c:pt idx="5">
                <c:v>3.006659157404723</c:v>
              </c:pt>
              <c:pt idx="6">
                <c:v>3.006659157404723</c:v>
              </c:pt>
              <c:pt idx="7">
                <c:v>3.006659157404723</c:v>
              </c:pt>
              <c:pt idx="8">
                <c:v>3.006659157404723</c:v>
              </c:pt>
              <c:pt idx="9">
                <c:v>3.006659157404723</c:v>
              </c:pt>
              <c:pt idx="10">
                <c:v>3.006659157404723</c:v>
              </c:pt>
              <c:pt idx="11">
                <c:v>3.006659157404723</c:v>
              </c:pt>
              <c:pt idx="12">
                <c:v>3.006659157404723</c:v>
              </c:pt>
              <c:pt idx="13">
                <c:v>3.006659157404723</c:v>
              </c:pt>
              <c:pt idx="14">
                <c:v>3.006659157404723</c:v>
              </c:pt>
              <c:pt idx="15">
                <c:v>3.006659157404723</c:v>
              </c:pt>
              <c:pt idx="16">
                <c:v>3.006659157404723</c:v>
              </c:pt>
              <c:pt idx="17">
                <c:v>3.006659157404723</c:v>
              </c:pt>
              <c:pt idx="18">
                <c:v>3.006659157404723</c:v>
              </c:pt>
              <c:pt idx="19">
                <c:v>3.006659157404723</c:v>
              </c:pt>
              <c:pt idx="20">
                <c:v>3.006659157404723</c:v>
              </c:pt>
              <c:pt idx="21">
                <c:v>3.006659157404723</c:v>
              </c:pt>
              <c:pt idx="22">
                <c:v>3.006659157404723</c:v>
              </c:pt>
              <c:pt idx="23">
                <c:v>3.006659157404723</c:v>
              </c:pt>
              <c:pt idx="24">
                <c:v>3.006659157404723</c:v>
              </c:pt>
              <c:pt idx="25">
                <c:v>3.006659157404723</c:v>
              </c:pt>
              <c:pt idx="26">
                <c:v>3.006659157404723</c:v>
              </c:pt>
              <c:pt idx="27">
                <c:v>3.006659157404723</c:v>
              </c:pt>
              <c:pt idx="28">
                <c:v>3.006659157404723</c:v>
              </c:pt>
              <c:pt idx="29">
                <c:v>3.006659157404723</c:v>
              </c:pt>
              <c:pt idx="30">
                <c:v>3.006659157404723</c:v>
              </c:pt>
              <c:pt idx="31">
                <c:v>3.006659157404723</c:v>
              </c:pt>
              <c:pt idx="32">
                <c:v>3.006659157404723</c:v>
              </c:pt>
              <c:pt idx="33">
                <c:v>3.006659157404723</c:v>
              </c:pt>
              <c:pt idx="34">
                <c:v>3.006659157404723</c:v>
              </c:pt>
              <c:pt idx="35">
                <c:v>3.006659157404723</c:v>
              </c:pt>
              <c:pt idx="36">
                <c:v>3.006659157404723</c:v>
              </c:pt>
              <c:pt idx="37">
                <c:v>3.006659157404723</c:v>
              </c:pt>
              <c:pt idx="38">
                <c:v>3.006659157404723</c:v>
              </c:pt>
              <c:pt idx="39">
                <c:v>3.006659157404723</c:v>
              </c:pt>
              <c:pt idx="40">
                <c:v>3.006659157404723</c:v>
              </c:pt>
              <c:pt idx="41">
                <c:v>3.006659157404723</c:v>
              </c:pt>
              <c:pt idx="42">
                <c:v>3.006659157404723</c:v>
              </c:pt>
              <c:pt idx="43">
                <c:v>3.006659157404723</c:v>
              </c:pt>
              <c:pt idx="44">
                <c:v>3.006659157404723</c:v>
              </c:pt>
              <c:pt idx="45">
                <c:v>3.006659157404723</c:v>
              </c:pt>
              <c:pt idx="46">
                <c:v>3.006659157404723</c:v>
              </c:pt>
              <c:pt idx="47">
                <c:v>3.006659157404723</c:v>
              </c:pt>
              <c:pt idx="48">
                <c:v>3.006659157404723</c:v>
              </c:pt>
              <c:pt idx="49">
                <c:v>3.006659157404723</c:v>
              </c:pt>
              <c:pt idx="50">
                <c:v>3.006659157404723</c:v>
              </c:pt>
              <c:pt idx="51">
                <c:v>3.006659157404723</c:v>
              </c:pt>
              <c:pt idx="52">
                <c:v>3.006659157404723</c:v>
              </c:pt>
              <c:pt idx="53">
                <c:v>3.006659157404723</c:v>
              </c:pt>
              <c:pt idx="54">
                <c:v>3.006659157404723</c:v>
              </c:pt>
              <c:pt idx="55">
                <c:v>3.006659157404723</c:v>
              </c:pt>
              <c:pt idx="56">
                <c:v>3.006659157404723</c:v>
              </c:pt>
              <c:pt idx="57">
                <c:v>3.006659157404723</c:v>
              </c:pt>
              <c:pt idx="58">
                <c:v>3.006659157404723</c:v>
              </c:pt>
              <c:pt idx="59">
                <c:v>3.006659157404723</c:v>
              </c:pt>
              <c:pt idx="60">
                <c:v>3.006659157404723</c:v>
              </c:pt>
              <c:pt idx="61">
                <c:v>3.006659157404723</c:v>
              </c:pt>
              <c:pt idx="62">
                <c:v>3.006659157404723</c:v>
              </c:pt>
              <c:pt idx="63">
                <c:v>3.006659157404723</c:v>
              </c:pt>
              <c:pt idx="64">
                <c:v>3.006659157404723</c:v>
              </c:pt>
              <c:pt idx="65">
                <c:v>3.006659157404723</c:v>
              </c:pt>
              <c:pt idx="66">
                <c:v>3.006659157404723</c:v>
              </c:pt>
              <c:pt idx="67">
                <c:v>3.006659157404723</c:v>
              </c:pt>
              <c:pt idx="68">
                <c:v>3.006659157404723</c:v>
              </c:pt>
              <c:pt idx="69">
                <c:v>3.006659157404723</c:v>
              </c:pt>
              <c:pt idx="70">
                <c:v>3.006659157404723</c:v>
              </c:pt>
              <c:pt idx="71">
                <c:v>3.006659157404723</c:v>
              </c:pt>
              <c:pt idx="72">
                <c:v>3.006659157404723</c:v>
              </c:pt>
              <c:pt idx="73">
                <c:v>3.006659157404723</c:v>
              </c:pt>
              <c:pt idx="74">
                <c:v>3.006659157404723</c:v>
              </c:pt>
              <c:pt idx="75">
                <c:v>3.006659157404723</c:v>
              </c:pt>
              <c:pt idx="76">
                <c:v>3.006659157404723</c:v>
              </c:pt>
              <c:pt idx="77">
                <c:v>3.006659157404723</c:v>
              </c:pt>
              <c:pt idx="78">
                <c:v>3.006659157404723</c:v>
              </c:pt>
              <c:pt idx="79">
                <c:v>3.006659157404723</c:v>
              </c:pt>
              <c:pt idx="80">
                <c:v>3.006659157404723</c:v>
              </c:pt>
              <c:pt idx="81">
                <c:v>3.006659157404723</c:v>
              </c:pt>
              <c:pt idx="82">
                <c:v>3.006659157404723</c:v>
              </c:pt>
              <c:pt idx="83">
                <c:v>3.006659157404723</c:v>
              </c:pt>
              <c:pt idx="84">
                <c:v>3.006659157404723</c:v>
              </c:pt>
              <c:pt idx="85">
                <c:v>3.006659157404723</c:v>
              </c:pt>
              <c:pt idx="86">
                <c:v>3.006659157404723</c:v>
              </c:pt>
              <c:pt idx="87">
                <c:v>3.006659157404723</c:v>
              </c:pt>
              <c:pt idx="88">
                <c:v>3.006659157404723</c:v>
              </c:pt>
              <c:pt idx="89">
                <c:v>3.006659157404723</c:v>
              </c:pt>
              <c:pt idx="90">
                <c:v>3.006659157404723</c:v>
              </c:pt>
              <c:pt idx="91">
                <c:v>3.006659157404723</c:v>
              </c:pt>
              <c:pt idx="92">
                <c:v>3.006659157404723</c:v>
              </c:pt>
              <c:pt idx="93">
                <c:v>3.006659157404723</c:v>
              </c:pt>
              <c:pt idx="94">
                <c:v>3.006659157404723</c:v>
              </c:pt>
              <c:pt idx="95">
                <c:v>3.006659157404723</c:v>
              </c:pt>
              <c:pt idx="96">
                <c:v>3.006659157404723</c:v>
              </c:pt>
              <c:pt idx="97">
                <c:v>3.006659157404723</c:v>
              </c:pt>
              <c:pt idx="98">
                <c:v>3.006659157404723</c:v>
              </c:pt>
              <c:pt idx="99">
                <c:v>3.006659157404723</c:v>
              </c:pt>
              <c:pt idx="100">
                <c:v>3.006659157404723</c:v>
              </c:pt>
              <c:pt idx="101">
                <c:v>3.006659157404723</c:v>
              </c:pt>
              <c:pt idx="102">
                <c:v>3.006659157404723</c:v>
              </c:pt>
              <c:pt idx="103">
                <c:v>3.006659157404723</c:v>
              </c:pt>
              <c:pt idx="104">
                <c:v>3.006659157404723</c:v>
              </c:pt>
              <c:pt idx="105">
                <c:v>3.006659157404723</c:v>
              </c:pt>
              <c:pt idx="106">
                <c:v>3.006659157404723</c:v>
              </c:pt>
              <c:pt idx="107">
                <c:v>3.006659157404723</c:v>
              </c:pt>
              <c:pt idx="108">
                <c:v>3.006659157404723</c:v>
              </c:pt>
              <c:pt idx="109">
                <c:v>3.006659157404723</c:v>
              </c:pt>
              <c:pt idx="110">
                <c:v>3.006659157404723</c:v>
              </c:pt>
              <c:pt idx="111">
                <c:v>3.006659157404723</c:v>
              </c:pt>
              <c:pt idx="112">
                <c:v>3.006659157404723</c:v>
              </c:pt>
              <c:pt idx="113">
                <c:v>3.006659157404723</c:v>
              </c:pt>
              <c:pt idx="114">
                <c:v>3.006659157404723</c:v>
              </c:pt>
              <c:pt idx="115">
                <c:v>3.006659157404723</c:v>
              </c:pt>
              <c:pt idx="116">
                <c:v>3.006659157404723</c:v>
              </c:pt>
              <c:pt idx="117">
                <c:v>3.006659157404723</c:v>
              </c:pt>
              <c:pt idx="118">
                <c:v>3.006659157404723</c:v>
              </c:pt>
              <c:pt idx="119">
                <c:v>3.006659157404723</c:v>
              </c:pt>
              <c:pt idx="120">
                <c:v>3.006659157404723</c:v>
              </c:pt>
              <c:pt idx="121">
                <c:v>3.006659157404723</c:v>
              </c:pt>
              <c:pt idx="122">
                <c:v>3.006659157404723</c:v>
              </c:pt>
              <c:pt idx="123">
                <c:v>3.006659157404723</c:v>
              </c:pt>
              <c:pt idx="124">
                <c:v>3.006659157404723</c:v>
              </c:pt>
              <c:pt idx="125">
                <c:v>3.006659157404723</c:v>
              </c:pt>
              <c:pt idx="126">
                <c:v>3.006659157404723</c:v>
              </c:pt>
              <c:pt idx="127">
                <c:v>3.006659157404723</c:v>
              </c:pt>
              <c:pt idx="128">
                <c:v>3.006659157404723</c:v>
              </c:pt>
              <c:pt idx="129">
                <c:v>3.006659157404723</c:v>
              </c:pt>
              <c:pt idx="130">
                <c:v>3.006659157404723</c:v>
              </c:pt>
              <c:pt idx="131">
                <c:v>3.006659157404723</c:v>
              </c:pt>
              <c:pt idx="132">
                <c:v>3.006659157404723</c:v>
              </c:pt>
              <c:pt idx="133">
                <c:v>3.006659157404723</c:v>
              </c:pt>
              <c:pt idx="134">
                <c:v>3.006659157404723</c:v>
              </c:pt>
              <c:pt idx="135">
                <c:v>3.006659157404723</c:v>
              </c:pt>
              <c:pt idx="136">
                <c:v>3.006659157404723</c:v>
              </c:pt>
              <c:pt idx="137">
                <c:v>3.006659157404723</c:v>
              </c:pt>
              <c:pt idx="138">
                <c:v>3.006659157404723</c:v>
              </c:pt>
              <c:pt idx="139">
                <c:v>3.006659157404723</c:v>
              </c:pt>
              <c:pt idx="140">
                <c:v>3.006659157404723</c:v>
              </c:pt>
              <c:pt idx="141">
                <c:v>3.006659157404723</c:v>
              </c:pt>
              <c:pt idx="142">
                <c:v>3.006659157404723</c:v>
              </c:pt>
              <c:pt idx="143">
                <c:v>3.006659157404723</c:v>
              </c:pt>
              <c:pt idx="144">
                <c:v>3.006659157404723</c:v>
              </c:pt>
              <c:pt idx="145">
                <c:v>3.006659157404723</c:v>
              </c:pt>
              <c:pt idx="146">
                <c:v>3.006659157404723</c:v>
              </c:pt>
              <c:pt idx="147">
                <c:v>3.006659157404723</c:v>
              </c:pt>
              <c:pt idx="148">
                <c:v>3.006659157404723</c:v>
              </c:pt>
              <c:pt idx="149">
                <c:v>3.006659157404723</c:v>
              </c:pt>
              <c:pt idx="150">
                <c:v>3.006659157404723</c:v>
              </c:pt>
              <c:pt idx="151">
                <c:v>3.006659157404723</c:v>
              </c:pt>
              <c:pt idx="152">
                <c:v>3.006659157404723</c:v>
              </c:pt>
              <c:pt idx="153">
                <c:v>3.006659157404723</c:v>
              </c:pt>
              <c:pt idx="154">
                <c:v>3.006659157404723</c:v>
              </c:pt>
              <c:pt idx="155">
                <c:v>3.006659157404723</c:v>
              </c:pt>
              <c:pt idx="156">
                <c:v>3.006659157404723</c:v>
              </c:pt>
              <c:pt idx="157">
                <c:v>3.006659157404723</c:v>
              </c:pt>
              <c:pt idx="158">
                <c:v>3.006659157404723</c:v>
              </c:pt>
              <c:pt idx="159">
                <c:v>3.006659157404723</c:v>
              </c:pt>
              <c:pt idx="160">
                <c:v>3.006659157404723</c:v>
              </c:pt>
              <c:pt idx="161">
                <c:v>3.006659157404723</c:v>
              </c:pt>
              <c:pt idx="162">
                <c:v>3.006659157404723</c:v>
              </c:pt>
              <c:pt idx="163">
                <c:v>3.006659157404723</c:v>
              </c:pt>
              <c:pt idx="164">
                <c:v>3.006659157404723</c:v>
              </c:pt>
              <c:pt idx="165">
                <c:v>3.006659157404723</c:v>
              </c:pt>
              <c:pt idx="166">
                <c:v>3.006659157404723</c:v>
              </c:pt>
              <c:pt idx="167">
                <c:v>3.006659157404723</c:v>
              </c:pt>
              <c:pt idx="168">
                <c:v>3.006659157404723</c:v>
              </c:pt>
              <c:pt idx="169">
                <c:v>3.006659157404723</c:v>
              </c:pt>
              <c:pt idx="170">
                <c:v>3.006659157404723</c:v>
              </c:pt>
              <c:pt idx="171">
                <c:v>3.006659157404723</c:v>
              </c:pt>
              <c:pt idx="172">
                <c:v>3.006659157404723</c:v>
              </c:pt>
              <c:pt idx="173">
                <c:v>3.006659157404723</c:v>
              </c:pt>
              <c:pt idx="174">
                <c:v>3.006659157404723</c:v>
              </c:pt>
              <c:pt idx="175">
                <c:v>3.006659157404723</c:v>
              </c:pt>
              <c:pt idx="176">
                <c:v>3.006659157404723</c:v>
              </c:pt>
              <c:pt idx="177">
                <c:v>3.006659157404723</c:v>
              </c:pt>
              <c:pt idx="178">
                <c:v>3.006659157404723</c:v>
              </c:pt>
              <c:pt idx="179">
                <c:v>3.006659157404723</c:v>
              </c:pt>
              <c:pt idx="180">
                <c:v>3.006659157404723</c:v>
              </c:pt>
              <c:pt idx="181">
                <c:v>3.006659157404723</c:v>
              </c:pt>
              <c:pt idx="182">
                <c:v>3.006659157404723</c:v>
              </c:pt>
              <c:pt idx="183">
                <c:v>3.006659157404723</c:v>
              </c:pt>
              <c:pt idx="184">
                <c:v>3.006659157404723</c:v>
              </c:pt>
              <c:pt idx="185">
                <c:v>3.006659157404723</c:v>
              </c:pt>
              <c:pt idx="186">
                <c:v>3.006659157404723</c:v>
              </c:pt>
              <c:pt idx="187">
                <c:v>3.006659157404723</c:v>
              </c:pt>
              <c:pt idx="188">
                <c:v>3.006659157404723</c:v>
              </c:pt>
              <c:pt idx="189">
                <c:v>3.006659157404723</c:v>
              </c:pt>
              <c:pt idx="190">
                <c:v>3.006659157404723</c:v>
              </c:pt>
              <c:pt idx="191">
                <c:v>3.006659157404723</c:v>
              </c:pt>
              <c:pt idx="192">
                <c:v>3.006659157404723</c:v>
              </c:pt>
              <c:pt idx="193">
                <c:v>3.006659157404723</c:v>
              </c:pt>
              <c:pt idx="194">
                <c:v>3.006659157404723</c:v>
              </c:pt>
              <c:pt idx="195">
                <c:v>3.006659157404723</c:v>
              </c:pt>
              <c:pt idx="196">
                <c:v>3.006659157404723</c:v>
              </c:pt>
              <c:pt idx="197">
                <c:v>3.006659157404723</c:v>
              </c:pt>
              <c:pt idx="198">
                <c:v>3.006659157404723</c:v>
              </c:pt>
              <c:pt idx="199">
                <c:v>3.006659157404723</c:v>
              </c:pt>
              <c:pt idx="200">
                <c:v>3.006659157404723</c:v>
              </c:pt>
              <c:pt idx="201">
                <c:v>3.006659157404723</c:v>
              </c:pt>
              <c:pt idx="202">
                <c:v>3.006659157404723</c:v>
              </c:pt>
              <c:pt idx="203">
                <c:v>3.006659157404723</c:v>
              </c:pt>
              <c:pt idx="204">
                <c:v>3.006659157404723</c:v>
              </c:pt>
              <c:pt idx="205">
                <c:v>3.006659157404723</c:v>
              </c:pt>
              <c:pt idx="206">
                <c:v>3.006659157404723</c:v>
              </c:pt>
              <c:pt idx="207">
                <c:v>3.006659157404723</c:v>
              </c:pt>
              <c:pt idx="208">
                <c:v>3.006659157404723</c:v>
              </c:pt>
              <c:pt idx="209">
                <c:v>3.006659157404723</c:v>
              </c:pt>
              <c:pt idx="210">
                <c:v>3.006659157404723</c:v>
              </c:pt>
              <c:pt idx="211">
                <c:v>3.006659157404723</c:v>
              </c:pt>
              <c:pt idx="212">
                <c:v>3.006659157404723</c:v>
              </c:pt>
              <c:pt idx="213">
                <c:v>3.006659157404723</c:v>
              </c:pt>
              <c:pt idx="214">
                <c:v>3.006659157404723</c:v>
              </c:pt>
              <c:pt idx="215">
                <c:v>3.006659157404723</c:v>
              </c:pt>
              <c:pt idx="216">
                <c:v>3.006659157404723</c:v>
              </c:pt>
              <c:pt idx="217">
                <c:v>3.006659157404723</c:v>
              </c:pt>
              <c:pt idx="218">
                <c:v>3.006659157404723</c:v>
              </c:pt>
              <c:pt idx="219">
                <c:v>3.006659157404723</c:v>
              </c:pt>
              <c:pt idx="220">
                <c:v>3.006659157404723</c:v>
              </c:pt>
              <c:pt idx="221">
                <c:v>3.006659157404723</c:v>
              </c:pt>
              <c:pt idx="222">
                <c:v>3.006659157404723</c:v>
              </c:pt>
              <c:pt idx="223">
                <c:v>3.006659157404723</c:v>
              </c:pt>
              <c:pt idx="224">
                <c:v>3.006659157404723</c:v>
              </c:pt>
              <c:pt idx="225">
                <c:v>3.006659157404723</c:v>
              </c:pt>
              <c:pt idx="226">
                <c:v>3.006659157404723</c:v>
              </c:pt>
              <c:pt idx="227">
                <c:v>3.006659157404723</c:v>
              </c:pt>
              <c:pt idx="228">
                <c:v>3.006659157404723</c:v>
              </c:pt>
              <c:pt idx="229">
                <c:v>3.006659157404723</c:v>
              </c:pt>
              <c:pt idx="230">
                <c:v>3.006659157404723</c:v>
              </c:pt>
              <c:pt idx="231">
                <c:v>3.006659157404723</c:v>
              </c:pt>
              <c:pt idx="232">
                <c:v>3.006659157404723</c:v>
              </c:pt>
              <c:pt idx="233">
                <c:v>3.006659157404723</c:v>
              </c:pt>
              <c:pt idx="234">
                <c:v>3.006659157404723</c:v>
              </c:pt>
              <c:pt idx="235">
                <c:v>3.006659157404723</c:v>
              </c:pt>
              <c:pt idx="236">
                <c:v>3.006659157404723</c:v>
              </c:pt>
              <c:pt idx="237">
                <c:v>3.006659157404723</c:v>
              </c:pt>
              <c:pt idx="238">
                <c:v>3.006659157404723</c:v>
              </c:pt>
              <c:pt idx="239">
                <c:v>3.006659157404723</c:v>
              </c:pt>
              <c:pt idx="240">
                <c:v>3.006659157404723</c:v>
              </c:pt>
              <c:pt idx="241">
                <c:v>3.006659157404723</c:v>
              </c:pt>
              <c:pt idx="242">
                <c:v>3.006659157404723</c:v>
              </c:pt>
              <c:pt idx="243">
                <c:v>3.006659157404723</c:v>
              </c:pt>
              <c:pt idx="244">
                <c:v>3.006659157404723</c:v>
              </c:pt>
              <c:pt idx="245">
                <c:v>3.006659157404723</c:v>
              </c:pt>
              <c:pt idx="246">
                <c:v>3.006659157404723</c:v>
              </c:pt>
              <c:pt idx="247">
                <c:v>3.006659157404723</c:v>
              </c:pt>
              <c:pt idx="248">
                <c:v>3.006659157404723</c:v>
              </c:pt>
              <c:pt idx="249">
                <c:v>3.006659157404723</c:v>
              </c:pt>
              <c:pt idx="250">
                <c:v>3.006659157404723</c:v>
              </c:pt>
              <c:pt idx="251">
                <c:v>3.006659157404723</c:v>
              </c:pt>
              <c:pt idx="252">
                <c:v>3.006659157404723</c:v>
              </c:pt>
              <c:pt idx="253">
                <c:v>3.006659157404723</c:v>
              </c:pt>
              <c:pt idx="254">
                <c:v>3.006659157404723</c:v>
              </c:pt>
              <c:pt idx="255">
                <c:v>3.006659157404723</c:v>
              </c:pt>
              <c:pt idx="256">
                <c:v>3.006659157404723</c:v>
              </c:pt>
              <c:pt idx="257">
                <c:v>3.006659157404723</c:v>
              </c:pt>
              <c:pt idx="258">
                <c:v>3.006659157404723</c:v>
              </c:pt>
              <c:pt idx="259">
                <c:v>3.006659157404723</c:v>
              </c:pt>
              <c:pt idx="260">
                <c:v>3.006659157404723</c:v>
              </c:pt>
              <c:pt idx="261">
                <c:v>3.006659157404723</c:v>
              </c:pt>
              <c:pt idx="262">
                <c:v>3.006659157404723</c:v>
              </c:pt>
              <c:pt idx="263">
                <c:v>3.006659157404723</c:v>
              </c:pt>
              <c:pt idx="264">
                <c:v>3.006659157404723</c:v>
              </c:pt>
              <c:pt idx="265">
                <c:v>3.006659157404723</c:v>
              </c:pt>
              <c:pt idx="266">
                <c:v>3.006659157404723</c:v>
              </c:pt>
              <c:pt idx="267">
                <c:v>3.006659157404723</c:v>
              </c:pt>
              <c:pt idx="268">
                <c:v>3.006659157404723</c:v>
              </c:pt>
              <c:pt idx="269">
                <c:v>3.006659157404723</c:v>
              </c:pt>
              <c:pt idx="270">
                <c:v>3.006659157404723</c:v>
              </c:pt>
              <c:pt idx="271">
                <c:v>3.006659157404723</c:v>
              </c:pt>
              <c:pt idx="272">
                <c:v>3.006659157404723</c:v>
              </c:pt>
              <c:pt idx="273">
                <c:v>3.006659157404723</c:v>
              </c:pt>
              <c:pt idx="274">
                <c:v>3.006659157404723</c:v>
              </c:pt>
              <c:pt idx="275">
                <c:v>3.006659157404723</c:v>
              </c:pt>
              <c:pt idx="276">
                <c:v>3.006659157404723</c:v>
              </c:pt>
              <c:pt idx="277">
                <c:v>3.006659157404723</c:v>
              </c:pt>
              <c:pt idx="278">
                <c:v>3.006659157404723</c:v>
              </c:pt>
              <c:pt idx="279">
                <c:v>3.006659157404723</c:v>
              </c:pt>
              <c:pt idx="280">
                <c:v>3.006659157404723</c:v>
              </c:pt>
              <c:pt idx="281">
                <c:v>3.006659157404723</c:v>
              </c:pt>
              <c:pt idx="282">
                <c:v>3.006659157404723</c:v>
              </c:pt>
              <c:pt idx="283">
                <c:v>3.006659157404723</c:v>
              </c:pt>
              <c:pt idx="284">
                <c:v>3.006659157404723</c:v>
              </c:pt>
              <c:pt idx="285">
                <c:v>3.006659157404723</c:v>
              </c:pt>
              <c:pt idx="286">
                <c:v>3.006659157404723</c:v>
              </c:pt>
              <c:pt idx="287">
                <c:v>3.006659157404723</c:v>
              </c:pt>
              <c:pt idx="288">
                <c:v>3.006659157404723</c:v>
              </c:pt>
              <c:pt idx="289">
                <c:v>3.006659157404723</c:v>
              </c:pt>
              <c:pt idx="290">
                <c:v>3.006659157404723</c:v>
              </c:pt>
              <c:pt idx="291">
                <c:v>3.006659157404723</c:v>
              </c:pt>
              <c:pt idx="292">
                <c:v>3.006659157404723</c:v>
              </c:pt>
              <c:pt idx="293">
                <c:v>3.006659157404723</c:v>
              </c:pt>
              <c:pt idx="294">
                <c:v>3.006659157404723</c:v>
              </c:pt>
              <c:pt idx="295">
                <c:v>3.006659157404723</c:v>
              </c:pt>
              <c:pt idx="296">
                <c:v>3.006659157404723</c:v>
              </c:pt>
              <c:pt idx="297">
                <c:v>3.006659157404723</c:v>
              </c:pt>
              <c:pt idx="298">
                <c:v>3.006659157404723</c:v>
              </c:pt>
              <c:pt idx="299">
                <c:v>3.006659157404723</c:v>
              </c:pt>
              <c:pt idx="300">
                <c:v>3.006659157404723</c:v>
              </c:pt>
              <c:pt idx="301">
                <c:v>3.006659157404723</c:v>
              </c:pt>
              <c:pt idx="302">
                <c:v>3.006659157404723</c:v>
              </c:pt>
              <c:pt idx="303">
                <c:v>3.006659157404723</c:v>
              </c:pt>
              <c:pt idx="304">
                <c:v>3.006659157404723</c:v>
              </c:pt>
              <c:pt idx="305">
                <c:v>3.006659157404723</c:v>
              </c:pt>
              <c:pt idx="306">
                <c:v>3.006659157404723</c:v>
              </c:pt>
              <c:pt idx="307">
                <c:v>3.006659157404723</c:v>
              </c:pt>
              <c:pt idx="308">
                <c:v>3.006659157404723</c:v>
              </c:pt>
              <c:pt idx="309">
                <c:v>3.006659157404723</c:v>
              </c:pt>
              <c:pt idx="310">
                <c:v>3.006659157404723</c:v>
              </c:pt>
              <c:pt idx="311">
                <c:v>3.006659157404723</c:v>
              </c:pt>
              <c:pt idx="312">
                <c:v>3.006659157404723</c:v>
              </c:pt>
              <c:pt idx="313">
                <c:v>3.006659157404723</c:v>
              </c:pt>
              <c:pt idx="314">
                <c:v>3.006659157404723</c:v>
              </c:pt>
              <c:pt idx="315">
                <c:v>3.006659157404723</c:v>
              </c:pt>
              <c:pt idx="316">
                <c:v>3.006659157404723</c:v>
              </c:pt>
              <c:pt idx="317">
                <c:v>3.006659157404723</c:v>
              </c:pt>
              <c:pt idx="318">
                <c:v>3.006659157404723</c:v>
              </c:pt>
              <c:pt idx="319">
                <c:v>3.006659157404723</c:v>
              </c:pt>
              <c:pt idx="320">
                <c:v>3.006659157404723</c:v>
              </c:pt>
              <c:pt idx="321">
                <c:v>3.006659157404723</c:v>
              </c:pt>
              <c:pt idx="322">
                <c:v>3.006659157404723</c:v>
              </c:pt>
              <c:pt idx="323">
                <c:v>3.006659157404723</c:v>
              </c:pt>
              <c:pt idx="324">
                <c:v>3.006659157404723</c:v>
              </c:pt>
              <c:pt idx="325">
                <c:v>3.006659157404723</c:v>
              </c:pt>
              <c:pt idx="326">
                <c:v>3.006659157404723</c:v>
              </c:pt>
              <c:pt idx="327">
                <c:v>3.006659157404723</c:v>
              </c:pt>
              <c:pt idx="328">
                <c:v>3.006659157404723</c:v>
              </c:pt>
              <c:pt idx="329">
                <c:v>3.006659157404723</c:v>
              </c:pt>
              <c:pt idx="330">
                <c:v>3.006659157404723</c:v>
              </c:pt>
              <c:pt idx="331">
                <c:v>3.006659157404723</c:v>
              </c:pt>
              <c:pt idx="332">
                <c:v>3.006659157404723</c:v>
              </c:pt>
              <c:pt idx="333">
                <c:v>3.006659157404723</c:v>
              </c:pt>
              <c:pt idx="334">
                <c:v>3.006659157404723</c:v>
              </c:pt>
              <c:pt idx="335">
                <c:v>3.006659157404723</c:v>
              </c:pt>
              <c:pt idx="336">
                <c:v>3.006659157404723</c:v>
              </c:pt>
              <c:pt idx="337">
                <c:v>3.006659157404723</c:v>
              </c:pt>
              <c:pt idx="338">
                <c:v>3.006659157404723</c:v>
              </c:pt>
              <c:pt idx="339">
                <c:v>3.006659157404723</c:v>
              </c:pt>
              <c:pt idx="340">
                <c:v>3.006659157404723</c:v>
              </c:pt>
              <c:pt idx="341">
                <c:v>3.006659157404723</c:v>
              </c:pt>
              <c:pt idx="342">
                <c:v>3.006659157404723</c:v>
              </c:pt>
              <c:pt idx="343">
                <c:v>3.006659157404723</c:v>
              </c:pt>
              <c:pt idx="344">
                <c:v>3.006659157404723</c:v>
              </c:pt>
              <c:pt idx="345">
                <c:v>3.006659157404723</c:v>
              </c:pt>
              <c:pt idx="346">
                <c:v>3.006659157404723</c:v>
              </c:pt>
              <c:pt idx="347">
                <c:v>3.006659157404723</c:v>
              </c:pt>
              <c:pt idx="348">
                <c:v>3.006659157404723</c:v>
              </c:pt>
              <c:pt idx="349">
                <c:v>3.006659157404723</c:v>
              </c:pt>
              <c:pt idx="350">
                <c:v>3.006659157404723</c:v>
              </c:pt>
              <c:pt idx="351">
                <c:v>3.006659157404723</c:v>
              </c:pt>
              <c:pt idx="352">
                <c:v>3.006659157404723</c:v>
              </c:pt>
              <c:pt idx="353">
                <c:v>3.006659157404723</c:v>
              </c:pt>
              <c:pt idx="354">
                <c:v>3.006659157404723</c:v>
              </c:pt>
              <c:pt idx="355">
                <c:v>3.006659157404723</c:v>
              </c:pt>
              <c:pt idx="356">
                <c:v>3.006659157404723</c:v>
              </c:pt>
              <c:pt idx="357">
                <c:v>3.006659157404723</c:v>
              </c:pt>
              <c:pt idx="358">
                <c:v>3.006659157404723</c:v>
              </c:pt>
              <c:pt idx="359">
                <c:v>3.006659157404723</c:v>
              </c:pt>
              <c:pt idx="360">
                <c:v>3.006659157404723</c:v>
              </c:pt>
              <c:pt idx="361">
                <c:v>3.006659157404723</c:v>
              </c:pt>
              <c:pt idx="362">
                <c:v>3.006659157404723</c:v>
              </c:pt>
              <c:pt idx="363">
                <c:v>3.006659157404723</c:v>
              </c:pt>
              <c:pt idx="364">
                <c:v>3.006659157404723</c:v>
              </c:pt>
              <c:pt idx="365">
                <c:v>3.006659157404723</c:v>
              </c:pt>
              <c:pt idx="366">
                <c:v>3.006659157404723</c:v>
              </c:pt>
              <c:pt idx="367">
                <c:v>3.006659157404723</c:v>
              </c:pt>
              <c:pt idx="368">
                <c:v>3.006659157404723</c:v>
              </c:pt>
              <c:pt idx="369">
                <c:v>3.006659157404723</c:v>
              </c:pt>
              <c:pt idx="370">
                <c:v>3.006659157404723</c:v>
              </c:pt>
              <c:pt idx="371">
                <c:v>3.006659157404723</c:v>
              </c:pt>
              <c:pt idx="372">
                <c:v>3.006659157404723</c:v>
              </c:pt>
              <c:pt idx="373">
                <c:v>3.006659157404723</c:v>
              </c:pt>
              <c:pt idx="374">
                <c:v>3.006659157404723</c:v>
              </c:pt>
              <c:pt idx="375">
                <c:v>3.006659157404723</c:v>
              </c:pt>
              <c:pt idx="376">
                <c:v>3.006659157404723</c:v>
              </c:pt>
              <c:pt idx="377">
                <c:v>3.006659157404723</c:v>
              </c:pt>
              <c:pt idx="378">
                <c:v>3.006659157404723</c:v>
              </c:pt>
              <c:pt idx="379">
                <c:v>3.006659157404723</c:v>
              </c:pt>
              <c:pt idx="380">
                <c:v>3.006659157404723</c:v>
              </c:pt>
              <c:pt idx="381">
                <c:v>3.006659157404723</c:v>
              </c:pt>
              <c:pt idx="382">
                <c:v>3.006659157404723</c:v>
              </c:pt>
              <c:pt idx="383">
                <c:v>3.006659157404723</c:v>
              </c:pt>
              <c:pt idx="384">
                <c:v>3.006659157404723</c:v>
              </c:pt>
              <c:pt idx="385">
                <c:v>3.006659157404723</c:v>
              </c:pt>
              <c:pt idx="386">
                <c:v>3.006659157404723</c:v>
              </c:pt>
              <c:pt idx="387">
                <c:v>3.006659157404723</c:v>
              </c:pt>
              <c:pt idx="388">
                <c:v>3.006659157404723</c:v>
              </c:pt>
              <c:pt idx="389">
                <c:v>3.006659157404723</c:v>
              </c:pt>
              <c:pt idx="390">
                <c:v>3.006659157404723</c:v>
              </c:pt>
              <c:pt idx="391">
                <c:v>3.006659157404723</c:v>
              </c:pt>
              <c:pt idx="392">
                <c:v>3.006659157404723</c:v>
              </c:pt>
              <c:pt idx="393">
                <c:v>3.006659157404723</c:v>
              </c:pt>
              <c:pt idx="394">
                <c:v>3.006659157404723</c:v>
              </c:pt>
              <c:pt idx="395">
                <c:v>3.006659157404723</c:v>
              </c:pt>
              <c:pt idx="396">
                <c:v>3.006659157404723</c:v>
              </c:pt>
              <c:pt idx="397">
                <c:v>3.006659157404723</c:v>
              </c:pt>
              <c:pt idx="398">
                <c:v>3.006659157404723</c:v>
              </c:pt>
              <c:pt idx="399">
                <c:v>3.006659157404723</c:v>
              </c:pt>
              <c:pt idx="400">
                <c:v>3.006659157404723</c:v>
              </c:pt>
              <c:pt idx="401">
                <c:v>3.006659157404723</c:v>
              </c:pt>
              <c:pt idx="402">
                <c:v>3.006659157404723</c:v>
              </c:pt>
              <c:pt idx="403">
                <c:v>3.006659157404723</c:v>
              </c:pt>
              <c:pt idx="404">
                <c:v>3.006659157404723</c:v>
              </c:pt>
              <c:pt idx="405">
                <c:v>3.006659157404723</c:v>
              </c:pt>
              <c:pt idx="406">
                <c:v>3.006659157404723</c:v>
              </c:pt>
              <c:pt idx="407">
                <c:v>3.006659157404723</c:v>
              </c:pt>
              <c:pt idx="408">
                <c:v>3.006659157404723</c:v>
              </c:pt>
              <c:pt idx="409">
                <c:v>3.006659157404723</c:v>
              </c:pt>
              <c:pt idx="410">
                <c:v>3.006659157404723</c:v>
              </c:pt>
              <c:pt idx="411">
                <c:v>3.006659157404723</c:v>
              </c:pt>
              <c:pt idx="412">
                <c:v>3.006659157404723</c:v>
              </c:pt>
              <c:pt idx="413">
                <c:v>3.006659157404723</c:v>
              </c:pt>
              <c:pt idx="414">
                <c:v>3.006659157404723</c:v>
              </c:pt>
              <c:pt idx="415">
                <c:v>3.006659157404723</c:v>
              </c:pt>
              <c:pt idx="416">
                <c:v>3.006659157404723</c:v>
              </c:pt>
              <c:pt idx="417">
                <c:v>3.006659157404723</c:v>
              </c:pt>
              <c:pt idx="418">
                <c:v>3.006659157404723</c:v>
              </c:pt>
              <c:pt idx="419">
                <c:v>3.006659157404723</c:v>
              </c:pt>
              <c:pt idx="420">
                <c:v>3.006659157404723</c:v>
              </c:pt>
              <c:pt idx="421">
                <c:v>3.006659157404723</c:v>
              </c:pt>
              <c:pt idx="422">
                <c:v>3.006659157404723</c:v>
              </c:pt>
              <c:pt idx="423">
                <c:v>3.006659157404723</c:v>
              </c:pt>
              <c:pt idx="424">
                <c:v>3.006659157404723</c:v>
              </c:pt>
              <c:pt idx="425">
                <c:v>3.006659157404723</c:v>
              </c:pt>
              <c:pt idx="426">
                <c:v>3.006659157404723</c:v>
              </c:pt>
              <c:pt idx="427">
                <c:v>3.006659157404723</c:v>
              </c:pt>
              <c:pt idx="428">
                <c:v>3.006659157404723</c:v>
              </c:pt>
              <c:pt idx="429">
                <c:v>3.006659157404723</c:v>
              </c:pt>
              <c:pt idx="430">
                <c:v>3.006659157404723</c:v>
              </c:pt>
              <c:pt idx="431">
                <c:v>3.006659157404723</c:v>
              </c:pt>
              <c:pt idx="432">
                <c:v>3.006659157404723</c:v>
              </c:pt>
              <c:pt idx="433">
                <c:v>3.006659157404723</c:v>
              </c:pt>
              <c:pt idx="434">
                <c:v>3.006659157404723</c:v>
              </c:pt>
              <c:pt idx="435">
                <c:v>3.006659157404723</c:v>
              </c:pt>
              <c:pt idx="436">
                <c:v>3.006659157404723</c:v>
              </c:pt>
              <c:pt idx="437">
                <c:v>3.006659157404723</c:v>
              </c:pt>
              <c:pt idx="438">
                <c:v>3.006659157404723</c:v>
              </c:pt>
              <c:pt idx="439">
                <c:v>3.006659157404723</c:v>
              </c:pt>
              <c:pt idx="440">
                <c:v>3.006659157404723</c:v>
              </c:pt>
              <c:pt idx="441">
                <c:v>3.006659157404723</c:v>
              </c:pt>
              <c:pt idx="442">
                <c:v>3.006659157404723</c:v>
              </c:pt>
              <c:pt idx="443">
                <c:v>3.006659157404723</c:v>
              </c:pt>
              <c:pt idx="444">
                <c:v>3.006659157404723</c:v>
              </c:pt>
              <c:pt idx="445">
                <c:v>3.006659157404723</c:v>
              </c:pt>
              <c:pt idx="446">
                <c:v>3.006659157404723</c:v>
              </c:pt>
              <c:pt idx="447">
                <c:v>3.006659157404723</c:v>
              </c:pt>
            </c:numLit>
          </c:yVal>
          <c:smooth val="0"/>
        </c:ser>
        <c:ser>
          <c:idx val="8"/>
          <c:order val="8"/>
          <c:tx>
            <c:v>Same order, optimal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009E73"/>
              </a:solidFill>
            </c:spPr>
          </c:marker>
          <c:xVal>
            <c:numLit>
              <c:formatCode>General</c:formatCode>
              <c:ptCount val="448"/>
              <c:pt idx="0">
                <c:v>19.563867795215497</c:v>
              </c:pt>
              <c:pt idx="1">
                <c:v>19.563867795215497</c:v>
              </c:pt>
              <c:pt idx="2">
                <c:v>19.563867795215497</c:v>
              </c:pt>
              <c:pt idx="3">
                <c:v>19.563867795215497</c:v>
              </c:pt>
              <c:pt idx="4">
                <c:v>19.563867795215497</c:v>
              </c:pt>
              <c:pt idx="5">
                <c:v>19.563867795215497</c:v>
              </c:pt>
              <c:pt idx="6">
                <c:v>19.563867795215497</c:v>
              </c:pt>
              <c:pt idx="7">
                <c:v>19.563867795215497</c:v>
              </c:pt>
              <c:pt idx="8">
                <c:v>19.563867795215497</c:v>
              </c:pt>
              <c:pt idx="9">
                <c:v>19.563867795215497</c:v>
              </c:pt>
              <c:pt idx="10">
                <c:v>19.563867795215497</c:v>
              </c:pt>
              <c:pt idx="11">
                <c:v>19.563867795215497</c:v>
              </c:pt>
              <c:pt idx="12">
                <c:v>19.563867795215497</c:v>
              </c:pt>
              <c:pt idx="13">
                <c:v>19.563867795215497</c:v>
              </c:pt>
              <c:pt idx="14">
                <c:v>19.563867795215497</c:v>
              </c:pt>
              <c:pt idx="15">
                <c:v>19.563867795215497</c:v>
              </c:pt>
              <c:pt idx="16">
                <c:v>19.563867795215497</c:v>
              </c:pt>
              <c:pt idx="17">
                <c:v>19.563867795215497</c:v>
              </c:pt>
              <c:pt idx="18">
                <c:v>19.563867795215497</c:v>
              </c:pt>
              <c:pt idx="19">
                <c:v>19.563867795215497</c:v>
              </c:pt>
              <c:pt idx="20">
                <c:v>19.563867795215497</c:v>
              </c:pt>
              <c:pt idx="21">
                <c:v>19.563867795215497</c:v>
              </c:pt>
              <c:pt idx="22">
                <c:v>19.563867795215497</c:v>
              </c:pt>
              <c:pt idx="23">
                <c:v>19.563867795215497</c:v>
              </c:pt>
              <c:pt idx="24">
                <c:v>19.563867795215497</c:v>
              </c:pt>
              <c:pt idx="25">
                <c:v>19.563867795215497</c:v>
              </c:pt>
              <c:pt idx="26">
                <c:v>19.563867795215497</c:v>
              </c:pt>
              <c:pt idx="27">
                <c:v>19.563867795215497</c:v>
              </c:pt>
              <c:pt idx="28">
                <c:v>19.563867795215497</c:v>
              </c:pt>
              <c:pt idx="29">
                <c:v>19.563867795215497</c:v>
              </c:pt>
              <c:pt idx="30">
                <c:v>19.563867795215497</c:v>
              </c:pt>
              <c:pt idx="31">
                <c:v>19.563867795215497</c:v>
              </c:pt>
              <c:pt idx="32">
                <c:v>19.563867795215497</c:v>
              </c:pt>
              <c:pt idx="33">
                <c:v>19.563867795215497</c:v>
              </c:pt>
              <c:pt idx="34">
                <c:v>19.563867795215497</c:v>
              </c:pt>
              <c:pt idx="35">
                <c:v>19.563867795215497</c:v>
              </c:pt>
              <c:pt idx="36">
                <c:v>19.563867795215497</c:v>
              </c:pt>
              <c:pt idx="37">
                <c:v>19.563867795215497</c:v>
              </c:pt>
              <c:pt idx="38">
                <c:v>19.563867795215497</c:v>
              </c:pt>
              <c:pt idx="39">
                <c:v>19.563867795215497</c:v>
              </c:pt>
              <c:pt idx="40">
                <c:v>19.563867795215497</c:v>
              </c:pt>
              <c:pt idx="41">
                <c:v>19.563867795215497</c:v>
              </c:pt>
              <c:pt idx="42">
                <c:v>19.563867795215497</c:v>
              </c:pt>
              <c:pt idx="43">
                <c:v>19.563867795215497</c:v>
              </c:pt>
              <c:pt idx="44">
                <c:v>19.563867795215497</c:v>
              </c:pt>
              <c:pt idx="45">
                <c:v>19.563867795215497</c:v>
              </c:pt>
              <c:pt idx="46">
                <c:v>19.563867795215497</c:v>
              </c:pt>
              <c:pt idx="47">
                <c:v>19.563867795215497</c:v>
              </c:pt>
              <c:pt idx="48">
                <c:v>19.563867795215497</c:v>
              </c:pt>
              <c:pt idx="49">
                <c:v>19.563867795215497</c:v>
              </c:pt>
              <c:pt idx="50">
                <c:v>19.563867795215497</c:v>
              </c:pt>
              <c:pt idx="51">
                <c:v>19.563867795215497</c:v>
              </c:pt>
              <c:pt idx="52">
                <c:v>19.563867795215497</c:v>
              </c:pt>
              <c:pt idx="53">
                <c:v>19.563867795215497</c:v>
              </c:pt>
              <c:pt idx="54">
                <c:v>19.563867795215497</c:v>
              </c:pt>
              <c:pt idx="55">
                <c:v>19.563867795215497</c:v>
              </c:pt>
              <c:pt idx="56">
                <c:v>19.563867795215497</c:v>
              </c:pt>
              <c:pt idx="57">
                <c:v>19.563867795215497</c:v>
              </c:pt>
              <c:pt idx="58">
                <c:v>19.563867795215497</c:v>
              </c:pt>
              <c:pt idx="59">
                <c:v>19.563867795215497</c:v>
              </c:pt>
              <c:pt idx="60">
                <c:v>19.563867795215497</c:v>
              </c:pt>
              <c:pt idx="61">
                <c:v>19.563867795215497</c:v>
              </c:pt>
              <c:pt idx="62">
                <c:v>19.563867795215497</c:v>
              </c:pt>
              <c:pt idx="63">
                <c:v>19.563867795215497</c:v>
              </c:pt>
              <c:pt idx="64">
                <c:v>19.563867795215497</c:v>
              </c:pt>
              <c:pt idx="65">
                <c:v>19.563867795215497</c:v>
              </c:pt>
              <c:pt idx="66">
                <c:v>19.563867795215497</c:v>
              </c:pt>
              <c:pt idx="67">
                <c:v>19.563867795215497</c:v>
              </c:pt>
              <c:pt idx="68">
                <c:v>19.563867795215497</c:v>
              </c:pt>
              <c:pt idx="69">
                <c:v>19.563867795215497</c:v>
              </c:pt>
              <c:pt idx="70">
                <c:v>19.563867795215497</c:v>
              </c:pt>
              <c:pt idx="71">
                <c:v>19.563867795215497</c:v>
              </c:pt>
              <c:pt idx="72">
                <c:v>19.563867795215497</c:v>
              </c:pt>
              <c:pt idx="73">
                <c:v>19.563867795215497</c:v>
              </c:pt>
              <c:pt idx="74">
                <c:v>19.563867795215497</c:v>
              </c:pt>
              <c:pt idx="75">
                <c:v>19.563867795215497</c:v>
              </c:pt>
              <c:pt idx="76">
                <c:v>19.563867795215497</c:v>
              </c:pt>
              <c:pt idx="77">
                <c:v>19.563867795215497</c:v>
              </c:pt>
              <c:pt idx="78">
                <c:v>19.563867795215497</c:v>
              </c:pt>
              <c:pt idx="79">
                <c:v>19.563867795215497</c:v>
              </c:pt>
              <c:pt idx="80">
                <c:v>19.563867795215497</c:v>
              </c:pt>
              <c:pt idx="81">
                <c:v>19.563867795215497</c:v>
              </c:pt>
              <c:pt idx="82">
                <c:v>19.563867795215497</c:v>
              </c:pt>
              <c:pt idx="83">
                <c:v>19.563867795215497</c:v>
              </c:pt>
              <c:pt idx="84">
                <c:v>19.563867795215497</c:v>
              </c:pt>
              <c:pt idx="85">
                <c:v>19.563867795215497</c:v>
              </c:pt>
              <c:pt idx="86">
                <c:v>19.563867795215497</c:v>
              </c:pt>
              <c:pt idx="87">
                <c:v>19.563867795215497</c:v>
              </c:pt>
              <c:pt idx="88">
                <c:v>19.563867795215497</c:v>
              </c:pt>
              <c:pt idx="89">
                <c:v>19.563867795215497</c:v>
              </c:pt>
              <c:pt idx="90">
                <c:v>19.563867795215497</c:v>
              </c:pt>
              <c:pt idx="91">
                <c:v>19.563867795215497</c:v>
              </c:pt>
              <c:pt idx="92">
                <c:v>19.563867795215497</c:v>
              </c:pt>
              <c:pt idx="93">
                <c:v>19.563867795215497</c:v>
              </c:pt>
              <c:pt idx="94">
                <c:v>19.563867795215497</c:v>
              </c:pt>
              <c:pt idx="95">
                <c:v>19.563867795215497</c:v>
              </c:pt>
              <c:pt idx="96">
                <c:v>19.563867795215497</c:v>
              </c:pt>
              <c:pt idx="97">
                <c:v>19.563867795215497</c:v>
              </c:pt>
              <c:pt idx="98">
                <c:v>19.563867795215497</c:v>
              </c:pt>
              <c:pt idx="99">
                <c:v>19.563867795215497</c:v>
              </c:pt>
              <c:pt idx="100">
                <c:v>19.563867795215497</c:v>
              </c:pt>
              <c:pt idx="101">
                <c:v>19.563867795215497</c:v>
              </c:pt>
              <c:pt idx="102">
                <c:v>19.563867795215497</c:v>
              </c:pt>
              <c:pt idx="103">
                <c:v>19.563867795215497</c:v>
              </c:pt>
              <c:pt idx="104">
                <c:v>19.563867795215497</c:v>
              </c:pt>
              <c:pt idx="105">
                <c:v>19.563867795215497</c:v>
              </c:pt>
              <c:pt idx="106">
                <c:v>19.563867795215497</c:v>
              </c:pt>
              <c:pt idx="107">
                <c:v>19.563867795215497</c:v>
              </c:pt>
              <c:pt idx="108">
                <c:v>19.563867795215497</c:v>
              </c:pt>
              <c:pt idx="109">
                <c:v>19.563867795215497</c:v>
              </c:pt>
              <c:pt idx="110">
                <c:v>19.563867795215497</c:v>
              </c:pt>
              <c:pt idx="111">
                <c:v>19.563867795215497</c:v>
              </c:pt>
              <c:pt idx="112">
                <c:v>19.563867795215497</c:v>
              </c:pt>
              <c:pt idx="113">
                <c:v>19.563867795215497</c:v>
              </c:pt>
              <c:pt idx="114">
                <c:v>19.563867795215497</c:v>
              </c:pt>
              <c:pt idx="115">
                <c:v>19.563867795215497</c:v>
              </c:pt>
              <c:pt idx="116">
                <c:v>19.563867795215497</c:v>
              </c:pt>
              <c:pt idx="117">
                <c:v>19.563867795215497</c:v>
              </c:pt>
              <c:pt idx="118">
                <c:v>19.563867795215497</c:v>
              </c:pt>
              <c:pt idx="119">
                <c:v>19.563867795215497</c:v>
              </c:pt>
              <c:pt idx="120">
                <c:v>19.563867795215497</c:v>
              </c:pt>
              <c:pt idx="121">
                <c:v>19.563867795215497</c:v>
              </c:pt>
              <c:pt idx="122">
                <c:v>19.563867795215497</c:v>
              </c:pt>
              <c:pt idx="123">
                <c:v>19.563867795215497</c:v>
              </c:pt>
              <c:pt idx="124">
                <c:v>19.563867795215497</c:v>
              </c:pt>
              <c:pt idx="125">
                <c:v>19.563867795215497</c:v>
              </c:pt>
              <c:pt idx="126">
                <c:v>19.563867795215497</c:v>
              </c:pt>
              <c:pt idx="127">
                <c:v>19.563867795215497</c:v>
              </c:pt>
              <c:pt idx="128">
                <c:v>19.563867795215497</c:v>
              </c:pt>
              <c:pt idx="129">
                <c:v>19.563867795215497</c:v>
              </c:pt>
              <c:pt idx="130">
                <c:v>19.563867795215497</c:v>
              </c:pt>
              <c:pt idx="131">
                <c:v>19.563867795215497</c:v>
              </c:pt>
              <c:pt idx="132">
                <c:v>19.563867795215497</c:v>
              </c:pt>
              <c:pt idx="133">
                <c:v>19.563867795215497</c:v>
              </c:pt>
              <c:pt idx="134">
                <c:v>19.563867795215497</c:v>
              </c:pt>
              <c:pt idx="135">
                <c:v>19.563867795215497</c:v>
              </c:pt>
              <c:pt idx="136">
                <c:v>19.563867795215497</c:v>
              </c:pt>
              <c:pt idx="137">
                <c:v>19.563867795215497</c:v>
              </c:pt>
              <c:pt idx="138">
                <c:v>19.563867795215497</c:v>
              </c:pt>
              <c:pt idx="139">
                <c:v>19.563867795215497</c:v>
              </c:pt>
              <c:pt idx="140">
                <c:v>19.563867795215497</c:v>
              </c:pt>
              <c:pt idx="141">
                <c:v>19.563867795215497</c:v>
              </c:pt>
              <c:pt idx="142">
                <c:v>19.563867795215497</c:v>
              </c:pt>
              <c:pt idx="143">
                <c:v>19.563867795215497</c:v>
              </c:pt>
              <c:pt idx="144">
                <c:v>19.563867795215497</c:v>
              </c:pt>
              <c:pt idx="145">
                <c:v>19.563867795215497</c:v>
              </c:pt>
              <c:pt idx="146">
                <c:v>19.563867795215497</c:v>
              </c:pt>
              <c:pt idx="147">
                <c:v>19.563867795215497</c:v>
              </c:pt>
              <c:pt idx="148">
                <c:v>19.563867795215497</c:v>
              </c:pt>
              <c:pt idx="149">
                <c:v>19.563867795215497</c:v>
              </c:pt>
              <c:pt idx="150">
                <c:v>19.563867795215497</c:v>
              </c:pt>
              <c:pt idx="151">
                <c:v>19.563867795215497</c:v>
              </c:pt>
              <c:pt idx="152">
                <c:v>19.563867795215497</c:v>
              </c:pt>
              <c:pt idx="153">
                <c:v>19.563867795215497</c:v>
              </c:pt>
              <c:pt idx="154">
                <c:v>19.563867795215497</c:v>
              </c:pt>
              <c:pt idx="155">
                <c:v>19.563867795215497</c:v>
              </c:pt>
              <c:pt idx="156">
                <c:v>19.563867795215497</c:v>
              </c:pt>
              <c:pt idx="157">
                <c:v>19.563867795215497</c:v>
              </c:pt>
              <c:pt idx="158">
                <c:v>19.563867795215497</c:v>
              </c:pt>
              <c:pt idx="159">
                <c:v>19.563867795215497</c:v>
              </c:pt>
              <c:pt idx="160">
                <c:v>19.563867795215497</c:v>
              </c:pt>
              <c:pt idx="161">
                <c:v>19.563867795215497</c:v>
              </c:pt>
              <c:pt idx="162">
                <c:v>19.563867795215497</c:v>
              </c:pt>
              <c:pt idx="163">
                <c:v>19.563867795215497</c:v>
              </c:pt>
              <c:pt idx="164">
                <c:v>19.563867795215497</c:v>
              </c:pt>
              <c:pt idx="165">
                <c:v>19.563867795215497</c:v>
              </c:pt>
              <c:pt idx="166">
                <c:v>19.563867795215497</c:v>
              </c:pt>
              <c:pt idx="167">
                <c:v>19.563867795215497</c:v>
              </c:pt>
              <c:pt idx="168">
                <c:v>19.563867795215497</c:v>
              </c:pt>
              <c:pt idx="169">
                <c:v>19.563867795215497</c:v>
              </c:pt>
              <c:pt idx="170">
                <c:v>19.563867795215497</c:v>
              </c:pt>
              <c:pt idx="171">
                <c:v>19.563867795215497</c:v>
              </c:pt>
              <c:pt idx="172">
                <c:v>19.563867795215497</c:v>
              </c:pt>
              <c:pt idx="173">
                <c:v>19.563867795215497</c:v>
              </c:pt>
              <c:pt idx="174">
                <c:v>19.563867795215497</c:v>
              </c:pt>
              <c:pt idx="175">
                <c:v>19.563867795215497</c:v>
              </c:pt>
              <c:pt idx="176">
                <c:v>19.563867795215497</c:v>
              </c:pt>
              <c:pt idx="177">
                <c:v>19.563867795215497</c:v>
              </c:pt>
              <c:pt idx="178">
                <c:v>19.563867795215497</c:v>
              </c:pt>
              <c:pt idx="179">
                <c:v>19.563867795215497</c:v>
              </c:pt>
              <c:pt idx="180">
                <c:v>19.563867795215497</c:v>
              </c:pt>
              <c:pt idx="181">
                <c:v>19.563867795215497</c:v>
              </c:pt>
              <c:pt idx="182">
                <c:v>19.563867795215497</c:v>
              </c:pt>
              <c:pt idx="183">
                <c:v>19.563867795215497</c:v>
              </c:pt>
              <c:pt idx="184">
                <c:v>19.563867795215497</c:v>
              </c:pt>
              <c:pt idx="185">
                <c:v>19.563867795215497</c:v>
              </c:pt>
              <c:pt idx="186">
                <c:v>19.563867795215497</c:v>
              </c:pt>
              <c:pt idx="187">
                <c:v>19.563867795215497</c:v>
              </c:pt>
              <c:pt idx="188">
                <c:v>19.563867795215497</c:v>
              </c:pt>
              <c:pt idx="189">
                <c:v>19.563867795215497</c:v>
              </c:pt>
              <c:pt idx="190">
                <c:v>19.563867795215497</c:v>
              </c:pt>
              <c:pt idx="191">
                <c:v>19.563867795215497</c:v>
              </c:pt>
              <c:pt idx="192">
                <c:v>19.563867795215497</c:v>
              </c:pt>
              <c:pt idx="193">
                <c:v>19.563867795215497</c:v>
              </c:pt>
              <c:pt idx="194">
                <c:v>19.563867795215497</c:v>
              </c:pt>
              <c:pt idx="195">
                <c:v>19.563867795215497</c:v>
              </c:pt>
              <c:pt idx="196">
                <c:v>19.563867795215497</c:v>
              </c:pt>
              <c:pt idx="197">
                <c:v>19.563867795215497</c:v>
              </c:pt>
              <c:pt idx="198">
                <c:v>19.563867795215497</c:v>
              </c:pt>
              <c:pt idx="199">
                <c:v>19.563867795215497</c:v>
              </c:pt>
              <c:pt idx="200">
                <c:v>19.563867795215497</c:v>
              </c:pt>
              <c:pt idx="201">
                <c:v>19.563867795215497</c:v>
              </c:pt>
              <c:pt idx="202">
                <c:v>19.563867795215497</c:v>
              </c:pt>
              <c:pt idx="203">
                <c:v>19.563867795215497</c:v>
              </c:pt>
              <c:pt idx="204">
                <c:v>19.563867795215497</c:v>
              </c:pt>
              <c:pt idx="205">
                <c:v>19.563867795215497</c:v>
              </c:pt>
              <c:pt idx="206">
                <c:v>19.563867795215497</c:v>
              </c:pt>
              <c:pt idx="207">
                <c:v>19.563867795215497</c:v>
              </c:pt>
              <c:pt idx="208">
                <c:v>19.563867795215497</c:v>
              </c:pt>
              <c:pt idx="209">
                <c:v>19.563867795215497</c:v>
              </c:pt>
              <c:pt idx="210">
                <c:v>19.563867795215497</c:v>
              </c:pt>
              <c:pt idx="211">
                <c:v>19.563867795215497</c:v>
              </c:pt>
              <c:pt idx="212">
                <c:v>19.563867795215497</c:v>
              </c:pt>
              <c:pt idx="213">
                <c:v>19.563867795215497</c:v>
              </c:pt>
              <c:pt idx="214">
                <c:v>19.563867795215497</c:v>
              </c:pt>
              <c:pt idx="215">
                <c:v>19.563867795215497</c:v>
              </c:pt>
              <c:pt idx="216">
                <c:v>19.563867795215497</c:v>
              </c:pt>
              <c:pt idx="217">
                <c:v>19.563867795215497</c:v>
              </c:pt>
              <c:pt idx="218">
                <c:v>19.563867795215497</c:v>
              </c:pt>
              <c:pt idx="219">
                <c:v>19.563867795215497</c:v>
              </c:pt>
              <c:pt idx="220">
                <c:v>19.563867795215497</c:v>
              </c:pt>
              <c:pt idx="221">
                <c:v>19.563867795215497</c:v>
              </c:pt>
              <c:pt idx="222">
                <c:v>19.563867795215497</c:v>
              </c:pt>
              <c:pt idx="223">
                <c:v>19.563867795215497</c:v>
              </c:pt>
              <c:pt idx="224">
                <c:v>19.563867795215497</c:v>
              </c:pt>
              <c:pt idx="225">
                <c:v>19.563867795215497</c:v>
              </c:pt>
              <c:pt idx="226">
                <c:v>19.563867795215497</c:v>
              </c:pt>
              <c:pt idx="227">
                <c:v>19.563867795215497</c:v>
              </c:pt>
              <c:pt idx="228">
                <c:v>19.563867795215497</c:v>
              </c:pt>
              <c:pt idx="229">
                <c:v>19.563867795215497</c:v>
              </c:pt>
              <c:pt idx="230">
                <c:v>19.563867795215497</c:v>
              </c:pt>
              <c:pt idx="231">
                <c:v>19.563867795215497</c:v>
              </c:pt>
              <c:pt idx="232">
                <c:v>19.563867795215497</c:v>
              </c:pt>
              <c:pt idx="233">
                <c:v>19.563867795215497</c:v>
              </c:pt>
              <c:pt idx="234">
                <c:v>19.563867795215497</c:v>
              </c:pt>
              <c:pt idx="235">
                <c:v>19.563867795215497</c:v>
              </c:pt>
              <c:pt idx="236">
                <c:v>19.563867795215497</c:v>
              </c:pt>
              <c:pt idx="237">
                <c:v>19.563867795215497</c:v>
              </c:pt>
              <c:pt idx="238">
                <c:v>19.563867795215497</c:v>
              </c:pt>
              <c:pt idx="239">
                <c:v>19.563867795215497</c:v>
              </c:pt>
              <c:pt idx="240">
                <c:v>19.563867795215497</c:v>
              </c:pt>
              <c:pt idx="241">
                <c:v>19.563867795215497</c:v>
              </c:pt>
              <c:pt idx="242">
                <c:v>19.563867795215497</c:v>
              </c:pt>
              <c:pt idx="243">
                <c:v>19.563867795215497</c:v>
              </c:pt>
              <c:pt idx="244">
                <c:v>19.563867795215497</c:v>
              </c:pt>
              <c:pt idx="245">
                <c:v>19.563867795215497</c:v>
              </c:pt>
              <c:pt idx="246">
                <c:v>19.563867795215497</c:v>
              </c:pt>
              <c:pt idx="247">
                <c:v>19.563867795215497</c:v>
              </c:pt>
              <c:pt idx="248">
                <c:v>19.563867795215497</c:v>
              </c:pt>
              <c:pt idx="249">
                <c:v>19.563867795215497</c:v>
              </c:pt>
              <c:pt idx="250">
                <c:v>19.563867795215497</c:v>
              </c:pt>
              <c:pt idx="251">
                <c:v>19.563867795215497</c:v>
              </c:pt>
              <c:pt idx="252">
                <c:v>19.563867795215497</c:v>
              </c:pt>
              <c:pt idx="253">
                <c:v>19.563867795215497</c:v>
              </c:pt>
              <c:pt idx="254">
                <c:v>19.563867795215497</c:v>
              </c:pt>
              <c:pt idx="255">
                <c:v>19.563867795215497</c:v>
              </c:pt>
              <c:pt idx="256">
                <c:v>19.563867795215497</c:v>
              </c:pt>
              <c:pt idx="257">
                <c:v>19.563867795215497</c:v>
              </c:pt>
              <c:pt idx="258">
                <c:v>19.563867795215497</c:v>
              </c:pt>
              <c:pt idx="259">
                <c:v>19.563867795215497</c:v>
              </c:pt>
              <c:pt idx="260">
                <c:v>19.563867795215497</c:v>
              </c:pt>
              <c:pt idx="261">
                <c:v>19.563867795215497</c:v>
              </c:pt>
              <c:pt idx="262">
                <c:v>19.563867795215497</c:v>
              </c:pt>
              <c:pt idx="263">
                <c:v>19.563867795215497</c:v>
              </c:pt>
              <c:pt idx="264">
                <c:v>19.563867795215497</c:v>
              </c:pt>
              <c:pt idx="265">
                <c:v>19.563867795215497</c:v>
              </c:pt>
              <c:pt idx="266">
                <c:v>19.563867795215497</c:v>
              </c:pt>
              <c:pt idx="267">
                <c:v>19.563867795215497</c:v>
              </c:pt>
              <c:pt idx="268">
                <c:v>19.563867795215497</c:v>
              </c:pt>
              <c:pt idx="269">
                <c:v>19.563867795215497</c:v>
              </c:pt>
              <c:pt idx="270">
                <c:v>19.563867795215497</c:v>
              </c:pt>
              <c:pt idx="271">
                <c:v>19.563867795215497</c:v>
              </c:pt>
              <c:pt idx="272">
                <c:v>19.563867795215497</c:v>
              </c:pt>
              <c:pt idx="273">
                <c:v>19.563867795215497</c:v>
              </c:pt>
              <c:pt idx="274">
                <c:v>19.563867795215497</c:v>
              </c:pt>
              <c:pt idx="275">
                <c:v>19.563867795215497</c:v>
              </c:pt>
              <c:pt idx="276">
                <c:v>19.563867795215497</c:v>
              </c:pt>
              <c:pt idx="277">
                <c:v>19.563867795215497</c:v>
              </c:pt>
              <c:pt idx="278">
                <c:v>19.563867795215497</c:v>
              </c:pt>
              <c:pt idx="279">
                <c:v>19.563867795215497</c:v>
              </c:pt>
              <c:pt idx="280">
                <c:v>19.563867795215497</c:v>
              </c:pt>
              <c:pt idx="281">
                <c:v>19.563867795215497</c:v>
              </c:pt>
              <c:pt idx="282">
                <c:v>19.563867795215497</c:v>
              </c:pt>
              <c:pt idx="283">
                <c:v>19.563867795215497</c:v>
              </c:pt>
              <c:pt idx="284">
                <c:v>19.563867795215497</c:v>
              </c:pt>
              <c:pt idx="285">
                <c:v>19.563867795215497</c:v>
              </c:pt>
              <c:pt idx="286">
                <c:v>19.563867795215497</c:v>
              </c:pt>
              <c:pt idx="287">
                <c:v>19.563867795215497</c:v>
              </c:pt>
              <c:pt idx="288">
                <c:v>19.563867795215497</c:v>
              </c:pt>
              <c:pt idx="289">
                <c:v>19.563867795215497</c:v>
              </c:pt>
              <c:pt idx="290">
                <c:v>19.563867795215497</c:v>
              </c:pt>
              <c:pt idx="291">
                <c:v>19.563867795215497</c:v>
              </c:pt>
              <c:pt idx="292">
                <c:v>19.563867795215497</c:v>
              </c:pt>
              <c:pt idx="293">
                <c:v>19.563867795215497</c:v>
              </c:pt>
              <c:pt idx="294">
                <c:v>19.563867795215497</c:v>
              </c:pt>
              <c:pt idx="295">
                <c:v>19.563867795215497</c:v>
              </c:pt>
              <c:pt idx="296">
                <c:v>19.563867795215497</c:v>
              </c:pt>
              <c:pt idx="297">
                <c:v>19.563867795215497</c:v>
              </c:pt>
              <c:pt idx="298">
                <c:v>19.563867795215497</c:v>
              </c:pt>
              <c:pt idx="299">
                <c:v>19.563867795215497</c:v>
              </c:pt>
              <c:pt idx="300">
                <c:v>19.563867795215497</c:v>
              </c:pt>
              <c:pt idx="301">
                <c:v>19.563867795215497</c:v>
              </c:pt>
              <c:pt idx="302">
                <c:v>19.563867795215497</c:v>
              </c:pt>
              <c:pt idx="303">
                <c:v>19.563867795215497</c:v>
              </c:pt>
              <c:pt idx="304">
                <c:v>19.563867795215497</c:v>
              </c:pt>
              <c:pt idx="305">
                <c:v>19.563867795215497</c:v>
              </c:pt>
              <c:pt idx="306">
                <c:v>19.563867795215497</c:v>
              </c:pt>
              <c:pt idx="307">
                <c:v>19.563867795215497</c:v>
              </c:pt>
              <c:pt idx="308">
                <c:v>19.563867795215497</c:v>
              </c:pt>
              <c:pt idx="309">
                <c:v>19.563867795215497</c:v>
              </c:pt>
              <c:pt idx="310">
                <c:v>19.563867795215497</c:v>
              </c:pt>
              <c:pt idx="311">
                <c:v>19.563867795215497</c:v>
              </c:pt>
              <c:pt idx="312">
                <c:v>19.563867795215497</c:v>
              </c:pt>
              <c:pt idx="313">
                <c:v>19.563867795215497</c:v>
              </c:pt>
              <c:pt idx="314">
                <c:v>19.563867795215497</c:v>
              </c:pt>
              <c:pt idx="315">
                <c:v>19.563867795215497</c:v>
              </c:pt>
              <c:pt idx="316">
                <c:v>19.563867795215497</c:v>
              </c:pt>
              <c:pt idx="317">
                <c:v>19.563867795215497</c:v>
              </c:pt>
              <c:pt idx="318">
                <c:v>19.563867795215497</c:v>
              </c:pt>
              <c:pt idx="319">
                <c:v>19.563867795215497</c:v>
              </c:pt>
              <c:pt idx="320">
                <c:v>19.563867795215497</c:v>
              </c:pt>
              <c:pt idx="321">
                <c:v>19.563867795215497</c:v>
              </c:pt>
              <c:pt idx="322">
                <c:v>19.563867795215497</c:v>
              </c:pt>
              <c:pt idx="323">
                <c:v>19.563867795215497</c:v>
              </c:pt>
              <c:pt idx="324">
                <c:v>19.563867795215497</c:v>
              </c:pt>
              <c:pt idx="325">
                <c:v>19.563867795215497</c:v>
              </c:pt>
              <c:pt idx="326">
                <c:v>19.563867795215497</c:v>
              </c:pt>
              <c:pt idx="327">
                <c:v>19.563867795215497</c:v>
              </c:pt>
              <c:pt idx="328">
                <c:v>19.563867795215497</c:v>
              </c:pt>
              <c:pt idx="329">
                <c:v>19.563867795215497</c:v>
              </c:pt>
              <c:pt idx="330">
                <c:v>19.563867795215497</c:v>
              </c:pt>
              <c:pt idx="331">
                <c:v>19.563867795215497</c:v>
              </c:pt>
              <c:pt idx="332">
                <c:v>19.563867795215497</c:v>
              </c:pt>
              <c:pt idx="333">
                <c:v>19.563867795215497</c:v>
              </c:pt>
              <c:pt idx="334">
                <c:v>19.563867795215497</c:v>
              </c:pt>
              <c:pt idx="335">
                <c:v>19.563867795215497</c:v>
              </c:pt>
              <c:pt idx="336">
                <c:v>19.563867795215497</c:v>
              </c:pt>
              <c:pt idx="337">
                <c:v>19.563867795215497</c:v>
              </c:pt>
              <c:pt idx="338">
                <c:v>19.563867795215497</c:v>
              </c:pt>
              <c:pt idx="339">
                <c:v>19.563867795215497</c:v>
              </c:pt>
              <c:pt idx="340">
                <c:v>19.563867795215497</c:v>
              </c:pt>
              <c:pt idx="341">
                <c:v>19.563867795215497</c:v>
              </c:pt>
              <c:pt idx="342">
                <c:v>19.563867795215497</c:v>
              </c:pt>
              <c:pt idx="343">
                <c:v>19.563867795215497</c:v>
              </c:pt>
              <c:pt idx="344">
                <c:v>19.563867795215497</c:v>
              </c:pt>
              <c:pt idx="345">
                <c:v>19.563867795215497</c:v>
              </c:pt>
              <c:pt idx="346">
                <c:v>19.563867795215497</c:v>
              </c:pt>
              <c:pt idx="347">
                <c:v>19.563867795215497</c:v>
              </c:pt>
              <c:pt idx="348">
                <c:v>19.563867795215497</c:v>
              </c:pt>
              <c:pt idx="349">
                <c:v>19.563867795215497</c:v>
              </c:pt>
              <c:pt idx="350">
                <c:v>19.563867795215497</c:v>
              </c:pt>
              <c:pt idx="351">
                <c:v>19.563867795215497</c:v>
              </c:pt>
              <c:pt idx="352">
                <c:v>19.563867795215497</c:v>
              </c:pt>
              <c:pt idx="353">
                <c:v>19.563867795215497</c:v>
              </c:pt>
              <c:pt idx="354">
                <c:v>19.563867795215497</c:v>
              </c:pt>
              <c:pt idx="355">
                <c:v>19.563867795215497</c:v>
              </c:pt>
              <c:pt idx="356">
                <c:v>19.563867795215497</c:v>
              </c:pt>
              <c:pt idx="357">
                <c:v>19.563867795215497</c:v>
              </c:pt>
              <c:pt idx="358">
                <c:v>19.563867795215497</c:v>
              </c:pt>
              <c:pt idx="359">
                <c:v>19.563867795215497</c:v>
              </c:pt>
              <c:pt idx="360">
                <c:v>19.563867795215497</c:v>
              </c:pt>
              <c:pt idx="361">
                <c:v>19.563867795215497</c:v>
              </c:pt>
              <c:pt idx="362">
                <c:v>19.563867795215497</c:v>
              </c:pt>
              <c:pt idx="363">
                <c:v>19.563867795215497</c:v>
              </c:pt>
              <c:pt idx="364">
                <c:v>19.563867795215497</c:v>
              </c:pt>
              <c:pt idx="365">
                <c:v>19.563867795215497</c:v>
              </c:pt>
              <c:pt idx="366">
                <c:v>19.563867795215497</c:v>
              </c:pt>
              <c:pt idx="367">
                <c:v>19.563867795215497</c:v>
              </c:pt>
              <c:pt idx="368">
                <c:v>19.563867795215497</c:v>
              </c:pt>
              <c:pt idx="369">
                <c:v>19.563867795215497</c:v>
              </c:pt>
              <c:pt idx="370">
                <c:v>19.563867795215497</c:v>
              </c:pt>
              <c:pt idx="371">
                <c:v>19.563867795215497</c:v>
              </c:pt>
              <c:pt idx="372">
                <c:v>19.563867795215497</c:v>
              </c:pt>
              <c:pt idx="373">
                <c:v>19.563867795215497</c:v>
              </c:pt>
              <c:pt idx="374">
                <c:v>19.563867795215497</c:v>
              </c:pt>
              <c:pt idx="375">
                <c:v>19.563867795215497</c:v>
              </c:pt>
              <c:pt idx="376">
                <c:v>19.563867795215497</c:v>
              </c:pt>
              <c:pt idx="377">
                <c:v>19.563867795215497</c:v>
              </c:pt>
              <c:pt idx="378">
                <c:v>19.563867795215497</c:v>
              </c:pt>
              <c:pt idx="379">
                <c:v>19.563867795215497</c:v>
              </c:pt>
              <c:pt idx="380">
                <c:v>19.563867795215497</c:v>
              </c:pt>
              <c:pt idx="381">
                <c:v>19.563867795215497</c:v>
              </c:pt>
              <c:pt idx="382">
                <c:v>19.563867795215497</c:v>
              </c:pt>
              <c:pt idx="383">
                <c:v>19.563867795215497</c:v>
              </c:pt>
              <c:pt idx="384">
                <c:v>19.563867795215497</c:v>
              </c:pt>
              <c:pt idx="385">
                <c:v>19.563867795215497</c:v>
              </c:pt>
              <c:pt idx="386">
                <c:v>19.563867795215497</c:v>
              </c:pt>
              <c:pt idx="387">
                <c:v>19.563867795215497</c:v>
              </c:pt>
              <c:pt idx="388">
                <c:v>19.563867795215497</c:v>
              </c:pt>
              <c:pt idx="389">
                <c:v>19.563867795215497</c:v>
              </c:pt>
              <c:pt idx="390">
                <c:v>19.563867795215497</c:v>
              </c:pt>
              <c:pt idx="391">
                <c:v>19.563867795215497</c:v>
              </c:pt>
              <c:pt idx="392">
                <c:v>19.563867795215497</c:v>
              </c:pt>
              <c:pt idx="393">
                <c:v>19.563867795215497</c:v>
              </c:pt>
              <c:pt idx="394">
                <c:v>19.563867795215497</c:v>
              </c:pt>
              <c:pt idx="395">
                <c:v>19.563867795215497</c:v>
              </c:pt>
              <c:pt idx="396">
                <c:v>19.563867795215497</c:v>
              </c:pt>
              <c:pt idx="397">
                <c:v>19.563867795215497</c:v>
              </c:pt>
              <c:pt idx="398">
                <c:v>19.563867795215497</c:v>
              </c:pt>
              <c:pt idx="399">
                <c:v>19.563867795215497</c:v>
              </c:pt>
              <c:pt idx="400">
                <c:v>19.563867795215497</c:v>
              </c:pt>
              <c:pt idx="401">
                <c:v>19.563867795215497</c:v>
              </c:pt>
              <c:pt idx="402">
                <c:v>19.563867795215497</c:v>
              </c:pt>
              <c:pt idx="403">
                <c:v>19.563867795215497</c:v>
              </c:pt>
              <c:pt idx="404">
                <c:v>19.563867795215497</c:v>
              </c:pt>
              <c:pt idx="405">
                <c:v>19.563867795215497</c:v>
              </c:pt>
              <c:pt idx="406">
                <c:v>19.563867795215497</c:v>
              </c:pt>
              <c:pt idx="407">
                <c:v>19.563867795215497</c:v>
              </c:pt>
              <c:pt idx="408">
                <c:v>19.563867795215497</c:v>
              </c:pt>
              <c:pt idx="409">
                <c:v>19.563867795215497</c:v>
              </c:pt>
              <c:pt idx="410">
                <c:v>19.563867795215497</c:v>
              </c:pt>
              <c:pt idx="411">
                <c:v>19.563867795215497</c:v>
              </c:pt>
              <c:pt idx="412">
                <c:v>19.563867795215497</c:v>
              </c:pt>
              <c:pt idx="413">
                <c:v>19.563867795215497</c:v>
              </c:pt>
              <c:pt idx="414">
                <c:v>19.563867795215497</c:v>
              </c:pt>
              <c:pt idx="415">
                <c:v>19.563867795215497</c:v>
              </c:pt>
              <c:pt idx="416">
                <c:v>19.563867795215497</c:v>
              </c:pt>
              <c:pt idx="417">
                <c:v>19.563867795215497</c:v>
              </c:pt>
              <c:pt idx="418">
                <c:v>19.563867795215497</c:v>
              </c:pt>
              <c:pt idx="419">
                <c:v>19.563867795215497</c:v>
              </c:pt>
              <c:pt idx="420">
                <c:v>19.563867795215497</c:v>
              </c:pt>
              <c:pt idx="421">
                <c:v>19.563867795215497</c:v>
              </c:pt>
              <c:pt idx="422">
                <c:v>19.563867795215497</c:v>
              </c:pt>
              <c:pt idx="423">
                <c:v>19.563867795215497</c:v>
              </c:pt>
              <c:pt idx="424">
                <c:v>19.563867795215497</c:v>
              </c:pt>
              <c:pt idx="425">
                <c:v>19.563867795215497</c:v>
              </c:pt>
              <c:pt idx="426">
                <c:v>19.563867795215497</c:v>
              </c:pt>
              <c:pt idx="427">
                <c:v>19.563867795215497</c:v>
              </c:pt>
              <c:pt idx="428">
                <c:v>19.563867795215497</c:v>
              </c:pt>
              <c:pt idx="429">
                <c:v>19.563867795215497</c:v>
              </c:pt>
              <c:pt idx="430">
                <c:v>19.563867795215497</c:v>
              </c:pt>
              <c:pt idx="431">
                <c:v>19.563867795215497</c:v>
              </c:pt>
              <c:pt idx="432">
                <c:v>19.563867795215497</c:v>
              </c:pt>
              <c:pt idx="433">
                <c:v>19.563867795215497</c:v>
              </c:pt>
              <c:pt idx="434">
                <c:v>19.563867795215497</c:v>
              </c:pt>
              <c:pt idx="435">
                <c:v>19.563867795215497</c:v>
              </c:pt>
              <c:pt idx="436">
                <c:v>19.563867795215497</c:v>
              </c:pt>
              <c:pt idx="437">
                <c:v>19.563867795215497</c:v>
              </c:pt>
              <c:pt idx="438">
                <c:v>19.563867795215497</c:v>
              </c:pt>
              <c:pt idx="439">
                <c:v>19.563867795215497</c:v>
              </c:pt>
              <c:pt idx="440">
                <c:v>19.563867795215497</c:v>
              </c:pt>
              <c:pt idx="441">
                <c:v>19.563867795215497</c:v>
              </c:pt>
              <c:pt idx="442">
                <c:v>19.563867795215497</c:v>
              </c:pt>
              <c:pt idx="443">
                <c:v>19.563867795215497</c:v>
              </c:pt>
              <c:pt idx="444">
                <c:v>19.563867795215497</c:v>
              </c:pt>
              <c:pt idx="445">
                <c:v>19.563867795215497</c:v>
              </c:pt>
              <c:pt idx="446">
                <c:v>19.563867795215497</c:v>
              </c:pt>
              <c:pt idx="447">
                <c:v>19.563867795215497</c:v>
              </c:pt>
            </c:numLit>
          </c:xVal>
          <c:yVal>
            <c:numLit>
              <c:formatCode>0.0</c:formatCode>
              <c:ptCount val="448"/>
              <c:pt idx="0">
                <c:v>0.4463912493185715</c:v>
              </c:pt>
              <c:pt idx="1">
                <c:v>0.4463912493185715</c:v>
              </c:pt>
              <c:pt idx="2">
                <c:v>0.4463912493185715</c:v>
              </c:pt>
              <c:pt idx="3">
                <c:v>0.4463912493185715</c:v>
              </c:pt>
              <c:pt idx="4">
                <c:v>0.4463912493185715</c:v>
              </c:pt>
              <c:pt idx="5">
                <c:v>0.4463912493185715</c:v>
              </c:pt>
              <c:pt idx="6">
                <c:v>0.4463912493185715</c:v>
              </c:pt>
              <c:pt idx="7">
                <c:v>0.4463912493185715</c:v>
              </c:pt>
              <c:pt idx="8">
                <c:v>0.4463912493185715</c:v>
              </c:pt>
              <c:pt idx="9">
                <c:v>0.4463912493185715</c:v>
              </c:pt>
              <c:pt idx="10">
                <c:v>0.4463912493185715</c:v>
              </c:pt>
              <c:pt idx="11">
                <c:v>0.4463912493185715</c:v>
              </c:pt>
              <c:pt idx="12">
                <c:v>0.4463912493185715</c:v>
              </c:pt>
              <c:pt idx="13">
                <c:v>0.4463912493185715</c:v>
              </c:pt>
              <c:pt idx="14">
                <c:v>0.4463912493185715</c:v>
              </c:pt>
              <c:pt idx="15">
                <c:v>0.4463912493185715</c:v>
              </c:pt>
              <c:pt idx="16">
                <c:v>0.4463912493185715</c:v>
              </c:pt>
              <c:pt idx="17">
                <c:v>0.4463912493185715</c:v>
              </c:pt>
              <c:pt idx="18">
                <c:v>0.4463912493185715</c:v>
              </c:pt>
              <c:pt idx="19">
                <c:v>0.4463912493185715</c:v>
              </c:pt>
              <c:pt idx="20">
                <c:v>0.4463912493185715</c:v>
              </c:pt>
              <c:pt idx="21">
                <c:v>0.4463912493185715</c:v>
              </c:pt>
              <c:pt idx="22">
                <c:v>0.4463912493185715</c:v>
              </c:pt>
              <c:pt idx="23">
                <c:v>0.4463912493185715</c:v>
              </c:pt>
              <c:pt idx="24">
                <c:v>0.4463912493185715</c:v>
              </c:pt>
              <c:pt idx="25">
                <c:v>0.4463912493185715</c:v>
              </c:pt>
              <c:pt idx="26">
                <c:v>0.4463912493185715</c:v>
              </c:pt>
              <c:pt idx="27">
                <c:v>0.4463912493185715</c:v>
              </c:pt>
              <c:pt idx="28">
                <c:v>0.4463912493185715</c:v>
              </c:pt>
              <c:pt idx="29">
                <c:v>0.4463912493185715</c:v>
              </c:pt>
              <c:pt idx="30">
                <c:v>0.4463912493185715</c:v>
              </c:pt>
              <c:pt idx="31">
                <c:v>0.4463912493185715</c:v>
              </c:pt>
              <c:pt idx="32">
                <c:v>0.4463912493185715</c:v>
              </c:pt>
              <c:pt idx="33">
                <c:v>0.4463912493185715</c:v>
              </c:pt>
              <c:pt idx="34">
                <c:v>0.4463912493185715</c:v>
              </c:pt>
              <c:pt idx="35">
                <c:v>0.4463912493185715</c:v>
              </c:pt>
              <c:pt idx="36">
                <c:v>0.4463912493185715</c:v>
              </c:pt>
              <c:pt idx="37">
                <c:v>0.4463912493185715</c:v>
              </c:pt>
              <c:pt idx="38">
                <c:v>0.4463912493185715</c:v>
              </c:pt>
              <c:pt idx="39">
                <c:v>0.4463912493185715</c:v>
              </c:pt>
              <c:pt idx="40">
                <c:v>0.4463912493185715</c:v>
              </c:pt>
              <c:pt idx="41">
                <c:v>0.4463912493185715</c:v>
              </c:pt>
              <c:pt idx="42">
                <c:v>0.4463912493185715</c:v>
              </c:pt>
              <c:pt idx="43">
                <c:v>0.4463912493185715</c:v>
              </c:pt>
              <c:pt idx="44">
                <c:v>0.4463912493185715</c:v>
              </c:pt>
              <c:pt idx="45">
                <c:v>0.4463912493185715</c:v>
              </c:pt>
              <c:pt idx="46">
                <c:v>0.4463912493185715</c:v>
              </c:pt>
              <c:pt idx="47">
                <c:v>0.4463912493185715</c:v>
              </c:pt>
              <c:pt idx="48">
                <c:v>0.4463912493185715</c:v>
              </c:pt>
              <c:pt idx="49">
                <c:v>0.4463912493185715</c:v>
              </c:pt>
              <c:pt idx="50">
                <c:v>0.4463912493185715</c:v>
              </c:pt>
              <c:pt idx="51">
                <c:v>0.4463912493185715</c:v>
              </c:pt>
              <c:pt idx="52">
                <c:v>0.4463912493185715</c:v>
              </c:pt>
              <c:pt idx="53">
                <c:v>0.4463912493185715</c:v>
              </c:pt>
              <c:pt idx="54">
                <c:v>0.4463912493185715</c:v>
              </c:pt>
              <c:pt idx="55">
                <c:v>0.4463912493185715</c:v>
              </c:pt>
              <c:pt idx="56">
                <c:v>0.4463912493185715</c:v>
              </c:pt>
              <c:pt idx="57">
                <c:v>0.4463912493185715</c:v>
              </c:pt>
              <c:pt idx="58">
                <c:v>0.4463912493185715</c:v>
              </c:pt>
              <c:pt idx="59">
                <c:v>0.4463912493185715</c:v>
              </c:pt>
              <c:pt idx="60">
                <c:v>0.4463912493185715</c:v>
              </c:pt>
              <c:pt idx="61">
                <c:v>0.4463912493185715</c:v>
              </c:pt>
              <c:pt idx="62">
                <c:v>0.4463912493185715</c:v>
              </c:pt>
              <c:pt idx="63">
                <c:v>0.4463912493185715</c:v>
              </c:pt>
              <c:pt idx="64">
                <c:v>0.4463912493185715</c:v>
              </c:pt>
              <c:pt idx="65">
                <c:v>0.4463912493185715</c:v>
              </c:pt>
              <c:pt idx="66">
                <c:v>0.4463912493185715</c:v>
              </c:pt>
              <c:pt idx="67">
                <c:v>0.4463912493185715</c:v>
              </c:pt>
              <c:pt idx="68">
                <c:v>0.4463912493185715</c:v>
              </c:pt>
              <c:pt idx="69">
                <c:v>0.4463912493185715</c:v>
              </c:pt>
              <c:pt idx="70">
                <c:v>0.4463912493185715</c:v>
              </c:pt>
              <c:pt idx="71">
                <c:v>0.4463912493185715</c:v>
              </c:pt>
              <c:pt idx="72">
                <c:v>0.4463912493185715</c:v>
              </c:pt>
              <c:pt idx="73">
                <c:v>0.4463912493185715</c:v>
              </c:pt>
              <c:pt idx="74">
                <c:v>0.4463912493185715</c:v>
              </c:pt>
              <c:pt idx="75">
                <c:v>0.4463912493185715</c:v>
              </c:pt>
              <c:pt idx="76">
                <c:v>0.4463912493185715</c:v>
              </c:pt>
              <c:pt idx="77">
                <c:v>0.4463912493185715</c:v>
              </c:pt>
              <c:pt idx="78">
                <c:v>0.4463912493185715</c:v>
              </c:pt>
              <c:pt idx="79">
                <c:v>0.4463912493185715</c:v>
              </c:pt>
              <c:pt idx="80">
                <c:v>0.4463912493185715</c:v>
              </c:pt>
              <c:pt idx="81">
                <c:v>0.4463912493185715</c:v>
              </c:pt>
              <c:pt idx="82">
                <c:v>0.4463912493185715</c:v>
              </c:pt>
              <c:pt idx="83">
                <c:v>0.4463912493185715</c:v>
              </c:pt>
              <c:pt idx="84">
                <c:v>0.4463912493185715</c:v>
              </c:pt>
              <c:pt idx="85">
                <c:v>0.4463912493185715</c:v>
              </c:pt>
              <c:pt idx="86">
                <c:v>0.4463912493185715</c:v>
              </c:pt>
              <c:pt idx="87">
                <c:v>0.4463912493185715</c:v>
              </c:pt>
              <c:pt idx="88">
                <c:v>0.4463912493185715</c:v>
              </c:pt>
              <c:pt idx="89">
                <c:v>0.4463912493185715</c:v>
              </c:pt>
              <c:pt idx="90">
                <c:v>0.4463912493185715</c:v>
              </c:pt>
              <c:pt idx="91">
                <c:v>0.4463912493185715</c:v>
              </c:pt>
              <c:pt idx="92">
                <c:v>0.4463912493185715</c:v>
              </c:pt>
              <c:pt idx="93">
                <c:v>0.4463912493185715</c:v>
              </c:pt>
              <c:pt idx="94">
                <c:v>0.4463912493185715</c:v>
              </c:pt>
              <c:pt idx="95">
                <c:v>0.4463912493185715</c:v>
              </c:pt>
              <c:pt idx="96">
                <c:v>0.4463912493185715</c:v>
              </c:pt>
              <c:pt idx="97">
                <c:v>0.4463912493185715</c:v>
              </c:pt>
              <c:pt idx="98">
                <c:v>0.4463912493185715</c:v>
              </c:pt>
              <c:pt idx="99">
                <c:v>0.4463912493185715</c:v>
              </c:pt>
              <c:pt idx="100">
                <c:v>0.4463912493185715</c:v>
              </c:pt>
              <c:pt idx="101">
                <c:v>0.4463912493185715</c:v>
              </c:pt>
              <c:pt idx="102">
                <c:v>0.4463912493185715</c:v>
              </c:pt>
              <c:pt idx="103">
                <c:v>0.4463912493185715</c:v>
              </c:pt>
              <c:pt idx="104">
                <c:v>0.4463912493185715</c:v>
              </c:pt>
              <c:pt idx="105">
                <c:v>0.4463912493185715</c:v>
              </c:pt>
              <c:pt idx="106">
                <c:v>0.4463912493185715</c:v>
              </c:pt>
              <c:pt idx="107">
                <c:v>0.4463912493185715</c:v>
              </c:pt>
              <c:pt idx="108">
                <c:v>0.4463912493185715</c:v>
              </c:pt>
              <c:pt idx="109">
                <c:v>0.4463912493185715</c:v>
              </c:pt>
              <c:pt idx="110">
                <c:v>0.4463912493185715</c:v>
              </c:pt>
              <c:pt idx="111">
                <c:v>0.4463912493185715</c:v>
              </c:pt>
              <c:pt idx="112">
                <c:v>0.4463912493185715</c:v>
              </c:pt>
              <c:pt idx="113">
                <c:v>0.4463912493185715</c:v>
              </c:pt>
              <c:pt idx="114">
                <c:v>0.4463912493185715</c:v>
              </c:pt>
              <c:pt idx="115">
                <c:v>0.4463912493185715</c:v>
              </c:pt>
              <c:pt idx="116">
                <c:v>0.4463912493185715</c:v>
              </c:pt>
              <c:pt idx="117">
                <c:v>0.4463912493185715</c:v>
              </c:pt>
              <c:pt idx="118">
                <c:v>0.4463912493185715</c:v>
              </c:pt>
              <c:pt idx="119">
                <c:v>0.4463912493185715</c:v>
              </c:pt>
              <c:pt idx="120">
                <c:v>0.4463912493185715</c:v>
              </c:pt>
              <c:pt idx="121">
                <c:v>0.4463912493185715</c:v>
              </c:pt>
              <c:pt idx="122">
                <c:v>0.4463912493185715</c:v>
              </c:pt>
              <c:pt idx="123">
                <c:v>0.4463912493185715</c:v>
              </c:pt>
              <c:pt idx="124">
                <c:v>0.4463912493185715</c:v>
              </c:pt>
              <c:pt idx="125">
                <c:v>0.4463912493185715</c:v>
              </c:pt>
              <c:pt idx="126">
                <c:v>0.4463912493185715</c:v>
              </c:pt>
              <c:pt idx="127">
                <c:v>0.4463912493185715</c:v>
              </c:pt>
              <c:pt idx="128">
                <c:v>0.4463912493185715</c:v>
              </c:pt>
              <c:pt idx="129">
                <c:v>0.4463912493185715</c:v>
              </c:pt>
              <c:pt idx="130">
                <c:v>0.4463912493185715</c:v>
              </c:pt>
              <c:pt idx="131">
                <c:v>0.4463912493185715</c:v>
              </c:pt>
              <c:pt idx="132">
                <c:v>0.4463912493185715</c:v>
              </c:pt>
              <c:pt idx="133">
                <c:v>0.4463912493185715</c:v>
              </c:pt>
              <c:pt idx="134">
                <c:v>0.4463912493185715</c:v>
              </c:pt>
              <c:pt idx="135">
                <c:v>0.4463912493185715</c:v>
              </c:pt>
              <c:pt idx="136">
                <c:v>0.4463912493185715</c:v>
              </c:pt>
              <c:pt idx="137">
                <c:v>0.4463912493185715</c:v>
              </c:pt>
              <c:pt idx="138">
                <c:v>0.4463912493185715</c:v>
              </c:pt>
              <c:pt idx="139">
                <c:v>0.4463912493185715</c:v>
              </c:pt>
              <c:pt idx="140">
                <c:v>0.4463912493185715</c:v>
              </c:pt>
              <c:pt idx="141">
                <c:v>0.4463912493185715</c:v>
              </c:pt>
              <c:pt idx="142">
                <c:v>0.4463912493185715</c:v>
              </c:pt>
              <c:pt idx="143">
                <c:v>0.4463912493185715</c:v>
              </c:pt>
              <c:pt idx="144">
                <c:v>0.4463912493185715</c:v>
              </c:pt>
              <c:pt idx="145">
                <c:v>0.4463912493185715</c:v>
              </c:pt>
              <c:pt idx="146">
                <c:v>0.4463912493185715</c:v>
              </c:pt>
              <c:pt idx="147">
                <c:v>0.4463912493185715</c:v>
              </c:pt>
              <c:pt idx="148">
                <c:v>0.4463912493185715</c:v>
              </c:pt>
              <c:pt idx="149">
                <c:v>0.4463912493185715</c:v>
              </c:pt>
              <c:pt idx="150">
                <c:v>0.4463912493185715</c:v>
              </c:pt>
              <c:pt idx="151">
                <c:v>0.4463912493185715</c:v>
              </c:pt>
              <c:pt idx="152">
                <c:v>0.4463912493185715</c:v>
              </c:pt>
              <c:pt idx="153">
                <c:v>0.4463912493185715</c:v>
              </c:pt>
              <c:pt idx="154">
                <c:v>0.4463912493185715</c:v>
              </c:pt>
              <c:pt idx="155">
                <c:v>0.4463912493185715</c:v>
              </c:pt>
              <c:pt idx="156">
                <c:v>0.4463912493185715</c:v>
              </c:pt>
              <c:pt idx="157">
                <c:v>0.4463912493185715</c:v>
              </c:pt>
              <c:pt idx="158">
                <c:v>0.4463912493185715</c:v>
              </c:pt>
              <c:pt idx="159">
                <c:v>0.4463912493185715</c:v>
              </c:pt>
              <c:pt idx="160">
                <c:v>0.4463912493185715</c:v>
              </c:pt>
              <c:pt idx="161">
                <c:v>0.4463912493185715</c:v>
              </c:pt>
              <c:pt idx="162">
                <c:v>0.4463912493185715</c:v>
              </c:pt>
              <c:pt idx="163">
                <c:v>0.4463912493185715</c:v>
              </c:pt>
              <c:pt idx="164">
                <c:v>0.4463912493185715</c:v>
              </c:pt>
              <c:pt idx="165">
                <c:v>0.4463912493185715</c:v>
              </c:pt>
              <c:pt idx="166">
                <c:v>0.4463912493185715</c:v>
              </c:pt>
              <c:pt idx="167">
                <c:v>0.4463912493185715</c:v>
              </c:pt>
              <c:pt idx="168">
                <c:v>0.4463912493185715</c:v>
              </c:pt>
              <c:pt idx="169">
                <c:v>0.4463912493185715</c:v>
              </c:pt>
              <c:pt idx="170">
                <c:v>0.4463912493185715</c:v>
              </c:pt>
              <c:pt idx="171">
                <c:v>0.4463912493185715</c:v>
              </c:pt>
              <c:pt idx="172">
                <c:v>0.4463912493185715</c:v>
              </c:pt>
              <c:pt idx="173">
                <c:v>0.4463912493185715</c:v>
              </c:pt>
              <c:pt idx="174">
                <c:v>0.4463912493185715</c:v>
              </c:pt>
              <c:pt idx="175">
                <c:v>0.4463912493185715</c:v>
              </c:pt>
              <c:pt idx="176">
                <c:v>0.4463912493185715</c:v>
              </c:pt>
              <c:pt idx="177">
                <c:v>0.4463912493185715</c:v>
              </c:pt>
              <c:pt idx="178">
                <c:v>0.4463912493185715</c:v>
              </c:pt>
              <c:pt idx="179">
                <c:v>0.4463912493185715</c:v>
              </c:pt>
              <c:pt idx="180">
                <c:v>0.4463912493185715</c:v>
              </c:pt>
              <c:pt idx="181">
                <c:v>0.4463912493185715</c:v>
              </c:pt>
              <c:pt idx="182">
                <c:v>0.4463912493185715</c:v>
              </c:pt>
              <c:pt idx="183">
                <c:v>0.4463912493185715</c:v>
              </c:pt>
              <c:pt idx="184">
                <c:v>0.4463912493185715</c:v>
              </c:pt>
              <c:pt idx="185">
                <c:v>0.4463912493185715</c:v>
              </c:pt>
              <c:pt idx="186">
                <c:v>0.4463912493185715</c:v>
              </c:pt>
              <c:pt idx="187">
                <c:v>0.4463912493185715</c:v>
              </c:pt>
              <c:pt idx="188">
                <c:v>0.4463912493185715</c:v>
              </c:pt>
              <c:pt idx="189">
                <c:v>0.4463912493185715</c:v>
              </c:pt>
              <c:pt idx="190">
                <c:v>0.4463912493185715</c:v>
              </c:pt>
              <c:pt idx="191">
                <c:v>0.4463912493185715</c:v>
              </c:pt>
              <c:pt idx="192">
                <c:v>0.4463912493185715</c:v>
              </c:pt>
              <c:pt idx="193">
                <c:v>0.4463912493185715</c:v>
              </c:pt>
              <c:pt idx="194">
                <c:v>0.4463912493185715</c:v>
              </c:pt>
              <c:pt idx="195">
                <c:v>0.4463912493185715</c:v>
              </c:pt>
              <c:pt idx="196">
                <c:v>0.4463912493185715</c:v>
              </c:pt>
              <c:pt idx="197">
                <c:v>0.4463912493185715</c:v>
              </c:pt>
              <c:pt idx="198">
                <c:v>0.4463912493185715</c:v>
              </c:pt>
              <c:pt idx="199">
                <c:v>0.4463912493185715</c:v>
              </c:pt>
              <c:pt idx="200">
                <c:v>0.4463912493185715</c:v>
              </c:pt>
              <c:pt idx="201">
                <c:v>0.4463912493185715</c:v>
              </c:pt>
              <c:pt idx="202">
                <c:v>0.4463912493185715</c:v>
              </c:pt>
              <c:pt idx="203">
                <c:v>0.4463912493185715</c:v>
              </c:pt>
              <c:pt idx="204">
                <c:v>0.4463912493185715</c:v>
              </c:pt>
              <c:pt idx="205">
                <c:v>0.4463912493185715</c:v>
              </c:pt>
              <c:pt idx="206">
                <c:v>0.4463912493185715</c:v>
              </c:pt>
              <c:pt idx="207">
                <c:v>0.4463912493185715</c:v>
              </c:pt>
              <c:pt idx="208">
                <c:v>0.4463912493185715</c:v>
              </c:pt>
              <c:pt idx="209">
                <c:v>0.4463912493185715</c:v>
              </c:pt>
              <c:pt idx="210">
                <c:v>0.4463912493185715</c:v>
              </c:pt>
              <c:pt idx="211">
                <c:v>0.4463912493185715</c:v>
              </c:pt>
              <c:pt idx="212">
                <c:v>0.4463912493185715</c:v>
              </c:pt>
              <c:pt idx="213">
                <c:v>0.4463912493185715</c:v>
              </c:pt>
              <c:pt idx="214">
                <c:v>0.4463912493185715</c:v>
              </c:pt>
              <c:pt idx="215">
                <c:v>0.4463912493185715</c:v>
              </c:pt>
              <c:pt idx="216">
                <c:v>0.4463912493185715</c:v>
              </c:pt>
              <c:pt idx="217">
                <c:v>0.4463912493185715</c:v>
              </c:pt>
              <c:pt idx="218">
                <c:v>0.4463912493185715</c:v>
              </c:pt>
              <c:pt idx="219">
                <c:v>0.4463912493185715</c:v>
              </c:pt>
              <c:pt idx="220">
                <c:v>0.4463912493185715</c:v>
              </c:pt>
              <c:pt idx="221">
                <c:v>0.4463912493185715</c:v>
              </c:pt>
              <c:pt idx="222">
                <c:v>0.4463912493185715</c:v>
              </c:pt>
              <c:pt idx="223">
                <c:v>0.4463912493185715</c:v>
              </c:pt>
              <c:pt idx="224">
                <c:v>0.4463912493185715</c:v>
              </c:pt>
              <c:pt idx="225">
                <c:v>0.4463912493185715</c:v>
              </c:pt>
              <c:pt idx="226">
                <c:v>0.4463912493185715</c:v>
              </c:pt>
              <c:pt idx="227">
                <c:v>0.4463912493185715</c:v>
              </c:pt>
              <c:pt idx="228">
                <c:v>0.4463912493185715</c:v>
              </c:pt>
              <c:pt idx="229">
                <c:v>0.4463912493185715</c:v>
              </c:pt>
              <c:pt idx="230">
                <c:v>0.4463912493185715</c:v>
              </c:pt>
              <c:pt idx="231">
                <c:v>0.4463912493185715</c:v>
              </c:pt>
              <c:pt idx="232">
                <c:v>0.4463912493185715</c:v>
              </c:pt>
              <c:pt idx="233">
                <c:v>0.4463912493185715</c:v>
              </c:pt>
              <c:pt idx="234">
                <c:v>0.4463912493185715</c:v>
              </c:pt>
              <c:pt idx="235">
                <c:v>0.4463912493185715</c:v>
              </c:pt>
              <c:pt idx="236">
                <c:v>0.4463912493185715</c:v>
              </c:pt>
              <c:pt idx="237">
                <c:v>0.4463912493185715</c:v>
              </c:pt>
              <c:pt idx="238">
                <c:v>0.4463912493185715</c:v>
              </c:pt>
              <c:pt idx="239">
                <c:v>0.4463912493185715</c:v>
              </c:pt>
              <c:pt idx="240">
                <c:v>0.4463912493185715</c:v>
              </c:pt>
              <c:pt idx="241">
                <c:v>0.4463912493185715</c:v>
              </c:pt>
              <c:pt idx="242">
                <c:v>0.4463912493185715</c:v>
              </c:pt>
              <c:pt idx="243">
                <c:v>0.4463912493185715</c:v>
              </c:pt>
              <c:pt idx="244">
                <c:v>0.4463912493185715</c:v>
              </c:pt>
              <c:pt idx="245">
                <c:v>0.4463912493185715</c:v>
              </c:pt>
              <c:pt idx="246">
                <c:v>0.4463912493185715</c:v>
              </c:pt>
              <c:pt idx="247">
                <c:v>0.4463912493185715</c:v>
              </c:pt>
              <c:pt idx="248">
                <c:v>0.4463912493185715</c:v>
              </c:pt>
              <c:pt idx="249">
                <c:v>0.4463912493185715</c:v>
              </c:pt>
              <c:pt idx="250">
                <c:v>0.4463912493185715</c:v>
              </c:pt>
              <c:pt idx="251">
                <c:v>0.4463912493185715</c:v>
              </c:pt>
              <c:pt idx="252">
                <c:v>0.4463912493185715</c:v>
              </c:pt>
              <c:pt idx="253">
                <c:v>0.4463912493185715</c:v>
              </c:pt>
              <c:pt idx="254">
                <c:v>0.4463912493185715</c:v>
              </c:pt>
              <c:pt idx="255">
                <c:v>0.4463912493185715</c:v>
              </c:pt>
              <c:pt idx="256">
                <c:v>0.4463912493185715</c:v>
              </c:pt>
              <c:pt idx="257">
                <c:v>0.4463912493185715</c:v>
              </c:pt>
              <c:pt idx="258">
                <c:v>0.4463912493185715</c:v>
              </c:pt>
              <c:pt idx="259">
                <c:v>0.4463912493185715</c:v>
              </c:pt>
              <c:pt idx="260">
                <c:v>0.4463912493185715</c:v>
              </c:pt>
              <c:pt idx="261">
                <c:v>0.4463912493185715</c:v>
              </c:pt>
              <c:pt idx="262">
                <c:v>0.4463912493185715</c:v>
              </c:pt>
              <c:pt idx="263">
                <c:v>0.4463912493185715</c:v>
              </c:pt>
              <c:pt idx="264">
                <c:v>0.4463912493185715</c:v>
              </c:pt>
              <c:pt idx="265">
                <c:v>0.4463912493185715</c:v>
              </c:pt>
              <c:pt idx="266">
                <c:v>0.4463912493185715</c:v>
              </c:pt>
              <c:pt idx="267">
                <c:v>0.4463912493185715</c:v>
              </c:pt>
              <c:pt idx="268">
                <c:v>0.4463912493185715</c:v>
              </c:pt>
              <c:pt idx="269">
                <c:v>0.4463912493185715</c:v>
              </c:pt>
              <c:pt idx="270">
                <c:v>0.4463912493185715</c:v>
              </c:pt>
              <c:pt idx="271">
                <c:v>0.4463912493185715</c:v>
              </c:pt>
              <c:pt idx="272">
                <c:v>0.4463912493185715</c:v>
              </c:pt>
              <c:pt idx="273">
                <c:v>0.4463912493185715</c:v>
              </c:pt>
              <c:pt idx="274">
                <c:v>0.4463912493185715</c:v>
              </c:pt>
              <c:pt idx="275">
                <c:v>0.4463912493185715</c:v>
              </c:pt>
              <c:pt idx="276">
                <c:v>0.4463912493185715</c:v>
              </c:pt>
              <c:pt idx="277">
                <c:v>0.4463912493185715</c:v>
              </c:pt>
              <c:pt idx="278">
                <c:v>0.4463912493185715</c:v>
              </c:pt>
              <c:pt idx="279">
                <c:v>0.4463912493185715</c:v>
              </c:pt>
              <c:pt idx="280">
                <c:v>0.4463912493185715</c:v>
              </c:pt>
              <c:pt idx="281">
                <c:v>0.4463912493185715</c:v>
              </c:pt>
              <c:pt idx="282">
                <c:v>0.4463912493185715</c:v>
              </c:pt>
              <c:pt idx="283">
                <c:v>0.4463912493185715</c:v>
              </c:pt>
              <c:pt idx="284">
                <c:v>0.4463912493185715</c:v>
              </c:pt>
              <c:pt idx="285">
                <c:v>0.4463912493185715</c:v>
              </c:pt>
              <c:pt idx="286">
                <c:v>0.4463912493185715</c:v>
              </c:pt>
              <c:pt idx="287">
                <c:v>0.4463912493185715</c:v>
              </c:pt>
              <c:pt idx="288">
                <c:v>0.4463912493185715</c:v>
              </c:pt>
              <c:pt idx="289">
                <c:v>0.4463912493185715</c:v>
              </c:pt>
              <c:pt idx="290">
                <c:v>0.4463912493185715</c:v>
              </c:pt>
              <c:pt idx="291">
                <c:v>0.4463912493185715</c:v>
              </c:pt>
              <c:pt idx="292">
                <c:v>0.4463912493185715</c:v>
              </c:pt>
              <c:pt idx="293">
                <c:v>0.4463912493185715</c:v>
              </c:pt>
              <c:pt idx="294">
                <c:v>0.4463912493185715</c:v>
              </c:pt>
              <c:pt idx="295">
                <c:v>0.4463912493185715</c:v>
              </c:pt>
              <c:pt idx="296">
                <c:v>0.4463912493185715</c:v>
              </c:pt>
              <c:pt idx="297">
                <c:v>0.4463912493185715</c:v>
              </c:pt>
              <c:pt idx="298">
                <c:v>0.4463912493185715</c:v>
              </c:pt>
              <c:pt idx="299">
                <c:v>0.4463912493185715</c:v>
              </c:pt>
              <c:pt idx="300">
                <c:v>0.4463912493185715</c:v>
              </c:pt>
              <c:pt idx="301">
                <c:v>0.4463912493185715</c:v>
              </c:pt>
              <c:pt idx="302">
                <c:v>0.4463912493185715</c:v>
              </c:pt>
              <c:pt idx="303">
                <c:v>0.4463912493185715</c:v>
              </c:pt>
              <c:pt idx="304">
                <c:v>0.4463912493185715</c:v>
              </c:pt>
              <c:pt idx="305">
                <c:v>0.4463912493185715</c:v>
              </c:pt>
              <c:pt idx="306">
                <c:v>0.4463912493185715</c:v>
              </c:pt>
              <c:pt idx="307">
                <c:v>0.4463912493185715</c:v>
              </c:pt>
              <c:pt idx="308">
                <c:v>0.4463912493185715</c:v>
              </c:pt>
              <c:pt idx="309">
                <c:v>0.4463912493185715</c:v>
              </c:pt>
              <c:pt idx="310">
                <c:v>0.4463912493185715</c:v>
              </c:pt>
              <c:pt idx="311">
                <c:v>0.4463912493185715</c:v>
              </c:pt>
              <c:pt idx="312">
                <c:v>0.4463912493185715</c:v>
              </c:pt>
              <c:pt idx="313">
                <c:v>0.4463912493185715</c:v>
              </c:pt>
              <c:pt idx="314">
                <c:v>0.4463912493185715</c:v>
              </c:pt>
              <c:pt idx="315">
                <c:v>0.4463912493185715</c:v>
              </c:pt>
              <c:pt idx="316">
                <c:v>0.4463912493185715</c:v>
              </c:pt>
              <c:pt idx="317">
                <c:v>0.4463912493185715</c:v>
              </c:pt>
              <c:pt idx="318">
                <c:v>0.4463912493185715</c:v>
              </c:pt>
              <c:pt idx="319">
                <c:v>0.4463912493185715</c:v>
              </c:pt>
              <c:pt idx="320">
                <c:v>0.4463912493185715</c:v>
              </c:pt>
              <c:pt idx="321">
                <c:v>0.4463912493185715</c:v>
              </c:pt>
              <c:pt idx="322">
                <c:v>0.4463912493185715</c:v>
              </c:pt>
              <c:pt idx="323">
                <c:v>0.4463912493185715</c:v>
              </c:pt>
              <c:pt idx="324">
                <c:v>0.4463912493185715</c:v>
              </c:pt>
              <c:pt idx="325">
                <c:v>0.4463912493185715</c:v>
              </c:pt>
              <c:pt idx="326">
                <c:v>0.4463912493185715</c:v>
              </c:pt>
              <c:pt idx="327">
                <c:v>0.4463912493185715</c:v>
              </c:pt>
              <c:pt idx="328">
                <c:v>0.4463912493185715</c:v>
              </c:pt>
              <c:pt idx="329">
                <c:v>0.4463912493185715</c:v>
              </c:pt>
              <c:pt idx="330">
                <c:v>0.4463912493185715</c:v>
              </c:pt>
              <c:pt idx="331">
                <c:v>0.4463912493185715</c:v>
              </c:pt>
              <c:pt idx="332">
                <c:v>0.4463912493185715</c:v>
              </c:pt>
              <c:pt idx="333">
                <c:v>0.4463912493185715</c:v>
              </c:pt>
              <c:pt idx="334">
                <c:v>0.4463912493185715</c:v>
              </c:pt>
              <c:pt idx="335">
                <c:v>0.4463912493185715</c:v>
              </c:pt>
              <c:pt idx="336">
                <c:v>0.4463912493185715</c:v>
              </c:pt>
              <c:pt idx="337">
                <c:v>0.4463912493185715</c:v>
              </c:pt>
              <c:pt idx="338">
                <c:v>0.4463912493185715</c:v>
              </c:pt>
              <c:pt idx="339">
                <c:v>0.4463912493185715</c:v>
              </c:pt>
              <c:pt idx="340">
                <c:v>0.4463912493185715</c:v>
              </c:pt>
              <c:pt idx="341">
                <c:v>0.4463912493185715</c:v>
              </c:pt>
              <c:pt idx="342">
                <c:v>0.4463912493185715</c:v>
              </c:pt>
              <c:pt idx="343">
                <c:v>0.4463912493185715</c:v>
              </c:pt>
              <c:pt idx="344">
                <c:v>0.4463912493185715</c:v>
              </c:pt>
              <c:pt idx="345">
                <c:v>0.4463912493185715</c:v>
              </c:pt>
              <c:pt idx="346">
                <c:v>0.4463912493185715</c:v>
              </c:pt>
              <c:pt idx="347">
                <c:v>0.4463912493185715</c:v>
              </c:pt>
              <c:pt idx="348">
                <c:v>0.4463912493185715</c:v>
              </c:pt>
              <c:pt idx="349">
                <c:v>0.4463912493185715</c:v>
              </c:pt>
              <c:pt idx="350">
                <c:v>0.4463912493185715</c:v>
              </c:pt>
              <c:pt idx="351">
                <c:v>0.4463912493185715</c:v>
              </c:pt>
              <c:pt idx="352">
                <c:v>0.4463912493185715</c:v>
              </c:pt>
              <c:pt idx="353">
                <c:v>0.4463912493185715</c:v>
              </c:pt>
              <c:pt idx="354">
                <c:v>0.4463912493185715</c:v>
              </c:pt>
              <c:pt idx="355">
                <c:v>0.4463912493185715</c:v>
              </c:pt>
              <c:pt idx="356">
                <c:v>0.4463912493185715</c:v>
              </c:pt>
              <c:pt idx="357">
                <c:v>0.4463912493185715</c:v>
              </c:pt>
              <c:pt idx="358">
                <c:v>0.4463912493185715</c:v>
              </c:pt>
              <c:pt idx="359">
                <c:v>0.4463912493185715</c:v>
              </c:pt>
              <c:pt idx="360">
                <c:v>0.4463912493185715</c:v>
              </c:pt>
              <c:pt idx="361">
                <c:v>0.4463912493185715</c:v>
              </c:pt>
              <c:pt idx="362">
                <c:v>0.4463912493185715</c:v>
              </c:pt>
              <c:pt idx="363">
                <c:v>0.4463912493185715</c:v>
              </c:pt>
              <c:pt idx="364">
                <c:v>0.4463912493185715</c:v>
              </c:pt>
              <c:pt idx="365">
                <c:v>0.4463912493185715</c:v>
              </c:pt>
              <c:pt idx="366">
                <c:v>0.4463912493185715</c:v>
              </c:pt>
              <c:pt idx="367">
                <c:v>0.4463912493185715</c:v>
              </c:pt>
              <c:pt idx="368">
                <c:v>0.4463912493185715</c:v>
              </c:pt>
              <c:pt idx="369">
                <c:v>0.4463912493185715</c:v>
              </c:pt>
              <c:pt idx="370">
                <c:v>0.4463912493185715</c:v>
              </c:pt>
              <c:pt idx="371">
                <c:v>0.4463912493185715</c:v>
              </c:pt>
              <c:pt idx="372">
                <c:v>0.4463912493185715</c:v>
              </c:pt>
              <c:pt idx="373">
                <c:v>0.4463912493185715</c:v>
              </c:pt>
              <c:pt idx="374">
                <c:v>0.4463912493185715</c:v>
              </c:pt>
              <c:pt idx="375">
                <c:v>0.4463912493185715</c:v>
              </c:pt>
              <c:pt idx="376">
                <c:v>0.4463912493185715</c:v>
              </c:pt>
              <c:pt idx="377">
                <c:v>0.4463912493185715</c:v>
              </c:pt>
              <c:pt idx="378">
                <c:v>0.4463912493185715</c:v>
              </c:pt>
              <c:pt idx="379">
                <c:v>0.4463912493185715</c:v>
              </c:pt>
              <c:pt idx="380">
                <c:v>0.4463912493185715</c:v>
              </c:pt>
              <c:pt idx="381">
                <c:v>0.4463912493185715</c:v>
              </c:pt>
              <c:pt idx="382">
                <c:v>0.4463912493185715</c:v>
              </c:pt>
              <c:pt idx="383">
                <c:v>0.4463912493185715</c:v>
              </c:pt>
              <c:pt idx="384">
                <c:v>0.4463912493185715</c:v>
              </c:pt>
              <c:pt idx="385">
                <c:v>0.4463912493185715</c:v>
              </c:pt>
              <c:pt idx="386">
                <c:v>0.4463912493185715</c:v>
              </c:pt>
              <c:pt idx="387">
                <c:v>0.4463912493185715</c:v>
              </c:pt>
              <c:pt idx="388">
                <c:v>0.4463912493185715</c:v>
              </c:pt>
              <c:pt idx="389">
                <c:v>0.4463912493185715</c:v>
              </c:pt>
              <c:pt idx="390">
                <c:v>0.4463912493185715</c:v>
              </c:pt>
              <c:pt idx="391">
                <c:v>0.4463912493185715</c:v>
              </c:pt>
              <c:pt idx="392">
                <c:v>0.4463912493185715</c:v>
              </c:pt>
              <c:pt idx="393">
                <c:v>0.4463912493185715</c:v>
              </c:pt>
              <c:pt idx="394">
                <c:v>0.4463912493185715</c:v>
              </c:pt>
              <c:pt idx="395">
                <c:v>0.4463912493185715</c:v>
              </c:pt>
              <c:pt idx="396">
                <c:v>0.4463912493185715</c:v>
              </c:pt>
              <c:pt idx="397">
                <c:v>0.4463912493185715</c:v>
              </c:pt>
              <c:pt idx="398">
                <c:v>0.4463912493185715</c:v>
              </c:pt>
              <c:pt idx="399">
                <c:v>0.4463912493185715</c:v>
              </c:pt>
              <c:pt idx="400">
                <c:v>0.4463912493185715</c:v>
              </c:pt>
              <c:pt idx="401">
                <c:v>0.4463912493185715</c:v>
              </c:pt>
              <c:pt idx="402">
                <c:v>0.4463912493185715</c:v>
              </c:pt>
              <c:pt idx="403">
                <c:v>0.4463912493185715</c:v>
              </c:pt>
              <c:pt idx="404">
                <c:v>0.4463912493185715</c:v>
              </c:pt>
              <c:pt idx="405">
                <c:v>0.4463912493185715</c:v>
              </c:pt>
              <c:pt idx="406">
                <c:v>0.4463912493185715</c:v>
              </c:pt>
              <c:pt idx="407">
                <c:v>0.4463912493185715</c:v>
              </c:pt>
              <c:pt idx="408">
                <c:v>0.4463912493185715</c:v>
              </c:pt>
              <c:pt idx="409">
                <c:v>0.4463912493185715</c:v>
              </c:pt>
              <c:pt idx="410">
                <c:v>0.4463912493185715</c:v>
              </c:pt>
              <c:pt idx="411">
                <c:v>0.4463912493185715</c:v>
              </c:pt>
              <c:pt idx="412">
                <c:v>0.4463912493185715</c:v>
              </c:pt>
              <c:pt idx="413">
                <c:v>0.4463912493185715</c:v>
              </c:pt>
              <c:pt idx="414">
                <c:v>0.4463912493185715</c:v>
              </c:pt>
              <c:pt idx="415">
                <c:v>0.4463912493185715</c:v>
              </c:pt>
              <c:pt idx="416">
                <c:v>0.4463912493185715</c:v>
              </c:pt>
              <c:pt idx="417">
                <c:v>0.4463912493185715</c:v>
              </c:pt>
              <c:pt idx="418">
                <c:v>0.4463912493185715</c:v>
              </c:pt>
              <c:pt idx="419">
                <c:v>0.4463912493185715</c:v>
              </c:pt>
              <c:pt idx="420">
                <c:v>0.4463912493185715</c:v>
              </c:pt>
              <c:pt idx="421">
                <c:v>0.4463912493185715</c:v>
              </c:pt>
              <c:pt idx="422">
                <c:v>0.4463912493185715</c:v>
              </c:pt>
              <c:pt idx="423">
                <c:v>0.4463912493185715</c:v>
              </c:pt>
              <c:pt idx="424">
                <c:v>0.4463912493185715</c:v>
              </c:pt>
              <c:pt idx="425">
                <c:v>0.4463912493185715</c:v>
              </c:pt>
              <c:pt idx="426">
                <c:v>0.4463912493185715</c:v>
              </c:pt>
              <c:pt idx="427">
                <c:v>0.4463912493185715</c:v>
              </c:pt>
              <c:pt idx="428">
                <c:v>0.4463912493185715</c:v>
              </c:pt>
              <c:pt idx="429">
                <c:v>0.4463912493185715</c:v>
              </c:pt>
              <c:pt idx="430">
                <c:v>0.4463912493185715</c:v>
              </c:pt>
              <c:pt idx="431">
                <c:v>0.4463912493185715</c:v>
              </c:pt>
              <c:pt idx="432">
                <c:v>0.4463912493185715</c:v>
              </c:pt>
              <c:pt idx="433">
                <c:v>0.4463912493185715</c:v>
              </c:pt>
              <c:pt idx="434">
                <c:v>0.4463912493185715</c:v>
              </c:pt>
              <c:pt idx="435">
                <c:v>0.4463912493185715</c:v>
              </c:pt>
              <c:pt idx="436">
                <c:v>0.4463912493185715</c:v>
              </c:pt>
              <c:pt idx="437">
                <c:v>0.4463912493185715</c:v>
              </c:pt>
              <c:pt idx="438">
                <c:v>0.4463912493185715</c:v>
              </c:pt>
              <c:pt idx="439">
                <c:v>0.4463912493185715</c:v>
              </c:pt>
              <c:pt idx="440">
                <c:v>0.4463912493185715</c:v>
              </c:pt>
              <c:pt idx="441">
                <c:v>0.4463912493185715</c:v>
              </c:pt>
              <c:pt idx="442">
                <c:v>0.4463912493185715</c:v>
              </c:pt>
              <c:pt idx="443">
                <c:v>0.4463912493185715</c:v>
              </c:pt>
              <c:pt idx="444">
                <c:v>0.4463912493185715</c:v>
              </c:pt>
              <c:pt idx="445">
                <c:v>0.4463912493185715</c:v>
              </c:pt>
              <c:pt idx="446">
                <c:v>0.4463912493185715</c:v>
              </c:pt>
              <c:pt idx="447">
                <c:v>0.4463912493185715</c:v>
              </c:pt>
            </c:numLit>
          </c:yVal>
          <c:smooth val="0"/>
        </c:ser>
        <c:ser>
          <c:idx val="9"/>
          <c:order val="9"/>
          <c:tx>
            <c:v>Same order, optimal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009E73"/>
              </a:solidFill>
            </c:spPr>
          </c:marker>
          <c:xVal>
            <c:numLit>
              <c:formatCode>General</c:formatCode>
              <c:ptCount val="448"/>
              <c:pt idx="0">
                <c:v>52.584009839800494</c:v>
              </c:pt>
              <c:pt idx="1">
                <c:v>52.584009839800494</c:v>
              </c:pt>
              <c:pt idx="2">
                <c:v>52.584009839800494</c:v>
              </c:pt>
              <c:pt idx="3">
                <c:v>52.584009839800494</c:v>
              </c:pt>
              <c:pt idx="4">
                <c:v>52.584009839800494</c:v>
              </c:pt>
              <c:pt idx="5">
                <c:v>52.584009839800494</c:v>
              </c:pt>
              <c:pt idx="6">
                <c:v>52.584009839800494</c:v>
              </c:pt>
              <c:pt idx="7">
                <c:v>52.584009839800494</c:v>
              </c:pt>
              <c:pt idx="8">
                <c:v>52.584009839800494</c:v>
              </c:pt>
              <c:pt idx="9">
                <c:v>52.584009839800494</c:v>
              </c:pt>
              <c:pt idx="10">
                <c:v>52.584009839800494</c:v>
              </c:pt>
              <c:pt idx="11">
                <c:v>52.584009839800494</c:v>
              </c:pt>
              <c:pt idx="12">
                <c:v>52.584009839800494</c:v>
              </c:pt>
              <c:pt idx="13">
                <c:v>52.584009839800494</c:v>
              </c:pt>
              <c:pt idx="14">
                <c:v>52.584009839800494</c:v>
              </c:pt>
              <c:pt idx="15">
                <c:v>52.584009839800494</c:v>
              </c:pt>
              <c:pt idx="16">
                <c:v>52.584009839800494</c:v>
              </c:pt>
              <c:pt idx="17">
                <c:v>52.584009839800494</c:v>
              </c:pt>
              <c:pt idx="18">
                <c:v>52.584009839800494</c:v>
              </c:pt>
              <c:pt idx="19">
                <c:v>52.584009839800494</c:v>
              </c:pt>
              <c:pt idx="20">
                <c:v>52.584009839800494</c:v>
              </c:pt>
              <c:pt idx="21">
                <c:v>52.584009839800494</c:v>
              </c:pt>
              <c:pt idx="22">
                <c:v>52.584009839800494</c:v>
              </c:pt>
              <c:pt idx="23">
                <c:v>52.584009839800494</c:v>
              </c:pt>
              <c:pt idx="24">
                <c:v>52.584009839800494</c:v>
              </c:pt>
              <c:pt idx="25">
                <c:v>52.584009839800494</c:v>
              </c:pt>
              <c:pt idx="26">
                <c:v>52.584009839800494</c:v>
              </c:pt>
              <c:pt idx="27">
                <c:v>52.584009839800494</c:v>
              </c:pt>
              <c:pt idx="28">
                <c:v>52.584009839800494</c:v>
              </c:pt>
              <c:pt idx="29">
                <c:v>52.584009839800494</c:v>
              </c:pt>
              <c:pt idx="30">
                <c:v>52.584009839800494</c:v>
              </c:pt>
              <c:pt idx="31">
                <c:v>52.584009839800494</c:v>
              </c:pt>
              <c:pt idx="32">
                <c:v>52.584009839800494</c:v>
              </c:pt>
              <c:pt idx="33">
                <c:v>52.584009839800494</c:v>
              </c:pt>
              <c:pt idx="34">
                <c:v>52.584009839800494</c:v>
              </c:pt>
              <c:pt idx="35">
                <c:v>52.584009839800494</c:v>
              </c:pt>
              <c:pt idx="36">
                <c:v>52.584009839800494</c:v>
              </c:pt>
              <c:pt idx="37">
                <c:v>52.584009839800494</c:v>
              </c:pt>
              <c:pt idx="38">
                <c:v>52.584009839800494</c:v>
              </c:pt>
              <c:pt idx="39">
                <c:v>52.584009839800494</c:v>
              </c:pt>
              <c:pt idx="40">
                <c:v>52.584009839800494</c:v>
              </c:pt>
              <c:pt idx="41">
                <c:v>52.584009839800494</c:v>
              </c:pt>
              <c:pt idx="42">
                <c:v>52.584009839800494</c:v>
              </c:pt>
              <c:pt idx="43">
                <c:v>52.584009839800494</c:v>
              </c:pt>
              <c:pt idx="44">
                <c:v>52.584009839800494</c:v>
              </c:pt>
              <c:pt idx="45">
                <c:v>52.584009839800494</c:v>
              </c:pt>
              <c:pt idx="46">
                <c:v>52.584009839800494</c:v>
              </c:pt>
              <c:pt idx="47">
                <c:v>52.584009839800494</c:v>
              </c:pt>
              <c:pt idx="48">
                <c:v>52.584009839800494</c:v>
              </c:pt>
              <c:pt idx="49">
                <c:v>52.584009839800494</c:v>
              </c:pt>
              <c:pt idx="50">
                <c:v>52.584009839800494</c:v>
              </c:pt>
              <c:pt idx="51">
                <c:v>52.584009839800494</c:v>
              </c:pt>
              <c:pt idx="52">
                <c:v>52.584009839800494</c:v>
              </c:pt>
              <c:pt idx="53">
                <c:v>52.584009839800494</c:v>
              </c:pt>
              <c:pt idx="54">
                <c:v>52.584009839800494</c:v>
              </c:pt>
              <c:pt idx="55">
                <c:v>52.584009839800494</c:v>
              </c:pt>
              <c:pt idx="56">
                <c:v>52.584009839800494</c:v>
              </c:pt>
              <c:pt idx="57">
                <c:v>52.584009839800494</c:v>
              </c:pt>
              <c:pt idx="58">
                <c:v>52.584009839800494</c:v>
              </c:pt>
              <c:pt idx="59">
                <c:v>52.584009839800494</c:v>
              </c:pt>
              <c:pt idx="60">
                <c:v>52.584009839800494</c:v>
              </c:pt>
              <c:pt idx="61">
                <c:v>52.584009839800494</c:v>
              </c:pt>
              <c:pt idx="62">
                <c:v>52.584009839800494</c:v>
              </c:pt>
              <c:pt idx="63">
                <c:v>52.584009839800494</c:v>
              </c:pt>
              <c:pt idx="64">
                <c:v>52.584009839800494</c:v>
              </c:pt>
              <c:pt idx="65">
                <c:v>52.584009839800494</c:v>
              </c:pt>
              <c:pt idx="66">
                <c:v>52.584009839800494</c:v>
              </c:pt>
              <c:pt idx="67">
                <c:v>52.584009839800494</c:v>
              </c:pt>
              <c:pt idx="68">
                <c:v>52.584009839800494</c:v>
              </c:pt>
              <c:pt idx="69">
                <c:v>52.584009839800494</c:v>
              </c:pt>
              <c:pt idx="70">
                <c:v>52.584009839800494</c:v>
              </c:pt>
              <c:pt idx="71">
                <c:v>52.584009839800494</c:v>
              </c:pt>
              <c:pt idx="72">
                <c:v>52.584009839800494</c:v>
              </c:pt>
              <c:pt idx="73">
                <c:v>52.584009839800494</c:v>
              </c:pt>
              <c:pt idx="74">
                <c:v>52.584009839800494</c:v>
              </c:pt>
              <c:pt idx="75">
                <c:v>52.584009839800494</c:v>
              </c:pt>
              <c:pt idx="76">
                <c:v>52.584009839800494</c:v>
              </c:pt>
              <c:pt idx="77">
                <c:v>52.584009839800494</c:v>
              </c:pt>
              <c:pt idx="78">
                <c:v>52.584009839800494</c:v>
              </c:pt>
              <c:pt idx="79">
                <c:v>52.584009839800494</c:v>
              </c:pt>
              <c:pt idx="80">
                <c:v>52.584009839800494</c:v>
              </c:pt>
              <c:pt idx="81">
                <c:v>52.584009839800494</c:v>
              </c:pt>
              <c:pt idx="82">
                <c:v>52.584009839800494</c:v>
              </c:pt>
              <c:pt idx="83">
                <c:v>52.584009839800494</c:v>
              </c:pt>
              <c:pt idx="84">
                <c:v>52.584009839800494</c:v>
              </c:pt>
              <c:pt idx="85">
                <c:v>52.584009839800494</c:v>
              </c:pt>
              <c:pt idx="86">
                <c:v>52.584009839800494</c:v>
              </c:pt>
              <c:pt idx="87">
                <c:v>52.584009839800494</c:v>
              </c:pt>
              <c:pt idx="88">
                <c:v>52.584009839800494</c:v>
              </c:pt>
              <c:pt idx="89">
                <c:v>52.584009839800494</c:v>
              </c:pt>
              <c:pt idx="90">
                <c:v>52.584009839800494</c:v>
              </c:pt>
              <c:pt idx="91">
                <c:v>52.584009839800494</c:v>
              </c:pt>
              <c:pt idx="92">
                <c:v>52.584009839800494</c:v>
              </c:pt>
              <c:pt idx="93">
                <c:v>52.584009839800494</c:v>
              </c:pt>
              <c:pt idx="94">
                <c:v>52.584009839800494</c:v>
              </c:pt>
              <c:pt idx="95">
                <c:v>52.584009839800494</c:v>
              </c:pt>
              <c:pt idx="96">
                <c:v>52.584009839800494</c:v>
              </c:pt>
              <c:pt idx="97">
                <c:v>52.584009839800494</c:v>
              </c:pt>
              <c:pt idx="98">
                <c:v>52.584009839800494</c:v>
              </c:pt>
              <c:pt idx="99">
                <c:v>52.584009839800494</c:v>
              </c:pt>
              <c:pt idx="100">
                <c:v>52.584009839800494</c:v>
              </c:pt>
              <c:pt idx="101">
                <c:v>52.584009839800494</c:v>
              </c:pt>
              <c:pt idx="102">
                <c:v>52.584009839800494</c:v>
              </c:pt>
              <c:pt idx="103">
                <c:v>52.584009839800494</c:v>
              </c:pt>
              <c:pt idx="104">
                <c:v>52.584009839800494</c:v>
              </c:pt>
              <c:pt idx="105">
                <c:v>52.584009839800494</c:v>
              </c:pt>
              <c:pt idx="106">
                <c:v>52.584009839800494</c:v>
              </c:pt>
              <c:pt idx="107">
                <c:v>52.584009839800494</c:v>
              </c:pt>
              <c:pt idx="108">
                <c:v>52.584009839800494</c:v>
              </c:pt>
              <c:pt idx="109">
                <c:v>52.584009839800494</c:v>
              </c:pt>
              <c:pt idx="110">
                <c:v>52.584009839800494</c:v>
              </c:pt>
              <c:pt idx="111">
                <c:v>52.584009839800494</c:v>
              </c:pt>
              <c:pt idx="112">
                <c:v>52.584009839800494</c:v>
              </c:pt>
              <c:pt idx="113">
                <c:v>52.584009839800494</c:v>
              </c:pt>
              <c:pt idx="114">
                <c:v>52.584009839800494</c:v>
              </c:pt>
              <c:pt idx="115">
                <c:v>52.584009839800494</c:v>
              </c:pt>
              <c:pt idx="116">
                <c:v>52.584009839800494</c:v>
              </c:pt>
              <c:pt idx="117">
                <c:v>52.584009839800494</c:v>
              </c:pt>
              <c:pt idx="118">
                <c:v>52.584009839800494</c:v>
              </c:pt>
              <c:pt idx="119">
                <c:v>52.584009839800494</c:v>
              </c:pt>
              <c:pt idx="120">
                <c:v>52.584009839800494</c:v>
              </c:pt>
              <c:pt idx="121">
                <c:v>52.584009839800494</c:v>
              </c:pt>
              <c:pt idx="122">
                <c:v>52.584009839800494</c:v>
              </c:pt>
              <c:pt idx="123">
                <c:v>52.584009839800494</c:v>
              </c:pt>
              <c:pt idx="124">
                <c:v>52.584009839800494</c:v>
              </c:pt>
              <c:pt idx="125">
                <c:v>52.584009839800494</c:v>
              </c:pt>
              <c:pt idx="126">
                <c:v>52.584009839800494</c:v>
              </c:pt>
              <c:pt idx="127">
                <c:v>52.584009839800494</c:v>
              </c:pt>
              <c:pt idx="128">
                <c:v>52.584009839800494</c:v>
              </c:pt>
              <c:pt idx="129">
                <c:v>52.584009839800494</c:v>
              </c:pt>
              <c:pt idx="130">
                <c:v>52.584009839800494</c:v>
              </c:pt>
              <c:pt idx="131">
                <c:v>52.584009839800494</c:v>
              </c:pt>
              <c:pt idx="132">
                <c:v>52.584009839800494</c:v>
              </c:pt>
              <c:pt idx="133">
                <c:v>52.584009839800494</c:v>
              </c:pt>
              <c:pt idx="134">
                <c:v>52.584009839800494</c:v>
              </c:pt>
              <c:pt idx="135">
                <c:v>52.584009839800494</c:v>
              </c:pt>
              <c:pt idx="136">
                <c:v>52.584009839800494</c:v>
              </c:pt>
              <c:pt idx="137">
                <c:v>52.584009839800494</c:v>
              </c:pt>
              <c:pt idx="138">
                <c:v>52.584009839800494</c:v>
              </c:pt>
              <c:pt idx="139">
                <c:v>52.584009839800494</c:v>
              </c:pt>
              <c:pt idx="140">
                <c:v>52.584009839800494</c:v>
              </c:pt>
              <c:pt idx="141">
                <c:v>52.584009839800494</c:v>
              </c:pt>
              <c:pt idx="142">
                <c:v>52.584009839800494</c:v>
              </c:pt>
              <c:pt idx="143">
                <c:v>52.584009839800494</c:v>
              </c:pt>
              <c:pt idx="144">
                <c:v>52.584009839800494</c:v>
              </c:pt>
              <c:pt idx="145">
                <c:v>52.584009839800494</c:v>
              </c:pt>
              <c:pt idx="146">
                <c:v>52.584009839800494</c:v>
              </c:pt>
              <c:pt idx="147">
                <c:v>52.584009839800494</c:v>
              </c:pt>
              <c:pt idx="148">
                <c:v>52.584009839800494</c:v>
              </c:pt>
              <c:pt idx="149">
                <c:v>52.584009839800494</c:v>
              </c:pt>
              <c:pt idx="150">
                <c:v>52.584009839800494</c:v>
              </c:pt>
              <c:pt idx="151">
                <c:v>52.584009839800494</c:v>
              </c:pt>
              <c:pt idx="152">
                <c:v>52.584009839800494</c:v>
              </c:pt>
              <c:pt idx="153">
                <c:v>52.584009839800494</c:v>
              </c:pt>
              <c:pt idx="154">
                <c:v>52.584009839800494</c:v>
              </c:pt>
              <c:pt idx="155">
                <c:v>52.584009839800494</c:v>
              </c:pt>
              <c:pt idx="156">
                <c:v>52.584009839800494</c:v>
              </c:pt>
              <c:pt idx="157">
                <c:v>52.584009839800494</c:v>
              </c:pt>
              <c:pt idx="158">
                <c:v>52.584009839800494</c:v>
              </c:pt>
              <c:pt idx="159">
                <c:v>52.584009839800494</c:v>
              </c:pt>
              <c:pt idx="160">
                <c:v>52.584009839800494</c:v>
              </c:pt>
              <c:pt idx="161">
                <c:v>52.584009839800494</c:v>
              </c:pt>
              <c:pt idx="162">
                <c:v>52.584009839800494</c:v>
              </c:pt>
              <c:pt idx="163">
                <c:v>52.584009839800494</c:v>
              </c:pt>
              <c:pt idx="164">
                <c:v>52.584009839800494</c:v>
              </c:pt>
              <c:pt idx="165">
                <c:v>52.584009839800494</c:v>
              </c:pt>
              <c:pt idx="166">
                <c:v>52.584009839800494</c:v>
              </c:pt>
              <c:pt idx="167">
                <c:v>52.584009839800494</c:v>
              </c:pt>
              <c:pt idx="168">
                <c:v>52.584009839800494</c:v>
              </c:pt>
              <c:pt idx="169">
                <c:v>52.584009839800494</c:v>
              </c:pt>
              <c:pt idx="170">
                <c:v>52.584009839800494</c:v>
              </c:pt>
              <c:pt idx="171">
                <c:v>52.584009839800494</c:v>
              </c:pt>
              <c:pt idx="172">
                <c:v>52.584009839800494</c:v>
              </c:pt>
              <c:pt idx="173">
                <c:v>52.584009839800494</c:v>
              </c:pt>
              <c:pt idx="174">
                <c:v>52.584009839800494</c:v>
              </c:pt>
              <c:pt idx="175">
                <c:v>52.584009839800494</c:v>
              </c:pt>
              <c:pt idx="176">
                <c:v>52.584009839800494</c:v>
              </c:pt>
              <c:pt idx="177">
                <c:v>52.584009839800494</c:v>
              </c:pt>
              <c:pt idx="178">
                <c:v>52.584009839800494</c:v>
              </c:pt>
              <c:pt idx="179">
                <c:v>52.584009839800494</c:v>
              </c:pt>
              <c:pt idx="180">
                <c:v>52.584009839800494</c:v>
              </c:pt>
              <c:pt idx="181">
                <c:v>52.584009839800494</c:v>
              </c:pt>
              <c:pt idx="182">
                <c:v>52.584009839800494</c:v>
              </c:pt>
              <c:pt idx="183">
                <c:v>52.584009839800494</c:v>
              </c:pt>
              <c:pt idx="184">
                <c:v>52.584009839800494</c:v>
              </c:pt>
              <c:pt idx="185">
                <c:v>52.584009839800494</c:v>
              </c:pt>
              <c:pt idx="186">
                <c:v>52.584009839800494</c:v>
              </c:pt>
              <c:pt idx="187">
                <c:v>52.584009839800494</c:v>
              </c:pt>
              <c:pt idx="188">
                <c:v>52.584009839800494</c:v>
              </c:pt>
              <c:pt idx="189">
                <c:v>52.584009839800494</c:v>
              </c:pt>
              <c:pt idx="190">
                <c:v>52.584009839800494</c:v>
              </c:pt>
              <c:pt idx="191">
                <c:v>52.584009839800494</c:v>
              </c:pt>
              <c:pt idx="192">
                <c:v>52.584009839800494</c:v>
              </c:pt>
              <c:pt idx="193">
                <c:v>52.584009839800494</c:v>
              </c:pt>
              <c:pt idx="194">
                <c:v>52.584009839800494</c:v>
              </c:pt>
              <c:pt idx="195">
                <c:v>52.584009839800494</c:v>
              </c:pt>
              <c:pt idx="196">
                <c:v>52.584009839800494</c:v>
              </c:pt>
              <c:pt idx="197">
                <c:v>52.584009839800494</c:v>
              </c:pt>
              <c:pt idx="198">
                <c:v>52.584009839800494</c:v>
              </c:pt>
              <c:pt idx="199">
                <c:v>52.584009839800494</c:v>
              </c:pt>
              <c:pt idx="200">
                <c:v>52.584009839800494</c:v>
              </c:pt>
              <c:pt idx="201">
                <c:v>52.584009839800494</c:v>
              </c:pt>
              <c:pt idx="202">
                <c:v>52.584009839800494</c:v>
              </c:pt>
              <c:pt idx="203">
                <c:v>52.584009839800494</c:v>
              </c:pt>
              <c:pt idx="204">
                <c:v>52.584009839800494</c:v>
              </c:pt>
              <c:pt idx="205">
                <c:v>52.584009839800494</c:v>
              </c:pt>
              <c:pt idx="206">
                <c:v>52.584009839800494</c:v>
              </c:pt>
              <c:pt idx="207">
                <c:v>52.584009839800494</c:v>
              </c:pt>
              <c:pt idx="208">
                <c:v>52.584009839800494</c:v>
              </c:pt>
              <c:pt idx="209">
                <c:v>52.584009839800494</c:v>
              </c:pt>
              <c:pt idx="210">
                <c:v>52.584009839800494</c:v>
              </c:pt>
              <c:pt idx="211">
                <c:v>52.584009839800494</c:v>
              </c:pt>
              <c:pt idx="212">
                <c:v>52.584009839800494</c:v>
              </c:pt>
              <c:pt idx="213">
                <c:v>52.584009839800494</c:v>
              </c:pt>
              <c:pt idx="214">
                <c:v>52.584009839800494</c:v>
              </c:pt>
              <c:pt idx="215">
                <c:v>52.584009839800494</c:v>
              </c:pt>
              <c:pt idx="216">
                <c:v>52.584009839800494</c:v>
              </c:pt>
              <c:pt idx="217">
                <c:v>52.584009839800494</c:v>
              </c:pt>
              <c:pt idx="218">
                <c:v>52.584009839800494</c:v>
              </c:pt>
              <c:pt idx="219">
                <c:v>52.584009839800494</c:v>
              </c:pt>
              <c:pt idx="220">
                <c:v>52.584009839800494</c:v>
              </c:pt>
              <c:pt idx="221">
                <c:v>52.584009839800494</c:v>
              </c:pt>
              <c:pt idx="222">
                <c:v>52.584009839800494</c:v>
              </c:pt>
              <c:pt idx="223">
                <c:v>52.584009839800494</c:v>
              </c:pt>
              <c:pt idx="224">
                <c:v>52.584009839800494</c:v>
              </c:pt>
              <c:pt idx="225">
                <c:v>52.584009839800494</c:v>
              </c:pt>
              <c:pt idx="226">
                <c:v>52.584009839800494</c:v>
              </c:pt>
              <c:pt idx="227">
                <c:v>52.584009839800494</c:v>
              </c:pt>
              <c:pt idx="228">
                <c:v>52.584009839800494</c:v>
              </c:pt>
              <c:pt idx="229">
                <c:v>52.584009839800494</c:v>
              </c:pt>
              <c:pt idx="230">
                <c:v>52.584009839800494</c:v>
              </c:pt>
              <c:pt idx="231">
                <c:v>52.584009839800494</c:v>
              </c:pt>
              <c:pt idx="232">
                <c:v>52.584009839800494</c:v>
              </c:pt>
              <c:pt idx="233">
                <c:v>52.584009839800494</c:v>
              </c:pt>
              <c:pt idx="234">
                <c:v>52.584009839800494</c:v>
              </c:pt>
              <c:pt idx="235">
                <c:v>52.584009839800494</c:v>
              </c:pt>
              <c:pt idx="236">
                <c:v>52.584009839800494</c:v>
              </c:pt>
              <c:pt idx="237">
                <c:v>52.584009839800494</c:v>
              </c:pt>
              <c:pt idx="238">
                <c:v>52.584009839800494</c:v>
              </c:pt>
              <c:pt idx="239">
                <c:v>52.584009839800494</c:v>
              </c:pt>
              <c:pt idx="240">
                <c:v>52.584009839800494</c:v>
              </c:pt>
              <c:pt idx="241">
                <c:v>52.584009839800494</c:v>
              </c:pt>
              <c:pt idx="242">
                <c:v>52.584009839800494</c:v>
              </c:pt>
              <c:pt idx="243">
                <c:v>52.584009839800494</c:v>
              </c:pt>
              <c:pt idx="244">
                <c:v>52.584009839800494</c:v>
              </c:pt>
              <c:pt idx="245">
                <c:v>52.584009839800494</c:v>
              </c:pt>
              <c:pt idx="246">
                <c:v>52.584009839800494</c:v>
              </c:pt>
              <c:pt idx="247">
                <c:v>52.584009839800494</c:v>
              </c:pt>
              <c:pt idx="248">
                <c:v>52.584009839800494</c:v>
              </c:pt>
              <c:pt idx="249">
                <c:v>52.584009839800494</c:v>
              </c:pt>
              <c:pt idx="250">
                <c:v>52.584009839800494</c:v>
              </c:pt>
              <c:pt idx="251">
                <c:v>52.584009839800494</c:v>
              </c:pt>
              <c:pt idx="252">
                <c:v>52.584009839800494</c:v>
              </c:pt>
              <c:pt idx="253">
                <c:v>52.584009839800494</c:v>
              </c:pt>
              <c:pt idx="254">
                <c:v>52.584009839800494</c:v>
              </c:pt>
              <c:pt idx="255">
                <c:v>52.584009839800494</c:v>
              </c:pt>
              <c:pt idx="256">
                <c:v>52.584009839800494</c:v>
              </c:pt>
              <c:pt idx="257">
                <c:v>52.584009839800494</c:v>
              </c:pt>
              <c:pt idx="258">
                <c:v>52.584009839800494</c:v>
              </c:pt>
              <c:pt idx="259">
                <c:v>52.584009839800494</c:v>
              </c:pt>
              <c:pt idx="260">
                <c:v>52.584009839800494</c:v>
              </c:pt>
              <c:pt idx="261">
                <c:v>52.584009839800494</c:v>
              </c:pt>
              <c:pt idx="262">
                <c:v>52.584009839800494</c:v>
              </c:pt>
              <c:pt idx="263">
                <c:v>52.584009839800494</c:v>
              </c:pt>
              <c:pt idx="264">
                <c:v>52.584009839800494</c:v>
              </c:pt>
              <c:pt idx="265">
                <c:v>52.584009839800494</c:v>
              </c:pt>
              <c:pt idx="266">
                <c:v>52.584009839800494</c:v>
              </c:pt>
              <c:pt idx="267">
                <c:v>52.584009839800494</c:v>
              </c:pt>
              <c:pt idx="268">
                <c:v>52.584009839800494</c:v>
              </c:pt>
              <c:pt idx="269">
                <c:v>52.584009839800494</c:v>
              </c:pt>
              <c:pt idx="270">
                <c:v>52.584009839800494</c:v>
              </c:pt>
              <c:pt idx="271">
                <c:v>52.584009839800494</c:v>
              </c:pt>
              <c:pt idx="272">
                <c:v>52.584009839800494</c:v>
              </c:pt>
              <c:pt idx="273">
                <c:v>52.584009839800494</c:v>
              </c:pt>
              <c:pt idx="274">
                <c:v>52.584009839800494</c:v>
              </c:pt>
              <c:pt idx="275">
                <c:v>52.584009839800494</c:v>
              </c:pt>
              <c:pt idx="276">
                <c:v>52.584009839800494</c:v>
              </c:pt>
              <c:pt idx="277">
                <c:v>52.584009839800494</c:v>
              </c:pt>
              <c:pt idx="278">
                <c:v>52.584009839800494</c:v>
              </c:pt>
              <c:pt idx="279">
                <c:v>52.584009839800494</c:v>
              </c:pt>
              <c:pt idx="280">
                <c:v>52.584009839800494</c:v>
              </c:pt>
              <c:pt idx="281">
                <c:v>52.584009839800494</c:v>
              </c:pt>
              <c:pt idx="282">
                <c:v>52.584009839800494</c:v>
              </c:pt>
              <c:pt idx="283">
                <c:v>52.584009839800494</c:v>
              </c:pt>
              <c:pt idx="284">
                <c:v>52.584009839800494</c:v>
              </c:pt>
              <c:pt idx="285">
                <c:v>52.584009839800494</c:v>
              </c:pt>
              <c:pt idx="286">
                <c:v>52.584009839800494</c:v>
              </c:pt>
              <c:pt idx="287">
                <c:v>52.584009839800494</c:v>
              </c:pt>
              <c:pt idx="288">
                <c:v>52.584009839800494</c:v>
              </c:pt>
              <c:pt idx="289">
                <c:v>52.584009839800494</c:v>
              </c:pt>
              <c:pt idx="290">
                <c:v>52.584009839800494</c:v>
              </c:pt>
              <c:pt idx="291">
                <c:v>52.584009839800494</c:v>
              </c:pt>
              <c:pt idx="292">
                <c:v>52.584009839800494</c:v>
              </c:pt>
              <c:pt idx="293">
                <c:v>52.584009839800494</c:v>
              </c:pt>
              <c:pt idx="294">
                <c:v>52.584009839800494</c:v>
              </c:pt>
              <c:pt idx="295">
                <c:v>52.584009839800494</c:v>
              </c:pt>
              <c:pt idx="296">
                <c:v>52.584009839800494</c:v>
              </c:pt>
              <c:pt idx="297">
                <c:v>52.584009839800494</c:v>
              </c:pt>
              <c:pt idx="298">
                <c:v>52.584009839800494</c:v>
              </c:pt>
              <c:pt idx="299">
                <c:v>52.584009839800494</c:v>
              </c:pt>
              <c:pt idx="300">
                <c:v>52.584009839800494</c:v>
              </c:pt>
              <c:pt idx="301">
                <c:v>52.584009839800494</c:v>
              </c:pt>
              <c:pt idx="302">
                <c:v>52.584009839800494</c:v>
              </c:pt>
              <c:pt idx="303">
                <c:v>52.584009839800494</c:v>
              </c:pt>
              <c:pt idx="304">
                <c:v>52.584009839800494</c:v>
              </c:pt>
              <c:pt idx="305">
                <c:v>52.584009839800494</c:v>
              </c:pt>
              <c:pt idx="306">
                <c:v>52.584009839800494</c:v>
              </c:pt>
              <c:pt idx="307">
                <c:v>52.584009839800494</c:v>
              </c:pt>
              <c:pt idx="308">
                <c:v>52.584009839800494</c:v>
              </c:pt>
              <c:pt idx="309">
                <c:v>52.584009839800494</c:v>
              </c:pt>
              <c:pt idx="310">
                <c:v>52.584009839800494</c:v>
              </c:pt>
              <c:pt idx="311">
                <c:v>52.584009839800494</c:v>
              </c:pt>
              <c:pt idx="312">
                <c:v>52.584009839800494</c:v>
              </c:pt>
              <c:pt idx="313">
                <c:v>52.584009839800494</c:v>
              </c:pt>
              <c:pt idx="314">
                <c:v>52.584009839800494</c:v>
              </c:pt>
              <c:pt idx="315">
                <c:v>52.584009839800494</c:v>
              </c:pt>
              <c:pt idx="316">
                <c:v>52.584009839800494</c:v>
              </c:pt>
              <c:pt idx="317">
                <c:v>52.584009839800494</c:v>
              </c:pt>
              <c:pt idx="318">
                <c:v>52.584009839800494</c:v>
              </c:pt>
              <c:pt idx="319">
                <c:v>52.584009839800494</c:v>
              </c:pt>
              <c:pt idx="320">
                <c:v>52.584009839800494</c:v>
              </c:pt>
              <c:pt idx="321">
                <c:v>52.584009839800494</c:v>
              </c:pt>
              <c:pt idx="322">
                <c:v>52.584009839800494</c:v>
              </c:pt>
              <c:pt idx="323">
                <c:v>52.584009839800494</c:v>
              </c:pt>
              <c:pt idx="324">
                <c:v>52.584009839800494</c:v>
              </c:pt>
              <c:pt idx="325">
                <c:v>52.584009839800494</c:v>
              </c:pt>
              <c:pt idx="326">
                <c:v>52.584009839800494</c:v>
              </c:pt>
              <c:pt idx="327">
                <c:v>52.584009839800494</c:v>
              </c:pt>
              <c:pt idx="328">
                <c:v>52.584009839800494</c:v>
              </c:pt>
              <c:pt idx="329">
                <c:v>52.584009839800494</c:v>
              </c:pt>
              <c:pt idx="330">
                <c:v>52.584009839800494</c:v>
              </c:pt>
              <c:pt idx="331">
                <c:v>52.584009839800494</c:v>
              </c:pt>
              <c:pt idx="332">
                <c:v>52.584009839800494</c:v>
              </c:pt>
              <c:pt idx="333">
                <c:v>52.584009839800494</c:v>
              </c:pt>
              <c:pt idx="334">
                <c:v>52.584009839800494</c:v>
              </c:pt>
              <c:pt idx="335">
                <c:v>52.584009839800494</c:v>
              </c:pt>
              <c:pt idx="336">
                <c:v>52.584009839800494</c:v>
              </c:pt>
              <c:pt idx="337">
                <c:v>52.584009839800494</c:v>
              </c:pt>
              <c:pt idx="338">
                <c:v>52.584009839800494</c:v>
              </c:pt>
              <c:pt idx="339">
                <c:v>52.584009839800494</c:v>
              </c:pt>
              <c:pt idx="340">
                <c:v>52.584009839800494</c:v>
              </c:pt>
              <c:pt idx="341">
                <c:v>52.584009839800494</c:v>
              </c:pt>
              <c:pt idx="342">
                <c:v>52.584009839800494</c:v>
              </c:pt>
              <c:pt idx="343">
                <c:v>52.584009839800494</c:v>
              </c:pt>
              <c:pt idx="344">
                <c:v>52.584009839800494</c:v>
              </c:pt>
              <c:pt idx="345">
                <c:v>52.584009839800494</c:v>
              </c:pt>
              <c:pt idx="346">
                <c:v>52.584009839800494</c:v>
              </c:pt>
              <c:pt idx="347">
                <c:v>52.584009839800494</c:v>
              </c:pt>
              <c:pt idx="348">
                <c:v>52.584009839800494</c:v>
              </c:pt>
              <c:pt idx="349">
                <c:v>52.584009839800494</c:v>
              </c:pt>
              <c:pt idx="350">
                <c:v>52.584009839800494</c:v>
              </c:pt>
              <c:pt idx="351">
                <c:v>52.584009839800494</c:v>
              </c:pt>
              <c:pt idx="352">
                <c:v>52.584009839800494</c:v>
              </c:pt>
              <c:pt idx="353">
                <c:v>52.584009839800494</c:v>
              </c:pt>
              <c:pt idx="354">
                <c:v>52.584009839800494</c:v>
              </c:pt>
              <c:pt idx="355">
                <c:v>52.584009839800494</c:v>
              </c:pt>
              <c:pt idx="356">
                <c:v>52.584009839800494</c:v>
              </c:pt>
              <c:pt idx="357">
                <c:v>52.584009839800494</c:v>
              </c:pt>
              <c:pt idx="358">
                <c:v>52.584009839800494</c:v>
              </c:pt>
              <c:pt idx="359">
                <c:v>52.584009839800494</c:v>
              </c:pt>
              <c:pt idx="360">
                <c:v>52.584009839800494</c:v>
              </c:pt>
              <c:pt idx="361">
                <c:v>52.584009839800494</c:v>
              </c:pt>
              <c:pt idx="362">
                <c:v>52.584009839800494</c:v>
              </c:pt>
              <c:pt idx="363">
                <c:v>52.584009839800494</c:v>
              </c:pt>
              <c:pt idx="364">
                <c:v>52.584009839800494</c:v>
              </c:pt>
              <c:pt idx="365">
                <c:v>52.584009839800494</c:v>
              </c:pt>
              <c:pt idx="366">
                <c:v>52.584009839800494</c:v>
              </c:pt>
              <c:pt idx="367">
                <c:v>52.584009839800494</c:v>
              </c:pt>
              <c:pt idx="368">
                <c:v>52.584009839800494</c:v>
              </c:pt>
              <c:pt idx="369">
                <c:v>52.584009839800494</c:v>
              </c:pt>
              <c:pt idx="370">
                <c:v>52.584009839800494</c:v>
              </c:pt>
              <c:pt idx="371">
                <c:v>52.584009839800494</c:v>
              </c:pt>
              <c:pt idx="372">
                <c:v>52.584009839800494</c:v>
              </c:pt>
              <c:pt idx="373">
                <c:v>52.584009839800494</c:v>
              </c:pt>
              <c:pt idx="374">
                <c:v>52.584009839800494</c:v>
              </c:pt>
              <c:pt idx="375">
                <c:v>52.584009839800494</c:v>
              </c:pt>
              <c:pt idx="376">
                <c:v>52.584009839800494</c:v>
              </c:pt>
              <c:pt idx="377">
                <c:v>52.584009839800494</c:v>
              </c:pt>
              <c:pt idx="378">
                <c:v>52.584009839800494</c:v>
              </c:pt>
              <c:pt idx="379">
                <c:v>52.584009839800494</c:v>
              </c:pt>
              <c:pt idx="380">
                <c:v>52.584009839800494</c:v>
              </c:pt>
              <c:pt idx="381">
                <c:v>52.584009839800494</c:v>
              </c:pt>
              <c:pt idx="382">
                <c:v>52.584009839800494</c:v>
              </c:pt>
              <c:pt idx="383">
                <c:v>52.584009839800494</c:v>
              </c:pt>
              <c:pt idx="384">
                <c:v>52.584009839800494</c:v>
              </c:pt>
              <c:pt idx="385">
                <c:v>52.584009839800494</c:v>
              </c:pt>
              <c:pt idx="386">
                <c:v>52.584009839800494</c:v>
              </c:pt>
              <c:pt idx="387">
                <c:v>52.584009839800494</c:v>
              </c:pt>
              <c:pt idx="388">
                <c:v>52.584009839800494</c:v>
              </c:pt>
              <c:pt idx="389">
                <c:v>52.584009839800494</c:v>
              </c:pt>
              <c:pt idx="390">
                <c:v>52.584009839800494</c:v>
              </c:pt>
              <c:pt idx="391">
                <c:v>52.584009839800494</c:v>
              </c:pt>
              <c:pt idx="392">
                <c:v>52.584009839800494</c:v>
              </c:pt>
              <c:pt idx="393">
                <c:v>52.584009839800494</c:v>
              </c:pt>
              <c:pt idx="394">
                <c:v>52.584009839800494</c:v>
              </c:pt>
              <c:pt idx="395">
                <c:v>52.584009839800494</c:v>
              </c:pt>
              <c:pt idx="396">
                <c:v>52.584009839800494</c:v>
              </c:pt>
              <c:pt idx="397">
                <c:v>52.584009839800494</c:v>
              </c:pt>
              <c:pt idx="398">
                <c:v>52.584009839800494</c:v>
              </c:pt>
              <c:pt idx="399">
                <c:v>52.584009839800494</c:v>
              </c:pt>
              <c:pt idx="400">
                <c:v>52.584009839800494</c:v>
              </c:pt>
              <c:pt idx="401">
                <c:v>52.584009839800494</c:v>
              </c:pt>
              <c:pt idx="402">
                <c:v>52.584009839800494</c:v>
              </c:pt>
              <c:pt idx="403">
                <c:v>52.584009839800494</c:v>
              </c:pt>
              <c:pt idx="404">
                <c:v>52.584009839800494</c:v>
              </c:pt>
              <c:pt idx="405">
                <c:v>52.584009839800494</c:v>
              </c:pt>
              <c:pt idx="406">
                <c:v>52.584009839800494</c:v>
              </c:pt>
              <c:pt idx="407">
                <c:v>52.584009839800494</c:v>
              </c:pt>
              <c:pt idx="408">
                <c:v>52.584009839800494</c:v>
              </c:pt>
              <c:pt idx="409">
                <c:v>52.584009839800494</c:v>
              </c:pt>
              <c:pt idx="410">
                <c:v>52.584009839800494</c:v>
              </c:pt>
              <c:pt idx="411">
                <c:v>52.584009839800494</c:v>
              </c:pt>
              <c:pt idx="412">
                <c:v>52.584009839800494</c:v>
              </c:pt>
              <c:pt idx="413">
                <c:v>52.584009839800494</c:v>
              </c:pt>
              <c:pt idx="414">
                <c:v>52.584009839800494</c:v>
              </c:pt>
              <c:pt idx="415">
                <c:v>52.584009839800494</c:v>
              </c:pt>
              <c:pt idx="416">
                <c:v>52.584009839800494</c:v>
              </c:pt>
              <c:pt idx="417">
                <c:v>52.584009839800494</c:v>
              </c:pt>
              <c:pt idx="418">
                <c:v>52.584009839800494</c:v>
              </c:pt>
              <c:pt idx="419">
                <c:v>52.584009839800494</c:v>
              </c:pt>
              <c:pt idx="420">
                <c:v>52.584009839800494</c:v>
              </c:pt>
              <c:pt idx="421">
                <c:v>52.584009839800494</c:v>
              </c:pt>
              <c:pt idx="422">
                <c:v>52.584009839800494</c:v>
              </c:pt>
              <c:pt idx="423">
                <c:v>52.584009839800494</c:v>
              </c:pt>
              <c:pt idx="424">
                <c:v>52.584009839800494</c:v>
              </c:pt>
              <c:pt idx="425">
                <c:v>52.584009839800494</c:v>
              </c:pt>
              <c:pt idx="426">
                <c:v>52.584009839800494</c:v>
              </c:pt>
              <c:pt idx="427">
                <c:v>52.584009839800494</c:v>
              </c:pt>
              <c:pt idx="428">
                <c:v>52.584009839800494</c:v>
              </c:pt>
              <c:pt idx="429">
                <c:v>52.584009839800494</c:v>
              </c:pt>
              <c:pt idx="430">
                <c:v>52.584009839800494</c:v>
              </c:pt>
              <c:pt idx="431">
                <c:v>52.584009839800494</c:v>
              </c:pt>
              <c:pt idx="432">
                <c:v>52.584009839800494</c:v>
              </c:pt>
              <c:pt idx="433">
                <c:v>52.584009839800494</c:v>
              </c:pt>
              <c:pt idx="434">
                <c:v>52.584009839800494</c:v>
              </c:pt>
              <c:pt idx="435">
                <c:v>52.584009839800494</c:v>
              </c:pt>
              <c:pt idx="436">
                <c:v>52.584009839800494</c:v>
              </c:pt>
              <c:pt idx="437">
                <c:v>52.584009839800494</c:v>
              </c:pt>
              <c:pt idx="438">
                <c:v>52.584009839800494</c:v>
              </c:pt>
              <c:pt idx="439">
                <c:v>52.584009839800494</c:v>
              </c:pt>
              <c:pt idx="440">
                <c:v>52.584009839800494</c:v>
              </c:pt>
              <c:pt idx="441">
                <c:v>52.584009839800494</c:v>
              </c:pt>
              <c:pt idx="442">
                <c:v>52.584009839800494</c:v>
              </c:pt>
              <c:pt idx="443">
                <c:v>52.584009839800494</c:v>
              </c:pt>
              <c:pt idx="444">
                <c:v>52.584009839800494</c:v>
              </c:pt>
              <c:pt idx="445">
                <c:v>52.584009839800494</c:v>
              </c:pt>
              <c:pt idx="446">
                <c:v>52.584009839800494</c:v>
              </c:pt>
              <c:pt idx="447">
                <c:v>52.584009839800494</c:v>
              </c:pt>
            </c:numLit>
          </c:xVal>
          <c:yVal>
            <c:numLit>
              <c:formatCode>0.0</c:formatCode>
              <c:ptCount val="448"/>
              <c:pt idx="0">
                <c:v>0.15895558424853612</c:v>
              </c:pt>
              <c:pt idx="1">
                <c:v>0.15895558424853612</c:v>
              </c:pt>
              <c:pt idx="2">
                <c:v>0.15895558424853612</c:v>
              </c:pt>
              <c:pt idx="3">
                <c:v>0.15895558424853612</c:v>
              </c:pt>
              <c:pt idx="4">
                <c:v>0.15895558424853612</c:v>
              </c:pt>
              <c:pt idx="5">
                <c:v>0.15895558424853612</c:v>
              </c:pt>
              <c:pt idx="6">
                <c:v>0.15895558424853612</c:v>
              </c:pt>
              <c:pt idx="7">
                <c:v>0.15895558424853612</c:v>
              </c:pt>
              <c:pt idx="8">
                <c:v>0.15895558424853612</c:v>
              </c:pt>
              <c:pt idx="9">
                <c:v>0.15895558424853612</c:v>
              </c:pt>
              <c:pt idx="10">
                <c:v>0.15895558424853612</c:v>
              </c:pt>
              <c:pt idx="11">
                <c:v>0.15895558424853612</c:v>
              </c:pt>
              <c:pt idx="12">
                <c:v>0.15895558424853612</c:v>
              </c:pt>
              <c:pt idx="13">
                <c:v>0.15895558424853612</c:v>
              </c:pt>
              <c:pt idx="14">
                <c:v>0.15895558424853612</c:v>
              </c:pt>
              <c:pt idx="15">
                <c:v>0.15895558424853612</c:v>
              </c:pt>
              <c:pt idx="16">
                <c:v>0.15895558424853612</c:v>
              </c:pt>
              <c:pt idx="17">
                <c:v>0.15895558424853612</c:v>
              </c:pt>
              <c:pt idx="18">
                <c:v>0.15895558424853612</c:v>
              </c:pt>
              <c:pt idx="19">
                <c:v>0.15895558424853612</c:v>
              </c:pt>
              <c:pt idx="20">
                <c:v>0.15895558424853612</c:v>
              </c:pt>
              <c:pt idx="21">
                <c:v>0.15895558424853612</c:v>
              </c:pt>
              <c:pt idx="22">
                <c:v>0.15895558424853612</c:v>
              </c:pt>
              <c:pt idx="23">
                <c:v>0.15895558424853612</c:v>
              </c:pt>
              <c:pt idx="24">
                <c:v>0.15895558424853612</c:v>
              </c:pt>
              <c:pt idx="25">
                <c:v>0.15895558424853612</c:v>
              </c:pt>
              <c:pt idx="26">
                <c:v>0.15895558424853612</c:v>
              </c:pt>
              <c:pt idx="27">
                <c:v>0.15895558424853612</c:v>
              </c:pt>
              <c:pt idx="28">
                <c:v>0.15895558424853612</c:v>
              </c:pt>
              <c:pt idx="29">
                <c:v>0.15895558424853612</c:v>
              </c:pt>
              <c:pt idx="30">
                <c:v>0.15895558424853612</c:v>
              </c:pt>
              <c:pt idx="31">
                <c:v>0.15895558424853612</c:v>
              </c:pt>
              <c:pt idx="32">
                <c:v>0.15895558424853612</c:v>
              </c:pt>
              <c:pt idx="33">
                <c:v>0.15895558424853612</c:v>
              </c:pt>
              <c:pt idx="34">
                <c:v>0.15895558424853612</c:v>
              </c:pt>
              <c:pt idx="35">
                <c:v>0.15895558424853612</c:v>
              </c:pt>
              <c:pt idx="36">
                <c:v>0.15895558424853612</c:v>
              </c:pt>
              <c:pt idx="37">
                <c:v>0.15895558424853612</c:v>
              </c:pt>
              <c:pt idx="38">
                <c:v>0.15895558424853612</c:v>
              </c:pt>
              <c:pt idx="39">
                <c:v>0.15895558424853612</c:v>
              </c:pt>
              <c:pt idx="40">
                <c:v>0.15895558424853612</c:v>
              </c:pt>
              <c:pt idx="41">
                <c:v>0.15895558424853612</c:v>
              </c:pt>
              <c:pt idx="42">
                <c:v>0.15895558424853612</c:v>
              </c:pt>
              <c:pt idx="43">
                <c:v>0.15895558424853612</c:v>
              </c:pt>
              <c:pt idx="44">
                <c:v>0.15895558424853612</c:v>
              </c:pt>
              <c:pt idx="45">
                <c:v>0.15895558424853612</c:v>
              </c:pt>
              <c:pt idx="46">
                <c:v>0.15895558424853612</c:v>
              </c:pt>
              <c:pt idx="47">
                <c:v>0.15895558424853612</c:v>
              </c:pt>
              <c:pt idx="48">
                <c:v>0.15895558424853612</c:v>
              </c:pt>
              <c:pt idx="49">
                <c:v>0.15895558424853612</c:v>
              </c:pt>
              <c:pt idx="50">
                <c:v>0.15895558424853612</c:v>
              </c:pt>
              <c:pt idx="51">
                <c:v>0.15895558424853612</c:v>
              </c:pt>
              <c:pt idx="52">
                <c:v>0.15895558424853612</c:v>
              </c:pt>
              <c:pt idx="53">
                <c:v>0.15895558424853612</c:v>
              </c:pt>
              <c:pt idx="54">
                <c:v>0.15895558424853612</c:v>
              </c:pt>
              <c:pt idx="55">
                <c:v>0.15895558424853612</c:v>
              </c:pt>
              <c:pt idx="56">
                <c:v>0.15895558424853612</c:v>
              </c:pt>
              <c:pt idx="57">
                <c:v>0.15895558424853612</c:v>
              </c:pt>
              <c:pt idx="58">
                <c:v>0.15895558424853612</c:v>
              </c:pt>
              <c:pt idx="59">
                <c:v>0.15895558424853612</c:v>
              </c:pt>
              <c:pt idx="60">
                <c:v>0.15895558424853612</c:v>
              </c:pt>
              <c:pt idx="61">
                <c:v>0.15895558424853612</c:v>
              </c:pt>
              <c:pt idx="62">
                <c:v>0.15895558424853612</c:v>
              </c:pt>
              <c:pt idx="63">
                <c:v>0.15895558424853612</c:v>
              </c:pt>
              <c:pt idx="64">
                <c:v>0.15895558424853612</c:v>
              </c:pt>
              <c:pt idx="65">
                <c:v>0.15895558424853612</c:v>
              </c:pt>
              <c:pt idx="66">
                <c:v>0.15895558424853612</c:v>
              </c:pt>
              <c:pt idx="67">
                <c:v>0.15895558424853612</c:v>
              </c:pt>
              <c:pt idx="68">
                <c:v>0.15895558424853612</c:v>
              </c:pt>
              <c:pt idx="69">
                <c:v>0.15895558424853612</c:v>
              </c:pt>
              <c:pt idx="70">
                <c:v>0.15895558424853612</c:v>
              </c:pt>
              <c:pt idx="71">
                <c:v>0.15895558424853612</c:v>
              </c:pt>
              <c:pt idx="72">
                <c:v>0.15895558424853612</c:v>
              </c:pt>
              <c:pt idx="73">
                <c:v>0.15895558424853612</c:v>
              </c:pt>
              <c:pt idx="74">
                <c:v>0.15895558424853612</c:v>
              </c:pt>
              <c:pt idx="75">
                <c:v>0.15895558424853612</c:v>
              </c:pt>
              <c:pt idx="76">
                <c:v>0.15895558424853612</c:v>
              </c:pt>
              <c:pt idx="77">
                <c:v>0.15895558424853612</c:v>
              </c:pt>
              <c:pt idx="78">
                <c:v>0.15895558424853612</c:v>
              </c:pt>
              <c:pt idx="79">
                <c:v>0.15895558424853612</c:v>
              </c:pt>
              <c:pt idx="80">
                <c:v>0.15895558424853612</c:v>
              </c:pt>
              <c:pt idx="81">
                <c:v>0.15895558424853612</c:v>
              </c:pt>
              <c:pt idx="82">
                <c:v>0.15895558424853612</c:v>
              </c:pt>
              <c:pt idx="83">
                <c:v>0.15895558424853612</c:v>
              </c:pt>
              <c:pt idx="84">
                <c:v>0.15895558424853612</c:v>
              </c:pt>
              <c:pt idx="85">
                <c:v>0.15895558424853612</c:v>
              </c:pt>
              <c:pt idx="86">
                <c:v>0.15895558424853612</c:v>
              </c:pt>
              <c:pt idx="87">
                <c:v>0.15895558424853612</c:v>
              </c:pt>
              <c:pt idx="88">
                <c:v>0.15895558424853612</c:v>
              </c:pt>
              <c:pt idx="89">
                <c:v>0.15895558424853612</c:v>
              </c:pt>
              <c:pt idx="90">
                <c:v>0.15895558424853612</c:v>
              </c:pt>
              <c:pt idx="91">
                <c:v>0.15895558424853612</c:v>
              </c:pt>
              <c:pt idx="92">
                <c:v>0.15895558424853612</c:v>
              </c:pt>
              <c:pt idx="93">
                <c:v>0.15895558424853612</c:v>
              </c:pt>
              <c:pt idx="94">
                <c:v>0.15895558424853612</c:v>
              </c:pt>
              <c:pt idx="95">
                <c:v>0.15895558424853612</c:v>
              </c:pt>
              <c:pt idx="96">
                <c:v>0.15895558424853612</c:v>
              </c:pt>
              <c:pt idx="97">
                <c:v>0.15895558424853612</c:v>
              </c:pt>
              <c:pt idx="98">
                <c:v>0.15895558424853612</c:v>
              </c:pt>
              <c:pt idx="99">
                <c:v>0.15895558424853612</c:v>
              </c:pt>
              <c:pt idx="100">
                <c:v>0.15895558424853612</c:v>
              </c:pt>
              <c:pt idx="101">
                <c:v>0.15895558424853612</c:v>
              </c:pt>
              <c:pt idx="102">
                <c:v>0.15895558424853612</c:v>
              </c:pt>
              <c:pt idx="103">
                <c:v>0.15895558424853612</c:v>
              </c:pt>
              <c:pt idx="104">
                <c:v>0.15895558424853612</c:v>
              </c:pt>
              <c:pt idx="105">
                <c:v>0.15895558424853612</c:v>
              </c:pt>
              <c:pt idx="106">
                <c:v>0.15895558424853612</c:v>
              </c:pt>
              <c:pt idx="107">
                <c:v>0.15895558424853612</c:v>
              </c:pt>
              <c:pt idx="108">
                <c:v>0.15895558424853612</c:v>
              </c:pt>
              <c:pt idx="109">
                <c:v>0.15895558424853612</c:v>
              </c:pt>
              <c:pt idx="110">
                <c:v>0.15895558424853612</c:v>
              </c:pt>
              <c:pt idx="111">
                <c:v>0.15895558424853612</c:v>
              </c:pt>
              <c:pt idx="112">
                <c:v>0.15895558424853612</c:v>
              </c:pt>
              <c:pt idx="113">
                <c:v>0.15895558424853612</c:v>
              </c:pt>
              <c:pt idx="114">
                <c:v>0.15895558424853612</c:v>
              </c:pt>
              <c:pt idx="115">
                <c:v>0.15895558424853612</c:v>
              </c:pt>
              <c:pt idx="116">
                <c:v>0.15895558424853612</c:v>
              </c:pt>
              <c:pt idx="117">
                <c:v>0.15895558424853612</c:v>
              </c:pt>
              <c:pt idx="118">
                <c:v>0.15895558424853612</c:v>
              </c:pt>
              <c:pt idx="119">
                <c:v>0.15895558424853612</c:v>
              </c:pt>
              <c:pt idx="120">
                <c:v>0.15895558424853612</c:v>
              </c:pt>
              <c:pt idx="121">
                <c:v>0.15895558424853612</c:v>
              </c:pt>
              <c:pt idx="122">
                <c:v>0.15895558424853612</c:v>
              </c:pt>
              <c:pt idx="123">
                <c:v>0.15895558424853612</c:v>
              </c:pt>
              <c:pt idx="124">
                <c:v>0.15895558424853612</c:v>
              </c:pt>
              <c:pt idx="125">
                <c:v>0.15895558424853612</c:v>
              </c:pt>
              <c:pt idx="126">
                <c:v>0.15895558424853612</c:v>
              </c:pt>
              <c:pt idx="127">
                <c:v>0.15895558424853612</c:v>
              </c:pt>
              <c:pt idx="128">
                <c:v>0.15895558424853612</c:v>
              </c:pt>
              <c:pt idx="129">
                <c:v>0.15895558424853612</c:v>
              </c:pt>
              <c:pt idx="130">
                <c:v>0.15895558424853612</c:v>
              </c:pt>
              <c:pt idx="131">
                <c:v>0.15895558424853612</c:v>
              </c:pt>
              <c:pt idx="132">
                <c:v>0.15895558424853612</c:v>
              </c:pt>
              <c:pt idx="133">
                <c:v>0.15895558424853612</c:v>
              </c:pt>
              <c:pt idx="134">
                <c:v>0.15895558424853612</c:v>
              </c:pt>
              <c:pt idx="135">
                <c:v>0.15895558424853612</c:v>
              </c:pt>
              <c:pt idx="136">
                <c:v>0.15895558424853612</c:v>
              </c:pt>
              <c:pt idx="137">
                <c:v>0.15895558424853612</c:v>
              </c:pt>
              <c:pt idx="138">
                <c:v>0.15895558424853612</c:v>
              </c:pt>
              <c:pt idx="139">
                <c:v>0.15895558424853612</c:v>
              </c:pt>
              <c:pt idx="140">
                <c:v>0.15895558424853612</c:v>
              </c:pt>
              <c:pt idx="141">
                <c:v>0.15895558424853612</c:v>
              </c:pt>
              <c:pt idx="142">
                <c:v>0.15895558424853612</c:v>
              </c:pt>
              <c:pt idx="143">
                <c:v>0.15895558424853612</c:v>
              </c:pt>
              <c:pt idx="144">
                <c:v>0.15895558424853612</c:v>
              </c:pt>
              <c:pt idx="145">
                <c:v>0.15895558424853612</c:v>
              </c:pt>
              <c:pt idx="146">
                <c:v>0.15895558424853612</c:v>
              </c:pt>
              <c:pt idx="147">
                <c:v>0.15895558424853612</c:v>
              </c:pt>
              <c:pt idx="148">
                <c:v>0.15895558424853612</c:v>
              </c:pt>
              <c:pt idx="149">
                <c:v>0.15895558424853612</c:v>
              </c:pt>
              <c:pt idx="150">
                <c:v>0.15895558424853612</c:v>
              </c:pt>
              <c:pt idx="151">
                <c:v>0.15895558424853612</c:v>
              </c:pt>
              <c:pt idx="152">
                <c:v>0.15895558424853612</c:v>
              </c:pt>
              <c:pt idx="153">
                <c:v>0.15895558424853612</c:v>
              </c:pt>
              <c:pt idx="154">
                <c:v>0.15895558424853612</c:v>
              </c:pt>
              <c:pt idx="155">
                <c:v>0.15895558424853612</c:v>
              </c:pt>
              <c:pt idx="156">
                <c:v>0.15895558424853612</c:v>
              </c:pt>
              <c:pt idx="157">
                <c:v>0.15895558424853612</c:v>
              </c:pt>
              <c:pt idx="158">
                <c:v>0.15895558424853612</c:v>
              </c:pt>
              <c:pt idx="159">
                <c:v>0.15895558424853612</c:v>
              </c:pt>
              <c:pt idx="160">
                <c:v>0.15895558424853612</c:v>
              </c:pt>
              <c:pt idx="161">
                <c:v>0.15895558424853612</c:v>
              </c:pt>
              <c:pt idx="162">
                <c:v>0.15895558424853612</c:v>
              </c:pt>
              <c:pt idx="163">
                <c:v>0.15895558424853612</c:v>
              </c:pt>
              <c:pt idx="164">
                <c:v>0.15895558424853612</c:v>
              </c:pt>
              <c:pt idx="165">
                <c:v>0.15895558424853612</c:v>
              </c:pt>
              <c:pt idx="166">
                <c:v>0.15895558424853612</c:v>
              </c:pt>
              <c:pt idx="167">
                <c:v>0.15895558424853612</c:v>
              </c:pt>
              <c:pt idx="168">
                <c:v>0.15895558424853612</c:v>
              </c:pt>
              <c:pt idx="169">
                <c:v>0.15895558424853612</c:v>
              </c:pt>
              <c:pt idx="170">
                <c:v>0.15895558424853612</c:v>
              </c:pt>
              <c:pt idx="171">
                <c:v>0.15895558424853612</c:v>
              </c:pt>
              <c:pt idx="172">
                <c:v>0.15895558424853612</c:v>
              </c:pt>
              <c:pt idx="173">
                <c:v>0.15895558424853612</c:v>
              </c:pt>
              <c:pt idx="174">
                <c:v>0.15895558424853612</c:v>
              </c:pt>
              <c:pt idx="175">
                <c:v>0.15895558424853612</c:v>
              </c:pt>
              <c:pt idx="176">
                <c:v>0.15895558424853612</c:v>
              </c:pt>
              <c:pt idx="177">
                <c:v>0.15895558424853612</c:v>
              </c:pt>
              <c:pt idx="178">
                <c:v>0.15895558424853612</c:v>
              </c:pt>
              <c:pt idx="179">
                <c:v>0.15895558424853612</c:v>
              </c:pt>
              <c:pt idx="180">
                <c:v>0.15895558424853612</c:v>
              </c:pt>
              <c:pt idx="181">
                <c:v>0.15895558424853612</c:v>
              </c:pt>
              <c:pt idx="182">
                <c:v>0.15895558424853612</c:v>
              </c:pt>
              <c:pt idx="183">
                <c:v>0.15895558424853612</c:v>
              </c:pt>
              <c:pt idx="184">
                <c:v>0.15895558424853612</c:v>
              </c:pt>
              <c:pt idx="185">
                <c:v>0.15895558424853612</c:v>
              </c:pt>
              <c:pt idx="186">
                <c:v>0.15895558424853612</c:v>
              </c:pt>
              <c:pt idx="187">
                <c:v>0.15895558424853612</c:v>
              </c:pt>
              <c:pt idx="188">
                <c:v>0.15895558424853612</c:v>
              </c:pt>
              <c:pt idx="189">
                <c:v>0.15895558424853612</c:v>
              </c:pt>
              <c:pt idx="190">
                <c:v>0.15895558424853612</c:v>
              </c:pt>
              <c:pt idx="191">
                <c:v>0.15895558424853612</c:v>
              </c:pt>
              <c:pt idx="192">
                <c:v>0.15895558424853612</c:v>
              </c:pt>
              <c:pt idx="193">
                <c:v>0.15895558424853612</c:v>
              </c:pt>
              <c:pt idx="194">
                <c:v>0.15895558424853612</c:v>
              </c:pt>
              <c:pt idx="195">
                <c:v>0.15895558424853612</c:v>
              </c:pt>
              <c:pt idx="196">
                <c:v>0.15895558424853612</c:v>
              </c:pt>
              <c:pt idx="197">
                <c:v>0.15895558424853612</c:v>
              </c:pt>
              <c:pt idx="198">
                <c:v>0.15895558424853612</c:v>
              </c:pt>
              <c:pt idx="199">
                <c:v>0.15895558424853612</c:v>
              </c:pt>
              <c:pt idx="200">
                <c:v>0.15895558424853612</c:v>
              </c:pt>
              <c:pt idx="201">
                <c:v>0.15895558424853612</c:v>
              </c:pt>
              <c:pt idx="202">
                <c:v>0.15895558424853612</c:v>
              </c:pt>
              <c:pt idx="203">
                <c:v>0.15895558424853612</c:v>
              </c:pt>
              <c:pt idx="204">
                <c:v>0.15895558424853612</c:v>
              </c:pt>
              <c:pt idx="205">
                <c:v>0.15895558424853612</c:v>
              </c:pt>
              <c:pt idx="206">
                <c:v>0.15895558424853612</c:v>
              </c:pt>
              <c:pt idx="207">
                <c:v>0.15895558424853612</c:v>
              </c:pt>
              <c:pt idx="208">
                <c:v>0.15895558424853612</c:v>
              </c:pt>
              <c:pt idx="209">
                <c:v>0.15895558424853612</c:v>
              </c:pt>
              <c:pt idx="210">
                <c:v>0.15895558424853612</c:v>
              </c:pt>
              <c:pt idx="211">
                <c:v>0.15895558424853612</c:v>
              </c:pt>
              <c:pt idx="212">
                <c:v>0.15895558424853612</c:v>
              </c:pt>
              <c:pt idx="213">
                <c:v>0.15895558424853612</c:v>
              </c:pt>
              <c:pt idx="214">
                <c:v>0.15895558424853612</c:v>
              </c:pt>
              <c:pt idx="215">
                <c:v>0.15895558424853612</c:v>
              </c:pt>
              <c:pt idx="216">
                <c:v>0.15895558424853612</c:v>
              </c:pt>
              <c:pt idx="217">
                <c:v>0.15895558424853612</c:v>
              </c:pt>
              <c:pt idx="218">
                <c:v>0.15895558424853612</c:v>
              </c:pt>
              <c:pt idx="219">
                <c:v>0.15895558424853612</c:v>
              </c:pt>
              <c:pt idx="220">
                <c:v>0.15895558424853612</c:v>
              </c:pt>
              <c:pt idx="221">
                <c:v>0.15895558424853612</c:v>
              </c:pt>
              <c:pt idx="222">
                <c:v>0.15895558424853612</c:v>
              </c:pt>
              <c:pt idx="223">
                <c:v>0.15895558424853612</c:v>
              </c:pt>
              <c:pt idx="224">
                <c:v>0.15895558424853612</c:v>
              </c:pt>
              <c:pt idx="225">
                <c:v>0.15895558424853612</c:v>
              </c:pt>
              <c:pt idx="226">
                <c:v>0.15895558424853612</c:v>
              </c:pt>
              <c:pt idx="227">
                <c:v>0.15895558424853612</c:v>
              </c:pt>
              <c:pt idx="228">
                <c:v>0.15895558424853612</c:v>
              </c:pt>
              <c:pt idx="229">
                <c:v>0.15895558424853612</c:v>
              </c:pt>
              <c:pt idx="230">
                <c:v>0.15895558424853612</c:v>
              </c:pt>
              <c:pt idx="231">
                <c:v>0.15895558424853612</c:v>
              </c:pt>
              <c:pt idx="232">
                <c:v>0.15895558424853612</c:v>
              </c:pt>
              <c:pt idx="233">
                <c:v>0.15895558424853612</c:v>
              </c:pt>
              <c:pt idx="234">
                <c:v>0.15895558424853612</c:v>
              </c:pt>
              <c:pt idx="235">
                <c:v>0.15895558424853612</c:v>
              </c:pt>
              <c:pt idx="236">
                <c:v>0.15895558424853612</c:v>
              </c:pt>
              <c:pt idx="237">
                <c:v>0.15895558424853612</c:v>
              </c:pt>
              <c:pt idx="238">
                <c:v>0.15895558424853612</c:v>
              </c:pt>
              <c:pt idx="239">
                <c:v>0.15895558424853612</c:v>
              </c:pt>
              <c:pt idx="240">
                <c:v>0.15895558424853612</c:v>
              </c:pt>
              <c:pt idx="241">
                <c:v>0.15895558424853612</c:v>
              </c:pt>
              <c:pt idx="242">
                <c:v>0.15895558424853612</c:v>
              </c:pt>
              <c:pt idx="243">
                <c:v>0.15895558424853612</c:v>
              </c:pt>
              <c:pt idx="244">
                <c:v>0.15895558424853612</c:v>
              </c:pt>
              <c:pt idx="245">
                <c:v>0.15895558424853612</c:v>
              </c:pt>
              <c:pt idx="246">
                <c:v>0.15895558424853612</c:v>
              </c:pt>
              <c:pt idx="247">
                <c:v>0.15895558424853612</c:v>
              </c:pt>
              <c:pt idx="248">
                <c:v>0.15895558424853612</c:v>
              </c:pt>
              <c:pt idx="249">
                <c:v>0.15895558424853612</c:v>
              </c:pt>
              <c:pt idx="250">
                <c:v>0.15895558424853612</c:v>
              </c:pt>
              <c:pt idx="251">
                <c:v>0.15895558424853612</c:v>
              </c:pt>
              <c:pt idx="252">
                <c:v>0.15895558424853612</c:v>
              </c:pt>
              <c:pt idx="253">
                <c:v>0.15895558424853612</c:v>
              </c:pt>
              <c:pt idx="254">
                <c:v>0.15895558424853612</c:v>
              </c:pt>
              <c:pt idx="255">
                <c:v>0.15895558424853612</c:v>
              </c:pt>
              <c:pt idx="256">
                <c:v>0.15895558424853612</c:v>
              </c:pt>
              <c:pt idx="257">
                <c:v>0.15895558424853612</c:v>
              </c:pt>
              <c:pt idx="258">
                <c:v>0.15895558424853612</c:v>
              </c:pt>
              <c:pt idx="259">
                <c:v>0.15895558424853612</c:v>
              </c:pt>
              <c:pt idx="260">
                <c:v>0.15895558424853612</c:v>
              </c:pt>
              <c:pt idx="261">
                <c:v>0.15895558424853612</c:v>
              </c:pt>
              <c:pt idx="262">
                <c:v>0.15895558424853612</c:v>
              </c:pt>
              <c:pt idx="263">
                <c:v>0.15895558424853612</c:v>
              </c:pt>
              <c:pt idx="264">
                <c:v>0.15895558424853612</c:v>
              </c:pt>
              <c:pt idx="265">
                <c:v>0.15895558424853612</c:v>
              </c:pt>
              <c:pt idx="266">
                <c:v>0.15895558424853612</c:v>
              </c:pt>
              <c:pt idx="267">
                <c:v>0.15895558424853612</c:v>
              </c:pt>
              <c:pt idx="268">
                <c:v>0.15895558424853612</c:v>
              </c:pt>
              <c:pt idx="269">
                <c:v>0.15895558424853612</c:v>
              </c:pt>
              <c:pt idx="270">
                <c:v>0.15895558424853612</c:v>
              </c:pt>
              <c:pt idx="271">
                <c:v>0.15895558424853612</c:v>
              </c:pt>
              <c:pt idx="272">
                <c:v>0.15895558424853612</c:v>
              </c:pt>
              <c:pt idx="273">
                <c:v>0.15895558424853612</c:v>
              </c:pt>
              <c:pt idx="274">
                <c:v>0.15895558424853612</c:v>
              </c:pt>
              <c:pt idx="275">
                <c:v>0.15895558424853612</c:v>
              </c:pt>
              <c:pt idx="276">
                <c:v>0.15895558424853612</c:v>
              </c:pt>
              <c:pt idx="277">
                <c:v>0.15895558424853612</c:v>
              </c:pt>
              <c:pt idx="278">
                <c:v>0.15895558424853612</c:v>
              </c:pt>
              <c:pt idx="279">
                <c:v>0.15895558424853612</c:v>
              </c:pt>
              <c:pt idx="280">
                <c:v>0.15895558424853612</c:v>
              </c:pt>
              <c:pt idx="281">
                <c:v>0.15895558424853612</c:v>
              </c:pt>
              <c:pt idx="282">
                <c:v>0.15895558424853612</c:v>
              </c:pt>
              <c:pt idx="283">
                <c:v>0.15895558424853612</c:v>
              </c:pt>
              <c:pt idx="284">
                <c:v>0.15895558424853612</c:v>
              </c:pt>
              <c:pt idx="285">
                <c:v>0.15895558424853612</c:v>
              </c:pt>
              <c:pt idx="286">
                <c:v>0.15895558424853612</c:v>
              </c:pt>
              <c:pt idx="287">
                <c:v>0.15895558424853612</c:v>
              </c:pt>
              <c:pt idx="288">
                <c:v>0.15895558424853612</c:v>
              </c:pt>
              <c:pt idx="289">
                <c:v>0.15895558424853612</c:v>
              </c:pt>
              <c:pt idx="290">
                <c:v>0.15895558424853612</c:v>
              </c:pt>
              <c:pt idx="291">
                <c:v>0.15895558424853612</c:v>
              </c:pt>
              <c:pt idx="292">
                <c:v>0.15895558424853612</c:v>
              </c:pt>
              <c:pt idx="293">
                <c:v>0.15895558424853612</c:v>
              </c:pt>
              <c:pt idx="294">
                <c:v>0.15895558424853612</c:v>
              </c:pt>
              <c:pt idx="295">
                <c:v>0.15895558424853612</c:v>
              </c:pt>
              <c:pt idx="296">
                <c:v>0.15895558424853612</c:v>
              </c:pt>
              <c:pt idx="297">
                <c:v>0.15895558424853612</c:v>
              </c:pt>
              <c:pt idx="298">
                <c:v>0.15895558424853612</c:v>
              </c:pt>
              <c:pt idx="299">
                <c:v>0.15895558424853612</c:v>
              </c:pt>
              <c:pt idx="300">
                <c:v>0.15895558424853612</c:v>
              </c:pt>
              <c:pt idx="301">
                <c:v>0.15895558424853612</c:v>
              </c:pt>
              <c:pt idx="302">
                <c:v>0.15895558424853612</c:v>
              </c:pt>
              <c:pt idx="303">
                <c:v>0.15895558424853612</c:v>
              </c:pt>
              <c:pt idx="304">
                <c:v>0.15895558424853612</c:v>
              </c:pt>
              <c:pt idx="305">
                <c:v>0.15895558424853612</c:v>
              </c:pt>
              <c:pt idx="306">
                <c:v>0.15895558424853612</c:v>
              </c:pt>
              <c:pt idx="307">
                <c:v>0.15895558424853612</c:v>
              </c:pt>
              <c:pt idx="308">
                <c:v>0.15895558424853612</c:v>
              </c:pt>
              <c:pt idx="309">
                <c:v>0.15895558424853612</c:v>
              </c:pt>
              <c:pt idx="310">
                <c:v>0.15895558424853612</c:v>
              </c:pt>
              <c:pt idx="311">
                <c:v>0.15895558424853612</c:v>
              </c:pt>
              <c:pt idx="312">
                <c:v>0.15895558424853612</c:v>
              </c:pt>
              <c:pt idx="313">
                <c:v>0.15895558424853612</c:v>
              </c:pt>
              <c:pt idx="314">
                <c:v>0.15895558424853612</c:v>
              </c:pt>
              <c:pt idx="315">
                <c:v>0.15895558424853612</c:v>
              </c:pt>
              <c:pt idx="316">
                <c:v>0.15895558424853612</c:v>
              </c:pt>
              <c:pt idx="317">
                <c:v>0.15895558424853612</c:v>
              </c:pt>
              <c:pt idx="318">
                <c:v>0.15895558424853612</c:v>
              </c:pt>
              <c:pt idx="319">
                <c:v>0.15895558424853612</c:v>
              </c:pt>
              <c:pt idx="320">
                <c:v>0.15895558424853612</c:v>
              </c:pt>
              <c:pt idx="321">
                <c:v>0.15895558424853612</c:v>
              </c:pt>
              <c:pt idx="322">
                <c:v>0.15895558424853612</c:v>
              </c:pt>
              <c:pt idx="323">
                <c:v>0.15895558424853612</c:v>
              </c:pt>
              <c:pt idx="324">
                <c:v>0.15895558424853612</c:v>
              </c:pt>
              <c:pt idx="325">
                <c:v>0.15895558424853612</c:v>
              </c:pt>
              <c:pt idx="326">
                <c:v>0.15895558424853612</c:v>
              </c:pt>
              <c:pt idx="327">
                <c:v>0.15895558424853612</c:v>
              </c:pt>
              <c:pt idx="328">
                <c:v>0.15895558424853612</c:v>
              </c:pt>
              <c:pt idx="329">
                <c:v>0.15895558424853612</c:v>
              </c:pt>
              <c:pt idx="330">
                <c:v>0.15895558424853612</c:v>
              </c:pt>
              <c:pt idx="331">
                <c:v>0.15895558424853612</c:v>
              </c:pt>
              <c:pt idx="332">
                <c:v>0.15895558424853612</c:v>
              </c:pt>
              <c:pt idx="333">
                <c:v>0.15895558424853612</c:v>
              </c:pt>
              <c:pt idx="334">
                <c:v>0.15895558424853612</c:v>
              </c:pt>
              <c:pt idx="335">
                <c:v>0.15895558424853612</c:v>
              </c:pt>
              <c:pt idx="336">
                <c:v>0.15895558424853612</c:v>
              </c:pt>
              <c:pt idx="337">
                <c:v>0.15895558424853612</c:v>
              </c:pt>
              <c:pt idx="338">
                <c:v>0.15895558424853612</c:v>
              </c:pt>
              <c:pt idx="339">
                <c:v>0.15895558424853612</c:v>
              </c:pt>
              <c:pt idx="340">
                <c:v>0.15895558424853612</c:v>
              </c:pt>
              <c:pt idx="341">
                <c:v>0.15895558424853612</c:v>
              </c:pt>
              <c:pt idx="342">
                <c:v>0.15895558424853612</c:v>
              </c:pt>
              <c:pt idx="343">
                <c:v>0.15895558424853612</c:v>
              </c:pt>
              <c:pt idx="344">
                <c:v>0.15895558424853612</c:v>
              </c:pt>
              <c:pt idx="345">
                <c:v>0.15895558424853612</c:v>
              </c:pt>
              <c:pt idx="346">
                <c:v>0.15895558424853612</c:v>
              </c:pt>
              <c:pt idx="347">
                <c:v>0.15895558424853612</c:v>
              </c:pt>
              <c:pt idx="348">
                <c:v>0.15895558424853612</c:v>
              </c:pt>
              <c:pt idx="349">
                <c:v>0.15895558424853612</c:v>
              </c:pt>
              <c:pt idx="350">
                <c:v>0.15895558424853612</c:v>
              </c:pt>
              <c:pt idx="351">
                <c:v>0.15895558424853612</c:v>
              </c:pt>
              <c:pt idx="352">
                <c:v>0.15895558424853612</c:v>
              </c:pt>
              <c:pt idx="353">
                <c:v>0.15895558424853612</c:v>
              </c:pt>
              <c:pt idx="354">
                <c:v>0.15895558424853612</c:v>
              </c:pt>
              <c:pt idx="355">
                <c:v>0.15895558424853612</c:v>
              </c:pt>
              <c:pt idx="356">
                <c:v>0.15895558424853612</c:v>
              </c:pt>
              <c:pt idx="357">
                <c:v>0.15895558424853612</c:v>
              </c:pt>
              <c:pt idx="358">
                <c:v>0.15895558424853612</c:v>
              </c:pt>
              <c:pt idx="359">
                <c:v>0.15895558424853612</c:v>
              </c:pt>
              <c:pt idx="360">
                <c:v>0.15895558424853612</c:v>
              </c:pt>
              <c:pt idx="361">
                <c:v>0.15895558424853612</c:v>
              </c:pt>
              <c:pt idx="362">
                <c:v>0.15895558424853612</c:v>
              </c:pt>
              <c:pt idx="363">
                <c:v>0.15895558424853612</c:v>
              </c:pt>
              <c:pt idx="364">
                <c:v>0.15895558424853612</c:v>
              </c:pt>
              <c:pt idx="365">
                <c:v>0.15895558424853612</c:v>
              </c:pt>
              <c:pt idx="366">
                <c:v>0.15895558424853612</c:v>
              </c:pt>
              <c:pt idx="367">
                <c:v>0.15895558424853612</c:v>
              </c:pt>
              <c:pt idx="368">
                <c:v>0.15895558424853612</c:v>
              </c:pt>
              <c:pt idx="369">
                <c:v>0.15895558424853612</c:v>
              </c:pt>
              <c:pt idx="370">
                <c:v>0.15895558424853612</c:v>
              </c:pt>
              <c:pt idx="371">
                <c:v>0.15895558424853612</c:v>
              </c:pt>
              <c:pt idx="372">
                <c:v>0.15895558424853612</c:v>
              </c:pt>
              <c:pt idx="373">
                <c:v>0.15895558424853612</c:v>
              </c:pt>
              <c:pt idx="374">
                <c:v>0.15895558424853612</c:v>
              </c:pt>
              <c:pt idx="375">
                <c:v>0.15895558424853612</c:v>
              </c:pt>
              <c:pt idx="376">
                <c:v>0.15895558424853612</c:v>
              </c:pt>
              <c:pt idx="377">
                <c:v>0.15895558424853612</c:v>
              </c:pt>
              <c:pt idx="378">
                <c:v>0.15895558424853612</c:v>
              </c:pt>
              <c:pt idx="379">
                <c:v>0.15895558424853612</c:v>
              </c:pt>
              <c:pt idx="380">
                <c:v>0.15895558424853612</c:v>
              </c:pt>
              <c:pt idx="381">
                <c:v>0.15895558424853612</c:v>
              </c:pt>
              <c:pt idx="382">
                <c:v>0.15895558424853612</c:v>
              </c:pt>
              <c:pt idx="383">
                <c:v>0.15895558424853612</c:v>
              </c:pt>
              <c:pt idx="384">
                <c:v>0.15895558424853612</c:v>
              </c:pt>
              <c:pt idx="385">
                <c:v>0.15895558424853612</c:v>
              </c:pt>
              <c:pt idx="386">
                <c:v>0.15895558424853612</c:v>
              </c:pt>
              <c:pt idx="387">
                <c:v>0.15895558424853612</c:v>
              </c:pt>
              <c:pt idx="388">
                <c:v>0.15895558424853612</c:v>
              </c:pt>
              <c:pt idx="389">
                <c:v>0.15895558424853612</c:v>
              </c:pt>
              <c:pt idx="390">
                <c:v>0.15895558424853612</c:v>
              </c:pt>
              <c:pt idx="391">
                <c:v>0.15895558424853612</c:v>
              </c:pt>
              <c:pt idx="392">
                <c:v>0.15895558424853612</c:v>
              </c:pt>
              <c:pt idx="393">
                <c:v>0.15895558424853612</c:v>
              </c:pt>
              <c:pt idx="394">
                <c:v>0.15895558424853612</c:v>
              </c:pt>
              <c:pt idx="395">
                <c:v>0.15895558424853612</c:v>
              </c:pt>
              <c:pt idx="396">
                <c:v>0.15895558424853612</c:v>
              </c:pt>
              <c:pt idx="397">
                <c:v>0.15895558424853612</c:v>
              </c:pt>
              <c:pt idx="398">
                <c:v>0.15895558424853612</c:v>
              </c:pt>
              <c:pt idx="399">
                <c:v>0.15895558424853612</c:v>
              </c:pt>
              <c:pt idx="400">
                <c:v>0.15895558424853612</c:v>
              </c:pt>
              <c:pt idx="401">
                <c:v>0.15895558424853612</c:v>
              </c:pt>
              <c:pt idx="402">
                <c:v>0.15895558424853612</c:v>
              </c:pt>
              <c:pt idx="403">
                <c:v>0.15895558424853612</c:v>
              </c:pt>
              <c:pt idx="404">
                <c:v>0.15895558424853612</c:v>
              </c:pt>
              <c:pt idx="405">
                <c:v>0.15895558424853612</c:v>
              </c:pt>
              <c:pt idx="406">
                <c:v>0.15895558424853612</c:v>
              </c:pt>
              <c:pt idx="407">
                <c:v>0.15895558424853612</c:v>
              </c:pt>
              <c:pt idx="408">
                <c:v>0.15895558424853612</c:v>
              </c:pt>
              <c:pt idx="409">
                <c:v>0.15895558424853612</c:v>
              </c:pt>
              <c:pt idx="410">
                <c:v>0.15895558424853612</c:v>
              </c:pt>
              <c:pt idx="411">
                <c:v>0.15895558424853612</c:v>
              </c:pt>
              <c:pt idx="412">
                <c:v>0.15895558424853612</c:v>
              </c:pt>
              <c:pt idx="413">
                <c:v>0.15895558424853612</c:v>
              </c:pt>
              <c:pt idx="414">
                <c:v>0.15895558424853612</c:v>
              </c:pt>
              <c:pt idx="415">
                <c:v>0.15895558424853612</c:v>
              </c:pt>
              <c:pt idx="416">
                <c:v>0.15895558424853612</c:v>
              </c:pt>
              <c:pt idx="417">
                <c:v>0.15895558424853612</c:v>
              </c:pt>
              <c:pt idx="418">
                <c:v>0.15895558424853612</c:v>
              </c:pt>
              <c:pt idx="419">
                <c:v>0.15895558424853612</c:v>
              </c:pt>
              <c:pt idx="420">
                <c:v>0.15895558424853612</c:v>
              </c:pt>
              <c:pt idx="421">
                <c:v>0.15895558424853612</c:v>
              </c:pt>
              <c:pt idx="422">
                <c:v>0.15895558424853612</c:v>
              </c:pt>
              <c:pt idx="423">
                <c:v>0.15895558424853612</c:v>
              </c:pt>
              <c:pt idx="424">
                <c:v>0.15895558424853612</c:v>
              </c:pt>
              <c:pt idx="425">
                <c:v>0.15895558424853612</c:v>
              </c:pt>
              <c:pt idx="426">
                <c:v>0.15895558424853612</c:v>
              </c:pt>
              <c:pt idx="427">
                <c:v>0.15895558424853612</c:v>
              </c:pt>
              <c:pt idx="428">
                <c:v>0.15895558424853612</c:v>
              </c:pt>
              <c:pt idx="429">
                <c:v>0.15895558424853612</c:v>
              </c:pt>
              <c:pt idx="430">
                <c:v>0.15895558424853612</c:v>
              </c:pt>
              <c:pt idx="431">
                <c:v>0.15895558424853612</c:v>
              </c:pt>
              <c:pt idx="432">
                <c:v>0.15895558424853612</c:v>
              </c:pt>
              <c:pt idx="433">
                <c:v>0.15895558424853612</c:v>
              </c:pt>
              <c:pt idx="434">
                <c:v>0.15895558424853612</c:v>
              </c:pt>
              <c:pt idx="435">
                <c:v>0.15895558424853612</c:v>
              </c:pt>
              <c:pt idx="436">
                <c:v>0.15895558424853612</c:v>
              </c:pt>
              <c:pt idx="437">
                <c:v>0.15895558424853612</c:v>
              </c:pt>
              <c:pt idx="438">
                <c:v>0.15895558424853612</c:v>
              </c:pt>
              <c:pt idx="439">
                <c:v>0.15895558424853612</c:v>
              </c:pt>
              <c:pt idx="440">
                <c:v>0.15895558424853612</c:v>
              </c:pt>
              <c:pt idx="441">
                <c:v>0.15895558424853612</c:v>
              </c:pt>
              <c:pt idx="442">
                <c:v>0.15895558424853612</c:v>
              </c:pt>
              <c:pt idx="443">
                <c:v>0.15895558424853612</c:v>
              </c:pt>
              <c:pt idx="444">
                <c:v>0.15895558424853612</c:v>
              </c:pt>
              <c:pt idx="445">
                <c:v>0.15895558424853612</c:v>
              </c:pt>
              <c:pt idx="446">
                <c:v>0.15895558424853612</c:v>
              </c:pt>
              <c:pt idx="447">
                <c:v>0.15895558424853612</c:v>
              </c:pt>
            </c:numLit>
          </c:yVal>
          <c:smooth val="0"/>
        </c:ser>
        <c:ser>
          <c:idx val="10"/>
          <c:order val="10"/>
          <c:tx>
            <c:v>Implemented LCA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FFFFFF"/>
              </a:solidFill>
            </c:spPr>
          </c:marker>
          <c:xVal>
            <c:numLit>
              <c:formatCode>General</c:formatCode>
              <c:ptCount val="448"/>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numLit>
          </c:xVal>
          <c:yVal>
            <c:numLit>
              <c:formatCode>0.0</c:formatCode>
              <c:ptCount val="448"/>
              <c:pt idx="0">
                <c:v>6.202028524893199</c:v>
              </c:pt>
              <c:pt idx="1">
                <c:v>6.202028524893199</c:v>
              </c:pt>
              <c:pt idx="2">
                <c:v>6.202028524893199</c:v>
              </c:pt>
              <c:pt idx="3">
                <c:v>6.202028524893199</c:v>
              </c:pt>
              <c:pt idx="4">
                <c:v>6.202028524893199</c:v>
              </c:pt>
              <c:pt idx="5">
                <c:v>6.202028524893199</c:v>
              </c:pt>
              <c:pt idx="6">
                <c:v>6.202028524893199</c:v>
              </c:pt>
              <c:pt idx="7">
                <c:v>6.202028524893199</c:v>
              </c:pt>
              <c:pt idx="8">
                <c:v>6.202028524893199</c:v>
              </c:pt>
              <c:pt idx="9">
                <c:v>6.202028524893199</c:v>
              </c:pt>
              <c:pt idx="10">
                <c:v>6.202028524893199</c:v>
              </c:pt>
              <c:pt idx="11">
                <c:v>6.202028524893199</c:v>
              </c:pt>
              <c:pt idx="12">
                <c:v>6.202028524893199</c:v>
              </c:pt>
              <c:pt idx="13">
                <c:v>6.202028524893199</c:v>
              </c:pt>
              <c:pt idx="14">
                <c:v>6.202028524893199</c:v>
              </c:pt>
              <c:pt idx="15">
                <c:v>6.202028524893199</c:v>
              </c:pt>
              <c:pt idx="16">
                <c:v>6.202028524893199</c:v>
              </c:pt>
              <c:pt idx="17">
                <c:v>6.202028524893199</c:v>
              </c:pt>
              <c:pt idx="18">
                <c:v>6.202028524893199</c:v>
              </c:pt>
              <c:pt idx="19">
                <c:v>6.202028524893199</c:v>
              </c:pt>
              <c:pt idx="20">
                <c:v>6.202028524893199</c:v>
              </c:pt>
              <c:pt idx="21">
                <c:v>6.202028524893199</c:v>
              </c:pt>
              <c:pt idx="22">
                <c:v>6.202028524893199</c:v>
              </c:pt>
              <c:pt idx="23">
                <c:v>6.202028524893199</c:v>
              </c:pt>
              <c:pt idx="24">
                <c:v>6.202028524893199</c:v>
              </c:pt>
              <c:pt idx="25">
                <c:v>6.202028524893199</c:v>
              </c:pt>
              <c:pt idx="26">
                <c:v>6.202028524893199</c:v>
              </c:pt>
              <c:pt idx="27">
                <c:v>6.202028524893199</c:v>
              </c:pt>
              <c:pt idx="28">
                <c:v>6.202028524893199</c:v>
              </c:pt>
              <c:pt idx="29">
                <c:v>6.202028524893199</c:v>
              </c:pt>
              <c:pt idx="30">
                <c:v>6.202028524893199</c:v>
              </c:pt>
              <c:pt idx="31">
                <c:v>6.202028524893199</c:v>
              </c:pt>
              <c:pt idx="32">
                <c:v>6.202028524893199</c:v>
              </c:pt>
              <c:pt idx="33">
                <c:v>6.202028524893199</c:v>
              </c:pt>
              <c:pt idx="34">
                <c:v>6.202028524893199</c:v>
              </c:pt>
              <c:pt idx="35">
                <c:v>6.202028524893199</c:v>
              </c:pt>
              <c:pt idx="36">
                <c:v>6.202028524893199</c:v>
              </c:pt>
              <c:pt idx="37">
                <c:v>6.202028524893199</c:v>
              </c:pt>
              <c:pt idx="38">
                <c:v>6.202028524893199</c:v>
              </c:pt>
              <c:pt idx="39">
                <c:v>6.202028524893199</c:v>
              </c:pt>
              <c:pt idx="40">
                <c:v>6.202028524893199</c:v>
              </c:pt>
              <c:pt idx="41">
                <c:v>6.202028524893199</c:v>
              </c:pt>
              <c:pt idx="42">
                <c:v>6.202028524893199</c:v>
              </c:pt>
              <c:pt idx="43">
                <c:v>6.202028524893199</c:v>
              </c:pt>
              <c:pt idx="44">
                <c:v>6.202028524893199</c:v>
              </c:pt>
              <c:pt idx="45">
                <c:v>6.202028524893199</c:v>
              </c:pt>
              <c:pt idx="46">
                <c:v>6.202028524893199</c:v>
              </c:pt>
              <c:pt idx="47">
                <c:v>6.202028524893199</c:v>
              </c:pt>
              <c:pt idx="48">
                <c:v>6.202028524893199</c:v>
              </c:pt>
              <c:pt idx="49">
                <c:v>6.202028524893199</c:v>
              </c:pt>
              <c:pt idx="50">
                <c:v>6.202028524893199</c:v>
              </c:pt>
              <c:pt idx="51">
                <c:v>6.202028524893199</c:v>
              </c:pt>
              <c:pt idx="52">
                <c:v>6.202028524893199</c:v>
              </c:pt>
              <c:pt idx="53">
                <c:v>6.202028524893199</c:v>
              </c:pt>
              <c:pt idx="54">
                <c:v>6.202028524893199</c:v>
              </c:pt>
              <c:pt idx="55">
                <c:v>6.202028524893199</c:v>
              </c:pt>
              <c:pt idx="56">
                <c:v>6.202028524893199</c:v>
              </c:pt>
              <c:pt idx="57">
                <c:v>6.202028524893199</c:v>
              </c:pt>
              <c:pt idx="58">
                <c:v>6.202028524893199</c:v>
              </c:pt>
              <c:pt idx="59">
                <c:v>6.202028524893199</c:v>
              </c:pt>
              <c:pt idx="60">
                <c:v>6.202028524893199</c:v>
              </c:pt>
              <c:pt idx="61">
                <c:v>6.202028524893199</c:v>
              </c:pt>
              <c:pt idx="62">
                <c:v>6.202028524893199</c:v>
              </c:pt>
              <c:pt idx="63">
                <c:v>6.202028524893199</c:v>
              </c:pt>
              <c:pt idx="64">
                <c:v>6.202028524893199</c:v>
              </c:pt>
              <c:pt idx="65">
                <c:v>6.202028524893199</c:v>
              </c:pt>
              <c:pt idx="66">
                <c:v>6.202028524893199</c:v>
              </c:pt>
              <c:pt idx="67">
                <c:v>6.202028524893199</c:v>
              </c:pt>
              <c:pt idx="68">
                <c:v>6.202028524893199</c:v>
              </c:pt>
              <c:pt idx="69">
                <c:v>6.202028524893199</c:v>
              </c:pt>
              <c:pt idx="70">
                <c:v>6.202028524893199</c:v>
              </c:pt>
              <c:pt idx="71">
                <c:v>6.202028524893199</c:v>
              </c:pt>
              <c:pt idx="72">
                <c:v>6.202028524893199</c:v>
              </c:pt>
              <c:pt idx="73">
                <c:v>6.202028524893199</c:v>
              </c:pt>
              <c:pt idx="74">
                <c:v>6.202028524893199</c:v>
              </c:pt>
              <c:pt idx="75">
                <c:v>6.202028524893199</c:v>
              </c:pt>
              <c:pt idx="76">
                <c:v>6.202028524893199</c:v>
              </c:pt>
              <c:pt idx="77">
                <c:v>6.202028524893199</c:v>
              </c:pt>
              <c:pt idx="78">
                <c:v>6.202028524893199</c:v>
              </c:pt>
              <c:pt idx="79">
                <c:v>6.202028524893199</c:v>
              </c:pt>
              <c:pt idx="80">
                <c:v>6.202028524893199</c:v>
              </c:pt>
              <c:pt idx="81">
                <c:v>6.202028524893199</c:v>
              </c:pt>
              <c:pt idx="82">
                <c:v>6.202028524893199</c:v>
              </c:pt>
              <c:pt idx="83">
                <c:v>6.202028524893199</c:v>
              </c:pt>
              <c:pt idx="84">
                <c:v>6.202028524893199</c:v>
              </c:pt>
              <c:pt idx="85">
                <c:v>6.202028524893199</c:v>
              </c:pt>
              <c:pt idx="86">
                <c:v>6.202028524893199</c:v>
              </c:pt>
              <c:pt idx="87">
                <c:v>6.202028524893199</c:v>
              </c:pt>
              <c:pt idx="88">
                <c:v>6.202028524893199</c:v>
              </c:pt>
              <c:pt idx="89">
                <c:v>6.202028524893199</c:v>
              </c:pt>
              <c:pt idx="90">
                <c:v>6.202028524893199</c:v>
              </c:pt>
              <c:pt idx="91">
                <c:v>6.202028524893199</c:v>
              </c:pt>
              <c:pt idx="92">
                <c:v>6.202028524893199</c:v>
              </c:pt>
              <c:pt idx="93">
                <c:v>6.202028524893199</c:v>
              </c:pt>
              <c:pt idx="94">
                <c:v>6.202028524893199</c:v>
              </c:pt>
              <c:pt idx="95">
                <c:v>6.202028524893199</c:v>
              </c:pt>
              <c:pt idx="96">
                <c:v>6.202028524893199</c:v>
              </c:pt>
              <c:pt idx="97">
                <c:v>6.202028524893199</c:v>
              </c:pt>
              <c:pt idx="98">
                <c:v>6.202028524893199</c:v>
              </c:pt>
              <c:pt idx="99">
                <c:v>6.202028524893199</c:v>
              </c:pt>
              <c:pt idx="100">
                <c:v>6.202028524893199</c:v>
              </c:pt>
              <c:pt idx="101">
                <c:v>6.202028524893199</c:v>
              </c:pt>
              <c:pt idx="102">
                <c:v>6.202028524893199</c:v>
              </c:pt>
              <c:pt idx="103">
                <c:v>6.202028524893199</c:v>
              </c:pt>
              <c:pt idx="104">
                <c:v>6.202028524893199</c:v>
              </c:pt>
              <c:pt idx="105">
                <c:v>6.202028524893199</c:v>
              </c:pt>
              <c:pt idx="106">
                <c:v>6.202028524893199</c:v>
              </c:pt>
              <c:pt idx="107">
                <c:v>6.202028524893199</c:v>
              </c:pt>
              <c:pt idx="108">
                <c:v>6.202028524893199</c:v>
              </c:pt>
              <c:pt idx="109">
                <c:v>6.202028524893199</c:v>
              </c:pt>
              <c:pt idx="110">
                <c:v>6.202028524893199</c:v>
              </c:pt>
              <c:pt idx="111">
                <c:v>6.202028524893199</c:v>
              </c:pt>
              <c:pt idx="112">
                <c:v>6.202028524893199</c:v>
              </c:pt>
              <c:pt idx="113">
                <c:v>6.202028524893199</c:v>
              </c:pt>
              <c:pt idx="114">
                <c:v>6.202028524893199</c:v>
              </c:pt>
              <c:pt idx="115">
                <c:v>6.202028524893199</c:v>
              </c:pt>
              <c:pt idx="116">
                <c:v>6.202028524893199</c:v>
              </c:pt>
              <c:pt idx="117">
                <c:v>6.202028524893199</c:v>
              </c:pt>
              <c:pt idx="118">
                <c:v>6.202028524893199</c:v>
              </c:pt>
              <c:pt idx="119">
                <c:v>6.202028524893199</c:v>
              </c:pt>
              <c:pt idx="120">
                <c:v>6.202028524893199</c:v>
              </c:pt>
              <c:pt idx="121">
                <c:v>6.202028524893199</c:v>
              </c:pt>
              <c:pt idx="122">
                <c:v>6.202028524893199</c:v>
              </c:pt>
              <c:pt idx="123">
                <c:v>6.202028524893199</c:v>
              </c:pt>
              <c:pt idx="124">
                <c:v>6.202028524893199</c:v>
              </c:pt>
              <c:pt idx="125">
                <c:v>6.202028524893199</c:v>
              </c:pt>
              <c:pt idx="126">
                <c:v>6.202028524893199</c:v>
              </c:pt>
              <c:pt idx="127">
                <c:v>6.202028524893199</c:v>
              </c:pt>
              <c:pt idx="128">
                <c:v>6.202028524893199</c:v>
              </c:pt>
              <c:pt idx="129">
                <c:v>6.202028524893199</c:v>
              </c:pt>
              <c:pt idx="130">
                <c:v>6.202028524893199</c:v>
              </c:pt>
              <c:pt idx="131">
                <c:v>6.202028524893199</c:v>
              </c:pt>
              <c:pt idx="132">
                <c:v>6.202028524893199</c:v>
              </c:pt>
              <c:pt idx="133">
                <c:v>6.202028524893199</c:v>
              </c:pt>
              <c:pt idx="134">
                <c:v>6.202028524893199</c:v>
              </c:pt>
              <c:pt idx="135">
                <c:v>6.202028524893199</c:v>
              </c:pt>
              <c:pt idx="136">
                <c:v>6.202028524893199</c:v>
              </c:pt>
              <c:pt idx="137">
                <c:v>6.202028524893199</c:v>
              </c:pt>
              <c:pt idx="138">
                <c:v>6.202028524893199</c:v>
              </c:pt>
              <c:pt idx="139">
                <c:v>6.202028524893199</c:v>
              </c:pt>
              <c:pt idx="140">
                <c:v>6.202028524893199</c:v>
              </c:pt>
              <c:pt idx="141">
                <c:v>6.202028524893199</c:v>
              </c:pt>
              <c:pt idx="142">
                <c:v>6.202028524893199</c:v>
              </c:pt>
              <c:pt idx="143">
                <c:v>6.202028524893199</c:v>
              </c:pt>
              <c:pt idx="144">
                <c:v>6.202028524893199</c:v>
              </c:pt>
              <c:pt idx="145">
                <c:v>6.202028524893199</c:v>
              </c:pt>
              <c:pt idx="146">
                <c:v>6.202028524893199</c:v>
              </c:pt>
              <c:pt idx="147">
                <c:v>6.202028524893199</c:v>
              </c:pt>
              <c:pt idx="148">
                <c:v>6.202028524893199</c:v>
              </c:pt>
              <c:pt idx="149">
                <c:v>6.202028524893199</c:v>
              </c:pt>
              <c:pt idx="150">
                <c:v>6.202028524893199</c:v>
              </c:pt>
              <c:pt idx="151">
                <c:v>6.202028524893199</c:v>
              </c:pt>
              <c:pt idx="152">
                <c:v>6.202028524893199</c:v>
              </c:pt>
              <c:pt idx="153">
                <c:v>6.202028524893199</c:v>
              </c:pt>
              <c:pt idx="154">
                <c:v>6.202028524893199</c:v>
              </c:pt>
              <c:pt idx="155">
                <c:v>6.202028524893199</c:v>
              </c:pt>
              <c:pt idx="156">
                <c:v>6.202028524893199</c:v>
              </c:pt>
              <c:pt idx="157">
                <c:v>6.202028524893199</c:v>
              </c:pt>
              <c:pt idx="158">
                <c:v>6.202028524893199</c:v>
              </c:pt>
              <c:pt idx="159">
                <c:v>6.202028524893199</c:v>
              </c:pt>
              <c:pt idx="160">
                <c:v>6.202028524893199</c:v>
              </c:pt>
              <c:pt idx="161">
                <c:v>6.202028524893199</c:v>
              </c:pt>
              <c:pt idx="162">
                <c:v>6.202028524893199</c:v>
              </c:pt>
              <c:pt idx="163">
                <c:v>6.202028524893199</c:v>
              </c:pt>
              <c:pt idx="164">
                <c:v>6.202028524893199</c:v>
              </c:pt>
              <c:pt idx="165">
                <c:v>6.202028524893199</c:v>
              </c:pt>
              <c:pt idx="166">
                <c:v>6.202028524893199</c:v>
              </c:pt>
              <c:pt idx="167">
                <c:v>6.202028524893199</c:v>
              </c:pt>
              <c:pt idx="168">
                <c:v>6.202028524893199</c:v>
              </c:pt>
              <c:pt idx="169">
                <c:v>6.202028524893199</c:v>
              </c:pt>
              <c:pt idx="170">
                <c:v>6.202028524893199</c:v>
              </c:pt>
              <c:pt idx="171">
                <c:v>6.202028524893199</c:v>
              </c:pt>
              <c:pt idx="172">
                <c:v>6.202028524893199</c:v>
              </c:pt>
              <c:pt idx="173">
                <c:v>6.202028524893199</c:v>
              </c:pt>
              <c:pt idx="174">
                <c:v>6.202028524893199</c:v>
              </c:pt>
              <c:pt idx="175">
                <c:v>6.202028524893199</c:v>
              </c:pt>
              <c:pt idx="176">
                <c:v>6.202028524893199</c:v>
              </c:pt>
              <c:pt idx="177">
                <c:v>6.202028524893199</c:v>
              </c:pt>
              <c:pt idx="178">
                <c:v>6.202028524893199</c:v>
              </c:pt>
              <c:pt idx="179">
                <c:v>6.202028524893199</c:v>
              </c:pt>
              <c:pt idx="180">
                <c:v>6.202028524893199</c:v>
              </c:pt>
              <c:pt idx="181">
                <c:v>6.202028524893199</c:v>
              </c:pt>
              <c:pt idx="182">
                <c:v>6.202028524893199</c:v>
              </c:pt>
              <c:pt idx="183">
                <c:v>6.202028524893199</c:v>
              </c:pt>
              <c:pt idx="184">
                <c:v>6.202028524893199</c:v>
              </c:pt>
              <c:pt idx="185">
                <c:v>6.202028524893199</c:v>
              </c:pt>
              <c:pt idx="186">
                <c:v>6.202028524893199</c:v>
              </c:pt>
              <c:pt idx="187">
                <c:v>6.202028524893199</c:v>
              </c:pt>
              <c:pt idx="188">
                <c:v>6.202028524893199</c:v>
              </c:pt>
              <c:pt idx="189">
                <c:v>6.202028524893199</c:v>
              </c:pt>
              <c:pt idx="190">
                <c:v>6.202028524893199</c:v>
              </c:pt>
              <c:pt idx="191">
                <c:v>6.202028524893199</c:v>
              </c:pt>
              <c:pt idx="192">
                <c:v>6.202028524893199</c:v>
              </c:pt>
              <c:pt idx="193">
                <c:v>6.202028524893199</c:v>
              </c:pt>
              <c:pt idx="194">
                <c:v>6.202028524893199</c:v>
              </c:pt>
              <c:pt idx="195">
                <c:v>6.202028524893199</c:v>
              </c:pt>
              <c:pt idx="196">
                <c:v>6.202028524893199</c:v>
              </c:pt>
              <c:pt idx="197">
                <c:v>6.202028524893199</c:v>
              </c:pt>
              <c:pt idx="198">
                <c:v>6.202028524893199</c:v>
              </c:pt>
              <c:pt idx="199">
                <c:v>6.202028524893199</c:v>
              </c:pt>
              <c:pt idx="200">
                <c:v>6.202028524893199</c:v>
              </c:pt>
              <c:pt idx="201">
                <c:v>6.202028524893199</c:v>
              </c:pt>
              <c:pt idx="202">
                <c:v>6.202028524893199</c:v>
              </c:pt>
              <c:pt idx="203">
                <c:v>6.202028524893199</c:v>
              </c:pt>
              <c:pt idx="204">
                <c:v>6.202028524893199</c:v>
              </c:pt>
              <c:pt idx="205">
                <c:v>6.202028524893199</c:v>
              </c:pt>
              <c:pt idx="206">
                <c:v>6.202028524893199</c:v>
              </c:pt>
              <c:pt idx="207">
                <c:v>6.202028524893199</c:v>
              </c:pt>
              <c:pt idx="208">
                <c:v>6.202028524893199</c:v>
              </c:pt>
              <c:pt idx="209">
                <c:v>6.202028524893199</c:v>
              </c:pt>
              <c:pt idx="210">
                <c:v>6.202028524893199</c:v>
              </c:pt>
              <c:pt idx="211">
                <c:v>6.202028524893199</c:v>
              </c:pt>
              <c:pt idx="212">
                <c:v>6.202028524893199</c:v>
              </c:pt>
              <c:pt idx="213">
                <c:v>6.202028524893199</c:v>
              </c:pt>
              <c:pt idx="214">
                <c:v>6.202028524893199</c:v>
              </c:pt>
              <c:pt idx="215">
                <c:v>6.202028524893199</c:v>
              </c:pt>
              <c:pt idx="216">
                <c:v>6.202028524893199</c:v>
              </c:pt>
              <c:pt idx="217">
                <c:v>6.202028524893199</c:v>
              </c:pt>
              <c:pt idx="218">
                <c:v>6.202028524893199</c:v>
              </c:pt>
              <c:pt idx="219">
                <c:v>6.202028524893199</c:v>
              </c:pt>
              <c:pt idx="220">
                <c:v>6.202028524893199</c:v>
              </c:pt>
              <c:pt idx="221">
                <c:v>6.202028524893199</c:v>
              </c:pt>
              <c:pt idx="222">
                <c:v>6.202028524893199</c:v>
              </c:pt>
              <c:pt idx="223">
                <c:v>6.202028524893199</c:v>
              </c:pt>
              <c:pt idx="224">
                <c:v>6.202028524893199</c:v>
              </c:pt>
              <c:pt idx="225">
                <c:v>6.202028524893199</c:v>
              </c:pt>
              <c:pt idx="226">
                <c:v>6.202028524893199</c:v>
              </c:pt>
              <c:pt idx="227">
                <c:v>6.202028524893199</c:v>
              </c:pt>
              <c:pt idx="228">
                <c:v>6.202028524893199</c:v>
              </c:pt>
              <c:pt idx="229">
                <c:v>6.202028524893199</c:v>
              </c:pt>
              <c:pt idx="230">
                <c:v>6.202028524893199</c:v>
              </c:pt>
              <c:pt idx="231">
                <c:v>6.202028524893199</c:v>
              </c:pt>
              <c:pt idx="232">
                <c:v>6.202028524893199</c:v>
              </c:pt>
              <c:pt idx="233">
                <c:v>6.202028524893199</c:v>
              </c:pt>
              <c:pt idx="234">
                <c:v>6.202028524893199</c:v>
              </c:pt>
              <c:pt idx="235">
                <c:v>6.202028524893199</c:v>
              </c:pt>
              <c:pt idx="236">
                <c:v>6.202028524893199</c:v>
              </c:pt>
              <c:pt idx="237">
                <c:v>6.202028524893199</c:v>
              </c:pt>
              <c:pt idx="238">
                <c:v>6.202028524893199</c:v>
              </c:pt>
              <c:pt idx="239">
                <c:v>6.202028524893199</c:v>
              </c:pt>
              <c:pt idx="240">
                <c:v>6.202028524893199</c:v>
              </c:pt>
              <c:pt idx="241">
                <c:v>6.202028524893199</c:v>
              </c:pt>
              <c:pt idx="242">
                <c:v>6.202028524893199</c:v>
              </c:pt>
              <c:pt idx="243">
                <c:v>6.202028524893199</c:v>
              </c:pt>
              <c:pt idx="244">
                <c:v>6.202028524893199</c:v>
              </c:pt>
              <c:pt idx="245">
                <c:v>6.202028524893199</c:v>
              </c:pt>
              <c:pt idx="246">
                <c:v>6.202028524893199</c:v>
              </c:pt>
              <c:pt idx="247">
                <c:v>6.202028524893199</c:v>
              </c:pt>
              <c:pt idx="248">
                <c:v>6.202028524893199</c:v>
              </c:pt>
              <c:pt idx="249">
                <c:v>6.202028524893199</c:v>
              </c:pt>
              <c:pt idx="250">
                <c:v>6.202028524893199</c:v>
              </c:pt>
              <c:pt idx="251">
                <c:v>6.202028524893199</c:v>
              </c:pt>
              <c:pt idx="252">
                <c:v>6.202028524893199</c:v>
              </c:pt>
              <c:pt idx="253">
                <c:v>6.202028524893199</c:v>
              </c:pt>
              <c:pt idx="254">
                <c:v>6.202028524893199</c:v>
              </c:pt>
              <c:pt idx="255">
                <c:v>6.202028524893199</c:v>
              </c:pt>
              <c:pt idx="256">
                <c:v>6.202028524893199</c:v>
              </c:pt>
              <c:pt idx="257">
                <c:v>6.202028524893199</c:v>
              </c:pt>
              <c:pt idx="258">
                <c:v>6.202028524893199</c:v>
              </c:pt>
              <c:pt idx="259">
                <c:v>6.202028524893199</c:v>
              </c:pt>
              <c:pt idx="260">
                <c:v>6.202028524893199</c:v>
              </c:pt>
              <c:pt idx="261">
                <c:v>6.202028524893199</c:v>
              </c:pt>
              <c:pt idx="262">
                <c:v>6.202028524893199</c:v>
              </c:pt>
              <c:pt idx="263">
                <c:v>6.202028524893199</c:v>
              </c:pt>
              <c:pt idx="264">
                <c:v>6.202028524893199</c:v>
              </c:pt>
              <c:pt idx="265">
                <c:v>6.202028524893199</c:v>
              </c:pt>
              <c:pt idx="266">
                <c:v>6.202028524893199</c:v>
              </c:pt>
              <c:pt idx="267">
                <c:v>6.202028524893199</c:v>
              </c:pt>
              <c:pt idx="268">
                <c:v>6.202028524893199</c:v>
              </c:pt>
              <c:pt idx="269">
                <c:v>6.202028524893199</c:v>
              </c:pt>
              <c:pt idx="270">
                <c:v>6.202028524893199</c:v>
              </c:pt>
              <c:pt idx="271">
                <c:v>6.202028524893199</c:v>
              </c:pt>
              <c:pt idx="272">
                <c:v>6.202028524893199</c:v>
              </c:pt>
              <c:pt idx="273">
                <c:v>6.202028524893199</c:v>
              </c:pt>
              <c:pt idx="274">
                <c:v>6.202028524893199</c:v>
              </c:pt>
              <c:pt idx="275">
                <c:v>6.202028524893199</c:v>
              </c:pt>
              <c:pt idx="276">
                <c:v>6.202028524893199</c:v>
              </c:pt>
              <c:pt idx="277">
                <c:v>6.202028524893199</c:v>
              </c:pt>
              <c:pt idx="278">
                <c:v>6.202028524893199</c:v>
              </c:pt>
              <c:pt idx="279">
                <c:v>6.202028524893199</c:v>
              </c:pt>
              <c:pt idx="280">
                <c:v>6.202028524893199</c:v>
              </c:pt>
              <c:pt idx="281">
                <c:v>6.202028524893199</c:v>
              </c:pt>
              <c:pt idx="282">
                <c:v>6.202028524893199</c:v>
              </c:pt>
              <c:pt idx="283">
                <c:v>6.202028524893199</c:v>
              </c:pt>
              <c:pt idx="284">
                <c:v>6.202028524893199</c:v>
              </c:pt>
              <c:pt idx="285">
                <c:v>6.202028524893199</c:v>
              </c:pt>
              <c:pt idx="286">
                <c:v>6.202028524893199</c:v>
              </c:pt>
              <c:pt idx="287">
                <c:v>6.202028524893199</c:v>
              </c:pt>
              <c:pt idx="288">
                <c:v>6.202028524893199</c:v>
              </c:pt>
              <c:pt idx="289">
                <c:v>6.202028524893199</c:v>
              </c:pt>
              <c:pt idx="290">
                <c:v>6.202028524893199</c:v>
              </c:pt>
              <c:pt idx="291">
                <c:v>6.202028524893199</c:v>
              </c:pt>
              <c:pt idx="292">
                <c:v>6.202028524893199</c:v>
              </c:pt>
              <c:pt idx="293">
                <c:v>6.202028524893199</c:v>
              </c:pt>
              <c:pt idx="294">
                <c:v>6.202028524893199</c:v>
              </c:pt>
              <c:pt idx="295">
                <c:v>6.202028524893199</c:v>
              </c:pt>
              <c:pt idx="296">
                <c:v>6.202028524893199</c:v>
              </c:pt>
              <c:pt idx="297">
                <c:v>6.202028524893199</c:v>
              </c:pt>
              <c:pt idx="298">
                <c:v>6.202028524893199</c:v>
              </c:pt>
              <c:pt idx="299">
                <c:v>6.202028524893199</c:v>
              </c:pt>
              <c:pt idx="300">
                <c:v>6.202028524893199</c:v>
              </c:pt>
              <c:pt idx="301">
                <c:v>6.202028524893199</c:v>
              </c:pt>
              <c:pt idx="302">
                <c:v>6.202028524893199</c:v>
              </c:pt>
              <c:pt idx="303">
                <c:v>6.202028524893199</c:v>
              </c:pt>
              <c:pt idx="304">
                <c:v>6.202028524893199</c:v>
              </c:pt>
              <c:pt idx="305">
                <c:v>6.202028524893199</c:v>
              </c:pt>
              <c:pt idx="306">
                <c:v>6.202028524893199</c:v>
              </c:pt>
              <c:pt idx="307">
                <c:v>6.202028524893199</c:v>
              </c:pt>
              <c:pt idx="308">
                <c:v>6.202028524893199</c:v>
              </c:pt>
              <c:pt idx="309">
                <c:v>6.202028524893199</c:v>
              </c:pt>
              <c:pt idx="310">
                <c:v>6.202028524893199</c:v>
              </c:pt>
              <c:pt idx="311">
                <c:v>6.202028524893199</c:v>
              </c:pt>
              <c:pt idx="312">
                <c:v>6.202028524893199</c:v>
              </c:pt>
              <c:pt idx="313">
                <c:v>6.202028524893199</c:v>
              </c:pt>
              <c:pt idx="314">
                <c:v>6.202028524893199</c:v>
              </c:pt>
              <c:pt idx="315">
                <c:v>6.202028524893199</c:v>
              </c:pt>
              <c:pt idx="316">
                <c:v>6.202028524893199</c:v>
              </c:pt>
              <c:pt idx="317">
                <c:v>6.202028524893199</c:v>
              </c:pt>
              <c:pt idx="318">
                <c:v>6.202028524893199</c:v>
              </c:pt>
              <c:pt idx="319">
                <c:v>6.202028524893199</c:v>
              </c:pt>
              <c:pt idx="320">
                <c:v>6.202028524893199</c:v>
              </c:pt>
              <c:pt idx="321">
                <c:v>6.202028524893199</c:v>
              </c:pt>
              <c:pt idx="322">
                <c:v>6.202028524893199</c:v>
              </c:pt>
              <c:pt idx="323">
                <c:v>6.202028524893199</c:v>
              </c:pt>
              <c:pt idx="324">
                <c:v>6.202028524893199</c:v>
              </c:pt>
              <c:pt idx="325">
                <c:v>6.202028524893199</c:v>
              </c:pt>
              <c:pt idx="326">
                <c:v>6.202028524893199</c:v>
              </c:pt>
              <c:pt idx="327">
                <c:v>6.202028524893199</c:v>
              </c:pt>
              <c:pt idx="328">
                <c:v>6.202028524893199</c:v>
              </c:pt>
              <c:pt idx="329">
                <c:v>6.202028524893199</c:v>
              </c:pt>
              <c:pt idx="330">
                <c:v>6.202028524893199</c:v>
              </c:pt>
              <c:pt idx="331">
                <c:v>6.202028524893199</c:v>
              </c:pt>
              <c:pt idx="332">
                <c:v>6.202028524893199</c:v>
              </c:pt>
              <c:pt idx="333">
                <c:v>6.202028524893199</c:v>
              </c:pt>
              <c:pt idx="334">
                <c:v>6.202028524893199</c:v>
              </c:pt>
              <c:pt idx="335">
                <c:v>6.202028524893199</c:v>
              </c:pt>
              <c:pt idx="336">
                <c:v>6.202028524893199</c:v>
              </c:pt>
              <c:pt idx="337">
                <c:v>6.202028524893199</c:v>
              </c:pt>
              <c:pt idx="338">
                <c:v>6.202028524893199</c:v>
              </c:pt>
              <c:pt idx="339">
                <c:v>6.202028524893199</c:v>
              </c:pt>
              <c:pt idx="340">
                <c:v>6.202028524893199</c:v>
              </c:pt>
              <c:pt idx="341">
                <c:v>6.202028524893199</c:v>
              </c:pt>
              <c:pt idx="342">
                <c:v>6.202028524893199</c:v>
              </c:pt>
              <c:pt idx="343">
                <c:v>6.202028524893199</c:v>
              </c:pt>
              <c:pt idx="344">
                <c:v>6.202028524893199</c:v>
              </c:pt>
              <c:pt idx="345">
                <c:v>6.202028524893199</c:v>
              </c:pt>
              <c:pt idx="346">
                <c:v>6.202028524893199</c:v>
              </c:pt>
              <c:pt idx="347">
                <c:v>6.202028524893199</c:v>
              </c:pt>
              <c:pt idx="348">
                <c:v>6.202028524893199</c:v>
              </c:pt>
              <c:pt idx="349">
                <c:v>6.202028524893199</c:v>
              </c:pt>
              <c:pt idx="350">
                <c:v>6.202028524893199</c:v>
              </c:pt>
              <c:pt idx="351">
                <c:v>6.202028524893199</c:v>
              </c:pt>
              <c:pt idx="352">
                <c:v>6.202028524893199</c:v>
              </c:pt>
              <c:pt idx="353">
                <c:v>6.202028524893199</c:v>
              </c:pt>
              <c:pt idx="354">
                <c:v>6.202028524893199</c:v>
              </c:pt>
              <c:pt idx="355">
                <c:v>6.202028524893199</c:v>
              </c:pt>
              <c:pt idx="356">
                <c:v>6.202028524893199</c:v>
              </c:pt>
              <c:pt idx="357">
                <c:v>6.202028524893199</c:v>
              </c:pt>
              <c:pt idx="358">
                <c:v>6.202028524893199</c:v>
              </c:pt>
              <c:pt idx="359">
                <c:v>6.202028524893199</c:v>
              </c:pt>
              <c:pt idx="360">
                <c:v>6.202028524893199</c:v>
              </c:pt>
              <c:pt idx="361">
                <c:v>6.202028524893199</c:v>
              </c:pt>
              <c:pt idx="362">
                <c:v>6.202028524893199</c:v>
              </c:pt>
              <c:pt idx="363">
                <c:v>6.202028524893199</c:v>
              </c:pt>
              <c:pt idx="364">
                <c:v>6.202028524893199</c:v>
              </c:pt>
              <c:pt idx="365">
                <c:v>6.202028524893199</c:v>
              </c:pt>
              <c:pt idx="366">
                <c:v>6.202028524893199</c:v>
              </c:pt>
              <c:pt idx="367">
                <c:v>6.202028524893199</c:v>
              </c:pt>
              <c:pt idx="368">
                <c:v>6.202028524893199</c:v>
              </c:pt>
              <c:pt idx="369">
                <c:v>6.202028524893199</c:v>
              </c:pt>
              <c:pt idx="370">
                <c:v>6.202028524893199</c:v>
              </c:pt>
              <c:pt idx="371">
                <c:v>6.202028524893199</c:v>
              </c:pt>
              <c:pt idx="372">
                <c:v>6.202028524893199</c:v>
              </c:pt>
              <c:pt idx="373">
                <c:v>6.202028524893199</c:v>
              </c:pt>
              <c:pt idx="374">
                <c:v>6.202028524893199</c:v>
              </c:pt>
              <c:pt idx="375">
                <c:v>6.202028524893199</c:v>
              </c:pt>
              <c:pt idx="376">
                <c:v>6.202028524893199</c:v>
              </c:pt>
              <c:pt idx="377">
                <c:v>6.202028524893199</c:v>
              </c:pt>
              <c:pt idx="378">
                <c:v>6.202028524893199</c:v>
              </c:pt>
              <c:pt idx="379">
                <c:v>6.202028524893199</c:v>
              </c:pt>
              <c:pt idx="380">
                <c:v>6.202028524893199</c:v>
              </c:pt>
              <c:pt idx="381">
                <c:v>6.202028524893199</c:v>
              </c:pt>
              <c:pt idx="382">
                <c:v>6.202028524893199</c:v>
              </c:pt>
              <c:pt idx="383">
                <c:v>6.202028524893199</c:v>
              </c:pt>
              <c:pt idx="384">
                <c:v>6.202028524893199</c:v>
              </c:pt>
              <c:pt idx="385">
                <c:v>6.202028524893199</c:v>
              </c:pt>
              <c:pt idx="386">
                <c:v>6.202028524893199</c:v>
              </c:pt>
              <c:pt idx="387">
                <c:v>6.202028524893199</c:v>
              </c:pt>
              <c:pt idx="388">
                <c:v>6.202028524893199</c:v>
              </c:pt>
              <c:pt idx="389">
                <c:v>6.202028524893199</c:v>
              </c:pt>
              <c:pt idx="390">
                <c:v>6.202028524893199</c:v>
              </c:pt>
              <c:pt idx="391">
                <c:v>6.202028524893199</c:v>
              </c:pt>
              <c:pt idx="392">
                <c:v>6.202028524893199</c:v>
              </c:pt>
              <c:pt idx="393">
                <c:v>6.202028524893199</c:v>
              </c:pt>
              <c:pt idx="394">
                <c:v>6.202028524893199</c:v>
              </c:pt>
              <c:pt idx="395">
                <c:v>6.202028524893199</c:v>
              </c:pt>
              <c:pt idx="396">
                <c:v>6.202028524893199</c:v>
              </c:pt>
              <c:pt idx="397">
                <c:v>6.202028524893199</c:v>
              </c:pt>
              <c:pt idx="398">
                <c:v>6.202028524893199</c:v>
              </c:pt>
              <c:pt idx="399">
                <c:v>6.202028524893199</c:v>
              </c:pt>
              <c:pt idx="400">
                <c:v>6.202028524893199</c:v>
              </c:pt>
              <c:pt idx="401">
                <c:v>6.202028524893199</c:v>
              </c:pt>
              <c:pt idx="402">
                <c:v>6.202028524893199</c:v>
              </c:pt>
              <c:pt idx="403">
                <c:v>6.202028524893199</c:v>
              </c:pt>
              <c:pt idx="404">
                <c:v>6.202028524893199</c:v>
              </c:pt>
              <c:pt idx="405">
                <c:v>6.202028524893199</c:v>
              </c:pt>
              <c:pt idx="406">
                <c:v>6.202028524893199</c:v>
              </c:pt>
              <c:pt idx="407">
                <c:v>6.202028524893199</c:v>
              </c:pt>
              <c:pt idx="408">
                <c:v>6.202028524893199</c:v>
              </c:pt>
              <c:pt idx="409">
                <c:v>6.202028524893199</c:v>
              </c:pt>
              <c:pt idx="410">
                <c:v>6.202028524893199</c:v>
              </c:pt>
              <c:pt idx="411">
                <c:v>6.202028524893199</c:v>
              </c:pt>
              <c:pt idx="412">
                <c:v>6.202028524893199</c:v>
              </c:pt>
              <c:pt idx="413">
                <c:v>6.202028524893199</c:v>
              </c:pt>
              <c:pt idx="414">
                <c:v>6.202028524893199</c:v>
              </c:pt>
              <c:pt idx="415">
                <c:v>6.202028524893199</c:v>
              </c:pt>
              <c:pt idx="416">
                <c:v>6.202028524893199</c:v>
              </c:pt>
              <c:pt idx="417">
                <c:v>6.202028524893199</c:v>
              </c:pt>
              <c:pt idx="418">
                <c:v>6.202028524893199</c:v>
              </c:pt>
              <c:pt idx="419">
                <c:v>6.202028524893199</c:v>
              </c:pt>
              <c:pt idx="420">
                <c:v>6.202028524893199</c:v>
              </c:pt>
              <c:pt idx="421">
                <c:v>6.202028524893199</c:v>
              </c:pt>
              <c:pt idx="422">
                <c:v>6.202028524893199</c:v>
              </c:pt>
              <c:pt idx="423">
                <c:v>6.202028524893199</c:v>
              </c:pt>
              <c:pt idx="424">
                <c:v>6.202028524893199</c:v>
              </c:pt>
              <c:pt idx="425">
                <c:v>6.202028524893199</c:v>
              </c:pt>
              <c:pt idx="426">
                <c:v>6.202028524893199</c:v>
              </c:pt>
              <c:pt idx="427">
                <c:v>6.202028524893199</c:v>
              </c:pt>
              <c:pt idx="428">
                <c:v>6.202028524893199</c:v>
              </c:pt>
              <c:pt idx="429">
                <c:v>6.202028524893199</c:v>
              </c:pt>
              <c:pt idx="430">
                <c:v>6.202028524893199</c:v>
              </c:pt>
              <c:pt idx="431">
                <c:v>6.202028524893199</c:v>
              </c:pt>
              <c:pt idx="432">
                <c:v>6.202028524893199</c:v>
              </c:pt>
              <c:pt idx="433">
                <c:v>6.202028524893199</c:v>
              </c:pt>
              <c:pt idx="434">
                <c:v>6.202028524893199</c:v>
              </c:pt>
              <c:pt idx="435">
                <c:v>6.202028524893199</c:v>
              </c:pt>
              <c:pt idx="436">
                <c:v>6.202028524893199</c:v>
              </c:pt>
              <c:pt idx="437">
                <c:v>6.202028524893199</c:v>
              </c:pt>
              <c:pt idx="438">
                <c:v>6.202028524893199</c:v>
              </c:pt>
              <c:pt idx="439">
                <c:v>6.202028524893199</c:v>
              </c:pt>
              <c:pt idx="440">
                <c:v>6.202028524893199</c:v>
              </c:pt>
              <c:pt idx="441">
                <c:v>6.202028524893199</c:v>
              </c:pt>
              <c:pt idx="442">
                <c:v>6.202028524893199</c:v>
              </c:pt>
              <c:pt idx="443">
                <c:v>6.202028524893199</c:v>
              </c:pt>
              <c:pt idx="444">
                <c:v>6.202028524893199</c:v>
              </c:pt>
              <c:pt idx="445">
                <c:v>6.202028524893199</c:v>
              </c:pt>
              <c:pt idx="446">
                <c:v>6.202028524893199</c:v>
              </c:pt>
              <c:pt idx="447">
                <c:v>6.202028524893199</c:v>
              </c:pt>
            </c:numLit>
          </c:yVal>
          <c:smooth val="0"/>
        </c:ser>
        <c:ser>
          <c:idx val="11"/>
          <c:order val="11"/>
          <c:tx>
            <c:v>Implemented LCA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FFFFFF"/>
              </a:solidFill>
            </c:spPr>
          </c:marker>
          <c:xVal>
            <c:numLit>
              <c:formatCode>General</c:formatCode>
              <c:ptCount val="448"/>
              <c:pt idx="0">
                <c:v>1.899731544736432</c:v>
              </c:pt>
              <c:pt idx="1">
                <c:v>1.899731544736432</c:v>
              </c:pt>
              <c:pt idx="2">
                <c:v>1.899731544736432</c:v>
              </c:pt>
              <c:pt idx="3">
                <c:v>1.899731544736432</c:v>
              </c:pt>
              <c:pt idx="4">
                <c:v>1.899731544736432</c:v>
              </c:pt>
              <c:pt idx="5">
                <c:v>1.899731544736432</c:v>
              </c:pt>
              <c:pt idx="6">
                <c:v>1.899731544736432</c:v>
              </c:pt>
              <c:pt idx="7">
                <c:v>1.899731544736432</c:v>
              </c:pt>
              <c:pt idx="8">
                <c:v>1.899731544736432</c:v>
              </c:pt>
              <c:pt idx="9">
                <c:v>1.899731544736432</c:v>
              </c:pt>
              <c:pt idx="10">
                <c:v>1.899731544736432</c:v>
              </c:pt>
              <c:pt idx="11">
                <c:v>1.899731544736432</c:v>
              </c:pt>
              <c:pt idx="12">
                <c:v>1.899731544736432</c:v>
              </c:pt>
              <c:pt idx="13">
                <c:v>1.899731544736432</c:v>
              </c:pt>
              <c:pt idx="14">
                <c:v>1.899731544736432</c:v>
              </c:pt>
              <c:pt idx="15">
                <c:v>1.899731544736432</c:v>
              </c:pt>
              <c:pt idx="16">
                <c:v>1.899731544736432</c:v>
              </c:pt>
              <c:pt idx="17">
                <c:v>1.899731544736432</c:v>
              </c:pt>
              <c:pt idx="18">
                <c:v>1.899731544736432</c:v>
              </c:pt>
              <c:pt idx="19">
                <c:v>1.899731544736432</c:v>
              </c:pt>
              <c:pt idx="20">
                <c:v>1.899731544736432</c:v>
              </c:pt>
              <c:pt idx="21">
                <c:v>1.899731544736432</c:v>
              </c:pt>
              <c:pt idx="22">
                <c:v>1.899731544736432</c:v>
              </c:pt>
              <c:pt idx="23">
                <c:v>1.899731544736432</c:v>
              </c:pt>
              <c:pt idx="24">
                <c:v>1.899731544736432</c:v>
              </c:pt>
              <c:pt idx="25">
                <c:v>1.899731544736432</c:v>
              </c:pt>
              <c:pt idx="26">
                <c:v>1.899731544736432</c:v>
              </c:pt>
              <c:pt idx="27">
                <c:v>1.899731544736432</c:v>
              </c:pt>
              <c:pt idx="28">
                <c:v>1.899731544736432</c:v>
              </c:pt>
              <c:pt idx="29">
                <c:v>1.899731544736432</c:v>
              </c:pt>
              <c:pt idx="30">
                <c:v>1.899731544736432</c:v>
              </c:pt>
              <c:pt idx="31">
                <c:v>1.899731544736432</c:v>
              </c:pt>
              <c:pt idx="32">
                <c:v>1.899731544736432</c:v>
              </c:pt>
              <c:pt idx="33">
                <c:v>1.899731544736432</c:v>
              </c:pt>
              <c:pt idx="34">
                <c:v>1.899731544736432</c:v>
              </c:pt>
              <c:pt idx="35">
                <c:v>1.899731544736432</c:v>
              </c:pt>
              <c:pt idx="36">
                <c:v>1.899731544736432</c:v>
              </c:pt>
              <c:pt idx="37">
                <c:v>1.899731544736432</c:v>
              </c:pt>
              <c:pt idx="38">
                <c:v>1.899731544736432</c:v>
              </c:pt>
              <c:pt idx="39">
                <c:v>1.899731544736432</c:v>
              </c:pt>
              <c:pt idx="40">
                <c:v>1.899731544736432</c:v>
              </c:pt>
              <c:pt idx="41">
                <c:v>1.899731544736432</c:v>
              </c:pt>
              <c:pt idx="42">
                <c:v>1.899731544736432</c:v>
              </c:pt>
              <c:pt idx="43">
                <c:v>1.899731544736432</c:v>
              </c:pt>
              <c:pt idx="44">
                <c:v>1.899731544736432</c:v>
              </c:pt>
              <c:pt idx="45">
                <c:v>1.899731544736432</c:v>
              </c:pt>
              <c:pt idx="46">
                <c:v>1.899731544736432</c:v>
              </c:pt>
              <c:pt idx="47">
                <c:v>1.899731544736432</c:v>
              </c:pt>
              <c:pt idx="48">
                <c:v>1.899731544736432</c:v>
              </c:pt>
              <c:pt idx="49">
                <c:v>1.899731544736432</c:v>
              </c:pt>
              <c:pt idx="50">
                <c:v>1.899731544736432</c:v>
              </c:pt>
              <c:pt idx="51">
                <c:v>1.899731544736432</c:v>
              </c:pt>
              <c:pt idx="52">
                <c:v>1.899731544736432</c:v>
              </c:pt>
              <c:pt idx="53">
                <c:v>1.899731544736432</c:v>
              </c:pt>
              <c:pt idx="54">
                <c:v>1.899731544736432</c:v>
              </c:pt>
              <c:pt idx="55">
                <c:v>1.899731544736432</c:v>
              </c:pt>
              <c:pt idx="56">
                <c:v>1.899731544736432</c:v>
              </c:pt>
              <c:pt idx="57">
                <c:v>1.899731544736432</c:v>
              </c:pt>
              <c:pt idx="58">
                <c:v>1.899731544736432</c:v>
              </c:pt>
              <c:pt idx="59">
                <c:v>1.899731544736432</c:v>
              </c:pt>
              <c:pt idx="60">
                <c:v>1.899731544736432</c:v>
              </c:pt>
              <c:pt idx="61">
                <c:v>1.899731544736432</c:v>
              </c:pt>
              <c:pt idx="62">
                <c:v>1.899731544736432</c:v>
              </c:pt>
              <c:pt idx="63">
                <c:v>1.899731544736432</c:v>
              </c:pt>
              <c:pt idx="64">
                <c:v>1.899731544736432</c:v>
              </c:pt>
              <c:pt idx="65">
                <c:v>1.899731544736432</c:v>
              </c:pt>
              <c:pt idx="66">
                <c:v>1.899731544736432</c:v>
              </c:pt>
              <c:pt idx="67">
                <c:v>1.899731544736432</c:v>
              </c:pt>
              <c:pt idx="68">
                <c:v>1.899731544736432</c:v>
              </c:pt>
              <c:pt idx="69">
                <c:v>1.899731544736432</c:v>
              </c:pt>
              <c:pt idx="70">
                <c:v>1.899731544736432</c:v>
              </c:pt>
              <c:pt idx="71">
                <c:v>1.899731544736432</c:v>
              </c:pt>
              <c:pt idx="72">
                <c:v>1.899731544736432</c:v>
              </c:pt>
              <c:pt idx="73">
                <c:v>1.899731544736432</c:v>
              </c:pt>
              <c:pt idx="74">
                <c:v>1.899731544736432</c:v>
              </c:pt>
              <c:pt idx="75">
                <c:v>1.899731544736432</c:v>
              </c:pt>
              <c:pt idx="76">
                <c:v>1.899731544736432</c:v>
              </c:pt>
              <c:pt idx="77">
                <c:v>1.899731544736432</c:v>
              </c:pt>
              <c:pt idx="78">
                <c:v>1.899731544736432</c:v>
              </c:pt>
              <c:pt idx="79">
                <c:v>1.899731544736432</c:v>
              </c:pt>
              <c:pt idx="80">
                <c:v>1.899731544736432</c:v>
              </c:pt>
              <c:pt idx="81">
                <c:v>1.899731544736432</c:v>
              </c:pt>
              <c:pt idx="82">
                <c:v>1.899731544736432</c:v>
              </c:pt>
              <c:pt idx="83">
                <c:v>1.899731544736432</c:v>
              </c:pt>
              <c:pt idx="84">
                <c:v>1.899731544736432</c:v>
              </c:pt>
              <c:pt idx="85">
                <c:v>1.899731544736432</c:v>
              </c:pt>
              <c:pt idx="86">
                <c:v>1.899731544736432</c:v>
              </c:pt>
              <c:pt idx="87">
                <c:v>1.899731544736432</c:v>
              </c:pt>
              <c:pt idx="88">
                <c:v>1.899731544736432</c:v>
              </c:pt>
              <c:pt idx="89">
                <c:v>1.899731544736432</c:v>
              </c:pt>
              <c:pt idx="90">
                <c:v>1.899731544736432</c:v>
              </c:pt>
              <c:pt idx="91">
                <c:v>1.899731544736432</c:v>
              </c:pt>
              <c:pt idx="92">
                <c:v>1.899731544736432</c:v>
              </c:pt>
              <c:pt idx="93">
                <c:v>1.899731544736432</c:v>
              </c:pt>
              <c:pt idx="94">
                <c:v>1.899731544736432</c:v>
              </c:pt>
              <c:pt idx="95">
                <c:v>1.899731544736432</c:v>
              </c:pt>
              <c:pt idx="96">
                <c:v>1.899731544736432</c:v>
              </c:pt>
              <c:pt idx="97">
                <c:v>1.899731544736432</c:v>
              </c:pt>
              <c:pt idx="98">
                <c:v>1.899731544736432</c:v>
              </c:pt>
              <c:pt idx="99">
                <c:v>1.899731544736432</c:v>
              </c:pt>
              <c:pt idx="100">
                <c:v>1.899731544736432</c:v>
              </c:pt>
              <c:pt idx="101">
                <c:v>1.899731544736432</c:v>
              </c:pt>
              <c:pt idx="102">
                <c:v>1.899731544736432</c:v>
              </c:pt>
              <c:pt idx="103">
                <c:v>1.899731544736432</c:v>
              </c:pt>
              <c:pt idx="104">
                <c:v>1.899731544736432</c:v>
              </c:pt>
              <c:pt idx="105">
                <c:v>1.899731544736432</c:v>
              </c:pt>
              <c:pt idx="106">
                <c:v>1.899731544736432</c:v>
              </c:pt>
              <c:pt idx="107">
                <c:v>1.899731544736432</c:v>
              </c:pt>
              <c:pt idx="108">
                <c:v>1.899731544736432</c:v>
              </c:pt>
              <c:pt idx="109">
                <c:v>1.899731544736432</c:v>
              </c:pt>
              <c:pt idx="110">
                <c:v>1.899731544736432</c:v>
              </c:pt>
              <c:pt idx="111">
                <c:v>1.899731544736432</c:v>
              </c:pt>
              <c:pt idx="112">
                <c:v>1.899731544736432</c:v>
              </c:pt>
              <c:pt idx="113">
                <c:v>1.899731544736432</c:v>
              </c:pt>
              <c:pt idx="114">
                <c:v>1.899731544736432</c:v>
              </c:pt>
              <c:pt idx="115">
                <c:v>1.899731544736432</c:v>
              </c:pt>
              <c:pt idx="116">
                <c:v>1.899731544736432</c:v>
              </c:pt>
              <c:pt idx="117">
                <c:v>1.899731544736432</c:v>
              </c:pt>
              <c:pt idx="118">
                <c:v>1.899731544736432</c:v>
              </c:pt>
              <c:pt idx="119">
                <c:v>1.899731544736432</c:v>
              </c:pt>
              <c:pt idx="120">
                <c:v>1.899731544736432</c:v>
              </c:pt>
              <c:pt idx="121">
                <c:v>1.899731544736432</c:v>
              </c:pt>
              <c:pt idx="122">
                <c:v>1.899731544736432</c:v>
              </c:pt>
              <c:pt idx="123">
                <c:v>1.899731544736432</c:v>
              </c:pt>
              <c:pt idx="124">
                <c:v>1.899731544736432</c:v>
              </c:pt>
              <c:pt idx="125">
                <c:v>1.899731544736432</c:v>
              </c:pt>
              <c:pt idx="126">
                <c:v>1.899731544736432</c:v>
              </c:pt>
              <c:pt idx="127">
                <c:v>1.899731544736432</c:v>
              </c:pt>
              <c:pt idx="128">
                <c:v>1.899731544736432</c:v>
              </c:pt>
              <c:pt idx="129">
                <c:v>1.899731544736432</c:v>
              </c:pt>
              <c:pt idx="130">
                <c:v>1.899731544736432</c:v>
              </c:pt>
              <c:pt idx="131">
                <c:v>1.899731544736432</c:v>
              </c:pt>
              <c:pt idx="132">
                <c:v>1.899731544736432</c:v>
              </c:pt>
              <c:pt idx="133">
                <c:v>1.899731544736432</c:v>
              </c:pt>
              <c:pt idx="134">
                <c:v>1.899731544736432</c:v>
              </c:pt>
              <c:pt idx="135">
                <c:v>1.899731544736432</c:v>
              </c:pt>
              <c:pt idx="136">
                <c:v>1.899731544736432</c:v>
              </c:pt>
              <c:pt idx="137">
                <c:v>1.899731544736432</c:v>
              </c:pt>
              <c:pt idx="138">
                <c:v>1.899731544736432</c:v>
              </c:pt>
              <c:pt idx="139">
                <c:v>1.899731544736432</c:v>
              </c:pt>
              <c:pt idx="140">
                <c:v>1.899731544736432</c:v>
              </c:pt>
              <c:pt idx="141">
                <c:v>1.899731544736432</c:v>
              </c:pt>
              <c:pt idx="142">
                <c:v>1.899731544736432</c:v>
              </c:pt>
              <c:pt idx="143">
                <c:v>1.899731544736432</c:v>
              </c:pt>
              <c:pt idx="144">
                <c:v>1.899731544736432</c:v>
              </c:pt>
              <c:pt idx="145">
                <c:v>1.899731544736432</c:v>
              </c:pt>
              <c:pt idx="146">
                <c:v>1.899731544736432</c:v>
              </c:pt>
              <c:pt idx="147">
                <c:v>1.899731544736432</c:v>
              </c:pt>
              <c:pt idx="148">
                <c:v>1.899731544736432</c:v>
              </c:pt>
              <c:pt idx="149">
                <c:v>1.899731544736432</c:v>
              </c:pt>
              <c:pt idx="150">
                <c:v>1.899731544736432</c:v>
              </c:pt>
              <c:pt idx="151">
                <c:v>1.899731544736432</c:v>
              </c:pt>
              <c:pt idx="152">
                <c:v>1.899731544736432</c:v>
              </c:pt>
              <c:pt idx="153">
                <c:v>1.899731544736432</c:v>
              </c:pt>
              <c:pt idx="154">
                <c:v>1.899731544736432</c:v>
              </c:pt>
              <c:pt idx="155">
                <c:v>1.899731544736432</c:v>
              </c:pt>
              <c:pt idx="156">
                <c:v>1.899731544736432</c:v>
              </c:pt>
              <c:pt idx="157">
                <c:v>1.899731544736432</c:v>
              </c:pt>
              <c:pt idx="158">
                <c:v>1.899731544736432</c:v>
              </c:pt>
              <c:pt idx="159">
                <c:v>1.899731544736432</c:v>
              </c:pt>
              <c:pt idx="160">
                <c:v>1.899731544736432</c:v>
              </c:pt>
              <c:pt idx="161">
                <c:v>1.899731544736432</c:v>
              </c:pt>
              <c:pt idx="162">
                <c:v>1.899731544736432</c:v>
              </c:pt>
              <c:pt idx="163">
                <c:v>1.899731544736432</c:v>
              </c:pt>
              <c:pt idx="164">
                <c:v>1.899731544736432</c:v>
              </c:pt>
              <c:pt idx="165">
                <c:v>1.899731544736432</c:v>
              </c:pt>
              <c:pt idx="166">
                <c:v>1.899731544736432</c:v>
              </c:pt>
              <c:pt idx="167">
                <c:v>1.899731544736432</c:v>
              </c:pt>
              <c:pt idx="168">
                <c:v>1.899731544736432</c:v>
              </c:pt>
              <c:pt idx="169">
                <c:v>1.899731544736432</c:v>
              </c:pt>
              <c:pt idx="170">
                <c:v>1.899731544736432</c:v>
              </c:pt>
              <c:pt idx="171">
                <c:v>1.899731544736432</c:v>
              </c:pt>
              <c:pt idx="172">
                <c:v>1.899731544736432</c:v>
              </c:pt>
              <c:pt idx="173">
                <c:v>1.899731544736432</c:v>
              </c:pt>
              <c:pt idx="174">
                <c:v>1.899731544736432</c:v>
              </c:pt>
              <c:pt idx="175">
                <c:v>1.899731544736432</c:v>
              </c:pt>
              <c:pt idx="176">
                <c:v>1.899731544736432</c:v>
              </c:pt>
              <c:pt idx="177">
                <c:v>1.899731544736432</c:v>
              </c:pt>
              <c:pt idx="178">
                <c:v>1.899731544736432</c:v>
              </c:pt>
              <c:pt idx="179">
                <c:v>1.899731544736432</c:v>
              </c:pt>
              <c:pt idx="180">
                <c:v>1.899731544736432</c:v>
              </c:pt>
              <c:pt idx="181">
                <c:v>1.899731544736432</c:v>
              </c:pt>
              <c:pt idx="182">
                <c:v>1.899731544736432</c:v>
              </c:pt>
              <c:pt idx="183">
                <c:v>1.899731544736432</c:v>
              </c:pt>
              <c:pt idx="184">
                <c:v>1.899731544736432</c:v>
              </c:pt>
              <c:pt idx="185">
                <c:v>1.899731544736432</c:v>
              </c:pt>
              <c:pt idx="186">
                <c:v>1.899731544736432</c:v>
              </c:pt>
              <c:pt idx="187">
                <c:v>1.899731544736432</c:v>
              </c:pt>
              <c:pt idx="188">
                <c:v>1.899731544736432</c:v>
              </c:pt>
              <c:pt idx="189">
                <c:v>1.899731544736432</c:v>
              </c:pt>
              <c:pt idx="190">
                <c:v>1.899731544736432</c:v>
              </c:pt>
              <c:pt idx="191">
                <c:v>1.899731544736432</c:v>
              </c:pt>
              <c:pt idx="192">
                <c:v>1.899731544736432</c:v>
              </c:pt>
              <c:pt idx="193">
                <c:v>1.899731544736432</c:v>
              </c:pt>
              <c:pt idx="194">
                <c:v>1.899731544736432</c:v>
              </c:pt>
              <c:pt idx="195">
                <c:v>1.899731544736432</c:v>
              </c:pt>
              <c:pt idx="196">
                <c:v>1.899731544736432</c:v>
              </c:pt>
              <c:pt idx="197">
                <c:v>1.899731544736432</c:v>
              </c:pt>
              <c:pt idx="198">
                <c:v>1.899731544736432</c:v>
              </c:pt>
              <c:pt idx="199">
                <c:v>1.899731544736432</c:v>
              </c:pt>
              <c:pt idx="200">
                <c:v>1.899731544736432</c:v>
              </c:pt>
              <c:pt idx="201">
                <c:v>1.899731544736432</c:v>
              </c:pt>
              <c:pt idx="202">
                <c:v>1.899731544736432</c:v>
              </c:pt>
              <c:pt idx="203">
                <c:v>1.899731544736432</c:v>
              </c:pt>
              <c:pt idx="204">
                <c:v>1.899731544736432</c:v>
              </c:pt>
              <c:pt idx="205">
                <c:v>1.899731544736432</c:v>
              </c:pt>
              <c:pt idx="206">
                <c:v>1.899731544736432</c:v>
              </c:pt>
              <c:pt idx="207">
                <c:v>1.899731544736432</c:v>
              </c:pt>
              <c:pt idx="208">
                <c:v>1.899731544736432</c:v>
              </c:pt>
              <c:pt idx="209">
                <c:v>1.899731544736432</c:v>
              </c:pt>
              <c:pt idx="210">
                <c:v>1.899731544736432</c:v>
              </c:pt>
              <c:pt idx="211">
                <c:v>1.899731544736432</c:v>
              </c:pt>
              <c:pt idx="212">
                <c:v>1.899731544736432</c:v>
              </c:pt>
              <c:pt idx="213">
                <c:v>1.899731544736432</c:v>
              </c:pt>
              <c:pt idx="214">
                <c:v>1.899731544736432</c:v>
              </c:pt>
              <c:pt idx="215">
                <c:v>1.899731544736432</c:v>
              </c:pt>
              <c:pt idx="216">
                <c:v>1.899731544736432</c:v>
              </c:pt>
              <c:pt idx="217">
                <c:v>1.899731544736432</c:v>
              </c:pt>
              <c:pt idx="218">
                <c:v>1.899731544736432</c:v>
              </c:pt>
              <c:pt idx="219">
                <c:v>1.899731544736432</c:v>
              </c:pt>
              <c:pt idx="220">
                <c:v>1.899731544736432</c:v>
              </c:pt>
              <c:pt idx="221">
                <c:v>1.899731544736432</c:v>
              </c:pt>
              <c:pt idx="222">
                <c:v>1.899731544736432</c:v>
              </c:pt>
              <c:pt idx="223">
                <c:v>1.899731544736432</c:v>
              </c:pt>
              <c:pt idx="224">
                <c:v>1.899731544736432</c:v>
              </c:pt>
              <c:pt idx="225">
                <c:v>1.899731544736432</c:v>
              </c:pt>
              <c:pt idx="226">
                <c:v>1.899731544736432</c:v>
              </c:pt>
              <c:pt idx="227">
                <c:v>1.899731544736432</c:v>
              </c:pt>
              <c:pt idx="228">
                <c:v>1.899731544736432</c:v>
              </c:pt>
              <c:pt idx="229">
                <c:v>1.899731544736432</c:v>
              </c:pt>
              <c:pt idx="230">
                <c:v>1.899731544736432</c:v>
              </c:pt>
              <c:pt idx="231">
                <c:v>1.899731544736432</c:v>
              </c:pt>
              <c:pt idx="232">
                <c:v>1.899731544736432</c:v>
              </c:pt>
              <c:pt idx="233">
                <c:v>1.899731544736432</c:v>
              </c:pt>
              <c:pt idx="234">
                <c:v>1.899731544736432</c:v>
              </c:pt>
              <c:pt idx="235">
                <c:v>1.899731544736432</c:v>
              </c:pt>
              <c:pt idx="236">
                <c:v>1.899731544736432</c:v>
              </c:pt>
              <c:pt idx="237">
                <c:v>1.899731544736432</c:v>
              </c:pt>
              <c:pt idx="238">
                <c:v>1.899731544736432</c:v>
              </c:pt>
              <c:pt idx="239">
                <c:v>1.899731544736432</c:v>
              </c:pt>
              <c:pt idx="240">
                <c:v>1.899731544736432</c:v>
              </c:pt>
              <c:pt idx="241">
                <c:v>1.899731544736432</c:v>
              </c:pt>
              <c:pt idx="242">
                <c:v>1.899731544736432</c:v>
              </c:pt>
              <c:pt idx="243">
                <c:v>1.899731544736432</c:v>
              </c:pt>
              <c:pt idx="244">
                <c:v>1.899731544736432</c:v>
              </c:pt>
              <c:pt idx="245">
                <c:v>1.899731544736432</c:v>
              </c:pt>
              <c:pt idx="246">
                <c:v>1.899731544736432</c:v>
              </c:pt>
              <c:pt idx="247">
                <c:v>1.899731544736432</c:v>
              </c:pt>
              <c:pt idx="248">
                <c:v>1.899731544736432</c:v>
              </c:pt>
              <c:pt idx="249">
                <c:v>1.899731544736432</c:v>
              </c:pt>
              <c:pt idx="250">
                <c:v>1.899731544736432</c:v>
              </c:pt>
              <c:pt idx="251">
                <c:v>1.899731544736432</c:v>
              </c:pt>
              <c:pt idx="252">
                <c:v>1.899731544736432</c:v>
              </c:pt>
              <c:pt idx="253">
                <c:v>1.899731544736432</c:v>
              </c:pt>
              <c:pt idx="254">
                <c:v>1.899731544736432</c:v>
              </c:pt>
              <c:pt idx="255">
                <c:v>1.899731544736432</c:v>
              </c:pt>
              <c:pt idx="256">
                <c:v>1.899731544736432</c:v>
              </c:pt>
              <c:pt idx="257">
                <c:v>1.899731544736432</c:v>
              </c:pt>
              <c:pt idx="258">
                <c:v>1.899731544736432</c:v>
              </c:pt>
              <c:pt idx="259">
                <c:v>1.899731544736432</c:v>
              </c:pt>
              <c:pt idx="260">
                <c:v>1.899731544736432</c:v>
              </c:pt>
              <c:pt idx="261">
                <c:v>1.899731544736432</c:v>
              </c:pt>
              <c:pt idx="262">
                <c:v>1.899731544736432</c:v>
              </c:pt>
              <c:pt idx="263">
                <c:v>1.899731544736432</c:v>
              </c:pt>
              <c:pt idx="264">
                <c:v>1.899731544736432</c:v>
              </c:pt>
              <c:pt idx="265">
                <c:v>1.899731544736432</c:v>
              </c:pt>
              <c:pt idx="266">
                <c:v>1.899731544736432</c:v>
              </c:pt>
              <c:pt idx="267">
                <c:v>1.899731544736432</c:v>
              </c:pt>
              <c:pt idx="268">
                <c:v>1.899731544736432</c:v>
              </c:pt>
              <c:pt idx="269">
                <c:v>1.899731544736432</c:v>
              </c:pt>
              <c:pt idx="270">
                <c:v>1.899731544736432</c:v>
              </c:pt>
              <c:pt idx="271">
                <c:v>1.899731544736432</c:v>
              </c:pt>
              <c:pt idx="272">
                <c:v>1.899731544736432</c:v>
              </c:pt>
              <c:pt idx="273">
                <c:v>1.899731544736432</c:v>
              </c:pt>
              <c:pt idx="274">
                <c:v>1.899731544736432</c:v>
              </c:pt>
              <c:pt idx="275">
                <c:v>1.899731544736432</c:v>
              </c:pt>
              <c:pt idx="276">
                <c:v>1.899731544736432</c:v>
              </c:pt>
              <c:pt idx="277">
                <c:v>1.899731544736432</c:v>
              </c:pt>
              <c:pt idx="278">
                <c:v>1.899731544736432</c:v>
              </c:pt>
              <c:pt idx="279">
                <c:v>1.899731544736432</c:v>
              </c:pt>
              <c:pt idx="280">
                <c:v>1.899731544736432</c:v>
              </c:pt>
              <c:pt idx="281">
                <c:v>1.899731544736432</c:v>
              </c:pt>
              <c:pt idx="282">
                <c:v>1.899731544736432</c:v>
              </c:pt>
              <c:pt idx="283">
                <c:v>1.899731544736432</c:v>
              </c:pt>
              <c:pt idx="284">
                <c:v>1.899731544736432</c:v>
              </c:pt>
              <c:pt idx="285">
                <c:v>1.899731544736432</c:v>
              </c:pt>
              <c:pt idx="286">
                <c:v>1.899731544736432</c:v>
              </c:pt>
              <c:pt idx="287">
                <c:v>1.899731544736432</c:v>
              </c:pt>
              <c:pt idx="288">
                <c:v>1.899731544736432</c:v>
              </c:pt>
              <c:pt idx="289">
                <c:v>1.899731544736432</c:v>
              </c:pt>
              <c:pt idx="290">
                <c:v>1.899731544736432</c:v>
              </c:pt>
              <c:pt idx="291">
                <c:v>1.899731544736432</c:v>
              </c:pt>
              <c:pt idx="292">
                <c:v>1.899731544736432</c:v>
              </c:pt>
              <c:pt idx="293">
                <c:v>1.899731544736432</c:v>
              </c:pt>
              <c:pt idx="294">
                <c:v>1.899731544736432</c:v>
              </c:pt>
              <c:pt idx="295">
                <c:v>1.899731544736432</c:v>
              </c:pt>
              <c:pt idx="296">
                <c:v>1.899731544736432</c:v>
              </c:pt>
              <c:pt idx="297">
                <c:v>1.899731544736432</c:v>
              </c:pt>
              <c:pt idx="298">
                <c:v>1.899731544736432</c:v>
              </c:pt>
              <c:pt idx="299">
                <c:v>1.899731544736432</c:v>
              </c:pt>
              <c:pt idx="300">
                <c:v>1.899731544736432</c:v>
              </c:pt>
              <c:pt idx="301">
                <c:v>1.899731544736432</c:v>
              </c:pt>
              <c:pt idx="302">
                <c:v>1.899731544736432</c:v>
              </c:pt>
              <c:pt idx="303">
                <c:v>1.899731544736432</c:v>
              </c:pt>
              <c:pt idx="304">
                <c:v>1.899731544736432</c:v>
              </c:pt>
              <c:pt idx="305">
                <c:v>1.899731544736432</c:v>
              </c:pt>
              <c:pt idx="306">
                <c:v>1.899731544736432</c:v>
              </c:pt>
              <c:pt idx="307">
                <c:v>1.899731544736432</c:v>
              </c:pt>
              <c:pt idx="308">
                <c:v>1.899731544736432</c:v>
              </c:pt>
              <c:pt idx="309">
                <c:v>1.899731544736432</c:v>
              </c:pt>
              <c:pt idx="310">
                <c:v>1.899731544736432</c:v>
              </c:pt>
              <c:pt idx="311">
                <c:v>1.899731544736432</c:v>
              </c:pt>
              <c:pt idx="312">
                <c:v>1.899731544736432</c:v>
              </c:pt>
              <c:pt idx="313">
                <c:v>1.899731544736432</c:v>
              </c:pt>
              <c:pt idx="314">
                <c:v>1.899731544736432</c:v>
              </c:pt>
              <c:pt idx="315">
                <c:v>1.899731544736432</c:v>
              </c:pt>
              <c:pt idx="316">
                <c:v>1.899731544736432</c:v>
              </c:pt>
              <c:pt idx="317">
                <c:v>1.899731544736432</c:v>
              </c:pt>
              <c:pt idx="318">
                <c:v>1.899731544736432</c:v>
              </c:pt>
              <c:pt idx="319">
                <c:v>1.899731544736432</c:v>
              </c:pt>
              <c:pt idx="320">
                <c:v>1.899731544736432</c:v>
              </c:pt>
              <c:pt idx="321">
                <c:v>1.899731544736432</c:v>
              </c:pt>
              <c:pt idx="322">
                <c:v>1.899731544736432</c:v>
              </c:pt>
              <c:pt idx="323">
                <c:v>1.899731544736432</c:v>
              </c:pt>
              <c:pt idx="324">
                <c:v>1.899731544736432</c:v>
              </c:pt>
              <c:pt idx="325">
                <c:v>1.899731544736432</c:v>
              </c:pt>
              <c:pt idx="326">
                <c:v>1.899731544736432</c:v>
              </c:pt>
              <c:pt idx="327">
                <c:v>1.899731544736432</c:v>
              </c:pt>
              <c:pt idx="328">
                <c:v>1.899731544736432</c:v>
              </c:pt>
              <c:pt idx="329">
                <c:v>1.899731544736432</c:v>
              </c:pt>
              <c:pt idx="330">
                <c:v>1.899731544736432</c:v>
              </c:pt>
              <c:pt idx="331">
                <c:v>1.899731544736432</c:v>
              </c:pt>
              <c:pt idx="332">
                <c:v>1.899731544736432</c:v>
              </c:pt>
              <c:pt idx="333">
                <c:v>1.899731544736432</c:v>
              </c:pt>
              <c:pt idx="334">
                <c:v>1.899731544736432</c:v>
              </c:pt>
              <c:pt idx="335">
                <c:v>1.899731544736432</c:v>
              </c:pt>
              <c:pt idx="336">
                <c:v>1.899731544736432</c:v>
              </c:pt>
              <c:pt idx="337">
                <c:v>1.899731544736432</c:v>
              </c:pt>
              <c:pt idx="338">
                <c:v>1.899731544736432</c:v>
              </c:pt>
              <c:pt idx="339">
                <c:v>1.899731544736432</c:v>
              </c:pt>
              <c:pt idx="340">
                <c:v>1.899731544736432</c:v>
              </c:pt>
              <c:pt idx="341">
                <c:v>1.899731544736432</c:v>
              </c:pt>
              <c:pt idx="342">
                <c:v>1.899731544736432</c:v>
              </c:pt>
              <c:pt idx="343">
                <c:v>1.899731544736432</c:v>
              </c:pt>
              <c:pt idx="344">
                <c:v>1.899731544736432</c:v>
              </c:pt>
              <c:pt idx="345">
                <c:v>1.899731544736432</c:v>
              </c:pt>
              <c:pt idx="346">
                <c:v>1.899731544736432</c:v>
              </c:pt>
              <c:pt idx="347">
                <c:v>1.899731544736432</c:v>
              </c:pt>
              <c:pt idx="348">
                <c:v>1.899731544736432</c:v>
              </c:pt>
              <c:pt idx="349">
                <c:v>1.899731544736432</c:v>
              </c:pt>
              <c:pt idx="350">
                <c:v>1.899731544736432</c:v>
              </c:pt>
              <c:pt idx="351">
                <c:v>1.899731544736432</c:v>
              </c:pt>
              <c:pt idx="352">
                <c:v>1.899731544736432</c:v>
              </c:pt>
              <c:pt idx="353">
                <c:v>1.899731544736432</c:v>
              </c:pt>
              <c:pt idx="354">
                <c:v>1.899731544736432</c:v>
              </c:pt>
              <c:pt idx="355">
                <c:v>1.899731544736432</c:v>
              </c:pt>
              <c:pt idx="356">
                <c:v>1.899731544736432</c:v>
              </c:pt>
              <c:pt idx="357">
                <c:v>1.899731544736432</c:v>
              </c:pt>
              <c:pt idx="358">
                <c:v>1.899731544736432</c:v>
              </c:pt>
              <c:pt idx="359">
                <c:v>1.899731544736432</c:v>
              </c:pt>
              <c:pt idx="360">
                <c:v>1.899731544736432</c:v>
              </c:pt>
              <c:pt idx="361">
                <c:v>1.899731544736432</c:v>
              </c:pt>
              <c:pt idx="362">
                <c:v>1.899731544736432</c:v>
              </c:pt>
              <c:pt idx="363">
                <c:v>1.899731544736432</c:v>
              </c:pt>
              <c:pt idx="364">
                <c:v>1.899731544736432</c:v>
              </c:pt>
              <c:pt idx="365">
                <c:v>1.899731544736432</c:v>
              </c:pt>
              <c:pt idx="366">
                <c:v>1.899731544736432</c:v>
              </c:pt>
              <c:pt idx="367">
                <c:v>1.899731544736432</c:v>
              </c:pt>
              <c:pt idx="368">
                <c:v>1.899731544736432</c:v>
              </c:pt>
              <c:pt idx="369">
                <c:v>1.899731544736432</c:v>
              </c:pt>
              <c:pt idx="370">
                <c:v>1.899731544736432</c:v>
              </c:pt>
              <c:pt idx="371">
                <c:v>1.899731544736432</c:v>
              </c:pt>
              <c:pt idx="372">
                <c:v>1.899731544736432</c:v>
              </c:pt>
              <c:pt idx="373">
                <c:v>1.899731544736432</c:v>
              </c:pt>
              <c:pt idx="374">
                <c:v>1.899731544736432</c:v>
              </c:pt>
              <c:pt idx="375">
                <c:v>1.899731544736432</c:v>
              </c:pt>
              <c:pt idx="376">
                <c:v>1.899731544736432</c:v>
              </c:pt>
              <c:pt idx="377">
                <c:v>1.899731544736432</c:v>
              </c:pt>
              <c:pt idx="378">
                <c:v>1.899731544736432</c:v>
              </c:pt>
              <c:pt idx="379">
                <c:v>1.899731544736432</c:v>
              </c:pt>
              <c:pt idx="380">
                <c:v>1.899731544736432</c:v>
              </c:pt>
              <c:pt idx="381">
                <c:v>1.899731544736432</c:v>
              </c:pt>
              <c:pt idx="382">
                <c:v>1.899731544736432</c:v>
              </c:pt>
              <c:pt idx="383">
                <c:v>1.899731544736432</c:v>
              </c:pt>
              <c:pt idx="384">
                <c:v>1.899731544736432</c:v>
              </c:pt>
              <c:pt idx="385">
                <c:v>1.899731544736432</c:v>
              </c:pt>
              <c:pt idx="386">
                <c:v>1.899731544736432</c:v>
              </c:pt>
              <c:pt idx="387">
                <c:v>1.899731544736432</c:v>
              </c:pt>
              <c:pt idx="388">
                <c:v>1.899731544736432</c:v>
              </c:pt>
              <c:pt idx="389">
                <c:v>1.899731544736432</c:v>
              </c:pt>
              <c:pt idx="390">
                <c:v>1.899731544736432</c:v>
              </c:pt>
              <c:pt idx="391">
                <c:v>1.899731544736432</c:v>
              </c:pt>
              <c:pt idx="392">
                <c:v>1.899731544736432</c:v>
              </c:pt>
              <c:pt idx="393">
                <c:v>1.899731544736432</c:v>
              </c:pt>
              <c:pt idx="394">
                <c:v>1.899731544736432</c:v>
              </c:pt>
              <c:pt idx="395">
                <c:v>1.899731544736432</c:v>
              </c:pt>
              <c:pt idx="396">
                <c:v>1.899731544736432</c:v>
              </c:pt>
              <c:pt idx="397">
                <c:v>1.899731544736432</c:v>
              </c:pt>
              <c:pt idx="398">
                <c:v>1.899731544736432</c:v>
              </c:pt>
              <c:pt idx="399">
                <c:v>1.899731544736432</c:v>
              </c:pt>
              <c:pt idx="400">
                <c:v>1.899731544736432</c:v>
              </c:pt>
              <c:pt idx="401">
                <c:v>1.899731544736432</c:v>
              </c:pt>
              <c:pt idx="402">
                <c:v>1.899731544736432</c:v>
              </c:pt>
              <c:pt idx="403">
                <c:v>1.899731544736432</c:v>
              </c:pt>
              <c:pt idx="404">
                <c:v>1.899731544736432</c:v>
              </c:pt>
              <c:pt idx="405">
                <c:v>1.899731544736432</c:v>
              </c:pt>
              <c:pt idx="406">
                <c:v>1.899731544736432</c:v>
              </c:pt>
              <c:pt idx="407">
                <c:v>1.899731544736432</c:v>
              </c:pt>
              <c:pt idx="408">
                <c:v>1.899731544736432</c:v>
              </c:pt>
              <c:pt idx="409">
                <c:v>1.899731544736432</c:v>
              </c:pt>
              <c:pt idx="410">
                <c:v>1.899731544736432</c:v>
              </c:pt>
              <c:pt idx="411">
                <c:v>1.899731544736432</c:v>
              </c:pt>
              <c:pt idx="412">
                <c:v>1.899731544736432</c:v>
              </c:pt>
              <c:pt idx="413">
                <c:v>1.899731544736432</c:v>
              </c:pt>
              <c:pt idx="414">
                <c:v>1.899731544736432</c:v>
              </c:pt>
              <c:pt idx="415">
                <c:v>1.899731544736432</c:v>
              </c:pt>
              <c:pt idx="416">
                <c:v>1.899731544736432</c:v>
              </c:pt>
              <c:pt idx="417">
                <c:v>1.899731544736432</c:v>
              </c:pt>
              <c:pt idx="418">
                <c:v>1.899731544736432</c:v>
              </c:pt>
              <c:pt idx="419">
                <c:v>1.899731544736432</c:v>
              </c:pt>
              <c:pt idx="420">
                <c:v>1.899731544736432</c:v>
              </c:pt>
              <c:pt idx="421">
                <c:v>1.899731544736432</c:v>
              </c:pt>
              <c:pt idx="422">
                <c:v>1.899731544736432</c:v>
              </c:pt>
              <c:pt idx="423">
                <c:v>1.899731544736432</c:v>
              </c:pt>
              <c:pt idx="424">
                <c:v>1.899731544736432</c:v>
              </c:pt>
              <c:pt idx="425">
                <c:v>1.899731544736432</c:v>
              </c:pt>
              <c:pt idx="426">
                <c:v>1.899731544736432</c:v>
              </c:pt>
              <c:pt idx="427">
                <c:v>1.899731544736432</c:v>
              </c:pt>
              <c:pt idx="428">
                <c:v>1.899731544736432</c:v>
              </c:pt>
              <c:pt idx="429">
                <c:v>1.899731544736432</c:v>
              </c:pt>
              <c:pt idx="430">
                <c:v>1.899731544736432</c:v>
              </c:pt>
              <c:pt idx="431">
                <c:v>1.899731544736432</c:v>
              </c:pt>
              <c:pt idx="432">
                <c:v>1.899731544736432</c:v>
              </c:pt>
              <c:pt idx="433">
                <c:v>1.899731544736432</c:v>
              </c:pt>
              <c:pt idx="434">
                <c:v>1.899731544736432</c:v>
              </c:pt>
              <c:pt idx="435">
                <c:v>1.899731544736432</c:v>
              </c:pt>
              <c:pt idx="436">
                <c:v>1.899731544736432</c:v>
              </c:pt>
              <c:pt idx="437">
                <c:v>1.899731544736432</c:v>
              </c:pt>
              <c:pt idx="438">
                <c:v>1.899731544736432</c:v>
              </c:pt>
              <c:pt idx="439">
                <c:v>1.899731544736432</c:v>
              </c:pt>
              <c:pt idx="440">
                <c:v>1.899731544736432</c:v>
              </c:pt>
              <c:pt idx="441">
                <c:v>1.899731544736432</c:v>
              </c:pt>
              <c:pt idx="442">
                <c:v>1.899731544736432</c:v>
              </c:pt>
              <c:pt idx="443">
                <c:v>1.899731544736432</c:v>
              </c:pt>
              <c:pt idx="444">
                <c:v>1.899731544736432</c:v>
              </c:pt>
              <c:pt idx="445">
                <c:v>1.899731544736432</c:v>
              </c:pt>
              <c:pt idx="446">
                <c:v>1.899731544736432</c:v>
              </c:pt>
              <c:pt idx="447">
                <c:v>1.899731544736432</c:v>
              </c:pt>
            </c:numLit>
          </c:xVal>
          <c:yVal>
            <c:numLit>
              <c:formatCode>0.0</c:formatCode>
              <c:ptCount val="448"/>
              <c:pt idx="0">
                <c:v>3.006659157404723</c:v>
              </c:pt>
              <c:pt idx="1">
                <c:v>3.006659157404723</c:v>
              </c:pt>
              <c:pt idx="2">
                <c:v>3.006659157404723</c:v>
              </c:pt>
              <c:pt idx="3">
                <c:v>3.006659157404723</c:v>
              </c:pt>
              <c:pt idx="4">
                <c:v>3.006659157404723</c:v>
              </c:pt>
              <c:pt idx="5">
                <c:v>3.006659157404723</c:v>
              </c:pt>
              <c:pt idx="6">
                <c:v>3.006659157404723</c:v>
              </c:pt>
              <c:pt idx="7">
                <c:v>3.006659157404723</c:v>
              </c:pt>
              <c:pt idx="8">
                <c:v>3.006659157404723</c:v>
              </c:pt>
              <c:pt idx="9">
                <c:v>3.006659157404723</c:v>
              </c:pt>
              <c:pt idx="10">
                <c:v>3.006659157404723</c:v>
              </c:pt>
              <c:pt idx="11">
                <c:v>3.006659157404723</c:v>
              </c:pt>
              <c:pt idx="12">
                <c:v>3.006659157404723</c:v>
              </c:pt>
              <c:pt idx="13">
                <c:v>3.006659157404723</c:v>
              </c:pt>
              <c:pt idx="14">
                <c:v>3.006659157404723</c:v>
              </c:pt>
              <c:pt idx="15">
                <c:v>3.006659157404723</c:v>
              </c:pt>
              <c:pt idx="16">
                <c:v>3.006659157404723</c:v>
              </c:pt>
              <c:pt idx="17">
                <c:v>3.006659157404723</c:v>
              </c:pt>
              <c:pt idx="18">
                <c:v>3.006659157404723</c:v>
              </c:pt>
              <c:pt idx="19">
                <c:v>3.006659157404723</c:v>
              </c:pt>
              <c:pt idx="20">
                <c:v>3.006659157404723</c:v>
              </c:pt>
              <c:pt idx="21">
                <c:v>3.006659157404723</c:v>
              </c:pt>
              <c:pt idx="22">
                <c:v>3.006659157404723</c:v>
              </c:pt>
              <c:pt idx="23">
                <c:v>3.006659157404723</c:v>
              </c:pt>
              <c:pt idx="24">
                <c:v>3.006659157404723</c:v>
              </c:pt>
              <c:pt idx="25">
                <c:v>3.006659157404723</c:v>
              </c:pt>
              <c:pt idx="26">
                <c:v>3.006659157404723</c:v>
              </c:pt>
              <c:pt idx="27">
                <c:v>3.006659157404723</c:v>
              </c:pt>
              <c:pt idx="28">
                <c:v>3.006659157404723</c:v>
              </c:pt>
              <c:pt idx="29">
                <c:v>3.006659157404723</c:v>
              </c:pt>
              <c:pt idx="30">
                <c:v>3.006659157404723</c:v>
              </c:pt>
              <c:pt idx="31">
                <c:v>3.006659157404723</c:v>
              </c:pt>
              <c:pt idx="32">
                <c:v>3.006659157404723</c:v>
              </c:pt>
              <c:pt idx="33">
                <c:v>3.006659157404723</c:v>
              </c:pt>
              <c:pt idx="34">
                <c:v>3.006659157404723</c:v>
              </c:pt>
              <c:pt idx="35">
                <c:v>3.006659157404723</c:v>
              </c:pt>
              <c:pt idx="36">
                <c:v>3.006659157404723</c:v>
              </c:pt>
              <c:pt idx="37">
                <c:v>3.006659157404723</c:v>
              </c:pt>
              <c:pt idx="38">
                <c:v>3.006659157404723</c:v>
              </c:pt>
              <c:pt idx="39">
                <c:v>3.006659157404723</c:v>
              </c:pt>
              <c:pt idx="40">
                <c:v>3.006659157404723</c:v>
              </c:pt>
              <c:pt idx="41">
                <c:v>3.006659157404723</c:v>
              </c:pt>
              <c:pt idx="42">
                <c:v>3.006659157404723</c:v>
              </c:pt>
              <c:pt idx="43">
                <c:v>3.006659157404723</c:v>
              </c:pt>
              <c:pt idx="44">
                <c:v>3.006659157404723</c:v>
              </c:pt>
              <c:pt idx="45">
                <c:v>3.006659157404723</c:v>
              </c:pt>
              <c:pt idx="46">
                <c:v>3.006659157404723</c:v>
              </c:pt>
              <c:pt idx="47">
                <c:v>3.006659157404723</c:v>
              </c:pt>
              <c:pt idx="48">
                <c:v>3.006659157404723</c:v>
              </c:pt>
              <c:pt idx="49">
                <c:v>3.006659157404723</c:v>
              </c:pt>
              <c:pt idx="50">
                <c:v>3.006659157404723</c:v>
              </c:pt>
              <c:pt idx="51">
                <c:v>3.006659157404723</c:v>
              </c:pt>
              <c:pt idx="52">
                <c:v>3.006659157404723</c:v>
              </c:pt>
              <c:pt idx="53">
                <c:v>3.006659157404723</c:v>
              </c:pt>
              <c:pt idx="54">
                <c:v>3.006659157404723</c:v>
              </c:pt>
              <c:pt idx="55">
                <c:v>3.006659157404723</c:v>
              </c:pt>
              <c:pt idx="56">
                <c:v>3.006659157404723</c:v>
              </c:pt>
              <c:pt idx="57">
                <c:v>3.006659157404723</c:v>
              </c:pt>
              <c:pt idx="58">
                <c:v>3.006659157404723</c:v>
              </c:pt>
              <c:pt idx="59">
                <c:v>3.006659157404723</c:v>
              </c:pt>
              <c:pt idx="60">
                <c:v>3.006659157404723</c:v>
              </c:pt>
              <c:pt idx="61">
                <c:v>3.006659157404723</c:v>
              </c:pt>
              <c:pt idx="62">
                <c:v>3.006659157404723</c:v>
              </c:pt>
              <c:pt idx="63">
                <c:v>3.006659157404723</c:v>
              </c:pt>
              <c:pt idx="64">
                <c:v>3.006659157404723</c:v>
              </c:pt>
              <c:pt idx="65">
                <c:v>3.006659157404723</c:v>
              </c:pt>
              <c:pt idx="66">
                <c:v>3.006659157404723</c:v>
              </c:pt>
              <c:pt idx="67">
                <c:v>3.006659157404723</c:v>
              </c:pt>
              <c:pt idx="68">
                <c:v>3.006659157404723</c:v>
              </c:pt>
              <c:pt idx="69">
                <c:v>3.006659157404723</c:v>
              </c:pt>
              <c:pt idx="70">
                <c:v>3.006659157404723</c:v>
              </c:pt>
              <c:pt idx="71">
                <c:v>3.006659157404723</c:v>
              </c:pt>
              <c:pt idx="72">
                <c:v>3.006659157404723</c:v>
              </c:pt>
              <c:pt idx="73">
                <c:v>3.006659157404723</c:v>
              </c:pt>
              <c:pt idx="74">
                <c:v>3.006659157404723</c:v>
              </c:pt>
              <c:pt idx="75">
                <c:v>3.006659157404723</c:v>
              </c:pt>
              <c:pt idx="76">
                <c:v>3.006659157404723</c:v>
              </c:pt>
              <c:pt idx="77">
                <c:v>3.006659157404723</c:v>
              </c:pt>
              <c:pt idx="78">
                <c:v>3.006659157404723</c:v>
              </c:pt>
              <c:pt idx="79">
                <c:v>3.006659157404723</c:v>
              </c:pt>
              <c:pt idx="80">
                <c:v>3.006659157404723</c:v>
              </c:pt>
              <c:pt idx="81">
                <c:v>3.006659157404723</c:v>
              </c:pt>
              <c:pt idx="82">
                <c:v>3.006659157404723</c:v>
              </c:pt>
              <c:pt idx="83">
                <c:v>3.006659157404723</c:v>
              </c:pt>
              <c:pt idx="84">
                <c:v>3.006659157404723</c:v>
              </c:pt>
              <c:pt idx="85">
                <c:v>3.006659157404723</c:v>
              </c:pt>
              <c:pt idx="86">
                <c:v>3.006659157404723</c:v>
              </c:pt>
              <c:pt idx="87">
                <c:v>3.006659157404723</c:v>
              </c:pt>
              <c:pt idx="88">
                <c:v>3.006659157404723</c:v>
              </c:pt>
              <c:pt idx="89">
                <c:v>3.006659157404723</c:v>
              </c:pt>
              <c:pt idx="90">
                <c:v>3.006659157404723</c:v>
              </c:pt>
              <c:pt idx="91">
                <c:v>3.006659157404723</c:v>
              </c:pt>
              <c:pt idx="92">
                <c:v>3.006659157404723</c:v>
              </c:pt>
              <c:pt idx="93">
                <c:v>3.006659157404723</c:v>
              </c:pt>
              <c:pt idx="94">
                <c:v>3.006659157404723</c:v>
              </c:pt>
              <c:pt idx="95">
                <c:v>3.006659157404723</c:v>
              </c:pt>
              <c:pt idx="96">
                <c:v>3.006659157404723</c:v>
              </c:pt>
              <c:pt idx="97">
                <c:v>3.006659157404723</c:v>
              </c:pt>
              <c:pt idx="98">
                <c:v>3.006659157404723</c:v>
              </c:pt>
              <c:pt idx="99">
                <c:v>3.006659157404723</c:v>
              </c:pt>
              <c:pt idx="100">
                <c:v>3.006659157404723</c:v>
              </c:pt>
              <c:pt idx="101">
                <c:v>3.006659157404723</c:v>
              </c:pt>
              <c:pt idx="102">
                <c:v>3.006659157404723</c:v>
              </c:pt>
              <c:pt idx="103">
                <c:v>3.006659157404723</c:v>
              </c:pt>
              <c:pt idx="104">
                <c:v>3.006659157404723</c:v>
              </c:pt>
              <c:pt idx="105">
                <c:v>3.006659157404723</c:v>
              </c:pt>
              <c:pt idx="106">
                <c:v>3.006659157404723</c:v>
              </c:pt>
              <c:pt idx="107">
                <c:v>3.006659157404723</c:v>
              </c:pt>
              <c:pt idx="108">
                <c:v>3.006659157404723</c:v>
              </c:pt>
              <c:pt idx="109">
                <c:v>3.006659157404723</c:v>
              </c:pt>
              <c:pt idx="110">
                <c:v>3.006659157404723</c:v>
              </c:pt>
              <c:pt idx="111">
                <c:v>3.006659157404723</c:v>
              </c:pt>
              <c:pt idx="112">
                <c:v>3.006659157404723</c:v>
              </c:pt>
              <c:pt idx="113">
                <c:v>3.006659157404723</c:v>
              </c:pt>
              <c:pt idx="114">
                <c:v>3.006659157404723</c:v>
              </c:pt>
              <c:pt idx="115">
                <c:v>3.006659157404723</c:v>
              </c:pt>
              <c:pt idx="116">
                <c:v>3.006659157404723</c:v>
              </c:pt>
              <c:pt idx="117">
                <c:v>3.006659157404723</c:v>
              </c:pt>
              <c:pt idx="118">
                <c:v>3.006659157404723</c:v>
              </c:pt>
              <c:pt idx="119">
                <c:v>3.006659157404723</c:v>
              </c:pt>
              <c:pt idx="120">
                <c:v>3.006659157404723</c:v>
              </c:pt>
              <c:pt idx="121">
                <c:v>3.006659157404723</c:v>
              </c:pt>
              <c:pt idx="122">
                <c:v>3.006659157404723</c:v>
              </c:pt>
              <c:pt idx="123">
                <c:v>3.006659157404723</c:v>
              </c:pt>
              <c:pt idx="124">
                <c:v>3.006659157404723</c:v>
              </c:pt>
              <c:pt idx="125">
                <c:v>3.006659157404723</c:v>
              </c:pt>
              <c:pt idx="126">
                <c:v>3.006659157404723</c:v>
              </c:pt>
              <c:pt idx="127">
                <c:v>3.006659157404723</c:v>
              </c:pt>
              <c:pt idx="128">
                <c:v>3.006659157404723</c:v>
              </c:pt>
              <c:pt idx="129">
                <c:v>3.006659157404723</c:v>
              </c:pt>
              <c:pt idx="130">
                <c:v>3.006659157404723</c:v>
              </c:pt>
              <c:pt idx="131">
                <c:v>3.006659157404723</c:v>
              </c:pt>
              <c:pt idx="132">
                <c:v>3.006659157404723</c:v>
              </c:pt>
              <c:pt idx="133">
                <c:v>3.006659157404723</c:v>
              </c:pt>
              <c:pt idx="134">
                <c:v>3.006659157404723</c:v>
              </c:pt>
              <c:pt idx="135">
                <c:v>3.006659157404723</c:v>
              </c:pt>
              <c:pt idx="136">
                <c:v>3.006659157404723</c:v>
              </c:pt>
              <c:pt idx="137">
                <c:v>3.006659157404723</c:v>
              </c:pt>
              <c:pt idx="138">
                <c:v>3.006659157404723</c:v>
              </c:pt>
              <c:pt idx="139">
                <c:v>3.006659157404723</c:v>
              </c:pt>
              <c:pt idx="140">
                <c:v>3.006659157404723</c:v>
              </c:pt>
              <c:pt idx="141">
                <c:v>3.006659157404723</c:v>
              </c:pt>
              <c:pt idx="142">
                <c:v>3.006659157404723</c:v>
              </c:pt>
              <c:pt idx="143">
                <c:v>3.006659157404723</c:v>
              </c:pt>
              <c:pt idx="144">
                <c:v>3.006659157404723</c:v>
              </c:pt>
              <c:pt idx="145">
                <c:v>3.006659157404723</c:v>
              </c:pt>
              <c:pt idx="146">
                <c:v>3.006659157404723</c:v>
              </c:pt>
              <c:pt idx="147">
                <c:v>3.006659157404723</c:v>
              </c:pt>
              <c:pt idx="148">
                <c:v>3.006659157404723</c:v>
              </c:pt>
              <c:pt idx="149">
                <c:v>3.006659157404723</c:v>
              </c:pt>
              <c:pt idx="150">
                <c:v>3.006659157404723</c:v>
              </c:pt>
              <c:pt idx="151">
                <c:v>3.006659157404723</c:v>
              </c:pt>
              <c:pt idx="152">
                <c:v>3.006659157404723</c:v>
              </c:pt>
              <c:pt idx="153">
                <c:v>3.006659157404723</c:v>
              </c:pt>
              <c:pt idx="154">
                <c:v>3.006659157404723</c:v>
              </c:pt>
              <c:pt idx="155">
                <c:v>3.006659157404723</c:v>
              </c:pt>
              <c:pt idx="156">
                <c:v>3.006659157404723</c:v>
              </c:pt>
              <c:pt idx="157">
                <c:v>3.006659157404723</c:v>
              </c:pt>
              <c:pt idx="158">
                <c:v>3.006659157404723</c:v>
              </c:pt>
              <c:pt idx="159">
                <c:v>3.006659157404723</c:v>
              </c:pt>
              <c:pt idx="160">
                <c:v>3.006659157404723</c:v>
              </c:pt>
              <c:pt idx="161">
                <c:v>3.006659157404723</c:v>
              </c:pt>
              <c:pt idx="162">
                <c:v>3.006659157404723</c:v>
              </c:pt>
              <c:pt idx="163">
                <c:v>3.006659157404723</c:v>
              </c:pt>
              <c:pt idx="164">
                <c:v>3.006659157404723</c:v>
              </c:pt>
              <c:pt idx="165">
                <c:v>3.006659157404723</c:v>
              </c:pt>
              <c:pt idx="166">
                <c:v>3.006659157404723</c:v>
              </c:pt>
              <c:pt idx="167">
                <c:v>3.006659157404723</c:v>
              </c:pt>
              <c:pt idx="168">
                <c:v>3.006659157404723</c:v>
              </c:pt>
              <c:pt idx="169">
                <c:v>3.006659157404723</c:v>
              </c:pt>
              <c:pt idx="170">
                <c:v>3.006659157404723</c:v>
              </c:pt>
              <c:pt idx="171">
                <c:v>3.006659157404723</c:v>
              </c:pt>
              <c:pt idx="172">
                <c:v>3.006659157404723</c:v>
              </c:pt>
              <c:pt idx="173">
                <c:v>3.006659157404723</c:v>
              </c:pt>
              <c:pt idx="174">
                <c:v>3.006659157404723</c:v>
              </c:pt>
              <c:pt idx="175">
                <c:v>3.006659157404723</c:v>
              </c:pt>
              <c:pt idx="176">
                <c:v>3.006659157404723</c:v>
              </c:pt>
              <c:pt idx="177">
                <c:v>3.006659157404723</c:v>
              </c:pt>
              <c:pt idx="178">
                <c:v>3.006659157404723</c:v>
              </c:pt>
              <c:pt idx="179">
                <c:v>3.006659157404723</c:v>
              </c:pt>
              <c:pt idx="180">
                <c:v>3.006659157404723</c:v>
              </c:pt>
              <c:pt idx="181">
                <c:v>3.006659157404723</c:v>
              </c:pt>
              <c:pt idx="182">
                <c:v>3.006659157404723</c:v>
              </c:pt>
              <c:pt idx="183">
                <c:v>3.006659157404723</c:v>
              </c:pt>
              <c:pt idx="184">
                <c:v>3.006659157404723</c:v>
              </c:pt>
              <c:pt idx="185">
                <c:v>3.006659157404723</c:v>
              </c:pt>
              <c:pt idx="186">
                <c:v>3.006659157404723</c:v>
              </c:pt>
              <c:pt idx="187">
                <c:v>3.006659157404723</c:v>
              </c:pt>
              <c:pt idx="188">
                <c:v>3.006659157404723</c:v>
              </c:pt>
              <c:pt idx="189">
                <c:v>3.006659157404723</c:v>
              </c:pt>
              <c:pt idx="190">
                <c:v>3.006659157404723</c:v>
              </c:pt>
              <c:pt idx="191">
                <c:v>3.006659157404723</c:v>
              </c:pt>
              <c:pt idx="192">
                <c:v>3.006659157404723</c:v>
              </c:pt>
              <c:pt idx="193">
                <c:v>3.006659157404723</c:v>
              </c:pt>
              <c:pt idx="194">
                <c:v>3.006659157404723</c:v>
              </c:pt>
              <c:pt idx="195">
                <c:v>3.006659157404723</c:v>
              </c:pt>
              <c:pt idx="196">
                <c:v>3.006659157404723</c:v>
              </c:pt>
              <c:pt idx="197">
                <c:v>3.006659157404723</c:v>
              </c:pt>
              <c:pt idx="198">
                <c:v>3.006659157404723</c:v>
              </c:pt>
              <c:pt idx="199">
                <c:v>3.006659157404723</c:v>
              </c:pt>
              <c:pt idx="200">
                <c:v>3.006659157404723</c:v>
              </c:pt>
              <c:pt idx="201">
                <c:v>3.006659157404723</c:v>
              </c:pt>
              <c:pt idx="202">
                <c:v>3.006659157404723</c:v>
              </c:pt>
              <c:pt idx="203">
                <c:v>3.006659157404723</c:v>
              </c:pt>
              <c:pt idx="204">
                <c:v>3.006659157404723</c:v>
              </c:pt>
              <c:pt idx="205">
                <c:v>3.006659157404723</c:v>
              </c:pt>
              <c:pt idx="206">
                <c:v>3.006659157404723</c:v>
              </c:pt>
              <c:pt idx="207">
                <c:v>3.006659157404723</c:v>
              </c:pt>
              <c:pt idx="208">
                <c:v>3.006659157404723</c:v>
              </c:pt>
              <c:pt idx="209">
                <c:v>3.006659157404723</c:v>
              </c:pt>
              <c:pt idx="210">
                <c:v>3.006659157404723</c:v>
              </c:pt>
              <c:pt idx="211">
                <c:v>3.006659157404723</c:v>
              </c:pt>
              <c:pt idx="212">
                <c:v>3.006659157404723</c:v>
              </c:pt>
              <c:pt idx="213">
                <c:v>3.006659157404723</c:v>
              </c:pt>
              <c:pt idx="214">
                <c:v>3.006659157404723</c:v>
              </c:pt>
              <c:pt idx="215">
                <c:v>3.006659157404723</c:v>
              </c:pt>
              <c:pt idx="216">
                <c:v>3.006659157404723</c:v>
              </c:pt>
              <c:pt idx="217">
                <c:v>3.006659157404723</c:v>
              </c:pt>
              <c:pt idx="218">
                <c:v>3.006659157404723</c:v>
              </c:pt>
              <c:pt idx="219">
                <c:v>3.006659157404723</c:v>
              </c:pt>
              <c:pt idx="220">
                <c:v>3.006659157404723</c:v>
              </c:pt>
              <c:pt idx="221">
                <c:v>3.006659157404723</c:v>
              </c:pt>
              <c:pt idx="222">
                <c:v>3.006659157404723</c:v>
              </c:pt>
              <c:pt idx="223">
                <c:v>3.006659157404723</c:v>
              </c:pt>
              <c:pt idx="224">
                <c:v>3.006659157404723</c:v>
              </c:pt>
              <c:pt idx="225">
                <c:v>3.006659157404723</c:v>
              </c:pt>
              <c:pt idx="226">
                <c:v>3.006659157404723</c:v>
              </c:pt>
              <c:pt idx="227">
                <c:v>3.006659157404723</c:v>
              </c:pt>
              <c:pt idx="228">
                <c:v>3.006659157404723</c:v>
              </c:pt>
              <c:pt idx="229">
                <c:v>3.006659157404723</c:v>
              </c:pt>
              <c:pt idx="230">
                <c:v>3.006659157404723</c:v>
              </c:pt>
              <c:pt idx="231">
                <c:v>3.006659157404723</c:v>
              </c:pt>
              <c:pt idx="232">
                <c:v>3.006659157404723</c:v>
              </c:pt>
              <c:pt idx="233">
                <c:v>3.006659157404723</c:v>
              </c:pt>
              <c:pt idx="234">
                <c:v>3.006659157404723</c:v>
              </c:pt>
              <c:pt idx="235">
                <c:v>3.006659157404723</c:v>
              </c:pt>
              <c:pt idx="236">
                <c:v>3.006659157404723</c:v>
              </c:pt>
              <c:pt idx="237">
                <c:v>3.006659157404723</c:v>
              </c:pt>
              <c:pt idx="238">
                <c:v>3.006659157404723</c:v>
              </c:pt>
              <c:pt idx="239">
                <c:v>3.006659157404723</c:v>
              </c:pt>
              <c:pt idx="240">
                <c:v>3.006659157404723</c:v>
              </c:pt>
              <c:pt idx="241">
                <c:v>3.006659157404723</c:v>
              </c:pt>
              <c:pt idx="242">
                <c:v>3.006659157404723</c:v>
              </c:pt>
              <c:pt idx="243">
                <c:v>3.006659157404723</c:v>
              </c:pt>
              <c:pt idx="244">
                <c:v>3.006659157404723</c:v>
              </c:pt>
              <c:pt idx="245">
                <c:v>3.006659157404723</c:v>
              </c:pt>
              <c:pt idx="246">
                <c:v>3.006659157404723</c:v>
              </c:pt>
              <c:pt idx="247">
                <c:v>3.006659157404723</c:v>
              </c:pt>
              <c:pt idx="248">
                <c:v>3.006659157404723</c:v>
              </c:pt>
              <c:pt idx="249">
                <c:v>3.006659157404723</c:v>
              </c:pt>
              <c:pt idx="250">
                <c:v>3.006659157404723</c:v>
              </c:pt>
              <c:pt idx="251">
                <c:v>3.006659157404723</c:v>
              </c:pt>
              <c:pt idx="252">
                <c:v>3.006659157404723</c:v>
              </c:pt>
              <c:pt idx="253">
                <c:v>3.006659157404723</c:v>
              </c:pt>
              <c:pt idx="254">
                <c:v>3.006659157404723</c:v>
              </c:pt>
              <c:pt idx="255">
                <c:v>3.006659157404723</c:v>
              </c:pt>
              <c:pt idx="256">
                <c:v>3.006659157404723</c:v>
              </c:pt>
              <c:pt idx="257">
                <c:v>3.006659157404723</c:v>
              </c:pt>
              <c:pt idx="258">
                <c:v>3.006659157404723</c:v>
              </c:pt>
              <c:pt idx="259">
                <c:v>3.006659157404723</c:v>
              </c:pt>
              <c:pt idx="260">
                <c:v>3.006659157404723</c:v>
              </c:pt>
              <c:pt idx="261">
                <c:v>3.006659157404723</c:v>
              </c:pt>
              <c:pt idx="262">
                <c:v>3.006659157404723</c:v>
              </c:pt>
              <c:pt idx="263">
                <c:v>3.006659157404723</c:v>
              </c:pt>
              <c:pt idx="264">
                <c:v>3.006659157404723</c:v>
              </c:pt>
              <c:pt idx="265">
                <c:v>3.006659157404723</c:v>
              </c:pt>
              <c:pt idx="266">
                <c:v>3.006659157404723</c:v>
              </c:pt>
              <c:pt idx="267">
                <c:v>3.006659157404723</c:v>
              </c:pt>
              <c:pt idx="268">
                <c:v>3.006659157404723</c:v>
              </c:pt>
              <c:pt idx="269">
                <c:v>3.006659157404723</c:v>
              </c:pt>
              <c:pt idx="270">
                <c:v>3.006659157404723</c:v>
              </c:pt>
              <c:pt idx="271">
                <c:v>3.006659157404723</c:v>
              </c:pt>
              <c:pt idx="272">
                <c:v>3.006659157404723</c:v>
              </c:pt>
              <c:pt idx="273">
                <c:v>3.006659157404723</c:v>
              </c:pt>
              <c:pt idx="274">
                <c:v>3.006659157404723</c:v>
              </c:pt>
              <c:pt idx="275">
                <c:v>3.006659157404723</c:v>
              </c:pt>
              <c:pt idx="276">
                <c:v>3.006659157404723</c:v>
              </c:pt>
              <c:pt idx="277">
                <c:v>3.006659157404723</c:v>
              </c:pt>
              <c:pt idx="278">
                <c:v>3.006659157404723</c:v>
              </c:pt>
              <c:pt idx="279">
                <c:v>3.006659157404723</c:v>
              </c:pt>
              <c:pt idx="280">
                <c:v>3.006659157404723</c:v>
              </c:pt>
              <c:pt idx="281">
                <c:v>3.006659157404723</c:v>
              </c:pt>
              <c:pt idx="282">
                <c:v>3.006659157404723</c:v>
              </c:pt>
              <c:pt idx="283">
                <c:v>3.006659157404723</c:v>
              </c:pt>
              <c:pt idx="284">
                <c:v>3.006659157404723</c:v>
              </c:pt>
              <c:pt idx="285">
                <c:v>3.006659157404723</c:v>
              </c:pt>
              <c:pt idx="286">
                <c:v>3.006659157404723</c:v>
              </c:pt>
              <c:pt idx="287">
                <c:v>3.006659157404723</c:v>
              </c:pt>
              <c:pt idx="288">
                <c:v>3.006659157404723</c:v>
              </c:pt>
              <c:pt idx="289">
                <c:v>3.006659157404723</c:v>
              </c:pt>
              <c:pt idx="290">
                <c:v>3.006659157404723</c:v>
              </c:pt>
              <c:pt idx="291">
                <c:v>3.006659157404723</c:v>
              </c:pt>
              <c:pt idx="292">
                <c:v>3.006659157404723</c:v>
              </c:pt>
              <c:pt idx="293">
                <c:v>3.006659157404723</c:v>
              </c:pt>
              <c:pt idx="294">
                <c:v>3.006659157404723</c:v>
              </c:pt>
              <c:pt idx="295">
                <c:v>3.006659157404723</c:v>
              </c:pt>
              <c:pt idx="296">
                <c:v>3.006659157404723</c:v>
              </c:pt>
              <c:pt idx="297">
                <c:v>3.006659157404723</c:v>
              </c:pt>
              <c:pt idx="298">
                <c:v>3.006659157404723</c:v>
              </c:pt>
              <c:pt idx="299">
                <c:v>3.006659157404723</c:v>
              </c:pt>
              <c:pt idx="300">
                <c:v>3.006659157404723</c:v>
              </c:pt>
              <c:pt idx="301">
                <c:v>3.006659157404723</c:v>
              </c:pt>
              <c:pt idx="302">
                <c:v>3.006659157404723</c:v>
              </c:pt>
              <c:pt idx="303">
                <c:v>3.006659157404723</c:v>
              </c:pt>
              <c:pt idx="304">
                <c:v>3.006659157404723</c:v>
              </c:pt>
              <c:pt idx="305">
                <c:v>3.006659157404723</c:v>
              </c:pt>
              <c:pt idx="306">
                <c:v>3.006659157404723</c:v>
              </c:pt>
              <c:pt idx="307">
                <c:v>3.006659157404723</c:v>
              </c:pt>
              <c:pt idx="308">
                <c:v>3.006659157404723</c:v>
              </c:pt>
              <c:pt idx="309">
                <c:v>3.006659157404723</c:v>
              </c:pt>
              <c:pt idx="310">
                <c:v>3.006659157404723</c:v>
              </c:pt>
              <c:pt idx="311">
                <c:v>3.006659157404723</c:v>
              </c:pt>
              <c:pt idx="312">
                <c:v>3.006659157404723</c:v>
              </c:pt>
              <c:pt idx="313">
                <c:v>3.006659157404723</c:v>
              </c:pt>
              <c:pt idx="314">
                <c:v>3.006659157404723</c:v>
              </c:pt>
              <c:pt idx="315">
                <c:v>3.006659157404723</c:v>
              </c:pt>
              <c:pt idx="316">
                <c:v>3.006659157404723</c:v>
              </c:pt>
              <c:pt idx="317">
                <c:v>3.006659157404723</c:v>
              </c:pt>
              <c:pt idx="318">
                <c:v>3.006659157404723</c:v>
              </c:pt>
              <c:pt idx="319">
                <c:v>3.006659157404723</c:v>
              </c:pt>
              <c:pt idx="320">
                <c:v>3.006659157404723</c:v>
              </c:pt>
              <c:pt idx="321">
                <c:v>3.006659157404723</c:v>
              </c:pt>
              <c:pt idx="322">
                <c:v>3.006659157404723</c:v>
              </c:pt>
              <c:pt idx="323">
                <c:v>3.006659157404723</c:v>
              </c:pt>
              <c:pt idx="324">
                <c:v>3.006659157404723</c:v>
              </c:pt>
              <c:pt idx="325">
                <c:v>3.006659157404723</c:v>
              </c:pt>
              <c:pt idx="326">
                <c:v>3.006659157404723</c:v>
              </c:pt>
              <c:pt idx="327">
                <c:v>3.006659157404723</c:v>
              </c:pt>
              <c:pt idx="328">
                <c:v>3.006659157404723</c:v>
              </c:pt>
              <c:pt idx="329">
                <c:v>3.006659157404723</c:v>
              </c:pt>
              <c:pt idx="330">
                <c:v>3.006659157404723</c:v>
              </c:pt>
              <c:pt idx="331">
                <c:v>3.006659157404723</c:v>
              </c:pt>
              <c:pt idx="332">
                <c:v>3.006659157404723</c:v>
              </c:pt>
              <c:pt idx="333">
                <c:v>3.006659157404723</c:v>
              </c:pt>
              <c:pt idx="334">
                <c:v>3.006659157404723</c:v>
              </c:pt>
              <c:pt idx="335">
                <c:v>3.006659157404723</c:v>
              </c:pt>
              <c:pt idx="336">
                <c:v>3.006659157404723</c:v>
              </c:pt>
              <c:pt idx="337">
                <c:v>3.006659157404723</c:v>
              </c:pt>
              <c:pt idx="338">
                <c:v>3.006659157404723</c:v>
              </c:pt>
              <c:pt idx="339">
                <c:v>3.006659157404723</c:v>
              </c:pt>
              <c:pt idx="340">
                <c:v>3.006659157404723</c:v>
              </c:pt>
              <c:pt idx="341">
                <c:v>3.006659157404723</c:v>
              </c:pt>
              <c:pt idx="342">
                <c:v>3.006659157404723</c:v>
              </c:pt>
              <c:pt idx="343">
                <c:v>3.006659157404723</c:v>
              </c:pt>
              <c:pt idx="344">
                <c:v>3.006659157404723</c:v>
              </c:pt>
              <c:pt idx="345">
                <c:v>3.006659157404723</c:v>
              </c:pt>
              <c:pt idx="346">
                <c:v>3.006659157404723</c:v>
              </c:pt>
              <c:pt idx="347">
                <c:v>3.006659157404723</c:v>
              </c:pt>
              <c:pt idx="348">
                <c:v>3.006659157404723</c:v>
              </c:pt>
              <c:pt idx="349">
                <c:v>3.006659157404723</c:v>
              </c:pt>
              <c:pt idx="350">
                <c:v>3.006659157404723</c:v>
              </c:pt>
              <c:pt idx="351">
                <c:v>3.006659157404723</c:v>
              </c:pt>
              <c:pt idx="352">
                <c:v>3.006659157404723</c:v>
              </c:pt>
              <c:pt idx="353">
                <c:v>3.006659157404723</c:v>
              </c:pt>
              <c:pt idx="354">
                <c:v>3.006659157404723</c:v>
              </c:pt>
              <c:pt idx="355">
                <c:v>3.006659157404723</c:v>
              </c:pt>
              <c:pt idx="356">
                <c:v>3.006659157404723</c:v>
              </c:pt>
              <c:pt idx="357">
                <c:v>3.006659157404723</c:v>
              </c:pt>
              <c:pt idx="358">
                <c:v>3.006659157404723</c:v>
              </c:pt>
              <c:pt idx="359">
                <c:v>3.006659157404723</c:v>
              </c:pt>
              <c:pt idx="360">
                <c:v>3.006659157404723</c:v>
              </c:pt>
              <c:pt idx="361">
                <c:v>3.006659157404723</c:v>
              </c:pt>
              <c:pt idx="362">
                <c:v>3.006659157404723</c:v>
              </c:pt>
              <c:pt idx="363">
                <c:v>3.006659157404723</c:v>
              </c:pt>
              <c:pt idx="364">
                <c:v>3.006659157404723</c:v>
              </c:pt>
              <c:pt idx="365">
                <c:v>3.006659157404723</c:v>
              </c:pt>
              <c:pt idx="366">
                <c:v>3.006659157404723</c:v>
              </c:pt>
              <c:pt idx="367">
                <c:v>3.006659157404723</c:v>
              </c:pt>
              <c:pt idx="368">
                <c:v>3.006659157404723</c:v>
              </c:pt>
              <c:pt idx="369">
                <c:v>3.006659157404723</c:v>
              </c:pt>
              <c:pt idx="370">
                <c:v>3.006659157404723</c:v>
              </c:pt>
              <c:pt idx="371">
                <c:v>3.006659157404723</c:v>
              </c:pt>
              <c:pt idx="372">
                <c:v>3.006659157404723</c:v>
              </c:pt>
              <c:pt idx="373">
                <c:v>3.006659157404723</c:v>
              </c:pt>
              <c:pt idx="374">
                <c:v>3.006659157404723</c:v>
              </c:pt>
              <c:pt idx="375">
                <c:v>3.006659157404723</c:v>
              </c:pt>
              <c:pt idx="376">
                <c:v>3.006659157404723</c:v>
              </c:pt>
              <c:pt idx="377">
                <c:v>3.006659157404723</c:v>
              </c:pt>
              <c:pt idx="378">
                <c:v>3.006659157404723</c:v>
              </c:pt>
              <c:pt idx="379">
                <c:v>3.006659157404723</c:v>
              </c:pt>
              <c:pt idx="380">
                <c:v>3.006659157404723</c:v>
              </c:pt>
              <c:pt idx="381">
                <c:v>3.006659157404723</c:v>
              </c:pt>
              <c:pt idx="382">
                <c:v>3.006659157404723</c:v>
              </c:pt>
              <c:pt idx="383">
                <c:v>3.006659157404723</c:v>
              </c:pt>
              <c:pt idx="384">
                <c:v>3.006659157404723</c:v>
              </c:pt>
              <c:pt idx="385">
                <c:v>3.006659157404723</c:v>
              </c:pt>
              <c:pt idx="386">
                <c:v>3.006659157404723</c:v>
              </c:pt>
              <c:pt idx="387">
                <c:v>3.006659157404723</c:v>
              </c:pt>
              <c:pt idx="388">
                <c:v>3.006659157404723</c:v>
              </c:pt>
              <c:pt idx="389">
                <c:v>3.006659157404723</c:v>
              </c:pt>
              <c:pt idx="390">
                <c:v>3.006659157404723</c:v>
              </c:pt>
              <c:pt idx="391">
                <c:v>3.006659157404723</c:v>
              </c:pt>
              <c:pt idx="392">
                <c:v>3.006659157404723</c:v>
              </c:pt>
              <c:pt idx="393">
                <c:v>3.006659157404723</c:v>
              </c:pt>
              <c:pt idx="394">
                <c:v>3.006659157404723</c:v>
              </c:pt>
              <c:pt idx="395">
                <c:v>3.006659157404723</c:v>
              </c:pt>
              <c:pt idx="396">
                <c:v>3.006659157404723</c:v>
              </c:pt>
              <c:pt idx="397">
                <c:v>3.006659157404723</c:v>
              </c:pt>
              <c:pt idx="398">
                <c:v>3.006659157404723</c:v>
              </c:pt>
              <c:pt idx="399">
                <c:v>3.006659157404723</c:v>
              </c:pt>
              <c:pt idx="400">
                <c:v>3.006659157404723</c:v>
              </c:pt>
              <c:pt idx="401">
                <c:v>3.006659157404723</c:v>
              </c:pt>
              <c:pt idx="402">
                <c:v>3.006659157404723</c:v>
              </c:pt>
              <c:pt idx="403">
                <c:v>3.006659157404723</c:v>
              </c:pt>
              <c:pt idx="404">
                <c:v>3.006659157404723</c:v>
              </c:pt>
              <c:pt idx="405">
                <c:v>3.006659157404723</c:v>
              </c:pt>
              <c:pt idx="406">
                <c:v>3.006659157404723</c:v>
              </c:pt>
              <c:pt idx="407">
                <c:v>3.006659157404723</c:v>
              </c:pt>
              <c:pt idx="408">
                <c:v>3.006659157404723</c:v>
              </c:pt>
              <c:pt idx="409">
                <c:v>3.006659157404723</c:v>
              </c:pt>
              <c:pt idx="410">
                <c:v>3.006659157404723</c:v>
              </c:pt>
              <c:pt idx="411">
                <c:v>3.006659157404723</c:v>
              </c:pt>
              <c:pt idx="412">
                <c:v>3.006659157404723</c:v>
              </c:pt>
              <c:pt idx="413">
                <c:v>3.006659157404723</c:v>
              </c:pt>
              <c:pt idx="414">
                <c:v>3.006659157404723</c:v>
              </c:pt>
              <c:pt idx="415">
                <c:v>3.006659157404723</c:v>
              </c:pt>
              <c:pt idx="416">
                <c:v>3.006659157404723</c:v>
              </c:pt>
              <c:pt idx="417">
                <c:v>3.006659157404723</c:v>
              </c:pt>
              <c:pt idx="418">
                <c:v>3.006659157404723</c:v>
              </c:pt>
              <c:pt idx="419">
                <c:v>3.006659157404723</c:v>
              </c:pt>
              <c:pt idx="420">
                <c:v>3.006659157404723</c:v>
              </c:pt>
              <c:pt idx="421">
                <c:v>3.006659157404723</c:v>
              </c:pt>
              <c:pt idx="422">
                <c:v>3.006659157404723</c:v>
              </c:pt>
              <c:pt idx="423">
                <c:v>3.006659157404723</c:v>
              </c:pt>
              <c:pt idx="424">
                <c:v>3.006659157404723</c:v>
              </c:pt>
              <c:pt idx="425">
                <c:v>3.006659157404723</c:v>
              </c:pt>
              <c:pt idx="426">
                <c:v>3.006659157404723</c:v>
              </c:pt>
              <c:pt idx="427">
                <c:v>3.006659157404723</c:v>
              </c:pt>
              <c:pt idx="428">
                <c:v>3.006659157404723</c:v>
              </c:pt>
              <c:pt idx="429">
                <c:v>3.006659157404723</c:v>
              </c:pt>
              <c:pt idx="430">
                <c:v>3.006659157404723</c:v>
              </c:pt>
              <c:pt idx="431">
                <c:v>3.006659157404723</c:v>
              </c:pt>
              <c:pt idx="432">
                <c:v>3.006659157404723</c:v>
              </c:pt>
              <c:pt idx="433">
                <c:v>3.006659157404723</c:v>
              </c:pt>
              <c:pt idx="434">
                <c:v>3.006659157404723</c:v>
              </c:pt>
              <c:pt idx="435">
                <c:v>3.006659157404723</c:v>
              </c:pt>
              <c:pt idx="436">
                <c:v>3.006659157404723</c:v>
              </c:pt>
              <c:pt idx="437">
                <c:v>3.006659157404723</c:v>
              </c:pt>
              <c:pt idx="438">
                <c:v>3.006659157404723</c:v>
              </c:pt>
              <c:pt idx="439">
                <c:v>3.006659157404723</c:v>
              </c:pt>
              <c:pt idx="440">
                <c:v>3.006659157404723</c:v>
              </c:pt>
              <c:pt idx="441">
                <c:v>3.006659157404723</c:v>
              </c:pt>
              <c:pt idx="442">
                <c:v>3.006659157404723</c:v>
              </c:pt>
              <c:pt idx="443">
                <c:v>3.006659157404723</c:v>
              </c:pt>
              <c:pt idx="444">
                <c:v>3.006659157404723</c:v>
              </c:pt>
              <c:pt idx="445">
                <c:v>3.006659157404723</c:v>
              </c:pt>
              <c:pt idx="446">
                <c:v>3.006659157404723</c:v>
              </c:pt>
              <c:pt idx="447">
                <c:v>3.006659157404723</c:v>
              </c:pt>
            </c:numLit>
          </c:yVal>
          <c:smooth val="0"/>
        </c:ser>
        <c:ser>
          <c:idx val="12"/>
          <c:order val="12"/>
          <c:tx>
            <c:v>Implemented LCA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FFFFFF"/>
              </a:solidFill>
            </c:spPr>
          </c:marker>
          <c:xVal>
            <c:numLit>
              <c:formatCode>General</c:formatCode>
              <c:ptCount val="448"/>
              <c:pt idx="0">
                <c:v>19.649127471228862</c:v>
              </c:pt>
              <c:pt idx="1">
                <c:v>19.649127471228862</c:v>
              </c:pt>
              <c:pt idx="2">
                <c:v>19.649127471228862</c:v>
              </c:pt>
              <c:pt idx="3">
                <c:v>19.649127471228862</c:v>
              </c:pt>
              <c:pt idx="4">
                <c:v>19.649127471228862</c:v>
              </c:pt>
              <c:pt idx="5">
                <c:v>19.649127471228862</c:v>
              </c:pt>
              <c:pt idx="6">
                <c:v>19.649127471228862</c:v>
              </c:pt>
              <c:pt idx="7">
                <c:v>19.649127471228862</c:v>
              </c:pt>
              <c:pt idx="8">
                <c:v>19.649127471228862</c:v>
              </c:pt>
              <c:pt idx="9">
                <c:v>19.649127471228862</c:v>
              </c:pt>
              <c:pt idx="10">
                <c:v>19.649127471228862</c:v>
              </c:pt>
              <c:pt idx="11">
                <c:v>19.649127471228862</c:v>
              </c:pt>
              <c:pt idx="12">
                <c:v>19.649127471228862</c:v>
              </c:pt>
              <c:pt idx="13">
                <c:v>19.649127471228862</c:v>
              </c:pt>
              <c:pt idx="14">
                <c:v>19.649127471228862</c:v>
              </c:pt>
              <c:pt idx="15">
                <c:v>19.649127471228862</c:v>
              </c:pt>
              <c:pt idx="16">
                <c:v>19.649127471228862</c:v>
              </c:pt>
              <c:pt idx="17">
                <c:v>19.649127471228862</c:v>
              </c:pt>
              <c:pt idx="18">
                <c:v>19.649127471228862</c:v>
              </c:pt>
              <c:pt idx="19">
                <c:v>19.649127471228862</c:v>
              </c:pt>
              <c:pt idx="20">
                <c:v>19.649127471228862</c:v>
              </c:pt>
              <c:pt idx="21">
                <c:v>19.649127471228862</c:v>
              </c:pt>
              <c:pt idx="22">
                <c:v>19.649127471228862</c:v>
              </c:pt>
              <c:pt idx="23">
                <c:v>19.649127471228862</c:v>
              </c:pt>
              <c:pt idx="24">
                <c:v>19.649127471228862</c:v>
              </c:pt>
              <c:pt idx="25">
                <c:v>19.649127471228862</c:v>
              </c:pt>
              <c:pt idx="26">
                <c:v>19.649127471228862</c:v>
              </c:pt>
              <c:pt idx="27">
                <c:v>19.649127471228862</c:v>
              </c:pt>
              <c:pt idx="28">
                <c:v>19.649127471228862</c:v>
              </c:pt>
              <c:pt idx="29">
                <c:v>19.649127471228862</c:v>
              </c:pt>
              <c:pt idx="30">
                <c:v>19.649127471228862</c:v>
              </c:pt>
              <c:pt idx="31">
                <c:v>19.649127471228862</c:v>
              </c:pt>
              <c:pt idx="32">
                <c:v>19.649127471228862</c:v>
              </c:pt>
              <c:pt idx="33">
                <c:v>19.649127471228862</c:v>
              </c:pt>
              <c:pt idx="34">
                <c:v>19.649127471228862</c:v>
              </c:pt>
              <c:pt idx="35">
                <c:v>19.649127471228862</c:v>
              </c:pt>
              <c:pt idx="36">
                <c:v>19.649127471228862</c:v>
              </c:pt>
              <c:pt idx="37">
                <c:v>19.649127471228862</c:v>
              </c:pt>
              <c:pt idx="38">
                <c:v>19.649127471228862</c:v>
              </c:pt>
              <c:pt idx="39">
                <c:v>19.649127471228862</c:v>
              </c:pt>
              <c:pt idx="40">
                <c:v>19.649127471228862</c:v>
              </c:pt>
              <c:pt idx="41">
                <c:v>19.649127471228862</c:v>
              </c:pt>
              <c:pt idx="42">
                <c:v>19.649127471228862</c:v>
              </c:pt>
              <c:pt idx="43">
                <c:v>19.649127471228862</c:v>
              </c:pt>
              <c:pt idx="44">
                <c:v>19.649127471228862</c:v>
              </c:pt>
              <c:pt idx="45">
                <c:v>19.649127471228862</c:v>
              </c:pt>
              <c:pt idx="46">
                <c:v>19.649127471228862</c:v>
              </c:pt>
              <c:pt idx="47">
                <c:v>19.649127471228862</c:v>
              </c:pt>
              <c:pt idx="48">
                <c:v>19.649127471228862</c:v>
              </c:pt>
              <c:pt idx="49">
                <c:v>19.649127471228862</c:v>
              </c:pt>
              <c:pt idx="50">
                <c:v>19.649127471228862</c:v>
              </c:pt>
              <c:pt idx="51">
                <c:v>19.649127471228862</c:v>
              </c:pt>
              <c:pt idx="52">
                <c:v>19.649127471228862</c:v>
              </c:pt>
              <c:pt idx="53">
                <c:v>19.649127471228862</c:v>
              </c:pt>
              <c:pt idx="54">
                <c:v>19.649127471228862</c:v>
              </c:pt>
              <c:pt idx="55">
                <c:v>19.649127471228862</c:v>
              </c:pt>
              <c:pt idx="56">
                <c:v>19.649127471228862</c:v>
              </c:pt>
              <c:pt idx="57">
                <c:v>19.649127471228862</c:v>
              </c:pt>
              <c:pt idx="58">
                <c:v>19.649127471228862</c:v>
              </c:pt>
              <c:pt idx="59">
                <c:v>19.649127471228862</c:v>
              </c:pt>
              <c:pt idx="60">
                <c:v>19.649127471228862</c:v>
              </c:pt>
              <c:pt idx="61">
                <c:v>19.649127471228862</c:v>
              </c:pt>
              <c:pt idx="62">
                <c:v>19.649127471228862</c:v>
              </c:pt>
              <c:pt idx="63">
                <c:v>19.649127471228862</c:v>
              </c:pt>
              <c:pt idx="64">
                <c:v>19.649127471228862</c:v>
              </c:pt>
              <c:pt idx="65">
                <c:v>19.649127471228862</c:v>
              </c:pt>
              <c:pt idx="66">
                <c:v>19.649127471228862</c:v>
              </c:pt>
              <c:pt idx="67">
                <c:v>19.649127471228862</c:v>
              </c:pt>
              <c:pt idx="68">
                <c:v>19.649127471228862</c:v>
              </c:pt>
              <c:pt idx="69">
                <c:v>19.649127471228862</c:v>
              </c:pt>
              <c:pt idx="70">
                <c:v>19.649127471228862</c:v>
              </c:pt>
              <c:pt idx="71">
                <c:v>19.649127471228862</c:v>
              </c:pt>
              <c:pt idx="72">
                <c:v>19.649127471228862</c:v>
              </c:pt>
              <c:pt idx="73">
                <c:v>19.649127471228862</c:v>
              </c:pt>
              <c:pt idx="74">
                <c:v>19.649127471228862</c:v>
              </c:pt>
              <c:pt idx="75">
                <c:v>19.649127471228862</c:v>
              </c:pt>
              <c:pt idx="76">
                <c:v>19.649127471228862</c:v>
              </c:pt>
              <c:pt idx="77">
                <c:v>19.649127471228862</c:v>
              </c:pt>
              <c:pt idx="78">
                <c:v>19.649127471228862</c:v>
              </c:pt>
              <c:pt idx="79">
                <c:v>19.649127471228862</c:v>
              </c:pt>
              <c:pt idx="80">
                <c:v>19.649127471228862</c:v>
              </c:pt>
              <c:pt idx="81">
                <c:v>19.649127471228862</c:v>
              </c:pt>
              <c:pt idx="82">
                <c:v>19.649127471228862</c:v>
              </c:pt>
              <c:pt idx="83">
                <c:v>19.649127471228862</c:v>
              </c:pt>
              <c:pt idx="84">
                <c:v>19.649127471228862</c:v>
              </c:pt>
              <c:pt idx="85">
                <c:v>19.649127471228862</c:v>
              </c:pt>
              <c:pt idx="86">
                <c:v>19.649127471228862</c:v>
              </c:pt>
              <c:pt idx="87">
                <c:v>19.649127471228862</c:v>
              </c:pt>
              <c:pt idx="88">
                <c:v>19.649127471228862</c:v>
              </c:pt>
              <c:pt idx="89">
                <c:v>19.649127471228862</c:v>
              </c:pt>
              <c:pt idx="90">
                <c:v>19.649127471228862</c:v>
              </c:pt>
              <c:pt idx="91">
                <c:v>19.649127471228862</c:v>
              </c:pt>
              <c:pt idx="92">
                <c:v>19.649127471228862</c:v>
              </c:pt>
              <c:pt idx="93">
                <c:v>19.649127471228862</c:v>
              </c:pt>
              <c:pt idx="94">
                <c:v>19.649127471228862</c:v>
              </c:pt>
              <c:pt idx="95">
                <c:v>19.649127471228862</c:v>
              </c:pt>
              <c:pt idx="96">
                <c:v>19.649127471228862</c:v>
              </c:pt>
              <c:pt idx="97">
                <c:v>19.649127471228862</c:v>
              </c:pt>
              <c:pt idx="98">
                <c:v>19.649127471228862</c:v>
              </c:pt>
              <c:pt idx="99">
                <c:v>19.649127471228862</c:v>
              </c:pt>
              <c:pt idx="100">
                <c:v>19.649127471228862</c:v>
              </c:pt>
              <c:pt idx="101">
                <c:v>19.649127471228862</c:v>
              </c:pt>
              <c:pt idx="102">
                <c:v>19.649127471228862</c:v>
              </c:pt>
              <c:pt idx="103">
                <c:v>19.649127471228862</c:v>
              </c:pt>
              <c:pt idx="104">
                <c:v>19.649127471228862</c:v>
              </c:pt>
              <c:pt idx="105">
                <c:v>19.649127471228862</c:v>
              </c:pt>
              <c:pt idx="106">
                <c:v>19.649127471228862</c:v>
              </c:pt>
              <c:pt idx="107">
                <c:v>19.649127471228862</c:v>
              </c:pt>
              <c:pt idx="108">
                <c:v>19.649127471228862</c:v>
              </c:pt>
              <c:pt idx="109">
                <c:v>19.649127471228862</c:v>
              </c:pt>
              <c:pt idx="110">
                <c:v>19.649127471228862</c:v>
              </c:pt>
              <c:pt idx="111">
                <c:v>19.649127471228862</c:v>
              </c:pt>
              <c:pt idx="112">
                <c:v>19.649127471228862</c:v>
              </c:pt>
              <c:pt idx="113">
                <c:v>19.649127471228862</c:v>
              </c:pt>
              <c:pt idx="114">
                <c:v>19.649127471228862</c:v>
              </c:pt>
              <c:pt idx="115">
                <c:v>19.649127471228862</c:v>
              </c:pt>
              <c:pt idx="116">
                <c:v>19.649127471228862</c:v>
              </c:pt>
              <c:pt idx="117">
                <c:v>19.649127471228862</c:v>
              </c:pt>
              <c:pt idx="118">
                <c:v>19.649127471228862</c:v>
              </c:pt>
              <c:pt idx="119">
                <c:v>19.649127471228862</c:v>
              </c:pt>
              <c:pt idx="120">
                <c:v>19.649127471228862</c:v>
              </c:pt>
              <c:pt idx="121">
                <c:v>19.649127471228862</c:v>
              </c:pt>
              <c:pt idx="122">
                <c:v>19.649127471228862</c:v>
              </c:pt>
              <c:pt idx="123">
                <c:v>19.649127471228862</c:v>
              </c:pt>
              <c:pt idx="124">
                <c:v>19.649127471228862</c:v>
              </c:pt>
              <c:pt idx="125">
                <c:v>19.649127471228862</c:v>
              </c:pt>
              <c:pt idx="126">
                <c:v>19.649127471228862</c:v>
              </c:pt>
              <c:pt idx="127">
                <c:v>19.649127471228862</c:v>
              </c:pt>
              <c:pt idx="128">
                <c:v>19.649127471228862</c:v>
              </c:pt>
              <c:pt idx="129">
                <c:v>19.649127471228862</c:v>
              </c:pt>
              <c:pt idx="130">
                <c:v>19.649127471228862</c:v>
              </c:pt>
              <c:pt idx="131">
                <c:v>19.649127471228862</c:v>
              </c:pt>
              <c:pt idx="132">
                <c:v>19.649127471228862</c:v>
              </c:pt>
              <c:pt idx="133">
                <c:v>19.649127471228862</c:v>
              </c:pt>
              <c:pt idx="134">
                <c:v>19.649127471228862</c:v>
              </c:pt>
              <c:pt idx="135">
                <c:v>19.649127471228862</c:v>
              </c:pt>
              <c:pt idx="136">
                <c:v>19.649127471228862</c:v>
              </c:pt>
              <c:pt idx="137">
                <c:v>19.649127471228862</c:v>
              </c:pt>
              <c:pt idx="138">
                <c:v>19.649127471228862</c:v>
              </c:pt>
              <c:pt idx="139">
                <c:v>19.649127471228862</c:v>
              </c:pt>
              <c:pt idx="140">
                <c:v>19.649127471228862</c:v>
              </c:pt>
              <c:pt idx="141">
                <c:v>19.649127471228862</c:v>
              </c:pt>
              <c:pt idx="142">
                <c:v>19.649127471228862</c:v>
              </c:pt>
              <c:pt idx="143">
                <c:v>19.649127471228862</c:v>
              </c:pt>
              <c:pt idx="144">
                <c:v>19.649127471228862</c:v>
              </c:pt>
              <c:pt idx="145">
                <c:v>19.649127471228862</c:v>
              </c:pt>
              <c:pt idx="146">
                <c:v>19.649127471228862</c:v>
              </c:pt>
              <c:pt idx="147">
                <c:v>19.649127471228862</c:v>
              </c:pt>
              <c:pt idx="148">
                <c:v>19.649127471228862</c:v>
              </c:pt>
              <c:pt idx="149">
                <c:v>19.649127471228862</c:v>
              </c:pt>
              <c:pt idx="150">
                <c:v>19.649127471228862</c:v>
              </c:pt>
              <c:pt idx="151">
                <c:v>19.649127471228862</c:v>
              </c:pt>
              <c:pt idx="152">
                <c:v>19.649127471228862</c:v>
              </c:pt>
              <c:pt idx="153">
                <c:v>19.649127471228862</c:v>
              </c:pt>
              <c:pt idx="154">
                <c:v>19.649127471228862</c:v>
              </c:pt>
              <c:pt idx="155">
                <c:v>19.649127471228862</c:v>
              </c:pt>
              <c:pt idx="156">
                <c:v>19.649127471228862</c:v>
              </c:pt>
              <c:pt idx="157">
                <c:v>19.649127471228862</c:v>
              </c:pt>
              <c:pt idx="158">
                <c:v>19.649127471228862</c:v>
              </c:pt>
              <c:pt idx="159">
                <c:v>19.649127471228862</c:v>
              </c:pt>
              <c:pt idx="160">
                <c:v>19.649127471228862</c:v>
              </c:pt>
              <c:pt idx="161">
                <c:v>19.649127471228862</c:v>
              </c:pt>
              <c:pt idx="162">
                <c:v>19.649127471228862</c:v>
              </c:pt>
              <c:pt idx="163">
                <c:v>19.649127471228862</c:v>
              </c:pt>
              <c:pt idx="164">
                <c:v>19.649127471228862</c:v>
              </c:pt>
              <c:pt idx="165">
                <c:v>19.649127471228862</c:v>
              </c:pt>
              <c:pt idx="166">
                <c:v>19.649127471228862</c:v>
              </c:pt>
              <c:pt idx="167">
                <c:v>19.649127471228862</c:v>
              </c:pt>
              <c:pt idx="168">
                <c:v>19.649127471228862</c:v>
              </c:pt>
              <c:pt idx="169">
                <c:v>19.649127471228862</c:v>
              </c:pt>
              <c:pt idx="170">
                <c:v>19.649127471228862</c:v>
              </c:pt>
              <c:pt idx="171">
                <c:v>19.649127471228862</c:v>
              </c:pt>
              <c:pt idx="172">
                <c:v>19.649127471228862</c:v>
              </c:pt>
              <c:pt idx="173">
                <c:v>19.649127471228862</c:v>
              </c:pt>
              <c:pt idx="174">
                <c:v>19.649127471228862</c:v>
              </c:pt>
              <c:pt idx="175">
                <c:v>19.649127471228862</c:v>
              </c:pt>
              <c:pt idx="176">
                <c:v>19.649127471228862</c:v>
              </c:pt>
              <c:pt idx="177">
                <c:v>19.649127471228862</c:v>
              </c:pt>
              <c:pt idx="178">
                <c:v>19.649127471228862</c:v>
              </c:pt>
              <c:pt idx="179">
                <c:v>19.649127471228862</c:v>
              </c:pt>
              <c:pt idx="180">
                <c:v>19.649127471228862</c:v>
              </c:pt>
              <c:pt idx="181">
                <c:v>19.649127471228862</c:v>
              </c:pt>
              <c:pt idx="182">
                <c:v>19.649127471228862</c:v>
              </c:pt>
              <c:pt idx="183">
                <c:v>19.649127471228862</c:v>
              </c:pt>
              <c:pt idx="184">
                <c:v>19.649127471228862</c:v>
              </c:pt>
              <c:pt idx="185">
                <c:v>19.649127471228862</c:v>
              </c:pt>
              <c:pt idx="186">
                <c:v>19.649127471228862</c:v>
              </c:pt>
              <c:pt idx="187">
                <c:v>19.649127471228862</c:v>
              </c:pt>
              <c:pt idx="188">
                <c:v>19.649127471228862</c:v>
              </c:pt>
              <c:pt idx="189">
                <c:v>19.649127471228862</c:v>
              </c:pt>
              <c:pt idx="190">
                <c:v>19.649127471228862</c:v>
              </c:pt>
              <c:pt idx="191">
                <c:v>19.649127471228862</c:v>
              </c:pt>
              <c:pt idx="192">
                <c:v>19.649127471228862</c:v>
              </c:pt>
              <c:pt idx="193">
                <c:v>19.649127471228862</c:v>
              </c:pt>
              <c:pt idx="194">
                <c:v>19.649127471228862</c:v>
              </c:pt>
              <c:pt idx="195">
                <c:v>19.649127471228862</c:v>
              </c:pt>
              <c:pt idx="196">
                <c:v>19.649127471228862</c:v>
              </c:pt>
              <c:pt idx="197">
                <c:v>19.649127471228862</c:v>
              </c:pt>
              <c:pt idx="198">
                <c:v>19.649127471228862</c:v>
              </c:pt>
              <c:pt idx="199">
                <c:v>19.649127471228862</c:v>
              </c:pt>
              <c:pt idx="200">
                <c:v>19.649127471228862</c:v>
              </c:pt>
              <c:pt idx="201">
                <c:v>19.649127471228862</c:v>
              </c:pt>
              <c:pt idx="202">
                <c:v>19.649127471228862</c:v>
              </c:pt>
              <c:pt idx="203">
                <c:v>19.649127471228862</c:v>
              </c:pt>
              <c:pt idx="204">
                <c:v>19.649127471228862</c:v>
              </c:pt>
              <c:pt idx="205">
                <c:v>19.649127471228862</c:v>
              </c:pt>
              <c:pt idx="206">
                <c:v>19.649127471228862</c:v>
              </c:pt>
              <c:pt idx="207">
                <c:v>19.649127471228862</c:v>
              </c:pt>
              <c:pt idx="208">
                <c:v>19.649127471228862</c:v>
              </c:pt>
              <c:pt idx="209">
                <c:v>19.649127471228862</c:v>
              </c:pt>
              <c:pt idx="210">
                <c:v>19.649127471228862</c:v>
              </c:pt>
              <c:pt idx="211">
                <c:v>19.649127471228862</c:v>
              </c:pt>
              <c:pt idx="212">
                <c:v>19.649127471228862</c:v>
              </c:pt>
              <c:pt idx="213">
                <c:v>19.649127471228862</c:v>
              </c:pt>
              <c:pt idx="214">
                <c:v>19.649127471228862</c:v>
              </c:pt>
              <c:pt idx="215">
                <c:v>19.649127471228862</c:v>
              </c:pt>
              <c:pt idx="216">
                <c:v>19.649127471228862</c:v>
              </c:pt>
              <c:pt idx="217">
                <c:v>19.649127471228862</c:v>
              </c:pt>
              <c:pt idx="218">
                <c:v>19.649127471228862</c:v>
              </c:pt>
              <c:pt idx="219">
                <c:v>19.649127471228862</c:v>
              </c:pt>
              <c:pt idx="220">
                <c:v>19.649127471228862</c:v>
              </c:pt>
              <c:pt idx="221">
                <c:v>19.649127471228862</c:v>
              </c:pt>
              <c:pt idx="222">
                <c:v>19.649127471228862</c:v>
              </c:pt>
              <c:pt idx="223">
                <c:v>19.649127471228862</c:v>
              </c:pt>
              <c:pt idx="224">
                <c:v>19.649127471228862</c:v>
              </c:pt>
              <c:pt idx="225">
                <c:v>19.649127471228862</c:v>
              </c:pt>
              <c:pt idx="226">
                <c:v>19.649127471228862</c:v>
              </c:pt>
              <c:pt idx="227">
                <c:v>19.649127471228862</c:v>
              </c:pt>
              <c:pt idx="228">
                <c:v>19.649127471228862</c:v>
              </c:pt>
              <c:pt idx="229">
                <c:v>19.649127471228862</c:v>
              </c:pt>
              <c:pt idx="230">
                <c:v>19.649127471228862</c:v>
              </c:pt>
              <c:pt idx="231">
                <c:v>19.649127471228862</c:v>
              </c:pt>
              <c:pt idx="232">
                <c:v>19.649127471228862</c:v>
              </c:pt>
              <c:pt idx="233">
                <c:v>19.649127471228862</c:v>
              </c:pt>
              <c:pt idx="234">
                <c:v>19.649127471228862</c:v>
              </c:pt>
              <c:pt idx="235">
                <c:v>19.649127471228862</c:v>
              </c:pt>
              <c:pt idx="236">
                <c:v>19.649127471228862</c:v>
              </c:pt>
              <c:pt idx="237">
                <c:v>19.649127471228862</c:v>
              </c:pt>
              <c:pt idx="238">
                <c:v>19.649127471228862</c:v>
              </c:pt>
              <c:pt idx="239">
                <c:v>19.649127471228862</c:v>
              </c:pt>
              <c:pt idx="240">
                <c:v>19.649127471228862</c:v>
              </c:pt>
              <c:pt idx="241">
                <c:v>19.649127471228862</c:v>
              </c:pt>
              <c:pt idx="242">
                <c:v>19.649127471228862</c:v>
              </c:pt>
              <c:pt idx="243">
                <c:v>19.649127471228862</c:v>
              </c:pt>
              <c:pt idx="244">
                <c:v>19.649127471228862</c:v>
              </c:pt>
              <c:pt idx="245">
                <c:v>19.649127471228862</c:v>
              </c:pt>
              <c:pt idx="246">
                <c:v>19.649127471228862</c:v>
              </c:pt>
              <c:pt idx="247">
                <c:v>19.649127471228862</c:v>
              </c:pt>
              <c:pt idx="248">
                <c:v>19.649127471228862</c:v>
              </c:pt>
              <c:pt idx="249">
                <c:v>19.649127471228862</c:v>
              </c:pt>
              <c:pt idx="250">
                <c:v>19.649127471228862</c:v>
              </c:pt>
              <c:pt idx="251">
                <c:v>19.649127471228862</c:v>
              </c:pt>
              <c:pt idx="252">
                <c:v>19.649127471228862</c:v>
              </c:pt>
              <c:pt idx="253">
                <c:v>19.649127471228862</c:v>
              </c:pt>
              <c:pt idx="254">
                <c:v>19.649127471228862</c:v>
              </c:pt>
              <c:pt idx="255">
                <c:v>19.649127471228862</c:v>
              </c:pt>
              <c:pt idx="256">
                <c:v>19.649127471228862</c:v>
              </c:pt>
              <c:pt idx="257">
                <c:v>19.649127471228862</c:v>
              </c:pt>
              <c:pt idx="258">
                <c:v>19.649127471228862</c:v>
              </c:pt>
              <c:pt idx="259">
                <c:v>19.649127471228862</c:v>
              </c:pt>
              <c:pt idx="260">
                <c:v>19.649127471228862</c:v>
              </c:pt>
              <c:pt idx="261">
                <c:v>19.649127471228862</c:v>
              </c:pt>
              <c:pt idx="262">
                <c:v>19.649127471228862</c:v>
              </c:pt>
              <c:pt idx="263">
                <c:v>19.649127471228862</c:v>
              </c:pt>
              <c:pt idx="264">
                <c:v>19.649127471228862</c:v>
              </c:pt>
              <c:pt idx="265">
                <c:v>19.649127471228862</c:v>
              </c:pt>
              <c:pt idx="266">
                <c:v>19.649127471228862</c:v>
              </c:pt>
              <c:pt idx="267">
                <c:v>19.649127471228862</c:v>
              </c:pt>
              <c:pt idx="268">
                <c:v>19.649127471228862</c:v>
              </c:pt>
              <c:pt idx="269">
                <c:v>19.649127471228862</c:v>
              </c:pt>
              <c:pt idx="270">
                <c:v>19.649127471228862</c:v>
              </c:pt>
              <c:pt idx="271">
                <c:v>19.649127471228862</c:v>
              </c:pt>
              <c:pt idx="272">
                <c:v>19.649127471228862</c:v>
              </c:pt>
              <c:pt idx="273">
                <c:v>19.649127471228862</c:v>
              </c:pt>
              <c:pt idx="274">
                <c:v>19.649127471228862</c:v>
              </c:pt>
              <c:pt idx="275">
                <c:v>19.649127471228862</c:v>
              </c:pt>
              <c:pt idx="276">
                <c:v>19.649127471228862</c:v>
              </c:pt>
              <c:pt idx="277">
                <c:v>19.649127471228862</c:v>
              </c:pt>
              <c:pt idx="278">
                <c:v>19.649127471228862</c:v>
              </c:pt>
              <c:pt idx="279">
                <c:v>19.649127471228862</c:v>
              </c:pt>
              <c:pt idx="280">
                <c:v>19.649127471228862</c:v>
              </c:pt>
              <c:pt idx="281">
                <c:v>19.649127471228862</c:v>
              </c:pt>
              <c:pt idx="282">
                <c:v>19.649127471228862</c:v>
              </c:pt>
              <c:pt idx="283">
                <c:v>19.649127471228862</c:v>
              </c:pt>
              <c:pt idx="284">
                <c:v>19.649127471228862</c:v>
              </c:pt>
              <c:pt idx="285">
                <c:v>19.649127471228862</c:v>
              </c:pt>
              <c:pt idx="286">
                <c:v>19.649127471228862</c:v>
              </c:pt>
              <c:pt idx="287">
                <c:v>19.649127471228862</c:v>
              </c:pt>
              <c:pt idx="288">
                <c:v>19.649127471228862</c:v>
              </c:pt>
              <c:pt idx="289">
                <c:v>19.649127471228862</c:v>
              </c:pt>
              <c:pt idx="290">
                <c:v>19.649127471228862</c:v>
              </c:pt>
              <c:pt idx="291">
                <c:v>19.649127471228862</c:v>
              </c:pt>
              <c:pt idx="292">
                <c:v>19.649127471228862</c:v>
              </c:pt>
              <c:pt idx="293">
                <c:v>19.649127471228862</c:v>
              </c:pt>
              <c:pt idx="294">
                <c:v>19.649127471228862</c:v>
              </c:pt>
              <c:pt idx="295">
                <c:v>19.649127471228862</c:v>
              </c:pt>
              <c:pt idx="296">
                <c:v>19.649127471228862</c:v>
              </c:pt>
              <c:pt idx="297">
                <c:v>19.649127471228862</c:v>
              </c:pt>
              <c:pt idx="298">
                <c:v>19.649127471228862</c:v>
              </c:pt>
              <c:pt idx="299">
                <c:v>19.649127471228862</c:v>
              </c:pt>
              <c:pt idx="300">
                <c:v>19.649127471228862</c:v>
              </c:pt>
              <c:pt idx="301">
                <c:v>19.649127471228862</c:v>
              </c:pt>
              <c:pt idx="302">
                <c:v>19.649127471228862</c:v>
              </c:pt>
              <c:pt idx="303">
                <c:v>19.649127471228862</c:v>
              </c:pt>
              <c:pt idx="304">
                <c:v>19.649127471228862</c:v>
              </c:pt>
              <c:pt idx="305">
                <c:v>19.649127471228862</c:v>
              </c:pt>
              <c:pt idx="306">
                <c:v>19.649127471228862</c:v>
              </c:pt>
              <c:pt idx="307">
                <c:v>19.649127471228862</c:v>
              </c:pt>
              <c:pt idx="308">
                <c:v>19.649127471228862</c:v>
              </c:pt>
              <c:pt idx="309">
                <c:v>19.649127471228862</c:v>
              </c:pt>
              <c:pt idx="310">
                <c:v>19.649127471228862</c:v>
              </c:pt>
              <c:pt idx="311">
                <c:v>19.649127471228862</c:v>
              </c:pt>
              <c:pt idx="312">
                <c:v>19.649127471228862</c:v>
              </c:pt>
              <c:pt idx="313">
                <c:v>19.649127471228862</c:v>
              </c:pt>
              <c:pt idx="314">
                <c:v>19.649127471228862</c:v>
              </c:pt>
              <c:pt idx="315">
                <c:v>19.649127471228862</c:v>
              </c:pt>
              <c:pt idx="316">
                <c:v>19.649127471228862</c:v>
              </c:pt>
              <c:pt idx="317">
                <c:v>19.649127471228862</c:v>
              </c:pt>
              <c:pt idx="318">
                <c:v>19.649127471228862</c:v>
              </c:pt>
              <c:pt idx="319">
                <c:v>19.649127471228862</c:v>
              </c:pt>
              <c:pt idx="320">
                <c:v>19.649127471228862</c:v>
              </c:pt>
              <c:pt idx="321">
                <c:v>19.649127471228862</c:v>
              </c:pt>
              <c:pt idx="322">
                <c:v>19.649127471228862</c:v>
              </c:pt>
              <c:pt idx="323">
                <c:v>19.649127471228862</c:v>
              </c:pt>
              <c:pt idx="324">
                <c:v>19.649127471228862</c:v>
              </c:pt>
              <c:pt idx="325">
                <c:v>19.649127471228862</c:v>
              </c:pt>
              <c:pt idx="326">
                <c:v>19.649127471228862</c:v>
              </c:pt>
              <c:pt idx="327">
                <c:v>19.649127471228862</c:v>
              </c:pt>
              <c:pt idx="328">
                <c:v>19.649127471228862</c:v>
              </c:pt>
              <c:pt idx="329">
                <c:v>19.649127471228862</c:v>
              </c:pt>
              <c:pt idx="330">
                <c:v>19.649127471228862</c:v>
              </c:pt>
              <c:pt idx="331">
                <c:v>19.649127471228862</c:v>
              </c:pt>
              <c:pt idx="332">
                <c:v>19.649127471228862</c:v>
              </c:pt>
              <c:pt idx="333">
                <c:v>19.649127471228862</c:v>
              </c:pt>
              <c:pt idx="334">
                <c:v>19.649127471228862</c:v>
              </c:pt>
              <c:pt idx="335">
                <c:v>19.649127471228862</c:v>
              </c:pt>
              <c:pt idx="336">
                <c:v>19.649127471228862</c:v>
              </c:pt>
              <c:pt idx="337">
                <c:v>19.649127471228862</c:v>
              </c:pt>
              <c:pt idx="338">
                <c:v>19.649127471228862</c:v>
              </c:pt>
              <c:pt idx="339">
                <c:v>19.649127471228862</c:v>
              </c:pt>
              <c:pt idx="340">
                <c:v>19.649127471228862</c:v>
              </c:pt>
              <c:pt idx="341">
                <c:v>19.649127471228862</c:v>
              </c:pt>
              <c:pt idx="342">
                <c:v>19.649127471228862</c:v>
              </c:pt>
              <c:pt idx="343">
                <c:v>19.649127471228862</c:v>
              </c:pt>
              <c:pt idx="344">
                <c:v>19.649127471228862</c:v>
              </c:pt>
              <c:pt idx="345">
                <c:v>19.649127471228862</c:v>
              </c:pt>
              <c:pt idx="346">
                <c:v>19.649127471228862</c:v>
              </c:pt>
              <c:pt idx="347">
                <c:v>19.649127471228862</c:v>
              </c:pt>
              <c:pt idx="348">
                <c:v>19.649127471228862</c:v>
              </c:pt>
              <c:pt idx="349">
                <c:v>19.649127471228862</c:v>
              </c:pt>
              <c:pt idx="350">
                <c:v>19.649127471228862</c:v>
              </c:pt>
              <c:pt idx="351">
                <c:v>19.649127471228862</c:v>
              </c:pt>
              <c:pt idx="352">
                <c:v>19.649127471228862</c:v>
              </c:pt>
              <c:pt idx="353">
                <c:v>19.649127471228862</c:v>
              </c:pt>
              <c:pt idx="354">
                <c:v>19.649127471228862</c:v>
              </c:pt>
              <c:pt idx="355">
                <c:v>19.649127471228862</c:v>
              </c:pt>
              <c:pt idx="356">
                <c:v>19.649127471228862</c:v>
              </c:pt>
              <c:pt idx="357">
                <c:v>19.649127471228862</c:v>
              </c:pt>
              <c:pt idx="358">
                <c:v>19.649127471228862</c:v>
              </c:pt>
              <c:pt idx="359">
                <c:v>19.649127471228862</c:v>
              </c:pt>
              <c:pt idx="360">
                <c:v>19.649127471228862</c:v>
              </c:pt>
              <c:pt idx="361">
                <c:v>19.649127471228862</c:v>
              </c:pt>
              <c:pt idx="362">
                <c:v>19.649127471228862</c:v>
              </c:pt>
              <c:pt idx="363">
                <c:v>19.649127471228862</c:v>
              </c:pt>
              <c:pt idx="364">
                <c:v>19.649127471228862</c:v>
              </c:pt>
              <c:pt idx="365">
                <c:v>19.649127471228862</c:v>
              </c:pt>
              <c:pt idx="366">
                <c:v>19.649127471228862</c:v>
              </c:pt>
              <c:pt idx="367">
                <c:v>19.649127471228862</c:v>
              </c:pt>
              <c:pt idx="368">
                <c:v>19.649127471228862</c:v>
              </c:pt>
              <c:pt idx="369">
                <c:v>19.649127471228862</c:v>
              </c:pt>
              <c:pt idx="370">
                <c:v>19.649127471228862</c:v>
              </c:pt>
              <c:pt idx="371">
                <c:v>19.649127471228862</c:v>
              </c:pt>
              <c:pt idx="372">
                <c:v>19.649127471228862</c:v>
              </c:pt>
              <c:pt idx="373">
                <c:v>19.649127471228862</c:v>
              </c:pt>
              <c:pt idx="374">
                <c:v>19.649127471228862</c:v>
              </c:pt>
              <c:pt idx="375">
                <c:v>19.649127471228862</c:v>
              </c:pt>
              <c:pt idx="376">
                <c:v>19.649127471228862</c:v>
              </c:pt>
              <c:pt idx="377">
                <c:v>19.649127471228862</c:v>
              </c:pt>
              <c:pt idx="378">
                <c:v>19.649127471228862</c:v>
              </c:pt>
              <c:pt idx="379">
                <c:v>19.649127471228862</c:v>
              </c:pt>
              <c:pt idx="380">
                <c:v>19.649127471228862</c:v>
              </c:pt>
              <c:pt idx="381">
                <c:v>19.649127471228862</c:v>
              </c:pt>
              <c:pt idx="382">
                <c:v>19.649127471228862</c:v>
              </c:pt>
              <c:pt idx="383">
                <c:v>19.649127471228862</c:v>
              </c:pt>
              <c:pt idx="384">
                <c:v>19.649127471228862</c:v>
              </c:pt>
              <c:pt idx="385">
                <c:v>19.649127471228862</c:v>
              </c:pt>
              <c:pt idx="386">
                <c:v>19.649127471228862</c:v>
              </c:pt>
              <c:pt idx="387">
                <c:v>19.649127471228862</c:v>
              </c:pt>
              <c:pt idx="388">
                <c:v>19.649127471228862</c:v>
              </c:pt>
              <c:pt idx="389">
                <c:v>19.649127471228862</c:v>
              </c:pt>
              <c:pt idx="390">
                <c:v>19.649127471228862</c:v>
              </c:pt>
              <c:pt idx="391">
                <c:v>19.649127471228862</c:v>
              </c:pt>
              <c:pt idx="392">
                <c:v>19.649127471228862</c:v>
              </c:pt>
              <c:pt idx="393">
                <c:v>19.649127471228862</c:v>
              </c:pt>
              <c:pt idx="394">
                <c:v>19.649127471228862</c:v>
              </c:pt>
              <c:pt idx="395">
                <c:v>19.649127471228862</c:v>
              </c:pt>
              <c:pt idx="396">
                <c:v>19.649127471228862</c:v>
              </c:pt>
              <c:pt idx="397">
                <c:v>19.649127471228862</c:v>
              </c:pt>
              <c:pt idx="398">
                <c:v>19.649127471228862</c:v>
              </c:pt>
              <c:pt idx="399">
                <c:v>19.649127471228862</c:v>
              </c:pt>
              <c:pt idx="400">
                <c:v>19.649127471228862</c:v>
              </c:pt>
              <c:pt idx="401">
                <c:v>19.649127471228862</c:v>
              </c:pt>
              <c:pt idx="402">
                <c:v>19.649127471228862</c:v>
              </c:pt>
              <c:pt idx="403">
                <c:v>19.649127471228862</c:v>
              </c:pt>
              <c:pt idx="404">
                <c:v>19.649127471228862</c:v>
              </c:pt>
              <c:pt idx="405">
                <c:v>19.649127471228862</c:v>
              </c:pt>
              <c:pt idx="406">
                <c:v>19.649127471228862</c:v>
              </c:pt>
              <c:pt idx="407">
                <c:v>19.649127471228862</c:v>
              </c:pt>
              <c:pt idx="408">
                <c:v>19.649127471228862</c:v>
              </c:pt>
              <c:pt idx="409">
                <c:v>19.649127471228862</c:v>
              </c:pt>
              <c:pt idx="410">
                <c:v>19.649127471228862</c:v>
              </c:pt>
              <c:pt idx="411">
                <c:v>19.649127471228862</c:v>
              </c:pt>
              <c:pt idx="412">
                <c:v>19.649127471228862</c:v>
              </c:pt>
              <c:pt idx="413">
                <c:v>19.649127471228862</c:v>
              </c:pt>
              <c:pt idx="414">
                <c:v>19.649127471228862</c:v>
              </c:pt>
              <c:pt idx="415">
                <c:v>19.649127471228862</c:v>
              </c:pt>
              <c:pt idx="416">
                <c:v>19.649127471228862</c:v>
              </c:pt>
              <c:pt idx="417">
                <c:v>19.649127471228862</c:v>
              </c:pt>
              <c:pt idx="418">
                <c:v>19.649127471228862</c:v>
              </c:pt>
              <c:pt idx="419">
                <c:v>19.649127471228862</c:v>
              </c:pt>
              <c:pt idx="420">
                <c:v>19.649127471228862</c:v>
              </c:pt>
              <c:pt idx="421">
                <c:v>19.649127471228862</c:v>
              </c:pt>
              <c:pt idx="422">
                <c:v>19.649127471228862</c:v>
              </c:pt>
              <c:pt idx="423">
                <c:v>19.649127471228862</c:v>
              </c:pt>
              <c:pt idx="424">
                <c:v>19.649127471228862</c:v>
              </c:pt>
              <c:pt idx="425">
                <c:v>19.649127471228862</c:v>
              </c:pt>
              <c:pt idx="426">
                <c:v>19.649127471228862</c:v>
              </c:pt>
              <c:pt idx="427">
                <c:v>19.649127471228862</c:v>
              </c:pt>
              <c:pt idx="428">
                <c:v>19.649127471228862</c:v>
              </c:pt>
              <c:pt idx="429">
                <c:v>19.649127471228862</c:v>
              </c:pt>
              <c:pt idx="430">
                <c:v>19.649127471228862</c:v>
              </c:pt>
              <c:pt idx="431">
                <c:v>19.649127471228862</c:v>
              </c:pt>
              <c:pt idx="432">
                <c:v>19.649127471228862</c:v>
              </c:pt>
              <c:pt idx="433">
                <c:v>19.649127471228862</c:v>
              </c:pt>
              <c:pt idx="434">
                <c:v>19.649127471228862</c:v>
              </c:pt>
              <c:pt idx="435">
                <c:v>19.649127471228862</c:v>
              </c:pt>
              <c:pt idx="436">
                <c:v>19.649127471228862</c:v>
              </c:pt>
              <c:pt idx="437">
                <c:v>19.649127471228862</c:v>
              </c:pt>
              <c:pt idx="438">
                <c:v>19.649127471228862</c:v>
              </c:pt>
              <c:pt idx="439">
                <c:v>19.649127471228862</c:v>
              </c:pt>
              <c:pt idx="440">
                <c:v>19.649127471228862</c:v>
              </c:pt>
              <c:pt idx="441">
                <c:v>19.649127471228862</c:v>
              </c:pt>
              <c:pt idx="442">
                <c:v>19.649127471228862</c:v>
              </c:pt>
              <c:pt idx="443">
                <c:v>19.649127471228862</c:v>
              </c:pt>
              <c:pt idx="444">
                <c:v>19.649127471228862</c:v>
              </c:pt>
              <c:pt idx="445">
                <c:v>19.649127471228862</c:v>
              </c:pt>
              <c:pt idx="446">
                <c:v>19.649127471228862</c:v>
              </c:pt>
              <c:pt idx="447">
                <c:v>19.649127471228862</c:v>
              </c:pt>
            </c:numLit>
          </c:xVal>
          <c:yVal>
            <c:numLit>
              <c:formatCode>0.0</c:formatCode>
              <c:ptCount val="448"/>
              <c:pt idx="0">
                <c:v>0.4463912493185715</c:v>
              </c:pt>
              <c:pt idx="1">
                <c:v>0.4463912493185715</c:v>
              </c:pt>
              <c:pt idx="2">
                <c:v>0.4463912493185715</c:v>
              </c:pt>
              <c:pt idx="3">
                <c:v>0.4463912493185715</c:v>
              </c:pt>
              <c:pt idx="4">
                <c:v>0.4463912493185715</c:v>
              </c:pt>
              <c:pt idx="5">
                <c:v>0.4463912493185715</c:v>
              </c:pt>
              <c:pt idx="6">
                <c:v>0.4463912493185715</c:v>
              </c:pt>
              <c:pt idx="7">
                <c:v>0.4463912493185715</c:v>
              </c:pt>
              <c:pt idx="8">
                <c:v>0.4463912493185715</c:v>
              </c:pt>
              <c:pt idx="9">
                <c:v>0.4463912493185715</c:v>
              </c:pt>
              <c:pt idx="10">
                <c:v>0.4463912493185715</c:v>
              </c:pt>
              <c:pt idx="11">
                <c:v>0.4463912493185715</c:v>
              </c:pt>
              <c:pt idx="12">
                <c:v>0.4463912493185715</c:v>
              </c:pt>
              <c:pt idx="13">
                <c:v>0.4463912493185715</c:v>
              </c:pt>
              <c:pt idx="14">
                <c:v>0.4463912493185715</c:v>
              </c:pt>
              <c:pt idx="15">
                <c:v>0.4463912493185715</c:v>
              </c:pt>
              <c:pt idx="16">
                <c:v>0.4463912493185715</c:v>
              </c:pt>
              <c:pt idx="17">
                <c:v>0.4463912493185715</c:v>
              </c:pt>
              <c:pt idx="18">
                <c:v>0.4463912493185715</c:v>
              </c:pt>
              <c:pt idx="19">
                <c:v>0.4463912493185715</c:v>
              </c:pt>
              <c:pt idx="20">
                <c:v>0.4463912493185715</c:v>
              </c:pt>
              <c:pt idx="21">
                <c:v>0.4463912493185715</c:v>
              </c:pt>
              <c:pt idx="22">
                <c:v>0.4463912493185715</c:v>
              </c:pt>
              <c:pt idx="23">
                <c:v>0.4463912493185715</c:v>
              </c:pt>
              <c:pt idx="24">
                <c:v>0.4463912493185715</c:v>
              </c:pt>
              <c:pt idx="25">
                <c:v>0.4463912493185715</c:v>
              </c:pt>
              <c:pt idx="26">
                <c:v>0.4463912493185715</c:v>
              </c:pt>
              <c:pt idx="27">
                <c:v>0.4463912493185715</c:v>
              </c:pt>
              <c:pt idx="28">
                <c:v>0.4463912493185715</c:v>
              </c:pt>
              <c:pt idx="29">
                <c:v>0.4463912493185715</c:v>
              </c:pt>
              <c:pt idx="30">
                <c:v>0.4463912493185715</c:v>
              </c:pt>
              <c:pt idx="31">
                <c:v>0.4463912493185715</c:v>
              </c:pt>
              <c:pt idx="32">
                <c:v>0.4463912493185715</c:v>
              </c:pt>
              <c:pt idx="33">
                <c:v>0.4463912493185715</c:v>
              </c:pt>
              <c:pt idx="34">
                <c:v>0.4463912493185715</c:v>
              </c:pt>
              <c:pt idx="35">
                <c:v>0.4463912493185715</c:v>
              </c:pt>
              <c:pt idx="36">
                <c:v>0.4463912493185715</c:v>
              </c:pt>
              <c:pt idx="37">
                <c:v>0.4463912493185715</c:v>
              </c:pt>
              <c:pt idx="38">
                <c:v>0.4463912493185715</c:v>
              </c:pt>
              <c:pt idx="39">
                <c:v>0.4463912493185715</c:v>
              </c:pt>
              <c:pt idx="40">
                <c:v>0.4463912493185715</c:v>
              </c:pt>
              <c:pt idx="41">
                <c:v>0.4463912493185715</c:v>
              </c:pt>
              <c:pt idx="42">
                <c:v>0.4463912493185715</c:v>
              </c:pt>
              <c:pt idx="43">
                <c:v>0.4463912493185715</c:v>
              </c:pt>
              <c:pt idx="44">
                <c:v>0.4463912493185715</c:v>
              </c:pt>
              <c:pt idx="45">
                <c:v>0.4463912493185715</c:v>
              </c:pt>
              <c:pt idx="46">
                <c:v>0.4463912493185715</c:v>
              </c:pt>
              <c:pt idx="47">
                <c:v>0.4463912493185715</c:v>
              </c:pt>
              <c:pt idx="48">
                <c:v>0.4463912493185715</c:v>
              </c:pt>
              <c:pt idx="49">
                <c:v>0.4463912493185715</c:v>
              </c:pt>
              <c:pt idx="50">
                <c:v>0.4463912493185715</c:v>
              </c:pt>
              <c:pt idx="51">
                <c:v>0.4463912493185715</c:v>
              </c:pt>
              <c:pt idx="52">
                <c:v>0.4463912493185715</c:v>
              </c:pt>
              <c:pt idx="53">
                <c:v>0.4463912493185715</c:v>
              </c:pt>
              <c:pt idx="54">
                <c:v>0.4463912493185715</c:v>
              </c:pt>
              <c:pt idx="55">
                <c:v>0.4463912493185715</c:v>
              </c:pt>
              <c:pt idx="56">
                <c:v>0.4463912493185715</c:v>
              </c:pt>
              <c:pt idx="57">
                <c:v>0.4463912493185715</c:v>
              </c:pt>
              <c:pt idx="58">
                <c:v>0.4463912493185715</c:v>
              </c:pt>
              <c:pt idx="59">
                <c:v>0.4463912493185715</c:v>
              </c:pt>
              <c:pt idx="60">
                <c:v>0.4463912493185715</c:v>
              </c:pt>
              <c:pt idx="61">
                <c:v>0.4463912493185715</c:v>
              </c:pt>
              <c:pt idx="62">
                <c:v>0.4463912493185715</c:v>
              </c:pt>
              <c:pt idx="63">
                <c:v>0.4463912493185715</c:v>
              </c:pt>
              <c:pt idx="64">
                <c:v>0.4463912493185715</c:v>
              </c:pt>
              <c:pt idx="65">
                <c:v>0.4463912493185715</c:v>
              </c:pt>
              <c:pt idx="66">
                <c:v>0.4463912493185715</c:v>
              </c:pt>
              <c:pt idx="67">
                <c:v>0.4463912493185715</c:v>
              </c:pt>
              <c:pt idx="68">
                <c:v>0.4463912493185715</c:v>
              </c:pt>
              <c:pt idx="69">
                <c:v>0.4463912493185715</c:v>
              </c:pt>
              <c:pt idx="70">
                <c:v>0.4463912493185715</c:v>
              </c:pt>
              <c:pt idx="71">
                <c:v>0.4463912493185715</c:v>
              </c:pt>
              <c:pt idx="72">
                <c:v>0.4463912493185715</c:v>
              </c:pt>
              <c:pt idx="73">
                <c:v>0.4463912493185715</c:v>
              </c:pt>
              <c:pt idx="74">
                <c:v>0.4463912493185715</c:v>
              </c:pt>
              <c:pt idx="75">
                <c:v>0.4463912493185715</c:v>
              </c:pt>
              <c:pt idx="76">
                <c:v>0.4463912493185715</c:v>
              </c:pt>
              <c:pt idx="77">
                <c:v>0.4463912493185715</c:v>
              </c:pt>
              <c:pt idx="78">
                <c:v>0.4463912493185715</c:v>
              </c:pt>
              <c:pt idx="79">
                <c:v>0.4463912493185715</c:v>
              </c:pt>
              <c:pt idx="80">
                <c:v>0.4463912493185715</c:v>
              </c:pt>
              <c:pt idx="81">
                <c:v>0.4463912493185715</c:v>
              </c:pt>
              <c:pt idx="82">
                <c:v>0.4463912493185715</c:v>
              </c:pt>
              <c:pt idx="83">
                <c:v>0.4463912493185715</c:v>
              </c:pt>
              <c:pt idx="84">
                <c:v>0.4463912493185715</c:v>
              </c:pt>
              <c:pt idx="85">
                <c:v>0.4463912493185715</c:v>
              </c:pt>
              <c:pt idx="86">
                <c:v>0.4463912493185715</c:v>
              </c:pt>
              <c:pt idx="87">
                <c:v>0.4463912493185715</c:v>
              </c:pt>
              <c:pt idx="88">
                <c:v>0.4463912493185715</c:v>
              </c:pt>
              <c:pt idx="89">
                <c:v>0.4463912493185715</c:v>
              </c:pt>
              <c:pt idx="90">
                <c:v>0.4463912493185715</c:v>
              </c:pt>
              <c:pt idx="91">
                <c:v>0.4463912493185715</c:v>
              </c:pt>
              <c:pt idx="92">
                <c:v>0.4463912493185715</c:v>
              </c:pt>
              <c:pt idx="93">
                <c:v>0.4463912493185715</c:v>
              </c:pt>
              <c:pt idx="94">
                <c:v>0.4463912493185715</c:v>
              </c:pt>
              <c:pt idx="95">
                <c:v>0.4463912493185715</c:v>
              </c:pt>
              <c:pt idx="96">
                <c:v>0.4463912493185715</c:v>
              </c:pt>
              <c:pt idx="97">
                <c:v>0.4463912493185715</c:v>
              </c:pt>
              <c:pt idx="98">
                <c:v>0.4463912493185715</c:v>
              </c:pt>
              <c:pt idx="99">
                <c:v>0.4463912493185715</c:v>
              </c:pt>
              <c:pt idx="100">
                <c:v>0.4463912493185715</c:v>
              </c:pt>
              <c:pt idx="101">
                <c:v>0.4463912493185715</c:v>
              </c:pt>
              <c:pt idx="102">
                <c:v>0.4463912493185715</c:v>
              </c:pt>
              <c:pt idx="103">
                <c:v>0.4463912493185715</c:v>
              </c:pt>
              <c:pt idx="104">
                <c:v>0.4463912493185715</c:v>
              </c:pt>
              <c:pt idx="105">
                <c:v>0.4463912493185715</c:v>
              </c:pt>
              <c:pt idx="106">
                <c:v>0.4463912493185715</c:v>
              </c:pt>
              <c:pt idx="107">
                <c:v>0.4463912493185715</c:v>
              </c:pt>
              <c:pt idx="108">
                <c:v>0.4463912493185715</c:v>
              </c:pt>
              <c:pt idx="109">
                <c:v>0.4463912493185715</c:v>
              </c:pt>
              <c:pt idx="110">
                <c:v>0.4463912493185715</c:v>
              </c:pt>
              <c:pt idx="111">
                <c:v>0.4463912493185715</c:v>
              </c:pt>
              <c:pt idx="112">
                <c:v>0.4463912493185715</c:v>
              </c:pt>
              <c:pt idx="113">
                <c:v>0.4463912493185715</c:v>
              </c:pt>
              <c:pt idx="114">
                <c:v>0.4463912493185715</c:v>
              </c:pt>
              <c:pt idx="115">
                <c:v>0.4463912493185715</c:v>
              </c:pt>
              <c:pt idx="116">
                <c:v>0.4463912493185715</c:v>
              </c:pt>
              <c:pt idx="117">
                <c:v>0.4463912493185715</c:v>
              </c:pt>
              <c:pt idx="118">
                <c:v>0.4463912493185715</c:v>
              </c:pt>
              <c:pt idx="119">
                <c:v>0.4463912493185715</c:v>
              </c:pt>
              <c:pt idx="120">
                <c:v>0.4463912493185715</c:v>
              </c:pt>
              <c:pt idx="121">
                <c:v>0.4463912493185715</c:v>
              </c:pt>
              <c:pt idx="122">
                <c:v>0.4463912493185715</c:v>
              </c:pt>
              <c:pt idx="123">
                <c:v>0.4463912493185715</c:v>
              </c:pt>
              <c:pt idx="124">
                <c:v>0.4463912493185715</c:v>
              </c:pt>
              <c:pt idx="125">
                <c:v>0.4463912493185715</c:v>
              </c:pt>
              <c:pt idx="126">
                <c:v>0.4463912493185715</c:v>
              </c:pt>
              <c:pt idx="127">
                <c:v>0.4463912493185715</c:v>
              </c:pt>
              <c:pt idx="128">
                <c:v>0.4463912493185715</c:v>
              </c:pt>
              <c:pt idx="129">
                <c:v>0.4463912493185715</c:v>
              </c:pt>
              <c:pt idx="130">
                <c:v>0.4463912493185715</c:v>
              </c:pt>
              <c:pt idx="131">
                <c:v>0.4463912493185715</c:v>
              </c:pt>
              <c:pt idx="132">
                <c:v>0.4463912493185715</c:v>
              </c:pt>
              <c:pt idx="133">
                <c:v>0.4463912493185715</c:v>
              </c:pt>
              <c:pt idx="134">
                <c:v>0.4463912493185715</c:v>
              </c:pt>
              <c:pt idx="135">
                <c:v>0.4463912493185715</c:v>
              </c:pt>
              <c:pt idx="136">
                <c:v>0.4463912493185715</c:v>
              </c:pt>
              <c:pt idx="137">
                <c:v>0.4463912493185715</c:v>
              </c:pt>
              <c:pt idx="138">
                <c:v>0.4463912493185715</c:v>
              </c:pt>
              <c:pt idx="139">
                <c:v>0.4463912493185715</c:v>
              </c:pt>
              <c:pt idx="140">
                <c:v>0.4463912493185715</c:v>
              </c:pt>
              <c:pt idx="141">
                <c:v>0.4463912493185715</c:v>
              </c:pt>
              <c:pt idx="142">
                <c:v>0.4463912493185715</c:v>
              </c:pt>
              <c:pt idx="143">
                <c:v>0.4463912493185715</c:v>
              </c:pt>
              <c:pt idx="144">
                <c:v>0.4463912493185715</c:v>
              </c:pt>
              <c:pt idx="145">
                <c:v>0.4463912493185715</c:v>
              </c:pt>
              <c:pt idx="146">
                <c:v>0.4463912493185715</c:v>
              </c:pt>
              <c:pt idx="147">
                <c:v>0.4463912493185715</c:v>
              </c:pt>
              <c:pt idx="148">
                <c:v>0.4463912493185715</c:v>
              </c:pt>
              <c:pt idx="149">
                <c:v>0.4463912493185715</c:v>
              </c:pt>
              <c:pt idx="150">
                <c:v>0.4463912493185715</c:v>
              </c:pt>
              <c:pt idx="151">
                <c:v>0.4463912493185715</c:v>
              </c:pt>
              <c:pt idx="152">
                <c:v>0.4463912493185715</c:v>
              </c:pt>
              <c:pt idx="153">
                <c:v>0.4463912493185715</c:v>
              </c:pt>
              <c:pt idx="154">
                <c:v>0.4463912493185715</c:v>
              </c:pt>
              <c:pt idx="155">
                <c:v>0.4463912493185715</c:v>
              </c:pt>
              <c:pt idx="156">
                <c:v>0.4463912493185715</c:v>
              </c:pt>
              <c:pt idx="157">
                <c:v>0.4463912493185715</c:v>
              </c:pt>
              <c:pt idx="158">
                <c:v>0.4463912493185715</c:v>
              </c:pt>
              <c:pt idx="159">
                <c:v>0.4463912493185715</c:v>
              </c:pt>
              <c:pt idx="160">
                <c:v>0.4463912493185715</c:v>
              </c:pt>
              <c:pt idx="161">
                <c:v>0.4463912493185715</c:v>
              </c:pt>
              <c:pt idx="162">
                <c:v>0.4463912493185715</c:v>
              </c:pt>
              <c:pt idx="163">
                <c:v>0.4463912493185715</c:v>
              </c:pt>
              <c:pt idx="164">
                <c:v>0.4463912493185715</c:v>
              </c:pt>
              <c:pt idx="165">
                <c:v>0.4463912493185715</c:v>
              </c:pt>
              <c:pt idx="166">
                <c:v>0.4463912493185715</c:v>
              </c:pt>
              <c:pt idx="167">
                <c:v>0.4463912493185715</c:v>
              </c:pt>
              <c:pt idx="168">
                <c:v>0.4463912493185715</c:v>
              </c:pt>
              <c:pt idx="169">
                <c:v>0.4463912493185715</c:v>
              </c:pt>
              <c:pt idx="170">
                <c:v>0.4463912493185715</c:v>
              </c:pt>
              <c:pt idx="171">
                <c:v>0.4463912493185715</c:v>
              </c:pt>
              <c:pt idx="172">
                <c:v>0.4463912493185715</c:v>
              </c:pt>
              <c:pt idx="173">
                <c:v>0.4463912493185715</c:v>
              </c:pt>
              <c:pt idx="174">
                <c:v>0.4463912493185715</c:v>
              </c:pt>
              <c:pt idx="175">
                <c:v>0.4463912493185715</c:v>
              </c:pt>
              <c:pt idx="176">
                <c:v>0.4463912493185715</c:v>
              </c:pt>
              <c:pt idx="177">
                <c:v>0.4463912493185715</c:v>
              </c:pt>
              <c:pt idx="178">
                <c:v>0.4463912493185715</c:v>
              </c:pt>
              <c:pt idx="179">
                <c:v>0.4463912493185715</c:v>
              </c:pt>
              <c:pt idx="180">
                <c:v>0.4463912493185715</c:v>
              </c:pt>
              <c:pt idx="181">
                <c:v>0.4463912493185715</c:v>
              </c:pt>
              <c:pt idx="182">
                <c:v>0.4463912493185715</c:v>
              </c:pt>
              <c:pt idx="183">
                <c:v>0.4463912493185715</c:v>
              </c:pt>
              <c:pt idx="184">
                <c:v>0.4463912493185715</c:v>
              </c:pt>
              <c:pt idx="185">
                <c:v>0.4463912493185715</c:v>
              </c:pt>
              <c:pt idx="186">
                <c:v>0.4463912493185715</c:v>
              </c:pt>
              <c:pt idx="187">
                <c:v>0.4463912493185715</c:v>
              </c:pt>
              <c:pt idx="188">
                <c:v>0.4463912493185715</c:v>
              </c:pt>
              <c:pt idx="189">
                <c:v>0.4463912493185715</c:v>
              </c:pt>
              <c:pt idx="190">
                <c:v>0.4463912493185715</c:v>
              </c:pt>
              <c:pt idx="191">
                <c:v>0.4463912493185715</c:v>
              </c:pt>
              <c:pt idx="192">
                <c:v>0.4463912493185715</c:v>
              </c:pt>
              <c:pt idx="193">
                <c:v>0.4463912493185715</c:v>
              </c:pt>
              <c:pt idx="194">
                <c:v>0.4463912493185715</c:v>
              </c:pt>
              <c:pt idx="195">
                <c:v>0.4463912493185715</c:v>
              </c:pt>
              <c:pt idx="196">
                <c:v>0.4463912493185715</c:v>
              </c:pt>
              <c:pt idx="197">
                <c:v>0.4463912493185715</c:v>
              </c:pt>
              <c:pt idx="198">
                <c:v>0.4463912493185715</c:v>
              </c:pt>
              <c:pt idx="199">
                <c:v>0.4463912493185715</c:v>
              </c:pt>
              <c:pt idx="200">
                <c:v>0.4463912493185715</c:v>
              </c:pt>
              <c:pt idx="201">
                <c:v>0.4463912493185715</c:v>
              </c:pt>
              <c:pt idx="202">
                <c:v>0.4463912493185715</c:v>
              </c:pt>
              <c:pt idx="203">
                <c:v>0.4463912493185715</c:v>
              </c:pt>
              <c:pt idx="204">
                <c:v>0.4463912493185715</c:v>
              </c:pt>
              <c:pt idx="205">
                <c:v>0.4463912493185715</c:v>
              </c:pt>
              <c:pt idx="206">
                <c:v>0.4463912493185715</c:v>
              </c:pt>
              <c:pt idx="207">
                <c:v>0.4463912493185715</c:v>
              </c:pt>
              <c:pt idx="208">
                <c:v>0.4463912493185715</c:v>
              </c:pt>
              <c:pt idx="209">
                <c:v>0.4463912493185715</c:v>
              </c:pt>
              <c:pt idx="210">
                <c:v>0.4463912493185715</c:v>
              </c:pt>
              <c:pt idx="211">
                <c:v>0.4463912493185715</c:v>
              </c:pt>
              <c:pt idx="212">
                <c:v>0.4463912493185715</c:v>
              </c:pt>
              <c:pt idx="213">
                <c:v>0.4463912493185715</c:v>
              </c:pt>
              <c:pt idx="214">
                <c:v>0.4463912493185715</c:v>
              </c:pt>
              <c:pt idx="215">
                <c:v>0.4463912493185715</c:v>
              </c:pt>
              <c:pt idx="216">
                <c:v>0.4463912493185715</c:v>
              </c:pt>
              <c:pt idx="217">
                <c:v>0.4463912493185715</c:v>
              </c:pt>
              <c:pt idx="218">
                <c:v>0.4463912493185715</c:v>
              </c:pt>
              <c:pt idx="219">
                <c:v>0.4463912493185715</c:v>
              </c:pt>
              <c:pt idx="220">
                <c:v>0.4463912493185715</c:v>
              </c:pt>
              <c:pt idx="221">
                <c:v>0.4463912493185715</c:v>
              </c:pt>
              <c:pt idx="222">
                <c:v>0.4463912493185715</c:v>
              </c:pt>
              <c:pt idx="223">
                <c:v>0.4463912493185715</c:v>
              </c:pt>
              <c:pt idx="224">
                <c:v>0.4463912493185715</c:v>
              </c:pt>
              <c:pt idx="225">
                <c:v>0.4463912493185715</c:v>
              </c:pt>
              <c:pt idx="226">
                <c:v>0.4463912493185715</c:v>
              </c:pt>
              <c:pt idx="227">
                <c:v>0.4463912493185715</c:v>
              </c:pt>
              <c:pt idx="228">
                <c:v>0.4463912493185715</c:v>
              </c:pt>
              <c:pt idx="229">
                <c:v>0.4463912493185715</c:v>
              </c:pt>
              <c:pt idx="230">
                <c:v>0.4463912493185715</c:v>
              </c:pt>
              <c:pt idx="231">
                <c:v>0.4463912493185715</c:v>
              </c:pt>
              <c:pt idx="232">
                <c:v>0.4463912493185715</c:v>
              </c:pt>
              <c:pt idx="233">
                <c:v>0.4463912493185715</c:v>
              </c:pt>
              <c:pt idx="234">
                <c:v>0.4463912493185715</c:v>
              </c:pt>
              <c:pt idx="235">
                <c:v>0.4463912493185715</c:v>
              </c:pt>
              <c:pt idx="236">
                <c:v>0.4463912493185715</c:v>
              </c:pt>
              <c:pt idx="237">
                <c:v>0.4463912493185715</c:v>
              </c:pt>
              <c:pt idx="238">
                <c:v>0.4463912493185715</c:v>
              </c:pt>
              <c:pt idx="239">
                <c:v>0.4463912493185715</c:v>
              </c:pt>
              <c:pt idx="240">
                <c:v>0.4463912493185715</c:v>
              </c:pt>
              <c:pt idx="241">
                <c:v>0.4463912493185715</c:v>
              </c:pt>
              <c:pt idx="242">
                <c:v>0.4463912493185715</c:v>
              </c:pt>
              <c:pt idx="243">
                <c:v>0.4463912493185715</c:v>
              </c:pt>
              <c:pt idx="244">
                <c:v>0.4463912493185715</c:v>
              </c:pt>
              <c:pt idx="245">
                <c:v>0.4463912493185715</c:v>
              </c:pt>
              <c:pt idx="246">
                <c:v>0.4463912493185715</c:v>
              </c:pt>
              <c:pt idx="247">
                <c:v>0.4463912493185715</c:v>
              </c:pt>
              <c:pt idx="248">
                <c:v>0.4463912493185715</c:v>
              </c:pt>
              <c:pt idx="249">
                <c:v>0.4463912493185715</c:v>
              </c:pt>
              <c:pt idx="250">
                <c:v>0.4463912493185715</c:v>
              </c:pt>
              <c:pt idx="251">
                <c:v>0.4463912493185715</c:v>
              </c:pt>
              <c:pt idx="252">
                <c:v>0.4463912493185715</c:v>
              </c:pt>
              <c:pt idx="253">
                <c:v>0.4463912493185715</c:v>
              </c:pt>
              <c:pt idx="254">
                <c:v>0.4463912493185715</c:v>
              </c:pt>
              <c:pt idx="255">
                <c:v>0.4463912493185715</c:v>
              </c:pt>
              <c:pt idx="256">
                <c:v>0.4463912493185715</c:v>
              </c:pt>
              <c:pt idx="257">
                <c:v>0.4463912493185715</c:v>
              </c:pt>
              <c:pt idx="258">
                <c:v>0.4463912493185715</c:v>
              </c:pt>
              <c:pt idx="259">
                <c:v>0.4463912493185715</c:v>
              </c:pt>
              <c:pt idx="260">
                <c:v>0.4463912493185715</c:v>
              </c:pt>
              <c:pt idx="261">
                <c:v>0.4463912493185715</c:v>
              </c:pt>
              <c:pt idx="262">
                <c:v>0.4463912493185715</c:v>
              </c:pt>
              <c:pt idx="263">
                <c:v>0.4463912493185715</c:v>
              </c:pt>
              <c:pt idx="264">
                <c:v>0.4463912493185715</c:v>
              </c:pt>
              <c:pt idx="265">
                <c:v>0.4463912493185715</c:v>
              </c:pt>
              <c:pt idx="266">
                <c:v>0.4463912493185715</c:v>
              </c:pt>
              <c:pt idx="267">
                <c:v>0.4463912493185715</c:v>
              </c:pt>
              <c:pt idx="268">
                <c:v>0.4463912493185715</c:v>
              </c:pt>
              <c:pt idx="269">
                <c:v>0.4463912493185715</c:v>
              </c:pt>
              <c:pt idx="270">
                <c:v>0.4463912493185715</c:v>
              </c:pt>
              <c:pt idx="271">
                <c:v>0.4463912493185715</c:v>
              </c:pt>
              <c:pt idx="272">
                <c:v>0.4463912493185715</c:v>
              </c:pt>
              <c:pt idx="273">
                <c:v>0.4463912493185715</c:v>
              </c:pt>
              <c:pt idx="274">
                <c:v>0.4463912493185715</c:v>
              </c:pt>
              <c:pt idx="275">
                <c:v>0.4463912493185715</c:v>
              </c:pt>
              <c:pt idx="276">
                <c:v>0.4463912493185715</c:v>
              </c:pt>
              <c:pt idx="277">
                <c:v>0.4463912493185715</c:v>
              </c:pt>
              <c:pt idx="278">
                <c:v>0.4463912493185715</c:v>
              </c:pt>
              <c:pt idx="279">
                <c:v>0.4463912493185715</c:v>
              </c:pt>
              <c:pt idx="280">
                <c:v>0.4463912493185715</c:v>
              </c:pt>
              <c:pt idx="281">
                <c:v>0.4463912493185715</c:v>
              </c:pt>
              <c:pt idx="282">
                <c:v>0.4463912493185715</c:v>
              </c:pt>
              <c:pt idx="283">
                <c:v>0.4463912493185715</c:v>
              </c:pt>
              <c:pt idx="284">
                <c:v>0.4463912493185715</c:v>
              </c:pt>
              <c:pt idx="285">
                <c:v>0.4463912493185715</c:v>
              </c:pt>
              <c:pt idx="286">
                <c:v>0.4463912493185715</c:v>
              </c:pt>
              <c:pt idx="287">
                <c:v>0.4463912493185715</c:v>
              </c:pt>
              <c:pt idx="288">
                <c:v>0.4463912493185715</c:v>
              </c:pt>
              <c:pt idx="289">
                <c:v>0.4463912493185715</c:v>
              </c:pt>
              <c:pt idx="290">
                <c:v>0.4463912493185715</c:v>
              </c:pt>
              <c:pt idx="291">
                <c:v>0.4463912493185715</c:v>
              </c:pt>
              <c:pt idx="292">
                <c:v>0.4463912493185715</c:v>
              </c:pt>
              <c:pt idx="293">
                <c:v>0.4463912493185715</c:v>
              </c:pt>
              <c:pt idx="294">
                <c:v>0.4463912493185715</c:v>
              </c:pt>
              <c:pt idx="295">
                <c:v>0.4463912493185715</c:v>
              </c:pt>
              <c:pt idx="296">
                <c:v>0.4463912493185715</c:v>
              </c:pt>
              <c:pt idx="297">
                <c:v>0.4463912493185715</c:v>
              </c:pt>
              <c:pt idx="298">
                <c:v>0.4463912493185715</c:v>
              </c:pt>
              <c:pt idx="299">
                <c:v>0.4463912493185715</c:v>
              </c:pt>
              <c:pt idx="300">
                <c:v>0.4463912493185715</c:v>
              </c:pt>
              <c:pt idx="301">
                <c:v>0.4463912493185715</c:v>
              </c:pt>
              <c:pt idx="302">
                <c:v>0.4463912493185715</c:v>
              </c:pt>
              <c:pt idx="303">
                <c:v>0.4463912493185715</c:v>
              </c:pt>
              <c:pt idx="304">
                <c:v>0.4463912493185715</c:v>
              </c:pt>
              <c:pt idx="305">
                <c:v>0.4463912493185715</c:v>
              </c:pt>
              <c:pt idx="306">
                <c:v>0.4463912493185715</c:v>
              </c:pt>
              <c:pt idx="307">
                <c:v>0.4463912493185715</c:v>
              </c:pt>
              <c:pt idx="308">
                <c:v>0.4463912493185715</c:v>
              </c:pt>
              <c:pt idx="309">
                <c:v>0.4463912493185715</c:v>
              </c:pt>
              <c:pt idx="310">
                <c:v>0.4463912493185715</c:v>
              </c:pt>
              <c:pt idx="311">
                <c:v>0.4463912493185715</c:v>
              </c:pt>
              <c:pt idx="312">
                <c:v>0.4463912493185715</c:v>
              </c:pt>
              <c:pt idx="313">
                <c:v>0.4463912493185715</c:v>
              </c:pt>
              <c:pt idx="314">
                <c:v>0.4463912493185715</c:v>
              </c:pt>
              <c:pt idx="315">
                <c:v>0.4463912493185715</c:v>
              </c:pt>
              <c:pt idx="316">
                <c:v>0.4463912493185715</c:v>
              </c:pt>
              <c:pt idx="317">
                <c:v>0.4463912493185715</c:v>
              </c:pt>
              <c:pt idx="318">
                <c:v>0.4463912493185715</c:v>
              </c:pt>
              <c:pt idx="319">
                <c:v>0.4463912493185715</c:v>
              </c:pt>
              <c:pt idx="320">
                <c:v>0.4463912493185715</c:v>
              </c:pt>
              <c:pt idx="321">
                <c:v>0.4463912493185715</c:v>
              </c:pt>
              <c:pt idx="322">
                <c:v>0.4463912493185715</c:v>
              </c:pt>
              <c:pt idx="323">
                <c:v>0.4463912493185715</c:v>
              </c:pt>
              <c:pt idx="324">
                <c:v>0.4463912493185715</c:v>
              </c:pt>
              <c:pt idx="325">
                <c:v>0.4463912493185715</c:v>
              </c:pt>
              <c:pt idx="326">
                <c:v>0.4463912493185715</c:v>
              </c:pt>
              <c:pt idx="327">
                <c:v>0.4463912493185715</c:v>
              </c:pt>
              <c:pt idx="328">
                <c:v>0.4463912493185715</c:v>
              </c:pt>
              <c:pt idx="329">
                <c:v>0.4463912493185715</c:v>
              </c:pt>
              <c:pt idx="330">
                <c:v>0.4463912493185715</c:v>
              </c:pt>
              <c:pt idx="331">
                <c:v>0.4463912493185715</c:v>
              </c:pt>
              <c:pt idx="332">
                <c:v>0.4463912493185715</c:v>
              </c:pt>
              <c:pt idx="333">
                <c:v>0.4463912493185715</c:v>
              </c:pt>
              <c:pt idx="334">
                <c:v>0.4463912493185715</c:v>
              </c:pt>
              <c:pt idx="335">
                <c:v>0.4463912493185715</c:v>
              </c:pt>
              <c:pt idx="336">
                <c:v>0.4463912493185715</c:v>
              </c:pt>
              <c:pt idx="337">
                <c:v>0.4463912493185715</c:v>
              </c:pt>
              <c:pt idx="338">
                <c:v>0.4463912493185715</c:v>
              </c:pt>
              <c:pt idx="339">
                <c:v>0.4463912493185715</c:v>
              </c:pt>
              <c:pt idx="340">
                <c:v>0.4463912493185715</c:v>
              </c:pt>
              <c:pt idx="341">
                <c:v>0.4463912493185715</c:v>
              </c:pt>
              <c:pt idx="342">
                <c:v>0.4463912493185715</c:v>
              </c:pt>
              <c:pt idx="343">
                <c:v>0.4463912493185715</c:v>
              </c:pt>
              <c:pt idx="344">
                <c:v>0.4463912493185715</c:v>
              </c:pt>
              <c:pt idx="345">
                <c:v>0.4463912493185715</c:v>
              </c:pt>
              <c:pt idx="346">
                <c:v>0.4463912493185715</c:v>
              </c:pt>
              <c:pt idx="347">
                <c:v>0.4463912493185715</c:v>
              </c:pt>
              <c:pt idx="348">
                <c:v>0.4463912493185715</c:v>
              </c:pt>
              <c:pt idx="349">
                <c:v>0.4463912493185715</c:v>
              </c:pt>
              <c:pt idx="350">
                <c:v>0.4463912493185715</c:v>
              </c:pt>
              <c:pt idx="351">
                <c:v>0.4463912493185715</c:v>
              </c:pt>
              <c:pt idx="352">
                <c:v>0.4463912493185715</c:v>
              </c:pt>
              <c:pt idx="353">
                <c:v>0.4463912493185715</c:v>
              </c:pt>
              <c:pt idx="354">
                <c:v>0.4463912493185715</c:v>
              </c:pt>
              <c:pt idx="355">
                <c:v>0.4463912493185715</c:v>
              </c:pt>
              <c:pt idx="356">
                <c:v>0.4463912493185715</c:v>
              </c:pt>
              <c:pt idx="357">
                <c:v>0.4463912493185715</c:v>
              </c:pt>
              <c:pt idx="358">
                <c:v>0.4463912493185715</c:v>
              </c:pt>
              <c:pt idx="359">
                <c:v>0.4463912493185715</c:v>
              </c:pt>
              <c:pt idx="360">
                <c:v>0.4463912493185715</c:v>
              </c:pt>
              <c:pt idx="361">
                <c:v>0.4463912493185715</c:v>
              </c:pt>
              <c:pt idx="362">
                <c:v>0.4463912493185715</c:v>
              </c:pt>
              <c:pt idx="363">
                <c:v>0.4463912493185715</c:v>
              </c:pt>
              <c:pt idx="364">
                <c:v>0.4463912493185715</c:v>
              </c:pt>
              <c:pt idx="365">
                <c:v>0.4463912493185715</c:v>
              </c:pt>
              <c:pt idx="366">
                <c:v>0.4463912493185715</c:v>
              </c:pt>
              <c:pt idx="367">
                <c:v>0.4463912493185715</c:v>
              </c:pt>
              <c:pt idx="368">
                <c:v>0.4463912493185715</c:v>
              </c:pt>
              <c:pt idx="369">
                <c:v>0.4463912493185715</c:v>
              </c:pt>
              <c:pt idx="370">
                <c:v>0.4463912493185715</c:v>
              </c:pt>
              <c:pt idx="371">
                <c:v>0.4463912493185715</c:v>
              </c:pt>
              <c:pt idx="372">
                <c:v>0.4463912493185715</c:v>
              </c:pt>
              <c:pt idx="373">
                <c:v>0.4463912493185715</c:v>
              </c:pt>
              <c:pt idx="374">
                <c:v>0.4463912493185715</c:v>
              </c:pt>
              <c:pt idx="375">
                <c:v>0.4463912493185715</c:v>
              </c:pt>
              <c:pt idx="376">
                <c:v>0.4463912493185715</c:v>
              </c:pt>
              <c:pt idx="377">
                <c:v>0.4463912493185715</c:v>
              </c:pt>
              <c:pt idx="378">
                <c:v>0.4463912493185715</c:v>
              </c:pt>
              <c:pt idx="379">
                <c:v>0.4463912493185715</c:v>
              </c:pt>
              <c:pt idx="380">
                <c:v>0.4463912493185715</c:v>
              </c:pt>
              <c:pt idx="381">
                <c:v>0.4463912493185715</c:v>
              </c:pt>
              <c:pt idx="382">
                <c:v>0.4463912493185715</c:v>
              </c:pt>
              <c:pt idx="383">
                <c:v>0.4463912493185715</c:v>
              </c:pt>
              <c:pt idx="384">
                <c:v>0.4463912493185715</c:v>
              </c:pt>
              <c:pt idx="385">
                <c:v>0.4463912493185715</c:v>
              </c:pt>
              <c:pt idx="386">
                <c:v>0.4463912493185715</c:v>
              </c:pt>
              <c:pt idx="387">
                <c:v>0.4463912493185715</c:v>
              </c:pt>
              <c:pt idx="388">
                <c:v>0.4463912493185715</c:v>
              </c:pt>
              <c:pt idx="389">
                <c:v>0.4463912493185715</c:v>
              </c:pt>
              <c:pt idx="390">
                <c:v>0.4463912493185715</c:v>
              </c:pt>
              <c:pt idx="391">
                <c:v>0.4463912493185715</c:v>
              </c:pt>
              <c:pt idx="392">
                <c:v>0.4463912493185715</c:v>
              </c:pt>
              <c:pt idx="393">
                <c:v>0.4463912493185715</c:v>
              </c:pt>
              <c:pt idx="394">
                <c:v>0.4463912493185715</c:v>
              </c:pt>
              <c:pt idx="395">
                <c:v>0.4463912493185715</c:v>
              </c:pt>
              <c:pt idx="396">
                <c:v>0.4463912493185715</c:v>
              </c:pt>
              <c:pt idx="397">
                <c:v>0.4463912493185715</c:v>
              </c:pt>
              <c:pt idx="398">
                <c:v>0.4463912493185715</c:v>
              </c:pt>
              <c:pt idx="399">
                <c:v>0.4463912493185715</c:v>
              </c:pt>
              <c:pt idx="400">
                <c:v>0.4463912493185715</c:v>
              </c:pt>
              <c:pt idx="401">
                <c:v>0.4463912493185715</c:v>
              </c:pt>
              <c:pt idx="402">
                <c:v>0.4463912493185715</c:v>
              </c:pt>
              <c:pt idx="403">
                <c:v>0.4463912493185715</c:v>
              </c:pt>
              <c:pt idx="404">
                <c:v>0.4463912493185715</c:v>
              </c:pt>
              <c:pt idx="405">
                <c:v>0.4463912493185715</c:v>
              </c:pt>
              <c:pt idx="406">
                <c:v>0.4463912493185715</c:v>
              </c:pt>
              <c:pt idx="407">
                <c:v>0.4463912493185715</c:v>
              </c:pt>
              <c:pt idx="408">
                <c:v>0.4463912493185715</c:v>
              </c:pt>
              <c:pt idx="409">
                <c:v>0.4463912493185715</c:v>
              </c:pt>
              <c:pt idx="410">
                <c:v>0.4463912493185715</c:v>
              </c:pt>
              <c:pt idx="411">
                <c:v>0.4463912493185715</c:v>
              </c:pt>
              <c:pt idx="412">
                <c:v>0.4463912493185715</c:v>
              </c:pt>
              <c:pt idx="413">
                <c:v>0.4463912493185715</c:v>
              </c:pt>
              <c:pt idx="414">
                <c:v>0.4463912493185715</c:v>
              </c:pt>
              <c:pt idx="415">
                <c:v>0.4463912493185715</c:v>
              </c:pt>
              <c:pt idx="416">
                <c:v>0.4463912493185715</c:v>
              </c:pt>
              <c:pt idx="417">
                <c:v>0.4463912493185715</c:v>
              </c:pt>
              <c:pt idx="418">
                <c:v>0.4463912493185715</c:v>
              </c:pt>
              <c:pt idx="419">
                <c:v>0.4463912493185715</c:v>
              </c:pt>
              <c:pt idx="420">
                <c:v>0.4463912493185715</c:v>
              </c:pt>
              <c:pt idx="421">
                <c:v>0.4463912493185715</c:v>
              </c:pt>
              <c:pt idx="422">
                <c:v>0.4463912493185715</c:v>
              </c:pt>
              <c:pt idx="423">
                <c:v>0.4463912493185715</c:v>
              </c:pt>
              <c:pt idx="424">
                <c:v>0.4463912493185715</c:v>
              </c:pt>
              <c:pt idx="425">
                <c:v>0.4463912493185715</c:v>
              </c:pt>
              <c:pt idx="426">
                <c:v>0.4463912493185715</c:v>
              </c:pt>
              <c:pt idx="427">
                <c:v>0.4463912493185715</c:v>
              </c:pt>
              <c:pt idx="428">
                <c:v>0.4463912493185715</c:v>
              </c:pt>
              <c:pt idx="429">
                <c:v>0.4463912493185715</c:v>
              </c:pt>
              <c:pt idx="430">
                <c:v>0.4463912493185715</c:v>
              </c:pt>
              <c:pt idx="431">
                <c:v>0.4463912493185715</c:v>
              </c:pt>
              <c:pt idx="432">
                <c:v>0.4463912493185715</c:v>
              </c:pt>
              <c:pt idx="433">
                <c:v>0.4463912493185715</c:v>
              </c:pt>
              <c:pt idx="434">
                <c:v>0.4463912493185715</c:v>
              </c:pt>
              <c:pt idx="435">
                <c:v>0.4463912493185715</c:v>
              </c:pt>
              <c:pt idx="436">
                <c:v>0.4463912493185715</c:v>
              </c:pt>
              <c:pt idx="437">
                <c:v>0.4463912493185715</c:v>
              </c:pt>
              <c:pt idx="438">
                <c:v>0.4463912493185715</c:v>
              </c:pt>
              <c:pt idx="439">
                <c:v>0.4463912493185715</c:v>
              </c:pt>
              <c:pt idx="440">
                <c:v>0.4463912493185715</c:v>
              </c:pt>
              <c:pt idx="441">
                <c:v>0.4463912493185715</c:v>
              </c:pt>
              <c:pt idx="442">
                <c:v>0.4463912493185715</c:v>
              </c:pt>
              <c:pt idx="443">
                <c:v>0.4463912493185715</c:v>
              </c:pt>
              <c:pt idx="444">
                <c:v>0.4463912493185715</c:v>
              </c:pt>
              <c:pt idx="445">
                <c:v>0.4463912493185715</c:v>
              </c:pt>
              <c:pt idx="446">
                <c:v>0.4463912493185715</c:v>
              </c:pt>
              <c:pt idx="447">
                <c:v>0.4463912493185715</c:v>
              </c:pt>
            </c:numLit>
          </c:yVal>
          <c:smooth val="0"/>
        </c:ser>
        <c:ser>
          <c:idx val="13"/>
          <c:order val="13"/>
          <c:tx>
            <c:v>Implemented LCA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FFFFFF"/>
              </a:solidFill>
            </c:spPr>
          </c:marker>
          <c:xVal>
            <c:numLit>
              <c:formatCode>General</c:formatCode>
              <c:ptCount val="448"/>
              <c:pt idx="0">
                <c:v>52.915805318924114</c:v>
              </c:pt>
              <c:pt idx="1">
                <c:v>52.915805318924114</c:v>
              </c:pt>
              <c:pt idx="2">
                <c:v>52.915805318924114</c:v>
              </c:pt>
              <c:pt idx="3">
                <c:v>52.915805318924114</c:v>
              </c:pt>
              <c:pt idx="4">
                <c:v>52.915805318924114</c:v>
              </c:pt>
              <c:pt idx="5">
                <c:v>52.915805318924114</c:v>
              </c:pt>
              <c:pt idx="6">
                <c:v>52.915805318924114</c:v>
              </c:pt>
              <c:pt idx="7">
                <c:v>52.915805318924114</c:v>
              </c:pt>
              <c:pt idx="8">
                <c:v>52.915805318924114</c:v>
              </c:pt>
              <c:pt idx="9">
                <c:v>52.915805318924114</c:v>
              </c:pt>
              <c:pt idx="10">
                <c:v>52.915805318924114</c:v>
              </c:pt>
              <c:pt idx="11">
                <c:v>52.915805318924114</c:v>
              </c:pt>
              <c:pt idx="12">
                <c:v>52.915805318924114</c:v>
              </c:pt>
              <c:pt idx="13">
                <c:v>52.915805318924114</c:v>
              </c:pt>
              <c:pt idx="14">
                <c:v>52.915805318924114</c:v>
              </c:pt>
              <c:pt idx="15">
                <c:v>52.915805318924114</c:v>
              </c:pt>
              <c:pt idx="16">
                <c:v>52.915805318924114</c:v>
              </c:pt>
              <c:pt idx="17">
                <c:v>52.915805318924114</c:v>
              </c:pt>
              <c:pt idx="18">
                <c:v>52.915805318924114</c:v>
              </c:pt>
              <c:pt idx="19">
                <c:v>52.915805318924114</c:v>
              </c:pt>
              <c:pt idx="20">
                <c:v>52.915805318924114</c:v>
              </c:pt>
              <c:pt idx="21">
                <c:v>52.915805318924114</c:v>
              </c:pt>
              <c:pt idx="22">
                <c:v>52.915805318924114</c:v>
              </c:pt>
              <c:pt idx="23">
                <c:v>52.915805318924114</c:v>
              </c:pt>
              <c:pt idx="24">
                <c:v>52.915805318924114</c:v>
              </c:pt>
              <c:pt idx="25">
                <c:v>52.915805318924114</c:v>
              </c:pt>
              <c:pt idx="26">
                <c:v>52.915805318924114</c:v>
              </c:pt>
              <c:pt idx="27">
                <c:v>52.915805318924114</c:v>
              </c:pt>
              <c:pt idx="28">
                <c:v>52.915805318924114</c:v>
              </c:pt>
              <c:pt idx="29">
                <c:v>52.915805318924114</c:v>
              </c:pt>
              <c:pt idx="30">
                <c:v>52.915805318924114</c:v>
              </c:pt>
              <c:pt idx="31">
                <c:v>52.915805318924114</c:v>
              </c:pt>
              <c:pt idx="32">
                <c:v>52.915805318924114</c:v>
              </c:pt>
              <c:pt idx="33">
                <c:v>52.915805318924114</c:v>
              </c:pt>
              <c:pt idx="34">
                <c:v>52.915805318924114</c:v>
              </c:pt>
              <c:pt idx="35">
                <c:v>52.915805318924114</c:v>
              </c:pt>
              <c:pt idx="36">
                <c:v>52.915805318924114</c:v>
              </c:pt>
              <c:pt idx="37">
                <c:v>52.915805318924114</c:v>
              </c:pt>
              <c:pt idx="38">
                <c:v>52.915805318924114</c:v>
              </c:pt>
              <c:pt idx="39">
                <c:v>52.915805318924114</c:v>
              </c:pt>
              <c:pt idx="40">
                <c:v>52.915805318924114</c:v>
              </c:pt>
              <c:pt idx="41">
                <c:v>52.915805318924114</c:v>
              </c:pt>
              <c:pt idx="42">
                <c:v>52.915805318924114</c:v>
              </c:pt>
              <c:pt idx="43">
                <c:v>52.915805318924114</c:v>
              </c:pt>
              <c:pt idx="44">
                <c:v>52.915805318924114</c:v>
              </c:pt>
              <c:pt idx="45">
                <c:v>52.915805318924114</c:v>
              </c:pt>
              <c:pt idx="46">
                <c:v>52.915805318924114</c:v>
              </c:pt>
              <c:pt idx="47">
                <c:v>52.915805318924114</c:v>
              </c:pt>
              <c:pt idx="48">
                <c:v>52.915805318924114</c:v>
              </c:pt>
              <c:pt idx="49">
                <c:v>52.915805318924114</c:v>
              </c:pt>
              <c:pt idx="50">
                <c:v>52.915805318924114</c:v>
              </c:pt>
              <c:pt idx="51">
                <c:v>52.915805318924114</c:v>
              </c:pt>
              <c:pt idx="52">
                <c:v>52.915805318924114</c:v>
              </c:pt>
              <c:pt idx="53">
                <c:v>52.915805318924114</c:v>
              </c:pt>
              <c:pt idx="54">
                <c:v>52.915805318924114</c:v>
              </c:pt>
              <c:pt idx="55">
                <c:v>52.915805318924114</c:v>
              </c:pt>
              <c:pt idx="56">
                <c:v>52.915805318924114</c:v>
              </c:pt>
              <c:pt idx="57">
                <c:v>52.915805318924114</c:v>
              </c:pt>
              <c:pt idx="58">
                <c:v>52.915805318924114</c:v>
              </c:pt>
              <c:pt idx="59">
                <c:v>52.915805318924114</c:v>
              </c:pt>
              <c:pt idx="60">
                <c:v>52.915805318924114</c:v>
              </c:pt>
              <c:pt idx="61">
                <c:v>52.915805318924114</c:v>
              </c:pt>
              <c:pt idx="62">
                <c:v>52.915805318924114</c:v>
              </c:pt>
              <c:pt idx="63">
                <c:v>52.915805318924114</c:v>
              </c:pt>
              <c:pt idx="64">
                <c:v>52.915805318924114</c:v>
              </c:pt>
              <c:pt idx="65">
                <c:v>52.915805318924114</c:v>
              </c:pt>
              <c:pt idx="66">
                <c:v>52.915805318924114</c:v>
              </c:pt>
              <c:pt idx="67">
                <c:v>52.915805318924114</c:v>
              </c:pt>
              <c:pt idx="68">
                <c:v>52.915805318924114</c:v>
              </c:pt>
              <c:pt idx="69">
                <c:v>52.915805318924114</c:v>
              </c:pt>
              <c:pt idx="70">
                <c:v>52.915805318924114</c:v>
              </c:pt>
              <c:pt idx="71">
                <c:v>52.915805318924114</c:v>
              </c:pt>
              <c:pt idx="72">
                <c:v>52.915805318924114</c:v>
              </c:pt>
              <c:pt idx="73">
                <c:v>52.915805318924114</c:v>
              </c:pt>
              <c:pt idx="74">
                <c:v>52.915805318924114</c:v>
              </c:pt>
              <c:pt idx="75">
                <c:v>52.915805318924114</c:v>
              </c:pt>
              <c:pt idx="76">
                <c:v>52.915805318924114</c:v>
              </c:pt>
              <c:pt idx="77">
                <c:v>52.915805318924114</c:v>
              </c:pt>
              <c:pt idx="78">
                <c:v>52.915805318924114</c:v>
              </c:pt>
              <c:pt idx="79">
                <c:v>52.915805318924114</c:v>
              </c:pt>
              <c:pt idx="80">
                <c:v>52.915805318924114</c:v>
              </c:pt>
              <c:pt idx="81">
                <c:v>52.915805318924114</c:v>
              </c:pt>
              <c:pt idx="82">
                <c:v>52.915805318924114</c:v>
              </c:pt>
              <c:pt idx="83">
                <c:v>52.915805318924114</c:v>
              </c:pt>
              <c:pt idx="84">
                <c:v>52.915805318924114</c:v>
              </c:pt>
              <c:pt idx="85">
                <c:v>52.915805318924114</c:v>
              </c:pt>
              <c:pt idx="86">
                <c:v>52.915805318924114</c:v>
              </c:pt>
              <c:pt idx="87">
                <c:v>52.915805318924114</c:v>
              </c:pt>
              <c:pt idx="88">
                <c:v>52.915805318924114</c:v>
              </c:pt>
              <c:pt idx="89">
                <c:v>52.915805318924114</c:v>
              </c:pt>
              <c:pt idx="90">
                <c:v>52.915805318924114</c:v>
              </c:pt>
              <c:pt idx="91">
                <c:v>52.915805318924114</c:v>
              </c:pt>
              <c:pt idx="92">
                <c:v>52.915805318924114</c:v>
              </c:pt>
              <c:pt idx="93">
                <c:v>52.915805318924114</c:v>
              </c:pt>
              <c:pt idx="94">
                <c:v>52.915805318924114</c:v>
              </c:pt>
              <c:pt idx="95">
                <c:v>52.915805318924114</c:v>
              </c:pt>
              <c:pt idx="96">
                <c:v>52.915805318924114</c:v>
              </c:pt>
              <c:pt idx="97">
                <c:v>52.915805318924114</c:v>
              </c:pt>
              <c:pt idx="98">
                <c:v>52.915805318924114</c:v>
              </c:pt>
              <c:pt idx="99">
                <c:v>52.915805318924114</c:v>
              </c:pt>
              <c:pt idx="100">
                <c:v>52.915805318924114</c:v>
              </c:pt>
              <c:pt idx="101">
                <c:v>52.915805318924114</c:v>
              </c:pt>
              <c:pt idx="102">
                <c:v>52.915805318924114</c:v>
              </c:pt>
              <c:pt idx="103">
                <c:v>52.915805318924114</c:v>
              </c:pt>
              <c:pt idx="104">
                <c:v>52.915805318924114</c:v>
              </c:pt>
              <c:pt idx="105">
                <c:v>52.915805318924114</c:v>
              </c:pt>
              <c:pt idx="106">
                <c:v>52.915805318924114</c:v>
              </c:pt>
              <c:pt idx="107">
                <c:v>52.915805318924114</c:v>
              </c:pt>
              <c:pt idx="108">
                <c:v>52.915805318924114</c:v>
              </c:pt>
              <c:pt idx="109">
                <c:v>52.915805318924114</c:v>
              </c:pt>
              <c:pt idx="110">
                <c:v>52.915805318924114</c:v>
              </c:pt>
              <c:pt idx="111">
                <c:v>52.915805318924114</c:v>
              </c:pt>
              <c:pt idx="112">
                <c:v>52.915805318924114</c:v>
              </c:pt>
              <c:pt idx="113">
                <c:v>52.915805318924114</c:v>
              </c:pt>
              <c:pt idx="114">
                <c:v>52.915805318924114</c:v>
              </c:pt>
              <c:pt idx="115">
                <c:v>52.915805318924114</c:v>
              </c:pt>
              <c:pt idx="116">
                <c:v>52.915805318924114</c:v>
              </c:pt>
              <c:pt idx="117">
                <c:v>52.915805318924114</c:v>
              </c:pt>
              <c:pt idx="118">
                <c:v>52.915805318924114</c:v>
              </c:pt>
              <c:pt idx="119">
                <c:v>52.915805318924114</c:v>
              </c:pt>
              <c:pt idx="120">
                <c:v>52.915805318924114</c:v>
              </c:pt>
              <c:pt idx="121">
                <c:v>52.915805318924114</c:v>
              </c:pt>
              <c:pt idx="122">
                <c:v>52.915805318924114</c:v>
              </c:pt>
              <c:pt idx="123">
                <c:v>52.915805318924114</c:v>
              </c:pt>
              <c:pt idx="124">
                <c:v>52.915805318924114</c:v>
              </c:pt>
              <c:pt idx="125">
                <c:v>52.915805318924114</c:v>
              </c:pt>
              <c:pt idx="126">
                <c:v>52.915805318924114</c:v>
              </c:pt>
              <c:pt idx="127">
                <c:v>52.915805318924114</c:v>
              </c:pt>
              <c:pt idx="128">
                <c:v>52.915805318924114</c:v>
              </c:pt>
              <c:pt idx="129">
                <c:v>52.915805318924114</c:v>
              </c:pt>
              <c:pt idx="130">
                <c:v>52.915805318924114</c:v>
              </c:pt>
              <c:pt idx="131">
                <c:v>52.915805318924114</c:v>
              </c:pt>
              <c:pt idx="132">
                <c:v>52.915805318924114</c:v>
              </c:pt>
              <c:pt idx="133">
                <c:v>52.915805318924114</c:v>
              </c:pt>
              <c:pt idx="134">
                <c:v>52.915805318924114</c:v>
              </c:pt>
              <c:pt idx="135">
                <c:v>52.915805318924114</c:v>
              </c:pt>
              <c:pt idx="136">
                <c:v>52.915805318924114</c:v>
              </c:pt>
              <c:pt idx="137">
                <c:v>52.915805318924114</c:v>
              </c:pt>
              <c:pt idx="138">
                <c:v>52.915805318924114</c:v>
              </c:pt>
              <c:pt idx="139">
                <c:v>52.915805318924114</c:v>
              </c:pt>
              <c:pt idx="140">
                <c:v>52.915805318924114</c:v>
              </c:pt>
              <c:pt idx="141">
                <c:v>52.915805318924114</c:v>
              </c:pt>
              <c:pt idx="142">
                <c:v>52.915805318924114</c:v>
              </c:pt>
              <c:pt idx="143">
                <c:v>52.915805318924114</c:v>
              </c:pt>
              <c:pt idx="144">
                <c:v>52.915805318924114</c:v>
              </c:pt>
              <c:pt idx="145">
                <c:v>52.915805318924114</c:v>
              </c:pt>
              <c:pt idx="146">
                <c:v>52.915805318924114</c:v>
              </c:pt>
              <c:pt idx="147">
                <c:v>52.915805318924114</c:v>
              </c:pt>
              <c:pt idx="148">
                <c:v>52.915805318924114</c:v>
              </c:pt>
              <c:pt idx="149">
                <c:v>52.915805318924114</c:v>
              </c:pt>
              <c:pt idx="150">
                <c:v>52.915805318924114</c:v>
              </c:pt>
              <c:pt idx="151">
                <c:v>52.915805318924114</c:v>
              </c:pt>
              <c:pt idx="152">
                <c:v>52.915805318924114</c:v>
              </c:pt>
              <c:pt idx="153">
                <c:v>52.915805318924114</c:v>
              </c:pt>
              <c:pt idx="154">
                <c:v>52.915805318924114</c:v>
              </c:pt>
              <c:pt idx="155">
                <c:v>52.915805318924114</c:v>
              </c:pt>
              <c:pt idx="156">
                <c:v>52.915805318924114</c:v>
              </c:pt>
              <c:pt idx="157">
                <c:v>52.915805318924114</c:v>
              </c:pt>
              <c:pt idx="158">
                <c:v>52.915805318924114</c:v>
              </c:pt>
              <c:pt idx="159">
                <c:v>52.915805318924114</c:v>
              </c:pt>
              <c:pt idx="160">
                <c:v>52.915805318924114</c:v>
              </c:pt>
              <c:pt idx="161">
                <c:v>52.915805318924114</c:v>
              </c:pt>
              <c:pt idx="162">
                <c:v>52.915805318924114</c:v>
              </c:pt>
              <c:pt idx="163">
                <c:v>52.915805318924114</c:v>
              </c:pt>
              <c:pt idx="164">
                <c:v>52.915805318924114</c:v>
              </c:pt>
              <c:pt idx="165">
                <c:v>52.915805318924114</c:v>
              </c:pt>
              <c:pt idx="166">
                <c:v>52.915805318924114</c:v>
              </c:pt>
              <c:pt idx="167">
                <c:v>52.915805318924114</c:v>
              </c:pt>
              <c:pt idx="168">
                <c:v>52.915805318924114</c:v>
              </c:pt>
              <c:pt idx="169">
                <c:v>52.915805318924114</c:v>
              </c:pt>
              <c:pt idx="170">
                <c:v>52.915805318924114</c:v>
              </c:pt>
              <c:pt idx="171">
                <c:v>52.915805318924114</c:v>
              </c:pt>
              <c:pt idx="172">
                <c:v>52.915805318924114</c:v>
              </c:pt>
              <c:pt idx="173">
                <c:v>52.915805318924114</c:v>
              </c:pt>
              <c:pt idx="174">
                <c:v>52.915805318924114</c:v>
              </c:pt>
              <c:pt idx="175">
                <c:v>52.915805318924114</c:v>
              </c:pt>
              <c:pt idx="176">
                <c:v>52.915805318924114</c:v>
              </c:pt>
              <c:pt idx="177">
                <c:v>52.915805318924114</c:v>
              </c:pt>
              <c:pt idx="178">
                <c:v>52.915805318924114</c:v>
              </c:pt>
              <c:pt idx="179">
                <c:v>52.915805318924114</c:v>
              </c:pt>
              <c:pt idx="180">
                <c:v>52.915805318924114</c:v>
              </c:pt>
              <c:pt idx="181">
                <c:v>52.915805318924114</c:v>
              </c:pt>
              <c:pt idx="182">
                <c:v>52.915805318924114</c:v>
              </c:pt>
              <c:pt idx="183">
                <c:v>52.915805318924114</c:v>
              </c:pt>
              <c:pt idx="184">
                <c:v>52.915805318924114</c:v>
              </c:pt>
              <c:pt idx="185">
                <c:v>52.915805318924114</c:v>
              </c:pt>
              <c:pt idx="186">
                <c:v>52.915805318924114</c:v>
              </c:pt>
              <c:pt idx="187">
                <c:v>52.915805318924114</c:v>
              </c:pt>
              <c:pt idx="188">
                <c:v>52.915805318924114</c:v>
              </c:pt>
              <c:pt idx="189">
                <c:v>52.915805318924114</c:v>
              </c:pt>
              <c:pt idx="190">
                <c:v>52.915805318924114</c:v>
              </c:pt>
              <c:pt idx="191">
                <c:v>52.915805318924114</c:v>
              </c:pt>
              <c:pt idx="192">
                <c:v>52.915805318924114</c:v>
              </c:pt>
              <c:pt idx="193">
                <c:v>52.915805318924114</c:v>
              </c:pt>
              <c:pt idx="194">
                <c:v>52.915805318924114</c:v>
              </c:pt>
              <c:pt idx="195">
                <c:v>52.915805318924114</c:v>
              </c:pt>
              <c:pt idx="196">
                <c:v>52.915805318924114</c:v>
              </c:pt>
              <c:pt idx="197">
                <c:v>52.915805318924114</c:v>
              </c:pt>
              <c:pt idx="198">
                <c:v>52.915805318924114</c:v>
              </c:pt>
              <c:pt idx="199">
                <c:v>52.915805318924114</c:v>
              </c:pt>
              <c:pt idx="200">
                <c:v>52.915805318924114</c:v>
              </c:pt>
              <c:pt idx="201">
                <c:v>52.915805318924114</c:v>
              </c:pt>
              <c:pt idx="202">
                <c:v>52.915805318924114</c:v>
              </c:pt>
              <c:pt idx="203">
                <c:v>52.915805318924114</c:v>
              </c:pt>
              <c:pt idx="204">
                <c:v>52.915805318924114</c:v>
              </c:pt>
              <c:pt idx="205">
                <c:v>52.915805318924114</c:v>
              </c:pt>
              <c:pt idx="206">
                <c:v>52.915805318924114</c:v>
              </c:pt>
              <c:pt idx="207">
                <c:v>52.915805318924114</c:v>
              </c:pt>
              <c:pt idx="208">
                <c:v>52.915805318924114</c:v>
              </c:pt>
              <c:pt idx="209">
                <c:v>52.915805318924114</c:v>
              </c:pt>
              <c:pt idx="210">
                <c:v>52.915805318924114</c:v>
              </c:pt>
              <c:pt idx="211">
                <c:v>52.915805318924114</c:v>
              </c:pt>
              <c:pt idx="212">
                <c:v>52.915805318924114</c:v>
              </c:pt>
              <c:pt idx="213">
                <c:v>52.915805318924114</c:v>
              </c:pt>
              <c:pt idx="214">
                <c:v>52.915805318924114</c:v>
              </c:pt>
              <c:pt idx="215">
                <c:v>52.915805318924114</c:v>
              </c:pt>
              <c:pt idx="216">
                <c:v>52.915805318924114</c:v>
              </c:pt>
              <c:pt idx="217">
                <c:v>52.915805318924114</c:v>
              </c:pt>
              <c:pt idx="218">
                <c:v>52.915805318924114</c:v>
              </c:pt>
              <c:pt idx="219">
                <c:v>52.915805318924114</c:v>
              </c:pt>
              <c:pt idx="220">
                <c:v>52.915805318924114</c:v>
              </c:pt>
              <c:pt idx="221">
                <c:v>52.915805318924114</c:v>
              </c:pt>
              <c:pt idx="222">
                <c:v>52.915805318924114</c:v>
              </c:pt>
              <c:pt idx="223">
                <c:v>52.915805318924114</c:v>
              </c:pt>
              <c:pt idx="224">
                <c:v>52.915805318924114</c:v>
              </c:pt>
              <c:pt idx="225">
                <c:v>52.915805318924114</c:v>
              </c:pt>
              <c:pt idx="226">
                <c:v>52.915805318924114</c:v>
              </c:pt>
              <c:pt idx="227">
                <c:v>52.915805318924114</c:v>
              </c:pt>
              <c:pt idx="228">
                <c:v>52.915805318924114</c:v>
              </c:pt>
              <c:pt idx="229">
                <c:v>52.915805318924114</c:v>
              </c:pt>
              <c:pt idx="230">
                <c:v>52.915805318924114</c:v>
              </c:pt>
              <c:pt idx="231">
                <c:v>52.915805318924114</c:v>
              </c:pt>
              <c:pt idx="232">
                <c:v>52.915805318924114</c:v>
              </c:pt>
              <c:pt idx="233">
                <c:v>52.915805318924114</c:v>
              </c:pt>
              <c:pt idx="234">
                <c:v>52.915805318924114</c:v>
              </c:pt>
              <c:pt idx="235">
                <c:v>52.915805318924114</c:v>
              </c:pt>
              <c:pt idx="236">
                <c:v>52.915805318924114</c:v>
              </c:pt>
              <c:pt idx="237">
                <c:v>52.915805318924114</c:v>
              </c:pt>
              <c:pt idx="238">
                <c:v>52.915805318924114</c:v>
              </c:pt>
              <c:pt idx="239">
                <c:v>52.915805318924114</c:v>
              </c:pt>
              <c:pt idx="240">
                <c:v>52.915805318924114</c:v>
              </c:pt>
              <c:pt idx="241">
                <c:v>52.915805318924114</c:v>
              </c:pt>
              <c:pt idx="242">
                <c:v>52.915805318924114</c:v>
              </c:pt>
              <c:pt idx="243">
                <c:v>52.915805318924114</c:v>
              </c:pt>
              <c:pt idx="244">
                <c:v>52.915805318924114</c:v>
              </c:pt>
              <c:pt idx="245">
                <c:v>52.915805318924114</c:v>
              </c:pt>
              <c:pt idx="246">
                <c:v>52.915805318924114</c:v>
              </c:pt>
              <c:pt idx="247">
                <c:v>52.915805318924114</c:v>
              </c:pt>
              <c:pt idx="248">
                <c:v>52.915805318924114</c:v>
              </c:pt>
              <c:pt idx="249">
                <c:v>52.915805318924114</c:v>
              </c:pt>
              <c:pt idx="250">
                <c:v>52.915805318924114</c:v>
              </c:pt>
              <c:pt idx="251">
                <c:v>52.915805318924114</c:v>
              </c:pt>
              <c:pt idx="252">
                <c:v>52.915805318924114</c:v>
              </c:pt>
              <c:pt idx="253">
                <c:v>52.915805318924114</c:v>
              </c:pt>
              <c:pt idx="254">
                <c:v>52.915805318924114</c:v>
              </c:pt>
              <c:pt idx="255">
                <c:v>52.915805318924114</c:v>
              </c:pt>
              <c:pt idx="256">
                <c:v>52.915805318924114</c:v>
              </c:pt>
              <c:pt idx="257">
                <c:v>52.915805318924114</c:v>
              </c:pt>
              <c:pt idx="258">
                <c:v>52.915805318924114</c:v>
              </c:pt>
              <c:pt idx="259">
                <c:v>52.915805318924114</c:v>
              </c:pt>
              <c:pt idx="260">
                <c:v>52.915805318924114</c:v>
              </c:pt>
              <c:pt idx="261">
                <c:v>52.915805318924114</c:v>
              </c:pt>
              <c:pt idx="262">
                <c:v>52.915805318924114</c:v>
              </c:pt>
              <c:pt idx="263">
                <c:v>52.915805318924114</c:v>
              </c:pt>
              <c:pt idx="264">
                <c:v>52.915805318924114</c:v>
              </c:pt>
              <c:pt idx="265">
                <c:v>52.915805318924114</c:v>
              </c:pt>
              <c:pt idx="266">
                <c:v>52.915805318924114</c:v>
              </c:pt>
              <c:pt idx="267">
                <c:v>52.915805318924114</c:v>
              </c:pt>
              <c:pt idx="268">
                <c:v>52.915805318924114</c:v>
              </c:pt>
              <c:pt idx="269">
                <c:v>52.915805318924114</c:v>
              </c:pt>
              <c:pt idx="270">
                <c:v>52.915805318924114</c:v>
              </c:pt>
              <c:pt idx="271">
                <c:v>52.915805318924114</c:v>
              </c:pt>
              <c:pt idx="272">
                <c:v>52.915805318924114</c:v>
              </c:pt>
              <c:pt idx="273">
                <c:v>52.915805318924114</c:v>
              </c:pt>
              <c:pt idx="274">
                <c:v>52.915805318924114</c:v>
              </c:pt>
              <c:pt idx="275">
                <c:v>52.915805318924114</c:v>
              </c:pt>
              <c:pt idx="276">
                <c:v>52.915805318924114</c:v>
              </c:pt>
              <c:pt idx="277">
                <c:v>52.915805318924114</c:v>
              </c:pt>
              <c:pt idx="278">
                <c:v>52.915805318924114</c:v>
              </c:pt>
              <c:pt idx="279">
                <c:v>52.915805318924114</c:v>
              </c:pt>
              <c:pt idx="280">
                <c:v>52.915805318924114</c:v>
              </c:pt>
              <c:pt idx="281">
                <c:v>52.915805318924114</c:v>
              </c:pt>
              <c:pt idx="282">
                <c:v>52.915805318924114</c:v>
              </c:pt>
              <c:pt idx="283">
                <c:v>52.915805318924114</c:v>
              </c:pt>
              <c:pt idx="284">
                <c:v>52.915805318924114</c:v>
              </c:pt>
              <c:pt idx="285">
                <c:v>52.915805318924114</c:v>
              </c:pt>
              <c:pt idx="286">
                <c:v>52.915805318924114</c:v>
              </c:pt>
              <c:pt idx="287">
                <c:v>52.915805318924114</c:v>
              </c:pt>
              <c:pt idx="288">
                <c:v>52.915805318924114</c:v>
              </c:pt>
              <c:pt idx="289">
                <c:v>52.915805318924114</c:v>
              </c:pt>
              <c:pt idx="290">
                <c:v>52.915805318924114</c:v>
              </c:pt>
              <c:pt idx="291">
                <c:v>52.915805318924114</c:v>
              </c:pt>
              <c:pt idx="292">
                <c:v>52.915805318924114</c:v>
              </c:pt>
              <c:pt idx="293">
                <c:v>52.915805318924114</c:v>
              </c:pt>
              <c:pt idx="294">
                <c:v>52.915805318924114</c:v>
              </c:pt>
              <c:pt idx="295">
                <c:v>52.915805318924114</c:v>
              </c:pt>
              <c:pt idx="296">
                <c:v>52.915805318924114</c:v>
              </c:pt>
              <c:pt idx="297">
                <c:v>52.915805318924114</c:v>
              </c:pt>
              <c:pt idx="298">
                <c:v>52.915805318924114</c:v>
              </c:pt>
              <c:pt idx="299">
                <c:v>52.915805318924114</c:v>
              </c:pt>
              <c:pt idx="300">
                <c:v>52.915805318924114</c:v>
              </c:pt>
              <c:pt idx="301">
                <c:v>52.915805318924114</c:v>
              </c:pt>
              <c:pt idx="302">
                <c:v>52.915805318924114</c:v>
              </c:pt>
              <c:pt idx="303">
                <c:v>52.915805318924114</c:v>
              </c:pt>
              <c:pt idx="304">
                <c:v>52.915805318924114</c:v>
              </c:pt>
              <c:pt idx="305">
                <c:v>52.915805318924114</c:v>
              </c:pt>
              <c:pt idx="306">
                <c:v>52.915805318924114</c:v>
              </c:pt>
              <c:pt idx="307">
                <c:v>52.915805318924114</c:v>
              </c:pt>
              <c:pt idx="308">
                <c:v>52.915805318924114</c:v>
              </c:pt>
              <c:pt idx="309">
                <c:v>52.915805318924114</c:v>
              </c:pt>
              <c:pt idx="310">
                <c:v>52.915805318924114</c:v>
              </c:pt>
              <c:pt idx="311">
                <c:v>52.915805318924114</c:v>
              </c:pt>
              <c:pt idx="312">
                <c:v>52.915805318924114</c:v>
              </c:pt>
              <c:pt idx="313">
                <c:v>52.915805318924114</c:v>
              </c:pt>
              <c:pt idx="314">
                <c:v>52.915805318924114</c:v>
              </c:pt>
              <c:pt idx="315">
                <c:v>52.915805318924114</c:v>
              </c:pt>
              <c:pt idx="316">
                <c:v>52.915805318924114</c:v>
              </c:pt>
              <c:pt idx="317">
                <c:v>52.915805318924114</c:v>
              </c:pt>
              <c:pt idx="318">
                <c:v>52.915805318924114</c:v>
              </c:pt>
              <c:pt idx="319">
                <c:v>52.915805318924114</c:v>
              </c:pt>
              <c:pt idx="320">
                <c:v>52.915805318924114</c:v>
              </c:pt>
              <c:pt idx="321">
                <c:v>52.915805318924114</c:v>
              </c:pt>
              <c:pt idx="322">
                <c:v>52.915805318924114</c:v>
              </c:pt>
              <c:pt idx="323">
                <c:v>52.915805318924114</c:v>
              </c:pt>
              <c:pt idx="324">
                <c:v>52.915805318924114</c:v>
              </c:pt>
              <c:pt idx="325">
                <c:v>52.915805318924114</c:v>
              </c:pt>
              <c:pt idx="326">
                <c:v>52.915805318924114</c:v>
              </c:pt>
              <c:pt idx="327">
                <c:v>52.915805318924114</c:v>
              </c:pt>
              <c:pt idx="328">
                <c:v>52.915805318924114</c:v>
              </c:pt>
              <c:pt idx="329">
                <c:v>52.915805318924114</c:v>
              </c:pt>
              <c:pt idx="330">
                <c:v>52.915805318924114</c:v>
              </c:pt>
              <c:pt idx="331">
                <c:v>52.915805318924114</c:v>
              </c:pt>
              <c:pt idx="332">
                <c:v>52.915805318924114</c:v>
              </c:pt>
              <c:pt idx="333">
                <c:v>52.915805318924114</c:v>
              </c:pt>
              <c:pt idx="334">
                <c:v>52.915805318924114</c:v>
              </c:pt>
              <c:pt idx="335">
                <c:v>52.915805318924114</c:v>
              </c:pt>
              <c:pt idx="336">
                <c:v>52.915805318924114</c:v>
              </c:pt>
              <c:pt idx="337">
                <c:v>52.915805318924114</c:v>
              </c:pt>
              <c:pt idx="338">
                <c:v>52.915805318924114</c:v>
              </c:pt>
              <c:pt idx="339">
                <c:v>52.915805318924114</c:v>
              </c:pt>
              <c:pt idx="340">
                <c:v>52.915805318924114</c:v>
              </c:pt>
              <c:pt idx="341">
                <c:v>52.915805318924114</c:v>
              </c:pt>
              <c:pt idx="342">
                <c:v>52.915805318924114</c:v>
              </c:pt>
              <c:pt idx="343">
                <c:v>52.915805318924114</c:v>
              </c:pt>
              <c:pt idx="344">
                <c:v>52.915805318924114</c:v>
              </c:pt>
              <c:pt idx="345">
                <c:v>52.915805318924114</c:v>
              </c:pt>
              <c:pt idx="346">
                <c:v>52.915805318924114</c:v>
              </c:pt>
              <c:pt idx="347">
                <c:v>52.915805318924114</c:v>
              </c:pt>
              <c:pt idx="348">
                <c:v>52.915805318924114</c:v>
              </c:pt>
              <c:pt idx="349">
                <c:v>52.915805318924114</c:v>
              </c:pt>
              <c:pt idx="350">
                <c:v>52.915805318924114</c:v>
              </c:pt>
              <c:pt idx="351">
                <c:v>52.915805318924114</c:v>
              </c:pt>
              <c:pt idx="352">
                <c:v>52.915805318924114</c:v>
              </c:pt>
              <c:pt idx="353">
                <c:v>52.915805318924114</c:v>
              </c:pt>
              <c:pt idx="354">
                <c:v>52.915805318924114</c:v>
              </c:pt>
              <c:pt idx="355">
                <c:v>52.915805318924114</c:v>
              </c:pt>
              <c:pt idx="356">
                <c:v>52.915805318924114</c:v>
              </c:pt>
              <c:pt idx="357">
                <c:v>52.915805318924114</c:v>
              </c:pt>
              <c:pt idx="358">
                <c:v>52.915805318924114</c:v>
              </c:pt>
              <c:pt idx="359">
                <c:v>52.915805318924114</c:v>
              </c:pt>
              <c:pt idx="360">
                <c:v>52.915805318924114</c:v>
              </c:pt>
              <c:pt idx="361">
                <c:v>52.915805318924114</c:v>
              </c:pt>
              <c:pt idx="362">
                <c:v>52.915805318924114</c:v>
              </c:pt>
              <c:pt idx="363">
                <c:v>52.915805318924114</c:v>
              </c:pt>
              <c:pt idx="364">
                <c:v>52.915805318924114</c:v>
              </c:pt>
              <c:pt idx="365">
                <c:v>52.915805318924114</c:v>
              </c:pt>
              <c:pt idx="366">
                <c:v>52.915805318924114</c:v>
              </c:pt>
              <c:pt idx="367">
                <c:v>52.915805318924114</c:v>
              </c:pt>
              <c:pt idx="368">
                <c:v>52.915805318924114</c:v>
              </c:pt>
              <c:pt idx="369">
                <c:v>52.915805318924114</c:v>
              </c:pt>
              <c:pt idx="370">
                <c:v>52.915805318924114</c:v>
              </c:pt>
              <c:pt idx="371">
                <c:v>52.915805318924114</c:v>
              </c:pt>
              <c:pt idx="372">
                <c:v>52.915805318924114</c:v>
              </c:pt>
              <c:pt idx="373">
                <c:v>52.915805318924114</c:v>
              </c:pt>
              <c:pt idx="374">
                <c:v>52.915805318924114</c:v>
              </c:pt>
              <c:pt idx="375">
                <c:v>52.915805318924114</c:v>
              </c:pt>
              <c:pt idx="376">
                <c:v>52.915805318924114</c:v>
              </c:pt>
              <c:pt idx="377">
                <c:v>52.915805318924114</c:v>
              </c:pt>
              <c:pt idx="378">
                <c:v>52.915805318924114</c:v>
              </c:pt>
              <c:pt idx="379">
                <c:v>52.915805318924114</c:v>
              </c:pt>
              <c:pt idx="380">
                <c:v>52.915805318924114</c:v>
              </c:pt>
              <c:pt idx="381">
                <c:v>52.915805318924114</c:v>
              </c:pt>
              <c:pt idx="382">
                <c:v>52.915805318924114</c:v>
              </c:pt>
              <c:pt idx="383">
                <c:v>52.915805318924114</c:v>
              </c:pt>
              <c:pt idx="384">
                <c:v>52.915805318924114</c:v>
              </c:pt>
              <c:pt idx="385">
                <c:v>52.915805318924114</c:v>
              </c:pt>
              <c:pt idx="386">
                <c:v>52.915805318924114</c:v>
              </c:pt>
              <c:pt idx="387">
                <c:v>52.915805318924114</c:v>
              </c:pt>
              <c:pt idx="388">
                <c:v>52.915805318924114</c:v>
              </c:pt>
              <c:pt idx="389">
                <c:v>52.915805318924114</c:v>
              </c:pt>
              <c:pt idx="390">
                <c:v>52.915805318924114</c:v>
              </c:pt>
              <c:pt idx="391">
                <c:v>52.915805318924114</c:v>
              </c:pt>
              <c:pt idx="392">
                <c:v>52.915805318924114</c:v>
              </c:pt>
              <c:pt idx="393">
                <c:v>52.915805318924114</c:v>
              </c:pt>
              <c:pt idx="394">
                <c:v>52.915805318924114</c:v>
              </c:pt>
              <c:pt idx="395">
                <c:v>52.915805318924114</c:v>
              </c:pt>
              <c:pt idx="396">
                <c:v>52.915805318924114</c:v>
              </c:pt>
              <c:pt idx="397">
                <c:v>52.915805318924114</c:v>
              </c:pt>
              <c:pt idx="398">
                <c:v>52.915805318924114</c:v>
              </c:pt>
              <c:pt idx="399">
                <c:v>52.915805318924114</c:v>
              </c:pt>
              <c:pt idx="400">
                <c:v>52.915805318924114</c:v>
              </c:pt>
              <c:pt idx="401">
                <c:v>52.915805318924114</c:v>
              </c:pt>
              <c:pt idx="402">
                <c:v>52.915805318924114</c:v>
              </c:pt>
              <c:pt idx="403">
                <c:v>52.915805318924114</c:v>
              </c:pt>
              <c:pt idx="404">
                <c:v>52.915805318924114</c:v>
              </c:pt>
              <c:pt idx="405">
                <c:v>52.915805318924114</c:v>
              </c:pt>
              <c:pt idx="406">
                <c:v>52.915805318924114</c:v>
              </c:pt>
              <c:pt idx="407">
                <c:v>52.915805318924114</c:v>
              </c:pt>
              <c:pt idx="408">
                <c:v>52.915805318924114</c:v>
              </c:pt>
              <c:pt idx="409">
                <c:v>52.915805318924114</c:v>
              </c:pt>
              <c:pt idx="410">
                <c:v>52.915805318924114</c:v>
              </c:pt>
              <c:pt idx="411">
                <c:v>52.915805318924114</c:v>
              </c:pt>
              <c:pt idx="412">
                <c:v>52.915805318924114</c:v>
              </c:pt>
              <c:pt idx="413">
                <c:v>52.915805318924114</c:v>
              </c:pt>
              <c:pt idx="414">
                <c:v>52.915805318924114</c:v>
              </c:pt>
              <c:pt idx="415">
                <c:v>52.915805318924114</c:v>
              </c:pt>
              <c:pt idx="416">
                <c:v>52.915805318924114</c:v>
              </c:pt>
              <c:pt idx="417">
                <c:v>52.915805318924114</c:v>
              </c:pt>
              <c:pt idx="418">
                <c:v>52.915805318924114</c:v>
              </c:pt>
              <c:pt idx="419">
                <c:v>52.915805318924114</c:v>
              </c:pt>
              <c:pt idx="420">
                <c:v>52.915805318924114</c:v>
              </c:pt>
              <c:pt idx="421">
                <c:v>52.915805318924114</c:v>
              </c:pt>
              <c:pt idx="422">
                <c:v>52.915805318924114</c:v>
              </c:pt>
              <c:pt idx="423">
                <c:v>52.915805318924114</c:v>
              </c:pt>
              <c:pt idx="424">
                <c:v>52.915805318924114</c:v>
              </c:pt>
              <c:pt idx="425">
                <c:v>52.915805318924114</c:v>
              </c:pt>
              <c:pt idx="426">
                <c:v>52.915805318924114</c:v>
              </c:pt>
              <c:pt idx="427">
                <c:v>52.915805318924114</c:v>
              </c:pt>
              <c:pt idx="428">
                <c:v>52.915805318924114</c:v>
              </c:pt>
              <c:pt idx="429">
                <c:v>52.915805318924114</c:v>
              </c:pt>
              <c:pt idx="430">
                <c:v>52.915805318924114</c:v>
              </c:pt>
              <c:pt idx="431">
                <c:v>52.915805318924114</c:v>
              </c:pt>
              <c:pt idx="432">
                <c:v>52.915805318924114</c:v>
              </c:pt>
              <c:pt idx="433">
                <c:v>52.915805318924114</c:v>
              </c:pt>
              <c:pt idx="434">
                <c:v>52.915805318924114</c:v>
              </c:pt>
              <c:pt idx="435">
                <c:v>52.915805318924114</c:v>
              </c:pt>
              <c:pt idx="436">
                <c:v>52.915805318924114</c:v>
              </c:pt>
              <c:pt idx="437">
                <c:v>52.915805318924114</c:v>
              </c:pt>
              <c:pt idx="438">
                <c:v>52.915805318924114</c:v>
              </c:pt>
              <c:pt idx="439">
                <c:v>52.915805318924114</c:v>
              </c:pt>
              <c:pt idx="440">
                <c:v>52.915805318924114</c:v>
              </c:pt>
              <c:pt idx="441">
                <c:v>52.915805318924114</c:v>
              </c:pt>
              <c:pt idx="442">
                <c:v>52.915805318924114</c:v>
              </c:pt>
              <c:pt idx="443">
                <c:v>52.915805318924114</c:v>
              </c:pt>
              <c:pt idx="444">
                <c:v>52.915805318924114</c:v>
              </c:pt>
              <c:pt idx="445">
                <c:v>52.915805318924114</c:v>
              </c:pt>
              <c:pt idx="446">
                <c:v>52.915805318924114</c:v>
              </c:pt>
              <c:pt idx="447">
                <c:v>52.915805318924114</c:v>
              </c:pt>
            </c:numLit>
          </c:xVal>
          <c:yVal>
            <c:numLit>
              <c:formatCode>0.0</c:formatCode>
              <c:ptCount val="448"/>
              <c:pt idx="0">
                <c:v>0.15895558424853612</c:v>
              </c:pt>
              <c:pt idx="1">
                <c:v>0.15895558424853612</c:v>
              </c:pt>
              <c:pt idx="2">
                <c:v>0.15895558424853612</c:v>
              </c:pt>
              <c:pt idx="3">
                <c:v>0.15895558424853612</c:v>
              </c:pt>
              <c:pt idx="4">
                <c:v>0.15895558424853612</c:v>
              </c:pt>
              <c:pt idx="5">
                <c:v>0.15895558424853612</c:v>
              </c:pt>
              <c:pt idx="6">
                <c:v>0.15895558424853612</c:v>
              </c:pt>
              <c:pt idx="7">
                <c:v>0.15895558424853612</c:v>
              </c:pt>
              <c:pt idx="8">
                <c:v>0.15895558424853612</c:v>
              </c:pt>
              <c:pt idx="9">
                <c:v>0.15895558424853612</c:v>
              </c:pt>
              <c:pt idx="10">
                <c:v>0.15895558424853612</c:v>
              </c:pt>
              <c:pt idx="11">
                <c:v>0.15895558424853612</c:v>
              </c:pt>
              <c:pt idx="12">
                <c:v>0.15895558424853612</c:v>
              </c:pt>
              <c:pt idx="13">
                <c:v>0.15895558424853612</c:v>
              </c:pt>
              <c:pt idx="14">
                <c:v>0.15895558424853612</c:v>
              </c:pt>
              <c:pt idx="15">
                <c:v>0.15895558424853612</c:v>
              </c:pt>
              <c:pt idx="16">
                <c:v>0.15895558424853612</c:v>
              </c:pt>
              <c:pt idx="17">
                <c:v>0.15895558424853612</c:v>
              </c:pt>
              <c:pt idx="18">
                <c:v>0.15895558424853612</c:v>
              </c:pt>
              <c:pt idx="19">
                <c:v>0.15895558424853612</c:v>
              </c:pt>
              <c:pt idx="20">
                <c:v>0.15895558424853612</c:v>
              </c:pt>
              <c:pt idx="21">
                <c:v>0.15895558424853612</c:v>
              </c:pt>
              <c:pt idx="22">
                <c:v>0.15895558424853612</c:v>
              </c:pt>
              <c:pt idx="23">
                <c:v>0.15895558424853612</c:v>
              </c:pt>
              <c:pt idx="24">
                <c:v>0.15895558424853612</c:v>
              </c:pt>
              <c:pt idx="25">
                <c:v>0.15895558424853612</c:v>
              </c:pt>
              <c:pt idx="26">
                <c:v>0.15895558424853612</c:v>
              </c:pt>
              <c:pt idx="27">
                <c:v>0.15895558424853612</c:v>
              </c:pt>
              <c:pt idx="28">
                <c:v>0.15895558424853612</c:v>
              </c:pt>
              <c:pt idx="29">
                <c:v>0.15895558424853612</c:v>
              </c:pt>
              <c:pt idx="30">
                <c:v>0.15895558424853612</c:v>
              </c:pt>
              <c:pt idx="31">
                <c:v>0.15895558424853612</c:v>
              </c:pt>
              <c:pt idx="32">
                <c:v>0.15895558424853612</c:v>
              </c:pt>
              <c:pt idx="33">
                <c:v>0.15895558424853612</c:v>
              </c:pt>
              <c:pt idx="34">
                <c:v>0.15895558424853612</c:v>
              </c:pt>
              <c:pt idx="35">
                <c:v>0.15895558424853612</c:v>
              </c:pt>
              <c:pt idx="36">
                <c:v>0.15895558424853612</c:v>
              </c:pt>
              <c:pt idx="37">
                <c:v>0.15895558424853612</c:v>
              </c:pt>
              <c:pt idx="38">
                <c:v>0.15895558424853612</c:v>
              </c:pt>
              <c:pt idx="39">
                <c:v>0.15895558424853612</c:v>
              </c:pt>
              <c:pt idx="40">
                <c:v>0.15895558424853612</c:v>
              </c:pt>
              <c:pt idx="41">
                <c:v>0.15895558424853612</c:v>
              </c:pt>
              <c:pt idx="42">
                <c:v>0.15895558424853612</c:v>
              </c:pt>
              <c:pt idx="43">
                <c:v>0.15895558424853612</c:v>
              </c:pt>
              <c:pt idx="44">
                <c:v>0.15895558424853612</c:v>
              </c:pt>
              <c:pt idx="45">
                <c:v>0.15895558424853612</c:v>
              </c:pt>
              <c:pt idx="46">
                <c:v>0.15895558424853612</c:v>
              </c:pt>
              <c:pt idx="47">
                <c:v>0.15895558424853612</c:v>
              </c:pt>
              <c:pt idx="48">
                <c:v>0.15895558424853612</c:v>
              </c:pt>
              <c:pt idx="49">
                <c:v>0.15895558424853612</c:v>
              </c:pt>
              <c:pt idx="50">
                <c:v>0.15895558424853612</c:v>
              </c:pt>
              <c:pt idx="51">
                <c:v>0.15895558424853612</c:v>
              </c:pt>
              <c:pt idx="52">
                <c:v>0.15895558424853612</c:v>
              </c:pt>
              <c:pt idx="53">
                <c:v>0.15895558424853612</c:v>
              </c:pt>
              <c:pt idx="54">
                <c:v>0.15895558424853612</c:v>
              </c:pt>
              <c:pt idx="55">
                <c:v>0.15895558424853612</c:v>
              </c:pt>
              <c:pt idx="56">
                <c:v>0.15895558424853612</c:v>
              </c:pt>
              <c:pt idx="57">
                <c:v>0.15895558424853612</c:v>
              </c:pt>
              <c:pt idx="58">
                <c:v>0.15895558424853612</c:v>
              </c:pt>
              <c:pt idx="59">
                <c:v>0.15895558424853612</c:v>
              </c:pt>
              <c:pt idx="60">
                <c:v>0.15895558424853612</c:v>
              </c:pt>
              <c:pt idx="61">
                <c:v>0.15895558424853612</c:v>
              </c:pt>
              <c:pt idx="62">
                <c:v>0.15895558424853612</c:v>
              </c:pt>
              <c:pt idx="63">
                <c:v>0.15895558424853612</c:v>
              </c:pt>
              <c:pt idx="64">
                <c:v>0.15895558424853612</c:v>
              </c:pt>
              <c:pt idx="65">
                <c:v>0.15895558424853612</c:v>
              </c:pt>
              <c:pt idx="66">
                <c:v>0.15895558424853612</c:v>
              </c:pt>
              <c:pt idx="67">
                <c:v>0.15895558424853612</c:v>
              </c:pt>
              <c:pt idx="68">
                <c:v>0.15895558424853612</c:v>
              </c:pt>
              <c:pt idx="69">
                <c:v>0.15895558424853612</c:v>
              </c:pt>
              <c:pt idx="70">
                <c:v>0.15895558424853612</c:v>
              </c:pt>
              <c:pt idx="71">
                <c:v>0.15895558424853612</c:v>
              </c:pt>
              <c:pt idx="72">
                <c:v>0.15895558424853612</c:v>
              </c:pt>
              <c:pt idx="73">
                <c:v>0.15895558424853612</c:v>
              </c:pt>
              <c:pt idx="74">
                <c:v>0.15895558424853612</c:v>
              </c:pt>
              <c:pt idx="75">
                <c:v>0.15895558424853612</c:v>
              </c:pt>
              <c:pt idx="76">
                <c:v>0.15895558424853612</c:v>
              </c:pt>
              <c:pt idx="77">
                <c:v>0.15895558424853612</c:v>
              </c:pt>
              <c:pt idx="78">
                <c:v>0.15895558424853612</c:v>
              </c:pt>
              <c:pt idx="79">
                <c:v>0.15895558424853612</c:v>
              </c:pt>
              <c:pt idx="80">
                <c:v>0.15895558424853612</c:v>
              </c:pt>
              <c:pt idx="81">
                <c:v>0.15895558424853612</c:v>
              </c:pt>
              <c:pt idx="82">
                <c:v>0.15895558424853612</c:v>
              </c:pt>
              <c:pt idx="83">
                <c:v>0.15895558424853612</c:v>
              </c:pt>
              <c:pt idx="84">
                <c:v>0.15895558424853612</c:v>
              </c:pt>
              <c:pt idx="85">
                <c:v>0.15895558424853612</c:v>
              </c:pt>
              <c:pt idx="86">
                <c:v>0.15895558424853612</c:v>
              </c:pt>
              <c:pt idx="87">
                <c:v>0.15895558424853612</c:v>
              </c:pt>
              <c:pt idx="88">
                <c:v>0.15895558424853612</c:v>
              </c:pt>
              <c:pt idx="89">
                <c:v>0.15895558424853612</c:v>
              </c:pt>
              <c:pt idx="90">
                <c:v>0.15895558424853612</c:v>
              </c:pt>
              <c:pt idx="91">
                <c:v>0.15895558424853612</c:v>
              </c:pt>
              <c:pt idx="92">
                <c:v>0.15895558424853612</c:v>
              </c:pt>
              <c:pt idx="93">
                <c:v>0.15895558424853612</c:v>
              </c:pt>
              <c:pt idx="94">
                <c:v>0.15895558424853612</c:v>
              </c:pt>
              <c:pt idx="95">
                <c:v>0.15895558424853612</c:v>
              </c:pt>
              <c:pt idx="96">
                <c:v>0.15895558424853612</c:v>
              </c:pt>
              <c:pt idx="97">
                <c:v>0.15895558424853612</c:v>
              </c:pt>
              <c:pt idx="98">
                <c:v>0.15895558424853612</c:v>
              </c:pt>
              <c:pt idx="99">
                <c:v>0.15895558424853612</c:v>
              </c:pt>
              <c:pt idx="100">
                <c:v>0.15895558424853612</c:v>
              </c:pt>
              <c:pt idx="101">
                <c:v>0.15895558424853612</c:v>
              </c:pt>
              <c:pt idx="102">
                <c:v>0.15895558424853612</c:v>
              </c:pt>
              <c:pt idx="103">
                <c:v>0.15895558424853612</c:v>
              </c:pt>
              <c:pt idx="104">
                <c:v>0.15895558424853612</c:v>
              </c:pt>
              <c:pt idx="105">
                <c:v>0.15895558424853612</c:v>
              </c:pt>
              <c:pt idx="106">
                <c:v>0.15895558424853612</c:v>
              </c:pt>
              <c:pt idx="107">
                <c:v>0.15895558424853612</c:v>
              </c:pt>
              <c:pt idx="108">
                <c:v>0.15895558424853612</c:v>
              </c:pt>
              <c:pt idx="109">
                <c:v>0.15895558424853612</c:v>
              </c:pt>
              <c:pt idx="110">
                <c:v>0.15895558424853612</c:v>
              </c:pt>
              <c:pt idx="111">
                <c:v>0.15895558424853612</c:v>
              </c:pt>
              <c:pt idx="112">
                <c:v>0.15895558424853612</c:v>
              </c:pt>
              <c:pt idx="113">
                <c:v>0.15895558424853612</c:v>
              </c:pt>
              <c:pt idx="114">
                <c:v>0.15895558424853612</c:v>
              </c:pt>
              <c:pt idx="115">
                <c:v>0.15895558424853612</c:v>
              </c:pt>
              <c:pt idx="116">
                <c:v>0.15895558424853612</c:v>
              </c:pt>
              <c:pt idx="117">
                <c:v>0.15895558424853612</c:v>
              </c:pt>
              <c:pt idx="118">
                <c:v>0.15895558424853612</c:v>
              </c:pt>
              <c:pt idx="119">
                <c:v>0.15895558424853612</c:v>
              </c:pt>
              <c:pt idx="120">
                <c:v>0.15895558424853612</c:v>
              </c:pt>
              <c:pt idx="121">
                <c:v>0.15895558424853612</c:v>
              </c:pt>
              <c:pt idx="122">
                <c:v>0.15895558424853612</c:v>
              </c:pt>
              <c:pt idx="123">
                <c:v>0.15895558424853612</c:v>
              </c:pt>
              <c:pt idx="124">
                <c:v>0.15895558424853612</c:v>
              </c:pt>
              <c:pt idx="125">
                <c:v>0.15895558424853612</c:v>
              </c:pt>
              <c:pt idx="126">
                <c:v>0.15895558424853612</c:v>
              </c:pt>
              <c:pt idx="127">
                <c:v>0.15895558424853612</c:v>
              </c:pt>
              <c:pt idx="128">
                <c:v>0.15895558424853612</c:v>
              </c:pt>
              <c:pt idx="129">
                <c:v>0.15895558424853612</c:v>
              </c:pt>
              <c:pt idx="130">
                <c:v>0.15895558424853612</c:v>
              </c:pt>
              <c:pt idx="131">
                <c:v>0.15895558424853612</c:v>
              </c:pt>
              <c:pt idx="132">
                <c:v>0.15895558424853612</c:v>
              </c:pt>
              <c:pt idx="133">
                <c:v>0.15895558424853612</c:v>
              </c:pt>
              <c:pt idx="134">
                <c:v>0.15895558424853612</c:v>
              </c:pt>
              <c:pt idx="135">
                <c:v>0.15895558424853612</c:v>
              </c:pt>
              <c:pt idx="136">
                <c:v>0.15895558424853612</c:v>
              </c:pt>
              <c:pt idx="137">
                <c:v>0.15895558424853612</c:v>
              </c:pt>
              <c:pt idx="138">
                <c:v>0.15895558424853612</c:v>
              </c:pt>
              <c:pt idx="139">
                <c:v>0.15895558424853612</c:v>
              </c:pt>
              <c:pt idx="140">
                <c:v>0.15895558424853612</c:v>
              </c:pt>
              <c:pt idx="141">
                <c:v>0.15895558424853612</c:v>
              </c:pt>
              <c:pt idx="142">
                <c:v>0.15895558424853612</c:v>
              </c:pt>
              <c:pt idx="143">
                <c:v>0.15895558424853612</c:v>
              </c:pt>
              <c:pt idx="144">
                <c:v>0.15895558424853612</c:v>
              </c:pt>
              <c:pt idx="145">
                <c:v>0.15895558424853612</c:v>
              </c:pt>
              <c:pt idx="146">
                <c:v>0.15895558424853612</c:v>
              </c:pt>
              <c:pt idx="147">
                <c:v>0.15895558424853612</c:v>
              </c:pt>
              <c:pt idx="148">
                <c:v>0.15895558424853612</c:v>
              </c:pt>
              <c:pt idx="149">
                <c:v>0.15895558424853612</c:v>
              </c:pt>
              <c:pt idx="150">
                <c:v>0.15895558424853612</c:v>
              </c:pt>
              <c:pt idx="151">
                <c:v>0.15895558424853612</c:v>
              </c:pt>
              <c:pt idx="152">
                <c:v>0.15895558424853612</c:v>
              </c:pt>
              <c:pt idx="153">
                <c:v>0.15895558424853612</c:v>
              </c:pt>
              <c:pt idx="154">
                <c:v>0.15895558424853612</c:v>
              </c:pt>
              <c:pt idx="155">
                <c:v>0.15895558424853612</c:v>
              </c:pt>
              <c:pt idx="156">
                <c:v>0.15895558424853612</c:v>
              </c:pt>
              <c:pt idx="157">
                <c:v>0.15895558424853612</c:v>
              </c:pt>
              <c:pt idx="158">
                <c:v>0.15895558424853612</c:v>
              </c:pt>
              <c:pt idx="159">
                <c:v>0.15895558424853612</c:v>
              </c:pt>
              <c:pt idx="160">
                <c:v>0.15895558424853612</c:v>
              </c:pt>
              <c:pt idx="161">
                <c:v>0.15895558424853612</c:v>
              </c:pt>
              <c:pt idx="162">
                <c:v>0.15895558424853612</c:v>
              </c:pt>
              <c:pt idx="163">
                <c:v>0.15895558424853612</c:v>
              </c:pt>
              <c:pt idx="164">
                <c:v>0.15895558424853612</c:v>
              </c:pt>
              <c:pt idx="165">
                <c:v>0.15895558424853612</c:v>
              </c:pt>
              <c:pt idx="166">
                <c:v>0.15895558424853612</c:v>
              </c:pt>
              <c:pt idx="167">
                <c:v>0.15895558424853612</c:v>
              </c:pt>
              <c:pt idx="168">
                <c:v>0.15895558424853612</c:v>
              </c:pt>
              <c:pt idx="169">
                <c:v>0.15895558424853612</c:v>
              </c:pt>
              <c:pt idx="170">
                <c:v>0.15895558424853612</c:v>
              </c:pt>
              <c:pt idx="171">
                <c:v>0.15895558424853612</c:v>
              </c:pt>
              <c:pt idx="172">
                <c:v>0.15895558424853612</c:v>
              </c:pt>
              <c:pt idx="173">
                <c:v>0.15895558424853612</c:v>
              </c:pt>
              <c:pt idx="174">
                <c:v>0.15895558424853612</c:v>
              </c:pt>
              <c:pt idx="175">
                <c:v>0.15895558424853612</c:v>
              </c:pt>
              <c:pt idx="176">
                <c:v>0.15895558424853612</c:v>
              </c:pt>
              <c:pt idx="177">
                <c:v>0.15895558424853612</c:v>
              </c:pt>
              <c:pt idx="178">
                <c:v>0.15895558424853612</c:v>
              </c:pt>
              <c:pt idx="179">
                <c:v>0.15895558424853612</c:v>
              </c:pt>
              <c:pt idx="180">
                <c:v>0.15895558424853612</c:v>
              </c:pt>
              <c:pt idx="181">
                <c:v>0.15895558424853612</c:v>
              </c:pt>
              <c:pt idx="182">
                <c:v>0.15895558424853612</c:v>
              </c:pt>
              <c:pt idx="183">
                <c:v>0.15895558424853612</c:v>
              </c:pt>
              <c:pt idx="184">
                <c:v>0.15895558424853612</c:v>
              </c:pt>
              <c:pt idx="185">
                <c:v>0.15895558424853612</c:v>
              </c:pt>
              <c:pt idx="186">
                <c:v>0.15895558424853612</c:v>
              </c:pt>
              <c:pt idx="187">
                <c:v>0.15895558424853612</c:v>
              </c:pt>
              <c:pt idx="188">
                <c:v>0.15895558424853612</c:v>
              </c:pt>
              <c:pt idx="189">
                <c:v>0.15895558424853612</c:v>
              </c:pt>
              <c:pt idx="190">
                <c:v>0.15895558424853612</c:v>
              </c:pt>
              <c:pt idx="191">
                <c:v>0.15895558424853612</c:v>
              </c:pt>
              <c:pt idx="192">
                <c:v>0.15895558424853612</c:v>
              </c:pt>
              <c:pt idx="193">
                <c:v>0.15895558424853612</c:v>
              </c:pt>
              <c:pt idx="194">
                <c:v>0.15895558424853612</c:v>
              </c:pt>
              <c:pt idx="195">
                <c:v>0.15895558424853612</c:v>
              </c:pt>
              <c:pt idx="196">
                <c:v>0.15895558424853612</c:v>
              </c:pt>
              <c:pt idx="197">
                <c:v>0.15895558424853612</c:v>
              </c:pt>
              <c:pt idx="198">
                <c:v>0.15895558424853612</c:v>
              </c:pt>
              <c:pt idx="199">
                <c:v>0.15895558424853612</c:v>
              </c:pt>
              <c:pt idx="200">
                <c:v>0.15895558424853612</c:v>
              </c:pt>
              <c:pt idx="201">
                <c:v>0.15895558424853612</c:v>
              </c:pt>
              <c:pt idx="202">
                <c:v>0.15895558424853612</c:v>
              </c:pt>
              <c:pt idx="203">
                <c:v>0.15895558424853612</c:v>
              </c:pt>
              <c:pt idx="204">
                <c:v>0.15895558424853612</c:v>
              </c:pt>
              <c:pt idx="205">
                <c:v>0.15895558424853612</c:v>
              </c:pt>
              <c:pt idx="206">
                <c:v>0.15895558424853612</c:v>
              </c:pt>
              <c:pt idx="207">
                <c:v>0.15895558424853612</c:v>
              </c:pt>
              <c:pt idx="208">
                <c:v>0.15895558424853612</c:v>
              </c:pt>
              <c:pt idx="209">
                <c:v>0.15895558424853612</c:v>
              </c:pt>
              <c:pt idx="210">
                <c:v>0.15895558424853612</c:v>
              </c:pt>
              <c:pt idx="211">
                <c:v>0.15895558424853612</c:v>
              </c:pt>
              <c:pt idx="212">
                <c:v>0.15895558424853612</c:v>
              </c:pt>
              <c:pt idx="213">
                <c:v>0.15895558424853612</c:v>
              </c:pt>
              <c:pt idx="214">
                <c:v>0.15895558424853612</c:v>
              </c:pt>
              <c:pt idx="215">
                <c:v>0.15895558424853612</c:v>
              </c:pt>
              <c:pt idx="216">
                <c:v>0.15895558424853612</c:v>
              </c:pt>
              <c:pt idx="217">
                <c:v>0.15895558424853612</c:v>
              </c:pt>
              <c:pt idx="218">
                <c:v>0.15895558424853612</c:v>
              </c:pt>
              <c:pt idx="219">
                <c:v>0.15895558424853612</c:v>
              </c:pt>
              <c:pt idx="220">
                <c:v>0.15895558424853612</c:v>
              </c:pt>
              <c:pt idx="221">
                <c:v>0.15895558424853612</c:v>
              </c:pt>
              <c:pt idx="222">
                <c:v>0.15895558424853612</c:v>
              </c:pt>
              <c:pt idx="223">
                <c:v>0.15895558424853612</c:v>
              </c:pt>
              <c:pt idx="224">
                <c:v>0.15895558424853612</c:v>
              </c:pt>
              <c:pt idx="225">
                <c:v>0.15895558424853612</c:v>
              </c:pt>
              <c:pt idx="226">
                <c:v>0.15895558424853612</c:v>
              </c:pt>
              <c:pt idx="227">
                <c:v>0.15895558424853612</c:v>
              </c:pt>
              <c:pt idx="228">
                <c:v>0.15895558424853612</c:v>
              </c:pt>
              <c:pt idx="229">
                <c:v>0.15895558424853612</c:v>
              </c:pt>
              <c:pt idx="230">
                <c:v>0.15895558424853612</c:v>
              </c:pt>
              <c:pt idx="231">
                <c:v>0.15895558424853612</c:v>
              </c:pt>
              <c:pt idx="232">
                <c:v>0.15895558424853612</c:v>
              </c:pt>
              <c:pt idx="233">
                <c:v>0.15895558424853612</c:v>
              </c:pt>
              <c:pt idx="234">
                <c:v>0.15895558424853612</c:v>
              </c:pt>
              <c:pt idx="235">
                <c:v>0.15895558424853612</c:v>
              </c:pt>
              <c:pt idx="236">
                <c:v>0.15895558424853612</c:v>
              </c:pt>
              <c:pt idx="237">
                <c:v>0.15895558424853612</c:v>
              </c:pt>
              <c:pt idx="238">
                <c:v>0.15895558424853612</c:v>
              </c:pt>
              <c:pt idx="239">
                <c:v>0.15895558424853612</c:v>
              </c:pt>
              <c:pt idx="240">
                <c:v>0.15895558424853612</c:v>
              </c:pt>
              <c:pt idx="241">
                <c:v>0.15895558424853612</c:v>
              </c:pt>
              <c:pt idx="242">
                <c:v>0.15895558424853612</c:v>
              </c:pt>
              <c:pt idx="243">
                <c:v>0.15895558424853612</c:v>
              </c:pt>
              <c:pt idx="244">
                <c:v>0.15895558424853612</c:v>
              </c:pt>
              <c:pt idx="245">
                <c:v>0.15895558424853612</c:v>
              </c:pt>
              <c:pt idx="246">
                <c:v>0.15895558424853612</c:v>
              </c:pt>
              <c:pt idx="247">
                <c:v>0.15895558424853612</c:v>
              </c:pt>
              <c:pt idx="248">
                <c:v>0.15895558424853612</c:v>
              </c:pt>
              <c:pt idx="249">
                <c:v>0.15895558424853612</c:v>
              </c:pt>
              <c:pt idx="250">
                <c:v>0.15895558424853612</c:v>
              </c:pt>
              <c:pt idx="251">
                <c:v>0.15895558424853612</c:v>
              </c:pt>
              <c:pt idx="252">
                <c:v>0.15895558424853612</c:v>
              </c:pt>
              <c:pt idx="253">
                <c:v>0.15895558424853612</c:v>
              </c:pt>
              <c:pt idx="254">
                <c:v>0.15895558424853612</c:v>
              </c:pt>
              <c:pt idx="255">
                <c:v>0.15895558424853612</c:v>
              </c:pt>
              <c:pt idx="256">
                <c:v>0.15895558424853612</c:v>
              </c:pt>
              <c:pt idx="257">
                <c:v>0.15895558424853612</c:v>
              </c:pt>
              <c:pt idx="258">
                <c:v>0.15895558424853612</c:v>
              </c:pt>
              <c:pt idx="259">
                <c:v>0.15895558424853612</c:v>
              </c:pt>
              <c:pt idx="260">
                <c:v>0.15895558424853612</c:v>
              </c:pt>
              <c:pt idx="261">
                <c:v>0.15895558424853612</c:v>
              </c:pt>
              <c:pt idx="262">
                <c:v>0.15895558424853612</c:v>
              </c:pt>
              <c:pt idx="263">
                <c:v>0.15895558424853612</c:v>
              </c:pt>
              <c:pt idx="264">
                <c:v>0.15895558424853612</c:v>
              </c:pt>
              <c:pt idx="265">
                <c:v>0.15895558424853612</c:v>
              </c:pt>
              <c:pt idx="266">
                <c:v>0.15895558424853612</c:v>
              </c:pt>
              <c:pt idx="267">
                <c:v>0.15895558424853612</c:v>
              </c:pt>
              <c:pt idx="268">
                <c:v>0.15895558424853612</c:v>
              </c:pt>
              <c:pt idx="269">
                <c:v>0.15895558424853612</c:v>
              </c:pt>
              <c:pt idx="270">
                <c:v>0.15895558424853612</c:v>
              </c:pt>
              <c:pt idx="271">
                <c:v>0.15895558424853612</c:v>
              </c:pt>
              <c:pt idx="272">
                <c:v>0.15895558424853612</c:v>
              </c:pt>
              <c:pt idx="273">
                <c:v>0.15895558424853612</c:v>
              </c:pt>
              <c:pt idx="274">
                <c:v>0.15895558424853612</c:v>
              </c:pt>
              <c:pt idx="275">
                <c:v>0.15895558424853612</c:v>
              </c:pt>
              <c:pt idx="276">
                <c:v>0.15895558424853612</c:v>
              </c:pt>
              <c:pt idx="277">
                <c:v>0.15895558424853612</c:v>
              </c:pt>
              <c:pt idx="278">
                <c:v>0.15895558424853612</c:v>
              </c:pt>
              <c:pt idx="279">
                <c:v>0.15895558424853612</c:v>
              </c:pt>
              <c:pt idx="280">
                <c:v>0.15895558424853612</c:v>
              </c:pt>
              <c:pt idx="281">
                <c:v>0.15895558424853612</c:v>
              </c:pt>
              <c:pt idx="282">
                <c:v>0.15895558424853612</c:v>
              </c:pt>
              <c:pt idx="283">
                <c:v>0.15895558424853612</c:v>
              </c:pt>
              <c:pt idx="284">
                <c:v>0.15895558424853612</c:v>
              </c:pt>
              <c:pt idx="285">
                <c:v>0.15895558424853612</c:v>
              </c:pt>
              <c:pt idx="286">
                <c:v>0.15895558424853612</c:v>
              </c:pt>
              <c:pt idx="287">
                <c:v>0.15895558424853612</c:v>
              </c:pt>
              <c:pt idx="288">
                <c:v>0.15895558424853612</c:v>
              </c:pt>
              <c:pt idx="289">
                <c:v>0.15895558424853612</c:v>
              </c:pt>
              <c:pt idx="290">
                <c:v>0.15895558424853612</c:v>
              </c:pt>
              <c:pt idx="291">
                <c:v>0.15895558424853612</c:v>
              </c:pt>
              <c:pt idx="292">
                <c:v>0.15895558424853612</c:v>
              </c:pt>
              <c:pt idx="293">
                <c:v>0.15895558424853612</c:v>
              </c:pt>
              <c:pt idx="294">
                <c:v>0.15895558424853612</c:v>
              </c:pt>
              <c:pt idx="295">
                <c:v>0.15895558424853612</c:v>
              </c:pt>
              <c:pt idx="296">
                <c:v>0.15895558424853612</c:v>
              </c:pt>
              <c:pt idx="297">
                <c:v>0.15895558424853612</c:v>
              </c:pt>
              <c:pt idx="298">
                <c:v>0.15895558424853612</c:v>
              </c:pt>
              <c:pt idx="299">
                <c:v>0.15895558424853612</c:v>
              </c:pt>
              <c:pt idx="300">
                <c:v>0.15895558424853612</c:v>
              </c:pt>
              <c:pt idx="301">
                <c:v>0.15895558424853612</c:v>
              </c:pt>
              <c:pt idx="302">
                <c:v>0.15895558424853612</c:v>
              </c:pt>
              <c:pt idx="303">
                <c:v>0.15895558424853612</c:v>
              </c:pt>
              <c:pt idx="304">
                <c:v>0.15895558424853612</c:v>
              </c:pt>
              <c:pt idx="305">
                <c:v>0.15895558424853612</c:v>
              </c:pt>
              <c:pt idx="306">
                <c:v>0.15895558424853612</c:v>
              </c:pt>
              <c:pt idx="307">
                <c:v>0.15895558424853612</c:v>
              </c:pt>
              <c:pt idx="308">
                <c:v>0.15895558424853612</c:v>
              </c:pt>
              <c:pt idx="309">
                <c:v>0.15895558424853612</c:v>
              </c:pt>
              <c:pt idx="310">
                <c:v>0.15895558424853612</c:v>
              </c:pt>
              <c:pt idx="311">
                <c:v>0.15895558424853612</c:v>
              </c:pt>
              <c:pt idx="312">
                <c:v>0.15895558424853612</c:v>
              </c:pt>
              <c:pt idx="313">
                <c:v>0.15895558424853612</c:v>
              </c:pt>
              <c:pt idx="314">
                <c:v>0.15895558424853612</c:v>
              </c:pt>
              <c:pt idx="315">
                <c:v>0.15895558424853612</c:v>
              </c:pt>
              <c:pt idx="316">
                <c:v>0.15895558424853612</c:v>
              </c:pt>
              <c:pt idx="317">
                <c:v>0.15895558424853612</c:v>
              </c:pt>
              <c:pt idx="318">
                <c:v>0.15895558424853612</c:v>
              </c:pt>
              <c:pt idx="319">
                <c:v>0.15895558424853612</c:v>
              </c:pt>
              <c:pt idx="320">
                <c:v>0.15895558424853612</c:v>
              </c:pt>
              <c:pt idx="321">
                <c:v>0.15895558424853612</c:v>
              </c:pt>
              <c:pt idx="322">
                <c:v>0.15895558424853612</c:v>
              </c:pt>
              <c:pt idx="323">
                <c:v>0.15895558424853612</c:v>
              </c:pt>
              <c:pt idx="324">
                <c:v>0.15895558424853612</c:v>
              </c:pt>
              <c:pt idx="325">
                <c:v>0.15895558424853612</c:v>
              </c:pt>
              <c:pt idx="326">
                <c:v>0.15895558424853612</c:v>
              </c:pt>
              <c:pt idx="327">
                <c:v>0.15895558424853612</c:v>
              </c:pt>
              <c:pt idx="328">
                <c:v>0.15895558424853612</c:v>
              </c:pt>
              <c:pt idx="329">
                <c:v>0.15895558424853612</c:v>
              </c:pt>
              <c:pt idx="330">
                <c:v>0.15895558424853612</c:v>
              </c:pt>
              <c:pt idx="331">
                <c:v>0.15895558424853612</c:v>
              </c:pt>
              <c:pt idx="332">
                <c:v>0.15895558424853612</c:v>
              </c:pt>
              <c:pt idx="333">
                <c:v>0.15895558424853612</c:v>
              </c:pt>
              <c:pt idx="334">
                <c:v>0.15895558424853612</c:v>
              </c:pt>
              <c:pt idx="335">
                <c:v>0.15895558424853612</c:v>
              </c:pt>
              <c:pt idx="336">
                <c:v>0.15895558424853612</c:v>
              </c:pt>
              <c:pt idx="337">
                <c:v>0.15895558424853612</c:v>
              </c:pt>
              <c:pt idx="338">
                <c:v>0.15895558424853612</c:v>
              </c:pt>
              <c:pt idx="339">
                <c:v>0.15895558424853612</c:v>
              </c:pt>
              <c:pt idx="340">
                <c:v>0.15895558424853612</c:v>
              </c:pt>
              <c:pt idx="341">
                <c:v>0.15895558424853612</c:v>
              </c:pt>
              <c:pt idx="342">
                <c:v>0.15895558424853612</c:v>
              </c:pt>
              <c:pt idx="343">
                <c:v>0.15895558424853612</c:v>
              </c:pt>
              <c:pt idx="344">
                <c:v>0.15895558424853612</c:v>
              </c:pt>
              <c:pt idx="345">
                <c:v>0.15895558424853612</c:v>
              </c:pt>
              <c:pt idx="346">
                <c:v>0.15895558424853612</c:v>
              </c:pt>
              <c:pt idx="347">
                <c:v>0.15895558424853612</c:v>
              </c:pt>
              <c:pt idx="348">
                <c:v>0.15895558424853612</c:v>
              </c:pt>
              <c:pt idx="349">
                <c:v>0.15895558424853612</c:v>
              </c:pt>
              <c:pt idx="350">
                <c:v>0.15895558424853612</c:v>
              </c:pt>
              <c:pt idx="351">
                <c:v>0.15895558424853612</c:v>
              </c:pt>
              <c:pt idx="352">
                <c:v>0.15895558424853612</c:v>
              </c:pt>
              <c:pt idx="353">
                <c:v>0.15895558424853612</c:v>
              </c:pt>
              <c:pt idx="354">
                <c:v>0.15895558424853612</c:v>
              </c:pt>
              <c:pt idx="355">
                <c:v>0.15895558424853612</c:v>
              </c:pt>
              <c:pt idx="356">
                <c:v>0.15895558424853612</c:v>
              </c:pt>
              <c:pt idx="357">
                <c:v>0.15895558424853612</c:v>
              </c:pt>
              <c:pt idx="358">
                <c:v>0.15895558424853612</c:v>
              </c:pt>
              <c:pt idx="359">
                <c:v>0.15895558424853612</c:v>
              </c:pt>
              <c:pt idx="360">
                <c:v>0.15895558424853612</c:v>
              </c:pt>
              <c:pt idx="361">
                <c:v>0.15895558424853612</c:v>
              </c:pt>
              <c:pt idx="362">
                <c:v>0.15895558424853612</c:v>
              </c:pt>
              <c:pt idx="363">
                <c:v>0.15895558424853612</c:v>
              </c:pt>
              <c:pt idx="364">
                <c:v>0.15895558424853612</c:v>
              </c:pt>
              <c:pt idx="365">
                <c:v>0.15895558424853612</c:v>
              </c:pt>
              <c:pt idx="366">
                <c:v>0.15895558424853612</c:v>
              </c:pt>
              <c:pt idx="367">
                <c:v>0.15895558424853612</c:v>
              </c:pt>
              <c:pt idx="368">
                <c:v>0.15895558424853612</c:v>
              </c:pt>
              <c:pt idx="369">
                <c:v>0.15895558424853612</c:v>
              </c:pt>
              <c:pt idx="370">
                <c:v>0.15895558424853612</c:v>
              </c:pt>
              <c:pt idx="371">
                <c:v>0.15895558424853612</c:v>
              </c:pt>
              <c:pt idx="372">
                <c:v>0.15895558424853612</c:v>
              </c:pt>
              <c:pt idx="373">
                <c:v>0.15895558424853612</c:v>
              </c:pt>
              <c:pt idx="374">
                <c:v>0.15895558424853612</c:v>
              </c:pt>
              <c:pt idx="375">
                <c:v>0.15895558424853612</c:v>
              </c:pt>
              <c:pt idx="376">
                <c:v>0.15895558424853612</c:v>
              </c:pt>
              <c:pt idx="377">
                <c:v>0.15895558424853612</c:v>
              </c:pt>
              <c:pt idx="378">
                <c:v>0.15895558424853612</c:v>
              </c:pt>
              <c:pt idx="379">
                <c:v>0.15895558424853612</c:v>
              </c:pt>
              <c:pt idx="380">
                <c:v>0.15895558424853612</c:v>
              </c:pt>
              <c:pt idx="381">
                <c:v>0.15895558424853612</c:v>
              </c:pt>
              <c:pt idx="382">
                <c:v>0.15895558424853612</c:v>
              </c:pt>
              <c:pt idx="383">
                <c:v>0.15895558424853612</c:v>
              </c:pt>
              <c:pt idx="384">
                <c:v>0.15895558424853612</c:v>
              </c:pt>
              <c:pt idx="385">
                <c:v>0.15895558424853612</c:v>
              </c:pt>
              <c:pt idx="386">
                <c:v>0.15895558424853612</c:v>
              </c:pt>
              <c:pt idx="387">
                <c:v>0.15895558424853612</c:v>
              </c:pt>
              <c:pt idx="388">
                <c:v>0.15895558424853612</c:v>
              </c:pt>
              <c:pt idx="389">
                <c:v>0.15895558424853612</c:v>
              </c:pt>
              <c:pt idx="390">
                <c:v>0.15895558424853612</c:v>
              </c:pt>
              <c:pt idx="391">
                <c:v>0.15895558424853612</c:v>
              </c:pt>
              <c:pt idx="392">
                <c:v>0.15895558424853612</c:v>
              </c:pt>
              <c:pt idx="393">
                <c:v>0.15895558424853612</c:v>
              </c:pt>
              <c:pt idx="394">
                <c:v>0.15895558424853612</c:v>
              </c:pt>
              <c:pt idx="395">
                <c:v>0.15895558424853612</c:v>
              </c:pt>
              <c:pt idx="396">
                <c:v>0.15895558424853612</c:v>
              </c:pt>
              <c:pt idx="397">
                <c:v>0.15895558424853612</c:v>
              </c:pt>
              <c:pt idx="398">
                <c:v>0.15895558424853612</c:v>
              </c:pt>
              <c:pt idx="399">
                <c:v>0.15895558424853612</c:v>
              </c:pt>
              <c:pt idx="400">
                <c:v>0.15895558424853612</c:v>
              </c:pt>
              <c:pt idx="401">
                <c:v>0.15895558424853612</c:v>
              </c:pt>
              <c:pt idx="402">
                <c:v>0.15895558424853612</c:v>
              </c:pt>
              <c:pt idx="403">
                <c:v>0.15895558424853612</c:v>
              </c:pt>
              <c:pt idx="404">
                <c:v>0.15895558424853612</c:v>
              </c:pt>
              <c:pt idx="405">
                <c:v>0.15895558424853612</c:v>
              </c:pt>
              <c:pt idx="406">
                <c:v>0.15895558424853612</c:v>
              </c:pt>
              <c:pt idx="407">
                <c:v>0.15895558424853612</c:v>
              </c:pt>
              <c:pt idx="408">
                <c:v>0.15895558424853612</c:v>
              </c:pt>
              <c:pt idx="409">
                <c:v>0.15895558424853612</c:v>
              </c:pt>
              <c:pt idx="410">
                <c:v>0.15895558424853612</c:v>
              </c:pt>
              <c:pt idx="411">
                <c:v>0.15895558424853612</c:v>
              </c:pt>
              <c:pt idx="412">
                <c:v>0.15895558424853612</c:v>
              </c:pt>
              <c:pt idx="413">
                <c:v>0.15895558424853612</c:v>
              </c:pt>
              <c:pt idx="414">
                <c:v>0.15895558424853612</c:v>
              </c:pt>
              <c:pt idx="415">
                <c:v>0.15895558424853612</c:v>
              </c:pt>
              <c:pt idx="416">
                <c:v>0.15895558424853612</c:v>
              </c:pt>
              <c:pt idx="417">
                <c:v>0.15895558424853612</c:v>
              </c:pt>
              <c:pt idx="418">
                <c:v>0.15895558424853612</c:v>
              </c:pt>
              <c:pt idx="419">
                <c:v>0.15895558424853612</c:v>
              </c:pt>
              <c:pt idx="420">
                <c:v>0.15895558424853612</c:v>
              </c:pt>
              <c:pt idx="421">
                <c:v>0.15895558424853612</c:v>
              </c:pt>
              <c:pt idx="422">
                <c:v>0.15895558424853612</c:v>
              </c:pt>
              <c:pt idx="423">
                <c:v>0.15895558424853612</c:v>
              </c:pt>
              <c:pt idx="424">
                <c:v>0.15895558424853612</c:v>
              </c:pt>
              <c:pt idx="425">
                <c:v>0.15895558424853612</c:v>
              </c:pt>
              <c:pt idx="426">
                <c:v>0.15895558424853612</c:v>
              </c:pt>
              <c:pt idx="427">
                <c:v>0.15895558424853612</c:v>
              </c:pt>
              <c:pt idx="428">
                <c:v>0.15895558424853612</c:v>
              </c:pt>
              <c:pt idx="429">
                <c:v>0.15895558424853612</c:v>
              </c:pt>
              <c:pt idx="430">
                <c:v>0.15895558424853612</c:v>
              </c:pt>
              <c:pt idx="431">
                <c:v>0.15895558424853612</c:v>
              </c:pt>
              <c:pt idx="432">
                <c:v>0.15895558424853612</c:v>
              </c:pt>
              <c:pt idx="433">
                <c:v>0.15895558424853612</c:v>
              </c:pt>
              <c:pt idx="434">
                <c:v>0.15895558424853612</c:v>
              </c:pt>
              <c:pt idx="435">
                <c:v>0.15895558424853612</c:v>
              </c:pt>
              <c:pt idx="436">
                <c:v>0.15895558424853612</c:v>
              </c:pt>
              <c:pt idx="437">
                <c:v>0.15895558424853612</c:v>
              </c:pt>
              <c:pt idx="438">
                <c:v>0.15895558424853612</c:v>
              </c:pt>
              <c:pt idx="439">
                <c:v>0.15895558424853612</c:v>
              </c:pt>
              <c:pt idx="440">
                <c:v>0.15895558424853612</c:v>
              </c:pt>
              <c:pt idx="441">
                <c:v>0.15895558424853612</c:v>
              </c:pt>
              <c:pt idx="442">
                <c:v>0.15895558424853612</c:v>
              </c:pt>
              <c:pt idx="443">
                <c:v>0.15895558424853612</c:v>
              </c:pt>
              <c:pt idx="444">
                <c:v>0.15895558424853612</c:v>
              </c:pt>
              <c:pt idx="445">
                <c:v>0.15895558424853612</c:v>
              </c:pt>
              <c:pt idx="446">
                <c:v>0.15895558424853612</c:v>
              </c:pt>
              <c:pt idx="447">
                <c:v>0.15895558424853612</c:v>
              </c:pt>
            </c:numLit>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6.946271947880383"/>
          <c:min val="0"/>
        </c:scaling>
        <c:delete val="0"/>
        <c:axPos val="l"/>
        <c:majorGridlines>
          <c:spPr>
            <a:ln xmlns:a="http://schemas.openxmlformats.org/drawingml/2006/main" w="5715">
              <a:solidFill>
                <a:srgbClr val="D9DFE3"/>
              </a:solidFill>
              <a:prstDash val="solid"/>
            </a:ln>
          </c:spPr>
        </c:majorGridlines>
        <c:title>
          <c:tx>
            <c:rich>
              <a:bodyPr xmlns:a="http://schemas.openxmlformats.org/drawingml/2006/main"/>
              <a:lstStyle xmlns:a="http://schemas.openxmlformats.org/drawingml/2006/main"/>
              <a:p xmlns:a="http://schemas.openxmlformats.org/drawingml/2006/main">
                <a:r>
                  <a:rPr sz="1200">
                    <a:solidFill>
                      <a:srgbClr val="263238"/>
                    </a:solidFill>
                    <a:latin typeface="Arial"/>
                    <a:ea typeface="Arial"/>
                    <a:cs typeface="Arial"/>
                  </a:rPr>
                  <a:t>Mean τ (% axis)</a:t>
                </a:r>
              </a:p>
            </c:rich>
          </c:tx>
          <c:overlay val="0"/>
          <c:txPr>
            <a:bodyPr xmlns:a="http://schemas.openxmlformats.org/drawingml/2006/main" anchorCtr="1"/>
            <a:lstStyle xmlns:a="http://schemas.openxmlformats.org/drawingml/2006/main"/>
            <a:p xmlns:a="http://schemas.openxmlformats.org/drawingml/2006/main">
              <a:pPr>
                <a:defRPr sz="1200">
                  <a:solidFill>
                    <a:srgbClr val="263238"/>
                  </a:solidFill>
                  <a:latin typeface="Arial"/>
                  <a:ea typeface="Arial"/>
                  <a:cs typeface="Arial"/>
                </a:defRPr>
              </a:pPr>
            </a:p>
          </c:txPr>
        </c:title>
        <c:numFmt formatCode="0.0"/>
        <c:majorTickMark val="none"/>
        <c:minorTickMark val="none"/>
        <c:spPr>
          <a:ln xmlns:a="http://schemas.openxmlformats.org/drawingml/2006/main" w="7620">
            <a:solidFill>
              <a:srgbClr val="263238"/>
            </a:solidFill>
            <a:prstDash val="solid"/>
          </a:ln>
        </c:spPr>
        <c:txPr>
          <a:bodyPr xmlns:a="http://schemas.openxmlformats.org/drawingml/2006/main" anchorCtr="1"/>
          <a:lstStyle xmlns:a="http://schemas.openxmlformats.org/drawingml/2006/main"/>
          <a:p xmlns:a="http://schemas.openxmlformats.org/drawingml/2006/main">
            <a:pPr>
              <a:defRPr sz="1125">
                <a:solidFill>
                  <a:srgbClr val="263238"/>
                </a:solidFill>
                <a:latin typeface="Arial"/>
                <a:ea typeface="Arial"/>
                <a:cs typeface="Arial"/>
              </a:defRPr>
            </a:pPr>
          </a:p>
        </c:txPr>
        <c:crossAx val="48650112"/>
        <c:majorUnit val="2"/>
      </c:valAx>
      <c:valAx>
        <c:axId val="48650112"/>
        <c:scaling>
          <c:orientation val="minMax"/>
          <c:max val="70"/>
          <c:min val="0"/>
        </c:scaling>
        <c:delete val="0"/>
        <c:axPos val="b"/>
        <c:majorGridlines>
          <c:spPr>
            <a:ln xmlns:a="http://schemas.openxmlformats.org/drawingml/2006/main" w="5715">
              <a:solidFill>
                <a:srgbClr val="D9DFE3"/>
              </a:solidFill>
              <a:prstDash val="solid"/>
            </a:ln>
          </c:spPr>
        </c:majorGridlines>
        <c:title>
          <c:tx>
            <c:rich>
              <a:bodyPr xmlns:a="http://schemas.openxmlformats.org/drawingml/2006/main"/>
              <a:lstStyle xmlns:a="http://schemas.openxmlformats.org/drawingml/2006/main"/>
              <a:p xmlns:a="http://schemas.openxmlformats.org/drawingml/2006/main">
                <a:r>
                  <a:rPr sz="1200">
                    <a:solidFill>
                      <a:srgbClr val="263238"/>
                    </a:solidFill>
                    <a:latin typeface="Arial"/>
                    <a:ea typeface="Arial"/>
                    <a:cs typeface="Arial"/>
                  </a:rPr>
                  <a:t>d_top (% scalar range)</a:t>
                </a:r>
              </a:p>
            </c:rich>
          </c:tx>
          <c:overlay val="0"/>
          <c:txPr>
            <a:bodyPr xmlns:a="http://schemas.openxmlformats.org/drawingml/2006/main" anchorCtr="1"/>
            <a:lstStyle xmlns:a="http://schemas.openxmlformats.org/drawingml/2006/main"/>
            <a:p xmlns:a="http://schemas.openxmlformats.org/drawingml/2006/main">
              <a:pPr>
                <a:defRPr sz="1200">
                  <a:solidFill>
                    <a:srgbClr val="263238"/>
                  </a:solidFill>
                  <a:latin typeface="Arial"/>
                  <a:ea typeface="Arial"/>
                  <a:cs typeface="Arial"/>
                </a:defRPr>
              </a:pPr>
            </a:p>
          </c:txPr>
        </c:title>
        <c:numFmt formatCode="0"/>
        <c:majorTickMark val="none"/>
        <c:minorTickMark val="none"/>
        <c:spPr>
          <a:ln xmlns:a="http://schemas.openxmlformats.org/drawingml/2006/main" w="7620">
            <a:solidFill>
              <a:srgbClr val="263238"/>
            </a:solidFill>
            <a:prstDash val="solid"/>
          </a:ln>
        </c:spPr>
        <c:txPr>
          <a:bodyPr xmlns:a="http://schemas.openxmlformats.org/drawingml/2006/main" anchorCtr="1"/>
          <a:lstStyle xmlns:a="http://schemas.openxmlformats.org/drawingml/2006/main"/>
          <a:p xmlns:a="http://schemas.openxmlformats.org/drawingml/2006/main">
            <a:pPr>
              <a:defRPr sz="1125">
                <a:solidFill>
                  <a:srgbClr val="263238"/>
                </a:solidFill>
                <a:latin typeface="Arial"/>
                <a:ea typeface="Arial"/>
                <a:cs typeface="Arial"/>
              </a:defRPr>
            </a:pPr>
          </a:p>
        </c:txPr>
        <c:crossAx val="48672768"/>
        <c:majorUnit val="2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chartSpace>
</file>

<file path=ppt/main_figures/Fig5/ppt/slides/charts/chart3.xml><?xml version="1.0" encoding="utf-8"?>
<c:chartSpace xmlns:c="http://schemas.openxmlformats.org/drawingml/2006/chart">
  <c:lang val="en-US"/>
  <c:chart>
    <c:plotArea>
      <c:scatterChart>
        <c:scatterStyle val="lineMarker"/>
        <c:varyColors val="0"/>
        <c:ser>
          <c:idx val="0"/>
          <c:order val="0"/>
          <c:tx>
            <c:v>Exact frontier F</c:v>
          </c:tx>
          <c:spPr>
            <a:noFill xmlns:a="http://schemas.openxmlformats.org/drawingml/2006/main"/>
            <a:ln xmlns:a="http://schemas.openxmlformats.org/drawingml/2006/main" w="16193">
              <a:solidFill>
                <a:srgbClr val="0072B2"/>
              </a:solidFill>
              <a:prstDash val="solid"/>
            </a:ln>
          </c:spPr>
          <c:marker>
            <c:symbol val="none"/>
            <c:size val="7"/>
            <c:spPr>
              <a:solidFill xmlns:a="http://schemas.openxmlformats.org/drawingml/2006/main">
                <a:srgbClr val="0072B2"/>
              </a:solidFill>
            </c:spPr>
          </c:marker>
          <c:xVal>
            <c:numLit>
              <c:formatCode>General</c:formatCode>
              <c:ptCount val="324"/>
              <c:pt idx="0">
                <c:v>0</c:v>
              </c:pt>
              <c:pt idx="1">
                <c:v>0.00015111388520402483</c:v>
              </c:pt>
              <c:pt idx="2">
                <c:v>0.00015111388520402483</c:v>
              </c:pt>
              <c:pt idx="3">
                <c:v>0.004203918291160405</c:v>
              </c:pt>
              <c:pt idx="4">
                <c:v>0.004203918291160405</c:v>
              </c:pt>
              <c:pt idx="5">
                <c:v>0.0055513884840561484</c:v>
              </c:pt>
              <c:pt idx="6">
                <c:v>0.0055513884840561484</c:v>
              </c:pt>
              <c:pt idx="7">
                <c:v>0.011997738289471096</c:v>
              </c:pt>
              <c:pt idx="8">
                <c:v>0.011997738289471096</c:v>
              </c:pt>
              <c:pt idx="9">
                <c:v>0.01879632306328693</c:v>
              </c:pt>
              <c:pt idx="10">
                <c:v>0.01879632306328693</c:v>
              </c:pt>
              <c:pt idx="11">
                <c:v>0.020693011250991083</c:v>
              </c:pt>
              <c:pt idx="12">
                <c:v>0.020693011250991083</c:v>
              </c:pt>
              <c:pt idx="13">
                <c:v>0.03759137978492728</c:v>
              </c:pt>
              <c:pt idx="14">
                <c:v>0.03759137978492728</c:v>
              </c:pt>
              <c:pt idx="15">
                <c:v>0.06111098020389257</c:v>
              </c:pt>
              <c:pt idx="16">
                <c:v>0.06111098020389257</c:v>
              </c:pt>
              <c:pt idx="17">
                <c:v>0.0619676580927901</c:v>
              </c:pt>
              <c:pt idx="18">
                <c:v>0.0619676580927901</c:v>
              </c:pt>
              <c:pt idx="19">
                <c:v>0.06303584928042975</c:v>
              </c:pt>
              <c:pt idx="20">
                <c:v>0.06303584928042975</c:v>
              </c:pt>
              <c:pt idx="21">
                <c:v>0.06924156272888858</c:v>
              </c:pt>
              <c:pt idx="22">
                <c:v>0.06924156272888858</c:v>
              </c:pt>
              <c:pt idx="23">
                <c:v>0.09601557994714856</c:v>
              </c:pt>
              <c:pt idx="24">
                <c:v>0.09601557994714856</c:v>
              </c:pt>
              <c:pt idx="25">
                <c:v>0.09798446227799736</c:v>
              </c:pt>
              <c:pt idx="26">
                <c:v>0.09798446227799736</c:v>
              </c:pt>
              <c:pt idx="27">
                <c:v>0.10288347099038325</c:v>
              </c:pt>
              <c:pt idx="28">
                <c:v>0.10288347099038325</c:v>
              </c:pt>
              <c:pt idx="29">
                <c:v>0.10709303121910597</c:v>
              </c:pt>
              <c:pt idx="30">
                <c:v>0.10709303121910597</c:v>
              </c:pt>
              <c:pt idx="31">
                <c:v>0.1151851915987303</c:v>
              </c:pt>
              <c:pt idx="32">
                <c:v>0.1151851915987303</c:v>
              </c:pt>
              <c:pt idx="33">
                <c:v>0.1298870932344204</c:v>
              </c:pt>
              <c:pt idx="34">
                <c:v>0.1298870932344204</c:v>
              </c:pt>
              <c:pt idx="35">
                <c:v>0.15127315870108515</c:v>
              </c:pt>
              <c:pt idx="36">
                <c:v>0.15127315870108515</c:v>
              </c:pt>
              <c:pt idx="37">
                <c:v>0.15223837857438724</c:v>
              </c:pt>
              <c:pt idx="38">
                <c:v>0.15223837857438724</c:v>
              </c:pt>
              <c:pt idx="39">
                <c:v>0.21472560614380545</c:v>
              </c:pt>
              <c:pt idx="40">
                <c:v>0.21472560614380545</c:v>
              </c:pt>
              <c:pt idx="41">
                <c:v>0.21842478822666775</c:v>
              </c:pt>
              <c:pt idx="42">
                <c:v>0.21842478822666775</c:v>
              </c:pt>
              <c:pt idx="43">
                <c:v>0.2842628211335286</c:v>
              </c:pt>
              <c:pt idx="44">
                <c:v>0.2842628211335286</c:v>
              </c:pt>
              <c:pt idx="45">
                <c:v>0.3250371642058675</c:v>
              </c:pt>
              <c:pt idx="46">
                <c:v>0.3250371642058675</c:v>
              </c:pt>
              <c:pt idx="47">
                <c:v>0.3360640126462433</c:v>
              </c:pt>
              <c:pt idx="48">
                <c:v>0.3360640126462433</c:v>
              </c:pt>
              <c:pt idx="49">
                <c:v>0.39724549645144913</c:v>
              </c:pt>
              <c:pt idx="50">
                <c:v>0.39724549645144913</c:v>
              </c:pt>
              <c:pt idx="51">
                <c:v>0.39982161151641177</c:v>
              </c:pt>
              <c:pt idx="52">
                <c:v>0.39982161151641177</c:v>
              </c:pt>
              <c:pt idx="53">
                <c:v>0.406104487831488</c:v>
              </c:pt>
              <c:pt idx="54">
                <c:v>0.406104487831488</c:v>
              </c:pt>
              <c:pt idx="55">
                <c:v>0.44189571857053106</c:v>
              </c:pt>
              <c:pt idx="56">
                <c:v>0.44189571857053106</c:v>
              </c:pt>
              <c:pt idx="57">
                <c:v>0.5</c:v>
              </c:pt>
              <c:pt idx="58">
                <c:v>0.5</c:v>
              </c:pt>
              <c:pt idx="59">
                <c:v>0.5549898292884123</c:v>
              </c:pt>
              <c:pt idx="60">
                <c:v>0.5549898292884123</c:v>
              </c:pt>
              <c:pt idx="61">
                <c:v>0.6474785113794752</c:v>
              </c:pt>
              <c:pt idx="62">
                <c:v>0.6474785113794752</c:v>
              </c:pt>
              <c:pt idx="63">
                <c:v>0.660842950598233</c:v>
              </c:pt>
              <c:pt idx="64">
                <c:v>0.660842950598233</c:v>
              </c:pt>
              <c:pt idx="65">
                <c:v>0.6778011958174508</c:v>
              </c:pt>
              <c:pt idx="66">
                <c:v>0.6778011958174508</c:v>
              </c:pt>
              <c:pt idx="67">
                <c:v>0.7118869108750362</c:v>
              </c:pt>
              <c:pt idx="68">
                <c:v>0.7118869108750362</c:v>
              </c:pt>
              <c:pt idx="69">
                <c:v>0.7153220178559766</c:v>
              </c:pt>
              <c:pt idx="70">
                <c:v>0.7153220178559766</c:v>
              </c:pt>
              <c:pt idx="71">
                <c:v>0.7967712142284801</c:v>
              </c:pt>
              <c:pt idx="72">
                <c:v>0.7967712142284801</c:v>
              </c:pt>
              <c:pt idx="73">
                <c:v>0.7976904344155796</c:v>
              </c:pt>
              <c:pt idx="74">
                <c:v>0.7976904344155796</c:v>
              </c:pt>
              <c:pt idx="75">
                <c:v>0.8175005445188739</c:v>
              </c:pt>
              <c:pt idx="76">
                <c:v>0.8175005445188739</c:v>
              </c:pt>
              <c:pt idx="77">
                <c:v>0.8631761063486523</c:v>
              </c:pt>
              <c:pt idx="78">
                <c:v>0.8631761063486523</c:v>
              </c:pt>
              <c:pt idx="79">
                <c:v>0.9243016618459949</c:v>
              </c:pt>
              <c:pt idx="80">
                <c:v>0.9243016618459949</c:v>
              </c:pt>
              <c:pt idx="81">
                <c:v>0.9557137371304134</c:v>
              </c:pt>
              <c:pt idx="82">
                <c:v>0.9557137371304134</c:v>
              </c:pt>
              <c:pt idx="83">
                <c:v>1</c:v>
              </c:pt>
              <c:pt idx="84">
                <c:v>1</c:v>
              </c:pt>
              <c:pt idx="85">
                <c:v>1.000289432295881</c:v>
              </c:pt>
              <c:pt idx="86">
                <c:v>1.000289432295881</c:v>
              </c:pt>
              <c:pt idx="87">
                <c:v>1.0512410296868069</c:v>
              </c:pt>
              <c:pt idx="88">
                <c:v>1.0512410296868069</c:v>
              </c:pt>
              <c:pt idx="89">
                <c:v>1.1128414317502269</c:v>
              </c:pt>
              <c:pt idx="90">
                <c:v>1.1128414317502269</c:v>
              </c:pt>
              <c:pt idx="91">
                <c:v>1.1177988628596658</c:v>
              </c:pt>
              <c:pt idx="92">
                <c:v>1.1177988628596658</c:v>
              </c:pt>
              <c:pt idx="93">
                <c:v>1.1232009985377522</c:v>
              </c:pt>
              <c:pt idx="94">
                <c:v>1.1232009985377522</c:v>
              </c:pt>
              <c:pt idx="95">
                <c:v>1.1840181244992556</c:v>
              </c:pt>
              <c:pt idx="96">
                <c:v>1.1840181244992556</c:v>
              </c:pt>
              <c:pt idx="97">
                <c:v>1.2061624260055197</c:v>
              </c:pt>
              <c:pt idx="98">
                <c:v>1.2061624260055197</c:v>
              </c:pt>
              <c:pt idx="99">
                <c:v>1.315331744683065</c:v>
              </c:pt>
              <c:pt idx="100">
                <c:v>1.315331744683065</c:v>
              </c:pt>
              <c:pt idx="101">
                <c:v>1.3456754572894365</c:v>
              </c:pt>
              <c:pt idx="102">
                <c:v>1.3456754572894365</c:v>
              </c:pt>
              <c:pt idx="103">
                <c:v>1.3592377982859938</c:v>
              </c:pt>
              <c:pt idx="104">
                <c:v>1.3592377982859938</c:v>
              </c:pt>
              <c:pt idx="105">
                <c:v>1.3851663248366992</c:v>
              </c:pt>
              <c:pt idx="106">
                <c:v>1.3851663248366992</c:v>
              </c:pt>
              <c:pt idx="107">
                <c:v>1.3935454081086054</c:v>
              </c:pt>
              <c:pt idx="108">
                <c:v>1.3935454081086054</c:v>
              </c:pt>
              <c:pt idx="109">
                <c:v>1.4001810966796278</c:v>
              </c:pt>
              <c:pt idx="110">
                <c:v>1.4001810966796278</c:v>
              </c:pt>
              <c:pt idx="111">
                <c:v>1.444504370404768</c:v>
              </c:pt>
              <c:pt idx="112">
                <c:v>1.444504370404768</c:v>
              </c:pt>
              <c:pt idx="113">
                <c:v>1.4455543087844618</c:v>
              </c:pt>
              <c:pt idx="114">
                <c:v>1.4455543087844618</c:v>
              </c:pt>
              <c:pt idx="115">
                <c:v>1.4530746631674125</c:v>
              </c:pt>
              <c:pt idx="116">
                <c:v>1.4530746631674125</c:v>
              </c:pt>
              <c:pt idx="117">
                <c:v>1.5028679464967793</c:v>
              </c:pt>
              <c:pt idx="118">
                <c:v>1.5028679464967793</c:v>
              </c:pt>
              <c:pt idx="119">
                <c:v>1.531351013859408</c:v>
              </c:pt>
              <c:pt idx="120">
                <c:v>1.531351013859408</c:v>
              </c:pt>
              <c:pt idx="121">
                <c:v>1.5393426919480528</c:v>
              </c:pt>
              <c:pt idx="122">
                <c:v>1.5393426919480528</c:v>
              </c:pt>
              <c:pt idx="123">
                <c:v>1.5408854734172206</c:v>
              </c:pt>
              <c:pt idx="124">
                <c:v>1.5408854734172206</c:v>
              </c:pt>
              <c:pt idx="125">
                <c:v>1.633764400333853</c:v>
              </c:pt>
              <c:pt idx="126">
                <c:v>1.633764400333853</c:v>
              </c:pt>
              <c:pt idx="127">
                <c:v>1.6553002343162027</c:v>
              </c:pt>
              <c:pt idx="128">
                <c:v>1.6553002343162027</c:v>
              </c:pt>
              <c:pt idx="129">
                <c:v>1.6785159158282978</c:v>
              </c:pt>
              <c:pt idx="130">
                <c:v>1.6785159158282978</c:v>
              </c:pt>
              <c:pt idx="131">
                <c:v>1.6948753805377457</c:v>
              </c:pt>
              <c:pt idx="132">
                <c:v>1.6948753805377457</c:v>
              </c:pt>
              <c:pt idx="133">
                <c:v>1.7584844654465772</c:v>
              </c:pt>
              <c:pt idx="134">
                <c:v>1.7584844654465772</c:v>
              </c:pt>
              <c:pt idx="135">
                <c:v>1.7718183257357238</c:v>
              </c:pt>
              <c:pt idx="136">
                <c:v>1.7718183257357238</c:v>
              </c:pt>
              <c:pt idx="137">
                <c:v>1.7941219849936019</c:v>
              </c:pt>
              <c:pt idx="138">
                <c:v>1.7941219849936019</c:v>
              </c:pt>
              <c:pt idx="139">
                <c:v>1.8145682798881748</c:v>
              </c:pt>
              <c:pt idx="140">
                <c:v>1.8145682798881748</c:v>
              </c:pt>
              <c:pt idx="141">
                <c:v>1.82810497376606</c:v>
              </c:pt>
              <c:pt idx="142">
                <c:v>1.82810497376606</c:v>
              </c:pt>
              <c:pt idx="143">
                <c:v>2</c:v>
              </c:pt>
              <c:pt idx="144">
                <c:v>2</c:v>
              </c:pt>
              <c:pt idx="145">
                <c:v>2.0023043568010763</c:v>
              </c:pt>
              <c:pt idx="146">
                <c:v>2.0023043568010763</c:v>
              </c:pt>
              <c:pt idx="147">
                <c:v>2.019644019891745</c:v>
              </c:pt>
              <c:pt idx="148">
                <c:v>2.019644019891745</c:v>
              </c:pt>
              <c:pt idx="149">
                <c:v>2.0273946099891944</c:v>
              </c:pt>
              <c:pt idx="150">
                <c:v>2.0273946099891944</c:v>
              </c:pt>
              <c:pt idx="151">
                <c:v>2.1286448219488467</c:v>
              </c:pt>
              <c:pt idx="152">
                <c:v>2.1286448219488467</c:v>
              </c:pt>
              <c:pt idx="153">
                <c:v>2.142874899193884</c:v>
              </c:pt>
              <c:pt idx="154">
                <c:v>2.142874899193884</c:v>
              </c:pt>
              <c:pt idx="155">
                <c:v>2.1466188030835847</c:v>
              </c:pt>
              <c:pt idx="156">
                <c:v>2.1466188030835847</c:v>
              </c:pt>
              <c:pt idx="157">
                <c:v>2.180396530164073</c:v>
              </c:pt>
              <c:pt idx="158">
                <c:v>2.180396530164073</c:v>
              </c:pt>
              <c:pt idx="159">
                <c:v>2.217401591981884</c:v>
              </c:pt>
              <c:pt idx="160">
                <c:v>2.217401591981884</c:v>
              </c:pt>
              <c:pt idx="161">
                <c:v>2.2248582561780013</c:v>
              </c:pt>
              <c:pt idx="162">
                <c:v>2.2248582561780013</c:v>
              </c:pt>
              <c:pt idx="163">
                <c:v>2.249666022359145</c:v>
              </c:pt>
              <c:pt idx="164">
                <c:v>2.249666022359145</c:v>
              </c:pt>
              <c:pt idx="165">
                <c:v>2.2621915421291865</c:v>
              </c:pt>
              <c:pt idx="166">
                <c:v>2.2621915421291865</c:v>
              </c:pt>
              <c:pt idx="167">
                <c:v>2.368460459034046</c:v>
              </c:pt>
              <c:pt idx="168">
                <c:v>2.368460459034046</c:v>
              </c:pt>
              <c:pt idx="169">
                <c:v>2.431498247751393</c:v>
              </c:pt>
              <c:pt idx="170">
                <c:v>2.431498247751393</c:v>
              </c:pt>
              <c:pt idx="171">
                <c:v>2.4794983933067534</c:v>
              </c:pt>
              <c:pt idx="172">
                <c:v>2.4794983933067534</c:v>
              </c:pt>
              <c:pt idx="173">
                <c:v>2.4972685400549794</c:v>
              </c:pt>
              <c:pt idx="174">
                <c:v>2.4972685400549794</c:v>
              </c:pt>
              <c:pt idx="175">
                <c:v>2.6004488930753604</c:v>
              </c:pt>
              <c:pt idx="176">
                <c:v>2.6004488930753604</c:v>
              </c:pt>
              <c:pt idx="177">
                <c:v>2.609595990940967</c:v>
              </c:pt>
              <c:pt idx="178">
                <c:v>2.609595990940967</c:v>
              </c:pt>
              <c:pt idx="179">
                <c:v>2.613280680769558</c:v>
              </c:pt>
              <c:pt idx="180">
                <c:v>2.613280680769558</c:v>
              </c:pt>
              <c:pt idx="181">
                <c:v>2.7115540142350776</c:v>
              </c:pt>
              <c:pt idx="182">
                <c:v>2.7115540142350776</c:v>
              </c:pt>
              <c:pt idx="183">
                <c:v>3.085601206004607</c:v>
              </c:pt>
              <c:pt idx="184">
                <c:v>3.085601206004607</c:v>
              </c:pt>
              <c:pt idx="185">
                <c:v>3.101667528952116</c:v>
              </c:pt>
              <c:pt idx="186">
                <c:v>3.101667528952116</c:v>
              </c:pt>
              <c:pt idx="187">
                <c:v>3.103803775428357</c:v>
              </c:pt>
              <c:pt idx="188">
                <c:v>3.103803775428357</c:v>
              </c:pt>
              <c:pt idx="189">
                <c:v>3.106764755166443</c:v>
              </c:pt>
              <c:pt idx="190">
                <c:v>3.106764755166443</c:v>
              </c:pt>
              <c:pt idx="191">
                <c:v>3.480015519256061</c:v>
              </c:pt>
              <c:pt idx="192">
                <c:v>3.480015519256061</c:v>
              </c:pt>
              <c:pt idx="193">
                <c:v>3.7285407662781935</c:v>
              </c:pt>
              <c:pt idx="194">
                <c:v>3.7285407662781935</c:v>
              </c:pt>
              <c:pt idx="195">
                <c:v>3.8201887654812903</c:v>
              </c:pt>
              <c:pt idx="196">
                <c:v>3.8201887654812903</c:v>
              </c:pt>
              <c:pt idx="197">
                <c:v>3.936710278991065</c:v>
              </c:pt>
              <c:pt idx="198">
                <c:v>3.936710278991065</c:v>
              </c:pt>
              <c:pt idx="199">
                <c:v>4.035047841609898</c:v>
              </c:pt>
              <c:pt idx="200">
                <c:v>4.035047841609898</c:v>
              </c:pt>
              <c:pt idx="201">
                <c:v>4.0791124343871745</c:v>
              </c:pt>
              <c:pt idx="202">
                <c:v>4.0791124343871745</c:v>
              </c:pt>
              <c:pt idx="203">
                <c:v>4.257920102372476</c:v>
              </c:pt>
              <c:pt idx="204">
                <c:v>4.257920102372476</c:v>
              </c:pt>
              <c:pt idx="205">
                <c:v>4.325061804254402</c:v>
              </c:pt>
              <c:pt idx="206">
                <c:v>4.325061804254402</c:v>
              </c:pt>
              <c:pt idx="207">
                <c:v>4.387366087139888</c:v>
              </c:pt>
              <c:pt idx="208">
                <c:v>4.387366087139888</c:v>
              </c:pt>
              <c:pt idx="209">
                <c:v>4.4156204549717515</c:v>
              </c:pt>
              <c:pt idx="210">
                <c:v>4.4156204549717515</c:v>
              </c:pt>
              <c:pt idx="211">
                <c:v>4.578347203931111</c:v>
              </c:pt>
              <c:pt idx="212">
                <c:v>4.578347203931111</c:v>
              </c:pt>
              <c:pt idx="213">
                <c:v>4.6099909983561975</c:v>
              </c:pt>
              <c:pt idx="214">
                <c:v>4.6099909983561975</c:v>
              </c:pt>
              <c:pt idx="215">
                <c:v>4.73574535111436</c:v>
              </c:pt>
              <c:pt idx="216">
                <c:v>4.73574535111436</c:v>
              </c:pt>
              <c:pt idx="217">
                <c:v>4.773261275974323</c:v>
              </c:pt>
              <c:pt idx="218">
                <c:v>4.773261275974323</c:v>
              </c:pt>
              <c:pt idx="219">
                <c:v>5</c:v>
              </c:pt>
              <c:pt idx="220">
                <c:v>5</c:v>
              </c:pt>
              <c:pt idx="221">
                <c:v>5.066156149569525</c:v>
              </c:pt>
              <c:pt idx="222">
                <c:v>5.066156149569525</c:v>
              </c:pt>
              <c:pt idx="223">
                <c:v>5.06989171719019</c:v>
              </c:pt>
              <c:pt idx="224">
                <c:v>5.06989171719019</c:v>
              </c:pt>
              <c:pt idx="225">
                <c:v>5.088516630581974</c:v>
              </c:pt>
              <c:pt idx="226">
                <c:v>5.088516630581974</c:v>
              </c:pt>
              <c:pt idx="227">
                <c:v>5.139091507315685</c:v>
              </c:pt>
              <c:pt idx="228">
                <c:v>5.139091507315685</c:v>
              </c:pt>
              <c:pt idx="229">
                <c:v>5.153448259180709</c:v>
              </c:pt>
              <c:pt idx="230">
                <c:v>5.153448259180709</c:v>
              </c:pt>
              <c:pt idx="231">
                <c:v>5.535110471066339</c:v>
              </c:pt>
              <c:pt idx="232">
                <c:v>5.535110471066339</c:v>
              </c:pt>
              <c:pt idx="233">
                <c:v>6.0062824748553165</c:v>
              </c:pt>
              <c:pt idx="234">
                <c:v>6.0062824748553165</c:v>
              </c:pt>
              <c:pt idx="235">
                <c:v>6.0097878418767205</c:v>
              </c:pt>
              <c:pt idx="236">
                <c:v>6.0097878418767205</c:v>
              </c:pt>
              <c:pt idx="237">
                <c:v>6.090534328155278</c:v>
              </c:pt>
              <c:pt idx="238">
                <c:v>6.090534328155278</c:v>
              </c:pt>
              <c:pt idx="239">
                <c:v>6.178333815943852</c:v>
              </c:pt>
              <c:pt idx="240">
                <c:v>6.178333815943852</c:v>
              </c:pt>
              <c:pt idx="241">
                <c:v>6.180075569985474</c:v>
              </c:pt>
              <c:pt idx="242">
                <c:v>6.180075569985474</c:v>
              </c:pt>
              <c:pt idx="243">
                <c:v>6.310839989460868</c:v>
              </c:pt>
              <c:pt idx="244">
                <c:v>6.310839989460868</c:v>
              </c:pt>
              <c:pt idx="245">
                <c:v>6.63637013245907</c:v>
              </c:pt>
              <c:pt idx="246">
                <c:v>6.63637013245907</c:v>
              </c:pt>
              <c:pt idx="247">
                <c:v>6.764744887625756</c:v>
              </c:pt>
              <c:pt idx="248">
                <c:v>6.764744887625756</c:v>
              </c:pt>
              <c:pt idx="249">
                <c:v>6.941697908433644</c:v>
              </c:pt>
              <c:pt idx="250">
                <c:v>6.941697908433644</c:v>
              </c:pt>
              <c:pt idx="251">
                <c:v>6.9875723165675945</c:v>
              </c:pt>
              <c:pt idx="252">
                <c:v>6.9875723165675945</c:v>
              </c:pt>
              <c:pt idx="253">
                <c:v>7.329137288231428</c:v>
              </c:pt>
              <c:pt idx="254">
                <c:v>7.329137288231428</c:v>
              </c:pt>
              <c:pt idx="255">
                <c:v>7.422423045569182</c:v>
              </c:pt>
              <c:pt idx="256">
                <c:v>7.422423045569182</c:v>
              </c:pt>
              <c:pt idx="257">
                <c:v>7.42949757717184</c:v>
              </c:pt>
              <c:pt idx="258">
                <c:v>7.42949757717184</c:v>
              </c:pt>
              <c:pt idx="259">
                <c:v>7.439059446693584</c:v>
              </c:pt>
              <c:pt idx="260">
                <c:v>7.439059446693584</c:v>
              </c:pt>
              <c:pt idx="261">
                <c:v>7.610372856814535</c:v>
              </c:pt>
              <c:pt idx="262">
                <c:v>7.610372856814535</c:v>
              </c:pt>
              <c:pt idx="263">
                <c:v>7.618328661079604</c:v>
              </c:pt>
              <c:pt idx="264">
                <c:v>7.618328661079604</c:v>
              </c:pt>
              <c:pt idx="265">
                <c:v>7.833064978540843</c:v>
              </c:pt>
              <c:pt idx="266">
                <c:v>7.833064978540843</c:v>
              </c:pt>
              <c:pt idx="267">
                <c:v>8.053996082171789</c:v>
              </c:pt>
              <c:pt idx="268">
                <c:v>8.053996082171789</c:v>
              </c:pt>
              <c:pt idx="269">
                <c:v>8.066798678324854</c:v>
              </c:pt>
              <c:pt idx="270">
                <c:v>8.066798678324854</c:v>
              </c:pt>
              <c:pt idx="271">
                <c:v>8.351587409644011</c:v>
              </c:pt>
              <c:pt idx="272">
                <c:v>8.351587409644011</c:v>
              </c:pt>
              <c:pt idx="273">
                <c:v>8.417281237061692</c:v>
              </c:pt>
              <c:pt idx="274">
                <c:v>8.417281237061692</c:v>
              </c:pt>
              <c:pt idx="275">
                <c:v>8.548266319766393</c:v>
              </c:pt>
              <c:pt idx="276">
                <c:v>8.548266319766393</c:v>
              </c:pt>
              <c:pt idx="277">
                <c:v>9.198189525438586</c:v>
              </c:pt>
              <c:pt idx="278">
                <c:v>9.198189525438586</c:v>
              </c:pt>
              <c:pt idx="279">
                <c:v>10</c:v>
              </c:pt>
              <c:pt idx="280">
                <c:v>10</c:v>
              </c:pt>
              <c:pt idx="281">
                <c:v>10.330349279058767</c:v>
              </c:pt>
              <c:pt idx="282">
                <c:v>10.330349279058767</c:v>
              </c:pt>
              <c:pt idx="283">
                <c:v>10.427775150531565</c:v>
              </c:pt>
              <c:pt idx="284">
                <c:v>10.427775150531565</c:v>
              </c:pt>
              <c:pt idx="285">
                <c:v>10.907187411479741</c:v>
              </c:pt>
              <c:pt idx="286">
                <c:v>10.907187411479741</c:v>
              </c:pt>
              <c:pt idx="287">
                <c:v>11.2133792839196</c:v>
              </c:pt>
              <c:pt idx="288">
                <c:v>11.2133792839196</c:v>
              </c:pt>
              <c:pt idx="289">
                <c:v>11.393151589708818</c:v>
              </c:pt>
              <c:pt idx="290">
                <c:v>11.393151589708818</c:v>
              </c:pt>
              <c:pt idx="291">
                <c:v>11.492278519749553</c:v>
              </c:pt>
              <c:pt idx="292">
                <c:v>11.492278519749553</c:v>
              </c:pt>
              <c:pt idx="293">
                <c:v>11.842274256759449</c:v>
              </c:pt>
              <c:pt idx="294">
                <c:v>11.842274256759449</c:v>
              </c:pt>
              <c:pt idx="295">
                <c:v>13.240995002806844</c:v>
              </c:pt>
              <c:pt idx="296">
                <c:v>13.240995002806844</c:v>
              </c:pt>
              <c:pt idx="297">
                <c:v>13.644005289371187</c:v>
              </c:pt>
              <c:pt idx="298">
                <c:v>13.644005289371187</c:v>
              </c:pt>
              <c:pt idx="299">
                <c:v>14.27268237082065</c:v>
              </c:pt>
              <c:pt idx="300">
                <c:v>14.27268237082065</c:v>
              </c:pt>
              <c:pt idx="301">
                <c:v>15</c:v>
              </c:pt>
              <c:pt idx="302">
                <c:v>15</c:v>
              </c:pt>
              <c:pt idx="303">
                <c:v>15.52485215989029</c:v>
              </c:pt>
              <c:pt idx="304">
                <c:v>15.52485215989029</c:v>
              </c:pt>
              <c:pt idx="305">
                <c:v>15.931928066073597</c:v>
              </c:pt>
              <c:pt idx="306">
                <c:v>15.931928066073597</c:v>
              </c:pt>
              <c:pt idx="307">
                <c:v>16.55159547143925</c:v>
              </c:pt>
              <c:pt idx="308">
                <c:v>16.55159547143925</c:v>
              </c:pt>
              <c:pt idx="309">
                <c:v>19.77485564764</c:v>
              </c:pt>
              <c:pt idx="310">
                <c:v>19.77485564764</c:v>
              </c:pt>
              <c:pt idx="311">
                <c:v>20</c:v>
              </c:pt>
              <c:pt idx="312">
                <c:v>20</c:v>
              </c:pt>
              <c:pt idx="313">
                <c:v>21.752924296059124</c:v>
              </c:pt>
              <c:pt idx="314">
                <c:v>21.752924296059124</c:v>
              </c:pt>
              <c:pt idx="315">
                <c:v>24.008677003995636</c:v>
              </c:pt>
              <c:pt idx="316">
                <c:v>24.008677003995636</c:v>
              </c:pt>
              <c:pt idx="317">
                <c:v>30</c:v>
              </c:pt>
              <c:pt idx="318">
                <c:v>30</c:v>
              </c:pt>
              <c:pt idx="319">
                <c:v>33.555199555944284</c:v>
              </c:pt>
              <c:pt idx="320">
                <c:v>33.555199555944284</c:v>
              </c:pt>
              <c:pt idx="321">
                <c:v>50</c:v>
              </c:pt>
              <c:pt idx="322">
                <c:v>50</c:v>
              </c:pt>
              <c:pt idx="323">
                <c:v>70</c:v>
              </c:pt>
            </c:numLit>
          </c:xVal>
          <c:yVal>
            <c:numLit>
              <c:formatCode>0.0</c:formatCode>
              <c:ptCount val="324"/>
              <c:pt idx="0">
                <c:v>0.9602715269585541</c:v>
              </c:pt>
              <c:pt idx="1">
                <c:v>0.9602715269585541</c:v>
              </c:pt>
              <c:pt idx="2">
                <c:v>0.9602715269585541</c:v>
              </c:pt>
              <c:pt idx="3">
                <c:v>0.9602715269585541</c:v>
              </c:pt>
              <c:pt idx="4">
                <c:v>0.9602715269585541</c:v>
              </c:pt>
              <c:pt idx="5">
                <c:v>0.9602715269585541</c:v>
              </c:pt>
              <c:pt idx="6">
                <c:v>0.9602715269585541</c:v>
              </c:pt>
              <c:pt idx="7">
                <c:v>0.9602715269585541</c:v>
              </c:pt>
              <c:pt idx="8">
                <c:v>0.9602715269585541</c:v>
              </c:pt>
              <c:pt idx="9">
                <c:v>0.9602715269585541</c:v>
              </c:pt>
              <c:pt idx="10">
                <c:v>0.9602715269585541</c:v>
              </c:pt>
              <c:pt idx="11">
                <c:v>0.9602715269585541</c:v>
              </c:pt>
              <c:pt idx="12">
                <c:v>0.9602715269585541</c:v>
              </c:pt>
              <c:pt idx="13">
                <c:v>0.9602715269585541</c:v>
              </c:pt>
              <c:pt idx="14">
                <c:v>0.9602715269585541</c:v>
              </c:pt>
              <c:pt idx="15">
                <c:v>0.9602715269585541</c:v>
              </c:pt>
              <c:pt idx="16">
                <c:v>0.9602715269585541</c:v>
              </c:pt>
              <c:pt idx="17">
                <c:v>0.9602715269585541</c:v>
              </c:pt>
              <c:pt idx="18">
                <c:v>0.9602715269585541</c:v>
              </c:pt>
              <c:pt idx="19">
                <c:v>0.9602715269585541</c:v>
              </c:pt>
              <c:pt idx="20">
                <c:v>0.9602715269585541</c:v>
              </c:pt>
              <c:pt idx="21">
                <c:v>0.9602715269585541</c:v>
              </c:pt>
              <c:pt idx="22">
                <c:v>0.9602715269585541</c:v>
              </c:pt>
              <c:pt idx="23">
                <c:v>0.9602715269585541</c:v>
              </c:pt>
              <c:pt idx="24">
                <c:v>0.9602715269585541</c:v>
              </c:pt>
              <c:pt idx="25">
                <c:v>0.9602715269585541</c:v>
              </c:pt>
              <c:pt idx="26">
                <c:v>0.9602715269585541</c:v>
              </c:pt>
              <c:pt idx="27">
                <c:v>0.9602715269585541</c:v>
              </c:pt>
              <c:pt idx="28">
                <c:v>0.9602715269585541</c:v>
              </c:pt>
              <c:pt idx="29">
                <c:v>0.9602715269585541</c:v>
              </c:pt>
              <c:pt idx="30">
                <c:v>0.9602715269585541</c:v>
              </c:pt>
              <c:pt idx="31">
                <c:v>0.9602715269585541</c:v>
              </c:pt>
              <c:pt idx="32">
                <c:v>0.9602715269585541</c:v>
              </c:pt>
              <c:pt idx="33">
                <c:v>0.9602715269585541</c:v>
              </c:pt>
              <c:pt idx="34">
                <c:v>0.9602715269585541</c:v>
              </c:pt>
              <c:pt idx="35">
                <c:v>0.9602715269585541</c:v>
              </c:pt>
              <c:pt idx="36">
                <c:v>0.9602715269585541</c:v>
              </c:pt>
              <c:pt idx="37">
                <c:v>0.9602715269585541</c:v>
              </c:pt>
              <c:pt idx="38">
                <c:v>0.9602715269585541</c:v>
              </c:pt>
              <c:pt idx="39">
                <c:v>0.9602715269585541</c:v>
              </c:pt>
              <c:pt idx="40">
                <c:v>0.9602715269585541</c:v>
              </c:pt>
              <c:pt idx="41">
                <c:v>0.9602715269585541</c:v>
              </c:pt>
              <c:pt idx="42">
                <c:v>0.9602715269585541</c:v>
              </c:pt>
              <c:pt idx="43">
                <c:v>0.9602715269585541</c:v>
              </c:pt>
              <c:pt idx="44">
                <c:v>0.9602715269585541</c:v>
              </c:pt>
              <c:pt idx="45">
                <c:v>0.9602715269585541</c:v>
              </c:pt>
              <c:pt idx="46">
                <c:v>0.9602715269585541</c:v>
              </c:pt>
              <c:pt idx="47">
                <c:v>0.9602715269585541</c:v>
              </c:pt>
              <c:pt idx="48">
                <c:v>0.9602715269585541</c:v>
              </c:pt>
              <c:pt idx="49">
                <c:v>0.9602715269585541</c:v>
              </c:pt>
              <c:pt idx="50">
                <c:v>0.9602715269585541</c:v>
              </c:pt>
              <c:pt idx="51">
                <c:v>0.9602715269585541</c:v>
              </c:pt>
              <c:pt idx="52">
                <c:v>0.9602715269585541</c:v>
              </c:pt>
              <c:pt idx="53">
                <c:v>0.9602715269585541</c:v>
              </c:pt>
              <c:pt idx="54">
                <c:v>0.9602715269585541</c:v>
              </c:pt>
              <c:pt idx="55">
                <c:v>0.9602715269585541</c:v>
              </c:pt>
              <c:pt idx="56">
                <c:v>0.9602715269585541</c:v>
              </c:pt>
              <c:pt idx="57">
                <c:v>0.9602715269585541</c:v>
              </c:pt>
              <c:pt idx="58">
                <c:v>0.9602715269585541</c:v>
              </c:pt>
              <c:pt idx="59">
                <c:v>0.9602715269585541</c:v>
              </c:pt>
              <c:pt idx="60">
                <c:v>0.9602715269585541</c:v>
              </c:pt>
              <c:pt idx="61">
                <c:v>0.9602715269585541</c:v>
              </c:pt>
              <c:pt idx="62">
                <c:v>0.9602715269585541</c:v>
              </c:pt>
              <c:pt idx="63">
                <c:v>0.9602715269585541</c:v>
              </c:pt>
              <c:pt idx="64">
                <c:v>0.9602715269585541</c:v>
              </c:pt>
              <c:pt idx="65">
                <c:v>0.9602715269585541</c:v>
              </c:pt>
              <c:pt idx="66">
                <c:v>0.9602715269585541</c:v>
              </c:pt>
              <c:pt idx="67">
                <c:v>0.9602715269585541</c:v>
              </c:pt>
              <c:pt idx="68">
                <c:v>0.9602715269585541</c:v>
              </c:pt>
              <c:pt idx="69">
                <c:v>0.9602715269585541</c:v>
              </c:pt>
              <c:pt idx="70">
                <c:v>0.9602715269585541</c:v>
              </c:pt>
              <c:pt idx="71">
                <c:v>0.9602715269585541</c:v>
              </c:pt>
              <c:pt idx="72">
                <c:v>0.9602715269585541</c:v>
              </c:pt>
              <c:pt idx="73">
                <c:v>0.9602715269585541</c:v>
              </c:pt>
              <c:pt idx="74">
                <c:v>0.9602715269585541</c:v>
              </c:pt>
              <c:pt idx="75">
                <c:v>0.9602715269585541</c:v>
              </c:pt>
              <c:pt idx="76">
                <c:v>0.9602715269585541</c:v>
              </c:pt>
              <c:pt idx="77">
                <c:v>0.9602715269585541</c:v>
              </c:pt>
              <c:pt idx="78">
                <c:v>0.9602715269585541</c:v>
              </c:pt>
              <c:pt idx="79">
                <c:v>0.9602715269585541</c:v>
              </c:pt>
              <c:pt idx="80">
                <c:v>0.9602715269585541</c:v>
              </c:pt>
              <c:pt idx="81">
                <c:v>0.9602715269585541</c:v>
              </c:pt>
              <c:pt idx="82">
                <c:v>0.9602715269585541</c:v>
              </c:pt>
              <c:pt idx="83">
                <c:v>0.9602715269585541</c:v>
              </c:pt>
              <c:pt idx="84">
                <c:v>0.9602715269585541</c:v>
              </c:pt>
              <c:pt idx="85">
                <c:v>0.9602715269585541</c:v>
              </c:pt>
              <c:pt idx="86">
                <c:v>0.9602715269585541</c:v>
              </c:pt>
              <c:pt idx="87">
                <c:v>0.9602715269585541</c:v>
              </c:pt>
              <c:pt idx="88">
                <c:v>0.9602715269585541</c:v>
              </c:pt>
              <c:pt idx="89">
                <c:v>0.9602715269585541</c:v>
              </c:pt>
              <c:pt idx="90">
                <c:v>0.9602715269585541</c:v>
              </c:pt>
              <c:pt idx="91">
                <c:v>0.9602715269585541</c:v>
              </c:pt>
              <c:pt idx="92">
                <c:v>0.9602715269585541</c:v>
              </c:pt>
              <c:pt idx="93">
                <c:v>0.9602715269585541</c:v>
              </c:pt>
              <c:pt idx="94">
                <c:v>0.9602715269585541</c:v>
              </c:pt>
              <c:pt idx="95">
                <c:v>0.9602715269585541</c:v>
              </c:pt>
              <c:pt idx="96">
                <c:v>0.9602715269585541</c:v>
              </c:pt>
              <c:pt idx="97">
                <c:v>0.9602715269585541</c:v>
              </c:pt>
              <c:pt idx="98">
                <c:v>0.9602715269585541</c:v>
              </c:pt>
              <c:pt idx="99">
                <c:v>0.9602715269585541</c:v>
              </c:pt>
              <c:pt idx="100">
                <c:v>0.9602715269585541</c:v>
              </c:pt>
              <c:pt idx="101">
                <c:v>0.9602715269585541</c:v>
              </c:pt>
              <c:pt idx="102">
                <c:v>0.9602715269585541</c:v>
              </c:pt>
              <c:pt idx="103">
                <c:v>0.9602715269585541</c:v>
              </c:pt>
              <c:pt idx="104">
                <c:v>0.895512646074082</c:v>
              </c:pt>
              <c:pt idx="105">
                <c:v>0.895512646074082</c:v>
              </c:pt>
              <c:pt idx="106">
                <c:v>0.895512646074082</c:v>
              </c:pt>
              <c:pt idx="107">
                <c:v>0.895512646074082</c:v>
              </c:pt>
              <c:pt idx="108">
                <c:v>0.895512646074082</c:v>
              </c:pt>
              <c:pt idx="109">
                <c:v>0.895512646074082</c:v>
              </c:pt>
              <c:pt idx="110">
                <c:v>0.895512646074082</c:v>
              </c:pt>
              <c:pt idx="111">
                <c:v>0.895512646074082</c:v>
              </c:pt>
              <c:pt idx="112">
                <c:v>0.895512646074082</c:v>
              </c:pt>
              <c:pt idx="113">
                <c:v>0.895512646074082</c:v>
              </c:pt>
              <c:pt idx="114">
                <c:v>0.895512646074082</c:v>
              </c:pt>
              <c:pt idx="115">
                <c:v>0.895512646074082</c:v>
              </c:pt>
              <c:pt idx="116">
                <c:v>0.895512646074082</c:v>
              </c:pt>
              <c:pt idx="117">
                <c:v>0.895512646074082</c:v>
              </c:pt>
              <c:pt idx="118">
                <c:v>0.895512646074082</c:v>
              </c:pt>
              <c:pt idx="119">
                <c:v>0.895512646074082</c:v>
              </c:pt>
              <c:pt idx="120">
                <c:v>0.895512646074082</c:v>
              </c:pt>
              <c:pt idx="121">
                <c:v>0.895512646074082</c:v>
              </c:pt>
              <c:pt idx="122">
                <c:v>0.895512646074082</c:v>
              </c:pt>
              <c:pt idx="123">
                <c:v>0.895512646074082</c:v>
              </c:pt>
              <c:pt idx="124">
                <c:v>0.895512646074082</c:v>
              </c:pt>
              <c:pt idx="125">
                <c:v>0.895512646074082</c:v>
              </c:pt>
              <c:pt idx="126">
                <c:v>0.895512646074082</c:v>
              </c:pt>
              <c:pt idx="127">
                <c:v>0.895512646074082</c:v>
              </c:pt>
              <c:pt idx="128">
                <c:v>0.895512646074082</c:v>
              </c:pt>
              <c:pt idx="129">
                <c:v>0.895512646074082</c:v>
              </c:pt>
              <c:pt idx="130">
                <c:v>0.895512646074082</c:v>
              </c:pt>
              <c:pt idx="131">
                <c:v>0.895512646074082</c:v>
              </c:pt>
              <c:pt idx="132">
                <c:v>0.7999212867518236</c:v>
              </c:pt>
              <c:pt idx="133">
                <c:v>0.7999212867518236</c:v>
              </c:pt>
              <c:pt idx="134">
                <c:v>0.7999212867518236</c:v>
              </c:pt>
              <c:pt idx="135">
                <c:v>0.7999212867518236</c:v>
              </c:pt>
              <c:pt idx="136">
                <c:v>0.7999212867518236</c:v>
              </c:pt>
              <c:pt idx="137">
                <c:v>0.7999212867518236</c:v>
              </c:pt>
              <c:pt idx="138">
                <c:v>0.6392446011115812</c:v>
              </c:pt>
              <c:pt idx="139">
                <c:v>0.6392446011115812</c:v>
              </c:pt>
              <c:pt idx="140">
                <c:v>0.6392446011115812</c:v>
              </c:pt>
              <c:pt idx="141">
                <c:v>0.6392446011115812</c:v>
              </c:pt>
              <c:pt idx="142">
                <c:v>0.6392446011115812</c:v>
              </c:pt>
              <c:pt idx="143">
                <c:v>0.6392446011115812</c:v>
              </c:pt>
              <c:pt idx="144">
                <c:v>0.6392446011115812</c:v>
              </c:pt>
              <c:pt idx="145">
                <c:v>0.6392446011115812</c:v>
              </c:pt>
              <c:pt idx="146">
                <c:v>0.6392446011115812</c:v>
              </c:pt>
              <c:pt idx="147">
                <c:v>0.6392446011115812</c:v>
              </c:pt>
              <c:pt idx="148">
                <c:v>0.6392446011115812</c:v>
              </c:pt>
              <c:pt idx="149">
                <c:v>0.6392446011115812</c:v>
              </c:pt>
              <c:pt idx="150">
                <c:v>0.6392446011115812</c:v>
              </c:pt>
              <c:pt idx="151">
                <c:v>0.6392446011115812</c:v>
              </c:pt>
              <c:pt idx="152">
                <c:v>0.6392446011115812</c:v>
              </c:pt>
              <c:pt idx="153">
                <c:v>0.6392446011115812</c:v>
              </c:pt>
              <c:pt idx="154">
                <c:v>0.6392446011115812</c:v>
              </c:pt>
              <c:pt idx="155">
                <c:v>0.6392446011115812</c:v>
              </c:pt>
              <c:pt idx="156">
                <c:v>0.6392446011115812</c:v>
              </c:pt>
              <c:pt idx="157">
                <c:v>0.6392446011115812</c:v>
              </c:pt>
              <c:pt idx="158">
                <c:v>0.6392446011115812</c:v>
              </c:pt>
              <c:pt idx="159">
                <c:v>0.6392446011115812</c:v>
              </c:pt>
              <c:pt idx="160">
                <c:v>0.6392446011115812</c:v>
              </c:pt>
              <c:pt idx="161">
                <c:v>0.6392446011115812</c:v>
              </c:pt>
              <c:pt idx="162">
                <c:v>0.6392446011115812</c:v>
              </c:pt>
              <c:pt idx="163">
                <c:v>0.6392446011115812</c:v>
              </c:pt>
              <c:pt idx="164">
                <c:v>0.6392446011115812</c:v>
              </c:pt>
              <c:pt idx="165">
                <c:v>0.6392446011115812</c:v>
              </c:pt>
              <c:pt idx="166">
                <c:v>0.6392446011115812</c:v>
              </c:pt>
              <c:pt idx="167">
                <c:v>0.6392446011115812</c:v>
              </c:pt>
              <c:pt idx="168">
                <c:v>0.6392446011115812</c:v>
              </c:pt>
              <c:pt idx="169">
                <c:v>0.6392446011115812</c:v>
              </c:pt>
              <c:pt idx="170">
                <c:v>0.44904008452318805</c:v>
              </c:pt>
              <c:pt idx="171">
                <c:v>0.44904008452318805</c:v>
              </c:pt>
              <c:pt idx="172">
                <c:v>0.44904008452318805</c:v>
              </c:pt>
              <c:pt idx="173">
                <c:v>0.44904008452318805</c:v>
              </c:pt>
              <c:pt idx="174">
                <c:v>0.44904008452318805</c:v>
              </c:pt>
              <c:pt idx="175">
                <c:v>0.44904008452318805</c:v>
              </c:pt>
              <c:pt idx="176">
                <c:v>0.44904008452318805</c:v>
              </c:pt>
              <c:pt idx="177">
                <c:v>0.44904008452318805</c:v>
              </c:pt>
              <c:pt idx="178">
                <c:v>0.44904008452318805</c:v>
              </c:pt>
              <c:pt idx="179">
                <c:v>0.44904008452318805</c:v>
              </c:pt>
              <c:pt idx="180">
                <c:v>0.44904008452318805</c:v>
              </c:pt>
              <c:pt idx="181">
                <c:v>0.44904008452318805</c:v>
              </c:pt>
              <c:pt idx="182">
                <c:v>0.44904008452318805</c:v>
              </c:pt>
              <c:pt idx="183">
                <c:v>0.44904008452318805</c:v>
              </c:pt>
              <c:pt idx="184">
                <c:v>0.44904008452318805</c:v>
              </c:pt>
              <c:pt idx="185">
                <c:v>0.44904008452318805</c:v>
              </c:pt>
              <c:pt idx="186">
                <c:v>0.44904008452318805</c:v>
              </c:pt>
              <c:pt idx="187">
                <c:v>0.44904008452318805</c:v>
              </c:pt>
              <c:pt idx="188">
                <c:v>0.44904008452318805</c:v>
              </c:pt>
              <c:pt idx="189">
                <c:v>0.44904008452318805</c:v>
              </c:pt>
              <c:pt idx="190">
                <c:v>0.44904008452318805</c:v>
              </c:pt>
              <c:pt idx="191">
                <c:v>0.44904008452318805</c:v>
              </c:pt>
              <c:pt idx="192">
                <c:v>0.44904008452318805</c:v>
              </c:pt>
              <c:pt idx="193">
                <c:v>0.44904008452318805</c:v>
              </c:pt>
              <c:pt idx="194">
                <c:v>0.44904008452318805</c:v>
              </c:pt>
              <c:pt idx="195">
                <c:v>0.44904008452318805</c:v>
              </c:pt>
              <c:pt idx="196">
                <c:v>0.44904008452318805</c:v>
              </c:pt>
              <c:pt idx="197">
                <c:v>0.44904008452318805</c:v>
              </c:pt>
              <c:pt idx="198">
                <c:v>0.44904008452318805</c:v>
              </c:pt>
              <c:pt idx="199">
                <c:v>0.44904008452318805</c:v>
              </c:pt>
              <c:pt idx="200">
                <c:v>0.44904008452318805</c:v>
              </c:pt>
              <c:pt idx="201">
                <c:v>0.44904008452318805</c:v>
              </c:pt>
              <c:pt idx="202">
                <c:v>0.44904008452318805</c:v>
              </c:pt>
              <c:pt idx="203">
                <c:v>0.44904008452318805</c:v>
              </c:pt>
              <c:pt idx="204">
                <c:v>0.44904008452318805</c:v>
              </c:pt>
              <c:pt idx="205">
                <c:v>0.44904008452318805</c:v>
              </c:pt>
              <c:pt idx="206">
                <c:v>0.44904008452318805</c:v>
              </c:pt>
              <c:pt idx="207">
                <c:v>0.44904008452318805</c:v>
              </c:pt>
              <c:pt idx="208">
                <c:v>0.44904008452318805</c:v>
              </c:pt>
              <c:pt idx="209">
                <c:v>0.44904008452318805</c:v>
              </c:pt>
              <c:pt idx="210">
                <c:v>0.44904008452318805</c:v>
              </c:pt>
              <c:pt idx="211">
                <c:v>0.44904008452318805</c:v>
              </c:pt>
              <c:pt idx="212">
                <c:v>0.44904008452318805</c:v>
              </c:pt>
              <c:pt idx="213">
                <c:v>0.44904008452318805</c:v>
              </c:pt>
              <c:pt idx="214">
                <c:v>0.44904008452318805</c:v>
              </c:pt>
              <c:pt idx="215">
                <c:v>0.44904008452318805</c:v>
              </c:pt>
              <c:pt idx="216">
                <c:v>0.44904008452318805</c:v>
              </c:pt>
              <c:pt idx="217">
                <c:v>0.44904008452318805</c:v>
              </c:pt>
              <c:pt idx="218">
                <c:v>0.44904008452318805</c:v>
              </c:pt>
              <c:pt idx="219">
                <c:v>0.44904008452318805</c:v>
              </c:pt>
              <c:pt idx="220">
                <c:v>0.44904008452318805</c:v>
              </c:pt>
              <c:pt idx="221">
                <c:v>0.44904008452318805</c:v>
              </c:pt>
              <c:pt idx="222">
                <c:v>0.44904008452318805</c:v>
              </c:pt>
              <c:pt idx="223">
                <c:v>0.44904008452318805</c:v>
              </c:pt>
              <c:pt idx="224">
                <c:v>0.44904008452318805</c:v>
              </c:pt>
              <c:pt idx="225">
                <c:v>0.44904008452318805</c:v>
              </c:pt>
              <c:pt idx="226">
                <c:v>0.44904008452318805</c:v>
              </c:pt>
              <c:pt idx="227">
                <c:v>0.44904008452318805</c:v>
              </c:pt>
              <c:pt idx="228">
                <c:v>0.44904008452318805</c:v>
              </c:pt>
              <c:pt idx="229">
                <c:v>0.44904008452318805</c:v>
              </c:pt>
              <c:pt idx="230">
                <c:v>0.33197619589936445</c:v>
              </c:pt>
              <c:pt idx="231">
                <c:v>0.33197619589936445</c:v>
              </c:pt>
              <c:pt idx="232">
                <c:v>0.33197619589936445</c:v>
              </c:pt>
              <c:pt idx="233">
                <c:v>0.33197619589936445</c:v>
              </c:pt>
              <c:pt idx="234">
                <c:v>0.33197619589936445</c:v>
              </c:pt>
              <c:pt idx="235">
                <c:v>0.33197619589936445</c:v>
              </c:pt>
              <c:pt idx="236">
                <c:v>0.33197619589936445</c:v>
              </c:pt>
              <c:pt idx="237">
                <c:v>0.33197619589936445</c:v>
              </c:pt>
              <c:pt idx="238">
                <c:v>0.33197619589936445</c:v>
              </c:pt>
              <c:pt idx="239">
                <c:v>0.33197619589936445</c:v>
              </c:pt>
              <c:pt idx="240">
                <c:v>0.33197619589936445</c:v>
              </c:pt>
              <c:pt idx="241">
                <c:v>0.33197619589936445</c:v>
              </c:pt>
              <c:pt idx="242">
                <c:v>0.33197619589936445</c:v>
              </c:pt>
              <c:pt idx="243">
                <c:v>0.33197619589936445</c:v>
              </c:pt>
              <c:pt idx="244">
                <c:v>0.33197619589936445</c:v>
              </c:pt>
              <c:pt idx="245">
                <c:v>0.33197619589936445</c:v>
              </c:pt>
              <c:pt idx="246">
                <c:v>0.33197619589936445</c:v>
              </c:pt>
              <c:pt idx="247">
                <c:v>0.33197619589936445</c:v>
              </c:pt>
              <c:pt idx="248">
                <c:v>0.33197619589936445</c:v>
              </c:pt>
              <c:pt idx="249">
                <c:v>0.33197619589936445</c:v>
              </c:pt>
              <c:pt idx="250">
                <c:v>0.33197619589936445</c:v>
              </c:pt>
              <c:pt idx="251">
                <c:v>0.33197619589936445</c:v>
              </c:pt>
              <c:pt idx="252">
                <c:v>0.33197619589936445</c:v>
              </c:pt>
              <c:pt idx="253">
                <c:v>0.33197619589936445</c:v>
              </c:pt>
              <c:pt idx="254">
                <c:v>0.33197619589936445</c:v>
              </c:pt>
              <c:pt idx="255">
                <c:v>0.33197619589936445</c:v>
              </c:pt>
              <c:pt idx="256">
                <c:v>0.33197619589936445</c:v>
              </c:pt>
              <c:pt idx="257">
                <c:v>0.33197619589936445</c:v>
              </c:pt>
              <c:pt idx="258">
                <c:v>0.33197619589936445</c:v>
              </c:pt>
              <c:pt idx="259">
                <c:v>0.33197619589936445</c:v>
              </c:pt>
              <c:pt idx="260">
                <c:v>0.33197619589936445</c:v>
              </c:pt>
              <c:pt idx="261">
                <c:v>0.33197619589936445</c:v>
              </c:pt>
              <c:pt idx="262">
                <c:v>0.33197619589936445</c:v>
              </c:pt>
              <c:pt idx="263">
                <c:v>0.33197619589936445</c:v>
              </c:pt>
              <c:pt idx="264">
                <c:v>0.33197619589936445</c:v>
              </c:pt>
              <c:pt idx="265">
                <c:v>0.33197619589936445</c:v>
              </c:pt>
              <c:pt idx="266">
                <c:v>0.33197619589936445</c:v>
              </c:pt>
              <c:pt idx="267">
                <c:v>0.33197619589936445</c:v>
              </c:pt>
              <c:pt idx="268">
                <c:v>0.33197619589936445</c:v>
              </c:pt>
              <c:pt idx="269">
                <c:v>0.33197619589936445</c:v>
              </c:pt>
              <c:pt idx="270">
                <c:v>0.33197619589936445</c:v>
              </c:pt>
              <c:pt idx="271">
                <c:v>0.33197619589936445</c:v>
              </c:pt>
              <c:pt idx="272">
                <c:v>0.33197619589936445</c:v>
              </c:pt>
              <c:pt idx="273">
                <c:v>0.33197619589936445</c:v>
              </c:pt>
              <c:pt idx="274">
                <c:v>0.33197619589936445</c:v>
              </c:pt>
              <c:pt idx="275">
                <c:v>0.33197619589936445</c:v>
              </c:pt>
              <c:pt idx="276">
                <c:v>0.33197619589936445</c:v>
              </c:pt>
              <c:pt idx="277">
                <c:v>0.33197619589936445</c:v>
              </c:pt>
              <c:pt idx="278">
                <c:v>0.33197619589936445</c:v>
              </c:pt>
              <c:pt idx="279">
                <c:v>0.33197619589936445</c:v>
              </c:pt>
              <c:pt idx="280">
                <c:v>0.33197619589936445</c:v>
              </c:pt>
              <c:pt idx="281">
                <c:v>0.33197619589936445</c:v>
              </c:pt>
              <c:pt idx="282">
                <c:v>0.33197619589936445</c:v>
              </c:pt>
              <c:pt idx="283">
                <c:v>0.33197619589936445</c:v>
              </c:pt>
              <c:pt idx="284">
                <c:v>0.33197619589936445</c:v>
              </c:pt>
              <c:pt idx="285">
                <c:v>0.33197619589936445</c:v>
              </c:pt>
              <c:pt idx="286">
                <c:v>0.33197619589936445</c:v>
              </c:pt>
              <c:pt idx="287">
                <c:v>0.33197619589936445</c:v>
              </c:pt>
              <c:pt idx="288">
                <c:v>0.33197619589936445</c:v>
              </c:pt>
              <c:pt idx="289">
                <c:v>0.33197619589936445</c:v>
              </c:pt>
              <c:pt idx="290">
                <c:v>0.33197619589936445</c:v>
              </c:pt>
              <c:pt idx="291">
                <c:v>0.33197619589936445</c:v>
              </c:pt>
              <c:pt idx="292">
                <c:v>0.33197619589936445</c:v>
              </c:pt>
              <c:pt idx="293">
                <c:v>0.33197619589936445</c:v>
              </c:pt>
              <c:pt idx="294">
                <c:v>0.33197619589936445</c:v>
              </c:pt>
              <c:pt idx="295">
                <c:v>0.33197619589936445</c:v>
              </c:pt>
              <c:pt idx="296">
                <c:v>0.29806611889865636</c:v>
              </c:pt>
              <c:pt idx="297">
                <c:v>0.29806611889865636</c:v>
              </c:pt>
              <c:pt idx="298">
                <c:v>0.29806611889865636</c:v>
              </c:pt>
              <c:pt idx="299">
                <c:v>0.29806611889865636</c:v>
              </c:pt>
              <c:pt idx="300">
                <c:v>0.29806611889865636</c:v>
              </c:pt>
              <c:pt idx="301">
                <c:v>0.29806611889865636</c:v>
              </c:pt>
              <c:pt idx="302">
                <c:v>0.29806611889865636</c:v>
              </c:pt>
              <c:pt idx="303">
                <c:v>0.29806611889865636</c:v>
              </c:pt>
              <c:pt idx="304">
                <c:v>0.29806611889865636</c:v>
              </c:pt>
              <c:pt idx="305">
                <c:v>0.29806611889865636</c:v>
              </c:pt>
              <c:pt idx="306">
                <c:v>0.29806611889865636</c:v>
              </c:pt>
              <c:pt idx="307">
                <c:v>0.29806611889865636</c:v>
              </c:pt>
              <c:pt idx="308">
                <c:v>0.15102623083618344</c:v>
              </c:pt>
              <c:pt idx="309">
                <c:v>0.15102623083618344</c:v>
              </c:pt>
              <c:pt idx="310">
                <c:v>0.10931660777204763</c:v>
              </c:pt>
              <c:pt idx="311">
                <c:v>0.10931660777204763</c:v>
              </c:pt>
              <c:pt idx="312">
                <c:v>0.10931660777204763</c:v>
              </c:pt>
              <c:pt idx="313">
                <c:v>0.10931660777204763</c:v>
              </c:pt>
              <c:pt idx="314">
                <c:v>0.10931660777204763</c:v>
              </c:pt>
              <c:pt idx="315">
                <c:v>0.10931660777204763</c:v>
              </c:pt>
              <c:pt idx="316">
                <c:v>0.07585734568053278</c:v>
              </c:pt>
              <c:pt idx="317">
                <c:v>0.07585734568053278</c:v>
              </c:pt>
              <c:pt idx="318">
                <c:v>0.07585734568053278</c:v>
              </c:pt>
              <c:pt idx="319">
                <c:v>0.07585734568053278</c:v>
              </c:pt>
              <c:pt idx="320">
                <c:v>0.018409778284908234</c:v>
              </c:pt>
              <c:pt idx="321">
                <c:v>0.018409778284908234</c:v>
              </c:pt>
              <c:pt idx="322">
                <c:v>0.018409778284908234</c:v>
              </c:pt>
              <c:pt idx="323">
                <c:v>0.018409778284908234</c:v>
              </c:pt>
            </c:numLit>
          </c:yVal>
          <c:smooth val="0"/>
        </c:ser>
        <c:ser>
          <c:idx val="1"/>
          <c:order val="1"/>
          <c:tx>
            <c:v>Certified bound Φ</c:v>
          </c:tx>
          <c:spPr>
            <a:noFill xmlns:a="http://schemas.openxmlformats.org/drawingml/2006/main"/>
            <a:ln xmlns:a="http://schemas.openxmlformats.org/drawingml/2006/main" w="13335">
              <a:solidFill>
                <a:srgbClr val="7B8790"/>
              </a:solidFill>
              <a:prstDash val="dash"/>
            </a:ln>
          </c:spPr>
          <c:marker>
            <c:symbol val="none"/>
            <c:size val="7"/>
            <c:spPr>
              <a:solidFill xmlns:a="http://schemas.openxmlformats.org/drawingml/2006/main">
                <a:srgbClr val="7B8790"/>
              </a:solidFill>
            </c:spPr>
          </c:marker>
          <c:xVal>
            <c:numLit>
              <c:formatCode>General</c:formatCode>
              <c:ptCount val="324"/>
              <c:pt idx="0">
                <c:v>0</c:v>
              </c:pt>
              <c:pt idx="1">
                <c:v>0.00015111388520402483</c:v>
              </c:pt>
              <c:pt idx="2">
                <c:v>0.00015111388520402483</c:v>
              </c:pt>
              <c:pt idx="3">
                <c:v>0.004203918291160405</c:v>
              </c:pt>
              <c:pt idx="4">
                <c:v>0.004203918291160405</c:v>
              </c:pt>
              <c:pt idx="5">
                <c:v>0.0055513884840561484</c:v>
              </c:pt>
              <c:pt idx="6">
                <c:v>0.0055513884840561484</c:v>
              </c:pt>
              <c:pt idx="7">
                <c:v>0.011997738289471096</c:v>
              </c:pt>
              <c:pt idx="8">
                <c:v>0.011997738289471096</c:v>
              </c:pt>
              <c:pt idx="9">
                <c:v>0.01879632306328693</c:v>
              </c:pt>
              <c:pt idx="10">
                <c:v>0.01879632306328693</c:v>
              </c:pt>
              <c:pt idx="11">
                <c:v>0.020693011250991083</c:v>
              </c:pt>
              <c:pt idx="12">
                <c:v>0.020693011250991083</c:v>
              </c:pt>
              <c:pt idx="13">
                <c:v>0.03759137978492728</c:v>
              </c:pt>
              <c:pt idx="14">
                <c:v>0.03759137978492728</c:v>
              </c:pt>
              <c:pt idx="15">
                <c:v>0.06111098020389257</c:v>
              </c:pt>
              <c:pt idx="16">
                <c:v>0.06111098020389257</c:v>
              </c:pt>
              <c:pt idx="17">
                <c:v>0.0619676580927901</c:v>
              </c:pt>
              <c:pt idx="18">
                <c:v>0.0619676580927901</c:v>
              </c:pt>
              <c:pt idx="19">
                <c:v>0.06303584928042975</c:v>
              </c:pt>
              <c:pt idx="20">
                <c:v>0.06303584928042975</c:v>
              </c:pt>
              <c:pt idx="21">
                <c:v>0.06924156272888858</c:v>
              </c:pt>
              <c:pt idx="22">
                <c:v>0.06924156272888858</c:v>
              </c:pt>
              <c:pt idx="23">
                <c:v>0.09601557994714856</c:v>
              </c:pt>
              <c:pt idx="24">
                <c:v>0.09601557994714856</c:v>
              </c:pt>
              <c:pt idx="25">
                <c:v>0.09798446227799736</c:v>
              </c:pt>
              <c:pt idx="26">
                <c:v>0.09798446227799736</c:v>
              </c:pt>
              <c:pt idx="27">
                <c:v>0.10288347099038325</c:v>
              </c:pt>
              <c:pt idx="28">
                <c:v>0.10288347099038325</c:v>
              </c:pt>
              <c:pt idx="29">
                <c:v>0.10709303121910597</c:v>
              </c:pt>
              <c:pt idx="30">
                <c:v>0.10709303121910597</c:v>
              </c:pt>
              <c:pt idx="31">
                <c:v>0.1151851915987303</c:v>
              </c:pt>
              <c:pt idx="32">
                <c:v>0.1151851915987303</c:v>
              </c:pt>
              <c:pt idx="33">
                <c:v>0.1298870932344204</c:v>
              </c:pt>
              <c:pt idx="34">
                <c:v>0.1298870932344204</c:v>
              </c:pt>
              <c:pt idx="35">
                <c:v>0.15127315870108515</c:v>
              </c:pt>
              <c:pt idx="36">
                <c:v>0.15127315870108515</c:v>
              </c:pt>
              <c:pt idx="37">
                <c:v>0.15223837857438724</c:v>
              </c:pt>
              <c:pt idx="38">
                <c:v>0.15223837857438724</c:v>
              </c:pt>
              <c:pt idx="39">
                <c:v>0.21472560614380545</c:v>
              </c:pt>
              <c:pt idx="40">
                <c:v>0.21472560614380545</c:v>
              </c:pt>
              <c:pt idx="41">
                <c:v>0.21842478822666775</c:v>
              </c:pt>
              <c:pt idx="42">
                <c:v>0.21842478822666775</c:v>
              </c:pt>
              <c:pt idx="43">
                <c:v>0.2842628211335286</c:v>
              </c:pt>
              <c:pt idx="44">
                <c:v>0.2842628211335286</c:v>
              </c:pt>
              <c:pt idx="45">
                <c:v>0.3250371642058675</c:v>
              </c:pt>
              <c:pt idx="46">
                <c:v>0.3250371642058675</c:v>
              </c:pt>
              <c:pt idx="47">
                <c:v>0.3360640126462433</c:v>
              </c:pt>
              <c:pt idx="48">
                <c:v>0.3360640126462433</c:v>
              </c:pt>
              <c:pt idx="49">
                <c:v>0.39724549645144913</c:v>
              </c:pt>
              <c:pt idx="50">
                <c:v>0.39724549645144913</c:v>
              </c:pt>
              <c:pt idx="51">
                <c:v>0.39982161151641177</c:v>
              </c:pt>
              <c:pt idx="52">
                <c:v>0.39982161151641177</c:v>
              </c:pt>
              <c:pt idx="53">
                <c:v>0.406104487831488</c:v>
              </c:pt>
              <c:pt idx="54">
                <c:v>0.406104487831488</c:v>
              </c:pt>
              <c:pt idx="55">
                <c:v>0.44189571857053106</c:v>
              </c:pt>
              <c:pt idx="56">
                <c:v>0.44189571857053106</c:v>
              </c:pt>
              <c:pt idx="57">
                <c:v>0.5</c:v>
              </c:pt>
              <c:pt idx="58">
                <c:v>0.5</c:v>
              </c:pt>
              <c:pt idx="59">
                <c:v>0.5549898292884123</c:v>
              </c:pt>
              <c:pt idx="60">
                <c:v>0.5549898292884123</c:v>
              </c:pt>
              <c:pt idx="61">
                <c:v>0.6474785113794752</c:v>
              </c:pt>
              <c:pt idx="62">
                <c:v>0.6474785113794752</c:v>
              </c:pt>
              <c:pt idx="63">
                <c:v>0.660842950598233</c:v>
              </c:pt>
              <c:pt idx="64">
                <c:v>0.660842950598233</c:v>
              </c:pt>
              <c:pt idx="65">
                <c:v>0.6778011958174508</c:v>
              </c:pt>
              <c:pt idx="66">
                <c:v>0.6778011958174508</c:v>
              </c:pt>
              <c:pt idx="67">
                <c:v>0.7118869108750362</c:v>
              </c:pt>
              <c:pt idx="68">
                <c:v>0.7118869108750362</c:v>
              </c:pt>
              <c:pt idx="69">
                <c:v>0.7153220178559766</c:v>
              </c:pt>
              <c:pt idx="70">
                <c:v>0.7153220178559766</c:v>
              </c:pt>
              <c:pt idx="71">
                <c:v>0.7967712142284801</c:v>
              </c:pt>
              <c:pt idx="72">
                <c:v>0.7967712142284801</c:v>
              </c:pt>
              <c:pt idx="73">
                <c:v>0.7976904344155796</c:v>
              </c:pt>
              <c:pt idx="74">
                <c:v>0.7976904344155796</c:v>
              </c:pt>
              <c:pt idx="75">
                <c:v>0.8175005445188739</c:v>
              </c:pt>
              <c:pt idx="76">
                <c:v>0.8175005445188739</c:v>
              </c:pt>
              <c:pt idx="77">
                <c:v>0.8631761063486523</c:v>
              </c:pt>
              <c:pt idx="78">
                <c:v>0.8631761063486523</c:v>
              </c:pt>
              <c:pt idx="79">
                <c:v>0.9243016618459949</c:v>
              </c:pt>
              <c:pt idx="80">
                <c:v>0.9243016618459949</c:v>
              </c:pt>
              <c:pt idx="81">
                <c:v>0.9557137371304134</c:v>
              </c:pt>
              <c:pt idx="82">
                <c:v>0.9557137371304134</c:v>
              </c:pt>
              <c:pt idx="83">
                <c:v>1</c:v>
              </c:pt>
              <c:pt idx="84">
                <c:v>1</c:v>
              </c:pt>
              <c:pt idx="85">
                <c:v>1.000289432295881</c:v>
              </c:pt>
              <c:pt idx="86">
                <c:v>1.000289432295881</c:v>
              </c:pt>
              <c:pt idx="87">
                <c:v>1.0512410296868069</c:v>
              </c:pt>
              <c:pt idx="88">
                <c:v>1.0512410296868069</c:v>
              </c:pt>
              <c:pt idx="89">
                <c:v>1.1128414317502269</c:v>
              </c:pt>
              <c:pt idx="90">
                <c:v>1.1128414317502269</c:v>
              </c:pt>
              <c:pt idx="91">
                <c:v>1.1177988628596658</c:v>
              </c:pt>
              <c:pt idx="92">
                <c:v>1.1177988628596658</c:v>
              </c:pt>
              <c:pt idx="93">
                <c:v>1.1232009985377522</c:v>
              </c:pt>
              <c:pt idx="94">
                <c:v>1.1232009985377522</c:v>
              </c:pt>
              <c:pt idx="95">
                <c:v>1.1840181244992556</c:v>
              </c:pt>
              <c:pt idx="96">
                <c:v>1.1840181244992556</c:v>
              </c:pt>
              <c:pt idx="97">
                <c:v>1.2061624260055197</c:v>
              </c:pt>
              <c:pt idx="98">
                <c:v>1.2061624260055197</c:v>
              </c:pt>
              <c:pt idx="99">
                <c:v>1.315331744683065</c:v>
              </c:pt>
              <c:pt idx="100">
                <c:v>1.315331744683065</c:v>
              </c:pt>
              <c:pt idx="101">
                <c:v>1.3456754572894365</c:v>
              </c:pt>
              <c:pt idx="102">
                <c:v>1.3456754572894365</c:v>
              </c:pt>
              <c:pt idx="103">
                <c:v>1.3592377982859938</c:v>
              </c:pt>
              <c:pt idx="104">
                <c:v>1.3592377982859938</c:v>
              </c:pt>
              <c:pt idx="105">
                <c:v>1.3851663248366992</c:v>
              </c:pt>
              <c:pt idx="106">
                <c:v>1.3851663248366992</c:v>
              </c:pt>
              <c:pt idx="107">
                <c:v>1.3935454081086054</c:v>
              </c:pt>
              <c:pt idx="108">
                <c:v>1.3935454081086054</c:v>
              </c:pt>
              <c:pt idx="109">
                <c:v>1.4001810966796278</c:v>
              </c:pt>
              <c:pt idx="110">
                <c:v>1.4001810966796278</c:v>
              </c:pt>
              <c:pt idx="111">
                <c:v>1.444504370404768</c:v>
              </c:pt>
              <c:pt idx="112">
                <c:v>1.444504370404768</c:v>
              </c:pt>
              <c:pt idx="113">
                <c:v>1.4455543087844618</c:v>
              </c:pt>
              <c:pt idx="114">
                <c:v>1.4455543087844618</c:v>
              </c:pt>
              <c:pt idx="115">
                <c:v>1.4530746631674125</c:v>
              </c:pt>
              <c:pt idx="116">
                <c:v>1.4530746631674125</c:v>
              </c:pt>
              <c:pt idx="117">
                <c:v>1.5028679464967793</c:v>
              </c:pt>
              <c:pt idx="118">
                <c:v>1.5028679464967793</c:v>
              </c:pt>
              <c:pt idx="119">
                <c:v>1.531351013859408</c:v>
              </c:pt>
              <c:pt idx="120">
                <c:v>1.531351013859408</c:v>
              </c:pt>
              <c:pt idx="121">
                <c:v>1.5393426919480528</c:v>
              </c:pt>
              <c:pt idx="122">
                <c:v>1.5393426919480528</c:v>
              </c:pt>
              <c:pt idx="123">
                <c:v>1.5408854734172206</c:v>
              </c:pt>
              <c:pt idx="124">
                <c:v>1.5408854734172206</c:v>
              </c:pt>
              <c:pt idx="125">
                <c:v>1.633764400333853</c:v>
              </c:pt>
              <c:pt idx="126">
                <c:v>1.633764400333853</c:v>
              </c:pt>
              <c:pt idx="127">
                <c:v>1.6553002343162027</c:v>
              </c:pt>
              <c:pt idx="128">
                <c:v>1.6553002343162027</c:v>
              </c:pt>
              <c:pt idx="129">
                <c:v>1.6785159158282978</c:v>
              </c:pt>
              <c:pt idx="130">
                <c:v>1.6785159158282978</c:v>
              </c:pt>
              <c:pt idx="131">
                <c:v>1.6948753805377457</c:v>
              </c:pt>
              <c:pt idx="132">
                <c:v>1.6948753805377457</c:v>
              </c:pt>
              <c:pt idx="133">
                <c:v>1.7584844654465772</c:v>
              </c:pt>
              <c:pt idx="134">
                <c:v>1.7584844654465772</c:v>
              </c:pt>
              <c:pt idx="135">
                <c:v>1.7718183257357238</c:v>
              </c:pt>
              <c:pt idx="136">
                <c:v>1.7718183257357238</c:v>
              </c:pt>
              <c:pt idx="137">
                <c:v>1.7941219849936019</c:v>
              </c:pt>
              <c:pt idx="138">
                <c:v>1.7941219849936019</c:v>
              </c:pt>
              <c:pt idx="139">
                <c:v>1.8145682798881748</c:v>
              </c:pt>
              <c:pt idx="140">
                <c:v>1.8145682798881748</c:v>
              </c:pt>
              <c:pt idx="141">
                <c:v>1.82810497376606</c:v>
              </c:pt>
              <c:pt idx="142">
                <c:v>1.82810497376606</c:v>
              </c:pt>
              <c:pt idx="143">
                <c:v>2</c:v>
              </c:pt>
              <c:pt idx="144">
                <c:v>2</c:v>
              </c:pt>
              <c:pt idx="145">
                <c:v>2.0023043568010763</c:v>
              </c:pt>
              <c:pt idx="146">
                <c:v>2.0023043568010763</c:v>
              </c:pt>
              <c:pt idx="147">
                <c:v>2.019644019891745</c:v>
              </c:pt>
              <c:pt idx="148">
                <c:v>2.019644019891745</c:v>
              </c:pt>
              <c:pt idx="149">
                <c:v>2.0273946099891944</c:v>
              </c:pt>
              <c:pt idx="150">
                <c:v>2.0273946099891944</c:v>
              </c:pt>
              <c:pt idx="151">
                <c:v>2.1286448219488467</c:v>
              </c:pt>
              <c:pt idx="152">
                <c:v>2.1286448219488467</c:v>
              </c:pt>
              <c:pt idx="153">
                <c:v>2.142874899193884</c:v>
              </c:pt>
              <c:pt idx="154">
                <c:v>2.142874899193884</c:v>
              </c:pt>
              <c:pt idx="155">
                <c:v>2.1466188030835847</c:v>
              </c:pt>
              <c:pt idx="156">
                <c:v>2.1466188030835847</c:v>
              </c:pt>
              <c:pt idx="157">
                <c:v>2.180396530164073</c:v>
              </c:pt>
              <c:pt idx="158">
                <c:v>2.180396530164073</c:v>
              </c:pt>
              <c:pt idx="159">
                <c:v>2.217401591981884</c:v>
              </c:pt>
              <c:pt idx="160">
                <c:v>2.217401591981884</c:v>
              </c:pt>
              <c:pt idx="161">
                <c:v>2.2248582561780013</c:v>
              </c:pt>
              <c:pt idx="162">
                <c:v>2.2248582561780013</c:v>
              </c:pt>
              <c:pt idx="163">
                <c:v>2.249666022359145</c:v>
              </c:pt>
              <c:pt idx="164">
                <c:v>2.249666022359145</c:v>
              </c:pt>
              <c:pt idx="165">
                <c:v>2.2621915421291865</c:v>
              </c:pt>
              <c:pt idx="166">
                <c:v>2.2621915421291865</c:v>
              </c:pt>
              <c:pt idx="167">
                <c:v>2.368460459034046</c:v>
              </c:pt>
              <c:pt idx="168">
                <c:v>2.368460459034046</c:v>
              </c:pt>
              <c:pt idx="169">
                <c:v>2.431498247751393</c:v>
              </c:pt>
              <c:pt idx="170">
                <c:v>2.431498247751393</c:v>
              </c:pt>
              <c:pt idx="171">
                <c:v>2.4794983933067534</c:v>
              </c:pt>
              <c:pt idx="172">
                <c:v>2.4794983933067534</c:v>
              </c:pt>
              <c:pt idx="173">
                <c:v>2.4972685400549794</c:v>
              </c:pt>
              <c:pt idx="174">
                <c:v>2.4972685400549794</c:v>
              </c:pt>
              <c:pt idx="175">
                <c:v>2.6004488930753604</c:v>
              </c:pt>
              <c:pt idx="176">
                <c:v>2.6004488930753604</c:v>
              </c:pt>
              <c:pt idx="177">
                <c:v>2.609595990940967</c:v>
              </c:pt>
              <c:pt idx="178">
                <c:v>2.609595990940967</c:v>
              </c:pt>
              <c:pt idx="179">
                <c:v>2.613280680769558</c:v>
              </c:pt>
              <c:pt idx="180">
                <c:v>2.613280680769558</c:v>
              </c:pt>
              <c:pt idx="181">
                <c:v>2.7115540142350776</c:v>
              </c:pt>
              <c:pt idx="182">
                <c:v>2.7115540142350776</c:v>
              </c:pt>
              <c:pt idx="183">
                <c:v>3.085601206004607</c:v>
              </c:pt>
              <c:pt idx="184">
                <c:v>3.085601206004607</c:v>
              </c:pt>
              <c:pt idx="185">
                <c:v>3.101667528952116</c:v>
              </c:pt>
              <c:pt idx="186">
                <c:v>3.101667528952116</c:v>
              </c:pt>
              <c:pt idx="187">
                <c:v>3.103803775428357</c:v>
              </c:pt>
              <c:pt idx="188">
                <c:v>3.103803775428357</c:v>
              </c:pt>
              <c:pt idx="189">
                <c:v>3.106764755166443</c:v>
              </c:pt>
              <c:pt idx="190">
                <c:v>3.106764755166443</c:v>
              </c:pt>
              <c:pt idx="191">
                <c:v>3.480015519256061</c:v>
              </c:pt>
              <c:pt idx="192">
                <c:v>3.480015519256061</c:v>
              </c:pt>
              <c:pt idx="193">
                <c:v>3.7285407662781935</c:v>
              </c:pt>
              <c:pt idx="194">
                <c:v>3.7285407662781935</c:v>
              </c:pt>
              <c:pt idx="195">
                <c:v>3.8201887654812903</c:v>
              </c:pt>
              <c:pt idx="196">
                <c:v>3.8201887654812903</c:v>
              </c:pt>
              <c:pt idx="197">
                <c:v>3.936710278991065</c:v>
              </c:pt>
              <c:pt idx="198">
                <c:v>3.936710278991065</c:v>
              </c:pt>
              <c:pt idx="199">
                <c:v>4.035047841609898</c:v>
              </c:pt>
              <c:pt idx="200">
                <c:v>4.035047841609898</c:v>
              </c:pt>
              <c:pt idx="201">
                <c:v>4.0791124343871745</c:v>
              </c:pt>
              <c:pt idx="202">
                <c:v>4.0791124343871745</c:v>
              </c:pt>
              <c:pt idx="203">
                <c:v>4.257920102372476</c:v>
              </c:pt>
              <c:pt idx="204">
                <c:v>4.257920102372476</c:v>
              </c:pt>
              <c:pt idx="205">
                <c:v>4.325061804254402</c:v>
              </c:pt>
              <c:pt idx="206">
                <c:v>4.325061804254402</c:v>
              </c:pt>
              <c:pt idx="207">
                <c:v>4.387366087139888</c:v>
              </c:pt>
              <c:pt idx="208">
                <c:v>4.387366087139888</c:v>
              </c:pt>
              <c:pt idx="209">
                <c:v>4.4156204549717515</c:v>
              </c:pt>
              <c:pt idx="210">
                <c:v>4.4156204549717515</c:v>
              </c:pt>
              <c:pt idx="211">
                <c:v>4.578347203931111</c:v>
              </c:pt>
              <c:pt idx="212">
                <c:v>4.578347203931111</c:v>
              </c:pt>
              <c:pt idx="213">
                <c:v>4.6099909983561975</c:v>
              </c:pt>
              <c:pt idx="214">
                <c:v>4.6099909983561975</c:v>
              </c:pt>
              <c:pt idx="215">
                <c:v>4.73574535111436</c:v>
              </c:pt>
              <c:pt idx="216">
                <c:v>4.73574535111436</c:v>
              </c:pt>
              <c:pt idx="217">
                <c:v>4.773261275974323</c:v>
              </c:pt>
              <c:pt idx="218">
                <c:v>4.773261275974323</c:v>
              </c:pt>
              <c:pt idx="219">
                <c:v>5</c:v>
              </c:pt>
              <c:pt idx="220">
                <c:v>5</c:v>
              </c:pt>
              <c:pt idx="221">
                <c:v>5.066156149569525</c:v>
              </c:pt>
              <c:pt idx="222">
                <c:v>5.066156149569525</c:v>
              </c:pt>
              <c:pt idx="223">
                <c:v>5.06989171719019</c:v>
              </c:pt>
              <c:pt idx="224">
                <c:v>5.06989171719019</c:v>
              </c:pt>
              <c:pt idx="225">
                <c:v>5.088516630581974</c:v>
              </c:pt>
              <c:pt idx="226">
                <c:v>5.088516630581974</c:v>
              </c:pt>
              <c:pt idx="227">
                <c:v>5.139091507315685</c:v>
              </c:pt>
              <c:pt idx="228">
                <c:v>5.139091507315685</c:v>
              </c:pt>
              <c:pt idx="229">
                <c:v>5.153448259180709</c:v>
              </c:pt>
              <c:pt idx="230">
                <c:v>5.153448259180709</c:v>
              </c:pt>
              <c:pt idx="231">
                <c:v>5.535110471066339</c:v>
              </c:pt>
              <c:pt idx="232">
                <c:v>5.535110471066339</c:v>
              </c:pt>
              <c:pt idx="233">
                <c:v>6.0062824748553165</c:v>
              </c:pt>
              <c:pt idx="234">
                <c:v>6.0062824748553165</c:v>
              </c:pt>
              <c:pt idx="235">
                <c:v>6.0097878418767205</c:v>
              </c:pt>
              <c:pt idx="236">
                <c:v>6.0097878418767205</c:v>
              </c:pt>
              <c:pt idx="237">
                <c:v>6.090534328155278</c:v>
              </c:pt>
              <c:pt idx="238">
                <c:v>6.090534328155278</c:v>
              </c:pt>
              <c:pt idx="239">
                <c:v>6.178333815943852</c:v>
              </c:pt>
              <c:pt idx="240">
                <c:v>6.178333815943852</c:v>
              </c:pt>
              <c:pt idx="241">
                <c:v>6.180075569985474</c:v>
              </c:pt>
              <c:pt idx="242">
                <c:v>6.180075569985474</c:v>
              </c:pt>
              <c:pt idx="243">
                <c:v>6.310839989460868</c:v>
              </c:pt>
              <c:pt idx="244">
                <c:v>6.310839989460868</c:v>
              </c:pt>
              <c:pt idx="245">
                <c:v>6.63637013245907</c:v>
              </c:pt>
              <c:pt idx="246">
                <c:v>6.63637013245907</c:v>
              </c:pt>
              <c:pt idx="247">
                <c:v>6.764744887625756</c:v>
              </c:pt>
              <c:pt idx="248">
                <c:v>6.764744887625756</c:v>
              </c:pt>
              <c:pt idx="249">
                <c:v>6.941697908433644</c:v>
              </c:pt>
              <c:pt idx="250">
                <c:v>6.941697908433644</c:v>
              </c:pt>
              <c:pt idx="251">
                <c:v>6.9875723165675945</c:v>
              </c:pt>
              <c:pt idx="252">
                <c:v>6.9875723165675945</c:v>
              </c:pt>
              <c:pt idx="253">
                <c:v>7.329137288231428</c:v>
              </c:pt>
              <c:pt idx="254">
                <c:v>7.329137288231428</c:v>
              </c:pt>
              <c:pt idx="255">
                <c:v>7.422423045569182</c:v>
              </c:pt>
              <c:pt idx="256">
                <c:v>7.422423045569182</c:v>
              </c:pt>
              <c:pt idx="257">
                <c:v>7.42949757717184</c:v>
              </c:pt>
              <c:pt idx="258">
                <c:v>7.42949757717184</c:v>
              </c:pt>
              <c:pt idx="259">
                <c:v>7.439059446693584</c:v>
              </c:pt>
              <c:pt idx="260">
                <c:v>7.439059446693584</c:v>
              </c:pt>
              <c:pt idx="261">
                <c:v>7.610372856814535</c:v>
              </c:pt>
              <c:pt idx="262">
                <c:v>7.610372856814535</c:v>
              </c:pt>
              <c:pt idx="263">
                <c:v>7.618328661079604</c:v>
              </c:pt>
              <c:pt idx="264">
                <c:v>7.618328661079604</c:v>
              </c:pt>
              <c:pt idx="265">
                <c:v>7.833064978540843</c:v>
              </c:pt>
              <c:pt idx="266">
                <c:v>7.833064978540843</c:v>
              </c:pt>
              <c:pt idx="267">
                <c:v>8.053996082171789</c:v>
              </c:pt>
              <c:pt idx="268">
                <c:v>8.053996082171789</c:v>
              </c:pt>
              <c:pt idx="269">
                <c:v>8.066798678324854</c:v>
              </c:pt>
              <c:pt idx="270">
                <c:v>8.066798678324854</c:v>
              </c:pt>
              <c:pt idx="271">
                <c:v>8.351587409644011</c:v>
              </c:pt>
              <c:pt idx="272">
                <c:v>8.351587409644011</c:v>
              </c:pt>
              <c:pt idx="273">
                <c:v>8.417281237061692</c:v>
              </c:pt>
              <c:pt idx="274">
                <c:v>8.417281237061692</c:v>
              </c:pt>
              <c:pt idx="275">
                <c:v>8.548266319766393</c:v>
              </c:pt>
              <c:pt idx="276">
                <c:v>8.548266319766393</c:v>
              </c:pt>
              <c:pt idx="277">
                <c:v>9.198189525438586</c:v>
              </c:pt>
              <c:pt idx="278">
                <c:v>9.198189525438586</c:v>
              </c:pt>
              <c:pt idx="279">
                <c:v>10</c:v>
              </c:pt>
              <c:pt idx="280">
                <c:v>10</c:v>
              </c:pt>
              <c:pt idx="281">
                <c:v>10.330349279058767</c:v>
              </c:pt>
              <c:pt idx="282">
                <c:v>10.330349279058767</c:v>
              </c:pt>
              <c:pt idx="283">
                <c:v>10.427775150531565</c:v>
              </c:pt>
              <c:pt idx="284">
                <c:v>10.427775150531565</c:v>
              </c:pt>
              <c:pt idx="285">
                <c:v>10.907187411479741</c:v>
              </c:pt>
              <c:pt idx="286">
                <c:v>10.907187411479741</c:v>
              </c:pt>
              <c:pt idx="287">
                <c:v>11.2133792839196</c:v>
              </c:pt>
              <c:pt idx="288">
                <c:v>11.2133792839196</c:v>
              </c:pt>
              <c:pt idx="289">
                <c:v>11.393151589708818</c:v>
              </c:pt>
              <c:pt idx="290">
                <c:v>11.393151589708818</c:v>
              </c:pt>
              <c:pt idx="291">
                <c:v>11.492278519749553</c:v>
              </c:pt>
              <c:pt idx="292">
                <c:v>11.492278519749553</c:v>
              </c:pt>
              <c:pt idx="293">
                <c:v>11.842274256759449</c:v>
              </c:pt>
              <c:pt idx="294">
                <c:v>11.842274256759449</c:v>
              </c:pt>
              <c:pt idx="295">
                <c:v>13.240995002806844</c:v>
              </c:pt>
              <c:pt idx="296">
                <c:v>13.240995002806844</c:v>
              </c:pt>
              <c:pt idx="297">
                <c:v>13.644005289371187</c:v>
              </c:pt>
              <c:pt idx="298">
                <c:v>13.644005289371187</c:v>
              </c:pt>
              <c:pt idx="299">
                <c:v>14.27268237082065</c:v>
              </c:pt>
              <c:pt idx="300">
                <c:v>14.27268237082065</c:v>
              </c:pt>
              <c:pt idx="301">
                <c:v>15</c:v>
              </c:pt>
              <c:pt idx="302">
                <c:v>15</c:v>
              </c:pt>
              <c:pt idx="303">
                <c:v>15.52485215989029</c:v>
              </c:pt>
              <c:pt idx="304">
                <c:v>15.52485215989029</c:v>
              </c:pt>
              <c:pt idx="305">
                <c:v>15.931928066073597</c:v>
              </c:pt>
              <c:pt idx="306">
                <c:v>15.931928066073597</c:v>
              </c:pt>
              <c:pt idx="307">
                <c:v>16.55159547143925</c:v>
              </c:pt>
              <c:pt idx="308">
                <c:v>16.55159547143925</c:v>
              </c:pt>
              <c:pt idx="309">
                <c:v>19.77485564764</c:v>
              </c:pt>
              <c:pt idx="310">
                <c:v>19.77485564764</c:v>
              </c:pt>
              <c:pt idx="311">
                <c:v>20</c:v>
              </c:pt>
              <c:pt idx="312">
                <c:v>20</c:v>
              </c:pt>
              <c:pt idx="313">
                <c:v>21.752924296059124</c:v>
              </c:pt>
              <c:pt idx="314">
                <c:v>21.752924296059124</c:v>
              </c:pt>
              <c:pt idx="315">
                <c:v>24.008677003995636</c:v>
              </c:pt>
              <c:pt idx="316">
                <c:v>24.008677003995636</c:v>
              </c:pt>
              <c:pt idx="317">
                <c:v>30</c:v>
              </c:pt>
              <c:pt idx="318">
                <c:v>30</c:v>
              </c:pt>
              <c:pt idx="319">
                <c:v>33.555199555944284</c:v>
              </c:pt>
              <c:pt idx="320">
                <c:v>33.555199555944284</c:v>
              </c:pt>
              <c:pt idx="321">
                <c:v>50</c:v>
              </c:pt>
              <c:pt idx="322">
                <c:v>50</c:v>
              </c:pt>
              <c:pt idx="323">
                <c:v>70</c:v>
              </c:pt>
            </c:numLit>
          </c:xVal>
          <c:yVal>
            <c:numLit>
              <c:formatCode>0.0</c:formatCode>
              <c:ptCount val="324"/>
              <c:pt idx="0">
                <c:v>0.951535629655941</c:v>
              </c:pt>
              <c:pt idx="1">
                <c:v>0.951535629655941</c:v>
              </c:pt>
              <c:pt idx="2">
                <c:v>0.951535629655941</c:v>
              </c:pt>
              <c:pt idx="3">
                <c:v>0.951535629655941</c:v>
              </c:pt>
              <c:pt idx="4">
                <c:v>0.951535629655941</c:v>
              </c:pt>
              <c:pt idx="5">
                <c:v>0.951535629655941</c:v>
              </c:pt>
              <c:pt idx="6">
                <c:v>0.951535629655941</c:v>
              </c:pt>
              <c:pt idx="7">
                <c:v>0.951535629655941</c:v>
              </c:pt>
              <c:pt idx="8">
                <c:v>0.951535629655941</c:v>
              </c:pt>
              <c:pt idx="9">
                <c:v>0.951535629655941</c:v>
              </c:pt>
              <c:pt idx="10">
                <c:v>0.951535629655941</c:v>
              </c:pt>
              <c:pt idx="11">
                <c:v>0.951535629655941</c:v>
              </c:pt>
              <c:pt idx="12">
                <c:v>0.951535629655941</c:v>
              </c:pt>
              <c:pt idx="13">
                <c:v>0.951535629655941</c:v>
              </c:pt>
              <c:pt idx="14">
                <c:v>0.951535629655941</c:v>
              </c:pt>
              <c:pt idx="15">
                <c:v>0.951535629655941</c:v>
              </c:pt>
              <c:pt idx="16">
                <c:v>0.951535629655941</c:v>
              </c:pt>
              <c:pt idx="17">
                <c:v>0.951535629655941</c:v>
              </c:pt>
              <c:pt idx="18">
                <c:v>0.951535629655941</c:v>
              </c:pt>
              <c:pt idx="19">
                <c:v>0.951535629655941</c:v>
              </c:pt>
              <c:pt idx="20">
                <c:v>0.951535629655941</c:v>
              </c:pt>
              <c:pt idx="21">
                <c:v>0.951535629655941</c:v>
              </c:pt>
              <c:pt idx="22">
                <c:v>0.951535629655941</c:v>
              </c:pt>
              <c:pt idx="23">
                <c:v>0.951535629655941</c:v>
              </c:pt>
              <c:pt idx="24">
                <c:v>0.951535629655941</c:v>
              </c:pt>
              <c:pt idx="25">
                <c:v>0.951535629655941</c:v>
              </c:pt>
              <c:pt idx="26">
                <c:v>0.951535629655941</c:v>
              </c:pt>
              <c:pt idx="27">
                <c:v>0.951535629655941</c:v>
              </c:pt>
              <c:pt idx="28">
                <c:v>0.951535629655941</c:v>
              </c:pt>
              <c:pt idx="29">
                <c:v>0.951535629655941</c:v>
              </c:pt>
              <c:pt idx="30">
                <c:v>0.951535629655941</c:v>
              </c:pt>
              <c:pt idx="31">
                <c:v>0.951535629655941</c:v>
              </c:pt>
              <c:pt idx="32">
                <c:v>0.951535629655941</c:v>
              </c:pt>
              <c:pt idx="33">
                <c:v>0.951535629655941</c:v>
              </c:pt>
              <c:pt idx="34">
                <c:v>0.951535629655941</c:v>
              </c:pt>
              <c:pt idx="35">
                <c:v>0.951535629655941</c:v>
              </c:pt>
              <c:pt idx="36">
                <c:v>0.951535629655941</c:v>
              </c:pt>
              <c:pt idx="37">
                <c:v>0.951535629655941</c:v>
              </c:pt>
              <c:pt idx="38">
                <c:v>0.951535629655941</c:v>
              </c:pt>
              <c:pt idx="39">
                <c:v>0.951535629655941</c:v>
              </c:pt>
              <c:pt idx="40">
                <c:v>0.951535629655941</c:v>
              </c:pt>
              <c:pt idx="41">
                <c:v>0.951535629655941</c:v>
              </c:pt>
              <c:pt idx="42">
                <c:v>0.951535629655941</c:v>
              </c:pt>
              <c:pt idx="43">
                <c:v>0.951535629655941</c:v>
              </c:pt>
              <c:pt idx="44">
                <c:v>0.951535629655941</c:v>
              </c:pt>
              <c:pt idx="45">
                <c:v>0.951535629655941</c:v>
              </c:pt>
              <c:pt idx="46">
                <c:v>0.951535629655941</c:v>
              </c:pt>
              <c:pt idx="47">
                <c:v>0.951535629655941</c:v>
              </c:pt>
              <c:pt idx="48">
                <c:v>0.951535629655941</c:v>
              </c:pt>
              <c:pt idx="49">
                <c:v>0.951535629655941</c:v>
              </c:pt>
              <c:pt idx="50">
                <c:v>0.951535629655941</c:v>
              </c:pt>
              <c:pt idx="51">
                <c:v>0.951535629655941</c:v>
              </c:pt>
              <c:pt idx="52">
                <c:v>0.951535629655941</c:v>
              </c:pt>
              <c:pt idx="53">
                <c:v>0.951535629655941</c:v>
              </c:pt>
              <c:pt idx="54">
                <c:v>0.951535629655941</c:v>
              </c:pt>
              <c:pt idx="55">
                <c:v>0.951535629655941</c:v>
              </c:pt>
              <c:pt idx="56">
                <c:v>0.951535629655941</c:v>
              </c:pt>
              <c:pt idx="57">
                <c:v>0.951535629655941</c:v>
              </c:pt>
              <c:pt idx="58">
                <c:v>0.951535629655941</c:v>
              </c:pt>
              <c:pt idx="59">
                <c:v>0.951535629655941</c:v>
              </c:pt>
              <c:pt idx="60">
                <c:v>0.951535629655941</c:v>
              </c:pt>
              <c:pt idx="61">
                <c:v>0.951535629655941</c:v>
              </c:pt>
              <c:pt idx="62">
                <c:v>0.951535629655941</c:v>
              </c:pt>
              <c:pt idx="63">
                <c:v>0.951535629655941</c:v>
              </c:pt>
              <c:pt idx="64">
                <c:v>0.951535629655941</c:v>
              </c:pt>
              <c:pt idx="65">
                <c:v>0.951535629655941</c:v>
              </c:pt>
              <c:pt idx="66">
                <c:v>0.951535629655941</c:v>
              </c:pt>
              <c:pt idx="67">
                <c:v>0.951535629655941</c:v>
              </c:pt>
              <c:pt idx="68">
                <c:v>0.951535629655941</c:v>
              </c:pt>
              <c:pt idx="69">
                <c:v>0.951535629655941</c:v>
              </c:pt>
              <c:pt idx="70">
                <c:v>0.951535629655941</c:v>
              </c:pt>
              <c:pt idx="71">
                <c:v>0.951535629655941</c:v>
              </c:pt>
              <c:pt idx="72">
                <c:v>0.951535629655941</c:v>
              </c:pt>
              <c:pt idx="73">
                <c:v>0.951535629655941</c:v>
              </c:pt>
              <c:pt idx="74">
                <c:v>0.951535629655941</c:v>
              </c:pt>
              <c:pt idx="75">
                <c:v>0.951535629655941</c:v>
              </c:pt>
              <c:pt idx="76">
                <c:v>0.951535629655941</c:v>
              </c:pt>
              <c:pt idx="77">
                <c:v>0.951535629655941</c:v>
              </c:pt>
              <c:pt idx="78">
                <c:v>0.951535629655941</c:v>
              </c:pt>
              <c:pt idx="79">
                <c:v>0.951535629655941</c:v>
              </c:pt>
              <c:pt idx="80">
                <c:v>0.7920982837234094</c:v>
              </c:pt>
              <c:pt idx="81">
                <c:v>0.7920982837234094</c:v>
              </c:pt>
              <c:pt idx="82">
                <c:v>0.7920982837234094</c:v>
              </c:pt>
              <c:pt idx="83">
                <c:v>0.7920982837234094</c:v>
              </c:pt>
              <c:pt idx="84">
                <c:v>0.7920982837234094</c:v>
              </c:pt>
              <c:pt idx="85">
                <c:v>0.7920982837234094</c:v>
              </c:pt>
              <c:pt idx="86">
                <c:v>0.7920982837234094</c:v>
              </c:pt>
              <c:pt idx="87">
                <c:v>0.7920982837234094</c:v>
              </c:pt>
              <c:pt idx="88">
                <c:v>0.7920982837234094</c:v>
              </c:pt>
              <c:pt idx="89">
                <c:v>0.7920982837234094</c:v>
              </c:pt>
              <c:pt idx="90">
                <c:v>0.7920982837234094</c:v>
              </c:pt>
              <c:pt idx="91">
                <c:v>0.7920982837234094</c:v>
              </c:pt>
              <c:pt idx="92">
                <c:v>0.7920982837234094</c:v>
              </c:pt>
              <c:pt idx="93">
                <c:v>0.7920982837234094</c:v>
              </c:pt>
              <c:pt idx="94">
                <c:v>0.7920982837234094</c:v>
              </c:pt>
              <c:pt idx="95">
                <c:v>0.7920982837234094</c:v>
              </c:pt>
              <c:pt idx="96">
                <c:v>0.7920982837234094</c:v>
              </c:pt>
              <c:pt idx="97">
                <c:v>0.7920982837234094</c:v>
              </c:pt>
              <c:pt idx="98">
                <c:v>0.7920982837234094</c:v>
              </c:pt>
              <c:pt idx="99">
                <c:v>0.7920982837234094</c:v>
              </c:pt>
              <c:pt idx="100">
                <c:v>0.7920982837234094</c:v>
              </c:pt>
              <c:pt idx="101">
                <c:v>0.7920982837234094</c:v>
              </c:pt>
              <c:pt idx="102">
                <c:v>0.7920982837234094</c:v>
              </c:pt>
              <c:pt idx="103">
                <c:v>0.7920982837234094</c:v>
              </c:pt>
              <c:pt idx="104">
                <c:v>0.7280860993100081</c:v>
              </c:pt>
              <c:pt idx="105">
                <c:v>0.7280860993100081</c:v>
              </c:pt>
              <c:pt idx="106">
                <c:v>0.7280860993100081</c:v>
              </c:pt>
              <c:pt idx="107">
                <c:v>0.7280860993100081</c:v>
              </c:pt>
              <c:pt idx="108">
                <c:v>0.7280860993100081</c:v>
              </c:pt>
              <c:pt idx="109">
                <c:v>0.7280860993100081</c:v>
              </c:pt>
              <c:pt idx="110">
                <c:v>0.7280860993100081</c:v>
              </c:pt>
              <c:pt idx="111">
                <c:v>0.7280860993100081</c:v>
              </c:pt>
              <c:pt idx="112">
                <c:v>0.7280860993100081</c:v>
              </c:pt>
              <c:pt idx="113">
                <c:v>0.7280860993100081</c:v>
              </c:pt>
              <c:pt idx="114">
                <c:v>0.7280860993100081</c:v>
              </c:pt>
              <c:pt idx="115">
                <c:v>0.7280860993100081</c:v>
              </c:pt>
              <c:pt idx="116">
                <c:v>0.7280860993100081</c:v>
              </c:pt>
              <c:pt idx="117">
                <c:v>0.7280860993100081</c:v>
              </c:pt>
              <c:pt idx="118">
                <c:v>0.7280860993100081</c:v>
              </c:pt>
              <c:pt idx="119">
                <c:v>0.7280860993100081</c:v>
              </c:pt>
              <c:pt idx="120">
                <c:v>0.7280860993100081</c:v>
              </c:pt>
              <c:pt idx="121">
                <c:v>0.7280860993100081</c:v>
              </c:pt>
              <c:pt idx="122">
                <c:v>0.7280860993100081</c:v>
              </c:pt>
              <c:pt idx="123">
                <c:v>0.7280860993100081</c:v>
              </c:pt>
              <c:pt idx="124">
                <c:v>0.7280860993100081</c:v>
              </c:pt>
              <c:pt idx="125">
                <c:v>0.7280860993100081</c:v>
              </c:pt>
              <c:pt idx="126">
                <c:v>0.6334310573401394</c:v>
              </c:pt>
              <c:pt idx="127">
                <c:v>0.6334310573401394</c:v>
              </c:pt>
              <c:pt idx="128">
                <c:v>0.6334310573401394</c:v>
              </c:pt>
              <c:pt idx="129">
                <c:v>0.6334310573401394</c:v>
              </c:pt>
              <c:pt idx="130">
                <c:v>0.6334310573401394</c:v>
              </c:pt>
              <c:pt idx="131">
                <c:v>0.6334310573401394</c:v>
              </c:pt>
              <c:pt idx="132">
                <c:v>0.6334310573401394</c:v>
              </c:pt>
              <c:pt idx="133">
                <c:v>0.6334310573401394</c:v>
              </c:pt>
              <c:pt idx="134">
                <c:v>0.6334310573401394</c:v>
              </c:pt>
              <c:pt idx="135">
                <c:v>0.6334310573401394</c:v>
              </c:pt>
              <c:pt idx="136">
                <c:v>0.6334310573401394</c:v>
              </c:pt>
              <c:pt idx="137">
                <c:v>0.6334310573401394</c:v>
              </c:pt>
              <c:pt idx="138">
                <c:v>0.6334310573401394</c:v>
              </c:pt>
              <c:pt idx="139">
                <c:v>0.6334310573401394</c:v>
              </c:pt>
              <c:pt idx="140">
                <c:v>0.6334310573401394</c:v>
              </c:pt>
              <c:pt idx="141">
                <c:v>0.6334310573401394</c:v>
              </c:pt>
              <c:pt idx="142">
                <c:v>0.6334310573401394</c:v>
              </c:pt>
              <c:pt idx="143">
                <c:v>0.6334310573401394</c:v>
              </c:pt>
              <c:pt idx="144">
                <c:v>0.6334310573401394</c:v>
              </c:pt>
              <c:pt idx="145">
                <c:v>0.6334310573401394</c:v>
              </c:pt>
              <c:pt idx="146">
                <c:v>0.6334310573401394</c:v>
              </c:pt>
              <c:pt idx="147">
                <c:v>0.6334310573401394</c:v>
              </c:pt>
              <c:pt idx="148">
                <c:v>0.6334310573401394</c:v>
              </c:pt>
              <c:pt idx="149">
                <c:v>0.6334310573401394</c:v>
              </c:pt>
              <c:pt idx="150">
                <c:v>0.6334310573401394</c:v>
              </c:pt>
              <c:pt idx="151">
                <c:v>0.6334310573401394</c:v>
              </c:pt>
              <c:pt idx="152">
                <c:v>0.6334310573401394</c:v>
              </c:pt>
              <c:pt idx="153">
                <c:v>0.6334310573401394</c:v>
              </c:pt>
              <c:pt idx="154">
                <c:v>0.6334310573401394</c:v>
              </c:pt>
              <c:pt idx="155">
                <c:v>0.6334310573401394</c:v>
              </c:pt>
              <c:pt idx="156">
                <c:v>0.6334310573401394</c:v>
              </c:pt>
              <c:pt idx="157">
                <c:v>0.6334310573401394</c:v>
              </c:pt>
              <c:pt idx="158">
                <c:v>0.6334310573401394</c:v>
              </c:pt>
              <c:pt idx="159">
                <c:v>0.6334310573401394</c:v>
              </c:pt>
              <c:pt idx="160">
                <c:v>0.6334310573401394</c:v>
              </c:pt>
              <c:pt idx="161">
                <c:v>0.6334310573401394</c:v>
              </c:pt>
              <c:pt idx="162">
                <c:v>0.6334310573401394</c:v>
              </c:pt>
              <c:pt idx="163">
                <c:v>0.6334310573401394</c:v>
              </c:pt>
              <c:pt idx="164">
                <c:v>0.6334310573401394</c:v>
              </c:pt>
              <c:pt idx="165">
                <c:v>0.6334310573401394</c:v>
              </c:pt>
              <c:pt idx="166">
                <c:v>0.6334310573401394</c:v>
              </c:pt>
              <c:pt idx="167">
                <c:v>0.6334310573401394</c:v>
              </c:pt>
              <c:pt idx="168">
                <c:v>0.6334310573401394</c:v>
              </c:pt>
              <c:pt idx="169">
                <c:v>0.6334310573401394</c:v>
              </c:pt>
              <c:pt idx="170">
                <c:v>0.44416867000459964</c:v>
              </c:pt>
              <c:pt idx="171">
                <c:v>0.44416867000459964</c:v>
              </c:pt>
              <c:pt idx="172">
                <c:v>0.44416867000459964</c:v>
              </c:pt>
              <c:pt idx="173">
                <c:v>0.44416867000459964</c:v>
              </c:pt>
              <c:pt idx="174">
                <c:v>0.44416867000459964</c:v>
              </c:pt>
              <c:pt idx="175">
                <c:v>0.44416867000459964</c:v>
              </c:pt>
              <c:pt idx="176">
                <c:v>0.44416867000459964</c:v>
              </c:pt>
              <c:pt idx="177">
                <c:v>0.44416867000459964</c:v>
              </c:pt>
              <c:pt idx="178">
                <c:v>0.44416867000459964</c:v>
              </c:pt>
              <c:pt idx="179">
                <c:v>0.44416867000459964</c:v>
              </c:pt>
              <c:pt idx="180">
                <c:v>0.44416867000459964</c:v>
              </c:pt>
              <c:pt idx="181">
                <c:v>0.44416867000459964</c:v>
              </c:pt>
              <c:pt idx="182">
                <c:v>0.44416867000459964</c:v>
              </c:pt>
              <c:pt idx="183">
                <c:v>0.44416867000459964</c:v>
              </c:pt>
              <c:pt idx="184">
                <c:v>0.44416867000459964</c:v>
              </c:pt>
              <c:pt idx="185">
                <c:v>0.44416867000459964</c:v>
              </c:pt>
              <c:pt idx="186">
                <c:v>0.44416867000459964</c:v>
              </c:pt>
              <c:pt idx="187">
                <c:v>0.44416867000459964</c:v>
              </c:pt>
              <c:pt idx="188">
                <c:v>0.44416867000459964</c:v>
              </c:pt>
              <c:pt idx="189">
                <c:v>0.44416867000459964</c:v>
              </c:pt>
              <c:pt idx="190">
                <c:v>0.44416867000459964</c:v>
              </c:pt>
              <c:pt idx="191">
                <c:v>0.44416867000459964</c:v>
              </c:pt>
              <c:pt idx="192">
                <c:v>0.44416867000459964</c:v>
              </c:pt>
              <c:pt idx="193">
                <c:v>0.44416867000459964</c:v>
              </c:pt>
              <c:pt idx="194">
                <c:v>0.44416867000459964</c:v>
              </c:pt>
              <c:pt idx="195">
                <c:v>0.44416867000459964</c:v>
              </c:pt>
              <c:pt idx="196">
                <c:v>0.44416867000459964</c:v>
              </c:pt>
              <c:pt idx="197">
                <c:v>0.44416867000459964</c:v>
              </c:pt>
              <c:pt idx="198">
                <c:v>0.44416867000459964</c:v>
              </c:pt>
              <c:pt idx="199">
                <c:v>0.44416867000459964</c:v>
              </c:pt>
              <c:pt idx="200">
                <c:v>0.44416867000459964</c:v>
              </c:pt>
              <c:pt idx="201">
                <c:v>0.44416867000459964</c:v>
              </c:pt>
              <c:pt idx="202">
                <c:v>0.44416867000459964</c:v>
              </c:pt>
              <c:pt idx="203">
                <c:v>0.44416867000459964</c:v>
              </c:pt>
              <c:pt idx="204">
                <c:v>0.44416867000459964</c:v>
              </c:pt>
              <c:pt idx="205">
                <c:v>0.44416867000459964</c:v>
              </c:pt>
              <c:pt idx="206">
                <c:v>0.44416867000459964</c:v>
              </c:pt>
              <c:pt idx="207">
                <c:v>0.44416867000459964</c:v>
              </c:pt>
              <c:pt idx="208">
                <c:v>0.44416867000459964</c:v>
              </c:pt>
              <c:pt idx="209">
                <c:v>0.44416867000459964</c:v>
              </c:pt>
              <c:pt idx="210">
                <c:v>0.44416867000459964</c:v>
              </c:pt>
              <c:pt idx="211">
                <c:v>0.44416867000459964</c:v>
              </c:pt>
              <c:pt idx="212">
                <c:v>0.44416867000459964</c:v>
              </c:pt>
              <c:pt idx="213">
                <c:v>0.44416867000459964</c:v>
              </c:pt>
              <c:pt idx="214">
                <c:v>0.44416867000459964</c:v>
              </c:pt>
              <c:pt idx="215">
                <c:v>0.44416867000459964</c:v>
              </c:pt>
              <c:pt idx="216">
                <c:v>0.44416867000459964</c:v>
              </c:pt>
              <c:pt idx="217">
                <c:v>0.44416867000459964</c:v>
              </c:pt>
              <c:pt idx="218">
                <c:v>0.44416867000459964</c:v>
              </c:pt>
              <c:pt idx="219">
                <c:v>0.44416867000459964</c:v>
              </c:pt>
              <c:pt idx="220">
                <c:v>0.44416867000459964</c:v>
              </c:pt>
              <c:pt idx="221">
                <c:v>0.44416867000459964</c:v>
              </c:pt>
              <c:pt idx="222">
                <c:v>0.44416867000459964</c:v>
              </c:pt>
              <c:pt idx="223">
                <c:v>0.44416867000459964</c:v>
              </c:pt>
              <c:pt idx="224">
                <c:v>0.44416867000459964</c:v>
              </c:pt>
              <c:pt idx="225">
                <c:v>0.44416867000459964</c:v>
              </c:pt>
              <c:pt idx="226">
                <c:v>0.44416867000459964</c:v>
              </c:pt>
              <c:pt idx="227">
                <c:v>0.44416867000459964</c:v>
              </c:pt>
              <c:pt idx="228">
                <c:v>0.3281466761950976</c:v>
              </c:pt>
              <c:pt idx="229">
                <c:v>0.3281466761950976</c:v>
              </c:pt>
              <c:pt idx="230">
                <c:v>0.3281466761950976</c:v>
              </c:pt>
              <c:pt idx="231">
                <c:v>0.3281466761950976</c:v>
              </c:pt>
              <c:pt idx="232">
                <c:v>0.3281466761950976</c:v>
              </c:pt>
              <c:pt idx="233">
                <c:v>0.3281466761950976</c:v>
              </c:pt>
              <c:pt idx="234">
                <c:v>0.3281466761950976</c:v>
              </c:pt>
              <c:pt idx="235">
                <c:v>0.3281466761950976</c:v>
              </c:pt>
              <c:pt idx="236">
                <c:v>0.3281466761950976</c:v>
              </c:pt>
              <c:pt idx="237">
                <c:v>0.3281466761950976</c:v>
              </c:pt>
              <c:pt idx="238">
                <c:v>0.3281466761950976</c:v>
              </c:pt>
              <c:pt idx="239">
                <c:v>0.3281466761950976</c:v>
              </c:pt>
              <c:pt idx="240">
                <c:v>0.3281466761950976</c:v>
              </c:pt>
              <c:pt idx="241">
                <c:v>0.3281466761950976</c:v>
              </c:pt>
              <c:pt idx="242">
                <c:v>0.3281466761950976</c:v>
              </c:pt>
              <c:pt idx="243">
                <c:v>0.3281466761950976</c:v>
              </c:pt>
              <c:pt idx="244">
                <c:v>0.3281466761950976</c:v>
              </c:pt>
              <c:pt idx="245">
                <c:v>0.3281466761950976</c:v>
              </c:pt>
              <c:pt idx="246">
                <c:v>0.05721705737962357</c:v>
              </c:pt>
              <c:pt idx="247">
                <c:v>0.05721705737962357</c:v>
              </c:pt>
              <c:pt idx="248">
                <c:v>0.05721705737962357</c:v>
              </c:pt>
              <c:pt idx="249">
                <c:v>0.05721705737962357</c:v>
              </c:pt>
              <c:pt idx="250">
                <c:v>0.05721705737962357</c:v>
              </c:pt>
              <c:pt idx="251">
                <c:v>0.05721705737962357</c:v>
              </c:pt>
              <c:pt idx="252">
                <c:v>0.05721705737962357</c:v>
              </c:pt>
              <c:pt idx="253">
                <c:v>0.05721705737962357</c:v>
              </c:pt>
              <c:pt idx="254">
                <c:v>0.05721705737962357</c:v>
              </c:pt>
              <c:pt idx="255">
                <c:v>0.05721705737962357</c:v>
              </c:pt>
              <c:pt idx="256">
                <c:v>0.05721705737962357</c:v>
              </c:pt>
              <c:pt idx="257">
                <c:v>0.05721705737962357</c:v>
              </c:pt>
              <c:pt idx="258">
                <c:v>0.05721705737962357</c:v>
              </c:pt>
              <c:pt idx="259">
                <c:v>0.05721705737962357</c:v>
              </c:pt>
              <c:pt idx="260">
                <c:v>0.05721705737962357</c:v>
              </c:pt>
              <c:pt idx="261">
                <c:v>0.05721705737962357</c:v>
              </c:pt>
              <c:pt idx="262">
                <c:v>0.05721705737962357</c:v>
              </c:pt>
              <c:pt idx="263">
                <c:v>0.05721705737962357</c:v>
              </c:pt>
              <c:pt idx="264">
                <c:v>0.05721705737962357</c:v>
              </c:pt>
              <c:pt idx="265">
                <c:v>0.05721705737962357</c:v>
              </c:pt>
              <c:pt idx="266">
                <c:v>0.05721705737962357</c:v>
              </c:pt>
              <c:pt idx="267">
                <c:v>0.05721705737962357</c:v>
              </c:pt>
              <c:pt idx="268">
                <c:v>0.05721705737962357</c:v>
              </c:pt>
              <c:pt idx="269">
                <c:v>0.05721705737962357</c:v>
              </c:pt>
              <c:pt idx="270">
                <c:v>0.05721705737962357</c:v>
              </c:pt>
              <c:pt idx="271">
                <c:v>0.05721705737962357</c:v>
              </c:pt>
              <c:pt idx="272">
                <c:v>0.05721705737962357</c:v>
              </c:pt>
              <c:pt idx="273">
                <c:v>0.05721705737962357</c:v>
              </c:pt>
              <c:pt idx="274">
                <c:v>0.05721705737962357</c:v>
              </c:pt>
              <c:pt idx="275">
                <c:v>0.05721705737962357</c:v>
              </c:pt>
              <c:pt idx="276">
                <c:v>0.016405738087778943</c:v>
              </c:pt>
              <c:pt idx="277">
                <c:v>0.016405738087778943</c:v>
              </c:pt>
              <c:pt idx="278">
                <c:v>0.016405738087778943</c:v>
              </c:pt>
              <c:pt idx="279">
                <c:v>0.016405738087778943</c:v>
              </c:pt>
              <c:pt idx="280">
                <c:v>0.016405738087778943</c:v>
              </c:pt>
              <c:pt idx="281">
                <c:v>0.016405738087778943</c:v>
              </c:pt>
              <c:pt idx="282">
                <c:v>0.016405738087778943</c:v>
              </c:pt>
              <c:pt idx="283">
                <c:v>0.016405738087778943</c:v>
              </c:pt>
              <c:pt idx="284">
                <c:v>0.016405738087778943</c:v>
              </c:pt>
              <c:pt idx="285">
                <c:v>0.016405738087778943</c:v>
              </c:pt>
              <c:pt idx="286">
                <c:v>0.016405738087778943</c:v>
              </c:pt>
              <c:pt idx="287">
                <c:v>0.016405738087778943</c:v>
              </c:pt>
              <c:pt idx="288">
                <c:v>0.016405738087778943</c:v>
              </c:pt>
              <c:pt idx="289">
                <c:v>0.016405738087778943</c:v>
              </c:pt>
              <c:pt idx="290">
                <c:v>0.016405738087778943</c:v>
              </c:pt>
              <c:pt idx="291">
                <c:v>0.016405738087778943</c:v>
              </c:pt>
              <c:pt idx="292">
                <c:v>0.016405738087778943</c:v>
              </c:pt>
              <c:pt idx="293">
                <c:v>0.016405738087778943</c:v>
              </c:pt>
              <c:pt idx="294">
                <c:v>0.016405738087778943</c:v>
              </c:pt>
              <c:pt idx="295">
                <c:v>0.016405738087778943</c:v>
              </c:pt>
              <c:pt idx="296">
                <c:v>0.016405738087778943</c:v>
              </c:pt>
              <c:pt idx="297">
                <c:v>0.016405738087778943</c:v>
              </c:pt>
              <c:pt idx="298">
                <c:v>0.016405738087778943</c:v>
              </c:pt>
              <c:pt idx="299">
                <c:v>0.016405738087778943</c:v>
              </c:pt>
              <c:pt idx="300">
                <c:v>0.016405738087778943</c:v>
              </c:pt>
              <c:pt idx="301">
                <c:v>0.016405738087778943</c:v>
              </c:pt>
              <c:pt idx="302">
                <c:v>0.016405738087778943</c:v>
              </c:pt>
              <c:pt idx="303">
                <c:v>0.016405738087778943</c:v>
              </c:pt>
              <c:pt idx="304">
                <c:v>0.016405738087778943</c:v>
              </c:pt>
              <c:pt idx="305">
                <c:v>0.016405738087778943</c:v>
              </c:pt>
              <c:pt idx="306">
                <c:v>0.016405738087778943</c:v>
              </c:pt>
              <c:pt idx="307">
                <c:v>0.016405738087778943</c:v>
              </c:pt>
              <c:pt idx="308">
                <c:v>0.016405738087778943</c:v>
              </c:pt>
              <c:pt idx="309">
                <c:v>0.016405738087778943</c:v>
              </c:pt>
              <c:pt idx="310">
                <c:v>0.016405738087778943</c:v>
              </c:pt>
              <c:pt idx="311">
                <c:v>0.016405738087778943</c:v>
              </c:pt>
              <c:pt idx="312">
                <c:v>0.016405738087778943</c:v>
              </c:pt>
              <c:pt idx="313">
                <c:v>0.016405738087778943</c:v>
              </c:pt>
              <c:pt idx="314">
                <c:v>0.016405738087778943</c:v>
              </c:pt>
              <c:pt idx="315">
                <c:v>0.016405738087778943</c:v>
              </c:pt>
              <c:pt idx="316">
                <c:v>0.016405738087778943</c:v>
              </c:pt>
              <c:pt idx="317">
                <c:v>0.016405738087778943</c:v>
              </c:pt>
              <c:pt idx="318">
                <c:v>0.016405738087778943</c:v>
              </c:pt>
              <c:pt idx="319">
                <c:v>0.016405738087778943</c:v>
              </c:pt>
              <c:pt idx="320">
                <c:v>0.016405738087778943</c:v>
              </c:pt>
              <c:pt idx="321">
                <c:v>0.016405738087778943</c:v>
              </c:pt>
              <c:pt idx="322">
                <c:v>0.016405738087778943</c:v>
              </c:pt>
              <c:pt idx="323">
                <c:v>0.016405738087778943</c:v>
              </c:pt>
            </c:numLit>
          </c:yVal>
          <c:smooth val="0"/>
        </c:ser>
        <c:ser>
          <c:idx val="2"/>
          <c:order val="2"/>
          <c:tx>
            <c:v>Same-order filling improvement</c:v>
          </c:tx>
          <c:spPr>
            <a:noFill xmlns:a="http://schemas.openxmlformats.org/drawingml/2006/main"/>
            <a:ln xmlns:a="http://schemas.openxmlformats.org/drawingml/2006/main" w="7620">
              <a:solidFill>
                <a:srgbClr val="009E73"/>
              </a:solidFill>
              <a:prstDash val="solid"/>
            </a:ln>
          </c:spPr>
          <c:marker>
            <c:symbol val="none"/>
            <c:size val="7"/>
            <c:spPr>
              <a:solidFill xmlns:a="http://schemas.openxmlformats.org/drawingml/2006/main">
                <a:srgbClr val="009E73"/>
              </a:solidFill>
            </c:spPr>
          </c:marker>
          <c:xVal>
            <c:numLit>
              <c:formatCode>General</c:formatCode>
              <c:ptCount val="3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numLit>
          </c:xVal>
          <c:yVal>
            <c:numLit>
              <c:formatCode>0.0</c:formatCode>
              <c:ptCount val="324"/>
              <c:pt idx="0">
                <c:v>0.9602715269585541</c:v>
              </c:pt>
              <c:pt idx="1">
                <c:v>0.9602715269585541</c:v>
              </c:pt>
              <c:pt idx="2">
                <c:v>0.9602715269585541</c:v>
              </c:pt>
              <c:pt idx="3">
                <c:v>0.9602715269585541</c:v>
              </c:pt>
              <c:pt idx="4">
                <c:v>0.9602715269585541</c:v>
              </c:pt>
              <c:pt idx="5">
                <c:v>0.9602715269585541</c:v>
              </c:pt>
              <c:pt idx="6">
                <c:v>0.9602715269585541</c:v>
              </c:pt>
              <c:pt idx="7">
                <c:v>0.9602715269585541</c:v>
              </c:pt>
              <c:pt idx="8">
                <c:v>0.9602715269585541</c:v>
              </c:pt>
              <c:pt idx="9">
                <c:v>0.9602715269585541</c:v>
              </c:pt>
              <c:pt idx="10">
                <c:v>0.9602715269585541</c:v>
              </c:pt>
              <c:pt idx="11">
                <c:v>0.9602715269585541</c:v>
              </c:pt>
              <c:pt idx="12">
                <c:v>0.9602715269585541</c:v>
              </c:pt>
              <c:pt idx="13">
                <c:v>0.9602715269585541</c:v>
              </c:pt>
              <c:pt idx="14">
                <c:v>0.9602715269585541</c:v>
              </c:pt>
              <c:pt idx="15">
                <c:v>0.9602715269585541</c:v>
              </c:pt>
              <c:pt idx="16">
                <c:v>0.9602715269585541</c:v>
              </c:pt>
              <c:pt idx="17">
                <c:v>0.9602715269585541</c:v>
              </c:pt>
              <c:pt idx="18">
                <c:v>0.9602715269585541</c:v>
              </c:pt>
              <c:pt idx="19">
                <c:v>0.9602715269585541</c:v>
              </c:pt>
              <c:pt idx="20">
                <c:v>0.9602715269585541</c:v>
              </c:pt>
              <c:pt idx="21">
                <c:v>0.9602715269585541</c:v>
              </c:pt>
              <c:pt idx="22">
                <c:v>0.9602715269585541</c:v>
              </c:pt>
              <c:pt idx="23">
                <c:v>0.9602715269585541</c:v>
              </c:pt>
              <c:pt idx="24">
                <c:v>0.9602715269585541</c:v>
              </c:pt>
              <c:pt idx="25">
                <c:v>0.9602715269585541</c:v>
              </c:pt>
              <c:pt idx="26">
                <c:v>0.9602715269585541</c:v>
              </c:pt>
              <c:pt idx="27">
                <c:v>0.9602715269585541</c:v>
              </c:pt>
              <c:pt idx="28">
                <c:v>0.9602715269585541</c:v>
              </c:pt>
              <c:pt idx="29">
                <c:v>0.9602715269585541</c:v>
              </c:pt>
              <c:pt idx="30">
                <c:v>0.9602715269585541</c:v>
              </c:pt>
              <c:pt idx="31">
                <c:v>0.9602715269585541</c:v>
              </c:pt>
              <c:pt idx="32">
                <c:v>0.9602715269585541</c:v>
              </c:pt>
              <c:pt idx="33">
                <c:v>0.9602715269585541</c:v>
              </c:pt>
              <c:pt idx="34">
                <c:v>0.9602715269585541</c:v>
              </c:pt>
              <c:pt idx="35">
                <c:v>0.9602715269585541</c:v>
              </c:pt>
              <c:pt idx="36">
                <c:v>0.9602715269585541</c:v>
              </c:pt>
              <c:pt idx="37">
                <c:v>0.9602715269585541</c:v>
              </c:pt>
              <c:pt idx="38">
                <c:v>0.9602715269585541</c:v>
              </c:pt>
              <c:pt idx="39">
                <c:v>0.9602715269585541</c:v>
              </c:pt>
              <c:pt idx="40">
                <c:v>0.9602715269585541</c:v>
              </c:pt>
              <c:pt idx="41">
                <c:v>0.9602715269585541</c:v>
              </c:pt>
              <c:pt idx="42">
                <c:v>0.9602715269585541</c:v>
              </c:pt>
              <c:pt idx="43">
                <c:v>0.9602715269585541</c:v>
              </c:pt>
              <c:pt idx="44">
                <c:v>0.9602715269585541</c:v>
              </c:pt>
              <c:pt idx="45">
                <c:v>0.9602715269585541</c:v>
              </c:pt>
              <c:pt idx="46">
                <c:v>0.9602715269585541</c:v>
              </c:pt>
              <c:pt idx="47">
                <c:v>0.9602715269585541</c:v>
              </c:pt>
              <c:pt idx="48">
                <c:v>0.9602715269585541</c:v>
              </c:pt>
              <c:pt idx="49">
                <c:v>0.9602715269585541</c:v>
              </c:pt>
              <c:pt idx="50">
                <c:v>0.9602715269585541</c:v>
              </c:pt>
              <c:pt idx="51">
                <c:v>0.9602715269585541</c:v>
              </c:pt>
              <c:pt idx="52">
                <c:v>0.9602715269585541</c:v>
              </c:pt>
              <c:pt idx="53">
                <c:v>0.9602715269585541</c:v>
              </c:pt>
              <c:pt idx="54">
                <c:v>0.9602715269585541</c:v>
              </c:pt>
              <c:pt idx="55">
                <c:v>0.9602715269585541</c:v>
              </c:pt>
              <c:pt idx="56">
                <c:v>0.9602715269585541</c:v>
              </c:pt>
              <c:pt idx="57">
                <c:v>0.9602715269585541</c:v>
              </c:pt>
              <c:pt idx="58">
                <c:v>0.9602715269585541</c:v>
              </c:pt>
              <c:pt idx="59">
                <c:v>0.9602715269585541</c:v>
              </c:pt>
              <c:pt idx="60">
                <c:v>0.9602715269585541</c:v>
              </c:pt>
              <c:pt idx="61">
                <c:v>0.9602715269585541</c:v>
              </c:pt>
              <c:pt idx="62">
                <c:v>0.9602715269585541</c:v>
              </c:pt>
              <c:pt idx="63">
                <c:v>0.9602715269585541</c:v>
              </c:pt>
              <c:pt idx="64">
                <c:v>0.9602715269585541</c:v>
              </c:pt>
              <c:pt idx="65">
                <c:v>0.9602715269585541</c:v>
              </c:pt>
              <c:pt idx="66">
                <c:v>0.9602715269585541</c:v>
              </c:pt>
              <c:pt idx="67">
                <c:v>0.9602715269585541</c:v>
              </c:pt>
              <c:pt idx="68">
                <c:v>0.9602715269585541</c:v>
              </c:pt>
              <c:pt idx="69">
                <c:v>0.9602715269585541</c:v>
              </c:pt>
              <c:pt idx="70">
                <c:v>0.9602715269585541</c:v>
              </c:pt>
              <c:pt idx="71">
                <c:v>0.9602715269585541</c:v>
              </c:pt>
              <c:pt idx="72">
                <c:v>0.9602715269585541</c:v>
              </c:pt>
              <c:pt idx="73">
                <c:v>0.9602715269585541</c:v>
              </c:pt>
              <c:pt idx="74">
                <c:v>0.9602715269585541</c:v>
              </c:pt>
              <c:pt idx="75">
                <c:v>0.9602715269585541</c:v>
              </c:pt>
              <c:pt idx="76">
                <c:v>0.9602715269585541</c:v>
              </c:pt>
              <c:pt idx="77">
                <c:v>0.9602715269585541</c:v>
              </c:pt>
              <c:pt idx="78">
                <c:v>0.9602715269585541</c:v>
              </c:pt>
              <c:pt idx="79">
                <c:v>0.9602715269585541</c:v>
              </c:pt>
              <c:pt idx="80">
                <c:v>0.9602715269585541</c:v>
              </c:pt>
              <c:pt idx="81">
                <c:v>0.9602715269585541</c:v>
              </c:pt>
              <c:pt idx="82">
                <c:v>0.9602715269585541</c:v>
              </c:pt>
              <c:pt idx="83">
                <c:v>0.9602715269585541</c:v>
              </c:pt>
              <c:pt idx="84">
                <c:v>0.9602715269585541</c:v>
              </c:pt>
              <c:pt idx="85">
                <c:v>0.9602715269585541</c:v>
              </c:pt>
              <c:pt idx="86">
                <c:v>0.9602715269585541</c:v>
              </c:pt>
              <c:pt idx="87">
                <c:v>0.9602715269585541</c:v>
              </c:pt>
              <c:pt idx="88">
                <c:v>0.9602715269585541</c:v>
              </c:pt>
              <c:pt idx="89">
                <c:v>0.9602715269585541</c:v>
              </c:pt>
              <c:pt idx="90">
                <c:v>0.9602715269585541</c:v>
              </c:pt>
              <c:pt idx="91">
                <c:v>0.9602715269585541</c:v>
              </c:pt>
              <c:pt idx="92">
                <c:v>0.9602715269585541</c:v>
              </c:pt>
              <c:pt idx="93">
                <c:v>0.9602715269585541</c:v>
              </c:pt>
              <c:pt idx="94">
                <c:v>0.9602715269585541</c:v>
              </c:pt>
              <c:pt idx="95">
                <c:v>0.9602715269585541</c:v>
              </c:pt>
              <c:pt idx="96">
                <c:v>0.9602715269585541</c:v>
              </c:pt>
              <c:pt idx="97">
                <c:v>0.9602715269585541</c:v>
              </c:pt>
              <c:pt idx="98">
                <c:v>0.9602715269585541</c:v>
              </c:pt>
              <c:pt idx="99">
                <c:v>0.9602715269585541</c:v>
              </c:pt>
              <c:pt idx="100">
                <c:v>0.9602715269585541</c:v>
              </c:pt>
              <c:pt idx="101">
                <c:v>0.9602715269585541</c:v>
              </c:pt>
              <c:pt idx="102">
                <c:v>0.9602715269585541</c:v>
              </c:pt>
              <c:pt idx="103">
                <c:v>0.9602715269585541</c:v>
              </c:pt>
              <c:pt idx="104">
                <c:v>0.9602715269585541</c:v>
              </c:pt>
              <c:pt idx="105">
                <c:v>0.9602715269585541</c:v>
              </c:pt>
              <c:pt idx="106">
                <c:v>0.9602715269585541</c:v>
              </c:pt>
              <c:pt idx="107">
                <c:v>0.9602715269585541</c:v>
              </c:pt>
              <c:pt idx="108">
                <c:v>0.9602715269585541</c:v>
              </c:pt>
              <c:pt idx="109">
                <c:v>0.9602715269585541</c:v>
              </c:pt>
              <c:pt idx="110">
                <c:v>0.9602715269585541</c:v>
              </c:pt>
              <c:pt idx="111">
                <c:v>0.9602715269585541</c:v>
              </c:pt>
              <c:pt idx="112">
                <c:v>0.9602715269585541</c:v>
              </c:pt>
              <c:pt idx="113">
                <c:v>0.9602715269585541</c:v>
              </c:pt>
              <c:pt idx="114">
                <c:v>0.9602715269585541</c:v>
              </c:pt>
              <c:pt idx="115">
                <c:v>0.9602715269585541</c:v>
              </c:pt>
              <c:pt idx="116">
                <c:v>0.9602715269585541</c:v>
              </c:pt>
              <c:pt idx="117">
                <c:v>0.9602715269585541</c:v>
              </c:pt>
              <c:pt idx="118">
                <c:v>0.9602715269585541</c:v>
              </c:pt>
              <c:pt idx="119">
                <c:v>0.9602715269585541</c:v>
              </c:pt>
              <c:pt idx="120">
                <c:v>0.9602715269585541</c:v>
              </c:pt>
              <c:pt idx="121">
                <c:v>0.9602715269585541</c:v>
              </c:pt>
              <c:pt idx="122">
                <c:v>0.9602715269585541</c:v>
              </c:pt>
              <c:pt idx="123">
                <c:v>0.9602715269585541</c:v>
              </c:pt>
              <c:pt idx="124">
                <c:v>0.9602715269585541</c:v>
              </c:pt>
              <c:pt idx="125">
                <c:v>0.9602715269585541</c:v>
              </c:pt>
              <c:pt idx="126">
                <c:v>0.9602715269585541</c:v>
              </c:pt>
              <c:pt idx="127">
                <c:v>0.9602715269585541</c:v>
              </c:pt>
              <c:pt idx="128">
                <c:v>0.9602715269585541</c:v>
              </c:pt>
              <c:pt idx="129">
                <c:v>0.9602715269585541</c:v>
              </c:pt>
              <c:pt idx="130">
                <c:v>0.9602715269585541</c:v>
              </c:pt>
              <c:pt idx="131">
                <c:v>0.9602715269585541</c:v>
              </c:pt>
              <c:pt idx="132">
                <c:v>0.9602715269585541</c:v>
              </c:pt>
              <c:pt idx="133">
                <c:v>0.9602715269585541</c:v>
              </c:pt>
              <c:pt idx="134">
                <c:v>0.9602715269585541</c:v>
              </c:pt>
              <c:pt idx="135">
                <c:v>0.9602715269585541</c:v>
              </c:pt>
              <c:pt idx="136">
                <c:v>0.9602715269585541</c:v>
              </c:pt>
              <c:pt idx="137">
                <c:v>0.9602715269585541</c:v>
              </c:pt>
              <c:pt idx="138">
                <c:v>0.9602715269585541</c:v>
              </c:pt>
              <c:pt idx="139">
                <c:v>0.9602715269585541</c:v>
              </c:pt>
              <c:pt idx="140">
                <c:v>0.9602715269585541</c:v>
              </c:pt>
              <c:pt idx="141">
                <c:v>0.9602715269585541</c:v>
              </c:pt>
              <c:pt idx="142">
                <c:v>0.9602715269585541</c:v>
              </c:pt>
              <c:pt idx="143">
                <c:v>0.9602715269585541</c:v>
              </c:pt>
              <c:pt idx="144">
                <c:v>0.9602715269585541</c:v>
              </c:pt>
              <c:pt idx="145">
                <c:v>0.9602715269585541</c:v>
              </c:pt>
              <c:pt idx="146">
                <c:v>0.9602715269585541</c:v>
              </c:pt>
              <c:pt idx="147">
                <c:v>0.9602715269585541</c:v>
              </c:pt>
              <c:pt idx="148">
                <c:v>0.9602715269585541</c:v>
              </c:pt>
              <c:pt idx="149">
                <c:v>0.9602715269585541</c:v>
              </c:pt>
              <c:pt idx="150">
                <c:v>0.9602715269585541</c:v>
              </c:pt>
              <c:pt idx="151">
                <c:v>0.9602715269585541</c:v>
              </c:pt>
              <c:pt idx="152">
                <c:v>0.9602715269585541</c:v>
              </c:pt>
              <c:pt idx="153">
                <c:v>0.9602715269585541</c:v>
              </c:pt>
              <c:pt idx="154">
                <c:v>0.9602715269585541</c:v>
              </c:pt>
              <c:pt idx="155">
                <c:v>0.9602715269585541</c:v>
              </c:pt>
              <c:pt idx="156">
                <c:v>0.9602715269585541</c:v>
              </c:pt>
              <c:pt idx="157">
                <c:v>0.9602715269585541</c:v>
              </c:pt>
              <c:pt idx="158">
                <c:v>0.9602715269585541</c:v>
              </c:pt>
              <c:pt idx="159">
                <c:v>0.9602715269585541</c:v>
              </c:pt>
              <c:pt idx="160">
                <c:v>0.9602715269585541</c:v>
              </c:pt>
              <c:pt idx="161">
                <c:v>0.9602715269585541</c:v>
              </c:pt>
              <c:pt idx="162">
                <c:v>0.9602715269585541</c:v>
              </c:pt>
              <c:pt idx="163">
                <c:v>0.9602715269585541</c:v>
              </c:pt>
              <c:pt idx="164">
                <c:v>0.9602715269585541</c:v>
              </c:pt>
              <c:pt idx="165">
                <c:v>0.9602715269585541</c:v>
              </c:pt>
              <c:pt idx="166">
                <c:v>0.9602715269585541</c:v>
              </c:pt>
              <c:pt idx="167">
                <c:v>0.9602715269585541</c:v>
              </c:pt>
              <c:pt idx="168">
                <c:v>0.9602715269585541</c:v>
              </c:pt>
              <c:pt idx="169">
                <c:v>0.9602715269585541</c:v>
              </c:pt>
              <c:pt idx="170">
                <c:v>0.9602715269585541</c:v>
              </c:pt>
              <c:pt idx="171">
                <c:v>0.9602715269585541</c:v>
              </c:pt>
              <c:pt idx="172">
                <c:v>0.9602715269585541</c:v>
              </c:pt>
              <c:pt idx="173">
                <c:v>0.9602715269585541</c:v>
              </c:pt>
              <c:pt idx="174">
                <c:v>0.9602715269585541</c:v>
              </c:pt>
              <c:pt idx="175">
                <c:v>0.9602715269585541</c:v>
              </c:pt>
              <c:pt idx="176">
                <c:v>0.9602715269585541</c:v>
              </c:pt>
              <c:pt idx="177">
                <c:v>0.9602715269585541</c:v>
              </c:pt>
              <c:pt idx="178">
                <c:v>0.9602715269585541</c:v>
              </c:pt>
              <c:pt idx="179">
                <c:v>0.9602715269585541</c:v>
              </c:pt>
              <c:pt idx="180">
                <c:v>0.9602715269585541</c:v>
              </c:pt>
              <c:pt idx="181">
                <c:v>0.9602715269585541</c:v>
              </c:pt>
              <c:pt idx="182">
                <c:v>0.9602715269585541</c:v>
              </c:pt>
              <c:pt idx="183">
                <c:v>0.9602715269585541</c:v>
              </c:pt>
              <c:pt idx="184">
                <c:v>0.9602715269585541</c:v>
              </c:pt>
              <c:pt idx="185">
                <c:v>0.9602715269585541</c:v>
              </c:pt>
              <c:pt idx="186">
                <c:v>0.9602715269585541</c:v>
              </c:pt>
              <c:pt idx="187">
                <c:v>0.9602715269585541</c:v>
              </c:pt>
              <c:pt idx="188">
                <c:v>0.9602715269585541</c:v>
              </c:pt>
              <c:pt idx="189">
                <c:v>0.9602715269585541</c:v>
              </c:pt>
              <c:pt idx="190">
                <c:v>0.9602715269585541</c:v>
              </c:pt>
              <c:pt idx="191">
                <c:v>0.9602715269585541</c:v>
              </c:pt>
              <c:pt idx="192">
                <c:v>0.9602715269585541</c:v>
              </c:pt>
              <c:pt idx="193">
                <c:v>0.9602715269585541</c:v>
              </c:pt>
              <c:pt idx="194">
                <c:v>0.9602715269585541</c:v>
              </c:pt>
              <c:pt idx="195">
                <c:v>0.9602715269585541</c:v>
              </c:pt>
              <c:pt idx="196">
                <c:v>0.9602715269585541</c:v>
              </c:pt>
              <c:pt idx="197">
                <c:v>0.9602715269585541</c:v>
              </c:pt>
              <c:pt idx="198">
                <c:v>0.9602715269585541</c:v>
              </c:pt>
              <c:pt idx="199">
                <c:v>0.9602715269585541</c:v>
              </c:pt>
              <c:pt idx="200">
                <c:v>0.9602715269585541</c:v>
              </c:pt>
              <c:pt idx="201">
                <c:v>0.9602715269585541</c:v>
              </c:pt>
              <c:pt idx="202">
                <c:v>0.9602715269585541</c:v>
              </c:pt>
              <c:pt idx="203">
                <c:v>0.9602715269585541</c:v>
              </c:pt>
              <c:pt idx="204">
                <c:v>0.9602715269585541</c:v>
              </c:pt>
              <c:pt idx="205">
                <c:v>0.9602715269585541</c:v>
              </c:pt>
              <c:pt idx="206">
                <c:v>0.9602715269585541</c:v>
              </c:pt>
              <c:pt idx="207">
                <c:v>0.9602715269585541</c:v>
              </c:pt>
              <c:pt idx="208">
                <c:v>0.9602715269585541</c:v>
              </c:pt>
              <c:pt idx="209">
                <c:v>0.9602715269585541</c:v>
              </c:pt>
              <c:pt idx="210">
                <c:v>0.9602715269585541</c:v>
              </c:pt>
              <c:pt idx="211">
                <c:v>0.9602715269585541</c:v>
              </c:pt>
              <c:pt idx="212">
                <c:v>0.9602715269585541</c:v>
              </c:pt>
              <c:pt idx="213">
                <c:v>0.9602715269585541</c:v>
              </c:pt>
              <c:pt idx="214">
                <c:v>0.9602715269585541</c:v>
              </c:pt>
              <c:pt idx="215">
                <c:v>0.9602715269585541</c:v>
              </c:pt>
              <c:pt idx="216">
                <c:v>0.9602715269585541</c:v>
              </c:pt>
              <c:pt idx="217">
                <c:v>0.9602715269585541</c:v>
              </c:pt>
              <c:pt idx="218">
                <c:v>0.9602715269585541</c:v>
              </c:pt>
              <c:pt idx="219">
                <c:v>0.9602715269585541</c:v>
              </c:pt>
              <c:pt idx="220">
                <c:v>0.9602715269585541</c:v>
              </c:pt>
              <c:pt idx="221">
                <c:v>0.9602715269585541</c:v>
              </c:pt>
              <c:pt idx="222">
                <c:v>0.9602715269585541</c:v>
              </c:pt>
              <c:pt idx="223">
                <c:v>0.9602715269585541</c:v>
              </c:pt>
              <c:pt idx="224">
                <c:v>0.9602715269585541</c:v>
              </c:pt>
              <c:pt idx="225">
                <c:v>0.9602715269585541</c:v>
              </c:pt>
              <c:pt idx="226">
                <c:v>0.9602715269585541</c:v>
              </c:pt>
              <c:pt idx="227">
                <c:v>0.9602715269585541</c:v>
              </c:pt>
              <c:pt idx="228">
                <c:v>0.9602715269585541</c:v>
              </c:pt>
              <c:pt idx="229">
                <c:v>0.9602715269585541</c:v>
              </c:pt>
              <c:pt idx="230">
                <c:v>0.9602715269585541</c:v>
              </c:pt>
              <c:pt idx="231">
                <c:v>0.9602715269585541</c:v>
              </c:pt>
              <c:pt idx="232">
                <c:v>0.9602715269585541</c:v>
              </c:pt>
              <c:pt idx="233">
                <c:v>0.9602715269585541</c:v>
              </c:pt>
              <c:pt idx="234">
                <c:v>0.9602715269585541</c:v>
              </c:pt>
              <c:pt idx="235">
                <c:v>0.9602715269585541</c:v>
              </c:pt>
              <c:pt idx="236">
                <c:v>0.9602715269585541</c:v>
              </c:pt>
              <c:pt idx="237">
                <c:v>0.9602715269585541</c:v>
              </c:pt>
              <c:pt idx="238">
                <c:v>0.9602715269585541</c:v>
              </c:pt>
              <c:pt idx="239">
                <c:v>0.9602715269585541</c:v>
              </c:pt>
              <c:pt idx="240">
                <c:v>0.9602715269585541</c:v>
              </c:pt>
              <c:pt idx="241">
                <c:v>0.9602715269585541</c:v>
              </c:pt>
              <c:pt idx="242">
                <c:v>0.9602715269585541</c:v>
              </c:pt>
              <c:pt idx="243">
                <c:v>0.9602715269585541</c:v>
              </c:pt>
              <c:pt idx="244">
                <c:v>0.9602715269585541</c:v>
              </c:pt>
              <c:pt idx="245">
                <c:v>0.9602715269585541</c:v>
              </c:pt>
              <c:pt idx="246">
                <c:v>0.9602715269585541</c:v>
              </c:pt>
              <c:pt idx="247">
                <c:v>0.9602715269585541</c:v>
              </c:pt>
              <c:pt idx="248">
                <c:v>0.9602715269585541</c:v>
              </c:pt>
              <c:pt idx="249">
                <c:v>0.9602715269585541</c:v>
              </c:pt>
              <c:pt idx="250">
                <c:v>0.9602715269585541</c:v>
              </c:pt>
              <c:pt idx="251">
                <c:v>0.9602715269585541</c:v>
              </c:pt>
              <c:pt idx="252">
                <c:v>0.9602715269585541</c:v>
              </c:pt>
              <c:pt idx="253">
                <c:v>0.9602715269585541</c:v>
              </c:pt>
              <c:pt idx="254">
                <c:v>0.9602715269585541</c:v>
              </c:pt>
              <c:pt idx="255">
                <c:v>0.9602715269585541</c:v>
              </c:pt>
              <c:pt idx="256">
                <c:v>0.9602715269585541</c:v>
              </c:pt>
              <c:pt idx="257">
                <c:v>0.9602715269585541</c:v>
              </c:pt>
              <c:pt idx="258">
                <c:v>0.9602715269585541</c:v>
              </c:pt>
              <c:pt idx="259">
                <c:v>0.9602715269585541</c:v>
              </c:pt>
              <c:pt idx="260">
                <c:v>0.9602715269585541</c:v>
              </c:pt>
              <c:pt idx="261">
                <c:v>0.9602715269585541</c:v>
              </c:pt>
              <c:pt idx="262">
                <c:v>0.9602715269585541</c:v>
              </c:pt>
              <c:pt idx="263">
                <c:v>0.9602715269585541</c:v>
              </c:pt>
              <c:pt idx="264">
                <c:v>0.9602715269585541</c:v>
              </c:pt>
              <c:pt idx="265">
                <c:v>0.9602715269585541</c:v>
              </c:pt>
              <c:pt idx="266">
                <c:v>0.9602715269585541</c:v>
              </c:pt>
              <c:pt idx="267">
                <c:v>0.9602715269585541</c:v>
              </c:pt>
              <c:pt idx="268">
                <c:v>0.9602715269585541</c:v>
              </c:pt>
              <c:pt idx="269">
                <c:v>0.9602715269585541</c:v>
              </c:pt>
              <c:pt idx="270">
                <c:v>0.9602715269585541</c:v>
              </c:pt>
              <c:pt idx="271">
                <c:v>0.9602715269585541</c:v>
              </c:pt>
              <c:pt idx="272">
                <c:v>0.9602715269585541</c:v>
              </c:pt>
              <c:pt idx="273">
                <c:v>0.9602715269585541</c:v>
              </c:pt>
              <c:pt idx="274">
                <c:v>0.9602715269585541</c:v>
              </c:pt>
              <c:pt idx="275">
                <c:v>0.9602715269585541</c:v>
              </c:pt>
              <c:pt idx="276">
                <c:v>0.9602715269585541</c:v>
              </c:pt>
              <c:pt idx="277">
                <c:v>0.9602715269585541</c:v>
              </c:pt>
              <c:pt idx="278">
                <c:v>0.9602715269585541</c:v>
              </c:pt>
              <c:pt idx="279">
                <c:v>0.9602715269585541</c:v>
              </c:pt>
              <c:pt idx="280">
                <c:v>0.9602715269585541</c:v>
              </c:pt>
              <c:pt idx="281">
                <c:v>0.9602715269585541</c:v>
              </c:pt>
              <c:pt idx="282">
                <c:v>0.9602715269585541</c:v>
              </c:pt>
              <c:pt idx="283">
                <c:v>0.9602715269585541</c:v>
              </c:pt>
              <c:pt idx="284">
                <c:v>0.9602715269585541</c:v>
              </c:pt>
              <c:pt idx="285">
                <c:v>0.9602715269585541</c:v>
              </c:pt>
              <c:pt idx="286">
                <c:v>0.9602715269585541</c:v>
              </c:pt>
              <c:pt idx="287">
                <c:v>0.9602715269585541</c:v>
              </c:pt>
              <c:pt idx="288">
                <c:v>0.9602715269585541</c:v>
              </c:pt>
              <c:pt idx="289">
                <c:v>0.9602715269585541</c:v>
              </c:pt>
              <c:pt idx="290">
                <c:v>0.9602715269585541</c:v>
              </c:pt>
              <c:pt idx="291">
                <c:v>0.9602715269585541</c:v>
              </c:pt>
              <c:pt idx="292">
                <c:v>0.9602715269585541</c:v>
              </c:pt>
              <c:pt idx="293">
                <c:v>0.9602715269585541</c:v>
              </c:pt>
              <c:pt idx="294">
                <c:v>0.9602715269585541</c:v>
              </c:pt>
              <c:pt idx="295">
                <c:v>0.9602715269585541</c:v>
              </c:pt>
              <c:pt idx="296">
                <c:v>0.9602715269585541</c:v>
              </c:pt>
              <c:pt idx="297">
                <c:v>0.9602715269585541</c:v>
              </c:pt>
              <c:pt idx="298">
                <c:v>0.9602715269585541</c:v>
              </c:pt>
              <c:pt idx="299">
                <c:v>0.9602715269585541</c:v>
              </c:pt>
              <c:pt idx="300">
                <c:v>0.9602715269585541</c:v>
              </c:pt>
              <c:pt idx="301">
                <c:v>0.9602715269585541</c:v>
              </c:pt>
              <c:pt idx="302">
                <c:v>0.9602715269585541</c:v>
              </c:pt>
              <c:pt idx="303">
                <c:v>0.9602715269585541</c:v>
              </c:pt>
              <c:pt idx="304">
                <c:v>0.9602715269585541</c:v>
              </c:pt>
              <c:pt idx="305">
                <c:v>0.9602715269585541</c:v>
              </c:pt>
              <c:pt idx="306">
                <c:v>0.9602715269585541</c:v>
              </c:pt>
              <c:pt idx="307">
                <c:v>0.9602715269585541</c:v>
              </c:pt>
              <c:pt idx="308">
                <c:v>0.9602715269585541</c:v>
              </c:pt>
              <c:pt idx="309">
                <c:v>0.9602715269585541</c:v>
              </c:pt>
              <c:pt idx="310">
                <c:v>0.9602715269585541</c:v>
              </c:pt>
              <c:pt idx="311">
                <c:v>0.9602715269585541</c:v>
              </c:pt>
              <c:pt idx="312">
                <c:v>0.9602715269585541</c:v>
              </c:pt>
              <c:pt idx="313">
                <c:v>0.9602715269585541</c:v>
              </c:pt>
              <c:pt idx="314">
                <c:v>0.9602715269585541</c:v>
              </c:pt>
              <c:pt idx="315">
                <c:v>0.9602715269585541</c:v>
              </c:pt>
              <c:pt idx="316">
                <c:v>0.9602715269585541</c:v>
              </c:pt>
              <c:pt idx="317">
                <c:v>0.9602715269585541</c:v>
              </c:pt>
              <c:pt idx="318">
                <c:v>0.9602715269585541</c:v>
              </c:pt>
              <c:pt idx="319">
                <c:v>0.9602715269585541</c:v>
              </c:pt>
              <c:pt idx="320">
                <c:v>0.9602715269585541</c:v>
              </c:pt>
              <c:pt idx="321">
                <c:v>0.9602715269585541</c:v>
              </c:pt>
              <c:pt idx="322">
                <c:v>0.9602715269585541</c:v>
              </c:pt>
              <c:pt idx="323">
                <c:v>0.9602715269585541</c:v>
              </c:pt>
            </c:numLit>
          </c:yVal>
          <c:smooth val="0"/>
        </c:ser>
        <c:ser>
          <c:idx val="3"/>
          <c:order val="3"/>
          <c:tx>
            <c:v>Same-order filling improvement</c:v>
          </c:tx>
          <c:spPr>
            <a:noFill xmlns:a="http://schemas.openxmlformats.org/drawingml/2006/main"/>
            <a:ln xmlns:a="http://schemas.openxmlformats.org/drawingml/2006/main" w="7620">
              <a:solidFill>
                <a:srgbClr val="009E73"/>
              </a:solidFill>
              <a:prstDash val="solid"/>
            </a:ln>
          </c:spPr>
          <c:marker>
            <c:symbol val="none"/>
            <c:size val="7"/>
            <c:spPr>
              <a:solidFill xmlns:a="http://schemas.openxmlformats.org/drawingml/2006/main">
                <a:srgbClr val="009E73"/>
              </a:solidFill>
            </c:spPr>
          </c:marker>
          <c:xVal>
            <c:numLit>
              <c:formatCode>General</c:formatCode>
              <c:ptCount val="324"/>
              <c:pt idx="0">
                <c:v>1.7941219849936019</c:v>
              </c:pt>
              <c:pt idx="1">
                <c:v>1.8486033236919899</c:v>
              </c:pt>
              <c:pt idx="2">
                <c:v>1.8486033236919899</c:v>
              </c:pt>
              <c:pt idx="3">
                <c:v>1.8486033236919899</c:v>
              </c:pt>
              <c:pt idx="4">
                <c:v>1.8486033236919899</c:v>
              </c:pt>
              <c:pt idx="5">
                <c:v>1.8486033236919899</c:v>
              </c:pt>
              <c:pt idx="6">
                <c:v>1.8486033236919899</c:v>
              </c:pt>
              <c:pt idx="7">
                <c:v>1.8486033236919899</c:v>
              </c:pt>
              <c:pt idx="8">
                <c:v>1.8486033236919899</c:v>
              </c:pt>
              <c:pt idx="9">
                <c:v>1.8486033236919899</c:v>
              </c:pt>
              <c:pt idx="10">
                <c:v>1.8486033236919899</c:v>
              </c:pt>
              <c:pt idx="11">
                <c:v>1.8486033236919899</c:v>
              </c:pt>
              <c:pt idx="12">
                <c:v>1.8486033236919899</c:v>
              </c:pt>
              <c:pt idx="13">
                <c:v>1.8486033236919899</c:v>
              </c:pt>
              <c:pt idx="14">
                <c:v>1.8486033236919899</c:v>
              </c:pt>
              <c:pt idx="15">
                <c:v>1.8486033236919899</c:v>
              </c:pt>
              <c:pt idx="16">
                <c:v>1.8486033236919899</c:v>
              </c:pt>
              <c:pt idx="17">
                <c:v>1.8486033236919899</c:v>
              </c:pt>
              <c:pt idx="18">
                <c:v>1.8486033236919899</c:v>
              </c:pt>
              <c:pt idx="19">
                <c:v>1.8486033236919899</c:v>
              </c:pt>
              <c:pt idx="20">
                <c:v>1.8486033236919899</c:v>
              </c:pt>
              <c:pt idx="21">
                <c:v>1.8486033236919899</c:v>
              </c:pt>
              <c:pt idx="22">
                <c:v>1.8486033236919899</c:v>
              </c:pt>
              <c:pt idx="23">
                <c:v>1.8486033236919899</c:v>
              </c:pt>
              <c:pt idx="24">
                <c:v>1.8486033236919899</c:v>
              </c:pt>
              <c:pt idx="25">
                <c:v>1.8486033236919899</c:v>
              </c:pt>
              <c:pt idx="26">
                <c:v>1.8486033236919899</c:v>
              </c:pt>
              <c:pt idx="27">
                <c:v>1.8486033236919899</c:v>
              </c:pt>
              <c:pt idx="28">
                <c:v>1.8486033236919899</c:v>
              </c:pt>
              <c:pt idx="29">
                <c:v>1.8486033236919899</c:v>
              </c:pt>
              <c:pt idx="30">
                <c:v>1.8486033236919899</c:v>
              </c:pt>
              <c:pt idx="31">
                <c:v>1.8486033236919899</c:v>
              </c:pt>
              <c:pt idx="32">
                <c:v>1.8486033236919899</c:v>
              </c:pt>
              <c:pt idx="33">
                <c:v>1.8486033236919899</c:v>
              </c:pt>
              <c:pt idx="34">
                <c:v>1.8486033236919899</c:v>
              </c:pt>
              <c:pt idx="35">
                <c:v>1.8486033236919899</c:v>
              </c:pt>
              <c:pt idx="36">
                <c:v>1.8486033236919899</c:v>
              </c:pt>
              <c:pt idx="37">
                <c:v>1.8486033236919899</c:v>
              </c:pt>
              <c:pt idx="38">
                <c:v>1.8486033236919899</c:v>
              </c:pt>
              <c:pt idx="39">
                <c:v>1.8486033236919899</c:v>
              </c:pt>
              <c:pt idx="40">
                <c:v>1.8486033236919899</c:v>
              </c:pt>
              <c:pt idx="41">
                <c:v>1.8486033236919899</c:v>
              </c:pt>
              <c:pt idx="42">
                <c:v>1.8486033236919899</c:v>
              </c:pt>
              <c:pt idx="43">
                <c:v>1.8486033236919899</c:v>
              </c:pt>
              <c:pt idx="44">
                <c:v>1.8486033236919899</c:v>
              </c:pt>
              <c:pt idx="45">
                <c:v>1.8486033236919899</c:v>
              </c:pt>
              <c:pt idx="46">
                <c:v>1.8486033236919899</c:v>
              </c:pt>
              <c:pt idx="47">
                <c:v>1.8486033236919899</c:v>
              </c:pt>
              <c:pt idx="48">
                <c:v>1.8486033236919899</c:v>
              </c:pt>
              <c:pt idx="49">
                <c:v>1.8486033236919899</c:v>
              </c:pt>
              <c:pt idx="50">
                <c:v>1.8486033236919899</c:v>
              </c:pt>
              <c:pt idx="51">
                <c:v>1.8486033236919899</c:v>
              </c:pt>
              <c:pt idx="52">
                <c:v>1.8486033236919899</c:v>
              </c:pt>
              <c:pt idx="53">
                <c:v>1.8486033236919899</c:v>
              </c:pt>
              <c:pt idx="54">
                <c:v>1.8486033236919899</c:v>
              </c:pt>
              <c:pt idx="55">
                <c:v>1.8486033236919899</c:v>
              </c:pt>
              <c:pt idx="56">
                <c:v>1.8486033236919899</c:v>
              </c:pt>
              <c:pt idx="57">
                <c:v>1.8486033236919899</c:v>
              </c:pt>
              <c:pt idx="58">
                <c:v>1.8486033236919899</c:v>
              </c:pt>
              <c:pt idx="59">
                <c:v>1.8486033236919899</c:v>
              </c:pt>
              <c:pt idx="60">
                <c:v>1.8486033236919899</c:v>
              </c:pt>
              <c:pt idx="61">
                <c:v>1.8486033236919899</c:v>
              </c:pt>
              <c:pt idx="62">
                <c:v>1.8486033236919899</c:v>
              </c:pt>
              <c:pt idx="63">
                <c:v>1.8486033236919899</c:v>
              </c:pt>
              <c:pt idx="64">
                <c:v>1.8486033236919899</c:v>
              </c:pt>
              <c:pt idx="65">
                <c:v>1.8486033236919899</c:v>
              </c:pt>
              <c:pt idx="66">
                <c:v>1.8486033236919899</c:v>
              </c:pt>
              <c:pt idx="67">
                <c:v>1.8486033236919899</c:v>
              </c:pt>
              <c:pt idx="68">
                <c:v>1.8486033236919899</c:v>
              </c:pt>
              <c:pt idx="69">
                <c:v>1.8486033236919899</c:v>
              </c:pt>
              <c:pt idx="70">
                <c:v>1.8486033236919899</c:v>
              </c:pt>
              <c:pt idx="71">
                <c:v>1.8486033236919899</c:v>
              </c:pt>
              <c:pt idx="72">
                <c:v>1.8486033236919899</c:v>
              </c:pt>
              <c:pt idx="73">
                <c:v>1.8486033236919899</c:v>
              </c:pt>
              <c:pt idx="74">
                <c:v>1.8486033236919899</c:v>
              </c:pt>
              <c:pt idx="75">
                <c:v>1.8486033236919899</c:v>
              </c:pt>
              <c:pt idx="76">
                <c:v>1.8486033236919899</c:v>
              </c:pt>
              <c:pt idx="77">
                <c:v>1.8486033236919899</c:v>
              </c:pt>
              <c:pt idx="78">
                <c:v>1.8486033236919899</c:v>
              </c:pt>
              <c:pt idx="79">
                <c:v>1.8486033236919899</c:v>
              </c:pt>
              <c:pt idx="80">
                <c:v>1.8486033236919899</c:v>
              </c:pt>
              <c:pt idx="81">
                <c:v>1.8486033236919899</c:v>
              </c:pt>
              <c:pt idx="82">
                <c:v>1.8486033236919899</c:v>
              </c:pt>
              <c:pt idx="83">
                <c:v>1.8486033236919899</c:v>
              </c:pt>
              <c:pt idx="84">
                <c:v>1.8486033236919899</c:v>
              </c:pt>
              <c:pt idx="85">
                <c:v>1.8486033236919899</c:v>
              </c:pt>
              <c:pt idx="86">
                <c:v>1.8486033236919899</c:v>
              </c:pt>
              <c:pt idx="87">
                <c:v>1.8486033236919899</c:v>
              </c:pt>
              <c:pt idx="88">
                <c:v>1.8486033236919899</c:v>
              </c:pt>
              <c:pt idx="89">
                <c:v>1.8486033236919899</c:v>
              </c:pt>
              <c:pt idx="90">
                <c:v>1.8486033236919899</c:v>
              </c:pt>
              <c:pt idx="91">
                <c:v>1.8486033236919899</c:v>
              </c:pt>
              <c:pt idx="92">
                <c:v>1.8486033236919899</c:v>
              </c:pt>
              <c:pt idx="93">
                <c:v>1.8486033236919899</c:v>
              </c:pt>
              <c:pt idx="94">
                <c:v>1.8486033236919899</c:v>
              </c:pt>
              <c:pt idx="95">
                <c:v>1.8486033236919899</c:v>
              </c:pt>
              <c:pt idx="96">
                <c:v>1.8486033236919899</c:v>
              </c:pt>
              <c:pt idx="97">
                <c:v>1.8486033236919899</c:v>
              </c:pt>
              <c:pt idx="98">
                <c:v>1.8486033236919899</c:v>
              </c:pt>
              <c:pt idx="99">
                <c:v>1.8486033236919899</c:v>
              </c:pt>
              <c:pt idx="100">
                <c:v>1.8486033236919899</c:v>
              </c:pt>
              <c:pt idx="101">
                <c:v>1.8486033236919899</c:v>
              </c:pt>
              <c:pt idx="102">
                <c:v>1.8486033236919899</c:v>
              </c:pt>
              <c:pt idx="103">
                <c:v>1.8486033236919899</c:v>
              </c:pt>
              <c:pt idx="104">
                <c:v>1.8486033236919899</c:v>
              </c:pt>
              <c:pt idx="105">
                <c:v>1.8486033236919899</c:v>
              </c:pt>
              <c:pt idx="106">
                <c:v>1.8486033236919899</c:v>
              </c:pt>
              <c:pt idx="107">
                <c:v>1.8486033236919899</c:v>
              </c:pt>
              <c:pt idx="108">
                <c:v>1.8486033236919899</c:v>
              </c:pt>
              <c:pt idx="109">
                <c:v>1.8486033236919899</c:v>
              </c:pt>
              <c:pt idx="110">
                <c:v>1.8486033236919899</c:v>
              </c:pt>
              <c:pt idx="111">
                <c:v>1.8486033236919899</c:v>
              </c:pt>
              <c:pt idx="112">
                <c:v>1.8486033236919899</c:v>
              </c:pt>
              <c:pt idx="113">
                <c:v>1.8486033236919899</c:v>
              </c:pt>
              <c:pt idx="114">
                <c:v>1.8486033236919899</c:v>
              </c:pt>
              <c:pt idx="115">
                <c:v>1.8486033236919899</c:v>
              </c:pt>
              <c:pt idx="116">
                <c:v>1.8486033236919899</c:v>
              </c:pt>
              <c:pt idx="117">
                <c:v>1.8486033236919899</c:v>
              </c:pt>
              <c:pt idx="118">
                <c:v>1.8486033236919899</c:v>
              </c:pt>
              <c:pt idx="119">
                <c:v>1.8486033236919899</c:v>
              </c:pt>
              <c:pt idx="120">
                <c:v>1.8486033236919899</c:v>
              </c:pt>
              <c:pt idx="121">
                <c:v>1.8486033236919899</c:v>
              </c:pt>
              <c:pt idx="122">
                <c:v>1.8486033236919899</c:v>
              </c:pt>
              <c:pt idx="123">
                <c:v>1.8486033236919899</c:v>
              </c:pt>
              <c:pt idx="124">
                <c:v>1.8486033236919899</c:v>
              </c:pt>
              <c:pt idx="125">
                <c:v>1.8486033236919899</c:v>
              </c:pt>
              <c:pt idx="126">
                <c:v>1.8486033236919899</c:v>
              </c:pt>
              <c:pt idx="127">
                <c:v>1.8486033236919899</c:v>
              </c:pt>
              <c:pt idx="128">
                <c:v>1.8486033236919899</c:v>
              </c:pt>
              <c:pt idx="129">
                <c:v>1.8486033236919899</c:v>
              </c:pt>
              <c:pt idx="130">
                <c:v>1.8486033236919899</c:v>
              </c:pt>
              <c:pt idx="131">
                <c:v>1.8486033236919899</c:v>
              </c:pt>
              <c:pt idx="132">
                <c:v>1.8486033236919899</c:v>
              </c:pt>
              <c:pt idx="133">
                <c:v>1.8486033236919899</c:v>
              </c:pt>
              <c:pt idx="134">
                <c:v>1.8486033236919899</c:v>
              </c:pt>
              <c:pt idx="135">
                <c:v>1.8486033236919899</c:v>
              </c:pt>
              <c:pt idx="136">
                <c:v>1.8486033236919899</c:v>
              </c:pt>
              <c:pt idx="137">
                <c:v>1.8486033236919899</c:v>
              </c:pt>
              <c:pt idx="138">
                <c:v>1.8486033236919899</c:v>
              </c:pt>
              <c:pt idx="139">
                <c:v>1.8486033236919899</c:v>
              </c:pt>
              <c:pt idx="140">
                <c:v>1.8486033236919899</c:v>
              </c:pt>
              <c:pt idx="141">
                <c:v>1.8486033236919899</c:v>
              </c:pt>
              <c:pt idx="142">
                <c:v>1.8486033236919899</c:v>
              </c:pt>
              <c:pt idx="143">
                <c:v>1.8486033236919899</c:v>
              </c:pt>
              <c:pt idx="144">
                <c:v>1.8486033236919899</c:v>
              </c:pt>
              <c:pt idx="145">
                <c:v>1.8486033236919899</c:v>
              </c:pt>
              <c:pt idx="146">
                <c:v>1.8486033236919899</c:v>
              </c:pt>
              <c:pt idx="147">
                <c:v>1.8486033236919899</c:v>
              </c:pt>
              <c:pt idx="148">
                <c:v>1.8486033236919899</c:v>
              </c:pt>
              <c:pt idx="149">
                <c:v>1.8486033236919899</c:v>
              </c:pt>
              <c:pt idx="150">
                <c:v>1.8486033236919899</c:v>
              </c:pt>
              <c:pt idx="151">
                <c:v>1.8486033236919899</c:v>
              </c:pt>
              <c:pt idx="152">
                <c:v>1.8486033236919899</c:v>
              </c:pt>
              <c:pt idx="153">
                <c:v>1.8486033236919899</c:v>
              </c:pt>
              <c:pt idx="154">
                <c:v>1.8486033236919899</c:v>
              </c:pt>
              <c:pt idx="155">
                <c:v>1.8486033236919899</c:v>
              </c:pt>
              <c:pt idx="156">
                <c:v>1.8486033236919899</c:v>
              </c:pt>
              <c:pt idx="157">
                <c:v>1.8486033236919899</c:v>
              </c:pt>
              <c:pt idx="158">
                <c:v>1.8486033236919899</c:v>
              </c:pt>
              <c:pt idx="159">
                <c:v>1.8486033236919899</c:v>
              </c:pt>
              <c:pt idx="160">
                <c:v>1.8486033236919899</c:v>
              </c:pt>
              <c:pt idx="161">
                <c:v>1.8486033236919899</c:v>
              </c:pt>
              <c:pt idx="162">
                <c:v>1.8486033236919899</c:v>
              </c:pt>
              <c:pt idx="163">
                <c:v>1.8486033236919899</c:v>
              </c:pt>
              <c:pt idx="164">
                <c:v>1.8486033236919899</c:v>
              </c:pt>
              <c:pt idx="165">
                <c:v>1.8486033236919899</c:v>
              </c:pt>
              <c:pt idx="166">
                <c:v>1.8486033236919899</c:v>
              </c:pt>
              <c:pt idx="167">
                <c:v>1.8486033236919899</c:v>
              </c:pt>
              <c:pt idx="168">
                <c:v>1.8486033236919899</c:v>
              </c:pt>
              <c:pt idx="169">
                <c:v>1.8486033236919899</c:v>
              </c:pt>
              <c:pt idx="170">
                <c:v>1.8486033236919899</c:v>
              </c:pt>
              <c:pt idx="171">
                <c:v>1.8486033236919899</c:v>
              </c:pt>
              <c:pt idx="172">
                <c:v>1.8486033236919899</c:v>
              </c:pt>
              <c:pt idx="173">
                <c:v>1.8486033236919899</c:v>
              </c:pt>
              <c:pt idx="174">
                <c:v>1.8486033236919899</c:v>
              </c:pt>
              <c:pt idx="175">
                <c:v>1.8486033236919899</c:v>
              </c:pt>
              <c:pt idx="176">
                <c:v>1.8486033236919899</c:v>
              </c:pt>
              <c:pt idx="177">
                <c:v>1.8486033236919899</c:v>
              </c:pt>
              <c:pt idx="178">
                <c:v>1.8486033236919899</c:v>
              </c:pt>
              <c:pt idx="179">
                <c:v>1.8486033236919899</c:v>
              </c:pt>
              <c:pt idx="180">
                <c:v>1.8486033236919899</c:v>
              </c:pt>
              <c:pt idx="181">
                <c:v>1.8486033236919899</c:v>
              </c:pt>
              <c:pt idx="182">
                <c:v>1.8486033236919899</c:v>
              </c:pt>
              <c:pt idx="183">
                <c:v>1.8486033236919899</c:v>
              </c:pt>
              <c:pt idx="184">
                <c:v>1.8486033236919899</c:v>
              </c:pt>
              <c:pt idx="185">
                <c:v>1.8486033236919899</c:v>
              </c:pt>
              <c:pt idx="186">
                <c:v>1.8486033236919899</c:v>
              </c:pt>
              <c:pt idx="187">
                <c:v>1.8486033236919899</c:v>
              </c:pt>
              <c:pt idx="188">
                <c:v>1.8486033236919899</c:v>
              </c:pt>
              <c:pt idx="189">
                <c:v>1.8486033236919899</c:v>
              </c:pt>
              <c:pt idx="190">
                <c:v>1.8486033236919899</c:v>
              </c:pt>
              <c:pt idx="191">
                <c:v>1.8486033236919899</c:v>
              </c:pt>
              <c:pt idx="192">
                <c:v>1.8486033236919899</c:v>
              </c:pt>
              <c:pt idx="193">
                <c:v>1.8486033236919899</c:v>
              </c:pt>
              <c:pt idx="194">
                <c:v>1.8486033236919899</c:v>
              </c:pt>
              <c:pt idx="195">
                <c:v>1.8486033236919899</c:v>
              </c:pt>
              <c:pt idx="196">
                <c:v>1.8486033236919899</c:v>
              </c:pt>
              <c:pt idx="197">
                <c:v>1.8486033236919899</c:v>
              </c:pt>
              <c:pt idx="198">
                <c:v>1.8486033236919899</c:v>
              </c:pt>
              <c:pt idx="199">
                <c:v>1.8486033236919899</c:v>
              </c:pt>
              <c:pt idx="200">
                <c:v>1.8486033236919899</c:v>
              </c:pt>
              <c:pt idx="201">
                <c:v>1.8486033236919899</c:v>
              </c:pt>
              <c:pt idx="202">
                <c:v>1.8486033236919899</c:v>
              </c:pt>
              <c:pt idx="203">
                <c:v>1.8486033236919899</c:v>
              </c:pt>
              <c:pt idx="204">
                <c:v>1.8486033236919899</c:v>
              </c:pt>
              <c:pt idx="205">
                <c:v>1.8486033236919899</c:v>
              </c:pt>
              <c:pt idx="206">
                <c:v>1.8486033236919899</c:v>
              </c:pt>
              <c:pt idx="207">
                <c:v>1.8486033236919899</c:v>
              </c:pt>
              <c:pt idx="208">
                <c:v>1.8486033236919899</c:v>
              </c:pt>
              <c:pt idx="209">
                <c:v>1.8486033236919899</c:v>
              </c:pt>
              <c:pt idx="210">
                <c:v>1.8486033236919899</c:v>
              </c:pt>
              <c:pt idx="211">
                <c:v>1.8486033236919899</c:v>
              </c:pt>
              <c:pt idx="212">
                <c:v>1.8486033236919899</c:v>
              </c:pt>
              <c:pt idx="213">
                <c:v>1.8486033236919899</c:v>
              </c:pt>
              <c:pt idx="214">
                <c:v>1.8486033236919899</c:v>
              </c:pt>
              <c:pt idx="215">
                <c:v>1.8486033236919899</c:v>
              </c:pt>
              <c:pt idx="216">
                <c:v>1.8486033236919899</c:v>
              </c:pt>
              <c:pt idx="217">
                <c:v>1.8486033236919899</c:v>
              </c:pt>
              <c:pt idx="218">
                <c:v>1.8486033236919899</c:v>
              </c:pt>
              <c:pt idx="219">
                <c:v>1.8486033236919899</c:v>
              </c:pt>
              <c:pt idx="220">
                <c:v>1.8486033236919899</c:v>
              </c:pt>
              <c:pt idx="221">
                <c:v>1.8486033236919899</c:v>
              </c:pt>
              <c:pt idx="222">
                <c:v>1.8486033236919899</c:v>
              </c:pt>
              <c:pt idx="223">
                <c:v>1.8486033236919899</c:v>
              </c:pt>
              <c:pt idx="224">
                <c:v>1.8486033236919899</c:v>
              </c:pt>
              <c:pt idx="225">
                <c:v>1.8486033236919899</c:v>
              </c:pt>
              <c:pt idx="226">
                <c:v>1.8486033236919899</c:v>
              </c:pt>
              <c:pt idx="227">
                <c:v>1.8486033236919899</c:v>
              </c:pt>
              <c:pt idx="228">
                <c:v>1.8486033236919899</c:v>
              </c:pt>
              <c:pt idx="229">
                <c:v>1.8486033236919899</c:v>
              </c:pt>
              <c:pt idx="230">
                <c:v>1.8486033236919899</c:v>
              </c:pt>
              <c:pt idx="231">
                <c:v>1.8486033236919899</c:v>
              </c:pt>
              <c:pt idx="232">
                <c:v>1.8486033236919899</c:v>
              </c:pt>
              <c:pt idx="233">
                <c:v>1.8486033236919899</c:v>
              </c:pt>
              <c:pt idx="234">
                <c:v>1.8486033236919899</c:v>
              </c:pt>
              <c:pt idx="235">
                <c:v>1.8486033236919899</c:v>
              </c:pt>
              <c:pt idx="236">
                <c:v>1.8486033236919899</c:v>
              </c:pt>
              <c:pt idx="237">
                <c:v>1.8486033236919899</c:v>
              </c:pt>
              <c:pt idx="238">
                <c:v>1.8486033236919899</c:v>
              </c:pt>
              <c:pt idx="239">
                <c:v>1.8486033236919899</c:v>
              </c:pt>
              <c:pt idx="240">
                <c:v>1.8486033236919899</c:v>
              </c:pt>
              <c:pt idx="241">
                <c:v>1.8486033236919899</c:v>
              </c:pt>
              <c:pt idx="242">
                <c:v>1.8486033236919899</c:v>
              </c:pt>
              <c:pt idx="243">
                <c:v>1.8486033236919899</c:v>
              </c:pt>
              <c:pt idx="244">
                <c:v>1.8486033236919899</c:v>
              </c:pt>
              <c:pt idx="245">
                <c:v>1.8486033236919899</c:v>
              </c:pt>
              <c:pt idx="246">
                <c:v>1.8486033236919899</c:v>
              </c:pt>
              <c:pt idx="247">
                <c:v>1.8486033236919899</c:v>
              </c:pt>
              <c:pt idx="248">
                <c:v>1.8486033236919899</c:v>
              </c:pt>
              <c:pt idx="249">
                <c:v>1.8486033236919899</c:v>
              </c:pt>
              <c:pt idx="250">
                <c:v>1.8486033236919899</c:v>
              </c:pt>
              <c:pt idx="251">
                <c:v>1.8486033236919899</c:v>
              </c:pt>
              <c:pt idx="252">
                <c:v>1.8486033236919899</c:v>
              </c:pt>
              <c:pt idx="253">
                <c:v>1.8486033236919899</c:v>
              </c:pt>
              <c:pt idx="254">
                <c:v>1.8486033236919899</c:v>
              </c:pt>
              <c:pt idx="255">
                <c:v>1.8486033236919899</c:v>
              </c:pt>
              <c:pt idx="256">
                <c:v>1.8486033236919899</c:v>
              </c:pt>
              <c:pt idx="257">
                <c:v>1.8486033236919899</c:v>
              </c:pt>
              <c:pt idx="258">
                <c:v>1.8486033236919899</c:v>
              </c:pt>
              <c:pt idx="259">
                <c:v>1.8486033236919899</c:v>
              </c:pt>
              <c:pt idx="260">
                <c:v>1.8486033236919899</c:v>
              </c:pt>
              <c:pt idx="261">
                <c:v>1.8486033236919899</c:v>
              </c:pt>
              <c:pt idx="262">
                <c:v>1.8486033236919899</c:v>
              </c:pt>
              <c:pt idx="263">
                <c:v>1.8486033236919899</c:v>
              </c:pt>
              <c:pt idx="264">
                <c:v>1.8486033236919899</c:v>
              </c:pt>
              <c:pt idx="265">
                <c:v>1.8486033236919899</c:v>
              </c:pt>
              <c:pt idx="266">
                <c:v>1.8486033236919899</c:v>
              </c:pt>
              <c:pt idx="267">
                <c:v>1.8486033236919899</c:v>
              </c:pt>
              <c:pt idx="268">
                <c:v>1.8486033236919899</c:v>
              </c:pt>
              <c:pt idx="269">
                <c:v>1.8486033236919899</c:v>
              </c:pt>
              <c:pt idx="270">
                <c:v>1.8486033236919899</c:v>
              </c:pt>
              <c:pt idx="271">
                <c:v>1.8486033236919899</c:v>
              </c:pt>
              <c:pt idx="272">
                <c:v>1.8486033236919899</c:v>
              </c:pt>
              <c:pt idx="273">
                <c:v>1.8486033236919899</c:v>
              </c:pt>
              <c:pt idx="274">
                <c:v>1.8486033236919899</c:v>
              </c:pt>
              <c:pt idx="275">
                <c:v>1.8486033236919899</c:v>
              </c:pt>
              <c:pt idx="276">
                <c:v>1.8486033236919899</c:v>
              </c:pt>
              <c:pt idx="277">
                <c:v>1.8486033236919899</c:v>
              </c:pt>
              <c:pt idx="278">
                <c:v>1.8486033236919899</c:v>
              </c:pt>
              <c:pt idx="279">
                <c:v>1.8486033236919899</c:v>
              </c:pt>
              <c:pt idx="280">
                <c:v>1.8486033236919899</c:v>
              </c:pt>
              <c:pt idx="281">
                <c:v>1.8486033236919899</c:v>
              </c:pt>
              <c:pt idx="282">
                <c:v>1.8486033236919899</c:v>
              </c:pt>
              <c:pt idx="283">
                <c:v>1.8486033236919899</c:v>
              </c:pt>
              <c:pt idx="284">
                <c:v>1.8486033236919899</c:v>
              </c:pt>
              <c:pt idx="285">
                <c:v>1.8486033236919899</c:v>
              </c:pt>
              <c:pt idx="286">
                <c:v>1.8486033236919899</c:v>
              </c:pt>
              <c:pt idx="287">
                <c:v>1.8486033236919899</c:v>
              </c:pt>
              <c:pt idx="288">
                <c:v>1.8486033236919899</c:v>
              </c:pt>
              <c:pt idx="289">
                <c:v>1.8486033236919899</c:v>
              </c:pt>
              <c:pt idx="290">
                <c:v>1.8486033236919899</c:v>
              </c:pt>
              <c:pt idx="291">
                <c:v>1.8486033236919899</c:v>
              </c:pt>
              <c:pt idx="292">
                <c:v>1.8486033236919899</c:v>
              </c:pt>
              <c:pt idx="293">
                <c:v>1.8486033236919899</c:v>
              </c:pt>
              <c:pt idx="294">
                <c:v>1.8486033236919899</c:v>
              </c:pt>
              <c:pt idx="295">
                <c:v>1.8486033236919899</c:v>
              </c:pt>
              <c:pt idx="296">
                <c:v>1.8486033236919899</c:v>
              </c:pt>
              <c:pt idx="297">
                <c:v>1.8486033236919899</c:v>
              </c:pt>
              <c:pt idx="298">
                <c:v>1.8486033236919899</c:v>
              </c:pt>
              <c:pt idx="299">
                <c:v>1.8486033236919899</c:v>
              </c:pt>
              <c:pt idx="300">
                <c:v>1.8486033236919899</c:v>
              </c:pt>
              <c:pt idx="301">
                <c:v>1.8486033236919899</c:v>
              </c:pt>
              <c:pt idx="302">
                <c:v>1.8486033236919899</c:v>
              </c:pt>
              <c:pt idx="303">
                <c:v>1.8486033236919899</c:v>
              </c:pt>
              <c:pt idx="304">
                <c:v>1.8486033236919899</c:v>
              </c:pt>
              <c:pt idx="305">
                <c:v>1.8486033236919899</c:v>
              </c:pt>
              <c:pt idx="306">
                <c:v>1.8486033236919899</c:v>
              </c:pt>
              <c:pt idx="307">
                <c:v>1.8486033236919899</c:v>
              </c:pt>
              <c:pt idx="308">
                <c:v>1.8486033236919899</c:v>
              </c:pt>
              <c:pt idx="309">
                <c:v>1.8486033236919899</c:v>
              </c:pt>
              <c:pt idx="310">
                <c:v>1.8486033236919899</c:v>
              </c:pt>
              <c:pt idx="311">
                <c:v>1.8486033236919899</c:v>
              </c:pt>
              <c:pt idx="312">
                <c:v>1.8486033236919899</c:v>
              </c:pt>
              <c:pt idx="313">
                <c:v>1.8486033236919899</c:v>
              </c:pt>
              <c:pt idx="314">
                <c:v>1.8486033236919899</c:v>
              </c:pt>
              <c:pt idx="315">
                <c:v>1.8486033236919899</c:v>
              </c:pt>
              <c:pt idx="316">
                <c:v>1.8486033236919899</c:v>
              </c:pt>
              <c:pt idx="317">
                <c:v>1.8486033236919899</c:v>
              </c:pt>
              <c:pt idx="318">
                <c:v>1.8486033236919899</c:v>
              </c:pt>
              <c:pt idx="319">
                <c:v>1.8486033236919899</c:v>
              </c:pt>
              <c:pt idx="320">
                <c:v>1.8486033236919899</c:v>
              </c:pt>
              <c:pt idx="321">
                <c:v>1.8486033236919899</c:v>
              </c:pt>
              <c:pt idx="322">
                <c:v>1.8486033236919899</c:v>
              </c:pt>
              <c:pt idx="323">
                <c:v>1.8486033236919899</c:v>
              </c:pt>
            </c:numLit>
          </c:xVal>
          <c:yVal>
            <c:numLit>
              <c:formatCode>0.0</c:formatCode>
              <c:ptCount val="324"/>
              <c:pt idx="0">
                <c:v>0.7995948413183116</c:v>
              </c:pt>
              <c:pt idx="1">
                <c:v>0.7995948413183116</c:v>
              </c:pt>
              <c:pt idx="2">
                <c:v>0.7995948413183116</c:v>
              </c:pt>
              <c:pt idx="3">
                <c:v>0.7995948413183116</c:v>
              </c:pt>
              <c:pt idx="4">
                <c:v>0.7995948413183116</c:v>
              </c:pt>
              <c:pt idx="5">
                <c:v>0.7995948413183116</c:v>
              </c:pt>
              <c:pt idx="6">
                <c:v>0.7995948413183116</c:v>
              </c:pt>
              <c:pt idx="7">
                <c:v>0.7995948413183116</c:v>
              </c:pt>
              <c:pt idx="8">
                <c:v>0.7995948413183116</c:v>
              </c:pt>
              <c:pt idx="9">
                <c:v>0.7995948413183116</c:v>
              </c:pt>
              <c:pt idx="10">
                <c:v>0.7995948413183116</c:v>
              </c:pt>
              <c:pt idx="11">
                <c:v>0.7995948413183116</c:v>
              </c:pt>
              <c:pt idx="12">
                <c:v>0.7995948413183116</c:v>
              </c:pt>
              <c:pt idx="13">
                <c:v>0.7995948413183116</c:v>
              </c:pt>
              <c:pt idx="14">
                <c:v>0.7995948413183116</c:v>
              </c:pt>
              <c:pt idx="15">
                <c:v>0.7995948413183116</c:v>
              </c:pt>
              <c:pt idx="16">
                <c:v>0.7995948413183116</c:v>
              </c:pt>
              <c:pt idx="17">
                <c:v>0.7995948413183116</c:v>
              </c:pt>
              <c:pt idx="18">
                <c:v>0.7995948413183116</c:v>
              </c:pt>
              <c:pt idx="19">
                <c:v>0.7995948413183116</c:v>
              </c:pt>
              <c:pt idx="20">
                <c:v>0.7995948413183116</c:v>
              </c:pt>
              <c:pt idx="21">
                <c:v>0.7995948413183116</c:v>
              </c:pt>
              <c:pt idx="22">
                <c:v>0.7995948413183116</c:v>
              </c:pt>
              <c:pt idx="23">
                <c:v>0.7995948413183116</c:v>
              </c:pt>
              <c:pt idx="24">
                <c:v>0.7995948413183116</c:v>
              </c:pt>
              <c:pt idx="25">
                <c:v>0.7995948413183116</c:v>
              </c:pt>
              <c:pt idx="26">
                <c:v>0.7995948413183116</c:v>
              </c:pt>
              <c:pt idx="27">
                <c:v>0.7995948413183116</c:v>
              </c:pt>
              <c:pt idx="28">
                <c:v>0.7995948413183116</c:v>
              </c:pt>
              <c:pt idx="29">
                <c:v>0.7995948413183116</c:v>
              </c:pt>
              <c:pt idx="30">
                <c:v>0.7995948413183116</c:v>
              </c:pt>
              <c:pt idx="31">
                <c:v>0.7995948413183116</c:v>
              </c:pt>
              <c:pt idx="32">
                <c:v>0.7995948413183116</c:v>
              </c:pt>
              <c:pt idx="33">
                <c:v>0.7995948413183116</c:v>
              </c:pt>
              <c:pt idx="34">
                <c:v>0.7995948413183116</c:v>
              </c:pt>
              <c:pt idx="35">
                <c:v>0.7995948413183116</c:v>
              </c:pt>
              <c:pt idx="36">
                <c:v>0.7995948413183116</c:v>
              </c:pt>
              <c:pt idx="37">
                <c:v>0.7995948413183116</c:v>
              </c:pt>
              <c:pt idx="38">
                <c:v>0.7995948413183116</c:v>
              </c:pt>
              <c:pt idx="39">
                <c:v>0.7995948413183116</c:v>
              </c:pt>
              <c:pt idx="40">
                <c:v>0.7995948413183116</c:v>
              </c:pt>
              <c:pt idx="41">
                <c:v>0.7995948413183116</c:v>
              </c:pt>
              <c:pt idx="42">
                <c:v>0.7995948413183116</c:v>
              </c:pt>
              <c:pt idx="43">
                <c:v>0.7995948413183116</c:v>
              </c:pt>
              <c:pt idx="44">
                <c:v>0.7995948413183116</c:v>
              </c:pt>
              <c:pt idx="45">
                <c:v>0.7995948413183116</c:v>
              </c:pt>
              <c:pt idx="46">
                <c:v>0.7995948413183116</c:v>
              </c:pt>
              <c:pt idx="47">
                <c:v>0.7995948413183116</c:v>
              </c:pt>
              <c:pt idx="48">
                <c:v>0.7995948413183116</c:v>
              </c:pt>
              <c:pt idx="49">
                <c:v>0.7995948413183116</c:v>
              </c:pt>
              <c:pt idx="50">
                <c:v>0.7995948413183116</c:v>
              </c:pt>
              <c:pt idx="51">
                <c:v>0.7995948413183116</c:v>
              </c:pt>
              <c:pt idx="52">
                <c:v>0.7995948413183116</c:v>
              </c:pt>
              <c:pt idx="53">
                <c:v>0.7995948413183116</c:v>
              </c:pt>
              <c:pt idx="54">
                <c:v>0.7995948413183116</c:v>
              </c:pt>
              <c:pt idx="55">
                <c:v>0.7995948413183116</c:v>
              </c:pt>
              <c:pt idx="56">
                <c:v>0.7995948413183116</c:v>
              </c:pt>
              <c:pt idx="57">
                <c:v>0.7995948413183116</c:v>
              </c:pt>
              <c:pt idx="58">
                <c:v>0.7995948413183116</c:v>
              </c:pt>
              <c:pt idx="59">
                <c:v>0.7995948413183116</c:v>
              </c:pt>
              <c:pt idx="60">
                <c:v>0.7995948413183116</c:v>
              </c:pt>
              <c:pt idx="61">
                <c:v>0.7995948413183116</c:v>
              </c:pt>
              <c:pt idx="62">
                <c:v>0.7995948413183116</c:v>
              </c:pt>
              <c:pt idx="63">
                <c:v>0.7995948413183116</c:v>
              </c:pt>
              <c:pt idx="64">
                <c:v>0.7995948413183116</c:v>
              </c:pt>
              <c:pt idx="65">
                <c:v>0.7995948413183116</c:v>
              </c:pt>
              <c:pt idx="66">
                <c:v>0.7995948413183116</c:v>
              </c:pt>
              <c:pt idx="67">
                <c:v>0.7995948413183116</c:v>
              </c:pt>
              <c:pt idx="68">
                <c:v>0.7995948413183116</c:v>
              </c:pt>
              <c:pt idx="69">
                <c:v>0.7995948413183116</c:v>
              </c:pt>
              <c:pt idx="70">
                <c:v>0.7995948413183116</c:v>
              </c:pt>
              <c:pt idx="71">
                <c:v>0.7995948413183116</c:v>
              </c:pt>
              <c:pt idx="72">
                <c:v>0.7995948413183116</c:v>
              </c:pt>
              <c:pt idx="73">
                <c:v>0.7995948413183116</c:v>
              </c:pt>
              <c:pt idx="74">
                <c:v>0.7995948413183116</c:v>
              </c:pt>
              <c:pt idx="75">
                <c:v>0.7995948413183116</c:v>
              </c:pt>
              <c:pt idx="76">
                <c:v>0.7995948413183116</c:v>
              </c:pt>
              <c:pt idx="77">
                <c:v>0.7995948413183116</c:v>
              </c:pt>
              <c:pt idx="78">
                <c:v>0.7995948413183116</c:v>
              </c:pt>
              <c:pt idx="79">
                <c:v>0.7995948413183116</c:v>
              </c:pt>
              <c:pt idx="80">
                <c:v>0.7995948413183116</c:v>
              </c:pt>
              <c:pt idx="81">
                <c:v>0.7995948413183116</c:v>
              </c:pt>
              <c:pt idx="82">
                <c:v>0.7995948413183116</c:v>
              </c:pt>
              <c:pt idx="83">
                <c:v>0.7995948413183116</c:v>
              </c:pt>
              <c:pt idx="84">
                <c:v>0.7995948413183116</c:v>
              </c:pt>
              <c:pt idx="85">
                <c:v>0.7995948413183116</c:v>
              </c:pt>
              <c:pt idx="86">
                <c:v>0.7995948413183116</c:v>
              </c:pt>
              <c:pt idx="87">
                <c:v>0.7995948413183116</c:v>
              </c:pt>
              <c:pt idx="88">
                <c:v>0.7995948413183116</c:v>
              </c:pt>
              <c:pt idx="89">
                <c:v>0.7995948413183116</c:v>
              </c:pt>
              <c:pt idx="90">
                <c:v>0.7995948413183116</c:v>
              </c:pt>
              <c:pt idx="91">
                <c:v>0.7995948413183116</c:v>
              </c:pt>
              <c:pt idx="92">
                <c:v>0.7995948413183116</c:v>
              </c:pt>
              <c:pt idx="93">
                <c:v>0.7995948413183116</c:v>
              </c:pt>
              <c:pt idx="94">
                <c:v>0.7995948413183116</c:v>
              </c:pt>
              <c:pt idx="95">
                <c:v>0.7995948413183116</c:v>
              </c:pt>
              <c:pt idx="96">
                <c:v>0.7995948413183116</c:v>
              </c:pt>
              <c:pt idx="97">
                <c:v>0.7995948413183116</c:v>
              </c:pt>
              <c:pt idx="98">
                <c:v>0.7995948413183116</c:v>
              </c:pt>
              <c:pt idx="99">
                <c:v>0.7995948413183116</c:v>
              </c:pt>
              <c:pt idx="100">
                <c:v>0.7995948413183116</c:v>
              </c:pt>
              <c:pt idx="101">
                <c:v>0.7995948413183116</c:v>
              </c:pt>
              <c:pt idx="102">
                <c:v>0.7995948413183116</c:v>
              </c:pt>
              <c:pt idx="103">
                <c:v>0.7995948413183116</c:v>
              </c:pt>
              <c:pt idx="104">
                <c:v>0.7995948413183116</c:v>
              </c:pt>
              <c:pt idx="105">
                <c:v>0.7995948413183116</c:v>
              </c:pt>
              <c:pt idx="106">
                <c:v>0.7995948413183116</c:v>
              </c:pt>
              <c:pt idx="107">
                <c:v>0.7995948413183116</c:v>
              </c:pt>
              <c:pt idx="108">
                <c:v>0.7995948413183116</c:v>
              </c:pt>
              <c:pt idx="109">
                <c:v>0.7995948413183116</c:v>
              </c:pt>
              <c:pt idx="110">
                <c:v>0.7995948413183116</c:v>
              </c:pt>
              <c:pt idx="111">
                <c:v>0.7995948413183116</c:v>
              </c:pt>
              <c:pt idx="112">
                <c:v>0.7995948413183116</c:v>
              </c:pt>
              <c:pt idx="113">
                <c:v>0.7995948413183116</c:v>
              </c:pt>
              <c:pt idx="114">
                <c:v>0.7995948413183116</c:v>
              </c:pt>
              <c:pt idx="115">
                <c:v>0.7995948413183116</c:v>
              </c:pt>
              <c:pt idx="116">
                <c:v>0.7995948413183116</c:v>
              </c:pt>
              <c:pt idx="117">
                <c:v>0.7995948413183116</c:v>
              </c:pt>
              <c:pt idx="118">
                <c:v>0.7995948413183116</c:v>
              </c:pt>
              <c:pt idx="119">
                <c:v>0.7995948413183116</c:v>
              </c:pt>
              <c:pt idx="120">
                <c:v>0.7995948413183116</c:v>
              </c:pt>
              <c:pt idx="121">
                <c:v>0.7995948413183116</c:v>
              </c:pt>
              <c:pt idx="122">
                <c:v>0.7995948413183116</c:v>
              </c:pt>
              <c:pt idx="123">
                <c:v>0.7995948413183116</c:v>
              </c:pt>
              <c:pt idx="124">
                <c:v>0.7995948413183116</c:v>
              </c:pt>
              <c:pt idx="125">
                <c:v>0.7995948413183116</c:v>
              </c:pt>
              <c:pt idx="126">
                <c:v>0.7995948413183116</c:v>
              </c:pt>
              <c:pt idx="127">
                <c:v>0.7995948413183116</c:v>
              </c:pt>
              <c:pt idx="128">
                <c:v>0.7995948413183116</c:v>
              </c:pt>
              <c:pt idx="129">
                <c:v>0.7995948413183116</c:v>
              </c:pt>
              <c:pt idx="130">
                <c:v>0.7995948413183116</c:v>
              </c:pt>
              <c:pt idx="131">
                <c:v>0.7995948413183116</c:v>
              </c:pt>
              <c:pt idx="132">
                <c:v>0.7995948413183116</c:v>
              </c:pt>
              <c:pt idx="133">
                <c:v>0.7995948413183116</c:v>
              </c:pt>
              <c:pt idx="134">
                <c:v>0.7995948413183116</c:v>
              </c:pt>
              <c:pt idx="135">
                <c:v>0.7995948413183116</c:v>
              </c:pt>
              <c:pt idx="136">
                <c:v>0.7995948413183116</c:v>
              </c:pt>
              <c:pt idx="137">
                <c:v>0.7995948413183116</c:v>
              </c:pt>
              <c:pt idx="138">
                <c:v>0.7995948413183116</c:v>
              </c:pt>
              <c:pt idx="139">
                <c:v>0.7995948413183116</c:v>
              </c:pt>
              <c:pt idx="140">
                <c:v>0.7995948413183116</c:v>
              </c:pt>
              <c:pt idx="141">
                <c:v>0.7995948413183116</c:v>
              </c:pt>
              <c:pt idx="142">
                <c:v>0.7995948413183116</c:v>
              </c:pt>
              <c:pt idx="143">
                <c:v>0.7995948413183116</c:v>
              </c:pt>
              <c:pt idx="144">
                <c:v>0.7995948413183116</c:v>
              </c:pt>
              <c:pt idx="145">
                <c:v>0.7995948413183116</c:v>
              </c:pt>
              <c:pt idx="146">
                <c:v>0.7995948413183116</c:v>
              </c:pt>
              <c:pt idx="147">
                <c:v>0.7995948413183116</c:v>
              </c:pt>
              <c:pt idx="148">
                <c:v>0.7995948413183116</c:v>
              </c:pt>
              <c:pt idx="149">
                <c:v>0.7995948413183116</c:v>
              </c:pt>
              <c:pt idx="150">
                <c:v>0.7995948413183116</c:v>
              </c:pt>
              <c:pt idx="151">
                <c:v>0.7995948413183116</c:v>
              </c:pt>
              <c:pt idx="152">
                <c:v>0.7995948413183116</c:v>
              </c:pt>
              <c:pt idx="153">
                <c:v>0.7995948413183116</c:v>
              </c:pt>
              <c:pt idx="154">
                <c:v>0.7995948413183116</c:v>
              </c:pt>
              <c:pt idx="155">
                <c:v>0.7995948413183116</c:v>
              </c:pt>
              <c:pt idx="156">
                <c:v>0.7995948413183116</c:v>
              </c:pt>
              <c:pt idx="157">
                <c:v>0.7995948413183116</c:v>
              </c:pt>
              <c:pt idx="158">
                <c:v>0.7995948413183116</c:v>
              </c:pt>
              <c:pt idx="159">
                <c:v>0.7995948413183116</c:v>
              </c:pt>
              <c:pt idx="160">
                <c:v>0.7995948413183116</c:v>
              </c:pt>
              <c:pt idx="161">
                <c:v>0.7995948413183116</c:v>
              </c:pt>
              <c:pt idx="162">
                <c:v>0.7995948413183116</c:v>
              </c:pt>
              <c:pt idx="163">
                <c:v>0.7995948413183116</c:v>
              </c:pt>
              <c:pt idx="164">
                <c:v>0.7995948413183116</c:v>
              </c:pt>
              <c:pt idx="165">
                <c:v>0.7995948413183116</c:v>
              </c:pt>
              <c:pt idx="166">
                <c:v>0.7995948413183116</c:v>
              </c:pt>
              <c:pt idx="167">
                <c:v>0.7995948413183116</c:v>
              </c:pt>
              <c:pt idx="168">
                <c:v>0.7995948413183116</c:v>
              </c:pt>
              <c:pt idx="169">
                <c:v>0.7995948413183116</c:v>
              </c:pt>
              <c:pt idx="170">
                <c:v>0.7995948413183116</c:v>
              </c:pt>
              <c:pt idx="171">
                <c:v>0.7995948413183116</c:v>
              </c:pt>
              <c:pt idx="172">
                <c:v>0.7995948413183116</c:v>
              </c:pt>
              <c:pt idx="173">
                <c:v>0.7995948413183116</c:v>
              </c:pt>
              <c:pt idx="174">
                <c:v>0.7995948413183116</c:v>
              </c:pt>
              <c:pt idx="175">
                <c:v>0.7995948413183116</c:v>
              </c:pt>
              <c:pt idx="176">
                <c:v>0.7995948413183116</c:v>
              </c:pt>
              <c:pt idx="177">
                <c:v>0.7995948413183116</c:v>
              </c:pt>
              <c:pt idx="178">
                <c:v>0.7995948413183116</c:v>
              </c:pt>
              <c:pt idx="179">
                <c:v>0.7995948413183116</c:v>
              </c:pt>
              <c:pt idx="180">
                <c:v>0.7995948413183116</c:v>
              </c:pt>
              <c:pt idx="181">
                <c:v>0.7995948413183116</c:v>
              </c:pt>
              <c:pt idx="182">
                <c:v>0.7995948413183116</c:v>
              </c:pt>
              <c:pt idx="183">
                <c:v>0.7995948413183116</c:v>
              </c:pt>
              <c:pt idx="184">
                <c:v>0.7995948413183116</c:v>
              </c:pt>
              <c:pt idx="185">
                <c:v>0.7995948413183116</c:v>
              </c:pt>
              <c:pt idx="186">
                <c:v>0.7995948413183116</c:v>
              </c:pt>
              <c:pt idx="187">
                <c:v>0.7995948413183116</c:v>
              </c:pt>
              <c:pt idx="188">
                <c:v>0.7995948413183116</c:v>
              </c:pt>
              <c:pt idx="189">
                <c:v>0.7995948413183116</c:v>
              </c:pt>
              <c:pt idx="190">
                <c:v>0.7995948413183116</c:v>
              </c:pt>
              <c:pt idx="191">
                <c:v>0.7995948413183116</c:v>
              </c:pt>
              <c:pt idx="192">
                <c:v>0.7995948413183116</c:v>
              </c:pt>
              <c:pt idx="193">
                <c:v>0.7995948413183116</c:v>
              </c:pt>
              <c:pt idx="194">
                <c:v>0.7995948413183116</c:v>
              </c:pt>
              <c:pt idx="195">
                <c:v>0.7995948413183116</c:v>
              </c:pt>
              <c:pt idx="196">
                <c:v>0.7995948413183116</c:v>
              </c:pt>
              <c:pt idx="197">
                <c:v>0.7995948413183116</c:v>
              </c:pt>
              <c:pt idx="198">
                <c:v>0.7995948413183116</c:v>
              </c:pt>
              <c:pt idx="199">
                <c:v>0.7995948413183116</c:v>
              </c:pt>
              <c:pt idx="200">
                <c:v>0.7995948413183116</c:v>
              </c:pt>
              <c:pt idx="201">
                <c:v>0.7995948413183116</c:v>
              </c:pt>
              <c:pt idx="202">
                <c:v>0.7995948413183116</c:v>
              </c:pt>
              <c:pt idx="203">
                <c:v>0.7995948413183116</c:v>
              </c:pt>
              <c:pt idx="204">
                <c:v>0.7995948413183116</c:v>
              </c:pt>
              <c:pt idx="205">
                <c:v>0.7995948413183116</c:v>
              </c:pt>
              <c:pt idx="206">
                <c:v>0.7995948413183116</c:v>
              </c:pt>
              <c:pt idx="207">
                <c:v>0.7995948413183116</c:v>
              </c:pt>
              <c:pt idx="208">
                <c:v>0.7995948413183116</c:v>
              </c:pt>
              <c:pt idx="209">
                <c:v>0.7995948413183116</c:v>
              </c:pt>
              <c:pt idx="210">
                <c:v>0.7995948413183116</c:v>
              </c:pt>
              <c:pt idx="211">
                <c:v>0.7995948413183116</c:v>
              </c:pt>
              <c:pt idx="212">
                <c:v>0.7995948413183116</c:v>
              </c:pt>
              <c:pt idx="213">
                <c:v>0.7995948413183116</c:v>
              </c:pt>
              <c:pt idx="214">
                <c:v>0.7995948413183116</c:v>
              </c:pt>
              <c:pt idx="215">
                <c:v>0.7995948413183116</c:v>
              </c:pt>
              <c:pt idx="216">
                <c:v>0.7995948413183116</c:v>
              </c:pt>
              <c:pt idx="217">
                <c:v>0.7995948413183116</c:v>
              </c:pt>
              <c:pt idx="218">
                <c:v>0.7995948413183116</c:v>
              </c:pt>
              <c:pt idx="219">
                <c:v>0.7995948413183116</c:v>
              </c:pt>
              <c:pt idx="220">
                <c:v>0.7995948413183116</c:v>
              </c:pt>
              <c:pt idx="221">
                <c:v>0.7995948413183116</c:v>
              </c:pt>
              <c:pt idx="222">
                <c:v>0.7995948413183116</c:v>
              </c:pt>
              <c:pt idx="223">
                <c:v>0.7995948413183116</c:v>
              </c:pt>
              <c:pt idx="224">
                <c:v>0.7995948413183116</c:v>
              </c:pt>
              <c:pt idx="225">
                <c:v>0.7995948413183116</c:v>
              </c:pt>
              <c:pt idx="226">
                <c:v>0.7995948413183116</c:v>
              </c:pt>
              <c:pt idx="227">
                <c:v>0.7995948413183116</c:v>
              </c:pt>
              <c:pt idx="228">
                <c:v>0.7995948413183116</c:v>
              </c:pt>
              <c:pt idx="229">
                <c:v>0.7995948413183116</c:v>
              </c:pt>
              <c:pt idx="230">
                <c:v>0.7995948413183116</c:v>
              </c:pt>
              <c:pt idx="231">
                <c:v>0.7995948413183116</c:v>
              </c:pt>
              <c:pt idx="232">
                <c:v>0.7995948413183116</c:v>
              </c:pt>
              <c:pt idx="233">
                <c:v>0.7995948413183116</c:v>
              </c:pt>
              <c:pt idx="234">
                <c:v>0.7995948413183116</c:v>
              </c:pt>
              <c:pt idx="235">
                <c:v>0.7995948413183116</c:v>
              </c:pt>
              <c:pt idx="236">
                <c:v>0.7995948413183116</c:v>
              </c:pt>
              <c:pt idx="237">
                <c:v>0.7995948413183116</c:v>
              </c:pt>
              <c:pt idx="238">
                <c:v>0.7995948413183116</c:v>
              </c:pt>
              <c:pt idx="239">
                <c:v>0.7995948413183116</c:v>
              </c:pt>
              <c:pt idx="240">
                <c:v>0.7995948413183116</c:v>
              </c:pt>
              <c:pt idx="241">
                <c:v>0.7995948413183116</c:v>
              </c:pt>
              <c:pt idx="242">
                <c:v>0.7995948413183116</c:v>
              </c:pt>
              <c:pt idx="243">
                <c:v>0.7995948413183116</c:v>
              </c:pt>
              <c:pt idx="244">
                <c:v>0.7995948413183116</c:v>
              </c:pt>
              <c:pt idx="245">
                <c:v>0.7995948413183116</c:v>
              </c:pt>
              <c:pt idx="246">
                <c:v>0.7995948413183116</c:v>
              </c:pt>
              <c:pt idx="247">
                <c:v>0.7995948413183116</c:v>
              </c:pt>
              <c:pt idx="248">
                <c:v>0.7995948413183116</c:v>
              </c:pt>
              <c:pt idx="249">
                <c:v>0.7995948413183116</c:v>
              </c:pt>
              <c:pt idx="250">
                <c:v>0.7995948413183116</c:v>
              </c:pt>
              <c:pt idx="251">
                <c:v>0.7995948413183116</c:v>
              </c:pt>
              <c:pt idx="252">
                <c:v>0.7995948413183116</c:v>
              </c:pt>
              <c:pt idx="253">
                <c:v>0.7995948413183116</c:v>
              </c:pt>
              <c:pt idx="254">
                <c:v>0.7995948413183116</c:v>
              </c:pt>
              <c:pt idx="255">
                <c:v>0.7995948413183116</c:v>
              </c:pt>
              <c:pt idx="256">
                <c:v>0.7995948413183116</c:v>
              </c:pt>
              <c:pt idx="257">
                <c:v>0.7995948413183116</c:v>
              </c:pt>
              <c:pt idx="258">
                <c:v>0.7995948413183116</c:v>
              </c:pt>
              <c:pt idx="259">
                <c:v>0.7995948413183116</c:v>
              </c:pt>
              <c:pt idx="260">
                <c:v>0.7995948413183116</c:v>
              </c:pt>
              <c:pt idx="261">
                <c:v>0.7995948413183116</c:v>
              </c:pt>
              <c:pt idx="262">
                <c:v>0.7995948413183116</c:v>
              </c:pt>
              <c:pt idx="263">
                <c:v>0.7995948413183116</c:v>
              </c:pt>
              <c:pt idx="264">
                <c:v>0.7995948413183116</c:v>
              </c:pt>
              <c:pt idx="265">
                <c:v>0.7995948413183116</c:v>
              </c:pt>
              <c:pt idx="266">
                <c:v>0.7995948413183116</c:v>
              </c:pt>
              <c:pt idx="267">
                <c:v>0.7995948413183116</c:v>
              </c:pt>
              <c:pt idx="268">
                <c:v>0.7995948413183116</c:v>
              </c:pt>
              <c:pt idx="269">
                <c:v>0.7995948413183116</c:v>
              </c:pt>
              <c:pt idx="270">
                <c:v>0.7995948413183116</c:v>
              </c:pt>
              <c:pt idx="271">
                <c:v>0.7995948413183116</c:v>
              </c:pt>
              <c:pt idx="272">
                <c:v>0.7995948413183116</c:v>
              </c:pt>
              <c:pt idx="273">
                <c:v>0.7995948413183116</c:v>
              </c:pt>
              <c:pt idx="274">
                <c:v>0.7995948413183116</c:v>
              </c:pt>
              <c:pt idx="275">
                <c:v>0.7995948413183116</c:v>
              </c:pt>
              <c:pt idx="276">
                <c:v>0.7995948413183116</c:v>
              </c:pt>
              <c:pt idx="277">
                <c:v>0.7995948413183116</c:v>
              </c:pt>
              <c:pt idx="278">
                <c:v>0.7995948413183116</c:v>
              </c:pt>
              <c:pt idx="279">
                <c:v>0.7995948413183116</c:v>
              </c:pt>
              <c:pt idx="280">
                <c:v>0.7995948413183116</c:v>
              </c:pt>
              <c:pt idx="281">
                <c:v>0.7995948413183116</c:v>
              </c:pt>
              <c:pt idx="282">
                <c:v>0.7995948413183116</c:v>
              </c:pt>
              <c:pt idx="283">
                <c:v>0.7995948413183116</c:v>
              </c:pt>
              <c:pt idx="284">
                <c:v>0.7995948413183116</c:v>
              </c:pt>
              <c:pt idx="285">
                <c:v>0.7995948413183116</c:v>
              </c:pt>
              <c:pt idx="286">
                <c:v>0.7995948413183116</c:v>
              </c:pt>
              <c:pt idx="287">
                <c:v>0.7995948413183116</c:v>
              </c:pt>
              <c:pt idx="288">
                <c:v>0.7995948413183116</c:v>
              </c:pt>
              <c:pt idx="289">
                <c:v>0.7995948413183116</c:v>
              </c:pt>
              <c:pt idx="290">
                <c:v>0.7995948413183116</c:v>
              </c:pt>
              <c:pt idx="291">
                <c:v>0.7995948413183116</c:v>
              </c:pt>
              <c:pt idx="292">
                <c:v>0.7995948413183116</c:v>
              </c:pt>
              <c:pt idx="293">
                <c:v>0.7995948413183116</c:v>
              </c:pt>
              <c:pt idx="294">
                <c:v>0.7995948413183116</c:v>
              </c:pt>
              <c:pt idx="295">
                <c:v>0.7995948413183116</c:v>
              </c:pt>
              <c:pt idx="296">
                <c:v>0.7995948413183116</c:v>
              </c:pt>
              <c:pt idx="297">
                <c:v>0.7995948413183116</c:v>
              </c:pt>
              <c:pt idx="298">
                <c:v>0.7995948413183116</c:v>
              </c:pt>
              <c:pt idx="299">
                <c:v>0.7995948413183116</c:v>
              </c:pt>
              <c:pt idx="300">
                <c:v>0.7995948413183116</c:v>
              </c:pt>
              <c:pt idx="301">
                <c:v>0.7995948413183116</c:v>
              </c:pt>
              <c:pt idx="302">
                <c:v>0.7995948413183116</c:v>
              </c:pt>
              <c:pt idx="303">
                <c:v>0.7995948413183116</c:v>
              </c:pt>
              <c:pt idx="304">
                <c:v>0.7995948413183116</c:v>
              </c:pt>
              <c:pt idx="305">
                <c:v>0.7995948413183116</c:v>
              </c:pt>
              <c:pt idx="306">
                <c:v>0.7995948413183116</c:v>
              </c:pt>
              <c:pt idx="307">
                <c:v>0.7995948413183116</c:v>
              </c:pt>
              <c:pt idx="308">
                <c:v>0.7995948413183116</c:v>
              </c:pt>
              <c:pt idx="309">
                <c:v>0.7995948413183116</c:v>
              </c:pt>
              <c:pt idx="310">
                <c:v>0.7995948413183116</c:v>
              </c:pt>
              <c:pt idx="311">
                <c:v>0.7995948413183116</c:v>
              </c:pt>
              <c:pt idx="312">
                <c:v>0.7995948413183116</c:v>
              </c:pt>
              <c:pt idx="313">
                <c:v>0.7995948413183116</c:v>
              </c:pt>
              <c:pt idx="314">
                <c:v>0.7995948413183116</c:v>
              </c:pt>
              <c:pt idx="315">
                <c:v>0.7995948413183116</c:v>
              </c:pt>
              <c:pt idx="316">
                <c:v>0.7995948413183116</c:v>
              </c:pt>
              <c:pt idx="317">
                <c:v>0.7995948413183116</c:v>
              </c:pt>
              <c:pt idx="318">
                <c:v>0.7995948413183116</c:v>
              </c:pt>
              <c:pt idx="319">
                <c:v>0.7995948413183116</c:v>
              </c:pt>
              <c:pt idx="320">
                <c:v>0.7995948413183116</c:v>
              </c:pt>
              <c:pt idx="321">
                <c:v>0.7995948413183116</c:v>
              </c:pt>
              <c:pt idx="322">
                <c:v>0.7995948413183116</c:v>
              </c:pt>
              <c:pt idx="323">
                <c:v>0.7995948413183116</c:v>
              </c:pt>
            </c:numLit>
          </c:yVal>
          <c:smooth val="0"/>
        </c:ser>
        <c:ser>
          <c:idx val="4"/>
          <c:order val="4"/>
          <c:tx>
            <c:v>Same-order filling improvement</c:v>
          </c:tx>
          <c:spPr>
            <a:noFill xmlns:a="http://schemas.openxmlformats.org/drawingml/2006/main"/>
            <a:ln xmlns:a="http://schemas.openxmlformats.org/drawingml/2006/main" w="7620">
              <a:solidFill>
                <a:srgbClr val="009E73"/>
              </a:solidFill>
              <a:prstDash val="solid"/>
            </a:ln>
          </c:spPr>
          <c:marker>
            <c:symbol val="none"/>
            <c:size val="7"/>
            <c:spPr>
              <a:solidFill xmlns:a="http://schemas.openxmlformats.org/drawingml/2006/main">
                <a:srgbClr val="009E73"/>
              </a:solidFill>
            </c:spPr>
          </c:marker>
          <c:xVal>
            <c:numLit>
              <c:formatCode>General</c:formatCode>
              <c:ptCount val="324"/>
              <c:pt idx="0">
                <c:v>33.555199555944284</c:v>
              </c:pt>
              <c:pt idx="1">
                <c:v>33.58694481805558</c:v>
              </c:pt>
              <c:pt idx="2">
                <c:v>33.58694481805558</c:v>
              </c:pt>
              <c:pt idx="3">
                <c:v>33.58694481805558</c:v>
              </c:pt>
              <c:pt idx="4">
                <c:v>33.58694481805558</c:v>
              </c:pt>
              <c:pt idx="5">
                <c:v>33.58694481805558</c:v>
              </c:pt>
              <c:pt idx="6">
                <c:v>33.58694481805558</c:v>
              </c:pt>
              <c:pt idx="7">
                <c:v>33.58694481805558</c:v>
              </c:pt>
              <c:pt idx="8">
                <c:v>33.58694481805558</c:v>
              </c:pt>
              <c:pt idx="9">
                <c:v>33.58694481805558</c:v>
              </c:pt>
              <c:pt idx="10">
                <c:v>33.58694481805558</c:v>
              </c:pt>
              <c:pt idx="11">
                <c:v>33.58694481805558</c:v>
              </c:pt>
              <c:pt idx="12">
                <c:v>33.58694481805558</c:v>
              </c:pt>
              <c:pt idx="13">
                <c:v>33.58694481805558</c:v>
              </c:pt>
              <c:pt idx="14">
                <c:v>33.58694481805558</c:v>
              </c:pt>
              <c:pt idx="15">
                <c:v>33.58694481805558</c:v>
              </c:pt>
              <c:pt idx="16">
                <c:v>33.58694481805558</c:v>
              </c:pt>
              <c:pt idx="17">
                <c:v>33.58694481805558</c:v>
              </c:pt>
              <c:pt idx="18">
                <c:v>33.58694481805558</c:v>
              </c:pt>
              <c:pt idx="19">
                <c:v>33.58694481805558</c:v>
              </c:pt>
              <c:pt idx="20">
                <c:v>33.58694481805558</c:v>
              </c:pt>
              <c:pt idx="21">
                <c:v>33.58694481805558</c:v>
              </c:pt>
              <c:pt idx="22">
                <c:v>33.58694481805558</c:v>
              </c:pt>
              <c:pt idx="23">
                <c:v>33.58694481805558</c:v>
              </c:pt>
              <c:pt idx="24">
                <c:v>33.58694481805558</c:v>
              </c:pt>
              <c:pt idx="25">
                <c:v>33.58694481805558</c:v>
              </c:pt>
              <c:pt idx="26">
                <c:v>33.58694481805558</c:v>
              </c:pt>
              <c:pt idx="27">
                <c:v>33.58694481805558</c:v>
              </c:pt>
              <c:pt idx="28">
                <c:v>33.58694481805558</c:v>
              </c:pt>
              <c:pt idx="29">
                <c:v>33.58694481805558</c:v>
              </c:pt>
              <c:pt idx="30">
                <c:v>33.58694481805558</c:v>
              </c:pt>
              <c:pt idx="31">
                <c:v>33.58694481805558</c:v>
              </c:pt>
              <c:pt idx="32">
                <c:v>33.58694481805558</c:v>
              </c:pt>
              <c:pt idx="33">
                <c:v>33.58694481805558</c:v>
              </c:pt>
              <c:pt idx="34">
                <c:v>33.58694481805558</c:v>
              </c:pt>
              <c:pt idx="35">
                <c:v>33.58694481805558</c:v>
              </c:pt>
              <c:pt idx="36">
                <c:v>33.58694481805558</c:v>
              </c:pt>
              <c:pt idx="37">
                <c:v>33.58694481805558</c:v>
              </c:pt>
              <c:pt idx="38">
                <c:v>33.58694481805558</c:v>
              </c:pt>
              <c:pt idx="39">
                <c:v>33.58694481805558</c:v>
              </c:pt>
              <c:pt idx="40">
                <c:v>33.58694481805558</c:v>
              </c:pt>
              <c:pt idx="41">
                <c:v>33.58694481805558</c:v>
              </c:pt>
              <c:pt idx="42">
                <c:v>33.58694481805558</c:v>
              </c:pt>
              <c:pt idx="43">
                <c:v>33.58694481805558</c:v>
              </c:pt>
              <c:pt idx="44">
                <c:v>33.58694481805558</c:v>
              </c:pt>
              <c:pt idx="45">
                <c:v>33.58694481805558</c:v>
              </c:pt>
              <c:pt idx="46">
                <c:v>33.58694481805558</c:v>
              </c:pt>
              <c:pt idx="47">
                <c:v>33.58694481805558</c:v>
              </c:pt>
              <c:pt idx="48">
                <c:v>33.58694481805558</c:v>
              </c:pt>
              <c:pt idx="49">
                <c:v>33.58694481805558</c:v>
              </c:pt>
              <c:pt idx="50">
                <c:v>33.58694481805558</c:v>
              </c:pt>
              <c:pt idx="51">
                <c:v>33.58694481805558</c:v>
              </c:pt>
              <c:pt idx="52">
                <c:v>33.58694481805558</c:v>
              </c:pt>
              <c:pt idx="53">
                <c:v>33.58694481805558</c:v>
              </c:pt>
              <c:pt idx="54">
                <c:v>33.58694481805558</c:v>
              </c:pt>
              <c:pt idx="55">
                <c:v>33.58694481805558</c:v>
              </c:pt>
              <c:pt idx="56">
                <c:v>33.58694481805558</c:v>
              </c:pt>
              <c:pt idx="57">
                <c:v>33.58694481805558</c:v>
              </c:pt>
              <c:pt idx="58">
                <c:v>33.58694481805558</c:v>
              </c:pt>
              <c:pt idx="59">
                <c:v>33.58694481805558</c:v>
              </c:pt>
              <c:pt idx="60">
                <c:v>33.58694481805558</c:v>
              </c:pt>
              <c:pt idx="61">
                <c:v>33.58694481805558</c:v>
              </c:pt>
              <c:pt idx="62">
                <c:v>33.58694481805558</c:v>
              </c:pt>
              <c:pt idx="63">
                <c:v>33.58694481805558</c:v>
              </c:pt>
              <c:pt idx="64">
                <c:v>33.58694481805558</c:v>
              </c:pt>
              <c:pt idx="65">
                <c:v>33.58694481805558</c:v>
              </c:pt>
              <c:pt idx="66">
                <c:v>33.58694481805558</c:v>
              </c:pt>
              <c:pt idx="67">
                <c:v>33.58694481805558</c:v>
              </c:pt>
              <c:pt idx="68">
                <c:v>33.58694481805558</c:v>
              </c:pt>
              <c:pt idx="69">
                <c:v>33.58694481805558</c:v>
              </c:pt>
              <c:pt idx="70">
                <c:v>33.58694481805558</c:v>
              </c:pt>
              <c:pt idx="71">
                <c:v>33.58694481805558</c:v>
              </c:pt>
              <c:pt idx="72">
                <c:v>33.58694481805558</c:v>
              </c:pt>
              <c:pt idx="73">
                <c:v>33.58694481805558</c:v>
              </c:pt>
              <c:pt idx="74">
                <c:v>33.58694481805558</c:v>
              </c:pt>
              <c:pt idx="75">
                <c:v>33.58694481805558</c:v>
              </c:pt>
              <c:pt idx="76">
                <c:v>33.58694481805558</c:v>
              </c:pt>
              <c:pt idx="77">
                <c:v>33.58694481805558</c:v>
              </c:pt>
              <c:pt idx="78">
                <c:v>33.58694481805558</c:v>
              </c:pt>
              <c:pt idx="79">
                <c:v>33.58694481805558</c:v>
              </c:pt>
              <c:pt idx="80">
                <c:v>33.58694481805558</c:v>
              </c:pt>
              <c:pt idx="81">
                <c:v>33.58694481805558</c:v>
              </c:pt>
              <c:pt idx="82">
                <c:v>33.58694481805558</c:v>
              </c:pt>
              <c:pt idx="83">
                <c:v>33.58694481805558</c:v>
              </c:pt>
              <c:pt idx="84">
                <c:v>33.58694481805558</c:v>
              </c:pt>
              <c:pt idx="85">
                <c:v>33.58694481805558</c:v>
              </c:pt>
              <c:pt idx="86">
                <c:v>33.58694481805558</c:v>
              </c:pt>
              <c:pt idx="87">
                <c:v>33.58694481805558</c:v>
              </c:pt>
              <c:pt idx="88">
                <c:v>33.58694481805558</c:v>
              </c:pt>
              <c:pt idx="89">
                <c:v>33.58694481805558</c:v>
              </c:pt>
              <c:pt idx="90">
                <c:v>33.58694481805558</c:v>
              </c:pt>
              <c:pt idx="91">
                <c:v>33.58694481805558</c:v>
              </c:pt>
              <c:pt idx="92">
                <c:v>33.58694481805558</c:v>
              </c:pt>
              <c:pt idx="93">
                <c:v>33.58694481805558</c:v>
              </c:pt>
              <c:pt idx="94">
                <c:v>33.58694481805558</c:v>
              </c:pt>
              <c:pt idx="95">
                <c:v>33.58694481805558</c:v>
              </c:pt>
              <c:pt idx="96">
                <c:v>33.58694481805558</c:v>
              </c:pt>
              <c:pt idx="97">
                <c:v>33.58694481805558</c:v>
              </c:pt>
              <c:pt idx="98">
                <c:v>33.58694481805558</c:v>
              </c:pt>
              <c:pt idx="99">
                <c:v>33.58694481805558</c:v>
              </c:pt>
              <c:pt idx="100">
                <c:v>33.58694481805558</c:v>
              </c:pt>
              <c:pt idx="101">
                <c:v>33.58694481805558</c:v>
              </c:pt>
              <c:pt idx="102">
                <c:v>33.58694481805558</c:v>
              </c:pt>
              <c:pt idx="103">
                <c:v>33.58694481805558</c:v>
              </c:pt>
              <c:pt idx="104">
                <c:v>33.58694481805558</c:v>
              </c:pt>
              <c:pt idx="105">
                <c:v>33.58694481805558</c:v>
              </c:pt>
              <c:pt idx="106">
                <c:v>33.58694481805558</c:v>
              </c:pt>
              <c:pt idx="107">
                <c:v>33.58694481805558</c:v>
              </c:pt>
              <c:pt idx="108">
                <c:v>33.58694481805558</c:v>
              </c:pt>
              <c:pt idx="109">
                <c:v>33.58694481805558</c:v>
              </c:pt>
              <c:pt idx="110">
                <c:v>33.58694481805558</c:v>
              </c:pt>
              <c:pt idx="111">
                <c:v>33.58694481805558</c:v>
              </c:pt>
              <c:pt idx="112">
                <c:v>33.58694481805558</c:v>
              </c:pt>
              <c:pt idx="113">
                <c:v>33.58694481805558</c:v>
              </c:pt>
              <c:pt idx="114">
                <c:v>33.58694481805558</c:v>
              </c:pt>
              <c:pt idx="115">
                <c:v>33.58694481805558</c:v>
              </c:pt>
              <c:pt idx="116">
                <c:v>33.58694481805558</c:v>
              </c:pt>
              <c:pt idx="117">
                <c:v>33.58694481805558</c:v>
              </c:pt>
              <c:pt idx="118">
                <c:v>33.58694481805558</c:v>
              </c:pt>
              <c:pt idx="119">
                <c:v>33.58694481805558</c:v>
              </c:pt>
              <c:pt idx="120">
                <c:v>33.58694481805558</c:v>
              </c:pt>
              <c:pt idx="121">
                <c:v>33.58694481805558</c:v>
              </c:pt>
              <c:pt idx="122">
                <c:v>33.58694481805558</c:v>
              </c:pt>
              <c:pt idx="123">
                <c:v>33.58694481805558</c:v>
              </c:pt>
              <c:pt idx="124">
                <c:v>33.58694481805558</c:v>
              </c:pt>
              <c:pt idx="125">
                <c:v>33.58694481805558</c:v>
              </c:pt>
              <c:pt idx="126">
                <c:v>33.58694481805558</c:v>
              </c:pt>
              <c:pt idx="127">
                <c:v>33.58694481805558</c:v>
              </c:pt>
              <c:pt idx="128">
                <c:v>33.58694481805558</c:v>
              </c:pt>
              <c:pt idx="129">
                <c:v>33.58694481805558</c:v>
              </c:pt>
              <c:pt idx="130">
                <c:v>33.58694481805558</c:v>
              </c:pt>
              <c:pt idx="131">
                <c:v>33.58694481805558</c:v>
              </c:pt>
              <c:pt idx="132">
                <c:v>33.58694481805558</c:v>
              </c:pt>
              <c:pt idx="133">
                <c:v>33.58694481805558</c:v>
              </c:pt>
              <c:pt idx="134">
                <c:v>33.58694481805558</c:v>
              </c:pt>
              <c:pt idx="135">
                <c:v>33.58694481805558</c:v>
              </c:pt>
              <c:pt idx="136">
                <c:v>33.58694481805558</c:v>
              </c:pt>
              <c:pt idx="137">
                <c:v>33.58694481805558</c:v>
              </c:pt>
              <c:pt idx="138">
                <c:v>33.58694481805558</c:v>
              </c:pt>
              <c:pt idx="139">
                <c:v>33.58694481805558</c:v>
              </c:pt>
              <c:pt idx="140">
                <c:v>33.58694481805558</c:v>
              </c:pt>
              <c:pt idx="141">
                <c:v>33.58694481805558</c:v>
              </c:pt>
              <c:pt idx="142">
                <c:v>33.58694481805558</c:v>
              </c:pt>
              <c:pt idx="143">
                <c:v>33.58694481805558</c:v>
              </c:pt>
              <c:pt idx="144">
                <c:v>33.58694481805558</c:v>
              </c:pt>
              <c:pt idx="145">
                <c:v>33.58694481805558</c:v>
              </c:pt>
              <c:pt idx="146">
                <c:v>33.58694481805558</c:v>
              </c:pt>
              <c:pt idx="147">
                <c:v>33.58694481805558</c:v>
              </c:pt>
              <c:pt idx="148">
                <c:v>33.58694481805558</c:v>
              </c:pt>
              <c:pt idx="149">
                <c:v>33.58694481805558</c:v>
              </c:pt>
              <c:pt idx="150">
                <c:v>33.58694481805558</c:v>
              </c:pt>
              <c:pt idx="151">
                <c:v>33.58694481805558</c:v>
              </c:pt>
              <c:pt idx="152">
                <c:v>33.58694481805558</c:v>
              </c:pt>
              <c:pt idx="153">
                <c:v>33.58694481805558</c:v>
              </c:pt>
              <c:pt idx="154">
                <c:v>33.58694481805558</c:v>
              </c:pt>
              <c:pt idx="155">
                <c:v>33.58694481805558</c:v>
              </c:pt>
              <c:pt idx="156">
                <c:v>33.58694481805558</c:v>
              </c:pt>
              <c:pt idx="157">
                <c:v>33.58694481805558</c:v>
              </c:pt>
              <c:pt idx="158">
                <c:v>33.58694481805558</c:v>
              </c:pt>
              <c:pt idx="159">
                <c:v>33.58694481805558</c:v>
              </c:pt>
              <c:pt idx="160">
                <c:v>33.58694481805558</c:v>
              </c:pt>
              <c:pt idx="161">
                <c:v>33.58694481805558</c:v>
              </c:pt>
              <c:pt idx="162">
                <c:v>33.58694481805558</c:v>
              </c:pt>
              <c:pt idx="163">
                <c:v>33.58694481805558</c:v>
              </c:pt>
              <c:pt idx="164">
                <c:v>33.58694481805558</c:v>
              </c:pt>
              <c:pt idx="165">
                <c:v>33.58694481805558</c:v>
              </c:pt>
              <c:pt idx="166">
                <c:v>33.58694481805558</c:v>
              </c:pt>
              <c:pt idx="167">
                <c:v>33.58694481805558</c:v>
              </c:pt>
              <c:pt idx="168">
                <c:v>33.58694481805558</c:v>
              </c:pt>
              <c:pt idx="169">
                <c:v>33.58694481805558</c:v>
              </c:pt>
              <c:pt idx="170">
                <c:v>33.58694481805558</c:v>
              </c:pt>
              <c:pt idx="171">
                <c:v>33.58694481805558</c:v>
              </c:pt>
              <c:pt idx="172">
                <c:v>33.58694481805558</c:v>
              </c:pt>
              <c:pt idx="173">
                <c:v>33.58694481805558</c:v>
              </c:pt>
              <c:pt idx="174">
                <c:v>33.58694481805558</c:v>
              </c:pt>
              <c:pt idx="175">
                <c:v>33.58694481805558</c:v>
              </c:pt>
              <c:pt idx="176">
                <c:v>33.58694481805558</c:v>
              </c:pt>
              <c:pt idx="177">
                <c:v>33.58694481805558</c:v>
              </c:pt>
              <c:pt idx="178">
                <c:v>33.58694481805558</c:v>
              </c:pt>
              <c:pt idx="179">
                <c:v>33.58694481805558</c:v>
              </c:pt>
              <c:pt idx="180">
                <c:v>33.58694481805558</c:v>
              </c:pt>
              <c:pt idx="181">
                <c:v>33.58694481805558</c:v>
              </c:pt>
              <c:pt idx="182">
                <c:v>33.58694481805558</c:v>
              </c:pt>
              <c:pt idx="183">
                <c:v>33.58694481805558</c:v>
              </c:pt>
              <c:pt idx="184">
                <c:v>33.58694481805558</c:v>
              </c:pt>
              <c:pt idx="185">
                <c:v>33.58694481805558</c:v>
              </c:pt>
              <c:pt idx="186">
                <c:v>33.58694481805558</c:v>
              </c:pt>
              <c:pt idx="187">
                <c:v>33.58694481805558</c:v>
              </c:pt>
              <c:pt idx="188">
                <c:v>33.58694481805558</c:v>
              </c:pt>
              <c:pt idx="189">
                <c:v>33.58694481805558</c:v>
              </c:pt>
              <c:pt idx="190">
                <c:v>33.58694481805558</c:v>
              </c:pt>
              <c:pt idx="191">
                <c:v>33.58694481805558</c:v>
              </c:pt>
              <c:pt idx="192">
                <c:v>33.58694481805558</c:v>
              </c:pt>
              <c:pt idx="193">
                <c:v>33.58694481805558</c:v>
              </c:pt>
              <c:pt idx="194">
                <c:v>33.58694481805558</c:v>
              </c:pt>
              <c:pt idx="195">
                <c:v>33.58694481805558</c:v>
              </c:pt>
              <c:pt idx="196">
                <c:v>33.58694481805558</c:v>
              </c:pt>
              <c:pt idx="197">
                <c:v>33.58694481805558</c:v>
              </c:pt>
              <c:pt idx="198">
                <c:v>33.58694481805558</c:v>
              </c:pt>
              <c:pt idx="199">
                <c:v>33.58694481805558</c:v>
              </c:pt>
              <c:pt idx="200">
                <c:v>33.58694481805558</c:v>
              </c:pt>
              <c:pt idx="201">
                <c:v>33.58694481805558</c:v>
              </c:pt>
              <c:pt idx="202">
                <c:v>33.58694481805558</c:v>
              </c:pt>
              <c:pt idx="203">
                <c:v>33.58694481805558</c:v>
              </c:pt>
              <c:pt idx="204">
                <c:v>33.58694481805558</c:v>
              </c:pt>
              <c:pt idx="205">
                <c:v>33.58694481805558</c:v>
              </c:pt>
              <c:pt idx="206">
                <c:v>33.58694481805558</c:v>
              </c:pt>
              <c:pt idx="207">
                <c:v>33.58694481805558</c:v>
              </c:pt>
              <c:pt idx="208">
                <c:v>33.58694481805558</c:v>
              </c:pt>
              <c:pt idx="209">
                <c:v>33.58694481805558</c:v>
              </c:pt>
              <c:pt idx="210">
                <c:v>33.58694481805558</c:v>
              </c:pt>
              <c:pt idx="211">
                <c:v>33.58694481805558</c:v>
              </c:pt>
              <c:pt idx="212">
                <c:v>33.58694481805558</c:v>
              </c:pt>
              <c:pt idx="213">
                <c:v>33.58694481805558</c:v>
              </c:pt>
              <c:pt idx="214">
                <c:v>33.58694481805558</c:v>
              </c:pt>
              <c:pt idx="215">
                <c:v>33.58694481805558</c:v>
              </c:pt>
              <c:pt idx="216">
                <c:v>33.58694481805558</c:v>
              </c:pt>
              <c:pt idx="217">
                <c:v>33.58694481805558</c:v>
              </c:pt>
              <c:pt idx="218">
                <c:v>33.58694481805558</c:v>
              </c:pt>
              <c:pt idx="219">
                <c:v>33.58694481805558</c:v>
              </c:pt>
              <c:pt idx="220">
                <c:v>33.58694481805558</c:v>
              </c:pt>
              <c:pt idx="221">
                <c:v>33.58694481805558</c:v>
              </c:pt>
              <c:pt idx="222">
                <c:v>33.58694481805558</c:v>
              </c:pt>
              <c:pt idx="223">
                <c:v>33.58694481805558</c:v>
              </c:pt>
              <c:pt idx="224">
                <c:v>33.58694481805558</c:v>
              </c:pt>
              <c:pt idx="225">
                <c:v>33.58694481805558</c:v>
              </c:pt>
              <c:pt idx="226">
                <c:v>33.58694481805558</c:v>
              </c:pt>
              <c:pt idx="227">
                <c:v>33.58694481805558</c:v>
              </c:pt>
              <c:pt idx="228">
                <c:v>33.58694481805558</c:v>
              </c:pt>
              <c:pt idx="229">
                <c:v>33.58694481805558</c:v>
              </c:pt>
              <c:pt idx="230">
                <c:v>33.58694481805558</c:v>
              </c:pt>
              <c:pt idx="231">
                <c:v>33.58694481805558</c:v>
              </c:pt>
              <c:pt idx="232">
                <c:v>33.58694481805558</c:v>
              </c:pt>
              <c:pt idx="233">
                <c:v>33.58694481805558</c:v>
              </c:pt>
              <c:pt idx="234">
                <c:v>33.58694481805558</c:v>
              </c:pt>
              <c:pt idx="235">
                <c:v>33.58694481805558</c:v>
              </c:pt>
              <c:pt idx="236">
                <c:v>33.58694481805558</c:v>
              </c:pt>
              <c:pt idx="237">
                <c:v>33.58694481805558</c:v>
              </c:pt>
              <c:pt idx="238">
                <c:v>33.58694481805558</c:v>
              </c:pt>
              <c:pt idx="239">
                <c:v>33.58694481805558</c:v>
              </c:pt>
              <c:pt idx="240">
                <c:v>33.58694481805558</c:v>
              </c:pt>
              <c:pt idx="241">
                <c:v>33.58694481805558</c:v>
              </c:pt>
              <c:pt idx="242">
                <c:v>33.58694481805558</c:v>
              </c:pt>
              <c:pt idx="243">
                <c:v>33.58694481805558</c:v>
              </c:pt>
              <c:pt idx="244">
                <c:v>33.58694481805558</c:v>
              </c:pt>
              <c:pt idx="245">
                <c:v>33.58694481805558</c:v>
              </c:pt>
              <c:pt idx="246">
                <c:v>33.58694481805558</c:v>
              </c:pt>
              <c:pt idx="247">
                <c:v>33.58694481805558</c:v>
              </c:pt>
              <c:pt idx="248">
                <c:v>33.58694481805558</c:v>
              </c:pt>
              <c:pt idx="249">
                <c:v>33.58694481805558</c:v>
              </c:pt>
              <c:pt idx="250">
                <c:v>33.58694481805558</c:v>
              </c:pt>
              <c:pt idx="251">
                <c:v>33.58694481805558</c:v>
              </c:pt>
              <c:pt idx="252">
                <c:v>33.58694481805558</c:v>
              </c:pt>
              <c:pt idx="253">
                <c:v>33.58694481805558</c:v>
              </c:pt>
              <c:pt idx="254">
                <c:v>33.58694481805558</c:v>
              </c:pt>
              <c:pt idx="255">
                <c:v>33.58694481805558</c:v>
              </c:pt>
              <c:pt idx="256">
                <c:v>33.58694481805558</c:v>
              </c:pt>
              <c:pt idx="257">
                <c:v>33.58694481805558</c:v>
              </c:pt>
              <c:pt idx="258">
                <c:v>33.58694481805558</c:v>
              </c:pt>
              <c:pt idx="259">
                <c:v>33.58694481805558</c:v>
              </c:pt>
              <c:pt idx="260">
                <c:v>33.58694481805558</c:v>
              </c:pt>
              <c:pt idx="261">
                <c:v>33.58694481805558</c:v>
              </c:pt>
              <c:pt idx="262">
                <c:v>33.58694481805558</c:v>
              </c:pt>
              <c:pt idx="263">
                <c:v>33.58694481805558</c:v>
              </c:pt>
              <c:pt idx="264">
                <c:v>33.58694481805558</c:v>
              </c:pt>
              <c:pt idx="265">
                <c:v>33.58694481805558</c:v>
              </c:pt>
              <c:pt idx="266">
                <c:v>33.58694481805558</c:v>
              </c:pt>
              <c:pt idx="267">
                <c:v>33.58694481805558</c:v>
              </c:pt>
              <c:pt idx="268">
                <c:v>33.58694481805558</c:v>
              </c:pt>
              <c:pt idx="269">
                <c:v>33.58694481805558</c:v>
              </c:pt>
              <c:pt idx="270">
                <c:v>33.58694481805558</c:v>
              </c:pt>
              <c:pt idx="271">
                <c:v>33.58694481805558</c:v>
              </c:pt>
              <c:pt idx="272">
                <c:v>33.58694481805558</c:v>
              </c:pt>
              <c:pt idx="273">
                <c:v>33.58694481805558</c:v>
              </c:pt>
              <c:pt idx="274">
                <c:v>33.58694481805558</c:v>
              </c:pt>
              <c:pt idx="275">
                <c:v>33.58694481805558</c:v>
              </c:pt>
              <c:pt idx="276">
                <c:v>33.58694481805558</c:v>
              </c:pt>
              <c:pt idx="277">
                <c:v>33.58694481805558</c:v>
              </c:pt>
              <c:pt idx="278">
                <c:v>33.58694481805558</c:v>
              </c:pt>
              <c:pt idx="279">
                <c:v>33.58694481805558</c:v>
              </c:pt>
              <c:pt idx="280">
                <c:v>33.58694481805558</c:v>
              </c:pt>
              <c:pt idx="281">
                <c:v>33.58694481805558</c:v>
              </c:pt>
              <c:pt idx="282">
                <c:v>33.58694481805558</c:v>
              </c:pt>
              <c:pt idx="283">
                <c:v>33.58694481805558</c:v>
              </c:pt>
              <c:pt idx="284">
                <c:v>33.58694481805558</c:v>
              </c:pt>
              <c:pt idx="285">
                <c:v>33.58694481805558</c:v>
              </c:pt>
              <c:pt idx="286">
                <c:v>33.58694481805558</c:v>
              </c:pt>
              <c:pt idx="287">
                <c:v>33.58694481805558</c:v>
              </c:pt>
              <c:pt idx="288">
                <c:v>33.58694481805558</c:v>
              </c:pt>
              <c:pt idx="289">
                <c:v>33.58694481805558</c:v>
              </c:pt>
              <c:pt idx="290">
                <c:v>33.58694481805558</c:v>
              </c:pt>
              <c:pt idx="291">
                <c:v>33.58694481805558</c:v>
              </c:pt>
              <c:pt idx="292">
                <c:v>33.58694481805558</c:v>
              </c:pt>
              <c:pt idx="293">
                <c:v>33.58694481805558</c:v>
              </c:pt>
              <c:pt idx="294">
                <c:v>33.58694481805558</c:v>
              </c:pt>
              <c:pt idx="295">
                <c:v>33.58694481805558</c:v>
              </c:pt>
              <c:pt idx="296">
                <c:v>33.58694481805558</c:v>
              </c:pt>
              <c:pt idx="297">
                <c:v>33.58694481805558</c:v>
              </c:pt>
              <c:pt idx="298">
                <c:v>33.58694481805558</c:v>
              </c:pt>
              <c:pt idx="299">
                <c:v>33.58694481805558</c:v>
              </c:pt>
              <c:pt idx="300">
                <c:v>33.58694481805558</c:v>
              </c:pt>
              <c:pt idx="301">
                <c:v>33.58694481805558</c:v>
              </c:pt>
              <c:pt idx="302">
                <c:v>33.58694481805558</c:v>
              </c:pt>
              <c:pt idx="303">
                <c:v>33.58694481805558</c:v>
              </c:pt>
              <c:pt idx="304">
                <c:v>33.58694481805558</c:v>
              </c:pt>
              <c:pt idx="305">
                <c:v>33.58694481805558</c:v>
              </c:pt>
              <c:pt idx="306">
                <c:v>33.58694481805558</c:v>
              </c:pt>
              <c:pt idx="307">
                <c:v>33.58694481805558</c:v>
              </c:pt>
              <c:pt idx="308">
                <c:v>33.58694481805558</c:v>
              </c:pt>
              <c:pt idx="309">
                <c:v>33.58694481805558</c:v>
              </c:pt>
              <c:pt idx="310">
                <c:v>33.58694481805558</c:v>
              </c:pt>
              <c:pt idx="311">
                <c:v>33.58694481805558</c:v>
              </c:pt>
              <c:pt idx="312">
                <c:v>33.58694481805558</c:v>
              </c:pt>
              <c:pt idx="313">
                <c:v>33.58694481805558</c:v>
              </c:pt>
              <c:pt idx="314">
                <c:v>33.58694481805558</c:v>
              </c:pt>
              <c:pt idx="315">
                <c:v>33.58694481805558</c:v>
              </c:pt>
              <c:pt idx="316">
                <c:v>33.58694481805558</c:v>
              </c:pt>
              <c:pt idx="317">
                <c:v>33.58694481805558</c:v>
              </c:pt>
              <c:pt idx="318">
                <c:v>33.58694481805558</c:v>
              </c:pt>
              <c:pt idx="319">
                <c:v>33.58694481805558</c:v>
              </c:pt>
              <c:pt idx="320">
                <c:v>33.58694481805558</c:v>
              </c:pt>
              <c:pt idx="321">
                <c:v>33.58694481805558</c:v>
              </c:pt>
              <c:pt idx="322">
                <c:v>33.58694481805558</c:v>
              </c:pt>
              <c:pt idx="323">
                <c:v>33.58694481805558</c:v>
              </c:pt>
            </c:numLit>
          </c:xVal>
          <c:yVal>
            <c:numLit>
              <c:formatCode>0.0</c:formatCode>
              <c:ptCount val="324"/>
              <c:pt idx="0">
                <c:v>0.018409778284908234</c:v>
              </c:pt>
              <c:pt idx="1">
                <c:v>0.018409778284908234</c:v>
              </c:pt>
              <c:pt idx="2">
                <c:v>0.018409778284908234</c:v>
              </c:pt>
              <c:pt idx="3">
                <c:v>0.018409778284908234</c:v>
              </c:pt>
              <c:pt idx="4">
                <c:v>0.018409778284908234</c:v>
              </c:pt>
              <c:pt idx="5">
                <c:v>0.018409778284908234</c:v>
              </c:pt>
              <c:pt idx="6">
                <c:v>0.018409778284908234</c:v>
              </c:pt>
              <c:pt idx="7">
                <c:v>0.018409778284908234</c:v>
              </c:pt>
              <c:pt idx="8">
                <c:v>0.018409778284908234</c:v>
              </c:pt>
              <c:pt idx="9">
                <c:v>0.018409778284908234</c:v>
              </c:pt>
              <c:pt idx="10">
                <c:v>0.018409778284908234</c:v>
              </c:pt>
              <c:pt idx="11">
                <c:v>0.018409778284908234</c:v>
              </c:pt>
              <c:pt idx="12">
                <c:v>0.018409778284908234</c:v>
              </c:pt>
              <c:pt idx="13">
                <c:v>0.018409778284908234</c:v>
              </c:pt>
              <c:pt idx="14">
                <c:v>0.018409778284908234</c:v>
              </c:pt>
              <c:pt idx="15">
                <c:v>0.018409778284908234</c:v>
              </c:pt>
              <c:pt idx="16">
                <c:v>0.018409778284908234</c:v>
              </c:pt>
              <c:pt idx="17">
                <c:v>0.018409778284908234</c:v>
              </c:pt>
              <c:pt idx="18">
                <c:v>0.018409778284908234</c:v>
              </c:pt>
              <c:pt idx="19">
                <c:v>0.018409778284908234</c:v>
              </c:pt>
              <c:pt idx="20">
                <c:v>0.018409778284908234</c:v>
              </c:pt>
              <c:pt idx="21">
                <c:v>0.018409778284908234</c:v>
              </c:pt>
              <c:pt idx="22">
                <c:v>0.018409778284908234</c:v>
              </c:pt>
              <c:pt idx="23">
                <c:v>0.018409778284908234</c:v>
              </c:pt>
              <c:pt idx="24">
                <c:v>0.018409778284908234</c:v>
              </c:pt>
              <c:pt idx="25">
                <c:v>0.018409778284908234</c:v>
              </c:pt>
              <c:pt idx="26">
                <c:v>0.018409778284908234</c:v>
              </c:pt>
              <c:pt idx="27">
                <c:v>0.018409778284908234</c:v>
              </c:pt>
              <c:pt idx="28">
                <c:v>0.018409778284908234</c:v>
              </c:pt>
              <c:pt idx="29">
                <c:v>0.018409778284908234</c:v>
              </c:pt>
              <c:pt idx="30">
                <c:v>0.018409778284908234</c:v>
              </c:pt>
              <c:pt idx="31">
                <c:v>0.018409778284908234</c:v>
              </c:pt>
              <c:pt idx="32">
                <c:v>0.018409778284908234</c:v>
              </c:pt>
              <c:pt idx="33">
                <c:v>0.018409778284908234</c:v>
              </c:pt>
              <c:pt idx="34">
                <c:v>0.018409778284908234</c:v>
              </c:pt>
              <c:pt idx="35">
                <c:v>0.018409778284908234</c:v>
              </c:pt>
              <c:pt idx="36">
                <c:v>0.018409778284908234</c:v>
              </c:pt>
              <c:pt idx="37">
                <c:v>0.018409778284908234</c:v>
              </c:pt>
              <c:pt idx="38">
                <c:v>0.018409778284908234</c:v>
              </c:pt>
              <c:pt idx="39">
                <c:v>0.018409778284908234</c:v>
              </c:pt>
              <c:pt idx="40">
                <c:v>0.018409778284908234</c:v>
              </c:pt>
              <c:pt idx="41">
                <c:v>0.018409778284908234</c:v>
              </c:pt>
              <c:pt idx="42">
                <c:v>0.018409778284908234</c:v>
              </c:pt>
              <c:pt idx="43">
                <c:v>0.018409778284908234</c:v>
              </c:pt>
              <c:pt idx="44">
                <c:v>0.018409778284908234</c:v>
              </c:pt>
              <c:pt idx="45">
                <c:v>0.018409778284908234</c:v>
              </c:pt>
              <c:pt idx="46">
                <c:v>0.018409778284908234</c:v>
              </c:pt>
              <c:pt idx="47">
                <c:v>0.018409778284908234</c:v>
              </c:pt>
              <c:pt idx="48">
                <c:v>0.018409778284908234</c:v>
              </c:pt>
              <c:pt idx="49">
                <c:v>0.018409778284908234</c:v>
              </c:pt>
              <c:pt idx="50">
                <c:v>0.018409778284908234</c:v>
              </c:pt>
              <c:pt idx="51">
                <c:v>0.018409778284908234</c:v>
              </c:pt>
              <c:pt idx="52">
                <c:v>0.018409778284908234</c:v>
              </c:pt>
              <c:pt idx="53">
                <c:v>0.018409778284908234</c:v>
              </c:pt>
              <c:pt idx="54">
                <c:v>0.018409778284908234</c:v>
              </c:pt>
              <c:pt idx="55">
                <c:v>0.018409778284908234</c:v>
              </c:pt>
              <c:pt idx="56">
                <c:v>0.018409778284908234</c:v>
              </c:pt>
              <c:pt idx="57">
                <c:v>0.018409778284908234</c:v>
              </c:pt>
              <c:pt idx="58">
                <c:v>0.018409778284908234</c:v>
              </c:pt>
              <c:pt idx="59">
                <c:v>0.018409778284908234</c:v>
              </c:pt>
              <c:pt idx="60">
                <c:v>0.018409778284908234</c:v>
              </c:pt>
              <c:pt idx="61">
                <c:v>0.018409778284908234</c:v>
              </c:pt>
              <c:pt idx="62">
                <c:v>0.018409778284908234</c:v>
              </c:pt>
              <c:pt idx="63">
                <c:v>0.018409778284908234</c:v>
              </c:pt>
              <c:pt idx="64">
                <c:v>0.018409778284908234</c:v>
              </c:pt>
              <c:pt idx="65">
                <c:v>0.018409778284908234</c:v>
              </c:pt>
              <c:pt idx="66">
                <c:v>0.018409778284908234</c:v>
              </c:pt>
              <c:pt idx="67">
                <c:v>0.018409778284908234</c:v>
              </c:pt>
              <c:pt idx="68">
                <c:v>0.018409778284908234</c:v>
              </c:pt>
              <c:pt idx="69">
                <c:v>0.018409778284908234</c:v>
              </c:pt>
              <c:pt idx="70">
                <c:v>0.018409778284908234</c:v>
              </c:pt>
              <c:pt idx="71">
                <c:v>0.018409778284908234</c:v>
              </c:pt>
              <c:pt idx="72">
                <c:v>0.018409778284908234</c:v>
              </c:pt>
              <c:pt idx="73">
                <c:v>0.018409778284908234</c:v>
              </c:pt>
              <c:pt idx="74">
                <c:v>0.018409778284908234</c:v>
              </c:pt>
              <c:pt idx="75">
                <c:v>0.018409778284908234</c:v>
              </c:pt>
              <c:pt idx="76">
                <c:v>0.018409778284908234</c:v>
              </c:pt>
              <c:pt idx="77">
                <c:v>0.018409778284908234</c:v>
              </c:pt>
              <c:pt idx="78">
                <c:v>0.018409778284908234</c:v>
              </c:pt>
              <c:pt idx="79">
                <c:v>0.018409778284908234</c:v>
              </c:pt>
              <c:pt idx="80">
                <c:v>0.018409778284908234</c:v>
              </c:pt>
              <c:pt idx="81">
                <c:v>0.018409778284908234</c:v>
              </c:pt>
              <c:pt idx="82">
                <c:v>0.018409778284908234</c:v>
              </c:pt>
              <c:pt idx="83">
                <c:v>0.018409778284908234</c:v>
              </c:pt>
              <c:pt idx="84">
                <c:v>0.018409778284908234</c:v>
              </c:pt>
              <c:pt idx="85">
                <c:v>0.018409778284908234</c:v>
              </c:pt>
              <c:pt idx="86">
                <c:v>0.018409778284908234</c:v>
              </c:pt>
              <c:pt idx="87">
                <c:v>0.018409778284908234</c:v>
              </c:pt>
              <c:pt idx="88">
                <c:v>0.018409778284908234</c:v>
              </c:pt>
              <c:pt idx="89">
                <c:v>0.018409778284908234</c:v>
              </c:pt>
              <c:pt idx="90">
                <c:v>0.018409778284908234</c:v>
              </c:pt>
              <c:pt idx="91">
                <c:v>0.018409778284908234</c:v>
              </c:pt>
              <c:pt idx="92">
                <c:v>0.018409778284908234</c:v>
              </c:pt>
              <c:pt idx="93">
                <c:v>0.018409778284908234</c:v>
              </c:pt>
              <c:pt idx="94">
                <c:v>0.018409778284908234</c:v>
              </c:pt>
              <c:pt idx="95">
                <c:v>0.018409778284908234</c:v>
              </c:pt>
              <c:pt idx="96">
                <c:v>0.018409778284908234</c:v>
              </c:pt>
              <c:pt idx="97">
                <c:v>0.018409778284908234</c:v>
              </c:pt>
              <c:pt idx="98">
                <c:v>0.018409778284908234</c:v>
              </c:pt>
              <c:pt idx="99">
                <c:v>0.018409778284908234</c:v>
              </c:pt>
              <c:pt idx="100">
                <c:v>0.018409778284908234</c:v>
              </c:pt>
              <c:pt idx="101">
                <c:v>0.018409778284908234</c:v>
              </c:pt>
              <c:pt idx="102">
                <c:v>0.018409778284908234</c:v>
              </c:pt>
              <c:pt idx="103">
                <c:v>0.018409778284908234</c:v>
              </c:pt>
              <c:pt idx="104">
                <c:v>0.018409778284908234</c:v>
              </c:pt>
              <c:pt idx="105">
                <c:v>0.018409778284908234</c:v>
              </c:pt>
              <c:pt idx="106">
                <c:v>0.018409778284908234</c:v>
              </c:pt>
              <c:pt idx="107">
                <c:v>0.018409778284908234</c:v>
              </c:pt>
              <c:pt idx="108">
                <c:v>0.018409778284908234</c:v>
              </c:pt>
              <c:pt idx="109">
                <c:v>0.018409778284908234</c:v>
              </c:pt>
              <c:pt idx="110">
                <c:v>0.018409778284908234</c:v>
              </c:pt>
              <c:pt idx="111">
                <c:v>0.018409778284908234</c:v>
              </c:pt>
              <c:pt idx="112">
                <c:v>0.018409778284908234</c:v>
              </c:pt>
              <c:pt idx="113">
                <c:v>0.018409778284908234</c:v>
              </c:pt>
              <c:pt idx="114">
                <c:v>0.018409778284908234</c:v>
              </c:pt>
              <c:pt idx="115">
                <c:v>0.018409778284908234</c:v>
              </c:pt>
              <c:pt idx="116">
                <c:v>0.018409778284908234</c:v>
              </c:pt>
              <c:pt idx="117">
                <c:v>0.018409778284908234</c:v>
              </c:pt>
              <c:pt idx="118">
                <c:v>0.018409778284908234</c:v>
              </c:pt>
              <c:pt idx="119">
                <c:v>0.018409778284908234</c:v>
              </c:pt>
              <c:pt idx="120">
                <c:v>0.018409778284908234</c:v>
              </c:pt>
              <c:pt idx="121">
                <c:v>0.018409778284908234</c:v>
              </c:pt>
              <c:pt idx="122">
                <c:v>0.018409778284908234</c:v>
              </c:pt>
              <c:pt idx="123">
                <c:v>0.018409778284908234</c:v>
              </c:pt>
              <c:pt idx="124">
                <c:v>0.018409778284908234</c:v>
              </c:pt>
              <c:pt idx="125">
                <c:v>0.018409778284908234</c:v>
              </c:pt>
              <c:pt idx="126">
                <c:v>0.018409778284908234</c:v>
              </c:pt>
              <c:pt idx="127">
                <c:v>0.018409778284908234</c:v>
              </c:pt>
              <c:pt idx="128">
                <c:v>0.018409778284908234</c:v>
              </c:pt>
              <c:pt idx="129">
                <c:v>0.018409778284908234</c:v>
              </c:pt>
              <c:pt idx="130">
                <c:v>0.018409778284908234</c:v>
              </c:pt>
              <c:pt idx="131">
                <c:v>0.018409778284908234</c:v>
              </c:pt>
              <c:pt idx="132">
                <c:v>0.018409778284908234</c:v>
              </c:pt>
              <c:pt idx="133">
                <c:v>0.018409778284908234</c:v>
              </c:pt>
              <c:pt idx="134">
                <c:v>0.018409778284908234</c:v>
              </c:pt>
              <c:pt idx="135">
                <c:v>0.018409778284908234</c:v>
              </c:pt>
              <c:pt idx="136">
                <c:v>0.018409778284908234</c:v>
              </c:pt>
              <c:pt idx="137">
                <c:v>0.018409778284908234</c:v>
              </c:pt>
              <c:pt idx="138">
                <c:v>0.018409778284908234</c:v>
              </c:pt>
              <c:pt idx="139">
                <c:v>0.018409778284908234</c:v>
              </c:pt>
              <c:pt idx="140">
                <c:v>0.018409778284908234</c:v>
              </c:pt>
              <c:pt idx="141">
                <c:v>0.018409778284908234</c:v>
              </c:pt>
              <c:pt idx="142">
                <c:v>0.018409778284908234</c:v>
              </c:pt>
              <c:pt idx="143">
                <c:v>0.018409778284908234</c:v>
              </c:pt>
              <c:pt idx="144">
                <c:v>0.018409778284908234</c:v>
              </c:pt>
              <c:pt idx="145">
                <c:v>0.018409778284908234</c:v>
              </c:pt>
              <c:pt idx="146">
                <c:v>0.018409778284908234</c:v>
              </c:pt>
              <c:pt idx="147">
                <c:v>0.018409778284908234</c:v>
              </c:pt>
              <c:pt idx="148">
                <c:v>0.018409778284908234</c:v>
              </c:pt>
              <c:pt idx="149">
                <c:v>0.018409778284908234</c:v>
              </c:pt>
              <c:pt idx="150">
                <c:v>0.018409778284908234</c:v>
              </c:pt>
              <c:pt idx="151">
                <c:v>0.018409778284908234</c:v>
              </c:pt>
              <c:pt idx="152">
                <c:v>0.018409778284908234</c:v>
              </c:pt>
              <c:pt idx="153">
                <c:v>0.018409778284908234</c:v>
              </c:pt>
              <c:pt idx="154">
                <c:v>0.018409778284908234</c:v>
              </c:pt>
              <c:pt idx="155">
                <c:v>0.018409778284908234</c:v>
              </c:pt>
              <c:pt idx="156">
                <c:v>0.018409778284908234</c:v>
              </c:pt>
              <c:pt idx="157">
                <c:v>0.018409778284908234</c:v>
              </c:pt>
              <c:pt idx="158">
                <c:v>0.018409778284908234</c:v>
              </c:pt>
              <c:pt idx="159">
                <c:v>0.018409778284908234</c:v>
              </c:pt>
              <c:pt idx="160">
                <c:v>0.018409778284908234</c:v>
              </c:pt>
              <c:pt idx="161">
                <c:v>0.018409778284908234</c:v>
              </c:pt>
              <c:pt idx="162">
                <c:v>0.018409778284908234</c:v>
              </c:pt>
              <c:pt idx="163">
                <c:v>0.018409778284908234</c:v>
              </c:pt>
              <c:pt idx="164">
                <c:v>0.018409778284908234</c:v>
              </c:pt>
              <c:pt idx="165">
                <c:v>0.018409778284908234</c:v>
              </c:pt>
              <c:pt idx="166">
                <c:v>0.018409778284908234</c:v>
              </c:pt>
              <c:pt idx="167">
                <c:v>0.018409778284908234</c:v>
              </c:pt>
              <c:pt idx="168">
                <c:v>0.018409778284908234</c:v>
              </c:pt>
              <c:pt idx="169">
                <c:v>0.018409778284908234</c:v>
              </c:pt>
              <c:pt idx="170">
                <c:v>0.018409778284908234</c:v>
              </c:pt>
              <c:pt idx="171">
                <c:v>0.018409778284908234</c:v>
              </c:pt>
              <c:pt idx="172">
                <c:v>0.018409778284908234</c:v>
              </c:pt>
              <c:pt idx="173">
                <c:v>0.018409778284908234</c:v>
              </c:pt>
              <c:pt idx="174">
                <c:v>0.018409778284908234</c:v>
              </c:pt>
              <c:pt idx="175">
                <c:v>0.018409778284908234</c:v>
              </c:pt>
              <c:pt idx="176">
                <c:v>0.018409778284908234</c:v>
              </c:pt>
              <c:pt idx="177">
                <c:v>0.018409778284908234</c:v>
              </c:pt>
              <c:pt idx="178">
                <c:v>0.018409778284908234</c:v>
              </c:pt>
              <c:pt idx="179">
                <c:v>0.018409778284908234</c:v>
              </c:pt>
              <c:pt idx="180">
                <c:v>0.018409778284908234</c:v>
              </c:pt>
              <c:pt idx="181">
                <c:v>0.018409778284908234</c:v>
              </c:pt>
              <c:pt idx="182">
                <c:v>0.018409778284908234</c:v>
              </c:pt>
              <c:pt idx="183">
                <c:v>0.018409778284908234</c:v>
              </c:pt>
              <c:pt idx="184">
                <c:v>0.018409778284908234</c:v>
              </c:pt>
              <c:pt idx="185">
                <c:v>0.018409778284908234</c:v>
              </c:pt>
              <c:pt idx="186">
                <c:v>0.018409778284908234</c:v>
              </c:pt>
              <c:pt idx="187">
                <c:v>0.018409778284908234</c:v>
              </c:pt>
              <c:pt idx="188">
                <c:v>0.018409778284908234</c:v>
              </c:pt>
              <c:pt idx="189">
                <c:v>0.018409778284908234</c:v>
              </c:pt>
              <c:pt idx="190">
                <c:v>0.018409778284908234</c:v>
              </c:pt>
              <c:pt idx="191">
                <c:v>0.018409778284908234</c:v>
              </c:pt>
              <c:pt idx="192">
                <c:v>0.018409778284908234</c:v>
              </c:pt>
              <c:pt idx="193">
                <c:v>0.018409778284908234</c:v>
              </c:pt>
              <c:pt idx="194">
                <c:v>0.018409778284908234</c:v>
              </c:pt>
              <c:pt idx="195">
                <c:v>0.018409778284908234</c:v>
              </c:pt>
              <c:pt idx="196">
                <c:v>0.018409778284908234</c:v>
              </c:pt>
              <c:pt idx="197">
                <c:v>0.018409778284908234</c:v>
              </c:pt>
              <c:pt idx="198">
                <c:v>0.018409778284908234</c:v>
              </c:pt>
              <c:pt idx="199">
                <c:v>0.018409778284908234</c:v>
              </c:pt>
              <c:pt idx="200">
                <c:v>0.018409778284908234</c:v>
              </c:pt>
              <c:pt idx="201">
                <c:v>0.018409778284908234</c:v>
              </c:pt>
              <c:pt idx="202">
                <c:v>0.018409778284908234</c:v>
              </c:pt>
              <c:pt idx="203">
                <c:v>0.018409778284908234</c:v>
              </c:pt>
              <c:pt idx="204">
                <c:v>0.018409778284908234</c:v>
              </c:pt>
              <c:pt idx="205">
                <c:v>0.018409778284908234</c:v>
              </c:pt>
              <c:pt idx="206">
                <c:v>0.018409778284908234</c:v>
              </c:pt>
              <c:pt idx="207">
                <c:v>0.018409778284908234</c:v>
              </c:pt>
              <c:pt idx="208">
                <c:v>0.018409778284908234</c:v>
              </c:pt>
              <c:pt idx="209">
                <c:v>0.018409778284908234</c:v>
              </c:pt>
              <c:pt idx="210">
                <c:v>0.018409778284908234</c:v>
              </c:pt>
              <c:pt idx="211">
                <c:v>0.018409778284908234</c:v>
              </c:pt>
              <c:pt idx="212">
                <c:v>0.018409778284908234</c:v>
              </c:pt>
              <c:pt idx="213">
                <c:v>0.018409778284908234</c:v>
              </c:pt>
              <c:pt idx="214">
                <c:v>0.018409778284908234</c:v>
              </c:pt>
              <c:pt idx="215">
                <c:v>0.018409778284908234</c:v>
              </c:pt>
              <c:pt idx="216">
                <c:v>0.018409778284908234</c:v>
              </c:pt>
              <c:pt idx="217">
                <c:v>0.018409778284908234</c:v>
              </c:pt>
              <c:pt idx="218">
                <c:v>0.018409778284908234</c:v>
              </c:pt>
              <c:pt idx="219">
                <c:v>0.018409778284908234</c:v>
              </c:pt>
              <c:pt idx="220">
                <c:v>0.018409778284908234</c:v>
              </c:pt>
              <c:pt idx="221">
                <c:v>0.018409778284908234</c:v>
              </c:pt>
              <c:pt idx="222">
                <c:v>0.018409778284908234</c:v>
              </c:pt>
              <c:pt idx="223">
                <c:v>0.018409778284908234</c:v>
              </c:pt>
              <c:pt idx="224">
                <c:v>0.018409778284908234</c:v>
              </c:pt>
              <c:pt idx="225">
                <c:v>0.018409778284908234</c:v>
              </c:pt>
              <c:pt idx="226">
                <c:v>0.018409778284908234</c:v>
              </c:pt>
              <c:pt idx="227">
                <c:v>0.018409778284908234</c:v>
              </c:pt>
              <c:pt idx="228">
                <c:v>0.018409778284908234</c:v>
              </c:pt>
              <c:pt idx="229">
                <c:v>0.018409778284908234</c:v>
              </c:pt>
              <c:pt idx="230">
                <c:v>0.018409778284908234</c:v>
              </c:pt>
              <c:pt idx="231">
                <c:v>0.018409778284908234</c:v>
              </c:pt>
              <c:pt idx="232">
                <c:v>0.018409778284908234</c:v>
              </c:pt>
              <c:pt idx="233">
                <c:v>0.018409778284908234</c:v>
              </c:pt>
              <c:pt idx="234">
                <c:v>0.018409778284908234</c:v>
              </c:pt>
              <c:pt idx="235">
                <c:v>0.018409778284908234</c:v>
              </c:pt>
              <c:pt idx="236">
                <c:v>0.018409778284908234</c:v>
              </c:pt>
              <c:pt idx="237">
                <c:v>0.018409778284908234</c:v>
              </c:pt>
              <c:pt idx="238">
                <c:v>0.018409778284908234</c:v>
              </c:pt>
              <c:pt idx="239">
                <c:v>0.018409778284908234</c:v>
              </c:pt>
              <c:pt idx="240">
                <c:v>0.018409778284908234</c:v>
              </c:pt>
              <c:pt idx="241">
                <c:v>0.018409778284908234</c:v>
              </c:pt>
              <c:pt idx="242">
                <c:v>0.018409778284908234</c:v>
              </c:pt>
              <c:pt idx="243">
                <c:v>0.018409778284908234</c:v>
              </c:pt>
              <c:pt idx="244">
                <c:v>0.018409778284908234</c:v>
              </c:pt>
              <c:pt idx="245">
                <c:v>0.018409778284908234</c:v>
              </c:pt>
              <c:pt idx="246">
                <c:v>0.018409778284908234</c:v>
              </c:pt>
              <c:pt idx="247">
                <c:v>0.018409778284908234</c:v>
              </c:pt>
              <c:pt idx="248">
                <c:v>0.018409778284908234</c:v>
              </c:pt>
              <c:pt idx="249">
                <c:v>0.018409778284908234</c:v>
              </c:pt>
              <c:pt idx="250">
                <c:v>0.018409778284908234</c:v>
              </c:pt>
              <c:pt idx="251">
                <c:v>0.018409778284908234</c:v>
              </c:pt>
              <c:pt idx="252">
                <c:v>0.018409778284908234</c:v>
              </c:pt>
              <c:pt idx="253">
                <c:v>0.018409778284908234</c:v>
              </c:pt>
              <c:pt idx="254">
                <c:v>0.018409778284908234</c:v>
              </c:pt>
              <c:pt idx="255">
                <c:v>0.018409778284908234</c:v>
              </c:pt>
              <c:pt idx="256">
                <c:v>0.018409778284908234</c:v>
              </c:pt>
              <c:pt idx="257">
                <c:v>0.018409778284908234</c:v>
              </c:pt>
              <c:pt idx="258">
                <c:v>0.018409778284908234</c:v>
              </c:pt>
              <c:pt idx="259">
                <c:v>0.018409778284908234</c:v>
              </c:pt>
              <c:pt idx="260">
                <c:v>0.018409778284908234</c:v>
              </c:pt>
              <c:pt idx="261">
                <c:v>0.018409778284908234</c:v>
              </c:pt>
              <c:pt idx="262">
                <c:v>0.018409778284908234</c:v>
              </c:pt>
              <c:pt idx="263">
                <c:v>0.018409778284908234</c:v>
              </c:pt>
              <c:pt idx="264">
                <c:v>0.018409778284908234</c:v>
              </c:pt>
              <c:pt idx="265">
                <c:v>0.018409778284908234</c:v>
              </c:pt>
              <c:pt idx="266">
                <c:v>0.018409778284908234</c:v>
              </c:pt>
              <c:pt idx="267">
                <c:v>0.018409778284908234</c:v>
              </c:pt>
              <c:pt idx="268">
                <c:v>0.018409778284908234</c:v>
              </c:pt>
              <c:pt idx="269">
                <c:v>0.018409778284908234</c:v>
              </c:pt>
              <c:pt idx="270">
                <c:v>0.018409778284908234</c:v>
              </c:pt>
              <c:pt idx="271">
                <c:v>0.018409778284908234</c:v>
              </c:pt>
              <c:pt idx="272">
                <c:v>0.018409778284908234</c:v>
              </c:pt>
              <c:pt idx="273">
                <c:v>0.018409778284908234</c:v>
              </c:pt>
              <c:pt idx="274">
                <c:v>0.018409778284908234</c:v>
              </c:pt>
              <c:pt idx="275">
                <c:v>0.018409778284908234</c:v>
              </c:pt>
              <c:pt idx="276">
                <c:v>0.018409778284908234</c:v>
              </c:pt>
              <c:pt idx="277">
                <c:v>0.018409778284908234</c:v>
              </c:pt>
              <c:pt idx="278">
                <c:v>0.018409778284908234</c:v>
              </c:pt>
              <c:pt idx="279">
                <c:v>0.018409778284908234</c:v>
              </c:pt>
              <c:pt idx="280">
                <c:v>0.018409778284908234</c:v>
              </c:pt>
              <c:pt idx="281">
                <c:v>0.018409778284908234</c:v>
              </c:pt>
              <c:pt idx="282">
                <c:v>0.018409778284908234</c:v>
              </c:pt>
              <c:pt idx="283">
                <c:v>0.018409778284908234</c:v>
              </c:pt>
              <c:pt idx="284">
                <c:v>0.018409778284908234</c:v>
              </c:pt>
              <c:pt idx="285">
                <c:v>0.018409778284908234</c:v>
              </c:pt>
              <c:pt idx="286">
                <c:v>0.018409778284908234</c:v>
              </c:pt>
              <c:pt idx="287">
                <c:v>0.018409778284908234</c:v>
              </c:pt>
              <c:pt idx="288">
                <c:v>0.018409778284908234</c:v>
              </c:pt>
              <c:pt idx="289">
                <c:v>0.018409778284908234</c:v>
              </c:pt>
              <c:pt idx="290">
                <c:v>0.018409778284908234</c:v>
              </c:pt>
              <c:pt idx="291">
                <c:v>0.018409778284908234</c:v>
              </c:pt>
              <c:pt idx="292">
                <c:v>0.018409778284908234</c:v>
              </c:pt>
              <c:pt idx="293">
                <c:v>0.018409778284908234</c:v>
              </c:pt>
              <c:pt idx="294">
                <c:v>0.018409778284908234</c:v>
              </c:pt>
              <c:pt idx="295">
                <c:v>0.018409778284908234</c:v>
              </c:pt>
              <c:pt idx="296">
                <c:v>0.018409778284908234</c:v>
              </c:pt>
              <c:pt idx="297">
                <c:v>0.018409778284908234</c:v>
              </c:pt>
              <c:pt idx="298">
                <c:v>0.018409778284908234</c:v>
              </c:pt>
              <c:pt idx="299">
                <c:v>0.018409778284908234</c:v>
              </c:pt>
              <c:pt idx="300">
                <c:v>0.018409778284908234</c:v>
              </c:pt>
              <c:pt idx="301">
                <c:v>0.018409778284908234</c:v>
              </c:pt>
              <c:pt idx="302">
                <c:v>0.018409778284908234</c:v>
              </c:pt>
              <c:pt idx="303">
                <c:v>0.018409778284908234</c:v>
              </c:pt>
              <c:pt idx="304">
                <c:v>0.018409778284908234</c:v>
              </c:pt>
              <c:pt idx="305">
                <c:v>0.018409778284908234</c:v>
              </c:pt>
              <c:pt idx="306">
                <c:v>0.018409778284908234</c:v>
              </c:pt>
              <c:pt idx="307">
                <c:v>0.018409778284908234</c:v>
              </c:pt>
              <c:pt idx="308">
                <c:v>0.018409778284908234</c:v>
              </c:pt>
              <c:pt idx="309">
                <c:v>0.018409778284908234</c:v>
              </c:pt>
              <c:pt idx="310">
                <c:v>0.018409778284908234</c:v>
              </c:pt>
              <c:pt idx="311">
                <c:v>0.018409778284908234</c:v>
              </c:pt>
              <c:pt idx="312">
                <c:v>0.018409778284908234</c:v>
              </c:pt>
              <c:pt idx="313">
                <c:v>0.018409778284908234</c:v>
              </c:pt>
              <c:pt idx="314">
                <c:v>0.018409778284908234</c:v>
              </c:pt>
              <c:pt idx="315">
                <c:v>0.018409778284908234</c:v>
              </c:pt>
              <c:pt idx="316">
                <c:v>0.018409778284908234</c:v>
              </c:pt>
              <c:pt idx="317">
                <c:v>0.018409778284908234</c:v>
              </c:pt>
              <c:pt idx="318">
                <c:v>0.018409778284908234</c:v>
              </c:pt>
              <c:pt idx="319">
                <c:v>0.018409778284908234</c:v>
              </c:pt>
              <c:pt idx="320">
                <c:v>0.018409778284908234</c:v>
              </c:pt>
              <c:pt idx="321">
                <c:v>0.018409778284908234</c:v>
              </c:pt>
              <c:pt idx="322">
                <c:v>0.018409778284908234</c:v>
              </c:pt>
              <c:pt idx="323">
                <c:v>0.018409778284908234</c:v>
              </c:pt>
            </c:numLit>
          </c:yVal>
          <c:smooth val="0"/>
        </c:ser>
        <c:ser>
          <c:idx val="5"/>
          <c:order val="5"/>
          <c:tx>
            <c:v>Same-order filling improvement</c:v>
          </c:tx>
          <c:spPr>
            <a:noFill xmlns:a="http://schemas.openxmlformats.org/drawingml/2006/main"/>
            <a:ln xmlns:a="http://schemas.openxmlformats.org/drawingml/2006/main" w="7620">
              <a:solidFill>
                <a:srgbClr val="009E73"/>
              </a:solidFill>
              <a:prstDash val="solid"/>
            </a:ln>
          </c:spPr>
          <c:marker>
            <c:symbol val="none"/>
            <c:size val="7"/>
            <c:spPr>
              <a:solidFill xmlns:a="http://schemas.openxmlformats.org/drawingml/2006/main">
                <a:srgbClr val="009E73"/>
              </a:solidFill>
            </c:spPr>
          </c:marker>
          <c:xVal>
            <c:numLit>
              <c:formatCode>General</c:formatCode>
              <c:ptCount val="324"/>
              <c:pt idx="0">
                <c:v>33.555199555944284</c:v>
              </c:pt>
              <c:pt idx="1">
                <c:v>33.58694481805558</c:v>
              </c:pt>
              <c:pt idx="2">
                <c:v>33.58694481805558</c:v>
              </c:pt>
              <c:pt idx="3">
                <c:v>33.58694481805558</c:v>
              </c:pt>
              <c:pt idx="4">
                <c:v>33.58694481805558</c:v>
              </c:pt>
              <c:pt idx="5">
                <c:v>33.58694481805558</c:v>
              </c:pt>
              <c:pt idx="6">
                <c:v>33.58694481805558</c:v>
              </c:pt>
              <c:pt idx="7">
                <c:v>33.58694481805558</c:v>
              </c:pt>
              <c:pt idx="8">
                <c:v>33.58694481805558</c:v>
              </c:pt>
              <c:pt idx="9">
                <c:v>33.58694481805558</c:v>
              </c:pt>
              <c:pt idx="10">
                <c:v>33.58694481805558</c:v>
              </c:pt>
              <c:pt idx="11">
                <c:v>33.58694481805558</c:v>
              </c:pt>
              <c:pt idx="12">
                <c:v>33.58694481805558</c:v>
              </c:pt>
              <c:pt idx="13">
                <c:v>33.58694481805558</c:v>
              </c:pt>
              <c:pt idx="14">
                <c:v>33.58694481805558</c:v>
              </c:pt>
              <c:pt idx="15">
                <c:v>33.58694481805558</c:v>
              </c:pt>
              <c:pt idx="16">
                <c:v>33.58694481805558</c:v>
              </c:pt>
              <c:pt idx="17">
                <c:v>33.58694481805558</c:v>
              </c:pt>
              <c:pt idx="18">
                <c:v>33.58694481805558</c:v>
              </c:pt>
              <c:pt idx="19">
                <c:v>33.58694481805558</c:v>
              </c:pt>
              <c:pt idx="20">
                <c:v>33.58694481805558</c:v>
              </c:pt>
              <c:pt idx="21">
                <c:v>33.58694481805558</c:v>
              </c:pt>
              <c:pt idx="22">
                <c:v>33.58694481805558</c:v>
              </c:pt>
              <c:pt idx="23">
                <c:v>33.58694481805558</c:v>
              </c:pt>
              <c:pt idx="24">
                <c:v>33.58694481805558</c:v>
              </c:pt>
              <c:pt idx="25">
                <c:v>33.58694481805558</c:v>
              </c:pt>
              <c:pt idx="26">
                <c:v>33.58694481805558</c:v>
              </c:pt>
              <c:pt idx="27">
                <c:v>33.58694481805558</c:v>
              </c:pt>
              <c:pt idx="28">
                <c:v>33.58694481805558</c:v>
              </c:pt>
              <c:pt idx="29">
                <c:v>33.58694481805558</c:v>
              </c:pt>
              <c:pt idx="30">
                <c:v>33.58694481805558</c:v>
              </c:pt>
              <c:pt idx="31">
                <c:v>33.58694481805558</c:v>
              </c:pt>
              <c:pt idx="32">
                <c:v>33.58694481805558</c:v>
              </c:pt>
              <c:pt idx="33">
                <c:v>33.58694481805558</c:v>
              </c:pt>
              <c:pt idx="34">
                <c:v>33.58694481805558</c:v>
              </c:pt>
              <c:pt idx="35">
                <c:v>33.58694481805558</c:v>
              </c:pt>
              <c:pt idx="36">
                <c:v>33.58694481805558</c:v>
              </c:pt>
              <c:pt idx="37">
                <c:v>33.58694481805558</c:v>
              </c:pt>
              <c:pt idx="38">
                <c:v>33.58694481805558</c:v>
              </c:pt>
              <c:pt idx="39">
                <c:v>33.58694481805558</c:v>
              </c:pt>
              <c:pt idx="40">
                <c:v>33.58694481805558</c:v>
              </c:pt>
              <c:pt idx="41">
                <c:v>33.58694481805558</c:v>
              </c:pt>
              <c:pt idx="42">
                <c:v>33.58694481805558</c:v>
              </c:pt>
              <c:pt idx="43">
                <c:v>33.58694481805558</c:v>
              </c:pt>
              <c:pt idx="44">
                <c:v>33.58694481805558</c:v>
              </c:pt>
              <c:pt idx="45">
                <c:v>33.58694481805558</c:v>
              </c:pt>
              <c:pt idx="46">
                <c:v>33.58694481805558</c:v>
              </c:pt>
              <c:pt idx="47">
                <c:v>33.58694481805558</c:v>
              </c:pt>
              <c:pt idx="48">
                <c:v>33.58694481805558</c:v>
              </c:pt>
              <c:pt idx="49">
                <c:v>33.58694481805558</c:v>
              </c:pt>
              <c:pt idx="50">
                <c:v>33.58694481805558</c:v>
              </c:pt>
              <c:pt idx="51">
                <c:v>33.58694481805558</c:v>
              </c:pt>
              <c:pt idx="52">
                <c:v>33.58694481805558</c:v>
              </c:pt>
              <c:pt idx="53">
                <c:v>33.58694481805558</c:v>
              </c:pt>
              <c:pt idx="54">
                <c:v>33.58694481805558</c:v>
              </c:pt>
              <c:pt idx="55">
                <c:v>33.58694481805558</c:v>
              </c:pt>
              <c:pt idx="56">
                <c:v>33.58694481805558</c:v>
              </c:pt>
              <c:pt idx="57">
                <c:v>33.58694481805558</c:v>
              </c:pt>
              <c:pt idx="58">
                <c:v>33.58694481805558</c:v>
              </c:pt>
              <c:pt idx="59">
                <c:v>33.58694481805558</c:v>
              </c:pt>
              <c:pt idx="60">
                <c:v>33.58694481805558</c:v>
              </c:pt>
              <c:pt idx="61">
                <c:v>33.58694481805558</c:v>
              </c:pt>
              <c:pt idx="62">
                <c:v>33.58694481805558</c:v>
              </c:pt>
              <c:pt idx="63">
                <c:v>33.58694481805558</c:v>
              </c:pt>
              <c:pt idx="64">
                <c:v>33.58694481805558</c:v>
              </c:pt>
              <c:pt idx="65">
                <c:v>33.58694481805558</c:v>
              </c:pt>
              <c:pt idx="66">
                <c:v>33.58694481805558</c:v>
              </c:pt>
              <c:pt idx="67">
                <c:v>33.58694481805558</c:v>
              </c:pt>
              <c:pt idx="68">
                <c:v>33.58694481805558</c:v>
              </c:pt>
              <c:pt idx="69">
                <c:v>33.58694481805558</c:v>
              </c:pt>
              <c:pt idx="70">
                <c:v>33.58694481805558</c:v>
              </c:pt>
              <c:pt idx="71">
                <c:v>33.58694481805558</c:v>
              </c:pt>
              <c:pt idx="72">
                <c:v>33.58694481805558</c:v>
              </c:pt>
              <c:pt idx="73">
                <c:v>33.58694481805558</c:v>
              </c:pt>
              <c:pt idx="74">
                <c:v>33.58694481805558</c:v>
              </c:pt>
              <c:pt idx="75">
                <c:v>33.58694481805558</c:v>
              </c:pt>
              <c:pt idx="76">
                <c:v>33.58694481805558</c:v>
              </c:pt>
              <c:pt idx="77">
                <c:v>33.58694481805558</c:v>
              </c:pt>
              <c:pt idx="78">
                <c:v>33.58694481805558</c:v>
              </c:pt>
              <c:pt idx="79">
                <c:v>33.58694481805558</c:v>
              </c:pt>
              <c:pt idx="80">
                <c:v>33.58694481805558</c:v>
              </c:pt>
              <c:pt idx="81">
                <c:v>33.58694481805558</c:v>
              </c:pt>
              <c:pt idx="82">
                <c:v>33.58694481805558</c:v>
              </c:pt>
              <c:pt idx="83">
                <c:v>33.58694481805558</c:v>
              </c:pt>
              <c:pt idx="84">
                <c:v>33.58694481805558</c:v>
              </c:pt>
              <c:pt idx="85">
                <c:v>33.58694481805558</c:v>
              </c:pt>
              <c:pt idx="86">
                <c:v>33.58694481805558</c:v>
              </c:pt>
              <c:pt idx="87">
                <c:v>33.58694481805558</c:v>
              </c:pt>
              <c:pt idx="88">
                <c:v>33.58694481805558</c:v>
              </c:pt>
              <c:pt idx="89">
                <c:v>33.58694481805558</c:v>
              </c:pt>
              <c:pt idx="90">
                <c:v>33.58694481805558</c:v>
              </c:pt>
              <c:pt idx="91">
                <c:v>33.58694481805558</c:v>
              </c:pt>
              <c:pt idx="92">
                <c:v>33.58694481805558</c:v>
              </c:pt>
              <c:pt idx="93">
                <c:v>33.58694481805558</c:v>
              </c:pt>
              <c:pt idx="94">
                <c:v>33.58694481805558</c:v>
              </c:pt>
              <c:pt idx="95">
                <c:v>33.58694481805558</c:v>
              </c:pt>
              <c:pt idx="96">
                <c:v>33.58694481805558</c:v>
              </c:pt>
              <c:pt idx="97">
                <c:v>33.58694481805558</c:v>
              </c:pt>
              <c:pt idx="98">
                <c:v>33.58694481805558</c:v>
              </c:pt>
              <c:pt idx="99">
                <c:v>33.58694481805558</c:v>
              </c:pt>
              <c:pt idx="100">
                <c:v>33.58694481805558</c:v>
              </c:pt>
              <c:pt idx="101">
                <c:v>33.58694481805558</c:v>
              </c:pt>
              <c:pt idx="102">
                <c:v>33.58694481805558</c:v>
              </c:pt>
              <c:pt idx="103">
                <c:v>33.58694481805558</c:v>
              </c:pt>
              <c:pt idx="104">
                <c:v>33.58694481805558</c:v>
              </c:pt>
              <c:pt idx="105">
                <c:v>33.58694481805558</c:v>
              </c:pt>
              <c:pt idx="106">
                <c:v>33.58694481805558</c:v>
              </c:pt>
              <c:pt idx="107">
                <c:v>33.58694481805558</c:v>
              </c:pt>
              <c:pt idx="108">
                <c:v>33.58694481805558</c:v>
              </c:pt>
              <c:pt idx="109">
                <c:v>33.58694481805558</c:v>
              </c:pt>
              <c:pt idx="110">
                <c:v>33.58694481805558</c:v>
              </c:pt>
              <c:pt idx="111">
                <c:v>33.58694481805558</c:v>
              </c:pt>
              <c:pt idx="112">
                <c:v>33.58694481805558</c:v>
              </c:pt>
              <c:pt idx="113">
                <c:v>33.58694481805558</c:v>
              </c:pt>
              <c:pt idx="114">
                <c:v>33.58694481805558</c:v>
              </c:pt>
              <c:pt idx="115">
                <c:v>33.58694481805558</c:v>
              </c:pt>
              <c:pt idx="116">
                <c:v>33.58694481805558</c:v>
              </c:pt>
              <c:pt idx="117">
                <c:v>33.58694481805558</c:v>
              </c:pt>
              <c:pt idx="118">
                <c:v>33.58694481805558</c:v>
              </c:pt>
              <c:pt idx="119">
                <c:v>33.58694481805558</c:v>
              </c:pt>
              <c:pt idx="120">
                <c:v>33.58694481805558</c:v>
              </c:pt>
              <c:pt idx="121">
                <c:v>33.58694481805558</c:v>
              </c:pt>
              <c:pt idx="122">
                <c:v>33.58694481805558</c:v>
              </c:pt>
              <c:pt idx="123">
                <c:v>33.58694481805558</c:v>
              </c:pt>
              <c:pt idx="124">
                <c:v>33.58694481805558</c:v>
              </c:pt>
              <c:pt idx="125">
                <c:v>33.58694481805558</c:v>
              </c:pt>
              <c:pt idx="126">
                <c:v>33.58694481805558</c:v>
              </c:pt>
              <c:pt idx="127">
                <c:v>33.58694481805558</c:v>
              </c:pt>
              <c:pt idx="128">
                <c:v>33.58694481805558</c:v>
              </c:pt>
              <c:pt idx="129">
                <c:v>33.58694481805558</c:v>
              </c:pt>
              <c:pt idx="130">
                <c:v>33.58694481805558</c:v>
              </c:pt>
              <c:pt idx="131">
                <c:v>33.58694481805558</c:v>
              </c:pt>
              <c:pt idx="132">
                <c:v>33.58694481805558</c:v>
              </c:pt>
              <c:pt idx="133">
                <c:v>33.58694481805558</c:v>
              </c:pt>
              <c:pt idx="134">
                <c:v>33.58694481805558</c:v>
              </c:pt>
              <c:pt idx="135">
                <c:v>33.58694481805558</c:v>
              </c:pt>
              <c:pt idx="136">
                <c:v>33.58694481805558</c:v>
              </c:pt>
              <c:pt idx="137">
                <c:v>33.58694481805558</c:v>
              </c:pt>
              <c:pt idx="138">
                <c:v>33.58694481805558</c:v>
              </c:pt>
              <c:pt idx="139">
                <c:v>33.58694481805558</c:v>
              </c:pt>
              <c:pt idx="140">
                <c:v>33.58694481805558</c:v>
              </c:pt>
              <c:pt idx="141">
                <c:v>33.58694481805558</c:v>
              </c:pt>
              <c:pt idx="142">
                <c:v>33.58694481805558</c:v>
              </c:pt>
              <c:pt idx="143">
                <c:v>33.58694481805558</c:v>
              </c:pt>
              <c:pt idx="144">
                <c:v>33.58694481805558</c:v>
              </c:pt>
              <c:pt idx="145">
                <c:v>33.58694481805558</c:v>
              </c:pt>
              <c:pt idx="146">
                <c:v>33.58694481805558</c:v>
              </c:pt>
              <c:pt idx="147">
                <c:v>33.58694481805558</c:v>
              </c:pt>
              <c:pt idx="148">
                <c:v>33.58694481805558</c:v>
              </c:pt>
              <c:pt idx="149">
                <c:v>33.58694481805558</c:v>
              </c:pt>
              <c:pt idx="150">
                <c:v>33.58694481805558</c:v>
              </c:pt>
              <c:pt idx="151">
                <c:v>33.58694481805558</c:v>
              </c:pt>
              <c:pt idx="152">
                <c:v>33.58694481805558</c:v>
              </c:pt>
              <c:pt idx="153">
                <c:v>33.58694481805558</c:v>
              </c:pt>
              <c:pt idx="154">
                <c:v>33.58694481805558</c:v>
              </c:pt>
              <c:pt idx="155">
                <c:v>33.58694481805558</c:v>
              </c:pt>
              <c:pt idx="156">
                <c:v>33.58694481805558</c:v>
              </c:pt>
              <c:pt idx="157">
                <c:v>33.58694481805558</c:v>
              </c:pt>
              <c:pt idx="158">
                <c:v>33.58694481805558</c:v>
              </c:pt>
              <c:pt idx="159">
                <c:v>33.58694481805558</c:v>
              </c:pt>
              <c:pt idx="160">
                <c:v>33.58694481805558</c:v>
              </c:pt>
              <c:pt idx="161">
                <c:v>33.58694481805558</c:v>
              </c:pt>
              <c:pt idx="162">
                <c:v>33.58694481805558</c:v>
              </c:pt>
              <c:pt idx="163">
                <c:v>33.58694481805558</c:v>
              </c:pt>
              <c:pt idx="164">
                <c:v>33.58694481805558</c:v>
              </c:pt>
              <c:pt idx="165">
                <c:v>33.58694481805558</c:v>
              </c:pt>
              <c:pt idx="166">
                <c:v>33.58694481805558</c:v>
              </c:pt>
              <c:pt idx="167">
                <c:v>33.58694481805558</c:v>
              </c:pt>
              <c:pt idx="168">
                <c:v>33.58694481805558</c:v>
              </c:pt>
              <c:pt idx="169">
                <c:v>33.58694481805558</c:v>
              </c:pt>
              <c:pt idx="170">
                <c:v>33.58694481805558</c:v>
              </c:pt>
              <c:pt idx="171">
                <c:v>33.58694481805558</c:v>
              </c:pt>
              <c:pt idx="172">
                <c:v>33.58694481805558</c:v>
              </c:pt>
              <c:pt idx="173">
                <c:v>33.58694481805558</c:v>
              </c:pt>
              <c:pt idx="174">
                <c:v>33.58694481805558</c:v>
              </c:pt>
              <c:pt idx="175">
                <c:v>33.58694481805558</c:v>
              </c:pt>
              <c:pt idx="176">
                <c:v>33.58694481805558</c:v>
              </c:pt>
              <c:pt idx="177">
                <c:v>33.58694481805558</c:v>
              </c:pt>
              <c:pt idx="178">
                <c:v>33.58694481805558</c:v>
              </c:pt>
              <c:pt idx="179">
                <c:v>33.58694481805558</c:v>
              </c:pt>
              <c:pt idx="180">
                <c:v>33.58694481805558</c:v>
              </c:pt>
              <c:pt idx="181">
                <c:v>33.58694481805558</c:v>
              </c:pt>
              <c:pt idx="182">
                <c:v>33.58694481805558</c:v>
              </c:pt>
              <c:pt idx="183">
                <c:v>33.58694481805558</c:v>
              </c:pt>
              <c:pt idx="184">
                <c:v>33.58694481805558</c:v>
              </c:pt>
              <c:pt idx="185">
                <c:v>33.58694481805558</c:v>
              </c:pt>
              <c:pt idx="186">
                <c:v>33.58694481805558</c:v>
              </c:pt>
              <c:pt idx="187">
                <c:v>33.58694481805558</c:v>
              </c:pt>
              <c:pt idx="188">
                <c:v>33.58694481805558</c:v>
              </c:pt>
              <c:pt idx="189">
                <c:v>33.58694481805558</c:v>
              </c:pt>
              <c:pt idx="190">
                <c:v>33.58694481805558</c:v>
              </c:pt>
              <c:pt idx="191">
                <c:v>33.58694481805558</c:v>
              </c:pt>
              <c:pt idx="192">
                <c:v>33.58694481805558</c:v>
              </c:pt>
              <c:pt idx="193">
                <c:v>33.58694481805558</c:v>
              </c:pt>
              <c:pt idx="194">
                <c:v>33.58694481805558</c:v>
              </c:pt>
              <c:pt idx="195">
                <c:v>33.58694481805558</c:v>
              </c:pt>
              <c:pt idx="196">
                <c:v>33.58694481805558</c:v>
              </c:pt>
              <c:pt idx="197">
                <c:v>33.58694481805558</c:v>
              </c:pt>
              <c:pt idx="198">
                <c:v>33.58694481805558</c:v>
              </c:pt>
              <c:pt idx="199">
                <c:v>33.58694481805558</c:v>
              </c:pt>
              <c:pt idx="200">
                <c:v>33.58694481805558</c:v>
              </c:pt>
              <c:pt idx="201">
                <c:v>33.58694481805558</c:v>
              </c:pt>
              <c:pt idx="202">
                <c:v>33.58694481805558</c:v>
              </c:pt>
              <c:pt idx="203">
                <c:v>33.58694481805558</c:v>
              </c:pt>
              <c:pt idx="204">
                <c:v>33.58694481805558</c:v>
              </c:pt>
              <c:pt idx="205">
                <c:v>33.58694481805558</c:v>
              </c:pt>
              <c:pt idx="206">
                <c:v>33.58694481805558</c:v>
              </c:pt>
              <c:pt idx="207">
                <c:v>33.58694481805558</c:v>
              </c:pt>
              <c:pt idx="208">
                <c:v>33.58694481805558</c:v>
              </c:pt>
              <c:pt idx="209">
                <c:v>33.58694481805558</c:v>
              </c:pt>
              <c:pt idx="210">
                <c:v>33.58694481805558</c:v>
              </c:pt>
              <c:pt idx="211">
                <c:v>33.58694481805558</c:v>
              </c:pt>
              <c:pt idx="212">
                <c:v>33.58694481805558</c:v>
              </c:pt>
              <c:pt idx="213">
                <c:v>33.58694481805558</c:v>
              </c:pt>
              <c:pt idx="214">
                <c:v>33.58694481805558</c:v>
              </c:pt>
              <c:pt idx="215">
                <c:v>33.58694481805558</c:v>
              </c:pt>
              <c:pt idx="216">
                <c:v>33.58694481805558</c:v>
              </c:pt>
              <c:pt idx="217">
                <c:v>33.58694481805558</c:v>
              </c:pt>
              <c:pt idx="218">
                <c:v>33.58694481805558</c:v>
              </c:pt>
              <c:pt idx="219">
                <c:v>33.58694481805558</c:v>
              </c:pt>
              <c:pt idx="220">
                <c:v>33.58694481805558</c:v>
              </c:pt>
              <c:pt idx="221">
                <c:v>33.58694481805558</c:v>
              </c:pt>
              <c:pt idx="222">
                <c:v>33.58694481805558</c:v>
              </c:pt>
              <c:pt idx="223">
                <c:v>33.58694481805558</c:v>
              </c:pt>
              <c:pt idx="224">
                <c:v>33.58694481805558</c:v>
              </c:pt>
              <c:pt idx="225">
                <c:v>33.58694481805558</c:v>
              </c:pt>
              <c:pt idx="226">
                <c:v>33.58694481805558</c:v>
              </c:pt>
              <c:pt idx="227">
                <c:v>33.58694481805558</c:v>
              </c:pt>
              <c:pt idx="228">
                <c:v>33.58694481805558</c:v>
              </c:pt>
              <c:pt idx="229">
                <c:v>33.58694481805558</c:v>
              </c:pt>
              <c:pt idx="230">
                <c:v>33.58694481805558</c:v>
              </c:pt>
              <c:pt idx="231">
                <c:v>33.58694481805558</c:v>
              </c:pt>
              <c:pt idx="232">
                <c:v>33.58694481805558</c:v>
              </c:pt>
              <c:pt idx="233">
                <c:v>33.58694481805558</c:v>
              </c:pt>
              <c:pt idx="234">
                <c:v>33.58694481805558</c:v>
              </c:pt>
              <c:pt idx="235">
                <c:v>33.58694481805558</c:v>
              </c:pt>
              <c:pt idx="236">
                <c:v>33.58694481805558</c:v>
              </c:pt>
              <c:pt idx="237">
                <c:v>33.58694481805558</c:v>
              </c:pt>
              <c:pt idx="238">
                <c:v>33.58694481805558</c:v>
              </c:pt>
              <c:pt idx="239">
                <c:v>33.58694481805558</c:v>
              </c:pt>
              <c:pt idx="240">
                <c:v>33.58694481805558</c:v>
              </c:pt>
              <c:pt idx="241">
                <c:v>33.58694481805558</c:v>
              </c:pt>
              <c:pt idx="242">
                <c:v>33.58694481805558</c:v>
              </c:pt>
              <c:pt idx="243">
                <c:v>33.58694481805558</c:v>
              </c:pt>
              <c:pt idx="244">
                <c:v>33.58694481805558</c:v>
              </c:pt>
              <c:pt idx="245">
                <c:v>33.58694481805558</c:v>
              </c:pt>
              <c:pt idx="246">
                <c:v>33.58694481805558</c:v>
              </c:pt>
              <c:pt idx="247">
                <c:v>33.58694481805558</c:v>
              </c:pt>
              <c:pt idx="248">
                <c:v>33.58694481805558</c:v>
              </c:pt>
              <c:pt idx="249">
                <c:v>33.58694481805558</c:v>
              </c:pt>
              <c:pt idx="250">
                <c:v>33.58694481805558</c:v>
              </c:pt>
              <c:pt idx="251">
                <c:v>33.58694481805558</c:v>
              </c:pt>
              <c:pt idx="252">
                <c:v>33.58694481805558</c:v>
              </c:pt>
              <c:pt idx="253">
                <c:v>33.58694481805558</c:v>
              </c:pt>
              <c:pt idx="254">
                <c:v>33.58694481805558</c:v>
              </c:pt>
              <c:pt idx="255">
                <c:v>33.58694481805558</c:v>
              </c:pt>
              <c:pt idx="256">
                <c:v>33.58694481805558</c:v>
              </c:pt>
              <c:pt idx="257">
                <c:v>33.58694481805558</c:v>
              </c:pt>
              <c:pt idx="258">
                <c:v>33.58694481805558</c:v>
              </c:pt>
              <c:pt idx="259">
                <c:v>33.58694481805558</c:v>
              </c:pt>
              <c:pt idx="260">
                <c:v>33.58694481805558</c:v>
              </c:pt>
              <c:pt idx="261">
                <c:v>33.58694481805558</c:v>
              </c:pt>
              <c:pt idx="262">
                <c:v>33.58694481805558</c:v>
              </c:pt>
              <c:pt idx="263">
                <c:v>33.58694481805558</c:v>
              </c:pt>
              <c:pt idx="264">
                <c:v>33.58694481805558</c:v>
              </c:pt>
              <c:pt idx="265">
                <c:v>33.58694481805558</c:v>
              </c:pt>
              <c:pt idx="266">
                <c:v>33.58694481805558</c:v>
              </c:pt>
              <c:pt idx="267">
                <c:v>33.58694481805558</c:v>
              </c:pt>
              <c:pt idx="268">
                <c:v>33.58694481805558</c:v>
              </c:pt>
              <c:pt idx="269">
                <c:v>33.58694481805558</c:v>
              </c:pt>
              <c:pt idx="270">
                <c:v>33.58694481805558</c:v>
              </c:pt>
              <c:pt idx="271">
                <c:v>33.58694481805558</c:v>
              </c:pt>
              <c:pt idx="272">
                <c:v>33.58694481805558</c:v>
              </c:pt>
              <c:pt idx="273">
                <c:v>33.58694481805558</c:v>
              </c:pt>
              <c:pt idx="274">
                <c:v>33.58694481805558</c:v>
              </c:pt>
              <c:pt idx="275">
                <c:v>33.58694481805558</c:v>
              </c:pt>
              <c:pt idx="276">
                <c:v>33.58694481805558</c:v>
              </c:pt>
              <c:pt idx="277">
                <c:v>33.58694481805558</c:v>
              </c:pt>
              <c:pt idx="278">
                <c:v>33.58694481805558</c:v>
              </c:pt>
              <c:pt idx="279">
                <c:v>33.58694481805558</c:v>
              </c:pt>
              <c:pt idx="280">
                <c:v>33.58694481805558</c:v>
              </c:pt>
              <c:pt idx="281">
                <c:v>33.58694481805558</c:v>
              </c:pt>
              <c:pt idx="282">
                <c:v>33.58694481805558</c:v>
              </c:pt>
              <c:pt idx="283">
                <c:v>33.58694481805558</c:v>
              </c:pt>
              <c:pt idx="284">
                <c:v>33.58694481805558</c:v>
              </c:pt>
              <c:pt idx="285">
                <c:v>33.58694481805558</c:v>
              </c:pt>
              <c:pt idx="286">
                <c:v>33.58694481805558</c:v>
              </c:pt>
              <c:pt idx="287">
                <c:v>33.58694481805558</c:v>
              </c:pt>
              <c:pt idx="288">
                <c:v>33.58694481805558</c:v>
              </c:pt>
              <c:pt idx="289">
                <c:v>33.58694481805558</c:v>
              </c:pt>
              <c:pt idx="290">
                <c:v>33.58694481805558</c:v>
              </c:pt>
              <c:pt idx="291">
                <c:v>33.58694481805558</c:v>
              </c:pt>
              <c:pt idx="292">
                <c:v>33.58694481805558</c:v>
              </c:pt>
              <c:pt idx="293">
                <c:v>33.58694481805558</c:v>
              </c:pt>
              <c:pt idx="294">
                <c:v>33.58694481805558</c:v>
              </c:pt>
              <c:pt idx="295">
                <c:v>33.58694481805558</c:v>
              </c:pt>
              <c:pt idx="296">
                <c:v>33.58694481805558</c:v>
              </c:pt>
              <c:pt idx="297">
                <c:v>33.58694481805558</c:v>
              </c:pt>
              <c:pt idx="298">
                <c:v>33.58694481805558</c:v>
              </c:pt>
              <c:pt idx="299">
                <c:v>33.58694481805558</c:v>
              </c:pt>
              <c:pt idx="300">
                <c:v>33.58694481805558</c:v>
              </c:pt>
              <c:pt idx="301">
                <c:v>33.58694481805558</c:v>
              </c:pt>
              <c:pt idx="302">
                <c:v>33.58694481805558</c:v>
              </c:pt>
              <c:pt idx="303">
                <c:v>33.58694481805558</c:v>
              </c:pt>
              <c:pt idx="304">
                <c:v>33.58694481805558</c:v>
              </c:pt>
              <c:pt idx="305">
                <c:v>33.58694481805558</c:v>
              </c:pt>
              <c:pt idx="306">
                <c:v>33.58694481805558</c:v>
              </c:pt>
              <c:pt idx="307">
                <c:v>33.58694481805558</c:v>
              </c:pt>
              <c:pt idx="308">
                <c:v>33.58694481805558</c:v>
              </c:pt>
              <c:pt idx="309">
                <c:v>33.58694481805558</c:v>
              </c:pt>
              <c:pt idx="310">
                <c:v>33.58694481805558</c:v>
              </c:pt>
              <c:pt idx="311">
                <c:v>33.58694481805558</c:v>
              </c:pt>
              <c:pt idx="312">
                <c:v>33.58694481805558</c:v>
              </c:pt>
              <c:pt idx="313">
                <c:v>33.58694481805558</c:v>
              </c:pt>
              <c:pt idx="314">
                <c:v>33.58694481805558</c:v>
              </c:pt>
              <c:pt idx="315">
                <c:v>33.58694481805558</c:v>
              </c:pt>
              <c:pt idx="316">
                <c:v>33.58694481805558</c:v>
              </c:pt>
              <c:pt idx="317">
                <c:v>33.58694481805558</c:v>
              </c:pt>
              <c:pt idx="318">
                <c:v>33.58694481805558</c:v>
              </c:pt>
              <c:pt idx="319">
                <c:v>33.58694481805558</c:v>
              </c:pt>
              <c:pt idx="320">
                <c:v>33.58694481805558</c:v>
              </c:pt>
              <c:pt idx="321">
                <c:v>33.58694481805558</c:v>
              </c:pt>
              <c:pt idx="322">
                <c:v>33.58694481805558</c:v>
              </c:pt>
              <c:pt idx="323">
                <c:v>33.58694481805558</c:v>
              </c:pt>
            </c:numLit>
          </c:xVal>
          <c:yVal>
            <c:numLit>
              <c:formatCode>0.0</c:formatCode>
              <c:ptCount val="324"/>
              <c:pt idx="0">
                <c:v>0.018409778284908234</c:v>
              </c:pt>
              <c:pt idx="1">
                <c:v>0.018409778284908234</c:v>
              </c:pt>
              <c:pt idx="2">
                <c:v>0.018409778284908234</c:v>
              </c:pt>
              <c:pt idx="3">
                <c:v>0.018409778284908234</c:v>
              </c:pt>
              <c:pt idx="4">
                <c:v>0.018409778284908234</c:v>
              </c:pt>
              <c:pt idx="5">
                <c:v>0.018409778284908234</c:v>
              </c:pt>
              <c:pt idx="6">
                <c:v>0.018409778284908234</c:v>
              </c:pt>
              <c:pt idx="7">
                <c:v>0.018409778284908234</c:v>
              </c:pt>
              <c:pt idx="8">
                <c:v>0.018409778284908234</c:v>
              </c:pt>
              <c:pt idx="9">
                <c:v>0.018409778284908234</c:v>
              </c:pt>
              <c:pt idx="10">
                <c:v>0.018409778284908234</c:v>
              </c:pt>
              <c:pt idx="11">
                <c:v>0.018409778284908234</c:v>
              </c:pt>
              <c:pt idx="12">
                <c:v>0.018409778284908234</c:v>
              </c:pt>
              <c:pt idx="13">
                <c:v>0.018409778284908234</c:v>
              </c:pt>
              <c:pt idx="14">
                <c:v>0.018409778284908234</c:v>
              </c:pt>
              <c:pt idx="15">
                <c:v>0.018409778284908234</c:v>
              </c:pt>
              <c:pt idx="16">
                <c:v>0.018409778284908234</c:v>
              </c:pt>
              <c:pt idx="17">
                <c:v>0.018409778284908234</c:v>
              </c:pt>
              <c:pt idx="18">
                <c:v>0.018409778284908234</c:v>
              </c:pt>
              <c:pt idx="19">
                <c:v>0.018409778284908234</c:v>
              </c:pt>
              <c:pt idx="20">
                <c:v>0.018409778284908234</c:v>
              </c:pt>
              <c:pt idx="21">
                <c:v>0.018409778284908234</c:v>
              </c:pt>
              <c:pt idx="22">
                <c:v>0.018409778284908234</c:v>
              </c:pt>
              <c:pt idx="23">
                <c:v>0.018409778284908234</c:v>
              </c:pt>
              <c:pt idx="24">
                <c:v>0.018409778284908234</c:v>
              </c:pt>
              <c:pt idx="25">
                <c:v>0.018409778284908234</c:v>
              </c:pt>
              <c:pt idx="26">
                <c:v>0.018409778284908234</c:v>
              </c:pt>
              <c:pt idx="27">
                <c:v>0.018409778284908234</c:v>
              </c:pt>
              <c:pt idx="28">
                <c:v>0.018409778284908234</c:v>
              </c:pt>
              <c:pt idx="29">
                <c:v>0.018409778284908234</c:v>
              </c:pt>
              <c:pt idx="30">
                <c:v>0.018409778284908234</c:v>
              </c:pt>
              <c:pt idx="31">
                <c:v>0.018409778284908234</c:v>
              </c:pt>
              <c:pt idx="32">
                <c:v>0.018409778284908234</c:v>
              </c:pt>
              <c:pt idx="33">
                <c:v>0.018409778284908234</c:v>
              </c:pt>
              <c:pt idx="34">
                <c:v>0.018409778284908234</c:v>
              </c:pt>
              <c:pt idx="35">
                <c:v>0.018409778284908234</c:v>
              </c:pt>
              <c:pt idx="36">
                <c:v>0.018409778284908234</c:v>
              </c:pt>
              <c:pt idx="37">
                <c:v>0.018409778284908234</c:v>
              </c:pt>
              <c:pt idx="38">
                <c:v>0.018409778284908234</c:v>
              </c:pt>
              <c:pt idx="39">
                <c:v>0.018409778284908234</c:v>
              </c:pt>
              <c:pt idx="40">
                <c:v>0.018409778284908234</c:v>
              </c:pt>
              <c:pt idx="41">
                <c:v>0.018409778284908234</c:v>
              </c:pt>
              <c:pt idx="42">
                <c:v>0.018409778284908234</c:v>
              </c:pt>
              <c:pt idx="43">
                <c:v>0.018409778284908234</c:v>
              </c:pt>
              <c:pt idx="44">
                <c:v>0.018409778284908234</c:v>
              </c:pt>
              <c:pt idx="45">
                <c:v>0.018409778284908234</c:v>
              </c:pt>
              <c:pt idx="46">
                <c:v>0.018409778284908234</c:v>
              </c:pt>
              <c:pt idx="47">
                <c:v>0.018409778284908234</c:v>
              </c:pt>
              <c:pt idx="48">
                <c:v>0.018409778284908234</c:v>
              </c:pt>
              <c:pt idx="49">
                <c:v>0.018409778284908234</c:v>
              </c:pt>
              <c:pt idx="50">
                <c:v>0.018409778284908234</c:v>
              </c:pt>
              <c:pt idx="51">
                <c:v>0.018409778284908234</c:v>
              </c:pt>
              <c:pt idx="52">
                <c:v>0.018409778284908234</c:v>
              </c:pt>
              <c:pt idx="53">
                <c:v>0.018409778284908234</c:v>
              </c:pt>
              <c:pt idx="54">
                <c:v>0.018409778284908234</c:v>
              </c:pt>
              <c:pt idx="55">
                <c:v>0.018409778284908234</c:v>
              </c:pt>
              <c:pt idx="56">
                <c:v>0.018409778284908234</c:v>
              </c:pt>
              <c:pt idx="57">
                <c:v>0.018409778284908234</c:v>
              </c:pt>
              <c:pt idx="58">
                <c:v>0.018409778284908234</c:v>
              </c:pt>
              <c:pt idx="59">
                <c:v>0.018409778284908234</c:v>
              </c:pt>
              <c:pt idx="60">
                <c:v>0.018409778284908234</c:v>
              </c:pt>
              <c:pt idx="61">
                <c:v>0.018409778284908234</c:v>
              </c:pt>
              <c:pt idx="62">
                <c:v>0.018409778284908234</c:v>
              </c:pt>
              <c:pt idx="63">
                <c:v>0.018409778284908234</c:v>
              </c:pt>
              <c:pt idx="64">
                <c:v>0.018409778284908234</c:v>
              </c:pt>
              <c:pt idx="65">
                <c:v>0.018409778284908234</c:v>
              </c:pt>
              <c:pt idx="66">
                <c:v>0.018409778284908234</c:v>
              </c:pt>
              <c:pt idx="67">
                <c:v>0.018409778284908234</c:v>
              </c:pt>
              <c:pt idx="68">
                <c:v>0.018409778284908234</c:v>
              </c:pt>
              <c:pt idx="69">
                <c:v>0.018409778284908234</c:v>
              </c:pt>
              <c:pt idx="70">
                <c:v>0.018409778284908234</c:v>
              </c:pt>
              <c:pt idx="71">
                <c:v>0.018409778284908234</c:v>
              </c:pt>
              <c:pt idx="72">
                <c:v>0.018409778284908234</c:v>
              </c:pt>
              <c:pt idx="73">
                <c:v>0.018409778284908234</c:v>
              </c:pt>
              <c:pt idx="74">
                <c:v>0.018409778284908234</c:v>
              </c:pt>
              <c:pt idx="75">
                <c:v>0.018409778284908234</c:v>
              </c:pt>
              <c:pt idx="76">
                <c:v>0.018409778284908234</c:v>
              </c:pt>
              <c:pt idx="77">
                <c:v>0.018409778284908234</c:v>
              </c:pt>
              <c:pt idx="78">
                <c:v>0.018409778284908234</c:v>
              </c:pt>
              <c:pt idx="79">
                <c:v>0.018409778284908234</c:v>
              </c:pt>
              <c:pt idx="80">
                <c:v>0.018409778284908234</c:v>
              </c:pt>
              <c:pt idx="81">
                <c:v>0.018409778284908234</c:v>
              </c:pt>
              <c:pt idx="82">
                <c:v>0.018409778284908234</c:v>
              </c:pt>
              <c:pt idx="83">
                <c:v>0.018409778284908234</c:v>
              </c:pt>
              <c:pt idx="84">
                <c:v>0.018409778284908234</c:v>
              </c:pt>
              <c:pt idx="85">
                <c:v>0.018409778284908234</c:v>
              </c:pt>
              <c:pt idx="86">
                <c:v>0.018409778284908234</c:v>
              </c:pt>
              <c:pt idx="87">
                <c:v>0.018409778284908234</c:v>
              </c:pt>
              <c:pt idx="88">
                <c:v>0.018409778284908234</c:v>
              </c:pt>
              <c:pt idx="89">
                <c:v>0.018409778284908234</c:v>
              </c:pt>
              <c:pt idx="90">
                <c:v>0.018409778284908234</c:v>
              </c:pt>
              <c:pt idx="91">
                <c:v>0.018409778284908234</c:v>
              </c:pt>
              <c:pt idx="92">
                <c:v>0.018409778284908234</c:v>
              </c:pt>
              <c:pt idx="93">
                <c:v>0.018409778284908234</c:v>
              </c:pt>
              <c:pt idx="94">
                <c:v>0.018409778284908234</c:v>
              </c:pt>
              <c:pt idx="95">
                <c:v>0.018409778284908234</c:v>
              </c:pt>
              <c:pt idx="96">
                <c:v>0.018409778284908234</c:v>
              </c:pt>
              <c:pt idx="97">
                <c:v>0.018409778284908234</c:v>
              </c:pt>
              <c:pt idx="98">
                <c:v>0.018409778284908234</c:v>
              </c:pt>
              <c:pt idx="99">
                <c:v>0.018409778284908234</c:v>
              </c:pt>
              <c:pt idx="100">
                <c:v>0.018409778284908234</c:v>
              </c:pt>
              <c:pt idx="101">
                <c:v>0.018409778284908234</c:v>
              </c:pt>
              <c:pt idx="102">
                <c:v>0.018409778284908234</c:v>
              </c:pt>
              <c:pt idx="103">
                <c:v>0.018409778284908234</c:v>
              </c:pt>
              <c:pt idx="104">
                <c:v>0.018409778284908234</c:v>
              </c:pt>
              <c:pt idx="105">
                <c:v>0.018409778284908234</c:v>
              </c:pt>
              <c:pt idx="106">
                <c:v>0.018409778284908234</c:v>
              </c:pt>
              <c:pt idx="107">
                <c:v>0.018409778284908234</c:v>
              </c:pt>
              <c:pt idx="108">
                <c:v>0.018409778284908234</c:v>
              </c:pt>
              <c:pt idx="109">
                <c:v>0.018409778284908234</c:v>
              </c:pt>
              <c:pt idx="110">
                <c:v>0.018409778284908234</c:v>
              </c:pt>
              <c:pt idx="111">
                <c:v>0.018409778284908234</c:v>
              </c:pt>
              <c:pt idx="112">
                <c:v>0.018409778284908234</c:v>
              </c:pt>
              <c:pt idx="113">
                <c:v>0.018409778284908234</c:v>
              </c:pt>
              <c:pt idx="114">
                <c:v>0.018409778284908234</c:v>
              </c:pt>
              <c:pt idx="115">
                <c:v>0.018409778284908234</c:v>
              </c:pt>
              <c:pt idx="116">
                <c:v>0.018409778284908234</c:v>
              </c:pt>
              <c:pt idx="117">
                <c:v>0.018409778284908234</c:v>
              </c:pt>
              <c:pt idx="118">
                <c:v>0.018409778284908234</c:v>
              </c:pt>
              <c:pt idx="119">
                <c:v>0.018409778284908234</c:v>
              </c:pt>
              <c:pt idx="120">
                <c:v>0.018409778284908234</c:v>
              </c:pt>
              <c:pt idx="121">
                <c:v>0.018409778284908234</c:v>
              </c:pt>
              <c:pt idx="122">
                <c:v>0.018409778284908234</c:v>
              </c:pt>
              <c:pt idx="123">
                <c:v>0.018409778284908234</c:v>
              </c:pt>
              <c:pt idx="124">
                <c:v>0.018409778284908234</c:v>
              </c:pt>
              <c:pt idx="125">
                <c:v>0.018409778284908234</c:v>
              </c:pt>
              <c:pt idx="126">
                <c:v>0.018409778284908234</c:v>
              </c:pt>
              <c:pt idx="127">
                <c:v>0.018409778284908234</c:v>
              </c:pt>
              <c:pt idx="128">
                <c:v>0.018409778284908234</c:v>
              </c:pt>
              <c:pt idx="129">
                <c:v>0.018409778284908234</c:v>
              </c:pt>
              <c:pt idx="130">
                <c:v>0.018409778284908234</c:v>
              </c:pt>
              <c:pt idx="131">
                <c:v>0.018409778284908234</c:v>
              </c:pt>
              <c:pt idx="132">
                <c:v>0.018409778284908234</c:v>
              </c:pt>
              <c:pt idx="133">
                <c:v>0.018409778284908234</c:v>
              </c:pt>
              <c:pt idx="134">
                <c:v>0.018409778284908234</c:v>
              </c:pt>
              <c:pt idx="135">
                <c:v>0.018409778284908234</c:v>
              </c:pt>
              <c:pt idx="136">
                <c:v>0.018409778284908234</c:v>
              </c:pt>
              <c:pt idx="137">
                <c:v>0.018409778284908234</c:v>
              </c:pt>
              <c:pt idx="138">
                <c:v>0.018409778284908234</c:v>
              </c:pt>
              <c:pt idx="139">
                <c:v>0.018409778284908234</c:v>
              </c:pt>
              <c:pt idx="140">
                <c:v>0.018409778284908234</c:v>
              </c:pt>
              <c:pt idx="141">
                <c:v>0.018409778284908234</c:v>
              </c:pt>
              <c:pt idx="142">
                <c:v>0.018409778284908234</c:v>
              </c:pt>
              <c:pt idx="143">
                <c:v>0.018409778284908234</c:v>
              </c:pt>
              <c:pt idx="144">
                <c:v>0.018409778284908234</c:v>
              </c:pt>
              <c:pt idx="145">
                <c:v>0.018409778284908234</c:v>
              </c:pt>
              <c:pt idx="146">
                <c:v>0.018409778284908234</c:v>
              </c:pt>
              <c:pt idx="147">
                <c:v>0.018409778284908234</c:v>
              </c:pt>
              <c:pt idx="148">
                <c:v>0.018409778284908234</c:v>
              </c:pt>
              <c:pt idx="149">
                <c:v>0.018409778284908234</c:v>
              </c:pt>
              <c:pt idx="150">
                <c:v>0.018409778284908234</c:v>
              </c:pt>
              <c:pt idx="151">
                <c:v>0.018409778284908234</c:v>
              </c:pt>
              <c:pt idx="152">
                <c:v>0.018409778284908234</c:v>
              </c:pt>
              <c:pt idx="153">
                <c:v>0.018409778284908234</c:v>
              </c:pt>
              <c:pt idx="154">
                <c:v>0.018409778284908234</c:v>
              </c:pt>
              <c:pt idx="155">
                <c:v>0.018409778284908234</c:v>
              </c:pt>
              <c:pt idx="156">
                <c:v>0.018409778284908234</c:v>
              </c:pt>
              <c:pt idx="157">
                <c:v>0.018409778284908234</c:v>
              </c:pt>
              <c:pt idx="158">
                <c:v>0.018409778284908234</c:v>
              </c:pt>
              <c:pt idx="159">
                <c:v>0.018409778284908234</c:v>
              </c:pt>
              <c:pt idx="160">
                <c:v>0.018409778284908234</c:v>
              </c:pt>
              <c:pt idx="161">
                <c:v>0.018409778284908234</c:v>
              </c:pt>
              <c:pt idx="162">
                <c:v>0.018409778284908234</c:v>
              </c:pt>
              <c:pt idx="163">
                <c:v>0.018409778284908234</c:v>
              </c:pt>
              <c:pt idx="164">
                <c:v>0.018409778284908234</c:v>
              </c:pt>
              <c:pt idx="165">
                <c:v>0.018409778284908234</c:v>
              </c:pt>
              <c:pt idx="166">
                <c:v>0.018409778284908234</c:v>
              </c:pt>
              <c:pt idx="167">
                <c:v>0.018409778284908234</c:v>
              </c:pt>
              <c:pt idx="168">
                <c:v>0.018409778284908234</c:v>
              </c:pt>
              <c:pt idx="169">
                <c:v>0.018409778284908234</c:v>
              </c:pt>
              <c:pt idx="170">
                <c:v>0.018409778284908234</c:v>
              </c:pt>
              <c:pt idx="171">
                <c:v>0.018409778284908234</c:v>
              </c:pt>
              <c:pt idx="172">
                <c:v>0.018409778284908234</c:v>
              </c:pt>
              <c:pt idx="173">
                <c:v>0.018409778284908234</c:v>
              </c:pt>
              <c:pt idx="174">
                <c:v>0.018409778284908234</c:v>
              </c:pt>
              <c:pt idx="175">
                <c:v>0.018409778284908234</c:v>
              </c:pt>
              <c:pt idx="176">
                <c:v>0.018409778284908234</c:v>
              </c:pt>
              <c:pt idx="177">
                <c:v>0.018409778284908234</c:v>
              </c:pt>
              <c:pt idx="178">
                <c:v>0.018409778284908234</c:v>
              </c:pt>
              <c:pt idx="179">
                <c:v>0.018409778284908234</c:v>
              </c:pt>
              <c:pt idx="180">
                <c:v>0.018409778284908234</c:v>
              </c:pt>
              <c:pt idx="181">
                <c:v>0.018409778284908234</c:v>
              </c:pt>
              <c:pt idx="182">
                <c:v>0.018409778284908234</c:v>
              </c:pt>
              <c:pt idx="183">
                <c:v>0.018409778284908234</c:v>
              </c:pt>
              <c:pt idx="184">
                <c:v>0.018409778284908234</c:v>
              </c:pt>
              <c:pt idx="185">
                <c:v>0.018409778284908234</c:v>
              </c:pt>
              <c:pt idx="186">
                <c:v>0.018409778284908234</c:v>
              </c:pt>
              <c:pt idx="187">
                <c:v>0.018409778284908234</c:v>
              </c:pt>
              <c:pt idx="188">
                <c:v>0.018409778284908234</c:v>
              </c:pt>
              <c:pt idx="189">
                <c:v>0.018409778284908234</c:v>
              </c:pt>
              <c:pt idx="190">
                <c:v>0.018409778284908234</c:v>
              </c:pt>
              <c:pt idx="191">
                <c:v>0.018409778284908234</c:v>
              </c:pt>
              <c:pt idx="192">
                <c:v>0.018409778284908234</c:v>
              </c:pt>
              <c:pt idx="193">
                <c:v>0.018409778284908234</c:v>
              </c:pt>
              <c:pt idx="194">
                <c:v>0.018409778284908234</c:v>
              </c:pt>
              <c:pt idx="195">
                <c:v>0.018409778284908234</c:v>
              </c:pt>
              <c:pt idx="196">
                <c:v>0.018409778284908234</c:v>
              </c:pt>
              <c:pt idx="197">
                <c:v>0.018409778284908234</c:v>
              </c:pt>
              <c:pt idx="198">
                <c:v>0.018409778284908234</c:v>
              </c:pt>
              <c:pt idx="199">
                <c:v>0.018409778284908234</c:v>
              </c:pt>
              <c:pt idx="200">
                <c:v>0.018409778284908234</c:v>
              </c:pt>
              <c:pt idx="201">
                <c:v>0.018409778284908234</c:v>
              </c:pt>
              <c:pt idx="202">
                <c:v>0.018409778284908234</c:v>
              </c:pt>
              <c:pt idx="203">
                <c:v>0.018409778284908234</c:v>
              </c:pt>
              <c:pt idx="204">
                <c:v>0.018409778284908234</c:v>
              </c:pt>
              <c:pt idx="205">
                <c:v>0.018409778284908234</c:v>
              </c:pt>
              <c:pt idx="206">
                <c:v>0.018409778284908234</c:v>
              </c:pt>
              <c:pt idx="207">
                <c:v>0.018409778284908234</c:v>
              </c:pt>
              <c:pt idx="208">
                <c:v>0.018409778284908234</c:v>
              </c:pt>
              <c:pt idx="209">
                <c:v>0.018409778284908234</c:v>
              </c:pt>
              <c:pt idx="210">
                <c:v>0.018409778284908234</c:v>
              </c:pt>
              <c:pt idx="211">
                <c:v>0.018409778284908234</c:v>
              </c:pt>
              <c:pt idx="212">
                <c:v>0.018409778284908234</c:v>
              </c:pt>
              <c:pt idx="213">
                <c:v>0.018409778284908234</c:v>
              </c:pt>
              <c:pt idx="214">
                <c:v>0.018409778284908234</c:v>
              </c:pt>
              <c:pt idx="215">
                <c:v>0.018409778284908234</c:v>
              </c:pt>
              <c:pt idx="216">
                <c:v>0.018409778284908234</c:v>
              </c:pt>
              <c:pt idx="217">
                <c:v>0.018409778284908234</c:v>
              </c:pt>
              <c:pt idx="218">
                <c:v>0.018409778284908234</c:v>
              </c:pt>
              <c:pt idx="219">
                <c:v>0.018409778284908234</c:v>
              </c:pt>
              <c:pt idx="220">
                <c:v>0.018409778284908234</c:v>
              </c:pt>
              <c:pt idx="221">
                <c:v>0.018409778284908234</c:v>
              </c:pt>
              <c:pt idx="222">
                <c:v>0.018409778284908234</c:v>
              </c:pt>
              <c:pt idx="223">
                <c:v>0.018409778284908234</c:v>
              </c:pt>
              <c:pt idx="224">
                <c:v>0.018409778284908234</c:v>
              </c:pt>
              <c:pt idx="225">
                <c:v>0.018409778284908234</c:v>
              </c:pt>
              <c:pt idx="226">
                <c:v>0.018409778284908234</c:v>
              </c:pt>
              <c:pt idx="227">
                <c:v>0.018409778284908234</c:v>
              </c:pt>
              <c:pt idx="228">
                <c:v>0.018409778284908234</c:v>
              </c:pt>
              <c:pt idx="229">
                <c:v>0.018409778284908234</c:v>
              </c:pt>
              <c:pt idx="230">
                <c:v>0.018409778284908234</c:v>
              </c:pt>
              <c:pt idx="231">
                <c:v>0.018409778284908234</c:v>
              </c:pt>
              <c:pt idx="232">
                <c:v>0.018409778284908234</c:v>
              </c:pt>
              <c:pt idx="233">
                <c:v>0.018409778284908234</c:v>
              </c:pt>
              <c:pt idx="234">
                <c:v>0.018409778284908234</c:v>
              </c:pt>
              <c:pt idx="235">
                <c:v>0.018409778284908234</c:v>
              </c:pt>
              <c:pt idx="236">
                <c:v>0.018409778284908234</c:v>
              </c:pt>
              <c:pt idx="237">
                <c:v>0.018409778284908234</c:v>
              </c:pt>
              <c:pt idx="238">
                <c:v>0.018409778284908234</c:v>
              </c:pt>
              <c:pt idx="239">
                <c:v>0.018409778284908234</c:v>
              </c:pt>
              <c:pt idx="240">
                <c:v>0.018409778284908234</c:v>
              </c:pt>
              <c:pt idx="241">
                <c:v>0.018409778284908234</c:v>
              </c:pt>
              <c:pt idx="242">
                <c:v>0.018409778284908234</c:v>
              </c:pt>
              <c:pt idx="243">
                <c:v>0.018409778284908234</c:v>
              </c:pt>
              <c:pt idx="244">
                <c:v>0.018409778284908234</c:v>
              </c:pt>
              <c:pt idx="245">
                <c:v>0.018409778284908234</c:v>
              </c:pt>
              <c:pt idx="246">
                <c:v>0.018409778284908234</c:v>
              </c:pt>
              <c:pt idx="247">
                <c:v>0.018409778284908234</c:v>
              </c:pt>
              <c:pt idx="248">
                <c:v>0.018409778284908234</c:v>
              </c:pt>
              <c:pt idx="249">
                <c:v>0.018409778284908234</c:v>
              </c:pt>
              <c:pt idx="250">
                <c:v>0.018409778284908234</c:v>
              </c:pt>
              <c:pt idx="251">
                <c:v>0.018409778284908234</c:v>
              </c:pt>
              <c:pt idx="252">
                <c:v>0.018409778284908234</c:v>
              </c:pt>
              <c:pt idx="253">
                <c:v>0.018409778284908234</c:v>
              </c:pt>
              <c:pt idx="254">
                <c:v>0.018409778284908234</c:v>
              </c:pt>
              <c:pt idx="255">
                <c:v>0.018409778284908234</c:v>
              </c:pt>
              <c:pt idx="256">
                <c:v>0.018409778284908234</c:v>
              </c:pt>
              <c:pt idx="257">
                <c:v>0.018409778284908234</c:v>
              </c:pt>
              <c:pt idx="258">
                <c:v>0.018409778284908234</c:v>
              </c:pt>
              <c:pt idx="259">
                <c:v>0.018409778284908234</c:v>
              </c:pt>
              <c:pt idx="260">
                <c:v>0.018409778284908234</c:v>
              </c:pt>
              <c:pt idx="261">
                <c:v>0.018409778284908234</c:v>
              </c:pt>
              <c:pt idx="262">
                <c:v>0.018409778284908234</c:v>
              </c:pt>
              <c:pt idx="263">
                <c:v>0.018409778284908234</c:v>
              </c:pt>
              <c:pt idx="264">
                <c:v>0.018409778284908234</c:v>
              </c:pt>
              <c:pt idx="265">
                <c:v>0.018409778284908234</c:v>
              </c:pt>
              <c:pt idx="266">
                <c:v>0.018409778284908234</c:v>
              </c:pt>
              <c:pt idx="267">
                <c:v>0.018409778284908234</c:v>
              </c:pt>
              <c:pt idx="268">
                <c:v>0.018409778284908234</c:v>
              </c:pt>
              <c:pt idx="269">
                <c:v>0.018409778284908234</c:v>
              </c:pt>
              <c:pt idx="270">
                <c:v>0.018409778284908234</c:v>
              </c:pt>
              <c:pt idx="271">
                <c:v>0.018409778284908234</c:v>
              </c:pt>
              <c:pt idx="272">
                <c:v>0.018409778284908234</c:v>
              </c:pt>
              <c:pt idx="273">
                <c:v>0.018409778284908234</c:v>
              </c:pt>
              <c:pt idx="274">
                <c:v>0.018409778284908234</c:v>
              </c:pt>
              <c:pt idx="275">
                <c:v>0.018409778284908234</c:v>
              </c:pt>
              <c:pt idx="276">
                <c:v>0.018409778284908234</c:v>
              </c:pt>
              <c:pt idx="277">
                <c:v>0.018409778284908234</c:v>
              </c:pt>
              <c:pt idx="278">
                <c:v>0.018409778284908234</c:v>
              </c:pt>
              <c:pt idx="279">
                <c:v>0.018409778284908234</c:v>
              </c:pt>
              <c:pt idx="280">
                <c:v>0.018409778284908234</c:v>
              </c:pt>
              <c:pt idx="281">
                <c:v>0.018409778284908234</c:v>
              </c:pt>
              <c:pt idx="282">
                <c:v>0.018409778284908234</c:v>
              </c:pt>
              <c:pt idx="283">
                <c:v>0.018409778284908234</c:v>
              </c:pt>
              <c:pt idx="284">
                <c:v>0.018409778284908234</c:v>
              </c:pt>
              <c:pt idx="285">
                <c:v>0.018409778284908234</c:v>
              </c:pt>
              <c:pt idx="286">
                <c:v>0.018409778284908234</c:v>
              </c:pt>
              <c:pt idx="287">
                <c:v>0.018409778284908234</c:v>
              </c:pt>
              <c:pt idx="288">
                <c:v>0.018409778284908234</c:v>
              </c:pt>
              <c:pt idx="289">
                <c:v>0.018409778284908234</c:v>
              </c:pt>
              <c:pt idx="290">
                <c:v>0.018409778284908234</c:v>
              </c:pt>
              <c:pt idx="291">
                <c:v>0.018409778284908234</c:v>
              </c:pt>
              <c:pt idx="292">
                <c:v>0.018409778284908234</c:v>
              </c:pt>
              <c:pt idx="293">
                <c:v>0.018409778284908234</c:v>
              </c:pt>
              <c:pt idx="294">
                <c:v>0.018409778284908234</c:v>
              </c:pt>
              <c:pt idx="295">
                <c:v>0.018409778284908234</c:v>
              </c:pt>
              <c:pt idx="296">
                <c:v>0.018409778284908234</c:v>
              </c:pt>
              <c:pt idx="297">
                <c:v>0.018409778284908234</c:v>
              </c:pt>
              <c:pt idx="298">
                <c:v>0.018409778284908234</c:v>
              </c:pt>
              <c:pt idx="299">
                <c:v>0.018409778284908234</c:v>
              </c:pt>
              <c:pt idx="300">
                <c:v>0.018409778284908234</c:v>
              </c:pt>
              <c:pt idx="301">
                <c:v>0.018409778284908234</c:v>
              </c:pt>
              <c:pt idx="302">
                <c:v>0.018409778284908234</c:v>
              </c:pt>
              <c:pt idx="303">
                <c:v>0.018409778284908234</c:v>
              </c:pt>
              <c:pt idx="304">
                <c:v>0.018409778284908234</c:v>
              </c:pt>
              <c:pt idx="305">
                <c:v>0.018409778284908234</c:v>
              </c:pt>
              <c:pt idx="306">
                <c:v>0.018409778284908234</c:v>
              </c:pt>
              <c:pt idx="307">
                <c:v>0.018409778284908234</c:v>
              </c:pt>
              <c:pt idx="308">
                <c:v>0.018409778284908234</c:v>
              </c:pt>
              <c:pt idx="309">
                <c:v>0.018409778284908234</c:v>
              </c:pt>
              <c:pt idx="310">
                <c:v>0.018409778284908234</c:v>
              </c:pt>
              <c:pt idx="311">
                <c:v>0.018409778284908234</c:v>
              </c:pt>
              <c:pt idx="312">
                <c:v>0.018409778284908234</c:v>
              </c:pt>
              <c:pt idx="313">
                <c:v>0.018409778284908234</c:v>
              </c:pt>
              <c:pt idx="314">
                <c:v>0.018409778284908234</c:v>
              </c:pt>
              <c:pt idx="315">
                <c:v>0.018409778284908234</c:v>
              </c:pt>
              <c:pt idx="316">
                <c:v>0.018409778284908234</c:v>
              </c:pt>
              <c:pt idx="317">
                <c:v>0.018409778284908234</c:v>
              </c:pt>
              <c:pt idx="318">
                <c:v>0.018409778284908234</c:v>
              </c:pt>
              <c:pt idx="319">
                <c:v>0.018409778284908234</c:v>
              </c:pt>
              <c:pt idx="320">
                <c:v>0.018409778284908234</c:v>
              </c:pt>
              <c:pt idx="321">
                <c:v>0.018409778284908234</c:v>
              </c:pt>
              <c:pt idx="322">
                <c:v>0.018409778284908234</c:v>
              </c:pt>
              <c:pt idx="323">
                <c:v>0.018409778284908234</c:v>
              </c:pt>
            </c:numLit>
          </c:yVal>
          <c:smooth val="0"/>
        </c:ser>
        <c:ser>
          <c:idx val="6"/>
          <c:order val="6"/>
          <c:tx>
            <c:v>Same order, optimal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009E73"/>
              </a:solidFill>
            </c:spPr>
          </c:marker>
          <c:xVal>
            <c:numLit>
              <c:formatCode>General</c:formatCode>
              <c:ptCount val="3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numLit>
          </c:xVal>
          <c:yVal>
            <c:numLit>
              <c:formatCode>0.0</c:formatCode>
              <c:ptCount val="324"/>
              <c:pt idx="0">
                <c:v>0.9602715269585541</c:v>
              </c:pt>
              <c:pt idx="1">
                <c:v>0.9602715269585541</c:v>
              </c:pt>
              <c:pt idx="2">
                <c:v>0.9602715269585541</c:v>
              </c:pt>
              <c:pt idx="3">
                <c:v>0.9602715269585541</c:v>
              </c:pt>
              <c:pt idx="4">
                <c:v>0.9602715269585541</c:v>
              </c:pt>
              <c:pt idx="5">
                <c:v>0.9602715269585541</c:v>
              </c:pt>
              <c:pt idx="6">
                <c:v>0.9602715269585541</c:v>
              </c:pt>
              <c:pt idx="7">
                <c:v>0.9602715269585541</c:v>
              </c:pt>
              <c:pt idx="8">
                <c:v>0.9602715269585541</c:v>
              </c:pt>
              <c:pt idx="9">
                <c:v>0.9602715269585541</c:v>
              </c:pt>
              <c:pt idx="10">
                <c:v>0.9602715269585541</c:v>
              </c:pt>
              <c:pt idx="11">
                <c:v>0.9602715269585541</c:v>
              </c:pt>
              <c:pt idx="12">
                <c:v>0.9602715269585541</c:v>
              </c:pt>
              <c:pt idx="13">
                <c:v>0.9602715269585541</c:v>
              </c:pt>
              <c:pt idx="14">
                <c:v>0.9602715269585541</c:v>
              </c:pt>
              <c:pt idx="15">
                <c:v>0.9602715269585541</c:v>
              </c:pt>
              <c:pt idx="16">
                <c:v>0.9602715269585541</c:v>
              </c:pt>
              <c:pt idx="17">
                <c:v>0.9602715269585541</c:v>
              </c:pt>
              <c:pt idx="18">
                <c:v>0.9602715269585541</c:v>
              </c:pt>
              <c:pt idx="19">
                <c:v>0.9602715269585541</c:v>
              </c:pt>
              <c:pt idx="20">
                <c:v>0.9602715269585541</c:v>
              </c:pt>
              <c:pt idx="21">
                <c:v>0.9602715269585541</c:v>
              </c:pt>
              <c:pt idx="22">
                <c:v>0.9602715269585541</c:v>
              </c:pt>
              <c:pt idx="23">
                <c:v>0.9602715269585541</c:v>
              </c:pt>
              <c:pt idx="24">
                <c:v>0.9602715269585541</c:v>
              </c:pt>
              <c:pt idx="25">
                <c:v>0.9602715269585541</c:v>
              </c:pt>
              <c:pt idx="26">
                <c:v>0.9602715269585541</c:v>
              </c:pt>
              <c:pt idx="27">
                <c:v>0.9602715269585541</c:v>
              </c:pt>
              <c:pt idx="28">
                <c:v>0.9602715269585541</c:v>
              </c:pt>
              <c:pt idx="29">
                <c:v>0.9602715269585541</c:v>
              </c:pt>
              <c:pt idx="30">
                <c:v>0.9602715269585541</c:v>
              </c:pt>
              <c:pt idx="31">
                <c:v>0.9602715269585541</c:v>
              </c:pt>
              <c:pt idx="32">
                <c:v>0.9602715269585541</c:v>
              </c:pt>
              <c:pt idx="33">
                <c:v>0.9602715269585541</c:v>
              </c:pt>
              <c:pt idx="34">
                <c:v>0.9602715269585541</c:v>
              </c:pt>
              <c:pt idx="35">
                <c:v>0.9602715269585541</c:v>
              </c:pt>
              <c:pt idx="36">
                <c:v>0.9602715269585541</c:v>
              </c:pt>
              <c:pt idx="37">
                <c:v>0.9602715269585541</c:v>
              </c:pt>
              <c:pt idx="38">
                <c:v>0.9602715269585541</c:v>
              </c:pt>
              <c:pt idx="39">
                <c:v>0.9602715269585541</c:v>
              </c:pt>
              <c:pt idx="40">
                <c:v>0.9602715269585541</c:v>
              </c:pt>
              <c:pt idx="41">
                <c:v>0.9602715269585541</c:v>
              </c:pt>
              <c:pt idx="42">
                <c:v>0.9602715269585541</c:v>
              </c:pt>
              <c:pt idx="43">
                <c:v>0.9602715269585541</c:v>
              </c:pt>
              <c:pt idx="44">
                <c:v>0.9602715269585541</c:v>
              </c:pt>
              <c:pt idx="45">
                <c:v>0.9602715269585541</c:v>
              </c:pt>
              <c:pt idx="46">
                <c:v>0.9602715269585541</c:v>
              </c:pt>
              <c:pt idx="47">
                <c:v>0.9602715269585541</c:v>
              </c:pt>
              <c:pt idx="48">
                <c:v>0.9602715269585541</c:v>
              </c:pt>
              <c:pt idx="49">
                <c:v>0.9602715269585541</c:v>
              </c:pt>
              <c:pt idx="50">
                <c:v>0.9602715269585541</c:v>
              </c:pt>
              <c:pt idx="51">
                <c:v>0.9602715269585541</c:v>
              </c:pt>
              <c:pt idx="52">
                <c:v>0.9602715269585541</c:v>
              </c:pt>
              <c:pt idx="53">
                <c:v>0.9602715269585541</c:v>
              </c:pt>
              <c:pt idx="54">
                <c:v>0.9602715269585541</c:v>
              </c:pt>
              <c:pt idx="55">
                <c:v>0.9602715269585541</c:v>
              </c:pt>
              <c:pt idx="56">
                <c:v>0.9602715269585541</c:v>
              </c:pt>
              <c:pt idx="57">
                <c:v>0.9602715269585541</c:v>
              </c:pt>
              <c:pt idx="58">
                <c:v>0.9602715269585541</c:v>
              </c:pt>
              <c:pt idx="59">
                <c:v>0.9602715269585541</c:v>
              </c:pt>
              <c:pt idx="60">
                <c:v>0.9602715269585541</c:v>
              </c:pt>
              <c:pt idx="61">
                <c:v>0.9602715269585541</c:v>
              </c:pt>
              <c:pt idx="62">
                <c:v>0.9602715269585541</c:v>
              </c:pt>
              <c:pt idx="63">
                <c:v>0.9602715269585541</c:v>
              </c:pt>
              <c:pt idx="64">
                <c:v>0.9602715269585541</c:v>
              </c:pt>
              <c:pt idx="65">
                <c:v>0.9602715269585541</c:v>
              </c:pt>
              <c:pt idx="66">
                <c:v>0.9602715269585541</c:v>
              </c:pt>
              <c:pt idx="67">
                <c:v>0.9602715269585541</c:v>
              </c:pt>
              <c:pt idx="68">
                <c:v>0.9602715269585541</c:v>
              </c:pt>
              <c:pt idx="69">
                <c:v>0.9602715269585541</c:v>
              </c:pt>
              <c:pt idx="70">
                <c:v>0.9602715269585541</c:v>
              </c:pt>
              <c:pt idx="71">
                <c:v>0.9602715269585541</c:v>
              </c:pt>
              <c:pt idx="72">
                <c:v>0.9602715269585541</c:v>
              </c:pt>
              <c:pt idx="73">
                <c:v>0.9602715269585541</c:v>
              </c:pt>
              <c:pt idx="74">
                <c:v>0.9602715269585541</c:v>
              </c:pt>
              <c:pt idx="75">
                <c:v>0.9602715269585541</c:v>
              </c:pt>
              <c:pt idx="76">
                <c:v>0.9602715269585541</c:v>
              </c:pt>
              <c:pt idx="77">
                <c:v>0.9602715269585541</c:v>
              </c:pt>
              <c:pt idx="78">
                <c:v>0.9602715269585541</c:v>
              </c:pt>
              <c:pt idx="79">
                <c:v>0.9602715269585541</c:v>
              </c:pt>
              <c:pt idx="80">
                <c:v>0.9602715269585541</c:v>
              </c:pt>
              <c:pt idx="81">
                <c:v>0.9602715269585541</c:v>
              </c:pt>
              <c:pt idx="82">
                <c:v>0.9602715269585541</c:v>
              </c:pt>
              <c:pt idx="83">
                <c:v>0.9602715269585541</c:v>
              </c:pt>
              <c:pt idx="84">
                <c:v>0.9602715269585541</c:v>
              </c:pt>
              <c:pt idx="85">
                <c:v>0.9602715269585541</c:v>
              </c:pt>
              <c:pt idx="86">
                <c:v>0.9602715269585541</c:v>
              </c:pt>
              <c:pt idx="87">
                <c:v>0.9602715269585541</c:v>
              </c:pt>
              <c:pt idx="88">
                <c:v>0.9602715269585541</c:v>
              </c:pt>
              <c:pt idx="89">
                <c:v>0.9602715269585541</c:v>
              </c:pt>
              <c:pt idx="90">
                <c:v>0.9602715269585541</c:v>
              </c:pt>
              <c:pt idx="91">
                <c:v>0.9602715269585541</c:v>
              </c:pt>
              <c:pt idx="92">
                <c:v>0.9602715269585541</c:v>
              </c:pt>
              <c:pt idx="93">
                <c:v>0.9602715269585541</c:v>
              </c:pt>
              <c:pt idx="94">
                <c:v>0.9602715269585541</c:v>
              </c:pt>
              <c:pt idx="95">
                <c:v>0.9602715269585541</c:v>
              </c:pt>
              <c:pt idx="96">
                <c:v>0.9602715269585541</c:v>
              </c:pt>
              <c:pt idx="97">
                <c:v>0.9602715269585541</c:v>
              </c:pt>
              <c:pt idx="98">
                <c:v>0.9602715269585541</c:v>
              </c:pt>
              <c:pt idx="99">
                <c:v>0.9602715269585541</c:v>
              </c:pt>
              <c:pt idx="100">
                <c:v>0.9602715269585541</c:v>
              </c:pt>
              <c:pt idx="101">
                <c:v>0.9602715269585541</c:v>
              </c:pt>
              <c:pt idx="102">
                <c:v>0.9602715269585541</c:v>
              </c:pt>
              <c:pt idx="103">
                <c:v>0.9602715269585541</c:v>
              </c:pt>
              <c:pt idx="104">
                <c:v>0.9602715269585541</c:v>
              </c:pt>
              <c:pt idx="105">
                <c:v>0.9602715269585541</c:v>
              </c:pt>
              <c:pt idx="106">
                <c:v>0.9602715269585541</c:v>
              </c:pt>
              <c:pt idx="107">
                <c:v>0.9602715269585541</c:v>
              </c:pt>
              <c:pt idx="108">
                <c:v>0.9602715269585541</c:v>
              </c:pt>
              <c:pt idx="109">
                <c:v>0.9602715269585541</c:v>
              </c:pt>
              <c:pt idx="110">
                <c:v>0.9602715269585541</c:v>
              </c:pt>
              <c:pt idx="111">
                <c:v>0.9602715269585541</c:v>
              </c:pt>
              <c:pt idx="112">
                <c:v>0.9602715269585541</c:v>
              </c:pt>
              <c:pt idx="113">
                <c:v>0.9602715269585541</c:v>
              </c:pt>
              <c:pt idx="114">
                <c:v>0.9602715269585541</c:v>
              </c:pt>
              <c:pt idx="115">
                <c:v>0.9602715269585541</c:v>
              </c:pt>
              <c:pt idx="116">
                <c:v>0.9602715269585541</c:v>
              </c:pt>
              <c:pt idx="117">
                <c:v>0.9602715269585541</c:v>
              </c:pt>
              <c:pt idx="118">
                <c:v>0.9602715269585541</c:v>
              </c:pt>
              <c:pt idx="119">
                <c:v>0.9602715269585541</c:v>
              </c:pt>
              <c:pt idx="120">
                <c:v>0.9602715269585541</c:v>
              </c:pt>
              <c:pt idx="121">
                <c:v>0.9602715269585541</c:v>
              </c:pt>
              <c:pt idx="122">
                <c:v>0.9602715269585541</c:v>
              </c:pt>
              <c:pt idx="123">
                <c:v>0.9602715269585541</c:v>
              </c:pt>
              <c:pt idx="124">
                <c:v>0.9602715269585541</c:v>
              </c:pt>
              <c:pt idx="125">
                <c:v>0.9602715269585541</c:v>
              </c:pt>
              <c:pt idx="126">
                <c:v>0.9602715269585541</c:v>
              </c:pt>
              <c:pt idx="127">
                <c:v>0.9602715269585541</c:v>
              </c:pt>
              <c:pt idx="128">
                <c:v>0.9602715269585541</c:v>
              </c:pt>
              <c:pt idx="129">
                <c:v>0.9602715269585541</c:v>
              </c:pt>
              <c:pt idx="130">
                <c:v>0.9602715269585541</c:v>
              </c:pt>
              <c:pt idx="131">
                <c:v>0.9602715269585541</c:v>
              </c:pt>
              <c:pt idx="132">
                <c:v>0.9602715269585541</c:v>
              </c:pt>
              <c:pt idx="133">
                <c:v>0.9602715269585541</c:v>
              </c:pt>
              <c:pt idx="134">
                <c:v>0.9602715269585541</c:v>
              </c:pt>
              <c:pt idx="135">
                <c:v>0.9602715269585541</c:v>
              </c:pt>
              <c:pt idx="136">
                <c:v>0.9602715269585541</c:v>
              </c:pt>
              <c:pt idx="137">
                <c:v>0.9602715269585541</c:v>
              </c:pt>
              <c:pt idx="138">
                <c:v>0.9602715269585541</c:v>
              </c:pt>
              <c:pt idx="139">
                <c:v>0.9602715269585541</c:v>
              </c:pt>
              <c:pt idx="140">
                <c:v>0.9602715269585541</c:v>
              </c:pt>
              <c:pt idx="141">
                <c:v>0.9602715269585541</c:v>
              </c:pt>
              <c:pt idx="142">
                <c:v>0.9602715269585541</c:v>
              </c:pt>
              <c:pt idx="143">
                <c:v>0.9602715269585541</c:v>
              </c:pt>
              <c:pt idx="144">
                <c:v>0.9602715269585541</c:v>
              </c:pt>
              <c:pt idx="145">
                <c:v>0.9602715269585541</c:v>
              </c:pt>
              <c:pt idx="146">
                <c:v>0.9602715269585541</c:v>
              </c:pt>
              <c:pt idx="147">
                <c:v>0.9602715269585541</c:v>
              </c:pt>
              <c:pt idx="148">
                <c:v>0.9602715269585541</c:v>
              </c:pt>
              <c:pt idx="149">
                <c:v>0.9602715269585541</c:v>
              </c:pt>
              <c:pt idx="150">
                <c:v>0.9602715269585541</c:v>
              </c:pt>
              <c:pt idx="151">
                <c:v>0.9602715269585541</c:v>
              </c:pt>
              <c:pt idx="152">
                <c:v>0.9602715269585541</c:v>
              </c:pt>
              <c:pt idx="153">
                <c:v>0.9602715269585541</c:v>
              </c:pt>
              <c:pt idx="154">
                <c:v>0.9602715269585541</c:v>
              </c:pt>
              <c:pt idx="155">
                <c:v>0.9602715269585541</c:v>
              </c:pt>
              <c:pt idx="156">
                <c:v>0.9602715269585541</c:v>
              </c:pt>
              <c:pt idx="157">
                <c:v>0.9602715269585541</c:v>
              </c:pt>
              <c:pt idx="158">
                <c:v>0.9602715269585541</c:v>
              </c:pt>
              <c:pt idx="159">
                <c:v>0.9602715269585541</c:v>
              </c:pt>
              <c:pt idx="160">
                <c:v>0.9602715269585541</c:v>
              </c:pt>
              <c:pt idx="161">
                <c:v>0.9602715269585541</c:v>
              </c:pt>
              <c:pt idx="162">
                <c:v>0.9602715269585541</c:v>
              </c:pt>
              <c:pt idx="163">
                <c:v>0.9602715269585541</c:v>
              </c:pt>
              <c:pt idx="164">
                <c:v>0.9602715269585541</c:v>
              </c:pt>
              <c:pt idx="165">
                <c:v>0.9602715269585541</c:v>
              </c:pt>
              <c:pt idx="166">
                <c:v>0.9602715269585541</c:v>
              </c:pt>
              <c:pt idx="167">
                <c:v>0.9602715269585541</c:v>
              </c:pt>
              <c:pt idx="168">
                <c:v>0.9602715269585541</c:v>
              </c:pt>
              <c:pt idx="169">
                <c:v>0.9602715269585541</c:v>
              </c:pt>
              <c:pt idx="170">
                <c:v>0.9602715269585541</c:v>
              </c:pt>
              <c:pt idx="171">
                <c:v>0.9602715269585541</c:v>
              </c:pt>
              <c:pt idx="172">
                <c:v>0.9602715269585541</c:v>
              </c:pt>
              <c:pt idx="173">
                <c:v>0.9602715269585541</c:v>
              </c:pt>
              <c:pt idx="174">
                <c:v>0.9602715269585541</c:v>
              </c:pt>
              <c:pt idx="175">
                <c:v>0.9602715269585541</c:v>
              </c:pt>
              <c:pt idx="176">
                <c:v>0.9602715269585541</c:v>
              </c:pt>
              <c:pt idx="177">
                <c:v>0.9602715269585541</c:v>
              </c:pt>
              <c:pt idx="178">
                <c:v>0.9602715269585541</c:v>
              </c:pt>
              <c:pt idx="179">
                <c:v>0.9602715269585541</c:v>
              </c:pt>
              <c:pt idx="180">
                <c:v>0.9602715269585541</c:v>
              </c:pt>
              <c:pt idx="181">
                <c:v>0.9602715269585541</c:v>
              </c:pt>
              <c:pt idx="182">
                <c:v>0.9602715269585541</c:v>
              </c:pt>
              <c:pt idx="183">
                <c:v>0.9602715269585541</c:v>
              </c:pt>
              <c:pt idx="184">
                <c:v>0.9602715269585541</c:v>
              </c:pt>
              <c:pt idx="185">
                <c:v>0.9602715269585541</c:v>
              </c:pt>
              <c:pt idx="186">
                <c:v>0.9602715269585541</c:v>
              </c:pt>
              <c:pt idx="187">
                <c:v>0.9602715269585541</c:v>
              </c:pt>
              <c:pt idx="188">
                <c:v>0.9602715269585541</c:v>
              </c:pt>
              <c:pt idx="189">
                <c:v>0.9602715269585541</c:v>
              </c:pt>
              <c:pt idx="190">
                <c:v>0.9602715269585541</c:v>
              </c:pt>
              <c:pt idx="191">
                <c:v>0.9602715269585541</c:v>
              </c:pt>
              <c:pt idx="192">
                <c:v>0.9602715269585541</c:v>
              </c:pt>
              <c:pt idx="193">
                <c:v>0.9602715269585541</c:v>
              </c:pt>
              <c:pt idx="194">
                <c:v>0.9602715269585541</c:v>
              </c:pt>
              <c:pt idx="195">
                <c:v>0.9602715269585541</c:v>
              </c:pt>
              <c:pt idx="196">
                <c:v>0.9602715269585541</c:v>
              </c:pt>
              <c:pt idx="197">
                <c:v>0.9602715269585541</c:v>
              </c:pt>
              <c:pt idx="198">
                <c:v>0.9602715269585541</c:v>
              </c:pt>
              <c:pt idx="199">
                <c:v>0.9602715269585541</c:v>
              </c:pt>
              <c:pt idx="200">
                <c:v>0.9602715269585541</c:v>
              </c:pt>
              <c:pt idx="201">
                <c:v>0.9602715269585541</c:v>
              </c:pt>
              <c:pt idx="202">
                <c:v>0.9602715269585541</c:v>
              </c:pt>
              <c:pt idx="203">
                <c:v>0.9602715269585541</c:v>
              </c:pt>
              <c:pt idx="204">
                <c:v>0.9602715269585541</c:v>
              </c:pt>
              <c:pt idx="205">
                <c:v>0.9602715269585541</c:v>
              </c:pt>
              <c:pt idx="206">
                <c:v>0.9602715269585541</c:v>
              </c:pt>
              <c:pt idx="207">
                <c:v>0.9602715269585541</c:v>
              </c:pt>
              <c:pt idx="208">
                <c:v>0.9602715269585541</c:v>
              </c:pt>
              <c:pt idx="209">
                <c:v>0.9602715269585541</c:v>
              </c:pt>
              <c:pt idx="210">
                <c:v>0.9602715269585541</c:v>
              </c:pt>
              <c:pt idx="211">
                <c:v>0.9602715269585541</c:v>
              </c:pt>
              <c:pt idx="212">
                <c:v>0.9602715269585541</c:v>
              </c:pt>
              <c:pt idx="213">
                <c:v>0.9602715269585541</c:v>
              </c:pt>
              <c:pt idx="214">
                <c:v>0.9602715269585541</c:v>
              </c:pt>
              <c:pt idx="215">
                <c:v>0.9602715269585541</c:v>
              </c:pt>
              <c:pt idx="216">
                <c:v>0.9602715269585541</c:v>
              </c:pt>
              <c:pt idx="217">
                <c:v>0.9602715269585541</c:v>
              </c:pt>
              <c:pt idx="218">
                <c:v>0.9602715269585541</c:v>
              </c:pt>
              <c:pt idx="219">
                <c:v>0.9602715269585541</c:v>
              </c:pt>
              <c:pt idx="220">
                <c:v>0.9602715269585541</c:v>
              </c:pt>
              <c:pt idx="221">
                <c:v>0.9602715269585541</c:v>
              </c:pt>
              <c:pt idx="222">
                <c:v>0.9602715269585541</c:v>
              </c:pt>
              <c:pt idx="223">
                <c:v>0.9602715269585541</c:v>
              </c:pt>
              <c:pt idx="224">
                <c:v>0.9602715269585541</c:v>
              </c:pt>
              <c:pt idx="225">
                <c:v>0.9602715269585541</c:v>
              </c:pt>
              <c:pt idx="226">
                <c:v>0.9602715269585541</c:v>
              </c:pt>
              <c:pt idx="227">
                <c:v>0.9602715269585541</c:v>
              </c:pt>
              <c:pt idx="228">
                <c:v>0.9602715269585541</c:v>
              </c:pt>
              <c:pt idx="229">
                <c:v>0.9602715269585541</c:v>
              </c:pt>
              <c:pt idx="230">
                <c:v>0.9602715269585541</c:v>
              </c:pt>
              <c:pt idx="231">
                <c:v>0.9602715269585541</c:v>
              </c:pt>
              <c:pt idx="232">
                <c:v>0.9602715269585541</c:v>
              </c:pt>
              <c:pt idx="233">
                <c:v>0.9602715269585541</c:v>
              </c:pt>
              <c:pt idx="234">
                <c:v>0.9602715269585541</c:v>
              </c:pt>
              <c:pt idx="235">
                <c:v>0.9602715269585541</c:v>
              </c:pt>
              <c:pt idx="236">
                <c:v>0.9602715269585541</c:v>
              </c:pt>
              <c:pt idx="237">
                <c:v>0.9602715269585541</c:v>
              </c:pt>
              <c:pt idx="238">
                <c:v>0.9602715269585541</c:v>
              </c:pt>
              <c:pt idx="239">
                <c:v>0.9602715269585541</c:v>
              </c:pt>
              <c:pt idx="240">
                <c:v>0.9602715269585541</c:v>
              </c:pt>
              <c:pt idx="241">
                <c:v>0.9602715269585541</c:v>
              </c:pt>
              <c:pt idx="242">
                <c:v>0.9602715269585541</c:v>
              </c:pt>
              <c:pt idx="243">
                <c:v>0.9602715269585541</c:v>
              </c:pt>
              <c:pt idx="244">
                <c:v>0.9602715269585541</c:v>
              </c:pt>
              <c:pt idx="245">
                <c:v>0.9602715269585541</c:v>
              </c:pt>
              <c:pt idx="246">
                <c:v>0.9602715269585541</c:v>
              </c:pt>
              <c:pt idx="247">
                <c:v>0.9602715269585541</c:v>
              </c:pt>
              <c:pt idx="248">
                <c:v>0.9602715269585541</c:v>
              </c:pt>
              <c:pt idx="249">
                <c:v>0.9602715269585541</c:v>
              </c:pt>
              <c:pt idx="250">
                <c:v>0.9602715269585541</c:v>
              </c:pt>
              <c:pt idx="251">
                <c:v>0.9602715269585541</c:v>
              </c:pt>
              <c:pt idx="252">
                <c:v>0.9602715269585541</c:v>
              </c:pt>
              <c:pt idx="253">
                <c:v>0.9602715269585541</c:v>
              </c:pt>
              <c:pt idx="254">
                <c:v>0.9602715269585541</c:v>
              </c:pt>
              <c:pt idx="255">
                <c:v>0.9602715269585541</c:v>
              </c:pt>
              <c:pt idx="256">
                <c:v>0.9602715269585541</c:v>
              </c:pt>
              <c:pt idx="257">
                <c:v>0.9602715269585541</c:v>
              </c:pt>
              <c:pt idx="258">
                <c:v>0.9602715269585541</c:v>
              </c:pt>
              <c:pt idx="259">
                <c:v>0.9602715269585541</c:v>
              </c:pt>
              <c:pt idx="260">
                <c:v>0.9602715269585541</c:v>
              </c:pt>
              <c:pt idx="261">
                <c:v>0.9602715269585541</c:v>
              </c:pt>
              <c:pt idx="262">
                <c:v>0.9602715269585541</c:v>
              </c:pt>
              <c:pt idx="263">
                <c:v>0.9602715269585541</c:v>
              </c:pt>
              <c:pt idx="264">
                <c:v>0.9602715269585541</c:v>
              </c:pt>
              <c:pt idx="265">
                <c:v>0.9602715269585541</c:v>
              </c:pt>
              <c:pt idx="266">
                <c:v>0.9602715269585541</c:v>
              </c:pt>
              <c:pt idx="267">
                <c:v>0.9602715269585541</c:v>
              </c:pt>
              <c:pt idx="268">
                <c:v>0.9602715269585541</c:v>
              </c:pt>
              <c:pt idx="269">
                <c:v>0.9602715269585541</c:v>
              </c:pt>
              <c:pt idx="270">
                <c:v>0.9602715269585541</c:v>
              </c:pt>
              <c:pt idx="271">
                <c:v>0.9602715269585541</c:v>
              </c:pt>
              <c:pt idx="272">
                <c:v>0.9602715269585541</c:v>
              </c:pt>
              <c:pt idx="273">
                <c:v>0.9602715269585541</c:v>
              </c:pt>
              <c:pt idx="274">
                <c:v>0.9602715269585541</c:v>
              </c:pt>
              <c:pt idx="275">
                <c:v>0.9602715269585541</c:v>
              </c:pt>
              <c:pt idx="276">
                <c:v>0.9602715269585541</c:v>
              </c:pt>
              <c:pt idx="277">
                <c:v>0.9602715269585541</c:v>
              </c:pt>
              <c:pt idx="278">
                <c:v>0.9602715269585541</c:v>
              </c:pt>
              <c:pt idx="279">
                <c:v>0.9602715269585541</c:v>
              </c:pt>
              <c:pt idx="280">
                <c:v>0.9602715269585541</c:v>
              </c:pt>
              <c:pt idx="281">
                <c:v>0.9602715269585541</c:v>
              </c:pt>
              <c:pt idx="282">
                <c:v>0.9602715269585541</c:v>
              </c:pt>
              <c:pt idx="283">
                <c:v>0.9602715269585541</c:v>
              </c:pt>
              <c:pt idx="284">
                <c:v>0.9602715269585541</c:v>
              </c:pt>
              <c:pt idx="285">
                <c:v>0.9602715269585541</c:v>
              </c:pt>
              <c:pt idx="286">
                <c:v>0.9602715269585541</c:v>
              </c:pt>
              <c:pt idx="287">
                <c:v>0.9602715269585541</c:v>
              </c:pt>
              <c:pt idx="288">
                <c:v>0.9602715269585541</c:v>
              </c:pt>
              <c:pt idx="289">
                <c:v>0.9602715269585541</c:v>
              </c:pt>
              <c:pt idx="290">
                <c:v>0.9602715269585541</c:v>
              </c:pt>
              <c:pt idx="291">
                <c:v>0.9602715269585541</c:v>
              </c:pt>
              <c:pt idx="292">
                <c:v>0.9602715269585541</c:v>
              </c:pt>
              <c:pt idx="293">
                <c:v>0.9602715269585541</c:v>
              </c:pt>
              <c:pt idx="294">
                <c:v>0.9602715269585541</c:v>
              </c:pt>
              <c:pt idx="295">
                <c:v>0.9602715269585541</c:v>
              </c:pt>
              <c:pt idx="296">
                <c:v>0.9602715269585541</c:v>
              </c:pt>
              <c:pt idx="297">
                <c:v>0.9602715269585541</c:v>
              </c:pt>
              <c:pt idx="298">
                <c:v>0.9602715269585541</c:v>
              </c:pt>
              <c:pt idx="299">
                <c:v>0.9602715269585541</c:v>
              </c:pt>
              <c:pt idx="300">
                <c:v>0.9602715269585541</c:v>
              </c:pt>
              <c:pt idx="301">
                <c:v>0.9602715269585541</c:v>
              </c:pt>
              <c:pt idx="302">
                <c:v>0.9602715269585541</c:v>
              </c:pt>
              <c:pt idx="303">
                <c:v>0.9602715269585541</c:v>
              </c:pt>
              <c:pt idx="304">
                <c:v>0.9602715269585541</c:v>
              </c:pt>
              <c:pt idx="305">
                <c:v>0.9602715269585541</c:v>
              </c:pt>
              <c:pt idx="306">
                <c:v>0.9602715269585541</c:v>
              </c:pt>
              <c:pt idx="307">
                <c:v>0.9602715269585541</c:v>
              </c:pt>
              <c:pt idx="308">
                <c:v>0.9602715269585541</c:v>
              </c:pt>
              <c:pt idx="309">
                <c:v>0.9602715269585541</c:v>
              </c:pt>
              <c:pt idx="310">
                <c:v>0.9602715269585541</c:v>
              </c:pt>
              <c:pt idx="311">
                <c:v>0.9602715269585541</c:v>
              </c:pt>
              <c:pt idx="312">
                <c:v>0.9602715269585541</c:v>
              </c:pt>
              <c:pt idx="313">
                <c:v>0.9602715269585541</c:v>
              </c:pt>
              <c:pt idx="314">
                <c:v>0.9602715269585541</c:v>
              </c:pt>
              <c:pt idx="315">
                <c:v>0.9602715269585541</c:v>
              </c:pt>
              <c:pt idx="316">
                <c:v>0.9602715269585541</c:v>
              </c:pt>
              <c:pt idx="317">
                <c:v>0.9602715269585541</c:v>
              </c:pt>
              <c:pt idx="318">
                <c:v>0.9602715269585541</c:v>
              </c:pt>
              <c:pt idx="319">
                <c:v>0.9602715269585541</c:v>
              </c:pt>
              <c:pt idx="320">
                <c:v>0.9602715269585541</c:v>
              </c:pt>
              <c:pt idx="321">
                <c:v>0.9602715269585541</c:v>
              </c:pt>
              <c:pt idx="322">
                <c:v>0.9602715269585541</c:v>
              </c:pt>
              <c:pt idx="323">
                <c:v>0.9602715269585541</c:v>
              </c:pt>
            </c:numLit>
          </c:yVal>
          <c:smooth val="0"/>
        </c:ser>
        <c:ser>
          <c:idx val="7"/>
          <c:order val="7"/>
          <c:tx>
            <c:v>Same order, optimal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009E73"/>
              </a:solidFill>
            </c:spPr>
          </c:marker>
          <c:xVal>
            <c:numLit>
              <c:formatCode>General</c:formatCode>
              <c:ptCount val="324"/>
              <c:pt idx="0">
                <c:v>1.7941219849936019</c:v>
              </c:pt>
              <c:pt idx="1">
                <c:v>1.7941219849936019</c:v>
              </c:pt>
              <c:pt idx="2">
                <c:v>1.7941219849936019</c:v>
              </c:pt>
              <c:pt idx="3">
                <c:v>1.7941219849936019</c:v>
              </c:pt>
              <c:pt idx="4">
                <c:v>1.7941219849936019</c:v>
              </c:pt>
              <c:pt idx="5">
                <c:v>1.7941219849936019</c:v>
              </c:pt>
              <c:pt idx="6">
                <c:v>1.7941219849936019</c:v>
              </c:pt>
              <c:pt idx="7">
                <c:v>1.7941219849936019</c:v>
              </c:pt>
              <c:pt idx="8">
                <c:v>1.7941219849936019</c:v>
              </c:pt>
              <c:pt idx="9">
                <c:v>1.7941219849936019</c:v>
              </c:pt>
              <c:pt idx="10">
                <c:v>1.7941219849936019</c:v>
              </c:pt>
              <c:pt idx="11">
                <c:v>1.7941219849936019</c:v>
              </c:pt>
              <c:pt idx="12">
                <c:v>1.7941219849936019</c:v>
              </c:pt>
              <c:pt idx="13">
                <c:v>1.7941219849936019</c:v>
              </c:pt>
              <c:pt idx="14">
                <c:v>1.7941219849936019</c:v>
              </c:pt>
              <c:pt idx="15">
                <c:v>1.7941219849936019</c:v>
              </c:pt>
              <c:pt idx="16">
                <c:v>1.7941219849936019</c:v>
              </c:pt>
              <c:pt idx="17">
                <c:v>1.7941219849936019</c:v>
              </c:pt>
              <c:pt idx="18">
                <c:v>1.7941219849936019</c:v>
              </c:pt>
              <c:pt idx="19">
                <c:v>1.7941219849936019</c:v>
              </c:pt>
              <c:pt idx="20">
                <c:v>1.7941219849936019</c:v>
              </c:pt>
              <c:pt idx="21">
                <c:v>1.7941219849936019</c:v>
              </c:pt>
              <c:pt idx="22">
                <c:v>1.7941219849936019</c:v>
              </c:pt>
              <c:pt idx="23">
                <c:v>1.7941219849936019</c:v>
              </c:pt>
              <c:pt idx="24">
                <c:v>1.7941219849936019</c:v>
              </c:pt>
              <c:pt idx="25">
                <c:v>1.7941219849936019</c:v>
              </c:pt>
              <c:pt idx="26">
                <c:v>1.7941219849936019</c:v>
              </c:pt>
              <c:pt idx="27">
                <c:v>1.7941219849936019</c:v>
              </c:pt>
              <c:pt idx="28">
                <c:v>1.7941219849936019</c:v>
              </c:pt>
              <c:pt idx="29">
                <c:v>1.7941219849936019</c:v>
              </c:pt>
              <c:pt idx="30">
                <c:v>1.7941219849936019</c:v>
              </c:pt>
              <c:pt idx="31">
                <c:v>1.7941219849936019</c:v>
              </c:pt>
              <c:pt idx="32">
                <c:v>1.7941219849936019</c:v>
              </c:pt>
              <c:pt idx="33">
                <c:v>1.7941219849936019</c:v>
              </c:pt>
              <c:pt idx="34">
                <c:v>1.7941219849936019</c:v>
              </c:pt>
              <c:pt idx="35">
                <c:v>1.7941219849936019</c:v>
              </c:pt>
              <c:pt idx="36">
                <c:v>1.7941219849936019</c:v>
              </c:pt>
              <c:pt idx="37">
                <c:v>1.7941219849936019</c:v>
              </c:pt>
              <c:pt idx="38">
                <c:v>1.7941219849936019</c:v>
              </c:pt>
              <c:pt idx="39">
                <c:v>1.7941219849936019</c:v>
              </c:pt>
              <c:pt idx="40">
                <c:v>1.7941219849936019</c:v>
              </c:pt>
              <c:pt idx="41">
                <c:v>1.7941219849936019</c:v>
              </c:pt>
              <c:pt idx="42">
                <c:v>1.7941219849936019</c:v>
              </c:pt>
              <c:pt idx="43">
                <c:v>1.7941219849936019</c:v>
              </c:pt>
              <c:pt idx="44">
                <c:v>1.7941219849936019</c:v>
              </c:pt>
              <c:pt idx="45">
                <c:v>1.7941219849936019</c:v>
              </c:pt>
              <c:pt idx="46">
                <c:v>1.7941219849936019</c:v>
              </c:pt>
              <c:pt idx="47">
                <c:v>1.7941219849936019</c:v>
              </c:pt>
              <c:pt idx="48">
                <c:v>1.7941219849936019</c:v>
              </c:pt>
              <c:pt idx="49">
                <c:v>1.7941219849936019</c:v>
              </c:pt>
              <c:pt idx="50">
                <c:v>1.7941219849936019</c:v>
              </c:pt>
              <c:pt idx="51">
                <c:v>1.7941219849936019</c:v>
              </c:pt>
              <c:pt idx="52">
                <c:v>1.7941219849936019</c:v>
              </c:pt>
              <c:pt idx="53">
                <c:v>1.7941219849936019</c:v>
              </c:pt>
              <c:pt idx="54">
                <c:v>1.7941219849936019</c:v>
              </c:pt>
              <c:pt idx="55">
                <c:v>1.7941219849936019</c:v>
              </c:pt>
              <c:pt idx="56">
                <c:v>1.7941219849936019</c:v>
              </c:pt>
              <c:pt idx="57">
                <c:v>1.7941219849936019</c:v>
              </c:pt>
              <c:pt idx="58">
                <c:v>1.7941219849936019</c:v>
              </c:pt>
              <c:pt idx="59">
                <c:v>1.7941219849936019</c:v>
              </c:pt>
              <c:pt idx="60">
                <c:v>1.7941219849936019</c:v>
              </c:pt>
              <c:pt idx="61">
                <c:v>1.7941219849936019</c:v>
              </c:pt>
              <c:pt idx="62">
                <c:v>1.7941219849936019</c:v>
              </c:pt>
              <c:pt idx="63">
                <c:v>1.7941219849936019</c:v>
              </c:pt>
              <c:pt idx="64">
                <c:v>1.7941219849936019</c:v>
              </c:pt>
              <c:pt idx="65">
                <c:v>1.7941219849936019</c:v>
              </c:pt>
              <c:pt idx="66">
                <c:v>1.7941219849936019</c:v>
              </c:pt>
              <c:pt idx="67">
                <c:v>1.7941219849936019</c:v>
              </c:pt>
              <c:pt idx="68">
                <c:v>1.7941219849936019</c:v>
              </c:pt>
              <c:pt idx="69">
                <c:v>1.7941219849936019</c:v>
              </c:pt>
              <c:pt idx="70">
                <c:v>1.7941219849936019</c:v>
              </c:pt>
              <c:pt idx="71">
                <c:v>1.7941219849936019</c:v>
              </c:pt>
              <c:pt idx="72">
                <c:v>1.7941219849936019</c:v>
              </c:pt>
              <c:pt idx="73">
                <c:v>1.7941219849936019</c:v>
              </c:pt>
              <c:pt idx="74">
                <c:v>1.7941219849936019</c:v>
              </c:pt>
              <c:pt idx="75">
                <c:v>1.7941219849936019</c:v>
              </c:pt>
              <c:pt idx="76">
                <c:v>1.7941219849936019</c:v>
              </c:pt>
              <c:pt idx="77">
                <c:v>1.7941219849936019</c:v>
              </c:pt>
              <c:pt idx="78">
                <c:v>1.7941219849936019</c:v>
              </c:pt>
              <c:pt idx="79">
                <c:v>1.7941219849936019</c:v>
              </c:pt>
              <c:pt idx="80">
                <c:v>1.7941219849936019</c:v>
              </c:pt>
              <c:pt idx="81">
                <c:v>1.7941219849936019</c:v>
              </c:pt>
              <c:pt idx="82">
                <c:v>1.7941219849936019</c:v>
              </c:pt>
              <c:pt idx="83">
                <c:v>1.7941219849936019</c:v>
              </c:pt>
              <c:pt idx="84">
                <c:v>1.7941219849936019</c:v>
              </c:pt>
              <c:pt idx="85">
                <c:v>1.7941219849936019</c:v>
              </c:pt>
              <c:pt idx="86">
                <c:v>1.7941219849936019</c:v>
              </c:pt>
              <c:pt idx="87">
                <c:v>1.7941219849936019</c:v>
              </c:pt>
              <c:pt idx="88">
                <c:v>1.7941219849936019</c:v>
              </c:pt>
              <c:pt idx="89">
                <c:v>1.7941219849936019</c:v>
              </c:pt>
              <c:pt idx="90">
                <c:v>1.7941219849936019</c:v>
              </c:pt>
              <c:pt idx="91">
                <c:v>1.7941219849936019</c:v>
              </c:pt>
              <c:pt idx="92">
                <c:v>1.7941219849936019</c:v>
              </c:pt>
              <c:pt idx="93">
                <c:v>1.7941219849936019</c:v>
              </c:pt>
              <c:pt idx="94">
                <c:v>1.7941219849936019</c:v>
              </c:pt>
              <c:pt idx="95">
                <c:v>1.7941219849936019</c:v>
              </c:pt>
              <c:pt idx="96">
                <c:v>1.7941219849936019</c:v>
              </c:pt>
              <c:pt idx="97">
                <c:v>1.7941219849936019</c:v>
              </c:pt>
              <c:pt idx="98">
                <c:v>1.7941219849936019</c:v>
              </c:pt>
              <c:pt idx="99">
                <c:v>1.7941219849936019</c:v>
              </c:pt>
              <c:pt idx="100">
                <c:v>1.7941219849936019</c:v>
              </c:pt>
              <c:pt idx="101">
                <c:v>1.7941219849936019</c:v>
              </c:pt>
              <c:pt idx="102">
                <c:v>1.7941219849936019</c:v>
              </c:pt>
              <c:pt idx="103">
                <c:v>1.7941219849936019</c:v>
              </c:pt>
              <c:pt idx="104">
                <c:v>1.7941219849936019</c:v>
              </c:pt>
              <c:pt idx="105">
                <c:v>1.7941219849936019</c:v>
              </c:pt>
              <c:pt idx="106">
                <c:v>1.7941219849936019</c:v>
              </c:pt>
              <c:pt idx="107">
                <c:v>1.7941219849936019</c:v>
              </c:pt>
              <c:pt idx="108">
                <c:v>1.7941219849936019</c:v>
              </c:pt>
              <c:pt idx="109">
                <c:v>1.7941219849936019</c:v>
              </c:pt>
              <c:pt idx="110">
                <c:v>1.7941219849936019</c:v>
              </c:pt>
              <c:pt idx="111">
                <c:v>1.7941219849936019</c:v>
              </c:pt>
              <c:pt idx="112">
                <c:v>1.7941219849936019</c:v>
              </c:pt>
              <c:pt idx="113">
                <c:v>1.7941219849936019</c:v>
              </c:pt>
              <c:pt idx="114">
                <c:v>1.7941219849936019</c:v>
              </c:pt>
              <c:pt idx="115">
                <c:v>1.7941219849936019</c:v>
              </c:pt>
              <c:pt idx="116">
                <c:v>1.7941219849936019</c:v>
              </c:pt>
              <c:pt idx="117">
                <c:v>1.7941219849936019</c:v>
              </c:pt>
              <c:pt idx="118">
                <c:v>1.7941219849936019</c:v>
              </c:pt>
              <c:pt idx="119">
                <c:v>1.7941219849936019</c:v>
              </c:pt>
              <c:pt idx="120">
                <c:v>1.7941219849936019</c:v>
              </c:pt>
              <c:pt idx="121">
                <c:v>1.7941219849936019</c:v>
              </c:pt>
              <c:pt idx="122">
                <c:v>1.7941219849936019</c:v>
              </c:pt>
              <c:pt idx="123">
                <c:v>1.7941219849936019</c:v>
              </c:pt>
              <c:pt idx="124">
                <c:v>1.7941219849936019</c:v>
              </c:pt>
              <c:pt idx="125">
                <c:v>1.7941219849936019</c:v>
              </c:pt>
              <c:pt idx="126">
                <c:v>1.7941219849936019</c:v>
              </c:pt>
              <c:pt idx="127">
                <c:v>1.7941219849936019</c:v>
              </c:pt>
              <c:pt idx="128">
                <c:v>1.7941219849936019</c:v>
              </c:pt>
              <c:pt idx="129">
                <c:v>1.7941219849936019</c:v>
              </c:pt>
              <c:pt idx="130">
                <c:v>1.7941219849936019</c:v>
              </c:pt>
              <c:pt idx="131">
                <c:v>1.7941219849936019</c:v>
              </c:pt>
              <c:pt idx="132">
                <c:v>1.7941219849936019</c:v>
              </c:pt>
              <c:pt idx="133">
                <c:v>1.7941219849936019</c:v>
              </c:pt>
              <c:pt idx="134">
                <c:v>1.7941219849936019</c:v>
              </c:pt>
              <c:pt idx="135">
                <c:v>1.7941219849936019</c:v>
              </c:pt>
              <c:pt idx="136">
                <c:v>1.7941219849936019</c:v>
              </c:pt>
              <c:pt idx="137">
                <c:v>1.7941219849936019</c:v>
              </c:pt>
              <c:pt idx="138">
                <c:v>1.7941219849936019</c:v>
              </c:pt>
              <c:pt idx="139">
                <c:v>1.7941219849936019</c:v>
              </c:pt>
              <c:pt idx="140">
                <c:v>1.7941219849936019</c:v>
              </c:pt>
              <c:pt idx="141">
                <c:v>1.7941219849936019</c:v>
              </c:pt>
              <c:pt idx="142">
                <c:v>1.7941219849936019</c:v>
              </c:pt>
              <c:pt idx="143">
                <c:v>1.7941219849936019</c:v>
              </c:pt>
              <c:pt idx="144">
                <c:v>1.7941219849936019</c:v>
              </c:pt>
              <c:pt idx="145">
                <c:v>1.7941219849936019</c:v>
              </c:pt>
              <c:pt idx="146">
                <c:v>1.7941219849936019</c:v>
              </c:pt>
              <c:pt idx="147">
                <c:v>1.7941219849936019</c:v>
              </c:pt>
              <c:pt idx="148">
                <c:v>1.7941219849936019</c:v>
              </c:pt>
              <c:pt idx="149">
                <c:v>1.7941219849936019</c:v>
              </c:pt>
              <c:pt idx="150">
                <c:v>1.7941219849936019</c:v>
              </c:pt>
              <c:pt idx="151">
                <c:v>1.7941219849936019</c:v>
              </c:pt>
              <c:pt idx="152">
                <c:v>1.7941219849936019</c:v>
              </c:pt>
              <c:pt idx="153">
                <c:v>1.7941219849936019</c:v>
              </c:pt>
              <c:pt idx="154">
                <c:v>1.7941219849936019</c:v>
              </c:pt>
              <c:pt idx="155">
                <c:v>1.7941219849936019</c:v>
              </c:pt>
              <c:pt idx="156">
                <c:v>1.7941219849936019</c:v>
              </c:pt>
              <c:pt idx="157">
                <c:v>1.7941219849936019</c:v>
              </c:pt>
              <c:pt idx="158">
                <c:v>1.7941219849936019</c:v>
              </c:pt>
              <c:pt idx="159">
                <c:v>1.7941219849936019</c:v>
              </c:pt>
              <c:pt idx="160">
                <c:v>1.7941219849936019</c:v>
              </c:pt>
              <c:pt idx="161">
                <c:v>1.7941219849936019</c:v>
              </c:pt>
              <c:pt idx="162">
                <c:v>1.7941219849936019</c:v>
              </c:pt>
              <c:pt idx="163">
                <c:v>1.7941219849936019</c:v>
              </c:pt>
              <c:pt idx="164">
                <c:v>1.7941219849936019</c:v>
              </c:pt>
              <c:pt idx="165">
                <c:v>1.7941219849936019</c:v>
              </c:pt>
              <c:pt idx="166">
                <c:v>1.7941219849936019</c:v>
              </c:pt>
              <c:pt idx="167">
                <c:v>1.7941219849936019</c:v>
              </c:pt>
              <c:pt idx="168">
                <c:v>1.7941219849936019</c:v>
              </c:pt>
              <c:pt idx="169">
                <c:v>1.7941219849936019</c:v>
              </c:pt>
              <c:pt idx="170">
                <c:v>1.7941219849936019</c:v>
              </c:pt>
              <c:pt idx="171">
                <c:v>1.7941219849936019</c:v>
              </c:pt>
              <c:pt idx="172">
                <c:v>1.7941219849936019</c:v>
              </c:pt>
              <c:pt idx="173">
                <c:v>1.7941219849936019</c:v>
              </c:pt>
              <c:pt idx="174">
                <c:v>1.7941219849936019</c:v>
              </c:pt>
              <c:pt idx="175">
                <c:v>1.7941219849936019</c:v>
              </c:pt>
              <c:pt idx="176">
                <c:v>1.7941219849936019</c:v>
              </c:pt>
              <c:pt idx="177">
                <c:v>1.7941219849936019</c:v>
              </c:pt>
              <c:pt idx="178">
                <c:v>1.7941219849936019</c:v>
              </c:pt>
              <c:pt idx="179">
                <c:v>1.7941219849936019</c:v>
              </c:pt>
              <c:pt idx="180">
                <c:v>1.7941219849936019</c:v>
              </c:pt>
              <c:pt idx="181">
                <c:v>1.7941219849936019</c:v>
              </c:pt>
              <c:pt idx="182">
                <c:v>1.7941219849936019</c:v>
              </c:pt>
              <c:pt idx="183">
                <c:v>1.7941219849936019</c:v>
              </c:pt>
              <c:pt idx="184">
                <c:v>1.7941219849936019</c:v>
              </c:pt>
              <c:pt idx="185">
                <c:v>1.7941219849936019</c:v>
              </c:pt>
              <c:pt idx="186">
                <c:v>1.7941219849936019</c:v>
              </c:pt>
              <c:pt idx="187">
                <c:v>1.7941219849936019</c:v>
              </c:pt>
              <c:pt idx="188">
                <c:v>1.7941219849936019</c:v>
              </c:pt>
              <c:pt idx="189">
                <c:v>1.7941219849936019</c:v>
              </c:pt>
              <c:pt idx="190">
                <c:v>1.7941219849936019</c:v>
              </c:pt>
              <c:pt idx="191">
                <c:v>1.7941219849936019</c:v>
              </c:pt>
              <c:pt idx="192">
                <c:v>1.7941219849936019</c:v>
              </c:pt>
              <c:pt idx="193">
                <c:v>1.7941219849936019</c:v>
              </c:pt>
              <c:pt idx="194">
                <c:v>1.7941219849936019</c:v>
              </c:pt>
              <c:pt idx="195">
                <c:v>1.7941219849936019</c:v>
              </c:pt>
              <c:pt idx="196">
                <c:v>1.7941219849936019</c:v>
              </c:pt>
              <c:pt idx="197">
                <c:v>1.7941219849936019</c:v>
              </c:pt>
              <c:pt idx="198">
                <c:v>1.7941219849936019</c:v>
              </c:pt>
              <c:pt idx="199">
                <c:v>1.7941219849936019</c:v>
              </c:pt>
              <c:pt idx="200">
                <c:v>1.7941219849936019</c:v>
              </c:pt>
              <c:pt idx="201">
                <c:v>1.7941219849936019</c:v>
              </c:pt>
              <c:pt idx="202">
                <c:v>1.7941219849936019</c:v>
              </c:pt>
              <c:pt idx="203">
                <c:v>1.7941219849936019</c:v>
              </c:pt>
              <c:pt idx="204">
                <c:v>1.7941219849936019</c:v>
              </c:pt>
              <c:pt idx="205">
                <c:v>1.7941219849936019</c:v>
              </c:pt>
              <c:pt idx="206">
                <c:v>1.7941219849936019</c:v>
              </c:pt>
              <c:pt idx="207">
                <c:v>1.7941219849936019</c:v>
              </c:pt>
              <c:pt idx="208">
                <c:v>1.7941219849936019</c:v>
              </c:pt>
              <c:pt idx="209">
                <c:v>1.7941219849936019</c:v>
              </c:pt>
              <c:pt idx="210">
                <c:v>1.7941219849936019</c:v>
              </c:pt>
              <c:pt idx="211">
                <c:v>1.7941219849936019</c:v>
              </c:pt>
              <c:pt idx="212">
                <c:v>1.7941219849936019</c:v>
              </c:pt>
              <c:pt idx="213">
                <c:v>1.7941219849936019</c:v>
              </c:pt>
              <c:pt idx="214">
                <c:v>1.7941219849936019</c:v>
              </c:pt>
              <c:pt idx="215">
                <c:v>1.7941219849936019</c:v>
              </c:pt>
              <c:pt idx="216">
                <c:v>1.7941219849936019</c:v>
              </c:pt>
              <c:pt idx="217">
                <c:v>1.7941219849936019</c:v>
              </c:pt>
              <c:pt idx="218">
                <c:v>1.7941219849936019</c:v>
              </c:pt>
              <c:pt idx="219">
                <c:v>1.7941219849936019</c:v>
              </c:pt>
              <c:pt idx="220">
                <c:v>1.7941219849936019</c:v>
              </c:pt>
              <c:pt idx="221">
                <c:v>1.7941219849936019</c:v>
              </c:pt>
              <c:pt idx="222">
                <c:v>1.7941219849936019</c:v>
              </c:pt>
              <c:pt idx="223">
                <c:v>1.7941219849936019</c:v>
              </c:pt>
              <c:pt idx="224">
                <c:v>1.7941219849936019</c:v>
              </c:pt>
              <c:pt idx="225">
                <c:v>1.7941219849936019</c:v>
              </c:pt>
              <c:pt idx="226">
                <c:v>1.7941219849936019</c:v>
              </c:pt>
              <c:pt idx="227">
                <c:v>1.7941219849936019</c:v>
              </c:pt>
              <c:pt idx="228">
                <c:v>1.7941219849936019</c:v>
              </c:pt>
              <c:pt idx="229">
                <c:v>1.7941219849936019</c:v>
              </c:pt>
              <c:pt idx="230">
                <c:v>1.7941219849936019</c:v>
              </c:pt>
              <c:pt idx="231">
                <c:v>1.7941219849936019</c:v>
              </c:pt>
              <c:pt idx="232">
                <c:v>1.7941219849936019</c:v>
              </c:pt>
              <c:pt idx="233">
                <c:v>1.7941219849936019</c:v>
              </c:pt>
              <c:pt idx="234">
                <c:v>1.7941219849936019</c:v>
              </c:pt>
              <c:pt idx="235">
                <c:v>1.7941219849936019</c:v>
              </c:pt>
              <c:pt idx="236">
                <c:v>1.7941219849936019</c:v>
              </c:pt>
              <c:pt idx="237">
                <c:v>1.7941219849936019</c:v>
              </c:pt>
              <c:pt idx="238">
                <c:v>1.7941219849936019</c:v>
              </c:pt>
              <c:pt idx="239">
                <c:v>1.7941219849936019</c:v>
              </c:pt>
              <c:pt idx="240">
                <c:v>1.7941219849936019</c:v>
              </c:pt>
              <c:pt idx="241">
                <c:v>1.7941219849936019</c:v>
              </c:pt>
              <c:pt idx="242">
                <c:v>1.7941219849936019</c:v>
              </c:pt>
              <c:pt idx="243">
                <c:v>1.7941219849936019</c:v>
              </c:pt>
              <c:pt idx="244">
                <c:v>1.7941219849936019</c:v>
              </c:pt>
              <c:pt idx="245">
                <c:v>1.7941219849936019</c:v>
              </c:pt>
              <c:pt idx="246">
                <c:v>1.7941219849936019</c:v>
              </c:pt>
              <c:pt idx="247">
                <c:v>1.7941219849936019</c:v>
              </c:pt>
              <c:pt idx="248">
                <c:v>1.7941219849936019</c:v>
              </c:pt>
              <c:pt idx="249">
                <c:v>1.7941219849936019</c:v>
              </c:pt>
              <c:pt idx="250">
                <c:v>1.7941219849936019</c:v>
              </c:pt>
              <c:pt idx="251">
                <c:v>1.7941219849936019</c:v>
              </c:pt>
              <c:pt idx="252">
                <c:v>1.7941219849936019</c:v>
              </c:pt>
              <c:pt idx="253">
                <c:v>1.7941219849936019</c:v>
              </c:pt>
              <c:pt idx="254">
                <c:v>1.7941219849936019</c:v>
              </c:pt>
              <c:pt idx="255">
                <c:v>1.7941219849936019</c:v>
              </c:pt>
              <c:pt idx="256">
                <c:v>1.7941219849936019</c:v>
              </c:pt>
              <c:pt idx="257">
                <c:v>1.7941219849936019</c:v>
              </c:pt>
              <c:pt idx="258">
                <c:v>1.7941219849936019</c:v>
              </c:pt>
              <c:pt idx="259">
                <c:v>1.7941219849936019</c:v>
              </c:pt>
              <c:pt idx="260">
                <c:v>1.7941219849936019</c:v>
              </c:pt>
              <c:pt idx="261">
                <c:v>1.7941219849936019</c:v>
              </c:pt>
              <c:pt idx="262">
                <c:v>1.7941219849936019</c:v>
              </c:pt>
              <c:pt idx="263">
                <c:v>1.7941219849936019</c:v>
              </c:pt>
              <c:pt idx="264">
                <c:v>1.7941219849936019</c:v>
              </c:pt>
              <c:pt idx="265">
                <c:v>1.7941219849936019</c:v>
              </c:pt>
              <c:pt idx="266">
                <c:v>1.7941219849936019</c:v>
              </c:pt>
              <c:pt idx="267">
                <c:v>1.7941219849936019</c:v>
              </c:pt>
              <c:pt idx="268">
                <c:v>1.7941219849936019</c:v>
              </c:pt>
              <c:pt idx="269">
                <c:v>1.7941219849936019</c:v>
              </c:pt>
              <c:pt idx="270">
                <c:v>1.7941219849936019</c:v>
              </c:pt>
              <c:pt idx="271">
                <c:v>1.7941219849936019</c:v>
              </c:pt>
              <c:pt idx="272">
                <c:v>1.7941219849936019</c:v>
              </c:pt>
              <c:pt idx="273">
                <c:v>1.7941219849936019</c:v>
              </c:pt>
              <c:pt idx="274">
                <c:v>1.7941219849936019</c:v>
              </c:pt>
              <c:pt idx="275">
                <c:v>1.7941219849936019</c:v>
              </c:pt>
              <c:pt idx="276">
                <c:v>1.7941219849936019</c:v>
              </c:pt>
              <c:pt idx="277">
                <c:v>1.7941219849936019</c:v>
              </c:pt>
              <c:pt idx="278">
                <c:v>1.7941219849936019</c:v>
              </c:pt>
              <c:pt idx="279">
                <c:v>1.7941219849936019</c:v>
              </c:pt>
              <c:pt idx="280">
                <c:v>1.7941219849936019</c:v>
              </c:pt>
              <c:pt idx="281">
                <c:v>1.7941219849936019</c:v>
              </c:pt>
              <c:pt idx="282">
                <c:v>1.7941219849936019</c:v>
              </c:pt>
              <c:pt idx="283">
                <c:v>1.7941219849936019</c:v>
              </c:pt>
              <c:pt idx="284">
                <c:v>1.7941219849936019</c:v>
              </c:pt>
              <c:pt idx="285">
                <c:v>1.7941219849936019</c:v>
              </c:pt>
              <c:pt idx="286">
                <c:v>1.7941219849936019</c:v>
              </c:pt>
              <c:pt idx="287">
                <c:v>1.7941219849936019</c:v>
              </c:pt>
              <c:pt idx="288">
                <c:v>1.7941219849936019</c:v>
              </c:pt>
              <c:pt idx="289">
                <c:v>1.7941219849936019</c:v>
              </c:pt>
              <c:pt idx="290">
                <c:v>1.7941219849936019</c:v>
              </c:pt>
              <c:pt idx="291">
                <c:v>1.7941219849936019</c:v>
              </c:pt>
              <c:pt idx="292">
                <c:v>1.7941219849936019</c:v>
              </c:pt>
              <c:pt idx="293">
                <c:v>1.7941219849936019</c:v>
              </c:pt>
              <c:pt idx="294">
                <c:v>1.7941219849936019</c:v>
              </c:pt>
              <c:pt idx="295">
                <c:v>1.7941219849936019</c:v>
              </c:pt>
              <c:pt idx="296">
                <c:v>1.7941219849936019</c:v>
              </c:pt>
              <c:pt idx="297">
                <c:v>1.7941219849936019</c:v>
              </c:pt>
              <c:pt idx="298">
                <c:v>1.7941219849936019</c:v>
              </c:pt>
              <c:pt idx="299">
                <c:v>1.7941219849936019</c:v>
              </c:pt>
              <c:pt idx="300">
                <c:v>1.7941219849936019</c:v>
              </c:pt>
              <c:pt idx="301">
                <c:v>1.7941219849936019</c:v>
              </c:pt>
              <c:pt idx="302">
                <c:v>1.7941219849936019</c:v>
              </c:pt>
              <c:pt idx="303">
                <c:v>1.7941219849936019</c:v>
              </c:pt>
              <c:pt idx="304">
                <c:v>1.7941219849936019</c:v>
              </c:pt>
              <c:pt idx="305">
                <c:v>1.7941219849936019</c:v>
              </c:pt>
              <c:pt idx="306">
                <c:v>1.7941219849936019</c:v>
              </c:pt>
              <c:pt idx="307">
                <c:v>1.7941219849936019</c:v>
              </c:pt>
              <c:pt idx="308">
                <c:v>1.7941219849936019</c:v>
              </c:pt>
              <c:pt idx="309">
                <c:v>1.7941219849936019</c:v>
              </c:pt>
              <c:pt idx="310">
                <c:v>1.7941219849936019</c:v>
              </c:pt>
              <c:pt idx="311">
                <c:v>1.7941219849936019</c:v>
              </c:pt>
              <c:pt idx="312">
                <c:v>1.7941219849936019</c:v>
              </c:pt>
              <c:pt idx="313">
                <c:v>1.7941219849936019</c:v>
              </c:pt>
              <c:pt idx="314">
                <c:v>1.7941219849936019</c:v>
              </c:pt>
              <c:pt idx="315">
                <c:v>1.7941219849936019</c:v>
              </c:pt>
              <c:pt idx="316">
                <c:v>1.7941219849936019</c:v>
              </c:pt>
              <c:pt idx="317">
                <c:v>1.7941219849936019</c:v>
              </c:pt>
              <c:pt idx="318">
                <c:v>1.7941219849936019</c:v>
              </c:pt>
              <c:pt idx="319">
                <c:v>1.7941219849936019</c:v>
              </c:pt>
              <c:pt idx="320">
                <c:v>1.7941219849936019</c:v>
              </c:pt>
              <c:pt idx="321">
                <c:v>1.7941219849936019</c:v>
              </c:pt>
              <c:pt idx="322">
                <c:v>1.7941219849936019</c:v>
              </c:pt>
              <c:pt idx="323">
                <c:v>1.7941219849936019</c:v>
              </c:pt>
            </c:numLit>
          </c:xVal>
          <c:yVal>
            <c:numLit>
              <c:formatCode>0.0</c:formatCode>
              <c:ptCount val="324"/>
              <c:pt idx="0">
                <c:v>0.7995948413183116</c:v>
              </c:pt>
              <c:pt idx="1">
                <c:v>0.7995948413183116</c:v>
              </c:pt>
              <c:pt idx="2">
                <c:v>0.7995948413183116</c:v>
              </c:pt>
              <c:pt idx="3">
                <c:v>0.7995948413183116</c:v>
              </c:pt>
              <c:pt idx="4">
                <c:v>0.7995948413183116</c:v>
              </c:pt>
              <c:pt idx="5">
                <c:v>0.7995948413183116</c:v>
              </c:pt>
              <c:pt idx="6">
                <c:v>0.7995948413183116</c:v>
              </c:pt>
              <c:pt idx="7">
                <c:v>0.7995948413183116</c:v>
              </c:pt>
              <c:pt idx="8">
                <c:v>0.7995948413183116</c:v>
              </c:pt>
              <c:pt idx="9">
                <c:v>0.7995948413183116</c:v>
              </c:pt>
              <c:pt idx="10">
                <c:v>0.7995948413183116</c:v>
              </c:pt>
              <c:pt idx="11">
                <c:v>0.7995948413183116</c:v>
              </c:pt>
              <c:pt idx="12">
                <c:v>0.7995948413183116</c:v>
              </c:pt>
              <c:pt idx="13">
                <c:v>0.7995948413183116</c:v>
              </c:pt>
              <c:pt idx="14">
                <c:v>0.7995948413183116</c:v>
              </c:pt>
              <c:pt idx="15">
                <c:v>0.7995948413183116</c:v>
              </c:pt>
              <c:pt idx="16">
                <c:v>0.7995948413183116</c:v>
              </c:pt>
              <c:pt idx="17">
                <c:v>0.7995948413183116</c:v>
              </c:pt>
              <c:pt idx="18">
                <c:v>0.7995948413183116</c:v>
              </c:pt>
              <c:pt idx="19">
                <c:v>0.7995948413183116</c:v>
              </c:pt>
              <c:pt idx="20">
                <c:v>0.7995948413183116</c:v>
              </c:pt>
              <c:pt idx="21">
                <c:v>0.7995948413183116</c:v>
              </c:pt>
              <c:pt idx="22">
                <c:v>0.7995948413183116</c:v>
              </c:pt>
              <c:pt idx="23">
                <c:v>0.7995948413183116</c:v>
              </c:pt>
              <c:pt idx="24">
                <c:v>0.7995948413183116</c:v>
              </c:pt>
              <c:pt idx="25">
                <c:v>0.7995948413183116</c:v>
              </c:pt>
              <c:pt idx="26">
                <c:v>0.7995948413183116</c:v>
              </c:pt>
              <c:pt idx="27">
                <c:v>0.7995948413183116</c:v>
              </c:pt>
              <c:pt idx="28">
                <c:v>0.7995948413183116</c:v>
              </c:pt>
              <c:pt idx="29">
                <c:v>0.7995948413183116</c:v>
              </c:pt>
              <c:pt idx="30">
                <c:v>0.7995948413183116</c:v>
              </c:pt>
              <c:pt idx="31">
                <c:v>0.7995948413183116</c:v>
              </c:pt>
              <c:pt idx="32">
                <c:v>0.7995948413183116</c:v>
              </c:pt>
              <c:pt idx="33">
                <c:v>0.7995948413183116</c:v>
              </c:pt>
              <c:pt idx="34">
                <c:v>0.7995948413183116</c:v>
              </c:pt>
              <c:pt idx="35">
                <c:v>0.7995948413183116</c:v>
              </c:pt>
              <c:pt idx="36">
                <c:v>0.7995948413183116</c:v>
              </c:pt>
              <c:pt idx="37">
                <c:v>0.7995948413183116</c:v>
              </c:pt>
              <c:pt idx="38">
                <c:v>0.7995948413183116</c:v>
              </c:pt>
              <c:pt idx="39">
                <c:v>0.7995948413183116</c:v>
              </c:pt>
              <c:pt idx="40">
                <c:v>0.7995948413183116</c:v>
              </c:pt>
              <c:pt idx="41">
                <c:v>0.7995948413183116</c:v>
              </c:pt>
              <c:pt idx="42">
                <c:v>0.7995948413183116</c:v>
              </c:pt>
              <c:pt idx="43">
                <c:v>0.7995948413183116</c:v>
              </c:pt>
              <c:pt idx="44">
                <c:v>0.7995948413183116</c:v>
              </c:pt>
              <c:pt idx="45">
                <c:v>0.7995948413183116</c:v>
              </c:pt>
              <c:pt idx="46">
                <c:v>0.7995948413183116</c:v>
              </c:pt>
              <c:pt idx="47">
                <c:v>0.7995948413183116</c:v>
              </c:pt>
              <c:pt idx="48">
                <c:v>0.7995948413183116</c:v>
              </c:pt>
              <c:pt idx="49">
                <c:v>0.7995948413183116</c:v>
              </c:pt>
              <c:pt idx="50">
                <c:v>0.7995948413183116</c:v>
              </c:pt>
              <c:pt idx="51">
                <c:v>0.7995948413183116</c:v>
              </c:pt>
              <c:pt idx="52">
                <c:v>0.7995948413183116</c:v>
              </c:pt>
              <c:pt idx="53">
                <c:v>0.7995948413183116</c:v>
              </c:pt>
              <c:pt idx="54">
                <c:v>0.7995948413183116</c:v>
              </c:pt>
              <c:pt idx="55">
                <c:v>0.7995948413183116</c:v>
              </c:pt>
              <c:pt idx="56">
                <c:v>0.7995948413183116</c:v>
              </c:pt>
              <c:pt idx="57">
                <c:v>0.7995948413183116</c:v>
              </c:pt>
              <c:pt idx="58">
                <c:v>0.7995948413183116</c:v>
              </c:pt>
              <c:pt idx="59">
                <c:v>0.7995948413183116</c:v>
              </c:pt>
              <c:pt idx="60">
                <c:v>0.7995948413183116</c:v>
              </c:pt>
              <c:pt idx="61">
                <c:v>0.7995948413183116</c:v>
              </c:pt>
              <c:pt idx="62">
                <c:v>0.7995948413183116</c:v>
              </c:pt>
              <c:pt idx="63">
                <c:v>0.7995948413183116</c:v>
              </c:pt>
              <c:pt idx="64">
                <c:v>0.7995948413183116</c:v>
              </c:pt>
              <c:pt idx="65">
                <c:v>0.7995948413183116</c:v>
              </c:pt>
              <c:pt idx="66">
                <c:v>0.7995948413183116</c:v>
              </c:pt>
              <c:pt idx="67">
                <c:v>0.7995948413183116</c:v>
              </c:pt>
              <c:pt idx="68">
                <c:v>0.7995948413183116</c:v>
              </c:pt>
              <c:pt idx="69">
                <c:v>0.7995948413183116</c:v>
              </c:pt>
              <c:pt idx="70">
                <c:v>0.7995948413183116</c:v>
              </c:pt>
              <c:pt idx="71">
                <c:v>0.7995948413183116</c:v>
              </c:pt>
              <c:pt idx="72">
                <c:v>0.7995948413183116</c:v>
              </c:pt>
              <c:pt idx="73">
                <c:v>0.7995948413183116</c:v>
              </c:pt>
              <c:pt idx="74">
                <c:v>0.7995948413183116</c:v>
              </c:pt>
              <c:pt idx="75">
                <c:v>0.7995948413183116</c:v>
              </c:pt>
              <c:pt idx="76">
                <c:v>0.7995948413183116</c:v>
              </c:pt>
              <c:pt idx="77">
                <c:v>0.7995948413183116</c:v>
              </c:pt>
              <c:pt idx="78">
                <c:v>0.7995948413183116</c:v>
              </c:pt>
              <c:pt idx="79">
                <c:v>0.7995948413183116</c:v>
              </c:pt>
              <c:pt idx="80">
                <c:v>0.7995948413183116</c:v>
              </c:pt>
              <c:pt idx="81">
                <c:v>0.7995948413183116</c:v>
              </c:pt>
              <c:pt idx="82">
                <c:v>0.7995948413183116</c:v>
              </c:pt>
              <c:pt idx="83">
                <c:v>0.7995948413183116</c:v>
              </c:pt>
              <c:pt idx="84">
                <c:v>0.7995948413183116</c:v>
              </c:pt>
              <c:pt idx="85">
                <c:v>0.7995948413183116</c:v>
              </c:pt>
              <c:pt idx="86">
                <c:v>0.7995948413183116</c:v>
              </c:pt>
              <c:pt idx="87">
                <c:v>0.7995948413183116</c:v>
              </c:pt>
              <c:pt idx="88">
                <c:v>0.7995948413183116</c:v>
              </c:pt>
              <c:pt idx="89">
                <c:v>0.7995948413183116</c:v>
              </c:pt>
              <c:pt idx="90">
                <c:v>0.7995948413183116</c:v>
              </c:pt>
              <c:pt idx="91">
                <c:v>0.7995948413183116</c:v>
              </c:pt>
              <c:pt idx="92">
                <c:v>0.7995948413183116</c:v>
              </c:pt>
              <c:pt idx="93">
                <c:v>0.7995948413183116</c:v>
              </c:pt>
              <c:pt idx="94">
                <c:v>0.7995948413183116</c:v>
              </c:pt>
              <c:pt idx="95">
                <c:v>0.7995948413183116</c:v>
              </c:pt>
              <c:pt idx="96">
                <c:v>0.7995948413183116</c:v>
              </c:pt>
              <c:pt idx="97">
                <c:v>0.7995948413183116</c:v>
              </c:pt>
              <c:pt idx="98">
                <c:v>0.7995948413183116</c:v>
              </c:pt>
              <c:pt idx="99">
                <c:v>0.7995948413183116</c:v>
              </c:pt>
              <c:pt idx="100">
                <c:v>0.7995948413183116</c:v>
              </c:pt>
              <c:pt idx="101">
                <c:v>0.7995948413183116</c:v>
              </c:pt>
              <c:pt idx="102">
                <c:v>0.7995948413183116</c:v>
              </c:pt>
              <c:pt idx="103">
                <c:v>0.7995948413183116</c:v>
              </c:pt>
              <c:pt idx="104">
                <c:v>0.7995948413183116</c:v>
              </c:pt>
              <c:pt idx="105">
                <c:v>0.7995948413183116</c:v>
              </c:pt>
              <c:pt idx="106">
                <c:v>0.7995948413183116</c:v>
              </c:pt>
              <c:pt idx="107">
                <c:v>0.7995948413183116</c:v>
              </c:pt>
              <c:pt idx="108">
                <c:v>0.7995948413183116</c:v>
              </c:pt>
              <c:pt idx="109">
                <c:v>0.7995948413183116</c:v>
              </c:pt>
              <c:pt idx="110">
                <c:v>0.7995948413183116</c:v>
              </c:pt>
              <c:pt idx="111">
                <c:v>0.7995948413183116</c:v>
              </c:pt>
              <c:pt idx="112">
                <c:v>0.7995948413183116</c:v>
              </c:pt>
              <c:pt idx="113">
                <c:v>0.7995948413183116</c:v>
              </c:pt>
              <c:pt idx="114">
                <c:v>0.7995948413183116</c:v>
              </c:pt>
              <c:pt idx="115">
                <c:v>0.7995948413183116</c:v>
              </c:pt>
              <c:pt idx="116">
                <c:v>0.7995948413183116</c:v>
              </c:pt>
              <c:pt idx="117">
                <c:v>0.7995948413183116</c:v>
              </c:pt>
              <c:pt idx="118">
                <c:v>0.7995948413183116</c:v>
              </c:pt>
              <c:pt idx="119">
                <c:v>0.7995948413183116</c:v>
              </c:pt>
              <c:pt idx="120">
                <c:v>0.7995948413183116</c:v>
              </c:pt>
              <c:pt idx="121">
                <c:v>0.7995948413183116</c:v>
              </c:pt>
              <c:pt idx="122">
                <c:v>0.7995948413183116</c:v>
              </c:pt>
              <c:pt idx="123">
                <c:v>0.7995948413183116</c:v>
              </c:pt>
              <c:pt idx="124">
                <c:v>0.7995948413183116</c:v>
              </c:pt>
              <c:pt idx="125">
                <c:v>0.7995948413183116</c:v>
              </c:pt>
              <c:pt idx="126">
                <c:v>0.7995948413183116</c:v>
              </c:pt>
              <c:pt idx="127">
                <c:v>0.7995948413183116</c:v>
              </c:pt>
              <c:pt idx="128">
                <c:v>0.7995948413183116</c:v>
              </c:pt>
              <c:pt idx="129">
                <c:v>0.7995948413183116</c:v>
              </c:pt>
              <c:pt idx="130">
                <c:v>0.7995948413183116</c:v>
              </c:pt>
              <c:pt idx="131">
                <c:v>0.7995948413183116</c:v>
              </c:pt>
              <c:pt idx="132">
                <c:v>0.7995948413183116</c:v>
              </c:pt>
              <c:pt idx="133">
                <c:v>0.7995948413183116</c:v>
              </c:pt>
              <c:pt idx="134">
                <c:v>0.7995948413183116</c:v>
              </c:pt>
              <c:pt idx="135">
                <c:v>0.7995948413183116</c:v>
              </c:pt>
              <c:pt idx="136">
                <c:v>0.7995948413183116</c:v>
              </c:pt>
              <c:pt idx="137">
                <c:v>0.7995948413183116</c:v>
              </c:pt>
              <c:pt idx="138">
                <c:v>0.7995948413183116</c:v>
              </c:pt>
              <c:pt idx="139">
                <c:v>0.7995948413183116</c:v>
              </c:pt>
              <c:pt idx="140">
                <c:v>0.7995948413183116</c:v>
              </c:pt>
              <c:pt idx="141">
                <c:v>0.7995948413183116</c:v>
              </c:pt>
              <c:pt idx="142">
                <c:v>0.7995948413183116</c:v>
              </c:pt>
              <c:pt idx="143">
                <c:v>0.7995948413183116</c:v>
              </c:pt>
              <c:pt idx="144">
                <c:v>0.7995948413183116</c:v>
              </c:pt>
              <c:pt idx="145">
                <c:v>0.7995948413183116</c:v>
              </c:pt>
              <c:pt idx="146">
                <c:v>0.7995948413183116</c:v>
              </c:pt>
              <c:pt idx="147">
                <c:v>0.7995948413183116</c:v>
              </c:pt>
              <c:pt idx="148">
                <c:v>0.7995948413183116</c:v>
              </c:pt>
              <c:pt idx="149">
                <c:v>0.7995948413183116</c:v>
              </c:pt>
              <c:pt idx="150">
                <c:v>0.7995948413183116</c:v>
              </c:pt>
              <c:pt idx="151">
                <c:v>0.7995948413183116</c:v>
              </c:pt>
              <c:pt idx="152">
                <c:v>0.7995948413183116</c:v>
              </c:pt>
              <c:pt idx="153">
                <c:v>0.7995948413183116</c:v>
              </c:pt>
              <c:pt idx="154">
                <c:v>0.7995948413183116</c:v>
              </c:pt>
              <c:pt idx="155">
                <c:v>0.7995948413183116</c:v>
              </c:pt>
              <c:pt idx="156">
                <c:v>0.7995948413183116</c:v>
              </c:pt>
              <c:pt idx="157">
                <c:v>0.7995948413183116</c:v>
              </c:pt>
              <c:pt idx="158">
                <c:v>0.7995948413183116</c:v>
              </c:pt>
              <c:pt idx="159">
                <c:v>0.7995948413183116</c:v>
              </c:pt>
              <c:pt idx="160">
                <c:v>0.7995948413183116</c:v>
              </c:pt>
              <c:pt idx="161">
                <c:v>0.7995948413183116</c:v>
              </c:pt>
              <c:pt idx="162">
                <c:v>0.7995948413183116</c:v>
              </c:pt>
              <c:pt idx="163">
                <c:v>0.7995948413183116</c:v>
              </c:pt>
              <c:pt idx="164">
                <c:v>0.7995948413183116</c:v>
              </c:pt>
              <c:pt idx="165">
                <c:v>0.7995948413183116</c:v>
              </c:pt>
              <c:pt idx="166">
                <c:v>0.7995948413183116</c:v>
              </c:pt>
              <c:pt idx="167">
                <c:v>0.7995948413183116</c:v>
              </c:pt>
              <c:pt idx="168">
                <c:v>0.7995948413183116</c:v>
              </c:pt>
              <c:pt idx="169">
                <c:v>0.7995948413183116</c:v>
              </c:pt>
              <c:pt idx="170">
                <c:v>0.7995948413183116</c:v>
              </c:pt>
              <c:pt idx="171">
                <c:v>0.7995948413183116</c:v>
              </c:pt>
              <c:pt idx="172">
                <c:v>0.7995948413183116</c:v>
              </c:pt>
              <c:pt idx="173">
                <c:v>0.7995948413183116</c:v>
              </c:pt>
              <c:pt idx="174">
                <c:v>0.7995948413183116</c:v>
              </c:pt>
              <c:pt idx="175">
                <c:v>0.7995948413183116</c:v>
              </c:pt>
              <c:pt idx="176">
                <c:v>0.7995948413183116</c:v>
              </c:pt>
              <c:pt idx="177">
                <c:v>0.7995948413183116</c:v>
              </c:pt>
              <c:pt idx="178">
                <c:v>0.7995948413183116</c:v>
              </c:pt>
              <c:pt idx="179">
                <c:v>0.7995948413183116</c:v>
              </c:pt>
              <c:pt idx="180">
                <c:v>0.7995948413183116</c:v>
              </c:pt>
              <c:pt idx="181">
                <c:v>0.7995948413183116</c:v>
              </c:pt>
              <c:pt idx="182">
                <c:v>0.7995948413183116</c:v>
              </c:pt>
              <c:pt idx="183">
                <c:v>0.7995948413183116</c:v>
              </c:pt>
              <c:pt idx="184">
                <c:v>0.7995948413183116</c:v>
              </c:pt>
              <c:pt idx="185">
                <c:v>0.7995948413183116</c:v>
              </c:pt>
              <c:pt idx="186">
                <c:v>0.7995948413183116</c:v>
              </c:pt>
              <c:pt idx="187">
                <c:v>0.7995948413183116</c:v>
              </c:pt>
              <c:pt idx="188">
                <c:v>0.7995948413183116</c:v>
              </c:pt>
              <c:pt idx="189">
                <c:v>0.7995948413183116</c:v>
              </c:pt>
              <c:pt idx="190">
                <c:v>0.7995948413183116</c:v>
              </c:pt>
              <c:pt idx="191">
                <c:v>0.7995948413183116</c:v>
              </c:pt>
              <c:pt idx="192">
                <c:v>0.7995948413183116</c:v>
              </c:pt>
              <c:pt idx="193">
                <c:v>0.7995948413183116</c:v>
              </c:pt>
              <c:pt idx="194">
                <c:v>0.7995948413183116</c:v>
              </c:pt>
              <c:pt idx="195">
                <c:v>0.7995948413183116</c:v>
              </c:pt>
              <c:pt idx="196">
                <c:v>0.7995948413183116</c:v>
              </c:pt>
              <c:pt idx="197">
                <c:v>0.7995948413183116</c:v>
              </c:pt>
              <c:pt idx="198">
                <c:v>0.7995948413183116</c:v>
              </c:pt>
              <c:pt idx="199">
                <c:v>0.7995948413183116</c:v>
              </c:pt>
              <c:pt idx="200">
                <c:v>0.7995948413183116</c:v>
              </c:pt>
              <c:pt idx="201">
                <c:v>0.7995948413183116</c:v>
              </c:pt>
              <c:pt idx="202">
                <c:v>0.7995948413183116</c:v>
              </c:pt>
              <c:pt idx="203">
                <c:v>0.7995948413183116</c:v>
              </c:pt>
              <c:pt idx="204">
                <c:v>0.7995948413183116</c:v>
              </c:pt>
              <c:pt idx="205">
                <c:v>0.7995948413183116</c:v>
              </c:pt>
              <c:pt idx="206">
                <c:v>0.7995948413183116</c:v>
              </c:pt>
              <c:pt idx="207">
                <c:v>0.7995948413183116</c:v>
              </c:pt>
              <c:pt idx="208">
                <c:v>0.7995948413183116</c:v>
              </c:pt>
              <c:pt idx="209">
                <c:v>0.7995948413183116</c:v>
              </c:pt>
              <c:pt idx="210">
                <c:v>0.7995948413183116</c:v>
              </c:pt>
              <c:pt idx="211">
                <c:v>0.7995948413183116</c:v>
              </c:pt>
              <c:pt idx="212">
                <c:v>0.7995948413183116</c:v>
              </c:pt>
              <c:pt idx="213">
                <c:v>0.7995948413183116</c:v>
              </c:pt>
              <c:pt idx="214">
                <c:v>0.7995948413183116</c:v>
              </c:pt>
              <c:pt idx="215">
                <c:v>0.7995948413183116</c:v>
              </c:pt>
              <c:pt idx="216">
                <c:v>0.7995948413183116</c:v>
              </c:pt>
              <c:pt idx="217">
                <c:v>0.7995948413183116</c:v>
              </c:pt>
              <c:pt idx="218">
                <c:v>0.7995948413183116</c:v>
              </c:pt>
              <c:pt idx="219">
                <c:v>0.7995948413183116</c:v>
              </c:pt>
              <c:pt idx="220">
                <c:v>0.7995948413183116</c:v>
              </c:pt>
              <c:pt idx="221">
                <c:v>0.7995948413183116</c:v>
              </c:pt>
              <c:pt idx="222">
                <c:v>0.7995948413183116</c:v>
              </c:pt>
              <c:pt idx="223">
                <c:v>0.7995948413183116</c:v>
              </c:pt>
              <c:pt idx="224">
                <c:v>0.7995948413183116</c:v>
              </c:pt>
              <c:pt idx="225">
                <c:v>0.7995948413183116</c:v>
              </c:pt>
              <c:pt idx="226">
                <c:v>0.7995948413183116</c:v>
              </c:pt>
              <c:pt idx="227">
                <c:v>0.7995948413183116</c:v>
              </c:pt>
              <c:pt idx="228">
                <c:v>0.7995948413183116</c:v>
              </c:pt>
              <c:pt idx="229">
                <c:v>0.7995948413183116</c:v>
              </c:pt>
              <c:pt idx="230">
                <c:v>0.7995948413183116</c:v>
              </c:pt>
              <c:pt idx="231">
                <c:v>0.7995948413183116</c:v>
              </c:pt>
              <c:pt idx="232">
                <c:v>0.7995948413183116</c:v>
              </c:pt>
              <c:pt idx="233">
                <c:v>0.7995948413183116</c:v>
              </c:pt>
              <c:pt idx="234">
                <c:v>0.7995948413183116</c:v>
              </c:pt>
              <c:pt idx="235">
                <c:v>0.7995948413183116</c:v>
              </c:pt>
              <c:pt idx="236">
                <c:v>0.7995948413183116</c:v>
              </c:pt>
              <c:pt idx="237">
                <c:v>0.7995948413183116</c:v>
              </c:pt>
              <c:pt idx="238">
                <c:v>0.7995948413183116</c:v>
              </c:pt>
              <c:pt idx="239">
                <c:v>0.7995948413183116</c:v>
              </c:pt>
              <c:pt idx="240">
                <c:v>0.7995948413183116</c:v>
              </c:pt>
              <c:pt idx="241">
                <c:v>0.7995948413183116</c:v>
              </c:pt>
              <c:pt idx="242">
                <c:v>0.7995948413183116</c:v>
              </c:pt>
              <c:pt idx="243">
                <c:v>0.7995948413183116</c:v>
              </c:pt>
              <c:pt idx="244">
                <c:v>0.7995948413183116</c:v>
              </c:pt>
              <c:pt idx="245">
                <c:v>0.7995948413183116</c:v>
              </c:pt>
              <c:pt idx="246">
                <c:v>0.7995948413183116</c:v>
              </c:pt>
              <c:pt idx="247">
                <c:v>0.7995948413183116</c:v>
              </c:pt>
              <c:pt idx="248">
                <c:v>0.7995948413183116</c:v>
              </c:pt>
              <c:pt idx="249">
                <c:v>0.7995948413183116</c:v>
              </c:pt>
              <c:pt idx="250">
                <c:v>0.7995948413183116</c:v>
              </c:pt>
              <c:pt idx="251">
                <c:v>0.7995948413183116</c:v>
              </c:pt>
              <c:pt idx="252">
                <c:v>0.7995948413183116</c:v>
              </c:pt>
              <c:pt idx="253">
                <c:v>0.7995948413183116</c:v>
              </c:pt>
              <c:pt idx="254">
                <c:v>0.7995948413183116</c:v>
              </c:pt>
              <c:pt idx="255">
                <c:v>0.7995948413183116</c:v>
              </c:pt>
              <c:pt idx="256">
                <c:v>0.7995948413183116</c:v>
              </c:pt>
              <c:pt idx="257">
                <c:v>0.7995948413183116</c:v>
              </c:pt>
              <c:pt idx="258">
                <c:v>0.7995948413183116</c:v>
              </c:pt>
              <c:pt idx="259">
                <c:v>0.7995948413183116</c:v>
              </c:pt>
              <c:pt idx="260">
                <c:v>0.7995948413183116</c:v>
              </c:pt>
              <c:pt idx="261">
                <c:v>0.7995948413183116</c:v>
              </c:pt>
              <c:pt idx="262">
                <c:v>0.7995948413183116</c:v>
              </c:pt>
              <c:pt idx="263">
                <c:v>0.7995948413183116</c:v>
              </c:pt>
              <c:pt idx="264">
                <c:v>0.7995948413183116</c:v>
              </c:pt>
              <c:pt idx="265">
                <c:v>0.7995948413183116</c:v>
              </c:pt>
              <c:pt idx="266">
                <c:v>0.7995948413183116</c:v>
              </c:pt>
              <c:pt idx="267">
                <c:v>0.7995948413183116</c:v>
              </c:pt>
              <c:pt idx="268">
                <c:v>0.7995948413183116</c:v>
              </c:pt>
              <c:pt idx="269">
                <c:v>0.7995948413183116</c:v>
              </c:pt>
              <c:pt idx="270">
                <c:v>0.7995948413183116</c:v>
              </c:pt>
              <c:pt idx="271">
                <c:v>0.7995948413183116</c:v>
              </c:pt>
              <c:pt idx="272">
                <c:v>0.7995948413183116</c:v>
              </c:pt>
              <c:pt idx="273">
                <c:v>0.7995948413183116</c:v>
              </c:pt>
              <c:pt idx="274">
                <c:v>0.7995948413183116</c:v>
              </c:pt>
              <c:pt idx="275">
                <c:v>0.7995948413183116</c:v>
              </c:pt>
              <c:pt idx="276">
                <c:v>0.7995948413183116</c:v>
              </c:pt>
              <c:pt idx="277">
                <c:v>0.7995948413183116</c:v>
              </c:pt>
              <c:pt idx="278">
                <c:v>0.7995948413183116</c:v>
              </c:pt>
              <c:pt idx="279">
                <c:v>0.7995948413183116</c:v>
              </c:pt>
              <c:pt idx="280">
                <c:v>0.7995948413183116</c:v>
              </c:pt>
              <c:pt idx="281">
                <c:v>0.7995948413183116</c:v>
              </c:pt>
              <c:pt idx="282">
                <c:v>0.7995948413183116</c:v>
              </c:pt>
              <c:pt idx="283">
                <c:v>0.7995948413183116</c:v>
              </c:pt>
              <c:pt idx="284">
                <c:v>0.7995948413183116</c:v>
              </c:pt>
              <c:pt idx="285">
                <c:v>0.7995948413183116</c:v>
              </c:pt>
              <c:pt idx="286">
                <c:v>0.7995948413183116</c:v>
              </c:pt>
              <c:pt idx="287">
                <c:v>0.7995948413183116</c:v>
              </c:pt>
              <c:pt idx="288">
                <c:v>0.7995948413183116</c:v>
              </c:pt>
              <c:pt idx="289">
                <c:v>0.7995948413183116</c:v>
              </c:pt>
              <c:pt idx="290">
                <c:v>0.7995948413183116</c:v>
              </c:pt>
              <c:pt idx="291">
                <c:v>0.7995948413183116</c:v>
              </c:pt>
              <c:pt idx="292">
                <c:v>0.7995948413183116</c:v>
              </c:pt>
              <c:pt idx="293">
                <c:v>0.7995948413183116</c:v>
              </c:pt>
              <c:pt idx="294">
                <c:v>0.7995948413183116</c:v>
              </c:pt>
              <c:pt idx="295">
                <c:v>0.7995948413183116</c:v>
              </c:pt>
              <c:pt idx="296">
                <c:v>0.7995948413183116</c:v>
              </c:pt>
              <c:pt idx="297">
                <c:v>0.7995948413183116</c:v>
              </c:pt>
              <c:pt idx="298">
                <c:v>0.7995948413183116</c:v>
              </c:pt>
              <c:pt idx="299">
                <c:v>0.7995948413183116</c:v>
              </c:pt>
              <c:pt idx="300">
                <c:v>0.7995948413183116</c:v>
              </c:pt>
              <c:pt idx="301">
                <c:v>0.7995948413183116</c:v>
              </c:pt>
              <c:pt idx="302">
                <c:v>0.7995948413183116</c:v>
              </c:pt>
              <c:pt idx="303">
                <c:v>0.7995948413183116</c:v>
              </c:pt>
              <c:pt idx="304">
                <c:v>0.7995948413183116</c:v>
              </c:pt>
              <c:pt idx="305">
                <c:v>0.7995948413183116</c:v>
              </c:pt>
              <c:pt idx="306">
                <c:v>0.7995948413183116</c:v>
              </c:pt>
              <c:pt idx="307">
                <c:v>0.7995948413183116</c:v>
              </c:pt>
              <c:pt idx="308">
                <c:v>0.7995948413183116</c:v>
              </c:pt>
              <c:pt idx="309">
                <c:v>0.7995948413183116</c:v>
              </c:pt>
              <c:pt idx="310">
                <c:v>0.7995948413183116</c:v>
              </c:pt>
              <c:pt idx="311">
                <c:v>0.7995948413183116</c:v>
              </c:pt>
              <c:pt idx="312">
                <c:v>0.7995948413183116</c:v>
              </c:pt>
              <c:pt idx="313">
                <c:v>0.7995948413183116</c:v>
              </c:pt>
              <c:pt idx="314">
                <c:v>0.7995948413183116</c:v>
              </c:pt>
              <c:pt idx="315">
                <c:v>0.7995948413183116</c:v>
              </c:pt>
              <c:pt idx="316">
                <c:v>0.7995948413183116</c:v>
              </c:pt>
              <c:pt idx="317">
                <c:v>0.7995948413183116</c:v>
              </c:pt>
              <c:pt idx="318">
                <c:v>0.7995948413183116</c:v>
              </c:pt>
              <c:pt idx="319">
                <c:v>0.7995948413183116</c:v>
              </c:pt>
              <c:pt idx="320">
                <c:v>0.7995948413183116</c:v>
              </c:pt>
              <c:pt idx="321">
                <c:v>0.7995948413183116</c:v>
              </c:pt>
              <c:pt idx="322">
                <c:v>0.7995948413183116</c:v>
              </c:pt>
              <c:pt idx="323">
                <c:v>0.7995948413183116</c:v>
              </c:pt>
            </c:numLit>
          </c:yVal>
          <c:smooth val="0"/>
        </c:ser>
        <c:ser>
          <c:idx val="8"/>
          <c:order val="8"/>
          <c:tx>
            <c:v>Same order, optimal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009E73"/>
              </a:solidFill>
            </c:spPr>
          </c:marker>
          <c:xVal>
            <c:numLit>
              <c:formatCode>General</c:formatCode>
              <c:ptCount val="324"/>
              <c:pt idx="0">
                <c:v>33.555199555944284</c:v>
              </c:pt>
              <c:pt idx="1">
                <c:v>33.555199555944284</c:v>
              </c:pt>
              <c:pt idx="2">
                <c:v>33.555199555944284</c:v>
              </c:pt>
              <c:pt idx="3">
                <c:v>33.555199555944284</c:v>
              </c:pt>
              <c:pt idx="4">
                <c:v>33.555199555944284</c:v>
              </c:pt>
              <c:pt idx="5">
                <c:v>33.555199555944284</c:v>
              </c:pt>
              <c:pt idx="6">
                <c:v>33.555199555944284</c:v>
              </c:pt>
              <c:pt idx="7">
                <c:v>33.555199555944284</c:v>
              </c:pt>
              <c:pt idx="8">
                <c:v>33.555199555944284</c:v>
              </c:pt>
              <c:pt idx="9">
                <c:v>33.555199555944284</c:v>
              </c:pt>
              <c:pt idx="10">
                <c:v>33.555199555944284</c:v>
              </c:pt>
              <c:pt idx="11">
                <c:v>33.555199555944284</c:v>
              </c:pt>
              <c:pt idx="12">
                <c:v>33.555199555944284</c:v>
              </c:pt>
              <c:pt idx="13">
                <c:v>33.555199555944284</c:v>
              </c:pt>
              <c:pt idx="14">
                <c:v>33.555199555944284</c:v>
              </c:pt>
              <c:pt idx="15">
                <c:v>33.555199555944284</c:v>
              </c:pt>
              <c:pt idx="16">
                <c:v>33.555199555944284</c:v>
              </c:pt>
              <c:pt idx="17">
                <c:v>33.555199555944284</c:v>
              </c:pt>
              <c:pt idx="18">
                <c:v>33.555199555944284</c:v>
              </c:pt>
              <c:pt idx="19">
                <c:v>33.555199555944284</c:v>
              </c:pt>
              <c:pt idx="20">
                <c:v>33.555199555944284</c:v>
              </c:pt>
              <c:pt idx="21">
                <c:v>33.555199555944284</c:v>
              </c:pt>
              <c:pt idx="22">
                <c:v>33.555199555944284</c:v>
              </c:pt>
              <c:pt idx="23">
                <c:v>33.555199555944284</c:v>
              </c:pt>
              <c:pt idx="24">
                <c:v>33.555199555944284</c:v>
              </c:pt>
              <c:pt idx="25">
                <c:v>33.555199555944284</c:v>
              </c:pt>
              <c:pt idx="26">
                <c:v>33.555199555944284</c:v>
              </c:pt>
              <c:pt idx="27">
                <c:v>33.555199555944284</c:v>
              </c:pt>
              <c:pt idx="28">
                <c:v>33.555199555944284</c:v>
              </c:pt>
              <c:pt idx="29">
                <c:v>33.555199555944284</c:v>
              </c:pt>
              <c:pt idx="30">
                <c:v>33.555199555944284</c:v>
              </c:pt>
              <c:pt idx="31">
                <c:v>33.555199555944284</c:v>
              </c:pt>
              <c:pt idx="32">
                <c:v>33.555199555944284</c:v>
              </c:pt>
              <c:pt idx="33">
                <c:v>33.555199555944284</c:v>
              </c:pt>
              <c:pt idx="34">
                <c:v>33.555199555944284</c:v>
              </c:pt>
              <c:pt idx="35">
                <c:v>33.555199555944284</c:v>
              </c:pt>
              <c:pt idx="36">
                <c:v>33.555199555944284</c:v>
              </c:pt>
              <c:pt idx="37">
                <c:v>33.555199555944284</c:v>
              </c:pt>
              <c:pt idx="38">
                <c:v>33.555199555944284</c:v>
              </c:pt>
              <c:pt idx="39">
                <c:v>33.555199555944284</c:v>
              </c:pt>
              <c:pt idx="40">
                <c:v>33.555199555944284</c:v>
              </c:pt>
              <c:pt idx="41">
                <c:v>33.555199555944284</c:v>
              </c:pt>
              <c:pt idx="42">
                <c:v>33.555199555944284</c:v>
              </c:pt>
              <c:pt idx="43">
                <c:v>33.555199555944284</c:v>
              </c:pt>
              <c:pt idx="44">
                <c:v>33.555199555944284</c:v>
              </c:pt>
              <c:pt idx="45">
                <c:v>33.555199555944284</c:v>
              </c:pt>
              <c:pt idx="46">
                <c:v>33.555199555944284</c:v>
              </c:pt>
              <c:pt idx="47">
                <c:v>33.555199555944284</c:v>
              </c:pt>
              <c:pt idx="48">
                <c:v>33.555199555944284</c:v>
              </c:pt>
              <c:pt idx="49">
                <c:v>33.555199555944284</c:v>
              </c:pt>
              <c:pt idx="50">
                <c:v>33.555199555944284</c:v>
              </c:pt>
              <c:pt idx="51">
                <c:v>33.555199555944284</c:v>
              </c:pt>
              <c:pt idx="52">
                <c:v>33.555199555944284</c:v>
              </c:pt>
              <c:pt idx="53">
                <c:v>33.555199555944284</c:v>
              </c:pt>
              <c:pt idx="54">
                <c:v>33.555199555944284</c:v>
              </c:pt>
              <c:pt idx="55">
                <c:v>33.555199555944284</c:v>
              </c:pt>
              <c:pt idx="56">
                <c:v>33.555199555944284</c:v>
              </c:pt>
              <c:pt idx="57">
                <c:v>33.555199555944284</c:v>
              </c:pt>
              <c:pt idx="58">
                <c:v>33.555199555944284</c:v>
              </c:pt>
              <c:pt idx="59">
                <c:v>33.555199555944284</c:v>
              </c:pt>
              <c:pt idx="60">
                <c:v>33.555199555944284</c:v>
              </c:pt>
              <c:pt idx="61">
                <c:v>33.555199555944284</c:v>
              </c:pt>
              <c:pt idx="62">
                <c:v>33.555199555944284</c:v>
              </c:pt>
              <c:pt idx="63">
                <c:v>33.555199555944284</c:v>
              </c:pt>
              <c:pt idx="64">
                <c:v>33.555199555944284</c:v>
              </c:pt>
              <c:pt idx="65">
                <c:v>33.555199555944284</c:v>
              </c:pt>
              <c:pt idx="66">
                <c:v>33.555199555944284</c:v>
              </c:pt>
              <c:pt idx="67">
                <c:v>33.555199555944284</c:v>
              </c:pt>
              <c:pt idx="68">
                <c:v>33.555199555944284</c:v>
              </c:pt>
              <c:pt idx="69">
                <c:v>33.555199555944284</c:v>
              </c:pt>
              <c:pt idx="70">
                <c:v>33.555199555944284</c:v>
              </c:pt>
              <c:pt idx="71">
                <c:v>33.555199555944284</c:v>
              </c:pt>
              <c:pt idx="72">
                <c:v>33.555199555944284</c:v>
              </c:pt>
              <c:pt idx="73">
                <c:v>33.555199555944284</c:v>
              </c:pt>
              <c:pt idx="74">
                <c:v>33.555199555944284</c:v>
              </c:pt>
              <c:pt idx="75">
                <c:v>33.555199555944284</c:v>
              </c:pt>
              <c:pt idx="76">
                <c:v>33.555199555944284</c:v>
              </c:pt>
              <c:pt idx="77">
                <c:v>33.555199555944284</c:v>
              </c:pt>
              <c:pt idx="78">
                <c:v>33.555199555944284</c:v>
              </c:pt>
              <c:pt idx="79">
                <c:v>33.555199555944284</c:v>
              </c:pt>
              <c:pt idx="80">
                <c:v>33.555199555944284</c:v>
              </c:pt>
              <c:pt idx="81">
                <c:v>33.555199555944284</c:v>
              </c:pt>
              <c:pt idx="82">
                <c:v>33.555199555944284</c:v>
              </c:pt>
              <c:pt idx="83">
                <c:v>33.555199555944284</c:v>
              </c:pt>
              <c:pt idx="84">
                <c:v>33.555199555944284</c:v>
              </c:pt>
              <c:pt idx="85">
                <c:v>33.555199555944284</c:v>
              </c:pt>
              <c:pt idx="86">
                <c:v>33.555199555944284</c:v>
              </c:pt>
              <c:pt idx="87">
                <c:v>33.555199555944284</c:v>
              </c:pt>
              <c:pt idx="88">
                <c:v>33.555199555944284</c:v>
              </c:pt>
              <c:pt idx="89">
                <c:v>33.555199555944284</c:v>
              </c:pt>
              <c:pt idx="90">
                <c:v>33.555199555944284</c:v>
              </c:pt>
              <c:pt idx="91">
                <c:v>33.555199555944284</c:v>
              </c:pt>
              <c:pt idx="92">
                <c:v>33.555199555944284</c:v>
              </c:pt>
              <c:pt idx="93">
                <c:v>33.555199555944284</c:v>
              </c:pt>
              <c:pt idx="94">
                <c:v>33.555199555944284</c:v>
              </c:pt>
              <c:pt idx="95">
                <c:v>33.555199555944284</c:v>
              </c:pt>
              <c:pt idx="96">
                <c:v>33.555199555944284</c:v>
              </c:pt>
              <c:pt idx="97">
                <c:v>33.555199555944284</c:v>
              </c:pt>
              <c:pt idx="98">
                <c:v>33.555199555944284</c:v>
              </c:pt>
              <c:pt idx="99">
                <c:v>33.555199555944284</c:v>
              </c:pt>
              <c:pt idx="100">
                <c:v>33.555199555944284</c:v>
              </c:pt>
              <c:pt idx="101">
                <c:v>33.555199555944284</c:v>
              </c:pt>
              <c:pt idx="102">
                <c:v>33.555199555944284</c:v>
              </c:pt>
              <c:pt idx="103">
                <c:v>33.555199555944284</c:v>
              </c:pt>
              <c:pt idx="104">
                <c:v>33.555199555944284</c:v>
              </c:pt>
              <c:pt idx="105">
                <c:v>33.555199555944284</c:v>
              </c:pt>
              <c:pt idx="106">
                <c:v>33.555199555944284</c:v>
              </c:pt>
              <c:pt idx="107">
                <c:v>33.555199555944284</c:v>
              </c:pt>
              <c:pt idx="108">
                <c:v>33.555199555944284</c:v>
              </c:pt>
              <c:pt idx="109">
                <c:v>33.555199555944284</c:v>
              </c:pt>
              <c:pt idx="110">
                <c:v>33.555199555944284</c:v>
              </c:pt>
              <c:pt idx="111">
                <c:v>33.555199555944284</c:v>
              </c:pt>
              <c:pt idx="112">
                <c:v>33.555199555944284</c:v>
              </c:pt>
              <c:pt idx="113">
                <c:v>33.555199555944284</c:v>
              </c:pt>
              <c:pt idx="114">
                <c:v>33.555199555944284</c:v>
              </c:pt>
              <c:pt idx="115">
                <c:v>33.555199555944284</c:v>
              </c:pt>
              <c:pt idx="116">
                <c:v>33.555199555944284</c:v>
              </c:pt>
              <c:pt idx="117">
                <c:v>33.555199555944284</c:v>
              </c:pt>
              <c:pt idx="118">
                <c:v>33.555199555944284</c:v>
              </c:pt>
              <c:pt idx="119">
                <c:v>33.555199555944284</c:v>
              </c:pt>
              <c:pt idx="120">
                <c:v>33.555199555944284</c:v>
              </c:pt>
              <c:pt idx="121">
                <c:v>33.555199555944284</c:v>
              </c:pt>
              <c:pt idx="122">
                <c:v>33.555199555944284</c:v>
              </c:pt>
              <c:pt idx="123">
                <c:v>33.555199555944284</c:v>
              </c:pt>
              <c:pt idx="124">
                <c:v>33.555199555944284</c:v>
              </c:pt>
              <c:pt idx="125">
                <c:v>33.555199555944284</c:v>
              </c:pt>
              <c:pt idx="126">
                <c:v>33.555199555944284</c:v>
              </c:pt>
              <c:pt idx="127">
                <c:v>33.555199555944284</c:v>
              </c:pt>
              <c:pt idx="128">
                <c:v>33.555199555944284</c:v>
              </c:pt>
              <c:pt idx="129">
                <c:v>33.555199555944284</c:v>
              </c:pt>
              <c:pt idx="130">
                <c:v>33.555199555944284</c:v>
              </c:pt>
              <c:pt idx="131">
                <c:v>33.555199555944284</c:v>
              </c:pt>
              <c:pt idx="132">
                <c:v>33.555199555944284</c:v>
              </c:pt>
              <c:pt idx="133">
                <c:v>33.555199555944284</c:v>
              </c:pt>
              <c:pt idx="134">
                <c:v>33.555199555944284</c:v>
              </c:pt>
              <c:pt idx="135">
                <c:v>33.555199555944284</c:v>
              </c:pt>
              <c:pt idx="136">
                <c:v>33.555199555944284</c:v>
              </c:pt>
              <c:pt idx="137">
                <c:v>33.555199555944284</c:v>
              </c:pt>
              <c:pt idx="138">
                <c:v>33.555199555944284</c:v>
              </c:pt>
              <c:pt idx="139">
                <c:v>33.555199555944284</c:v>
              </c:pt>
              <c:pt idx="140">
                <c:v>33.555199555944284</c:v>
              </c:pt>
              <c:pt idx="141">
                <c:v>33.555199555944284</c:v>
              </c:pt>
              <c:pt idx="142">
                <c:v>33.555199555944284</c:v>
              </c:pt>
              <c:pt idx="143">
                <c:v>33.555199555944284</c:v>
              </c:pt>
              <c:pt idx="144">
                <c:v>33.555199555944284</c:v>
              </c:pt>
              <c:pt idx="145">
                <c:v>33.555199555944284</c:v>
              </c:pt>
              <c:pt idx="146">
                <c:v>33.555199555944284</c:v>
              </c:pt>
              <c:pt idx="147">
                <c:v>33.555199555944284</c:v>
              </c:pt>
              <c:pt idx="148">
                <c:v>33.555199555944284</c:v>
              </c:pt>
              <c:pt idx="149">
                <c:v>33.555199555944284</c:v>
              </c:pt>
              <c:pt idx="150">
                <c:v>33.555199555944284</c:v>
              </c:pt>
              <c:pt idx="151">
                <c:v>33.555199555944284</c:v>
              </c:pt>
              <c:pt idx="152">
                <c:v>33.555199555944284</c:v>
              </c:pt>
              <c:pt idx="153">
                <c:v>33.555199555944284</c:v>
              </c:pt>
              <c:pt idx="154">
                <c:v>33.555199555944284</c:v>
              </c:pt>
              <c:pt idx="155">
                <c:v>33.555199555944284</c:v>
              </c:pt>
              <c:pt idx="156">
                <c:v>33.555199555944284</c:v>
              </c:pt>
              <c:pt idx="157">
                <c:v>33.555199555944284</c:v>
              </c:pt>
              <c:pt idx="158">
                <c:v>33.555199555944284</c:v>
              </c:pt>
              <c:pt idx="159">
                <c:v>33.555199555944284</c:v>
              </c:pt>
              <c:pt idx="160">
                <c:v>33.555199555944284</c:v>
              </c:pt>
              <c:pt idx="161">
                <c:v>33.555199555944284</c:v>
              </c:pt>
              <c:pt idx="162">
                <c:v>33.555199555944284</c:v>
              </c:pt>
              <c:pt idx="163">
                <c:v>33.555199555944284</c:v>
              </c:pt>
              <c:pt idx="164">
                <c:v>33.555199555944284</c:v>
              </c:pt>
              <c:pt idx="165">
                <c:v>33.555199555944284</c:v>
              </c:pt>
              <c:pt idx="166">
                <c:v>33.555199555944284</c:v>
              </c:pt>
              <c:pt idx="167">
                <c:v>33.555199555944284</c:v>
              </c:pt>
              <c:pt idx="168">
                <c:v>33.555199555944284</c:v>
              </c:pt>
              <c:pt idx="169">
                <c:v>33.555199555944284</c:v>
              </c:pt>
              <c:pt idx="170">
                <c:v>33.555199555944284</c:v>
              </c:pt>
              <c:pt idx="171">
                <c:v>33.555199555944284</c:v>
              </c:pt>
              <c:pt idx="172">
                <c:v>33.555199555944284</c:v>
              </c:pt>
              <c:pt idx="173">
                <c:v>33.555199555944284</c:v>
              </c:pt>
              <c:pt idx="174">
                <c:v>33.555199555944284</c:v>
              </c:pt>
              <c:pt idx="175">
                <c:v>33.555199555944284</c:v>
              </c:pt>
              <c:pt idx="176">
                <c:v>33.555199555944284</c:v>
              </c:pt>
              <c:pt idx="177">
                <c:v>33.555199555944284</c:v>
              </c:pt>
              <c:pt idx="178">
                <c:v>33.555199555944284</c:v>
              </c:pt>
              <c:pt idx="179">
                <c:v>33.555199555944284</c:v>
              </c:pt>
              <c:pt idx="180">
                <c:v>33.555199555944284</c:v>
              </c:pt>
              <c:pt idx="181">
                <c:v>33.555199555944284</c:v>
              </c:pt>
              <c:pt idx="182">
                <c:v>33.555199555944284</c:v>
              </c:pt>
              <c:pt idx="183">
                <c:v>33.555199555944284</c:v>
              </c:pt>
              <c:pt idx="184">
                <c:v>33.555199555944284</c:v>
              </c:pt>
              <c:pt idx="185">
                <c:v>33.555199555944284</c:v>
              </c:pt>
              <c:pt idx="186">
                <c:v>33.555199555944284</c:v>
              </c:pt>
              <c:pt idx="187">
                <c:v>33.555199555944284</c:v>
              </c:pt>
              <c:pt idx="188">
                <c:v>33.555199555944284</c:v>
              </c:pt>
              <c:pt idx="189">
                <c:v>33.555199555944284</c:v>
              </c:pt>
              <c:pt idx="190">
                <c:v>33.555199555944284</c:v>
              </c:pt>
              <c:pt idx="191">
                <c:v>33.555199555944284</c:v>
              </c:pt>
              <c:pt idx="192">
                <c:v>33.555199555944284</c:v>
              </c:pt>
              <c:pt idx="193">
                <c:v>33.555199555944284</c:v>
              </c:pt>
              <c:pt idx="194">
                <c:v>33.555199555944284</c:v>
              </c:pt>
              <c:pt idx="195">
                <c:v>33.555199555944284</c:v>
              </c:pt>
              <c:pt idx="196">
                <c:v>33.555199555944284</c:v>
              </c:pt>
              <c:pt idx="197">
                <c:v>33.555199555944284</c:v>
              </c:pt>
              <c:pt idx="198">
                <c:v>33.555199555944284</c:v>
              </c:pt>
              <c:pt idx="199">
                <c:v>33.555199555944284</c:v>
              </c:pt>
              <c:pt idx="200">
                <c:v>33.555199555944284</c:v>
              </c:pt>
              <c:pt idx="201">
                <c:v>33.555199555944284</c:v>
              </c:pt>
              <c:pt idx="202">
                <c:v>33.555199555944284</c:v>
              </c:pt>
              <c:pt idx="203">
                <c:v>33.555199555944284</c:v>
              </c:pt>
              <c:pt idx="204">
                <c:v>33.555199555944284</c:v>
              </c:pt>
              <c:pt idx="205">
                <c:v>33.555199555944284</c:v>
              </c:pt>
              <c:pt idx="206">
                <c:v>33.555199555944284</c:v>
              </c:pt>
              <c:pt idx="207">
                <c:v>33.555199555944284</c:v>
              </c:pt>
              <c:pt idx="208">
                <c:v>33.555199555944284</c:v>
              </c:pt>
              <c:pt idx="209">
                <c:v>33.555199555944284</c:v>
              </c:pt>
              <c:pt idx="210">
                <c:v>33.555199555944284</c:v>
              </c:pt>
              <c:pt idx="211">
                <c:v>33.555199555944284</c:v>
              </c:pt>
              <c:pt idx="212">
                <c:v>33.555199555944284</c:v>
              </c:pt>
              <c:pt idx="213">
                <c:v>33.555199555944284</c:v>
              </c:pt>
              <c:pt idx="214">
                <c:v>33.555199555944284</c:v>
              </c:pt>
              <c:pt idx="215">
                <c:v>33.555199555944284</c:v>
              </c:pt>
              <c:pt idx="216">
                <c:v>33.555199555944284</c:v>
              </c:pt>
              <c:pt idx="217">
                <c:v>33.555199555944284</c:v>
              </c:pt>
              <c:pt idx="218">
                <c:v>33.555199555944284</c:v>
              </c:pt>
              <c:pt idx="219">
                <c:v>33.555199555944284</c:v>
              </c:pt>
              <c:pt idx="220">
                <c:v>33.555199555944284</c:v>
              </c:pt>
              <c:pt idx="221">
                <c:v>33.555199555944284</c:v>
              </c:pt>
              <c:pt idx="222">
                <c:v>33.555199555944284</c:v>
              </c:pt>
              <c:pt idx="223">
                <c:v>33.555199555944284</c:v>
              </c:pt>
              <c:pt idx="224">
                <c:v>33.555199555944284</c:v>
              </c:pt>
              <c:pt idx="225">
                <c:v>33.555199555944284</c:v>
              </c:pt>
              <c:pt idx="226">
                <c:v>33.555199555944284</c:v>
              </c:pt>
              <c:pt idx="227">
                <c:v>33.555199555944284</c:v>
              </c:pt>
              <c:pt idx="228">
                <c:v>33.555199555944284</c:v>
              </c:pt>
              <c:pt idx="229">
                <c:v>33.555199555944284</c:v>
              </c:pt>
              <c:pt idx="230">
                <c:v>33.555199555944284</c:v>
              </c:pt>
              <c:pt idx="231">
                <c:v>33.555199555944284</c:v>
              </c:pt>
              <c:pt idx="232">
                <c:v>33.555199555944284</c:v>
              </c:pt>
              <c:pt idx="233">
                <c:v>33.555199555944284</c:v>
              </c:pt>
              <c:pt idx="234">
                <c:v>33.555199555944284</c:v>
              </c:pt>
              <c:pt idx="235">
                <c:v>33.555199555944284</c:v>
              </c:pt>
              <c:pt idx="236">
                <c:v>33.555199555944284</c:v>
              </c:pt>
              <c:pt idx="237">
                <c:v>33.555199555944284</c:v>
              </c:pt>
              <c:pt idx="238">
                <c:v>33.555199555944284</c:v>
              </c:pt>
              <c:pt idx="239">
                <c:v>33.555199555944284</c:v>
              </c:pt>
              <c:pt idx="240">
                <c:v>33.555199555944284</c:v>
              </c:pt>
              <c:pt idx="241">
                <c:v>33.555199555944284</c:v>
              </c:pt>
              <c:pt idx="242">
                <c:v>33.555199555944284</c:v>
              </c:pt>
              <c:pt idx="243">
                <c:v>33.555199555944284</c:v>
              </c:pt>
              <c:pt idx="244">
                <c:v>33.555199555944284</c:v>
              </c:pt>
              <c:pt idx="245">
                <c:v>33.555199555944284</c:v>
              </c:pt>
              <c:pt idx="246">
                <c:v>33.555199555944284</c:v>
              </c:pt>
              <c:pt idx="247">
                <c:v>33.555199555944284</c:v>
              </c:pt>
              <c:pt idx="248">
                <c:v>33.555199555944284</c:v>
              </c:pt>
              <c:pt idx="249">
                <c:v>33.555199555944284</c:v>
              </c:pt>
              <c:pt idx="250">
                <c:v>33.555199555944284</c:v>
              </c:pt>
              <c:pt idx="251">
                <c:v>33.555199555944284</c:v>
              </c:pt>
              <c:pt idx="252">
                <c:v>33.555199555944284</c:v>
              </c:pt>
              <c:pt idx="253">
                <c:v>33.555199555944284</c:v>
              </c:pt>
              <c:pt idx="254">
                <c:v>33.555199555944284</c:v>
              </c:pt>
              <c:pt idx="255">
                <c:v>33.555199555944284</c:v>
              </c:pt>
              <c:pt idx="256">
                <c:v>33.555199555944284</c:v>
              </c:pt>
              <c:pt idx="257">
                <c:v>33.555199555944284</c:v>
              </c:pt>
              <c:pt idx="258">
                <c:v>33.555199555944284</c:v>
              </c:pt>
              <c:pt idx="259">
                <c:v>33.555199555944284</c:v>
              </c:pt>
              <c:pt idx="260">
                <c:v>33.555199555944284</c:v>
              </c:pt>
              <c:pt idx="261">
                <c:v>33.555199555944284</c:v>
              </c:pt>
              <c:pt idx="262">
                <c:v>33.555199555944284</c:v>
              </c:pt>
              <c:pt idx="263">
                <c:v>33.555199555944284</c:v>
              </c:pt>
              <c:pt idx="264">
                <c:v>33.555199555944284</c:v>
              </c:pt>
              <c:pt idx="265">
                <c:v>33.555199555944284</c:v>
              </c:pt>
              <c:pt idx="266">
                <c:v>33.555199555944284</c:v>
              </c:pt>
              <c:pt idx="267">
                <c:v>33.555199555944284</c:v>
              </c:pt>
              <c:pt idx="268">
                <c:v>33.555199555944284</c:v>
              </c:pt>
              <c:pt idx="269">
                <c:v>33.555199555944284</c:v>
              </c:pt>
              <c:pt idx="270">
                <c:v>33.555199555944284</c:v>
              </c:pt>
              <c:pt idx="271">
                <c:v>33.555199555944284</c:v>
              </c:pt>
              <c:pt idx="272">
                <c:v>33.555199555944284</c:v>
              </c:pt>
              <c:pt idx="273">
                <c:v>33.555199555944284</c:v>
              </c:pt>
              <c:pt idx="274">
                <c:v>33.555199555944284</c:v>
              </c:pt>
              <c:pt idx="275">
                <c:v>33.555199555944284</c:v>
              </c:pt>
              <c:pt idx="276">
                <c:v>33.555199555944284</c:v>
              </c:pt>
              <c:pt idx="277">
                <c:v>33.555199555944284</c:v>
              </c:pt>
              <c:pt idx="278">
                <c:v>33.555199555944284</c:v>
              </c:pt>
              <c:pt idx="279">
                <c:v>33.555199555944284</c:v>
              </c:pt>
              <c:pt idx="280">
                <c:v>33.555199555944284</c:v>
              </c:pt>
              <c:pt idx="281">
                <c:v>33.555199555944284</c:v>
              </c:pt>
              <c:pt idx="282">
                <c:v>33.555199555944284</c:v>
              </c:pt>
              <c:pt idx="283">
                <c:v>33.555199555944284</c:v>
              </c:pt>
              <c:pt idx="284">
                <c:v>33.555199555944284</c:v>
              </c:pt>
              <c:pt idx="285">
                <c:v>33.555199555944284</c:v>
              </c:pt>
              <c:pt idx="286">
                <c:v>33.555199555944284</c:v>
              </c:pt>
              <c:pt idx="287">
                <c:v>33.555199555944284</c:v>
              </c:pt>
              <c:pt idx="288">
                <c:v>33.555199555944284</c:v>
              </c:pt>
              <c:pt idx="289">
                <c:v>33.555199555944284</c:v>
              </c:pt>
              <c:pt idx="290">
                <c:v>33.555199555944284</c:v>
              </c:pt>
              <c:pt idx="291">
                <c:v>33.555199555944284</c:v>
              </c:pt>
              <c:pt idx="292">
                <c:v>33.555199555944284</c:v>
              </c:pt>
              <c:pt idx="293">
                <c:v>33.555199555944284</c:v>
              </c:pt>
              <c:pt idx="294">
                <c:v>33.555199555944284</c:v>
              </c:pt>
              <c:pt idx="295">
                <c:v>33.555199555944284</c:v>
              </c:pt>
              <c:pt idx="296">
                <c:v>33.555199555944284</c:v>
              </c:pt>
              <c:pt idx="297">
                <c:v>33.555199555944284</c:v>
              </c:pt>
              <c:pt idx="298">
                <c:v>33.555199555944284</c:v>
              </c:pt>
              <c:pt idx="299">
                <c:v>33.555199555944284</c:v>
              </c:pt>
              <c:pt idx="300">
                <c:v>33.555199555944284</c:v>
              </c:pt>
              <c:pt idx="301">
                <c:v>33.555199555944284</c:v>
              </c:pt>
              <c:pt idx="302">
                <c:v>33.555199555944284</c:v>
              </c:pt>
              <c:pt idx="303">
                <c:v>33.555199555944284</c:v>
              </c:pt>
              <c:pt idx="304">
                <c:v>33.555199555944284</c:v>
              </c:pt>
              <c:pt idx="305">
                <c:v>33.555199555944284</c:v>
              </c:pt>
              <c:pt idx="306">
                <c:v>33.555199555944284</c:v>
              </c:pt>
              <c:pt idx="307">
                <c:v>33.555199555944284</c:v>
              </c:pt>
              <c:pt idx="308">
                <c:v>33.555199555944284</c:v>
              </c:pt>
              <c:pt idx="309">
                <c:v>33.555199555944284</c:v>
              </c:pt>
              <c:pt idx="310">
                <c:v>33.555199555944284</c:v>
              </c:pt>
              <c:pt idx="311">
                <c:v>33.555199555944284</c:v>
              </c:pt>
              <c:pt idx="312">
                <c:v>33.555199555944284</c:v>
              </c:pt>
              <c:pt idx="313">
                <c:v>33.555199555944284</c:v>
              </c:pt>
              <c:pt idx="314">
                <c:v>33.555199555944284</c:v>
              </c:pt>
              <c:pt idx="315">
                <c:v>33.555199555944284</c:v>
              </c:pt>
              <c:pt idx="316">
                <c:v>33.555199555944284</c:v>
              </c:pt>
              <c:pt idx="317">
                <c:v>33.555199555944284</c:v>
              </c:pt>
              <c:pt idx="318">
                <c:v>33.555199555944284</c:v>
              </c:pt>
              <c:pt idx="319">
                <c:v>33.555199555944284</c:v>
              </c:pt>
              <c:pt idx="320">
                <c:v>33.555199555944284</c:v>
              </c:pt>
              <c:pt idx="321">
                <c:v>33.555199555944284</c:v>
              </c:pt>
              <c:pt idx="322">
                <c:v>33.555199555944284</c:v>
              </c:pt>
              <c:pt idx="323">
                <c:v>33.555199555944284</c:v>
              </c:pt>
            </c:numLit>
          </c:xVal>
          <c:yVal>
            <c:numLit>
              <c:formatCode>0.0</c:formatCode>
              <c:ptCount val="324"/>
              <c:pt idx="0">
                <c:v>0.018409778284908234</c:v>
              </c:pt>
              <c:pt idx="1">
                <c:v>0.018409778284908234</c:v>
              </c:pt>
              <c:pt idx="2">
                <c:v>0.018409778284908234</c:v>
              </c:pt>
              <c:pt idx="3">
                <c:v>0.018409778284908234</c:v>
              </c:pt>
              <c:pt idx="4">
                <c:v>0.018409778284908234</c:v>
              </c:pt>
              <c:pt idx="5">
                <c:v>0.018409778284908234</c:v>
              </c:pt>
              <c:pt idx="6">
                <c:v>0.018409778284908234</c:v>
              </c:pt>
              <c:pt idx="7">
                <c:v>0.018409778284908234</c:v>
              </c:pt>
              <c:pt idx="8">
                <c:v>0.018409778284908234</c:v>
              </c:pt>
              <c:pt idx="9">
                <c:v>0.018409778284908234</c:v>
              </c:pt>
              <c:pt idx="10">
                <c:v>0.018409778284908234</c:v>
              </c:pt>
              <c:pt idx="11">
                <c:v>0.018409778284908234</c:v>
              </c:pt>
              <c:pt idx="12">
                <c:v>0.018409778284908234</c:v>
              </c:pt>
              <c:pt idx="13">
                <c:v>0.018409778284908234</c:v>
              </c:pt>
              <c:pt idx="14">
                <c:v>0.018409778284908234</c:v>
              </c:pt>
              <c:pt idx="15">
                <c:v>0.018409778284908234</c:v>
              </c:pt>
              <c:pt idx="16">
                <c:v>0.018409778284908234</c:v>
              </c:pt>
              <c:pt idx="17">
                <c:v>0.018409778284908234</c:v>
              </c:pt>
              <c:pt idx="18">
                <c:v>0.018409778284908234</c:v>
              </c:pt>
              <c:pt idx="19">
                <c:v>0.018409778284908234</c:v>
              </c:pt>
              <c:pt idx="20">
                <c:v>0.018409778284908234</c:v>
              </c:pt>
              <c:pt idx="21">
                <c:v>0.018409778284908234</c:v>
              </c:pt>
              <c:pt idx="22">
                <c:v>0.018409778284908234</c:v>
              </c:pt>
              <c:pt idx="23">
                <c:v>0.018409778284908234</c:v>
              </c:pt>
              <c:pt idx="24">
                <c:v>0.018409778284908234</c:v>
              </c:pt>
              <c:pt idx="25">
                <c:v>0.018409778284908234</c:v>
              </c:pt>
              <c:pt idx="26">
                <c:v>0.018409778284908234</c:v>
              </c:pt>
              <c:pt idx="27">
                <c:v>0.018409778284908234</c:v>
              </c:pt>
              <c:pt idx="28">
                <c:v>0.018409778284908234</c:v>
              </c:pt>
              <c:pt idx="29">
                <c:v>0.018409778284908234</c:v>
              </c:pt>
              <c:pt idx="30">
                <c:v>0.018409778284908234</c:v>
              </c:pt>
              <c:pt idx="31">
                <c:v>0.018409778284908234</c:v>
              </c:pt>
              <c:pt idx="32">
                <c:v>0.018409778284908234</c:v>
              </c:pt>
              <c:pt idx="33">
                <c:v>0.018409778284908234</c:v>
              </c:pt>
              <c:pt idx="34">
                <c:v>0.018409778284908234</c:v>
              </c:pt>
              <c:pt idx="35">
                <c:v>0.018409778284908234</c:v>
              </c:pt>
              <c:pt idx="36">
                <c:v>0.018409778284908234</c:v>
              </c:pt>
              <c:pt idx="37">
                <c:v>0.018409778284908234</c:v>
              </c:pt>
              <c:pt idx="38">
                <c:v>0.018409778284908234</c:v>
              </c:pt>
              <c:pt idx="39">
                <c:v>0.018409778284908234</c:v>
              </c:pt>
              <c:pt idx="40">
                <c:v>0.018409778284908234</c:v>
              </c:pt>
              <c:pt idx="41">
                <c:v>0.018409778284908234</c:v>
              </c:pt>
              <c:pt idx="42">
                <c:v>0.018409778284908234</c:v>
              </c:pt>
              <c:pt idx="43">
                <c:v>0.018409778284908234</c:v>
              </c:pt>
              <c:pt idx="44">
                <c:v>0.018409778284908234</c:v>
              </c:pt>
              <c:pt idx="45">
                <c:v>0.018409778284908234</c:v>
              </c:pt>
              <c:pt idx="46">
                <c:v>0.018409778284908234</c:v>
              </c:pt>
              <c:pt idx="47">
                <c:v>0.018409778284908234</c:v>
              </c:pt>
              <c:pt idx="48">
                <c:v>0.018409778284908234</c:v>
              </c:pt>
              <c:pt idx="49">
                <c:v>0.018409778284908234</c:v>
              </c:pt>
              <c:pt idx="50">
                <c:v>0.018409778284908234</c:v>
              </c:pt>
              <c:pt idx="51">
                <c:v>0.018409778284908234</c:v>
              </c:pt>
              <c:pt idx="52">
                <c:v>0.018409778284908234</c:v>
              </c:pt>
              <c:pt idx="53">
                <c:v>0.018409778284908234</c:v>
              </c:pt>
              <c:pt idx="54">
                <c:v>0.018409778284908234</c:v>
              </c:pt>
              <c:pt idx="55">
                <c:v>0.018409778284908234</c:v>
              </c:pt>
              <c:pt idx="56">
                <c:v>0.018409778284908234</c:v>
              </c:pt>
              <c:pt idx="57">
                <c:v>0.018409778284908234</c:v>
              </c:pt>
              <c:pt idx="58">
                <c:v>0.018409778284908234</c:v>
              </c:pt>
              <c:pt idx="59">
                <c:v>0.018409778284908234</c:v>
              </c:pt>
              <c:pt idx="60">
                <c:v>0.018409778284908234</c:v>
              </c:pt>
              <c:pt idx="61">
                <c:v>0.018409778284908234</c:v>
              </c:pt>
              <c:pt idx="62">
                <c:v>0.018409778284908234</c:v>
              </c:pt>
              <c:pt idx="63">
                <c:v>0.018409778284908234</c:v>
              </c:pt>
              <c:pt idx="64">
                <c:v>0.018409778284908234</c:v>
              </c:pt>
              <c:pt idx="65">
                <c:v>0.018409778284908234</c:v>
              </c:pt>
              <c:pt idx="66">
                <c:v>0.018409778284908234</c:v>
              </c:pt>
              <c:pt idx="67">
                <c:v>0.018409778284908234</c:v>
              </c:pt>
              <c:pt idx="68">
                <c:v>0.018409778284908234</c:v>
              </c:pt>
              <c:pt idx="69">
                <c:v>0.018409778284908234</c:v>
              </c:pt>
              <c:pt idx="70">
                <c:v>0.018409778284908234</c:v>
              </c:pt>
              <c:pt idx="71">
                <c:v>0.018409778284908234</c:v>
              </c:pt>
              <c:pt idx="72">
                <c:v>0.018409778284908234</c:v>
              </c:pt>
              <c:pt idx="73">
                <c:v>0.018409778284908234</c:v>
              </c:pt>
              <c:pt idx="74">
                <c:v>0.018409778284908234</c:v>
              </c:pt>
              <c:pt idx="75">
                <c:v>0.018409778284908234</c:v>
              </c:pt>
              <c:pt idx="76">
                <c:v>0.018409778284908234</c:v>
              </c:pt>
              <c:pt idx="77">
                <c:v>0.018409778284908234</c:v>
              </c:pt>
              <c:pt idx="78">
                <c:v>0.018409778284908234</c:v>
              </c:pt>
              <c:pt idx="79">
                <c:v>0.018409778284908234</c:v>
              </c:pt>
              <c:pt idx="80">
                <c:v>0.018409778284908234</c:v>
              </c:pt>
              <c:pt idx="81">
                <c:v>0.018409778284908234</c:v>
              </c:pt>
              <c:pt idx="82">
                <c:v>0.018409778284908234</c:v>
              </c:pt>
              <c:pt idx="83">
                <c:v>0.018409778284908234</c:v>
              </c:pt>
              <c:pt idx="84">
                <c:v>0.018409778284908234</c:v>
              </c:pt>
              <c:pt idx="85">
                <c:v>0.018409778284908234</c:v>
              </c:pt>
              <c:pt idx="86">
                <c:v>0.018409778284908234</c:v>
              </c:pt>
              <c:pt idx="87">
                <c:v>0.018409778284908234</c:v>
              </c:pt>
              <c:pt idx="88">
                <c:v>0.018409778284908234</c:v>
              </c:pt>
              <c:pt idx="89">
                <c:v>0.018409778284908234</c:v>
              </c:pt>
              <c:pt idx="90">
                <c:v>0.018409778284908234</c:v>
              </c:pt>
              <c:pt idx="91">
                <c:v>0.018409778284908234</c:v>
              </c:pt>
              <c:pt idx="92">
                <c:v>0.018409778284908234</c:v>
              </c:pt>
              <c:pt idx="93">
                <c:v>0.018409778284908234</c:v>
              </c:pt>
              <c:pt idx="94">
                <c:v>0.018409778284908234</c:v>
              </c:pt>
              <c:pt idx="95">
                <c:v>0.018409778284908234</c:v>
              </c:pt>
              <c:pt idx="96">
                <c:v>0.018409778284908234</c:v>
              </c:pt>
              <c:pt idx="97">
                <c:v>0.018409778284908234</c:v>
              </c:pt>
              <c:pt idx="98">
                <c:v>0.018409778284908234</c:v>
              </c:pt>
              <c:pt idx="99">
                <c:v>0.018409778284908234</c:v>
              </c:pt>
              <c:pt idx="100">
                <c:v>0.018409778284908234</c:v>
              </c:pt>
              <c:pt idx="101">
                <c:v>0.018409778284908234</c:v>
              </c:pt>
              <c:pt idx="102">
                <c:v>0.018409778284908234</c:v>
              </c:pt>
              <c:pt idx="103">
                <c:v>0.018409778284908234</c:v>
              </c:pt>
              <c:pt idx="104">
                <c:v>0.018409778284908234</c:v>
              </c:pt>
              <c:pt idx="105">
                <c:v>0.018409778284908234</c:v>
              </c:pt>
              <c:pt idx="106">
                <c:v>0.018409778284908234</c:v>
              </c:pt>
              <c:pt idx="107">
                <c:v>0.018409778284908234</c:v>
              </c:pt>
              <c:pt idx="108">
                <c:v>0.018409778284908234</c:v>
              </c:pt>
              <c:pt idx="109">
                <c:v>0.018409778284908234</c:v>
              </c:pt>
              <c:pt idx="110">
                <c:v>0.018409778284908234</c:v>
              </c:pt>
              <c:pt idx="111">
                <c:v>0.018409778284908234</c:v>
              </c:pt>
              <c:pt idx="112">
                <c:v>0.018409778284908234</c:v>
              </c:pt>
              <c:pt idx="113">
                <c:v>0.018409778284908234</c:v>
              </c:pt>
              <c:pt idx="114">
                <c:v>0.018409778284908234</c:v>
              </c:pt>
              <c:pt idx="115">
                <c:v>0.018409778284908234</c:v>
              </c:pt>
              <c:pt idx="116">
                <c:v>0.018409778284908234</c:v>
              </c:pt>
              <c:pt idx="117">
                <c:v>0.018409778284908234</c:v>
              </c:pt>
              <c:pt idx="118">
                <c:v>0.018409778284908234</c:v>
              </c:pt>
              <c:pt idx="119">
                <c:v>0.018409778284908234</c:v>
              </c:pt>
              <c:pt idx="120">
                <c:v>0.018409778284908234</c:v>
              </c:pt>
              <c:pt idx="121">
                <c:v>0.018409778284908234</c:v>
              </c:pt>
              <c:pt idx="122">
                <c:v>0.018409778284908234</c:v>
              </c:pt>
              <c:pt idx="123">
                <c:v>0.018409778284908234</c:v>
              </c:pt>
              <c:pt idx="124">
                <c:v>0.018409778284908234</c:v>
              </c:pt>
              <c:pt idx="125">
                <c:v>0.018409778284908234</c:v>
              </c:pt>
              <c:pt idx="126">
                <c:v>0.018409778284908234</c:v>
              </c:pt>
              <c:pt idx="127">
                <c:v>0.018409778284908234</c:v>
              </c:pt>
              <c:pt idx="128">
                <c:v>0.018409778284908234</c:v>
              </c:pt>
              <c:pt idx="129">
                <c:v>0.018409778284908234</c:v>
              </c:pt>
              <c:pt idx="130">
                <c:v>0.018409778284908234</c:v>
              </c:pt>
              <c:pt idx="131">
                <c:v>0.018409778284908234</c:v>
              </c:pt>
              <c:pt idx="132">
                <c:v>0.018409778284908234</c:v>
              </c:pt>
              <c:pt idx="133">
                <c:v>0.018409778284908234</c:v>
              </c:pt>
              <c:pt idx="134">
                <c:v>0.018409778284908234</c:v>
              </c:pt>
              <c:pt idx="135">
                <c:v>0.018409778284908234</c:v>
              </c:pt>
              <c:pt idx="136">
                <c:v>0.018409778284908234</c:v>
              </c:pt>
              <c:pt idx="137">
                <c:v>0.018409778284908234</c:v>
              </c:pt>
              <c:pt idx="138">
                <c:v>0.018409778284908234</c:v>
              </c:pt>
              <c:pt idx="139">
                <c:v>0.018409778284908234</c:v>
              </c:pt>
              <c:pt idx="140">
                <c:v>0.018409778284908234</c:v>
              </c:pt>
              <c:pt idx="141">
                <c:v>0.018409778284908234</c:v>
              </c:pt>
              <c:pt idx="142">
                <c:v>0.018409778284908234</c:v>
              </c:pt>
              <c:pt idx="143">
                <c:v>0.018409778284908234</c:v>
              </c:pt>
              <c:pt idx="144">
                <c:v>0.018409778284908234</c:v>
              </c:pt>
              <c:pt idx="145">
                <c:v>0.018409778284908234</c:v>
              </c:pt>
              <c:pt idx="146">
                <c:v>0.018409778284908234</c:v>
              </c:pt>
              <c:pt idx="147">
                <c:v>0.018409778284908234</c:v>
              </c:pt>
              <c:pt idx="148">
                <c:v>0.018409778284908234</c:v>
              </c:pt>
              <c:pt idx="149">
                <c:v>0.018409778284908234</c:v>
              </c:pt>
              <c:pt idx="150">
                <c:v>0.018409778284908234</c:v>
              </c:pt>
              <c:pt idx="151">
                <c:v>0.018409778284908234</c:v>
              </c:pt>
              <c:pt idx="152">
                <c:v>0.018409778284908234</c:v>
              </c:pt>
              <c:pt idx="153">
                <c:v>0.018409778284908234</c:v>
              </c:pt>
              <c:pt idx="154">
                <c:v>0.018409778284908234</c:v>
              </c:pt>
              <c:pt idx="155">
                <c:v>0.018409778284908234</c:v>
              </c:pt>
              <c:pt idx="156">
                <c:v>0.018409778284908234</c:v>
              </c:pt>
              <c:pt idx="157">
                <c:v>0.018409778284908234</c:v>
              </c:pt>
              <c:pt idx="158">
                <c:v>0.018409778284908234</c:v>
              </c:pt>
              <c:pt idx="159">
                <c:v>0.018409778284908234</c:v>
              </c:pt>
              <c:pt idx="160">
                <c:v>0.018409778284908234</c:v>
              </c:pt>
              <c:pt idx="161">
                <c:v>0.018409778284908234</c:v>
              </c:pt>
              <c:pt idx="162">
                <c:v>0.018409778284908234</c:v>
              </c:pt>
              <c:pt idx="163">
                <c:v>0.018409778284908234</c:v>
              </c:pt>
              <c:pt idx="164">
                <c:v>0.018409778284908234</c:v>
              </c:pt>
              <c:pt idx="165">
                <c:v>0.018409778284908234</c:v>
              </c:pt>
              <c:pt idx="166">
                <c:v>0.018409778284908234</c:v>
              </c:pt>
              <c:pt idx="167">
                <c:v>0.018409778284908234</c:v>
              </c:pt>
              <c:pt idx="168">
                <c:v>0.018409778284908234</c:v>
              </c:pt>
              <c:pt idx="169">
                <c:v>0.018409778284908234</c:v>
              </c:pt>
              <c:pt idx="170">
                <c:v>0.018409778284908234</c:v>
              </c:pt>
              <c:pt idx="171">
                <c:v>0.018409778284908234</c:v>
              </c:pt>
              <c:pt idx="172">
                <c:v>0.018409778284908234</c:v>
              </c:pt>
              <c:pt idx="173">
                <c:v>0.018409778284908234</c:v>
              </c:pt>
              <c:pt idx="174">
                <c:v>0.018409778284908234</c:v>
              </c:pt>
              <c:pt idx="175">
                <c:v>0.018409778284908234</c:v>
              </c:pt>
              <c:pt idx="176">
                <c:v>0.018409778284908234</c:v>
              </c:pt>
              <c:pt idx="177">
                <c:v>0.018409778284908234</c:v>
              </c:pt>
              <c:pt idx="178">
                <c:v>0.018409778284908234</c:v>
              </c:pt>
              <c:pt idx="179">
                <c:v>0.018409778284908234</c:v>
              </c:pt>
              <c:pt idx="180">
                <c:v>0.018409778284908234</c:v>
              </c:pt>
              <c:pt idx="181">
                <c:v>0.018409778284908234</c:v>
              </c:pt>
              <c:pt idx="182">
                <c:v>0.018409778284908234</c:v>
              </c:pt>
              <c:pt idx="183">
                <c:v>0.018409778284908234</c:v>
              </c:pt>
              <c:pt idx="184">
                <c:v>0.018409778284908234</c:v>
              </c:pt>
              <c:pt idx="185">
                <c:v>0.018409778284908234</c:v>
              </c:pt>
              <c:pt idx="186">
                <c:v>0.018409778284908234</c:v>
              </c:pt>
              <c:pt idx="187">
                <c:v>0.018409778284908234</c:v>
              </c:pt>
              <c:pt idx="188">
                <c:v>0.018409778284908234</c:v>
              </c:pt>
              <c:pt idx="189">
                <c:v>0.018409778284908234</c:v>
              </c:pt>
              <c:pt idx="190">
                <c:v>0.018409778284908234</c:v>
              </c:pt>
              <c:pt idx="191">
                <c:v>0.018409778284908234</c:v>
              </c:pt>
              <c:pt idx="192">
                <c:v>0.018409778284908234</c:v>
              </c:pt>
              <c:pt idx="193">
                <c:v>0.018409778284908234</c:v>
              </c:pt>
              <c:pt idx="194">
                <c:v>0.018409778284908234</c:v>
              </c:pt>
              <c:pt idx="195">
                <c:v>0.018409778284908234</c:v>
              </c:pt>
              <c:pt idx="196">
                <c:v>0.018409778284908234</c:v>
              </c:pt>
              <c:pt idx="197">
                <c:v>0.018409778284908234</c:v>
              </c:pt>
              <c:pt idx="198">
                <c:v>0.018409778284908234</c:v>
              </c:pt>
              <c:pt idx="199">
                <c:v>0.018409778284908234</c:v>
              </c:pt>
              <c:pt idx="200">
                <c:v>0.018409778284908234</c:v>
              </c:pt>
              <c:pt idx="201">
                <c:v>0.018409778284908234</c:v>
              </c:pt>
              <c:pt idx="202">
                <c:v>0.018409778284908234</c:v>
              </c:pt>
              <c:pt idx="203">
                <c:v>0.018409778284908234</c:v>
              </c:pt>
              <c:pt idx="204">
                <c:v>0.018409778284908234</c:v>
              </c:pt>
              <c:pt idx="205">
                <c:v>0.018409778284908234</c:v>
              </c:pt>
              <c:pt idx="206">
                <c:v>0.018409778284908234</c:v>
              </c:pt>
              <c:pt idx="207">
                <c:v>0.018409778284908234</c:v>
              </c:pt>
              <c:pt idx="208">
                <c:v>0.018409778284908234</c:v>
              </c:pt>
              <c:pt idx="209">
                <c:v>0.018409778284908234</c:v>
              </c:pt>
              <c:pt idx="210">
                <c:v>0.018409778284908234</c:v>
              </c:pt>
              <c:pt idx="211">
                <c:v>0.018409778284908234</c:v>
              </c:pt>
              <c:pt idx="212">
                <c:v>0.018409778284908234</c:v>
              </c:pt>
              <c:pt idx="213">
                <c:v>0.018409778284908234</c:v>
              </c:pt>
              <c:pt idx="214">
                <c:v>0.018409778284908234</c:v>
              </c:pt>
              <c:pt idx="215">
                <c:v>0.018409778284908234</c:v>
              </c:pt>
              <c:pt idx="216">
                <c:v>0.018409778284908234</c:v>
              </c:pt>
              <c:pt idx="217">
                <c:v>0.018409778284908234</c:v>
              </c:pt>
              <c:pt idx="218">
                <c:v>0.018409778284908234</c:v>
              </c:pt>
              <c:pt idx="219">
                <c:v>0.018409778284908234</c:v>
              </c:pt>
              <c:pt idx="220">
                <c:v>0.018409778284908234</c:v>
              </c:pt>
              <c:pt idx="221">
                <c:v>0.018409778284908234</c:v>
              </c:pt>
              <c:pt idx="222">
                <c:v>0.018409778284908234</c:v>
              </c:pt>
              <c:pt idx="223">
                <c:v>0.018409778284908234</c:v>
              </c:pt>
              <c:pt idx="224">
                <c:v>0.018409778284908234</c:v>
              </c:pt>
              <c:pt idx="225">
                <c:v>0.018409778284908234</c:v>
              </c:pt>
              <c:pt idx="226">
                <c:v>0.018409778284908234</c:v>
              </c:pt>
              <c:pt idx="227">
                <c:v>0.018409778284908234</c:v>
              </c:pt>
              <c:pt idx="228">
                <c:v>0.018409778284908234</c:v>
              </c:pt>
              <c:pt idx="229">
                <c:v>0.018409778284908234</c:v>
              </c:pt>
              <c:pt idx="230">
                <c:v>0.018409778284908234</c:v>
              </c:pt>
              <c:pt idx="231">
                <c:v>0.018409778284908234</c:v>
              </c:pt>
              <c:pt idx="232">
                <c:v>0.018409778284908234</c:v>
              </c:pt>
              <c:pt idx="233">
                <c:v>0.018409778284908234</c:v>
              </c:pt>
              <c:pt idx="234">
                <c:v>0.018409778284908234</c:v>
              </c:pt>
              <c:pt idx="235">
                <c:v>0.018409778284908234</c:v>
              </c:pt>
              <c:pt idx="236">
                <c:v>0.018409778284908234</c:v>
              </c:pt>
              <c:pt idx="237">
                <c:v>0.018409778284908234</c:v>
              </c:pt>
              <c:pt idx="238">
                <c:v>0.018409778284908234</c:v>
              </c:pt>
              <c:pt idx="239">
                <c:v>0.018409778284908234</c:v>
              </c:pt>
              <c:pt idx="240">
                <c:v>0.018409778284908234</c:v>
              </c:pt>
              <c:pt idx="241">
                <c:v>0.018409778284908234</c:v>
              </c:pt>
              <c:pt idx="242">
                <c:v>0.018409778284908234</c:v>
              </c:pt>
              <c:pt idx="243">
                <c:v>0.018409778284908234</c:v>
              </c:pt>
              <c:pt idx="244">
                <c:v>0.018409778284908234</c:v>
              </c:pt>
              <c:pt idx="245">
                <c:v>0.018409778284908234</c:v>
              </c:pt>
              <c:pt idx="246">
                <c:v>0.018409778284908234</c:v>
              </c:pt>
              <c:pt idx="247">
                <c:v>0.018409778284908234</c:v>
              </c:pt>
              <c:pt idx="248">
                <c:v>0.018409778284908234</c:v>
              </c:pt>
              <c:pt idx="249">
                <c:v>0.018409778284908234</c:v>
              </c:pt>
              <c:pt idx="250">
                <c:v>0.018409778284908234</c:v>
              </c:pt>
              <c:pt idx="251">
                <c:v>0.018409778284908234</c:v>
              </c:pt>
              <c:pt idx="252">
                <c:v>0.018409778284908234</c:v>
              </c:pt>
              <c:pt idx="253">
                <c:v>0.018409778284908234</c:v>
              </c:pt>
              <c:pt idx="254">
                <c:v>0.018409778284908234</c:v>
              </c:pt>
              <c:pt idx="255">
                <c:v>0.018409778284908234</c:v>
              </c:pt>
              <c:pt idx="256">
                <c:v>0.018409778284908234</c:v>
              </c:pt>
              <c:pt idx="257">
                <c:v>0.018409778284908234</c:v>
              </c:pt>
              <c:pt idx="258">
                <c:v>0.018409778284908234</c:v>
              </c:pt>
              <c:pt idx="259">
                <c:v>0.018409778284908234</c:v>
              </c:pt>
              <c:pt idx="260">
                <c:v>0.018409778284908234</c:v>
              </c:pt>
              <c:pt idx="261">
                <c:v>0.018409778284908234</c:v>
              </c:pt>
              <c:pt idx="262">
                <c:v>0.018409778284908234</c:v>
              </c:pt>
              <c:pt idx="263">
                <c:v>0.018409778284908234</c:v>
              </c:pt>
              <c:pt idx="264">
                <c:v>0.018409778284908234</c:v>
              </c:pt>
              <c:pt idx="265">
                <c:v>0.018409778284908234</c:v>
              </c:pt>
              <c:pt idx="266">
                <c:v>0.018409778284908234</c:v>
              </c:pt>
              <c:pt idx="267">
                <c:v>0.018409778284908234</c:v>
              </c:pt>
              <c:pt idx="268">
                <c:v>0.018409778284908234</c:v>
              </c:pt>
              <c:pt idx="269">
                <c:v>0.018409778284908234</c:v>
              </c:pt>
              <c:pt idx="270">
                <c:v>0.018409778284908234</c:v>
              </c:pt>
              <c:pt idx="271">
                <c:v>0.018409778284908234</c:v>
              </c:pt>
              <c:pt idx="272">
                <c:v>0.018409778284908234</c:v>
              </c:pt>
              <c:pt idx="273">
                <c:v>0.018409778284908234</c:v>
              </c:pt>
              <c:pt idx="274">
                <c:v>0.018409778284908234</c:v>
              </c:pt>
              <c:pt idx="275">
                <c:v>0.018409778284908234</c:v>
              </c:pt>
              <c:pt idx="276">
                <c:v>0.018409778284908234</c:v>
              </c:pt>
              <c:pt idx="277">
                <c:v>0.018409778284908234</c:v>
              </c:pt>
              <c:pt idx="278">
                <c:v>0.018409778284908234</c:v>
              </c:pt>
              <c:pt idx="279">
                <c:v>0.018409778284908234</c:v>
              </c:pt>
              <c:pt idx="280">
                <c:v>0.018409778284908234</c:v>
              </c:pt>
              <c:pt idx="281">
                <c:v>0.018409778284908234</c:v>
              </c:pt>
              <c:pt idx="282">
                <c:v>0.018409778284908234</c:v>
              </c:pt>
              <c:pt idx="283">
                <c:v>0.018409778284908234</c:v>
              </c:pt>
              <c:pt idx="284">
                <c:v>0.018409778284908234</c:v>
              </c:pt>
              <c:pt idx="285">
                <c:v>0.018409778284908234</c:v>
              </c:pt>
              <c:pt idx="286">
                <c:v>0.018409778284908234</c:v>
              </c:pt>
              <c:pt idx="287">
                <c:v>0.018409778284908234</c:v>
              </c:pt>
              <c:pt idx="288">
                <c:v>0.018409778284908234</c:v>
              </c:pt>
              <c:pt idx="289">
                <c:v>0.018409778284908234</c:v>
              </c:pt>
              <c:pt idx="290">
                <c:v>0.018409778284908234</c:v>
              </c:pt>
              <c:pt idx="291">
                <c:v>0.018409778284908234</c:v>
              </c:pt>
              <c:pt idx="292">
                <c:v>0.018409778284908234</c:v>
              </c:pt>
              <c:pt idx="293">
                <c:v>0.018409778284908234</c:v>
              </c:pt>
              <c:pt idx="294">
                <c:v>0.018409778284908234</c:v>
              </c:pt>
              <c:pt idx="295">
                <c:v>0.018409778284908234</c:v>
              </c:pt>
              <c:pt idx="296">
                <c:v>0.018409778284908234</c:v>
              </c:pt>
              <c:pt idx="297">
                <c:v>0.018409778284908234</c:v>
              </c:pt>
              <c:pt idx="298">
                <c:v>0.018409778284908234</c:v>
              </c:pt>
              <c:pt idx="299">
                <c:v>0.018409778284908234</c:v>
              </c:pt>
              <c:pt idx="300">
                <c:v>0.018409778284908234</c:v>
              </c:pt>
              <c:pt idx="301">
                <c:v>0.018409778284908234</c:v>
              </c:pt>
              <c:pt idx="302">
                <c:v>0.018409778284908234</c:v>
              </c:pt>
              <c:pt idx="303">
                <c:v>0.018409778284908234</c:v>
              </c:pt>
              <c:pt idx="304">
                <c:v>0.018409778284908234</c:v>
              </c:pt>
              <c:pt idx="305">
                <c:v>0.018409778284908234</c:v>
              </c:pt>
              <c:pt idx="306">
                <c:v>0.018409778284908234</c:v>
              </c:pt>
              <c:pt idx="307">
                <c:v>0.018409778284908234</c:v>
              </c:pt>
              <c:pt idx="308">
                <c:v>0.018409778284908234</c:v>
              </c:pt>
              <c:pt idx="309">
                <c:v>0.018409778284908234</c:v>
              </c:pt>
              <c:pt idx="310">
                <c:v>0.018409778284908234</c:v>
              </c:pt>
              <c:pt idx="311">
                <c:v>0.018409778284908234</c:v>
              </c:pt>
              <c:pt idx="312">
                <c:v>0.018409778284908234</c:v>
              </c:pt>
              <c:pt idx="313">
                <c:v>0.018409778284908234</c:v>
              </c:pt>
              <c:pt idx="314">
                <c:v>0.018409778284908234</c:v>
              </c:pt>
              <c:pt idx="315">
                <c:v>0.018409778284908234</c:v>
              </c:pt>
              <c:pt idx="316">
                <c:v>0.018409778284908234</c:v>
              </c:pt>
              <c:pt idx="317">
                <c:v>0.018409778284908234</c:v>
              </c:pt>
              <c:pt idx="318">
                <c:v>0.018409778284908234</c:v>
              </c:pt>
              <c:pt idx="319">
                <c:v>0.018409778284908234</c:v>
              </c:pt>
              <c:pt idx="320">
                <c:v>0.018409778284908234</c:v>
              </c:pt>
              <c:pt idx="321">
                <c:v>0.018409778284908234</c:v>
              </c:pt>
              <c:pt idx="322">
                <c:v>0.018409778284908234</c:v>
              </c:pt>
              <c:pt idx="323">
                <c:v>0.018409778284908234</c:v>
              </c:pt>
            </c:numLit>
          </c:yVal>
          <c:smooth val="0"/>
        </c:ser>
        <c:ser>
          <c:idx val="9"/>
          <c:order val="9"/>
          <c:tx>
            <c:v>Same order, optimal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009E73"/>
              </a:solidFill>
            </c:spPr>
          </c:marker>
          <c:xVal>
            <c:numLit>
              <c:formatCode>General</c:formatCode>
              <c:ptCount val="324"/>
              <c:pt idx="0">
                <c:v>33.555199555944284</c:v>
              </c:pt>
              <c:pt idx="1">
                <c:v>33.555199555944284</c:v>
              </c:pt>
              <c:pt idx="2">
                <c:v>33.555199555944284</c:v>
              </c:pt>
              <c:pt idx="3">
                <c:v>33.555199555944284</c:v>
              </c:pt>
              <c:pt idx="4">
                <c:v>33.555199555944284</c:v>
              </c:pt>
              <c:pt idx="5">
                <c:v>33.555199555944284</c:v>
              </c:pt>
              <c:pt idx="6">
                <c:v>33.555199555944284</c:v>
              </c:pt>
              <c:pt idx="7">
                <c:v>33.555199555944284</c:v>
              </c:pt>
              <c:pt idx="8">
                <c:v>33.555199555944284</c:v>
              </c:pt>
              <c:pt idx="9">
                <c:v>33.555199555944284</c:v>
              </c:pt>
              <c:pt idx="10">
                <c:v>33.555199555944284</c:v>
              </c:pt>
              <c:pt idx="11">
                <c:v>33.555199555944284</c:v>
              </c:pt>
              <c:pt idx="12">
                <c:v>33.555199555944284</c:v>
              </c:pt>
              <c:pt idx="13">
                <c:v>33.555199555944284</c:v>
              </c:pt>
              <c:pt idx="14">
                <c:v>33.555199555944284</c:v>
              </c:pt>
              <c:pt idx="15">
                <c:v>33.555199555944284</c:v>
              </c:pt>
              <c:pt idx="16">
                <c:v>33.555199555944284</c:v>
              </c:pt>
              <c:pt idx="17">
                <c:v>33.555199555944284</c:v>
              </c:pt>
              <c:pt idx="18">
                <c:v>33.555199555944284</c:v>
              </c:pt>
              <c:pt idx="19">
                <c:v>33.555199555944284</c:v>
              </c:pt>
              <c:pt idx="20">
                <c:v>33.555199555944284</c:v>
              </c:pt>
              <c:pt idx="21">
                <c:v>33.555199555944284</c:v>
              </c:pt>
              <c:pt idx="22">
                <c:v>33.555199555944284</c:v>
              </c:pt>
              <c:pt idx="23">
                <c:v>33.555199555944284</c:v>
              </c:pt>
              <c:pt idx="24">
                <c:v>33.555199555944284</c:v>
              </c:pt>
              <c:pt idx="25">
                <c:v>33.555199555944284</c:v>
              </c:pt>
              <c:pt idx="26">
                <c:v>33.555199555944284</c:v>
              </c:pt>
              <c:pt idx="27">
                <c:v>33.555199555944284</c:v>
              </c:pt>
              <c:pt idx="28">
                <c:v>33.555199555944284</c:v>
              </c:pt>
              <c:pt idx="29">
                <c:v>33.555199555944284</c:v>
              </c:pt>
              <c:pt idx="30">
                <c:v>33.555199555944284</c:v>
              </c:pt>
              <c:pt idx="31">
                <c:v>33.555199555944284</c:v>
              </c:pt>
              <c:pt idx="32">
                <c:v>33.555199555944284</c:v>
              </c:pt>
              <c:pt idx="33">
                <c:v>33.555199555944284</c:v>
              </c:pt>
              <c:pt idx="34">
                <c:v>33.555199555944284</c:v>
              </c:pt>
              <c:pt idx="35">
                <c:v>33.555199555944284</c:v>
              </c:pt>
              <c:pt idx="36">
                <c:v>33.555199555944284</c:v>
              </c:pt>
              <c:pt idx="37">
                <c:v>33.555199555944284</c:v>
              </c:pt>
              <c:pt idx="38">
                <c:v>33.555199555944284</c:v>
              </c:pt>
              <c:pt idx="39">
                <c:v>33.555199555944284</c:v>
              </c:pt>
              <c:pt idx="40">
                <c:v>33.555199555944284</c:v>
              </c:pt>
              <c:pt idx="41">
                <c:v>33.555199555944284</c:v>
              </c:pt>
              <c:pt idx="42">
                <c:v>33.555199555944284</c:v>
              </c:pt>
              <c:pt idx="43">
                <c:v>33.555199555944284</c:v>
              </c:pt>
              <c:pt idx="44">
                <c:v>33.555199555944284</c:v>
              </c:pt>
              <c:pt idx="45">
                <c:v>33.555199555944284</c:v>
              </c:pt>
              <c:pt idx="46">
                <c:v>33.555199555944284</c:v>
              </c:pt>
              <c:pt idx="47">
                <c:v>33.555199555944284</c:v>
              </c:pt>
              <c:pt idx="48">
                <c:v>33.555199555944284</c:v>
              </c:pt>
              <c:pt idx="49">
                <c:v>33.555199555944284</c:v>
              </c:pt>
              <c:pt idx="50">
                <c:v>33.555199555944284</c:v>
              </c:pt>
              <c:pt idx="51">
                <c:v>33.555199555944284</c:v>
              </c:pt>
              <c:pt idx="52">
                <c:v>33.555199555944284</c:v>
              </c:pt>
              <c:pt idx="53">
                <c:v>33.555199555944284</c:v>
              </c:pt>
              <c:pt idx="54">
                <c:v>33.555199555944284</c:v>
              </c:pt>
              <c:pt idx="55">
                <c:v>33.555199555944284</c:v>
              </c:pt>
              <c:pt idx="56">
                <c:v>33.555199555944284</c:v>
              </c:pt>
              <c:pt idx="57">
                <c:v>33.555199555944284</c:v>
              </c:pt>
              <c:pt idx="58">
                <c:v>33.555199555944284</c:v>
              </c:pt>
              <c:pt idx="59">
                <c:v>33.555199555944284</c:v>
              </c:pt>
              <c:pt idx="60">
                <c:v>33.555199555944284</c:v>
              </c:pt>
              <c:pt idx="61">
                <c:v>33.555199555944284</c:v>
              </c:pt>
              <c:pt idx="62">
                <c:v>33.555199555944284</c:v>
              </c:pt>
              <c:pt idx="63">
                <c:v>33.555199555944284</c:v>
              </c:pt>
              <c:pt idx="64">
                <c:v>33.555199555944284</c:v>
              </c:pt>
              <c:pt idx="65">
                <c:v>33.555199555944284</c:v>
              </c:pt>
              <c:pt idx="66">
                <c:v>33.555199555944284</c:v>
              </c:pt>
              <c:pt idx="67">
                <c:v>33.555199555944284</c:v>
              </c:pt>
              <c:pt idx="68">
                <c:v>33.555199555944284</c:v>
              </c:pt>
              <c:pt idx="69">
                <c:v>33.555199555944284</c:v>
              </c:pt>
              <c:pt idx="70">
                <c:v>33.555199555944284</c:v>
              </c:pt>
              <c:pt idx="71">
                <c:v>33.555199555944284</c:v>
              </c:pt>
              <c:pt idx="72">
                <c:v>33.555199555944284</c:v>
              </c:pt>
              <c:pt idx="73">
                <c:v>33.555199555944284</c:v>
              </c:pt>
              <c:pt idx="74">
                <c:v>33.555199555944284</c:v>
              </c:pt>
              <c:pt idx="75">
                <c:v>33.555199555944284</c:v>
              </c:pt>
              <c:pt idx="76">
                <c:v>33.555199555944284</c:v>
              </c:pt>
              <c:pt idx="77">
                <c:v>33.555199555944284</c:v>
              </c:pt>
              <c:pt idx="78">
                <c:v>33.555199555944284</c:v>
              </c:pt>
              <c:pt idx="79">
                <c:v>33.555199555944284</c:v>
              </c:pt>
              <c:pt idx="80">
                <c:v>33.555199555944284</c:v>
              </c:pt>
              <c:pt idx="81">
                <c:v>33.555199555944284</c:v>
              </c:pt>
              <c:pt idx="82">
                <c:v>33.555199555944284</c:v>
              </c:pt>
              <c:pt idx="83">
                <c:v>33.555199555944284</c:v>
              </c:pt>
              <c:pt idx="84">
                <c:v>33.555199555944284</c:v>
              </c:pt>
              <c:pt idx="85">
                <c:v>33.555199555944284</c:v>
              </c:pt>
              <c:pt idx="86">
                <c:v>33.555199555944284</c:v>
              </c:pt>
              <c:pt idx="87">
                <c:v>33.555199555944284</c:v>
              </c:pt>
              <c:pt idx="88">
                <c:v>33.555199555944284</c:v>
              </c:pt>
              <c:pt idx="89">
                <c:v>33.555199555944284</c:v>
              </c:pt>
              <c:pt idx="90">
                <c:v>33.555199555944284</c:v>
              </c:pt>
              <c:pt idx="91">
                <c:v>33.555199555944284</c:v>
              </c:pt>
              <c:pt idx="92">
                <c:v>33.555199555944284</c:v>
              </c:pt>
              <c:pt idx="93">
                <c:v>33.555199555944284</c:v>
              </c:pt>
              <c:pt idx="94">
                <c:v>33.555199555944284</c:v>
              </c:pt>
              <c:pt idx="95">
                <c:v>33.555199555944284</c:v>
              </c:pt>
              <c:pt idx="96">
                <c:v>33.555199555944284</c:v>
              </c:pt>
              <c:pt idx="97">
                <c:v>33.555199555944284</c:v>
              </c:pt>
              <c:pt idx="98">
                <c:v>33.555199555944284</c:v>
              </c:pt>
              <c:pt idx="99">
                <c:v>33.555199555944284</c:v>
              </c:pt>
              <c:pt idx="100">
                <c:v>33.555199555944284</c:v>
              </c:pt>
              <c:pt idx="101">
                <c:v>33.555199555944284</c:v>
              </c:pt>
              <c:pt idx="102">
                <c:v>33.555199555944284</c:v>
              </c:pt>
              <c:pt idx="103">
                <c:v>33.555199555944284</c:v>
              </c:pt>
              <c:pt idx="104">
                <c:v>33.555199555944284</c:v>
              </c:pt>
              <c:pt idx="105">
                <c:v>33.555199555944284</c:v>
              </c:pt>
              <c:pt idx="106">
                <c:v>33.555199555944284</c:v>
              </c:pt>
              <c:pt idx="107">
                <c:v>33.555199555944284</c:v>
              </c:pt>
              <c:pt idx="108">
                <c:v>33.555199555944284</c:v>
              </c:pt>
              <c:pt idx="109">
                <c:v>33.555199555944284</c:v>
              </c:pt>
              <c:pt idx="110">
                <c:v>33.555199555944284</c:v>
              </c:pt>
              <c:pt idx="111">
                <c:v>33.555199555944284</c:v>
              </c:pt>
              <c:pt idx="112">
                <c:v>33.555199555944284</c:v>
              </c:pt>
              <c:pt idx="113">
                <c:v>33.555199555944284</c:v>
              </c:pt>
              <c:pt idx="114">
                <c:v>33.555199555944284</c:v>
              </c:pt>
              <c:pt idx="115">
                <c:v>33.555199555944284</c:v>
              </c:pt>
              <c:pt idx="116">
                <c:v>33.555199555944284</c:v>
              </c:pt>
              <c:pt idx="117">
                <c:v>33.555199555944284</c:v>
              </c:pt>
              <c:pt idx="118">
                <c:v>33.555199555944284</c:v>
              </c:pt>
              <c:pt idx="119">
                <c:v>33.555199555944284</c:v>
              </c:pt>
              <c:pt idx="120">
                <c:v>33.555199555944284</c:v>
              </c:pt>
              <c:pt idx="121">
                <c:v>33.555199555944284</c:v>
              </c:pt>
              <c:pt idx="122">
                <c:v>33.555199555944284</c:v>
              </c:pt>
              <c:pt idx="123">
                <c:v>33.555199555944284</c:v>
              </c:pt>
              <c:pt idx="124">
                <c:v>33.555199555944284</c:v>
              </c:pt>
              <c:pt idx="125">
                <c:v>33.555199555944284</c:v>
              </c:pt>
              <c:pt idx="126">
                <c:v>33.555199555944284</c:v>
              </c:pt>
              <c:pt idx="127">
                <c:v>33.555199555944284</c:v>
              </c:pt>
              <c:pt idx="128">
                <c:v>33.555199555944284</c:v>
              </c:pt>
              <c:pt idx="129">
                <c:v>33.555199555944284</c:v>
              </c:pt>
              <c:pt idx="130">
                <c:v>33.555199555944284</c:v>
              </c:pt>
              <c:pt idx="131">
                <c:v>33.555199555944284</c:v>
              </c:pt>
              <c:pt idx="132">
                <c:v>33.555199555944284</c:v>
              </c:pt>
              <c:pt idx="133">
                <c:v>33.555199555944284</c:v>
              </c:pt>
              <c:pt idx="134">
                <c:v>33.555199555944284</c:v>
              </c:pt>
              <c:pt idx="135">
                <c:v>33.555199555944284</c:v>
              </c:pt>
              <c:pt idx="136">
                <c:v>33.555199555944284</c:v>
              </c:pt>
              <c:pt idx="137">
                <c:v>33.555199555944284</c:v>
              </c:pt>
              <c:pt idx="138">
                <c:v>33.555199555944284</c:v>
              </c:pt>
              <c:pt idx="139">
                <c:v>33.555199555944284</c:v>
              </c:pt>
              <c:pt idx="140">
                <c:v>33.555199555944284</c:v>
              </c:pt>
              <c:pt idx="141">
                <c:v>33.555199555944284</c:v>
              </c:pt>
              <c:pt idx="142">
                <c:v>33.555199555944284</c:v>
              </c:pt>
              <c:pt idx="143">
                <c:v>33.555199555944284</c:v>
              </c:pt>
              <c:pt idx="144">
                <c:v>33.555199555944284</c:v>
              </c:pt>
              <c:pt idx="145">
                <c:v>33.555199555944284</c:v>
              </c:pt>
              <c:pt idx="146">
                <c:v>33.555199555944284</c:v>
              </c:pt>
              <c:pt idx="147">
                <c:v>33.555199555944284</c:v>
              </c:pt>
              <c:pt idx="148">
                <c:v>33.555199555944284</c:v>
              </c:pt>
              <c:pt idx="149">
                <c:v>33.555199555944284</c:v>
              </c:pt>
              <c:pt idx="150">
                <c:v>33.555199555944284</c:v>
              </c:pt>
              <c:pt idx="151">
                <c:v>33.555199555944284</c:v>
              </c:pt>
              <c:pt idx="152">
                <c:v>33.555199555944284</c:v>
              </c:pt>
              <c:pt idx="153">
                <c:v>33.555199555944284</c:v>
              </c:pt>
              <c:pt idx="154">
                <c:v>33.555199555944284</c:v>
              </c:pt>
              <c:pt idx="155">
                <c:v>33.555199555944284</c:v>
              </c:pt>
              <c:pt idx="156">
                <c:v>33.555199555944284</c:v>
              </c:pt>
              <c:pt idx="157">
                <c:v>33.555199555944284</c:v>
              </c:pt>
              <c:pt idx="158">
                <c:v>33.555199555944284</c:v>
              </c:pt>
              <c:pt idx="159">
                <c:v>33.555199555944284</c:v>
              </c:pt>
              <c:pt idx="160">
                <c:v>33.555199555944284</c:v>
              </c:pt>
              <c:pt idx="161">
                <c:v>33.555199555944284</c:v>
              </c:pt>
              <c:pt idx="162">
                <c:v>33.555199555944284</c:v>
              </c:pt>
              <c:pt idx="163">
                <c:v>33.555199555944284</c:v>
              </c:pt>
              <c:pt idx="164">
                <c:v>33.555199555944284</c:v>
              </c:pt>
              <c:pt idx="165">
                <c:v>33.555199555944284</c:v>
              </c:pt>
              <c:pt idx="166">
                <c:v>33.555199555944284</c:v>
              </c:pt>
              <c:pt idx="167">
                <c:v>33.555199555944284</c:v>
              </c:pt>
              <c:pt idx="168">
                <c:v>33.555199555944284</c:v>
              </c:pt>
              <c:pt idx="169">
                <c:v>33.555199555944284</c:v>
              </c:pt>
              <c:pt idx="170">
                <c:v>33.555199555944284</c:v>
              </c:pt>
              <c:pt idx="171">
                <c:v>33.555199555944284</c:v>
              </c:pt>
              <c:pt idx="172">
                <c:v>33.555199555944284</c:v>
              </c:pt>
              <c:pt idx="173">
                <c:v>33.555199555944284</c:v>
              </c:pt>
              <c:pt idx="174">
                <c:v>33.555199555944284</c:v>
              </c:pt>
              <c:pt idx="175">
                <c:v>33.555199555944284</c:v>
              </c:pt>
              <c:pt idx="176">
                <c:v>33.555199555944284</c:v>
              </c:pt>
              <c:pt idx="177">
                <c:v>33.555199555944284</c:v>
              </c:pt>
              <c:pt idx="178">
                <c:v>33.555199555944284</c:v>
              </c:pt>
              <c:pt idx="179">
                <c:v>33.555199555944284</c:v>
              </c:pt>
              <c:pt idx="180">
                <c:v>33.555199555944284</c:v>
              </c:pt>
              <c:pt idx="181">
                <c:v>33.555199555944284</c:v>
              </c:pt>
              <c:pt idx="182">
                <c:v>33.555199555944284</c:v>
              </c:pt>
              <c:pt idx="183">
                <c:v>33.555199555944284</c:v>
              </c:pt>
              <c:pt idx="184">
                <c:v>33.555199555944284</c:v>
              </c:pt>
              <c:pt idx="185">
                <c:v>33.555199555944284</c:v>
              </c:pt>
              <c:pt idx="186">
                <c:v>33.555199555944284</c:v>
              </c:pt>
              <c:pt idx="187">
                <c:v>33.555199555944284</c:v>
              </c:pt>
              <c:pt idx="188">
                <c:v>33.555199555944284</c:v>
              </c:pt>
              <c:pt idx="189">
                <c:v>33.555199555944284</c:v>
              </c:pt>
              <c:pt idx="190">
                <c:v>33.555199555944284</c:v>
              </c:pt>
              <c:pt idx="191">
                <c:v>33.555199555944284</c:v>
              </c:pt>
              <c:pt idx="192">
                <c:v>33.555199555944284</c:v>
              </c:pt>
              <c:pt idx="193">
                <c:v>33.555199555944284</c:v>
              </c:pt>
              <c:pt idx="194">
                <c:v>33.555199555944284</c:v>
              </c:pt>
              <c:pt idx="195">
                <c:v>33.555199555944284</c:v>
              </c:pt>
              <c:pt idx="196">
                <c:v>33.555199555944284</c:v>
              </c:pt>
              <c:pt idx="197">
                <c:v>33.555199555944284</c:v>
              </c:pt>
              <c:pt idx="198">
                <c:v>33.555199555944284</c:v>
              </c:pt>
              <c:pt idx="199">
                <c:v>33.555199555944284</c:v>
              </c:pt>
              <c:pt idx="200">
                <c:v>33.555199555944284</c:v>
              </c:pt>
              <c:pt idx="201">
                <c:v>33.555199555944284</c:v>
              </c:pt>
              <c:pt idx="202">
                <c:v>33.555199555944284</c:v>
              </c:pt>
              <c:pt idx="203">
                <c:v>33.555199555944284</c:v>
              </c:pt>
              <c:pt idx="204">
                <c:v>33.555199555944284</c:v>
              </c:pt>
              <c:pt idx="205">
                <c:v>33.555199555944284</c:v>
              </c:pt>
              <c:pt idx="206">
                <c:v>33.555199555944284</c:v>
              </c:pt>
              <c:pt idx="207">
                <c:v>33.555199555944284</c:v>
              </c:pt>
              <c:pt idx="208">
                <c:v>33.555199555944284</c:v>
              </c:pt>
              <c:pt idx="209">
                <c:v>33.555199555944284</c:v>
              </c:pt>
              <c:pt idx="210">
                <c:v>33.555199555944284</c:v>
              </c:pt>
              <c:pt idx="211">
                <c:v>33.555199555944284</c:v>
              </c:pt>
              <c:pt idx="212">
                <c:v>33.555199555944284</c:v>
              </c:pt>
              <c:pt idx="213">
                <c:v>33.555199555944284</c:v>
              </c:pt>
              <c:pt idx="214">
                <c:v>33.555199555944284</c:v>
              </c:pt>
              <c:pt idx="215">
                <c:v>33.555199555944284</c:v>
              </c:pt>
              <c:pt idx="216">
                <c:v>33.555199555944284</c:v>
              </c:pt>
              <c:pt idx="217">
                <c:v>33.555199555944284</c:v>
              </c:pt>
              <c:pt idx="218">
                <c:v>33.555199555944284</c:v>
              </c:pt>
              <c:pt idx="219">
                <c:v>33.555199555944284</c:v>
              </c:pt>
              <c:pt idx="220">
                <c:v>33.555199555944284</c:v>
              </c:pt>
              <c:pt idx="221">
                <c:v>33.555199555944284</c:v>
              </c:pt>
              <c:pt idx="222">
                <c:v>33.555199555944284</c:v>
              </c:pt>
              <c:pt idx="223">
                <c:v>33.555199555944284</c:v>
              </c:pt>
              <c:pt idx="224">
                <c:v>33.555199555944284</c:v>
              </c:pt>
              <c:pt idx="225">
                <c:v>33.555199555944284</c:v>
              </c:pt>
              <c:pt idx="226">
                <c:v>33.555199555944284</c:v>
              </c:pt>
              <c:pt idx="227">
                <c:v>33.555199555944284</c:v>
              </c:pt>
              <c:pt idx="228">
                <c:v>33.555199555944284</c:v>
              </c:pt>
              <c:pt idx="229">
                <c:v>33.555199555944284</c:v>
              </c:pt>
              <c:pt idx="230">
                <c:v>33.555199555944284</c:v>
              </c:pt>
              <c:pt idx="231">
                <c:v>33.555199555944284</c:v>
              </c:pt>
              <c:pt idx="232">
                <c:v>33.555199555944284</c:v>
              </c:pt>
              <c:pt idx="233">
                <c:v>33.555199555944284</c:v>
              </c:pt>
              <c:pt idx="234">
                <c:v>33.555199555944284</c:v>
              </c:pt>
              <c:pt idx="235">
                <c:v>33.555199555944284</c:v>
              </c:pt>
              <c:pt idx="236">
                <c:v>33.555199555944284</c:v>
              </c:pt>
              <c:pt idx="237">
                <c:v>33.555199555944284</c:v>
              </c:pt>
              <c:pt idx="238">
                <c:v>33.555199555944284</c:v>
              </c:pt>
              <c:pt idx="239">
                <c:v>33.555199555944284</c:v>
              </c:pt>
              <c:pt idx="240">
                <c:v>33.555199555944284</c:v>
              </c:pt>
              <c:pt idx="241">
                <c:v>33.555199555944284</c:v>
              </c:pt>
              <c:pt idx="242">
                <c:v>33.555199555944284</c:v>
              </c:pt>
              <c:pt idx="243">
                <c:v>33.555199555944284</c:v>
              </c:pt>
              <c:pt idx="244">
                <c:v>33.555199555944284</c:v>
              </c:pt>
              <c:pt idx="245">
                <c:v>33.555199555944284</c:v>
              </c:pt>
              <c:pt idx="246">
                <c:v>33.555199555944284</c:v>
              </c:pt>
              <c:pt idx="247">
                <c:v>33.555199555944284</c:v>
              </c:pt>
              <c:pt idx="248">
                <c:v>33.555199555944284</c:v>
              </c:pt>
              <c:pt idx="249">
                <c:v>33.555199555944284</c:v>
              </c:pt>
              <c:pt idx="250">
                <c:v>33.555199555944284</c:v>
              </c:pt>
              <c:pt idx="251">
                <c:v>33.555199555944284</c:v>
              </c:pt>
              <c:pt idx="252">
                <c:v>33.555199555944284</c:v>
              </c:pt>
              <c:pt idx="253">
                <c:v>33.555199555944284</c:v>
              </c:pt>
              <c:pt idx="254">
                <c:v>33.555199555944284</c:v>
              </c:pt>
              <c:pt idx="255">
                <c:v>33.555199555944284</c:v>
              </c:pt>
              <c:pt idx="256">
                <c:v>33.555199555944284</c:v>
              </c:pt>
              <c:pt idx="257">
                <c:v>33.555199555944284</c:v>
              </c:pt>
              <c:pt idx="258">
                <c:v>33.555199555944284</c:v>
              </c:pt>
              <c:pt idx="259">
                <c:v>33.555199555944284</c:v>
              </c:pt>
              <c:pt idx="260">
                <c:v>33.555199555944284</c:v>
              </c:pt>
              <c:pt idx="261">
                <c:v>33.555199555944284</c:v>
              </c:pt>
              <c:pt idx="262">
                <c:v>33.555199555944284</c:v>
              </c:pt>
              <c:pt idx="263">
                <c:v>33.555199555944284</c:v>
              </c:pt>
              <c:pt idx="264">
                <c:v>33.555199555944284</c:v>
              </c:pt>
              <c:pt idx="265">
                <c:v>33.555199555944284</c:v>
              </c:pt>
              <c:pt idx="266">
                <c:v>33.555199555944284</c:v>
              </c:pt>
              <c:pt idx="267">
                <c:v>33.555199555944284</c:v>
              </c:pt>
              <c:pt idx="268">
                <c:v>33.555199555944284</c:v>
              </c:pt>
              <c:pt idx="269">
                <c:v>33.555199555944284</c:v>
              </c:pt>
              <c:pt idx="270">
                <c:v>33.555199555944284</c:v>
              </c:pt>
              <c:pt idx="271">
                <c:v>33.555199555944284</c:v>
              </c:pt>
              <c:pt idx="272">
                <c:v>33.555199555944284</c:v>
              </c:pt>
              <c:pt idx="273">
                <c:v>33.555199555944284</c:v>
              </c:pt>
              <c:pt idx="274">
                <c:v>33.555199555944284</c:v>
              </c:pt>
              <c:pt idx="275">
                <c:v>33.555199555944284</c:v>
              </c:pt>
              <c:pt idx="276">
                <c:v>33.555199555944284</c:v>
              </c:pt>
              <c:pt idx="277">
                <c:v>33.555199555944284</c:v>
              </c:pt>
              <c:pt idx="278">
                <c:v>33.555199555944284</c:v>
              </c:pt>
              <c:pt idx="279">
                <c:v>33.555199555944284</c:v>
              </c:pt>
              <c:pt idx="280">
                <c:v>33.555199555944284</c:v>
              </c:pt>
              <c:pt idx="281">
                <c:v>33.555199555944284</c:v>
              </c:pt>
              <c:pt idx="282">
                <c:v>33.555199555944284</c:v>
              </c:pt>
              <c:pt idx="283">
                <c:v>33.555199555944284</c:v>
              </c:pt>
              <c:pt idx="284">
                <c:v>33.555199555944284</c:v>
              </c:pt>
              <c:pt idx="285">
                <c:v>33.555199555944284</c:v>
              </c:pt>
              <c:pt idx="286">
                <c:v>33.555199555944284</c:v>
              </c:pt>
              <c:pt idx="287">
                <c:v>33.555199555944284</c:v>
              </c:pt>
              <c:pt idx="288">
                <c:v>33.555199555944284</c:v>
              </c:pt>
              <c:pt idx="289">
                <c:v>33.555199555944284</c:v>
              </c:pt>
              <c:pt idx="290">
                <c:v>33.555199555944284</c:v>
              </c:pt>
              <c:pt idx="291">
                <c:v>33.555199555944284</c:v>
              </c:pt>
              <c:pt idx="292">
                <c:v>33.555199555944284</c:v>
              </c:pt>
              <c:pt idx="293">
                <c:v>33.555199555944284</c:v>
              </c:pt>
              <c:pt idx="294">
                <c:v>33.555199555944284</c:v>
              </c:pt>
              <c:pt idx="295">
                <c:v>33.555199555944284</c:v>
              </c:pt>
              <c:pt idx="296">
                <c:v>33.555199555944284</c:v>
              </c:pt>
              <c:pt idx="297">
                <c:v>33.555199555944284</c:v>
              </c:pt>
              <c:pt idx="298">
                <c:v>33.555199555944284</c:v>
              </c:pt>
              <c:pt idx="299">
                <c:v>33.555199555944284</c:v>
              </c:pt>
              <c:pt idx="300">
                <c:v>33.555199555944284</c:v>
              </c:pt>
              <c:pt idx="301">
                <c:v>33.555199555944284</c:v>
              </c:pt>
              <c:pt idx="302">
                <c:v>33.555199555944284</c:v>
              </c:pt>
              <c:pt idx="303">
                <c:v>33.555199555944284</c:v>
              </c:pt>
              <c:pt idx="304">
                <c:v>33.555199555944284</c:v>
              </c:pt>
              <c:pt idx="305">
                <c:v>33.555199555944284</c:v>
              </c:pt>
              <c:pt idx="306">
                <c:v>33.555199555944284</c:v>
              </c:pt>
              <c:pt idx="307">
                <c:v>33.555199555944284</c:v>
              </c:pt>
              <c:pt idx="308">
                <c:v>33.555199555944284</c:v>
              </c:pt>
              <c:pt idx="309">
                <c:v>33.555199555944284</c:v>
              </c:pt>
              <c:pt idx="310">
                <c:v>33.555199555944284</c:v>
              </c:pt>
              <c:pt idx="311">
                <c:v>33.555199555944284</c:v>
              </c:pt>
              <c:pt idx="312">
                <c:v>33.555199555944284</c:v>
              </c:pt>
              <c:pt idx="313">
                <c:v>33.555199555944284</c:v>
              </c:pt>
              <c:pt idx="314">
                <c:v>33.555199555944284</c:v>
              </c:pt>
              <c:pt idx="315">
                <c:v>33.555199555944284</c:v>
              </c:pt>
              <c:pt idx="316">
                <c:v>33.555199555944284</c:v>
              </c:pt>
              <c:pt idx="317">
                <c:v>33.555199555944284</c:v>
              </c:pt>
              <c:pt idx="318">
                <c:v>33.555199555944284</c:v>
              </c:pt>
              <c:pt idx="319">
                <c:v>33.555199555944284</c:v>
              </c:pt>
              <c:pt idx="320">
                <c:v>33.555199555944284</c:v>
              </c:pt>
              <c:pt idx="321">
                <c:v>33.555199555944284</c:v>
              </c:pt>
              <c:pt idx="322">
                <c:v>33.555199555944284</c:v>
              </c:pt>
              <c:pt idx="323">
                <c:v>33.555199555944284</c:v>
              </c:pt>
            </c:numLit>
          </c:xVal>
          <c:yVal>
            <c:numLit>
              <c:formatCode>0.0</c:formatCode>
              <c:ptCount val="324"/>
              <c:pt idx="0">
                <c:v>0.018409778284908234</c:v>
              </c:pt>
              <c:pt idx="1">
                <c:v>0.018409778284908234</c:v>
              </c:pt>
              <c:pt idx="2">
                <c:v>0.018409778284908234</c:v>
              </c:pt>
              <c:pt idx="3">
                <c:v>0.018409778284908234</c:v>
              </c:pt>
              <c:pt idx="4">
                <c:v>0.018409778284908234</c:v>
              </c:pt>
              <c:pt idx="5">
                <c:v>0.018409778284908234</c:v>
              </c:pt>
              <c:pt idx="6">
                <c:v>0.018409778284908234</c:v>
              </c:pt>
              <c:pt idx="7">
                <c:v>0.018409778284908234</c:v>
              </c:pt>
              <c:pt idx="8">
                <c:v>0.018409778284908234</c:v>
              </c:pt>
              <c:pt idx="9">
                <c:v>0.018409778284908234</c:v>
              </c:pt>
              <c:pt idx="10">
                <c:v>0.018409778284908234</c:v>
              </c:pt>
              <c:pt idx="11">
                <c:v>0.018409778284908234</c:v>
              </c:pt>
              <c:pt idx="12">
                <c:v>0.018409778284908234</c:v>
              </c:pt>
              <c:pt idx="13">
                <c:v>0.018409778284908234</c:v>
              </c:pt>
              <c:pt idx="14">
                <c:v>0.018409778284908234</c:v>
              </c:pt>
              <c:pt idx="15">
                <c:v>0.018409778284908234</c:v>
              </c:pt>
              <c:pt idx="16">
                <c:v>0.018409778284908234</c:v>
              </c:pt>
              <c:pt idx="17">
                <c:v>0.018409778284908234</c:v>
              </c:pt>
              <c:pt idx="18">
                <c:v>0.018409778284908234</c:v>
              </c:pt>
              <c:pt idx="19">
                <c:v>0.018409778284908234</c:v>
              </c:pt>
              <c:pt idx="20">
                <c:v>0.018409778284908234</c:v>
              </c:pt>
              <c:pt idx="21">
                <c:v>0.018409778284908234</c:v>
              </c:pt>
              <c:pt idx="22">
                <c:v>0.018409778284908234</c:v>
              </c:pt>
              <c:pt idx="23">
                <c:v>0.018409778284908234</c:v>
              </c:pt>
              <c:pt idx="24">
                <c:v>0.018409778284908234</c:v>
              </c:pt>
              <c:pt idx="25">
                <c:v>0.018409778284908234</c:v>
              </c:pt>
              <c:pt idx="26">
                <c:v>0.018409778284908234</c:v>
              </c:pt>
              <c:pt idx="27">
                <c:v>0.018409778284908234</c:v>
              </c:pt>
              <c:pt idx="28">
                <c:v>0.018409778284908234</c:v>
              </c:pt>
              <c:pt idx="29">
                <c:v>0.018409778284908234</c:v>
              </c:pt>
              <c:pt idx="30">
                <c:v>0.018409778284908234</c:v>
              </c:pt>
              <c:pt idx="31">
                <c:v>0.018409778284908234</c:v>
              </c:pt>
              <c:pt idx="32">
                <c:v>0.018409778284908234</c:v>
              </c:pt>
              <c:pt idx="33">
                <c:v>0.018409778284908234</c:v>
              </c:pt>
              <c:pt idx="34">
                <c:v>0.018409778284908234</c:v>
              </c:pt>
              <c:pt idx="35">
                <c:v>0.018409778284908234</c:v>
              </c:pt>
              <c:pt idx="36">
                <c:v>0.018409778284908234</c:v>
              </c:pt>
              <c:pt idx="37">
                <c:v>0.018409778284908234</c:v>
              </c:pt>
              <c:pt idx="38">
                <c:v>0.018409778284908234</c:v>
              </c:pt>
              <c:pt idx="39">
                <c:v>0.018409778284908234</c:v>
              </c:pt>
              <c:pt idx="40">
                <c:v>0.018409778284908234</c:v>
              </c:pt>
              <c:pt idx="41">
                <c:v>0.018409778284908234</c:v>
              </c:pt>
              <c:pt idx="42">
                <c:v>0.018409778284908234</c:v>
              </c:pt>
              <c:pt idx="43">
                <c:v>0.018409778284908234</c:v>
              </c:pt>
              <c:pt idx="44">
                <c:v>0.018409778284908234</c:v>
              </c:pt>
              <c:pt idx="45">
                <c:v>0.018409778284908234</c:v>
              </c:pt>
              <c:pt idx="46">
                <c:v>0.018409778284908234</c:v>
              </c:pt>
              <c:pt idx="47">
                <c:v>0.018409778284908234</c:v>
              </c:pt>
              <c:pt idx="48">
                <c:v>0.018409778284908234</c:v>
              </c:pt>
              <c:pt idx="49">
                <c:v>0.018409778284908234</c:v>
              </c:pt>
              <c:pt idx="50">
                <c:v>0.018409778284908234</c:v>
              </c:pt>
              <c:pt idx="51">
                <c:v>0.018409778284908234</c:v>
              </c:pt>
              <c:pt idx="52">
                <c:v>0.018409778284908234</c:v>
              </c:pt>
              <c:pt idx="53">
                <c:v>0.018409778284908234</c:v>
              </c:pt>
              <c:pt idx="54">
                <c:v>0.018409778284908234</c:v>
              </c:pt>
              <c:pt idx="55">
                <c:v>0.018409778284908234</c:v>
              </c:pt>
              <c:pt idx="56">
                <c:v>0.018409778284908234</c:v>
              </c:pt>
              <c:pt idx="57">
                <c:v>0.018409778284908234</c:v>
              </c:pt>
              <c:pt idx="58">
                <c:v>0.018409778284908234</c:v>
              </c:pt>
              <c:pt idx="59">
                <c:v>0.018409778284908234</c:v>
              </c:pt>
              <c:pt idx="60">
                <c:v>0.018409778284908234</c:v>
              </c:pt>
              <c:pt idx="61">
                <c:v>0.018409778284908234</c:v>
              </c:pt>
              <c:pt idx="62">
                <c:v>0.018409778284908234</c:v>
              </c:pt>
              <c:pt idx="63">
                <c:v>0.018409778284908234</c:v>
              </c:pt>
              <c:pt idx="64">
                <c:v>0.018409778284908234</c:v>
              </c:pt>
              <c:pt idx="65">
                <c:v>0.018409778284908234</c:v>
              </c:pt>
              <c:pt idx="66">
                <c:v>0.018409778284908234</c:v>
              </c:pt>
              <c:pt idx="67">
                <c:v>0.018409778284908234</c:v>
              </c:pt>
              <c:pt idx="68">
                <c:v>0.018409778284908234</c:v>
              </c:pt>
              <c:pt idx="69">
                <c:v>0.018409778284908234</c:v>
              </c:pt>
              <c:pt idx="70">
                <c:v>0.018409778284908234</c:v>
              </c:pt>
              <c:pt idx="71">
                <c:v>0.018409778284908234</c:v>
              </c:pt>
              <c:pt idx="72">
                <c:v>0.018409778284908234</c:v>
              </c:pt>
              <c:pt idx="73">
                <c:v>0.018409778284908234</c:v>
              </c:pt>
              <c:pt idx="74">
                <c:v>0.018409778284908234</c:v>
              </c:pt>
              <c:pt idx="75">
                <c:v>0.018409778284908234</c:v>
              </c:pt>
              <c:pt idx="76">
                <c:v>0.018409778284908234</c:v>
              </c:pt>
              <c:pt idx="77">
                <c:v>0.018409778284908234</c:v>
              </c:pt>
              <c:pt idx="78">
                <c:v>0.018409778284908234</c:v>
              </c:pt>
              <c:pt idx="79">
                <c:v>0.018409778284908234</c:v>
              </c:pt>
              <c:pt idx="80">
                <c:v>0.018409778284908234</c:v>
              </c:pt>
              <c:pt idx="81">
                <c:v>0.018409778284908234</c:v>
              </c:pt>
              <c:pt idx="82">
                <c:v>0.018409778284908234</c:v>
              </c:pt>
              <c:pt idx="83">
                <c:v>0.018409778284908234</c:v>
              </c:pt>
              <c:pt idx="84">
                <c:v>0.018409778284908234</c:v>
              </c:pt>
              <c:pt idx="85">
                <c:v>0.018409778284908234</c:v>
              </c:pt>
              <c:pt idx="86">
                <c:v>0.018409778284908234</c:v>
              </c:pt>
              <c:pt idx="87">
                <c:v>0.018409778284908234</c:v>
              </c:pt>
              <c:pt idx="88">
                <c:v>0.018409778284908234</c:v>
              </c:pt>
              <c:pt idx="89">
                <c:v>0.018409778284908234</c:v>
              </c:pt>
              <c:pt idx="90">
                <c:v>0.018409778284908234</c:v>
              </c:pt>
              <c:pt idx="91">
                <c:v>0.018409778284908234</c:v>
              </c:pt>
              <c:pt idx="92">
                <c:v>0.018409778284908234</c:v>
              </c:pt>
              <c:pt idx="93">
                <c:v>0.018409778284908234</c:v>
              </c:pt>
              <c:pt idx="94">
                <c:v>0.018409778284908234</c:v>
              </c:pt>
              <c:pt idx="95">
                <c:v>0.018409778284908234</c:v>
              </c:pt>
              <c:pt idx="96">
                <c:v>0.018409778284908234</c:v>
              </c:pt>
              <c:pt idx="97">
                <c:v>0.018409778284908234</c:v>
              </c:pt>
              <c:pt idx="98">
                <c:v>0.018409778284908234</c:v>
              </c:pt>
              <c:pt idx="99">
                <c:v>0.018409778284908234</c:v>
              </c:pt>
              <c:pt idx="100">
                <c:v>0.018409778284908234</c:v>
              </c:pt>
              <c:pt idx="101">
                <c:v>0.018409778284908234</c:v>
              </c:pt>
              <c:pt idx="102">
                <c:v>0.018409778284908234</c:v>
              </c:pt>
              <c:pt idx="103">
                <c:v>0.018409778284908234</c:v>
              </c:pt>
              <c:pt idx="104">
                <c:v>0.018409778284908234</c:v>
              </c:pt>
              <c:pt idx="105">
                <c:v>0.018409778284908234</c:v>
              </c:pt>
              <c:pt idx="106">
                <c:v>0.018409778284908234</c:v>
              </c:pt>
              <c:pt idx="107">
                <c:v>0.018409778284908234</c:v>
              </c:pt>
              <c:pt idx="108">
                <c:v>0.018409778284908234</c:v>
              </c:pt>
              <c:pt idx="109">
                <c:v>0.018409778284908234</c:v>
              </c:pt>
              <c:pt idx="110">
                <c:v>0.018409778284908234</c:v>
              </c:pt>
              <c:pt idx="111">
                <c:v>0.018409778284908234</c:v>
              </c:pt>
              <c:pt idx="112">
                <c:v>0.018409778284908234</c:v>
              </c:pt>
              <c:pt idx="113">
                <c:v>0.018409778284908234</c:v>
              </c:pt>
              <c:pt idx="114">
                <c:v>0.018409778284908234</c:v>
              </c:pt>
              <c:pt idx="115">
                <c:v>0.018409778284908234</c:v>
              </c:pt>
              <c:pt idx="116">
                <c:v>0.018409778284908234</c:v>
              </c:pt>
              <c:pt idx="117">
                <c:v>0.018409778284908234</c:v>
              </c:pt>
              <c:pt idx="118">
                <c:v>0.018409778284908234</c:v>
              </c:pt>
              <c:pt idx="119">
                <c:v>0.018409778284908234</c:v>
              </c:pt>
              <c:pt idx="120">
                <c:v>0.018409778284908234</c:v>
              </c:pt>
              <c:pt idx="121">
                <c:v>0.018409778284908234</c:v>
              </c:pt>
              <c:pt idx="122">
                <c:v>0.018409778284908234</c:v>
              </c:pt>
              <c:pt idx="123">
                <c:v>0.018409778284908234</c:v>
              </c:pt>
              <c:pt idx="124">
                <c:v>0.018409778284908234</c:v>
              </c:pt>
              <c:pt idx="125">
                <c:v>0.018409778284908234</c:v>
              </c:pt>
              <c:pt idx="126">
                <c:v>0.018409778284908234</c:v>
              </c:pt>
              <c:pt idx="127">
                <c:v>0.018409778284908234</c:v>
              </c:pt>
              <c:pt idx="128">
                <c:v>0.018409778284908234</c:v>
              </c:pt>
              <c:pt idx="129">
                <c:v>0.018409778284908234</c:v>
              </c:pt>
              <c:pt idx="130">
                <c:v>0.018409778284908234</c:v>
              </c:pt>
              <c:pt idx="131">
                <c:v>0.018409778284908234</c:v>
              </c:pt>
              <c:pt idx="132">
                <c:v>0.018409778284908234</c:v>
              </c:pt>
              <c:pt idx="133">
                <c:v>0.018409778284908234</c:v>
              </c:pt>
              <c:pt idx="134">
                <c:v>0.018409778284908234</c:v>
              </c:pt>
              <c:pt idx="135">
                <c:v>0.018409778284908234</c:v>
              </c:pt>
              <c:pt idx="136">
                <c:v>0.018409778284908234</c:v>
              </c:pt>
              <c:pt idx="137">
                <c:v>0.018409778284908234</c:v>
              </c:pt>
              <c:pt idx="138">
                <c:v>0.018409778284908234</c:v>
              </c:pt>
              <c:pt idx="139">
                <c:v>0.018409778284908234</c:v>
              </c:pt>
              <c:pt idx="140">
                <c:v>0.018409778284908234</c:v>
              </c:pt>
              <c:pt idx="141">
                <c:v>0.018409778284908234</c:v>
              </c:pt>
              <c:pt idx="142">
                <c:v>0.018409778284908234</c:v>
              </c:pt>
              <c:pt idx="143">
                <c:v>0.018409778284908234</c:v>
              </c:pt>
              <c:pt idx="144">
                <c:v>0.018409778284908234</c:v>
              </c:pt>
              <c:pt idx="145">
                <c:v>0.018409778284908234</c:v>
              </c:pt>
              <c:pt idx="146">
                <c:v>0.018409778284908234</c:v>
              </c:pt>
              <c:pt idx="147">
                <c:v>0.018409778284908234</c:v>
              </c:pt>
              <c:pt idx="148">
                <c:v>0.018409778284908234</c:v>
              </c:pt>
              <c:pt idx="149">
                <c:v>0.018409778284908234</c:v>
              </c:pt>
              <c:pt idx="150">
                <c:v>0.018409778284908234</c:v>
              </c:pt>
              <c:pt idx="151">
                <c:v>0.018409778284908234</c:v>
              </c:pt>
              <c:pt idx="152">
                <c:v>0.018409778284908234</c:v>
              </c:pt>
              <c:pt idx="153">
                <c:v>0.018409778284908234</c:v>
              </c:pt>
              <c:pt idx="154">
                <c:v>0.018409778284908234</c:v>
              </c:pt>
              <c:pt idx="155">
                <c:v>0.018409778284908234</c:v>
              </c:pt>
              <c:pt idx="156">
                <c:v>0.018409778284908234</c:v>
              </c:pt>
              <c:pt idx="157">
                <c:v>0.018409778284908234</c:v>
              </c:pt>
              <c:pt idx="158">
                <c:v>0.018409778284908234</c:v>
              </c:pt>
              <c:pt idx="159">
                <c:v>0.018409778284908234</c:v>
              </c:pt>
              <c:pt idx="160">
                <c:v>0.018409778284908234</c:v>
              </c:pt>
              <c:pt idx="161">
                <c:v>0.018409778284908234</c:v>
              </c:pt>
              <c:pt idx="162">
                <c:v>0.018409778284908234</c:v>
              </c:pt>
              <c:pt idx="163">
                <c:v>0.018409778284908234</c:v>
              </c:pt>
              <c:pt idx="164">
                <c:v>0.018409778284908234</c:v>
              </c:pt>
              <c:pt idx="165">
                <c:v>0.018409778284908234</c:v>
              </c:pt>
              <c:pt idx="166">
                <c:v>0.018409778284908234</c:v>
              </c:pt>
              <c:pt idx="167">
                <c:v>0.018409778284908234</c:v>
              </c:pt>
              <c:pt idx="168">
                <c:v>0.018409778284908234</c:v>
              </c:pt>
              <c:pt idx="169">
                <c:v>0.018409778284908234</c:v>
              </c:pt>
              <c:pt idx="170">
                <c:v>0.018409778284908234</c:v>
              </c:pt>
              <c:pt idx="171">
                <c:v>0.018409778284908234</c:v>
              </c:pt>
              <c:pt idx="172">
                <c:v>0.018409778284908234</c:v>
              </c:pt>
              <c:pt idx="173">
                <c:v>0.018409778284908234</c:v>
              </c:pt>
              <c:pt idx="174">
                <c:v>0.018409778284908234</c:v>
              </c:pt>
              <c:pt idx="175">
                <c:v>0.018409778284908234</c:v>
              </c:pt>
              <c:pt idx="176">
                <c:v>0.018409778284908234</c:v>
              </c:pt>
              <c:pt idx="177">
                <c:v>0.018409778284908234</c:v>
              </c:pt>
              <c:pt idx="178">
                <c:v>0.018409778284908234</c:v>
              </c:pt>
              <c:pt idx="179">
                <c:v>0.018409778284908234</c:v>
              </c:pt>
              <c:pt idx="180">
                <c:v>0.018409778284908234</c:v>
              </c:pt>
              <c:pt idx="181">
                <c:v>0.018409778284908234</c:v>
              </c:pt>
              <c:pt idx="182">
                <c:v>0.018409778284908234</c:v>
              </c:pt>
              <c:pt idx="183">
                <c:v>0.018409778284908234</c:v>
              </c:pt>
              <c:pt idx="184">
                <c:v>0.018409778284908234</c:v>
              </c:pt>
              <c:pt idx="185">
                <c:v>0.018409778284908234</c:v>
              </c:pt>
              <c:pt idx="186">
                <c:v>0.018409778284908234</c:v>
              </c:pt>
              <c:pt idx="187">
                <c:v>0.018409778284908234</c:v>
              </c:pt>
              <c:pt idx="188">
                <c:v>0.018409778284908234</c:v>
              </c:pt>
              <c:pt idx="189">
                <c:v>0.018409778284908234</c:v>
              </c:pt>
              <c:pt idx="190">
                <c:v>0.018409778284908234</c:v>
              </c:pt>
              <c:pt idx="191">
                <c:v>0.018409778284908234</c:v>
              </c:pt>
              <c:pt idx="192">
                <c:v>0.018409778284908234</c:v>
              </c:pt>
              <c:pt idx="193">
                <c:v>0.018409778284908234</c:v>
              </c:pt>
              <c:pt idx="194">
                <c:v>0.018409778284908234</c:v>
              </c:pt>
              <c:pt idx="195">
                <c:v>0.018409778284908234</c:v>
              </c:pt>
              <c:pt idx="196">
                <c:v>0.018409778284908234</c:v>
              </c:pt>
              <c:pt idx="197">
                <c:v>0.018409778284908234</c:v>
              </c:pt>
              <c:pt idx="198">
                <c:v>0.018409778284908234</c:v>
              </c:pt>
              <c:pt idx="199">
                <c:v>0.018409778284908234</c:v>
              </c:pt>
              <c:pt idx="200">
                <c:v>0.018409778284908234</c:v>
              </c:pt>
              <c:pt idx="201">
                <c:v>0.018409778284908234</c:v>
              </c:pt>
              <c:pt idx="202">
                <c:v>0.018409778284908234</c:v>
              </c:pt>
              <c:pt idx="203">
                <c:v>0.018409778284908234</c:v>
              </c:pt>
              <c:pt idx="204">
                <c:v>0.018409778284908234</c:v>
              </c:pt>
              <c:pt idx="205">
                <c:v>0.018409778284908234</c:v>
              </c:pt>
              <c:pt idx="206">
                <c:v>0.018409778284908234</c:v>
              </c:pt>
              <c:pt idx="207">
                <c:v>0.018409778284908234</c:v>
              </c:pt>
              <c:pt idx="208">
                <c:v>0.018409778284908234</c:v>
              </c:pt>
              <c:pt idx="209">
                <c:v>0.018409778284908234</c:v>
              </c:pt>
              <c:pt idx="210">
                <c:v>0.018409778284908234</c:v>
              </c:pt>
              <c:pt idx="211">
                <c:v>0.018409778284908234</c:v>
              </c:pt>
              <c:pt idx="212">
                <c:v>0.018409778284908234</c:v>
              </c:pt>
              <c:pt idx="213">
                <c:v>0.018409778284908234</c:v>
              </c:pt>
              <c:pt idx="214">
                <c:v>0.018409778284908234</c:v>
              </c:pt>
              <c:pt idx="215">
                <c:v>0.018409778284908234</c:v>
              </c:pt>
              <c:pt idx="216">
                <c:v>0.018409778284908234</c:v>
              </c:pt>
              <c:pt idx="217">
                <c:v>0.018409778284908234</c:v>
              </c:pt>
              <c:pt idx="218">
                <c:v>0.018409778284908234</c:v>
              </c:pt>
              <c:pt idx="219">
                <c:v>0.018409778284908234</c:v>
              </c:pt>
              <c:pt idx="220">
                <c:v>0.018409778284908234</c:v>
              </c:pt>
              <c:pt idx="221">
                <c:v>0.018409778284908234</c:v>
              </c:pt>
              <c:pt idx="222">
                <c:v>0.018409778284908234</c:v>
              </c:pt>
              <c:pt idx="223">
                <c:v>0.018409778284908234</c:v>
              </c:pt>
              <c:pt idx="224">
                <c:v>0.018409778284908234</c:v>
              </c:pt>
              <c:pt idx="225">
                <c:v>0.018409778284908234</c:v>
              </c:pt>
              <c:pt idx="226">
                <c:v>0.018409778284908234</c:v>
              </c:pt>
              <c:pt idx="227">
                <c:v>0.018409778284908234</c:v>
              </c:pt>
              <c:pt idx="228">
                <c:v>0.018409778284908234</c:v>
              </c:pt>
              <c:pt idx="229">
                <c:v>0.018409778284908234</c:v>
              </c:pt>
              <c:pt idx="230">
                <c:v>0.018409778284908234</c:v>
              </c:pt>
              <c:pt idx="231">
                <c:v>0.018409778284908234</c:v>
              </c:pt>
              <c:pt idx="232">
                <c:v>0.018409778284908234</c:v>
              </c:pt>
              <c:pt idx="233">
                <c:v>0.018409778284908234</c:v>
              </c:pt>
              <c:pt idx="234">
                <c:v>0.018409778284908234</c:v>
              </c:pt>
              <c:pt idx="235">
                <c:v>0.018409778284908234</c:v>
              </c:pt>
              <c:pt idx="236">
                <c:v>0.018409778284908234</c:v>
              </c:pt>
              <c:pt idx="237">
                <c:v>0.018409778284908234</c:v>
              </c:pt>
              <c:pt idx="238">
                <c:v>0.018409778284908234</c:v>
              </c:pt>
              <c:pt idx="239">
                <c:v>0.018409778284908234</c:v>
              </c:pt>
              <c:pt idx="240">
                <c:v>0.018409778284908234</c:v>
              </c:pt>
              <c:pt idx="241">
                <c:v>0.018409778284908234</c:v>
              </c:pt>
              <c:pt idx="242">
                <c:v>0.018409778284908234</c:v>
              </c:pt>
              <c:pt idx="243">
                <c:v>0.018409778284908234</c:v>
              </c:pt>
              <c:pt idx="244">
                <c:v>0.018409778284908234</c:v>
              </c:pt>
              <c:pt idx="245">
                <c:v>0.018409778284908234</c:v>
              </c:pt>
              <c:pt idx="246">
                <c:v>0.018409778284908234</c:v>
              </c:pt>
              <c:pt idx="247">
                <c:v>0.018409778284908234</c:v>
              </c:pt>
              <c:pt idx="248">
                <c:v>0.018409778284908234</c:v>
              </c:pt>
              <c:pt idx="249">
                <c:v>0.018409778284908234</c:v>
              </c:pt>
              <c:pt idx="250">
                <c:v>0.018409778284908234</c:v>
              </c:pt>
              <c:pt idx="251">
                <c:v>0.018409778284908234</c:v>
              </c:pt>
              <c:pt idx="252">
                <c:v>0.018409778284908234</c:v>
              </c:pt>
              <c:pt idx="253">
                <c:v>0.018409778284908234</c:v>
              </c:pt>
              <c:pt idx="254">
                <c:v>0.018409778284908234</c:v>
              </c:pt>
              <c:pt idx="255">
                <c:v>0.018409778284908234</c:v>
              </c:pt>
              <c:pt idx="256">
                <c:v>0.018409778284908234</c:v>
              </c:pt>
              <c:pt idx="257">
                <c:v>0.018409778284908234</c:v>
              </c:pt>
              <c:pt idx="258">
                <c:v>0.018409778284908234</c:v>
              </c:pt>
              <c:pt idx="259">
                <c:v>0.018409778284908234</c:v>
              </c:pt>
              <c:pt idx="260">
                <c:v>0.018409778284908234</c:v>
              </c:pt>
              <c:pt idx="261">
                <c:v>0.018409778284908234</c:v>
              </c:pt>
              <c:pt idx="262">
                <c:v>0.018409778284908234</c:v>
              </c:pt>
              <c:pt idx="263">
                <c:v>0.018409778284908234</c:v>
              </c:pt>
              <c:pt idx="264">
                <c:v>0.018409778284908234</c:v>
              </c:pt>
              <c:pt idx="265">
                <c:v>0.018409778284908234</c:v>
              </c:pt>
              <c:pt idx="266">
                <c:v>0.018409778284908234</c:v>
              </c:pt>
              <c:pt idx="267">
                <c:v>0.018409778284908234</c:v>
              </c:pt>
              <c:pt idx="268">
                <c:v>0.018409778284908234</c:v>
              </c:pt>
              <c:pt idx="269">
                <c:v>0.018409778284908234</c:v>
              </c:pt>
              <c:pt idx="270">
                <c:v>0.018409778284908234</c:v>
              </c:pt>
              <c:pt idx="271">
                <c:v>0.018409778284908234</c:v>
              </c:pt>
              <c:pt idx="272">
                <c:v>0.018409778284908234</c:v>
              </c:pt>
              <c:pt idx="273">
                <c:v>0.018409778284908234</c:v>
              </c:pt>
              <c:pt idx="274">
                <c:v>0.018409778284908234</c:v>
              </c:pt>
              <c:pt idx="275">
                <c:v>0.018409778284908234</c:v>
              </c:pt>
              <c:pt idx="276">
                <c:v>0.018409778284908234</c:v>
              </c:pt>
              <c:pt idx="277">
                <c:v>0.018409778284908234</c:v>
              </c:pt>
              <c:pt idx="278">
                <c:v>0.018409778284908234</c:v>
              </c:pt>
              <c:pt idx="279">
                <c:v>0.018409778284908234</c:v>
              </c:pt>
              <c:pt idx="280">
                <c:v>0.018409778284908234</c:v>
              </c:pt>
              <c:pt idx="281">
                <c:v>0.018409778284908234</c:v>
              </c:pt>
              <c:pt idx="282">
                <c:v>0.018409778284908234</c:v>
              </c:pt>
              <c:pt idx="283">
                <c:v>0.018409778284908234</c:v>
              </c:pt>
              <c:pt idx="284">
                <c:v>0.018409778284908234</c:v>
              </c:pt>
              <c:pt idx="285">
                <c:v>0.018409778284908234</c:v>
              </c:pt>
              <c:pt idx="286">
                <c:v>0.018409778284908234</c:v>
              </c:pt>
              <c:pt idx="287">
                <c:v>0.018409778284908234</c:v>
              </c:pt>
              <c:pt idx="288">
                <c:v>0.018409778284908234</c:v>
              </c:pt>
              <c:pt idx="289">
                <c:v>0.018409778284908234</c:v>
              </c:pt>
              <c:pt idx="290">
                <c:v>0.018409778284908234</c:v>
              </c:pt>
              <c:pt idx="291">
                <c:v>0.018409778284908234</c:v>
              </c:pt>
              <c:pt idx="292">
                <c:v>0.018409778284908234</c:v>
              </c:pt>
              <c:pt idx="293">
                <c:v>0.018409778284908234</c:v>
              </c:pt>
              <c:pt idx="294">
                <c:v>0.018409778284908234</c:v>
              </c:pt>
              <c:pt idx="295">
                <c:v>0.018409778284908234</c:v>
              </c:pt>
              <c:pt idx="296">
                <c:v>0.018409778284908234</c:v>
              </c:pt>
              <c:pt idx="297">
                <c:v>0.018409778284908234</c:v>
              </c:pt>
              <c:pt idx="298">
                <c:v>0.018409778284908234</c:v>
              </c:pt>
              <c:pt idx="299">
                <c:v>0.018409778284908234</c:v>
              </c:pt>
              <c:pt idx="300">
                <c:v>0.018409778284908234</c:v>
              </c:pt>
              <c:pt idx="301">
                <c:v>0.018409778284908234</c:v>
              </c:pt>
              <c:pt idx="302">
                <c:v>0.018409778284908234</c:v>
              </c:pt>
              <c:pt idx="303">
                <c:v>0.018409778284908234</c:v>
              </c:pt>
              <c:pt idx="304">
                <c:v>0.018409778284908234</c:v>
              </c:pt>
              <c:pt idx="305">
                <c:v>0.018409778284908234</c:v>
              </c:pt>
              <c:pt idx="306">
                <c:v>0.018409778284908234</c:v>
              </c:pt>
              <c:pt idx="307">
                <c:v>0.018409778284908234</c:v>
              </c:pt>
              <c:pt idx="308">
                <c:v>0.018409778284908234</c:v>
              </c:pt>
              <c:pt idx="309">
                <c:v>0.018409778284908234</c:v>
              </c:pt>
              <c:pt idx="310">
                <c:v>0.018409778284908234</c:v>
              </c:pt>
              <c:pt idx="311">
                <c:v>0.018409778284908234</c:v>
              </c:pt>
              <c:pt idx="312">
                <c:v>0.018409778284908234</c:v>
              </c:pt>
              <c:pt idx="313">
                <c:v>0.018409778284908234</c:v>
              </c:pt>
              <c:pt idx="314">
                <c:v>0.018409778284908234</c:v>
              </c:pt>
              <c:pt idx="315">
                <c:v>0.018409778284908234</c:v>
              </c:pt>
              <c:pt idx="316">
                <c:v>0.018409778284908234</c:v>
              </c:pt>
              <c:pt idx="317">
                <c:v>0.018409778284908234</c:v>
              </c:pt>
              <c:pt idx="318">
                <c:v>0.018409778284908234</c:v>
              </c:pt>
              <c:pt idx="319">
                <c:v>0.018409778284908234</c:v>
              </c:pt>
              <c:pt idx="320">
                <c:v>0.018409778284908234</c:v>
              </c:pt>
              <c:pt idx="321">
                <c:v>0.018409778284908234</c:v>
              </c:pt>
              <c:pt idx="322">
                <c:v>0.018409778284908234</c:v>
              </c:pt>
              <c:pt idx="323">
                <c:v>0.018409778284908234</c:v>
              </c:pt>
            </c:numLit>
          </c:yVal>
          <c:smooth val="0"/>
        </c:ser>
        <c:ser>
          <c:idx val="10"/>
          <c:order val="10"/>
          <c:tx>
            <c:v>Implemented LCA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FFFFFF"/>
              </a:solidFill>
            </c:spPr>
          </c:marker>
          <c:xVal>
            <c:numLit>
              <c:formatCode>General</c:formatCode>
              <c:ptCount val="324"/>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numLit>
          </c:xVal>
          <c:yVal>
            <c:numLit>
              <c:formatCode>0.0</c:formatCode>
              <c:ptCount val="324"/>
              <c:pt idx="0">
                <c:v>0.9602715269585541</c:v>
              </c:pt>
              <c:pt idx="1">
                <c:v>0.9602715269585541</c:v>
              </c:pt>
              <c:pt idx="2">
                <c:v>0.9602715269585541</c:v>
              </c:pt>
              <c:pt idx="3">
                <c:v>0.9602715269585541</c:v>
              </c:pt>
              <c:pt idx="4">
                <c:v>0.9602715269585541</c:v>
              </c:pt>
              <c:pt idx="5">
                <c:v>0.9602715269585541</c:v>
              </c:pt>
              <c:pt idx="6">
                <c:v>0.9602715269585541</c:v>
              </c:pt>
              <c:pt idx="7">
                <c:v>0.9602715269585541</c:v>
              </c:pt>
              <c:pt idx="8">
                <c:v>0.9602715269585541</c:v>
              </c:pt>
              <c:pt idx="9">
                <c:v>0.9602715269585541</c:v>
              </c:pt>
              <c:pt idx="10">
                <c:v>0.9602715269585541</c:v>
              </c:pt>
              <c:pt idx="11">
                <c:v>0.9602715269585541</c:v>
              </c:pt>
              <c:pt idx="12">
                <c:v>0.9602715269585541</c:v>
              </c:pt>
              <c:pt idx="13">
                <c:v>0.9602715269585541</c:v>
              </c:pt>
              <c:pt idx="14">
                <c:v>0.9602715269585541</c:v>
              </c:pt>
              <c:pt idx="15">
                <c:v>0.9602715269585541</c:v>
              </c:pt>
              <c:pt idx="16">
                <c:v>0.9602715269585541</c:v>
              </c:pt>
              <c:pt idx="17">
                <c:v>0.9602715269585541</c:v>
              </c:pt>
              <c:pt idx="18">
                <c:v>0.9602715269585541</c:v>
              </c:pt>
              <c:pt idx="19">
                <c:v>0.9602715269585541</c:v>
              </c:pt>
              <c:pt idx="20">
                <c:v>0.9602715269585541</c:v>
              </c:pt>
              <c:pt idx="21">
                <c:v>0.9602715269585541</c:v>
              </c:pt>
              <c:pt idx="22">
                <c:v>0.9602715269585541</c:v>
              </c:pt>
              <c:pt idx="23">
                <c:v>0.9602715269585541</c:v>
              </c:pt>
              <c:pt idx="24">
                <c:v>0.9602715269585541</c:v>
              </c:pt>
              <c:pt idx="25">
                <c:v>0.9602715269585541</c:v>
              </c:pt>
              <c:pt idx="26">
                <c:v>0.9602715269585541</c:v>
              </c:pt>
              <c:pt idx="27">
                <c:v>0.9602715269585541</c:v>
              </c:pt>
              <c:pt idx="28">
                <c:v>0.9602715269585541</c:v>
              </c:pt>
              <c:pt idx="29">
                <c:v>0.9602715269585541</c:v>
              </c:pt>
              <c:pt idx="30">
                <c:v>0.9602715269585541</c:v>
              </c:pt>
              <c:pt idx="31">
                <c:v>0.9602715269585541</c:v>
              </c:pt>
              <c:pt idx="32">
                <c:v>0.9602715269585541</c:v>
              </c:pt>
              <c:pt idx="33">
                <c:v>0.9602715269585541</c:v>
              </c:pt>
              <c:pt idx="34">
                <c:v>0.9602715269585541</c:v>
              </c:pt>
              <c:pt idx="35">
                <c:v>0.9602715269585541</c:v>
              </c:pt>
              <c:pt idx="36">
                <c:v>0.9602715269585541</c:v>
              </c:pt>
              <c:pt idx="37">
                <c:v>0.9602715269585541</c:v>
              </c:pt>
              <c:pt idx="38">
                <c:v>0.9602715269585541</c:v>
              </c:pt>
              <c:pt idx="39">
                <c:v>0.9602715269585541</c:v>
              </c:pt>
              <c:pt idx="40">
                <c:v>0.9602715269585541</c:v>
              </c:pt>
              <c:pt idx="41">
                <c:v>0.9602715269585541</c:v>
              </c:pt>
              <c:pt idx="42">
                <c:v>0.9602715269585541</c:v>
              </c:pt>
              <c:pt idx="43">
                <c:v>0.9602715269585541</c:v>
              </c:pt>
              <c:pt idx="44">
                <c:v>0.9602715269585541</c:v>
              </c:pt>
              <c:pt idx="45">
                <c:v>0.9602715269585541</c:v>
              </c:pt>
              <c:pt idx="46">
                <c:v>0.9602715269585541</c:v>
              </c:pt>
              <c:pt idx="47">
                <c:v>0.9602715269585541</c:v>
              </c:pt>
              <c:pt idx="48">
                <c:v>0.9602715269585541</c:v>
              </c:pt>
              <c:pt idx="49">
                <c:v>0.9602715269585541</c:v>
              </c:pt>
              <c:pt idx="50">
                <c:v>0.9602715269585541</c:v>
              </c:pt>
              <c:pt idx="51">
                <c:v>0.9602715269585541</c:v>
              </c:pt>
              <c:pt idx="52">
                <c:v>0.9602715269585541</c:v>
              </c:pt>
              <c:pt idx="53">
                <c:v>0.9602715269585541</c:v>
              </c:pt>
              <c:pt idx="54">
                <c:v>0.9602715269585541</c:v>
              </c:pt>
              <c:pt idx="55">
                <c:v>0.9602715269585541</c:v>
              </c:pt>
              <c:pt idx="56">
                <c:v>0.9602715269585541</c:v>
              </c:pt>
              <c:pt idx="57">
                <c:v>0.9602715269585541</c:v>
              </c:pt>
              <c:pt idx="58">
                <c:v>0.9602715269585541</c:v>
              </c:pt>
              <c:pt idx="59">
                <c:v>0.9602715269585541</c:v>
              </c:pt>
              <c:pt idx="60">
                <c:v>0.9602715269585541</c:v>
              </c:pt>
              <c:pt idx="61">
                <c:v>0.9602715269585541</c:v>
              </c:pt>
              <c:pt idx="62">
                <c:v>0.9602715269585541</c:v>
              </c:pt>
              <c:pt idx="63">
                <c:v>0.9602715269585541</c:v>
              </c:pt>
              <c:pt idx="64">
                <c:v>0.9602715269585541</c:v>
              </c:pt>
              <c:pt idx="65">
                <c:v>0.9602715269585541</c:v>
              </c:pt>
              <c:pt idx="66">
                <c:v>0.9602715269585541</c:v>
              </c:pt>
              <c:pt idx="67">
                <c:v>0.9602715269585541</c:v>
              </c:pt>
              <c:pt idx="68">
                <c:v>0.9602715269585541</c:v>
              </c:pt>
              <c:pt idx="69">
                <c:v>0.9602715269585541</c:v>
              </c:pt>
              <c:pt idx="70">
                <c:v>0.9602715269585541</c:v>
              </c:pt>
              <c:pt idx="71">
                <c:v>0.9602715269585541</c:v>
              </c:pt>
              <c:pt idx="72">
                <c:v>0.9602715269585541</c:v>
              </c:pt>
              <c:pt idx="73">
                <c:v>0.9602715269585541</c:v>
              </c:pt>
              <c:pt idx="74">
                <c:v>0.9602715269585541</c:v>
              </c:pt>
              <c:pt idx="75">
                <c:v>0.9602715269585541</c:v>
              </c:pt>
              <c:pt idx="76">
                <c:v>0.9602715269585541</c:v>
              </c:pt>
              <c:pt idx="77">
                <c:v>0.9602715269585541</c:v>
              </c:pt>
              <c:pt idx="78">
                <c:v>0.9602715269585541</c:v>
              </c:pt>
              <c:pt idx="79">
                <c:v>0.9602715269585541</c:v>
              </c:pt>
              <c:pt idx="80">
                <c:v>0.9602715269585541</c:v>
              </c:pt>
              <c:pt idx="81">
                <c:v>0.9602715269585541</c:v>
              </c:pt>
              <c:pt idx="82">
                <c:v>0.9602715269585541</c:v>
              </c:pt>
              <c:pt idx="83">
                <c:v>0.9602715269585541</c:v>
              </c:pt>
              <c:pt idx="84">
                <c:v>0.9602715269585541</c:v>
              </c:pt>
              <c:pt idx="85">
                <c:v>0.9602715269585541</c:v>
              </c:pt>
              <c:pt idx="86">
                <c:v>0.9602715269585541</c:v>
              </c:pt>
              <c:pt idx="87">
                <c:v>0.9602715269585541</c:v>
              </c:pt>
              <c:pt idx="88">
                <c:v>0.9602715269585541</c:v>
              </c:pt>
              <c:pt idx="89">
                <c:v>0.9602715269585541</c:v>
              </c:pt>
              <c:pt idx="90">
                <c:v>0.9602715269585541</c:v>
              </c:pt>
              <c:pt idx="91">
                <c:v>0.9602715269585541</c:v>
              </c:pt>
              <c:pt idx="92">
                <c:v>0.9602715269585541</c:v>
              </c:pt>
              <c:pt idx="93">
                <c:v>0.9602715269585541</c:v>
              </c:pt>
              <c:pt idx="94">
                <c:v>0.9602715269585541</c:v>
              </c:pt>
              <c:pt idx="95">
                <c:v>0.9602715269585541</c:v>
              </c:pt>
              <c:pt idx="96">
                <c:v>0.9602715269585541</c:v>
              </c:pt>
              <c:pt idx="97">
                <c:v>0.9602715269585541</c:v>
              </c:pt>
              <c:pt idx="98">
                <c:v>0.9602715269585541</c:v>
              </c:pt>
              <c:pt idx="99">
                <c:v>0.9602715269585541</c:v>
              </c:pt>
              <c:pt idx="100">
                <c:v>0.9602715269585541</c:v>
              </c:pt>
              <c:pt idx="101">
                <c:v>0.9602715269585541</c:v>
              </c:pt>
              <c:pt idx="102">
                <c:v>0.9602715269585541</c:v>
              </c:pt>
              <c:pt idx="103">
                <c:v>0.9602715269585541</c:v>
              </c:pt>
              <c:pt idx="104">
                <c:v>0.9602715269585541</c:v>
              </c:pt>
              <c:pt idx="105">
                <c:v>0.9602715269585541</c:v>
              </c:pt>
              <c:pt idx="106">
                <c:v>0.9602715269585541</c:v>
              </c:pt>
              <c:pt idx="107">
                <c:v>0.9602715269585541</c:v>
              </c:pt>
              <c:pt idx="108">
                <c:v>0.9602715269585541</c:v>
              </c:pt>
              <c:pt idx="109">
                <c:v>0.9602715269585541</c:v>
              </c:pt>
              <c:pt idx="110">
                <c:v>0.9602715269585541</c:v>
              </c:pt>
              <c:pt idx="111">
                <c:v>0.9602715269585541</c:v>
              </c:pt>
              <c:pt idx="112">
                <c:v>0.9602715269585541</c:v>
              </c:pt>
              <c:pt idx="113">
                <c:v>0.9602715269585541</c:v>
              </c:pt>
              <c:pt idx="114">
                <c:v>0.9602715269585541</c:v>
              </c:pt>
              <c:pt idx="115">
                <c:v>0.9602715269585541</c:v>
              </c:pt>
              <c:pt idx="116">
                <c:v>0.9602715269585541</c:v>
              </c:pt>
              <c:pt idx="117">
                <c:v>0.9602715269585541</c:v>
              </c:pt>
              <c:pt idx="118">
                <c:v>0.9602715269585541</c:v>
              </c:pt>
              <c:pt idx="119">
                <c:v>0.9602715269585541</c:v>
              </c:pt>
              <c:pt idx="120">
                <c:v>0.9602715269585541</c:v>
              </c:pt>
              <c:pt idx="121">
                <c:v>0.9602715269585541</c:v>
              </c:pt>
              <c:pt idx="122">
                <c:v>0.9602715269585541</c:v>
              </c:pt>
              <c:pt idx="123">
                <c:v>0.9602715269585541</c:v>
              </c:pt>
              <c:pt idx="124">
                <c:v>0.9602715269585541</c:v>
              </c:pt>
              <c:pt idx="125">
                <c:v>0.9602715269585541</c:v>
              </c:pt>
              <c:pt idx="126">
                <c:v>0.9602715269585541</c:v>
              </c:pt>
              <c:pt idx="127">
                <c:v>0.9602715269585541</c:v>
              </c:pt>
              <c:pt idx="128">
                <c:v>0.9602715269585541</c:v>
              </c:pt>
              <c:pt idx="129">
                <c:v>0.9602715269585541</c:v>
              </c:pt>
              <c:pt idx="130">
                <c:v>0.9602715269585541</c:v>
              </c:pt>
              <c:pt idx="131">
                <c:v>0.9602715269585541</c:v>
              </c:pt>
              <c:pt idx="132">
                <c:v>0.9602715269585541</c:v>
              </c:pt>
              <c:pt idx="133">
                <c:v>0.9602715269585541</c:v>
              </c:pt>
              <c:pt idx="134">
                <c:v>0.9602715269585541</c:v>
              </c:pt>
              <c:pt idx="135">
                <c:v>0.9602715269585541</c:v>
              </c:pt>
              <c:pt idx="136">
                <c:v>0.9602715269585541</c:v>
              </c:pt>
              <c:pt idx="137">
                <c:v>0.9602715269585541</c:v>
              </c:pt>
              <c:pt idx="138">
                <c:v>0.9602715269585541</c:v>
              </c:pt>
              <c:pt idx="139">
                <c:v>0.9602715269585541</c:v>
              </c:pt>
              <c:pt idx="140">
                <c:v>0.9602715269585541</c:v>
              </c:pt>
              <c:pt idx="141">
                <c:v>0.9602715269585541</c:v>
              </c:pt>
              <c:pt idx="142">
                <c:v>0.9602715269585541</c:v>
              </c:pt>
              <c:pt idx="143">
                <c:v>0.9602715269585541</c:v>
              </c:pt>
              <c:pt idx="144">
                <c:v>0.9602715269585541</c:v>
              </c:pt>
              <c:pt idx="145">
                <c:v>0.9602715269585541</c:v>
              </c:pt>
              <c:pt idx="146">
                <c:v>0.9602715269585541</c:v>
              </c:pt>
              <c:pt idx="147">
                <c:v>0.9602715269585541</c:v>
              </c:pt>
              <c:pt idx="148">
                <c:v>0.9602715269585541</c:v>
              </c:pt>
              <c:pt idx="149">
                <c:v>0.9602715269585541</c:v>
              </c:pt>
              <c:pt idx="150">
                <c:v>0.9602715269585541</c:v>
              </c:pt>
              <c:pt idx="151">
                <c:v>0.9602715269585541</c:v>
              </c:pt>
              <c:pt idx="152">
                <c:v>0.9602715269585541</c:v>
              </c:pt>
              <c:pt idx="153">
                <c:v>0.9602715269585541</c:v>
              </c:pt>
              <c:pt idx="154">
                <c:v>0.9602715269585541</c:v>
              </c:pt>
              <c:pt idx="155">
                <c:v>0.9602715269585541</c:v>
              </c:pt>
              <c:pt idx="156">
                <c:v>0.9602715269585541</c:v>
              </c:pt>
              <c:pt idx="157">
                <c:v>0.9602715269585541</c:v>
              </c:pt>
              <c:pt idx="158">
                <c:v>0.9602715269585541</c:v>
              </c:pt>
              <c:pt idx="159">
                <c:v>0.9602715269585541</c:v>
              </c:pt>
              <c:pt idx="160">
                <c:v>0.9602715269585541</c:v>
              </c:pt>
              <c:pt idx="161">
                <c:v>0.9602715269585541</c:v>
              </c:pt>
              <c:pt idx="162">
                <c:v>0.9602715269585541</c:v>
              </c:pt>
              <c:pt idx="163">
                <c:v>0.9602715269585541</c:v>
              </c:pt>
              <c:pt idx="164">
                <c:v>0.9602715269585541</c:v>
              </c:pt>
              <c:pt idx="165">
                <c:v>0.9602715269585541</c:v>
              </c:pt>
              <c:pt idx="166">
                <c:v>0.9602715269585541</c:v>
              </c:pt>
              <c:pt idx="167">
                <c:v>0.9602715269585541</c:v>
              </c:pt>
              <c:pt idx="168">
                <c:v>0.9602715269585541</c:v>
              </c:pt>
              <c:pt idx="169">
                <c:v>0.9602715269585541</c:v>
              </c:pt>
              <c:pt idx="170">
                <c:v>0.9602715269585541</c:v>
              </c:pt>
              <c:pt idx="171">
                <c:v>0.9602715269585541</c:v>
              </c:pt>
              <c:pt idx="172">
                <c:v>0.9602715269585541</c:v>
              </c:pt>
              <c:pt idx="173">
                <c:v>0.9602715269585541</c:v>
              </c:pt>
              <c:pt idx="174">
                <c:v>0.9602715269585541</c:v>
              </c:pt>
              <c:pt idx="175">
                <c:v>0.9602715269585541</c:v>
              </c:pt>
              <c:pt idx="176">
                <c:v>0.9602715269585541</c:v>
              </c:pt>
              <c:pt idx="177">
                <c:v>0.9602715269585541</c:v>
              </c:pt>
              <c:pt idx="178">
                <c:v>0.9602715269585541</c:v>
              </c:pt>
              <c:pt idx="179">
                <c:v>0.9602715269585541</c:v>
              </c:pt>
              <c:pt idx="180">
                <c:v>0.9602715269585541</c:v>
              </c:pt>
              <c:pt idx="181">
                <c:v>0.9602715269585541</c:v>
              </c:pt>
              <c:pt idx="182">
                <c:v>0.9602715269585541</c:v>
              </c:pt>
              <c:pt idx="183">
                <c:v>0.9602715269585541</c:v>
              </c:pt>
              <c:pt idx="184">
                <c:v>0.9602715269585541</c:v>
              </c:pt>
              <c:pt idx="185">
                <c:v>0.9602715269585541</c:v>
              </c:pt>
              <c:pt idx="186">
                <c:v>0.9602715269585541</c:v>
              </c:pt>
              <c:pt idx="187">
                <c:v>0.9602715269585541</c:v>
              </c:pt>
              <c:pt idx="188">
                <c:v>0.9602715269585541</c:v>
              </c:pt>
              <c:pt idx="189">
                <c:v>0.9602715269585541</c:v>
              </c:pt>
              <c:pt idx="190">
                <c:v>0.9602715269585541</c:v>
              </c:pt>
              <c:pt idx="191">
                <c:v>0.9602715269585541</c:v>
              </c:pt>
              <c:pt idx="192">
                <c:v>0.9602715269585541</c:v>
              </c:pt>
              <c:pt idx="193">
                <c:v>0.9602715269585541</c:v>
              </c:pt>
              <c:pt idx="194">
                <c:v>0.9602715269585541</c:v>
              </c:pt>
              <c:pt idx="195">
                <c:v>0.9602715269585541</c:v>
              </c:pt>
              <c:pt idx="196">
                <c:v>0.9602715269585541</c:v>
              </c:pt>
              <c:pt idx="197">
                <c:v>0.9602715269585541</c:v>
              </c:pt>
              <c:pt idx="198">
                <c:v>0.9602715269585541</c:v>
              </c:pt>
              <c:pt idx="199">
                <c:v>0.9602715269585541</c:v>
              </c:pt>
              <c:pt idx="200">
                <c:v>0.9602715269585541</c:v>
              </c:pt>
              <c:pt idx="201">
                <c:v>0.9602715269585541</c:v>
              </c:pt>
              <c:pt idx="202">
                <c:v>0.9602715269585541</c:v>
              </c:pt>
              <c:pt idx="203">
                <c:v>0.9602715269585541</c:v>
              </c:pt>
              <c:pt idx="204">
                <c:v>0.9602715269585541</c:v>
              </c:pt>
              <c:pt idx="205">
                <c:v>0.9602715269585541</c:v>
              </c:pt>
              <c:pt idx="206">
                <c:v>0.9602715269585541</c:v>
              </c:pt>
              <c:pt idx="207">
                <c:v>0.9602715269585541</c:v>
              </c:pt>
              <c:pt idx="208">
                <c:v>0.9602715269585541</c:v>
              </c:pt>
              <c:pt idx="209">
                <c:v>0.9602715269585541</c:v>
              </c:pt>
              <c:pt idx="210">
                <c:v>0.9602715269585541</c:v>
              </c:pt>
              <c:pt idx="211">
                <c:v>0.9602715269585541</c:v>
              </c:pt>
              <c:pt idx="212">
                <c:v>0.9602715269585541</c:v>
              </c:pt>
              <c:pt idx="213">
                <c:v>0.9602715269585541</c:v>
              </c:pt>
              <c:pt idx="214">
                <c:v>0.9602715269585541</c:v>
              </c:pt>
              <c:pt idx="215">
                <c:v>0.9602715269585541</c:v>
              </c:pt>
              <c:pt idx="216">
                <c:v>0.9602715269585541</c:v>
              </c:pt>
              <c:pt idx="217">
                <c:v>0.9602715269585541</c:v>
              </c:pt>
              <c:pt idx="218">
                <c:v>0.9602715269585541</c:v>
              </c:pt>
              <c:pt idx="219">
                <c:v>0.9602715269585541</c:v>
              </c:pt>
              <c:pt idx="220">
                <c:v>0.9602715269585541</c:v>
              </c:pt>
              <c:pt idx="221">
                <c:v>0.9602715269585541</c:v>
              </c:pt>
              <c:pt idx="222">
                <c:v>0.9602715269585541</c:v>
              </c:pt>
              <c:pt idx="223">
                <c:v>0.9602715269585541</c:v>
              </c:pt>
              <c:pt idx="224">
                <c:v>0.9602715269585541</c:v>
              </c:pt>
              <c:pt idx="225">
                <c:v>0.9602715269585541</c:v>
              </c:pt>
              <c:pt idx="226">
                <c:v>0.9602715269585541</c:v>
              </c:pt>
              <c:pt idx="227">
                <c:v>0.9602715269585541</c:v>
              </c:pt>
              <c:pt idx="228">
                <c:v>0.9602715269585541</c:v>
              </c:pt>
              <c:pt idx="229">
                <c:v>0.9602715269585541</c:v>
              </c:pt>
              <c:pt idx="230">
                <c:v>0.9602715269585541</c:v>
              </c:pt>
              <c:pt idx="231">
                <c:v>0.9602715269585541</c:v>
              </c:pt>
              <c:pt idx="232">
                <c:v>0.9602715269585541</c:v>
              </c:pt>
              <c:pt idx="233">
                <c:v>0.9602715269585541</c:v>
              </c:pt>
              <c:pt idx="234">
                <c:v>0.9602715269585541</c:v>
              </c:pt>
              <c:pt idx="235">
                <c:v>0.9602715269585541</c:v>
              </c:pt>
              <c:pt idx="236">
                <c:v>0.9602715269585541</c:v>
              </c:pt>
              <c:pt idx="237">
                <c:v>0.9602715269585541</c:v>
              </c:pt>
              <c:pt idx="238">
                <c:v>0.9602715269585541</c:v>
              </c:pt>
              <c:pt idx="239">
                <c:v>0.9602715269585541</c:v>
              </c:pt>
              <c:pt idx="240">
                <c:v>0.9602715269585541</c:v>
              </c:pt>
              <c:pt idx="241">
                <c:v>0.9602715269585541</c:v>
              </c:pt>
              <c:pt idx="242">
                <c:v>0.9602715269585541</c:v>
              </c:pt>
              <c:pt idx="243">
                <c:v>0.9602715269585541</c:v>
              </c:pt>
              <c:pt idx="244">
                <c:v>0.9602715269585541</c:v>
              </c:pt>
              <c:pt idx="245">
                <c:v>0.9602715269585541</c:v>
              </c:pt>
              <c:pt idx="246">
                <c:v>0.9602715269585541</c:v>
              </c:pt>
              <c:pt idx="247">
                <c:v>0.9602715269585541</c:v>
              </c:pt>
              <c:pt idx="248">
                <c:v>0.9602715269585541</c:v>
              </c:pt>
              <c:pt idx="249">
                <c:v>0.9602715269585541</c:v>
              </c:pt>
              <c:pt idx="250">
                <c:v>0.9602715269585541</c:v>
              </c:pt>
              <c:pt idx="251">
                <c:v>0.9602715269585541</c:v>
              </c:pt>
              <c:pt idx="252">
                <c:v>0.9602715269585541</c:v>
              </c:pt>
              <c:pt idx="253">
                <c:v>0.9602715269585541</c:v>
              </c:pt>
              <c:pt idx="254">
                <c:v>0.9602715269585541</c:v>
              </c:pt>
              <c:pt idx="255">
                <c:v>0.9602715269585541</c:v>
              </c:pt>
              <c:pt idx="256">
                <c:v>0.9602715269585541</c:v>
              </c:pt>
              <c:pt idx="257">
                <c:v>0.9602715269585541</c:v>
              </c:pt>
              <c:pt idx="258">
                <c:v>0.9602715269585541</c:v>
              </c:pt>
              <c:pt idx="259">
                <c:v>0.9602715269585541</c:v>
              </c:pt>
              <c:pt idx="260">
                <c:v>0.9602715269585541</c:v>
              </c:pt>
              <c:pt idx="261">
                <c:v>0.9602715269585541</c:v>
              </c:pt>
              <c:pt idx="262">
                <c:v>0.9602715269585541</c:v>
              </c:pt>
              <c:pt idx="263">
                <c:v>0.9602715269585541</c:v>
              </c:pt>
              <c:pt idx="264">
                <c:v>0.9602715269585541</c:v>
              </c:pt>
              <c:pt idx="265">
                <c:v>0.9602715269585541</c:v>
              </c:pt>
              <c:pt idx="266">
                <c:v>0.9602715269585541</c:v>
              </c:pt>
              <c:pt idx="267">
                <c:v>0.9602715269585541</c:v>
              </c:pt>
              <c:pt idx="268">
                <c:v>0.9602715269585541</c:v>
              </c:pt>
              <c:pt idx="269">
                <c:v>0.9602715269585541</c:v>
              </c:pt>
              <c:pt idx="270">
                <c:v>0.9602715269585541</c:v>
              </c:pt>
              <c:pt idx="271">
                <c:v>0.9602715269585541</c:v>
              </c:pt>
              <c:pt idx="272">
                <c:v>0.9602715269585541</c:v>
              </c:pt>
              <c:pt idx="273">
                <c:v>0.9602715269585541</c:v>
              </c:pt>
              <c:pt idx="274">
                <c:v>0.9602715269585541</c:v>
              </c:pt>
              <c:pt idx="275">
                <c:v>0.9602715269585541</c:v>
              </c:pt>
              <c:pt idx="276">
                <c:v>0.9602715269585541</c:v>
              </c:pt>
              <c:pt idx="277">
                <c:v>0.9602715269585541</c:v>
              </c:pt>
              <c:pt idx="278">
                <c:v>0.9602715269585541</c:v>
              </c:pt>
              <c:pt idx="279">
                <c:v>0.9602715269585541</c:v>
              </c:pt>
              <c:pt idx="280">
                <c:v>0.9602715269585541</c:v>
              </c:pt>
              <c:pt idx="281">
                <c:v>0.9602715269585541</c:v>
              </c:pt>
              <c:pt idx="282">
                <c:v>0.9602715269585541</c:v>
              </c:pt>
              <c:pt idx="283">
                <c:v>0.9602715269585541</c:v>
              </c:pt>
              <c:pt idx="284">
                <c:v>0.9602715269585541</c:v>
              </c:pt>
              <c:pt idx="285">
                <c:v>0.9602715269585541</c:v>
              </c:pt>
              <c:pt idx="286">
                <c:v>0.9602715269585541</c:v>
              </c:pt>
              <c:pt idx="287">
                <c:v>0.9602715269585541</c:v>
              </c:pt>
              <c:pt idx="288">
                <c:v>0.9602715269585541</c:v>
              </c:pt>
              <c:pt idx="289">
                <c:v>0.9602715269585541</c:v>
              </c:pt>
              <c:pt idx="290">
                <c:v>0.9602715269585541</c:v>
              </c:pt>
              <c:pt idx="291">
                <c:v>0.9602715269585541</c:v>
              </c:pt>
              <c:pt idx="292">
                <c:v>0.9602715269585541</c:v>
              </c:pt>
              <c:pt idx="293">
                <c:v>0.9602715269585541</c:v>
              </c:pt>
              <c:pt idx="294">
                <c:v>0.9602715269585541</c:v>
              </c:pt>
              <c:pt idx="295">
                <c:v>0.9602715269585541</c:v>
              </c:pt>
              <c:pt idx="296">
                <c:v>0.9602715269585541</c:v>
              </c:pt>
              <c:pt idx="297">
                <c:v>0.9602715269585541</c:v>
              </c:pt>
              <c:pt idx="298">
                <c:v>0.9602715269585541</c:v>
              </c:pt>
              <c:pt idx="299">
                <c:v>0.9602715269585541</c:v>
              </c:pt>
              <c:pt idx="300">
                <c:v>0.9602715269585541</c:v>
              </c:pt>
              <c:pt idx="301">
                <c:v>0.9602715269585541</c:v>
              </c:pt>
              <c:pt idx="302">
                <c:v>0.9602715269585541</c:v>
              </c:pt>
              <c:pt idx="303">
                <c:v>0.9602715269585541</c:v>
              </c:pt>
              <c:pt idx="304">
                <c:v>0.9602715269585541</c:v>
              </c:pt>
              <c:pt idx="305">
                <c:v>0.9602715269585541</c:v>
              </c:pt>
              <c:pt idx="306">
                <c:v>0.9602715269585541</c:v>
              </c:pt>
              <c:pt idx="307">
                <c:v>0.9602715269585541</c:v>
              </c:pt>
              <c:pt idx="308">
                <c:v>0.9602715269585541</c:v>
              </c:pt>
              <c:pt idx="309">
                <c:v>0.9602715269585541</c:v>
              </c:pt>
              <c:pt idx="310">
                <c:v>0.9602715269585541</c:v>
              </c:pt>
              <c:pt idx="311">
                <c:v>0.9602715269585541</c:v>
              </c:pt>
              <c:pt idx="312">
                <c:v>0.9602715269585541</c:v>
              </c:pt>
              <c:pt idx="313">
                <c:v>0.9602715269585541</c:v>
              </c:pt>
              <c:pt idx="314">
                <c:v>0.9602715269585541</c:v>
              </c:pt>
              <c:pt idx="315">
                <c:v>0.9602715269585541</c:v>
              </c:pt>
              <c:pt idx="316">
                <c:v>0.9602715269585541</c:v>
              </c:pt>
              <c:pt idx="317">
                <c:v>0.9602715269585541</c:v>
              </c:pt>
              <c:pt idx="318">
                <c:v>0.9602715269585541</c:v>
              </c:pt>
              <c:pt idx="319">
                <c:v>0.9602715269585541</c:v>
              </c:pt>
              <c:pt idx="320">
                <c:v>0.9602715269585541</c:v>
              </c:pt>
              <c:pt idx="321">
                <c:v>0.9602715269585541</c:v>
              </c:pt>
              <c:pt idx="322">
                <c:v>0.9602715269585541</c:v>
              </c:pt>
              <c:pt idx="323">
                <c:v>0.9602715269585541</c:v>
              </c:pt>
            </c:numLit>
          </c:yVal>
          <c:smooth val="0"/>
        </c:ser>
        <c:ser>
          <c:idx val="11"/>
          <c:order val="11"/>
          <c:tx>
            <c:v>Implemented LCA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FFFFFF"/>
              </a:solidFill>
            </c:spPr>
          </c:marker>
          <c:xVal>
            <c:numLit>
              <c:formatCode>General</c:formatCode>
              <c:ptCount val="324"/>
              <c:pt idx="0">
                <c:v>1.8486033236919899</c:v>
              </c:pt>
              <c:pt idx="1">
                <c:v>1.8486033236919899</c:v>
              </c:pt>
              <c:pt idx="2">
                <c:v>1.8486033236919899</c:v>
              </c:pt>
              <c:pt idx="3">
                <c:v>1.8486033236919899</c:v>
              </c:pt>
              <c:pt idx="4">
                <c:v>1.8486033236919899</c:v>
              </c:pt>
              <c:pt idx="5">
                <c:v>1.8486033236919899</c:v>
              </c:pt>
              <c:pt idx="6">
                <c:v>1.8486033236919899</c:v>
              </c:pt>
              <c:pt idx="7">
                <c:v>1.8486033236919899</c:v>
              </c:pt>
              <c:pt idx="8">
                <c:v>1.8486033236919899</c:v>
              </c:pt>
              <c:pt idx="9">
                <c:v>1.8486033236919899</c:v>
              </c:pt>
              <c:pt idx="10">
                <c:v>1.8486033236919899</c:v>
              </c:pt>
              <c:pt idx="11">
                <c:v>1.8486033236919899</c:v>
              </c:pt>
              <c:pt idx="12">
                <c:v>1.8486033236919899</c:v>
              </c:pt>
              <c:pt idx="13">
                <c:v>1.8486033236919899</c:v>
              </c:pt>
              <c:pt idx="14">
                <c:v>1.8486033236919899</c:v>
              </c:pt>
              <c:pt idx="15">
                <c:v>1.8486033236919899</c:v>
              </c:pt>
              <c:pt idx="16">
                <c:v>1.8486033236919899</c:v>
              </c:pt>
              <c:pt idx="17">
                <c:v>1.8486033236919899</c:v>
              </c:pt>
              <c:pt idx="18">
                <c:v>1.8486033236919899</c:v>
              </c:pt>
              <c:pt idx="19">
                <c:v>1.8486033236919899</c:v>
              </c:pt>
              <c:pt idx="20">
                <c:v>1.8486033236919899</c:v>
              </c:pt>
              <c:pt idx="21">
                <c:v>1.8486033236919899</c:v>
              </c:pt>
              <c:pt idx="22">
                <c:v>1.8486033236919899</c:v>
              </c:pt>
              <c:pt idx="23">
                <c:v>1.8486033236919899</c:v>
              </c:pt>
              <c:pt idx="24">
                <c:v>1.8486033236919899</c:v>
              </c:pt>
              <c:pt idx="25">
                <c:v>1.8486033236919899</c:v>
              </c:pt>
              <c:pt idx="26">
                <c:v>1.8486033236919899</c:v>
              </c:pt>
              <c:pt idx="27">
                <c:v>1.8486033236919899</c:v>
              </c:pt>
              <c:pt idx="28">
                <c:v>1.8486033236919899</c:v>
              </c:pt>
              <c:pt idx="29">
                <c:v>1.8486033236919899</c:v>
              </c:pt>
              <c:pt idx="30">
                <c:v>1.8486033236919899</c:v>
              </c:pt>
              <c:pt idx="31">
                <c:v>1.8486033236919899</c:v>
              </c:pt>
              <c:pt idx="32">
                <c:v>1.8486033236919899</c:v>
              </c:pt>
              <c:pt idx="33">
                <c:v>1.8486033236919899</c:v>
              </c:pt>
              <c:pt idx="34">
                <c:v>1.8486033236919899</c:v>
              </c:pt>
              <c:pt idx="35">
                <c:v>1.8486033236919899</c:v>
              </c:pt>
              <c:pt idx="36">
                <c:v>1.8486033236919899</c:v>
              </c:pt>
              <c:pt idx="37">
                <c:v>1.8486033236919899</c:v>
              </c:pt>
              <c:pt idx="38">
                <c:v>1.8486033236919899</c:v>
              </c:pt>
              <c:pt idx="39">
                <c:v>1.8486033236919899</c:v>
              </c:pt>
              <c:pt idx="40">
                <c:v>1.8486033236919899</c:v>
              </c:pt>
              <c:pt idx="41">
                <c:v>1.8486033236919899</c:v>
              </c:pt>
              <c:pt idx="42">
                <c:v>1.8486033236919899</c:v>
              </c:pt>
              <c:pt idx="43">
                <c:v>1.8486033236919899</c:v>
              </c:pt>
              <c:pt idx="44">
                <c:v>1.8486033236919899</c:v>
              </c:pt>
              <c:pt idx="45">
                <c:v>1.8486033236919899</c:v>
              </c:pt>
              <c:pt idx="46">
                <c:v>1.8486033236919899</c:v>
              </c:pt>
              <c:pt idx="47">
                <c:v>1.8486033236919899</c:v>
              </c:pt>
              <c:pt idx="48">
                <c:v>1.8486033236919899</c:v>
              </c:pt>
              <c:pt idx="49">
                <c:v>1.8486033236919899</c:v>
              </c:pt>
              <c:pt idx="50">
                <c:v>1.8486033236919899</c:v>
              </c:pt>
              <c:pt idx="51">
                <c:v>1.8486033236919899</c:v>
              </c:pt>
              <c:pt idx="52">
                <c:v>1.8486033236919899</c:v>
              </c:pt>
              <c:pt idx="53">
                <c:v>1.8486033236919899</c:v>
              </c:pt>
              <c:pt idx="54">
                <c:v>1.8486033236919899</c:v>
              </c:pt>
              <c:pt idx="55">
                <c:v>1.8486033236919899</c:v>
              </c:pt>
              <c:pt idx="56">
                <c:v>1.8486033236919899</c:v>
              </c:pt>
              <c:pt idx="57">
                <c:v>1.8486033236919899</c:v>
              </c:pt>
              <c:pt idx="58">
                <c:v>1.8486033236919899</c:v>
              </c:pt>
              <c:pt idx="59">
                <c:v>1.8486033236919899</c:v>
              </c:pt>
              <c:pt idx="60">
                <c:v>1.8486033236919899</c:v>
              </c:pt>
              <c:pt idx="61">
                <c:v>1.8486033236919899</c:v>
              </c:pt>
              <c:pt idx="62">
                <c:v>1.8486033236919899</c:v>
              </c:pt>
              <c:pt idx="63">
                <c:v>1.8486033236919899</c:v>
              </c:pt>
              <c:pt idx="64">
                <c:v>1.8486033236919899</c:v>
              </c:pt>
              <c:pt idx="65">
                <c:v>1.8486033236919899</c:v>
              </c:pt>
              <c:pt idx="66">
                <c:v>1.8486033236919899</c:v>
              </c:pt>
              <c:pt idx="67">
                <c:v>1.8486033236919899</c:v>
              </c:pt>
              <c:pt idx="68">
                <c:v>1.8486033236919899</c:v>
              </c:pt>
              <c:pt idx="69">
                <c:v>1.8486033236919899</c:v>
              </c:pt>
              <c:pt idx="70">
                <c:v>1.8486033236919899</c:v>
              </c:pt>
              <c:pt idx="71">
                <c:v>1.8486033236919899</c:v>
              </c:pt>
              <c:pt idx="72">
                <c:v>1.8486033236919899</c:v>
              </c:pt>
              <c:pt idx="73">
                <c:v>1.8486033236919899</c:v>
              </c:pt>
              <c:pt idx="74">
                <c:v>1.8486033236919899</c:v>
              </c:pt>
              <c:pt idx="75">
                <c:v>1.8486033236919899</c:v>
              </c:pt>
              <c:pt idx="76">
                <c:v>1.8486033236919899</c:v>
              </c:pt>
              <c:pt idx="77">
                <c:v>1.8486033236919899</c:v>
              </c:pt>
              <c:pt idx="78">
                <c:v>1.8486033236919899</c:v>
              </c:pt>
              <c:pt idx="79">
                <c:v>1.8486033236919899</c:v>
              </c:pt>
              <c:pt idx="80">
                <c:v>1.8486033236919899</c:v>
              </c:pt>
              <c:pt idx="81">
                <c:v>1.8486033236919899</c:v>
              </c:pt>
              <c:pt idx="82">
                <c:v>1.8486033236919899</c:v>
              </c:pt>
              <c:pt idx="83">
                <c:v>1.8486033236919899</c:v>
              </c:pt>
              <c:pt idx="84">
                <c:v>1.8486033236919899</c:v>
              </c:pt>
              <c:pt idx="85">
                <c:v>1.8486033236919899</c:v>
              </c:pt>
              <c:pt idx="86">
                <c:v>1.8486033236919899</c:v>
              </c:pt>
              <c:pt idx="87">
                <c:v>1.8486033236919899</c:v>
              </c:pt>
              <c:pt idx="88">
                <c:v>1.8486033236919899</c:v>
              </c:pt>
              <c:pt idx="89">
                <c:v>1.8486033236919899</c:v>
              </c:pt>
              <c:pt idx="90">
                <c:v>1.8486033236919899</c:v>
              </c:pt>
              <c:pt idx="91">
                <c:v>1.8486033236919899</c:v>
              </c:pt>
              <c:pt idx="92">
                <c:v>1.8486033236919899</c:v>
              </c:pt>
              <c:pt idx="93">
                <c:v>1.8486033236919899</c:v>
              </c:pt>
              <c:pt idx="94">
                <c:v>1.8486033236919899</c:v>
              </c:pt>
              <c:pt idx="95">
                <c:v>1.8486033236919899</c:v>
              </c:pt>
              <c:pt idx="96">
                <c:v>1.8486033236919899</c:v>
              </c:pt>
              <c:pt idx="97">
                <c:v>1.8486033236919899</c:v>
              </c:pt>
              <c:pt idx="98">
                <c:v>1.8486033236919899</c:v>
              </c:pt>
              <c:pt idx="99">
                <c:v>1.8486033236919899</c:v>
              </c:pt>
              <c:pt idx="100">
                <c:v>1.8486033236919899</c:v>
              </c:pt>
              <c:pt idx="101">
                <c:v>1.8486033236919899</c:v>
              </c:pt>
              <c:pt idx="102">
                <c:v>1.8486033236919899</c:v>
              </c:pt>
              <c:pt idx="103">
                <c:v>1.8486033236919899</c:v>
              </c:pt>
              <c:pt idx="104">
                <c:v>1.8486033236919899</c:v>
              </c:pt>
              <c:pt idx="105">
                <c:v>1.8486033236919899</c:v>
              </c:pt>
              <c:pt idx="106">
                <c:v>1.8486033236919899</c:v>
              </c:pt>
              <c:pt idx="107">
                <c:v>1.8486033236919899</c:v>
              </c:pt>
              <c:pt idx="108">
                <c:v>1.8486033236919899</c:v>
              </c:pt>
              <c:pt idx="109">
                <c:v>1.8486033236919899</c:v>
              </c:pt>
              <c:pt idx="110">
                <c:v>1.8486033236919899</c:v>
              </c:pt>
              <c:pt idx="111">
                <c:v>1.8486033236919899</c:v>
              </c:pt>
              <c:pt idx="112">
                <c:v>1.8486033236919899</c:v>
              </c:pt>
              <c:pt idx="113">
                <c:v>1.8486033236919899</c:v>
              </c:pt>
              <c:pt idx="114">
                <c:v>1.8486033236919899</c:v>
              </c:pt>
              <c:pt idx="115">
                <c:v>1.8486033236919899</c:v>
              </c:pt>
              <c:pt idx="116">
                <c:v>1.8486033236919899</c:v>
              </c:pt>
              <c:pt idx="117">
                <c:v>1.8486033236919899</c:v>
              </c:pt>
              <c:pt idx="118">
                <c:v>1.8486033236919899</c:v>
              </c:pt>
              <c:pt idx="119">
                <c:v>1.8486033236919899</c:v>
              </c:pt>
              <c:pt idx="120">
                <c:v>1.8486033236919899</c:v>
              </c:pt>
              <c:pt idx="121">
                <c:v>1.8486033236919899</c:v>
              </c:pt>
              <c:pt idx="122">
                <c:v>1.8486033236919899</c:v>
              </c:pt>
              <c:pt idx="123">
                <c:v>1.8486033236919899</c:v>
              </c:pt>
              <c:pt idx="124">
                <c:v>1.8486033236919899</c:v>
              </c:pt>
              <c:pt idx="125">
                <c:v>1.8486033236919899</c:v>
              </c:pt>
              <c:pt idx="126">
                <c:v>1.8486033236919899</c:v>
              </c:pt>
              <c:pt idx="127">
                <c:v>1.8486033236919899</c:v>
              </c:pt>
              <c:pt idx="128">
                <c:v>1.8486033236919899</c:v>
              </c:pt>
              <c:pt idx="129">
                <c:v>1.8486033236919899</c:v>
              </c:pt>
              <c:pt idx="130">
                <c:v>1.8486033236919899</c:v>
              </c:pt>
              <c:pt idx="131">
                <c:v>1.8486033236919899</c:v>
              </c:pt>
              <c:pt idx="132">
                <c:v>1.8486033236919899</c:v>
              </c:pt>
              <c:pt idx="133">
                <c:v>1.8486033236919899</c:v>
              </c:pt>
              <c:pt idx="134">
                <c:v>1.8486033236919899</c:v>
              </c:pt>
              <c:pt idx="135">
                <c:v>1.8486033236919899</c:v>
              </c:pt>
              <c:pt idx="136">
                <c:v>1.8486033236919899</c:v>
              </c:pt>
              <c:pt idx="137">
                <c:v>1.8486033236919899</c:v>
              </c:pt>
              <c:pt idx="138">
                <c:v>1.8486033236919899</c:v>
              </c:pt>
              <c:pt idx="139">
                <c:v>1.8486033236919899</c:v>
              </c:pt>
              <c:pt idx="140">
                <c:v>1.8486033236919899</c:v>
              </c:pt>
              <c:pt idx="141">
                <c:v>1.8486033236919899</c:v>
              </c:pt>
              <c:pt idx="142">
                <c:v>1.8486033236919899</c:v>
              </c:pt>
              <c:pt idx="143">
                <c:v>1.8486033236919899</c:v>
              </c:pt>
              <c:pt idx="144">
                <c:v>1.8486033236919899</c:v>
              </c:pt>
              <c:pt idx="145">
                <c:v>1.8486033236919899</c:v>
              </c:pt>
              <c:pt idx="146">
                <c:v>1.8486033236919899</c:v>
              </c:pt>
              <c:pt idx="147">
                <c:v>1.8486033236919899</c:v>
              </c:pt>
              <c:pt idx="148">
                <c:v>1.8486033236919899</c:v>
              </c:pt>
              <c:pt idx="149">
                <c:v>1.8486033236919899</c:v>
              </c:pt>
              <c:pt idx="150">
                <c:v>1.8486033236919899</c:v>
              </c:pt>
              <c:pt idx="151">
                <c:v>1.8486033236919899</c:v>
              </c:pt>
              <c:pt idx="152">
                <c:v>1.8486033236919899</c:v>
              </c:pt>
              <c:pt idx="153">
                <c:v>1.8486033236919899</c:v>
              </c:pt>
              <c:pt idx="154">
                <c:v>1.8486033236919899</c:v>
              </c:pt>
              <c:pt idx="155">
                <c:v>1.8486033236919899</c:v>
              </c:pt>
              <c:pt idx="156">
                <c:v>1.8486033236919899</c:v>
              </c:pt>
              <c:pt idx="157">
                <c:v>1.8486033236919899</c:v>
              </c:pt>
              <c:pt idx="158">
                <c:v>1.8486033236919899</c:v>
              </c:pt>
              <c:pt idx="159">
                <c:v>1.8486033236919899</c:v>
              </c:pt>
              <c:pt idx="160">
                <c:v>1.8486033236919899</c:v>
              </c:pt>
              <c:pt idx="161">
                <c:v>1.8486033236919899</c:v>
              </c:pt>
              <c:pt idx="162">
                <c:v>1.8486033236919899</c:v>
              </c:pt>
              <c:pt idx="163">
                <c:v>1.8486033236919899</c:v>
              </c:pt>
              <c:pt idx="164">
                <c:v>1.8486033236919899</c:v>
              </c:pt>
              <c:pt idx="165">
                <c:v>1.8486033236919899</c:v>
              </c:pt>
              <c:pt idx="166">
                <c:v>1.8486033236919899</c:v>
              </c:pt>
              <c:pt idx="167">
                <c:v>1.8486033236919899</c:v>
              </c:pt>
              <c:pt idx="168">
                <c:v>1.8486033236919899</c:v>
              </c:pt>
              <c:pt idx="169">
                <c:v>1.8486033236919899</c:v>
              </c:pt>
              <c:pt idx="170">
                <c:v>1.8486033236919899</c:v>
              </c:pt>
              <c:pt idx="171">
                <c:v>1.8486033236919899</c:v>
              </c:pt>
              <c:pt idx="172">
                <c:v>1.8486033236919899</c:v>
              </c:pt>
              <c:pt idx="173">
                <c:v>1.8486033236919899</c:v>
              </c:pt>
              <c:pt idx="174">
                <c:v>1.8486033236919899</c:v>
              </c:pt>
              <c:pt idx="175">
                <c:v>1.8486033236919899</c:v>
              </c:pt>
              <c:pt idx="176">
                <c:v>1.8486033236919899</c:v>
              </c:pt>
              <c:pt idx="177">
                <c:v>1.8486033236919899</c:v>
              </c:pt>
              <c:pt idx="178">
                <c:v>1.8486033236919899</c:v>
              </c:pt>
              <c:pt idx="179">
                <c:v>1.8486033236919899</c:v>
              </c:pt>
              <c:pt idx="180">
                <c:v>1.8486033236919899</c:v>
              </c:pt>
              <c:pt idx="181">
                <c:v>1.8486033236919899</c:v>
              </c:pt>
              <c:pt idx="182">
                <c:v>1.8486033236919899</c:v>
              </c:pt>
              <c:pt idx="183">
                <c:v>1.8486033236919899</c:v>
              </c:pt>
              <c:pt idx="184">
                <c:v>1.8486033236919899</c:v>
              </c:pt>
              <c:pt idx="185">
                <c:v>1.8486033236919899</c:v>
              </c:pt>
              <c:pt idx="186">
                <c:v>1.8486033236919899</c:v>
              </c:pt>
              <c:pt idx="187">
                <c:v>1.8486033236919899</c:v>
              </c:pt>
              <c:pt idx="188">
                <c:v>1.8486033236919899</c:v>
              </c:pt>
              <c:pt idx="189">
                <c:v>1.8486033236919899</c:v>
              </c:pt>
              <c:pt idx="190">
                <c:v>1.8486033236919899</c:v>
              </c:pt>
              <c:pt idx="191">
                <c:v>1.8486033236919899</c:v>
              </c:pt>
              <c:pt idx="192">
                <c:v>1.8486033236919899</c:v>
              </c:pt>
              <c:pt idx="193">
                <c:v>1.8486033236919899</c:v>
              </c:pt>
              <c:pt idx="194">
                <c:v>1.8486033236919899</c:v>
              </c:pt>
              <c:pt idx="195">
                <c:v>1.8486033236919899</c:v>
              </c:pt>
              <c:pt idx="196">
                <c:v>1.8486033236919899</c:v>
              </c:pt>
              <c:pt idx="197">
                <c:v>1.8486033236919899</c:v>
              </c:pt>
              <c:pt idx="198">
                <c:v>1.8486033236919899</c:v>
              </c:pt>
              <c:pt idx="199">
                <c:v>1.8486033236919899</c:v>
              </c:pt>
              <c:pt idx="200">
                <c:v>1.8486033236919899</c:v>
              </c:pt>
              <c:pt idx="201">
                <c:v>1.8486033236919899</c:v>
              </c:pt>
              <c:pt idx="202">
                <c:v>1.8486033236919899</c:v>
              </c:pt>
              <c:pt idx="203">
                <c:v>1.8486033236919899</c:v>
              </c:pt>
              <c:pt idx="204">
                <c:v>1.8486033236919899</c:v>
              </c:pt>
              <c:pt idx="205">
                <c:v>1.8486033236919899</c:v>
              </c:pt>
              <c:pt idx="206">
                <c:v>1.8486033236919899</c:v>
              </c:pt>
              <c:pt idx="207">
                <c:v>1.8486033236919899</c:v>
              </c:pt>
              <c:pt idx="208">
                <c:v>1.8486033236919899</c:v>
              </c:pt>
              <c:pt idx="209">
                <c:v>1.8486033236919899</c:v>
              </c:pt>
              <c:pt idx="210">
                <c:v>1.8486033236919899</c:v>
              </c:pt>
              <c:pt idx="211">
                <c:v>1.8486033236919899</c:v>
              </c:pt>
              <c:pt idx="212">
                <c:v>1.8486033236919899</c:v>
              </c:pt>
              <c:pt idx="213">
                <c:v>1.8486033236919899</c:v>
              </c:pt>
              <c:pt idx="214">
                <c:v>1.8486033236919899</c:v>
              </c:pt>
              <c:pt idx="215">
                <c:v>1.8486033236919899</c:v>
              </c:pt>
              <c:pt idx="216">
                <c:v>1.8486033236919899</c:v>
              </c:pt>
              <c:pt idx="217">
                <c:v>1.8486033236919899</c:v>
              </c:pt>
              <c:pt idx="218">
                <c:v>1.8486033236919899</c:v>
              </c:pt>
              <c:pt idx="219">
                <c:v>1.8486033236919899</c:v>
              </c:pt>
              <c:pt idx="220">
                <c:v>1.8486033236919899</c:v>
              </c:pt>
              <c:pt idx="221">
                <c:v>1.8486033236919899</c:v>
              </c:pt>
              <c:pt idx="222">
                <c:v>1.8486033236919899</c:v>
              </c:pt>
              <c:pt idx="223">
                <c:v>1.8486033236919899</c:v>
              </c:pt>
              <c:pt idx="224">
                <c:v>1.8486033236919899</c:v>
              </c:pt>
              <c:pt idx="225">
                <c:v>1.8486033236919899</c:v>
              </c:pt>
              <c:pt idx="226">
                <c:v>1.8486033236919899</c:v>
              </c:pt>
              <c:pt idx="227">
                <c:v>1.8486033236919899</c:v>
              </c:pt>
              <c:pt idx="228">
                <c:v>1.8486033236919899</c:v>
              </c:pt>
              <c:pt idx="229">
                <c:v>1.8486033236919899</c:v>
              </c:pt>
              <c:pt idx="230">
                <c:v>1.8486033236919899</c:v>
              </c:pt>
              <c:pt idx="231">
                <c:v>1.8486033236919899</c:v>
              </c:pt>
              <c:pt idx="232">
                <c:v>1.8486033236919899</c:v>
              </c:pt>
              <c:pt idx="233">
                <c:v>1.8486033236919899</c:v>
              </c:pt>
              <c:pt idx="234">
                <c:v>1.8486033236919899</c:v>
              </c:pt>
              <c:pt idx="235">
                <c:v>1.8486033236919899</c:v>
              </c:pt>
              <c:pt idx="236">
                <c:v>1.8486033236919899</c:v>
              </c:pt>
              <c:pt idx="237">
                <c:v>1.8486033236919899</c:v>
              </c:pt>
              <c:pt idx="238">
                <c:v>1.8486033236919899</c:v>
              </c:pt>
              <c:pt idx="239">
                <c:v>1.8486033236919899</c:v>
              </c:pt>
              <c:pt idx="240">
                <c:v>1.8486033236919899</c:v>
              </c:pt>
              <c:pt idx="241">
                <c:v>1.8486033236919899</c:v>
              </c:pt>
              <c:pt idx="242">
                <c:v>1.8486033236919899</c:v>
              </c:pt>
              <c:pt idx="243">
                <c:v>1.8486033236919899</c:v>
              </c:pt>
              <c:pt idx="244">
                <c:v>1.8486033236919899</c:v>
              </c:pt>
              <c:pt idx="245">
                <c:v>1.8486033236919899</c:v>
              </c:pt>
              <c:pt idx="246">
                <c:v>1.8486033236919899</c:v>
              </c:pt>
              <c:pt idx="247">
                <c:v>1.8486033236919899</c:v>
              </c:pt>
              <c:pt idx="248">
                <c:v>1.8486033236919899</c:v>
              </c:pt>
              <c:pt idx="249">
                <c:v>1.8486033236919899</c:v>
              </c:pt>
              <c:pt idx="250">
                <c:v>1.8486033236919899</c:v>
              </c:pt>
              <c:pt idx="251">
                <c:v>1.8486033236919899</c:v>
              </c:pt>
              <c:pt idx="252">
                <c:v>1.8486033236919899</c:v>
              </c:pt>
              <c:pt idx="253">
                <c:v>1.8486033236919899</c:v>
              </c:pt>
              <c:pt idx="254">
                <c:v>1.8486033236919899</c:v>
              </c:pt>
              <c:pt idx="255">
                <c:v>1.8486033236919899</c:v>
              </c:pt>
              <c:pt idx="256">
                <c:v>1.8486033236919899</c:v>
              </c:pt>
              <c:pt idx="257">
                <c:v>1.8486033236919899</c:v>
              </c:pt>
              <c:pt idx="258">
                <c:v>1.8486033236919899</c:v>
              </c:pt>
              <c:pt idx="259">
                <c:v>1.8486033236919899</c:v>
              </c:pt>
              <c:pt idx="260">
                <c:v>1.8486033236919899</c:v>
              </c:pt>
              <c:pt idx="261">
                <c:v>1.8486033236919899</c:v>
              </c:pt>
              <c:pt idx="262">
                <c:v>1.8486033236919899</c:v>
              </c:pt>
              <c:pt idx="263">
                <c:v>1.8486033236919899</c:v>
              </c:pt>
              <c:pt idx="264">
                <c:v>1.8486033236919899</c:v>
              </c:pt>
              <c:pt idx="265">
                <c:v>1.8486033236919899</c:v>
              </c:pt>
              <c:pt idx="266">
                <c:v>1.8486033236919899</c:v>
              </c:pt>
              <c:pt idx="267">
                <c:v>1.8486033236919899</c:v>
              </c:pt>
              <c:pt idx="268">
                <c:v>1.8486033236919899</c:v>
              </c:pt>
              <c:pt idx="269">
                <c:v>1.8486033236919899</c:v>
              </c:pt>
              <c:pt idx="270">
                <c:v>1.8486033236919899</c:v>
              </c:pt>
              <c:pt idx="271">
                <c:v>1.8486033236919899</c:v>
              </c:pt>
              <c:pt idx="272">
                <c:v>1.8486033236919899</c:v>
              </c:pt>
              <c:pt idx="273">
                <c:v>1.8486033236919899</c:v>
              </c:pt>
              <c:pt idx="274">
                <c:v>1.8486033236919899</c:v>
              </c:pt>
              <c:pt idx="275">
                <c:v>1.8486033236919899</c:v>
              </c:pt>
              <c:pt idx="276">
                <c:v>1.8486033236919899</c:v>
              </c:pt>
              <c:pt idx="277">
                <c:v>1.8486033236919899</c:v>
              </c:pt>
              <c:pt idx="278">
                <c:v>1.8486033236919899</c:v>
              </c:pt>
              <c:pt idx="279">
                <c:v>1.8486033236919899</c:v>
              </c:pt>
              <c:pt idx="280">
                <c:v>1.8486033236919899</c:v>
              </c:pt>
              <c:pt idx="281">
                <c:v>1.8486033236919899</c:v>
              </c:pt>
              <c:pt idx="282">
                <c:v>1.8486033236919899</c:v>
              </c:pt>
              <c:pt idx="283">
                <c:v>1.8486033236919899</c:v>
              </c:pt>
              <c:pt idx="284">
                <c:v>1.8486033236919899</c:v>
              </c:pt>
              <c:pt idx="285">
                <c:v>1.8486033236919899</c:v>
              </c:pt>
              <c:pt idx="286">
                <c:v>1.8486033236919899</c:v>
              </c:pt>
              <c:pt idx="287">
                <c:v>1.8486033236919899</c:v>
              </c:pt>
              <c:pt idx="288">
                <c:v>1.8486033236919899</c:v>
              </c:pt>
              <c:pt idx="289">
                <c:v>1.8486033236919899</c:v>
              </c:pt>
              <c:pt idx="290">
                <c:v>1.8486033236919899</c:v>
              </c:pt>
              <c:pt idx="291">
                <c:v>1.8486033236919899</c:v>
              </c:pt>
              <c:pt idx="292">
                <c:v>1.8486033236919899</c:v>
              </c:pt>
              <c:pt idx="293">
                <c:v>1.8486033236919899</c:v>
              </c:pt>
              <c:pt idx="294">
                <c:v>1.8486033236919899</c:v>
              </c:pt>
              <c:pt idx="295">
                <c:v>1.8486033236919899</c:v>
              </c:pt>
              <c:pt idx="296">
                <c:v>1.8486033236919899</c:v>
              </c:pt>
              <c:pt idx="297">
                <c:v>1.8486033236919899</c:v>
              </c:pt>
              <c:pt idx="298">
                <c:v>1.8486033236919899</c:v>
              </c:pt>
              <c:pt idx="299">
                <c:v>1.8486033236919899</c:v>
              </c:pt>
              <c:pt idx="300">
                <c:v>1.8486033236919899</c:v>
              </c:pt>
              <c:pt idx="301">
                <c:v>1.8486033236919899</c:v>
              </c:pt>
              <c:pt idx="302">
                <c:v>1.8486033236919899</c:v>
              </c:pt>
              <c:pt idx="303">
                <c:v>1.8486033236919899</c:v>
              </c:pt>
              <c:pt idx="304">
                <c:v>1.8486033236919899</c:v>
              </c:pt>
              <c:pt idx="305">
                <c:v>1.8486033236919899</c:v>
              </c:pt>
              <c:pt idx="306">
                <c:v>1.8486033236919899</c:v>
              </c:pt>
              <c:pt idx="307">
                <c:v>1.8486033236919899</c:v>
              </c:pt>
              <c:pt idx="308">
                <c:v>1.8486033236919899</c:v>
              </c:pt>
              <c:pt idx="309">
                <c:v>1.8486033236919899</c:v>
              </c:pt>
              <c:pt idx="310">
                <c:v>1.8486033236919899</c:v>
              </c:pt>
              <c:pt idx="311">
                <c:v>1.8486033236919899</c:v>
              </c:pt>
              <c:pt idx="312">
                <c:v>1.8486033236919899</c:v>
              </c:pt>
              <c:pt idx="313">
                <c:v>1.8486033236919899</c:v>
              </c:pt>
              <c:pt idx="314">
                <c:v>1.8486033236919899</c:v>
              </c:pt>
              <c:pt idx="315">
                <c:v>1.8486033236919899</c:v>
              </c:pt>
              <c:pt idx="316">
                <c:v>1.8486033236919899</c:v>
              </c:pt>
              <c:pt idx="317">
                <c:v>1.8486033236919899</c:v>
              </c:pt>
              <c:pt idx="318">
                <c:v>1.8486033236919899</c:v>
              </c:pt>
              <c:pt idx="319">
                <c:v>1.8486033236919899</c:v>
              </c:pt>
              <c:pt idx="320">
                <c:v>1.8486033236919899</c:v>
              </c:pt>
              <c:pt idx="321">
                <c:v>1.8486033236919899</c:v>
              </c:pt>
              <c:pt idx="322">
                <c:v>1.8486033236919899</c:v>
              </c:pt>
              <c:pt idx="323">
                <c:v>1.8486033236919899</c:v>
              </c:pt>
            </c:numLit>
          </c:xVal>
          <c:yVal>
            <c:numLit>
              <c:formatCode>0.0</c:formatCode>
              <c:ptCount val="324"/>
              <c:pt idx="0">
                <c:v>0.7995948413183116</c:v>
              </c:pt>
              <c:pt idx="1">
                <c:v>0.7995948413183116</c:v>
              </c:pt>
              <c:pt idx="2">
                <c:v>0.7995948413183116</c:v>
              </c:pt>
              <c:pt idx="3">
                <c:v>0.7995948413183116</c:v>
              </c:pt>
              <c:pt idx="4">
                <c:v>0.7995948413183116</c:v>
              </c:pt>
              <c:pt idx="5">
                <c:v>0.7995948413183116</c:v>
              </c:pt>
              <c:pt idx="6">
                <c:v>0.7995948413183116</c:v>
              </c:pt>
              <c:pt idx="7">
                <c:v>0.7995948413183116</c:v>
              </c:pt>
              <c:pt idx="8">
                <c:v>0.7995948413183116</c:v>
              </c:pt>
              <c:pt idx="9">
                <c:v>0.7995948413183116</c:v>
              </c:pt>
              <c:pt idx="10">
                <c:v>0.7995948413183116</c:v>
              </c:pt>
              <c:pt idx="11">
                <c:v>0.7995948413183116</c:v>
              </c:pt>
              <c:pt idx="12">
                <c:v>0.7995948413183116</c:v>
              </c:pt>
              <c:pt idx="13">
                <c:v>0.7995948413183116</c:v>
              </c:pt>
              <c:pt idx="14">
                <c:v>0.7995948413183116</c:v>
              </c:pt>
              <c:pt idx="15">
                <c:v>0.7995948413183116</c:v>
              </c:pt>
              <c:pt idx="16">
                <c:v>0.7995948413183116</c:v>
              </c:pt>
              <c:pt idx="17">
                <c:v>0.7995948413183116</c:v>
              </c:pt>
              <c:pt idx="18">
                <c:v>0.7995948413183116</c:v>
              </c:pt>
              <c:pt idx="19">
                <c:v>0.7995948413183116</c:v>
              </c:pt>
              <c:pt idx="20">
                <c:v>0.7995948413183116</c:v>
              </c:pt>
              <c:pt idx="21">
                <c:v>0.7995948413183116</c:v>
              </c:pt>
              <c:pt idx="22">
                <c:v>0.7995948413183116</c:v>
              </c:pt>
              <c:pt idx="23">
                <c:v>0.7995948413183116</c:v>
              </c:pt>
              <c:pt idx="24">
                <c:v>0.7995948413183116</c:v>
              </c:pt>
              <c:pt idx="25">
                <c:v>0.7995948413183116</c:v>
              </c:pt>
              <c:pt idx="26">
                <c:v>0.7995948413183116</c:v>
              </c:pt>
              <c:pt idx="27">
                <c:v>0.7995948413183116</c:v>
              </c:pt>
              <c:pt idx="28">
                <c:v>0.7995948413183116</c:v>
              </c:pt>
              <c:pt idx="29">
                <c:v>0.7995948413183116</c:v>
              </c:pt>
              <c:pt idx="30">
                <c:v>0.7995948413183116</c:v>
              </c:pt>
              <c:pt idx="31">
                <c:v>0.7995948413183116</c:v>
              </c:pt>
              <c:pt idx="32">
                <c:v>0.7995948413183116</c:v>
              </c:pt>
              <c:pt idx="33">
                <c:v>0.7995948413183116</c:v>
              </c:pt>
              <c:pt idx="34">
                <c:v>0.7995948413183116</c:v>
              </c:pt>
              <c:pt idx="35">
                <c:v>0.7995948413183116</c:v>
              </c:pt>
              <c:pt idx="36">
                <c:v>0.7995948413183116</c:v>
              </c:pt>
              <c:pt idx="37">
                <c:v>0.7995948413183116</c:v>
              </c:pt>
              <c:pt idx="38">
                <c:v>0.7995948413183116</c:v>
              </c:pt>
              <c:pt idx="39">
                <c:v>0.7995948413183116</c:v>
              </c:pt>
              <c:pt idx="40">
                <c:v>0.7995948413183116</c:v>
              </c:pt>
              <c:pt idx="41">
                <c:v>0.7995948413183116</c:v>
              </c:pt>
              <c:pt idx="42">
                <c:v>0.7995948413183116</c:v>
              </c:pt>
              <c:pt idx="43">
                <c:v>0.7995948413183116</c:v>
              </c:pt>
              <c:pt idx="44">
                <c:v>0.7995948413183116</c:v>
              </c:pt>
              <c:pt idx="45">
                <c:v>0.7995948413183116</c:v>
              </c:pt>
              <c:pt idx="46">
                <c:v>0.7995948413183116</c:v>
              </c:pt>
              <c:pt idx="47">
                <c:v>0.7995948413183116</c:v>
              </c:pt>
              <c:pt idx="48">
                <c:v>0.7995948413183116</c:v>
              </c:pt>
              <c:pt idx="49">
                <c:v>0.7995948413183116</c:v>
              </c:pt>
              <c:pt idx="50">
                <c:v>0.7995948413183116</c:v>
              </c:pt>
              <c:pt idx="51">
                <c:v>0.7995948413183116</c:v>
              </c:pt>
              <c:pt idx="52">
                <c:v>0.7995948413183116</c:v>
              </c:pt>
              <c:pt idx="53">
                <c:v>0.7995948413183116</c:v>
              </c:pt>
              <c:pt idx="54">
                <c:v>0.7995948413183116</c:v>
              </c:pt>
              <c:pt idx="55">
                <c:v>0.7995948413183116</c:v>
              </c:pt>
              <c:pt idx="56">
                <c:v>0.7995948413183116</c:v>
              </c:pt>
              <c:pt idx="57">
                <c:v>0.7995948413183116</c:v>
              </c:pt>
              <c:pt idx="58">
                <c:v>0.7995948413183116</c:v>
              </c:pt>
              <c:pt idx="59">
                <c:v>0.7995948413183116</c:v>
              </c:pt>
              <c:pt idx="60">
                <c:v>0.7995948413183116</c:v>
              </c:pt>
              <c:pt idx="61">
                <c:v>0.7995948413183116</c:v>
              </c:pt>
              <c:pt idx="62">
                <c:v>0.7995948413183116</c:v>
              </c:pt>
              <c:pt idx="63">
                <c:v>0.7995948413183116</c:v>
              </c:pt>
              <c:pt idx="64">
                <c:v>0.7995948413183116</c:v>
              </c:pt>
              <c:pt idx="65">
                <c:v>0.7995948413183116</c:v>
              </c:pt>
              <c:pt idx="66">
                <c:v>0.7995948413183116</c:v>
              </c:pt>
              <c:pt idx="67">
                <c:v>0.7995948413183116</c:v>
              </c:pt>
              <c:pt idx="68">
                <c:v>0.7995948413183116</c:v>
              </c:pt>
              <c:pt idx="69">
                <c:v>0.7995948413183116</c:v>
              </c:pt>
              <c:pt idx="70">
                <c:v>0.7995948413183116</c:v>
              </c:pt>
              <c:pt idx="71">
                <c:v>0.7995948413183116</c:v>
              </c:pt>
              <c:pt idx="72">
                <c:v>0.7995948413183116</c:v>
              </c:pt>
              <c:pt idx="73">
                <c:v>0.7995948413183116</c:v>
              </c:pt>
              <c:pt idx="74">
                <c:v>0.7995948413183116</c:v>
              </c:pt>
              <c:pt idx="75">
                <c:v>0.7995948413183116</c:v>
              </c:pt>
              <c:pt idx="76">
                <c:v>0.7995948413183116</c:v>
              </c:pt>
              <c:pt idx="77">
                <c:v>0.7995948413183116</c:v>
              </c:pt>
              <c:pt idx="78">
                <c:v>0.7995948413183116</c:v>
              </c:pt>
              <c:pt idx="79">
                <c:v>0.7995948413183116</c:v>
              </c:pt>
              <c:pt idx="80">
                <c:v>0.7995948413183116</c:v>
              </c:pt>
              <c:pt idx="81">
                <c:v>0.7995948413183116</c:v>
              </c:pt>
              <c:pt idx="82">
                <c:v>0.7995948413183116</c:v>
              </c:pt>
              <c:pt idx="83">
                <c:v>0.7995948413183116</c:v>
              </c:pt>
              <c:pt idx="84">
                <c:v>0.7995948413183116</c:v>
              </c:pt>
              <c:pt idx="85">
                <c:v>0.7995948413183116</c:v>
              </c:pt>
              <c:pt idx="86">
                <c:v>0.7995948413183116</c:v>
              </c:pt>
              <c:pt idx="87">
                <c:v>0.7995948413183116</c:v>
              </c:pt>
              <c:pt idx="88">
                <c:v>0.7995948413183116</c:v>
              </c:pt>
              <c:pt idx="89">
                <c:v>0.7995948413183116</c:v>
              </c:pt>
              <c:pt idx="90">
                <c:v>0.7995948413183116</c:v>
              </c:pt>
              <c:pt idx="91">
                <c:v>0.7995948413183116</c:v>
              </c:pt>
              <c:pt idx="92">
                <c:v>0.7995948413183116</c:v>
              </c:pt>
              <c:pt idx="93">
                <c:v>0.7995948413183116</c:v>
              </c:pt>
              <c:pt idx="94">
                <c:v>0.7995948413183116</c:v>
              </c:pt>
              <c:pt idx="95">
                <c:v>0.7995948413183116</c:v>
              </c:pt>
              <c:pt idx="96">
                <c:v>0.7995948413183116</c:v>
              </c:pt>
              <c:pt idx="97">
                <c:v>0.7995948413183116</c:v>
              </c:pt>
              <c:pt idx="98">
                <c:v>0.7995948413183116</c:v>
              </c:pt>
              <c:pt idx="99">
                <c:v>0.7995948413183116</c:v>
              </c:pt>
              <c:pt idx="100">
                <c:v>0.7995948413183116</c:v>
              </c:pt>
              <c:pt idx="101">
                <c:v>0.7995948413183116</c:v>
              </c:pt>
              <c:pt idx="102">
                <c:v>0.7995948413183116</c:v>
              </c:pt>
              <c:pt idx="103">
                <c:v>0.7995948413183116</c:v>
              </c:pt>
              <c:pt idx="104">
                <c:v>0.7995948413183116</c:v>
              </c:pt>
              <c:pt idx="105">
                <c:v>0.7995948413183116</c:v>
              </c:pt>
              <c:pt idx="106">
                <c:v>0.7995948413183116</c:v>
              </c:pt>
              <c:pt idx="107">
                <c:v>0.7995948413183116</c:v>
              </c:pt>
              <c:pt idx="108">
                <c:v>0.7995948413183116</c:v>
              </c:pt>
              <c:pt idx="109">
                <c:v>0.7995948413183116</c:v>
              </c:pt>
              <c:pt idx="110">
                <c:v>0.7995948413183116</c:v>
              </c:pt>
              <c:pt idx="111">
                <c:v>0.7995948413183116</c:v>
              </c:pt>
              <c:pt idx="112">
                <c:v>0.7995948413183116</c:v>
              </c:pt>
              <c:pt idx="113">
                <c:v>0.7995948413183116</c:v>
              </c:pt>
              <c:pt idx="114">
                <c:v>0.7995948413183116</c:v>
              </c:pt>
              <c:pt idx="115">
                <c:v>0.7995948413183116</c:v>
              </c:pt>
              <c:pt idx="116">
                <c:v>0.7995948413183116</c:v>
              </c:pt>
              <c:pt idx="117">
                <c:v>0.7995948413183116</c:v>
              </c:pt>
              <c:pt idx="118">
                <c:v>0.7995948413183116</c:v>
              </c:pt>
              <c:pt idx="119">
                <c:v>0.7995948413183116</c:v>
              </c:pt>
              <c:pt idx="120">
                <c:v>0.7995948413183116</c:v>
              </c:pt>
              <c:pt idx="121">
                <c:v>0.7995948413183116</c:v>
              </c:pt>
              <c:pt idx="122">
                <c:v>0.7995948413183116</c:v>
              </c:pt>
              <c:pt idx="123">
                <c:v>0.7995948413183116</c:v>
              </c:pt>
              <c:pt idx="124">
                <c:v>0.7995948413183116</c:v>
              </c:pt>
              <c:pt idx="125">
                <c:v>0.7995948413183116</c:v>
              </c:pt>
              <c:pt idx="126">
                <c:v>0.7995948413183116</c:v>
              </c:pt>
              <c:pt idx="127">
                <c:v>0.7995948413183116</c:v>
              </c:pt>
              <c:pt idx="128">
                <c:v>0.7995948413183116</c:v>
              </c:pt>
              <c:pt idx="129">
                <c:v>0.7995948413183116</c:v>
              </c:pt>
              <c:pt idx="130">
                <c:v>0.7995948413183116</c:v>
              </c:pt>
              <c:pt idx="131">
                <c:v>0.7995948413183116</c:v>
              </c:pt>
              <c:pt idx="132">
                <c:v>0.7995948413183116</c:v>
              </c:pt>
              <c:pt idx="133">
                <c:v>0.7995948413183116</c:v>
              </c:pt>
              <c:pt idx="134">
                <c:v>0.7995948413183116</c:v>
              </c:pt>
              <c:pt idx="135">
                <c:v>0.7995948413183116</c:v>
              </c:pt>
              <c:pt idx="136">
                <c:v>0.7995948413183116</c:v>
              </c:pt>
              <c:pt idx="137">
                <c:v>0.7995948413183116</c:v>
              </c:pt>
              <c:pt idx="138">
                <c:v>0.7995948413183116</c:v>
              </c:pt>
              <c:pt idx="139">
                <c:v>0.7995948413183116</c:v>
              </c:pt>
              <c:pt idx="140">
                <c:v>0.7995948413183116</c:v>
              </c:pt>
              <c:pt idx="141">
                <c:v>0.7995948413183116</c:v>
              </c:pt>
              <c:pt idx="142">
                <c:v>0.7995948413183116</c:v>
              </c:pt>
              <c:pt idx="143">
                <c:v>0.7995948413183116</c:v>
              </c:pt>
              <c:pt idx="144">
                <c:v>0.7995948413183116</c:v>
              </c:pt>
              <c:pt idx="145">
                <c:v>0.7995948413183116</c:v>
              </c:pt>
              <c:pt idx="146">
                <c:v>0.7995948413183116</c:v>
              </c:pt>
              <c:pt idx="147">
                <c:v>0.7995948413183116</c:v>
              </c:pt>
              <c:pt idx="148">
                <c:v>0.7995948413183116</c:v>
              </c:pt>
              <c:pt idx="149">
                <c:v>0.7995948413183116</c:v>
              </c:pt>
              <c:pt idx="150">
                <c:v>0.7995948413183116</c:v>
              </c:pt>
              <c:pt idx="151">
                <c:v>0.7995948413183116</c:v>
              </c:pt>
              <c:pt idx="152">
                <c:v>0.7995948413183116</c:v>
              </c:pt>
              <c:pt idx="153">
                <c:v>0.7995948413183116</c:v>
              </c:pt>
              <c:pt idx="154">
                <c:v>0.7995948413183116</c:v>
              </c:pt>
              <c:pt idx="155">
                <c:v>0.7995948413183116</c:v>
              </c:pt>
              <c:pt idx="156">
                <c:v>0.7995948413183116</c:v>
              </c:pt>
              <c:pt idx="157">
                <c:v>0.7995948413183116</c:v>
              </c:pt>
              <c:pt idx="158">
                <c:v>0.7995948413183116</c:v>
              </c:pt>
              <c:pt idx="159">
                <c:v>0.7995948413183116</c:v>
              </c:pt>
              <c:pt idx="160">
                <c:v>0.7995948413183116</c:v>
              </c:pt>
              <c:pt idx="161">
                <c:v>0.7995948413183116</c:v>
              </c:pt>
              <c:pt idx="162">
                <c:v>0.7995948413183116</c:v>
              </c:pt>
              <c:pt idx="163">
                <c:v>0.7995948413183116</c:v>
              </c:pt>
              <c:pt idx="164">
                <c:v>0.7995948413183116</c:v>
              </c:pt>
              <c:pt idx="165">
                <c:v>0.7995948413183116</c:v>
              </c:pt>
              <c:pt idx="166">
                <c:v>0.7995948413183116</c:v>
              </c:pt>
              <c:pt idx="167">
                <c:v>0.7995948413183116</c:v>
              </c:pt>
              <c:pt idx="168">
                <c:v>0.7995948413183116</c:v>
              </c:pt>
              <c:pt idx="169">
                <c:v>0.7995948413183116</c:v>
              </c:pt>
              <c:pt idx="170">
                <c:v>0.7995948413183116</c:v>
              </c:pt>
              <c:pt idx="171">
                <c:v>0.7995948413183116</c:v>
              </c:pt>
              <c:pt idx="172">
                <c:v>0.7995948413183116</c:v>
              </c:pt>
              <c:pt idx="173">
                <c:v>0.7995948413183116</c:v>
              </c:pt>
              <c:pt idx="174">
                <c:v>0.7995948413183116</c:v>
              </c:pt>
              <c:pt idx="175">
                <c:v>0.7995948413183116</c:v>
              </c:pt>
              <c:pt idx="176">
                <c:v>0.7995948413183116</c:v>
              </c:pt>
              <c:pt idx="177">
                <c:v>0.7995948413183116</c:v>
              </c:pt>
              <c:pt idx="178">
                <c:v>0.7995948413183116</c:v>
              </c:pt>
              <c:pt idx="179">
                <c:v>0.7995948413183116</c:v>
              </c:pt>
              <c:pt idx="180">
                <c:v>0.7995948413183116</c:v>
              </c:pt>
              <c:pt idx="181">
                <c:v>0.7995948413183116</c:v>
              </c:pt>
              <c:pt idx="182">
                <c:v>0.7995948413183116</c:v>
              </c:pt>
              <c:pt idx="183">
                <c:v>0.7995948413183116</c:v>
              </c:pt>
              <c:pt idx="184">
                <c:v>0.7995948413183116</c:v>
              </c:pt>
              <c:pt idx="185">
                <c:v>0.7995948413183116</c:v>
              </c:pt>
              <c:pt idx="186">
                <c:v>0.7995948413183116</c:v>
              </c:pt>
              <c:pt idx="187">
                <c:v>0.7995948413183116</c:v>
              </c:pt>
              <c:pt idx="188">
                <c:v>0.7995948413183116</c:v>
              </c:pt>
              <c:pt idx="189">
                <c:v>0.7995948413183116</c:v>
              </c:pt>
              <c:pt idx="190">
                <c:v>0.7995948413183116</c:v>
              </c:pt>
              <c:pt idx="191">
                <c:v>0.7995948413183116</c:v>
              </c:pt>
              <c:pt idx="192">
                <c:v>0.7995948413183116</c:v>
              </c:pt>
              <c:pt idx="193">
                <c:v>0.7995948413183116</c:v>
              </c:pt>
              <c:pt idx="194">
                <c:v>0.7995948413183116</c:v>
              </c:pt>
              <c:pt idx="195">
                <c:v>0.7995948413183116</c:v>
              </c:pt>
              <c:pt idx="196">
                <c:v>0.7995948413183116</c:v>
              </c:pt>
              <c:pt idx="197">
                <c:v>0.7995948413183116</c:v>
              </c:pt>
              <c:pt idx="198">
                <c:v>0.7995948413183116</c:v>
              </c:pt>
              <c:pt idx="199">
                <c:v>0.7995948413183116</c:v>
              </c:pt>
              <c:pt idx="200">
                <c:v>0.7995948413183116</c:v>
              </c:pt>
              <c:pt idx="201">
                <c:v>0.7995948413183116</c:v>
              </c:pt>
              <c:pt idx="202">
                <c:v>0.7995948413183116</c:v>
              </c:pt>
              <c:pt idx="203">
                <c:v>0.7995948413183116</c:v>
              </c:pt>
              <c:pt idx="204">
                <c:v>0.7995948413183116</c:v>
              </c:pt>
              <c:pt idx="205">
                <c:v>0.7995948413183116</c:v>
              </c:pt>
              <c:pt idx="206">
                <c:v>0.7995948413183116</c:v>
              </c:pt>
              <c:pt idx="207">
                <c:v>0.7995948413183116</c:v>
              </c:pt>
              <c:pt idx="208">
                <c:v>0.7995948413183116</c:v>
              </c:pt>
              <c:pt idx="209">
                <c:v>0.7995948413183116</c:v>
              </c:pt>
              <c:pt idx="210">
                <c:v>0.7995948413183116</c:v>
              </c:pt>
              <c:pt idx="211">
                <c:v>0.7995948413183116</c:v>
              </c:pt>
              <c:pt idx="212">
                <c:v>0.7995948413183116</c:v>
              </c:pt>
              <c:pt idx="213">
                <c:v>0.7995948413183116</c:v>
              </c:pt>
              <c:pt idx="214">
                <c:v>0.7995948413183116</c:v>
              </c:pt>
              <c:pt idx="215">
                <c:v>0.7995948413183116</c:v>
              </c:pt>
              <c:pt idx="216">
                <c:v>0.7995948413183116</c:v>
              </c:pt>
              <c:pt idx="217">
                <c:v>0.7995948413183116</c:v>
              </c:pt>
              <c:pt idx="218">
                <c:v>0.7995948413183116</c:v>
              </c:pt>
              <c:pt idx="219">
                <c:v>0.7995948413183116</c:v>
              </c:pt>
              <c:pt idx="220">
                <c:v>0.7995948413183116</c:v>
              </c:pt>
              <c:pt idx="221">
                <c:v>0.7995948413183116</c:v>
              </c:pt>
              <c:pt idx="222">
                <c:v>0.7995948413183116</c:v>
              </c:pt>
              <c:pt idx="223">
                <c:v>0.7995948413183116</c:v>
              </c:pt>
              <c:pt idx="224">
                <c:v>0.7995948413183116</c:v>
              </c:pt>
              <c:pt idx="225">
                <c:v>0.7995948413183116</c:v>
              </c:pt>
              <c:pt idx="226">
                <c:v>0.7995948413183116</c:v>
              </c:pt>
              <c:pt idx="227">
                <c:v>0.7995948413183116</c:v>
              </c:pt>
              <c:pt idx="228">
                <c:v>0.7995948413183116</c:v>
              </c:pt>
              <c:pt idx="229">
                <c:v>0.7995948413183116</c:v>
              </c:pt>
              <c:pt idx="230">
                <c:v>0.7995948413183116</c:v>
              </c:pt>
              <c:pt idx="231">
                <c:v>0.7995948413183116</c:v>
              </c:pt>
              <c:pt idx="232">
                <c:v>0.7995948413183116</c:v>
              </c:pt>
              <c:pt idx="233">
                <c:v>0.7995948413183116</c:v>
              </c:pt>
              <c:pt idx="234">
                <c:v>0.7995948413183116</c:v>
              </c:pt>
              <c:pt idx="235">
                <c:v>0.7995948413183116</c:v>
              </c:pt>
              <c:pt idx="236">
                <c:v>0.7995948413183116</c:v>
              </c:pt>
              <c:pt idx="237">
                <c:v>0.7995948413183116</c:v>
              </c:pt>
              <c:pt idx="238">
                <c:v>0.7995948413183116</c:v>
              </c:pt>
              <c:pt idx="239">
                <c:v>0.7995948413183116</c:v>
              </c:pt>
              <c:pt idx="240">
                <c:v>0.7995948413183116</c:v>
              </c:pt>
              <c:pt idx="241">
                <c:v>0.7995948413183116</c:v>
              </c:pt>
              <c:pt idx="242">
                <c:v>0.7995948413183116</c:v>
              </c:pt>
              <c:pt idx="243">
                <c:v>0.7995948413183116</c:v>
              </c:pt>
              <c:pt idx="244">
                <c:v>0.7995948413183116</c:v>
              </c:pt>
              <c:pt idx="245">
                <c:v>0.7995948413183116</c:v>
              </c:pt>
              <c:pt idx="246">
                <c:v>0.7995948413183116</c:v>
              </c:pt>
              <c:pt idx="247">
                <c:v>0.7995948413183116</c:v>
              </c:pt>
              <c:pt idx="248">
                <c:v>0.7995948413183116</c:v>
              </c:pt>
              <c:pt idx="249">
                <c:v>0.7995948413183116</c:v>
              </c:pt>
              <c:pt idx="250">
                <c:v>0.7995948413183116</c:v>
              </c:pt>
              <c:pt idx="251">
                <c:v>0.7995948413183116</c:v>
              </c:pt>
              <c:pt idx="252">
                <c:v>0.7995948413183116</c:v>
              </c:pt>
              <c:pt idx="253">
                <c:v>0.7995948413183116</c:v>
              </c:pt>
              <c:pt idx="254">
                <c:v>0.7995948413183116</c:v>
              </c:pt>
              <c:pt idx="255">
                <c:v>0.7995948413183116</c:v>
              </c:pt>
              <c:pt idx="256">
                <c:v>0.7995948413183116</c:v>
              </c:pt>
              <c:pt idx="257">
                <c:v>0.7995948413183116</c:v>
              </c:pt>
              <c:pt idx="258">
                <c:v>0.7995948413183116</c:v>
              </c:pt>
              <c:pt idx="259">
                <c:v>0.7995948413183116</c:v>
              </c:pt>
              <c:pt idx="260">
                <c:v>0.7995948413183116</c:v>
              </c:pt>
              <c:pt idx="261">
                <c:v>0.7995948413183116</c:v>
              </c:pt>
              <c:pt idx="262">
                <c:v>0.7995948413183116</c:v>
              </c:pt>
              <c:pt idx="263">
                <c:v>0.7995948413183116</c:v>
              </c:pt>
              <c:pt idx="264">
                <c:v>0.7995948413183116</c:v>
              </c:pt>
              <c:pt idx="265">
                <c:v>0.7995948413183116</c:v>
              </c:pt>
              <c:pt idx="266">
                <c:v>0.7995948413183116</c:v>
              </c:pt>
              <c:pt idx="267">
                <c:v>0.7995948413183116</c:v>
              </c:pt>
              <c:pt idx="268">
                <c:v>0.7995948413183116</c:v>
              </c:pt>
              <c:pt idx="269">
                <c:v>0.7995948413183116</c:v>
              </c:pt>
              <c:pt idx="270">
                <c:v>0.7995948413183116</c:v>
              </c:pt>
              <c:pt idx="271">
                <c:v>0.7995948413183116</c:v>
              </c:pt>
              <c:pt idx="272">
                <c:v>0.7995948413183116</c:v>
              </c:pt>
              <c:pt idx="273">
                <c:v>0.7995948413183116</c:v>
              </c:pt>
              <c:pt idx="274">
                <c:v>0.7995948413183116</c:v>
              </c:pt>
              <c:pt idx="275">
                <c:v>0.7995948413183116</c:v>
              </c:pt>
              <c:pt idx="276">
                <c:v>0.7995948413183116</c:v>
              </c:pt>
              <c:pt idx="277">
                <c:v>0.7995948413183116</c:v>
              </c:pt>
              <c:pt idx="278">
                <c:v>0.7995948413183116</c:v>
              </c:pt>
              <c:pt idx="279">
                <c:v>0.7995948413183116</c:v>
              </c:pt>
              <c:pt idx="280">
                <c:v>0.7995948413183116</c:v>
              </c:pt>
              <c:pt idx="281">
                <c:v>0.7995948413183116</c:v>
              </c:pt>
              <c:pt idx="282">
                <c:v>0.7995948413183116</c:v>
              </c:pt>
              <c:pt idx="283">
                <c:v>0.7995948413183116</c:v>
              </c:pt>
              <c:pt idx="284">
                <c:v>0.7995948413183116</c:v>
              </c:pt>
              <c:pt idx="285">
                <c:v>0.7995948413183116</c:v>
              </c:pt>
              <c:pt idx="286">
                <c:v>0.7995948413183116</c:v>
              </c:pt>
              <c:pt idx="287">
                <c:v>0.7995948413183116</c:v>
              </c:pt>
              <c:pt idx="288">
                <c:v>0.7995948413183116</c:v>
              </c:pt>
              <c:pt idx="289">
                <c:v>0.7995948413183116</c:v>
              </c:pt>
              <c:pt idx="290">
                <c:v>0.7995948413183116</c:v>
              </c:pt>
              <c:pt idx="291">
                <c:v>0.7995948413183116</c:v>
              </c:pt>
              <c:pt idx="292">
                <c:v>0.7995948413183116</c:v>
              </c:pt>
              <c:pt idx="293">
                <c:v>0.7995948413183116</c:v>
              </c:pt>
              <c:pt idx="294">
                <c:v>0.7995948413183116</c:v>
              </c:pt>
              <c:pt idx="295">
                <c:v>0.7995948413183116</c:v>
              </c:pt>
              <c:pt idx="296">
                <c:v>0.7995948413183116</c:v>
              </c:pt>
              <c:pt idx="297">
                <c:v>0.7995948413183116</c:v>
              </c:pt>
              <c:pt idx="298">
                <c:v>0.7995948413183116</c:v>
              </c:pt>
              <c:pt idx="299">
                <c:v>0.7995948413183116</c:v>
              </c:pt>
              <c:pt idx="300">
                <c:v>0.7995948413183116</c:v>
              </c:pt>
              <c:pt idx="301">
                <c:v>0.7995948413183116</c:v>
              </c:pt>
              <c:pt idx="302">
                <c:v>0.7995948413183116</c:v>
              </c:pt>
              <c:pt idx="303">
                <c:v>0.7995948413183116</c:v>
              </c:pt>
              <c:pt idx="304">
                <c:v>0.7995948413183116</c:v>
              </c:pt>
              <c:pt idx="305">
                <c:v>0.7995948413183116</c:v>
              </c:pt>
              <c:pt idx="306">
                <c:v>0.7995948413183116</c:v>
              </c:pt>
              <c:pt idx="307">
                <c:v>0.7995948413183116</c:v>
              </c:pt>
              <c:pt idx="308">
                <c:v>0.7995948413183116</c:v>
              </c:pt>
              <c:pt idx="309">
                <c:v>0.7995948413183116</c:v>
              </c:pt>
              <c:pt idx="310">
                <c:v>0.7995948413183116</c:v>
              </c:pt>
              <c:pt idx="311">
                <c:v>0.7995948413183116</c:v>
              </c:pt>
              <c:pt idx="312">
                <c:v>0.7995948413183116</c:v>
              </c:pt>
              <c:pt idx="313">
                <c:v>0.7995948413183116</c:v>
              </c:pt>
              <c:pt idx="314">
                <c:v>0.7995948413183116</c:v>
              </c:pt>
              <c:pt idx="315">
                <c:v>0.7995948413183116</c:v>
              </c:pt>
              <c:pt idx="316">
                <c:v>0.7995948413183116</c:v>
              </c:pt>
              <c:pt idx="317">
                <c:v>0.7995948413183116</c:v>
              </c:pt>
              <c:pt idx="318">
                <c:v>0.7995948413183116</c:v>
              </c:pt>
              <c:pt idx="319">
                <c:v>0.7995948413183116</c:v>
              </c:pt>
              <c:pt idx="320">
                <c:v>0.7995948413183116</c:v>
              </c:pt>
              <c:pt idx="321">
                <c:v>0.7995948413183116</c:v>
              </c:pt>
              <c:pt idx="322">
                <c:v>0.7995948413183116</c:v>
              </c:pt>
              <c:pt idx="323">
                <c:v>0.7995948413183116</c:v>
              </c:pt>
            </c:numLit>
          </c:yVal>
          <c:smooth val="0"/>
        </c:ser>
        <c:ser>
          <c:idx val="12"/>
          <c:order val="12"/>
          <c:tx>
            <c:v>Implemented LCA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FFFFFF"/>
              </a:solidFill>
            </c:spPr>
          </c:marker>
          <c:xVal>
            <c:numLit>
              <c:formatCode>General</c:formatCode>
              <c:ptCount val="324"/>
              <c:pt idx="0">
                <c:v>33.58694481805558</c:v>
              </c:pt>
              <c:pt idx="1">
                <c:v>33.58694481805558</c:v>
              </c:pt>
              <c:pt idx="2">
                <c:v>33.58694481805558</c:v>
              </c:pt>
              <c:pt idx="3">
                <c:v>33.58694481805558</c:v>
              </c:pt>
              <c:pt idx="4">
                <c:v>33.58694481805558</c:v>
              </c:pt>
              <c:pt idx="5">
                <c:v>33.58694481805558</c:v>
              </c:pt>
              <c:pt idx="6">
                <c:v>33.58694481805558</c:v>
              </c:pt>
              <c:pt idx="7">
                <c:v>33.58694481805558</c:v>
              </c:pt>
              <c:pt idx="8">
                <c:v>33.58694481805558</c:v>
              </c:pt>
              <c:pt idx="9">
                <c:v>33.58694481805558</c:v>
              </c:pt>
              <c:pt idx="10">
                <c:v>33.58694481805558</c:v>
              </c:pt>
              <c:pt idx="11">
                <c:v>33.58694481805558</c:v>
              </c:pt>
              <c:pt idx="12">
                <c:v>33.58694481805558</c:v>
              </c:pt>
              <c:pt idx="13">
                <c:v>33.58694481805558</c:v>
              </c:pt>
              <c:pt idx="14">
                <c:v>33.58694481805558</c:v>
              </c:pt>
              <c:pt idx="15">
                <c:v>33.58694481805558</c:v>
              </c:pt>
              <c:pt idx="16">
                <c:v>33.58694481805558</c:v>
              </c:pt>
              <c:pt idx="17">
                <c:v>33.58694481805558</c:v>
              </c:pt>
              <c:pt idx="18">
                <c:v>33.58694481805558</c:v>
              </c:pt>
              <c:pt idx="19">
                <c:v>33.58694481805558</c:v>
              </c:pt>
              <c:pt idx="20">
                <c:v>33.58694481805558</c:v>
              </c:pt>
              <c:pt idx="21">
                <c:v>33.58694481805558</c:v>
              </c:pt>
              <c:pt idx="22">
                <c:v>33.58694481805558</c:v>
              </c:pt>
              <c:pt idx="23">
                <c:v>33.58694481805558</c:v>
              </c:pt>
              <c:pt idx="24">
                <c:v>33.58694481805558</c:v>
              </c:pt>
              <c:pt idx="25">
                <c:v>33.58694481805558</c:v>
              </c:pt>
              <c:pt idx="26">
                <c:v>33.58694481805558</c:v>
              </c:pt>
              <c:pt idx="27">
                <c:v>33.58694481805558</c:v>
              </c:pt>
              <c:pt idx="28">
                <c:v>33.58694481805558</c:v>
              </c:pt>
              <c:pt idx="29">
                <c:v>33.58694481805558</c:v>
              </c:pt>
              <c:pt idx="30">
                <c:v>33.58694481805558</c:v>
              </c:pt>
              <c:pt idx="31">
                <c:v>33.58694481805558</c:v>
              </c:pt>
              <c:pt idx="32">
                <c:v>33.58694481805558</c:v>
              </c:pt>
              <c:pt idx="33">
                <c:v>33.58694481805558</c:v>
              </c:pt>
              <c:pt idx="34">
                <c:v>33.58694481805558</c:v>
              </c:pt>
              <c:pt idx="35">
                <c:v>33.58694481805558</c:v>
              </c:pt>
              <c:pt idx="36">
                <c:v>33.58694481805558</c:v>
              </c:pt>
              <c:pt idx="37">
                <c:v>33.58694481805558</c:v>
              </c:pt>
              <c:pt idx="38">
                <c:v>33.58694481805558</c:v>
              </c:pt>
              <c:pt idx="39">
                <c:v>33.58694481805558</c:v>
              </c:pt>
              <c:pt idx="40">
                <c:v>33.58694481805558</c:v>
              </c:pt>
              <c:pt idx="41">
                <c:v>33.58694481805558</c:v>
              </c:pt>
              <c:pt idx="42">
                <c:v>33.58694481805558</c:v>
              </c:pt>
              <c:pt idx="43">
                <c:v>33.58694481805558</c:v>
              </c:pt>
              <c:pt idx="44">
                <c:v>33.58694481805558</c:v>
              </c:pt>
              <c:pt idx="45">
                <c:v>33.58694481805558</c:v>
              </c:pt>
              <c:pt idx="46">
                <c:v>33.58694481805558</c:v>
              </c:pt>
              <c:pt idx="47">
                <c:v>33.58694481805558</c:v>
              </c:pt>
              <c:pt idx="48">
                <c:v>33.58694481805558</c:v>
              </c:pt>
              <c:pt idx="49">
                <c:v>33.58694481805558</c:v>
              </c:pt>
              <c:pt idx="50">
                <c:v>33.58694481805558</c:v>
              </c:pt>
              <c:pt idx="51">
                <c:v>33.58694481805558</c:v>
              </c:pt>
              <c:pt idx="52">
                <c:v>33.58694481805558</c:v>
              </c:pt>
              <c:pt idx="53">
                <c:v>33.58694481805558</c:v>
              </c:pt>
              <c:pt idx="54">
                <c:v>33.58694481805558</c:v>
              </c:pt>
              <c:pt idx="55">
                <c:v>33.58694481805558</c:v>
              </c:pt>
              <c:pt idx="56">
                <c:v>33.58694481805558</c:v>
              </c:pt>
              <c:pt idx="57">
                <c:v>33.58694481805558</c:v>
              </c:pt>
              <c:pt idx="58">
                <c:v>33.58694481805558</c:v>
              </c:pt>
              <c:pt idx="59">
                <c:v>33.58694481805558</c:v>
              </c:pt>
              <c:pt idx="60">
                <c:v>33.58694481805558</c:v>
              </c:pt>
              <c:pt idx="61">
                <c:v>33.58694481805558</c:v>
              </c:pt>
              <c:pt idx="62">
                <c:v>33.58694481805558</c:v>
              </c:pt>
              <c:pt idx="63">
                <c:v>33.58694481805558</c:v>
              </c:pt>
              <c:pt idx="64">
                <c:v>33.58694481805558</c:v>
              </c:pt>
              <c:pt idx="65">
                <c:v>33.58694481805558</c:v>
              </c:pt>
              <c:pt idx="66">
                <c:v>33.58694481805558</c:v>
              </c:pt>
              <c:pt idx="67">
                <c:v>33.58694481805558</c:v>
              </c:pt>
              <c:pt idx="68">
                <c:v>33.58694481805558</c:v>
              </c:pt>
              <c:pt idx="69">
                <c:v>33.58694481805558</c:v>
              </c:pt>
              <c:pt idx="70">
                <c:v>33.58694481805558</c:v>
              </c:pt>
              <c:pt idx="71">
                <c:v>33.58694481805558</c:v>
              </c:pt>
              <c:pt idx="72">
                <c:v>33.58694481805558</c:v>
              </c:pt>
              <c:pt idx="73">
                <c:v>33.58694481805558</c:v>
              </c:pt>
              <c:pt idx="74">
                <c:v>33.58694481805558</c:v>
              </c:pt>
              <c:pt idx="75">
                <c:v>33.58694481805558</c:v>
              </c:pt>
              <c:pt idx="76">
                <c:v>33.58694481805558</c:v>
              </c:pt>
              <c:pt idx="77">
                <c:v>33.58694481805558</c:v>
              </c:pt>
              <c:pt idx="78">
                <c:v>33.58694481805558</c:v>
              </c:pt>
              <c:pt idx="79">
                <c:v>33.58694481805558</c:v>
              </c:pt>
              <c:pt idx="80">
                <c:v>33.58694481805558</c:v>
              </c:pt>
              <c:pt idx="81">
                <c:v>33.58694481805558</c:v>
              </c:pt>
              <c:pt idx="82">
                <c:v>33.58694481805558</c:v>
              </c:pt>
              <c:pt idx="83">
                <c:v>33.58694481805558</c:v>
              </c:pt>
              <c:pt idx="84">
                <c:v>33.58694481805558</c:v>
              </c:pt>
              <c:pt idx="85">
                <c:v>33.58694481805558</c:v>
              </c:pt>
              <c:pt idx="86">
                <c:v>33.58694481805558</c:v>
              </c:pt>
              <c:pt idx="87">
                <c:v>33.58694481805558</c:v>
              </c:pt>
              <c:pt idx="88">
                <c:v>33.58694481805558</c:v>
              </c:pt>
              <c:pt idx="89">
                <c:v>33.58694481805558</c:v>
              </c:pt>
              <c:pt idx="90">
                <c:v>33.58694481805558</c:v>
              </c:pt>
              <c:pt idx="91">
                <c:v>33.58694481805558</c:v>
              </c:pt>
              <c:pt idx="92">
                <c:v>33.58694481805558</c:v>
              </c:pt>
              <c:pt idx="93">
                <c:v>33.58694481805558</c:v>
              </c:pt>
              <c:pt idx="94">
                <c:v>33.58694481805558</c:v>
              </c:pt>
              <c:pt idx="95">
                <c:v>33.58694481805558</c:v>
              </c:pt>
              <c:pt idx="96">
                <c:v>33.58694481805558</c:v>
              </c:pt>
              <c:pt idx="97">
                <c:v>33.58694481805558</c:v>
              </c:pt>
              <c:pt idx="98">
                <c:v>33.58694481805558</c:v>
              </c:pt>
              <c:pt idx="99">
                <c:v>33.58694481805558</c:v>
              </c:pt>
              <c:pt idx="100">
                <c:v>33.58694481805558</c:v>
              </c:pt>
              <c:pt idx="101">
                <c:v>33.58694481805558</c:v>
              </c:pt>
              <c:pt idx="102">
                <c:v>33.58694481805558</c:v>
              </c:pt>
              <c:pt idx="103">
                <c:v>33.58694481805558</c:v>
              </c:pt>
              <c:pt idx="104">
                <c:v>33.58694481805558</c:v>
              </c:pt>
              <c:pt idx="105">
                <c:v>33.58694481805558</c:v>
              </c:pt>
              <c:pt idx="106">
                <c:v>33.58694481805558</c:v>
              </c:pt>
              <c:pt idx="107">
                <c:v>33.58694481805558</c:v>
              </c:pt>
              <c:pt idx="108">
                <c:v>33.58694481805558</c:v>
              </c:pt>
              <c:pt idx="109">
                <c:v>33.58694481805558</c:v>
              </c:pt>
              <c:pt idx="110">
                <c:v>33.58694481805558</c:v>
              </c:pt>
              <c:pt idx="111">
                <c:v>33.58694481805558</c:v>
              </c:pt>
              <c:pt idx="112">
                <c:v>33.58694481805558</c:v>
              </c:pt>
              <c:pt idx="113">
                <c:v>33.58694481805558</c:v>
              </c:pt>
              <c:pt idx="114">
                <c:v>33.58694481805558</c:v>
              </c:pt>
              <c:pt idx="115">
                <c:v>33.58694481805558</c:v>
              </c:pt>
              <c:pt idx="116">
                <c:v>33.58694481805558</c:v>
              </c:pt>
              <c:pt idx="117">
                <c:v>33.58694481805558</c:v>
              </c:pt>
              <c:pt idx="118">
                <c:v>33.58694481805558</c:v>
              </c:pt>
              <c:pt idx="119">
                <c:v>33.58694481805558</c:v>
              </c:pt>
              <c:pt idx="120">
                <c:v>33.58694481805558</c:v>
              </c:pt>
              <c:pt idx="121">
                <c:v>33.58694481805558</c:v>
              </c:pt>
              <c:pt idx="122">
                <c:v>33.58694481805558</c:v>
              </c:pt>
              <c:pt idx="123">
                <c:v>33.58694481805558</c:v>
              </c:pt>
              <c:pt idx="124">
                <c:v>33.58694481805558</c:v>
              </c:pt>
              <c:pt idx="125">
                <c:v>33.58694481805558</c:v>
              </c:pt>
              <c:pt idx="126">
                <c:v>33.58694481805558</c:v>
              </c:pt>
              <c:pt idx="127">
                <c:v>33.58694481805558</c:v>
              </c:pt>
              <c:pt idx="128">
                <c:v>33.58694481805558</c:v>
              </c:pt>
              <c:pt idx="129">
                <c:v>33.58694481805558</c:v>
              </c:pt>
              <c:pt idx="130">
                <c:v>33.58694481805558</c:v>
              </c:pt>
              <c:pt idx="131">
                <c:v>33.58694481805558</c:v>
              </c:pt>
              <c:pt idx="132">
                <c:v>33.58694481805558</c:v>
              </c:pt>
              <c:pt idx="133">
                <c:v>33.58694481805558</c:v>
              </c:pt>
              <c:pt idx="134">
                <c:v>33.58694481805558</c:v>
              </c:pt>
              <c:pt idx="135">
                <c:v>33.58694481805558</c:v>
              </c:pt>
              <c:pt idx="136">
                <c:v>33.58694481805558</c:v>
              </c:pt>
              <c:pt idx="137">
                <c:v>33.58694481805558</c:v>
              </c:pt>
              <c:pt idx="138">
                <c:v>33.58694481805558</c:v>
              </c:pt>
              <c:pt idx="139">
                <c:v>33.58694481805558</c:v>
              </c:pt>
              <c:pt idx="140">
                <c:v>33.58694481805558</c:v>
              </c:pt>
              <c:pt idx="141">
                <c:v>33.58694481805558</c:v>
              </c:pt>
              <c:pt idx="142">
                <c:v>33.58694481805558</c:v>
              </c:pt>
              <c:pt idx="143">
                <c:v>33.58694481805558</c:v>
              </c:pt>
              <c:pt idx="144">
                <c:v>33.58694481805558</c:v>
              </c:pt>
              <c:pt idx="145">
                <c:v>33.58694481805558</c:v>
              </c:pt>
              <c:pt idx="146">
                <c:v>33.58694481805558</c:v>
              </c:pt>
              <c:pt idx="147">
                <c:v>33.58694481805558</c:v>
              </c:pt>
              <c:pt idx="148">
                <c:v>33.58694481805558</c:v>
              </c:pt>
              <c:pt idx="149">
                <c:v>33.58694481805558</c:v>
              </c:pt>
              <c:pt idx="150">
                <c:v>33.58694481805558</c:v>
              </c:pt>
              <c:pt idx="151">
                <c:v>33.58694481805558</c:v>
              </c:pt>
              <c:pt idx="152">
                <c:v>33.58694481805558</c:v>
              </c:pt>
              <c:pt idx="153">
                <c:v>33.58694481805558</c:v>
              </c:pt>
              <c:pt idx="154">
                <c:v>33.58694481805558</c:v>
              </c:pt>
              <c:pt idx="155">
                <c:v>33.58694481805558</c:v>
              </c:pt>
              <c:pt idx="156">
                <c:v>33.58694481805558</c:v>
              </c:pt>
              <c:pt idx="157">
                <c:v>33.58694481805558</c:v>
              </c:pt>
              <c:pt idx="158">
                <c:v>33.58694481805558</c:v>
              </c:pt>
              <c:pt idx="159">
                <c:v>33.58694481805558</c:v>
              </c:pt>
              <c:pt idx="160">
                <c:v>33.58694481805558</c:v>
              </c:pt>
              <c:pt idx="161">
                <c:v>33.58694481805558</c:v>
              </c:pt>
              <c:pt idx="162">
                <c:v>33.58694481805558</c:v>
              </c:pt>
              <c:pt idx="163">
                <c:v>33.58694481805558</c:v>
              </c:pt>
              <c:pt idx="164">
                <c:v>33.58694481805558</c:v>
              </c:pt>
              <c:pt idx="165">
                <c:v>33.58694481805558</c:v>
              </c:pt>
              <c:pt idx="166">
                <c:v>33.58694481805558</c:v>
              </c:pt>
              <c:pt idx="167">
                <c:v>33.58694481805558</c:v>
              </c:pt>
              <c:pt idx="168">
                <c:v>33.58694481805558</c:v>
              </c:pt>
              <c:pt idx="169">
                <c:v>33.58694481805558</c:v>
              </c:pt>
              <c:pt idx="170">
                <c:v>33.58694481805558</c:v>
              </c:pt>
              <c:pt idx="171">
                <c:v>33.58694481805558</c:v>
              </c:pt>
              <c:pt idx="172">
                <c:v>33.58694481805558</c:v>
              </c:pt>
              <c:pt idx="173">
                <c:v>33.58694481805558</c:v>
              </c:pt>
              <c:pt idx="174">
                <c:v>33.58694481805558</c:v>
              </c:pt>
              <c:pt idx="175">
                <c:v>33.58694481805558</c:v>
              </c:pt>
              <c:pt idx="176">
                <c:v>33.58694481805558</c:v>
              </c:pt>
              <c:pt idx="177">
                <c:v>33.58694481805558</c:v>
              </c:pt>
              <c:pt idx="178">
                <c:v>33.58694481805558</c:v>
              </c:pt>
              <c:pt idx="179">
                <c:v>33.58694481805558</c:v>
              </c:pt>
              <c:pt idx="180">
                <c:v>33.58694481805558</c:v>
              </c:pt>
              <c:pt idx="181">
                <c:v>33.58694481805558</c:v>
              </c:pt>
              <c:pt idx="182">
                <c:v>33.58694481805558</c:v>
              </c:pt>
              <c:pt idx="183">
                <c:v>33.58694481805558</c:v>
              </c:pt>
              <c:pt idx="184">
                <c:v>33.58694481805558</c:v>
              </c:pt>
              <c:pt idx="185">
                <c:v>33.58694481805558</c:v>
              </c:pt>
              <c:pt idx="186">
                <c:v>33.58694481805558</c:v>
              </c:pt>
              <c:pt idx="187">
                <c:v>33.58694481805558</c:v>
              </c:pt>
              <c:pt idx="188">
                <c:v>33.58694481805558</c:v>
              </c:pt>
              <c:pt idx="189">
                <c:v>33.58694481805558</c:v>
              </c:pt>
              <c:pt idx="190">
                <c:v>33.58694481805558</c:v>
              </c:pt>
              <c:pt idx="191">
                <c:v>33.58694481805558</c:v>
              </c:pt>
              <c:pt idx="192">
                <c:v>33.58694481805558</c:v>
              </c:pt>
              <c:pt idx="193">
                <c:v>33.58694481805558</c:v>
              </c:pt>
              <c:pt idx="194">
                <c:v>33.58694481805558</c:v>
              </c:pt>
              <c:pt idx="195">
                <c:v>33.58694481805558</c:v>
              </c:pt>
              <c:pt idx="196">
                <c:v>33.58694481805558</c:v>
              </c:pt>
              <c:pt idx="197">
                <c:v>33.58694481805558</c:v>
              </c:pt>
              <c:pt idx="198">
                <c:v>33.58694481805558</c:v>
              </c:pt>
              <c:pt idx="199">
                <c:v>33.58694481805558</c:v>
              </c:pt>
              <c:pt idx="200">
                <c:v>33.58694481805558</c:v>
              </c:pt>
              <c:pt idx="201">
                <c:v>33.58694481805558</c:v>
              </c:pt>
              <c:pt idx="202">
                <c:v>33.58694481805558</c:v>
              </c:pt>
              <c:pt idx="203">
                <c:v>33.58694481805558</c:v>
              </c:pt>
              <c:pt idx="204">
                <c:v>33.58694481805558</c:v>
              </c:pt>
              <c:pt idx="205">
                <c:v>33.58694481805558</c:v>
              </c:pt>
              <c:pt idx="206">
                <c:v>33.58694481805558</c:v>
              </c:pt>
              <c:pt idx="207">
                <c:v>33.58694481805558</c:v>
              </c:pt>
              <c:pt idx="208">
                <c:v>33.58694481805558</c:v>
              </c:pt>
              <c:pt idx="209">
                <c:v>33.58694481805558</c:v>
              </c:pt>
              <c:pt idx="210">
                <c:v>33.58694481805558</c:v>
              </c:pt>
              <c:pt idx="211">
                <c:v>33.58694481805558</c:v>
              </c:pt>
              <c:pt idx="212">
                <c:v>33.58694481805558</c:v>
              </c:pt>
              <c:pt idx="213">
                <c:v>33.58694481805558</c:v>
              </c:pt>
              <c:pt idx="214">
                <c:v>33.58694481805558</c:v>
              </c:pt>
              <c:pt idx="215">
                <c:v>33.58694481805558</c:v>
              </c:pt>
              <c:pt idx="216">
                <c:v>33.58694481805558</c:v>
              </c:pt>
              <c:pt idx="217">
                <c:v>33.58694481805558</c:v>
              </c:pt>
              <c:pt idx="218">
                <c:v>33.58694481805558</c:v>
              </c:pt>
              <c:pt idx="219">
                <c:v>33.58694481805558</c:v>
              </c:pt>
              <c:pt idx="220">
                <c:v>33.58694481805558</c:v>
              </c:pt>
              <c:pt idx="221">
                <c:v>33.58694481805558</c:v>
              </c:pt>
              <c:pt idx="222">
                <c:v>33.58694481805558</c:v>
              </c:pt>
              <c:pt idx="223">
                <c:v>33.58694481805558</c:v>
              </c:pt>
              <c:pt idx="224">
                <c:v>33.58694481805558</c:v>
              </c:pt>
              <c:pt idx="225">
                <c:v>33.58694481805558</c:v>
              </c:pt>
              <c:pt idx="226">
                <c:v>33.58694481805558</c:v>
              </c:pt>
              <c:pt idx="227">
                <c:v>33.58694481805558</c:v>
              </c:pt>
              <c:pt idx="228">
                <c:v>33.58694481805558</c:v>
              </c:pt>
              <c:pt idx="229">
                <c:v>33.58694481805558</c:v>
              </c:pt>
              <c:pt idx="230">
                <c:v>33.58694481805558</c:v>
              </c:pt>
              <c:pt idx="231">
                <c:v>33.58694481805558</c:v>
              </c:pt>
              <c:pt idx="232">
                <c:v>33.58694481805558</c:v>
              </c:pt>
              <c:pt idx="233">
                <c:v>33.58694481805558</c:v>
              </c:pt>
              <c:pt idx="234">
                <c:v>33.58694481805558</c:v>
              </c:pt>
              <c:pt idx="235">
                <c:v>33.58694481805558</c:v>
              </c:pt>
              <c:pt idx="236">
                <c:v>33.58694481805558</c:v>
              </c:pt>
              <c:pt idx="237">
                <c:v>33.58694481805558</c:v>
              </c:pt>
              <c:pt idx="238">
                <c:v>33.58694481805558</c:v>
              </c:pt>
              <c:pt idx="239">
                <c:v>33.58694481805558</c:v>
              </c:pt>
              <c:pt idx="240">
                <c:v>33.58694481805558</c:v>
              </c:pt>
              <c:pt idx="241">
                <c:v>33.58694481805558</c:v>
              </c:pt>
              <c:pt idx="242">
                <c:v>33.58694481805558</c:v>
              </c:pt>
              <c:pt idx="243">
                <c:v>33.58694481805558</c:v>
              </c:pt>
              <c:pt idx="244">
                <c:v>33.58694481805558</c:v>
              </c:pt>
              <c:pt idx="245">
                <c:v>33.58694481805558</c:v>
              </c:pt>
              <c:pt idx="246">
                <c:v>33.58694481805558</c:v>
              </c:pt>
              <c:pt idx="247">
                <c:v>33.58694481805558</c:v>
              </c:pt>
              <c:pt idx="248">
                <c:v>33.58694481805558</c:v>
              </c:pt>
              <c:pt idx="249">
                <c:v>33.58694481805558</c:v>
              </c:pt>
              <c:pt idx="250">
                <c:v>33.58694481805558</c:v>
              </c:pt>
              <c:pt idx="251">
                <c:v>33.58694481805558</c:v>
              </c:pt>
              <c:pt idx="252">
                <c:v>33.58694481805558</c:v>
              </c:pt>
              <c:pt idx="253">
                <c:v>33.58694481805558</c:v>
              </c:pt>
              <c:pt idx="254">
                <c:v>33.58694481805558</c:v>
              </c:pt>
              <c:pt idx="255">
                <c:v>33.58694481805558</c:v>
              </c:pt>
              <c:pt idx="256">
                <c:v>33.58694481805558</c:v>
              </c:pt>
              <c:pt idx="257">
                <c:v>33.58694481805558</c:v>
              </c:pt>
              <c:pt idx="258">
                <c:v>33.58694481805558</c:v>
              </c:pt>
              <c:pt idx="259">
                <c:v>33.58694481805558</c:v>
              </c:pt>
              <c:pt idx="260">
                <c:v>33.58694481805558</c:v>
              </c:pt>
              <c:pt idx="261">
                <c:v>33.58694481805558</c:v>
              </c:pt>
              <c:pt idx="262">
                <c:v>33.58694481805558</c:v>
              </c:pt>
              <c:pt idx="263">
                <c:v>33.58694481805558</c:v>
              </c:pt>
              <c:pt idx="264">
                <c:v>33.58694481805558</c:v>
              </c:pt>
              <c:pt idx="265">
                <c:v>33.58694481805558</c:v>
              </c:pt>
              <c:pt idx="266">
                <c:v>33.58694481805558</c:v>
              </c:pt>
              <c:pt idx="267">
                <c:v>33.58694481805558</c:v>
              </c:pt>
              <c:pt idx="268">
                <c:v>33.58694481805558</c:v>
              </c:pt>
              <c:pt idx="269">
                <c:v>33.58694481805558</c:v>
              </c:pt>
              <c:pt idx="270">
                <c:v>33.58694481805558</c:v>
              </c:pt>
              <c:pt idx="271">
                <c:v>33.58694481805558</c:v>
              </c:pt>
              <c:pt idx="272">
                <c:v>33.58694481805558</c:v>
              </c:pt>
              <c:pt idx="273">
                <c:v>33.58694481805558</c:v>
              </c:pt>
              <c:pt idx="274">
                <c:v>33.58694481805558</c:v>
              </c:pt>
              <c:pt idx="275">
                <c:v>33.58694481805558</c:v>
              </c:pt>
              <c:pt idx="276">
                <c:v>33.58694481805558</c:v>
              </c:pt>
              <c:pt idx="277">
                <c:v>33.58694481805558</c:v>
              </c:pt>
              <c:pt idx="278">
                <c:v>33.58694481805558</c:v>
              </c:pt>
              <c:pt idx="279">
                <c:v>33.58694481805558</c:v>
              </c:pt>
              <c:pt idx="280">
                <c:v>33.58694481805558</c:v>
              </c:pt>
              <c:pt idx="281">
                <c:v>33.58694481805558</c:v>
              </c:pt>
              <c:pt idx="282">
                <c:v>33.58694481805558</c:v>
              </c:pt>
              <c:pt idx="283">
                <c:v>33.58694481805558</c:v>
              </c:pt>
              <c:pt idx="284">
                <c:v>33.58694481805558</c:v>
              </c:pt>
              <c:pt idx="285">
                <c:v>33.58694481805558</c:v>
              </c:pt>
              <c:pt idx="286">
                <c:v>33.58694481805558</c:v>
              </c:pt>
              <c:pt idx="287">
                <c:v>33.58694481805558</c:v>
              </c:pt>
              <c:pt idx="288">
                <c:v>33.58694481805558</c:v>
              </c:pt>
              <c:pt idx="289">
                <c:v>33.58694481805558</c:v>
              </c:pt>
              <c:pt idx="290">
                <c:v>33.58694481805558</c:v>
              </c:pt>
              <c:pt idx="291">
                <c:v>33.58694481805558</c:v>
              </c:pt>
              <c:pt idx="292">
                <c:v>33.58694481805558</c:v>
              </c:pt>
              <c:pt idx="293">
                <c:v>33.58694481805558</c:v>
              </c:pt>
              <c:pt idx="294">
                <c:v>33.58694481805558</c:v>
              </c:pt>
              <c:pt idx="295">
                <c:v>33.58694481805558</c:v>
              </c:pt>
              <c:pt idx="296">
                <c:v>33.58694481805558</c:v>
              </c:pt>
              <c:pt idx="297">
                <c:v>33.58694481805558</c:v>
              </c:pt>
              <c:pt idx="298">
                <c:v>33.58694481805558</c:v>
              </c:pt>
              <c:pt idx="299">
                <c:v>33.58694481805558</c:v>
              </c:pt>
              <c:pt idx="300">
                <c:v>33.58694481805558</c:v>
              </c:pt>
              <c:pt idx="301">
                <c:v>33.58694481805558</c:v>
              </c:pt>
              <c:pt idx="302">
                <c:v>33.58694481805558</c:v>
              </c:pt>
              <c:pt idx="303">
                <c:v>33.58694481805558</c:v>
              </c:pt>
              <c:pt idx="304">
                <c:v>33.58694481805558</c:v>
              </c:pt>
              <c:pt idx="305">
                <c:v>33.58694481805558</c:v>
              </c:pt>
              <c:pt idx="306">
                <c:v>33.58694481805558</c:v>
              </c:pt>
              <c:pt idx="307">
                <c:v>33.58694481805558</c:v>
              </c:pt>
              <c:pt idx="308">
                <c:v>33.58694481805558</c:v>
              </c:pt>
              <c:pt idx="309">
                <c:v>33.58694481805558</c:v>
              </c:pt>
              <c:pt idx="310">
                <c:v>33.58694481805558</c:v>
              </c:pt>
              <c:pt idx="311">
                <c:v>33.58694481805558</c:v>
              </c:pt>
              <c:pt idx="312">
                <c:v>33.58694481805558</c:v>
              </c:pt>
              <c:pt idx="313">
                <c:v>33.58694481805558</c:v>
              </c:pt>
              <c:pt idx="314">
                <c:v>33.58694481805558</c:v>
              </c:pt>
              <c:pt idx="315">
                <c:v>33.58694481805558</c:v>
              </c:pt>
              <c:pt idx="316">
                <c:v>33.58694481805558</c:v>
              </c:pt>
              <c:pt idx="317">
                <c:v>33.58694481805558</c:v>
              </c:pt>
              <c:pt idx="318">
                <c:v>33.58694481805558</c:v>
              </c:pt>
              <c:pt idx="319">
                <c:v>33.58694481805558</c:v>
              </c:pt>
              <c:pt idx="320">
                <c:v>33.58694481805558</c:v>
              </c:pt>
              <c:pt idx="321">
                <c:v>33.58694481805558</c:v>
              </c:pt>
              <c:pt idx="322">
                <c:v>33.58694481805558</c:v>
              </c:pt>
              <c:pt idx="323">
                <c:v>33.58694481805558</c:v>
              </c:pt>
            </c:numLit>
          </c:xVal>
          <c:yVal>
            <c:numLit>
              <c:formatCode>0.0</c:formatCode>
              <c:ptCount val="324"/>
              <c:pt idx="0">
                <c:v>0.018409778284908234</c:v>
              </c:pt>
              <c:pt idx="1">
                <c:v>0.018409778284908234</c:v>
              </c:pt>
              <c:pt idx="2">
                <c:v>0.018409778284908234</c:v>
              </c:pt>
              <c:pt idx="3">
                <c:v>0.018409778284908234</c:v>
              </c:pt>
              <c:pt idx="4">
                <c:v>0.018409778284908234</c:v>
              </c:pt>
              <c:pt idx="5">
                <c:v>0.018409778284908234</c:v>
              </c:pt>
              <c:pt idx="6">
                <c:v>0.018409778284908234</c:v>
              </c:pt>
              <c:pt idx="7">
                <c:v>0.018409778284908234</c:v>
              </c:pt>
              <c:pt idx="8">
                <c:v>0.018409778284908234</c:v>
              </c:pt>
              <c:pt idx="9">
                <c:v>0.018409778284908234</c:v>
              </c:pt>
              <c:pt idx="10">
                <c:v>0.018409778284908234</c:v>
              </c:pt>
              <c:pt idx="11">
                <c:v>0.018409778284908234</c:v>
              </c:pt>
              <c:pt idx="12">
                <c:v>0.018409778284908234</c:v>
              </c:pt>
              <c:pt idx="13">
                <c:v>0.018409778284908234</c:v>
              </c:pt>
              <c:pt idx="14">
                <c:v>0.018409778284908234</c:v>
              </c:pt>
              <c:pt idx="15">
                <c:v>0.018409778284908234</c:v>
              </c:pt>
              <c:pt idx="16">
                <c:v>0.018409778284908234</c:v>
              </c:pt>
              <c:pt idx="17">
                <c:v>0.018409778284908234</c:v>
              </c:pt>
              <c:pt idx="18">
                <c:v>0.018409778284908234</c:v>
              </c:pt>
              <c:pt idx="19">
                <c:v>0.018409778284908234</c:v>
              </c:pt>
              <c:pt idx="20">
                <c:v>0.018409778284908234</c:v>
              </c:pt>
              <c:pt idx="21">
                <c:v>0.018409778284908234</c:v>
              </c:pt>
              <c:pt idx="22">
                <c:v>0.018409778284908234</c:v>
              </c:pt>
              <c:pt idx="23">
                <c:v>0.018409778284908234</c:v>
              </c:pt>
              <c:pt idx="24">
                <c:v>0.018409778284908234</c:v>
              </c:pt>
              <c:pt idx="25">
                <c:v>0.018409778284908234</c:v>
              </c:pt>
              <c:pt idx="26">
                <c:v>0.018409778284908234</c:v>
              </c:pt>
              <c:pt idx="27">
                <c:v>0.018409778284908234</c:v>
              </c:pt>
              <c:pt idx="28">
                <c:v>0.018409778284908234</c:v>
              </c:pt>
              <c:pt idx="29">
                <c:v>0.018409778284908234</c:v>
              </c:pt>
              <c:pt idx="30">
                <c:v>0.018409778284908234</c:v>
              </c:pt>
              <c:pt idx="31">
                <c:v>0.018409778284908234</c:v>
              </c:pt>
              <c:pt idx="32">
                <c:v>0.018409778284908234</c:v>
              </c:pt>
              <c:pt idx="33">
                <c:v>0.018409778284908234</c:v>
              </c:pt>
              <c:pt idx="34">
                <c:v>0.018409778284908234</c:v>
              </c:pt>
              <c:pt idx="35">
                <c:v>0.018409778284908234</c:v>
              </c:pt>
              <c:pt idx="36">
                <c:v>0.018409778284908234</c:v>
              </c:pt>
              <c:pt idx="37">
                <c:v>0.018409778284908234</c:v>
              </c:pt>
              <c:pt idx="38">
                <c:v>0.018409778284908234</c:v>
              </c:pt>
              <c:pt idx="39">
                <c:v>0.018409778284908234</c:v>
              </c:pt>
              <c:pt idx="40">
                <c:v>0.018409778284908234</c:v>
              </c:pt>
              <c:pt idx="41">
                <c:v>0.018409778284908234</c:v>
              </c:pt>
              <c:pt idx="42">
                <c:v>0.018409778284908234</c:v>
              </c:pt>
              <c:pt idx="43">
                <c:v>0.018409778284908234</c:v>
              </c:pt>
              <c:pt idx="44">
                <c:v>0.018409778284908234</c:v>
              </c:pt>
              <c:pt idx="45">
                <c:v>0.018409778284908234</c:v>
              </c:pt>
              <c:pt idx="46">
                <c:v>0.018409778284908234</c:v>
              </c:pt>
              <c:pt idx="47">
                <c:v>0.018409778284908234</c:v>
              </c:pt>
              <c:pt idx="48">
                <c:v>0.018409778284908234</c:v>
              </c:pt>
              <c:pt idx="49">
                <c:v>0.018409778284908234</c:v>
              </c:pt>
              <c:pt idx="50">
                <c:v>0.018409778284908234</c:v>
              </c:pt>
              <c:pt idx="51">
                <c:v>0.018409778284908234</c:v>
              </c:pt>
              <c:pt idx="52">
                <c:v>0.018409778284908234</c:v>
              </c:pt>
              <c:pt idx="53">
                <c:v>0.018409778284908234</c:v>
              </c:pt>
              <c:pt idx="54">
                <c:v>0.018409778284908234</c:v>
              </c:pt>
              <c:pt idx="55">
                <c:v>0.018409778284908234</c:v>
              </c:pt>
              <c:pt idx="56">
                <c:v>0.018409778284908234</c:v>
              </c:pt>
              <c:pt idx="57">
                <c:v>0.018409778284908234</c:v>
              </c:pt>
              <c:pt idx="58">
                <c:v>0.018409778284908234</c:v>
              </c:pt>
              <c:pt idx="59">
                <c:v>0.018409778284908234</c:v>
              </c:pt>
              <c:pt idx="60">
                <c:v>0.018409778284908234</c:v>
              </c:pt>
              <c:pt idx="61">
                <c:v>0.018409778284908234</c:v>
              </c:pt>
              <c:pt idx="62">
                <c:v>0.018409778284908234</c:v>
              </c:pt>
              <c:pt idx="63">
                <c:v>0.018409778284908234</c:v>
              </c:pt>
              <c:pt idx="64">
                <c:v>0.018409778284908234</c:v>
              </c:pt>
              <c:pt idx="65">
                <c:v>0.018409778284908234</c:v>
              </c:pt>
              <c:pt idx="66">
                <c:v>0.018409778284908234</c:v>
              </c:pt>
              <c:pt idx="67">
                <c:v>0.018409778284908234</c:v>
              </c:pt>
              <c:pt idx="68">
                <c:v>0.018409778284908234</c:v>
              </c:pt>
              <c:pt idx="69">
                <c:v>0.018409778284908234</c:v>
              </c:pt>
              <c:pt idx="70">
                <c:v>0.018409778284908234</c:v>
              </c:pt>
              <c:pt idx="71">
                <c:v>0.018409778284908234</c:v>
              </c:pt>
              <c:pt idx="72">
                <c:v>0.018409778284908234</c:v>
              </c:pt>
              <c:pt idx="73">
                <c:v>0.018409778284908234</c:v>
              </c:pt>
              <c:pt idx="74">
                <c:v>0.018409778284908234</c:v>
              </c:pt>
              <c:pt idx="75">
                <c:v>0.018409778284908234</c:v>
              </c:pt>
              <c:pt idx="76">
                <c:v>0.018409778284908234</c:v>
              </c:pt>
              <c:pt idx="77">
                <c:v>0.018409778284908234</c:v>
              </c:pt>
              <c:pt idx="78">
                <c:v>0.018409778284908234</c:v>
              </c:pt>
              <c:pt idx="79">
                <c:v>0.018409778284908234</c:v>
              </c:pt>
              <c:pt idx="80">
                <c:v>0.018409778284908234</c:v>
              </c:pt>
              <c:pt idx="81">
                <c:v>0.018409778284908234</c:v>
              </c:pt>
              <c:pt idx="82">
                <c:v>0.018409778284908234</c:v>
              </c:pt>
              <c:pt idx="83">
                <c:v>0.018409778284908234</c:v>
              </c:pt>
              <c:pt idx="84">
                <c:v>0.018409778284908234</c:v>
              </c:pt>
              <c:pt idx="85">
                <c:v>0.018409778284908234</c:v>
              </c:pt>
              <c:pt idx="86">
                <c:v>0.018409778284908234</c:v>
              </c:pt>
              <c:pt idx="87">
                <c:v>0.018409778284908234</c:v>
              </c:pt>
              <c:pt idx="88">
                <c:v>0.018409778284908234</c:v>
              </c:pt>
              <c:pt idx="89">
                <c:v>0.018409778284908234</c:v>
              </c:pt>
              <c:pt idx="90">
                <c:v>0.018409778284908234</c:v>
              </c:pt>
              <c:pt idx="91">
                <c:v>0.018409778284908234</c:v>
              </c:pt>
              <c:pt idx="92">
                <c:v>0.018409778284908234</c:v>
              </c:pt>
              <c:pt idx="93">
                <c:v>0.018409778284908234</c:v>
              </c:pt>
              <c:pt idx="94">
                <c:v>0.018409778284908234</c:v>
              </c:pt>
              <c:pt idx="95">
                <c:v>0.018409778284908234</c:v>
              </c:pt>
              <c:pt idx="96">
                <c:v>0.018409778284908234</c:v>
              </c:pt>
              <c:pt idx="97">
                <c:v>0.018409778284908234</c:v>
              </c:pt>
              <c:pt idx="98">
                <c:v>0.018409778284908234</c:v>
              </c:pt>
              <c:pt idx="99">
                <c:v>0.018409778284908234</c:v>
              </c:pt>
              <c:pt idx="100">
                <c:v>0.018409778284908234</c:v>
              </c:pt>
              <c:pt idx="101">
                <c:v>0.018409778284908234</c:v>
              </c:pt>
              <c:pt idx="102">
                <c:v>0.018409778284908234</c:v>
              </c:pt>
              <c:pt idx="103">
                <c:v>0.018409778284908234</c:v>
              </c:pt>
              <c:pt idx="104">
                <c:v>0.018409778284908234</c:v>
              </c:pt>
              <c:pt idx="105">
                <c:v>0.018409778284908234</c:v>
              </c:pt>
              <c:pt idx="106">
                <c:v>0.018409778284908234</c:v>
              </c:pt>
              <c:pt idx="107">
                <c:v>0.018409778284908234</c:v>
              </c:pt>
              <c:pt idx="108">
                <c:v>0.018409778284908234</c:v>
              </c:pt>
              <c:pt idx="109">
                <c:v>0.018409778284908234</c:v>
              </c:pt>
              <c:pt idx="110">
                <c:v>0.018409778284908234</c:v>
              </c:pt>
              <c:pt idx="111">
                <c:v>0.018409778284908234</c:v>
              </c:pt>
              <c:pt idx="112">
                <c:v>0.018409778284908234</c:v>
              </c:pt>
              <c:pt idx="113">
                <c:v>0.018409778284908234</c:v>
              </c:pt>
              <c:pt idx="114">
                <c:v>0.018409778284908234</c:v>
              </c:pt>
              <c:pt idx="115">
                <c:v>0.018409778284908234</c:v>
              </c:pt>
              <c:pt idx="116">
                <c:v>0.018409778284908234</c:v>
              </c:pt>
              <c:pt idx="117">
                <c:v>0.018409778284908234</c:v>
              </c:pt>
              <c:pt idx="118">
                <c:v>0.018409778284908234</c:v>
              </c:pt>
              <c:pt idx="119">
                <c:v>0.018409778284908234</c:v>
              </c:pt>
              <c:pt idx="120">
                <c:v>0.018409778284908234</c:v>
              </c:pt>
              <c:pt idx="121">
                <c:v>0.018409778284908234</c:v>
              </c:pt>
              <c:pt idx="122">
                <c:v>0.018409778284908234</c:v>
              </c:pt>
              <c:pt idx="123">
                <c:v>0.018409778284908234</c:v>
              </c:pt>
              <c:pt idx="124">
                <c:v>0.018409778284908234</c:v>
              </c:pt>
              <c:pt idx="125">
                <c:v>0.018409778284908234</c:v>
              </c:pt>
              <c:pt idx="126">
                <c:v>0.018409778284908234</c:v>
              </c:pt>
              <c:pt idx="127">
                <c:v>0.018409778284908234</c:v>
              </c:pt>
              <c:pt idx="128">
                <c:v>0.018409778284908234</c:v>
              </c:pt>
              <c:pt idx="129">
                <c:v>0.018409778284908234</c:v>
              </c:pt>
              <c:pt idx="130">
                <c:v>0.018409778284908234</c:v>
              </c:pt>
              <c:pt idx="131">
                <c:v>0.018409778284908234</c:v>
              </c:pt>
              <c:pt idx="132">
                <c:v>0.018409778284908234</c:v>
              </c:pt>
              <c:pt idx="133">
                <c:v>0.018409778284908234</c:v>
              </c:pt>
              <c:pt idx="134">
                <c:v>0.018409778284908234</c:v>
              </c:pt>
              <c:pt idx="135">
                <c:v>0.018409778284908234</c:v>
              </c:pt>
              <c:pt idx="136">
                <c:v>0.018409778284908234</c:v>
              </c:pt>
              <c:pt idx="137">
                <c:v>0.018409778284908234</c:v>
              </c:pt>
              <c:pt idx="138">
                <c:v>0.018409778284908234</c:v>
              </c:pt>
              <c:pt idx="139">
                <c:v>0.018409778284908234</c:v>
              </c:pt>
              <c:pt idx="140">
                <c:v>0.018409778284908234</c:v>
              </c:pt>
              <c:pt idx="141">
                <c:v>0.018409778284908234</c:v>
              </c:pt>
              <c:pt idx="142">
                <c:v>0.018409778284908234</c:v>
              </c:pt>
              <c:pt idx="143">
                <c:v>0.018409778284908234</c:v>
              </c:pt>
              <c:pt idx="144">
                <c:v>0.018409778284908234</c:v>
              </c:pt>
              <c:pt idx="145">
                <c:v>0.018409778284908234</c:v>
              </c:pt>
              <c:pt idx="146">
                <c:v>0.018409778284908234</c:v>
              </c:pt>
              <c:pt idx="147">
                <c:v>0.018409778284908234</c:v>
              </c:pt>
              <c:pt idx="148">
                <c:v>0.018409778284908234</c:v>
              </c:pt>
              <c:pt idx="149">
                <c:v>0.018409778284908234</c:v>
              </c:pt>
              <c:pt idx="150">
                <c:v>0.018409778284908234</c:v>
              </c:pt>
              <c:pt idx="151">
                <c:v>0.018409778284908234</c:v>
              </c:pt>
              <c:pt idx="152">
                <c:v>0.018409778284908234</c:v>
              </c:pt>
              <c:pt idx="153">
                <c:v>0.018409778284908234</c:v>
              </c:pt>
              <c:pt idx="154">
                <c:v>0.018409778284908234</c:v>
              </c:pt>
              <c:pt idx="155">
                <c:v>0.018409778284908234</c:v>
              </c:pt>
              <c:pt idx="156">
                <c:v>0.018409778284908234</c:v>
              </c:pt>
              <c:pt idx="157">
                <c:v>0.018409778284908234</c:v>
              </c:pt>
              <c:pt idx="158">
                <c:v>0.018409778284908234</c:v>
              </c:pt>
              <c:pt idx="159">
                <c:v>0.018409778284908234</c:v>
              </c:pt>
              <c:pt idx="160">
                <c:v>0.018409778284908234</c:v>
              </c:pt>
              <c:pt idx="161">
                <c:v>0.018409778284908234</c:v>
              </c:pt>
              <c:pt idx="162">
                <c:v>0.018409778284908234</c:v>
              </c:pt>
              <c:pt idx="163">
                <c:v>0.018409778284908234</c:v>
              </c:pt>
              <c:pt idx="164">
                <c:v>0.018409778284908234</c:v>
              </c:pt>
              <c:pt idx="165">
                <c:v>0.018409778284908234</c:v>
              </c:pt>
              <c:pt idx="166">
                <c:v>0.018409778284908234</c:v>
              </c:pt>
              <c:pt idx="167">
                <c:v>0.018409778284908234</c:v>
              </c:pt>
              <c:pt idx="168">
                <c:v>0.018409778284908234</c:v>
              </c:pt>
              <c:pt idx="169">
                <c:v>0.018409778284908234</c:v>
              </c:pt>
              <c:pt idx="170">
                <c:v>0.018409778284908234</c:v>
              </c:pt>
              <c:pt idx="171">
                <c:v>0.018409778284908234</c:v>
              </c:pt>
              <c:pt idx="172">
                <c:v>0.018409778284908234</c:v>
              </c:pt>
              <c:pt idx="173">
                <c:v>0.018409778284908234</c:v>
              </c:pt>
              <c:pt idx="174">
                <c:v>0.018409778284908234</c:v>
              </c:pt>
              <c:pt idx="175">
                <c:v>0.018409778284908234</c:v>
              </c:pt>
              <c:pt idx="176">
                <c:v>0.018409778284908234</c:v>
              </c:pt>
              <c:pt idx="177">
                <c:v>0.018409778284908234</c:v>
              </c:pt>
              <c:pt idx="178">
                <c:v>0.018409778284908234</c:v>
              </c:pt>
              <c:pt idx="179">
                <c:v>0.018409778284908234</c:v>
              </c:pt>
              <c:pt idx="180">
                <c:v>0.018409778284908234</c:v>
              </c:pt>
              <c:pt idx="181">
                <c:v>0.018409778284908234</c:v>
              </c:pt>
              <c:pt idx="182">
                <c:v>0.018409778284908234</c:v>
              </c:pt>
              <c:pt idx="183">
                <c:v>0.018409778284908234</c:v>
              </c:pt>
              <c:pt idx="184">
                <c:v>0.018409778284908234</c:v>
              </c:pt>
              <c:pt idx="185">
                <c:v>0.018409778284908234</c:v>
              </c:pt>
              <c:pt idx="186">
                <c:v>0.018409778284908234</c:v>
              </c:pt>
              <c:pt idx="187">
                <c:v>0.018409778284908234</c:v>
              </c:pt>
              <c:pt idx="188">
                <c:v>0.018409778284908234</c:v>
              </c:pt>
              <c:pt idx="189">
                <c:v>0.018409778284908234</c:v>
              </c:pt>
              <c:pt idx="190">
                <c:v>0.018409778284908234</c:v>
              </c:pt>
              <c:pt idx="191">
                <c:v>0.018409778284908234</c:v>
              </c:pt>
              <c:pt idx="192">
                <c:v>0.018409778284908234</c:v>
              </c:pt>
              <c:pt idx="193">
                <c:v>0.018409778284908234</c:v>
              </c:pt>
              <c:pt idx="194">
                <c:v>0.018409778284908234</c:v>
              </c:pt>
              <c:pt idx="195">
                <c:v>0.018409778284908234</c:v>
              </c:pt>
              <c:pt idx="196">
                <c:v>0.018409778284908234</c:v>
              </c:pt>
              <c:pt idx="197">
                <c:v>0.018409778284908234</c:v>
              </c:pt>
              <c:pt idx="198">
                <c:v>0.018409778284908234</c:v>
              </c:pt>
              <c:pt idx="199">
                <c:v>0.018409778284908234</c:v>
              </c:pt>
              <c:pt idx="200">
                <c:v>0.018409778284908234</c:v>
              </c:pt>
              <c:pt idx="201">
                <c:v>0.018409778284908234</c:v>
              </c:pt>
              <c:pt idx="202">
                <c:v>0.018409778284908234</c:v>
              </c:pt>
              <c:pt idx="203">
                <c:v>0.018409778284908234</c:v>
              </c:pt>
              <c:pt idx="204">
                <c:v>0.018409778284908234</c:v>
              </c:pt>
              <c:pt idx="205">
                <c:v>0.018409778284908234</c:v>
              </c:pt>
              <c:pt idx="206">
                <c:v>0.018409778284908234</c:v>
              </c:pt>
              <c:pt idx="207">
                <c:v>0.018409778284908234</c:v>
              </c:pt>
              <c:pt idx="208">
                <c:v>0.018409778284908234</c:v>
              </c:pt>
              <c:pt idx="209">
                <c:v>0.018409778284908234</c:v>
              </c:pt>
              <c:pt idx="210">
                <c:v>0.018409778284908234</c:v>
              </c:pt>
              <c:pt idx="211">
                <c:v>0.018409778284908234</c:v>
              </c:pt>
              <c:pt idx="212">
                <c:v>0.018409778284908234</c:v>
              </c:pt>
              <c:pt idx="213">
                <c:v>0.018409778284908234</c:v>
              </c:pt>
              <c:pt idx="214">
                <c:v>0.018409778284908234</c:v>
              </c:pt>
              <c:pt idx="215">
                <c:v>0.018409778284908234</c:v>
              </c:pt>
              <c:pt idx="216">
                <c:v>0.018409778284908234</c:v>
              </c:pt>
              <c:pt idx="217">
                <c:v>0.018409778284908234</c:v>
              </c:pt>
              <c:pt idx="218">
                <c:v>0.018409778284908234</c:v>
              </c:pt>
              <c:pt idx="219">
                <c:v>0.018409778284908234</c:v>
              </c:pt>
              <c:pt idx="220">
                <c:v>0.018409778284908234</c:v>
              </c:pt>
              <c:pt idx="221">
                <c:v>0.018409778284908234</c:v>
              </c:pt>
              <c:pt idx="222">
                <c:v>0.018409778284908234</c:v>
              </c:pt>
              <c:pt idx="223">
                <c:v>0.018409778284908234</c:v>
              </c:pt>
              <c:pt idx="224">
                <c:v>0.018409778284908234</c:v>
              </c:pt>
              <c:pt idx="225">
                <c:v>0.018409778284908234</c:v>
              </c:pt>
              <c:pt idx="226">
                <c:v>0.018409778284908234</c:v>
              </c:pt>
              <c:pt idx="227">
                <c:v>0.018409778284908234</c:v>
              </c:pt>
              <c:pt idx="228">
                <c:v>0.018409778284908234</c:v>
              </c:pt>
              <c:pt idx="229">
                <c:v>0.018409778284908234</c:v>
              </c:pt>
              <c:pt idx="230">
                <c:v>0.018409778284908234</c:v>
              </c:pt>
              <c:pt idx="231">
                <c:v>0.018409778284908234</c:v>
              </c:pt>
              <c:pt idx="232">
                <c:v>0.018409778284908234</c:v>
              </c:pt>
              <c:pt idx="233">
                <c:v>0.018409778284908234</c:v>
              </c:pt>
              <c:pt idx="234">
                <c:v>0.018409778284908234</c:v>
              </c:pt>
              <c:pt idx="235">
                <c:v>0.018409778284908234</c:v>
              </c:pt>
              <c:pt idx="236">
                <c:v>0.018409778284908234</c:v>
              </c:pt>
              <c:pt idx="237">
                <c:v>0.018409778284908234</c:v>
              </c:pt>
              <c:pt idx="238">
                <c:v>0.018409778284908234</c:v>
              </c:pt>
              <c:pt idx="239">
                <c:v>0.018409778284908234</c:v>
              </c:pt>
              <c:pt idx="240">
                <c:v>0.018409778284908234</c:v>
              </c:pt>
              <c:pt idx="241">
                <c:v>0.018409778284908234</c:v>
              </c:pt>
              <c:pt idx="242">
                <c:v>0.018409778284908234</c:v>
              </c:pt>
              <c:pt idx="243">
                <c:v>0.018409778284908234</c:v>
              </c:pt>
              <c:pt idx="244">
                <c:v>0.018409778284908234</c:v>
              </c:pt>
              <c:pt idx="245">
                <c:v>0.018409778284908234</c:v>
              </c:pt>
              <c:pt idx="246">
                <c:v>0.018409778284908234</c:v>
              </c:pt>
              <c:pt idx="247">
                <c:v>0.018409778284908234</c:v>
              </c:pt>
              <c:pt idx="248">
                <c:v>0.018409778284908234</c:v>
              </c:pt>
              <c:pt idx="249">
                <c:v>0.018409778284908234</c:v>
              </c:pt>
              <c:pt idx="250">
                <c:v>0.018409778284908234</c:v>
              </c:pt>
              <c:pt idx="251">
                <c:v>0.018409778284908234</c:v>
              </c:pt>
              <c:pt idx="252">
                <c:v>0.018409778284908234</c:v>
              </c:pt>
              <c:pt idx="253">
                <c:v>0.018409778284908234</c:v>
              </c:pt>
              <c:pt idx="254">
                <c:v>0.018409778284908234</c:v>
              </c:pt>
              <c:pt idx="255">
                <c:v>0.018409778284908234</c:v>
              </c:pt>
              <c:pt idx="256">
                <c:v>0.018409778284908234</c:v>
              </c:pt>
              <c:pt idx="257">
                <c:v>0.018409778284908234</c:v>
              </c:pt>
              <c:pt idx="258">
                <c:v>0.018409778284908234</c:v>
              </c:pt>
              <c:pt idx="259">
                <c:v>0.018409778284908234</c:v>
              </c:pt>
              <c:pt idx="260">
                <c:v>0.018409778284908234</c:v>
              </c:pt>
              <c:pt idx="261">
                <c:v>0.018409778284908234</c:v>
              </c:pt>
              <c:pt idx="262">
                <c:v>0.018409778284908234</c:v>
              </c:pt>
              <c:pt idx="263">
                <c:v>0.018409778284908234</c:v>
              </c:pt>
              <c:pt idx="264">
                <c:v>0.018409778284908234</c:v>
              </c:pt>
              <c:pt idx="265">
                <c:v>0.018409778284908234</c:v>
              </c:pt>
              <c:pt idx="266">
                <c:v>0.018409778284908234</c:v>
              </c:pt>
              <c:pt idx="267">
                <c:v>0.018409778284908234</c:v>
              </c:pt>
              <c:pt idx="268">
                <c:v>0.018409778284908234</c:v>
              </c:pt>
              <c:pt idx="269">
                <c:v>0.018409778284908234</c:v>
              </c:pt>
              <c:pt idx="270">
                <c:v>0.018409778284908234</c:v>
              </c:pt>
              <c:pt idx="271">
                <c:v>0.018409778284908234</c:v>
              </c:pt>
              <c:pt idx="272">
                <c:v>0.018409778284908234</c:v>
              </c:pt>
              <c:pt idx="273">
                <c:v>0.018409778284908234</c:v>
              </c:pt>
              <c:pt idx="274">
                <c:v>0.018409778284908234</c:v>
              </c:pt>
              <c:pt idx="275">
                <c:v>0.018409778284908234</c:v>
              </c:pt>
              <c:pt idx="276">
                <c:v>0.018409778284908234</c:v>
              </c:pt>
              <c:pt idx="277">
                <c:v>0.018409778284908234</c:v>
              </c:pt>
              <c:pt idx="278">
                <c:v>0.018409778284908234</c:v>
              </c:pt>
              <c:pt idx="279">
                <c:v>0.018409778284908234</c:v>
              </c:pt>
              <c:pt idx="280">
                <c:v>0.018409778284908234</c:v>
              </c:pt>
              <c:pt idx="281">
                <c:v>0.018409778284908234</c:v>
              </c:pt>
              <c:pt idx="282">
                <c:v>0.018409778284908234</c:v>
              </c:pt>
              <c:pt idx="283">
                <c:v>0.018409778284908234</c:v>
              </c:pt>
              <c:pt idx="284">
                <c:v>0.018409778284908234</c:v>
              </c:pt>
              <c:pt idx="285">
                <c:v>0.018409778284908234</c:v>
              </c:pt>
              <c:pt idx="286">
                <c:v>0.018409778284908234</c:v>
              </c:pt>
              <c:pt idx="287">
                <c:v>0.018409778284908234</c:v>
              </c:pt>
              <c:pt idx="288">
                <c:v>0.018409778284908234</c:v>
              </c:pt>
              <c:pt idx="289">
                <c:v>0.018409778284908234</c:v>
              </c:pt>
              <c:pt idx="290">
                <c:v>0.018409778284908234</c:v>
              </c:pt>
              <c:pt idx="291">
                <c:v>0.018409778284908234</c:v>
              </c:pt>
              <c:pt idx="292">
                <c:v>0.018409778284908234</c:v>
              </c:pt>
              <c:pt idx="293">
                <c:v>0.018409778284908234</c:v>
              </c:pt>
              <c:pt idx="294">
                <c:v>0.018409778284908234</c:v>
              </c:pt>
              <c:pt idx="295">
                <c:v>0.018409778284908234</c:v>
              </c:pt>
              <c:pt idx="296">
                <c:v>0.018409778284908234</c:v>
              </c:pt>
              <c:pt idx="297">
                <c:v>0.018409778284908234</c:v>
              </c:pt>
              <c:pt idx="298">
                <c:v>0.018409778284908234</c:v>
              </c:pt>
              <c:pt idx="299">
                <c:v>0.018409778284908234</c:v>
              </c:pt>
              <c:pt idx="300">
                <c:v>0.018409778284908234</c:v>
              </c:pt>
              <c:pt idx="301">
                <c:v>0.018409778284908234</c:v>
              </c:pt>
              <c:pt idx="302">
                <c:v>0.018409778284908234</c:v>
              </c:pt>
              <c:pt idx="303">
                <c:v>0.018409778284908234</c:v>
              </c:pt>
              <c:pt idx="304">
                <c:v>0.018409778284908234</c:v>
              </c:pt>
              <c:pt idx="305">
                <c:v>0.018409778284908234</c:v>
              </c:pt>
              <c:pt idx="306">
                <c:v>0.018409778284908234</c:v>
              </c:pt>
              <c:pt idx="307">
                <c:v>0.018409778284908234</c:v>
              </c:pt>
              <c:pt idx="308">
                <c:v>0.018409778284908234</c:v>
              </c:pt>
              <c:pt idx="309">
                <c:v>0.018409778284908234</c:v>
              </c:pt>
              <c:pt idx="310">
                <c:v>0.018409778284908234</c:v>
              </c:pt>
              <c:pt idx="311">
                <c:v>0.018409778284908234</c:v>
              </c:pt>
              <c:pt idx="312">
                <c:v>0.018409778284908234</c:v>
              </c:pt>
              <c:pt idx="313">
                <c:v>0.018409778284908234</c:v>
              </c:pt>
              <c:pt idx="314">
                <c:v>0.018409778284908234</c:v>
              </c:pt>
              <c:pt idx="315">
                <c:v>0.018409778284908234</c:v>
              </c:pt>
              <c:pt idx="316">
                <c:v>0.018409778284908234</c:v>
              </c:pt>
              <c:pt idx="317">
                <c:v>0.018409778284908234</c:v>
              </c:pt>
              <c:pt idx="318">
                <c:v>0.018409778284908234</c:v>
              </c:pt>
              <c:pt idx="319">
                <c:v>0.018409778284908234</c:v>
              </c:pt>
              <c:pt idx="320">
                <c:v>0.018409778284908234</c:v>
              </c:pt>
              <c:pt idx="321">
                <c:v>0.018409778284908234</c:v>
              </c:pt>
              <c:pt idx="322">
                <c:v>0.018409778284908234</c:v>
              </c:pt>
              <c:pt idx="323">
                <c:v>0.018409778284908234</c:v>
              </c:pt>
            </c:numLit>
          </c:yVal>
          <c:smooth val="0"/>
        </c:ser>
        <c:ser>
          <c:idx val="13"/>
          <c:order val="13"/>
          <c:tx>
            <c:v>Implemented LCA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FFFFFF"/>
              </a:solidFill>
            </c:spPr>
          </c:marker>
          <c:xVal>
            <c:numLit>
              <c:formatCode>General</c:formatCode>
              <c:ptCount val="324"/>
              <c:pt idx="0">
                <c:v>33.58694481805558</c:v>
              </c:pt>
              <c:pt idx="1">
                <c:v>33.58694481805558</c:v>
              </c:pt>
              <c:pt idx="2">
                <c:v>33.58694481805558</c:v>
              </c:pt>
              <c:pt idx="3">
                <c:v>33.58694481805558</c:v>
              </c:pt>
              <c:pt idx="4">
                <c:v>33.58694481805558</c:v>
              </c:pt>
              <c:pt idx="5">
                <c:v>33.58694481805558</c:v>
              </c:pt>
              <c:pt idx="6">
                <c:v>33.58694481805558</c:v>
              </c:pt>
              <c:pt idx="7">
                <c:v>33.58694481805558</c:v>
              </c:pt>
              <c:pt idx="8">
                <c:v>33.58694481805558</c:v>
              </c:pt>
              <c:pt idx="9">
                <c:v>33.58694481805558</c:v>
              </c:pt>
              <c:pt idx="10">
                <c:v>33.58694481805558</c:v>
              </c:pt>
              <c:pt idx="11">
                <c:v>33.58694481805558</c:v>
              </c:pt>
              <c:pt idx="12">
                <c:v>33.58694481805558</c:v>
              </c:pt>
              <c:pt idx="13">
                <c:v>33.58694481805558</c:v>
              </c:pt>
              <c:pt idx="14">
                <c:v>33.58694481805558</c:v>
              </c:pt>
              <c:pt idx="15">
                <c:v>33.58694481805558</c:v>
              </c:pt>
              <c:pt idx="16">
                <c:v>33.58694481805558</c:v>
              </c:pt>
              <c:pt idx="17">
                <c:v>33.58694481805558</c:v>
              </c:pt>
              <c:pt idx="18">
                <c:v>33.58694481805558</c:v>
              </c:pt>
              <c:pt idx="19">
                <c:v>33.58694481805558</c:v>
              </c:pt>
              <c:pt idx="20">
                <c:v>33.58694481805558</c:v>
              </c:pt>
              <c:pt idx="21">
                <c:v>33.58694481805558</c:v>
              </c:pt>
              <c:pt idx="22">
                <c:v>33.58694481805558</c:v>
              </c:pt>
              <c:pt idx="23">
                <c:v>33.58694481805558</c:v>
              </c:pt>
              <c:pt idx="24">
                <c:v>33.58694481805558</c:v>
              </c:pt>
              <c:pt idx="25">
                <c:v>33.58694481805558</c:v>
              </c:pt>
              <c:pt idx="26">
                <c:v>33.58694481805558</c:v>
              </c:pt>
              <c:pt idx="27">
                <c:v>33.58694481805558</c:v>
              </c:pt>
              <c:pt idx="28">
                <c:v>33.58694481805558</c:v>
              </c:pt>
              <c:pt idx="29">
                <c:v>33.58694481805558</c:v>
              </c:pt>
              <c:pt idx="30">
                <c:v>33.58694481805558</c:v>
              </c:pt>
              <c:pt idx="31">
                <c:v>33.58694481805558</c:v>
              </c:pt>
              <c:pt idx="32">
                <c:v>33.58694481805558</c:v>
              </c:pt>
              <c:pt idx="33">
                <c:v>33.58694481805558</c:v>
              </c:pt>
              <c:pt idx="34">
                <c:v>33.58694481805558</c:v>
              </c:pt>
              <c:pt idx="35">
                <c:v>33.58694481805558</c:v>
              </c:pt>
              <c:pt idx="36">
                <c:v>33.58694481805558</c:v>
              </c:pt>
              <c:pt idx="37">
                <c:v>33.58694481805558</c:v>
              </c:pt>
              <c:pt idx="38">
                <c:v>33.58694481805558</c:v>
              </c:pt>
              <c:pt idx="39">
                <c:v>33.58694481805558</c:v>
              </c:pt>
              <c:pt idx="40">
                <c:v>33.58694481805558</c:v>
              </c:pt>
              <c:pt idx="41">
                <c:v>33.58694481805558</c:v>
              </c:pt>
              <c:pt idx="42">
                <c:v>33.58694481805558</c:v>
              </c:pt>
              <c:pt idx="43">
                <c:v>33.58694481805558</c:v>
              </c:pt>
              <c:pt idx="44">
                <c:v>33.58694481805558</c:v>
              </c:pt>
              <c:pt idx="45">
                <c:v>33.58694481805558</c:v>
              </c:pt>
              <c:pt idx="46">
                <c:v>33.58694481805558</c:v>
              </c:pt>
              <c:pt idx="47">
                <c:v>33.58694481805558</c:v>
              </c:pt>
              <c:pt idx="48">
                <c:v>33.58694481805558</c:v>
              </c:pt>
              <c:pt idx="49">
                <c:v>33.58694481805558</c:v>
              </c:pt>
              <c:pt idx="50">
                <c:v>33.58694481805558</c:v>
              </c:pt>
              <c:pt idx="51">
                <c:v>33.58694481805558</c:v>
              </c:pt>
              <c:pt idx="52">
                <c:v>33.58694481805558</c:v>
              </c:pt>
              <c:pt idx="53">
                <c:v>33.58694481805558</c:v>
              </c:pt>
              <c:pt idx="54">
                <c:v>33.58694481805558</c:v>
              </c:pt>
              <c:pt idx="55">
                <c:v>33.58694481805558</c:v>
              </c:pt>
              <c:pt idx="56">
                <c:v>33.58694481805558</c:v>
              </c:pt>
              <c:pt idx="57">
                <c:v>33.58694481805558</c:v>
              </c:pt>
              <c:pt idx="58">
                <c:v>33.58694481805558</c:v>
              </c:pt>
              <c:pt idx="59">
                <c:v>33.58694481805558</c:v>
              </c:pt>
              <c:pt idx="60">
                <c:v>33.58694481805558</c:v>
              </c:pt>
              <c:pt idx="61">
                <c:v>33.58694481805558</c:v>
              </c:pt>
              <c:pt idx="62">
                <c:v>33.58694481805558</c:v>
              </c:pt>
              <c:pt idx="63">
                <c:v>33.58694481805558</c:v>
              </c:pt>
              <c:pt idx="64">
                <c:v>33.58694481805558</c:v>
              </c:pt>
              <c:pt idx="65">
                <c:v>33.58694481805558</c:v>
              </c:pt>
              <c:pt idx="66">
                <c:v>33.58694481805558</c:v>
              </c:pt>
              <c:pt idx="67">
                <c:v>33.58694481805558</c:v>
              </c:pt>
              <c:pt idx="68">
                <c:v>33.58694481805558</c:v>
              </c:pt>
              <c:pt idx="69">
                <c:v>33.58694481805558</c:v>
              </c:pt>
              <c:pt idx="70">
                <c:v>33.58694481805558</c:v>
              </c:pt>
              <c:pt idx="71">
                <c:v>33.58694481805558</c:v>
              </c:pt>
              <c:pt idx="72">
                <c:v>33.58694481805558</c:v>
              </c:pt>
              <c:pt idx="73">
                <c:v>33.58694481805558</c:v>
              </c:pt>
              <c:pt idx="74">
                <c:v>33.58694481805558</c:v>
              </c:pt>
              <c:pt idx="75">
                <c:v>33.58694481805558</c:v>
              </c:pt>
              <c:pt idx="76">
                <c:v>33.58694481805558</c:v>
              </c:pt>
              <c:pt idx="77">
                <c:v>33.58694481805558</c:v>
              </c:pt>
              <c:pt idx="78">
                <c:v>33.58694481805558</c:v>
              </c:pt>
              <c:pt idx="79">
                <c:v>33.58694481805558</c:v>
              </c:pt>
              <c:pt idx="80">
                <c:v>33.58694481805558</c:v>
              </c:pt>
              <c:pt idx="81">
                <c:v>33.58694481805558</c:v>
              </c:pt>
              <c:pt idx="82">
                <c:v>33.58694481805558</c:v>
              </c:pt>
              <c:pt idx="83">
                <c:v>33.58694481805558</c:v>
              </c:pt>
              <c:pt idx="84">
                <c:v>33.58694481805558</c:v>
              </c:pt>
              <c:pt idx="85">
                <c:v>33.58694481805558</c:v>
              </c:pt>
              <c:pt idx="86">
                <c:v>33.58694481805558</c:v>
              </c:pt>
              <c:pt idx="87">
                <c:v>33.58694481805558</c:v>
              </c:pt>
              <c:pt idx="88">
                <c:v>33.58694481805558</c:v>
              </c:pt>
              <c:pt idx="89">
                <c:v>33.58694481805558</c:v>
              </c:pt>
              <c:pt idx="90">
                <c:v>33.58694481805558</c:v>
              </c:pt>
              <c:pt idx="91">
                <c:v>33.58694481805558</c:v>
              </c:pt>
              <c:pt idx="92">
                <c:v>33.58694481805558</c:v>
              </c:pt>
              <c:pt idx="93">
                <c:v>33.58694481805558</c:v>
              </c:pt>
              <c:pt idx="94">
                <c:v>33.58694481805558</c:v>
              </c:pt>
              <c:pt idx="95">
                <c:v>33.58694481805558</c:v>
              </c:pt>
              <c:pt idx="96">
                <c:v>33.58694481805558</c:v>
              </c:pt>
              <c:pt idx="97">
                <c:v>33.58694481805558</c:v>
              </c:pt>
              <c:pt idx="98">
                <c:v>33.58694481805558</c:v>
              </c:pt>
              <c:pt idx="99">
                <c:v>33.58694481805558</c:v>
              </c:pt>
              <c:pt idx="100">
                <c:v>33.58694481805558</c:v>
              </c:pt>
              <c:pt idx="101">
                <c:v>33.58694481805558</c:v>
              </c:pt>
              <c:pt idx="102">
                <c:v>33.58694481805558</c:v>
              </c:pt>
              <c:pt idx="103">
                <c:v>33.58694481805558</c:v>
              </c:pt>
              <c:pt idx="104">
                <c:v>33.58694481805558</c:v>
              </c:pt>
              <c:pt idx="105">
                <c:v>33.58694481805558</c:v>
              </c:pt>
              <c:pt idx="106">
                <c:v>33.58694481805558</c:v>
              </c:pt>
              <c:pt idx="107">
                <c:v>33.58694481805558</c:v>
              </c:pt>
              <c:pt idx="108">
                <c:v>33.58694481805558</c:v>
              </c:pt>
              <c:pt idx="109">
                <c:v>33.58694481805558</c:v>
              </c:pt>
              <c:pt idx="110">
                <c:v>33.58694481805558</c:v>
              </c:pt>
              <c:pt idx="111">
                <c:v>33.58694481805558</c:v>
              </c:pt>
              <c:pt idx="112">
                <c:v>33.58694481805558</c:v>
              </c:pt>
              <c:pt idx="113">
                <c:v>33.58694481805558</c:v>
              </c:pt>
              <c:pt idx="114">
                <c:v>33.58694481805558</c:v>
              </c:pt>
              <c:pt idx="115">
                <c:v>33.58694481805558</c:v>
              </c:pt>
              <c:pt idx="116">
                <c:v>33.58694481805558</c:v>
              </c:pt>
              <c:pt idx="117">
                <c:v>33.58694481805558</c:v>
              </c:pt>
              <c:pt idx="118">
                <c:v>33.58694481805558</c:v>
              </c:pt>
              <c:pt idx="119">
                <c:v>33.58694481805558</c:v>
              </c:pt>
              <c:pt idx="120">
                <c:v>33.58694481805558</c:v>
              </c:pt>
              <c:pt idx="121">
                <c:v>33.58694481805558</c:v>
              </c:pt>
              <c:pt idx="122">
                <c:v>33.58694481805558</c:v>
              </c:pt>
              <c:pt idx="123">
                <c:v>33.58694481805558</c:v>
              </c:pt>
              <c:pt idx="124">
                <c:v>33.58694481805558</c:v>
              </c:pt>
              <c:pt idx="125">
                <c:v>33.58694481805558</c:v>
              </c:pt>
              <c:pt idx="126">
                <c:v>33.58694481805558</c:v>
              </c:pt>
              <c:pt idx="127">
                <c:v>33.58694481805558</c:v>
              </c:pt>
              <c:pt idx="128">
                <c:v>33.58694481805558</c:v>
              </c:pt>
              <c:pt idx="129">
                <c:v>33.58694481805558</c:v>
              </c:pt>
              <c:pt idx="130">
                <c:v>33.58694481805558</c:v>
              </c:pt>
              <c:pt idx="131">
                <c:v>33.58694481805558</c:v>
              </c:pt>
              <c:pt idx="132">
                <c:v>33.58694481805558</c:v>
              </c:pt>
              <c:pt idx="133">
                <c:v>33.58694481805558</c:v>
              </c:pt>
              <c:pt idx="134">
                <c:v>33.58694481805558</c:v>
              </c:pt>
              <c:pt idx="135">
                <c:v>33.58694481805558</c:v>
              </c:pt>
              <c:pt idx="136">
                <c:v>33.58694481805558</c:v>
              </c:pt>
              <c:pt idx="137">
                <c:v>33.58694481805558</c:v>
              </c:pt>
              <c:pt idx="138">
                <c:v>33.58694481805558</c:v>
              </c:pt>
              <c:pt idx="139">
                <c:v>33.58694481805558</c:v>
              </c:pt>
              <c:pt idx="140">
                <c:v>33.58694481805558</c:v>
              </c:pt>
              <c:pt idx="141">
                <c:v>33.58694481805558</c:v>
              </c:pt>
              <c:pt idx="142">
                <c:v>33.58694481805558</c:v>
              </c:pt>
              <c:pt idx="143">
                <c:v>33.58694481805558</c:v>
              </c:pt>
              <c:pt idx="144">
                <c:v>33.58694481805558</c:v>
              </c:pt>
              <c:pt idx="145">
                <c:v>33.58694481805558</c:v>
              </c:pt>
              <c:pt idx="146">
                <c:v>33.58694481805558</c:v>
              </c:pt>
              <c:pt idx="147">
                <c:v>33.58694481805558</c:v>
              </c:pt>
              <c:pt idx="148">
                <c:v>33.58694481805558</c:v>
              </c:pt>
              <c:pt idx="149">
                <c:v>33.58694481805558</c:v>
              </c:pt>
              <c:pt idx="150">
                <c:v>33.58694481805558</c:v>
              </c:pt>
              <c:pt idx="151">
                <c:v>33.58694481805558</c:v>
              </c:pt>
              <c:pt idx="152">
                <c:v>33.58694481805558</c:v>
              </c:pt>
              <c:pt idx="153">
                <c:v>33.58694481805558</c:v>
              </c:pt>
              <c:pt idx="154">
                <c:v>33.58694481805558</c:v>
              </c:pt>
              <c:pt idx="155">
                <c:v>33.58694481805558</c:v>
              </c:pt>
              <c:pt idx="156">
                <c:v>33.58694481805558</c:v>
              </c:pt>
              <c:pt idx="157">
                <c:v>33.58694481805558</c:v>
              </c:pt>
              <c:pt idx="158">
                <c:v>33.58694481805558</c:v>
              </c:pt>
              <c:pt idx="159">
                <c:v>33.58694481805558</c:v>
              </c:pt>
              <c:pt idx="160">
                <c:v>33.58694481805558</c:v>
              </c:pt>
              <c:pt idx="161">
                <c:v>33.58694481805558</c:v>
              </c:pt>
              <c:pt idx="162">
                <c:v>33.58694481805558</c:v>
              </c:pt>
              <c:pt idx="163">
                <c:v>33.58694481805558</c:v>
              </c:pt>
              <c:pt idx="164">
                <c:v>33.58694481805558</c:v>
              </c:pt>
              <c:pt idx="165">
                <c:v>33.58694481805558</c:v>
              </c:pt>
              <c:pt idx="166">
                <c:v>33.58694481805558</c:v>
              </c:pt>
              <c:pt idx="167">
                <c:v>33.58694481805558</c:v>
              </c:pt>
              <c:pt idx="168">
                <c:v>33.58694481805558</c:v>
              </c:pt>
              <c:pt idx="169">
                <c:v>33.58694481805558</c:v>
              </c:pt>
              <c:pt idx="170">
                <c:v>33.58694481805558</c:v>
              </c:pt>
              <c:pt idx="171">
                <c:v>33.58694481805558</c:v>
              </c:pt>
              <c:pt idx="172">
                <c:v>33.58694481805558</c:v>
              </c:pt>
              <c:pt idx="173">
                <c:v>33.58694481805558</c:v>
              </c:pt>
              <c:pt idx="174">
                <c:v>33.58694481805558</c:v>
              </c:pt>
              <c:pt idx="175">
                <c:v>33.58694481805558</c:v>
              </c:pt>
              <c:pt idx="176">
                <c:v>33.58694481805558</c:v>
              </c:pt>
              <c:pt idx="177">
                <c:v>33.58694481805558</c:v>
              </c:pt>
              <c:pt idx="178">
                <c:v>33.58694481805558</c:v>
              </c:pt>
              <c:pt idx="179">
                <c:v>33.58694481805558</c:v>
              </c:pt>
              <c:pt idx="180">
                <c:v>33.58694481805558</c:v>
              </c:pt>
              <c:pt idx="181">
                <c:v>33.58694481805558</c:v>
              </c:pt>
              <c:pt idx="182">
                <c:v>33.58694481805558</c:v>
              </c:pt>
              <c:pt idx="183">
                <c:v>33.58694481805558</c:v>
              </c:pt>
              <c:pt idx="184">
                <c:v>33.58694481805558</c:v>
              </c:pt>
              <c:pt idx="185">
                <c:v>33.58694481805558</c:v>
              </c:pt>
              <c:pt idx="186">
                <c:v>33.58694481805558</c:v>
              </c:pt>
              <c:pt idx="187">
                <c:v>33.58694481805558</c:v>
              </c:pt>
              <c:pt idx="188">
                <c:v>33.58694481805558</c:v>
              </c:pt>
              <c:pt idx="189">
                <c:v>33.58694481805558</c:v>
              </c:pt>
              <c:pt idx="190">
                <c:v>33.58694481805558</c:v>
              </c:pt>
              <c:pt idx="191">
                <c:v>33.58694481805558</c:v>
              </c:pt>
              <c:pt idx="192">
                <c:v>33.58694481805558</c:v>
              </c:pt>
              <c:pt idx="193">
                <c:v>33.58694481805558</c:v>
              </c:pt>
              <c:pt idx="194">
                <c:v>33.58694481805558</c:v>
              </c:pt>
              <c:pt idx="195">
                <c:v>33.58694481805558</c:v>
              </c:pt>
              <c:pt idx="196">
                <c:v>33.58694481805558</c:v>
              </c:pt>
              <c:pt idx="197">
                <c:v>33.58694481805558</c:v>
              </c:pt>
              <c:pt idx="198">
                <c:v>33.58694481805558</c:v>
              </c:pt>
              <c:pt idx="199">
                <c:v>33.58694481805558</c:v>
              </c:pt>
              <c:pt idx="200">
                <c:v>33.58694481805558</c:v>
              </c:pt>
              <c:pt idx="201">
                <c:v>33.58694481805558</c:v>
              </c:pt>
              <c:pt idx="202">
                <c:v>33.58694481805558</c:v>
              </c:pt>
              <c:pt idx="203">
                <c:v>33.58694481805558</c:v>
              </c:pt>
              <c:pt idx="204">
                <c:v>33.58694481805558</c:v>
              </c:pt>
              <c:pt idx="205">
                <c:v>33.58694481805558</c:v>
              </c:pt>
              <c:pt idx="206">
                <c:v>33.58694481805558</c:v>
              </c:pt>
              <c:pt idx="207">
                <c:v>33.58694481805558</c:v>
              </c:pt>
              <c:pt idx="208">
                <c:v>33.58694481805558</c:v>
              </c:pt>
              <c:pt idx="209">
                <c:v>33.58694481805558</c:v>
              </c:pt>
              <c:pt idx="210">
                <c:v>33.58694481805558</c:v>
              </c:pt>
              <c:pt idx="211">
                <c:v>33.58694481805558</c:v>
              </c:pt>
              <c:pt idx="212">
                <c:v>33.58694481805558</c:v>
              </c:pt>
              <c:pt idx="213">
                <c:v>33.58694481805558</c:v>
              </c:pt>
              <c:pt idx="214">
                <c:v>33.58694481805558</c:v>
              </c:pt>
              <c:pt idx="215">
                <c:v>33.58694481805558</c:v>
              </c:pt>
              <c:pt idx="216">
                <c:v>33.58694481805558</c:v>
              </c:pt>
              <c:pt idx="217">
                <c:v>33.58694481805558</c:v>
              </c:pt>
              <c:pt idx="218">
                <c:v>33.58694481805558</c:v>
              </c:pt>
              <c:pt idx="219">
                <c:v>33.58694481805558</c:v>
              </c:pt>
              <c:pt idx="220">
                <c:v>33.58694481805558</c:v>
              </c:pt>
              <c:pt idx="221">
                <c:v>33.58694481805558</c:v>
              </c:pt>
              <c:pt idx="222">
                <c:v>33.58694481805558</c:v>
              </c:pt>
              <c:pt idx="223">
                <c:v>33.58694481805558</c:v>
              </c:pt>
              <c:pt idx="224">
                <c:v>33.58694481805558</c:v>
              </c:pt>
              <c:pt idx="225">
                <c:v>33.58694481805558</c:v>
              </c:pt>
              <c:pt idx="226">
                <c:v>33.58694481805558</c:v>
              </c:pt>
              <c:pt idx="227">
                <c:v>33.58694481805558</c:v>
              </c:pt>
              <c:pt idx="228">
                <c:v>33.58694481805558</c:v>
              </c:pt>
              <c:pt idx="229">
                <c:v>33.58694481805558</c:v>
              </c:pt>
              <c:pt idx="230">
                <c:v>33.58694481805558</c:v>
              </c:pt>
              <c:pt idx="231">
                <c:v>33.58694481805558</c:v>
              </c:pt>
              <c:pt idx="232">
                <c:v>33.58694481805558</c:v>
              </c:pt>
              <c:pt idx="233">
                <c:v>33.58694481805558</c:v>
              </c:pt>
              <c:pt idx="234">
                <c:v>33.58694481805558</c:v>
              </c:pt>
              <c:pt idx="235">
                <c:v>33.58694481805558</c:v>
              </c:pt>
              <c:pt idx="236">
                <c:v>33.58694481805558</c:v>
              </c:pt>
              <c:pt idx="237">
                <c:v>33.58694481805558</c:v>
              </c:pt>
              <c:pt idx="238">
                <c:v>33.58694481805558</c:v>
              </c:pt>
              <c:pt idx="239">
                <c:v>33.58694481805558</c:v>
              </c:pt>
              <c:pt idx="240">
                <c:v>33.58694481805558</c:v>
              </c:pt>
              <c:pt idx="241">
                <c:v>33.58694481805558</c:v>
              </c:pt>
              <c:pt idx="242">
                <c:v>33.58694481805558</c:v>
              </c:pt>
              <c:pt idx="243">
                <c:v>33.58694481805558</c:v>
              </c:pt>
              <c:pt idx="244">
                <c:v>33.58694481805558</c:v>
              </c:pt>
              <c:pt idx="245">
                <c:v>33.58694481805558</c:v>
              </c:pt>
              <c:pt idx="246">
                <c:v>33.58694481805558</c:v>
              </c:pt>
              <c:pt idx="247">
                <c:v>33.58694481805558</c:v>
              </c:pt>
              <c:pt idx="248">
                <c:v>33.58694481805558</c:v>
              </c:pt>
              <c:pt idx="249">
                <c:v>33.58694481805558</c:v>
              </c:pt>
              <c:pt idx="250">
                <c:v>33.58694481805558</c:v>
              </c:pt>
              <c:pt idx="251">
                <c:v>33.58694481805558</c:v>
              </c:pt>
              <c:pt idx="252">
                <c:v>33.58694481805558</c:v>
              </c:pt>
              <c:pt idx="253">
                <c:v>33.58694481805558</c:v>
              </c:pt>
              <c:pt idx="254">
                <c:v>33.58694481805558</c:v>
              </c:pt>
              <c:pt idx="255">
                <c:v>33.58694481805558</c:v>
              </c:pt>
              <c:pt idx="256">
                <c:v>33.58694481805558</c:v>
              </c:pt>
              <c:pt idx="257">
                <c:v>33.58694481805558</c:v>
              </c:pt>
              <c:pt idx="258">
                <c:v>33.58694481805558</c:v>
              </c:pt>
              <c:pt idx="259">
                <c:v>33.58694481805558</c:v>
              </c:pt>
              <c:pt idx="260">
                <c:v>33.58694481805558</c:v>
              </c:pt>
              <c:pt idx="261">
                <c:v>33.58694481805558</c:v>
              </c:pt>
              <c:pt idx="262">
                <c:v>33.58694481805558</c:v>
              </c:pt>
              <c:pt idx="263">
                <c:v>33.58694481805558</c:v>
              </c:pt>
              <c:pt idx="264">
                <c:v>33.58694481805558</c:v>
              </c:pt>
              <c:pt idx="265">
                <c:v>33.58694481805558</c:v>
              </c:pt>
              <c:pt idx="266">
                <c:v>33.58694481805558</c:v>
              </c:pt>
              <c:pt idx="267">
                <c:v>33.58694481805558</c:v>
              </c:pt>
              <c:pt idx="268">
                <c:v>33.58694481805558</c:v>
              </c:pt>
              <c:pt idx="269">
                <c:v>33.58694481805558</c:v>
              </c:pt>
              <c:pt idx="270">
                <c:v>33.58694481805558</c:v>
              </c:pt>
              <c:pt idx="271">
                <c:v>33.58694481805558</c:v>
              </c:pt>
              <c:pt idx="272">
                <c:v>33.58694481805558</c:v>
              </c:pt>
              <c:pt idx="273">
                <c:v>33.58694481805558</c:v>
              </c:pt>
              <c:pt idx="274">
                <c:v>33.58694481805558</c:v>
              </c:pt>
              <c:pt idx="275">
                <c:v>33.58694481805558</c:v>
              </c:pt>
              <c:pt idx="276">
                <c:v>33.58694481805558</c:v>
              </c:pt>
              <c:pt idx="277">
                <c:v>33.58694481805558</c:v>
              </c:pt>
              <c:pt idx="278">
                <c:v>33.58694481805558</c:v>
              </c:pt>
              <c:pt idx="279">
                <c:v>33.58694481805558</c:v>
              </c:pt>
              <c:pt idx="280">
                <c:v>33.58694481805558</c:v>
              </c:pt>
              <c:pt idx="281">
                <c:v>33.58694481805558</c:v>
              </c:pt>
              <c:pt idx="282">
                <c:v>33.58694481805558</c:v>
              </c:pt>
              <c:pt idx="283">
                <c:v>33.58694481805558</c:v>
              </c:pt>
              <c:pt idx="284">
                <c:v>33.58694481805558</c:v>
              </c:pt>
              <c:pt idx="285">
                <c:v>33.58694481805558</c:v>
              </c:pt>
              <c:pt idx="286">
                <c:v>33.58694481805558</c:v>
              </c:pt>
              <c:pt idx="287">
                <c:v>33.58694481805558</c:v>
              </c:pt>
              <c:pt idx="288">
                <c:v>33.58694481805558</c:v>
              </c:pt>
              <c:pt idx="289">
                <c:v>33.58694481805558</c:v>
              </c:pt>
              <c:pt idx="290">
                <c:v>33.58694481805558</c:v>
              </c:pt>
              <c:pt idx="291">
                <c:v>33.58694481805558</c:v>
              </c:pt>
              <c:pt idx="292">
                <c:v>33.58694481805558</c:v>
              </c:pt>
              <c:pt idx="293">
                <c:v>33.58694481805558</c:v>
              </c:pt>
              <c:pt idx="294">
                <c:v>33.58694481805558</c:v>
              </c:pt>
              <c:pt idx="295">
                <c:v>33.58694481805558</c:v>
              </c:pt>
              <c:pt idx="296">
                <c:v>33.58694481805558</c:v>
              </c:pt>
              <c:pt idx="297">
                <c:v>33.58694481805558</c:v>
              </c:pt>
              <c:pt idx="298">
                <c:v>33.58694481805558</c:v>
              </c:pt>
              <c:pt idx="299">
                <c:v>33.58694481805558</c:v>
              </c:pt>
              <c:pt idx="300">
                <c:v>33.58694481805558</c:v>
              </c:pt>
              <c:pt idx="301">
                <c:v>33.58694481805558</c:v>
              </c:pt>
              <c:pt idx="302">
                <c:v>33.58694481805558</c:v>
              </c:pt>
              <c:pt idx="303">
                <c:v>33.58694481805558</c:v>
              </c:pt>
              <c:pt idx="304">
                <c:v>33.58694481805558</c:v>
              </c:pt>
              <c:pt idx="305">
                <c:v>33.58694481805558</c:v>
              </c:pt>
              <c:pt idx="306">
                <c:v>33.58694481805558</c:v>
              </c:pt>
              <c:pt idx="307">
                <c:v>33.58694481805558</c:v>
              </c:pt>
              <c:pt idx="308">
                <c:v>33.58694481805558</c:v>
              </c:pt>
              <c:pt idx="309">
                <c:v>33.58694481805558</c:v>
              </c:pt>
              <c:pt idx="310">
                <c:v>33.58694481805558</c:v>
              </c:pt>
              <c:pt idx="311">
                <c:v>33.58694481805558</c:v>
              </c:pt>
              <c:pt idx="312">
                <c:v>33.58694481805558</c:v>
              </c:pt>
              <c:pt idx="313">
                <c:v>33.58694481805558</c:v>
              </c:pt>
              <c:pt idx="314">
                <c:v>33.58694481805558</c:v>
              </c:pt>
              <c:pt idx="315">
                <c:v>33.58694481805558</c:v>
              </c:pt>
              <c:pt idx="316">
                <c:v>33.58694481805558</c:v>
              </c:pt>
              <c:pt idx="317">
                <c:v>33.58694481805558</c:v>
              </c:pt>
              <c:pt idx="318">
                <c:v>33.58694481805558</c:v>
              </c:pt>
              <c:pt idx="319">
                <c:v>33.58694481805558</c:v>
              </c:pt>
              <c:pt idx="320">
                <c:v>33.58694481805558</c:v>
              </c:pt>
              <c:pt idx="321">
                <c:v>33.58694481805558</c:v>
              </c:pt>
              <c:pt idx="322">
                <c:v>33.58694481805558</c:v>
              </c:pt>
              <c:pt idx="323">
                <c:v>33.58694481805558</c:v>
              </c:pt>
            </c:numLit>
          </c:xVal>
          <c:yVal>
            <c:numLit>
              <c:formatCode>0.0</c:formatCode>
              <c:ptCount val="324"/>
              <c:pt idx="0">
                <c:v>0.018409778284908234</c:v>
              </c:pt>
              <c:pt idx="1">
                <c:v>0.018409778284908234</c:v>
              </c:pt>
              <c:pt idx="2">
                <c:v>0.018409778284908234</c:v>
              </c:pt>
              <c:pt idx="3">
                <c:v>0.018409778284908234</c:v>
              </c:pt>
              <c:pt idx="4">
                <c:v>0.018409778284908234</c:v>
              </c:pt>
              <c:pt idx="5">
                <c:v>0.018409778284908234</c:v>
              </c:pt>
              <c:pt idx="6">
                <c:v>0.018409778284908234</c:v>
              </c:pt>
              <c:pt idx="7">
                <c:v>0.018409778284908234</c:v>
              </c:pt>
              <c:pt idx="8">
                <c:v>0.018409778284908234</c:v>
              </c:pt>
              <c:pt idx="9">
                <c:v>0.018409778284908234</c:v>
              </c:pt>
              <c:pt idx="10">
                <c:v>0.018409778284908234</c:v>
              </c:pt>
              <c:pt idx="11">
                <c:v>0.018409778284908234</c:v>
              </c:pt>
              <c:pt idx="12">
                <c:v>0.018409778284908234</c:v>
              </c:pt>
              <c:pt idx="13">
                <c:v>0.018409778284908234</c:v>
              </c:pt>
              <c:pt idx="14">
                <c:v>0.018409778284908234</c:v>
              </c:pt>
              <c:pt idx="15">
                <c:v>0.018409778284908234</c:v>
              </c:pt>
              <c:pt idx="16">
                <c:v>0.018409778284908234</c:v>
              </c:pt>
              <c:pt idx="17">
                <c:v>0.018409778284908234</c:v>
              </c:pt>
              <c:pt idx="18">
                <c:v>0.018409778284908234</c:v>
              </c:pt>
              <c:pt idx="19">
                <c:v>0.018409778284908234</c:v>
              </c:pt>
              <c:pt idx="20">
                <c:v>0.018409778284908234</c:v>
              </c:pt>
              <c:pt idx="21">
                <c:v>0.018409778284908234</c:v>
              </c:pt>
              <c:pt idx="22">
                <c:v>0.018409778284908234</c:v>
              </c:pt>
              <c:pt idx="23">
                <c:v>0.018409778284908234</c:v>
              </c:pt>
              <c:pt idx="24">
                <c:v>0.018409778284908234</c:v>
              </c:pt>
              <c:pt idx="25">
                <c:v>0.018409778284908234</c:v>
              </c:pt>
              <c:pt idx="26">
                <c:v>0.018409778284908234</c:v>
              </c:pt>
              <c:pt idx="27">
                <c:v>0.018409778284908234</c:v>
              </c:pt>
              <c:pt idx="28">
                <c:v>0.018409778284908234</c:v>
              </c:pt>
              <c:pt idx="29">
                <c:v>0.018409778284908234</c:v>
              </c:pt>
              <c:pt idx="30">
                <c:v>0.018409778284908234</c:v>
              </c:pt>
              <c:pt idx="31">
                <c:v>0.018409778284908234</c:v>
              </c:pt>
              <c:pt idx="32">
                <c:v>0.018409778284908234</c:v>
              </c:pt>
              <c:pt idx="33">
                <c:v>0.018409778284908234</c:v>
              </c:pt>
              <c:pt idx="34">
                <c:v>0.018409778284908234</c:v>
              </c:pt>
              <c:pt idx="35">
                <c:v>0.018409778284908234</c:v>
              </c:pt>
              <c:pt idx="36">
                <c:v>0.018409778284908234</c:v>
              </c:pt>
              <c:pt idx="37">
                <c:v>0.018409778284908234</c:v>
              </c:pt>
              <c:pt idx="38">
                <c:v>0.018409778284908234</c:v>
              </c:pt>
              <c:pt idx="39">
                <c:v>0.018409778284908234</c:v>
              </c:pt>
              <c:pt idx="40">
                <c:v>0.018409778284908234</c:v>
              </c:pt>
              <c:pt idx="41">
                <c:v>0.018409778284908234</c:v>
              </c:pt>
              <c:pt idx="42">
                <c:v>0.018409778284908234</c:v>
              </c:pt>
              <c:pt idx="43">
                <c:v>0.018409778284908234</c:v>
              </c:pt>
              <c:pt idx="44">
                <c:v>0.018409778284908234</c:v>
              </c:pt>
              <c:pt idx="45">
                <c:v>0.018409778284908234</c:v>
              </c:pt>
              <c:pt idx="46">
                <c:v>0.018409778284908234</c:v>
              </c:pt>
              <c:pt idx="47">
                <c:v>0.018409778284908234</c:v>
              </c:pt>
              <c:pt idx="48">
                <c:v>0.018409778284908234</c:v>
              </c:pt>
              <c:pt idx="49">
                <c:v>0.018409778284908234</c:v>
              </c:pt>
              <c:pt idx="50">
                <c:v>0.018409778284908234</c:v>
              </c:pt>
              <c:pt idx="51">
                <c:v>0.018409778284908234</c:v>
              </c:pt>
              <c:pt idx="52">
                <c:v>0.018409778284908234</c:v>
              </c:pt>
              <c:pt idx="53">
                <c:v>0.018409778284908234</c:v>
              </c:pt>
              <c:pt idx="54">
                <c:v>0.018409778284908234</c:v>
              </c:pt>
              <c:pt idx="55">
                <c:v>0.018409778284908234</c:v>
              </c:pt>
              <c:pt idx="56">
                <c:v>0.018409778284908234</c:v>
              </c:pt>
              <c:pt idx="57">
                <c:v>0.018409778284908234</c:v>
              </c:pt>
              <c:pt idx="58">
                <c:v>0.018409778284908234</c:v>
              </c:pt>
              <c:pt idx="59">
                <c:v>0.018409778284908234</c:v>
              </c:pt>
              <c:pt idx="60">
                <c:v>0.018409778284908234</c:v>
              </c:pt>
              <c:pt idx="61">
                <c:v>0.018409778284908234</c:v>
              </c:pt>
              <c:pt idx="62">
                <c:v>0.018409778284908234</c:v>
              </c:pt>
              <c:pt idx="63">
                <c:v>0.018409778284908234</c:v>
              </c:pt>
              <c:pt idx="64">
                <c:v>0.018409778284908234</c:v>
              </c:pt>
              <c:pt idx="65">
                <c:v>0.018409778284908234</c:v>
              </c:pt>
              <c:pt idx="66">
                <c:v>0.018409778284908234</c:v>
              </c:pt>
              <c:pt idx="67">
                <c:v>0.018409778284908234</c:v>
              </c:pt>
              <c:pt idx="68">
                <c:v>0.018409778284908234</c:v>
              </c:pt>
              <c:pt idx="69">
                <c:v>0.018409778284908234</c:v>
              </c:pt>
              <c:pt idx="70">
                <c:v>0.018409778284908234</c:v>
              </c:pt>
              <c:pt idx="71">
                <c:v>0.018409778284908234</c:v>
              </c:pt>
              <c:pt idx="72">
                <c:v>0.018409778284908234</c:v>
              </c:pt>
              <c:pt idx="73">
                <c:v>0.018409778284908234</c:v>
              </c:pt>
              <c:pt idx="74">
                <c:v>0.018409778284908234</c:v>
              </c:pt>
              <c:pt idx="75">
                <c:v>0.018409778284908234</c:v>
              </c:pt>
              <c:pt idx="76">
                <c:v>0.018409778284908234</c:v>
              </c:pt>
              <c:pt idx="77">
                <c:v>0.018409778284908234</c:v>
              </c:pt>
              <c:pt idx="78">
                <c:v>0.018409778284908234</c:v>
              </c:pt>
              <c:pt idx="79">
                <c:v>0.018409778284908234</c:v>
              </c:pt>
              <c:pt idx="80">
                <c:v>0.018409778284908234</c:v>
              </c:pt>
              <c:pt idx="81">
                <c:v>0.018409778284908234</c:v>
              </c:pt>
              <c:pt idx="82">
                <c:v>0.018409778284908234</c:v>
              </c:pt>
              <c:pt idx="83">
                <c:v>0.018409778284908234</c:v>
              </c:pt>
              <c:pt idx="84">
                <c:v>0.018409778284908234</c:v>
              </c:pt>
              <c:pt idx="85">
                <c:v>0.018409778284908234</c:v>
              </c:pt>
              <c:pt idx="86">
                <c:v>0.018409778284908234</c:v>
              </c:pt>
              <c:pt idx="87">
                <c:v>0.018409778284908234</c:v>
              </c:pt>
              <c:pt idx="88">
                <c:v>0.018409778284908234</c:v>
              </c:pt>
              <c:pt idx="89">
                <c:v>0.018409778284908234</c:v>
              </c:pt>
              <c:pt idx="90">
                <c:v>0.018409778284908234</c:v>
              </c:pt>
              <c:pt idx="91">
                <c:v>0.018409778284908234</c:v>
              </c:pt>
              <c:pt idx="92">
                <c:v>0.018409778284908234</c:v>
              </c:pt>
              <c:pt idx="93">
                <c:v>0.018409778284908234</c:v>
              </c:pt>
              <c:pt idx="94">
                <c:v>0.018409778284908234</c:v>
              </c:pt>
              <c:pt idx="95">
                <c:v>0.018409778284908234</c:v>
              </c:pt>
              <c:pt idx="96">
                <c:v>0.018409778284908234</c:v>
              </c:pt>
              <c:pt idx="97">
                <c:v>0.018409778284908234</c:v>
              </c:pt>
              <c:pt idx="98">
                <c:v>0.018409778284908234</c:v>
              </c:pt>
              <c:pt idx="99">
                <c:v>0.018409778284908234</c:v>
              </c:pt>
              <c:pt idx="100">
                <c:v>0.018409778284908234</c:v>
              </c:pt>
              <c:pt idx="101">
                <c:v>0.018409778284908234</c:v>
              </c:pt>
              <c:pt idx="102">
                <c:v>0.018409778284908234</c:v>
              </c:pt>
              <c:pt idx="103">
                <c:v>0.018409778284908234</c:v>
              </c:pt>
              <c:pt idx="104">
                <c:v>0.018409778284908234</c:v>
              </c:pt>
              <c:pt idx="105">
                <c:v>0.018409778284908234</c:v>
              </c:pt>
              <c:pt idx="106">
                <c:v>0.018409778284908234</c:v>
              </c:pt>
              <c:pt idx="107">
                <c:v>0.018409778284908234</c:v>
              </c:pt>
              <c:pt idx="108">
                <c:v>0.018409778284908234</c:v>
              </c:pt>
              <c:pt idx="109">
                <c:v>0.018409778284908234</c:v>
              </c:pt>
              <c:pt idx="110">
                <c:v>0.018409778284908234</c:v>
              </c:pt>
              <c:pt idx="111">
                <c:v>0.018409778284908234</c:v>
              </c:pt>
              <c:pt idx="112">
                <c:v>0.018409778284908234</c:v>
              </c:pt>
              <c:pt idx="113">
                <c:v>0.018409778284908234</c:v>
              </c:pt>
              <c:pt idx="114">
                <c:v>0.018409778284908234</c:v>
              </c:pt>
              <c:pt idx="115">
                <c:v>0.018409778284908234</c:v>
              </c:pt>
              <c:pt idx="116">
                <c:v>0.018409778284908234</c:v>
              </c:pt>
              <c:pt idx="117">
                <c:v>0.018409778284908234</c:v>
              </c:pt>
              <c:pt idx="118">
                <c:v>0.018409778284908234</c:v>
              </c:pt>
              <c:pt idx="119">
                <c:v>0.018409778284908234</c:v>
              </c:pt>
              <c:pt idx="120">
                <c:v>0.018409778284908234</c:v>
              </c:pt>
              <c:pt idx="121">
                <c:v>0.018409778284908234</c:v>
              </c:pt>
              <c:pt idx="122">
                <c:v>0.018409778284908234</c:v>
              </c:pt>
              <c:pt idx="123">
                <c:v>0.018409778284908234</c:v>
              </c:pt>
              <c:pt idx="124">
                <c:v>0.018409778284908234</c:v>
              </c:pt>
              <c:pt idx="125">
                <c:v>0.018409778284908234</c:v>
              </c:pt>
              <c:pt idx="126">
                <c:v>0.018409778284908234</c:v>
              </c:pt>
              <c:pt idx="127">
                <c:v>0.018409778284908234</c:v>
              </c:pt>
              <c:pt idx="128">
                <c:v>0.018409778284908234</c:v>
              </c:pt>
              <c:pt idx="129">
                <c:v>0.018409778284908234</c:v>
              </c:pt>
              <c:pt idx="130">
                <c:v>0.018409778284908234</c:v>
              </c:pt>
              <c:pt idx="131">
                <c:v>0.018409778284908234</c:v>
              </c:pt>
              <c:pt idx="132">
                <c:v>0.018409778284908234</c:v>
              </c:pt>
              <c:pt idx="133">
                <c:v>0.018409778284908234</c:v>
              </c:pt>
              <c:pt idx="134">
                <c:v>0.018409778284908234</c:v>
              </c:pt>
              <c:pt idx="135">
                <c:v>0.018409778284908234</c:v>
              </c:pt>
              <c:pt idx="136">
                <c:v>0.018409778284908234</c:v>
              </c:pt>
              <c:pt idx="137">
                <c:v>0.018409778284908234</c:v>
              </c:pt>
              <c:pt idx="138">
                <c:v>0.018409778284908234</c:v>
              </c:pt>
              <c:pt idx="139">
                <c:v>0.018409778284908234</c:v>
              </c:pt>
              <c:pt idx="140">
                <c:v>0.018409778284908234</c:v>
              </c:pt>
              <c:pt idx="141">
                <c:v>0.018409778284908234</c:v>
              </c:pt>
              <c:pt idx="142">
                <c:v>0.018409778284908234</c:v>
              </c:pt>
              <c:pt idx="143">
                <c:v>0.018409778284908234</c:v>
              </c:pt>
              <c:pt idx="144">
                <c:v>0.018409778284908234</c:v>
              </c:pt>
              <c:pt idx="145">
                <c:v>0.018409778284908234</c:v>
              </c:pt>
              <c:pt idx="146">
                <c:v>0.018409778284908234</c:v>
              </c:pt>
              <c:pt idx="147">
                <c:v>0.018409778284908234</c:v>
              </c:pt>
              <c:pt idx="148">
                <c:v>0.018409778284908234</c:v>
              </c:pt>
              <c:pt idx="149">
                <c:v>0.018409778284908234</c:v>
              </c:pt>
              <c:pt idx="150">
                <c:v>0.018409778284908234</c:v>
              </c:pt>
              <c:pt idx="151">
                <c:v>0.018409778284908234</c:v>
              </c:pt>
              <c:pt idx="152">
                <c:v>0.018409778284908234</c:v>
              </c:pt>
              <c:pt idx="153">
                <c:v>0.018409778284908234</c:v>
              </c:pt>
              <c:pt idx="154">
                <c:v>0.018409778284908234</c:v>
              </c:pt>
              <c:pt idx="155">
                <c:v>0.018409778284908234</c:v>
              </c:pt>
              <c:pt idx="156">
                <c:v>0.018409778284908234</c:v>
              </c:pt>
              <c:pt idx="157">
                <c:v>0.018409778284908234</c:v>
              </c:pt>
              <c:pt idx="158">
                <c:v>0.018409778284908234</c:v>
              </c:pt>
              <c:pt idx="159">
                <c:v>0.018409778284908234</c:v>
              </c:pt>
              <c:pt idx="160">
                <c:v>0.018409778284908234</c:v>
              </c:pt>
              <c:pt idx="161">
                <c:v>0.018409778284908234</c:v>
              </c:pt>
              <c:pt idx="162">
                <c:v>0.018409778284908234</c:v>
              </c:pt>
              <c:pt idx="163">
                <c:v>0.018409778284908234</c:v>
              </c:pt>
              <c:pt idx="164">
                <c:v>0.018409778284908234</c:v>
              </c:pt>
              <c:pt idx="165">
                <c:v>0.018409778284908234</c:v>
              </c:pt>
              <c:pt idx="166">
                <c:v>0.018409778284908234</c:v>
              </c:pt>
              <c:pt idx="167">
                <c:v>0.018409778284908234</c:v>
              </c:pt>
              <c:pt idx="168">
                <c:v>0.018409778284908234</c:v>
              </c:pt>
              <c:pt idx="169">
                <c:v>0.018409778284908234</c:v>
              </c:pt>
              <c:pt idx="170">
                <c:v>0.018409778284908234</c:v>
              </c:pt>
              <c:pt idx="171">
                <c:v>0.018409778284908234</c:v>
              </c:pt>
              <c:pt idx="172">
                <c:v>0.018409778284908234</c:v>
              </c:pt>
              <c:pt idx="173">
                <c:v>0.018409778284908234</c:v>
              </c:pt>
              <c:pt idx="174">
                <c:v>0.018409778284908234</c:v>
              </c:pt>
              <c:pt idx="175">
                <c:v>0.018409778284908234</c:v>
              </c:pt>
              <c:pt idx="176">
                <c:v>0.018409778284908234</c:v>
              </c:pt>
              <c:pt idx="177">
                <c:v>0.018409778284908234</c:v>
              </c:pt>
              <c:pt idx="178">
                <c:v>0.018409778284908234</c:v>
              </c:pt>
              <c:pt idx="179">
                <c:v>0.018409778284908234</c:v>
              </c:pt>
              <c:pt idx="180">
                <c:v>0.018409778284908234</c:v>
              </c:pt>
              <c:pt idx="181">
                <c:v>0.018409778284908234</c:v>
              </c:pt>
              <c:pt idx="182">
                <c:v>0.018409778284908234</c:v>
              </c:pt>
              <c:pt idx="183">
                <c:v>0.018409778284908234</c:v>
              </c:pt>
              <c:pt idx="184">
                <c:v>0.018409778284908234</c:v>
              </c:pt>
              <c:pt idx="185">
                <c:v>0.018409778284908234</c:v>
              </c:pt>
              <c:pt idx="186">
                <c:v>0.018409778284908234</c:v>
              </c:pt>
              <c:pt idx="187">
                <c:v>0.018409778284908234</c:v>
              </c:pt>
              <c:pt idx="188">
                <c:v>0.018409778284908234</c:v>
              </c:pt>
              <c:pt idx="189">
                <c:v>0.018409778284908234</c:v>
              </c:pt>
              <c:pt idx="190">
                <c:v>0.018409778284908234</c:v>
              </c:pt>
              <c:pt idx="191">
                <c:v>0.018409778284908234</c:v>
              </c:pt>
              <c:pt idx="192">
                <c:v>0.018409778284908234</c:v>
              </c:pt>
              <c:pt idx="193">
                <c:v>0.018409778284908234</c:v>
              </c:pt>
              <c:pt idx="194">
                <c:v>0.018409778284908234</c:v>
              </c:pt>
              <c:pt idx="195">
                <c:v>0.018409778284908234</c:v>
              </c:pt>
              <c:pt idx="196">
                <c:v>0.018409778284908234</c:v>
              </c:pt>
              <c:pt idx="197">
                <c:v>0.018409778284908234</c:v>
              </c:pt>
              <c:pt idx="198">
                <c:v>0.018409778284908234</c:v>
              </c:pt>
              <c:pt idx="199">
                <c:v>0.018409778284908234</c:v>
              </c:pt>
              <c:pt idx="200">
                <c:v>0.018409778284908234</c:v>
              </c:pt>
              <c:pt idx="201">
                <c:v>0.018409778284908234</c:v>
              </c:pt>
              <c:pt idx="202">
                <c:v>0.018409778284908234</c:v>
              </c:pt>
              <c:pt idx="203">
                <c:v>0.018409778284908234</c:v>
              </c:pt>
              <c:pt idx="204">
                <c:v>0.018409778284908234</c:v>
              </c:pt>
              <c:pt idx="205">
                <c:v>0.018409778284908234</c:v>
              </c:pt>
              <c:pt idx="206">
                <c:v>0.018409778284908234</c:v>
              </c:pt>
              <c:pt idx="207">
                <c:v>0.018409778284908234</c:v>
              </c:pt>
              <c:pt idx="208">
                <c:v>0.018409778284908234</c:v>
              </c:pt>
              <c:pt idx="209">
                <c:v>0.018409778284908234</c:v>
              </c:pt>
              <c:pt idx="210">
                <c:v>0.018409778284908234</c:v>
              </c:pt>
              <c:pt idx="211">
                <c:v>0.018409778284908234</c:v>
              </c:pt>
              <c:pt idx="212">
                <c:v>0.018409778284908234</c:v>
              </c:pt>
              <c:pt idx="213">
                <c:v>0.018409778284908234</c:v>
              </c:pt>
              <c:pt idx="214">
                <c:v>0.018409778284908234</c:v>
              </c:pt>
              <c:pt idx="215">
                <c:v>0.018409778284908234</c:v>
              </c:pt>
              <c:pt idx="216">
                <c:v>0.018409778284908234</c:v>
              </c:pt>
              <c:pt idx="217">
                <c:v>0.018409778284908234</c:v>
              </c:pt>
              <c:pt idx="218">
                <c:v>0.018409778284908234</c:v>
              </c:pt>
              <c:pt idx="219">
                <c:v>0.018409778284908234</c:v>
              </c:pt>
              <c:pt idx="220">
                <c:v>0.018409778284908234</c:v>
              </c:pt>
              <c:pt idx="221">
                <c:v>0.018409778284908234</c:v>
              </c:pt>
              <c:pt idx="222">
                <c:v>0.018409778284908234</c:v>
              </c:pt>
              <c:pt idx="223">
                <c:v>0.018409778284908234</c:v>
              </c:pt>
              <c:pt idx="224">
                <c:v>0.018409778284908234</c:v>
              </c:pt>
              <c:pt idx="225">
                <c:v>0.018409778284908234</c:v>
              </c:pt>
              <c:pt idx="226">
                <c:v>0.018409778284908234</c:v>
              </c:pt>
              <c:pt idx="227">
                <c:v>0.018409778284908234</c:v>
              </c:pt>
              <c:pt idx="228">
                <c:v>0.018409778284908234</c:v>
              </c:pt>
              <c:pt idx="229">
                <c:v>0.018409778284908234</c:v>
              </c:pt>
              <c:pt idx="230">
                <c:v>0.018409778284908234</c:v>
              </c:pt>
              <c:pt idx="231">
                <c:v>0.018409778284908234</c:v>
              </c:pt>
              <c:pt idx="232">
                <c:v>0.018409778284908234</c:v>
              </c:pt>
              <c:pt idx="233">
                <c:v>0.018409778284908234</c:v>
              </c:pt>
              <c:pt idx="234">
                <c:v>0.018409778284908234</c:v>
              </c:pt>
              <c:pt idx="235">
                <c:v>0.018409778284908234</c:v>
              </c:pt>
              <c:pt idx="236">
                <c:v>0.018409778284908234</c:v>
              </c:pt>
              <c:pt idx="237">
                <c:v>0.018409778284908234</c:v>
              </c:pt>
              <c:pt idx="238">
                <c:v>0.018409778284908234</c:v>
              </c:pt>
              <c:pt idx="239">
                <c:v>0.018409778284908234</c:v>
              </c:pt>
              <c:pt idx="240">
                <c:v>0.018409778284908234</c:v>
              </c:pt>
              <c:pt idx="241">
                <c:v>0.018409778284908234</c:v>
              </c:pt>
              <c:pt idx="242">
                <c:v>0.018409778284908234</c:v>
              </c:pt>
              <c:pt idx="243">
                <c:v>0.018409778284908234</c:v>
              </c:pt>
              <c:pt idx="244">
                <c:v>0.018409778284908234</c:v>
              </c:pt>
              <c:pt idx="245">
                <c:v>0.018409778284908234</c:v>
              </c:pt>
              <c:pt idx="246">
                <c:v>0.018409778284908234</c:v>
              </c:pt>
              <c:pt idx="247">
                <c:v>0.018409778284908234</c:v>
              </c:pt>
              <c:pt idx="248">
                <c:v>0.018409778284908234</c:v>
              </c:pt>
              <c:pt idx="249">
                <c:v>0.018409778284908234</c:v>
              </c:pt>
              <c:pt idx="250">
                <c:v>0.018409778284908234</c:v>
              </c:pt>
              <c:pt idx="251">
                <c:v>0.018409778284908234</c:v>
              </c:pt>
              <c:pt idx="252">
                <c:v>0.018409778284908234</c:v>
              </c:pt>
              <c:pt idx="253">
                <c:v>0.018409778284908234</c:v>
              </c:pt>
              <c:pt idx="254">
                <c:v>0.018409778284908234</c:v>
              </c:pt>
              <c:pt idx="255">
                <c:v>0.018409778284908234</c:v>
              </c:pt>
              <c:pt idx="256">
                <c:v>0.018409778284908234</c:v>
              </c:pt>
              <c:pt idx="257">
                <c:v>0.018409778284908234</c:v>
              </c:pt>
              <c:pt idx="258">
                <c:v>0.018409778284908234</c:v>
              </c:pt>
              <c:pt idx="259">
                <c:v>0.018409778284908234</c:v>
              </c:pt>
              <c:pt idx="260">
                <c:v>0.018409778284908234</c:v>
              </c:pt>
              <c:pt idx="261">
                <c:v>0.018409778284908234</c:v>
              </c:pt>
              <c:pt idx="262">
                <c:v>0.018409778284908234</c:v>
              </c:pt>
              <c:pt idx="263">
                <c:v>0.018409778284908234</c:v>
              </c:pt>
              <c:pt idx="264">
                <c:v>0.018409778284908234</c:v>
              </c:pt>
              <c:pt idx="265">
                <c:v>0.018409778284908234</c:v>
              </c:pt>
              <c:pt idx="266">
                <c:v>0.018409778284908234</c:v>
              </c:pt>
              <c:pt idx="267">
                <c:v>0.018409778284908234</c:v>
              </c:pt>
              <c:pt idx="268">
                <c:v>0.018409778284908234</c:v>
              </c:pt>
              <c:pt idx="269">
                <c:v>0.018409778284908234</c:v>
              </c:pt>
              <c:pt idx="270">
                <c:v>0.018409778284908234</c:v>
              </c:pt>
              <c:pt idx="271">
                <c:v>0.018409778284908234</c:v>
              </c:pt>
              <c:pt idx="272">
                <c:v>0.018409778284908234</c:v>
              </c:pt>
              <c:pt idx="273">
                <c:v>0.018409778284908234</c:v>
              </c:pt>
              <c:pt idx="274">
                <c:v>0.018409778284908234</c:v>
              </c:pt>
              <c:pt idx="275">
                <c:v>0.018409778284908234</c:v>
              </c:pt>
              <c:pt idx="276">
                <c:v>0.018409778284908234</c:v>
              </c:pt>
              <c:pt idx="277">
                <c:v>0.018409778284908234</c:v>
              </c:pt>
              <c:pt idx="278">
                <c:v>0.018409778284908234</c:v>
              </c:pt>
              <c:pt idx="279">
                <c:v>0.018409778284908234</c:v>
              </c:pt>
              <c:pt idx="280">
                <c:v>0.018409778284908234</c:v>
              </c:pt>
              <c:pt idx="281">
                <c:v>0.018409778284908234</c:v>
              </c:pt>
              <c:pt idx="282">
                <c:v>0.018409778284908234</c:v>
              </c:pt>
              <c:pt idx="283">
                <c:v>0.018409778284908234</c:v>
              </c:pt>
              <c:pt idx="284">
                <c:v>0.018409778284908234</c:v>
              </c:pt>
              <c:pt idx="285">
                <c:v>0.018409778284908234</c:v>
              </c:pt>
              <c:pt idx="286">
                <c:v>0.018409778284908234</c:v>
              </c:pt>
              <c:pt idx="287">
                <c:v>0.018409778284908234</c:v>
              </c:pt>
              <c:pt idx="288">
                <c:v>0.018409778284908234</c:v>
              </c:pt>
              <c:pt idx="289">
                <c:v>0.018409778284908234</c:v>
              </c:pt>
              <c:pt idx="290">
                <c:v>0.018409778284908234</c:v>
              </c:pt>
              <c:pt idx="291">
                <c:v>0.018409778284908234</c:v>
              </c:pt>
              <c:pt idx="292">
                <c:v>0.018409778284908234</c:v>
              </c:pt>
              <c:pt idx="293">
                <c:v>0.018409778284908234</c:v>
              </c:pt>
              <c:pt idx="294">
                <c:v>0.018409778284908234</c:v>
              </c:pt>
              <c:pt idx="295">
                <c:v>0.018409778284908234</c:v>
              </c:pt>
              <c:pt idx="296">
                <c:v>0.018409778284908234</c:v>
              </c:pt>
              <c:pt idx="297">
                <c:v>0.018409778284908234</c:v>
              </c:pt>
              <c:pt idx="298">
                <c:v>0.018409778284908234</c:v>
              </c:pt>
              <c:pt idx="299">
                <c:v>0.018409778284908234</c:v>
              </c:pt>
              <c:pt idx="300">
                <c:v>0.018409778284908234</c:v>
              </c:pt>
              <c:pt idx="301">
                <c:v>0.018409778284908234</c:v>
              </c:pt>
              <c:pt idx="302">
                <c:v>0.018409778284908234</c:v>
              </c:pt>
              <c:pt idx="303">
                <c:v>0.018409778284908234</c:v>
              </c:pt>
              <c:pt idx="304">
                <c:v>0.018409778284908234</c:v>
              </c:pt>
              <c:pt idx="305">
                <c:v>0.018409778284908234</c:v>
              </c:pt>
              <c:pt idx="306">
                <c:v>0.018409778284908234</c:v>
              </c:pt>
              <c:pt idx="307">
                <c:v>0.018409778284908234</c:v>
              </c:pt>
              <c:pt idx="308">
                <c:v>0.018409778284908234</c:v>
              </c:pt>
              <c:pt idx="309">
                <c:v>0.018409778284908234</c:v>
              </c:pt>
              <c:pt idx="310">
                <c:v>0.018409778284908234</c:v>
              </c:pt>
              <c:pt idx="311">
                <c:v>0.018409778284908234</c:v>
              </c:pt>
              <c:pt idx="312">
                <c:v>0.018409778284908234</c:v>
              </c:pt>
              <c:pt idx="313">
                <c:v>0.018409778284908234</c:v>
              </c:pt>
              <c:pt idx="314">
                <c:v>0.018409778284908234</c:v>
              </c:pt>
              <c:pt idx="315">
                <c:v>0.018409778284908234</c:v>
              </c:pt>
              <c:pt idx="316">
                <c:v>0.018409778284908234</c:v>
              </c:pt>
              <c:pt idx="317">
                <c:v>0.018409778284908234</c:v>
              </c:pt>
              <c:pt idx="318">
                <c:v>0.018409778284908234</c:v>
              </c:pt>
              <c:pt idx="319">
                <c:v>0.018409778284908234</c:v>
              </c:pt>
              <c:pt idx="320">
                <c:v>0.018409778284908234</c:v>
              </c:pt>
              <c:pt idx="321">
                <c:v>0.018409778284908234</c:v>
              </c:pt>
              <c:pt idx="322">
                <c:v>0.018409778284908234</c:v>
              </c:pt>
              <c:pt idx="323">
                <c:v>0.018409778284908234</c:v>
              </c:pt>
            </c:numLit>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0755041101935807"/>
          <c:min val="0"/>
        </c:scaling>
        <c:delete val="0"/>
        <c:axPos val="l"/>
        <c:majorGridlines>
          <c:spPr>
            <a:ln xmlns:a="http://schemas.openxmlformats.org/drawingml/2006/main" w="5715">
              <a:solidFill>
                <a:srgbClr val="D9DFE3"/>
              </a:solidFill>
              <a:prstDash val="solid"/>
            </a:ln>
          </c:spPr>
        </c:majorGridlines>
        <c:title>
          <c:tx>
            <c:rich>
              <a:bodyPr xmlns:a="http://schemas.openxmlformats.org/drawingml/2006/main"/>
              <a:lstStyle xmlns:a="http://schemas.openxmlformats.org/drawingml/2006/main"/>
              <a:p xmlns:a="http://schemas.openxmlformats.org/drawingml/2006/main">
                <a:r>
                  <a:rPr sz="1200">
                    <a:solidFill>
                      <a:srgbClr val="263238"/>
                    </a:solidFill>
                    <a:latin typeface="Arial"/>
                    <a:ea typeface="Arial"/>
                    <a:cs typeface="Arial"/>
                  </a:rPr>
                  <a:t>Mean τ (% axis)</a:t>
                </a:r>
              </a:p>
            </c:rich>
          </c:tx>
          <c:overlay val="0"/>
          <c:txPr>
            <a:bodyPr xmlns:a="http://schemas.openxmlformats.org/drawingml/2006/main" anchorCtr="1"/>
            <a:lstStyle xmlns:a="http://schemas.openxmlformats.org/drawingml/2006/main"/>
            <a:p xmlns:a="http://schemas.openxmlformats.org/drawingml/2006/main">
              <a:pPr>
                <a:defRPr sz="1200">
                  <a:solidFill>
                    <a:srgbClr val="263238"/>
                  </a:solidFill>
                  <a:latin typeface="Arial"/>
                  <a:ea typeface="Arial"/>
                  <a:cs typeface="Arial"/>
                </a:defRPr>
              </a:pPr>
            </a:p>
          </c:txPr>
        </c:title>
        <c:numFmt formatCode="0.0"/>
        <c:majorTickMark val="none"/>
        <c:minorTickMark val="none"/>
        <c:spPr>
          <a:ln xmlns:a="http://schemas.openxmlformats.org/drawingml/2006/main" w="7620">
            <a:solidFill>
              <a:srgbClr val="263238"/>
            </a:solidFill>
            <a:prstDash val="solid"/>
          </a:ln>
        </c:spPr>
        <c:txPr>
          <a:bodyPr xmlns:a="http://schemas.openxmlformats.org/drawingml/2006/main" anchorCtr="1"/>
          <a:lstStyle xmlns:a="http://schemas.openxmlformats.org/drawingml/2006/main"/>
          <a:p xmlns:a="http://schemas.openxmlformats.org/drawingml/2006/main">
            <a:pPr>
              <a:defRPr sz="1125">
                <a:solidFill>
                  <a:srgbClr val="263238"/>
                </a:solidFill>
                <a:latin typeface="Arial"/>
                <a:ea typeface="Arial"/>
                <a:cs typeface="Arial"/>
              </a:defRPr>
            </a:pPr>
          </a:p>
        </c:txPr>
        <c:crossAx val="48650112"/>
        <c:majorUnit val="0.5"/>
      </c:valAx>
      <c:valAx>
        <c:axId val="48650112"/>
        <c:scaling>
          <c:orientation val="minMax"/>
          <c:max val="70"/>
          <c:min val="0"/>
        </c:scaling>
        <c:delete val="0"/>
        <c:axPos val="b"/>
        <c:majorGridlines>
          <c:spPr>
            <a:ln xmlns:a="http://schemas.openxmlformats.org/drawingml/2006/main" w="5715">
              <a:solidFill>
                <a:srgbClr val="D9DFE3"/>
              </a:solidFill>
              <a:prstDash val="solid"/>
            </a:ln>
          </c:spPr>
        </c:majorGridlines>
        <c:title>
          <c:tx>
            <c:rich>
              <a:bodyPr xmlns:a="http://schemas.openxmlformats.org/drawingml/2006/main"/>
              <a:lstStyle xmlns:a="http://schemas.openxmlformats.org/drawingml/2006/main"/>
              <a:p xmlns:a="http://schemas.openxmlformats.org/drawingml/2006/main">
                <a:r>
                  <a:rPr sz="1200">
                    <a:solidFill>
                      <a:srgbClr val="263238"/>
                    </a:solidFill>
                    <a:latin typeface="Arial"/>
                    <a:ea typeface="Arial"/>
                    <a:cs typeface="Arial"/>
                  </a:rPr>
                  <a:t>d_top (% scalar range)</a:t>
                </a:r>
              </a:p>
            </c:rich>
          </c:tx>
          <c:overlay val="0"/>
          <c:txPr>
            <a:bodyPr xmlns:a="http://schemas.openxmlformats.org/drawingml/2006/main" anchorCtr="1"/>
            <a:lstStyle xmlns:a="http://schemas.openxmlformats.org/drawingml/2006/main"/>
            <a:p xmlns:a="http://schemas.openxmlformats.org/drawingml/2006/main">
              <a:pPr>
                <a:defRPr sz="1200">
                  <a:solidFill>
                    <a:srgbClr val="263238"/>
                  </a:solidFill>
                  <a:latin typeface="Arial"/>
                  <a:ea typeface="Arial"/>
                  <a:cs typeface="Arial"/>
                </a:defRPr>
              </a:pPr>
            </a:p>
          </c:txPr>
        </c:title>
        <c:numFmt formatCode="0"/>
        <c:majorTickMark val="none"/>
        <c:minorTickMark val="none"/>
        <c:spPr>
          <a:ln xmlns:a="http://schemas.openxmlformats.org/drawingml/2006/main" w="7620">
            <a:solidFill>
              <a:srgbClr val="263238"/>
            </a:solidFill>
            <a:prstDash val="solid"/>
          </a:ln>
        </c:spPr>
        <c:txPr>
          <a:bodyPr xmlns:a="http://schemas.openxmlformats.org/drawingml/2006/main" anchorCtr="1"/>
          <a:lstStyle xmlns:a="http://schemas.openxmlformats.org/drawingml/2006/main"/>
          <a:p xmlns:a="http://schemas.openxmlformats.org/drawingml/2006/main">
            <a:pPr>
              <a:defRPr sz="1125">
                <a:solidFill>
                  <a:srgbClr val="263238"/>
                </a:solidFill>
                <a:latin typeface="Arial"/>
                <a:ea typeface="Arial"/>
                <a:cs typeface="Arial"/>
              </a:defRPr>
            </a:pPr>
          </a:p>
        </c:txPr>
        <c:crossAx val="48672768"/>
        <c:majorUnit val="2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chartSpace>
</file>

<file path=ppt/main_figures/Fig5/ppt/slides/charts/chart4.xml><?xml version="1.0" encoding="utf-8"?>
<c:chartSpace xmlns:c="http://schemas.openxmlformats.org/drawingml/2006/chart">
  <c:lang val="en-US"/>
  <c:chart>
    <c:plotArea>
      <c:scatterChart>
        <c:scatterStyle val="lineMarker"/>
        <c:varyColors val="0"/>
        <c:ser>
          <c:idx val="0"/>
          <c:order val="0"/>
          <c:tx>
            <c:v>Exact frontier F</c:v>
          </c:tx>
          <c:spPr>
            <a:noFill xmlns:a="http://schemas.openxmlformats.org/drawingml/2006/main"/>
            <a:ln xmlns:a="http://schemas.openxmlformats.org/drawingml/2006/main" w="16193">
              <a:solidFill>
                <a:srgbClr val="0072B2"/>
              </a:solidFill>
              <a:prstDash val="solid"/>
            </a:ln>
          </c:spPr>
          <c:marker>
            <c:symbol val="none"/>
            <c:size val="7"/>
            <c:spPr>
              <a:solidFill xmlns:a="http://schemas.openxmlformats.org/drawingml/2006/main">
                <a:srgbClr val="0072B2"/>
              </a:solidFill>
            </c:spPr>
          </c:marker>
          <c:xVal>
            <c:numLit>
              <c:formatCode>General</c:formatCode>
              <c:ptCount val="412"/>
              <c:pt idx="0">
                <c:v>0</c:v>
              </c:pt>
              <c:pt idx="1">
                <c:v>0.0002020587492098327</c:v>
              </c:pt>
              <c:pt idx="2">
                <c:v>0.0002020587492098327</c:v>
              </c:pt>
              <c:pt idx="3">
                <c:v>0.0005927404816693753</c:v>
              </c:pt>
              <c:pt idx="4">
                <c:v>0.0005927404816693753</c:v>
              </c:pt>
              <c:pt idx="5">
                <c:v>0.0006939629566032715</c:v>
              </c:pt>
              <c:pt idx="6">
                <c:v>0.0006939629566032715</c:v>
              </c:pt>
              <c:pt idx="7">
                <c:v>0.0009605206483057556</c:v>
              </c:pt>
              <c:pt idx="8">
                <c:v>0.0009605206483057556</c:v>
              </c:pt>
              <c:pt idx="9">
                <c:v>0.001122265042248117</c:v>
              </c:pt>
              <c:pt idx="10">
                <c:v>0.001122265042248117</c:v>
              </c:pt>
              <c:pt idx="11">
                <c:v>0.00875695888026131</c:v>
              </c:pt>
              <c:pt idx="12">
                <c:v>0.00875695888026131</c:v>
              </c:pt>
              <c:pt idx="13">
                <c:v>0.011685736634785848</c:v>
              </c:pt>
              <c:pt idx="14">
                <c:v>0.011685736634785848</c:v>
              </c:pt>
              <c:pt idx="15">
                <c:v>0.014964151228102872</c:v>
              </c:pt>
              <c:pt idx="16">
                <c:v>0.014964151228102872</c:v>
              </c:pt>
              <c:pt idx="17">
                <c:v>0.024361121844582386</c:v>
              </c:pt>
              <c:pt idx="18">
                <c:v>0.024361121844582386</c:v>
              </c:pt>
              <c:pt idx="19">
                <c:v>0.025341009803123003</c:v>
              </c:pt>
              <c:pt idx="20">
                <c:v>0.025341009803123003</c:v>
              </c:pt>
              <c:pt idx="21">
                <c:v>0.029564383818975595</c:v>
              </c:pt>
              <c:pt idx="22">
                <c:v>0.029564383818975595</c:v>
              </c:pt>
              <c:pt idx="23">
                <c:v>0.03124505076921237</c:v>
              </c:pt>
              <c:pt idx="24">
                <c:v>0.03124505076921237</c:v>
              </c:pt>
              <c:pt idx="25">
                <c:v>0.03233626717953769</c:v>
              </c:pt>
              <c:pt idx="26">
                <c:v>0.03233626717953769</c:v>
              </c:pt>
              <c:pt idx="27">
                <c:v>0.034094387646901474</c:v>
              </c:pt>
              <c:pt idx="28">
                <c:v>0.034094387646901474</c:v>
              </c:pt>
              <c:pt idx="29">
                <c:v>0.03608653157887347</c:v>
              </c:pt>
              <c:pt idx="30">
                <c:v>0.03608653157887347</c:v>
              </c:pt>
              <c:pt idx="31">
                <c:v>0.04247684189751159</c:v>
              </c:pt>
              <c:pt idx="32">
                <c:v>0.04247684189751159</c:v>
              </c:pt>
              <c:pt idx="33">
                <c:v>0.047547509226268665</c:v>
              </c:pt>
              <c:pt idx="34">
                <c:v>0.047547509226268665</c:v>
              </c:pt>
              <c:pt idx="35">
                <c:v>0.053760810933172656</c:v>
              </c:pt>
              <c:pt idx="36">
                <c:v>0.053760810933172656</c:v>
              </c:pt>
              <c:pt idx="37">
                <c:v>0.06468694030652836</c:v>
              </c:pt>
              <c:pt idx="38">
                <c:v>0.06468694030652836</c:v>
              </c:pt>
              <c:pt idx="39">
                <c:v>0.06582724802063562</c:v>
              </c:pt>
              <c:pt idx="40">
                <c:v>0.06582724802063562</c:v>
              </c:pt>
              <c:pt idx="41">
                <c:v>0.07449103271348698</c:v>
              </c:pt>
              <c:pt idx="42">
                <c:v>0.07449103271348698</c:v>
              </c:pt>
              <c:pt idx="43">
                <c:v>0.07666092661863003</c:v>
              </c:pt>
              <c:pt idx="44">
                <c:v>0.07666092661863003</c:v>
              </c:pt>
              <c:pt idx="45">
                <c:v>0.08277715580537813</c:v>
              </c:pt>
              <c:pt idx="46">
                <c:v>0.08277715580537813</c:v>
              </c:pt>
              <c:pt idx="47">
                <c:v>0.1095372766345272</c:v>
              </c:pt>
              <c:pt idx="48">
                <c:v>0.1095372766345272</c:v>
              </c:pt>
              <c:pt idx="49">
                <c:v>0.117866280181639</c:v>
              </c:pt>
              <c:pt idx="50">
                <c:v>0.117866280181639</c:v>
              </c:pt>
              <c:pt idx="51">
                <c:v>0.1337710047697602</c:v>
              </c:pt>
              <c:pt idx="52">
                <c:v>0.1337710047697602</c:v>
              </c:pt>
              <c:pt idx="53">
                <c:v>0.1487252178514525</c:v>
              </c:pt>
              <c:pt idx="54">
                <c:v>0.1487252178514525</c:v>
              </c:pt>
              <c:pt idx="55">
                <c:v>0.1525611186790609</c:v>
              </c:pt>
              <c:pt idx="56">
                <c:v>0.1525611186790609</c:v>
              </c:pt>
              <c:pt idx="57">
                <c:v>0.17246652228014278</c:v>
              </c:pt>
              <c:pt idx="58">
                <c:v>0.17246652228014278</c:v>
              </c:pt>
              <c:pt idx="59">
                <c:v>0.18885982265472823</c:v>
              </c:pt>
              <c:pt idx="60">
                <c:v>0.18885982265472823</c:v>
              </c:pt>
              <c:pt idx="61">
                <c:v>0.2012656646762018</c:v>
              </c:pt>
              <c:pt idx="62">
                <c:v>0.2012656646762018</c:v>
              </c:pt>
              <c:pt idx="63">
                <c:v>0.21424057613684175</c:v>
              </c:pt>
              <c:pt idx="64">
                <c:v>0.21424057613684175</c:v>
              </c:pt>
              <c:pt idx="65">
                <c:v>0.24210409619165973</c:v>
              </c:pt>
              <c:pt idx="66">
                <c:v>0.24210409619165973</c:v>
              </c:pt>
              <c:pt idx="67">
                <c:v>0.2428509718499829</c:v>
              </c:pt>
              <c:pt idx="68">
                <c:v>0.2428509718499829</c:v>
              </c:pt>
              <c:pt idx="69">
                <c:v>0.24974726329495886</c:v>
              </c:pt>
              <c:pt idx="70">
                <c:v>0.24974726329495886</c:v>
              </c:pt>
              <c:pt idx="71">
                <c:v>0.25027832981456655</c:v>
              </c:pt>
              <c:pt idx="72">
                <c:v>0.25027832981456655</c:v>
              </c:pt>
              <c:pt idx="73">
                <c:v>0.25236010077405285</c:v>
              </c:pt>
              <c:pt idx="74">
                <c:v>0.25236010077405285</c:v>
              </c:pt>
              <c:pt idx="75">
                <c:v>0.28872433913442763</c:v>
              </c:pt>
              <c:pt idx="76">
                <c:v>0.28872433913442763</c:v>
              </c:pt>
              <c:pt idx="77">
                <c:v>0.29749707992114277</c:v>
              </c:pt>
              <c:pt idx="78">
                <c:v>0.29749707992114277</c:v>
              </c:pt>
              <c:pt idx="79">
                <c:v>0.3166367162176152</c:v>
              </c:pt>
              <c:pt idx="80">
                <c:v>0.3166367162176152</c:v>
              </c:pt>
              <c:pt idx="81">
                <c:v>0.3173221743589358</c:v>
              </c:pt>
              <c:pt idx="82">
                <c:v>0.3173221743589358</c:v>
              </c:pt>
              <c:pt idx="83">
                <c:v>0.31820225480038045</c:v>
              </c:pt>
              <c:pt idx="84">
                <c:v>0.31820225480038045</c:v>
              </c:pt>
              <c:pt idx="85">
                <c:v>0.3328605207794386</c:v>
              </c:pt>
              <c:pt idx="86">
                <c:v>0.3328605207794386</c:v>
              </c:pt>
              <c:pt idx="87">
                <c:v>0.33295709757290215</c:v>
              </c:pt>
              <c:pt idx="88">
                <c:v>0.33295709757290215</c:v>
              </c:pt>
              <c:pt idx="89">
                <c:v>0.3395983908741124</c:v>
              </c:pt>
              <c:pt idx="90">
                <c:v>0.3395983908741124</c:v>
              </c:pt>
              <c:pt idx="91">
                <c:v>0.35465815395530825</c:v>
              </c:pt>
              <c:pt idx="92">
                <c:v>0.35465815395530825</c:v>
              </c:pt>
              <c:pt idx="93">
                <c:v>0.3561263314852744</c:v>
              </c:pt>
              <c:pt idx="94">
                <c:v>0.3561263314852744</c:v>
              </c:pt>
              <c:pt idx="95">
                <c:v>0.386754728130288</c:v>
              </c:pt>
              <c:pt idx="96">
                <c:v>0.386754728130288</c:v>
              </c:pt>
              <c:pt idx="97">
                <c:v>0.40975320292123313</c:v>
              </c:pt>
              <c:pt idx="98">
                <c:v>0.40975320292123313</c:v>
              </c:pt>
              <c:pt idx="99">
                <c:v>0.40987032011411473</c:v>
              </c:pt>
              <c:pt idx="100">
                <c:v>0.40987032011411473</c:v>
              </c:pt>
              <c:pt idx="101">
                <c:v>0.4262798723414123</c:v>
              </c:pt>
              <c:pt idx="102">
                <c:v>0.4262798723414123</c:v>
              </c:pt>
              <c:pt idx="103">
                <c:v>0.43061727964442825</c:v>
              </c:pt>
              <c:pt idx="104">
                <c:v>0.43061727964442825</c:v>
              </c:pt>
              <c:pt idx="105">
                <c:v>0.4842048327687463</c:v>
              </c:pt>
              <c:pt idx="106">
                <c:v>0.4842048327687463</c:v>
              </c:pt>
              <c:pt idx="107">
                <c:v>0.48990971703755043</c:v>
              </c:pt>
              <c:pt idx="108">
                <c:v>0.48990971703755043</c:v>
              </c:pt>
              <c:pt idx="109">
                <c:v>0.49529475629310543</c:v>
              </c:pt>
              <c:pt idx="110">
                <c:v>0.49529475629310543</c:v>
              </c:pt>
              <c:pt idx="111">
                <c:v>0.5</c:v>
              </c:pt>
              <c:pt idx="112">
                <c:v>0.5</c:v>
              </c:pt>
              <c:pt idx="113">
                <c:v>0.5021940963639439</c:v>
              </c:pt>
              <c:pt idx="114">
                <c:v>0.5021940963639439</c:v>
              </c:pt>
              <c:pt idx="115">
                <c:v>0.5080789571255008</c:v>
              </c:pt>
              <c:pt idx="116">
                <c:v>0.5080789571255008</c:v>
              </c:pt>
              <c:pt idx="117">
                <c:v>0.5278612187557997</c:v>
              </c:pt>
              <c:pt idx="118">
                <c:v>0.5278612187557997</c:v>
              </c:pt>
              <c:pt idx="119">
                <c:v>0.5516950838406552</c:v>
              </c:pt>
              <c:pt idx="120">
                <c:v>0.5516950838406552</c:v>
              </c:pt>
              <c:pt idx="121">
                <c:v>0.5544217821451588</c:v>
              </c:pt>
              <c:pt idx="122">
                <c:v>0.5544217821451588</c:v>
              </c:pt>
              <c:pt idx="123">
                <c:v>0.5669862647332221</c:v>
              </c:pt>
              <c:pt idx="124">
                <c:v>0.5669862647332221</c:v>
              </c:pt>
              <c:pt idx="125">
                <c:v>0.58045049751121</c:v>
              </c:pt>
              <c:pt idx="126">
                <c:v>0.58045049751121</c:v>
              </c:pt>
              <c:pt idx="127">
                <c:v>0.5829569624644114</c:v>
              </c:pt>
              <c:pt idx="128">
                <c:v>0.5829569624644114</c:v>
              </c:pt>
              <c:pt idx="129">
                <c:v>0.5872638935414554</c:v>
              </c:pt>
              <c:pt idx="130">
                <c:v>0.5872638935414554</c:v>
              </c:pt>
              <c:pt idx="131">
                <c:v>0.5942498462909108</c:v>
              </c:pt>
              <c:pt idx="132">
                <c:v>0.5942498462909108</c:v>
              </c:pt>
              <c:pt idx="133">
                <c:v>0.5949108950498209</c:v>
              </c:pt>
              <c:pt idx="134">
                <c:v>0.5949108950498209</c:v>
              </c:pt>
              <c:pt idx="135">
                <c:v>0.6029516921290539</c:v>
              </c:pt>
              <c:pt idx="136">
                <c:v>0.6029516921290539</c:v>
              </c:pt>
              <c:pt idx="137">
                <c:v>0.6088156404071815</c:v>
              </c:pt>
              <c:pt idx="138">
                <c:v>0.6088156404071815</c:v>
              </c:pt>
              <c:pt idx="139">
                <c:v>0.6417431616347602</c:v>
              </c:pt>
              <c:pt idx="140">
                <c:v>0.6417431616347602</c:v>
              </c:pt>
              <c:pt idx="141">
                <c:v>0.6483620190766558</c:v>
              </c:pt>
              <c:pt idx="142">
                <c:v>0.6483620190766558</c:v>
              </c:pt>
              <c:pt idx="143">
                <c:v>0.6545647088022432</c:v>
              </c:pt>
              <c:pt idx="144">
                <c:v>0.6545647088022432</c:v>
              </c:pt>
              <c:pt idx="145">
                <c:v>0.6644791029551206</c:v>
              </c:pt>
              <c:pt idx="146">
                <c:v>0.6644791029551206</c:v>
              </c:pt>
              <c:pt idx="147">
                <c:v>0.6657273143426191</c:v>
              </c:pt>
              <c:pt idx="148">
                <c:v>0.6657273143426191</c:v>
              </c:pt>
              <c:pt idx="149">
                <c:v>0.6934987335143268</c:v>
              </c:pt>
              <c:pt idx="150">
                <c:v>0.6934987335143268</c:v>
              </c:pt>
              <c:pt idx="151">
                <c:v>0.7440225400407002</c:v>
              </c:pt>
              <c:pt idx="152">
                <c:v>0.7440225400407002</c:v>
              </c:pt>
              <c:pt idx="153">
                <c:v>0.7614777129701753</c:v>
              </c:pt>
              <c:pt idx="154">
                <c:v>0.7614777129701753</c:v>
              </c:pt>
              <c:pt idx="155">
                <c:v>0.7632951313856433</c:v>
              </c:pt>
              <c:pt idx="156">
                <c:v>0.7632951313856433</c:v>
              </c:pt>
              <c:pt idx="157">
                <c:v>0.7637588188704455</c:v>
              </c:pt>
              <c:pt idx="158">
                <c:v>0.7637588188704455</c:v>
              </c:pt>
              <c:pt idx="159">
                <c:v>0.7959983511466264</c:v>
              </c:pt>
              <c:pt idx="160">
                <c:v>0.7959983511466264</c:v>
              </c:pt>
              <c:pt idx="161">
                <c:v>0.8040551846147082</c:v>
              </c:pt>
              <c:pt idx="162">
                <c:v>0.8040551846147082</c:v>
              </c:pt>
              <c:pt idx="163">
                <c:v>0.8253113796764603</c:v>
              </c:pt>
              <c:pt idx="164">
                <c:v>0.8253113796764603</c:v>
              </c:pt>
              <c:pt idx="165">
                <c:v>0.884504970484851</c:v>
              </c:pt>
              <c:pt idx="166">
                <c:v>0.884504970484851</c:v>
              </c:pt>
              <c:pt idx="167">
                <c:v>0.9022182703437671</c:v>
              </c:pt>
              <c:pt idx="168">
                <c:v>0.9022182703437671</c:v>
              </c:pt>
              <c:pt idx="169">
                <c:v>0.9045531049914709</c:v>
              </c:pt>
              <c:pt idx="170">
                <c:v>0.9045531049914709</c:v>
              </c:pt>
              <c:pt idx="171">
                <c:v>0.9202347618275871</c:v>
              </c:pt>
              <c:pt idx="172">
                <c:v>0.9202347618275871</c:v>
              </c:pt>
              <c:pt idx="173">
                <c:v>0.9212259566512369</c:v>
              </c:pt>
              <c:pt idx="174">
                <c:v>0.9212259566512369</c:v>
              </c:pt>
              <c:pt idx="175">
                <c:v>0.9224773878454317</c:v>
              </c:pt>
              <c:pt idx="176">
                <c:v>0.9224773878454317</c:v>
              </c:pt>
              <c:pt idx="177">
                <c:v>1</c:v>
              </c:pt>
              <c:pt idx="178">
                <c:v>1</c:v>
              </c:pt>
              <c:pt idx="179">
                <c:v>1.038324109761231</c:v>
              </c:pt>
              <c:pt idx="180">
                <c:v>1.038324109761231</c:v>
              </c:pt>
              <c:pt idx="181">
                <c:v>1.0494059743148916</c:v>
              </c:pt>
              <c:pt idx="182">
                <c:v>1.0494059743148916</c:v>
              </c:pt>
              <c:pt idx="183">
                <c:v>1.051613481748875</c:v>
              </c:pt>
              <c:pt idx="184">
                <c:v>1.051613481748875</c:v>
              </c:pt>
              <c:pt idx="185">
                <c:v>1.0881192739495626</c:v>
              </c:pt>
              <c:pt idx="186">
                <c:v>1.0881192739495626</c:v>
              </c:pt>
              <c:pt idx="187">
                <c:v>1.119209748245061</c:v>
              </c:pt>
              <c:pt idx="188">
                <c:v>1.119209748245061</c:v>
              </c:pt>
              <c:pt idx="189">
                <c:v>1.1351853392537863</c:v>
              </c:pt>
              <c:pt idx="190">
                <c:v>1.1351853392537863</c:v>
              </c:pt>
              <c:pt idx="191">
                <c:v>1.2006813678309078</c:v>
              </c:pt>
              <c:pt idx="192">
                <c:v>1.2006813678309078</c:v>
              </c:pt>
              <c:pt idx="193">
                <c:v>1.2450607705576597</c:v>
              </c:pt>
              <c:pt idx="194">
                <c:v>1.2450607705576597</c:v>
              </c:pt>
              <c:pt idx="195">
                <c:v>1.2491422624427615</c:v>
              </c:pt>
              <c:pt idx="196">
                <c:v>1.2491422624427615</c:v>
              </c:pt>
              <c:pt idx="197">
                <c:v>1.2640099774063365</c:v>
              </c:pt>
              <c:pt idx="198">
                <c:v>1.2640099774063365</c:v>
              </c:pt>
              <c:pt idx="199">
                <c:v>1.2920363444058074</c:v>
              </c:pt>
              <c:pt idx="200">
                <c:v>1.2920363444058074</c:v>
              </c:pt>
              <c:pt idx="201">
                <c:v>1.3380603884030058</c:v>
              </c:pt>
              <c:pt idx="202">
                <c:v>1.3380603884030058</c:v>
              </c:pt>
              <c:pt idx="203">
                <c:v>1.420562280864945</c:v>
              </c:pt>
              <c:pt idx="204">
                <c:v>1.420562280864945</c:v>
              </c:pt>
              <c:pt idx="205">
                <c:v>1.4325904260151507</c:v>
              </c:pt>
              <c:pt idx="206">
                <c:v>1.4325904260151507</c:v>
              </c:pt>
              <c:pt idx="207">
                <c:v>1.4333821656298675</c:v>
              </c:pt>
              <c:pt idx="208">
                <c:v>1.4333821656298675</c:v>
              </c:pt>
              <c:pt idx="209">
                <c:v>1.4554296631957053</c:v>
              </c:pt>
              <c:pt idx="210">
                <c:v>1.4554296631957053</c:v>
              </c:pt>
              <c:pt idx="211">
                <c:v>1.5214605263650287</c:v>
              </c:pt>
              <c:pt idx="212">
                <c:v>1.5214605263650287</c:v>
              </c:pt>
              <c:pt idx="213">
                <c:v>1.524712507314694</c:v>
              </c:pt>
              <c:pt idx="214">
                <c:v>1.524712507314694</c:v>
              </c:pt>
              <c:pt idx="215">
                <c:v>1.5347260172686834</c:v>
              </c:pt>
              <c:pt idx="216">
                <c:v>1.5347260172686834</c:v>
              </c:pt>
              <c:pt idx="217">
                <c:v>1.5787937839399109</c:v>
              </c:pt>
              <c:pt idx="218">
                <c:v>1.5787937839399109</c:v>
              </c:pt>
              <c:pt idx="219">
                <c:v>1.6184642299314216</c:v>
              </c:pt>
              <c:pt idx="220">
                <c:v>1.6184642299314216</c:v>
              </c:pt>
              <c:pt idx="221">
                <c:v>1.6510089039820586</c:v>
              </c:pt>
              <c:pt idx="222">
                <c:v>1.6510089039820586</c:v>
              </c:pt>
              <c:pt idx="223">
                <c:v>1.6611908355720943</c:v>
              </c:pt>
              <c:pt idx="224">
                <c:v>1.6611908355720943</c:v>
              </c:pt>
              <c:pt idx="225">
                <c:v>1.6746773151758136</c:v>
              </c:pt>
              <c:pt idx="226">
                <c:v>1.6746773151758136</c:v>
              </c:pt>
              <c:pt idx="227">
                <c:v>1.6945029931718154</c:v>
              </c:pt>
              <c:pt idx="228">
                <c:v>1.6945029931718154</c:v>
              </c:pt>
              <c:pt idx="229">
                <c:v>1.7111611079304418</c:v>
              </c:pt>
              <c:pt idx="230">
                <c:v>1.7111611079304418</c:v>
              </c:pt>
              <c:pt idx="231">
                <c:v>1.7165342212557468</c:v>
              </c:pt>
              <c:pt idx="232">
                <c:v>1.7165342212557468</c:v>
              </c:pt>
              <c:pt idx="233">
                <c:v>1.7294055075189878</c:v>
              </c:pt>
              <c:pt idx="234">
                <c:v>1.7294055075189878</c:v>
              </c:pt>
              <c:pt idx="235">
                <c:v>1.7402643136381926</c:v>
              </c:pt>
              <c:pt idx="236">
                <c:v>1.7402643136381926</c:v>
              </c:pt>
              <c:pt idx="237">
                <c:v>1.8132027062591574</c:v>
              </c:pt>
              <c:pt idx="238">
                <c:v>1.8132027062591574</c:v>
              </c:pt>
              <c:pt idx="239">
                <c:v>1.865790202856043</c:v>
              </c:pt>
              <c:pt idx="240">
                <c:v>1.865790202856043</c:v>
              </c:pt>
              <c:pt idx="241">
                <c:v>1.8916695756075894</c:v>
              </c:pt>
              <c:pt idx="242">
                <c:v>1.8916695756075894</c:v>
              </c:pt>
              <c:pt idx="243">
                <c:v>1.9436595333878846</c:v>
              </c:pt>
              <c:pt idx="244">
                <c:v>1.9436595333878846</c:v>
              </c:pt>
              <c:pt idx="245">
                <c:v>1.9688155126335323</c:v>
              </c:pt>
              <c:pt idx="246">
                <c:v>1.9688155126335323</c:v>
              </c:pt>
              <c:pt idx="247">
                <c:v>2</c:v>
              </c:pt>
              <c:pt idx="248">
                <c:v>2</c:v>
              </c:pt>
              <c:pt idx="249">
                <c:v>2.0316462523165</c:v>
              </c:pt>
              <c:pt idx="250">
                <c:v>2.0316462523165</c:v>
              </c:pt>
              <c:pt idx="251">
                <c:v>2.0402901000991074</c:v>
              </c:pt>
              <c:pt idx="252">
                <c:v>2.0402901000991074</c:v>
              </c:pt>
              <c:pt idx="253">
                <c:v>2.061227137345983</c:v>
              </c:pt>
              <c:pt idx="254">
                <c:v>2.061227137345983</c:v>
              </c:pt>
              <c:pt idx="255">
                <c:v>2.1426249202048004</c:v>
              </c:pt>
              <c:pt idx="256">
                <c:v>2.1426249202048004</c:v>
              </c:pt>
              <c:pt idx="257">
                <c:v>2.14359794017796</c:v>
              </c:pt>
              <c:pt idx="258">
                <c:v>2.14359794017796</c:v>
              </c:pt>
              <c:pt idx="259">
                <c:v>2.156533514285818</c:v>
              </c:pt>
              <c:pt idx="260">
                <c:v>2.156533514285818</c:v>
              </c:pt>
              <c:pt idx="261">
                <c:v>2.1905398091422055</c:v>
              </c:pt>
              <c:pt idx="262">
                <c:v>2.1905398091422055</c:v>
              </c:pt>
              <c:pt idx="263">
                <c:v>2.2579916323700764</c:v>
              </c:pt>
              <c:pt idx="264">
                <c:v>2.2579916323700764</c:v>
              </c:pt>
              <c:pt idx="265">
                <c:v>2.287468509416247</c:v>
              </c:pt>
              <c:pt idx="266">
                <c:v>2.287468509416247</c:v>
              </c:pt>
              <c:pt idx="267">
                <c:v>2.3206981455216815</c:v>
              </c:pt>
              <c:pt idx="268">
                <c:v>2.3206981455216815</c:v>
              </c:pt>
              <c:pt idx="269">
                <c:v>2.3228613044021222</c:v>
              </c:pt>
              <c:pt idx="270">
                <c:v>2.3228613044021222</c:v>
              </c:pt>
              <c:pt idx="271">
                <c:v>2.3378784465176725</c:v>
              </c:pt>
              <c:pt idx="272">
                <c:v>2.3378784465176725</c:v>
              </c:pt>
              <c:pt idx="273">
                <c:v>2.341442318720699</c:v>
              </c:pt>
              <c:pt idx="274">
                <c:v>2.341442318720699</c:v>
              </c:pt>
              <c:pt idx="275">
                <c:v>2.3453191567686615</c:v>
              </c:pt>
              <c:pt idx="276">
                <c:v>2.3453191567686615</c:v>
              </c:pt>
              <c:pt idx="277">
                <c:v>2.368131410757828</c:v>
              </c:pt>
              <c:pt idx="278">
                <c:v>2.368131410757828</c:v>
              </c:pt>
              <c:pt idx="279">
                <c:v>2.373161903352829</c:v>
              </c:pt>
              <c:pt idx="280">
                <c:v>2.373161903352829</c:v>
              </c:pt>
              <c:pt idx="281">
                <c:v>2.408561094151636</c:v>
              </c:pt>
              <c:pt idx="282">
                <c:v>2.408561094151636</c:v>
              </c:pt>
              <c:pt idx="283">
                <c:v>2.452437180529151</c:v>
              </c:pt>
              <c:pt idx="284">
                <c:v>2.452437180529151</c:v>
              </c:pt>
              <c:pt idx="285">
                <c:v>2.460962545158719</c:v>
              </c:pt>
              <c:pt idx="286">
                <c:v>2.460962545158719</c:v>
              </c:pt>
              <c:pt idx="287">
                <c:v>2.48583452916475</c:v>
              </c:pt>
              <c:pt idx="288">
                <c:v>2.48583452916475</c:v>
              </c:pt>
              <c:pt idx="289">
                <c:v>2.514182396989435</c:v>
              </c:pt>
              <c:pt idx="290">
                <c:v>2.514182396989435</c:v>
              </c:pt>
              <c:pt idx="291">
                <c:v>2.570318304325982</c:v>
              </c:pt>
              <c:pt idx="292">
                <c:v>2.570318304325982</c:v>
              </c:pt>
              <c:pt idx="293">
                <c:v>2.666276801614424</c:v>
              </c:pt>
              <c:pt idx="294">
                <c:v>2.666276801614424</c:v>
              </c:pt>
              <c:pt idx="295">
                <c:v>2.686148969806944</c:v>
              </c:pt>
              <c:pt idx="296">
                <c:v>2.686148969806944</c:v>
              </c:pt>
              <c:pt idx="297">
                <c:v>2.745348981959733</c:v>
              </c:pt>
              <c:pt idx="298">
                <c:v>2.745348981959733</c:v>
              </c:pt>
              <c:pt idx="299">
                <c:v>2.7669101311952264</c:v>
              </c:pt>
              <c:pt idx="300">
                <c:v>2.7669101311952264</c:v>
              </c:pt>
              <c:pt idx="301">
                <c:v>2.8202889544622876</c:v>
              </c:pt>
              <c:pt idx="302">
                <c:v>2.8202889544622876</c:v>
              </c:pt>
              <c:pt idx="303">
                <c:v>2.8400670644973958</c:v>
              </c:pt>
              <c:pt idx="304">
                <c:v>2.8400670644973958</c:v>
              </c:pt>
              <c:pt idx="305">
                <c:v>2.843753145993903</c:v>
              </c:pt>
              <c:pt idx="306">
                <c:v>2.843753145993903</c:v>
              </c:pt>
              <c:pt idx="307">
                <c:v>2.876841957092049</c:v>
              </c:pt>
              <c:pt idx="308">
                <c:v>2.876841957092049</c:v>
              </c:pt>
              <c:pt idx="309">
                <c:v>2.9222351684237777</c:v>
              </c:pt>
              <c:pt idx="310">
                <c:v>2.9222351684237777</c:v>
              </c:pt>
              <c:pt idx="311">
                <c:v>2.9282066719862767</c:v>
              </c:pt>
              <c:pt idx="312">
                <c:v>2.9282066719862767</c:v>
              </c:pt>
              <c:pt idx="313">
                <c:v>2.9344501935527365</c:v>
              </c:pt>
              <c:pt idx="314">
                <c:v>2.9344501935527365</c:v>
              </c:pt>
              <c:pt idx="315">
                <c:v>2.9440902968826146</c:v>
              </c:pt>
              <c:pt idx="316">
                <c:v>2.9440902968826146</c:v>
              </c:pt>
              <c:pt idx="317">
                <c:v>2.9550306400691007</c:v>
              </c:pt>
              <c:pt idx="318">
                <c:v>2.9550306400691007</c:v>
              </c:pt>
              <c:pt idx="319">
                <c:v>3.0122197524864767</c:v>
              </c:pt>
              <c:pt idx="320">
                <c:v>3.0122197524864767</c:v>
              </c:pt>
              <c:pt idx="321">
                <c:v>3.0310726897004527</c:v>
              </c:pt>
              <c:pt idx="322">
                <c:v>3.0310726897004527</c:v>
              </c:pt>
              <c:pt idx="323">
                <c:v>3.1564353397238203</c:v>
              </c:pt>
              <c:pt idx="324">
                <c:v>3.1564353397238203</c:v>
              </c:pt>
              <c:pt idx="325">
                <c:v>3.1767107369538783</c:v>
              </c:pt>
              <c:pt idx="326">
                <c:v>3.1767107369538783</c:v>
              </c:pt>
              <c:pt idx="327">
                <c:v>3.180275632292906</c:v>
              </c:pt>
              <c:pt idx="328">
                <c:v>3.180275632292906</c:v>
              </c:pt>
              <c:pt idx="329">
                <c:v>3.1813280407779114</c:v>
              </c:pt>
              <c:pt idx="330">
                <c:v>3.1813280407779114</c:v>
              </c:pt>
              <c:pt idx="331">
                <c:v>3.3320041159570435</c:v>
              </c:pt>
              <c:pt idx="332">
                <c:v>3.3320041159570435</c:v>
              </c:pt>
              <c:pt idx="333">
                <c:v>3.3447199359853186</c:v>
              </c:pt>
              <c:pt idx="334">
                <c:v>3.3447199359853186</c:v>
              </c:pt>
              <c:pt idx="335">
                <c:v>3.467136449762656</c:v>
              </c:pt>
              <c:pt idx="336">
                <c:v>3.467136449762656</c:v>
              </c:pt>
              <c:pt idx="337">
                <c:v>3.470696492407372</c:v>
              </c:pt>
              <c:pt idx="338">
                <c:v>3.470696492407372</c:v>
              </c:pt>
              <c:pt idx="339">
                <c:v>3.5010640511770856</c:v>
              </c:pt>
              <c:pt idx="340">
                <c:v>3.5010640511770856</c:v>
              </c:pt>
              <c:pt idx="341">
                <c:v>3.84128745581388</c:v>
              </c:pt>
              <c:pt idx="342">
                <c:v>3.84128745581388</c:v>
              </c:pt>
              <c:pt idx="343">
                <c:v>3.9811339942265525</c:v>
              </c:pt>
              <c:pt idx="344">
                <c:v>3.9811339942265525</c:v>
              </c:pt>
              <c:pt idx="345">
                <c:v>4.054449932307367</c:v>
              </c:pt>
              <c:pt idx="346">
                <c:v>4.054449932307367</c:v>
              </c:pt>
              <c:pt idx="347">
                <c:v>4.110083109153377</c:v>
              </c:pt>
              <c:pt idx="348">
                <c:v>4.110083109153377</c:v>
              </c:pt>
              <c:pt idx="349">
                <c:v>4.381532971863782</c:v>
              </c:pt>
              <c:pt idx="350">
                <c:v>4.381532971863782</c:v>
              </c:pt>
              <c:pt idx="351">
                <c:v>4.474633417076043</c:v>
              </c:pt>
              <c:pt idx="352">
                <c:v>4.474633417076043</c:v>
              </c:pt>
              <c:pt idx="353">
                <c:v>4.5157868235576295</c:v>
              </c:pt>
              <c:pt idx="354">
                <c:v>4.5157868235576295</c:v>
              </c:pt>
              <c:pt idx="355">
                <c:v>4.518794331612874</c:v>
              </c:pt>
              <c:pt idx="356">
                <c:v>4.518794331612874</c:v>
              </c:pt>
              <c:pt idx="357">
                <c:v>4.669276550240401</c:v>
              </c:pt>
              <c:pt idx="358">
                <c:v>4.669276550240401</c:v>
              </c:pt>
              <c:pt idx="359">
                <c:v>4.701941080174179</c:v>
              </c:pt>
              <c:pt idx="360">
                <c:v>4.701941080174179</c:v>
              </c:pt>
              <c:pt idx="361">
                <c:v>4.783523453070028</c:v>
              </c:pt>
              <c:pt idx="362">
                <c:v>4.783523453070028</c:v>
              </c:pt>
              <c:pt idx="363">
                <c:v>4.903896004034577</c:v>
              </c:pt>
              <c:pt idx="364">
                <c:v>4.903896004034577</c:v>
              </c:pt>
              <c:pt idx="365">
                <c:v>4.927276006861227</c:v>
              </c:pt>
              <c:pt idx="366">
                <c:v>4.927276006861227</c:v>
              </c:pt>
              <c:pt idx="367">
                <c:v>5</c:v>
              </c:pt>
              <c:pt idx="368">
                <c:v>5</c:v>
              </c:pt>
              <c:pt idx="369">
                <c:v>5.32371367280702</c:v>
              </c:pt>
              <c:pt idx="370">
                <c:v>5.32371367280702</c:v>
              </c:pt>
              <c:pt idx="371">
                <c:v>5.580843905671755</c:v>
              </c:pt>
              <c:pt idx="372">
                <c:v>5.580843905671755</c:v>
              </c:pt>
              <c:pt idx="373">
                <c:v>5.616402220404511</c:v>
              </c:pt>
              <c:pt idx="374">
                <c:v>5.616402220404511</c:v>
              </c:pt>
              <c:pt idx="375">
                <c:v>5.9388982344163965</c:v>
              </c:pt>
              <c:pt idx="376">
                <c:v>5.9388982344163965</c:v>
              </c:pt>
              <c:pt idx="377">
                <c:v>5.9670187233072</c:v>
              </c:pt>
              <c:pt idx="378">
                <c:v>5.9670187233072</c:v>
              </c:pt>
              <c:pt idx="379">
                <c:v>6.014638337656728</c:v>
              </c:pt>
              <c:pt idx="380">
                <c:v>6.014638337656728</c:v>
              </c:pt>
              <c:pt idx="381">
                <c:v>6.16557685354679</c:v>
              </c:pt>
              <c:pt idx="382">
                <c:v>6.16557685354679</c:v>
              </c:pt>
              <c:pt idx="383">
                <c:v>6.211841840649047</c:v>
              </c:pt>
              <c:pt idx="384">
                <c:v>6.211841840649047</c:v>
              </c:pt>
              <c:pt idx="385">
                <c:v>7.125455647898179</c:v>
              </c:pt>
              <c:pt idx="386">
                <c:v>7.125455647898179</c:v>
              </c:pt>
              <c:pt idx="387">
                <c:v>7.961163156081226</c:v>
              </c:pt>
              <c:pt idx="388">
                <c:v>7.961163156081226</c:v>
              </c:pt>
              <c:pt idx="389">
                <c:v>8.631508395037775</c:v>
              </c:pt>
              <c:pt idx="390">
                <c:v>8.631508395037775</c:v>
              </c:pt>
              <c:pt idx="391">
                <c:v>9.426684011445499</c:v>
              </c:pt>
              <c:pt idx="392">
                <c:v>9.426684011445499</c:v>
              </c:pt>
              <c:pt idx="393">
                <c:v>9.662066569929147</c:v>
              </c:pt>
              <c:pt idx="394">
                <c:v>9.662066569929147</c:v>
              </c:pt>
              <c:pt idx="395">
                <c:v>10</c:v>
              </c:pt>
              <c:pt idx="396">
                <c:v>10</c:v>
              </c:pt>
              <c:pt idx="397">
                <c:v>13.063022272911711</c:v>
              </c:pt>
              <c:pt idx="398">
                <c:v>13.063022272911711</c:v>
              </c:pt>
              <c:pt idx="399">
                <c:v>15</c:v>
              </c:pt>
              <c:pt idx="400">
                <c:v>15</c:v>
              </c:pt>
              <c:pt idx="401">
                <c:v>15.811310549243455</c:v>
              </c:pt>
              <c:pt idx="402">
                <c:v>15.811310549243455</c:v>
              </c:pt>
              <c:pt idx="403">
                <c:v>16.75890324670423</c:v>
              </c:pt>
              <c:pt idx="404">
                <c:v>16.75890324670423</c:v>
              </c:pt>
              <c:pt idx="405">
                <c:v>20</c:v>
              </c:pt>
              <c:pt idx="406">
                <c:v>20</c:v>
              </c:pt>
              <c:pt idx="407">
                <c:v>30</c:v>
              </c:pt>
              <c:pt idx="408">
                <c:v>30</c:v>
              </c:pt>
              <c:pt idx="409">
                <c:v>50</c:v>
              </c:pt>
              <c:pt idx="410">
                <c:v>50</c:v>
              </c:pt>
              <c:pt idx="411">
                <c:v>70</c:v>
              </c:pt>
            </c:numLit>
          </c:xVal>
          <c:yVal>
            <c:numLit>
              <c:formatCode>0.0</c:formatCode>
              <c:ptCount val="412"/>
              <c:pt idx="0">
                <c:v>1.2815565941285691</c:v>
              </c:pt>
              <c:pt idx="1">
                <c:v>1.2815565941285691</c:v>
              </c:pt>
              <c:pt idx="2">
                <c:v>1.2815565941285691</c:v>
              </c:pt>
              <c:pt idx="3">
                <c:v>1.2815565941285691</c:v>
              </c:pt>
              <c:pt idx="4">
                <c:v>1.2815565941285691</c:v>
              </c:pt>
              <c:pt idx="5">
                <c:v>1.2815565941285691</c:v>
              </c:pt>
              <c:pt idx="6">
                <c:v>1.2815565941285691</c:v>
              </c:pt>
              <c:pt idx="7">
                <c:v>1.2815565941285691</c:v>
              </c:pt>
              <c:pt idx="8">
                <c:v>1.2815565941285691</c:v>
              </c:pt>
              <c:pt idx="9">
                <c:v>1.2815565941285691</c:v>
              </c:pt>
              <c:pt idx="10">
                <c:v>1.2815565941285691</c:v>
              </c:pt>
              <c:pt idx="11">
                <c:v>1.2815565941285691</c:v>
              </c:pt>
              <c:pt idx="12">
                <c:v>1.2815565941285691</c:v>
              </c:pt>
              <c:pt idx="13">
                <c:v>1.2815565941285691</c:v>
              </c:pt>
              <c:pt idx="14">
                <c:v>1.2815565941285691</c:v>
              </c:pt>
              <c:pt idx="15">
                <c:v>1.2815565941285691</c:v>
              </c:pt>
              <c:pt idx="16">
                <c:v>1.2815565941285691</c:v>
              </c:pt>
              <c:pt idx="17">
                <c:v>1.2815565941285691</c:v>
              </c:pt>
              <c:pt idx="18">
                <c:v>1.2815565941285691</c:v>
              </c:pt>
              <c:pt idx="19">
                <c:v>1.2815565941285691</c:v>
              </c:pt>
              <c:pt idx="20">
                <c:v>1.2815565941285691</c:v>
              </c:pt>
              <c:pt idx="21">
                <c:v>1.2815565941285691</c:v>
              </c:pt>
              <c:pt idx="22">
                <c:v>1.2815565941285691</c:v>
              </c:pt>
              <c:pt idx="23">
                <c:v>1.2815565941285691</c:v>
              </c:pt>
              <c:pt idx="24">
                <c:v>1.2815565941285691</c:v>
              </c:pt>
              <c:pt idx="25">
                <c:v>1.2815565941285691</c:v>
              </c:pt>
              <c:pt idx="26">
                <c:v>1.2815565941285691</c:v>
              </c:pt>
              <c:pt idx="27">
                <c:v>1.2815565941285691</c:v>
              </c:pt>
              <c:pt idx="28">
                <c:v>1.2815565941285691</c:v>
              </c:pt>
              <c:pt idx="29">
                <c:v>1.2815565941285691</c:v>
              </c:pt>
              <c:pt idx="30">
                <c:v>1.2815565941285691</c:v>
              </c:pt>
              <c:pt idx="31">
                <c:v>1.2815565941285691</c:v>
              </c:pt>
              <c:pt idx="32">
                <c:v>1.2815565941285691</c:v>
              </c:pt>
              <c:pt idx="33">
                <c:v>1.2815565941285691</c:v>
              </c:pt>
              <c:pt idx="34">
                <c:v>1.2815565941285691</c:v>
              </c:pt>
              <c:pt idx="35">
                <c:v>1.2815565941285691</c:v>
              </c:pt>
              <c:pt idx="36">
                <c:v>1.2815565941285691</c:v>
              </c:pt>
              <c:pt idx="37">
                <c:v>1.2815565941285691</c:v>
              </c:pt>
              <c:pt idx="38">
                <c:v>1.2815565941285691</c:v>
              </c:pt>
              <c:pt idx="39">
                <c:v>1.2815565941285691</c:v>
              </c:pt>
              <c:pt idx="40">
                <c:v>1.2815565941285691</c:v>
              </c:pt>
              <c:pt idx="41">
                <c:v>1.2815565941285691</c:v>
              </c:pt>
              <c:pt idx="42">
                <c:v>1.2815565941285691</c:v>
              </c:pt>
              <c:pt idx="43">
                <c:v>1.2815565941285691</c:v>
              </c:pt>
              <c:pt idx="44">
                <c:v>1.2815565941285691</c:v>
              </c:pt>
              <c:pt idx="45">
                <c:v>1.2815565941285691</c:v>
              </c:pt>
              <c:pt idx="46">
                <c:v>1.2815565941285691</c:v>
              </c:pt>
              <c:pt idx="47">
                <c:v>1.2815565941285691</c:v>
              </c:pt>
              <c:pt idx="48">
                <c:v>1.2815565941285691</c:v>
              </c:pt>
              <c:pt idx="49">
                <c:v>1.2815565941285691</c:v>
              </c:pt>
              <c:pt idx="50">
                <c:v>1.2815565941285691</c:v>
              </c:pt>
              <c:pt idx="51">
                <c:v>1.2815565941285691</c:v>
              </c:pt>
              <c:pt idx="52">
                <c:v>1.2815565941285691</c:v>
              </c:pt>
              <c:pt idx="53">
                <c:v>1.2815565941285691</c:v>
              </c:pt>
              <c:pt idx="54">
                <c:v>1.2815565941285691</c:v>
              </c:pt>
              <c:pt idx="55">
                <c:v>1.2815565941285691</c:v>
              </c:pt>
              <c:pt idx="56">
                <c:v>1.2815565941285691</c:v>
              </c:pt>
              <c:pt idx="57">
                <c:v>1.2815565941285691</c:v>
              </c:pt>
              <c:pt idx="58">
                <c:v>1.2815565941285691</c:v>
              </c:pt>
              <c:pt idx="59">
                <c:v>1.2815565941285691</c:v>
              </c:pt>
              <c:pt idx="60">
                <c:v>1.2815565941285691</c:v>
              </c:pt>
              <c:pt idx="61">
                <c:v>1.2815565941285691</c:v>
              </c:pt>
              <c:pt idx="62">
                <c:v>1.2377929882676597</c:v>
              </c:pt>
              <c:pt idx="63">
                <c:v>1.2377929882676597</c:v>
              </c:pt>
              <c:pt idx="64">
                <c:v>1.2377929882676597</c:v>
              </c:pt>
              <c:pt idx="65">
                <c:v>1.2377929882676597</c:v>
              </c:pt>
              <c:pt idx="66">
                <c:v>1.212498795539093</c:v>
              </c:pt>
              <c:pt idx="67">
                <c:v>1.212498795539093</c:v>
              </c:pt>
              <c:pt idx="68">
                <c:v>1.212498795539093</c:v>
              </c:pt>
              <c:pt idx="69">
                <c:v>1.212498795539093</c:v>
              </c:pt>
              <c:pt idx="70">
                <c:v>1.212498795539093</c:v>
              </c:pt>
              <c:pt idx="71">
                <c:v>1.212498795539093</c:v>
              </c:pt>
              <c:pt idx="72">
                <c:v>1.212498795539093</c:v>
              </c:pt>
              <c:pt idx="73">
                <c:v>1.212498795539093</c:v>
              </c:pt>
              <c:pt idx="74">
                <c:v>1.212498795539093</c:v>
              </c:pt>
              <c:pt idx="75">
                <c:v>1.212498795539093</c:v>
              </c:pt>
              <c:pt idx="76">
                <c:v>1.212498795539093</c:v>
              </c:pt>
              <c:pt idx="77">
                <c:v>1.212498795539093</c:v>
              </c:pt>
              <c:pt idx="78">
                <c:v>1.212498795539093</c:v>
              </c:pt>
              <c:pt idx="79">
                <c:v>1.212498795539093</c:v>
              </c:pt>
              <c:pt idx="80">
                <c:v>1.212498795539093</c:v>
              </c:pt>
              <c:pt idx="81">
                <c:v>1.212498795539093</c:v>
              </c:pt>
              <c:pt idx="82">
                <c:v>1.212498795539093</c:v>
              </c:pt>
              <c:pt idx="83">
                <c:v>1.212498795539093</c:v>
              </c:pt>
              <c:pt idx="84">
                <c:v>1.212498795539093</c:v>
              </c:pt>
              <c:pt idx="85">
                <c:v>1.212498795539093</c:v>
              </c:pt>
              <c:pt idx="86">
                <c:v>1.212498795539093</c:v>
              </c:pt>
              <c:pt idx="87">
                <c:v>1.212498795539093</c:v>
              </c:pt>
              <c:pt idx="88">
                <c:v>1.212498795539093</c:v>
              </c:pt>
              <c:pt idx="89">
                <c:v>1.212498795539093</c:v>
              </c:pt>
              <c:pt idx="90">
                <c:v>1.212498795539093</c:v>
              </c:pt>
              <c:pt idx="91">
                <c:v>1.212498795539093</c:v>
              </c:pt>
              <c:pt idx="92">
                <c:v>1.1867494691805307</c:v>
              </c:pt>
              <c:pt idx="93">
                <c:v>1.1867494691805307</c:v>
              </c:pt>
              <c:pt idx="94">
                <c:v>1.1867494691805307</c:v>
              </c:pt>
              <c:pt idx="95">
                <c:v>1.1867494691805307</c:v>
              </c:pt>
              <c:pt idx="96">
                <c:v>1.1867494691805307</c:v>
              </c:pt>
              <c:pt idx="97">
                <c:v>1.1867494691805307</c:v>
              </c:pt>
              <c:pt idx="98">
                <c:v>1.1439472917808235</c:v>
              </c:pt>
              <c:pt idx="99">
                <c:v>1.1439472917808235</c:v>
              </c:pt>
              <c:pt idx="100">
                <c:v>1.1439472917808235</c:v>
              </c:pt>
              <c:pt idx="101">
                <c:v>1.1439472917808235</c:v>
              </c:pt>
              <c:pt idx="102">
                <c:v>1.1439472917808235</c:v>
              </c:pt>
              <c:pt idx="103">
                <c:v>1.1439472917808235</c:v>
              </c:pt>
              <c:pt idx="104">
                <c:v>1.1439472917808235</c:v>
              </c:pt>
              <c:pt idx="105">
                <c:v>1.1439472917808235</c:v>
              </c:pt>
              <c:pt idx="106">
                <c:v>1.1439472917808235</c:v>
              </c:pt>
              <c:pt idx="107">
                <c:v>1.1439472917808235</c:v>
              </c:pt>
              <c:pt idx="108">
                <c:v>1.1077180150926447</c:v>
              </c:pt>
              <c:pt idx="109">
                <c:v>1.1077180150926447</c:v>
              </c:pt>
              <c:pt idx="110">
                <c:v>1.0667892399842094</c:v>
              </c:pt>
              <c:pt idx="111">
                <c:v>1.0667892399842094</c:v>
              </c:pt>
              <c:pt idx="112">
                <c:v>1.0667892399842094</c:v>
              </c:pt>
              <c:pt idx="113">
                <c:v>1.0667892399842094</c:v>
              </c:pt>
              <c:pt idx="114">
                <c:v>1.0574878941977697</c:v>
              </c:pt>
              <c:pt idx="115">
                <c:v>1.0574878941977697</c:v>
              </c:pt>
              <c:pt idx="116">
                <c:v>1.0564247544018972</c:v>
              </c:pt>
              <c:pt idx="117">
                <c:v>1.0564247544018972</c:v>
              </c:pt>
              <c:pt idx="118">
                <c:v>1.0293384156605963</c:v>
              </c:pt>
              <c:pt idx="119">
                <c:v>1.0293384156605963</c:v>
              </c:pt>
              <c:pt idx="120">
                <c:v>1.0293384156605963</c:v>
              </c:pt>
              <c:pt idx="121">
                <c:v>1.0293384156605963</c:v>
              </c:pt>
              <c:pt idx="122">
                <c:v>1.0293384156605963</c:v>
              </c:pt>
              <c:pt idx="123">
                <c:v>1.0293384156605963</c:v>
              </c:pt>
              <c:pt idx="124">
                <c:v>1.0293384156605963</c:v>
              </c:pt>
              <c:pt idx="125">
                <c:v>1.0293384156605963</c:v>
              </c:pt>
              <c:pt idx="126">
                <c:v>1.0293384156605963</c:v>
              </c:pt>
              <c:pt idx="127">
                <c:v>1.0293384156605963</c:v>
              </c:pt>
              <c:pt idx="128">
                <c:v>1.0293384156605963</c:v>
              </c:pt>
              <c:pt idx="129">
                <c:v>1.0293384156605963</c:v>
              </c:pt>
              <c:pt idx="130">
                <c:v>1.0293384156605963</c:v>
              </c:pt>
              <c:pt idx="131">
                <c:v>1.0293384156605963</c:v>
              </c:pt>
              <c:pt idx="132">
                <c:v>1.0293384156605963</c:v>
              </c:pt>
              <c:pt idx="133">
                <c:v>1.0293384156605963</c:v>
              </c:pt>
              <c:pt idx="134">
                <c:v>1.0293384156605963</c:v>
              </c:pt>
              <c:pt idx="135">
                <c:v>1.0293384156605963</c:v>
              </c:pt>
              <c:pt idx="136">
                <c:v>1.0293384156605963</c:v>
              </c:pt>
              <c:pt idx="137">
                <c:v>1.0293384156605963</c:v>
              </c:pt>
              <c:pt idx="138">
                <c:v>0.9873248603258173</c:v>
              </c:pt>
              <c:pt idx="139">
                <c:v>0.9873248603258173</c:v>
              </c:pt>
              <c:pt idx="140">
                <c:v>0.9873248603258173</c:v>
              </c:pt>
              <c:pt idx="141">
                <c:v>0.9873248603258173</c:v>
              </c:pt>
              <c:pt idx="142">
                <c:v>0.9873248603258173</c:v>
              </c:pt>
              <c:pt idx="143">
                <c:v>0.9873248603258173</c:v>
              </c:pt>
              <c:pt idx="144">
                <c:v>0.9873248603258173</c:v>
              </c:pt>
              <c:pt idx="145">
                <c:v>0.9873248603258173</c:v>
              </c:pt>
              <c:pt idx="146">
                <c:v>0.9873248603258173</c:v>
              </c:pt>
              <c:pt idx="147">
                <c:v>0.9873248603258173</c:v>
              </c:pt>
              <c:pt idx="148">
                <c:v>0.9873248603258173</c:v>
              </c:pt>
              <c:pt idx="149">
                <c:v>0.9873248603258173</c:v>
              </c:pt>
              <c:pt idx="150">
                <c:v>0.9873248603258173</c:v>
              </c:pt>
              <c:pt idx="151">
                <c:v>0.9873248603258173</c:v>
              </c:pt>
              <c:pt idx="152">
                <c:v>0.9873248603258173</c:v>
              </c:pt>
              <c:pt idx="153">
                <c:v>0.9873248603258173</c:v>
              </c:pt>
              <c:pt idx="154">
                <c:v>0.9873248603258173</c:v>
              </c:pt>
              <c:pt idx="155">
                <c:v>0.9873248603258173</c:v>
              </c:pt>
              <c:pt idx="156">
                <c:v>0.9873248603258173</c:v>
              </c:pt>
              <c:pt idx="157">
                <c:v>0.9873248603258173</c:v>
              </c:pt>
              <c:pt idx="158">
                <c:v>0.9355777582895898</c:v>
              </c:pt>
              <c:pt idx="159">
                <c:v>0.9355777582895898</c:v>
              </c:pt>
              <c:pt idx="160">
                <c:v>0.9355777582895898</c:v>
              </c:pt>
              <c:pt idx="161">
                <c:v>0.9355777582895898</c:v>
              </c:pt>
              <c:pt idx="162">
                <c:v>0.8979503803438836</c:v>
              </c:pt>
              <c:pt idx="163">
                <c:v>0.8979503803438836</c:v>
              </c:pt>
              <c:pt idx="164">
                <c:v>0.8687965746901687</c:v>
              </c:pt>
              <c:pt idx="165">
                <c:v>0.8687965746901687</c:v>
              </c:pt>
              <c:pt idx="166">
                <c:v>0.8436000878131854</c:v>
              </c:pt>
              <c:pt idx="167">
                <c:v>0.8436000878131854</c:v>
              </c:pt>
              <c:pt idx="168">
                <c:v>0.7974815981795037</c:v>
              </c:pt>
              <c:pt idx="169">
                <c:v>0.7974815981795037</c:v>
              </c:pt>
              <c:pt idx="170">
                <c:v>0.7974815981795037</c:v>
              </c:pt>
              <c:pt idx="171">
                <c:v>0.7974815981795037</c:v>
              </c:pt>
              <c:pt idx="172">
                <c:v>0.7974815981795037</c:v>
              </c:pt>
              <c:pt idx="173">
                <c:v>0.7974815981795037</c:v>
              </c:pt>
              <c:pt idx="174">
                <c:v>0.7974815981795037</c:v>
              </c:pt>
              <c:pt idx="175">
                <c:v>0.7974815981795037</c:v>
              </c:pt>
              <c:pt idx="176">
                <c:v>0.7974815981795037</c:v>
              </c:pt>
              <c:pt idx="177">
                <c:v>0.7974815981795037</c:v>
              </c:pt>
              <c:pt idx="178">
                <c:v>0.7974815981795037</c:v>
              </c:pt>
              <c:pt idx="179">
                <c:v>0.7974815981795037</c:v>
              </c:pt>
              <c:pt idx="180">
                <c:v>0.760778722346453</c:v>
              </c:pt>
              <c:pt idx="181">
                <c:v>0.760778722346453</c:v>
              </c:pt>
              <c:pt idx="182">
                <c:v>0.7498848909489986</c:v>
              </c:pt>
              <c:pt idx="183">
                <c:v>0.7498848909489986</c:v>
              </c:pt>
              <c:pt idx="184">
                <c:v>0.729664719673191</c:v>
              </c:pt>
              <c:pt idx="185">
                <c:v>0.729664719673191</c:v>
              </c:pt>
              <c:pt idx="186">
                <c:v>0.729664719673191</c:v>
              </c:pt>
              <c:pt idx="187">
                <c:v>0.729664719673191</c:v>
              </c:pt>
              <c:pt idx="188">
                <c:v>0.6908849383699289</c:v>
              </c:pt>
              <c:pt idx="189">
                <c:v>0.6908849383699289</c:v>
              </c:pt>
              <c:pt idx="190">
                <c:v>0.6908849383699289</c:v>
              </c:pt>
              <c:pt idx="191">
                <c:v>0.6908849383699289</c:v>
              </c:pt>
              <c:pt idx="192">
                <c:v>0.6908849383699289</c:v>
              </c:pt>
              <c:pt idx="193">
                <c:v>0.6908849383699289</c:v>
              </c:pt>
              <c:pt idx="194">
                <c:v>0.6908849383699289</c:v>
              </c:pt>
              <c:pt idx="195">
                <c:v>0.6908849383699289</c:v>
              </c:pt>
              <c:pt idx="196">
                <c:v>0.6378149528916333</c:v>
              </c:pt>
              <c:pt idx="197">
                <c:v>0.6378149528916333</c:v>
              </c:pt>
              <c:pt idx="198">
                <c:v>0.6378149528916333</c:v>
              </c:pt>
              <c:pt idx="199">
                <c:v>0.6378149528916333</c:v>
              </c:pt>
              <c:pt idx="200">
                <c:v>0.6378149528916333</c:v>
              </c:pt>
              <c:pt idx="201">
                <c:v>0.6378149528916333</c:v>
              </c:pt>
              <c:pt idx="202">
                <c:v>0.6378149528916333</c:v>
              </c:pt>
              <c:pt idx="203">
                <c:v>0.6378149528916333</c:v>
              </c:pt>
              <c:pt idx="204">
                <c:v>0.6378149528916333</c:v>
              </c:pt>
              <c:pt idx="205">
                <c:v>0.6378149528916333</c:v>
              </c:pt>
              <c:pt idx="206">
                <c:v>0.6378149528916333</c:v>
              </c:pt>
              <c:pt idx="207">
                <c:v>0.6378149528916333</c:v>
              </c:pt>
              <c:pt idx="208">
                <c:v>0.6378149528916333</c:v>
              </c:pt>
              <c:pt idx="209">
                <c:v>0.6378149528916333</c:v>
              </c:pt>
              <c:pt idx="210">
                <c:v>0.6107540973580241</c:v>
              </c:pt>
              <c:pt idx="211">
                <c:v>0.6107540973580241</c:v>
              </c:pt>
              <c:pt idx="212">
                <c:v>0.6038313102899701</c:v>
              </c:pt>
              <c:pt idx="213">
                <c:v>0.6038313102899701</c:v>
              </c:pt>
              <c:pt idx="214">
                <c:v>0.5883472755936132</c:v>
              </c:pt>
              <c:pt idx="215">
                <c:v>0.5883472755936132</c:v>
              </c:pt>
              <c:pt idx="216">
                <c:v>0.5883472755936132</c:v>
              </c:pt>
              <c:pt idx="217">
                <c:v>0.5883472755936132</c:v>
              </c:pt>
              <c:pt idx="218">
                <c:v>0.5883472755936132</c:v>
              </c:pt>
              <c:pt idx="219">
                <c:v>0.5883472755936132</c:v>
              </c:pt>
              <c:pt idx="220">
                <c:v>0.5883472755936132</c:v>
              </c:pt>
              <c:pt idx="221">
                <c:v>0.5883472755936132</c:v>
              </c:pt>
              <c:pt idx="222">
                <c:v>0.5883472755936132</c:v>
              </c:pt>
              <c:pt idx="223">
                <c:v>0.5883472755936132</c:v>
              </c:pt>
              <c:pt idx="224">
                <c:v>0.5883472755936132</c:v>
              </c:pt>
              <c:pt idx="225">
                <c:v>0.5883472755936132</c:v>
              </c:pt>
              <c:pt idx="226">
                <c:v>0.5883472755936132</c:v>
              </c:pt>
              <c:pt idx="227">
                <c:v>0.5883472755936132</c:v>
              </c:pt>
              <c:pt idx="228">
                <c:v>0.5883472755936132</c:v>
              </c:pt>
              <c:pt idx="229">
                <c:v>0.5883472755936132</c:v>
              </c:pt>
              <c:pt idx="230">
                <c:v>0.5883472755936132</c:v>
              </c:pt>
              <c:pt idx="231">
                <c:v>0.5883472755936132</c:v>
              </c:pt>
              <c:pt idx="232">
                <c:v>0.5883472755936132</c:v>
              </c:pt>
              <c:pt idx="233">
                <c:v>0.5883472755936132</c:v>
              </c:pt>
              <c:pt idx="234">
                <c:v>0.5883472755936132</c:v>
              </c:pt>
              <c:pt idx="235">
                <c:v>0.5883472755936132</c:v>
              </c:pt>
              <c:pt idx="236">
                <c:v>0.5649376984368413</c:v>
              </c:pt>
              <c:pt idx="237">
                <c:v>0.5649376984368413</c:v>
              </c:pt>
              <c:pt idx="238">
                <c:v>0.5333713249114913</c:v>
              </c:pt>
              <c:pt idx="239">
                <c:v>0.5333713249114913</c:v>
              </c:pt>
              <c:pt idx="240">
                <c:v>0.5333713249114913</c:v>
              </c:pt>
              <c:pt idx="241">
                <c:v>0.5333713249114913</c:v>
              </c:pt>
              <c:pt idx="242">
                <c:v>0.5333713249114913</c:v>
              </c:pt>
              <c:pt idx="243">
                <c:v>0.5333713249114913</c:v>
              </c:pt>
              <c:pt idx="244">
                <c:v>0.5333713249114913</c:v>
              </c:pt>
              <c:pt idx="245">
                <c:v>0.5333713249114913</c:v>
              </c:pt>
              <c:pt idx="246">
                <c:v>0.5333713249114913</c:v>
              </c:pt>
              <c:pt idx="247">
                <c:v>0.5333713249114913</c:v>
              </c:pt>
              <c:pt idx="248">
                <c:v>0.5333713249114913</c:v>
              </c:pt>
              <c:pt idx="249">
                <c:v>0.5333713249114913</c:v>
              </c:pt>
              <c:pt idx="250">
                <c:v>0.5333713249114913</c:v>
              </c:pt>
              <c:pt idx="251">
                <c:v>0.5333713249114913</c:v>
              </c:pt>
              <c:pt idx="252">
                <c:v>0.5333713249114913</c:v>
              </c:pt>
              <c:pt idx="253">
                <c:v>0.5333713249114913</c:v>
              </c:pt>
              <c:pt idx="254">
                <c:v>0.5333713249114913</c:v>
              </c:pt>
              <c:pt idx="255">
                <c:v>0.5333713249114913</c:v>
              </c:pt>
              <c:pt idx="256">
                <c:v>0.5333713249114913</c:v>
              </c:pt>
              <c:pt idx="257">
                <c:v>0.5333713249114913</c:v>
              </c:pt>
              <c:pt idx="258">
                <c:v>0.5333713249114913</c:v>
              </c:pt>
              <c:pt idx="259">
                <c:v>0.5333713249114913</c:v>
              </c:pt>
              <c:pt idx="260">
                <c:v>0.5032697987741125</c:v>
              </c:pt>
              <c:pt idx="261">
                <c:v>0.5032697987741125</c:v>
              </c:pt>
              <c:pt idx="262">
                <c:v>0.5032697987741125</c:v>
              </c:pt>
              <c:pt idx="263">
                <c:v>0.5032697987741125</c:v>
              </c:pt>
              <c:pt idx="264">
                <c:v>0.5032697987741125</c:v>
              </c:pt>
              <c:pt idx="265">
                <c:v>0.5032697987741125</c:v>
              </c:pt>
              <c:pt idx="266">
                <c:v>0.5032697987741125</c:v>
              </c:pt>
              <c:pt idx="267">
                <c:v>0.5032697987741125</c:v>
              </c:pt>
              <c:pt idx="268">
                <c:v>0.5032697987741125</c:v>
              </c:pt>
              <c:pt idx="269">
                <c:v>0.5032697987741125</c:v>
              </c:pt>
              <c:pt idx="270">
                <c:v>0.5032697987741125</c:v>
              </c:pt>
              <c:pt idx="271">
                <c:v>0.5032697987741125</c:v>
              </c:pt>
              <c:pt idx="272">
                <c:v>0.5032697987741125</c:v>
              </c:pt>
              <c:pt idx="273">
                <c:v>0.5032697987741125</c:v>
              </c:pt>
              <c:pt idx="274">
                <c:v>0.47070174417632776</c:v>
              </c:pt>
              <c:pt idx="275">
                <c:v>0.47070174417632776</c:v>
              </c:pt>
              <c:pt idx="276">
                <c:v>0.45175500585569384</c:v>
              </c:pt>
              <c:pt idx="277">
                <c:v>0.45175500585569384</c:v>
              </c:pt>
              <c:pt idx="278">
                <c:v>0.45175500585569384</c:v>
              </c:pt>
              <c:pt idx="279">
                <c:v>0.45175500585569384</c:v>
              </c:pt>
              <c:pt idx="280">
                <c:v>0.43438968706840553</c:v>
              </c:pt>
              <c:pt idx="281">
                <c:v>0.43438968706840553</c:v>
              </c:pt>
              <c:pt idx="282">
                <c:v>0.4052168596295704</c:v>
              </c:pt>
              <c:pt idx="283">
                <c:v>0.4052168596295704</c:v>
              </c:pt>
              <c:pt idx="284">
                <c:v>0.4052168596295704</c:v>
              </c:pt>
              <c:pt idx="285">
                <c:v>0.4052168596295704</c:v>
              </c:pt>
              <c:pt idx="286">
                <c:v>0.4052168596295704</c:v>
              </c:pt>
              <c:pt idx="287">
                <c:v>0.4052168596295704</c:v>
              </c:pt>
              <c:pt idx="288">
                <c:v>0.4052168596295704</c:v>
              </c:pt>
              <c:pt idx="289">
                <c:v>0.4052168596295704</c:v>
              </c:pt>
              <c:pt idx="290">
                <c:v>0.4052168596295704</c:v>
              </c:pt>
              <c:pt idx="291">
                <c:v>0.4052168596295704</c:v>
              </c:pt>
              <c:pt idx="292">
                <c:v>0.4052168596295704</c:v>
              </c:pt>
              <c:pt idx="293">
                <c:v>0.4052168596295704</c:v>
              </c:pt>
              <c:pt idx="294">
                <c:v>0.3863353411502964</c:v>
              </c:pt>
              <c:pt idx="295">
                <c:v>0.3863353411502964</c:v>
              </c:pt>
              <c:pt idx="296">
                <c:v>0.34989348889100186</c:v>
              </c:pt>
              <c:pt idx="297">
                <c:v>0.34989348889100186</c:v>
              </c:pt>
              <c:pt idx="298">
                <c:v>0.34989348889100186</c:v>
              </c:pt>
              <c:pt idx="299">
                <c:v>0.34989348889100186</c:v>
              </c:pt>
              <c:pt idx="300">
                <c:v>0.34989348889100186</c:v>
              </c:pt>
              <c:pt idx="301">
                <c:v>0.34989348889100186</c:v>
              </c:pt>
              <c:pt idx="302">
                <c:v>0.34989348889100186</c:v>
              </c:pt>
              <c:pt idx="303">
                <c:v>0.34989348889100186</c:v>
              </c:pt>
              <c:pt idx="304">
                <c:v>0.34989348889100186</c:v>
              </c:pt>
              <c:pt idx="305">
                <c:v>0.34989348889100186</c:v>
              </c:pt>
              <c:pt idx="306">
                <c:v>0.34989348889100186</c:v>
              </c:pt>
              <c:pt idx="307">
                <c:v>0.34989348889100186</c:v>
              </c:pt>
              <c:pt idx="308">
                <c:v>0.30331197293010126</c:v>
              </c:pt>
              <c:pt idx="309">
                <c:v>0.30331197293010126</c:v>
              </c:pt>
              <c:pt idx="310">
                <c:v>0.30331197293010126</c:v>
              </c:pt>
              <c:pt idx="311">
                <c:v>0.30331197293010126</c:v>
              </c:pt>
              <c:pt idx="312">
                <c:v>0.30331197293010126</c:v>
              </c:pt>
              <c:pt idx="313">
                <c:v>0.30331197293010126</c:v>
              </c:pt>
              <c:pt idx="314">
                <c:v>0.30331197293010126</c:v>
              </c:pt>
              <c:pt idx="315">
                <c:v>0.30331197293010126</c:v>
              </c:pt>
              <c:pt idx="316">
                <c:v>0.29872002798661595</c:v>
              </c:pt>
              <c:pt idx="317">
                <c:v>0.29872002798661595</c:v>
              </c:pt>
              <c:pt idx="318">
                <c:v>0.29389787973916665</c:v>
              </c:pt>
              <c:pt idx="319">
                <c:v>0.29389787973916665</c:v>
              </c:pt>
              <c:pt idx="320">
                <c:v>0.2505754857103642</c:v>
              </c:pt>
              <c:pt idx="321">
                <c:v>0.2505754857103642</c:v>
              </c:pt>
              <c:pt idx="322">
                <c:v>0.2505754857103642</c:v>
              </c:pt>
              <c:pt idx="323">
                <c:v>0.2505754857103642</c:v>
              </c:pt>
              <c:pt idx="324">
                <c:v>0.2354837701646127</c:v>
              </c:pt>
              <c:pt idx="325">
                <c:v>0.2354837701646127</c:v>
              </c:pt>
              <c:pt idx="326">
                <c:v>0.2354837701646127</c:v>
              </c:pt>
              <c:pt idx="327">
                <c:v>0.2354837701646127</c:v>
              </c:pt>
              <c:pt idx="328">
                <c:v>0.2077855370451171</c:v>
              </c:pt>
              <c:pt idx="329">
                <c:v>0.2077855370451171</c:v>
              </c:pt>
              <c:pt idx="330">
                <c:v>0.2077855370451171</c:v>
              </c:pt>
              <c:pt idx="331">
                <c:v>0.2077855370451171</c:v>
              </c:pt>
              <c:pt idx="332">
                <c:v>0.17497976711659852</c:v>
              </c:pt>
              <c:pt idx="333">
                <c:v>0.17497976711659852</c:v>
              </c:pt>
              <c:pt idx="334">
                <c:v>0.17497976711659852</c:v>
              </c:pt>
              <c:pt idx="335">
                <c:v>0.17497976711659852</c:v>
              </c:pt>
              <c:pt idx="336">
                <c:v>0.17497976711659852</c:v>
              </c:pt>
              <c:pt idx="337">
                <c:v>0.17497976711659852</c:v>
              </c:pt>
              <c:pt idx="338">
                <c:v>0.17497976711659852</c:v>
              </c:pt>
              <c:pt idx="339">
                <c:v>0.17497976711659852</c:v>
              </c:pt>
              <c:pt idx="340">
                <c:v>0.17497976711659852</c:v>
              </c:pt>
              <c:pt idx="341">
                <c:v>0.17497976711659852</c:v>
              </c:pt>
              <c:pt idx="342">
                <c:v>0.17497976711659852</c:v>
              </c:pt>
              <c:pt idx="343">
                <c:v>0.17497976711659852</c:v>
              </c:pt>
              <c:pt idx="344">
                <c:v>0.17497976711659852</c:v>
              </c:pt>
              <c:pt idx="345">
                <c:v>0.17497976711659852</c:v>
              </c:pt>
              <c:pt idx="346">
                <c:v>0.1675848224631603</c:v>
              </c:pt>
              <c:pt idx="347">
                <c:v>0.1675848224631603</c:v>
              </c:pt>
              <c:pt idx="348">
                <c:v>0.15720456031184574</c:v>
              </c:pt>
              <c:pt idx="349">
                <c:v>0.15720456031184574</c:v>
              </c:pt>
              <c:pt idx="350">
                <c:v>0.15720456031184574</c:v>
              </c:pt>
              <c:pt idx="351">
                <c:v>0.15720456031184574</c:v>
              </c:pt>
              <c:pt idx="352">
                <c:v>0.15720456031184574</c:v>
              </c:pt>
              <c:pt idx="353">
                <c:v>0.15720456031184574</c:v>
              </c:pt>
              <c:pt idx="354">
                <c:v>0.15191885164751306</c:v>
              </c:pt>
              <c:pt idx="355">
                <c:v>0.15191885164751306</c:v>
              </c:pt>
              <c:pt idx="356">
                <c:v>0.15191885164751306</c:v>
              </c:pt>
              <c:pt idx="357">
                <c:v>0.15191885164751306</c:v>
              </c:pt>
              <c:pt idx="358">
                <c:v>0.1261535147153795</c:v>
              </c:pt>
              <c:pt idx="359">
                <c:v>0.1261535147153795</c:v>
              </c:pt>
              <c:pt idx="360">
                <c:v>0.1261535147153795</c:v>
              </c:pt>
              <c:pt idx="361">
                <c:v>0.1261535147153795</c:v>
              </c:pt>
              <c:pt idx="362">
                <c:v>0.1261535147153795</c:v>
              </c:pt>
              <c:pt idx="363">
                <c:v>0.1261535147153795</c:v>
              </c:pt>
              <c:pt idx="364">
                <c:v>0.1261535147153795</c:v>
              </c:pt>
              <c:pt idx="365">
                <c:v>0.1261535147153795</c:v>
              </c:pt>
              <c:pt idx="366">
                <c:v>0.1261535147153795</c:v>
              </c:pt>
              <c:pt idx="367">
                <c:v>0.1261535147153795</c:v>
              </c:pt>
              <c:pt idx="368">
                <c:v>0.1261535147153795</c:v>
              </c:pt>
              <c:pt idx="369">
                <c:v>0.1261535147153795</c:v>
              </c:pt>
              <c:pt idx="370">
                <c:v>0.1261535147153795</c:v>
              </c:pt>
              <c:pt idx="371">
                <c:v>0.1261535147153795</c:v>
              </c:pt>
              <c:pt idx="372">
                <c:v>0.1261535147153795</c:v>
              </c:pt>
              <c:pt idx="373">
                <c:v>0.1261535147153795</c:v>
              </c:pt>
              <c:pt idx="374">
                <c:v>0.12084563360302937</c:v>
              </c:pt>
              <c:pt idx="375">
                <c:v>0.12084563360302937</c:v>
              </c:pt>
              <c:pt idx="376">
                <c:v>0.12084563360302937</c:v>
              </c:pt>
              <c:pt idx="377">
                <c:v>0.12084563360302937</c:v>
              </c:pt>
              <c:pt idx="378">
                <c:v>0.12084563360302937</c:v>
              </c:pt>
              <c:pt idx="379">
                <c:v>0.12084563360302937</c:v>
              </c:pt>
              <c:pt idx="380">
                <c:v>0.12084563360302937</c:v>
              </c:pt>
              <c:pt idx="381">
                <c:v>0.12084563360302937</c:v>
              </c:pt>
              <c:pt idx="382">
                <c:v>0.12084563360302937</c:v>
              </c:pt>
              <c:pt idx="383">
                <c:v>0.12084563360302937</c:v>
              </c:pt>
              <c:pt idx="384">
                <c:v>0.12084563360302937</c:v>
              </c:pt>
              <c:pt idx="385">
                <c:v>0.12084563360302937</c:v>
              </c:pt>
              <c:pt idx="386">
                <c:v>0.12084563360302937</c:v>
              </c:pt>
              <c:pt idx="387">
                <c:v>0.12084563360302937</c:v>
              </c:pt>
              <c:pt idx="388">
                <c:v>0.12084563360302937</c:v>
              </c:pt>
              <c:pt idx="389">
                <c:v>0.12084563360302937</c:v>
              </c:pt>
              <c:pt idx="390">
                <c:v>0.12084563360302937</c:v>
              </c:pt>
              <c:pt idx="391">
                <c:v>0.12084563360302937</c:v>
              </c:pt>
              <c:pt idx="392">
                <c:v>0.12084563360302937</c:v>
              </c:pt>
              <c:pt idx="393">
                <c:v>0.12084563360302937</c:v>
              </c:pt>
              <c:pt idx="394">
                <c:v>0.12084563360302937</c:v>
              </c:pt>
              <c:pt idx="395">
                <c:v>0.12084563360302937</c:v>
              </c:pt>
              <c:pt idx="396">
                <c:v>0.12084563360302937</c:v>
              </c:pt>
              <c:pt idx="397">
                <c:v>0.12084563360302937</c:v>
              </c:pt>
              <c:pt idx="398">
                <c:v>0.12084563360302937</c:v>
              </c:pt>
              <c:pt idx="399">
                <c:v>0.12084563360302937</c:v>
              </c:pt>
              <c:pt idx="400">
                <c:v>0.12084563360302937</c:v>
              </c:pt>
              <c:pt idx="401">
                <c:v>0.12084563360302937</c:v>
              </c:pt>
              <c:pt idx="402">
                <c:v>0.12084563360302937</c:v>
              </c:pt>
              <c:pt idx="403">
                <c:v>0.12084563360302937</c:v>
              </c:pt>
              <c:pt idx="404">
                <c:v>0.12084563360302937</c:v>
              </c:pt>
              <c:pt idx="405">
                <c:v>0.12084563360302937</c:v>
              </c:pt>
              <c:pt idx="406">
                <c:v>0.12084563360302937</c:v>
              </c:pt>
              <c:pt idx="407">
                <c:v>0.12084563360302937</c:v>
              </c:pt>
              <c:pt idx="408">
                <c:v>0.12084563360302937</c:v>
              </c:pt>
              <c:pt idx="409">
                <c:v>0.12084563360302937</c:v>
              </c:pt>
              <c:pt idx="410">
                <c:v>0.12084563360302937</c:v>
              </c:pt>
              <c:pt idx="411">
                <c:v>0.12084563360302937</c:v>
              </c:pt>
            </c:numLit>
          </c:yVal>
          <c:smooth val="0"/>
        </c:ser>
        <c:ser>
          <c:idx val="1"/>
          <c:order val="1"/>
          <c:tx>
            <c:v>Certified bound Φ</c:v>
          </c:tx>
          <c:spPr>
            <a:noFill xmlns:a="http://schemas.openxmlformats.org/drawingml/2006/main"/>
            <a:ln xmlns:a="http://schemas.openxmlformats.org/drawingml/2006/main" w="13335">
              <a:solidFill>
                <a:srgbClr val="7B8790"/>
              </a:solidFill>
              <a:prstDash val="dash"/>
            </a:ln>
          </c:spPr>
          <c:marker>
            <c:symbol val="none"/>
            <c:size val="7"/>
            <c:spPr>
              <a:solidFill xmlns:a="http://schemas.openxmlformats.org/drawingml/2006/main">
                <a:srgbClr val="7B8790"/>
              </a:solidFill>
            </c:spPr>
          </c:marker>
          <c:xVal>
            <c:numLit>
              <c:formatCode>General</c:formatCode>
              <c:ptCount val="412"/>
              <c:pt idx="0">
                <c:v>0</c:v>
              </c:pt>
              <c:pt idx="1">
                <c:v>0.0002020587492098327</c:v>
              </c:pt>
              <c:pt idx="2">
                <c:v>0.0002020587492098327</c:v>
              </c:pt>
              <c:pt idx="3">
                <c:v>0.0005927404816693753</c:v>
              </c:pt>
              <c:pt idx="4">
                <c:v>0.0005927404816693753</c:v>
              </c:pt>
              <c:pt idx="5">
                <c:v>0.0006939629566032715</c:v>
              </c:pt>
              <c:pt idx="6">
                <c:v>0.0006939629566032715</c:v>
              </c:pt>
              <c:pt idx="7">
                <c:v>0.0009605206483057556</c:v>
              </c:pt>
              <c:pt idx="8">
                <c:v>0.0009605206483057556</c:v>
              </c:pt>
              <c:pt idx="9">
                <c:v>0.001122265042248117</c:v>
              </c:pt>
              <c:pt idx="10">
                <c:v>0.001122265042248117</c:v>
              </c:pt>
              <c:pt idx="11">
                <c:v>0.00875695888026131</c:v>
              </c:pt>
              <c:pt idx="12">
                <c:v>0.00875695888026131</c:v>
              </c:pt>
              <c:pt idx="13">
                <c:v>0.011685736634785848</c:v>
              </c:pt>
              <c:pt idx="14">
                <c:v>0.011685736634785848</c:v>
              </c:pt>
              <c:pt idx="15">
                <c:v>0.014964151228102872</c:v>
              </c:pt>
              <c:pt idx="16">
                <c:v>0.014964151228102872</c:v>
              </c:pt>
              <c:pt idx="17">
                <c:v>0.024361121844582386</c:v>
              </c:pt>
              <c:pt idx="18">
                <c:v>0.024361121844582386</c:v>
              </c:pt>
              <c:pt idx="19">
                <c:v>0.025341009803123003</c:v>
              </c:pt>
              <c:pt idx="20">
                <c:v>0.025341009803123003</c:v>
              </c:pt>
              <c:pt idx="21">
                <c:v>0.029564383818975595</c:v>
              </c:pt>
              <c:pt idx="22">
                <c:v>0.029564383818975595</c:v>
              </c:pt>
              <c:pt idx="23">
                <c:v>0.03124505076921237</c:v>
              </c:pt>
              <c:pt idx="24">
                <c:v>0.03124505076921237</c:v>
              </c:pt>
              <c:pt idx="25">
                <c:v>0.03233626717953769</c:v>
              </c:pt>
              <c:pt idx="26">
                <c:v>0.03233626717953769</c:v>
              </c:pt>
              <c:pt idx="27">
                <c:v>0.034094387646901474</c:v>
              </c:pt>
              <c:pt idx="28">
                <c:v>0.034094387646901474</c:v>
              </c:pt>
              <c:pt idx="29">
                <c:v>0.03608653157887347</c:v>
              </c:pt>
              <c:pt idx="30">
                <c:v>0.03608653157887347</c:v>
              </c:pt>
              <c:pt idx="31">
                <c:v>0.04247684189751159</c:v>
              </c:pt>
              <c:pt idx="32">
                <c:v>0.04247684189751159</c:v>
              </c:pt>
              <c:pt idx="33">
                <c:v>0.047547509226268665</c:v>
              </c:pt>
              <c:pt idx="34">
                <c:v>0.047547509226268665</c:v>
              </c:pt>
              <c:pt idx="35">
                <c:v>0.053760810933172656</c:v>
              </c:pt>
              <c:pt idx="36">
                <c:v>0.053760810933172656</c:v>
              </c:pt>
              <c:pt idx="37">
                <c:v>0.06468694030652836</c:v>
              </c:pt>
              <c:pt idx="38">
                <c:v>0.06468694030652836</c:v>
              </c:pt>
              <c:pt idx="39">
                <c:v>0.06582724802063562</c:v>
              </c:pt>
              <c:pt idx="40">
                <c:v>0.06582724802063562</c:v>
              </c:pt>
              <c:pt idx="41">
                <c:v>0.07449103271348698</c:v>
              </c:pt>
              <c:pt idx="42">
                <c:v>0.07449103271348698</c:v>
              </c:pt>
              <c:pt idx="43">
                <c:v>0.07666092661863003</c:v>
              </c:pt>
              <c:pt idx="44">
                <c:v>0.07666092661863003</c:v>
              </c:pt>
              <c:pt idx="45">
                <c:v>0.08277715580537813</c:v>
              </c:pt>
              <c:pt idx="46">
                <c:v>0.08277715580537813</c:v>
              </c:pt>
              <c:pt idx="47">
                <c:v>0.1095372766345272</c:v>
              </c:pt>
              <c:pt idx="48">
                <c:v>0.1095372766345272</c:v>
              </c:pt>
              <c:pt idx="49">
                <c:v>0.117866280181639</c:v>
              </c:pt>
              <c:pt idx="50">
                <c:v>0.117866280181639</c:v>
              </c:pt>
              <c:pt idx="51">
                <c:v>0.1337710047697602</c:v>
              </c:pt>
              <c:pt idx="52">
                <c:v>0.1337710047697602</c:v>
              </c:pt>
              <c:pt idx="53">
                <c:v>0.1487252178514525</c:v>
              </c:pt>
              <c:pt idx="54">
                <c:v>0.1487252178514525</c:v>
              </c:pt>
              <c:pt idx="55">
                <c:v>0.1525611186790609</c:v>
              </c:pt>
              <c:pt idx="56">
                <c:v>0.1525611186790609</c:v>
              </c:pt>
              <c:pt idx="57">
                <c:v>0.17246652228014278</c:v>
              </c:pt>
              <c:pt idx="58">
                <c:v>0.17246652228014278</c:v>
              </c:pt>
              <c:pt idx="59">
                <c:v>0.18885982265472823</c:v>
              </c:pt>
              <c:pt idx="60">
                <c:v>0.18885982265472823</c:v>
              </c:pt>
              <c:pt idx="61">
                <c:v>0.2012656646762018</c:v>
              </c:pt>
              <c:pt idx="62">
                <c:v>0.2012656646762018</c:v>
              </c:pt>
              <c:pt idx="63">
                <c:v>0.21424057613684175</c:v>
              </c:pt>
              <c:pt idx="64">
                <c:v>0.21424057613684175</c:v>
              </c:pt>
              <c:pt idx="65">
                <c:v>0.24210409619165973</c:v>
              </c:pt>
              <c:pt idx="66">
                <c:v>0.24210409619165973</c:v>
              </c:pt>
              <c:pt idx="67">
                <c:v>0.2428509718499829</c:v>
              </c:pt>
              <c:pt idx="68">
                <c:v>0.2428509718499829</c:v>
              </c:pt>
              <c:pt idx="69">
                <c:v>0.24974726329495886</c:v>
              </c:pt>
              <c:pt idx="70">
                <c:v>0.24974726329495886</c:v>
              </c:pt>
              <c:pt idx="71">
                <c:v>0.25027832981456655</c:v>
              </c:pt>
              <c:pt idx="72">
                <c:v>0.25027832981456655</c:v>
              </c:pt>
              <c:pt idx="73">
                <c:v>0.25236010077405285</c:v>
              </c:pt>
              <c:pt idx="74">
                <c:v>0.25236010077405285</c:v>
              </c:pt>
              <c:pt idx="75">
                <c:v>0.28872433913442763</c:v>
              </c:pt>
              <c:pt idx="76">
                <c:v>0.28872433913442763</c:v>
              </c:pt>
              <c:pt idx="77">
                <c:v>0.29749707992114277</c:v>
              </c:pt>
              <c:pt idx="78">
                <c:v>0.29749707992114277</c:v>
              </c:pt>
              <c:pt idx="79">
                <c:v>0.3166367162176152</c:v>
              </c:pt>
              <c:pt idx="80">
                <c:v>0.3166367162176152</c:v>
              </c:pt>
              <c:pt idx="81">
                <c:v>0.3173221743589358</c:v>
              </c:pt>
              <c:pt idx="82">
                <c:v>0.3173221743589358</c:v>
              </c:pt>
              <c:pt idx="83">
                <c:v>0.31820225480038045</c:v>
              </c:pt>
              <c:pt idx="84">
                <c:v>0.31820225480038045</c:v>
              </c:pt>
              <c:pt idx="85">
                <c:v>0.3328605207794386</c:v>
              </c:pt>
              <c:pt idx="86">
                <c:v>0.3328605207794386</c:v>
              </c:pt>
              <c:pt idx="87">
                <c:v>0.33295709757290215</c:v>
              </c:pt>
              <c:pt idx="88">
                <c:v>0.33295709757290215</c:v>
              </c:pt>
              <c:pt idx="89">
                <c:v>0.3395983908741124</c:v>
              </c:pt>
              <c:pt idx="90">
                <c:v>0.3395983908741124</c:v>
              </c:pt>
              <c:pt idx="91">
                <c:v>0.35465815395530825</c:v>
              </c:pt>
              <c:pt idx="92">
                <c:v>0.35465815395530825</c:v>
              </c:pt>
              <c:pt idx="93">
                <c:v>0.3561263314852744</c:v>
              </c:pt>
              <c:pt idx="94">
                <c:v>0.3561263314852744</c:v>
              </c:pt>
              <c:pt idx="95">
                <c:v>0.386754728130288</c:v>
              </c:pt>
              <c:pt idx="96">
                <c:v>0.386754728130288</c:v>
              </c:pt>
              <c:pt idx="97">
                <c:v>0.40975320292123313</c:v>
              </c:pt>
              <c:pt idx="98">
                <c:v>0.40975320292123313</c:v>
              </c:pt>
              <c:pt idx="99">
                <c:v>0.40987032011411473</c:v>
              </c:pt>
              <c:pt idx="100">
                <c:v>0.40987032011411473</c:v>
              </c:pt>
              <c:pt idx="101">
                <c:v>0.4262798723414123</c:v>
              </c:pt>
              <c:pt idx="102">
                <c:v>0.4262798723414123</c:v>
              </c:pt>
              <c:pt idx="103">
                <c:v>0.43061727964442825</c:v>
              </c:pt>
              <c:pt idx="104">
                <c:v>0.43061727964442825</c:v>
              </c:pt>
              <c:pt idx="105">
                <c:v>0.4842048327687463</c:v>
              </c:pt>
              <c:pt idx="106">
                <c:v>0.4842048327687463</c:v>
              </c:pt>
              <c:pt idx="107">
                <c:v>0.48990971703755043</c:v>
              </c:pt>
              <c:pt idx="108">
                <c:v>0.48990971703755043</c:v>
              </c:pt>
              <c:pt idx="109">
                <c:v>0.49529475629310543</c:v>
              </c:pt>
              <c:pt idx="110">
                <c:v>0.49529475629310543</c:v>
              </c:pt>
              <c:pt idx="111">
                <c:v>0.5</c:v>
              </c:pt>
              <c:pt idx="112">
                <c:v>0.5</c:v>
              </c:pt>
              <c:pt idx="113">
                <c:v>0.5021940963639439</c:v>
              </c:pt>
              <c:pt idx="114">
                <c:v>0.5021940963639439</c:v>
              </c:pt>
              <c:pt idx="115">
                <c:v>0.5080789571255008</c:v>
              </c:pt>
              <c:pt idx="116">
                <c:v>0.5080789571255008</c:v>
              </c:pt>
              <c:pt idx="117">
                <c:v>0.5278612187557997</c:v>
              </c:pt>
              <c:pt idx="118">
                <c:v>0.5278612187557997</c:v>
              </c:pt>
              <c:pt idx="119">
                <c:v>0.5516950838406552</c:v>
              </c:pt>
              <c:pt idx="120">
                <c:v>0.5516950838406552</c:v>
              </c:pt>
              <c:pt idx="121">
                <c:v>0.5544217821451588</c:v>
              </c:pt>
              <c:pt idx="122">
                <c:v>0.5544217821451588</c:v>
              </c:pt>
              <c:pt idx="123">
                <c:v>0.5669862647332221</c:v>
              </c:pt>
              <c:pt idx="124">
                <c:v>0.5669862647332221</c:v>
              </c:pt>
              <c:pt idx="125">
                <c:v>0.58045049751121</c:v>
              </c:pt>
              <c:pt idx="126">
                <c:v>0.58045049751121</c:v>
              </c:pt>
              <c:pt idx="127">
                <c:v>0.5829569624644114</c:v>
              </c:pt>
              <c:pt idx="128">
                <c:v>0.5829569624644114</c:v>
              </c:pt>
              <c:pt idx="129">
                <c:v>0.5872638935414554</c:v>
              </c:pt>
              <c:pt idx="130">
                <c:v>0.5872638935414554</c:v>
              </c:pt>
              <c:pt idx="131">
                <c:v>0.5942498462909108</c:v>
              </c:pt>
              <c:pt idx="132">
                <c:v>0.5942498462909108</c:v>
              </c:pt>
              <c:pt idx="133">
                <c:v>0.5949108950498209</c:v>
              </c:pt>
              <c:pt idx="134">
                <c:v>0.5949108950498209</c:v>
              </c:pt>
              <c:pt idx="135">
                <c:v>0.6029516921290539</c:v>
              </c:pt>
              <c:pt idx="136">
                <c:v>0.6029516921290539</c:v>
              </c:pt>
              <c:pt idx="137">
                <c:v>0.6088156404071815</c:v>
              </c:pt>
              <c:pt idx="138">
                <c:v>0.6088156404071815</c:v>
              </c:pt>
              <c:pt idx="139">
                <c:v>0.6417431616347602</c:v>
              </c:pt>
              <c:pt idx="140">
                <c:v>0.6417431616347602</c:v>
              </c:pt>
              <c:pt idx="141">
                <c:v>0.6483620190766558</c:v>
              </c:pt>
              <c:pt idx="142">
                <c:v>0.6483620190766558</c:v>
              </c:pt>
              <c:pt idx="143">
                <c:v>0.6545647088022432</c:v>
              </c:pt>
              <c:pt idx="144">
                <c:v>0.6545647088022432</c:v>
              </c:pt>
              <c:pt idx="145">
                <c:v>0.6644791029551206</c:v>
              </c:pt>
              <c:pt idx="146">
                <c:v>0.6644791029551206</c:v>
              </c:pt>
              <c:pt idx="147">
                <c:v>0.6657273143426191</c:v>
              </c:pt>
              <c:pt idx="148">
                <c:v>0.6657273143426191</c:v>
              </c:pt>
              <c:pt idx="149">
                <c:v>0.6934987335143268</c:v>
              </c:pt>
              <c:pt idx="150">
                <c:v>0.6934987335143268</c:v>
              </c:pt>
              <c:pt idx="151">
                <c:v>0.7440225400407002</c:v>
              </c:pt>
              <c:pt idx="152">
                <c:v>0.7440225400407002</c:v>
              </c:pt>
              <c:pt idx="153">
                <c:v>0.7614777129701753</c:v>
              </c:pt>
              <c:pt idx="154">
                <c:v>0.7614777129701753</c:v>
              </c:pt>
              <c:pt idx="155">
                <c:v>0.7632951313856433</c:v>
              </c:pt>
              <c:pt idx="156">
                <c:v>0.7632951313856433</c:v>
              </c:pt>
              <c:pt idx="157">
                <c:v>0.7637588188704455</c:v>
              </c:pt>
              <c:pt idx="158">
                <c:v>0.7637588188704455</c:v>
              </c:pt>
              <c:pt idx="159">
                <c:v>0.7959983511466264</c:v>
              </c:pt>
              <c:pt idx="160">
                <c:v>0.7959983511466264</c:v>
              </c:pt>
              <c:pt idx="161">
                <c:v>0.8040551846147082</c:v>
              </c:pt>
              <c:pt idx="162">
                <c:v>0.8040551846147082</c:v>
              </c:pt>
              <c:pt idx="163">
                <c:v>0.8253113796764603</c:v>
              </c:pt>
              <c:pt idx="164">
                <c:v>0.8253113796764603</c:v>
              </c:pt>
              <c:pt idx="165">
                <c:v>0.884504970484851</c:v>
              </c:pt>
              <c:pt idx="166">
                <c:v>0.884504970484851</c:v>
              </c:pt>
              <c:pt idx="167">
                <c:v>0.9022182703437671</c:v>
              </c:pt>
              <c:pt idx="168">
                <c:v>0.9022182703437671</c:v>
              </c:pt>
              <c:pt idx="169">
                <c:v>0.9045531049914709</c:v>
              </c:pt>
              <c:pt idx="170">
                <c:v>0.9045531049914709</c:v>
              </c:pt>
              <c:pt idx="171">
                <c:v>0.9202347618275871</c:v>
              </c:pt>
              <c:pt idx="172">
                <c:v>0.9202347618275871</c:v>
              </c:pt>
              <c:pt idx="173">
                <c:v>0.9212259566512369</c:v>
              </c:pt>
              <c:pt idx="174">
                <c:v>0.9212259566512369</c:v>
              </c:pt>
              <c:pt idx="175">
                <c:v>0.9224773878454317</c:v>
              </c:pt>
              <c:pt idx="176">
                <c:v>0.9224773878454317</c:v>
              </c:pt>
              <c:pt idx="177">
                <c:v>1</c:v>
              </c:pt>
              <c:pt idx="178">
                <c:v>1</c:v>
              </c:pt>
              <c:pt idx="179">
                <c:v>1.038324109761231</c:v>
              </c:pt>
              <c:pt idx="180">
                <c:v>1.038324109761231</c:v>
              </c:pt>
              <c:pt idx="181">
                <c:v>1.0494059743148916</c:v>
              </c:pt>
              <c:pt idx="182">
                <c:v>1.0494059743148916</c:v>
              </c:pt>
              <c:pt idx="183">
                <c:v>1.051613481748875</c:v>
              </c:pt>
              <c:pt idx="184">
                <c:v>1.051613481748875</c:v>
              </c:pt>
              <c:pt idx="185">
                <c:v>1.0881192739495626</c:v>
              </c:pt>
              <c:pt idx="186">
                <c:v>1.0881192739495626</c:v>
              </c:pt>
              <c:pt idx="187">
                <c:v>1.119209748245061</c:v>
              </c:pt>
              <c:pt idx="188">
                <c:v>1.119209748245061</c:v>
              </c:pt>
              <c:pt idx="189">
                <c:v>1.1351853392537863</c:v>
              </c:pt>
              <c:pt idx="190">
                <c:v>1.1351853392537863</c:v>
              </c:pt>
              <c:pt idx="191">
                <c:v>1.2006813678309078</c:v>
              </c:pt>
              <c:pt idx="192">
                <c:v>1.2006813678309078</c:v>
              </c:pt>
              <c:pt idx="193">
                <c:v>1.2450607705576597</c:v>
              </c:pt>
              <c:pt idx="194">
                <c:v>1.2450607705576597</c:v>
              </c:pt>
              <c:pt idx="195">
                <c:v>1.2491422624427615</c:v>
              </c:pt>
              <c:pt idx="196">
                <c:v>1.2491422624427615</c:v>
              </c:pt>
              <c:pt idx="197">
                <c:v>1.2640099774063365</c:v>
              </c:pt>
              <c:pt idx="198">
                <c:v>1.2640099774063365</c:v>
              </c:pt>
              <c:pt idx="199">
                <c:v>1.2920363444058074</c:v>
              </c:pt>
              <c:pt idx="200">
                <c:v>1.2920363444058074</c:v>
              </c:pt>
              <c:pt idx="201">
                <c:v>1.3380603884030058</c:v>
              </c:pt>
              <c:pt idx="202">
                <c:v>1.3380603884030058</c:v>
              </c:pt>
              <c:pt idx="203">
                <c:v>1.420562280864945</c:v>
              </c:pt>
              <c:pt idx="204">
                <c:v>1.420562280864945</c:v>
              </c:pt>
              <c:pt idx="205">
                <c:v>1.4325904260151507</c:v>
              </c:pt>
              <c:pt idx="206">
                <c:v>1.4325904260151507</c:v>
              </c:pt>
              <c:pt idx="207">
                <c:v>1.4333821656298675</c:v>
              </c:pt>
              <c:pt idx="208">
                <c:v>1.4333821656298675</c:v>
              </c:pt>
              <c:pt idx="209">
                <c:v>1.4554296631957053</c:v>
              </c:pt>
              <c:pt idx="210">
                <c:v>1.4554296631957053</c:v>
              </c:pt>
              <c:pt idx="211">
                <c:v>1.5214605263650287</c:v>
              </c:pt>
              <c:pt idx="212">
                <c:v>1.5214605263650287</c:v>
              </c:pt>
              <c:pt idx="213">
                <c:v>1.524712507314694</c:v>
              </c:pt>
              <c:pt idx="214">
                <c:v>1.524712507314694</c:v>
              </c:pt>
              <c:pt idx="215">
                <c:v>1.5347260172686834</c:v>
              </c:pt>
              <c:pt idx="216">
                <c:v>1.5347260172686834</c:v>
              </c:pt>
              <c:pt idx="217">
                <c:v>1.5787937839399109</c:v>
              </c:pt>
              <c:pt idx="218">
                <c:v>1.5787937839399109</c:v>
              </c:pt>
              <c:pt idx="219">
                <c:v>1.6184642299314216</c:v>
              </c:pt>
              <c:pt idx="220">
                <c:v>1.6184642299314216</c:v>
              </c:pt>
              <c:pt idx="221">
                <c:v>1.6510089039820586</c:v>
              </c:pt>
              <c:pt idx="222">
                <c:v>1.6510089039820586</c:v>
              </c:pt>
              <c:pt idx="223">
                <c:v>1.6611908355720943</c:v>
              </c:pt>
              <c:pt idx="224">
                <c:v>1.6611908355720943</c:v>
              </c:pt>
              <c:pt idx="225">
                <c:v>1.6746773151758136</c:v>
              </c:pt>
              <c:pt idx="226">
                <c:v>1.6746773151758136</c:v>
              </c:pt>
              <c:pt idx="227">
                <c:v>1.6945029931718154</c:v>
              </c:pt>
              <c:pt idx="228">
                <c:v>1.6945029931718154</c:v>
              </c:pt>
              <c:pt idx="229">
                <c:v>1.7111611079304418</c:v>
              </c:pt>
              <c:pt idx="230">
                <c:v>1.7111611079304418</c:v>
              </c:pt>
              <c:pt idx="231">
                <c:v>1.7165342212557468</c:v>
              </c:pt>
              <c:pt idx="232">
                <c:v>1.7165342212557468</c:v>
              </c:pt>
              <c:pt idx="233">
                <c:v>1.7294055075189878</c:v>
              </c:pt>
              <c:pt idx="234">
                <c:v>1.7294055075189878</c:v>
              </c:pt>
              <c:pt idx="235">
                <c:v>1.7402643136381926</c:v>
              </c:pt>
              <c:pt idx="236">
                <c:v>1.7402643136381926</c:v>
              </c:pt>
              <c:pt idx="237">
                <c:v>1.8132027062591574</c:v>
              </c:pt>
              <c:pt idx="238">
                <c:v>1.8132027062591574</c:v>
              </c:pt>
              <c:pt idx="239">
                <c:v>1.865790202856043</c:v>
              </c:pt>
              <c:pt idx="240">
                <c:v>1.865790202856043</c:v>
              </c:pt>
              <c:pt idx="241">
                <c:v>1.8916695756075894</c:v>
              </c:pt>
              <c:pt idx="242">
                <c:v>1.8916695756075894</c:v>
              </c:pt>
              <c:pt idx="243">
                <c:v>1.9436595333878846</c:v>
              </c:pt>
              <c:pt idx="244">
                <c:v>1.9436595333878846</c:v>
              </c:pt>
              <c:pt idx="245">
                <c:v>1.9688155126335323</c:v>
              </c:pt>
              <c:pt idx="246">
                <c:v>1.9688155126335323</c:v>
              </c:pt>
              <c:pt idx="247">
                <c:v>2</c:v>
              </c:pt>
              <c:pt idx="248">
                <c:v>2</c:v>
              </c:pt>
              <c:pt idx="249">
                <c:v>2.0316462523165</c:v>
              </c:pt>
              <c:pt idx="250">
                <c:v>2.0316462523165</c:v>
              </c:pt>
              <c:pt idx="251">
                <c:v>2.0402901000991074</c:v>
              </c:pt>
              <c:pt idx="252">
                <c:v>2.0402901000991074</c:v>
              </c:pt>
              <c:pt idx="253">
                <c:v>2.061227137345983</c:v>
              </c:pt>
              <c:pt idx="254">
                <c:v>2.061227137345983</c:v>
              </c:pt>
              <c:pt idx="255">
                <c:v>2.1426249202048004</c:v>
              </c:pt>
              <c:pt idx="256">
                <c:v>2.1426249202048004</c:v>
              </c:pt>
              <c:pt idx="257">
                <c:v>2.14359794017796</c:v>
              </c:pt>
              <c:pt idx="258">
                <c:v>2.14359794017796</c:v>
              </c:pt>
              <c:pt idx="259">
                <c:v>2.156533514285818</c:v>
              </c:pt>
              <c:pt idx="260">
                <c:v>2.156533514285818</c:v>
              </c:pt>
              <c:pt idx="261">
                <c:v>2.1905398091422055</c:v>
              </c:pt>
              <c:pt idx="262">
                <c:v>2.1905398091422055</c:v>
              </c:pt>
              <c:pt idx="263">
                <c:v>2.2579916323700764</c:v>
              </c:pt>
              <c:pt idx="264">
                <c:v>2.2579916323700764</c:v>
              </c:pt>
              <c:pt idx="265">
                <c:v>2.287468509416247</c:v>
              </c:pt>
              <c:pt idx="266">
                <c:v>2.287468509416247</c:v>
              </c:pt>
              <c:pt idx="267">
                <c:v>2.3206981455216815</c:v>
              </c:pt>
              <c:pt idx="268">
                <c:v>2.3206981455216815</c:v>
              </c:pt>
              <c:pt idx="269">
                <c:v>2.3228613044021222</c:v>
              </c:pt>
              <c:pt idx="270">
                <c:v>2.3228613044021222</c:v>
              </c:pt>
              <c:pt idx="271">
                <c:v>2.3378784465176725</c:v>
              </c:pt>
              <c:pt idx="272">
                <c:v>2.3378784465176725</c:v>
              </c:pt>
              <c:pt idx="273">
                <c:v>2.341442318720699</c:v>
              </c:pt>
              <c:pt idx="274">
                <c:v>2.341442318720699</c:v>
              </c:pt>
              <c:pt idx="275">
                <c:v>2.3453191567686615</c:v>
              </c:pt>
              <c:pt idx="276">
                <c:v>2.3453191567686615</c:v>
              </c:pt>
              <c:pt idx="277">
                <c:v>2.368131410757828</c:v>
              </c:pt>
              <c:pt idx="278">
                <c:v>2.368131410757828</c:v>
              </c:pt>
              <c:pt idx="279">
                <c:v>2.373161903352829</c:v>
              </c:pt>
              <c:pt idx="280">
                <c:v>2.373161903352829</c:v>
              </c:pt>
              <c:pt idx="281">
                <c:v>2.408561094151636</c:v>
              </c:pt>
              <c:pt idx="282">
                <c:v>2.408561094151636</c:v>
              </c:pt>
              <c:pt idx="283">
                <c:v>2.452437180529151</c:v>
              </c:pt>
              <c:pt idx="284">
                <c:v>2.452437180529151</c:v>
              </c:pt>
              <c:pt idx="285">
                <c:v>2.460962545158719</c:v>
              </c:pt>
              <c:pt idx="286">
                <c:v>2.460962545158719</c:v>
              </c:pt>
              <c:pt idx="287">
                <c:v>2.48583452916475</c:v>
              </c:pt>
              <c:pt idx="288">
                <c:v>2.48583452916475</c:v>
              </c:pt>
              <c:pt idx="289">
                <c:v>2.514182396989435</c:v>
              </c:pt>
              <c:pt idx="290">
                <c:v>2.514182396989435</c:v>
              </c:pt>
              <c:pt idx="291">
                <c:v>2.570318304325982</c:v>
              </c:pt>
              <c:pt idx="292">
                <c:v>2.570318304325982</c:v>
              </c:pt>
              <c:pt idx="293">
                <c:v>2.666276801614424</c:v>
              </c:pt>
              <c:pt idx="294">
                <c:v>2.666276801614424</c:v>
              </c:pt>
              <c:pt idx="295">
                <c:v>2.686148969806944</c:v>
              </c:pt>
              <c:pt idx="296">
                <c:v>2.686148969806944</c:v>
              </c:pt>
              <c:pt idx="297">
                <c:v>2.745348981959733</c:v>
              </c:pt>
              <c:pt idx="298">
                <c:v>2.745348981959733</c:v>
              </c:pt>
              <c:pt idx="299">
                <c:v>2.7669101311952264</c:v>
              </c:pt>
              <c:pt idx="300">
                <c:v>2.7669101311952264</c:v>
              </c:pt>
              <c:pt idx="301">
                <c:v>2.8202889544622876</c:v>
              </c:pt>
              <c:pt idx="302">
                <c:v>2.8202889544622876</c:v>
              </c:pt>
              <c:pt idx="303">
                <c:v>2.8400670644973958</c:v>
              </c:pt>
              <c:pt idx="304">
                <c:v>2.8400670644973958</c:v>
              </c:pt>
              <c:pt idx="305">
                <c:v>2.843753145993903</c:v>
              </c:pt>
              <c:pt idx="306">
                <c:v>2.843753145993903</c:v>
              </c:pt>
              <c:pt idx="307">
                <c:v>2.876841957092049</c:v>
              </c:pt>
              <c:pt idx="308">
                <c:v>2.876841957092049</c:v>
              </c:pt>
              <c:pt idx="309">
                <c:v>2.9222351684237777</c:v>
              </c:pt>
              <c:pt idx="310">
                <c:v>2.9222351684237777</c:v>
              </c:pt>
              <c:pt idx="311">
                <c:v>2.9282066719862767</c:v>
              </c:pt>
              <c:pt idx="312">
                <c:v>2.9282066719862767</c:v>
              </c:pt>
              <c:pt idx="313">
                <c:v>2.9344501935527365</c:v>
              </c:pt>
              <c:pt idx="314">
                <c:v>2.9344501935527365</c:v>
              </c:pt>
              <c:pt idx="315">
                <c:v>2.9440902968826146</c:v>
              </c:pt>
              <c:pt idx="316">
                <c:v>2.9440902968826146</c:v>
              </c:pt>
              <c:pt idx="317">
                <c:v>2.9550306400691007</c:v>
              </c:pt>
              <c:pt idx="318">
                <c:v>2.9550306400691007</c:v>
              </c:pt>
              <c:pt idx="319">
                <c:v>3.0122197524864767</c:v>
              </c:pt>
              <c:pt idx="320">
                <c:v>3.0122197524864767</c:v>
              </c:pt>
              <c:pt idx="321">
                <c:v>3.0310726897004527</c:v>
              </c:pt>
              <c:pt idx="322">
                <c:v>3.0310726897004527</c:v>
              </c:pt>
              <c:pt idx="323">
                <c:v>3.1564353397238203</c:v>
              </c:pt>
              <c:pt idx="324">
                <c:v>3.1564353397238203</c:v>
              </c:pt>
              <c:pt idx="325">
                <c:v>3.1767107369538783</c:v>
              </c:pt>
              <c:pt idx="326">
                <c:v>3.1767107369538783</c:v>
              </c:pt>
              <c:pt idx="327">
                <c:v>3.180275632292906</c:v>
              </c:pt>
              <c:pt idx="328">
                <c:v>3.180275632292906</c:v>
              </c:pt>
              <c:pt idx="329">
                <c:v>3.1813280407779114</c:v>
              </c:pt>
              <c:pt idx="330">
                <c:v>3.1813280407779114</c:v>
              </c:pt>
              <c:pt idx="331">
                <c:v>3.3320041159570435</c:v>
              </c:pt>
              <c:pt idx="332">
                <c:v>3.3320041159570435</c:v>
              </c:pt>
              <c:pt idx="333">
                <c:v>3.3447199359853186</c:v>
              </c:pt>
              <c:pt idx="334">
                <c:v>3.3447199359853186</c:v>
              </c:pt>
              <c:pt idx="335">
                <c:v>3.467136449762656</c:v>
              </c:pt>
              <c:pt idx="336">
                <c:v>3.467136449762656</c:v>
              </c:pt>
              <c:pt idx="337">
                <c:v>3.470696492407372</c:v>
              </c:pt>
              <c:pt idx="338">
                <c:v>3.470696492407372</c:v>
              </c:pt>
              <c:pt idx="339">
                <c:v>3.5010640511770856</c:v>
              </c:pt>
              <c:pt idx="340">
                <c:v>3.5010640511770856</c:v>
              </c:pt>
              <c:pt idx="341">
                <c:v>3.84128745581388</c:v>
              </c:pt>
              <c:pt idx="342">
                <c:v>3.84128745581388</c:v>
              </c:pt>
              <c:pt idx="343">
                <c:v>3.9811339942265525</c:v>
              </c:pt>
              <c:pt idx="344">
                <c:v>3.9811339942265525</c:v>
              </c:pt>
              <c:pt idx="345">
                <c:v>4.054449932307367</c:v>
              </c:pt>
              <c:pt idx="346">
                <c:v>4.054449932307367</c:v>
              </c:pt>
              <c:pt idx="347">
                <c:v>4.110083109153377</c:v>
              </c:pt>
              <c:pt idx="348">
                <c:v>4.110083109153377</c:v>
              </c:pt>
              <c:pt idx="349">
                <c:v>4.381532971863782</c:v>
              </c:pt>
              <c:pt idx="350">
                <c:v>4.381532971863782</c:v>
              </c:pt>
              <c:pt idx="351">
                <c:v>4.474633417076043</c:v>
              </c:pt>
              <c:pt idx="352">
                <c:v>4.474633417076043</c:v>
              </c:pt>
              <c:pt idx="353">
                <c:v>4.5157868235576295</c:v>
              </c:pt>
              <c:pt idx="354">
                <c:v>4.5157868235576295</c:v>
              </c:pt>
              <c:pt idx="355">
                <c:v>4.518794331612874</c:v>
              </c:pt>
              <c:pt idx="356">
                <c:v>4.518794331612874</c:v>
              </c:pt>
              <c:pt idx="357">
                <c:v>4.669276550240401</c:v>
              </c:pt>
              <c:pt idx="358">
                <c:v>4.669276550240401</c:v>
              </c:pt>
              <c:pt idx="359">
                <c:v>4.701941080174179</c:v>
              </c:pt>
              <c:pt idx="360">
                <c:v>4.701941080174179</c:v>
              </c:pt>
              <c:pt idx="361">
                <c:v>4.783523453070028</c:v>
              </c:pt>
              <c:pt idx="362">
                <c:v>4.783523453070028</c:v>
              </c:pt>
              <c:pt idx="363">
                <c:v>4.903896004034577</c:v>
              </c:pt>
              <c:pt idx="364">
                <c:v>4.903896004034577</c:v>
              </c:pt>
              <c:pt idx="365">
                <c:v>4.927276006861227</c:v>
              </c:pt>
              <c:pt idx="366">
                <c:v>4.927276006861227</c:v>
              </c:pt>
              <c:pt idx="367">
                <c:v>5</c:v>
              </c:pt>
              <c:pt idx="368">
                <c:v>5</c:v>
              </c:pt>
              <c:pt idx="369">
                <c:v>5.32371367280702</c:v>
              </c:pt>
              <c:pt idx="370">
                <c:v>5.32371367280702</c:v>
              </c:pt>
              <c:pt idx="371">
                <c:v>5.580843905671755</c:v>
              </c:pt>
              <c:pt idx="372">
                <c:v>5.580843905671755</c:v>
              </c:pt>
              <c:pt idx="373">
                <c:v>5.616402220404511</c:v>
              </c:pt>
              <c:pt idx="374">
                <c:v>5.616402220404511</c:v>
              </c:pt>
              <c:pt idx="375">
                <c:v>5.9388982344163965</c:v>
              </c:pt>
              <c:pt idx="376">
                <c:v>5.9388982344163965</c:v>
              </c:pt>
              <c:pt idx="377">
                <c:v>5.9670187233072</c:v>
              </c:pt>
              <c:pt idx="378">
                <c:v>5.9670187233072</c:v>
              </c:pt>
              <c:pt idx="379">
                <c:v>6.014638337656728</c:v>
              </c:pt>
              <c:pt idx="380">
                <c:v>6.014638337656728</c:v>
              </c:pt>
              <c:pt idx="381">
                <c:v>6.16557685354679</c:v>
              </c:pt>
              <c:pt idx="382">
                <c:v>6.16557685354679</c:v>
              </c:pt>
              <c:pt idx="383">
                <c:v>6.211841840649047</c:v>
              </c:pt>
              <c:pt idx="384">
                <c:v>6.211841840649047</c:v>
              </c:pt>
              <c:pt idx="385">
                <c:v>7.125455647898179</c:v>
              </c:pt>
              <c:pt idx="386">
                <c:v>7.125455647898179</c:v>
              </c:pt>
              <c:pt idx="387">
                <c:v>7.961163156081226</c:v>
              </c:pt>
              <c:pt idx="388">
                <c:v>7.961163156081226</c:v>
              </c:pt>
              <c:pt idx="389">
                <c:v>8.631508395037775</c:v>
              </c:pt>
              <c:pt idx="390">
                <c:v>8.631508395037775</c:v>
              </c:pt>
              <c:pt idx="391">
                <c:v>9.426684011445499</c:v>
              </c:pt>
              <c:pt idx="392">
                <c:v>9.426684011445499</c:v>
              </c:pt>
              <c:pt idx="393">
                <c:v>9.662066569929147</c:v>
              </c:pt>
              <c:pt idx="394">
                <c:v>9.662066569929147</c:v>
              </c:pt>
              <c:pt idx="395">
                <c:v>10</c:v>
              </c:pt>
              <c:pt idx="396">
                <c:v>10</c:v>
              </c:pt>
              <c:pt idx="397">
                <c:v>13.063022272911711</c:v>
              </c:pt>
              <c:pt idx="398">
                <c:v>13.063022272911711</c:v>
              </c:pt>
              <c:pt idx="399">
                <c:v>15</c:v>
              </c:pt>
              <c:pt idx="400">
                <c:v>15</c:v>
              </c:pt>
              <c:pt idx="401">
                <c:v>15.811310549243455</c:v>
              </c:pt>
              <c:pt idx="402">
                <c:v>15.811310549243455</c:v>
              </c:pt>
              <c:pt idx="403">
                <c:v>16.75890324670423</c:v>
              </c:pt>
              <c:pt idx="404">
                <c:v>16.75890324670423</c:v>
              </c:pt>
              <c:pt idx="405">
                <c:v>20</c:v>
              </c:pt>
              <c:pt idx="406">
                <c:v>20</c:v>
              </c:pt>
              <c:pt idx="407">
                <c:v>30</c:v>
              </c:pt>
              <c:pt idx="408">
                <c:v>30</c:v>
              </c:pt>
              <c:pt idx="409">
                <c:v>50</c:v>
              </c:pt>
              <c:pt idx="410">
                <c:v>50</c:v>
              </c:pt>
              <c:pt idx="411">
                <c:v>70</c:v>
              </c:pt>
            </c:numLit>
          </c:xVal>
          <c:yVal>
            <c:numLit>
              <c:formatCode>0.0</c:formatCode>
              <c:ptCount val="412"/>
              <c:pt idx="0">
                <c:v>1.2707308176041194</c:v>
              </c:pt>
              <c:pt idx="1">
                <c:v>1.2707308176041194</c:v>
              </c:pt>
              <c:pt idx="2">
                <c:v>1.2707308176041194</c:v>
              </c:pt>
              <c:pt idx="3">
                <c:v>1.2707308176041194</c:v>
              </c:pt>
              <c:pt idx="4">
                <c:v>1.2707308176041194</c:v>
              </c:pt>
              <c:pt idx="5">
                <c:v>1.2707308176041194</c:v>
              </c:pt>
              <c:pt idx="6">
                <c:v>1.2707308176041194</c:v>
              </c:pt>
              <c:pt idx="7">
                <c:v>1.2707308176041194</c:v>
              </c:pt>
              <c:pt idx="8">
                <c:v>1.2707308176041194</c:v>
              </c:pt>
              <c:pt idx="9">
                <c:v>1.2707308176041194</c:v>
              </c:pt>
              <c:pt idx="10">
                <c:v>1.2707308176041194</c:v>
              </c:pt>
              <c:pt idx="11">
                <c:v>1.2707308176041194</c:v>
              </c:pt>
              <c:pt idx="12">
                <c:v>1.2707308176041194</c:v>
              </c:pt>
              <c:pt idx="13">
                <c:v>1.2707308176041194</c:v>
              </c:pt>
              <c:pt idx="14">
                <c:v>1.2707308176041194</c:v>
              </c:pt>
              <c:pt idx="15">
                <c:v>1.2707308176041194</c:v>
              </c:pt>
              <c:pt idx="16">
                <c:v>1.2707308176041194</c:v>
              </c:pt>
              <c:pt idx="17">
                <c:v>1.2707308176041194</c:v>
              </c:pt>
              <c:pt idx="18">
                <c:v>1.2707308176041194</c:v>
              </c:pt>
              <c:pt idx="19">
                <c:v>1.2707308176041194</c:v>
              </c:pt>
              <c:pt idx="20">
                <c:v>1.2707308176041194</c:v>
              </c:pt>
              <c:pt idx="21">
                <c:v>1.2707308176041194</c:v>
              </c:pt>
              <c:pt idx="22">
                <c:v>1.2707308176041194</c:v>
              </c:pt>
              <c:pt idx="23">
                <c:v>1.2707308176041194</c:v>
              </c:pt>
              <c:pt idx="24">
                <c:v>1.2707308176041194</c:v>
              </c:pt>
              <c:pt idx="25">
                <c:v>1.2707308176041194</c:v>
              </c:pt>
              <c:pt idx="26">
                <c:v>1.2707308176041194</c:v>
              </c:pt>
              <c:pt idx="27">
                <c:v>1.2707308176041194</c:v>
              </c:pt>
              <c:pt idx="28">
                <c:v>1.2707308176041194</c:v>
              </c:pt>
              <c:pt idx="29">
                <c:v>1.2707308176041194</c:v>
              </c:pt>
              <c:pt idx="30">
                <c:v>1.2707308176041194</c:v>
              </c:pt>
              <c:pt idx="31">
                <c:v>1.2707308176041194</c:v>
              </c:pt>
              <c:pt idx="32">
                <c:v>1.2707308176041194</c:v>
              </c:pt>
              <c:pt idx="33">
                <c:v>1.2707308176041194</c:v>
              </c:pt>
              <c:pt idx="34">
                <c:v>1.2707308176041194</c:v>
              </c:pt>
              <c:pt idx="35">
                <c:v>1.2707308176041194</c:v>
              </c:pt>
              <c:pt idx="36">
                <c:v>1.2707308176041194</c:v>
              </c:pt>
              <c:pt idx="37">
                <c:v>1.2707308176041194</c:v>
              </c:pt>
              <c:pt idx="38">
                <c:v>1.2707308176041194</c:v>
              </c:pt>
              <c:pt idx="39">
                <c:v>1.2707308176041194</c:v>
              </c:pt>
              <c:pt idx="40">
                <c:v>1.2707308176041194</c:v>
              </c:pt>
              <c:pt idx="41">
                <c:v>1.2707308176041194</c:v>
              </c:pt>
              <c:pt idx="42">
                <c:v>1.2707308176041194</c:v>
              </c:pt>
              <c:pt idx="43">
                <c:v>1.2707308176041194</c:v>
              </c:pt>
              <c:pt idx="44">
                <c:v>1.2707308176041194</c:v>
              </c:pt>
              <c:pt idx="45">
                <c:v>1.2707308176041194</c:v>
              </c:pt>
              <c:pt idx="46">
                <c:v>1.2707308176041194</c:v>
              </c:pt>
              <c:pt idx="47">
                <c:v>1.2707308176041194</c:v>
              </c:pt>
              <c:pt idx="48">
                <c:v>1.2707308176041194</c:v>
              </c:pt>
              <c:pt idx="49">
                <c:v>1.2707308176041194</c:v>
              </c:pt>
              <c:pt idx="50">
                <c:v>1.2707308176041194</c:v>
              </c:pt>
              <c:pt idx="51">
                <c:v>1.2707308176041194</c:v>
              </c:pt>
              <c:pt idx="52">
                <c:v>1.2707308176041194</c:v>
              </c:pt>
              <c:pt idx="53">
                <c:v>1.2707308176041194</c:v>
              </c:pt>
              <c:pt idx="54">
                <c:v>1.2707308176041194</c:v>
              </c:pt>
              <c:pt idx="55">
                <c:v>1.2707308176041194</c:v>
              </c:pt>
              <c:pt idx="56">
                <c:v>1.2707308176041194</c:v>
              </c:pt>
              <c:pt idx="57">
                <c:v>1.2707308176041194</c:v>
              </c:pt>
              <c:pt idx="58">
                <c:v>1.2707308176041194</c:v>
              </c:pt>
              <c:pt idx="59">
                <c:v>1.2707308176041194</c:v>
              </c:pt>
              <c:pt idx="60">
                <c:v>1.2707308176041194</c:v>
              </c:pt>
              <c:pt idx="61">
                <c:v>1.2707308176041194</c:v>
              </c:pt>
              <c:pt idx="62">
                <c:v>1.2271443375090896</c:v>
              </c:pt>
              <c:pt idx="63">
                <c:v>1.2271443375090896</c:v>
              </c:pt>
              <c:pt idx="64">
                <c:v>1.2271443375090896</c:v>
              </c:pt>
              <c:pt idx="65">
                <c:v>1.2271443375090896</c:v>
              </c:pt>
              <c:pt idx="66">
                <c:v>1.202047333886591</c:v>
              </c:pt>
              <c:pt idx="67">
                <c:v>1.202047333886591</c:v>
              </c:pt>
              <c:pt idx="68">
                <c:v>1.202047333886591</c:v>
              </c:pt>
              <c:pt idx="69">
                <c:v>1.202047333886591</c:v>
              </c:pt>
              <c:pt idx="70">
                <c:v>1.202047333886591</c:v>
              </c:pt>
              <c:pt idx="71">
                <c:v>1.202047333886591</c:v>
              </c:pt>
              <c:pt idx="72">
                <c:v>1.202047333886591</c:v>
              </c:pt>
              <c:pt idx="73">
                <c:v>1.202047333886591</c:v>
              </c:pt>
              <c:pt idx="74">
                <c:v>1.202047333886591</c:v>
              </c:pt>
              <c:pt idx="75">
                <c:v>1.202047333886591</c:v>
              </c:pt>
              <c:pt idx="76">
                <c:v>1.202047333886591</c:v>
              </c:pt>
              <c:pt idx="77">
                <c:v>1.202047333886591</c:v>
              </c:pt>
              <c:pt idx="78">
                <c:v>1.202047333886591</c:v>
              </c:pt>
              <c:pt idx="79">
                <c:v>1.202047333886591</c:v>
              </c:pt>
              <c:pt idx="80">
                <c:v>1.202047333886591</c:v>
              </c:pt>
              <c:pt idx="81">
                <c:v>1.202047333886591</c:v>
              </c:pt>
              <c:pt idx="82">
                <c:v>1.202047333886591</c:v>
              </c:pt>
              <c:pt idx="83">
                <c:v>1.202047333886591</c:v>
              </c:pt>
              <c:pt idx="84">
                <c:v>1.202047333886591</c:v>
              </c:pt>
              <c:pt idx="85">
                <c:v>1.202047333886591</c:v>
              </c:pt>
              <c:pt idx="86">
                <c:v>1.202047333886591</c:v>
              </c:pt>
              <c:pt idx="87">
                <c:v>1.202047333886591</c:v>
              </c:pt>
              <c:pt idx="88">
                <c:v>1.202047333886591</c:v>
              </c:pt>
              <c:pt idx="89">
                <c:v>1.202047333886591</c:v>
              </c:pt>
              <c:pt idx="90">
                <c:v>1.202047333886591</c:v>
              </c:pt>
              <c:pt idx="91">
                <c:v>1.202047333886591</c:v>
              </c:pt>
              <c:pt idx="92">
                <c:v>1.1764357172611821</c:v>
              </c:pt>
              <c:pt idx="93">
                <c:v>1.1764357172611821</c:v>
              </c:pt>
              <c:pt idx="94">
                <c:v>1.1764357172611821</c:v>
              </c:pt>
              <c:pt idx="95">
                <c:v>1.1764357172611821</c:v>
              </c:pt>
              <c:pt idx="96">
                <c:v>1.1764357172611821</c:v>
              </c:pt>
              <c:pt idx="97">
                <c:v>1.1764357172611821</c:v>
              </c:pt>
              <c:pt idx="98">
                <c:v>1.1338129867378088</c:v>
              </c:pt>
              <c:pt idx="99">
                <c:v>1.1338129867378088</c:v>
              </c:pt>
              <c:pt idx="100">
                <c:v>1.1338129867378088</c:v>
              </c:pt>
              <c:pt idx="101">
                <c:v>1.1338129867378088</c:v>
              </c:pt>
              <c:pt idx="102">
                <c:v>1.1338129867378088</c:v>
              </c:pt>
              <c:pt idx="103">
                <c:v>1.1338129867378088</c:v>
              </c:pt>
              <c:pt idx="104">
                <c:v>1.106910229859822</c:v>
              </c:pt>
              <c:pt idx="105">
                <c:v>1.106910229859822</c:v>
              </c:pt>
              <c:pt idx="106">
                <c:v>1.106910229859822</c:v>
              </c:pt>
              <c:pt idx="107">
                <c:v>1.106910229859822</c:v>
              </c:pt>
              <c:pt idx="108">
                <c:v>1.0708139605622395</c:v>
              </c:pt>
              <c:pt idx="109">
                <c:v>1.0708139605622395</c:v>
              </c:pt>
              <c:pt idx="110">
                <c:v>1.0300579629370217</c:v>
              </c:pt>
              <c:pt idx="111">
                <c:v>1.0300579629370217</c:v>
              </c:pt>
              <c:pt idx="112">
                <c:v>1.0300579629370217</c:v>
              </c:pt>
              <c:pt idx="113">
                <c:v>1.0300579629370217</c:v>
              </c:pt>
              <c:pt idx="114">
                <c:v>1.0207166041873788</c:v>
              </c:pt>
              <c:pt idx="115">
                <c:v>1.0207166041873788</c:v>
              </c:pt>
              <c:pt idx="116">
                <c:v>1.0197380299663115</c:v>
              </c:pt>
              <c:pt idx="117">
                <c:v>1.0197380299663115</c:v>
              </c:pt>
              <c:pt idx="118">
                <c:v>1.0197380299663115</c:v>
              </c:pt>
              <c:pt idx="119">
                <c:v>1.0197380299663115</c:v>
              </c:pt>
              <c:pt idx="120">
                <c:v>0.9822793432785294</c:v>
              </c:pt>
              <c:pt idx="121">
                <c:v>0.9822793432785294</c:v>
              </c:pt>
              <c:pt idx="122">
                <c:v>0.9822793432785294</c:v>
              </c:pt>
              <c:pt idx="123">
                <c:v>0.9822793432785294</c:v>
              </c:pt>
              <c:pt idx="124">
                <c:v>0.9822793432785294</c:v>
              </c:pt>
              <c:pt idx="125">
                <c:v>0.9822793432785294</c:v>
              </c:pt>
              <c:pt idx="126">
                <c:v>0.9822793432785294</c:v>
              </c:pt>
              <c:pt idx="127">
                <c:v>0.9822793432785294</c:v>
              </c:pt>
              <c:pt idx="128">
                <c:v>0.9822793432785294</c:v>
              </c:pt>
              <c:pt idx="129">
                <c:v>0.9822793432785294</c:v>
              </c:pt>
              <c:pt idx="130">
                <c:v>0.9822793432785294</c:v>
              </c:pt>
              <c:pt idx="131">
                <c:v>0.9822793432785294</c:v>
              </c:pt>
              <c:pt idx="132">
                <c:v>0.9822793432785294</c:v>
              </c:pt>
              <c:pt idx="133">
                <c:v>0.9822793432785294</c:v>
              </c:pt>
              <c:pt idx="134">
                <c:v>0.9362532549050682</c:v>
              </c:pt>
              <c:pt idx="135">
                <c:v>0.9362532549050682</c:v>
              </c:pt>
              <c:pt idx="136">
                <c:v>0.9362532549050682</c:v>
              </c:pt>
              <c:pt idx="137">
                <c:v>0.9362532549050682</c:v>
              </c:pt>
              <c:pt idx="138">
                <c:v>0.8944581310101174</c:v>
              </c:pt>
              <c:pt idx="139">
                <c:v>0.8944581310101174</c:v>
              </c:pt>
              <c:pt idx="140">
                <c:v>0.8742234054941045</c:v>
              </c:pt>
              <c:pt idx="141">
                <c:v>0.8742234054941045</c:v>
              </c:pt>
              <c:pt idx="142">
                <c:v>0.8742234054941045</c:v>
              </c:pt>
              <c:pt idx="143">
                <c:v>0.8742234054941045</c:v>
              </c:pt>
              <c:pt idx="144">
                <c:v>0.8742234054941045</c:v>
              </c:pt>
              <c:pt idx="145">
                <c:v>0.8742234054941045</c:v>
              </c:pt>
              <c:pt idx="146">
                <c:v>0.8742234054941045</c:v>
              </c:pt>
              <c:pt idx="147">
                <c:v>0.8742234054941045</c:v>
              </c:pt>
              <c:pt idx="148">
                <c:v>0.8742234054941045</c:v>
              </c:pt>
              <c:pt idx="149">
                <c:v>0.8742234054941045</c:v>
              </c:pt>
              <c:pt idx="150">
                <c:v>0.8742234054941045</c:v>
              </c:pt>
              <c:pt idx="151">
                <c:v>0.8742234054941045</c:v>
              </c:pt>
              <c:pt idx="152">
                <c:v>0.8742234054941045</c:v>
              </c:pt>
              <c:pt idx="153">
                <c:v>0.8742234054941045</c:v>
              </c:pt>
              <c:pt idx="154">
                <c:v>0.8742234054941045</c:v>
              </c:pt>
              <c:pt idx="155">
                <c:v>0.8742234054941045</c:v>
              </c:pt>
              <c:pt idx="156">
                <c:v>0.8742234054941045</c:v>
              </c:pt>
              <c:pt idx="157">
                <c:v>0.8742234054941045</c:v>
              </c:pt>
              <c:pt idx="158">
                <c:v>0.8225893379797993</c:v>
              </c:pt>
              <c:pt idx="159">
                <c:v>0.8225893379797993</c:v>
              </c:pt>
              <c:pt idx="160">
                <c:v>0.8225893379797993</c:v>
              </c:pt>
              <c:pt idx="161">
                <c:v>0.8225893379797993</c:v>
              </c:pt>
              <c:pt idx="162">
                <c:v>0.8225893379797993</c:v>
              </c:pt>
              <c:pt idx="163">
                <c:v>0.8225893379797993</c:v>
              </c:pt>
              <c:pt idx="164">
                <c:v>0.7936204940236767</c:v>
              </c:pt>
              <c:pt idx="165">
                <c:v>0.7936204940236767</c:v>
              </c:pt>
              <c:pt idx="166">
                <c:v>0.7685675416504213</c:v>
              </c:pt>
              <c:pt idx="167">
                <c:v>0.7685675416504213</c:v>
              </c:pt>
              <c:pt idx="168">
                <c:v>0.7685675416504213</c:v>
              </c:pt>
              <c:pt idx="169">
                <c:v>0.7685675416504213</c:v>
              </c:pt>
              <c:pt idx="170">
                <c:v>0.7320778777435296</c:v>
              </c:pt>
              <c:pt idx="171">
                <c:v>0.7320778777435296</c:v>
              </c:pt>
              <c:pt idx="172">
                <c:v>0.7320778777435296</c:v>
              </c:pt>
              <c:pt idx="173">
                <c:v>0.7320778777435296</c:v>
              </c:pt>
              <c:pt idx="174">
                <c:v>0.7320778777435296</c:v>
              </c:pt>
              <c:pt idx="175">
                <c:v>0.7320778777435296</c:v>
              </c:pt>
              <c:pt idx="176">
                <c:v>0.7320778777435296</c:v>
              </c:pt>
              <c:pt idx="177">
                <c:v>0.7320778777435296</c:v>
              </c:pt>
              <c:pt idx="178">
                <c:v>0.7320778777435296</c:v>
              </c:pt>
              <c:pt idx="179">
                <c:v>0.7320778777435296</c:v>
              </c:pt>
              <c:pt idx="180">
                <c:v>0.7320778777435296</c:v>
              </c:pt>
              <c:pt idx="181">
                <c:v>0.7320778777435296</c:v>
              </c:pt>
              <c:pt idx="182">
                <c:v>0.7212072728963598</c:v>
              </c:pt>
              <c:pt idx="183">
                <c:v>0.7212072728963598</c:v>
              </c:pt>
              <c:pt idx="184">
                <c:v>0.7212072728963598</c:v>
              </c:pt>
              <c:pt idx="185">
                <c:v>0.7212072728963598</c:v>
              </c:pt>
              <c:pt idx="186">
                <c:v>0.7212072728963598</c:v>
              </c:pt>
              <c:pt idx="187">
                <c:v>0.7212072728963598</c:v>
              </c:pt>
              <c:pt idx="188">
                <c:v>0.6825790827921302</c:v>
              </c:pt>
              <c:pt idx="189">
                <c:v>0.6825790827921302</c:v>
              </c:pt>
              <c:pt idx="190">
                <c:v>0.6825790827921302</c:v>
              </c:pt>
              <c:pt idx="191">
                <c:v>0.6825790827921302</c:v>
              </c:pt>
              <c:pt idx="192">
                <c:v>0.6825790827921302</c:v>
              </c:pt>
              <c:pt idx="193">
                <c:v>0.6825790827921302</c:v>
              </c:pt>
              <c:pt idx="194">
                <c:v>0.6825790827921302</c:v>
              </c:pt>
              <c:pt idx="195">
                <c:v>0.6825790827921302</c:v>
              </c:pt>
              <c:pt idx="196">
                <c:v>0.6297388317808047</c:v>
              </c:pt>
              <c:pt idx="197">
                <c:v>0.6297388317808047</c:v>
              </c:pt>
              <c:pt idx="198">
                <c:v>0.6297388317808047</c:v>
              </c:pt>
              <c:pt idx="199">
                <c:v>0.6297388317808047</c:v>
              </c:pt>
              <c:pt idx="200">
                <c:v>0.5973707626521277</c:v>
              </c:pt>
              <c:pt idx="201">
                <c:v>0.5973707626521277</c:v>
              </c:pt>
              <c:pt idx="202">
                <c:v>0.5973707626521277</c:v>
              </c:pt>
              <c:pt idx="203">
                <c:v>0.5973707626521277</c:v>
              </c:pt>
              <c:pt idx="204">
                <c:v>0.5973707626521277</c:v>
              </c:pt>
              <c:pt idx="205">
                <c:v>0.5973707626521277</c:v>
              </c:pt>
              <c:pt idx="206">
                <c:v>0.5929670811558705</c:v>
              </c:pt>
              <c:pt idx="207">
                <c:v>0.5929670811558705</c:v>
              </c:pt>
              <c:pt idx="208">
                <c:v>0.5929670811558705</c:v>
              </c:pt>
              <c:pt idx="209">
                <c:v>0.5929670811558705</c:v>
              </c:pt>
              <c:pt idx="210">
                <c:v>0.5660710734463668</c:v>
              </c:pt>
              <c:pt idx="211">
                <c:v>0.5660710734463668</c:v>
              </c:pt>
              <c:pt idx="212">
                <c:v>0.5589857622840947</c:v>
              </c:pt>
              <c:pt idx="213">
                <c:v>0.5589857622840947</c:v>
              </c:pt>
              <c:pt idx="214">
                <c:v>0.5437018462763472</c:v>
              </c:pt>
              <c:pt idx="215">
                <c:v>0.5437018462763472</c:v>
              </c:pt>
              <c:pt idx="216">
                <c:v>0.5437018462763472</c:v>
              </c:pt>
              <c:pt idx="217">
                <c:v>0.5437018462763472</c:v>
              </c:pt>
              <c:pt idx="218">
                <c:v>0.5437018462763472</c:v>
              </c:pt>
              <c:pt idx="219">
                <c:v>0.5437018462763472</c:v>
              </c:pt>
              <c:pt idx="220">
                <c:v>0.5005459174139384</c:v>
              </c:pt>
              <c:pt idx="221">
                <c:v>0.5005459174139384</c:v>
              </c:pt>
              <c:pt idx="222">
                <c:v>0.5005459174139384</c:v>
              </c:pt>
              <c:pt idx="223">
                <c:v>0.5005459174139384</c:v>
              </c:pt>
              <c:pt idx="224">
                <c:v>0.5005459174139384</c:v>
              </c:pt>
              <c:pt idx="225">
                <c:v>0.5005459174139384</c:v>
              </c:pt>
              <c:pt idx="226">
                <c:v>0.5005459174139384</c:v>
              </c:pt>
              <c:pt idx="227">
                <c:v>0.5005459174139384</c:v>
              </c:pt>
              <c:pt idx="228">
                <c:v>0.5005459174139384</c:v>
              </c:pt>
              <c:pt idx="229">
                <c:v>0.5005459174139384</c:v>
              </c:pt>
              <c:pt idx="230">
                <c:v>0.5005459174139384</c:v>
              </c:pt>
              <c:pt idx="231">
                <c:v>0.5005459174139384</c:v>
              </c:pt>
              <c:pt idx="232">
                <c:v>0.5005459174139384</c:v>
              </c:pt>
              <c:pt idx="233">
                <c:v>0.5005459174139384</c:v>
              </c:pt>
              <c:pt idx="234">
                <c:v>0.4730728576439634</c:v>
              </c:pt>
              <c:pt idx="235">
                <c:v>0.4730728576439634</c:v>
              </c:pt>
              <c:pt idx="236">
                <c:v>0.4498288533584462</c:v>
              </c:pt>
              <c:pt idx="237">
                <c:v>0.4498288533584462</c:v>
              </c:pt>
              <c:pt idx="238">
                <c:v>0.41843597816730305</c:v>
              </c:pt>
              <c:pt idx="239">
                <c:v>0.41843597816730305</c:v>
              </c:pt>
              <c:pt idx="240">
                <c:v>0.38935032477807113</c:v>
              </c:pt>
              <c:pt idx="241">
                <c:v>0.38935032477807113</c:v>
              </c:pt>
              <c:pt idx="242">
                <c:v>0.38935032477807113</c:v>
              </c:pt>
              <c:pt idx="243">
                <c:v>0.38935032477807113</c:v>
              </c:pt>
              <c:pt idx="244">
                <c:v>0.38935032477807113</c:v>
              </c:pt>
              <c:pt idx="245">
                <c:v>0.38935032477807113</c:v>
              </c:pt>
              <c:pt idx="246">
                <c:v>0.38935032477807113</c:v>
              </c:pt>
              <c:pt idx="247">
                <c:v>0.38935032477807113</c:v>
              </c:pt>
              <c:pt idx="248">
                <c:v>0.38935032477807113</c:v>
              </c:pt>
              <c:pt idx="249">
                <c:v>0.38935032477807113</c:v>
              </c:pt>
              <c:pt idx="250">
                <c:v>0.38935032477807113</c:v>
              </c:pt>
              <c:pt idx="251">
                <c:v>0.38935032477807113</c:v>
              </c:pt>
              <c:pt idx="252">
                <c:v>0.38935032477807113</c:v>
              </c:pt>
              <c:pt idx="253">
                <c:v>0.38935032477807113</c:v>
              </c:pt>
              <c:pt idx="254">
                <c:v>0.38935032477807113</c:v>
              </c:pt>
              <c:pt idx="255">
                <c:v>0.38935032477807113</c:v>
              </c:pt>
              <c:pt idx="256">
                <c:v>0.38935032477807113</c:v>
              </c:pt>
              <c:pt idx="257">
                <c:v>0.38935032477807113</c:v>
              </c:pt>
              <c:pt idx="258">
                <c:v>0.38935032477807113</c:v>
              </c:pt>
              <c:pt idx="259">
                <c:v>0.38935032477807113</c:v>
              </c:pt>
              <c:pt idx="260">
                <c:v>0.35951090049600615</c:v>
              </c:pt>
              <c:pt idx="261">
                <c:v>0.35951090049600615</c:v>
              </c:pt>
              <c:pt idx="262">
                <c:v>0.35951090049600615</c:v>
              </c:pt>
              <c:pt idx="263">
                <c:v>0.35951090049600615</c:v>
              </c:pt>
              <c:pt idx="264">
                <c:v>0.35951090049600615</c:v>
              </c:pt>
              <c:pt idx="265">
                <c:v>0.35951090049600615</c:v>
              </c:pt>
              <c:pt idx="266">
                <c:v>0.35951090049600615</c:v>
              </c:pt>
              <c:pt idx="267">
                <c:v>0.35951090049600615</c:v>
              </c:pt>
              <c:pt idx="268">
                <c:v>0.35951090049600615</c:v>
              </c:pt>
              <c:pt idx="269">
                <c:v>0.35951090049600615</c:v>
              </c:pt>
              <c:pt idx="270">
                <c:v>0.35951090049600615</c:v>
              </c:pt>
              <c:pt idx="271">
                <c:v>0.35951090049600615</c:v>
              </c:pt>
              <c:pt idx="272">
                <c:v>0.35951090049600615</c:v>
              </c:pt>
              <c:pt idx="273">
                <c:v>0.35951090049600615</c:v>
              </c:pt>
              <c:pt idx="274">
                <c:v>0.35951090049600615</c:v>
              </c:pt>
              <c:pt idx="275">
                <c:v>0.35951090049600615</c:v>
              </c:pt>
              <c:pt idx="276">
                <c:v>0.34075931395945375</c:v>
              </c:pt>
              <c:pt idx="277">
                <c:v>0.34075931395945375</c:v>
              </c:pt>
              <c:pt idx="278">
                <c:v>0.34075931395945375</c:v>
              </c:pt>
              <c:pt idx="279">
                <c:v>0.34075931395945375</c:v>
              </c:pt>
              <c:pt idx="280">
                <c:v>0.3183101731997971</c:v>
              </c:pt>
              <c:pt idx="281">
                <c:v>0.3183101731997971</c:v>
              </c:pt>
              <c:pt idx="282">
                <c:v>0.3183101731997971</c:v>
              </c:pt>
              <c:pt idx="283">
                <c:v>0.3183101731997971</c:v>
              </c:pt>
              <c:pt idx="284">
                <c:v>0.3183101731997971</c:v>
              </c:pt>
              <c:pt idx="285">
                <c:v>0.3183101731997971</c:v>
              </c:pt>
              <c:pt idx="286">
                <c:v>0.3183101731997971</c:v>
              </c:pt>
              <c:pt idx="287">
                <c:v>0.3183101731997971</c:v>
              </c:pt>
              <c:pt idx="288">
                <c:v>0.3183101731997971</c:v>
              </c:pt>
              <c:pt idx="289">
                <c:v>0.3183101731997971</c:v>
              </c:pt>
              <c:pt idx="290">
                <c:v>0.2926870422619875</c:v>
              </c:pt>
              <c:pt idx="291">
                <c:v>0.2926870422619875</c:v>
              </c:pt>
              <c:pt idx="292">
                <c:v>0.2926870422619875</c:v>
              </c:pt>
              <c:pt idx="293">
                <c:v>0.2926870422619875</c:v>
              </c:pt>
              <c:pt idx="294">
                <c:v>0.24124064293407171</c:v>
              </c:pt>
              <c:pt idx="295">
                <c:v>0.24124064293407171</c:v>
              </c:pt>
              <c:pt idx="296">
                <c:v>0.20488230409856575</c:v>
              </c:pt>
              <c:pt idx="297">
                <c:v>0.20488230409856575</c:v>
              </c:pt>
              <c:pt idx="298">
                <c:v>0.20488230409856575</c:v>
              </c:pt>
              <c:pt idx="299">
                <c:v>0.20488230409856575</c:v>
              </c:pt>
              <c:pt idx="300">
                <c:v>0.20488230409856575</c:v>
              </c:pt>
              <c:pt idx="301">
                <c:v>0.20488230409856575</c:v>
              </c:pt>
              <c:pt idx="302">
                <c:v>0.20488230409856575</c:v>
              </c:pt>
              <c:pt idx="303">
                <c:v>0.20488230409856575</c:v>
              </c:pt>
              <c:pt idx="304">
                <c:v>0.20488230409856575</c:v>
              </c:pt>
              <c:pt idx="305">
                <c:v>0.20488230409856575</c:v>
              </c:pt>
              <c:pt idx="306">
                <c:v>0.20488230409856575</c:v>
              </c:pt>
              <c:pt idx="307">
                <c:v>0.20488230409856575</c:v>
              </c:pt>
              <c:pt idx="308">
                <c:v>0.1584889376946661</c:v>
              </c:pt>
              <c:pt idx="309">
                <c:v>0.1584889376946661</c:v>
              </c:pt>
              <c:pt idx="310">
                <c:v>0.1584889376946661</c:v>
              </c:pt>
              <c:pt idx="311">
                <c:v>0.1584889376946661</c:v>
              </c:pt>
              <c:pt idx="312">
                <c:v>0.1584889376946661</c:v>
              </c:pt>
              <c:pt idx="313">
                <c:v>0.1584889376946661</c:v>
              </c:pt>
              <c:pt idx="314">
                <c:v>0.1584889376946661</c:v>
              </c:pt>
              <c:pt idx="315">
                <c:v>0.1584889376946661</c:v>
              </c:pt>
              <c:pt idx="316">
                <c:v>0.1584889376946661</c:v>
              </c:pt>
              <c:pt idx="317">
                <c:v>0.1584889376946661</c:v>
              </c:pt>
              <c:pt idx="318">
                <c:v>0.15360218511723187</c:v>
              </c:pt>
              <c:pt idx="319">
                <c:v>0.15360218511723187</c:v>
              </c:pt>
              <c:pt idx="320">
                <c:v>0.15360218511723187</c:v>
              </c:pt>
              <c:pt idx="321">
                <c:v>0.15360218511723187</c:v>
              </c:pt>
              <c:pt idx="322">
                <c:v>0.15360218511723187</c:v>
              </c:pt>
              <c:pt idx="323">
                <c:v>0.15360218511723187</c:v>
              </c:pt>
              <c:pt idx="324">
                <c:v>0.13872895102835736</c:v>
              </c:pt>
              <c:pt idx="325">
                <c:v>0.13872895102835736</c:v>
              </c:pt>
              <c:pt idx="326">
                <c:v>0.13872895102835736</c:v>
              </c:pt>
              <c:pt idx="327">
                <c:v>0.13872895102835736</c:v>
              </c:pt>
              <c:pt idx="328">
                <c:v>0.13872895102835736</c:v>
              </c:pt>
              <c:pt idx="329">
                <c:v>0.13872895102835736</c:v>
              </c:pt>
              <c:pt idx="330">
                <c:v>0.13872895102835736</c:v>
              </c:pt>
              <c:pt idx="331">
                <c:v>0.13872895102835736</c:v>
              </c:pt>
              <c:pt idx="332">
                <c:v>0.13872895102835736</c:v>
              </c:pt>
              <c:pt idx="333">
                <c:v>0.13872895102835736</c:v>
              </c:pt>
              <c:pt idx="334">
                <c:v>0.13872895102835736</c:v>
              </c:pt>
              <c:pt idx="335">
                <c:v>0.13872895102835736</c:v>
              </c:pt>
              <c:pt idx="336">
                <c:v>0.13872895102835736</c:v>
              </c:pt>
              <c:pt idx="337">
                <c:v>0.13872895102835736</c:v>
              </c:pt>
              <c:pt idx="338">
                <c:v>0.13872895102835736</c:v>
              </c:pt>
              <c:pt idx="339">
                <c:v>0.13872895102835736</c:v>
              </c:pt>
              <c:pt idx="340">
                <c:v>0.13872895102835736</c:v>
              </c:pt>
              <c:pt idx="341">
                <c:v>0.13872895102835736</c:v>
              </c:pt>
              <c:pt idx="342">
                <c:v>0.13872895102835736</c:v>
              </c:pt>
              <c:pt idx="343">
                <c:v>0.13872895102835736</c:v>
              </c:pt>
              <c:pt idx="344">
                <c:v>0.13872895102835736</c:v>
              </c:pt>
              <c:pt idx="345">
                <c:v>0.13872895102835736</c:v>
              </c:pt>
              <c:pt idx="346">
                <c:v>0.13152719530515164</c:v>
              </c:pt>
              <c:pt idx="347">
                <c:v>0.13152719530515164</c:v>
              </c:pt>
              <c:pt idx="348">
                <c:v>0.1213497972041898</c:v>
              </c:pt>
              <c:pt idx="349">
                <c:v>0.1213497972041898</c:v>
              </c:pt>
              <c:pt idx="350">
                <c:v>0.1213497972041898</c:v>
              </c:pt>
              <c:pt idx="351">
                <c:v>0.1213497972041898</c:v>
              </c:pt>
              <c:pt idx="352">
                <c:v>0.1213497972041898</c:v>
              </c:pt>
              <c:pt idx="353">
                <c:v>0.1213497972041898</c:v>
              </c:pt>
              <c:pt idx="354">
                <c:v>0.1213497972041898</c:v>
              </c:pt>
              <c:pt idx="355">
                <c:v>0.1213497972041898</c:v>
              </c:pt>
              <c:pt idx="356">
                <c:v>0.1213497972041898</c:v>
              </c:pt>
              <c:pt idx="357">
                <c:v>0.1213497972041898</c:v>
              </c:pt>
              <c:pt idx="358">
                <c:v>0.1213497972041898</c:v>
              </c:pt>
              <c:pt idx="359">
                <c:v>0.1213497972041898</c:v>
              </c:pt>
              <c:pt idx="360">
                <c:v>0.1213497972041898</c:v>
              </c:pt>
              <c:pt idx="361">
                <c:v>0.1213497972041898</c:v>
              </c:pt>
              <c:pt idx="362">
                <c:v>0.1213497972041898</c:v>
              </c:pt>
              <c:pt idx="363">
                <c:v>0.1213497972041898</c:v>
              </c:pt>
              <c:pt idx="364">
                <c:v>0.1213497972041898</c:v>
              </c:pt>
              <c:pt idx="365">
                <c:v>0.1213497972041898</c:v>
              </c:pt>
              <c:pt idx="366">
                <c:v>0.1213497972041898</c:v>
              </c:pt>
              <c:pt idx="367">
                <c:v>0.1213497972041898</c:v>
              </c:pt>
              <c:pt idx="368">
                <c:v>0.1213497972041898</c:v>
              </c:pt>
              <c:pt idx="369">
                <c:v>0.1213497972041898</c:v>
              </c:pt>
              <c:pt idx="370">
                <c:v>0.1213497972041898</c:v>
              </c:pt>
              <c:pt idx="371">
                <c:v>0.1213497972041898</c:v>
              </c:pt>
              <c:pt idx="372">
                <c:v>0.1213497972041898</c:v>
              </c:pt>
              <c:pt idx="373">
                <c:v>0.1213497972041898</c:v>
              </c:pt>
              <c:pt idx="374">
                <c:v>0.11608756976003178</c:v>
              </c:pt>
              <c:pt idx="375">
                <c:v>0.11608756976003178</c:v>
              </c:pt>
              <c:pt idx="376">
                <c:v>0.11608756976003178</c:v>
              </c:pt>
              <c:pt idx="377">
                <c:v>0.11608756976003178</c:v>
              </c:pt>
              <c:pt idx="378">
                <c:v>0.11608756976003178</c:v>
              </c:pt>
              <c:pt idx="379">
                <c:v>0.11608756976003178</c:v>
              </c:pt>
              <c:pt idx="380">
                <c:v>0.11608756976003178</c:v>
              </c:pt>
              <c:pt idx="381">
                <c:v>0.11608756976003178</c:v>
              </c:pt>
              <c:pt idx="382">
                <c:v>0.11608756976003178</c:v>
              </c:pt>
              <c:pt idx="383">
                <c:v>0.11608756976003178</c:v>
              </c:pt>
              <c:pt idx="384">
                <c:v>0.11608756976003178</c:v>
              </c:pt>
              <c:pt idx="385">
                <c:v>0.11608756976003178</c:v>
              </c:pt>
              <c:pt idx="386">
                <c:v>0.11608756976003178</c:v>
              </c:pt>
              <c:pt idx="387">
                <c:v>0.11608756976003178</c:v>
              </c:pt>
              <c:pt idx="388">
                <c:v>0.11608756976003178</c:v>
              </c:pt>
              <c:pt idx="389">
                <c:v>0.11608756976003178</c:v>
              </c:pt>
              <c:pt idx="390">
                <c:v>0.11608756976003178</c:v>
              </c:pt>
              <c:pt idx="391">
                <c:v>0.11608756976003178</c:v>
              </c:pt>
              <c:pt idx="392">
                <c:v>0.11608756976003178</c:v>
              </c:pt>
              <c:pt idx="393">
                <c:v>0.11608756976003178</c:v>
              </c:pt>
              <c:pt idx="394">
                <c:v>0.11608756976003178</c:v>
              </c:pt>
              <c:pt idx="395">
                <c:v>0.11608756976003178</c:v>
              </c:pt>
              <c:pt idx="396">
                <c:v>0.11608756976003178</c:v>
              </c:pt>
              <c:pt idx="397">
                <c:v>0.11608756976003178</c:v>
              </c:pt>
              <c:pt idx="398">
                <c:v>0.11608756976003178</c:v>
              </c:pt>
              <c:pt idx="399">
                <c:v>0.11608756976003178</c:v>
              </c:pt>
              <c:pt idx="400">
                <c:v>0.11608756976003178</c:v>
              </c:pt>
              <c:pt idx="401">
                <c:v>0.11608756976003178</c:v>
              </c:pt>
              <c:pt idx="402">
                <c:v>0.11608756976003178</c:v>
              </c:pt>
              <c:pt idx="403">
                <c:v>0.11608756976003178</c:v>
              </c:pt>
              <c:pt idx="404">
                <c:v>0.11608756976003178</c:v>
              </c:pt>
              <c:pt idx="405">
                <c:v>0.11608756976003178</c:v>
              </c:pt>
              <c:pt idx="406">
                <c:v>0.11608756976003178</c:v>
              </c:pt>
              <c:pt idx="407">
                <c:v>0.11608756976003178</c:v>
              </c:pt>
              <c:pt idx="408">
                <c:v>0.11608756976003178</c:v>
              </c:pt>
              <c:pt idx="409">
                <c:v>0.11608756976003178</c:v>
              </c:pt>
              <c:pt idx="410">
                <c:v>0.11608756976003178</c:v>
              </c:pt>
              <c:pt idx="411">
                <c:v>0.11608756976003178</c:v>
              </c:pt>
            </c:numLit>
          </c:yVal>
          <c:smooth val="0"/>
        </c:ser>
        <c:ser>
          <c:idx val="2"/>
          <c:order val="2"/>
          <c:tx>
            <c:v>Same-order filling improvement</c:v>
          </c:tx>
          <c:spPr>
            <a:noFill xmlns:a="http://schemas.openxmlformats.org/drawingml/2006/main"/>
            <a:ln xmlns:a="http://schemas.openxmlformats.org/drawingml/2006/main" w="7620">
              <a:solidFill>
                <a:srgbClr val="009E73"/>
              </a:solidFill>
              <a:prstDash val="solid"/>
            </a:ln>
          </c:spPr>
          <c:marker>
            <c:symbol val="none"/>
            <c:size val="7"/>
            <c:spPr>
              <a:solidFill xmlns:a="http://schemas.openxmlformats.org/drawingml/2006/main">
                <a:srgbClr val="009E73"/>
              </a:solidFill>
            </c:spPr>
          </c:marker>
          <c:xVal>
            <c:numLit>
              <c:formatCode>General</c:formatCode>
              <c:ptCount val="4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numLit>
          </c:xVal>
          <c:yVal>
            <c:numLit>
              <c:formatCode>0.0</c:formatCode>
              <c:ptCount val="412"/>
              <c:pt idx="0">
                <c:v>1.283387195849231</c:v>
              </c:pt>
              <c:pt idx="1">
                <c:v>1.283387195849231</c:v>
              </c:pt>
              <c:pt idx="2">
                <c:v>1.283387195849231</c:v>
              </c:pt>
              <c:pt idx="3">
                <c:v>1.283387195849231</c:v>
              </c:pt>
              <c:pt idx="4">
                <c:v>1.283387195849231</c:v>
              </c:pt>
              <c:pt idx="5">
                <c:v>1.283387195849231</c:v>
              </c:pt>
              <c:pt idx="6">
                <c:v>1.283387195849231</c:v>
              </c:pt>
              <c:pt idx="7">
                <c:v>1.283387195849231</c:v>
              </c:pt>
              <c:pt idx="8">
                <c:v>1.283387195849231</c:v>
              </c:pt>
              <c:pt idx="9">
                <c:v>1.283387195849231</c:v>
              </c:pt>
              <c:pt idx="10">
                <c:v>1.283387195849231</c:v>
              </c:pt>
              <c:pt idx="11">
                <c:v>1.283387195849231</c:v>
              </c:pt>
              <c:pt idx="12">
                <c:v>1.283387195849231</c:v>
              </c:pt>
              <c:pt idx="13">
                <c:v>1.283387195849231</c:v>
              </c:pt>
              <c:pt idx="14">
                <c:v>1.283387195849231</c:v>
              </c:pt>
              <c:pt idx="15">
                <c:v>1.283387195849231</c:v>
              </c:pt>
              <c:pt idx="16">
                <c:v>1.283387195849231</c:v>
              </c:pt>
              <c:pt idx="17">
                <c:v>1.283387195849231</c:v>
              </c:pt>
              <c:pt idx="18">
                <c:v>1.283387195849231</c:v>
              </c:pt>
              <c:pt idx="19">
                <c:v>1.283387195849231</c:v>
              </c:pt>
              <c:pt idx="20">
                <c:v>1.283387195849231</c:v>
              </c:pt>
              <c:pt idx="21">
                <c:v>1.283387195849231</c:v>
              </c:pt>
              <c:pt idx="22">
                <c:v>1.283387195849231</c:v>
              </c:pt>
              <c:pt idx="23">
                <c:v>1.283387195849231</c:v>
              </c:pt>
              <c:pt idx="24">
                <c:v>1.283387195849231</c:v>
              </c:pt>
              <c:pt idx="25">
                <c:v>1.283387195849231</c:v>
              </c:pt>
              <c:pt idx="26">
                <c:v>1.283387195849231</c:v>
              </c:pt>
              <c:pt idx="27">
                <c:v>1.283387195849231</c:v>
              </c:pt>
              <c:pt idx="28">
                <c:v>1.283387195849231</c:v>
              </c:pt>
              <c:pt idx="29">
                <c:v>1.283387195849231</c:v>
              </c:pt>
              <c:pt idx="30">
                <c:v>1.283387195849231</c:v>
              </c:pt>
              <c:pt idx="31">
                <c:v>1.283387195849231</c:v>
              </c:pt>
              <c:pt idx="32">
                <c:v>1.283387195849231</c:v>
              </c:pt>
              <c:pt idx="33">
                <c:v>1.283387195849231</c:v>
              </c:pt>
              <c:pt idx="34">
                <c:v>1.283387195849231</c:v>
              </c:pt>
              <c:pt idx="35">
                <c:v>1.283387195849231</c:v>
              </c:pt>
              <c:pt idx="36">
                <c:v>1.283387195849231</c:v>
              </c:pt>
              <c:pt idx="37">
                <c:v>1.283387195849231</c:v>
              </c:pt>
              <c:pt idx="38">
                <c:v>1.283387195849231</c:v>
              </c:pt>
              <c:pt idx="39">
                <c:v>1.283387195849231</c:v>
              </c:pt>
              <c:pt idx="40">
                <c:v>1.283387195849231</c:v>
              </c:pt>
              <c:pt idx="41">
                <c:v>1.283387195849231</c:v>
              </c:pt>
              <c:pt idx="42">
                <c:v>1.283387195849231</c:v>
              </c:pt>
              <c:pt idx="43">
                <c:v>1.283387195849231</c:v>
              </c:pt>
              <c:pt idx="44">
                <c:v>1.283387195849231</c:v>
              </c:pt>
              <c:pt idx="45">
                <c:v>1.283387195849231</c:v>
              </c:pt>
              <c:pt idx="46">
                <c:v>1.283387195849231</c:v>
              </c:pt>
              <c:pt idx="47">
                <c:v>1.283387195849231</c:v>
              </c:pt>
              <c:pt idx="48">
                <c:v>1.283387195849231</c:v>
              </c:pt>
              <c:pt idx="49">
                <c:v>1.283387195849231</c:v>
              </c:pt>
              <c:pt idx="50">
                <c:v>1.283387195849231</c:v>
              </c:pt>
              <c:pt idx="51">
                <c:v>1.283387195849231</c:v>
              </c:pt>
              <c:pt idx="52">
                <c:v>1.283387195849231</c:v>
              </c:pt>
              <c:pt idx="53">
                <c:v>1.283387195849231</c:v>
              </c:pt>
              <c:pt idx="54">
                <c:v>1.283387195849231</c:v>
              </c:pt>
              <c:pt idx="55">
                <c:v>1.283387195849231</c:v>
              </c:pt>
              <c:pt idx="56">
                <c:v>1.283387195849231</c:v>
              </c:pt>
              <c:pt idx="57">
                <c:v>1.283387195849231</c:v>
              </c:pt>
              <c:pt idx="58">
                <c:v>1.283387195849231</c:v>
              </c:pt>
              <c:pt idx="59">
                <c:v>1.283387195849231</c:v>
              </c:pt>
              <c:pt idx="60">
                <c:v>1.283387195849231</c:v>
              </c:pt>
              <c:pt idx="61">
                <c:v>1.283387195849231</c:v>
              </c:pt>
              <c:pt idx="62">
                <c:v>1.283387195849231</c:v>
              </c:pt>
              <c:pt idx="63">
                <c:v>1.283387195849231</c:v>
              </c:pt>
              <c:pt idx="64">
                <c:v>1.283387195849231</c:v>
              </c:pt>
              <c:pt idx="65">
                <c:v>1.283387195849231</c:v>
              </c:pt>
              <c:pt idx="66">
                <c:v>1.283387195849231</c:v>
              </c:pt>
              <c:pt idx="67">
                <c:v>1.283387195849231</c:v>
              </c:pt>
              <c:pt idx="68">
                <c:v>1.283387195849231</c:v>
              </c:pt>
              <c:pt idx="69">
                <c:v>1.283387195849231</c:v>
              </c:pt>
              <c:pt idx="70">
                <c:v>1.283387195849231</c:v>
              </c:pt>
              <c:pt idx="71">
                <c:v>1.283387195849231</c:v>
              </c:pt>
              <c:pt idx="72">
                <c:v>1.283387195849231</c:v>
              </c:pt>
              <c:pt idx="73">
                <c:v>1.283387195849231</c:v>
              </c:pt>
              <c:pt idx="74">
                <c:v>1.283387195849231</c:v>
              </c:pt>
              <c:pt idx="75">
                <c:v>1.283387195849231</c:v>
              </c:pt>
              <c:pt idx="76">
                <c:v>1.283387195849231</c:v>
              </c:pt>
              <c:pt idx="77">
                <c:v>1.283387195849231</c:v>
              </c:pt>
              <c:pt idx="78">
                <c:v>1.283387195849231</c:v>
              </c:pt>
              <c:pt idx="79">
                <c:v>1.283387195849231</c:v>
              </c:pt>
              <c:pt idx="80">
                <c:v>1.283387195849231</c:v>
              </c:pt>
              <c:pt idx="81">
                <c:v>1.283387195849231</c:v>
              </c:pt>
              <c:pt idx="82">
                <c:v>1.283387195849231</c:v>
              </c:pt>
              <c:pt idx="83">
                <c:v>1.283387195849231</c:v>
              </c:pt>
              <c:pt idx="84">
                <c:v>1.283387195849231</c:v>
              </c:pt>
              <c:pt idx="85">
                <c:v>1.283387195849231</c:v>
              </c:pt>
              <c:pt idx="86">
                <c:v>1.283387195849231</c:v>
              </c:pt>
              <c:pt idx="87">
                <c:v>1.283387195849231</c:v>
              </c:pt>
              <c:pt idx="88">
                <c:v>1.283387195849231</c:v>
              </c:pt>
              <c:pt idx="89">
                <c:v>1.283387195849231</c:v>
              </c:pt>
              <c:pt idx="90">
                <c:v>1.283387195849231</c:v>
              </c:pt>
              <c:pt idx="91">
                <c:v>1.283387195849231</c:v>
              </c:pt>
              <c:pt idx="92">
                <c:v>1.283387195849231</c:v>
              </c:pt>
              <c:pt idx="93">
                <c:v>1.283387195849231</c:v>
              </c:pt>
              <c:pt idx="94">
                <c:v>1.283387195849231</c:v>
              </c:pt>
              <c:pt idx="95">
                <c:v>1.283387195849231</c:v>
              </c:pt>
              <c:pt idx="96">
                <c:v>1.283387195849231</c:v>
              </c:pt>
              <c:pt idx="97">
                <c:v>1.283387195849231</c:v>
              </c:pt>
              <c:pt idx="98">
                <c:v>1.283387195849231</c:v>
              </c:pt>
              <c:pt idx="99">
                <c:v>1.283387195849231</c:v>
              </c:pt>
              <c:pt idx="100">
                <c:v>1.283387195849231</c:v>
              </c:pt>
              <c:pt idx="101">
                <c:v>1.283387195849231</c:v>
              </c:pt>
              <c:pt idx="102">
                <c:v>1.283387195849231</c:v>
              </c:pt>
              <c:pt idx="103">
                <c:v>1.283387195849231</c:v>
              </c:pt>
              <c:pt idx="104">
                <c:v>1.283387195849231</c:v>
              </c:pt>
              <c:pt idx="105">
                <c:v>1.283387195849231</c:v>
              </c:pt>
              <c:pt idx="106">
                <c:v>1.283387195849231</c:v>
              </c:pt>
              <c:pt idx="107">
                <c:v>1.283387195849231</c:v>
              </c:pt>
              <c:pt idx="108">
                <c:v>1.283387195849231</c:v>
              </c:pt>
              <c:pt idx="109">
                <c:v>1.283387195849231</c:v>
              </c:pt>
              <c:pt idx="110">
                <c:v>1.283387195849231</c:v>
              </c:pt>
              <c:pt idx="111">
                <c:v>1.283387195849231</c:v>
              </c:pt>
              <c:pt idx="112">
                <c:v>1.283387195849231</c:v>
              </c:pt>
              <c:pt idx="113">
                <c:v>1.283387195849231</c:v>
              </c:pt>
              <c:pt idx="114">
                <c:v>1.283387195849231</c:v>
              </c:pt>
              <c:pt idx="115">
                <c:v>1.283387195849231</c:v>
              </c:pt>
              <c:pt idx="116">
                <c:v>1.283387195849231</c:v>
              </c:pt>
              <c:pt idx="117">
                <c:v>1.283387195849231</c:v>
              </c:pt>
              <c:pt idx="118">
                <c:v>1.283387195849231</c:v>
              </c:pt>
              <c:pt idx="119">
                <c:v>1.283387195849231</c:v>
              </c:pt>
              <c:pt idx="120">
                <c:v>1.283387195849231</c:v>
              </c:pt>
              <c:pt idx="121">
                <c:v>1.283387195849231</c:v>
              </c:pt>
              <c:pt idx="122">
                <c:v>1.283387195849231</c:v>
              </c:pt>
              <c:pt idx="123">
                <c:v>1.283387195849231</c:v>
              </c:pt>
              <c:pt idx="124">
                <c:v>1.283387195849231</c:v>
              </c:pt>
              <c:pt idx="125">
                <c:v>1.283387195849231</c:v>
              </c:pt>
              <c:pt idx="126">
                <c:v>1.283387195849231</c:v>
              </c:pt>
              <c:pt idx="127">
                <c:v>1.283387195849231</c:v>
              </c:pt>
              <c:pt idx="128">
                <c:v>1.283387195849231</c:v>
              </c:pt>
              <c:pt idx="129">
                <c:v>1.283387195849231</c:v>
              </c:pt>
              <c:pt idx="130">
                <c:v>1.283387195849231</c:v>
              </c:pt>
              <c:pt idx="131">
                <c:v>1.283387195849231</c:v>
              </c:pt>
              <c:pt idx="132">
                <c:v>1.283387195849231</c:v>
              </c:pt>
              <c:pt idx="133">
                <c:v>1.283387195849231</c:v>
              </c:pt>
              <c:pt idx="134">
                <c:v>1.283387195849231</c:v>
              </c:pt>
              <c:pt idx="135">
                <c:v>1.283387195849231</c:v>
              </c:pt>
              <c:pt idx="136">
                <c:v>1.283387195849231</c:v>
              </c:pt>
              <c:pt idx="137">
                <c:v>1.283387195849231</c:v>
              </c:pt>
              <c:pt idx="138">
                <c:v>1.283387195849231</c:v>
              </c:pt>
              <c:pt idx="139">
                <c:v>1.283387195849231</c:v>
              </c:pt>
              <c:pt idx="140">
                <c:v>1.283387195849231</c:v>
              </c:pt>
              <c:pt idx="141">
                <c:v>1.283387195849231</c:v>
              </c:pt>
              <c:pt idx="142">
                <c:v>1.283387195849231</c:v>
              </c:pt>
              <c:pt idx="143">
                <c:v>1.283387195849231</c:v>
              </c:pt>
              <c:pt idx="144">
                <c:v>1.283387195849231</c:v>
              </c:pt>
              <c:pt idx="145">
                <c:v>1.283387195849231</c:v>
              </c:pt>
              <c:pt idx="146">
                <c:v>1.283387195849231</c:v>
              </c:pt>
              <c:pt idx="147">
                <c:v>1.283387195849231</c:v>
              </c:pt>
              <c:pt idx="148">
                <c:v>1.283387195849231</c:v>
              </c:pt>
              <c:pt idx="149">
                <c:v>1.283387195849231</c:v>
              </c:pt>
              <c:pt idx="150">
                <c:v>1.283387195849231</c:v>
              </c:pt>
              <c:pt idx="151">
                <c:v>1.283387195849231</c:v>
              </c:pt>
              <c:pt idx="152">
                <c:v>1.283387195849231</c:v>
              </c:pt>
              <c:pt idx="153">
                <c:v>1.283387195849231</c:v>
              </c:pt>
              <c:pt idx="154">
                <c:v>1.283387195849231</c:v>
              </c:pt>
              <c:pt idx="155">
                <c:v>1.283387195849231</c:v>
              </c:pt>
              <c:pt idx="156">
                <c:v>1.283387195849231</c:v>
              </c:pt>
              <c:pt idx="157">
                <c:v>1.283387195849231</c:v>
              </c:pt>
              <c:pt idx="158">
                <c:v>1.283387195849231</c:v>
              </c:pt>
              <c:pt idx="159">
                <c:v>1.283387195849231</c:v>
              </c:pt>
              <c:pt idx="160">
                <c:v>1.283387195849231</c:v>
              </c:pt>
              <c:pt idx="161">
                <c:v>1.283387195849231</c:v>
              </c:pt>
              <c:pt idx="162">
                <c:v>1.283387195849231</c:v>
              </c:pt>
              <c:pt idx="163">
                <c:v>1.283387195849231</c:v>
              </c:pt>
              <c:pt idx="164">
                <c:v>1.283387195849231</c:v>
              </c:pt>
              <c:pt idx="165">
                <c:v>1.283387195849231</c:v>
              </c:pt>
              <c:pt idx="166">
                <c:v>1.283387195849231</c:v>
              </c:pt>
              <c:pt idx="167">
                <c:v>1.283387195849231</c:v>
              </c:pt>
              <c:pt idx="168">
                <c:v>1.283387195849231</c:v>
              </c:pt>
              <c:pt idx="169">
                <c:v>1.283387195849231</c:v>
              </c:pt>
              <c:pt idx="170">
                <c:v>1.283387195849231</c:v>
              </c:pt>
              <c:pt idx="171">
                <c:v>1.283387195849231</c:v>
              </c:pt>
              <c:pt idx="172">
                <c:v>1.283387195849231</c:v>
              </c:pt>
              <c:pt idx="173">
                <c:v>1.283387195849231</c:v>
              </c:pt>
              <c:pt idx="174">
                <c:v>1.283387195849231</c:v>
              </c:pt>
              <c:pt idx="175">
                <c:v>1.283387195849231</c:v>
              </c:pt>
              <c:pt idx="176">
                <c:v>1.283387195849231</c:v>
              </c:pt>
              <c:pt idx="177">
                <c:v>1.283387195849231</c:v>
              </c:pt>
              <c:pt idx="178">
                <c:v>1.283387195849231</c:v>
              </c:pt>
              <c:pt idx="179">
                <c:v>1.283387195849231</c:v>
              </c:pt>
              <c:pt idx="180">
                <c:v>1.283387195849231</c:v>
              </c:pt>
              <c:pt idx="181">
                <c:v>1.283387195849231</c:v>
              </c:pt>
              <c:pt idx="182">
                <c:v>1.283387195849231</c:v>
              </c:pt>
              <c:pt idx="183">
                <c:v>1.283387195849231</c:v>
              </c:pt>
              <c:pt idx="184">
                <c:v>1.283387195849231</c:v>
              </c:pt>
              <c:pt idx="185">
                <c:v>1.283387195849231</c:v>
              </c:pt>
              <c:pt idx="186">
                <c:v>1.283387195849231</c:v>
              </c:pt>
              <c:pt idx="187">
                <c:v>1.283387195849231</c:v>
              </c:pt>
              <c:pt idx="188">
                <c:v>1.283387195849231</c:v>
              </c:pt>
              <c:pt idx="189">
                <c:v>1.283387195849231</c:v>
              </c:pt>
              <c:pt idx="190">
                <c:v>1.283387195849231</c:v>
              </c:pt>
              <c:pt idx="191">
                <c:v>1.283387195849231</c:v>
              </c:pt>
              <c:pt idx="192">
                <c:v>1.283387195849231</c:v>
              </c:pt>
              <c:pt idx="193">
                <c:v>1.283387195849231</c:v>
              </c:pt>
              <c:pt idx="194">
                <c:v>1.283387195849231</c:v>
              </c:pt>
              <c:pt idx="195">
                <c:v>1.283387195849231</c:v>
              </c:pt>
              <c:pt idx="196">
                <c:v>1.283387195849231</c:v>
              </c:pt>
              <c:pt idx="197">
                <c:v>1.283387195849231</c:v>
              </c:pt>
              <c:pt idx="198">
                <c:v>1.283387195849231</c:v>
              </c:pt>
              <c:pt idx="199">
                <c:v>1.283387195849231</c:v>
              </c:pt>
              <c:pt idx="200">
                <c:v>1.283387195849231</c:v>
              </c:pt>
              <c:pt idx="201">
                <c:v>1.283387195849231</c:v>
              </c:pt>
              <c:pt idx="202">
                <c:v>1.283387195849231</c:v>
              </c:pt>
              <c:pt idx="203">
                <c:v>1.283387195849231</c:v>
              </c:pt>
              <c:pt idx="204">
                <c:v>1.283387195849231</c:v>
              </c:pt>
              <c:pt idx="205">
                <c:v>1.283387195849231</c:v>
              </c:pt>
              <c:pt idx="206">
                <c:v>1.283387195849231</c:v>
              </c:pt>
              <c:pt idx="207">
                <c:v>1.283387195849231</c:v>
              </c:pt>
              <c:pt idx="208">
                <c:v>1.283387195849231</c:v>
              </c:pt>
              <c:pt idx="209">
                <c:v>1.283387195849231</c:v>
              </c:pt>
              <c:pt idx="210">
                <c:v>1.283387195849231</c:v>
              </c:pt>
              <c:pt idx="211">
                <c:v>1.283387195849231</c:v>
              </c:pt>
              <c:pt idx="212">
                <c:v>1.283387195849231</c:v>
              </c:pt>
              <c:pt idx="213">
                <c:v>1.283387195849231</c:v>
              </c:pt>
              <c:pt idx="214">
                <c:v>1.283387195849231</c:v>
              </c:pt>
              <c:pt idx="215">
                <c:v>1.283387195849231</c:v>
              </c:pt>
              <c:pt idx="216">
                <c:v>1.283387195849231</c:v>
              </c:pt>
              <c:pt idx="217">
                <c:v>1.283387195849231</c:v>
              </c:pt>
              <c:pt idx="218">
                <c:v>1.283387195849231</c:v>
              </c:pt>
              <c:pt idx="219">
                <c:v>1.283387195849231</c:v>
              </c:pt>
              <c:pt idx="220">
                <c:v>1.283387195849231</c:v>
              </c:pt>
              <c:pt idx="221">
                <c:v>1.283387195849231</c:v>
              </c:pt>
              <c:pt idx="222">
                <c:v>1.283387195849231</c:v>
              </c:pt>
              <c:pt idx="223">
                <c:v>1.283387195849231</c:v>
              </c:pt>
              <c:pt idx="224">
                <c:v>1.283387195849231</c:v>
              </c:pt>
              <c:pt idx="225">
                <c:v>1.283387195849231</c:v>
              </c:pt>
              <c:pt idx="226">
                <c:v>1.283387195849231</c:v>
              </c:pt>
              <c:pt idx="227">
                <c:v>1.283387195849231</c:v>
              </c:pt>
              <c:pt idx="228">
                <c:v>1.283387195849231</c:v>
              </c:pt>
              <c:pt idx="229">
                <c:v>1.283387195849231</c:v>
              </c:pt>
              <c:pt idx="230">
                <c:v>1.283387195849231</c:v>
              </c:pt>
              <c:pt idx="231">
                <c:v>1.283387195849231</c:v>
              </c:pt>
              <c:pt idx="232">
                <c:v>1.283387195849231</c:v>
              </c:pt>
              <c:pt idx="233">
                <c:v>1.283387195849231</c:v>
              </c:pt>
              <c:pt idx="234">
                <c:v>1.283387195849231</c:v>
              </c:pt>
              <c:pt idx="235">
                <c:v>1.283387195849231</c:v>
              </c:pt>
              <c:pt idx="236">
                <c:v>1.283387195849231</c:v>
              </c:pt>
              <c:pt idx="237">
                <c:v>1.283387195849231</c:v>
              </c:pt>
              <c:pt idx="238">
                <c:v>1.283387195849231</c:v>
              </c:pt>
              <c:pt idx="239">
                <c:v>1.283387195849231</c:v>
              </c:pt>
              <c:pt idx="240">
                <c:v>1.283387195849231</c:v>
              </c:pt>
              <c:pt idx="241">
                <c:v>1.283387195849231</c:v>
              </c:pt>
              <c:pt idx="242">
                <c:v>1.283387195849231</c:v>
              </c:pt>
              <c:pt idx="243">
                <c:v>1.283387195849231</c:v>
              </c:pt>
              <c:pt idx="244">
                <c:v>1.283387195849231</c:v>
              </c:pt>
              <c:pt idx="245">
                <c:v>1.283387195849231</c:v>
              </c:pt>
              <c:pt idx="246">
                <c:v>1.283387195849231</c:v>
              </c:pt>
              <c:pt idx="247">
                <c:v>1.283387195849231</c:v>
              </c:pt>
              <c:pt idx="248">
                <c:v>1.283387195849231</c:v>
              </c:pt>
              <c:pt idx="249">
                <c:v>1.283387195849231</c:v>
              </c:pt>
              <c:pt idx="250">
                <c:v>1.283387195849231</c:v>
              </c:pt>
              <c:pt idx="251">
                <c:v>1.283387195849231</c:v>
              </c:pt>
              <c:pt idx="252">
                <c:v>1.283387195849231</c:v>
              </c:pt>
              <c:pt idx="253">
                <c:v>1.283387195849231</c:v>
              </c:pt>
              <c:pt idx="254">
                <c:v>1.283387195849231</c:v>
              </c:pt>
              <c:pt idx="255">
                <c:v>1.283387195849231</c:v>
              </c:pt>
              <c:pt idx="256">
                <c:v>1.283387195849231</c:v>
              </c:pt>
              <c:pt idx="257">
                <c:v>1.283387195849231</c:v>
              </c:pt>
              <c:pt idx="258">
                <c:v>1.283387195849231</c:v>
              </c:pt>
              <c:pt idx="259">
                <c:v>1.283387195849231</c:v>
              </c:pt>
              <c:pt idx="260">
                <c:v>1.283387195849231</c:v>
              </c:pt>
              <c:pt idx="261">
                <c:v>1.283387195849231</c:v>
              </c:pt>
              <c:pt idx="262">
                <c:v>1.283387195849231</c:v>
              </c:pt>
              <c:pt idx="263">
                <c:v>1.283387195849231</c:v>
              </c:pt>
              <c:pt idx="264">
                <c:v>1.283387195849231</c:v>
              </c:pt>
              <c:pt idx="265">
                <c:v>1.283387195849231</c:v>
              </c:pt>
              <c:pt idx="266">
                <c:v>1.283387195849231</c:v>
              </c:pt>
              <c:pt idx="267">
                <c:v>1.283387195849231</c:v>
              </c:pt>
              <c:pt idx="268">
                <c:v>1.283387195849231</c:v>
              </c:pt>
              <c:pt idx="269">
                <c:v>1.283387195849231</c:v>
              </c:pt>
              <c:pt idx="270">
                <c:v>1.283387195849231</c:v>
              </c:pt>
              <c:pt idx="271">
                <c:v>1.283387195849231</c:v>
              </c:pt>
              <c:pt idx="272">
                <c:v>1.283387195849231</c:v>
              </c:pt>
              <c:pt idx="273">
                <c:v>1.283387195849231</c:v>
              </c:pt>
              <c:pt idx="274">
                <c:v>1.283387195849231</c:v>
              </c:pt>
              <c:pt idx="275">
                <c:v>1.283387195849231</c:v>
              </c:pt>
              <c:pt idx="276">
                <c:v>1.283387195849231</c:v>
              </c:pt>
              <c:pt idx="277">
                <c:v>1.283387195849231</c:v>
              </c:pt>
              <c:pt idx="278">
                <c:v>1.283387195849231</c:v>
              </c:pt>
              <c:pt idx="279">
                <c:v>1.283387195849231</c:v>
              </c:pt>
              <c:pt idx="280">
                <c:v>1.283387195849231</c:v>
              </c:pt>
              <c:pt idx="281">
                <c:v>1.283387195849231</c:v>
              </c:pt>
              <c:pt idx="282">
                <c:v>1.283387195849231</c:v>
              </c:pt>
              <c:pt idx="283">
                <c:v>1.283387195849231</c:v>
              </c:pt>
              <c:pt idx="284">
                <c:v>1.283387195849231</c:v>
              </c:pt>
              <c:pt idx="285">
                <c:v>1.283387195849231</c:v>
              </c:pt>
              <c:pt idx="286">
                <c:v>1.283387195849231</c:v>
              </c:pt>
              <c:pt idx="287">
                <c:v>1.283387195849231</c:v>
              </c:pt>
              <c:pt idx="288">
                <c:v>1.283387195849231</c:v>
              </c:pt>
              <c:pt idx="289">
                <c:v>1.283387195849231</c:v>
              </c:pt>
              <c:pt idx="290">
                <c:v>1.283387195849231</c:v>
              </c:pt>
              <c:pt idx="291">
                <c:v>1.283387195849231</c:v>
              </c:pt>
              <c:pt idx="292">
                <c:v>1.283387195849231</c:v>
              </c:pt>
              <c:pt idx="293">
                <c:v>1.283387195849231</c:v>
              </c:pt>
              <c:pt idx="294">
                <c:v>1.283387195849231</c:v>
              </c:pt>
              <c:pt idx="295">
                <c:v>1.283387195849231</c:v>
              </c:pt>
              <c:pt idx="296">
                <c:v>1.283387195849231</c:v>
              </c:pt>
              <c:pt idx="297">
                <c:v>1.283387195849231</c:v>
              </c:pt>
              <c:pt idx="298">
                <c:v>1.283387195849231</c:v>
              </c:pt>
              <c:pt idx="299">
                <c:v>1.283387195849231</c:v>
              </c:pt>
              <c:pt idx="300">
                <c:v>1.283387195849231</c:v>
              </c:pt>
              <c:pt idx="301">
                <c:v>1.283387195849231</c:v>
              </c:pt>
              <c:pt idx="302">
                <c:v>1.283387195849231</c:v>
              </c:pt>
              <c:pt idx="303">
                <c:v>1.283387195849231</c:v>
              </c:pt>
              <c:pt idx="304">
                <c:v>1.283387195849231</c:v>
              </c:pt>
              <c:pt idx="305">
                <c:v>1.283387195849231</c:v>
              </c:pt>
              <c:pt idx="306">
                <c:v>1.283387195849231</c:v>
              </c:pt>
              <c:pt idx="307">
                <c:v>1.283387195849231</c:v>
              </c:pt>
              <c:pt idx="308">
                <c:v>1.283387195849231</c:v>
              </c:pt>
              <c:pt idx="309">
                <c:v>1.283387195849231</c:v>
              </c:pt>
              <c:pt idx="310">
                <c:v>1.283387195849231</c:v>
              </c:pt>
              <c:pt idx="311">
                <c:v>1.283387195849231</c:v>
              </c:pt>
              <c:pt idx="312">
                <c:v>1.283387195849231</c:v>
              </c:pt>
              <c:pt idx="313">
                <c:v>1.283387195849231</c:v>
              </c:pt>
              <c:pt idx="314">
                <c:v>1.283387195849231</c:v>
              </c:pt>
              <c:pt idx="315">
                <c:v>1.283387195849231</c:v>
              </c:pt>
              <c:pt idx="316">
                <c:v>1.283387195849231</c:v>
              </c:pt>
              <c:pt idx="317">
                <c:v>1.283387195849231</c:v>
              </c:pt>
              <c:pt idx="318">
                <c:v>1.283387195849231</c:v>
              </c:pt>
              <c:pt idx="319">
                <c:v>1.283387195849231</c:v>
              </c:pt>
              <c:pt idx="320">
                <c:v>1.283387195849231</c:v>
              </c:pt>
              <c:pt idx="321">
                <c:v>1.283387195849231</c:v>
              </c:pt>
              <c:pt idx="322">
                <c:v>1.283387195849231</c:v>
              </c:pt>
              <c:pt idx="323">
                <c:v>1.283387195849231</c:v>
              </c:pt>
              <c:pt idx="324">
                <c:v>1.283387195849231</c:v>
              </c:pt>
              <c:pt idx="325">
                <c:v>1.283387195849231</c:v>
              </c:pt>
              <c:pt idx="326">
                <c:v>1.283387195849231</c:v>
              </c:pt>
              <c:pt idx="327">
                <c:v>1.283387195849231</c:v>
              </c:pt>
              <c:pt idx="328">
                <c:v>1.283387195849231</c:v>
              </c:pt>
              <c:pt idx="329">
                <c:v>1.283387195849231</c:v>
              </c:pt>
              <c:pt idx="330">
                <c:v>1.283387195849231</c:v>
              </c:pt>
              <c:pt idx="331">
                <c:v>1.283387195849231</c:v>
              </c:pt>
              <c:pt idx="332">
                <c:v>1.283387195849231</c:v>
              </c:pt>
              <c:pt idx="333">
                <c:v>1.283387195849231</c:v>
              </c:pt>
              <c:pt idx="334">
                <c:v>1.283387195849231</c:v>
              </c:pt>
              <c:pt idx="335">
                <c:v>1.283387195849231</c:v>
              </c:pt>
              <c:pt idx="336">
                <c:v>1.283387195849231</c:v>
              </c:pt>
              <c:pt idx="337">
                <c:v>1.283387195849231</c:v>
              </c:pt>
              <c:pt idx="338">
                <c:v>1.283387195849231</c:v>
              </c:pt>
              <c:pt idx="339">
                <c:v>1.283387195849231</c:v>
              </c:pt>
              <c:pt idx="340">
                <c:v>1.283387195849231</c:v>
              </c:pt>
              <c:pt idx="341">
                <c:v>1.283387195849231</c:v>
              </c:pt>
              <c:pt idx="342">
                <c:v>1.283387195849231</c:v>
              </c:pt>
              <c:pt idx="343">
                <c:v>1.283387195849231</c:v>
              </c:pt>
              <c:pt idx="344">
                <c:v>1.283387195849231</c:v>
              </c:pt>
              <c:pt idx="345">
                <c:v>1.283387195849231</c:v>
              </c:pt>
              <c:pt idx="346">
                <c:v>1.283387195849231</c:v>
              </c:pt>
              <c:pt idx="347">
                <c:v>1.283387195849231</c:v>
              </c:pt>
              <c:pt idx="348">
                <c:v>1.283387195849231</c:v>
              </c:pt>
              <c:pt idx="349">
                <c:v>1.283387195849231</c:v>
              </c:pt>
              <c:pt idx="350">
                <c:v>1.283387195849231</c:v>
              </c:pt>
              <c:pt idx="351">
                <c:v>1.283387195849231</c:v>
              </c:pt>
              <c:pt idx="352">
                <c:v>1.283387195849231</c:v>
              </c:pt>
              <c:pt idx="353">
                <c:v>1.283387195849231</c:v>
              </c:pt>
              <c:pt idx="354">
                <c:v>1.283387195849231</c:v>
              </c:pt>
              <c:pt idx="355">
                <c:v>1.283387195849231</c:v>
              </c:pt>
              <c:pt idx="356">
                <c:v>1.283387195849231</c:v>
              </c:pt>
              <c:pt idx="357">
                <c:v>1.283387195849231</c:v>
              </c:pt>
              <c:pt idx="358">
                <c:v>1.283387195849231</c:v>
              </c:pt>
              <c:pt idx="359">
                <c:v>1.283387195849231</c:v>
              </c:pt>
              <c:pt idx="360">
                <c:v>1.283387195849231</c:v>
              </c:pt>
              <c:pt idx="361">
                <c:v>1.283387195849231</c:v>
              </c:pt>
              <c:pt idx="362">
                <c:v>1.283387195849231</c:v>
              </c:pt>
              <c:pt idx="363">
                <c:v>1.283387195849231</c:v>
              </c:pt>
              <c:pt idx="364">
                <c:v>1.283387195849231</c:v>
              </c:pt>
              <c:pt idx="365">
                <c:v>1.283387195849231</c:v>
              </c:pt>
              <c:pt idx="366">
                <c:v>1.283387195849231</c:v>
              </c:pt>
              <c:pt idx="367">
                <c:v>1.283387195849231</c:v>
              </c:pt>
              <c:pt idx="368">
                <c:v>1.283387195849231</c:v>
              </c:pt>
              <c:pt idx="369">
                <c:v>1.283387195849231</c:v>
              </c:pt>
              <c:pt idx="370">
                <c:v>1.283387195849231</c:v>
              </c:pt>
              <c:pt idx="371">
                <c:v>1.283387195849231</c:v>
              </c:pt>
              <c:pt idx="372">
                <c:v>1.283387195849231</c:v>
              </c:pt>
              <c:pt idx="373">
                <c:v>1.283387195849231</c:v>
              </c:pt>
              <c:pt idx="374">
                <c:v>1.283387195849231</c:v>
              </c:pt>
              <c:pt idx="375">
                <c:v>1.283387195849231</c:v>
              </c:pt>
              <c:pt idx="376">
                <c:v>1.283387195849231</c:v>
              </c:pt>
              <c:pt idx="377">
                <c:v>1.283387195849231</c:v>
              </c:pt>
              <c:pt idx="378">
                <c:v>1.283387195849231</c:v>
              </c:pt>
              <c:pt idx="379">
                <c:v>1.283387195849231</c:v>
              </c:pt>
              <c:pt idx="380">
                <c:v>1.283387195849231</c:v>
              </c:pt>
              <c:pt idx="381">
                <c:v>1.283387195849231</c:v>
              </c:pt>
              <c:pt idx="382">
                <c:v>1.283387195849231</c:v>
              </c:pt>
              <c:pt idx="383">
                <c:v>1.283387195849231</c:v>
              </c:pt>
              <c:pt idx="384">
                <c:v>1.283387195849231</c:v>
              </c:pt>
              <c:pt idx="385">
                <c:v>1.283387195849231</c:v>
              </c:pt>
              <c:pt idx="386">
                <c:v>1.283387195849231</c:v>
              </c:pt>
              <c:pt idx="387">
                <c:v>1.283387195849231</c:v>
              </c:pt>
              <c:pt idx="388">
                <c:v>1.283387195849231</c:v>
              </c:pt>
              <c:pt idx="389">
                <c:v>1.283387195849231</c:v>
              </c:pt>
              <c:pt idx="390">
                <c:v>1.283387195849231</c:v>
              </c:pt>
              <c:pt idx="391">
                <c:v>1.283387195849231</c:v>
              </c:pt>
              <c:pt idx="392">
                <c:v>1.283387195849231</c:v>
              </c:pt>
              <c:pt idx="393">
                <c:v>1.283387195849231</c:v>
              </c:pt>
              <c:pt idx="394">
                <c:v>1.283387195849231</c:v>
              </c:pt>
              <c:pt idx="395">
                <c:v>1.283387195849231</c:v>
              </c:pt>
              <c:pt idx="396">
                <c:v>1.283387195849231</c:v>
              </c:pt>
              <c:pt idx="397">
                <c:v>1.283387195849231</c:v>
              </c:pt>
              <c:pt idx="398">
                <c:v>1.283387195849231</c:v>
              </c:pt>
              <c:pt idx="399">
                <c:v>1.283387195849231</c:v>
              </c:pt>
              <c:pt idx="400">
                <c:v>1.283387195849231</c:v>
              </c:pt>
              <c:pt idx="401">
                <c:v>1.283387195849231</c:v>
              </c:pt>
              <c:pt idx="402">
                <c:v>1.283387195849231</c:v>
              </c:pt>
              <c:pt idx="403">
                <c:v>1.283387195849231</c:v>
              </c:pt>
              <c:pt idx="404">
                <c:v>1.283387195849231</c:v>
              </c:pt>
              <c:pt idx="405">
                <c:v>1.283387195849231</c:v>
              </c:pt>
              <c:pt idx="406">
                <c:v>1.283387195849231</c:v>
              </c:pt>
              <c:pt idx="407">
                <c:v>1.283387195849231</c:v>
              </c:pt>
              <c:pt idx="408">
                <c:v>1.283387195849231</c:v>
              </c:pt>
              <c:pt idx="409">
                <c:v>1.283387195849231</c:v>
              </c:pt>
              <c:pt idx="410">
                <c:v>1.283387195849231</c:v>
              </c:pt>
              <c:pt idx="411">
                <c:v>1.283387195849231</c:v>
              </c:pt>
            </c:numLit>
          </c:yVal>
          <c:smooth val="0"/>
        </c:ser>
        <c:ser>
          <c:idx val="3"/>
          <c:order val="3"/>
          <c:tx>
            <c:v>Same-order filling improvement</c:v>
          </c:tx>
          <c:spPr>
            <a:noFill xmlns:a="http://schemas.openxmlformats.org/drawingml/2006/main"/>
            <a:ln xmlns:a="http://schemas.openxmlformats.org/drawingml/2006/main" w="7620">
              <a:solidFill>
                <a:srgbClr val="009E73"/>
              </a:solidFill>
              <a:prstDash val="solid"/>
            </a:ln>
          </c:spPr>
          <c:marker>
            <c:symbol val="none"/>
            <c:size val="7"/>
            <c:spPr>
              <a:solidFill xmlns:a="http://schemas.openxmlformats.org/drawingml/2006/main">
                <a:srgbClr val="009E73"/>
              </a:solidFill>
            </c:spPr>
          </c:marker>
          <c:xVal>
            <c:numLit>
              <c:formatCode>General</c:formatCode>
              <c:ptCount val="412"/>
              <c:pt idx="0">
                <c:v>1.051613481748875</c:v>
              </c:pt>
              <c:pt idx="1">
                <c:v>2.10322696349775</c:v>
              </c:pt>
              <c:pt idx="2">
                <c:v>2.10322696349775</c:v>
              </c:pt>
              <c:pt idx="3">
                <c:v>2.10322696349775</c:v>
              </c:pt>
              <c:pt idx="4">
                <c:v>2.10322696349775</c:v>
              </c:pt>
              <c:pt idx="5">
                <c:v>2.10322696349775</c:v>
              </c:pt>
              <c:pt idx="6">
                <c:v>2.10322696349775</c:v>
              </c:pt>
              <c:pt idx="7">
                <c:v>2.10322696349775</c:v>
              </c:pt>
              <c:pt idx="8">
                <c:v>2.10322696349775</c:v>
              </c:pt>
              <c:pt idx="9">
                <c:v>2.10322696349775</c:v>
              </c:pt>
              <c:pt idx="10">
                <c:v>2.10322696349775</c:v>
              </c:pt>
              <c:pt idx="11">
                <c:v>2.10322696349775</c:v>
              </c:pt>
              <c:pt idx="12">
                <c:v>2.10322696349775</c:v>
              </c:pt>
              <c:pt idx="13">
                <c:v>2.10322696349775</c:v>
              </c:pt>
              <c:pt idx="14">
                <c:v>2.10322696349775</c:v>
              </c:pt>
              <c:pt idx="15">
                <c:v>2.10322696349775</c:v>
              </c:pt>
              <c:pt idx="16">
                <c:v>2.10322696349775</c:v>
              </c:pt>
              <c:pt idx="17">
                <c:v>2.10322696349775</c:v>
              </c:pt>
              <c:pt idx="18">
                <c:v>2.10322696349775</c:v>
              </c:pt>
              <c:pt idx="19">
                <c:v>2.10322696349775</c:v>
              </c:pt>
              <c:pt idx="20">
                <c:v>2.10322696349775</c:v>
              </c:pt>
              <c:pt idx="21">
                <c:v>2.10322696349775</c:v>
              </c:pt>
              <c:pt idx="22">
                <c:v>2.10322696349775</c:v>
              </c:pt>
              <c:pt idx="23">
                <c:v>2.10322696349775</c:v>
              </c:pt>
              <c:pt idx="24">
                <c:v>2.10322696349775</c:v>
              </c:pt>
              <c:pt idx="25">
                <c:v>2.10322696349775</c:v>
              </c:pt>
              <c:pt idx="26">
                <c:v>2.10322696349775</c:v>
              </c:pt>
              <c:pt idx="27">
                <c:v>2.10322696349775</c:v>
              </c:pt>
              <c:pt idx="28">
                <c:v>2.10322696349775</c:v>
              </c:pt>
              <c:pt idx="29">
                <c:v>2.10322696349775</c:v>
              </c:pt>
              <c:pt idx="30">
                <c:v>2.10322696349775</c:v>
              </c:pt>
              <c:pt idx="31">
                <c:v>2.10322696349775</c:v>
              </c:pt>
              <c:pt idx="32">
                <c:v>2.10322696349775</c:v>
              </c:pt>
              <c:pt idx="33">
                <c:v>2.10322696349775</c:v>
              </c:pt>
              <c:pt idx="34">
                <c:v>2.10322696349775</c:v>
              </c:pt>
              <c:pt idx="35">
                <c:v>2.10322696349775</c:v>
              </c:pt>
              <c:pt idx="36">
                <c:v>2.10322696349775</c:v>
              </c:pt>
              <c:pt idx="37">
                <c:v>2.10322696349775</c:v>
              </c:pt>
              <c:pt idx="38">
                <c:v>2.10322696349775</c:v>
              </c:pt>
              <c:pt idx="39">
                <c:v>2.10322696349775</c:v>
              </c:pt>
              <c:pt idx="40">
                <c:v>2.10322696349775</c:v>
              </c:pt>
              <c:pt idx="41">
                <c:v>2.10322696349775</c:v>
              </c:pt>
              <c:pt idx="42">
                <c:v>2.10322696349775</c:v>
              </c:pt>
              <c:pt idx="43">
                <c:v>2.10322696349775</c:v>
              </c:pt>
              <c:pt idx="44">
                <c:v>2.10322696349775</c:v>
              </c:pt>
              <c:pt idx="45">
                <c:v>2.10322696349775</c:v>
              </c:pt>
              <c:pt idx="46">
                <c:v>2.10322696349775</c:v>
              </c:pt>
              <c:pt idx="47">
                <c:v>2.10322696349775</c:v>
              </c:pt>
              <c:pt idx="48">
                <c:v>2.10322696349775</c:v>
              </c:pt>
              <c:pt idx="49">
                <c:v>2.10322696349775</c:v>
              </c:pt>
              <c:pt idx="50">
                <c:v>2.10322696349775</c:v>
              </c:pt>
              <c:pt idx="51">
                <c:v>2.10322696349775</c:v>
              </c:pt>
              <c:pt idx="52">
                <c:v>2.10322696349775</c:v>
              </c:pt>
              <c:pt idx="53">
                <c:v>2.10322696349775</c:v>
              </c:pt>
              <c:pt idx="54">
                <c:v>2.10322696349775</c:v>
              </c:pt>
              <c:pt idx="55">
                <c:v>2.10322696349775</c:v>
              </c:pt>
              <c:pt idx="56">
                <c:v>2.10322696349775</c:v>
              </c:pt>
              <c:pt idx="57">
                <c:v>2.10322696349775</c:v>
              </c:pt>
              <c:pt idx="58">
                <c:v>2.10322696349775</c:v>
              </c:pt>
              <c:pt idx="59">
                <c:v>2.10322696349775</c:v>
              </c:pt>
              <c:pt idx="60">
                <c:v>2.10322696349775</c:v>
              </c:pt>
              <c:pt idx="61">
                <c:v>2.10322696349775</c:v>
              </c:pt>
              <c:pt idx="62">
                <c:v>2.10322696349775</c:v>
              </c:pt>
              <c:pt idx="63">
                <c:v>2.10322696349775</c:v>
              </c:pt>
              <c:pt idx="64">
                <c:v>2.10322696349775</c:v>
              </c:pt>
              <c:pt idx="65">
                <c:v>2.10322696349775</c:v>
              </c:pt>
              <c:pt idx="66">
                <c:v>2.10322696349775</c:v>
              </c:pt>
              <c:pt idx="67">
                <c:v>2.10322696349775</c:v>
              </c:pt>
              <c:pt idx="68">
                <c:v>2.10322696349775</c:v>
              </c:pt>
              <c:pt idx="69">
                <c:v>2.10322696349775</c:v>
              </c:pt>
              <c:pt idx="70">
                <c:v>2.10322696349775</c:v>
              </c:pt>
              <c:pt idx="71">
                <c:v>2.10322696349775</c:v>
              </c:pt>
              <c:pt idx="72">
                <c:v>2.10322696349775</c:v>
              </c:pt>
              <c:pt idx="73">
                <c:v>2.10322696349775</c:v>
              </c:pt>
              <c:pt idx="74">
                <c:v>2.10322696349775</c:v>
              </c:pt>
              <c:pt idx="75">
                <c:v>2.10322696349775</c:v>
              </c:pt>
              <c:pt idx="76">
                <c:v>2.10322696349775</c:v>
              </c:pt>
              <c:pt idx="77">
                <c:v>2.10322696349775</c:v>
              </c:pt>
              <c:pt idx="78">
                <c:v>2.10322696349775</c:v>
              </c:pt>
              <c:pt idx="79">
                <c:v>2.10322696349775</c:v>
              </c:pt>
              <c:pt idx="80">
                <c:v>2.10322696349775</c:v>
              </c:pt>
              <c:pt idx="81">
                <c:v>2.10322696349775</c:v>
              </c:pt>
              <c:pt idx="82">
                <c:v>2.10322696349775</c:v>
              </c:pt>
              <c:pt idx="83">
                <c:v>2.10322696349775</c:v>
              </c:pt>
              <c:pt idx="84">
                <c:v>2.10322696349775</c:v>
              </c:pt>
              <c:pt idx="85">
                <c:v>2.10322696349775</c:v>
              </c:pt>
              <c:pt idx="86">
                <c:v>2.10322696349775</c:v>
              </c:pt>
              <c:pt idx="87">
                <c:v>2.10322696349775</c:v>
              </c:pt>
              <c:pt idx="88">
                <c:v>2.10322696349775</c:v>
              </c:pt>
              <c:pt idx="89">
                <c:v>2.10322696349775</c:v>
              </c:pt>
              <c:pt idx="90">
                <c:v>2.10322696349775</c:v>
              </c:pt>
              <c:pt idx="91">
                <c:v>2.10322696349775</c:v>
              </c:pt>
              <c:pt idx="92">
                <c:v>2.10322696349775</c:v>
              </c:pt>
              <c:pt idx="93">
                <c:v>2.10322696349775</c:v>
              </c:pt>
              <c:pt idx="94">
                <c:v>2.10322696349775</c:v>
              </c:pt>
              <c:pt idx="95">
                <c:v>2.10322696349775</c:v>
              </c:pt>
              <c:pt idx="96">
                <c:v>2.10322696349775</c:v>
              </c:pt>
              <c:pt idx="97">
                <c:v>2.10322696349775</c:v>
              </c:pt>
              <c:pt idx="98">
                <c:v>2.10322696349775</c:v>
              </c:pt>
              <c:pt idx="99">
                <c:v>2.10322696349775</c:v>
              </c:pt>
              <c:pt idx="100">
                <c:v>2.10322696349775</c:v>
              </c:pt>
              <c:pt idx="101">
                <c:v>2.10322696349775</c:v>
              </c:pt>
              <c:pt idx="102">
                <c:v>2.10322696349775</c:v>
              </c:pt>
              <c:pt idx="103">
                <c:v>2.10322696349775</c:v>
              </c:pt>
              <c:pt idx="104">
                <c:v>2.10322696349775</c:v>
              </c:pt>
              <c:pt idx="105">
                <c:v>2.10322696349775</c:v>
              </c:pt>
              <c:pt idx="106">
                <c:v>2.10322696349775</c:v>
              </c:pt>
              <c:pt idx="107">
                <c:v>2.10322696349775</c:v>
              </c:pt>
              <c:pt idx="108">
                <c:v>2.10322696349775</c:v>
              </c:pt>
              <c:pt idx="109">
                <c:v>2.10322696349775</c:v>
              </c:pt>
              <c:pt idx="110">
                <c:v>2.10322696349775</c:v>
              </c:pt>
              <c:pt idx="111">
                <c:v>2.10322696349775</c:v>
              </c:pt>
              <c:pt idx="112">
                <c:v>2.10322696349775</c:v>
              </c:pt>
              <c:pt idx="113">
                <c:v>2.10322696349775</c:v>
              </c:pt>
              <c:pt idx="114">
                <c:v>2.10322696349775</c:v>
              </c:pt>
              <c:pt idx="115">
                <c:v>2.10322696349775</c:v>
              </c:pt>
              <c:pt idx="116">
                <c:v>2.10322696349775</c:v>
              </c:pt>
              <c:pt idx="117">
                <c:v>2.10322696349775</c:v>
              </c:pt>
              <c:pt idx="118">
                <c:v>2.10322696349775</c:v>
              </c:pt>
              <c:pt idx="119">
                <c:v>2.10322696349775</c:v>
              </c:pt>
              <c:pt idx="120">
                <c:v>2.10322696349775</c:v>
              </c:pt>
              <c:pt idx="121">
                <c:v>2.10322696349775</c:v>
              </c:pt>
              <c:pt idx="122">
                <c:v>2.10322696349775</c:v>
              </c:pt>
              <c:pt idx="123">
                <c:v>2.10322696349775</c:v>
              </c:pt>
              <c:pt idx="124">
                <c:v>2.10322696349775</c:v>
              </c:pt>
              <c:pt idx="125">
                <c:v>2.10322696349775</c:v>
              </c:pt>
              <c:pt idx="126">
                <c:v>2.10322696349775</c:v>
              </c:pt>
              <c:pt idx="127">
                <c:v>2.10322696349775</c:v>
              </c:pt>
              <c:pt idx="128">
                <c:v>2.10322696349775</c:v>
              </c:pt>
              <c:pt idx="129">
                <c:v>2.10322696349775</c:v>
              </c:pt>
              <c:pt idx="130">
                <c:v>2.10322696349775</c:v>
              </c:pt>
              <c:pt idx="131">
                <c:v>2.10322696349775</c:v>
              </c:pt>
              <c:pt idx="132">
                <c:v>2.10322696349775</c:v>
              </c:pt>
              <c:pt idx="133">
                <c:v>2.10322696349775</c:v>
              </c:pt>
              <c:pt idx="134">
                <c:v>2.10322696349775</c:v>
              </c:pt>
              <c:pt idx="135">
                <c:v>2.10322696349775</c:v>
              </c:pt>
              <c:pt idx="136">
                <c:v>2.10322696349775</c:v>
              </c:pt>
              <c:pt idx="137">
                <c:v>2.10322696349775</c:v>
              </c:pt>
              <c:pt idx="138">
                <c:v>2.10322696349775</c:v>
              </c:pt>
              <c:pt idx="139">
                <c:v>2.10322696349775</c:v>
              </c:pt>
              <c:pt idx="140">
                <c:v>2.10322696349775</c:v>
              </c:pt>
              <c:pt idx="141">
                <c:v>2.10322696349775</c:v>
              </c:pt>
              <c:pt idx="142">
                <c:v>2.10322696349775</c:v>
              </c:pt>
              <c:pt idx="143">
                <c:v>2.10322696349775</c:v>
              </c:pt>
              <c:pt idx="144">
                <c:v>2.10322696349775</c:v>
              </c:pt>
              <c:pt idx="145">
                <c:v>2.10322696349775</c:v>
              </c:pt>
              <c:pt idx="146">
                <c:v>2.10322696349775</c:v>
              </c:pt>
              <c:pt idx="147">
                <c:v>2.10322696349775</c:v>
              </c:pt>
              <c:pt idx="148">
                <c:v>2.10322696349775</c:v>
              </c:pt>
              <c:pt idx="149">
                <c:v>2.10322696349775</c:v>
              </c:pt>
              <c:pt idx="150">
                <c:v>2.10322696349775</c:v>
              </c:pt>
              <c:pt idx="151">
                <c:v>2.10322696349775</c:v>
              </c:pt>
              <c:pt idx="152">
                <c:v>2.10322696349775</c:v>
              </c:pt>
              <c:pt idx="153">
                <c:v>2.10322696349775</c:v>
              </c:pt>
              <c:pt idx="154">
                <c:v>2.10322696349775</c:v>
              </c:pt>
              <c:pt idx="155">
                <c:v>2.10322696349775</c:v>
              </c:pt>
              <c:pt idx="156">
                <c:v>2.10322696349775</c:v>
              </c:pt>
              <c:pt idx="157">
                <c:v>2.10322696349775</c:v>
              </c:pt>
              <c:pt idx="158">
                <c:v>2.10322696349775</c:v>
              </c:pt>
              <c:pt idx="159">
                <c:v>2.10322696349775</c:v>
              </c:pt>
              <c:pt idx="160">
                <c:v>2.10322696349775</c:v>
              </c:pt>
              <c:pt idx="161">
                <c:v>2.10322696349775</c:v>
              </c:pt>
              <c:pt idx="162">
                <c:v>2.10322696349775</c:v>
              </c:pt>
              <c:pt idx="163">
                <c:v>2.10322696349775</c:v>
              </c:pt>
              <c:pt idx="164">
                <c:v>2.10322696349775</c:v>
              </c:pt>
              <c:pt idx="165">
                <c:v>2.10322696349775</c:v>
              </c:pt>
              <c:pt idx="166">
                <c:v>2.10322696349775</c:v>
              </c:pt>
              <c:pt idx="167">
                <c:v>2.10322696349775</c:v>
              </c:pt>
              <c:pt idx="168">
                <c:v>2.10322696349775</c:v>
              </c:pt>
              <c:pt idx="169">
                <c:v>2.10322696349775</c:v>
              </c:pt>
              <c:pt idx="170">
                <c:v>2.10322696349775</c:v>
              </c:pt>
              <c:pt idx="171">
                <c:v>2.10322696349775</c:v>
              </c:pt>
              <c:pt idx="172">
                <c:v>2.10322696349775</c:v>
              </c:pt>
              <c:pt idx="173">
                <c:v>2.10322696349775</c:v>
              </c:pt>
              <c:pt idx="174">
                <c:v>2.10322696349775</c:v>
              </c:pt>
              <c:pt idx="175">
                <c:v>2.10322696349775</c:v>
              </c:pt>
              <c:pt idx="176">
                <c:v>2.10322696349775</c:v>
              </c:pt>
              <c:pt idx="177">
                <c:v>2.10322696349775</c:v>
              </c:pt>
              <c:pt idx="178">
                <c:v>2.10322696349775</c:v>
              </c:pt>
              <c:pt idx="179">
                <c:v>2.10322696349775</c:v>
              </c:pt>
              <c:pt idx="180">
                <c:v>2.10322696349775</c:v>
              </c:pt>
              <c:pt idx="181">
                <c:v>2.10322696349775</c:v>
              </c:pt>
              <c:pt idx="182">
                <c:v>2.10322696349775</c:v>
              </c:pt>
              <c:pt idx="183">
                <c:v>2.10322696349775</c:v>
              </c:pt>
              <c:pt idx="184">
                <c:v>2.10322696349775</c:v>
              </c:pt>
              <c:pt idx="185">
                <c:v>2.10322696349775</c:v>
              </c:pt>
              <c:pt idx="186">
                <c:v>2.10322696349775</c:v>
              </c:pt>
              <c:pt idx="187">
                <c:v>2.10322696349775</c:v>
              </c:pt>
              <c:pt idx="188">
                <c:v>2.10322696349775</c:v>
              </c:pt>
              <c:pt idx="189">
                <c:v>2.10322696349775</c:v>
              </c:pt>
              <c:pt idx="190">
                <c:v>2.10322696349775</c:v>
              </c:pt>
              <c:pt idx="191">
                <c:v>2.10322696349775</c:v>
              </c:pt>
              <c:pt idx="192">
                <c:v>2.10322696349775</c:v>
              </c:pt>
              <c:pt idx="193">
                <c:v>2.10322696349775</c:v>
              </c:pt>
              <c:pt idx="194">
                <c:v>2.10322696349775</c:v>
              </c:pt>
              <c:pt idx="195">
                <c:v>2.10322696349775</c:v>
              </c:pt>
              <c:pt idx="196">
                <c:v>2.10322696349775</c:v>
              </c:pt>
              <c:pt idx="197">
                <c:v>2.10322696349775</c:v>
              </c:pt>
              <c:pt idx="198">
                <c:v>2.10322696349775</c:v>
              </c:pt>
              <c:pt idx="199">
                <c:v>2.10322696349775</c:v>
              </c:pt>
              <c:pt idx="200">
                <c:v>2.10322696349775</c:v>
              </c:pt>
              <c:pt idx="201">
                <c:v>2.10322696349775</c:v>
              </c:pt>
              <c:pt idx="202">
                <c:v>2.10322696349775</c:v>
              </c:pt>
              <c:pt idx="203">
                <c:v>2.10322696349775</c:v>
              </c:pt>
              <c:pt idx="204">
                <c:v>2.10322696349775</c:v>
              </c:pt>
              <c:pt idx="205">
                <c:v>2.10322696349775</c:v>
              </c:pt>
              <c:pt idx="206">
                <c:v>2.10322696349775</c:v>
              </c:pt>
              <c:pt idx="207">
                <c:v>2.10322696349775</c:v>
              </c:pt>
              <c:pt idx="208">
                <c:v>2.10322696349775</c:v>
              </c:pt>
              <c:pt idx="209">
                <c:v>2.10322696349775</c:v>
              </c:pt>
              <c:pt idx="210">
                <c:v>2.10322696349775</c:v>
              </c:pt>
              <c:pt idx="211">
                <c:v>2.10322696349775</c:v>
              </c:pt>
              <c:pt idx="212">
                <c:v>2.10322696349775</c:v>
              </c:pt>
              <c:pt idx="213">
                <c:v>2.10322696349775</c:v>
              </c:pt>
              <c:pt idx="214">
                <c:v>2.10322696349775</c:v>
              </c:pt>
              <c:pt idx="215">
                <c:v>2.10322696349775</c:v>
              </c:pt>
              <c:pt idx="216">
                <c:v>2.10322696349775</c:v>
              </c:pt>
              <c:pt idx="217">
                <c:v>2.10322696349775</c:v>
              </c:pt>
              <c:pt idx="218">
                <c:v>2.10322696349775</c:v>
              </c:pt>
              <c:pt idx="219">
                <c:v>2.10322696349775</c:v>
              </c:pt>
              <c:pt idx="220">
                <c:v>2.10322696349775</c:v>
              </c:pt>
              <c:pt idx="221">
                <c:v>2.10322696349775</c:v>
              </c:pt>
              <c:pt idx="222">
                <c:v>2.10322696349775</c:v>
              </c:pt>
              <c:pt idx="223">
                <c:v>2.10322696349775</c:v>
              </c:pt>
              <c:pt idx="224">
                <c:v>2.10322696349775</c:v>
              </c:pt>
              <c:pt idx="225">
                <c:v>2.10322696349775</c:v>
              </c:pt>
              <c:pt idx="226">
                <c:v>2.10322696349775</c:v>
              </c:pt>
              <c:pt idx="227">
                <c:v>2.10322696349775</c:v>
              </c:pt>
              <c:pt idx="228">
                <c:v>2.10322696349775</c:v>
              </c:pt>
              <c:pt idx="229">
                <c:v>2.10322696349775</c:v>
              </c:pt>
              <c:pt idx="230">
                <c:v>2.10322696349775</c:v>
              </c:pt>
              <c:pt idx="231">
                <c:v>2.10322696349775</c:v>
              </c:pt>
              <c:pt idx="232">
                <c:v>2.10322696349775</c:v>
              </c:pt>
              <c:pt idx="233">
                <c:v>2.10322696349775</c:v>
              </c:pt>
              <c:pt idx="234">
                <c:v>2.10322696349775</c:v>
              </c:pt>
              <c:pt idx="235">
                <c:v>2.10322696349775</c:v>
              </c:pt>
              <c:pt idx="236">
                <c:v>2.10322696349775</c:v>
              </c:pt>
              <c:pt idx="237">
                <c:v>2.10322696349775</c:v>
              </c:pt>
              <c:pt idx="238">
                <c:v>2.10322696349775</c:v>
              </c:pt>
              <c:pt idx="239">
                <c:v>2.10322696349775</c:v>
              </c:pt>
              <c:pt idx="240">
                <c:v>2.10322696349775</c:v>
              </c:pt>
              <c:pt idx="241">
                <c:v>2.10322696349775</c:v>
              </c:pt>
              <c:pt idx="242">
                <c:v>2.10322696349775</c:v>
              </c:pt>
              <c:pt idx="243">
                <c:v>2.10322696349775</c:v>
              </c:pt>
              <c:pt idx="244">
                <c:v>2.10322696349775</c:v>
              </c:pt>
              <c:pt idx="245">
                <c:v>2.10322696349775</c:v>
              </c:pt>
              <c:pt idx="246">
                <c:v>2.10322696349775</c:v>
              </c:pt>
              <c:pt idx="247">
                <c:v>2.10322696349775</c:v>
              </c:pt>
              <c:pt idx="248">
                <c:v>2.10322696349775</c:v>
              </c:pt>
              <c:pt idx="249">
                <c:v>2.10322696349775</c:v>
              </c:pt>
              <c:pt idx="250">
                <c:v>2.10322696349775</c:v>
              </c:pt>
              <c:pt idx="251">
                <c:v>2.10322696349775</c:v>
              </c:pt>
              <c:pt idx="252">
                <c:v>2.10322696349775</c:v>
              </c:pt>
              <c:pt idx="253">
                <c:v>2.10322696349775</c:v>
              </c:pt>
              <c:pt idx="254">
                <c:v>2.10322696349775</c:v>
              </c:pt>
              <c:pt idx="255">
                <c:v>2.10322696349775</c:v>
              </c:pt>
              <c:pt idx="256">
                <c:v>2.10322696349775</c:v>
              </c:pt>
              <c:pt idx="257">
                <c:v>2.10322696349775</c:v>
              </c:pt>
              <c:pt idx="258">
                <c:v>2.10322696349775</c:v>
              </c:pt>
              <c:pt idx="259">
                <c:v>2.10322696349775</c:v>
              </c:pt>
              <c:pt idx="260">
                <c:v>2.10322696349775</c:v>
              </c:pt>
              <c:pt idx="261">
                <c:v>2.10322696349775</c:v>
              </c:pt>
              <c:pt idx="262">
                <c:v>2.10322696349775</c:v>
              </c:pt>
              <c:pt idx="263">
                <c:v>2.10322696349775</c:v>
              </c:pt>
              <c:pt idx="264">
                <c:v>2.10322696349775</c:v>
              </c:pt>
              <c:pt idx="265">
                <c:v>2.10322696349775</c:v>
              </c:pt>
              <c:pt idx="266">
                <c:v>2.10322696349775</c:v>
              </c:pt>
              <c:pt idx="267">
                <c:v>2.10322696349775</c:v>
              </c:pt>
              <c:pt idx="268">
                <c:v>2.10322696349775</c:v>
              </c:pt>
              <c:pt idx="269">
                <c:v>2.10322696349775</c:v>
              </c:pt>
              <c:pt idx="270">
                <c:v>2.10322696349775</c:v>
              </c:pt>
              <c:pt idx="271">
                <c:v>2.10322696349775</c:v>
              </c:pt>
              <c:pt idx="272">
                <c:v>2.10322696349775</c:v>
              </c:pt>
              <c:pt idx="273">
                <c:v>2.10322696349775</c:v>
              </c:pt>
              <c:pt idx="274">
                <c:v>2.10322696349775</c:v>
              </c:pt>
              <c:pt idx="275">
                <c:v>2.10322696349775</c:v>
              </c:pt>
              <c:pt idx="276">
                <c:v>2.10322696349775</c:v>
              </c:pt>
              <c:pt idx="277">
                <c:v>2.10322696349775</c:v>
              </c:pt>
              <c:pt idx="278">
                <c:v>2.10322696349775</c:v>
              </c:pt>
              <c:pt idx="279">
                <c:v>2.10322696349775</c:v>
              </c:pt>
              <c:pt idx="280">
                <c:v>2.10322696349775</c:v>
              </c:pt>
              <c:pt idx="281">
                <c:v>2.10322696349775</c:v>
              </c:pt>
              <c:pt idx="282">
                <c:v>2.10322696349775</c:v>
              </c:pt>
              <c:pt idx="283">
                <c:v>2.10322696349775</c:v>
              </c:pt>
              <c:pt idx="284">
                <c:v>2.10322696349775</c:v>
              </c:pt>
              <c:pt idx="285">
                <c:v>2.10322696349775</c:v>
              </c:pt>
              <c:pt idx="286">
                <c:v>2.10322696349775</c:v>
              </c:pt>
              <c:pt idx="287">
                <c:v>2.10322696349775</c:v>
              </c:pt>
              <c:pt idx="288">
                <c:v>2.10322696349775</c:v>
              </c:pt>
              <c:pt idx="289">
                <c:v>2.10322696349775</c:v>
              </c:pt>
              <c:pt idx="290">
                <c:v>2.10322696349775</c:v>
              </c:pt>
              <c:pt idx="291">
                <c:v>2.10322696349775</c:v>
              </c:pt>
              <c:pt idx="292">
                <c:v>2.10322696349775</c:v>
              </c:pt>
              <c:pt idx="293">
                <c:v>2.10322696349775</c:v>
              </c:pt>
              <c:pt idx="294">
                <c:v>2.10322696349775</c:v>
              </c:pt>
              <c:pt idx="295">
                <c:v>2.10322696349775</c:v>
              </c:pt>
              <c:pt idx="296">
                <c:v>2.10322696349775</c:v>
              </c:pt>
              <c:pt idx="297">
                <c:v>2.10322696349775</c:v>
              </c:pt>
              <c:pt idx="298">
                <c:v>2.10322696349775</c:v>
              </c:pt>
              <c:pt idx="299">
                <c:v>2.10322696349775</c:v>
              </c:pt>
              <c:pt idx="300">
                <c:v>2.10322696349775</c:v>
              </c:pt>
              <c:pt idx="301">
                <c:v>2.10322696349775</c:v>
              </c:pt>
              <c:pt idx="302">
                <c:v>2.10322696349775</c:v>
              </c:pt>
              <c:pt idx="303">
                <c:v>2.10322696349775</c:v>
              </c:pt>
              <c:pt idx="304">
                <c:v>2.10322696349775</c:v>
              </c:pt>
              <c:pt idx="305">
                <c:v>2.10322696349775</c:v>
              </c:pt>
              <c:pt idx="306">
                <c:v>2.10322696349775</c:v>
              </c:pt>
              <c:pt idx="307">
                <c:v>2.10322696349775</c:v>
              </c:pt>
              <c:pt idx="308">
                <c:v>2.10322696349775</c:v>
              </c:pt>
              <c:pt idx="309">
                <c:v>2.10322696349775</c:v>
              </c:pt>
              <c:pt idx="310">
                <c:v>2.10322696349775</c:v>
              </c:pt>
              <c:pt idx="311">
                <c:v>2.10322696349775</c:v>
              </c:pt>
              <c:pt idx="312">
                <c:v>2.10322696349775</c:v>
              </c:pt>
              <c:pt idx="313">
                <c:v>2.10322696349775</c:v>
              </c:pt>
              <c:pt idx="314">
                <c:v>2.10322696349775</c:v>
              </c:pt>
              <c:pt idx="315">
                <c:v>2.10322696349775</c:v>
              </c:pt>
              <c:pt idx="316">
                <c:v>2.10322696349775</c:v>
              </c:pt>
              <c:pt idx="317">
                <c:v>2.10322696349775</c:v>
              </c:pt>
              <c:pt idx="318">
                <c:v>2.10322696349775</c:v>
              </c:pt>
              <c:pt idx="319">
                <c:v>2.10322696349775</c:v>
              </c:pt>
              <c:pt idx="320">
                <c:v>2.10322696349775</c:v>
              </c:pt>
              <c:pt idx="321">
                <c:v>2.10322696349775</c:v>
              </c:pt>
              <c:pt idx="322">
                <c:v>2.10322696349775</c:v>
              </c:pt>
              <c:pt idx="323">
                <c:v>2.10322696349775</c:v>
              </c:pt>
              <c:pt idx="324">
                <c:v>2.10322696349775</c:v>
              </c:pt>
              <c:pt idx="325">
                <c:v>2.10322696349775</c:v>
              </c:pt>
              <c:pt idx="326">
                <c:v>2.10322696349775</c:v>
              </c:pt>
              <c:pt idx="327">
                <c:v>2.10322696349775</c:v>
              </c:pt>
              <c:pt idx="328">
                <c:v>2.10322696349775</c:v>
              </c:pt>
              <c:pt idx="329">
                <c:v>2.10322696349775</c:v>
              </c:pt>
              <c:pt idx="330">
                <c:v>2.10322696349775</c:v>
              </c:pt>
              <c:pt idx="331">
                <c:v>2.10322696349775</c:v>
              </c:pt>
              <c:pt idx="332">
                <c:v>2.10322696349775</c:v>
              </c:pt>
              <c:pt idx="333">
                <c:v>2.10322696349775</c:v>
              </c:pt>
              <c:pt idx="334">
                <c:v>2.10322696349775</c:v>
              </c:pt>
              <c:pt idx="335">
                <c:v>2.10322696349775</c:v>
              </c:pt>
              <c:pt idx="336">
                <c:v>2.10322696349775</c:v>
              </c:pt>
              <c:pt idx="337">
                <c:v>2.10322696349775</c:v>
              </c:pt>
              <c:pt idx="338">
                <c:v>2.10322696349775</c:v>
              </c:pt>
              <c:pt idx="339">
                <c:v>2.10322696349775</c:v>
              </c:pt>
              <c:pt idx="340">
                <c:v>2.10322696349775</c:v>
              </c:pt>
              <c:pt idx="341">
                <c:v>2.10322696349775</c:v>
              </c:pt>
              <c:pt idx="342">
                <c:v>2.10322696349775</c:v>
              </c:pt>
              <c:pt idx="343">
                <c:v>2.10322696349775</c:v>
              </c:pt>
              <c:pt idx="344">
                <c:v>2.10322696349775</c:v>
              </c:pt>
              <c:pt idx="345">
                <c:v>2.10322696349775</c:v>
              </c:pt>
              <c:pt idx="346">
                <c:v>2.10322696349775</c:v>
              </c:pt>
              <c:pt idx="347">
                <c:v>2.10322696349775</c:v>
              </c:pt>
              <c:pt idx="348">
                <c:v>2.10322696349775</c:v>
              </c:pt>
              <c:pt idx="349">
                <c:v>2.10322696349775</c:v>
              </c:pt>
              <c:pt idx="350">
                <c:v>2.10322696349775</c:v>
              </c:pt>
              <c:pt idx="351">
                <c:v>2.10322696349775</c:v>
              </c:pt>
              <c:pt idx="352">
                <c:v>2.10322696349775</c:v>
              </c:pt>
              <c:pt idx="353">
                <c:v>2.10322696349775</c:v>
              </c:pt>
              <c:pt idx="354">
                <c:v>2.10322696349775</c:v>
              </c:pt>
              <c:pt idx="355">
                <c:v>2.10322696349775</c:v>
              </c:pt>
              <c:pt idx="356">
                <c:v>2.10322696349775</c:v>
              </c:pt>
              <c:pt idx="357">
                <c:v>2.10322696349775</c:v>
              </c:pt>
              <c:pt idx="358">
                <c:v>2.10322696349775</c:v>
              </c:pt>
              <c:pt idx="359">
                <c:v>2.10322696349775</c:v>
              </c:pt>
              <c:pt idx="360">
                <c:v>2.10322696349775</c:v>
              </c:pt>
              <c:pt idx="361">
                <c:v>2.10322696349775</c:v>
              </c:pt>
              <c:pt idx="362">
                <c:v>2.10322696349775</c:v>
              </c:pt>
              <c:pt idx="363">
                <c:v>2.10322696349775</c:v>
              </c:pt>
              <c:pt idx="364">
                <c:v>2.10322696349775</c:v>
              </c:pt>
              <c:pt idx="365">
                <c:v>2.10322696349775</c:v>
              </c:pt>
              <c:pt idx="366">
                <c:v>2.10322696349775</c:v>
              </c:pt>
              <c:pt idx="367">
                <c:v>2.10322696349775</c:v>
              </c:pt>
              <c:pt idx="368">
                <c:v>2.10322696349775</c:v>
              </c:pt>
              <c:pt idx="369">
                <c:v>2.10322696349775</c:v>
              </c:pt>
              <c:pt idx="370">
                <c:v>2.10322696349775</c:v>
              </c:pt>
              <c:pt idx="371">
                <c:v>2.10322696349775</c:v>
              </c:pt>
              <c:pt idx="372">
                <c:v>2.10322696349775</c:v>
              </c:pt>
              <c:pt idx="373">
                <c:v>2.10322696349775</c:v>
              </c:pt>
              <c:pt idx="374">
                <c:v>2.10322696349775</c:v>
              </c:pt>
              <c:pt idx="375">
                <c:v>2.10322696349775</c:v>
              </c:pt>
              <c:pt idx="376">
                <c:v>2.10322696349775</c:v>
              </c:pt>
              <c:pt idx="377">
                <c:v>2.10322696349775</c:v>
              </c:pt>
              <c:pt idx="378">
                <c:v>2.10322696349775</c:v>
              </c:pt>
              <c:pt idx="379">
                <c:v>2.10322696349775</c:v>
              </c:pt>
              <c:pt idx="380">
                <c:v>2.10322696349775</c:v>
              </c:pt>
              <c:pt idx="381">
                <c:v>2.10322696349775</c:v>
              </c:pt>
              <c:pt idx="382">
                <c:v>2.10322696349775</c:v>
              </c:pt>
              <c:pt idx="383">
                <c:v>2.10322696349775</c:v>
              </c:pt>
              <c:pt idx="384">
                <c:v>2.10322696349775</c:v>
              </c:pt>
              <c:pt idx="385">
                <c:v>2.10322696349775</c:v>
              </c:pt>
              <c:pt idx="386">
                <c:v>2.10322696349775</c:v>
              </c:pt>
              <c:pt idx="387">
                <c:v>2.10322696349775</c:v>
              </c:pt>
              <c:pt idx="388">
                <c:v>2.10322696349775</c:v>
              </c:pt>
              <c:pt idx="389">
                <c:v>2.10322696349775</c:v>
              </c:pt>
              <c:pt idx="390">
                <c:v>2.10322696349775</c:v>
              </c:pt>
              <c:pt idx="391">
                <c:v>2.10322696349775</c:v>
              </c:pt>
              <c:pt idx="392">
                <c:v>2.10322696349775</c:v>
              </c:pt>
              <c:pt idx="393">
                <c:v>2.10322696349775</c:v>
              </c:pt>
              <c:pt idx="394">
                <c:v>2.10322696349775</c:v>
              </c:pt>
              <c:pt idx="395">
                <c:v>2.10322696349775</c:v>
              </c:pt>
              <c:pt idx="396">
                <c:v>2.10322696349775</c:v>
              </c:pt>
              <c:pt idx="397">
                <c:v>2.10322696349775</c:v>
              </c:pt>
              <c:pt idx="398">
                <c:v>2.10322696349775</c:v>
              </c:pt>
              <c:pt idx="399">
                <c:v>2.10322696349775</c:v>
              </c:pt>
              <c:pt idx="400">
                <c:v>2.10322696349775</c:v>
              </c:pt>
              <c:pt idx="401">
                <c:v>2.10322696349775</c:v>
              </c:pt>
              <c:pt idx="402">
                <c:v>2.10322696349775</c:v>
              </c:pt>
              <c:pt idx="403">
                <c:v>2.10322696349775</c:v>
              </c:pt>
              <c:pt idx="404">
                <c:v>2.10322696349775</c:v>
              </c:pt>
              <c:pt idx="405">
                <c:v>2.10322696349775</c:v>
              </c:pt>
              <c:pt idx="406">
                <c:v>2.10322696349775</c:v>
              </c:pt>
              <c:pt idx="407">
                <c:v>2.10322696349775</c:v>
              </c:pt>
              <c:pt idx="408">
                <c:v>2.10322696349775</c:v>
              </c:pt>
              <c:pt idx="409">
                <c:v>2.10322696349775</c:v>
              </c:pt>
              <c:pt idx="410">
                <c:v>2.10322696349775</c:v>
              </c:pt>
              <c:pt idx="411">
                <c:v>2.10322696349775</c:v>
              </c:pt>
            </c:numLit>
          </c:xVal>
          <c:yVal>
            <c:numLit>
              <c:formatCode>0.0</c:formatCode>
              <c:ptCount val="412"/>
              <c:pt idx="0">
                <c:v>0.7416488088086174</c:v>
              </c:pt>
              <c:pt idx="1">
                <c:v>0.7416488088086174</c:v>
              </c:pt>
              <c:pt idx="2">
                <c:v>0.7416488088086174</c:v>
              </c:pt>
              <c:pt idx="3">
                <c:v>0.7416488088086174</c:v>
              </c:pt>
              <c:pt idx="4">
                <c:v>0.7416488088086174</c:v>
              </c:pt>
              <c:pt idx="5">
                <c:v>0.7416488088086174</c:v>
              </c:pt>
              <c:pt idx="6">
                <c:v>0.7416488088086174</c:v>
              </c:pt>
              <c:pt idx="7">
                <c:v>0.7416488088086174</c:v>
              </c:pt>
              <c:pt idx="8">
                <c:v>0.7416488088086174</c:v>
              </c:pt>
              <c:pt idx="9">
                <c:v>0.7416488088086174</c:v>
              </c:pt>
              <c:pt idx="10">
                <c:v>0.7416488088086174</c:v>
              </c:pt>
              <c:pt idx="11">
                <c:v>0.7416488088086174</c:v>
              </c:pt>
              <c:pt idx="12">
                <c:v>0.7416488088086174</c:v>
              </c:pt>
              <c:pt idx="13">
                <c:v>0.7416488088086174</c:v>
              </c:pt>
              <c:pt idx="14">
                <c:v>0.7416488088086174</c:v>
              </c:pt>
              <c:pt idx="15">
                <c:v>0.7416488088086174</c:v>
              </c:pt>
              <c:pt idx="16">
                <c:v>0.7416488088086174</c:v>
              </c:pt>
              <c:pt idx="17">
                <c:v>0.7416488088086174</c:v>
              </c:pt>
              <c:pt idx="18">
                <c:v>0.7416488088086174</c:v>
              </c:pt>
              <c:pt idx="19">
                <c:v>0.7416488088086174</c:v>
              </c:pt>
              <c:pt idx="20">
                <c:v>0.7416488088086174</c:v>
              </c:pt>
              <c:pt idx="21">
                <c:v>0.7416488088086174</c:v>
              </c:pt>
              <c:pt idx="22">
                <c:v>0.7416488088086174</c:v>
              </c:pt>
              <c:pt idx="23">
                <c:v>0.7416488088086174</c:v>
              </c:pt>
              <c:pt idx="24">
                <c:v>0.7416488088086174</c:v>
              </c:pt>
              <c:pt idx="25">
                <c:v>0.7416488088086174</c:v>
              </c:pt>
              <c:pt idx="26">
                <c:v>0.7416488088086174</c:v>
              </c:pt>
              <c:pt idx="27">
                <c:v>0.7416488088086174</c:v>
              </c:pt>
              <c:pt idx="28">
                <c:v>0.7416488088086174</c:v>
              </c:pt>
              <c:pt idx="29">
                <c:v>0.7416488088086174</c:v>
              </c:pt>
              <c:pt idx="30">
                <c:v>0.7416488088086174</c:v>
              </c:pt>
              <c:pt idx="31">
                <c:v>0.7416488088086174</c:v>
              </c:pt>
              <c:pt idx="32">
                <c:v>0.7416488088086174</c:v>
              </c:pt>
              <c:pt idx="33">
                <c:v>0.7416488088086174</c:v>
              </c:pt>
              <c:pt idx="34">
                <c:v>0.7416488088086174</c:v>
              </c:pt>
              <c:pt idx="35">
                <c:v>0.7416488088086174</c:v>
              </c:pt>
              <c:pt idx="36">
                <c:v>0.7416488088086174</c:v>
              </c:pt>
              <c:pt idx="37">
                <c:v>0.7416488088086174</c:v>
              </c:pt>
              <c:pt idx="38">
                <c:v>0.7416488088086174</c:v>
              </c:pt>
              <c:pt idx="39">
                <c:v>0.7416488088086174</c:v>
              </c:pt>
              <c:pt idx="40">
                <c:v>0.7416488088086174</c:v>
              </c:pt>
              <c:pt idx="41">
                <c:v>0.7416488088086174</c:v>
              </c:pt>
              <c:pt idx="42">
                <c:v>0.7416488088086174</c:v>
              </c:pt>
              <c:pt idx="43">
                <c:v>0.7416488088086174</c:v>
              </c:pt>
              <c:pt idx="44">
                <c:v>0.7416488088086174</c:v>
              </c:pt>
              <c:pt idx="45">
                <c:v>0.7416488088086174</c:v>
              </c:pt>
              <c:pt idx="46">
                <c:v>0.7416488088086174</c:v>
              </c:pt>
              <c:pt idx="47">
                <c:v>0.7416488088086174</c:v>
              </c:pt>
              <c:pt idx="48">
                <c:v>0.7416488088086174</c:v>
              </c:pt>
              <c:pt idx="49">
                <c:v>0.7416488088086174</c:v>
              </c:pt>
              <c:pt idx="50">
                <c:v>0.7416488088086174</c:v>
              </c:pt>
              <c:pt idx="51">
                <c:v>0.7416488088086174</c:v>
              </c:pt>
              <c:pt idx="52">
                <c:v>0.7416488088086174</c:v>
              </c:pt>
              <c:pt idx="53">
                <c:v>0.7416488088086174</c:v>
              </c:pt>
              <c:pt idx="54">
                <c:v>0.7416488088086174</c:v>
              </c:pt>
              <c:pt idx="55">
                <c:v>0.7416488088086174</c:v>
              </c:pt>
              <c:pt idx="56">
                <c:v>0.7416488088086174</c:v>
              </c:pt>
              <c:pt idx="57">
                <c:v>0.7416488088086174</c:v>
              </c:pt>
              <c:pt idx="58">
                <c:v>0.7416488088086174</c:v>
              </c:pt>
              <c:pt idx="59">
                <c:v>0.7416488088086174</c:v>
              </c:pt>
              <c:pt idx="60">
                <c:v>0.7416488088086174</c:v>
              </c:pt>
              <c:pt idx="61">
                <c:v>0.7416488088086174</c:v>
              </c:pt>
              <c:pt idx="62">
                <c:v>0.7416488088086174</c:v>
              </c:pt>
              <c:pt idx="63">
                <c:v>0.7416488088086174</c:v>
              </c:pt>
              <c:pt idx="64">
                <c:v>0.7416488088086174</c:v>
              </c:pt>
              <c:pt idx="65">
                <c:v>0.7416488088086174</c:v>
              </c:pt>
              <c:pt idx="66">
                <c:v>0.7416488088086174</c:v>
              </c:pt>
              <c:pt idx="67">
                <c:v>0.7416488088086174</c:v>
              </c:pt>
              <c:pt idx="68">
                <c:v>0.7416488088086174</c:v>
              </c:pt>
              <c:pt idx="69">
                <c:v>0.7416488088086174</c:v>
              </c:pt>
              <c:pt idx="70">
                <c:v>0.7416488088086174</c:v>
              </c:pt>
              <c:pt idx="71">
                <c:v>0.7416488088086174</c:v>
              </c:pt>
              <c:pt idx="72">
                <c:v>0.7416488088086174</c:v>
              </c:pt>
              <c:pt idx="73">
                <c:v>0.7416488088086174</c:v>
              </c:pt>
              <c:pt idx="74">
                <c:v>0.7416488088086174</c:v>
              </c:pt>
              <c:pt idx="75">
                <c:v>0.7416488088086174</c:v>
              </c:pt>
              <c:pt idx="76">
                <c:v>0.7416488088086174</c:v>
              </c:pt>
              <c:pt idx="77">
                <c:v>0.7416488088086174</c:v>
              </c:pt>
              <c:pt idx="78">
                <c:v>0.7416488088086174</c:v>
              </c:pt>
              <c:pt idx="79">
                <c:v>0.7416488088086174</c:v>
              </c:pt>
              <c:pt idx="80">
                <c:v>0.7416488088086174</c:v>
              </c:pt>
              <c:pt idx="81">
                <c:v>0.7416488088086174</c:v>
              </c:pt>
              <c:pt idx="82">
                <c:v>0.7416488088086174</c:v>
              </c:pt>
              <c:pt idx="83">
                <c:v>0.7416488088086174</c:v>
              </c:pt>
              <c:pt idx="84">
                <c:v>0.7416488088086174</c:v>
              </c:pt>
              <c:pt idx="85">
                <c:v>0.7416488088086174</c:v>
              </c:pt>
              <c:pt idx="86">
                <c:v>0.7416488088086174</c:v>
              </c:pt>
              <c:pt idx="87">
                <c:v>0.7416488088086174</c:v>
              </c:pt>
              <c:pt idx="88">
                <c:v>0.7416488088086174</c:v>
              </c:pt>
              <c:pt idx="89">
                <c:v>0.7416488088086174</c:v>
              </c:pt>
              <c:pt idx="90">
                <c:v>0.7416488088086174</c:v>
              </c:pt>
              <c:pt idx="91">
                <c:v>0.7416488088086174</c:v>
              </c:pt>
              <c:pt idx="92">
                <c:v>0.7416488088086174</c:v>
              </c:pt>
              <c:pt idx="93">
                <c:v>0.7416488088086174</c:v>
              </c:pt>
              <c:pt idx="94">
                <c:v>0.7416488088086174</c:v>
              </c:pt>
              <c:pt idx="95">
                <c:v>0.7416488088086174</c:v>
              </c:pt>
              <c:pt idx="96">
                <c:v>0.7416488088086174</c:v>
              </c:pt>
              <c:pt idx="97">
                <c:v>0.7416488088086174</c:v>
              </c:pt>
              <c:pt idx="98">
                <c:v>0.7416488088086174</c:v>
              </c:pt>
              <c:pt idx="99">
                <c:v>0.7416488088086174</c:v>
              </c:pt>
              <c:pt idx="100">
                <c:v>0.7416488088086174</c:v>
              </c:pt>
              <c:pt idx="101">
                <c:v>0.7416488088086174</c:v>
              </c:pt>
              <c:pt idx="102">
                <c:v>0.7416488088086174</c:v>
              </c:pt>
              <c:pt idx="103">
                <c:v>0.7416488088086174</c:v>
              </c:pt>
              <c:pt idx="104">
                <c:v>0.7416488088086174</c:v>
              </c:pt>
              <c:pt idx="105">
                <c:v>0.7416488088086174</c:v>
              </c:pt>
              <c:pt idx="106">
                <c:v>0.7416488088086174</c:v>
              </c:pt>
              <c:pt idx="107">
                <c:v>0.7416488088086174</c:v>
              </c:pt>
              <c:pt idx="108">
                <c:v>0.7416488088086174</c:v>
              </c:pt>
              <c:pt idx="109">
                <c:v>0.7416488088086174</c:v>
              </c:pt>
              <c:pt idx="110">
                <c:v>0.7416488088086174</c:v>
              </c:pt>
              <c:pt idx="111">
                <c:v>0.7416488088086174</c:v>
              </c:pt>
              <c:pt idx="112">
                <c:v>0.7416488088086174</c:v>
              </c:pt>
              <c:pt idx="113">
                <c:v>0.7416488088086174</c:v>
              </c:pt>
              <c:pt idx="114">
                <c:v>0.7416488088086174</c:v>
              </c:pt>
              <c:pt idx="115">
                <c:v>0.7416488088086174</c:v>
              </c:pt>
              <c:pt idx="116">
                <c:v>0.7416488088086174</c:v>
              </c:pt>
              <c:pt idx="117">
                <c:v>0.7416488088086174</c:v>
              </c:pt>
              <c:pt idx="118">
                <c:v>0.7416488088086174</c:v>
              </c:pt>
              <c:pt idx="119">
                <c:v>0.7416488088086174</c:v>
              </c:pt>
              <c:pt idx="120">
                <c:v>0.7416488088086174</c:v>
              </c:pt>
              <c:pt idx="121">
                <c:v>0.7416488088086174</c:v>
              </c:pt>
              <c:pt idx="122">
                <c:v>0.7416488088086174</c:v>
              </c:pt>
              <c:pt idx="123">
                <c:v>0.7416488088086174</c:v>
              </c:pt>
              <c:pt idx="124">
                <c:v>0.7416488088086174</c:v>
              </c:pt>
              <c:pt idx="125">
                <c:v>0.7416488088086174</c:v>
              </c:pt>
              <c:pt idx="126">
                <c:v>0.7416488088086174</c:v>
              </c:pt>
              <c:pt idx="127">
                <c:v>0.7416488088086174</c:v>
              </c:pt>
              <c:pt idx="128">
                <c:v>0.7416488088086174</c:v>
              </c:pt>
              <c:pt idx="129">
                <c:v>0.7416488088086174</c:v>
              </c:pt>
              <c:pt idx="130">
                <c:v>0.7416488088086174</c:v>
              </c:pt>
              <c:pt idx="131">
                <c:v>0.7416488088086174</c:v>
              </c:pt>
              <c:pt idx="132">
                <c:v>0.7416488088086174</c:v>
              </c:pt>
              <c:pt idx="133">
                <c:v>0.7416488088086174</c:v>
              </c:pt>
              <c:pt idx="134">
                <c:v>0.7416488088086174</c:v>
              </c:pt>
              <c:pt idx="135">
                <c:v>0.7416488088086174</c:v>
              </c:pt>
              <c:pt idx="136">
                <c:v>0.7416488088086174</c:v>
              </c:pt>
              <c:pt idx="137">
                <c:v>0.7416488088086174</c:v>
              </c:pt>
              <c:pt idx="138">
                <c:v>0.7416488088086174</c:v>
              </c:pt>
              <c:pt idx="139">
                <c:v>0.7416488088086174</c:v>
              </c:pt>
              <c:pt idx="140">
                <c:v>0.7416488088086174</c:v>
              </c:pt>
              <c:pt idx="141">
                <c:v>0.7416488088086174</c:v>
              </c:pt>
              <c:pt idx="142">
                <c:v>0.7416488088086174</c:v>
              </c:pt>
              <c:pt idx="143">
                <c:v>0.7416488088086174</c:v>
              </c:pt>
              <c:pt idx="144">
                <c:v>0.7416488088086174</c:v>
              </c:pt>
              <c:pt idx="145">
                <c:v>0.7416488088086174</c:v>
              </c:pt>
              <c:pt idx="146">
                <c:v>0.7416488088086174</c:v>
              </c:pt>
              <c:pt idx="147">
                <c:v>0.7416488088086174</c:v>
              </c:pt>
              <c:pt idx="148">
                <c:v>0.7416488088086174</c:v>
              </c:pt>
              <c:pt idx="149">
                <c:v>0.7416488088086174</c:v>
              </c:pt>
              <c:pt idx="150">
                <c:v>0.7416488088086174</c:v>
              </c:pt>
              <c:pt idx="151">
                <c:v>0.7416488088086174</c:v>
              </c:pt>
              <c:pt idx="152">
                <c:v>0.7416488088086174</c:v>
              </c:pt>
              <c:pt idx="153">
                <c:v>0.7416488088086174</c:v>
              </c:pt>
              <c:pt idx="154">
                <c:v>0.7416488088086174</c:v>
              </c:pt>
              <c:pt idx="155">
                <c:v>0.7416488088086174</c:v>
              </c:pt>
              <c:pt idx="156">
                <c:v>0.7416488088086174</c:v>
              </c:pt>
              <c:pt idx="157">
                <c:v>0.7416488088086174</c:v>
              </c:pt>
              <c:pt idx="158">
                <c:v>0.7416488088086174</c:v>
              </c:pt>
              <c:pt idx="159">
                <c:v>0.7416488088086174</c:v>
              </c:pt>
              <c:pt idx="160">
                <c:v>0.7416488088086174</c:v>
              </c:pt>
              <c:pt idx="161">
                <c:v>0.7416488088086174</c:v>
              </c:pt>
              <c:pt idx="162">
                <c:v>0.7416488088086174</c:v>
              </c:pt>
              <c:pt idx="163">
                <c:v>0.7416488088086174</c:v>
              </c:pt>
              <c:pt idx="164">
                <c:v>0.7416488088086174</c:v>
              </c:pt>
              <c:pt idx="165">
                <c:v>0.7416488088086174</c:v>
              </c:pt>
              <c:pt idx="166">
                <c:v>0.7416488088086174</c:v>
              </c:pt>
              <c:pt idx="167">
                <c:v>0.7416488088086174</c:v>
              </c:pt>
              <c:pt idx="168">
                <c:v>0.7416488088086174</c:v>
              </c:pt>
              <c:pt idx="169">
                <c:v>0.7416488088086174</c:v>
              </c:pt>
              <c:pt idx="170">
                <c:v>0.7416488088086174</c:v>
              </c:pt>
              <c:pt idx="171">
                <c:v>0.7416488088086174</c:v>
              </c:pt>
              <c:pt idx="172">
                <c:v>0.7416488088086174</c:v>
              </c:pt>
              <c:pt idx="173">
                <c:v>0.7416488088086174</c:v>
              </c:pt>
              <c:pt idx="174">
                <c:v>0.7416488088086174</c:v>
              </c:pt>
              <c:pt idx="175">
                <c:v>0.7416488088086174</c:v>
              </c:pt>
              <c:pt idx="176">
                <c:v>0.7416488088086174</c:v>
              </c:pt>
              <c:pt idx="177">
                <c:v>0.7416488088086174</c:v>
              </c:pt>
              <c:pt idx="178">
                <c:v>0.7416488088086174</c:v>
              </c:pt>
              <c:pt idx="179">
                <c:v>0.7416488088086174</c:v>
              </c:pt>
              <c:pt idx="180">
                <c:v>0.7416488088086174</c:v>
              </c:pt>
              <c:pt idx="181">
                <c:v>0.7416488088086174</c:v>
              </c:pt>
              <c:pt idx="182">
                <c:v>0.7416488088086174</c:v>
              </c:pt>
              <c:pt idx="183">
                <c:v>0.7416488088086174</c:v>
              </c:pt>
              <c:pt idx="184">
                <c:v>0.7416488088086174</c:v>
              </c:pt>
              <c:pt idx="185">
                <c:v>0.7416488088086174</c:v>
              </c:pt>
              <c:pt idx="186">
                <c:v>0.7416488088086174</c:v>
              </c:pt>
              <c:pt idx="187">
                <c:v>0.7416488088086174</c:v>
              </c:pt>
              <c:pt idx="188">
                <c:v>0.7416488088086174</c:v>
              </c:pt>
              <c:pt idx="189">
                <c:v>0.7416488088086174</c:v>
              </c:pt>
              <c:pt idx="190">
                <c:v>0.7416488088086174</c:v>
              </c:pt>
              <c:pt idx="191">
                <c:v>0.7416488088086174</c:v>
              </c:pt>
              <c:pt idx="192">
                <c:v>0.7416488088086174</c:v>
              </c:pt>
              <c:pt idx="193">
                <c:v>0.7416488088086174</c:v>
              </c:pt>
              <c:pt idx="194">
                <c:v>0.7416488088086174</c:v>
              </c:pt>
              <c:pt idx="195">
                <c:v>0.7416488088086174</c:v>
              </c:pt>
              <c:pt idx="196">
                <c:v>0.7416488088086174</c:v>
              </c:pt>
              <c:pt idx="197">
                <c:v>0.7416488088086174</c:v>
              </c:pt>
              <c:pt idx="198">
                <c:v>0.7416488088086174</c:v>
              </c:pt>
              <c:pt idx="199">
                <c:v>0.7416488088086174</c:v>
              </c:pt>
              <c:pt idx="200">
                <c:v>0.7416488088086174</c:v>
              </c:pt>
              <c:pt idx="201">
                <c:v>0.7416488088086174</c:v>
              </c:pt>
              <c:pt idx="202">
                <c:v>0.7416488088086174</c:v>
              </c:pt>
              <c:pt idx="203">
                <c:v>0.7416488088086174</c:v>
              </c:pt>
              <c:pt idx="204">
                <c:v>0.7416488088086174</c:v>
              </c:pt>
              <c:pt idx="205">
                <c:v>0.7416488088086174</c:v>
              </c:pt>
              <c:pt idx="206">
                <c:v>0.7416488088086174</c:v>
              </c:pt>
              <c:pt idx="207">
                <c:v>0.7416488088086174</c:v>
              </c:pt>
              <c:pt idx="208">
                <c:v>0.7416488088086174</c:v>
              </c:pt>
              <c:pt idx="209">
                <c:v>0.7416488088086174</c:v>
              </c:pt>
              <c:pt idx="210">
                <c:v>0.7416488088086174</c:v>
              </c:pt>
              <c:pt idx="211">
                <c:v>0.7416488088086174</c:v>
              </c:pt>
              <c:pt idx="212">
                <c:v>0.7416488088086174</c:v>
              </c:pt>
              <c:pt idx="213">
                <c:v>0.7416488088086174</c:v>
              </c:pt>
              <c:pt idx="214">
                <c:v>0.7416488088086174</c:v>
              </c:pt>
              <c:pt idx="215">
                <c:v>0.7416488088086174</c:v>
              </c:pt>
              <c:pt idx="216">
                <c:v>0.7416488088086174</c:v>
              </c:pt>
              <c:pt idx="217">
                <c:v>0.7416488088086174</c:v>
              </c:pt>
              <c:pt idx="218">
                <c:v>0.7416488088086174</c:v>
              </c:pt>
              <c:pt idx="219">
                <c:v>0.7416488088086174</c:v>
              </c:pt>
              <c:pt idx="220">
                <c:v>0.7416488088086174</c:v>
              </c:pt>
              <c:pt idx="221">
                <c:v>0.7416488088086174</c:v>
              </c:pt>
              <c:pt idx="222">
                <c:v>0.7416488088086174</c:v>
              </c:pt>
              <c:pt idx="223">
                <c:v>0.7416488088086174</c:v>
              </c:pt>
              <c:pt idx="224">
                <c:v>0.7416488088086174</c:v>
              </c:pt>
              <c:pt idx="225">
                <c:v>0.7416488088086174</c:v>
              </c:pt>
              <c:pt idx="226">
                <c:v>0.7416488088086174</c:v>
              </c:pt>
              <c:pt idx="227">
                <c:v>0.7416488088086174</c:v>
              </c:pt>
              <c:pt idx="228">
                <c:v>0.7416488088086174</c:v>
              </c:pt>
              <c:pt idx="229">
                <c:v>0.7416488088086174</c:v>
              </c:pt>
              <c:pt idx="230">
                <c:v>0.7416488088086174</c:v>
              </c:pt>
              <c:pt idx="231">
                <c:v>0.7416488088086174</c:v>
              </c:pt>
              <c:pt idx="232">
                <c:v>0.7416488088086174</c:v>
              </c:pt>
              <c:pt idx="233">
                <c:v>0.7416488088086174</c:v>
              </c:pt>
              <c:pt idx="234">
                <c:v>0.7416488088086174</c:v>
              </c:pt>
              <c:pt idx="235">
                <c:v>0.7416488088086174</c:v>
              </c:pt>
              <c:pt idx="236">
                <c:v>0.7416488088086174</c:v>
              </c:pt>
              <c:pt idx="237">
                <c:v>0.7416488088086174</c:v>
              </c:pt>
              <c:pt idx="238">
                <c:v>0.7416488088086174</c:v>
              </c:pt>
              <c:pt idx="239">
                <c:v>0.7416488088086174</c:v>
              </c:pt>
              <c:pt idx="240">
                <c:v>0.7416488088086174</c:v>
              </c:pt>
              <c:pt idx="241">
                <c:v>0.7416488088086174</c:v>
              </c:pt>
              <c:pt idx="242">
                <c:v>0.7416488088086174</c:v>
              </c:pt>
              <c:pt idx="243">
                <c:v>0.7416488088086174</c:v>
              </c:pt>
              <c:pt idx="244">
                <c:v>0.7416488088086174</c:v>
              </c:pt>
              <c:pt idx="245">
                <c:v>0.7416488088086174</c:v>
              </c:pt>
              <c:pt idx="246">
                <c:v>0.7416488088086174</c:v>
              </c:pt>
              <c:pt idx="247">
                <c:v>0.7416488088086174</c:v>
              </c:pt>
              <c:pt idx="248">
                <c:v>0.7416488088086174</c:v>
              </c:pt>
              <c:pt idx="249">
                <c:v>0.7416488088086174</c:v>
              </c:pt>
              <c:pt idx="250">
                <c:v>0.7416488088086174</c:v>
              </c:pt>
              <c:pt idx="251">
                <c:v>0.7416488088086174</c:v>
              </c:pt>
              <c:pt idx="252">
                <c:v>0.7416488088086174</c:v>
              </c:pt>
              <c:pt idx="253">
                <c:v>0.7416488088086174</c:v>
              </c:pt>
              <c:pt idx="254">
                <c:v>0.7416488088086174</c:v>
              </c:pt>
              <c:pt idx="255">
                <c:v>0.7416488088086174</c:v>
              </c:pt>
              <c:pt idx="256">
                <c:v>0.7416488088086174</c:v>
              </c:pt>
              <c:pt idx="257">
                <c:v>0.7416488088086174</c:v>
              </c:pt>
              <c:pt idx="258">
                <c:v>0.7416488088086174</c:v>
              </c:pt>
              <c:pt idx="259">
                <c:v>0.7416488088086174</c:v>
              </c:pt>
              <c:pt idx="260">
                <c:v>0.7416488088086174</c:v>
              </c:pt>
              <c:pt idx="261">
                <c:v>0.7416488088086174</c:v>
              </c:pt>
              <c:pt idx="262">
                <c:v>0.7416488088086174</c:v>
              </c:pt>
              <c:pt idx="263">
                <c:v>0.7416488088086174</c:v>
              </c:pt>
              <c:pt idx="264">
                <c:v>0.7416488088086174</c:v>
              </c:pt>
              <c:pt idx="265">
                <c:v>0.7416488088086174</c:v>
              </c:pt>
              <c:pt idx="266">
                <c:v>0.7416488088086174</c:v>
              </c:pt>
              <c:pt idx="267">
                <c:v>0.7416488088086174</c:v>
              </c:pt>
              <c:pt idx="268">
                <c:v>0.7416488088086174</c:v>
              </c:pt>
              <c:pt idx="269">
                <c:v>0.7416488088086174</c:v>
              </c:pt>
              <c:pt idx="270">
                <c:v>0.7416488088086174</c:v>
              </c:pt>
              <c:pt idx="271">
                <c:v>0.7416488088086174</c:v>
              </c:pt>
              <c:pt idx="272">
                <c:v>0.7416488088086174</c:v>
              </c:pt>
              <c:pt idx="273">
                <c:v>0.7416488088086174</c:v>
              </c:pt>
              <c:pt idx="274">
                <c:v>0.7416488088086174</c:v>
              </c:pt>
              <c:pt idx="275">
                <c:v>0.7416488088086174</c:v>
              </c:pt>
              <c:pt idx="276">
                <c:v>0.7416488088086174</c:v>
              </c:pt>
              <c:pt idx="277">
                <c:v>0.7416488088086174</c:v>
              </c:pt>
              <c:pt idx="278">
                <c:v>0.7416488088086174</c:v>
              </c:pt>
              <c:pt idx="279">
                <c:v>0.7416488088086174</c:v>
              </c:pt>
              <c:pt idx="280">
                <c:v>0.7416488088086174</c:v>
              </c:pt>
              <c:pt idx="281">
                <c:v>0.7416488088086174</c:v>
              </c:pt>
              <c:pt idx="282">
                <c:v>0.7416488088086174</c:v>
              </c:pt>
              <c:pt idx="283">
                <c:v>0.7416488088086174</c:v>
              </c:pt>
              <c:pt idx="284">
                <c:v>0.7416488088086174</c:v>
              </c:pt>
              <c:pt idx="285">
                <c:v>0.7416488088086174</c:v>
              </c:pt>
              <c:pt idx="286">
                <c:v>0.7416488088086174</c:v>
              </c:pt>
              <c:pt idx="287">
                <c:v>0.7416488088086174</c:v>
              </c:pt>
              <c:pt idx="288">
                <c:v>0.7416488088086174</c:v>
              </c:pt>
              <c:pt idx="289">
                <c:v>0.7416488088086174</c:v>
              </c:pt>
              <c:pt idx="290">
                <c:v>0.7416488088086174</c:v>
              </c:pt>
              <c:pt idx="291">
                <c:v>0.7416488088086174</c:v>
              </c:pt>
              <c:pt idx="292">
                <c:v>0.7416488088086174</c:v>
              </c:pt>
              <c:pt idx="293">
                <c:v>0.7416488088086174</c:v>
              </c:pt>
              <c:pt idx="294">
                <c:v>0.7416488088086174</c:v>
              </c:pt>
              <c:pt idx="295">
                <c:v>0.7416488088086174</c:v>
              </c:pt>
              <c:pt idx="296">
                <c:v>0.7416488088086174</c:v>
              </c:pt>
              <c:pt idx="297">
                <c:v>0.7416488088086174</c:v>
              </c:pt>
              <c:pt idx="298">
                <c:v>0.7416488088086174</c:v>
              </c:pt>
              <c:pt idx="299">
                <c:v>0.7416488088086174</c:v>
              </c:pt>
              <c:pt idx="300">
                <c:v>0.7416488088086174</c:v>
              </c:pt>
              <c:pt idx="301">
                <c:v>0.7416488088086174</c:v>
              </c:pt>
              <c:pt idx="302">
                <c:v>0.7416488088086174</c:v>
              </c:pt>
              <c:pt idx="303">
                <c:v>0.7416488088086174</c:v>
              </c:pt>
              <c:pt idx="304">
                <c:v>0.7416488088086174</c:v>
              </c:pt>
              <c:pt idx="305">
                <c:v>0.7416488088086174</c:v>
              </c:pt>
              <c:pt idx="306">
                <c:v>0.7416488088086174</c:v>
              </c:pt>
              <c:pt idx="307">
                <c:v>0.7416488088086174</c:v>
              </c:pt>
              <c:pt idx="308">
                <c:v>0.7416488088086174</c:v>
              </c:pt>
              <c:pt idx="309">
                <c:v>0.7416488088086174</c:v>
              </c:pt>
              <c:pt idx="310">
                <c:v>0.7416488088086174</c:v>
              </c:pt>
              <c:pt idx="311">
                <c:v>0.7416488088086174</c:v>
              </c:pt>
              <c:pt idx="312">
                <c:v>0.7416488088086174</c:v>
              </c:pt>
              <c:pt idx="313">
                <c:v>0.7416488088086174</c:v>
              </c:pt>
              <c:pt idx="314">
                <c:v>0.7416488088086174</c:v>
              </c:pt>
              <c:pt idx="315">
                <c:v>0.7416488088086174</c:v>
              </c:pt>
              <c:pt idx="316">
                <c:v>0.7416488088086174</c:v>
              </c:pt>
              <c:pt idx="317">
                <c:v>0.7416488088086174</c:v>
              </c:pt>
              <c:pt idx="318">
                <c:v>0.7416488088086174</c:v>
              </c:pt>
              <c:pt idx="319">
                <c:v>0.7416488088086174</c:v>
              </c:pt>
              <c:pt idx="320">
                <c:v>0.7416488088086174</c:v>
              </c:pt>
              <c:pt idx="321">
                <c:v>0.7416488088086174</c:v>
              </c:pt>
              <c:pt idx="322">
                <c:v>0.7416488088086174</c:v>
              </c:pt>
              <c:pt idx="323">
                <c:v>0.7416488088086174</c:v>
              </c:pt>
              <c:pt idx="324">
                <c:v>0.7416488088086174</c:v>
              </c:pt>
              <c:pt idx="325">
                <c:v>0.7416488088086174</c:v>
              </c:pt>
              <c:pt idx="326">
                <c:v>0.7416488088086174</c:v>
              </c:pt>
              <c:pt idx="327">
                <c:v>0.7416488088086174</c:v>
              </c:pt>
              <c:pt idx="328">
                <c:v>0.7416488088086174</c:v>
              </c:pt>
              <c:pt idx="329">
                <c:v>0.7416488088086174</c:v>
              </c:pt>
              <c:pt idx="330">
                <c:v>0.7416488088086174</c:v>
              </c:pt>
              <c:pt idx="331">
                <c:v>0.7416488088086174</c:v>
              </c:pt>
              <c:pt idx="332">
                <c:v>0.7416488088086174</c:v>
              </c:pt>
              <c:pt idx="333">
                <c:v>0.7416488088086174</c:v>
              </c:pt>
              <c:pt idx="334">
                <c:v>0.7416488088086174</c:v>
              </c:pt>
              <c:pt idx="335">
                <c:v>0.7416488088086174</c:v>
              </c:pt>
              <c:pt idx="336">
                <c:v>0.7416488088086174</c:v>
              </c:pt>
              <c:pt idx="337">
                <c:v>0.7416488088086174</c:v>
              </c:pt>
              <c:pt idx="338">
                <c:v>0.7416488088086174</c:v>
              </c:pt>
              <c:pt idx="339">
                <c:v>0.7416488088086174</c:v>
              </c:pt>
              <c:pt idx="340">
                <c:v>0.7416488088086174</c:v>
              </c:pt>
              <c:pt idx="341">
                <c:v>0.7416488088086174</c:v>
              </c:pt>
              <c:pt idx="342">
                <c:v>0.7416488088086174</c:v>
              </c:pt>
              <c:pt idx="343">
                <c:v>0.7416488088086174</c:v>
              </c:pt>
              <c:pt idx="344">
                <c:v>0.7416488088086174</c:v>
              </c:pt>
              <c:pt idx="345">
                <c:v>0.7416488088086174</c:v>
              </c:pt>
              <c:pt idx="346">
                <c:v>0.7416488088086174</c:v>
              </c:pt>
              <c:pt idx="347">
                <c:v>0.7416488088086174</c:v>
              </c:pt>
              <c:pt idx="348">
                <c:v>0.7416488088086174</c:v>
              </c:pt>
              <c:pt idx="349">
                <c:v>0.7416488088086174</c:v>
              </c:pt>
              <c:pt idx="350">
                <c:v>0.7416488088086174</c:v>
              </c:pt>
              <c:pt idx="351">
                <c:v>0.7416488088086174</c:v>
              </c:pt>
              <c:pt idx="352">
                <c:v>0.7416488088086174</c:v>
              </c:pt>
              <c:pt idx="353">
                <c:v>0.7416488088086174</c:v>
              </c:pt>
              <c:pt idx="354">
                <c:v>0.7416488088086174</c:v>
              </c:pt>
              <c:pt idx="355">
                <c:v>0.7416488088086174</c:v>
              </c:pt>
              <c:pt idx="356">
                <c:v>0.7416488088086174</c:v>
              </c:pt>
              <c:pt idx="357">
                <c:v>0.7416488088086174</c:v>
              </c:pt>
              <c:pt idx="358">
                <c:v>0.7416488088086174</c:v>
              </c:pt>
              <c:pt idx="359">
                <c:v>0.7416488088086174</c:v>
              </c:pt>
              <c:pt idx="360">
                <c:v>0.7416488088086174</c:v>
              </c:pt>
              <c:pt idx="361">
                <c:v>0.7416488088086174</c:v>
              </c:pt>
              <c:pt idx="362">
                <c:v>0.7416488088086174</c:v>
              </c:pt>
              <c:pt idx="363">
                <c:v>0.7416488088086174</c:v>
              </c:pt>
              <c:pt idx="364">
                <c:v>0.7416488088086174</c:v>
              </c:pt>
              <c:pt idx="365">
                <c:v>0.7416488088086174</c:v>
              </c:pt>
              <c:pt idx="366">
                <c:v>0.7416488088086174</c:v>
              </c:pt>
              <c:pt idx="367">
                <c:v>0.7416488088086174</c:v>
              </c:pt>
              <c:pt idx="368">
                <c:v>0.7416488088086174</c:v>
              </c:pt>
              <c:pt idx="369">
                <c:v>0.7416488088086174</c:v>
              </c:pt>
              <c:pt idx="370">
                <c:v>0.7416488088086174</c:v>
              </c:pt>
              <c:pt idx="371">
                <c:v>0.7416488088086174</c:v>
              </c:pt>
              <c:pt idx="372">
                <c:v>0.7416488088086174</c:v>
              </c:pt>
              <c:pt idx="373">
                <c:v>0.7416488088086174</c:v>
              </c:pt>
              <c:pt idx="374">
                <c:v>0.7416488088086174</c:v>
              </c:pt>
              <c:pt idx="375">
                <c:v>0.7416488088086174</c:v>
              </c:pt>
              <c:pt idx="376">
                <c:v>0.7416488088086174</c:v>
              </c:pt>
              <c:pt idx="377">
                <c:v>0.7416488088086174</c:v>
              </c:pt>
              <c:pt idx="378">
                <c:v>0.7416488088086174</c:v>
              </c:pt>
              <c:pt idx="379">
                <c:v>0.7416488088086174</c:v>
              </c:pt>
              <c:pt idx="380">
                <c:v>0.7416488088086174</c:v>
              </c:pt>
              <c:pt idx="381">
                <c:v>0.7416488088086174</c:v>
              </c:pt>
              <c:pt idx="382">
                <c:v>0.7416488088086174</c:v>
              </c:pt>
              <c:pt idx="383">
                <c:v>0.7416488088086174</c:v>
              </c:pt>
              <c:pt idx="384">
                <c:v>0.7416488088086174</c:v>
              </c:pt>
              <c:pt idx="385">
                <c:v>0.7416488088086174</c:v>
              </c:pt>
              <c:pt idx="386">
                <c:v>0.7416488088086174</c:v>
              </c:pt>
              <c:pt idx="387">
                <c:v>0.7416488088086174</c:v>
              </c:pt>
              <c:pt idx="388">
                <c:v>0.7416488088086174</c:v>
              </c:pt>
              <c:pt idx="389">
                <c:v>0.7416488088086174</c:v>
              </c:pt>
              <c:pt idx="390">
                <c:v>0.7416488088086174</c:v>
              </c:pt>
              <c:pt idx="391">
                <c:v>0.7416488088086174</c:v>
              </c:pt>
              <c:pt idx="392">
                <c:v>0.7416488088086174</c:v>
              </c:pt>
              <c:pt idx="393">
                <c:v>0.7416488088086174</c:v>
              </c:pt>
              <c:pt idx="394">
                <c:v>0.7416488088086174</c:v>
              </c:pt>
              <c:pt idx="395">
                <c:v>0.7416488088086174</c:v>
              </c:pt>
              <c:pt idx="396">
                <c:v>0.7416488088086174</c:v>
              </c:pt>
              <c:pt idx="397">
                <c:v>0.7416488088086174</c:v>
              </c:pt>
              <c:pt idx="398">
                <c:v>0.7416488088086174</c:v>
              </c:pt>
              <c:pt idx="399">
                <c:v>0.7416488088086174</c:v>
              </c:pt>
              <c:pt idx="400">
                <c:v>0.7416488088086174</c:v>
              </c:pt>
              <c:pt idx="401">
                <c:v>0.7416488088086174</c:v>
              </c:pt>
              <c:pt idx="402">
                <c:v>0.7416488088086174</c:v>
              </c:pt>
              <c:pt idx="403">
                <c:v>0.7416488088086174</c:v>
              </c:pt>
              <c:pt idx="404">
                <c:v>0.7416488088086174</c:v>
              </c:pt>
              <c:pt idx="405">
                <c:v>0.7416488088086174</c:v>
              </c:pt>
              <c:pt idx="406">
                <c:v>0.7416488088086174</c:v>
              </c:pt>
              <c:pt idx="407">
                <c:v>0.7416488088086174</c:v>
              </c:pt>
              <c:pt idx="408">
                <c:v>0.7416488088086174</c:v>
              </c:pt>
              <c:pt idx="409">
                <c:v>0.7416488088086174</c:v>
              </c:pt>
              <c:pt idx="410">
                <c:v>0.7416488088086174</c:v>
              </c:pt>
              <c:pt idx="411">
                <c:v>0.7416488088086174</c:v>
              </c:pt>
            </c:numLit>
          </c:yVal>
          <c:smooth val="0"/>
        </c:ser>
        <c:ser>
          <c:idx val="4"/>
          <c:order val="4"/>
          <c:tx>
            <c:v>Same-order filling improvement</c:v>
          </c:tx>
          <c:spPr>
            <a:noFill xmlns:a="http://schemas.openxmlformats.org/drawingml/2006/main"/>
            <a:ln xmlns:a="http://schemas.openxmlformats.org/drawingml/2006/main" w="7620">
              <a:solidFill>
                <a:srgbClr val="009E73"/>
              </a:solidFill>
              <a:prstDash val="solid"/>
            </a:ln>
          </c:spPr>
          <c:marker>
            <c:symbol val="none"/>
            <c:size val="7"/>
            <c:spPr>
              <a:solidFill xmlns:a="http://schemas.openxmlformats.org/drawingml/2006/main">
                <a:srgbClr val="009E73"/>
              </a:solidFill>
            </c:spPr>
          </c:marker>
          <c:xVal>
            <c:numLit>
              <c:formatCode>General</c:formatCode>
              <c:ptCount val="412"/>
              <c:pt idx="0">
                <c:v>4.669276550240401</c:v>
              </c:pt>
              <c:pt idx="1">
                <c:v>9.031573647115259</c:v>
              </c:pt>
              <c:pt idx="2">
                <c:v>9.031573647115259</c:v>
              </c:pt>
              <c:pt idx="3">
                <c:v>9.031573647115259</c:v>
              </c:pt>
              <c:pt idx="4">
                <c:v>9.031573647115259</c:v>
              </c:pt>
              <c:pt idx="5">
                <c:v>9.031573647115259</c:v>
              </c:pt>
              <c:pt idx="6">
                <c:v>9.031573647115259</c:v>
              </c:pt>
              <c:pt idx="7">
                <c:v>9.031573647115259</c:v>
              </c:pt>
              <c:pt idx="8">
                <c:v>9.031573647115259</c:v>
              </c:pt>
              <c:pt idx="9">
                <c:v>9.031573647115259</c:v>
              </c:pt>
              <c:pt idx="10">
                <c:v>9.031573647115259</c:v>
              </c:pt>
              <c:pt idx="11">
                <c:v>9.031573647115259</c:v>
              </c:pt>
              <c:pt idx="12">
                <c:v>9.031573647115259</c:v>
              </c:pt>
              <c:pt idx="13">
                <c:v>9.031573647115259</c:v>
              </c:pt>
              <c:pt idx="14">
                <c:v>9.031573647115259</c:v>
              </c:pt>
              <c:pt idx="15">
                <c:v>9.031573647115259</c:v>
              </c:pt>
              <c:pt idx="16">
                <c:v>9.031573647115259</c:v>
              </c:pt>
              <c:pt idx="17">
                <c:v>9.031573647115259</c:v>
              </c:pt>
              <c:pt idx="18">
                <c:v>9.031573647115259</c:v>
              </c:pt>
              <c:pt idx="19">
                <c:v>9.031573647115259</c:v>
              </c:pt>
              <c:pt idx="20">
                <c:v>9.031573647115259</c:v>
              </c:pt>
              <c:pt idx="21">
                <c:v>9.031573647115259</c:v>
              </c:pt>
              <c:pt idx="22">
                <c:v>9.031573647115259</c:v>
              </c:pt>
              <c:pt idx="23">
                <c:v>9.031573647115259</c:v>
              </c:pt>
              <c:pt idx="24">
                <c:v>9.031573647115259</c:v>
              </c:pt>
              <c:pt idx="25">
                <c:v>9.031573647115259</c:v>
              </c:pt>
              <c:pt idx="26">
                <c:v>9.031573647115259</c:v>
              </c:pt>
              <c:pt idx="27">
                <c:v>9.031573647115259</c:v>
              </c:pt>
              <c:pt idx="28">
                <c:v>9.031573647115259</c:v>
              </c:pt>
              <c:pt idx="29">
                <c:v>9.031573647115259</c:v>
              </c:pt>
              <c:pt idx="30">
                <c:v>9.031573647115259</c:v>
              </c:pt>
              <c:pt idx="31">
                <c:v>9.031573647115259</c:v>
              </c:pt>
              <c:pt idx="32">
                <c:v>9.031573647115259</c:v>
              </c:pt>
              <c:pt idx="33">
                <c:v>9.031573647115259</c:v>
              </c:pt>
              <c:pt idx="34">
                <c:v>9.031573647115259</c:v>
              </c:pt>
              <c:pt idx="35">
                <c:v>9.031573647115259</c:v>
              </c:pt>
              <c:pt idx="36">
                <c:v>9.031573647115259</c:v>
              </c:pt>
              <c:pt idx="37">
                <c:v>9.031573647115259</c:v>
              </c:pt>
              <c:pt idx="38">
                <c:v>9.031573647115259</c:v>
              </c:pt>
              <c:pt idx="39">
                <c:v>9.031573647115259</c:v>
              </c:pt>
              <c:pt idx="40">
                <c:v>9.031573647115259</c:v>
              </c:pt>
              <c:pt idx="41">
                <c:v>9.031573647115259</c:v>
              </c:pt>
              <c:pt idx="42">
                <c:v>9.031573647115259</c:v>
              </c:pt>
              <c:pt idx="43">
                <c:v>9.031573647115259</c:v>
              </c:pt>
              <c:pt idx="44">
                <c:v>9.031573647115259</c:v>
              </c:pt>
              <c:pt idx="45">
                <c:v>9.031573647115259</c:v>
              </c:pt>
              <c:pt idx="46">
                <c:v>9.031573647115259</c:v>
              </c:pt>
              <c:pt idx="47">
                <c:v>9.031573647115259</c:v>
              </c:pt>
              <c:pt idx="48">
                <c:v>9.031573647115259</c:v>
              </c:pt>
              <c:pt idx="49">
                <c:v>9.031573647115259</c:v>
              </c:pt>
              <c:pt idx="50">
                <c:v>9.031573647115259</c:v>
              </c:pt>
              <c:pt idx="51">
                <c:v>9.031573647115259</c:v>
              </c:pt>
              <c:pt idx="52">
                <c:v>9.031573647115259</c:v>
              </c:pt>
              <c:pt idx="53">
                <c:v>9.031573647115259</c:v>
              </c:pt>
              <c:pt idx="54">
                <c:v>9.031573647115259</c:v>
              </c:pt>
              <c:pt idx="55">
                <c:v>9.031573647115259</c:v>
              </c:pt>
              <c:pt idx="56">
                <c:v>9.031573647115259</c:v>
              </c:pt>
              <c:pt idx="57">
                <c:v>9.031573647115259</c:v>
              </c:pt>
              <c:pt idx="58">
                <c:v>9.031573647115259</c:v>
              </c:pt>
              <c:pt idx="59">
                <c:v>9.031573647115259</c:v>
              </c:pt>
              <c:pt idx="60">
                <c:v>9.031573647115259</c:v>
              </c:pt>
              <c:pt idx="61">
                <c:v>9.031573647115259</c:v>
              </c:pt>
              <c:pt idx="62">
                <c:v>9.031573647115259</c:v>
              </c:pt>
              <c:pt idx="63">
                <c:v>9.031573647115259</c:v>
              </c:pt>
              <c:pt idx="64">
                <c:v>9.031573647115259</c:v>
              </c:pt>
              <c:pt idx="65">
                <c:v>9.031573647115259</c:v>
              </c:pt>
              <c:pt idx="66">
                <c:v>9.031573647115259</c:v>
              </c:pt>
              <c:pt idx="67">
                <c:v>9.031573647115259</c:v>
              </c:pt>
              <c:pt idx="68">
                <c:v>9.031573647115259</c:v>
              </c:pt>
              <c:pt idx="69">
                <c:v>9.031573647115259</c:v>
              </c:pt>
              <c:pt idx="70">
                <c:v>9.031573647115259</c:v>
              </c:pt>
              <c:pt idx="71">
                <c:v>9.031573647115259</c:v>
              </c:pt>
              <c:pt idx="72">
                <c:v>9.031573647115259</c:v>
              </c:pt>
              <c:pt idx="73">
                <c:v>9.031573647115259</c:v>
              </c:pt>
              <c:pt idx="74">
                <c:v>9.031573647115259</c:v>
              </c:pt>
              <c:pt idx="75">
                <c:v>9.031573647115259</c:v>
              </c:pt>
              <c:pt idx="76">
                <c:v>9.031573647115259</c:v>
              </c:pt>
              <c:pt idx="77">
                <c:v>9.031573647115259</c:v>
              </c:pt>
              <c:pt idx="78">
                <c:v>9.031573647115259</c:v>
              </c:pt>
              <c:pt idx="79">
                <c:v>9.031573647115259</c:v>
              </c:pt>
              <c:pt idx="80">
                <c:v>9.031573647115259</c:v>
              </c:pt>
              <c:pt idx="81">
                <c:v>9.031573647115259</c:v>
              </c:pt>
              <c:pt idx="82">
                <c:v>9.031573647115259</c:v>
              </c:pt>
              <c:pt idx="83">
                <c:v>9.031573647115259</c:v>
              </c:pt>
              <c:pt idx="84">
                <c:v>9.031573647115259</c:v>
              </c:pt>
              <c:pt idx="85">
                <c:v>9.031573647115259</c:v>
              </c:pt>
              <c:pt idx="86">
                <c:v>9.031573647115259</c:v>
              </c:pt>
              <c:pt idx="87">
                <c:v>9.031573647115259</c:v>
              </c:pt>
              <c:pt idx="88">
                <c:v>9.031573647115259</c:v>
              </c:pt>
              <c:pt idx="89">
                <c:v>9.031573647115259</c:v>
              </c:pt>
              <c:pt idx="90">
                <c:v>9.031573647115259</c:v>
              </c:pt>
              <c:pt idx="91">
                <c:v>9.031573647115259</c:v>
              </c:pt>
              <c:pt idx="92">
                <c:v>9.031573647115259</c:v>
              </c:pt>
              <c:pt idx="93">
                <c:v>9.031573647115259</c:v>
              </c:pt>
              <c:pt idx="94">
                <c:v>9.031573647115259</c:v>
              </c:pt>
              <c:pt idx="95">
                <c:v>9.031573647115259</c:v>
              </c:pt>
              <c:pt idx="96">
                <c:v>9.031573647115259</c:v>
              </c:pt>
              <c:pt idx="97">
                <c:v>9.031573647115259</c:v>
              </c:pt>
              <c:pt idx="98">
                <c:v>9.031573647115259</c:v>
              </c:pt>
              <c:pt idx="99">
                <c:v>9.031573647115259</c:v>
              </c:pt>
              <c:pt idx="100">
                <c:v>9.031573647115259</c:v>
              </c:pt>
              <c:pt idx="101">
                <c:v>9.031573647115259</c:v>
              </c:pt>
              <c:pt idx="102">
                <c:v>9.031573647115259</c:v>
              </c:pt>
              <c:pt idx="103">
                <c:v>9.031573647115259</c:v>
              </c:pt>
              <c:pt idx="104">
                <c:v>9.031573647115259</c:v>
              </c:pt>
              <c:pt idx="105">
                <c:v>9.031573647115259</c:v>
              </c:pt>
              <c:pt idx="106">
                <c:v>9.031573647115259</c:v>
              </c:pt>
              <c:pt idx="107">
                <c:v>9.031573647115259</c:v>
              </c:pt>
              <c:pt idx="108">
                <c:v>9.031573647115259</c:v>
              </c:pt>
              <c:pt idx="109">
                <c:v>9.031573647115259</c:v>
              </c:pt>
              <c:pt idx="110">
                <c:v>9.031573647115259</c:v>
              </c:pt>
              <c:pt idx="111">
                <c:v>9.031573647115259</c:v>
              </c:pt>
              <c:pt idx="112">
                <c:v>9.031573647115259</c:v>
              </c:pt>
              <c:pt idx="113">
                <c:v>9.031573647115259</c:v>
              </c:pt>
              <c:pt idx="114">
                <c:v>9.031573647115259</c:v>
              </c:pt>
              <c:pt idx="115">
                <c:v>9.031573647115259</c:v>
              </c:pt>
              <c:pt idx="116">
                <c:v>9.031573647115259</c:v>
              </c:pt>
              <c:pt idx="117">
                <c:v>9.031573647115259</c:v>
              </c:pt>
              <c:pt idx="118">
                <c:v>9.031573647115259</c:v>
              </c:pt>
              <c:pt idx="119">
                <c:v>9.031573647115259</c:v>
              </c:pt>
              <c:pt idx="120">
                <c:v>9.031573647115259</c:v>
              </c:pt>
              <c:pt idx="121">
                <c:v>9.031573647115259</c:v>
              </c:pt>
              <c:pt idx="122">
                <c:v>9.031573647115259</c:v>
              </c:pt>
              <c:pt idx="123">
                <c:v>9.031573647115259</c:v>
              </c:pt>
              <c:pt idx="124">
                <c:v>9.031573647115259</c:v>
              </c:pt>
              <c:pt idx="125">
                <c:v>9.031573647115259</c:v>
              </c:pt>
              <c:pt idx="126">
                <c:v>9.031573647115259</c:v>
              </c:pt>
              <c:pt idx="127">
                <c:v>9.031573647115259</c:v>
              </c:pt>
              <c:pt idx="128">
                <c:v>9.031573647115259</c:v>
              </c:pt>
              <c:pt idx="129">
                <c:v>9.031573647115259</c:v>
              </c:pt>
              <c:pt idx="130">
                <c:v>9.031573647115259</c:v>
              </c:pt>
              <c:pt idx="131">
                <c:v>9.031573647115259</c:v>
              </c:pt>
              <c:pt idx="132">
                <c:v>9.031573647115259</c:v>
              </c:pt>
              <c:pt idx="133">
                <c:v>9.031573647115259</c:v>
              </c:pt>
              <c:pt idx="134">
                <c:v>9.031573647115259</c:v>
              </c:pt>
              <c:pt idx="135">
                <c:v>9.031573647115259</c:v>
              </c:pt>
              <c:pt idx="136">
                <c:v>9.031573647115259</c:v>
              </c:pt>
              <c:pt idx="137">
                <c:v>9.031573647115259</c:v>
              </c:pt>
              <c:pt idx="138">
                <c:v>9.031573647115259</c:v>
              </c:pt>
              <c:pt idx="139">
                <c:v>9.031573647115259</c:v>
              </c:pt>
              <c:pt idx="140">
                <c:v>9.031573647115259</c:v>
              </c:pt>
              <c:pt idx="141">
                <c:v>9.031573647115259</c:v>
              </c:pt>
              <c:pt idx="142">
                <c:v>9.031573647115259</c:v>
              </c:pt>
              <c:pt idx="143">
                <c:v>9.031573647115259</c:v>
              </c:pt>
              <c:pt idx="144">
                <c:v>9.031573647115259</c:v>
              </c:pt>
              <c:pt idx="145">
                <c:v>9.031573647115259</c:v>
              </c:pt>
              <c:pt idx="146">
                <c:v>9.031573647115259</c:v>
              </c:pt>
              <c:pt idx="147">
                <c:v>9.031573647115259</c:v>
              </c:pt>
              <c:pt idx="148">
                <c:v>9.031573647115259</c:v>
              </c:pt>
              <c:pt idx="149">
                <c:v>9.031573647115259</c:v>
              </c:pt>
              <c:pt idx="150">
                <c:v>9.031573647115259</c:v>
              </c:pt>
              <c:pt idx="151">
                <c:v>9.031573647115259</c:v>
              </c:pt>
              <c:pt idx="152">
                <c:v>9.031573647115259</c:v>
              </c:pt>
              <c:pt idx="153">
                <c:v>9.031573647115259</c:v>
              </c:pt>
              <c:pt idx="154">
                <c:v>9.031573647115259</c:v>
              </c:pt>
              <c:pt idx="155">
                <c:v>9.031573647115259</c:v>
              </c:pt>
              <c:pt idx="156">
                <c:v>9.031573647115259</c:v>
              </c:pt>
              <c:pt idx="157">
                <c:v>9.031573647115259</c:v>
              </c:pt>
              <c:pt idx="158">
                <c:v>9.031573647115259</c:v>
              </c:pt>
              <c:pt idx="159">
                <c:v>9.031573647115259</c:v>
              </c:pt>
              <c:pt idx="160">
                <c:v>9.031573647115259</c:v>
              </c:pt>
              <c:pt idx="161">
                <c:v>9.031573647115259</c:v>
              </c:pt>
              <c:pt idx="162">
                <c:v>9.031573647115259</c:v>
              </c:pt>
              <c:pt idx="163">
                <c:v>9.031573647115259</c:v>
              </c:pt>
              <c:pt idx="164">
                <c:v>9.031573647115259</c:v>
              </c:pt>
              <c:pt idx="165">
                <c:v>9.031573647115259</c:v>
              </c:pt>
              <c:pt idx="166">
                <c:v>9.031573647115259</c:v>
              </c:pt>
              <c:pt idx="167">
                <c:v>9.031573647115259</c:v>
              </c:pt>
              <c:pt idx="168">
                <c:v>9.031573647115259</c:v>
              </c:pt>
              <c:pt idx="169">
                <c:v>9.031573647115259</c:v>
              </c:pt>
              <c:pt idx="170">
                <c:v>9.031573647115259</c:v>
              </c:pt>
              <c:pt idx="171">
                <c:v>9.031573647115259</c:v>
              </c:pt>
              <c:pt idx="172">
                <c:v>9.031573647115259</c:v>
              </c:pt>
              <c:pt idx="173">
                <c:v>9.031573647115259</c:v>
              </c:pt>
              <c:pt idx="174">
                <c:v>9.031573647115259</c:v>
              </c:pt>
              <c:pt idx="175">
                <c:v>9.031573647115259</c:v>
              </c:pt>
              <c:pt idx="176">
                <c:v>9.031573647115259</c:v>
              </c:pt>
              <c:pt idx="177">
                <c:v>9.031573647115259</c:v>
              </c:pt>
              <c:pt idx="178">
                <c:v>9.031573647115259</c:v>
              </c:pt>
              <c:pt idx="179">
                <c:v>9.031573647115259</c:v>
              </c:pt>
              <c:pt idx="180">
                <c:v>9.031573647115259</c:v>
              </c:pt>
              <c:pt idx="181">
                <c:v>9.031573647115259</c:v>
              </c:pt>
              <c:pt idx="182">
                <c:v>9.031573647115259</c:v>
              </c:pt>
              <c:pt idx="183">
                <c:v>9.031573647115259</c:v>
              </c:pt>
              <c:pt idx="184">
                <c:v>9.031573647115259</c:v>
              </c:pt>
              <c:pt idx="185">
                <c:v>9.031573647115259</c:v>
              </c:pt>
              <c:pt idx="186">
                <c:v>9.031573647115259</c:v>
              </c:pt>
              <c:pt idx="187">
                <c:v>9.031573647115259</c:v>
              </c:pt>
              <c:pt idx="188">
                <c:v>9.031573647115259</c:v>
              </c:pt>
              <c:pt idx="189">
                <c:v>9.031573647115259</c:v>
              </c:pt>
              <c:pt idx="190">
                <c:v>9.031573647115259</c:v>
              </c:pt>
              <c:pt idx="191">
                <c:v>9.031573647115259</c:v>
              </c:pt>
              <c:pt idx="192">
                <c:v>9.031573647115259</c:v>
              </c:pt>
              <c:pt idx="193">
                <c:v>9.031573647115259</c:v>
              </c:pt>
              <c:pt idx="194">
                <c:v>9.031573647115259</c:v>
              </c:pt>
              <c:pt idx="195">
                <c:v>9.031573647115259</c:v>
              </c:pt>
              <c:pt idx="196">
                <c:v>9.031573647115259</c:v>
              </c:pt>
              <c:pt idx="197">
                <c:v>9.031573647115259</c:v>
              </c:pt>
              <c:pt idx="198">
                <c:v>9.031573647115259</c:v>
              </c:pt>
              <c:pt idx="199">
                <c:v>9.031573647115259</c:v>
              </c:pt>
              <c:pt idx="200">
                <c:v>9.031573647115259</c:v>
              </c:pt>
              <c:pt idx="201">
                <c:v>9.031573647115259</c:v>
              </c:pt>
              <c:pt idx="202">
                <c:v>9.031573647115259</c:v>
              </c:pt>
              <c:pt idx="203">
                <c:v>9.031573647115259</c:v>
              </c:pt>
              <c:pt idx="204">
                <c:v>9.031573647115259</c:v>
              </c:pt>
              <c:pt idx="205">
                <c:v>9.031573647115259</c:v>
              </c:pt>
              <c:pt idx="206">
                <c:v>9.031573647115259</c:v>
              </c:pt>
              <c:pt idx="207">
                <c:v>9.031573647115259</c:v>
              </c:pt>
              <c:pt idx="208">
                <c:v>9.031573647115259</c:v>
              </c:pt>
              <c:pt idx="209">
                <c:v>9.031573647115259</c:v>
              </c:pt>
              <c:pt idx="210">
                <c:v>9.031573647115259</c:v>
              </c:pt>
              <c:pt idx="211">
                <c:v>9.031573647115259</c:v>
              </c:pt>
              <c:pt idx="212">
                <c:v>9.031573647115259</c:v>
              </c:pt>
              <c:pt idx="213">
                <c:v>9.031573647115259</c:v>
              </c:pt>
              <c:pt idx="214">
                <c:v>9.031573647115259</c:v>
              </c:pt>
              <c:pt idx="215">
                <c:v>9.031573647115259</c:v>
              </c:pt>
              <c:pt idx="216">
                <c:v>9.031573647115259</c:v>
              </c:pt>
              <c:pt idx="217">
                <c:v>9.031573647115259</c:v>
              </c:pt>
              <c:pt idx="218">
                <c:v>9.031573647115259</c:v>
              </c:pt>
              <c:pt idx="219">
                <c:v>9.031573647115259</c:v>
              </c:pt>
              <c:pt idx="220">
                <c:v>9.031573647115259</c:v>
              </c:pt>
              <c:pt idx="221">
                <c:v>9.031573647115259</c:v>
              </c:pt>
              <c:pt idx="222">
                <c:v>9.031573647115259</c:v>
              </c:pt>
              <c:pt idx="223">
                <c:v>9.031573647115259</c:v>
              </c:pt>
              <c:pt idx="224">
                <c:v>9.031573647115259</c:v>
              </c:pt>
              <c:pt idx="225">
                <c:v>9.031573647115259</c:v>
              </c:pt>
              <c:pt idx="226">
                <c:v>9.031573647115259</c:v>
              </c:pt>
              <c:pt idx="227">
                <c:v>9.031573647115259</c:v>
              </c:pt>
              <c:pt idx="228">
                <c:v>9.031573647115259</c:v>
              </c:pt>
              <c:pt idx="229">
                <c:v>9.031573647115259</c:v>
              </c:pt>
              <c:pt idx="230">
                <c:v>9.031573647115259</c:v>
              </c:pt>
              <c:pt idx="231">
                <c:v>9.031573647115259</c:v>
              </c:pt>
              <c:pt idx="232">
                <c:v>9.031573647115259</c:v>
              </c:pt>
              <c:pt idx="233">
                <c:v>9.031573647115259</c:v>
              </c:pt>
              <c:pt idx="234">
                <c:v>9.031573647115259</c:v>
              </c:pt>
              <c:pt idx="235">
                <c:v>9.031573647115259</c:v>
              </c:pt>
              <c:pt idx="236">
                <c:v>9.031573647115259</c:v>
              </c:pt>
              <c:pt idx="237">
                <c:v>9.031573647115259</c:v>
              </c:pt>
              <c:pt idx="238">
                <c:v>9.031573647115259</c:v>
              </c:pt>
              <c:pt idx="239">
                <c:v>9.031573647115259</c:v>
              </c:pt>
              <c:pt idx="240">
                <c:v>9.031573647115259</c:v>
              </c:pt>
              <c:pt idx="241">
                <c:v>9.031573647115259</c:v>
              </c:pt>
              <c:pt idx="242">
                <c:v>9.031573647115259</c:v>
              </c:pt>
              <c:pt idx="243">
                <c:v>9.031573647115259</c:v>
              </c:pt>
              <c:pt idx="244">
                <c:v>9.031573647115259</c:v>
              </c:pt>
              <c:pt idx="245">
                <c:v>9.031573647115259</c:v>
              </c:pt>
              <c:pt idx="246">
                <c:v>9.031573647115259</c:v>
              </c:pt>
              <c:pt idx="247">
                <c:v>9.031573647115259</c:v>
              </c:pt>
              <c:pt idx="248">
                <c:v>9.031573647115259</c:v>
              </c:pt>
              <c:pt idx="249">
                <c:v>9.031573647115259</c:v>
              </c:pt>
              <c:pt idx="250">
                <c:v>9.031573647115259</c:v>
              </c:pt>
              <c:pt idx="251">
                <c:v>9.031573647115259</c:v>
              </c:pt>
              <c:pt idx="252">
                <c:v>9.031573647115259</c:v>
              </c:pt>
              <c:pt idx="253">
                <c:v>9.031573647115259</c:v>
              </c:pt>
              <c:pt idx="254">
                <c:v>9.031573647115259</c:v>
              </c:pt>
              <c:pt idx="255">
                <c:v>9.031573647115259</c:v>
              </c:pt>
              <c:pt idx="256">
                <c:v>9.031573647115259</c:v>
              </c:pt>
              <c:pt idx="257">
                <c:v>9.031573647115259</c:v>
              </c:pt>
              <c:pt idx="258">
                <c:v>9.031573647115259</c:v>
              </c:pt>
              <c:pt idx="259">
                <c:v>9.031573647115259</c:v>
              </c:pt>
              <c:pt idx="260">
                <c:v>9.031573647115259</c:v>
              </c:pt>
              <c:pt idx="261">
                <c:v>9.031573647115259</c:v>
              </c:pt>
              <c:pt idx="262">
                <c:v>9.031573647115259</c:v>
              </c:pt>
              <c:pt idx="263">
                <c:v>9.031573647115259</c:v>
              </c:pt>
              <c:pt idx="264">
                <c:v>9.031573647115259</c:v>
              </c:pt>
              <c:pt idx="265">
                <c:v>9.031573647115259</c:v>
              </c:pt>
              <c:pt idx="266">
                <c:v>9.031573647115259</c:v>
              </c:pt>
              <c:pt idx="267">
                <c:v>9.031573647115259</c:v>
              </c:pt>
              <c:pt idx="268">
                <c:v>9.031573647115259</c:v>
              </c:pt>
              <c:pt idx="269">
                <c:v>9.031573647115259</c:v>
              </c:pt>
              <c:pt idx="270">
                <c:v>9.031573647115259</c:v>
              </c:pt>
              <c:pt idx="271">
                <c:v>9.031573647115259</c:v>
              </c:pt>
              <c:pt idx="272">
                <c:v>9.031573647115259</c:v>
              </c:pt>
              <c:pt idx="273">
                <c:v>9.031573647115259</c:v>
              </c:pt>
              <c:pt idx="274">
                <c:v>9.031573647115259</c:v>
              </c:pt>
              <c:pt idx="275">
                <c:v>9.031573647115259</c:v>
              </c:pt>
              <c:pt idx="276">
                <c:v>9.031573647115259</c:v>
              </c:pt>
              <c:pt idx="277">
                <c:v>9.031573647115259</c:v>
              </c:pt>
              <c:pt idx="278">
                <c:v>9.031573647115259</c:v>
              </c:pt>
              <c:pt idx="279">
                <c:v>9.031573647115259</c:v>
              </c:pt>
              <c:pt idx="280">
                <c:v>9.031573647115259</c:v>
              </c:pt>
              <c:pt idx="281">
                <c:v>9.031573647115259</c:v>
              </c:pt>
              <c:pt idx="282">
                <c:v>9.031573647115259</c:v>
              </c:pt>
              <c:pt idx="283">
                <c:v>9.031573647115259</c:v>
              </c:pt>
              <c:pt idx="284">
                <c:v>9.031573647115259</c:v>
              </c:pt>
              <c:pt idx="285">
                <c:v>9.031573647115259</c:v>
              </c:pt>
              <c:pt idx="286">
                <c:v>9.031573647115259</c:v>
              </c:pt>
              <c:pt idx="287">
                <c:v>9.031573647115259</c:v>
              </c:pt>
              <c:pt idx="288">
                <c:v>9.031573647115259</c:v>
              </c:pt>
              <c:pt idx="289">
                <c:v>9.031573647115259</c:v>
              </c:pt>
              <c:pt idx="290">
                <c:v>9.031573647115259</c:v>
              </c:pt>
              <c:pt idx="291">
                <c:v>9.031573647115259</c:v>
              </c:pt>
              <c:pt idx="292">
                <c:v>9.031573647115259</c:v>
              </c:pt>
              <c:pt idx="293">
                <c:v>9.031573647115259</c:v>
              </c:pt>
              <c:pt idx="294">
                <c:v>9.031573647115259</c:v>
              </c:pt>
              <c:pt idx="295">
                <c:v>9.031573647115259</c:v>
              </c:pt>
              <c:pt idx="296">
                <c:v>9.031573647115259</c:v>
              </c:pt>
              <c:pt idx="297">
                <c:v>9.031573647115259</c:v>
              </c:pt>
              <c:pt idx="298">
                <c:v>9.031573647115259</c:v>
              </c:pt>
              <c:pt idx="299">
                <c:v>9.031573647115259</c:v>
              </c:pt>
              <c:pt idx="300">
                <c:v>9.031573647115259</c:v>
              </c:pt>
              <c:pt idx="301">
                <c:v>9.031573647115259</c:v>
              </c:pt>
              <c:pt idx="302">
                <c:v>9.031573647115259</c:v>
              </c:pt>
              <c:pt idx="303">
                <c:v>9.031573647115259</c:v>
              </c:pt>
              <c:pt idx="304">
                <c:v>9.031573647115259</c:v>
              </c:pt>
              <c:pt idx="305">
                <c:v>9.031573647115259</c:v>
              </c:pt>
              <c:pt idx="306">
                <c:v>9.031573647115259</c:v>
              </c:pt>
              <c:pt idx="307">
                <c:v>9.031573647115259</c:v>
              </c:pt>
              <c:pt idx="308">
                <c:v>9.031573647115259</c:v>
              </c:pt>
              <c:pt idx="309">
                <c:v>9.031573647115259</c:v>
              </c:pt>
              <c:pt idx="310">
                <c:v>9.031573647115259</c:v>
              </c:pt>
              <c:pt idx="311">
                <c:v>9.031573647115259</c:v>
              </c:pt>
              <c:pt idx="312">
                <c:v>9.031573647115259</c:v>
              </c:pt>
              <c:pt idx="313">
                <c:v>9.031573647115259</c:v>
              </c:pt>
              <c:pt idx="314">
                <c:v>9.031573647115259</c:v>
              </c:pt>
              <c:pt idx="315">
                <c:v>9.031573647115259</c:v>
              </c:pt>
              <c:pt idx="316">
                <c:v>9.031573647115259</c:v>
              </c:pt>
              <c:pt idx="317">
                <c:v>9.031573647115259</c:v>
              </c:pt>
              <c:pt idx="318">
                <c:v>9.031573647115259</c:v>
              </c:pt>
              <c:pt idx="319">
                <c:v>9.031573647115259</c:v>
              </c:pt>
              <c:pt idx="320">
                <c:v>9.031573647115259</c:v>
              </c:pt>
              <c:pt idx="321">
                <c:v>9.031573647115259</c:v>
              </c:pt>
              <c:pt idx="322">
                <c:v>9.031573647115259</c:v>
              </c:pt>
              <c:pt idx="323">
                <c:v>9.031573647115259</c:v>
              </c:pt>
              <c:pt idx="324">
                <c:v>9.031573647115259</c:v>
              </c:pt>
              <c:pt idx="325">
                <c:v>9.031573647115259</c:v>
              </c:pt>
              <c:pt idx="326">
                <c:v>9.031573647115259</c:v>
              </c:pt>
              <c:pt idx="327">
                <c:v>9.031573647115259</c:v>
              </c:pt>
              <c:pt idx="328">
                <c:v>9.031573647115259</c:v>
              </c:pt>
              <c:pt idx="329">
                <c:v>9.031573647115259</c:v>
              </c:pt>
              <c:pt idx="330">
                <c:v>9.031573647115259</c:v>
              </c:pt>
              <c:pt idx="331">
                <c:v>9.031573647115259</c:v>
              </c:pt>
              <c:pt idx="332">
                <c:v>9.031573647115259</c:v>
              </c:pt>
              <c:pt idx="333">
                <c:v>9.031573647115259</c:v>
              </c:pt>
              <c:pt idx="334">
                <c:v>9.031573647115259</c:v>
              </c:pt>
              <c:pt idx="335">
                <c:v>9.031573647115259</c:v>
              </c:pt>
              <c:pt idx="336">
                <c:v>9.031573647115259</c:v>
              </c:pt>
              <c:pt idx="337">
                <c:v>9.031573647115259</c:v>
              </c:pt>
              <c:pt idx="338">
                <c:v>9.031573647115259</c:v>
              </c:pt>
              <c:pt idx="339">
                <c:v>9.031573647115259</c:v>
              </c:pt>
              <c:pt idx="340">
                <c:v>9.031573647115259</c:v>
              </c:pt>
              <c:pt idx="341">
                <c:v>9.031573647115259</c:v>
              </c:pt>
              <c:pt idx="342">
                <c:v>9.031573647115259</c:v>
              </c:pt>
              <c:pt idx="343">
                <c:v>9.031573647115259</c:v>
              </c:pt>
              <c:pt idx="344">
                <c:v>9.031573647115259</c:v>
              </c:pt>
              <c:pt idx="345">
                <c:v>9.031573647115259</c:v>
              </c:pt>
              <c:pt idx="346">
                <c:v>9.031573647115259</c:v>
              </c:pt>
              <c:pt idx="347">
                <c:v>9.031573647115259</c:v>
              </c:pt>
              <c:pt idx="348">
                <c:v>9.031573647115259</c:v>
              </c:pt>
              <c:pt idx="349">
                <c:v>9.031573647115259</c:v>
              </c:pt>
              <c:pt idx="350">
                <c:v>9.031573647115259</c:v>
              </c:pt>
              <c:pt idx="351">
                <c:v>9.031573647115259</c:v>
              </c:pt>
              <c:pt idx="352">
                <c:v>9.031573647115259</c:v>
              </c:pt>
              <c:pt idx="353">
                <c:v>9.031573647115259</c:v>
              </c:pt>
              <c:pt idx="354">
                <c:v>9.031573647115259</c:v>
              </c:pt>
              <c:pt idx="355">
                <c:v>9.031573647115259</c:v>
              </c:pt>
              <c:pt idx="356">
                <c:v>9.031573647115259</c:v>
              </c:pt>
              <c:pt idx="357">
                <c:v>9.031573647115259</c:v>
              </c:pt>
              <c:pt idx="358">
                <c:v>9.031573647115259</c:v>
              </c:pt>
              <c:pt idx="359">
                <c:v>9.031573647115259</c:v>
              </c:pt>
              <c:pt idx="360">
                <c:v>9.031573647115259</c:v>
              </c:pt>
              <c:pt idx="361">
                <c:v>9.031573647115259</c:v>
              </c:pt>
              <c:pt idx="362">
                <c:v>9.031573647115259</c:v>
              </c:pt>
              <c:pt idx="363">
                <c:v>9.031573647115259</c:v>
              </c:pt>
              <c:pt idx="364">
                <c:v>9.031573647115259</c:v>
              </c:pt>
              <c:pt idx="365">
                <c:v>9.031573647115259</c:v>
              </c:pt>
              <c:pt idx="366">
                <c:v>9.031573647115259</c:v>
              </c:pt>
              <c:pt idx="367">
                <c:v>9.031573647115259</c:v>
              </c:pt>
              <c:pt idx="368">
                <c:v>9.031573647115259</c:v>
              </c:pt>
              <c:pt idx="369">
                <c:v>9.031573647115259</c:v>
              </c:pt>
              <c:pt idx="370">
                <c:v>9.031573647115259</c:v>
              </c:pt>
              <c:pt idx="371">
                <c:v>9.031573647115259</c:v>
              </c:pt>
              <c:pt idx="372">
                <c:v>9.031573647115259</c:v>
              </c:pt>
              <c:pt idx="373">
                <c:v>9.031573647115259</c:v>
              </c:pt>
              <c:pt idx="374">
                <c:v>9.031573647115259</c:v>
              </c:pt>
              <c:pt idx="375">
                <c:v>9.031573647115259</c:v>
              </c:pt>
              <c:pt idx="376">
                <c:v>9.031573647115259</c:v>
              </c:pt>
              <c:pt idx="377">
                <c:v>9.031573647115259</c:v>
              </c:pt>
              <c:pt idx="378">
                <c:v>9.031573647115259</c:v>
              </c:pt>
              <c:pt idx="379">
                <c:v>9.031573647115259</c:v>
              </c:pt>
              <c:pt idx="380">
                <c:v>9.031573647115259</c:v>
              </c:pt>
              <c:pt idx="381">
                <c:v>9.031573647115259</c:v>
              </c:pt>
              <c:pt idx="382">
                <c:v>9.031573647115259</c:v>
              </c:pt>
              <c:pt idx="383">
                <c:v>9.031573647115259</c:v>
              </c:pt>
              <c:pt idx="384">
                <c:v>9.031573647115259</c:v>
              </c:pt>
              <c:pt idx="385">
                <c:v>9.031573647115259</c:v>
              </c:pt>
              <c:pt idx="386">
                <c:v>9.031573647115259</c:v>
              </c:pt>
              <c:pt idx="387">
                <c:v>9.031573647115259</c:v>
              </c:pt>
              <c:pt idx="388">
                <c:v>9.031573647115259</c:v>
              </c:pt>
              <c:pt idx="389">
                <c:v>9.031573647115259</c:v>
              </c:pt>
              <c:pt idx="390">
                <c:v>9.031573647115259</c:v>
              </c:pt>
              <c:pt idx="391">
                <c:v>9.031573647115259</c:v>
              </c:pt>
              <c:pt idx="392">
                <c:v>9.031573647115259</c:v>
              </c:pt>
              <c:pt idx="393">
                <c:v>9.031573647115259</c:v>
              </c:pt>
              <c:pt idx="394">
                <c:v>9.031573647115259</c:v>
              </c:pt>
              <c:pt idx="395">
                <c:v>9.031573647115259</c:v>
              </c:pt>
              <c:pt idx="396">
                <c:v>9.031573647115259</c:v>
              </c:pt>
              <c:pt idx="397">
                <c:v>9.031573647115259</c:v>
              </c:pt>
              <c:pt idx="398">
                <c:v>9.031573647115259</c:v>
              </c:pt>
              <c:pt idx="399">
                <c:v>9.031573647115259</c:v>
              </c:pt>
              <c:pt idx="400">
                <c:v>9.031573647115259</c:v>
              </c:pt>
              <c:pt idx="401">
                <c:v>9.031573647115259</c:v>
              </c:pt>
              <c:pt idx="402">
                <c:v>9.031573647115259</c:v>
              </c:pt>
              <c:pt idx="403">
                <c:v>9.031573647115259</c:v>
              </c:pt>
              <c:pt idx="404">
                <c:v>9.031573647115259</c:v>
              </c:pt>
              <c:pt idx="405">
                <c:v>9.031573647115259</c:v>
              </c:pt>
              <c:pt idx="406">
                <c:v>9.031573647115259</c:v>
              </c:pt>
              <c:pt idx="407">
                <c:v>9.031573647115259</c:v>
              </c:pt>
              <c:pt idx="408">
                <c:v>9.031573647115259</c:v>
              </c:pt>
              <c:pt idx="409">
                <c:v>9.031573647115259</c:v>
              </c:pt>
              <c:pt idx="410">
                <c:v>9.031573647115259</c:v>
              </c:pt>
              <c:pt idx="411">
                <c:v>9.031573647115259</c:v>
              </c:pt>
            </c:numLit>
          </c:xVal>
          <c:yVal>
            <c:numLit>
              <c:formatCode>0.0</c:formatCode>
              <c:ptCount val="412"/>
              <c:pt idx="0">
                <c:v>0.13203880275870133</c:v>
              </c:pt>
              <c:pt idx="1">
                <c:v>0.13203880275870133</c:v>
              </c:pt>
              <c:pt idx="2">
                <c:v>0.13203880275870133</c:v>
              </c:pt>
              <c:pt idx="3">
                <c:v>0.13203880275870133</c:v>
              </c:pt>
              <c:pt idx="4">
                <c:v>0.13203880275870133</c:v>
              </c:pt>
              <c:pt idx="5">
                <c:v>0.13203880275870133</c:v>
              </c:pt>
              <c:pt idx="6">
                <c:v>0.13203880275870133</c:v>
              </c:pt>
              <c:pt idx="7">
                <c:v>0.13203880275870133</c:v>
              </c:pt>
              <c:pt idx="8">
                <c:v>0.13203880275870133</c:v>
              </c:pt>
              <c:pt idx="9">
                <c:v>0.13203880275870133</c:v>
              </c:pt>
              <c:pt idx="10">
                <c:v>0.13203880275870133</c:v>
              </c:pt>
              <c:pt idx="11">
                <c:v>0.13203880275870133</c:v>
              </c:pt>
              <c:pt idx="12">
                <c:v>0.13203880275870133</c:v>
              </c:pt>
              <c:pt idx="13">
                <c:v>0.13203880275870133</c:v>
              </c:pt>
              <c:pt idx="14">
                <c:v>0.13203880275870133</c:v>
              </c:pt>
              <c:pt idx="15">
                <c:v>0.13203880275870133</c:v>
              </c:pt>
              <c:pt idx="16">
                <c:v>0.13203880275870133</c:v>
              </c:pt>
              <c:pt idx="17">
                <c:v>0.13203880275870133</c:v>
              </c:pt>
              <c:pt idx="18">
                <c:v>0.13203880275870133</c:v>
              </c:pt>
              <c:pt idx="19">
                <c:v>0.13203880275870133</c:v>
              </c:pt>
              <c:pt idx="20">
                <c:v>0.13203880275870133</c:v>
              </c:pt>
              <c:pt idx="21">
                <c:v>0.13203880275870133</c:v>
              </c:pt>
              <c:pt idx="22">
                <c:v>0.13203880275870133</c:v>
              </c:pt>
              <c:pt idx="23">
                <c:v>0.13203880275870133</c:v>
              </c:pt>
              <c:pt idx="24">
                <c:v>0.13203880275870133</c:v>
              </c:pt>
              <c:pt idx="25">
                <c:v>0.13203880275870133</c:v>
              </c:pt>
              <c:pt idx="26">
                <c:v>0.13203880275870133</c:v>
              </c:pt>
              <c:pt idx="27">
                <c:v>0.13203880275870133</c:v>
              </c:pt>
              <c:pt idx="28">
                <c:v>0.13203880275870133</c:v>
              </c:pt>
              <c:pt idx="29">
                <c:v>0.13203880275870133</c:v>
              </c:pt>
              <c:pt idx="30">
                <c:v>0.13203880275870133</c:v>
              </c:pt>
              <c:pt idx="31">
                <c:v>0.13203880275870133</c:v>
              </c:pt>
              <c:pt idx="32">
                <c:v>0.13203880275870133</c:v>
              </c:pt>
              <c:pt idx="33">
                <c:v>0.13203880275870133</c:v>
              </c:pt>
              <c:pt idx="34">
                <c:v>0.13203880275870133</c:v>
              </c:pt>
              <c:pt idx="35">
                <c:v>0.13203880275870133</c:v>
              </c:pt>
              <c:pt idx="36">
                <c:v>0.13203880275870133</c:v>
              </c:pt>
              <c:pt idx="37">
                <c:v>0.13203880275870133</c:v>
              </c:pt>
              <c:pt idx="38">
                <c:v>0.13203880275870133</c:v>
              </c:pt>
              <c:pt idx="39">
                <c:v>0.13203880275870133</c:v>
              </c:pt>
              <c:pt idx="40">
                <c:v>0.13203880275870133</c:v>
              </c:pt>
              <c:pt idx="41">
                <c:v>0.13203880275870133</c:v>
              </c:pt>
              <c:pt idx="42">
                <c:v>0.13203880275870133</c:v>
              </c:pt>
              <c:pt idx="43">
                <c:v>0.13203880275870133</c:v>
              </c:pt>
              <c:pt idx="44">
                <c:v>0.13203880275870133</c:v>
              </c:pt>
              <c:pt idx="45">
                <c:v>0.13203880275870133</c:v>
              </c:pt>
              <c:pt idx="46">
                <c:v>0.13203880275870133</c:v>
              </c:pt>
              <c:pt idx="47">
                <c:v>0.13203880275870133</c:v>
              </c:pt>
              <c:pt idx="48">
                <c:v>0.13203880275870133</c:v>
              </c:pt>
              <c:pt idx="49">
                <c:v>0.13203880275870133</c:v>
              </c:pt>
              <c:pt idx="50">
                <c:v>0.13203880275870133</c:v>
              </c:pt>
              <c:pt idx="51">
                <c:v>0.13203880275870133</c:v>
              </c:pt>
              <c:pt idx="52">
                <c:v>0.13203880275870133</c:v>
              </c:pt>
              <c:pt idx="53">
                <c:v>0.13203880275870133</c:v>
              </c:pt>
              <c:pt idx="54">
                <c:v>0.13203880275870133</c:v>
              </c:pt>
              <c:pt idx="55">
                <c:v>0.13203880275870133</c:v>
              </c:pt>
              <c:pt idx="56">
                <c:v>0.13203880275870133</c:v>
              </c:pt>
              <c:pt idx="57">
                <c:v>0.13203880275870133</c:v>
              </c:pt>
              <c:pt idx="58">
                <c:v>0.13203880275870133</c:v>
              </c:pt>
              <c:pt idx="59">
                <c:v>0.13203880275870133</c:v>
              </c:pt>
              <c:pt idx="60">
                <c:v>0.13203880275870133</c:v>
              </c:pt>
              <c:pt idx="61">
                <c:v>0.13203880275870133</c:v>
              </c:pt>
              <c:pt idx="62">
                <c:v>0.13203880275870133</c:v>
              </c:pt>
              <c:pt idx="63">
                <c:v>0.13203880275870133</c:v>
              </c:pt>
              <c:pt idx="64">
                <c:v>0.13203880275870133</c:v>
              </c:pt>
              <c:pt idx="65">
                <c:v>0.13203880275870133</c:v>
              </c:pt>
              <c:pt idx="66">
                <c:v>0.13203880275870133</c:v>
              </c:pt>
              <c:pt idx="67">
                <c:v>0.13203880275870133</c:v>
              </c:pt>
              <c:pt idx="68">
                <c:v>0.13203880275870133</c:v>
              </c:pt>
              <c:pt idx="69">
                <c:v>0.13203880275870133</c:v>
              </c:pt>
              <c:pt idx="70">
                <c:v>0.13203880275870133</c:v>
              </c:pt>
              <c:pt idx="71">
                <c:v>0.13203880275870133</c:v>
              </c:pt>
              <c:pt idx="72">
                <c:v>0.13203880275870133</c:v>
              </c:pt>
              <c:pt idx="73">
                <c:v>0.13203880275870133</c:v>
              </c:pt>
              <c:pt idx="74">
                <c:v>0.13203880275870133</c:v>
              </c:pt>
              <c:pt idx="75">
                <c:v>0.13203880275870133</c:v>
              </c:pt>
              <c:pt idx="76">
                <c:v>0.13203880275870133</c:v>
              </c:pt>
              <c:pt idx="77">
                <c:v>0.13203880275870133</c:v>
              </c:pt>
              <c:pt idx="78">
                <c:v>0.13203880275870133</c:v>
              </c:pt>
              <c:pt idx="79">
                <c:v>0.13203880275870133</c:v>
              </c:pt>
              <c:pt idx="80">
                <c:v>0.13203880275870133</c:v>
              </c:pt>
              <c:pt idx="81">
                <c:v>0.13203880275870133</c:v>
              </c:pt>
              <c:pt idx="82">
                <c:v>0.13203880275870133</c:v>
              </c:pt>
              <c:pt idx="83">
                <c:v>0.13203880275870133</c:v>
              </c:pt>
              <c:pt idx="84">
                <c:v>0.13203880275870133</c:v>
              </c:pt>
              <c:pt idx="85">
                <c:v>0.13203880275870133</c:v>
              </c:pt>
              <c:pt idx="86">
                <c:v>0.13203880275870133</c:v>
              </c:pt>
              <c:pt idx="87">
                <c:v>0.13203880275870133</c:v>
              </c:pt>
              <c:pt idx="88">
                <c:v>0.13203880275870133</c:v>
              </c:pt>
              <c:pt idx="89">
                <c:v>0.13203880275870133</c:v>
              </c:pt>
              <c:pt idx="90">
                <c:v>0.13203880275870133</c:v>
              </c:pt>
              <c:pt idx="91">
                <c:v>0.13203880275870133</c:v>
              </c:pt>
              <c:pt idx="92">
                <c:v>0.13203880275870133</c:v>
              </c:pt>
              <c:pt idx="93">
                <c:v>0.13203880275870133</c:v>
              </c:pt>
              <c:pt idx="94">
                <c:v>0.13203880275870133</c:v>
              </c:pt>
              <c:pt idx="95">
                <c:v>0.13203880275870133</c:v>
              </c:pt>
              <c:pt idx="96">
                <c:v>0.13203880275870133</c:v>
              </c:pt>
              <c:pt idx="97">
                <c:v>0.13203880275870133</c:v>
              </c:pt>
              <c:pt idx="98">
                <c:v>0.13203880275870133</c:v>
              </c:pt>
              <c:pt idx="99">
                <c:v>0.13203880275870133</c:v>
              </c:pt>
              <c:pt idx="100">
                <c:v>0.13203880275870133</c:v>
              </c:pt>
              <c:pt idx="101">
                <c:v>0.13203880275870133</c:v>
              </c:pt>
              <c:pt idx="102">
                <c:v>0.13203880275870133</c:v>
              </c:pt>
              <c:pt idx="103">
                <c:v>0.13203880275870133</c:v>
              </c:pt>
              <c:pt idx="104">
                <c:v>0.13203880275870133</c:v>
              </c:pt>
              <c:pt idx="105">
                <c:v>0.13203880275870133</c:v>
              </c:pt>
              <c:pt idx="106">
                <c:v>0.13203880275870133</c:v>
              </c:pt>
              <c:pt idx="107">
                <c:v>0.13203880275870133</c:v>
              </c:pt>
              <c:pt idx="108">
                <c:v>0.13203880275870133</c:v>
              </c:pt>
              <c:pt idx="109">
                <c:v>0.13203880275870133</c:v>
              </c:pt>
              <c:pt idx="110">
                <c:v>0.13203880275870133</c:v>
              </c:pt>
              <c:pt idx="111">
                <c:v>0.13203880275870133</c:v>
              </c:pt>
              <c:pt idx="112">
                <c:v>0.13203880275870133</c:v>
              </c:pt>
              <c:pt idx="113">
                <c:v>0.13203880275870133</c:v>
              </c:pt>
              <c:pt idx="114">
                <c:v>0.13203880275870133</c:v>
              </c:pt>
              <c:pt idx="115">
                <c:v>0.13203880275870133</c:v>
              </c:pt>
              <c:pt idx="116">
                <c:v>0.13203880275870133</c:v>
              </c:pt>
              <c:pt idx="117">
                <c:v>0.13203880275870133</c:v>
              </c:pt>
              <c:pt idx="118">
                <c:v>0.13203880275870133</c:v>
              </c:pt>
              <c:pt idx="119">
                <c:v>0.13203880275870133</c:v>
              </c:pt>
              <c:pt idx="120">
                <c:v>0.13203880275870133</c:v>
              </c:pt>
              <c:pt idx="121">
                <c:v>0.13203880275870133</c:v>
              </c:pt>
              <c:pt idx="122">
                <c:v>0.13203880275870133</c:v>
              </c:pt>
              <c:pt idx="123">
                <c:v>0.13203880275870133</c:v>
              </c:pt>
              <c:pt idx="124">
                <c:v>0.13203880275870133</c:v>
              </c:pt>
              <c:pt idx="125">
                <c:v>0.13203880275870133</c:v>
              </c:pt>
              <c:pt idx="126">
                <c:v>0.13203880275870133</c:v>
              </c:pt>
              <c:pt idx="127">
                <c:v>0.13203880275870133</c:v>
              </c:pt>
              <c:pt idx="128">
                <c:v>0.13203880275870133</c:v>
              </c:pt>
              <c:pt idx="129">
                <c:v>0.13203880275870133</c:v>
              </c:pt>
              <c:pt idx="130">
                <c:v>0.13203880275870133</c:v>
              </c:pt>
              <c:pt idx="131">
                <c:v>0.13203880275870133</c:v>
              </c:pt>
              <c:pt idx="132">
                <c:v>0.13203880275870133</c:v>
              </c:pt>
              <c:pt idx="133">
                <c:v>0.13203880275870133</c:v>
              </c:pt>
              <c:pt idx="134">
                <c:v>0.13203880275870133</c:v>
              </c:pt>
              <c:pt idx="135">
                <c:v>0.13203880275870133</c:v>
              </c:pt>
              <c:pt idx="136">
                <c:v>0.13203880275870133</c:v>
              </c:pt>
              <c:pt idx="137">
                <c:v>0.13203880275870133</c:v>
              </c:pt>
              <c:pt idx="138">
                <c:v>0.13203880275870133</c:v>
              </c:pt>
              <c:pt idx="139">
                <c:v>0.13203880275870133</c:v>
              </c:pt>
              <c:pt idx="140">
                <c:v>0.13203880275870133</c:v>
              </c:pt>
              <c:pt idx="141">
                <c:v>0.13203880275870133</c:v>
              </c:pt>
              <c:pt idx="142">
                <c:v>0.13203880275870133</c:v>
              </c:pt>
              <c:pt idx="143">
                <c:v>0.13203880275870133</c:v>
              </c:pt>
              <c:pt idx="144">
                <c:v>0.13203880275870133</c:v>
              </c:pt>
              <c:pt idx="145">
                <c:v>0.13203880275870133</c:v>
              </c:pt>
              <c:pt idx="146">
                <c:v>0.13203880275870133</c:v>
              </c:pt>
              <c:pt idx="147">
                <c:v>0.13203880275870133</c:v>
              </c:pt>
              <c:pt idx="148">
                <c:v>0.13203880275870133</c:v>
              </c:pt>
              <c:pt idx="149">
                <c:v>0.13203880275870133</c:v>
              </c:pt>
              <c:pt idx="150">
                <c:v>0.13203880275870133</c:v>
              </c:pt>
              <c:pt idx="151">
                <c:v>0.13203880275870133</c:v>
              </c:pt>
              <c:pt idx="152">
                <c:v>0.13203880275870133</c:v>
              </c:pt>
              <c:pt idx="153">
                <c:v>0.13203880275870133</c:v>
              </c:pt>
              <c:pt idx="154">
                <c:v>0.13203880275870133</c:v>
              </c:pt>
              <c:pt idx="155">
                <c:v>0.13203880275870133</c:v>
              </c:pt>
              <c:pt idx="156">
                <c:v>0.13203880275870133</c:v>
              </c:pt>
              <c:pt idx="157">
                <c:v>0.13203880275870133</c:v>
              </c:pt>
              <c:pt idx="158">
                <c:v>0.13203880275870133</c:v>
              </c:pt>
              <c:pt idx="159">
                <c:v>0.13203880275870133</c:v>
              </c:pt>
              <c:pt idx="160">
                <c:v>0.13203880275870133</c:v>
              </c:pt>
              <c:pt idx="161">
                <c:v>0.13203880275870133</c:v>
              </c:pt>
              <c:pt idx="162">
                <c:v>0.13203880275870133</c:v>
              </c:pt>
              <c:pt idx="163">
                <c:v>0.13203880275870133</c:v>
              </c:pt>
              <c:pt idx="164">
                <c:v>0.13203880275870133</c:v>
              </c:pt>
              <c:pt idx="165">
                <c:v>0.13203880275870133</c:v>
              </c:pt>
              <c:pt idx="166">
                <c:v>0.13203880275870133</c:v>
              </c:pt>
              <c:pt idx="167">
                <c:v>0.13203880275870133</c:v>
              </c:pt>
              <c:pt idx="168">
                <c:v>0.13203880275870133</c:v>
              </c:pt>
              <c:pt idx="169">
                <c:v>0.13203880275870133</c:v>
              </c:pt>
              <c:pt idx="170">
                <c:v>0.13203880275870133</c:v>
              </c:pt>
              <c:pt idx="171">
                <c:v>0.13203880275870133</c:v>
              </c:pt>
              <c:pt idx="172">
                <c:v>0.13203880275870133</c:v>
              </c:pt>
              <c:pt idx="173">
                <c:v>0.13203880275870133</c:v>
              </c:pt>
              <c:pt idx="174">
                <c:v>0.13203880275870133</c:v>
              </c:pt>
              <c:pt idx="175">
                <c:v>0.13203880275870133</c:v>
              </c:pt>
              <c:pt idx="176">
                <c:v>0.13203880275870133</c:v>
              </c:pt>
              <c:pt idx="177">
                <c:v>0.13203880275870133</c:v>
              </c:pt>
              <c:pt idx="178">
                <c:v>0.13203880275870133</c:v>
              </c:pt>
              <c:pt idx="179">
                <c:v>0.13203880275870133</c:v>
              </c:pt>
              <c:pt idx="180">
                <c:v>0.13203880275870133</c:v>
              </c:pt>
              <c:pt idx="181">
                <c:v>0.13203880275870133</c:v>
              </c:pt>
              <c:pt idx="182">
                <c:v>0.13203880275870133</c:v>
              </c:pt>
              <c:pt idx="183">
                <c:v>0.13203880275870133</c:v>
              </c:pt>
              <c:pt idx="184">
                <c:v>0.13203880275870133</c:v>
              </c:pt>
              <c:pt idx="185">
                <c:v>0.13203880275870133</c:v>
              </c:pt>
              <c:pt idx="186">
                <c:v>0.13203880275870133</c:v>
              </c:pt>
              <c:pt idx="187">
                <c:v>0.13203880275870133</c:v>
              </c:pt>
              <c:pt idx="188">
                <c:v>0.13203880275870133</c:v>
              </c:pt>
              <c:pt idx="189">
                <c:v>0.13203880275870133</c:v>
              </c:pt>
              <c:pt idx="190">
                <c:v>0.13203880275870133</c:v>
              </c:pt>
              <c:pt idx="191">
                <c:v>0.13203880275870133</c:v>
              </c:pt>
              <c:pt idx="192">
                <c:v>0.13203880275870133</c:v>
              </c:pt>
              <c:pt idx="193">
                <c:v>0.13203880275870133</c:v>
              </c:pt>
              <c:pt idx="194">
                <c:v>0.13203880275870133</c:v>
              </c:pt>
              <c:pt idx="195">
                <c:v>0.13203880275870133</c:v>
              </c:pt>
              <c:pt idx="196">
                <c:v>0.13203880275870133</c:v>
              </c:pt>
              <c:pt idx="197">
                <c:v>0.13203880275870133</c:v>
              </c:pt>
              <c:pt idx="198">
                <c:v>0.13203880275870133</c:v>
              </c:pt>
              <c:pt idx="199">
                <c:v>0.13203880275870133</c:v>
              </c:pt>
              <c:pt idx="200">
                <c:v>0.13203880275870133</c:v>
              </c:pt>
              <c:pt idx="201">
                <c:v>0.13203880275870133</c:v>
              </c:pt>
              <c:pt idx="202">
                <c:v>0.13203880275870133</c:v>
              </c:pt>
              <c:pt idx="203">
                <c:v>0.13203880275870133</c:v>
              </c:pt>
              <c:pt idx="204">
                <c:v>0.13203880275870133</c:v>
              </c:pt>
              <c:pt idx="205">
                <c:v>0.13203880275870133</c:v>
              </c:pt>
              <c:pt idx="206">
                <c:v>0.13203880275870133</c:v>
              </c:pt>
              <c:pt idx="207">
                <c:v>0.13203880275870133</c:v>
              </c:pt>
              <c:pt idx="208">
                <c:v>0.13203880275870133</c:v>
              </c:pt>
              <c:pt idx="209">
                <c:v>0.13203880275870133</c:v>
              </c:pt>
              <c:pt idx="210">
                <c:v>0.13203880275870133</c:v>
              </c:pt>
              <c:pt idx="211">
                <c:v>0.13203880275870133</c:v>
              </c:pt>
              <c:pt idx="212">
                <c:v>0.13203880275870133</c:v>
              </c:pt>
              <c:pt idx="213">
                <c:v>0.13203880275870133</c:v>
              </c:pt>
              <c:pt idx="214">
                <c:v>0.13203880275870133</c:v>
              </c:pt>
              <c:pt idx="215">
                <c:v>0.13203880275870133</c:v>
              </c:pt>
              <c:pt idx="216">
                <c:v>0.13203880275870133</c:v>
              </c:pt>
              <c:pt idx="217">
                <c:v>0.13203880275870133</c:v>
              </c:pt>
              <c:pt idx="218">
                <c:v>0.13203880275870133</c:v>
              </c:pt>
              <c:pt idx="219">
                <c:v>0.13203880275870133</c:v>
              </c:pt>
              <c:pt idx="220">
                <c:v>0.13203880275870133</c:v>
              </c:pt>
              <c:pt idx="221">
                <c:v>0.13203880275870133</c:v>
              </c:pt>
              <c:pt idx="222">
                <c:v>0.13203880275870133</c:v>
              </c:pt>
              <c:pt idx="223">
                <c:v>0.13203880275870133</c:v>
              </c:pt>
              <c:pt idx="224">
                <c:v>0.13203880275870133</c:v>
              </c:pt>
              <c:pt idx="225">
                <c:v>0.13203880275870133</c:v>
              </c:pt>
              <c:pt idx="226">
                <c:v>0.13203880275870133</c:v>
              </c:pt>
              <c:pt idx="227">
                <c:v>0.13203880275870133</c:v>
              </c:pt>
              <c:pt idx="228">
                <c:v>0.13203880275870133</c:v>
              </c:pt>
              <c:pt idx="229">
                <c:v>0.13203880275870133</c:v>
              </c:pt>
              <c:pt idx="230">
                <c:v>0.13203880275870133</c:v>
              </c:pt>
              <c:pt idx="231">
                <c:v>0.13203880275870133</c:v>
              </c:pt>
              <c:pt idx="232">
                <c:v>0.13203880275870133</c:v>
              </c:pt>
              <c:pt idx="233">
                <c:v>0.13203880275870133</c:v>
              </c:pt>
              <c:pt idx="234">
                <c:v>0.13203880275870133</c:v>
              </c:pt>
              <c:pt idx="235">
                <c:v>0.13203880275870133</c:v>
              </c:pt>
              <c:pt idx="236">
                <c:v>0.13203880275870133</c:v>
              </c:pt>
              <c:pt idx="237">
                <c:v>0.13203880275870133</c:v>
              </c:pt>
              <c:pt idx="238">
                <c:v>0.13203880275870133</c:v>
              </c:pt>
              <c:pt idx="239">
                <c:v>0.13203880275870133</c:v>
              </c:pt>
              <c:pt idx="240">
                <c:v>0.13203880275870133</c:v>
              </c:pt>
              <c:pt idx="241">
                <c:v>0.13203880275870133</c:v>
              </c:pt>
              <c:pt idx="242">
                <c:v>0.13203880275870133</c:v>
              </c:pt>
              <c:pt idx="243">
                <c:v>0.13203880275870133</c:v>
              </c:pt>
              <c:pt idx="244">
                <c:v>0.13203880275870133</c:v>
              </c:pt>
              <c:pt idx="245">
                <c:v>0.13203880275870133</c:v>
              </c:pt>
              <c:pt idx="246">
                <c:v>0.13203880275870133</c:v>
              </c:pt>
              <c:pt idx="247">
                <c:v>0.13203880275870133</c:v>
              </c:pt>
              <c:pt idx="248">
                <c:v>0.13203880275870133</c:v>
              </c:pt>
              <c:pt idx="249">
                <c:v>0.13203880275870133</c:v>
              </c:pt>
              <c:pt idx="250">
                <c:v>0.13203880275870133</c:v>
              </c:pt>
              <c:pt idx="251">
                <c:v>0.13203880275870133</c:v>
              </c:pt>
              <c:pt idx="252">
                <c:v>0.13203880275870133</c:v>
              </c:pt>
              <c:pt idx="253">
                <c:v>0.13203880275870133</c:v>
              </c:pt>
              <c:pt idx="254">
                <c:v>0.13203880275870133</c:v>
              </c:pt>
              <c:pt idx="255">
                <c:v>0.13203880275870133</c:v>
              </c:pt>
              <c:pt idx="256">
                <c:v>0.13203880275870133</c:v>
              </c:pt>
              <c:pt idx="257">
                <c:v>0.13203880275870133</c:v>
              </c:pt>
              <c:pt idx="258">
                <c:v>0.13203880275870133</c:v>
              </c:pt>
              <c:pt idx="259">
                <c:v>0.13203880275870133</c:v>
              </c:pt>
              <c:pt idx="260">
                <c:v>0.13203880275870133</c:v>
              </c:pt>
              <c:pt idx="261">
                <c:v>0.13203880275870133</c:v>
              </c:pt>
              <c:pt idx="262">
                <c:v>0.13203880275870133</c:v>
              </c:pt>
              <c:pt idx="263">
                <c:v>0.13203880275870133</c:v>
              </c:pt>
              <c:pt idx="264">
                <c:v>0.13203880275870133</c:v>
              </c:pt>
              <c:pt idx="265">
                <c:v>0.13203880275870133</c:v>
              </c:pt>
              <c:pt idx="266">
                <c:v>0.13203880275870133</c:v>
              </c:pt>
              <c:pt idx="267">
                <c:v>0.13203880275870133</c:v>
              </c:pt>
              <c:pt idx="268">
                <c:v>0.13203880275870133</c:v>
              </c:pt>
              <c:pt idx="269">
                <c:v>0.13203880275870133</c:v>
              </c:pt>
              <c:pt idx="270">
                <c:v>0.13203880275870133</c:v>
              </c:pt>
              <c:pt idx="271">
                <c:v>0.13203880275870133</c:v>
              </c:pt>
              <c:pt idx="272">
                <c:v>0.13203880275870133</c:v>
              </c:pt>
              <c:pt idx="273">
                <c:v>0.13203880275870133</c:v>
              </c:pt>
              <c:pt idx="274">
                <c:v>0.13203880275870133</c:v>
              </c:pt>
              <c:pt idx="275">
                <c:v>0.13203880275870133</c:v>
              </c:pt>
              <c:pt idx="276">
                <c:v>0.13203880275870133</c:v>
              </c:pt>
              <c:pt idx="277">
                <c:v>0.13203880275870133</c:v>
              </c:pt>
              <c:pt idx="278">
                <c:v>0.13203880275870133</c:v>
              </c:pt>
              <c:pt idx="279">
                <c:v>0.13203880275870133</c:v>
              </c:pt>
              <c:pt idx="280">
                <c:v>0.13203880275870133</c:v>
              </c:pt>
              <c:pt idx="281">
                <c:v>0.13203880275870133</c:v>
              </c:pt>
              <c:pt idx="282">
                <c:v>0.13203880275870133</c:v>
              </c:pt>
              <c:pt idx="283">
                <c:v>0.13203880275870133</c:v>
              </c:pt>
              <c:pt idx="284">
                <c:v>0.13203880275870133</c:v>
              </c:pt>
              <c:pt idx="285">
                <c:v>0.13203880275870133</c:v>
              </c:pt>
              <c:pt idx="286">
                <c:v>0.13203880275870133</c:v>
              </c:pt>
              <c:pt idx="287">
                <c:v>0.13203880275870133</c:v>
              </c:pt>
              <c:pt idx="288">
                <c:v>0.13203880275870133</c:v>
              </c:pt>
              <c:pt idx="289">
                <c:v>0.13203880275870133</c:v>
              </c:pt>
              <c:pt idx="290">
                <c:v>0.13203880275870133</c:v>
              </c:pt>
              <c:pt idx="291">
                <c:v>0.13203880275870133</c:v>
              </c:pt>
              <c:pt idx="292">
                <c:v>0.13203880275870133</c:v>
              </c:pt>
              <c:pt idx="293">
                <c:v>0.13203880275870133</c:v>
              </c:pt>
              <c:pt idx="294">
                <c:v>0.13203880275870133</c:v>
              </c:pt>
              <c:pt idx="295">
                <c:v>0.13203880275870133</c:v>
              </c:pt>
              <c:pt idx="296">
                <c:v>0.13203880275870133</c:v>
              </c:pt>
              <c:pt idx="297">
                <c:v>0.13203880275870133</c:v>
              </c:pt>
              <c:pt idx="298">
                <c:v>0.13203880275870133</c:v>
              </c:pt>
              <c:pt idx="299">
                <c:v>0.13203880275870133</c:v>
              </c:pt>
              <c:pt idx="300">
                <c:v>0.13203880275870133</c:v>
              </c:pt>
              <c:pt idx="301">
                <c:v>0.13203880275870133</c:v>
              </c:pt>
              <c:pt idx="302">
                <c:v>0.13203880275870133</c:v>
              </c:pt>
              <c:pt idx="303">
                <c:v>0.13203880275870133</c:v>
              </c:pt>
              <c:pt idx="304">
                <c:v>0.13203880275870133</c:v>
              </c:pt>
              <c:pt idx="305">
                <c:v>0.13203880275870133</c:v>
              </c:pt>
              <c:pt idx="306">
                <c:v>0.13203880275870133</c:v>
              </c:pt>
              <c:pt idx="307">
                <c:v>0.13203880275870133</c:v>
              </c:pt>
              <c:pt idx="308">
                <c:v>0.13203880275870133</c:v>
              </c:pt>
              <c:pt idx="309">
                <c:v>0.13203880275870133</c:v>
              </c:pt>
              <c:pt idx="310">
                <c:v>0.13203880275870133</c:v>
              </c:pt>
              <c:pt idx="311">
                <c:v>0.13203880275870133</c:v>
              </c:pt>
              <c:pt idx="312">
                <c:v>0.13203880275870133</c:v>
              </c:pt>
              <c:pt idx="313">
                <c:v>0.13203880275870133</c:v>
              </c:pt>
              <c:pt idx="314">
                <c:v>0.13203880275870133</c:v>
              </c:pt>
              <c:pt idx="315">
                <c:v>0.13203880275870133</c:v>
              </c:pt>
              <c:pt idx="316">
                <c:v>0.13203880275870133</c:v>
              </c:pt>
              <c:pt idx="317">
                <c:v>0.13203880275870133</c:v>
              </c:pt>
              <c:pt idx="318">
                <c:v>0.13203880275870133</c:v>
              </c:pt>
              <c:pt idx="319">
                <c:v>0.13203880275870133</c:v>
              </c:pt>
              <c:pt idx="320">
                <c:v>0.13203880275870133</c:v>
              </c:pt>
              <c:pt idx="321">
                <c:v>0.13203880275870133</c:v>
              </c:pt>
              <c:pt idx="322">
                <c:v>0.13203880275870133</c:v>
              </c:pt>
              <c:pt idx="323">
                <c:v>0.13203880275870133</c:v>
              </c:pt>
              <c:pt idx="324">
                <c:v>0.13203880275870133</c:v>
              </c:pt>
              <c:pt idx="325">
                <c:v>0.13203880275870133</c:v>
              </c:pt>
              <c:pt idx="326">
                <c:v>0.13203880275870133</c:v>
              </c:pt>
              <c:pt idx="327">
                <c:v>0.13203880275870133</c:v>
              </c:pt>
              <c:pt idx="328">
                <c:v>0.13203880275870133</c:v>
              </c:pt>
              <c:pt idx="329">
                <c:v>0.13203880275870133</c:v>
              </c:pt>
              <c:pt idx="330">
                <c:v>0.13203880275870133</c:v>
              </c:pt>
              <c:pt idx="331">
                <c:v>0.13203880275870133</c:v>
              </c:pt>
              <c:pt idx="332">
                <c:v>0.13203880275870133</c:v>
              </c:pt>
              <c:pt idx="333">
                <c:v>0.13203880275870133</c:v>
              </c:pt>
              <c:pt idx="334">
                <c:v>0.13203880275870133</c:v>
              </c:pt>
              <c:pt idx="335">
                <c:v>0.13203880275870133</c:v>
              </c:pt>
              <c:pt idx="336">
                <c:v>0.13203880275870133</c:v>
              </c:pt>
              <c:pt idx="337">
                <c:v>0.13203880275870133</c:v>
              </c:pt>
              <c:pt idx="338">
                <c:v>0.13203880275870133</c:v>
              </c:pt>
              <c:pt idx="339">
                <c:v>0.13203880275870133</c:v>
              </c:pt>
              <c:pt idx="340">
                <c:v>0.13203880275870133</c:v>
              </c:pt>
              <c:pt idx="341">
                <c:v>0.13203880275870133</c:v>
              </c:pt>
              <c:pt idx="342">
                <c:v>0.13203880275870133</c:v>
              </c:pt>
              <c:pt idx="343">
                <c:v>0.13203880275870133</c:v>
              </c:pt>
              <c:pt idx="344">
                <c:v>0.13203880275870133</c:v>
              </c:pt>
              <c:pt idx="345">
                <c:v>0.13203880275870133</c:v>
              </c:pt>
              <c:pt idx="346">
                <c:v>0.13203880275870133</c:v>
              </c:pt>
              <c:pt idx="347">
                <c:v>0.13203880275870133</c:v>
              </c:pt>
              <c:pt idx="348">
                <c:v>0.13203880275870133</c:v>
              </c:pt>
              <c:pt idx="349">
                <c:v>0.13203880275870133</c:v>
              </c:pt>
              <c:pt idx="350">
                <c:v>0.13203880275870133</c:v>
              </c:pt>
              <c:pt idx="351">
                <c:v>0.13203880275870133</c:v>
              </c:pt>
              <c:pt idx="352">
                <c:v>0.13203880275870133</c:v>
              </c:pt>
              <c:pt idx="353">
                <c:v>0.13203880275870133</c:v>
              </c:pt>
              <c:pt idx="354">
                <c:v>0.13203880275870133</c:v>
              </c:pt>
              <c:pt idx="355">
                <c:v>0.13203880275870133</c:v>
              </c:pt>
              <c:pt idx="356">
                <c:v>0.13203880275870133</c:v>
              </c:pt>
              <c:pt idx="357">
                <c:v>0.13203880275870133</c:v>
              </c:pt>
              <c:pt idx="358">
                <c:v>0.13203880275870133</c:v>
              </c:pt>
              <c:pt idx="359">
                <c:v>0.13203880275870133</c:v>
              </c:pt>
              <c:pt idx="360">
                <c:v>0.13203880275870133</c:v>
              </c:pt>
              <c:pt idx="361">
                <c:v>0.13203880275870133</c:v>
              </c:pt>
              <c:pt idx="362">
                <c:v>0.13203880275870133</c:v>
              </c:pt>
              <c:pt idx="363">
                <c:v>0.13203880275870133</c:v>
              </c:pt>
              <c:pt idx="364">
                <c:v>0.13203880275870133</c:v>
              </c:pt>
              <c:pt idx="365">
                <c:v>0.13203880275870133</c:v>
              </c:pt>
              <c:pt idx="366">
                <c:v>0.13203880275870133</c:v>
              </c:pt>
              <c:pt idx="367">
                <c:v>0.13203880275870133</c:v>
              </c:pt>
              <c:pt idx="368">
                <c:v>0.13203880275870133</c:v>
              </c:pt>
              <c:pt idx="369">
                <c:v>0.13203880275870133</c:v>
              </c:pt>
              <c:pt idx="370">
                <c:v>0.13203880275870133</c:v>
              </c:pt>
              <c:pt idx="371">
                <c:v>0.13203880275870133</c:v>
              </c:pt>
              <c:pt idx="372">
                <c:v>0.13203880275870133</c:v>
              </c:pt>
              <c:pt idx="373">
                <c:v>0.13203880275870133</c:v>
              </c:pt>
              <c:pt idx="374">
                <c:v>0.13203880275870133</c:v>
              </c:pt>
              <c:pt idx="375">
                <c:v>0.13203880275870133</c:v>
              </c:pt>
              <c:pt idx="376">
                <c:v>0.13203880275870133</c:v>
              </c:pt>
              <c:pt idx="377">
                <c:v>0.13203880275870133</c:v>
              </c:pt>
              <c:pt idx="378">
                <c:v>0.13203880275870133</c:v>
              </c:pt>
              <c:pt idx="379">
                <c:v>0.13203880275870133</c:v>
              </c:pt>
              <c:pt idx="380">
                <c:v>0.13203880275870133</c:v>
              </c:pt>
              <c:pt idx="381">
                <c:v>0.13203880275870133</c:v>
              </c:pt>
              <c:pt idx="382">
                <c:v>0.13203880275870133</c:v>
              </c:pt>
              <c:pt idx="383">
                <c:v>0.13203880275870133</c:v>
              </c:pt>
              <c:pt idx="384">
                <c:v>0.13203880275870133</c:v>
              </c:pt>
              <c:pt idx="385">
                <c:v>0.13203880275870133</c:v>
              </c:pt>
              <c:pt idx="386">
                <c:v>0.13203880275870133</c:v>
              </c:pt>
              <c:pt idx="387">
                <c:v>0.13203880275870133</c:v>
              </c:pt>
              <c:pt idx="388">
                <c:v>0.13203880275870133</c:v>
              </c:pt>
              <c:pt idx="389">
                <c:v>0.13203880275870133</c:v>
              </c:pt>
              <c:pt idx="390">
                <c:v>0.13203880275870133</c:v>
              </c:pt>
              <c:pt idx="391">
                <c:v>0.13203880275870133</c:v>
              </c:pt>
              <c:pt idx="392">
                <c:v>0.13203880275870133</c:v>
              </c:pt>
              <c:pt idx="393">
                <c:v>0.13203880275870133</c:v>
              </c:pt>
              <c:pt idx="394">
                <c:v>0.13203880275870133</c:v>
              </c:pt>
              <c:pt idx="395">
                <c:v>0.13203880275870133</c:v>
              </c:pt>
              <c:pt idx="396">
                <c:v>0.13203880275870133</c:v>
              </c:pt>
              <c:pt idx="397">
                <c:v>0.13203880275870133</c:v>
              </c:pt>
              <c:pt idx="398">
                <c:v>0.13203880275870133</c:v>
              </c:pt>
              <c:pt idx="399">
                <c:v>0.13203880275870133</c:v>
              </c:pt>
              <c:pt idx="400">
                <c:v>0.13203880275870133</c:v>
              </c:pt>
              <c:pt idx="401">
                <c:v>0.13203880275870133</c:v>
              </c:pt>
              <c:pt idx="402">
                <c:v>0.13203880275870133</c:v>
              </c:pt>
              <c:pt idx="403">
                <c:v>0.13203880275870133</c:v>
              </c:pt>
              <c:pt idx="404">
                <c:v>0.13203880275870133</c:v>
              </c:pt>
              <c:pt idx="405">
                <c:v>0.13203880275870133</c:v>
              </c:pt>
              <c:pt idx="406">
                <c:v>0.13203880275870133</c:v>
              </c:pt>
              <c:pt idx="407">
                <c:v>0.13203880275870133</c:v>
              </c:pt>
              <c:pt idx="408">
                <c:v>0.13203880275870133</c:v>
              </c:pt>
              <c:pt idx="409">
                <c:v>0.13203880275870133</c:v>
              </c:pt>
              <c:pt idx="410">
                <c:v>0.13203880275870133</c:v>
              </c:pt>
              <c:pt idx="411">
                <c:v>0.13203880275870133</c:v>
              </c:pt>
            </c:numLit>
          </c:yVal>
          <c:smooth val="0"/>
        </c:ser>
        <c:ser>
          <c:idx val="5"/>
          <c:order val="5"/>
          <c:tx>
            <c:v>Same-order filling improvement</c:v>
          </c:tx>
          <c:spPr>
            <a:noFill xmlns:a="http://schemas.openxmlformats.org/drawingml/2006/main"/>
            <a:ln xmlns:a="http://schemas.openxmlformats.org/drawingml/2006/main" w="7620">
              <a:solidFill>
                <a:srgbClr val="009E73"/>
              </a:solidFill>
              <a:prstDash val="solid"/>
            </a:ln>
          </c:spPr>
          <c:marker>
            <c:symbol val="none"/>
            <c:size val="7"/>
            <c:spPr>
              <a:solidFill xmlns:a="http://schemas.openxmlformats.org/drawingml/2006/main">
                <a:srgbClr val="009E73"/>
              </a:solidFill>
            </c:spPr>
          </c:marker>
          <c:xVal>
            <c:numLit>
              <c:formatCode>General</c:formatCode>
              <c:ptCount val="412"/>
              <c:pt idx="0">
                <c:v>4.669276550240401</c:v>
              </c:pt>
              <c:pt idx="1">
                <c:v>9.031573647115259</c:v>
              </c:pt>
              <c:pt idx="2">
                <c:v>9.031573647115259</c:v>
              </c:pt>
              <c:pt idx="3">
                <c:v>9.031573647115259</c:v>
              </c:pt>
              <c:pt idx="4">
                <c:v>9.031573647115259</c:v>
              </c:pt>
              <c:pt idx="5">
                <c:v>9.031573647115259</c:v>
              </c:pt>
              <c:pt idx="6">
                <c:v>9.031573647115259</c:v>
              </c:pt>
              <c:pt idx="7">
                <c:v>9.031573647115259</c:v>
              </c:pt>
              <c:pt idx="8">
                <c:v>9.031573647115259</c:v>
              </c:pt>
              <c:pt idx="9">
                <c:v>9.031573647115259</c:v>
              </c:pt>
              <c:pt idx="10">
                <c:v>9.031573647115259</c:v>
              </c:pt>
              <c:pt idx="11">
                <c:v>9.031573647115259</c:v>
              </c:pt>
              <c:pt idx="12">
                <c:v>9.031573647115259</c:v>
              </c:pt>
              <c:pt idx="13">
                <c:v>9.031573647115259</c:v>
              </c:pt>
              <c:pt idx="14">
                <c:v>9.031573647115259</c:v>
              </c:pt>
              <c:pt idx="15">
                <c:v>9.031573647115259</c:v>
              </c:pt>
              <c:pt idx="16">
                <c:v>9.031573647115259</c:v>
              </c:pt>
              <c:pt idx="17">
                <c:v>9.031573647115259</c:v>
              </c:pt>
              <c:pt idx="18">
                <c:v>9.031573647115259</c:v>
              </c:pt>
              <c:pt idx="19">
                <c:v>9.031573647115259</c:v>
              </c:pt>
              <c:pt idx="20">
                <c:v>9.031573647115259</c:v>
              </c:pt>
              <c:pt idx="21">
                <c:v>9.031573647115259</c:v>
              </c:pt>
              <c:pt idx="22">
                <c:v>9.031573647115259</c:v>
              </c:pt>
              <c:pt idx="23">
                <c:v>9.031573647115259</c:v>
              </c:pt>
              <c:pt idx="24">
                <c:v>9.031573647115259</c:v>
              </c:pt>
              <c:pt idx="25">
                <c:v>9.031573647115259</c:v>
              </c:pt>
              <c:pt idx="26">
                <c:v>9.031573647115259</c:v>
              </c:pt>
              <c:pt idx="27">
                <c:v>9.031573647115259</c:v>
              </c:pt>
              <c:pt idx="28">
                <c:v>9.031573647115259</c:v>
              </c:pt>
              <c:pt idx="29">
                <c:v>9.031573647115259</c:v>
              </c:pt>
              <c:pt idx="30">
                <c:v>9.031573647115259</c:v>
              </c:pt>
              <c:pt idx="31">
                <c:v>9.031573647115259</c:v>
              </c:pt>
              <c:pt idx="32">
                <c:v>9.031573647115259</c:v>
              </c:pt>
              <c:pt idx="33">
                <c:v>9.031573647115259</c:v>
              </c:pt>
              <c:pt idx="34">
                <c:v>9.031573647115259</c:v>
              </c:pt>
              <c:pt idx="35">
                <c:v>9.031573647115259</c:v>
              </c:pt>
              <c:pt idx="36">
                <c:v>9.031573647115259</c:v>
              </c:pt>
              <c:pt idx="37">
                <c:v>9.031573647115259</c:v>
              </c:pt>
              <c:pt idx="38">
                <c:v>9.031573647115259</c:v>
              </c:pt>
              <c:pt idx="39">
                <c:v>9.031573647115259</c:v>
              </c:pt>
              <c:pt idx="40">
                <c:v>9.031573647115259</c:v>
              </c:pt>
              <c:pt idx="41">
                <c:v>9.031573647115259</c:v>
              </c:pt>
              <c:pt idx="42">
                <c:v>9.031573647115259</c:v>
              </c:pt>
              <c:pt idx="43">
                <c:v>9.031573647115259</c:v>
              </c:pt>
              <c:pt idx="44">
                <c:v>9.031573647115259</c:v>
              </c:pt>
              <c:pt idx="45">
                <c:v>9.031573647115259</c:v>
              </c:pt>
              <c:pt idx="46">
                <c:v>9.031573647115259</c:v>
              </c:pt>
              <c:pt idx="47">
                <c:v>9.031573647115259</c:v>
              </c:pt>
              <c:pt idx="48">
                <c:v>9.031573647115259</c:v>
              </c:pt>
              <c:pt idx="49">
                <c:v>9.031573647115259</c:v>
              </c:pt>
              <c:pt idx="50">
                <c:v>9.031573647115259</c:v>
              </c:pt>
              <c:pt idx="51">
                <c:v>9.031573647115259</c:v>
              </c:pt>
              <c:pt idx="52">
                <c:v>9.031573647115259</c:v>
              </c:pt>
              <c:pt idx="53">
                <c:v>9.031573647115259</c:v>
              </c:pt>
              <c:pt idx="54">
                <c:v>9.031573647115259</c:v>
              </c:pt>
              <c:pt idx="55">
                <c:v>9.031573647115259</c:v>
              </c:pt>
              <c:pt idx="56">
                <c:v>9.031573647115259</c:v>
              </c:pt>
              <c:pt idx="57">
                <c:v>9.031573647115259</c:v>
              </c:pt>
              <c:pt idx="58">
                <c:v>9.031573647115259</c:v>
              </c:pt>
              <c:pt idx="59">
                <c:v>9.031573647115259</c:v>
              </c:pt>
              <c:pt idx="60">
                <c:v>9.031573647115259</c:v>
              </c:pt>
              <c:pt idx="61">
                <c:v>9.031573647115259</c:v>
              </c:pt>
              <c:pt idx="62">
                <c:v>9.031573647115259</c:v>
              </c:pt>
              <c:pt idx="63">
                <c:v>9.031573647115259</c:v>
              </c:pt>
              <c:pt idx="64">
                <c:v>9.031573647115259</c:v>
              </c:pt>
              <c:pt idx="65">
                <c:v>9.031573647115259</c:v>
              </c:pt>
              <c:pt idx="66">
                <c:v>9.031573647115259</c:v>
              </c:pt>
              <c:pt idx="67">
                <c:v>9.031573647115259</c:v>
              </c:pt>
              <c:pt idx="68">
                <c:v>9.031573647115259</c:v>
              </c:pt>
              <c:pt idx="69">
                <c:v>9.031573647115259</c:v>
              </c:pt>
              <c:pt idx="70">
                <c:v>9.031573647115259</c:v>
              </c:pt>
              <c:pt idx="71">
                <c:v>9.031573647115259</c:v>
              </c:pt>
              <c:pt idx="72">
                <c:v>9.031573647115259</c:v>
              </c:pt>
              <c:pt idx="73">
                <c:v>9.031573647115259</c:v>
              </c:pt>
              <c:pt idx="74">
                <c:v>9.031573647115259</c:v>
              </c:pt>
              <c:pt idx="75">
                <c:v>9.031573647115259</c:v>
              </c:pt>
              <c:pt idx="76">
                <c:v>9.031573647115259</c:v>
              </c:pt>
              <c:pt idx="77">
                <c:v>9.031573647115259</c:v>
              </c:pt>
              <c:pt idx="78">
                <c:v>9.031573647115259</c:v>
              </c:pt>
              <c:pt idx="79">
                <c:v>9.031573647115259</c:v>
              </c:pt>
              <c:pt idx="80">
                <c:v>9.031573647115259</c:v>
              </c:pt>
              <c:pt idx="81">
                <c:v>9.031573647115259</c:v>
              </c:pt>
              <c:pt idx="82">
                <c:v>9.031573647115259</c:v>
              </c:pt>
              <c:pt idx="83">
                <c:v>9.031573647115259</c:v>
              </c:pt>
              <c:pt idx="84">
                <c:v>9.031573647115259</c:v>
              </c:pt>
              <c:pt idx="85">
                <c:v>9.031573647115259</c:v>
              </c:pt>
              <c:pt idx="86">
                <c:v>9.031573647115259</c:v>
              </c:pt>
              <c:pt idx="87">
                <c:v>9.031573647115259</c:v>
              </c:pt>
              <c:pt idx="88">
                <c:v>9.031573647115259</c:v>
              </c:pt>
              <c:pt idx="89">
                <c:v>9.031573647115259</c:v>
              </c:pt>
              <c:pt idx="90">
                <c:v>9.031573647115259</c:v>
              </c:pt>
              <c:pt idx="91">
                <c:v>9.031573647115259</c:v>
              </c:pt>
              <c:pt idx="92">
                <c:v>9.031573647115259</c:v>
              </c:pt>
              <c:pt idx="93">
                <c:v>9.031573647115259</c:v>
              </c:pt>
              <c:pt idx="94">
                <c:v>9.031573647115259</c:v>
              </c:pt>
              <c:pt idx="95">
                <c:v>9.031573647115259</c:v>
              </c:pt>
              <c:pt idx="96">
                <c:v>9.031573647115259</c:v>
              </c:pt>
              <c:pt idx="97">
                <c:v>9.031573647115259</c:v>
              </c:pt>
              <c:pt idx="98">
                <c:v>9.031573647115259</c:v>
              </c:pt>
              <c:pt idx="99">
                <c:v>9.031573647115259</c:v>
              </c:pt>
              <c:pt idx="100">
                <c:v>9.031573647115259</c:v>
              </c:pt>
              <c:pt idx="101">
                <c:v>9.031573647115259</c:v>
              </c:pt>
              <c:pt idx="102">
                <c:v>9.031573647115259</c:v>
              </c:pt>
              <c:pt idx="103">
                <c:v>9.031573647115259</c:v>
              </c:pt>
              <c:pt idx="104">
                <c:v>9.031573647115259</c:v>
              </c:pt>
              <c:pt idx="105">
                <c:v>9.031573647115259</c:v>
              </c:pt>
              <c:pt idx="106">
                <c:v>9.031573647115259</c:v>
              </c:pt>
              <c:pt idx="107">
                <c:v>9.031573647115259</c:v>
              </c:pt>
              <c:pt idx="108">
                <c:v>9.031573647115259</c:v>
              </c:pt>
              <c:pt idx="109">
                <c:v>9.031573647115259</c:v>
              </c:pt>
              <c:pt idx="110">
                <c:v>9.031573647115259</c:v>
              </c:pt>
              <c:pt idx="111">
                <c:v>9.031573647115259</c:v>
              </c:pt>
              <c:pt idx="112">
                <c:v>9.031573647115259</c:v>
              </c:pt>
              <c:pt idx="113">
                <c:v>9.031573647115259</c:v>
              </c:pt>
              <c:pt idx="114">
                <c:v>9.031573647115259</c:v>
              </c:pt>
              <c:pt idx="115">
                <c:v>9.031573647115259</c:v>
              </c:pt>
              <c:pt idx="116">
                <c:v>9.031573647115259</c:v>
              </c:pt>
              <c:pt idx="117">
                <c:v>9.031573647115259</c:v>
              </c:pt>
              <c:pt idx="118">
                <c:v>9.031573647115259</c:v>
              </c:pt>
              <c:pt idx="119">
                <c:v>9.031573647115259</c:v>
              </c:pt>
              <c:pt idx="120">
                <c:v>9.031573647115259</c:v>
              </c:pt>
              <c:pt idx="121">
                <c:v>9.031573647115259</c:v>
              </c:pt>
              <c:pt idx="122">
                <c:v>9.031573647115259</c:v>
              </c:pt>
              <c:pt idx="123">
                <c:v>9.031573647115259</c:v>
              </c:pt>
              <c:pt idx="124">
                <c:v>9.031573647115259</c:v>
              </c:pt>
              <c:pt idx="125">
                <c:v>9.031573647115259</c:v>
              </c:pt>
              <c:pt idx="126">
                <c:v>9.031573647115259</c:v>
              </c:pt>
              <c:pt idx="127">
                <c:v>9.031573647115259</c:v>
              </c:pt>
              <c:pt idx="128">
                <c:v>9.031573647115259</c:v>
              </c:pt>
              <c:pt idx="129">
                <c:v>9.031573647115259</c:v>
              </c:pt>
              <c:pt idx="130">
                <c:v>9.031573647115259</c:v>
              </c:pt>
              <c:pt idx="131">
                <c:v>9.031573647115259</c:v>
              </c:pt>
              <c:pt idx="132">
                <c:v>9.031573647115259</c:v>
              </c:pt>
              <c:pt idx="133">
                <c:v>9.031573647115259</c:v>
              </c:pt>
              <c:pt idx="134">
                <c:v>9.031573647115259</c:v>
              </c:pt>
              <c:pt idx="135">
                <c:v>9.031573647115259</c:v>
              </c:pt>
              <c:pt idx="136">
                <c:v>9.031573647115259</c:v>
              </c:pt>
              <c:pt idx="137">
                <c:v>9.031573647115259</c:v>
              </c:pt>
              <c:pt idx="138">
                <c:v>9.031573647115259</c:v>
              </c:pt>
              <c:pt idx="139">
                <c:v>9.031573647115259</c:v>
              </c:pt>
              <c:pt idx="140">
                <c:v>9.031573647115259</c:v>
              </c:pt>
              <c:pt idx="141">
                <c:v>9.031573647115259</c:v>
              </c:pt>
              <c:pt idx="142">
                <c:v>9.031573647115259</c:v>
              </c:pt>
              <c:pt idx="143">
                <c:v>9.031573647115259</c:v>
              </c:pt>
              <c:pt idx="144">
                <c:v>9.031573647115259</c:v>
              </c:pt>
              <c:pt idx="145">
                <c:v>9.031573647115259</c:v>
              </c:pt>
              <c:pt idx="146">
                <c:v>9.031573647115259</c:v>
              </c:pt>
              <c:pt idx="147">
                <c:v>9.031573647115259</c:v>
              </c:pt>
              <c:pt idx="148">
                <c:v>9.031573647115259</c:v>
              </c:pt>
              <c:pt idx="149">
                <c:v>9.031573647115259</c:v>
              </c:pt>
              <c:pt idx="150">
                <c:v>9.031573647115259</c:v>
              </c:pt>
              <c:pt idx="151">
                <c:v>9.031573647115259</c:v>
              </c:pt>
              <c:pt idx="152">
                <c:v>9.031573647115259</c:v>
              </c:pt>
              <c:pt idx="153">
                <c:v>9.031573647115259</c:v>
              </c:pt>
              <c:pt idx="154">
                <c:v>9.031573647115259</c:v>
              </c:pt>
              <c:pt idx="155">
                <c:v>9.031573647115259</c:v>
              </c:pt>
              <c:pt idx="156">
                <c:v>9.031573647115259</c:v>
              </c:pt>
              <c:pt idx="157">
                <c:v>9.031573647115259</c:v>
              </c:pt>
              <c:pt idx="158">
                <c:v>9.031573647115259</c:v>
              </c:pt>
              <c:pt idx="159">
                <c:v>9.031573647115259</c:v>
              </c:pt>
              <c:pt idx="160">
                <c:v>9.031573647115259</c:v>
              </c:pt>
              <c:pt idx="161">
                <c:v>9.031573647115259</c:v>
              </c:pt>
              <c:pt idx="162">
                <c:v>9.031573647115259</c:v>
              </c:pt>
              <c:pt idx="163">
                <c:v>9.031573647115259</c:v>
              </c:pt>
              <c:pt idx="164">
                <c:v>9.031573647115259</c:v>
              </c:pt>
              <c:pt idx="165">
                <c:v>9.031573647115259</c:v>
              </c:pt>
              <c:pt idx="166">
                <c:v>9.031573647115259</c:v>
              </c:pt>
              <c:pt idx="167">
                <c:v>9.031573647115259</c:v>
              </c:pt>
              <c:pt idx="168">
                <c:v>9.031573647115259</c:v>
              </c:pt>
              <c:pt idx="169">
                <c:v>9.031573647115259</c:v>
              </c:pt>
              <c:pt idx="170">
                <c:v>9.031573647115259</c:v>
              </c:pt>
              <c:pt idx="171">
                <c:v>9.031573647115259</c:v>
              </c:pt>
              <c:pt idx="172">
                <c:v>9.031573647115259</c:v>
              </c:pt>
              <c:pt idx="173">
                <c:v>9.031573647115259</c:v>
              </c:pt>
              <c:pt idx="174">
                <c:v>9.031573647115259</c:v>
              </c:pt>
              <c:pt idx="175">
                <c:v>9.031573647115259</c:v>
              </c:pt>
              <c:pt idx="176">
                <c:v>9.031573647115259</c:v>
              </c:pt>
              <c:pt idx="177">
                <c:v>9.031573647115259</c:v>
              </c:pt>
              <c:pt idx="178">
                <c:v>9.031573647115259</c:v>
              </c:pt>
              <c:pt idx="179">
                <c:v>9.031573647115259</c:v>
              </c:pt>
              <c:pt idx="180">
                <c:v>9.031573647115259</c:v>
              </c:pt>
              <c:pt idx="181">
                <c:v>9.031573647115259</c:v>
              </c:pt>
              <c:pt idx="182">
                <c:v>9.031573647115259</c:v>
              </c:pt>
              <c:pt idx="183">
                <c:v>9.031573647115259</c:v>
              </c:pt>
              <c:pt idx="184">
                <c:v>9.031573647115259</c:v>
              </c:pt>
              <c:pt idx="185">
                <c:v>9.031573647115259</c:v>
              </c:pt>
              <c:pt idx="186">
                <c:v>9.031573647115259</c:v>
              </c:pt>
              <c:pt idx="187">
                <c:v>9.031573647115259</c:v>
              </c:pt>
              <c:pt idx="188">
                <c:v>9.031573647115259</c:v>
              </c:pt>
              <c:pt idx="189">
                <c:v>9.031573647115259</c:v>
              </c:pt>
              <c:pt idx="190">
                <c:v>9.031573647115259</c:v>
              </c:pt>
              <c:pt idx="191">
                <c:v>9.031573647115259</c:v>
              </c:pt>
              <c:pt idx="192">
                <c:v>9.031573647115259</c:v>
              </c:pt>
              <c:pt idx="193">
                <c:v>9.031573647115259</c:v>
              </c:pt>
              <c:pt idx="194">
                <c:v>9.031573647115259</c:v>
              </c:pt>
              <c:pt idx="195">
                <c:v>9.031573647115259</c:v>
              </c:pt>
              <c:pt idx="196">
                <c:v>9.031573647115259</c:v>
              </c:pt>
              <c:pt idx="197">
                <c:v>9.031573647115259</c:v>
              </c:pt>
              <c:pt idx="198">
                <c:v>9.031573647115259</c:v>
              </c:pt>
              <c:pt idx="199">
                <c:v>9.031573647115259</c:v>
              </c:pt>
              <c:pt idx="200">
                <c:v>9.031573647115259</c:v>
              </c:pt>
              <c:pt idx="201">
                <c:v>9.031573647115259</c:v>
              </c:pt>
              <c:pt idx="202">
                <c:v>9.031573647115259</c:v>
              </c:pt>
              <c:pt idx="203">
                <c:v>9.031573647115259</c:v>
              </c:pt>
              <c:pt idx="204">
                <c:v>9.031573647115259</c:v>
              </c:pt>
              <c:pt idx="205">
                <c:v>9.031573647115259</c:v>
              </c:pt>
              <c:pt idx="206">
                <c:v>9.031573647115259</c:v>
              </c:pt>
              <c:pt idx="207">
                <c:v>9.031573647115259</c:v>
              </c:pt>
              <c:pt idx="208">
                <c:v>9.031573647115259</c:v>
              </c:pt>
              <c:pt idx="209">
                <c:v>9.031573647115259</c:v>
              </c:pt>
              <c:pt idx="210">
                <c:v>9.031573647115259</c:v>
              </c:pt>
              <c:pt idx="211">
                <c:v>9.031573647115259</c:v>
              </c:pt>
              <c:pt idx="212">
                <c:v>9.031573647115259</c:v>
              </c:pt>
              <c:pt idx="213">
                <c:v>9.031573647115259</c:v>
              </c:pt>
              <c:pt idx="214">
                <c:v>9.031573647115259</c:v>
              </c:pt>
              <c:pt idx="215">
                <c:v>9.031573647115259</c:v>
              </c:pt>
              <c:pt idx="216">
                <c:v>9.031573647115259</c:v>
              </c:pt>
              <c:pt idx="217">
                <c:v>9.031573647115259</c:v>
              </c:pt>
              <c:pt idx="218">
                <c:v>9.031573647115259</c:v>
              </c:pt>
              <c:pt idx="219">
                <c:v>9.031573647115259</c:v>
              </c:pt>
              <c:pt idx="220">
                <c:v>9.031573647115259</c:v>
              </c:pt>
              <c:pt idx="221">
                <c:v>9.031573647115259</c:v>
              </c:pt>
              <c:pt idx="222">
                <c:v>9.031573647115259</c:v>
              </c:pt>
              <c:pt idx="223">
                <c:v>9.031573647115259</c:v>
              </c:pt>
              <c:pt idx="224">
                <c:v>9.031573647115259</c:v>
              </c:pt>
              <c:pt idx="225">
                <c:v>9.031573647115259</c:v>
              </c:pt>
              <c:pt idx="226">
                <c:v>9.031573647115259</c:v>
              </c:pt>
              <c:pt idx="227">
                <c:v>9.031573647115259</c:v>
              </c:pt>
              <c:pt idx="228">
                <c:v>9.031573647115259</c:v>
              </c:pt>
              <c:pt idx="229">
                <c:v>9.031573647115259</c:v>
              </c:pt>
              <c:pt idx="230">
                <c:v>9.031573647115259</c:v>
              </c:pt>
              <c:pt idx="231">
                <c:v>9.031573647115259</c:v>
              </c:pt>
              <c:pt idx="232">
                <c:v>9.031573647115259</c:v>
              </c:pt>
              <c:pt idx="233">
                <c:v>9.031573647115259</c:v>
              </c:pt>
              <c:pt idx="234">
                <c:v>9.031573647115259</c:v>
              </c:pt>
              <c:pt idx="235">
                <c:v>9.031573647115259</c:v>
              </c:pt>
              <c:pt idx="236">
                <c:v>9.031573647115259</c:v>
              </c:pt>
              <c:pt idx="237">
                <c:v>9.031573647115259</c:v>
              </c:pt>
              <c:pt idx="238">
                <c:v>9.031573647115259</c:v>
              </c:pt>
              <c:pt idx="239">
                <c:v>9.031573647115259</c:v>
              </c:pt>
              <c:pt idx="240">
                <c:v>9.031573647115259</c:v>
              </c:pt>
              <c:pt idx="241">
                <c:v>9.031573647115259</c:v>
              </c:pt>
              <c:pt idx="242">
                <c:v>9.031573647115259</c:v>
              </c:pt>
              <c:pt idx="243">
                <c:v>9.031573647115259</c:v>
              </c:pt>
              <c:pt idx="244">
                <c:v>9.031573647115259</c:v>
              </c:pt>
              <c:pt idx="245">
                <c:v>9.031573647115259</c:v>
              </c:pt>
              <c:pt idx="246">
                <c:v>9.031573647115259</c:v>
              </c:pt>
              <c:pt idx="247">
                <c:v>9.031573647115259</c:v>
              </c:pt>
              <c:pt idx="248">
                <c:v>9.031573647115259</c:v>
              </c:pt>
              <c:pt idx="249">
                <c:v>9.031573647115259</c:v>
              </c:pt>
              <c:pt idx="250">
                <c:v>9.031573647115259</c:v>
              </c:pt>
              <c:pt idx="251">
                <c:v>9.031573647115259</c:v>
              </c:pt>
              <c:pt idx="252">
                <c:v>9.031573647115259</c:v>
              </c:pt>
              <c:pt idx="253">
                <c:v>9.031573647115259</c:v>
              </c:pt>
              <c:pt idx="254">
                <c:v>9.031573647115259</c:v>
              </c:pt>
              <c:pt idx="255">
                <c:v>9.031573647115259</c:v>
              </c:pt>
              <c:pt idx="256">
                <c:v>9.031573647115259</c:v>
              </c:pt>
              <c:pt idx="257">
                <c:v>9.031573647115259</c:v>
              </c:pt>
              <c:pt idx="258">
                <c:v>9.031573647115259</c:v>
              </c:pt>
              <c:pt idx="259">
                <c:v>9.031573647115259</c:v>
              </c:pt>
              <c:pt idx="260">
                <c:v>9.031573647115259</c:v>
              </c:pt>
              <c:pt idx="261">
                <c:v>9.031573647115259</c:v>
              </c:pt>
              <c:pt idx="262">
                <c:v>9.031573647115259</c:v>
              </c:pt>
              <c:pt idx="263">
                <c:v>9.031573647115259</c:v>
              </c:pt>
              <c:pt idx="264">
                <c:v>9.031573647115259</c:v>
              </c:pt>
              <c:pt idx="265">
                <c:v>9.031573647115259</c:v>
              </c:pt>
              <c:pt idx="266">
                <c:v>9.031573647115259</c:v>
              </c:pt>
              <c:pt idx="267">
                <c:v>9.031573647115259</c:v>
              </c:pt>
              <c:pt idx="268">
                <c:v>9.031573647115259</c:v>
              </c:pt>
              <c:pt idx="269">
                <c:v>9.031573647115259</c:v>
              </c:pt>
              <c:pt idx="270">
                <c:v>9.031573647115259</c:v>
              </c:pt>
              <c:pt idx="271">
                <c:v>9.031573647115259</c:v>
              </c:pt>
              <c:pt idx="272">
                <c:v>9.031573647115259</c:v>
              </c:pt>
              <c:pt idx="273">
                <c:v>9.031573647115259</c:v>
              </c:pt>
              <c:pt idx="274">
                <c:v>9.031573647115259</c:v>
              </c:pt>
              <c:pt idx="275">
                <c:v>9.031573647115259</c:v>
              </c:pt>
              <c:pt idx="276">
                <c:v>9.031573647115259</c:v>
              </c:pt>
              <c:pt idx="277">
                <c:v>9.031573647115259</c:v>
              </c:pt>
              <c:pt idx="278">
                <c:v>9.031573647115259</c:v>
              </c:pt>
              <c:pt idx="279">
                <c:v>9.031573647115259</c:v>
              </c:pt>
              <c:pt idx="280">
                <c:v>9.031573647115259</c:v>
              </c:pt>
              <c:pt idx="281">
                <c:v>9.031573647115259</c:v>
              </c:pt>
              <c:pt idx="282">
                <c:v>9.031573647115259</c:v>
              </c:pt>
              <c:pt idx="283">
                <c:v>9.031573647115259</c:v>
              </c:pt>
              <c:pt idx="284">
                <c:v>9.031573647115259</c:v>
              </c:pt>
              <c:pt idx="285">
                <c:v>9.031573647115259</c:v>
              </c:pt>
              <c:pt idx="286">
                <c:v>9.031573647115259</c:v>
              </c:pt>
              <c:pt idx="287">
                <c:v>9.031573647115259</c:v>
              </c:pt>
              <c:pt idx="288">
                <c:v>9.031573647115259</c:v>
              </c:pt>
              <c:pt idx="289">
                <c:v>9.031573647115259</c:v>
              </c:pt>
              <c:pt idx="290">
                <c:v>9.031573647115259</c:v>
              </c:pt>
              <c:pt idx="291">
                <c:v>9.031573647115259</c:v>
              </c:pt>
              <c:pt idx="292">
                <c:v>9.031573647115259</c:v>
              </c:pt>
              <c:pt idx="293">
                <c:v>9.031573647115259</c:v>
              </c:pt>
              <c:pt idx="294">
                <c:v>9.031573647115259</c:v>
              </c:pt>
              <c:pt idx="295">
                <c:v>9.031573647115259</c:v>
              </c:pt>
              <c:pt idx="296">
                <c:v>9.031573647115259</c:v>
              </c:pt>
              <c:pt idx="297">
                <c:v>9.031573647115259</c:v>
              </c:pt>
              <c:pt idx="298">
                <c:v>9.031573647115259</c:v>
              </c:pt>
              <c:pt idx="299">
                <c:v>9.031573647115259</c:v>
              </c:pt>
              <c:pt idx="300">
                <c:v>9.031573647115259</c:v>
              </c:pt>
              <c:pt idx="301">
                <c:v>9.031573647115259</c:v>
              </c:pt>
              <c:pt idx="302">
                <c:v>9.031573647115259</c:v>
              </c:pt>
              <c:pt idx="303">
                <c:v>9.031573647115259</c:v>
              </c:pt>
              <c:pt idx="304">
                <c:v>9.031573647115259</c:v>
              </c:pt>
              <c:pt idx="305">
                <c:v>9.031573647115259</c:v>
              </c:pt>
              <c:pt idx="306">
                <c:v>9.031573647115259</c:v>
              </c:pt>
              <c:pt idx="307">
                <c:v>9.031573647115259</c:v>
              </c:pt>
              <c:pt idx="308">
                <c:v>9.031573647115259</c:v>
              </c:pt>
              <c:pt idx="309">
                <c:v>9.031573647115259</c:v>
              </c:pt>
              <c:pt idx="310">
                <c:v>9.031573647115259</c:v>
              </c:pt>
              <c:pt idx="311">
                <c:v>9.031573647115259</c:v>
              </c:pt>
              <c:pt idx="312">
                <c:v>9.031573647115259</c:v>
              </c:pt>
              <c:pt idx="313">
                <c:v>9.031573647115259</c:v>
              </c:pt>
              <c:pt idx="314">
                <c:v>9.031573647115259</c:v>
              </c:pt>
              <c:pt idx="315">
                <c:v>9.031573647115259</c:v>
              </c:pt>
              <c:pt idx="316">
                <c:v>9.031573647115259</c:v>
              </c:pt>
              <c:pt idx="317">
                <c:v>9.031573647115259</c:v>
              </c:pt>
              <c:pt idx="318">
                <c:v>9.031573647115259</c:v>
              </c:pt>
              <c:pt idx="319">
                <c:v>9.031573647115259</c:v>
              </c:pt>
              <c:pt idx="320">
                <c:v>9.031573647115259</c:v>
              </c:pt>
              <c:pt idx="321">
                <c:v>9.031573647115259</c:v>
              </c:pt>
              <c:pt idx="322">
                <c:v>9.031573647115259</c:v>
              </c:pt>
              <c:pt idx="323">
                <c:v>9.031573647115259</c:v>
              </c:pt>
              <c:pt idx="324">
                <c:v>9.031573647115259</c:v>
              </c:pt>
              <c:pt idx="325">
                <c:v>9.031573647115259</c:v>
              </c:pt>
              <c:pt idx="326">
                <c:v>9.031573647115259</c:v>
              </c:pt>
              <c:pt idx="327">
                <c:v>9.031573647115259</c:v>
              </c:pt>
              <c:pt idx="328">
                <c:v>9.031573647115259</c:v>
              </c:pt>
              <c:pt idx="329">
                <c:v>9.031573647115259</c:v>
              </c:pt>
              <c:pt idx="330">
                <c:v>9.031573647115259</c:v>
              </c:pt>
              <c:pt idx="331">
                <c:v>9.031573647115259</c:v>
              </c:pt>
              <c:pt idx="332">
                <c:v>9.031573647115259</c:v>
              </c:pt>
              <c:pt idx="333">
                <c:v>9.031573647115259</c:v>
              </c:pt>
              <c:pt idx="334">
                <c:v>9.031573647115259</c:v>
              </c:pt>
              <c:pt idx="335">
                <c:v>9.031573647115259</c:v>
              </c:pt>
              <c:pt idx="336">
                <c:v>9.031573647115259</c:v>
              </c:pt>
              <c:pt idx="337">
                <c:v>9.031573647115259</c:v>
              </c:pt>
              <c:pt idx="338">
                <c:v>9.031573647115259</c:v>
              </c:pt>
              <c:pt idx="339">
                <c:v>9.031573647115259</c:v>
              </c:pt>
              <c:pt idx="340">
                <c:v>9.031573647115259</c:v>
              </c:pt>
              <c:pt idx="341">
                <c:v>9.031573647115259</c:v>
              </c:pt>
              <c:pt idx="342">
                <c:v>9.031573647115259</c:v>
              </c:pt>
              <c:pt idx="343">
                <c:v>9.031573647115259</c:v>
              </c:pt>
              <c:pt idx="344">
                <c:v>9.031573647115259</c:v>
              </c:pt>
              <c:pt idx="345">
                <c:v>9.031573647115259</c:v>
              </c:pt>
              <c:pt idx="346">
                <c:v>9.031573647115259</c:v>
              </c:pt>
              <c:pt idx="347">
                <c:v>9.031573647115259</c:v>
              </c:pt>
              <c:pt idx="348">
                <c:v>9.031573647115259</c:v>
              </c:pt>
              <c:pt idx="349">
                <c:v>9.031573647115259</c:v>
              </c:pt>
              <c:pt idx="350">
                <c:v>9.031573647115259</c:v>
              </c:pt>
              <c:pt idx="351">
                <c:v>9.031573647115259</c:v>
              </c:pt>
              <c:pt idx="352">
                <c:v>9.031573647115259</c:v>
              </c:pt>
              <c:pt idx="353">
                <c:v>9.031573647115259</c:v>
              </c:pt>
              <c:pt idx="354">
                <c:v>9.031573647115259</c:v>
              </c:pt>
              <c:pt idx="355">
                <c:v>9.031573647115259</c:v>
              </c:pt>
              <c:pt idx="356">
                <c:v>9.031573647115259</c:v>
              </c:pt>
              <c:pt idx="357">
                <c:v>9.031573647115259</c:v>
              </c:pt>
              <c:pt idx="358">
                <c:v>9.031573647115259</c:v>
              </c:pt>
              <c:pt idx="359">
                <c:v>9.031573647115259</c:v>
              </c:pt>
              <c:pt idx="360">
                <c:v>9.031573647115259</c:v>
              </c:pt>
              <c:pt idx="361">
                <c:v>9.031573647115259</c:v>
              </c:pt>
              <c:pt idx="362">
                <c:v>9.031573647115259</c:v>
              </c:pt>
              <c:pt idx="363">
                <c:v>9.031573647115259</c:v>
              </c:pt>
              <c:pt idx="364">
                <c:v>9.031573647115259</c:v>
              </c:pt>
              <c:pt idx="365">
                <c:v>9.031573647115259</c:v>
              </c:pt>
              <c:pt idx="366">
                <c:v>9.031573647115259</c:v>
              </c:pt>
              <c:pt idx="367">
                <c:v>9.031573647115259</c:v>
              </c:pt>
              <c:pt idx="368">
                <c:v>9.031573647115259</c:v>
              </c:pt>
              <c:pt idx="369">
                <c:v>9.031573647115259</c:v>
              </c:pt>
              <c:pt idx="370">
                <c:v>9.031573647115259</c:v>
              </c:pt>
              <c:pt idx="371">
                <c:v>9.031573647115259</c:v>
              </c:pt>
              <c:pt idx="372">
                <c:v>9.031573647115259</c:v>
              </c:pt>
              <c:pt idx="373">
                <c:v>9.031573647115259</c:v>
              </c:pt>
              <c:pt idx="374">
                <c:v>9.031573647115259</c:v>
              </c:pt>
              <c:pt idx="375">
                <c:v>9.031573647115259</c:v>
              </c:pt>
              <c:pt idx="376">
                <c:v>9.031573647115259</c:v>
              </c:pt>
              <c:pt idx="377">
                <c:v>9.031573647115259</c:v>
              </c:pt>
              <c:pt idx="378">
                <c:v>9.031573647115259</c:v>
              </c:pt>
              <c:pt idx="379">
                <c:v>9.031573647115259</c:v>
              </c:pt>
              <c:pt idx="380">
                <c:v>9.031573647115259</c:v>
              </c:pt>
              <c:pt idx="381">
                <c:v>9.031573647115259</c:v>
              </c:pt>
              <c:pt idx="382">
                <c:v>9.031573647115259</c:v>
              </c:pt>
              <c:pt idx="383">
                <c:v>9.031573647115259</c:v>
              </c:pt>
              <c:pt idx="384">
                <c:v>9.031573647115259</c:v>
              </c:pt>
              <c:pt idx="385">
                <c:v>9.031573647115259</c:v>
              </c:pt>
              <c:pt idx="386">
                <c:v>9.031573647115259</c:v>
              </c:pt>
              <c:pt idx="387">
                <c:v>9.031573647115259</c:v>
              </c:pt>
              <c:pt idx="388">
                <c:v>9.031573647115259</c:v>
              </c:pt>
              <c:pt idx="389">
                <c:v>9.031573647115259</c:v>
              </c:pt>
              <c:pt idx="390">
                <c:v>9.031573647115259</c:v>
              </c:pt>
              <c:pt idx="391">
                <c:v>9.031573647115259</c:v>
              </c:pt>
              <c:pt idx="392">
                <c:v>9.031573647115259</c:v>
              </c:pt>
              <c:pt idx="393">
                <c:v>9.031573647115259</c:v>
              </c:pt>
              <c:pt idx="394">
                <c:v>9.031573647115259</c:v>
              </c:pt>
              <c:pt idx="395">
                <c:v>9.031573647115259</c:v>
              </c:pt>
              <c:pt idx="396">
                <c:v>9.031573647115259</c:v>
              </c:pt>
              <c:pt idx="397">
                <c:v>9.031573647115259</c:v>
              </c:pt>
              <c:pt idx="398">
                <c:v>9.031573647115259</c:v>
              </c:pt>
              <c:pt idx="399">
                <c:v>9.031573647115259</c:v>
              </c:pt>
              <c:pt idx="400">
                <c:v>9.031573647115259</c:v>
              </c:pt>
              <c:pt idx="401">
                <c:v>9.031573647115259</c:v>
              </c:pt>
              <c:pt idx="402">
                <c:v>9.031573647115259</c:v>
              </c:pt>
              <c:pt idx="403">
                <c:v>9.031573647115259</c:v>
              </c:pt>
              <c:pt idx="404">
                <c:v>9.031573647115259</c:v>
              </c:pt>
              <c:pt idx="405">
                <c:v>9.031573647115259</c:v>
              </c:pt>
              <c:pt idx="406">
                <c:v>9.031573647115259</c:v>
              </c:pt>
              <c:pt idx="407">
                <c:v>9.031573647115259</c:v>
              </c:pt>
              <c:pt idx="408">
                <c:v>9.031573647115259</c:v>
              </c:pt>
              <c:pt idx="409">
                <c:v>9.031573647115259</c:v>
              </c:pt>
              <c:pt idx="410">
                <c:v>9.031573647115259</c:v>
              </c:pt>
              <c:pt idx="411">
                <c:v>9.031573647115259</c:v>
              </c:pt>
            </c:numLit>
          </c:xVal>
          <c:yVal>
            <c:numLit>
              <c:formatCode>0.0</c:formatCode>
              <c:ptCount val="412"/>
              <c:pt idx="0">
                <c:v>0.13203880275870133</c:v>
              </c:pt>
              <c:pt idx="1">
                <c:v>0.13203880275870133</c:v>
              </c:pt>
              <c:pt idx="2">
                <c:v>0.13203880275870133</c:v>
              </c:pt>
              <c:pt idx="3">
                <c:v>0.13203880275870133</c:v>
              </c:pt>
              <c:pt idx="4">
                <c:v>0.13203880275870133</c:v>
              </c:pt>
              <c:pt idx="5">
                <c:v>0.13203880275870133</c:v>
              </c:pt>
              <c:pt idx="6">
                <c:v>0.13203880275870133</c:v>
              </c:pt>
              <c:pt idx="7">
                <c:v>0.13203880275870133</c:v>
              </c:pt>
              <c:pt idx="8">
                <c:v>0.13203880275870133</c:v>
              </c:pt>
              <c:pt idx="9">
                <c:v>0.13203880275870133</c:v>
              </c:pt>
              <c:pt idx="10">
                <c:v>0.13203880275870133</c:v>
              </c:pt>
              <c:pt idx="11">
                <c:v>0.13203880275870133</c:v>
              </c:pt>
              <c:pt idx="12">
                <c:v>0.13203880275870133</c:v>
              </c:pt>
              <c:pt idx="13">
                <c:v>0.13203880275870133</c:v>
              </c:pt>
              <c:pt idx="14">
                <c:v>0.13203880275870133</c:v>
              </c:pt>
              <c:pt idx="15">
                <c:v>0.13203880275870133</c:v>
              </c:pt>
              <c:pt idx="16">
                <c:v>0.13203880275870133</c:v>
              </c:pt>
              <c:pt idx="17">
                <c:v>0.13203880275870133</c:v>
              </c:pt>
              <c:pt idx="18">
                <c:v>0.13203880275870133</c:v>
              </c:pt>
              <c:pt idx="19">
                <c:v>0.13203880275870133</c:v>
              </c:pt>
              <c:pt idx="20">
                <c:v>0.13203880275870133</c:v>
              </c:pt>
              <c:pt idx="21">
                <c:v>0.13203880275870133</c:v>
              </c:pt>
              <c:pt idx="22">
                <c:v>0.13203880275870133</c:v>
              </c:pt>
              <c:pt idx="23">
                <c:v>0.13203880275870133</c:v>
              </c:pt>
              <c:pt idx="24">
                <c:v>0.13203880275870133</c:v>
              </c:pt>
              <c:pt idx="25">
                <c:v>0.13203880275870133</c:v>
              </c:pt>
              <c:pt idx="26">
                <c:v>0.13203880275870133</c:v>
              </c:pt>
              <c:pt idx="27">
                <c:v>0.13203880275870133</c:v>
              </c:pt>
              <c:pt idx="28">
                <c:v>0.13203880275870133</c:v>
              </c:pt>
              <c:pt idx="29">
                <c:v>0.13203880275870133</c:v>
              </c:pt>
              <c:pt idx="30">
                <c:v>0.13203880275870133</c:v>
              </c:pt>
              <c:pt idx="31">
                <c:v>0.13203880275870133</c:v>
              </c:pt>
              <c:pt idx="32">
                <c:v>0.13203880275870133</c:v>
              </c:pt>
              <c:pt idx="33">
                <c:v>0.13203880275870133</c:v>
              </c:pt>
              <c:pt idx="34">
                <c:v>0.13203880275870133</c:v>
              </c:pt>
              <c:pt idx="35">
                <c:v>0.13203880275870133</c:v>
              </c:pt>
              <c:pt idx="36">
                <c:v>0.13203880275870133</c:v>
              </c:pt>
              <c:pt idx="37">
                <c:v>0.13203880275870133</c:v>
              </c:pt>
              <c:pt idx="38">
                <c:v>0.13203880275870133</c:v>
              </c:pt>
              <c:pt idx="39">
                <c:v>0.13203880275870133</c:v>
              </c:pt>
              <c:pt idx="40">
                <c:v>0.13203880275870133</c:v>
              </c:pt>
              <c:pt idx="41">
                <c:v>0.13203880275870133</c:v>
              </c:pt>
              <c:pt idx="42">
                <c:v>0.13203880275870133</c:v>
              </c:pt>
              <c:pt idx="43">
                <c:v>0.13203880275870133</c:v>
              </c:pt>
              <c:pt idx="44">
                <c:v>0.13203880275870133</c:v>
              </c:pt>
              <c:pt idx="45">
                <c:v>0.13203880275870133</c:v>
              </c:pt>
              <c:pt idx="46">
                <c:v>0.13203880275870133</c:v>
              </c:pt>
              <c:pt idx="47">
                <c:v>0.13203880275870133</c:v>
              </c:pt>
              <c:pt idx="48">
                <c:v>0.13203880275870133</c:v>
              </c:pt>
              <c:pt idx="49">
                <c:v>0.13203880275870133</c:v>
              </c:pt>
              <c:pt idx="50">
                <c:v>0.13203880275870133</c:v>
              </c:pt>
              <c:pt idx="51">
                <c:v>0.13203880275870133</c:v>
              </c:pt>
              <c:pt idx="52">
                <c:v>0.13203880275870133</c:v>
              </c:pt>
              <c:pt idx="53">
                <c:v>0.13203880275870133</c:v>
              </c:pt>
              <c:pt idx="54">
                <c:v>0.13203880275870133</c:v>
              </c:pt>
              <c:pt idx="55">
                <c:v>0.13203880275870133</c:v>
              </c:pt>
              <c:pt idx="56">
                <c:v>0.13203880275870133</c:v>
              </c:pt>
              <c:pt idx="57">
                <c:v>0.13203880275870133</c:v>
              </c:pt>
              <c:pt idx="58">
                <c:v>0.13203880275870133</c:v>
              </c:pt>
              <c:pt idx="59">
                <c:v>0.13203880275870133</c:v>
              </c:pt>
              <c:pt idx="60">
                <c:v>0.13203880275870133</c:v>
              </c:pt>
              <c:pt idx="61">
                <c:v>0.13203880275870133</c:v>
              </c:pt>
              <c:pt idx="62">
                <c:v>0.13203880275870133</c:v>
              </c:pt>
              <c:pt idx="63">
                <c:v>0.13203880275870133</c:v>
              </c:pt>
              <c:pt idx="64">
                <c:v>0.13203880275870133</c:v>
              </c:pt>
              <c:pt idx="65">
                <c:v>0.13203880275870133</c:v>
              </c:pt>
              <c:pt idx="66">
                <c:v>0.13203880275870133</c:v>
              </c:pt>
              <c:pt idx="67">
                <c:v>0.13203880275870133</c:v>
              </c:pt>
              <c:pt idx="68">
                <c:v>0.13203880275870133</c:v>
              </c:pt>
              <c:pt idx="69">
                <c:v>0.13203880275870133</c:v>
              </c:pt>
              <c:pt idx="70">
                <c:v>0.13203880275870133</c:v>
              </c:pt>
              <c:pt idx="71">
                <c:v>0.13203880275870133</c:v>
              </c:pt>
              <c:pt idx="72">
                <c:v>0.13203880275870133</c:v>
              </c:pt>
              <c:pt idx="73">
                <c:v>0.13203880275870133</c:v>
              </c:pt>
              <c:pt idx="74">
                <c:v>0.13203880275870133</c:v>
              </c:pt>
              <c:pt idx="75">
                <c:v>0.13203880275870133</c:v>
              </c:pt>
              <c:pt idx="76">
                <c:v>0.13203880275870133</c:v>
              </c:pt>
              <c:pt idx="77">
                <c:v>0.13203880275870133</c:v>
              </c:pt>
              <c:pt idx="78">
                <c:v>0.13203880275870133</c:v>
              </c:pt>
              <c:pt idx="79">
                <c:v>0.13203880275870133</c:v>
              </c:pt>
              <c:pt idx="80">
                <c:v>0.13203880275870133</c:v>
              </c:pt>
              <c:pt idx="81">
                <c:v>0.13203880275870133</c:v>
              </c:pt>
              <c:pt idx="82">
                <c:v>0.13203880275870133</c:v>
              </c:pt>
              <c:pt idx="83">
                <c:v>0.13203880275870133</c:v>
              </c:pt>
              <c:pt idx="84">
                <c:v>0.13203880275870133</c:v>
              </c:pt>
              <c:pt idx="85">
                <c:v>0.13203880275870133</c:v>
              </c:pt>
              <c:pt idx="86">
                <c:v>0.13203880275870133</c:v>
              </c:pt>
              <c:pt idx="87">
                <c:v>0.13203880275870133</c:v>
              </c:pt>
              <c:pt idx="88">
                <c:v>0.13203880275870133</c:v>
              </c:pt>
              <c:pt idx="89">
                <c:v>0.13203880275870133</c:v>
              </c:pt>
              <c:pt idx="90">
                <c:v>0.13203880275870133</c:v>
              </c:pt>
              <c:pt idx="91">
                <c:v>0.13203880275870133</c:v>
              </c:pt>
              <c:pt idx="92">
                <c:v>0.13203880275870133</c:v>
              </c:pt>
              <c:pt idx="93">
                <c:v>0.13203880275870133</c:v>
              </c:pt>
              <c:pt idx="94">
                <c:v>0.13203880275870133</c:v>
              </c:pt>
              <c:pt idx="95">
                <c:v>0.13203880275870133</c:v>
              </c:pt>
              <c:pt idx="96">
                <c:v>0.13203880275870133</c:v>
              </c:pt>
              <c:pt idx="97">
                <c:v>0.13203880275870133</c:v>
              </c:pt>
              <c:pt idx="98">
                <c:v>0.13203880275870133</c:v>
              </c:pt>
              <c:pt idx="99">
                <c:v>0.13203880275870133</c:v>
              </c:pt>
              <c:pt idx="100">
                <c:v>0.13203880275870133</c:v>
              </c:pt>
              <c:pt idx="101">
                <c:v>0.13203880275870133</c:v>
              </c:pt>
              <c:pt idx="102">
                <c:v>0.13203880275870133</c:v>
              </c:pt>
              <c:pt idx="103">
                <c:v>0.13203880275870133</c:v>
              </c:pt>
              <c:pt idx="104">
                <c:v>0.13203880275870133</c:v>
              </c:pt>
              <c:pt idx="105">
                <c:v>0.13203880275870133</c:v>
              </c:pt>
              <c:pt idx="106">
                <c:v>0.13203880275870133</c:v>
              </c:pt>
              <c:pt idx="107">
                <c:v>0.13203880275870133</c:v>
              </c:pt>
              <c:pt idx="108">
                <c:v>0.13203880275870133</c:v>
              </c:pt>
              <c:pt idx="109">
                <c:v>0.13203880275870133</c:v>
              </c:pt>
              <c:pt idx="110">
                <c:v>0.13203880275870133</c:v>
              </c:pt>
              <c:pt idx="111">
                <c:v>0.13203880275870133</c:v>
              </c:pt>
              <c:pt idx="112">
                <c:v>0.13203880275870133</c:v>
              </c:pt>
              <c:pt idx="113">
                <c:v>0.13203880275870133</c:v>
              </c:pt>
              <c:pt idx="114">
                <c:v>0.13203880275870133</c:v>
              </c:pt>
              <c:pt idx="115">
                <c:v>0.13203880275870133</c:v>
              </c:pt>
              <c:pt idx="116">
                <c:v>0.13203880275870133</c:v>
              </c:pt>
              <c:pt idx="117">
                <c:v>0.13203880275870133</c:v>
              </c:pt>
              <c:pt idx="118">
                <c:v>0.13203880275870133</c:v>
              </c:pt>
              <c:pt idx="119">
                <c:v>0.13203880275870133</c:v>
              </c:pt>
              <c:pt idx="120">
                <c:v>0.13203880275870133</c:v>
              </c:pt>
              <c:pt idx="121">
                <c:v>0.13203880275870133</c:v>
              </c:pt>
              <c:pt idx="122">
                <c:v>0.13203880275870133</c:v>
              </c:pt>
              <c:pt idx="123">
                <c:v>0.13203880275870133</c:v>
              </c:pt>
              <c:pt idx="124">
                <c:v>0.13203880275870133</c:v>
              </c:pt>
              <c:pt idx="125">
                <c:v>0.13203880275870133</c:v>
              </c:pt>
              <c:pt idx="126">
                <c:v>0.13203880275870133</c:v>
              </c:pt>
              <c:pt idx="127">
                <c:v>0.13203880275870133</c:v>
              </c:pt>
              <c:pt idx="128">
                <c:v>0.13203880275870133</c:v>
              </c:pt>
              <c:pt idx="129">
                <c:v>0.13203880275870133</c:v>
              </c:pt>
              <c:pt idx="130">
                <c:v>0.13203880275870133</c:v>
              </c:pt>
              <c:pt idx="131">
                <c:v>0.13203880275870133</c:v>
              </c:pt>
              <c:pt idx="132">
                <c:v>0.13203880275870133</c:v>
              </c:pt>
              <c:pt idx="133">
                <c:v>0.13203880275870133</c:v>
              </c:pt>
              <c:pt idx="134">
                <c:v>0.13203880275870133</c:v>
              </c:pt>
              <c:pt idx="135">
                <c:v>0.13203880275870133</c:v>
              </c:pt>
              <c:pt idx="136">
                <c:v>0.13203880275870133</c:v>
              </c:pt>
              <c:pt idx="137">
                <c:v>0.13203880275870133</c:v>
              </c:pt>
              <c:pt idx="138">
                <c:v>0.13203880275870133</c:v>
              </c:pt>
              <c:pt idx="139">
                <c:v>0.13203880275870133</c:v>
              </c:pt>
              <c:pt idx="140">
                <c:v>0.13203880275870133</c:v>
              </c:pt>
              <c:pt idx="141">
                <c:v>0.13203880275870133</c:v>
              </c:pt>
              <c:pt idx="142">
                <c:v>0.13203880275870133</c:v>
              </c:pt>
              <c:pt idx="143">
                <c:v>0.13203880275870133</c:v>
              </c:pt>
              <c:pt idx="144">
                <c:v>0.13203880275870133</c:v>
              </c:pt>
              <c:pt idx="145">
                <c:v>0.13203880275870133</c:v>
              </c:pt>
              <c:pt idx="146">
                <c:v>0.13203880275870133</c:v>
              </c:pt>
              <c:pt idx="147">
                <c:v>0.13203880275870133</c:v>
              </c:pt>
              <c:pt idx="148">
                <c:v>0.13203880275870133</c:v>
              </c:pt>
              <c:pt idx="149">
                <c:v>0.13203880275870133</c:v>
              </c:pt>
              <c:pt idx="150">
                <c:v>0.13203880275870133</c:v>
              </c:pt>
              <c:pt idx="151">
                <c:v>0.13203880275870133</c:v>
              </c:pt>
              <c:pt idx="152">
                <c:v>0.13203880275870133</c:v>
              </c:pt>
              <c:pt idx="153">
                <c:v>0.13203880275870133</c:v>
              </c:pt>
              <c:pt idx="154">
                <c:v>0.13203880275870133</c:v>
              </c:pt>
              <c:pt idx="155">
                <c:v>0.13203880275870133</c:v>
              </c:pt>
              <c:pt idx="156">
                <c:v>0.13203880275870133</c:v>
              </c:pt>
              <c:pt idx="157">
                <c:v>0.13203880275870133</c:v>
              </c:pt>
              <c:pt idx="158">
                <c:v>0.13203880275870133</c:v>
              </c:pt>
              <c:pt idx="159">
                <c:v>0.13203880275870133</c:v>
              </c:pt>
              <c:pt idx="160">
                <c:v>0.13203880275870133</c:v>
              </c:pt>
              <c:pt idx="161">
                <c:v>0.13203880275870133</c:v>
              </c:pt>
              <c:pt idx="162">
                <c:v>0.13203880275870133</c:v>
              </c:pt>
              <c:pt idx="163">
                <c:v>0.13203880275870133</c:v>
              </c:pt>
              <c:pt idx="164">
                <c:v>0.13203880275870133</c:v>
              </c:pt>
              <c:pt idx="165">
                <c:v>0.13203880275870133</c:v>
              </c:pt>
              <c:pt idx="166">
                <c:v>0.13203880275870133</c:v>
              </c:pt>
              <c:pt idx="167">
                <c:v>0.13203880275870133</c:v>
              </c:pt>
              <c:pt idx="168">
                <c:v>0.13203880275870133</c:v>
              </c:pt>
              <c:pt idx="169">
                <c:v>0.13203880275870133</c:v>
              </c:pt>
              <c:pt idx="170">
                <c:v>0.13203880275870133</c:v>
              </c:pt>
              <c:pt idx="171">
                <c:v>0.13203880275870133</c:v>
              </c:pt>
              <c:pt idx="172">
                <c:v>0.13203880275870133</c:v>
              </c:pt>
              <c:pt idx="173">
                <c:v>0.13203880275870133</c:v>
              </c:pt>
              <c:pt idx="174">
                <c:v>0.13203880275870133</c:v>
              </c:pt>
              <c:pt idx="175">
                <c:v>0.13203880275870133</c:v>
              </c:pt>
              <c:pt idx="176">
                <c:v>0.13203880275870133</c:v>
              </c:pt>
              <c:pt idx="177">
                <c:v>0.13203880275870133</c:v>
              </c:pt>
              <c:pt idx="178">
                <c:v>0.13203880275870133</c:v>
              </c:pt>
              <c:pt idx="179">
                <c:v>0.13203880275870133</c:v>
              </c:pt>
              <c:pt idx="180">
                <c:v>0.13203880275870133</c:v>
              </c:pt>
              <c:pt idx="181">
                <c:v>0.13203880275870133</c:v>
              </c:pt>
              <c:pt idx="182">
                <c:v>0.13203880275870133</c:v>
              </c:pt>
              <c:pt idx="183">
                <c:v>0.13203880275870133</c:v>
              </c:pt>
              <c:pt idx="184">
                <c:v>0.13203880275870133</c:v>
              </c:pt>
              <c:pt idx="185">
                <c:v>0.13203880275870133</c:v>
              </c:pt>
              <c:pt idx="186">
                <c:v>0.13203880275870133</c:v>
              </c:pt>
              <c:pt idx="187">
                <c:v>0.13203880275870133</c:v>
              </c:pt>
              <c:pt idx="188">
                <c:v>0.13203880275870133</c:v>
              </c:pt>
              <c:pt idx="189">
                <c:v>0.13203880275870133</c:v>
              </c:pt>
              <c:pt idx="190">
                <c:v>0.13203880275870133</c:v>
              </c:pt>
              <c:pt idx="191">
                <c:v>0.13203880275870133</c:v>
              </c:pt>
              <c:pt idx="192">
                <c:v>0.13203880275870133</c:v>
              </c:pt>
              <c:pt idx="193">
                <c:v>0.13203880275870133</c:v>
              </c:pt>
              <c:pt idx="194">
                <c:v>0.13203880275870133</c:v>
              </c:pt>
              <c:pt idx="195">
                <c:v>0.13203880275870133</c:v>
              </c:pt>
              <c:pt idx="196">
                <c:v>0.13203880275870133</c:v>
              </c:pt>
              <c:pt idx="197">
                <c:v>0.13203880275870133</c:v>
              </c:pt>
              <c:pt idx="198">
                <c:v>0.13203880275870133</c:v>
              </c:pt>
              <c:pt idx="199">
                <c:v>0.13203880275870133</c:v>
              </c:pt>
              <c:pt idx="200">
                <c:v>0.13203880275870133</c:v>
              </c:pt>
              <c:pt idx="201">
                <c:v>0.13203880275870133</c:v>
              </c:pt>
              <c:pt idx="202">
                <c:v>0.13203880275870133</c:v>
              </c:pt>
              <c:pt idx="203">
                <c:v>0.13203880275870133</c:v>
              </c:pt>
              <c:pt idx="204">
                <c:v>0.13203880275870133</c:v>
              </c:pt>
              <c:pt idx="205">
                <c:v>0.13203880275870133</c:v>
              </c:pt>
              <c:pt idx="206">
                <c:v>0.13203880275870133</c:v>
              </c:pt>
              <c:pt idx="207">
                <c:v>0.13203880275870133</c:v>
              </c:pt>
              <c:pt idx="208">
                <c:v>0.13203880275870133</c:v>
              </c:pt>
              <c:pt idx="209">
                <c:v>0.13203880275870133</c:v>
              </c:pt>
              <c:pt idx="210">
                <c:v>0.13203880275870133</c:v>
              </c:pt>
              <c:pt idx="211">
                <c:v>0.13203880275870133</c:v>
              </c:pt>
              <c:pt idx="212">
                <c:v>0.13203880275870133</c:v>
              </c:pt>
              <c:pt idx="213">
                <c:v>0.13203880275870133</c:v>
              </c:pt>
              <c:pt idx="214">
                <c:v>0.13203880275870133</c:v>
              </c:pt>
              <c:pt idx="215">
                <c:v>0.13203880275870133</c:v>
              </c:pt>
              <c:pt idx="216">
                <c:v>0.13203880275870133</c:v>
              </c:pt>
              <c:pt idx="217">
                <c:v>0.13203880275870133</c:v>
              </c:pt>
              <c:pt idx="218">
                <c:v>0.13203880275870133</c:v>
              </c:pt>
              <c:pt idx="219">
                <c:v>0.13203880275870133</c:v>
              </c:pt>
              <c:pt idx="220">
                <c:v>0.13203880275870133</c:v>
              </c:pt>
              <c:pt idx="221">
                <c:v>0.13203880275870133</c:v>
              </c:pt>
              <c:pt idx="222">
                <c:v>0.13203880275870133</c:v>
              </c:pt>
              <c:pt idx="223">
                <c:v>0.13203880275870133</c:v>
              </c:pt>
              <c:pt idx="224">
                <c:v>0.13203880275870133</c:v>
              </c:pt>
              <c:pt idx="225">
                <c:v>0.13203880275870133</c:v>
              </c:pt>
              <c:pt idx="226">
                <c:v>0.13203880275870133</c:v>
              </c:pt>
              <c:pt idx="227">
                <c:v>0.13203880275870133</c:v>
              </c:pt>
              <c:pt idx="228">
                <c:v>0.13203880275870133</c:v>
              </c:pt>
              <c:pt idx="229">
                <c:v>0.13203880275870133</c:v>
              </c:pt>
              <c:pt idx="230">
                <c:v>0.13203880275870133</c:v>
              </c:pt>
              <c:pt idx="231">
                <c:v>0.13203880275870133</c:v>
              </c:pt>
              <c:pt idx="232">
                <c:v>0.13203880275870133</c:v>
              </c:pt>
              <c:pt idx="233">
                <c:v>0.13203880275870133</c:v>
              </c:pt>
              <c:pt idx="234">
                <c:v>0.13203880275870133</c:v>
              </c:pt>
              <c:pt idx="235">
                <c:v>0.13203880275870133</c:v>
              </c:pt>
              <c:pt idx="236">
                <c:v>0.13203880275870133</c:v>
              </c:pt>
              <c:pt idx="237">
                <c:v>0.13203880275870133</c:v>
              </c:pt>
              <c:pt idx="238">
                <c:v>0.13203880275870133</c:v>
              </c:pt>
              <c:pt idx="239">
                <c:v>0.13203880275870133</c:v>
              </c:pt>
              <c:pt idx="240">
                <c:v>0.13203880275870133</c:v>
              </c:pt>
              <c:pt idx="241">
                <c:v>0.13203880275870133</c:v>
              </c:pt>
              <c:pt idx="242">
                <c:v>0.13203880275870133</c:v>
              </c:pt>
              <c:pt idx="243">
                <c:v>0.13203880275870133</c:v>
              </c:pt>
              <c:pt idx="244">
                <c:v>0.13203880275870133</c:v>
              </c:pt>
              <c:pt idx="245">
                <c:v>0.13203880275870133</c:v>
              </c:pt>
              <c:pt idx="246">
                <c:v>0.13203880275870133</c:v>
              </c:pt>
              <c:pt idx="247">
                <c:v>0.13203880275870133</c:v>
              </c:pt>
              <c:pt idx="248">
                <c:v>0.13203880275870133</c:v>
              </c:pt>
              <c:pt idx="249">
                <c:v>0.13203880275870133</c:v>
              </c:pt>
              <c:pt idx="250">
                <c:v>0.13203880275870133</c:v>
              </c:pt>
              <c:pt idx="251">
                <c:v>0.13203880275870133</c:v>
              </c:pt>
              <c:pt idx="252">
                <c:v>0.13203880275870133</c:v>
              </c:pt>
              <c:pt idx="253">
                <c:v>0.13203880275870133</c:v>
              </c:pt>
              <c:pt idx="254">
                <c:v>0.13203880275870133</c:v>
              </c:pt>
              <c:pt idx="255">
                <c:v>0.13203880275870133</c:v>
              </c:pt>
              <c:pt idx="256">
                <c:v>0.13203880275870133</c:v>
              </c:pt>
              <c:pt idx="257">
                <c:v>0.13203880275870133</c:v>
              </c:pt>
              <c:pt idx="258">
                <c:v>0.13203880275870133</c:v>
              </c:pt>
              <c:pt idx="259">
                <c:v>0.13203880275870133</c:v>
              </c:pt>
              <c:pt idx="260">
                <c:v>0.13203880275870133</c:v>
              </c:pt>
              <c:pt idx="261">
                <c:v>0.13203880275870133</c:v>
              </c:pt>
              <c:pt idx="262">
                <c:v>0.13203880275870133</c:v>
              </c:pt>
              <c:pt idx="263">
                <c:v>0.13203880275870133</c:v>
              </c:pt>
              <c:pt idx="264">
                <c:v>0.13203880275870133</c:v>
              </c:pt>
              <c:pt idx="265">
                <c:v>0.13203880275870133</c:v>
              </c:pt>
              <c:pt idx="266">
                <c:v>0.13203880275870133</c:v>
              </c:pt>
              <c:pt idx="267">
                <c:v>0.13203880275870133</c:v>
              </c:pt>
              <c:pt idx="268">
                <c:v>0.13203880275870133</c:v>
              </c:pt>
              <c:pt idx="269">
                <c:v>0.13203880275870133</c:v>
              </c:pt>
              <c:pt idx="270">
                <c:v>0.13203880275870133</c:v>
              </c:pt>
              <c:pt idx="271">
                <c:v>0.13203880275870133</c:v>
              </c:pt>
              <c:pt idx="272">
                <c:v>0.13203880275870133</c:v>
              </c:pt>
              <c:pt idx="273">
                <c:v>0.13203880275870133</c:v>
              </c:pt>
              <c:pt idx="274">
                <c:v>0.13203880275870133</c:v>
              </c:pt>
              <c:pt idx="275">
                <c:v>0.13203880275870133</c:v>
              </c:pt>
              <c:pt idx="276">
                <c:v>0.13203880275870133</c:v>
              </c:pt>
              <c:pt idx="277">
                <c:v>0.13203880275870133</c:v>
              </c:pt>
              <c:pt idx="278">
                <c:v>0.13203880275870133</c:v>
              </c:pt>
              <c:pt idx="279">
                <c:v>0.13203880275870133</c:v>
              </c:pt>
              <c:pt idx="280">
                <c:v>0.13203880275870133</c:v>
              </c:pt>
              <c:pt idx="281">
                <c:v>0.13203880275870133</c:v>
              </c:pt>
              <c:pt idx="282">
                <c:v>0.13203880275870133</c:v>
              </c:pt>
              <c:pt idx="283">
                <c:v>0.13203880275870133</c:v>
              </c:pt>
              <c:pt idx="284">
                <c:v>0.13203880275870133</c:v>
              </c:pt>
              <c:pt idx="285">
                <c:v>0.13203880275870133</c:v>
              </c:pt>
              <c:pt idx="286">
                <c:v>0.13203880275870133</c:v>
              </c:pt>
              <c:pt idx="287">
                <c:v>0.13203880275870133</c:v>
              </c:pt>
              <c:pt idx="288">
                <c:v>0.13203880275870133</c:v>
              </c:pt>
              <c:pt idx="289">
                <c:v>0.13203880275870133</c:v>
              </c:pt>
              <c:pt idx="290">
                <c:v>0.13203880275870133</c:v>
              </c:pt>
              <c:pt idx="291">
                <c:v>0.13203880275870133</c:v>
              </c:pt>
              <c:pt idx="292">
                <c:v>0.13203880275870133</c:v>
              </c:pt>
              <c:pt idx="293">
                <c:v>0.13203880275870133</c:v>
              </c:pt>
              <c:pt idx="294">
                <c:v>0.13203880275870133</c:v>
              </c:pt>
              <c:pt idx="295">
                <c:v>0.13203880275870133</c:v>
              </c:pt>
              <c:pt idx="296">
                <c:v>0.13203880275870133</c:v>
              </c:pt>
              <c:pt idx="297">
                <c:v>0.13203880275870133</c:v>
              </c:pt>
              <c:pt idx="298">
                <c:v>0.13203880275870133</c:v>
              </c:pt>
              <c:pt idx="299">
                <c:v>0.13203880275870133</c:v>
              </c:pt>
              <c:pt idx="300">
                <c:v>0.13203880275870133</c:v>
              </c:pt>
              <c:pt idx="301">
                <c:v>0.13203880275870133</c:v>
              </c:pt>
              <c:pt idx="302">
                <c:v>0.13203880275870133</c:v>
              </c:pt>
              <c:pt idx="303">
                <c:v>0.13203880275870133</c:v>
              </c:pt>
              <c:pt idx="304">
                <c:v>0.13203880275870133</c:v>
              </c:pt>
              <c:pt idx="305">
                <c:v>0.13203880275870133</c:v>
              </c:pt>
              <c:pt idx="306">
                <c:v>0.13203880275870133</c:v>
              </c:pt>
              <c:pt idx="307">
                <c:v>0.13203880275870133</c:v>
              </c:pt>
              <c:pt idx="308">
                <c:v>0.13203880275870133</c:v>
              </c:pt>
              <c:pt idx="309">
                <c:v>0.13203880275870133</c:v>
              </c:pt>
              <c:pt idx="310">
                <c:v>0.13203880275870133</c:v>
              </c:pt>
              <c:pt idx="311">
                <c:v>0.13203880275870133</c:v>
              </c:pt>
              <c:pt idx="312">
                <c:v>0.13203880275870133</c:v>
              </c:pt>
              <c:pt idx="313">
                <c:v>0.13203880275870133</c:v>
              </c:pt>
              <c:pt idx="314">
                <c:v>0.13203880275870133</c:v>
              </c:pt>
              <c:pt idx="315">
                <c:v>0.13203880275870133</c:v>
              </c:pt>
              <c:pt idx="316">
                <c:v>0.13203880275870133</c:v>
              </c:pt>
              <c:pt idx="317">
                <c:v>0.13203880275870133</c:v>
              </c:pt>
              <c:pt idx="318">
                <c:v>0.13203880275870133</c:v>
              </c:pt>
              <c:pt idx="319">
                <c:v>0.13203880275870133</c:v>
              </c:pt>
              <c:pt idx="320">
                <c:v>0.13203880275870133</c:v>
              </c:pt>
              <c:pt idx="321">
                <c:v>0.13203880275870133</c:v>
              </c:pt>
              <c:pt idx="322">
                <c:v>0.13203880275870133</c:v>
              </c:pt>
              <c:pt idx="323">
                <c:v>0.13203880275870133</c:v>
              </c:pt>
              <c:pt idx="324">
                <c:v>0.13203880275870133</c:v>
              </c:pt>
              <c:pt idx="325">
                <c:v>0.13203880275870133</c:v>
              </c:pt>
              <c:pt idx="326">
                <c:v>0.13203880275870133</c:v>
              </c:pt>
              <c:pt idx="327">
                <c:v>0.13203880275870133</c:v>
              </c:pt>
              <c:pt idx="328">
                <c:v>0.13203880275870133</c:v>
              </c:pt>
              <c:pt idx="329">
                <c:v>0.13203880275870133</c:v>
              </c:pt>
              <c:pt idx="330">
                <c:v>0.13203880275870133</c:v>
              </c:pt>
              <c:pt idx="331">
                <c:v>0.13203880275870133</c:v>
              </c:pt>
              <c:pt idx="332">
                <c:v>0.13203880275870133</c:v>
              </c:pt>
              <c:pt idx="333">
                <c:v>0.13203880275870133</c:v>
              </c:pt>
              <c:pt idx="334">
                <c:v>0.13203880275870133</c:v>
              </c:pt>
              <c:pt idx="335">
                <c:v>0.13203880275870133</c:v>
              </c:pt>
              <c:pt idx="336">
                <c:v>0.13203880275870133</c:v>
              </c:pt>
              <c:pt idx="337">
                <c:v>0.13203880275870133</c:v>
              </c:pt>
              <c:pt idx="338">
                <c:v>0.13203880275870133</c:v>
              </c:pt>
              <c:pt idx="339">
                <c:v>0.13203880275870133</c:v>
              </c:pt>
              <c:pt idx="340">
                <c:v>0.13203880275870133</c:v>
              </c:pt>
              <c:pt idx="341">
                <c:v>0.13203880275870133</c:v>
              </c:pt>
              <c:pt idx="342">
                <c:v>0.13203880275870133</c:v>
              </c:pt>
              <c:pt idx="343">
                <c:v>0.13203880275870133</c:v>
              </c:pt>
              <c:pt idx="344">
                <c:v>0.13203880275870133</c:v>
              </c:pt>
              <c:pt idx="345">
                <c:v>0.13203880275870133</c:v>
              </c:pt>
              <c:pt idx="346">
                <c:v>0.13203880275870133</c:v>
              </c:pt>
              <c:pt idx="347">
                <c:v>0.13203880275870133</c:v>
              </c:pt>
              <c:pt idx="348">
                <c:v>0.13203880275870133</c:v>
              </c:pt>
              <c:pt idx="349">
                <c:v>0.13203880275870133</c:v>
              </c:pt>
              <c:pt idx="350">
                <c:v>0.13203880275870133</c:v>
              </c:pt>
              <c:pt idx="351">
                <c:v>0.13203880275870133</c:v>
              </c:pt>
              <c:pt idx="352">
                <c:v>0.13203880275870133</c:v>
              </c:pt>
              <c:pt idx="353">
                <c:v>0.13203880275870133</c:v>
              </c:pt>
              <c:pt idx="354">
                <c:v>0.13203880275870133</c:v>
              </c:pt>
              <c:pt idx="355">
                <c:v>0.13203880275870133</c:v>
              </c:pt>
              <c:pt idx="356">
                <c:v>0.13203880275870133</c:v>
              </c:pt>
              <c:pt idx="357">
                <c:v>0.13203880275870133</c:v>
              </c:pt>
              <c:pt idx="358">
                <c:v>0.13203880275870133</c:v>
              </c:pt>
              <c:pt idx="359">
                <c:v>0.13203880275870133</c:v>
              </c:pt>
              <c:pt idx="360">
                <c:v>0.13203880275870133</c:v>
              </c:pt>
              <c:pt idx="361">
                <c:v>0.13203880275870133</c:v>
              </c:pt>
              <c:pt idx="362">
                <c:v>0.13203880275870133</c:v>
              </c:pt>
              <c:pt idx="363">
                <c:v>0.13203880275870133</c:v>
              </c:pt>
              <c:pt idx="364">
                <c:v>0.13203880275870133</c:v>
              </c:pt>
              <c:pt idx="365">
                <c:v>0.13203880275870133</c:v>
              </c:pt>
              <c:pt idx="366">
                <c:v>0.13203880275870133</c:v>
              </c:pt>
              <c:pt idx="367">
                <c:v>0.13203880275870133</c:v>
              </c:pt>
              <c:pt idx="368">
                <c:v>0.13203880275870133</c:v>
              </c:pt>
              <c:pt idx="369">
                <c:v>0.13203880275870133</c:v>
              </c:pt>
              <c:pt idx="370">
                <c:v>0.13203880275870133</c:v>
              </c:pt>
              <c:pt idx="371">
                <c:v>0.13203880275870133</c:v>
              </c:pt>
              <c:pt idx="372">
                <c:v>0.13203880275870133</c:v>
              </c:pt>
              <c:pt idx="373">
                <c:v>0.13203880275870133</c:v>
              </c:pt>
              <c:pt idx="374">
                <c:v>0.13203880275870133</c:v>
              </c:pt>
              <c:pt idx="375">
                <c:v>0.13203880275870133</c:v>
              </c:pt>
              <c:pt idx="376">
                <c:v>0.13203880275870133</c:v>
              </c:pt>
              <c:pt idx="377">
                <c:v>0.13203880275870133</c:v>
              </c:pt>
              <c:pt idx="378">
                <c:v>0.13203880275870133</c:v>
              </c:pt>
              <c:pt idx="379">
                <c:v>0.13203880275870133</c:v>
              </c:pt>
              <c:pt idx="380">
                <c:v>0.13203880275870133</c:v>
              </c:pt>
              <c:pt idx="381">
                <c:v>0.13203880275870133</c:v>
              </c:pt>
              <c:pt idx="382">
                <c:v>0.13203880275870133</c:v>
              </c:pt>
              <c:pt idx="383">
                <c:v>0.13203880275870133</c:v>
              </c:pt>
              <c:pt idx="384">
                <c:v>0.13203880275870133</c:v>
              </c:pt>
              <c:pt idx="385">
                <c:v>0.13203880275870133</c:v>
              </c:pt>
              <c:pt idx="386">
                <c:v>0.13203880275870133</c:v>
              </c:pt>
              <c:pt idx="387">
                <c:v>0.13203880275870133</c:v>
              </c:pt>
              <c:pt idx="388">
                <c:v>0.13203880275870133</c:v>
              </c:pt>
              <c:pt idx="389">
                <c:v>0.13203880275870133</c:v>
              </c:pt>
              <c:pt idx="390">
                <c:v>0.13203880275870133</c:v>
              </c:pt>
              <c:pt idx="391">
                <c:v>0.13203880275870133</c:v>
              </c:pt>
              <c:pt idx="392">
                <c:v>0.13203880275870133</c:v>
              </c:pt>
              <c:pt idx="393">
                <c:v>0.13203880275870133</c:v>
              </c:pt>
              <c:pt idx="394">
                <c:v>0.13203880275870133</c:v>
              </c:pt>
              <c:pt idx="395">
                <c:v>0.13203880275870133</c:v>
              </c:pt>
              <c:pt idx="396">
                <c:v>0.13203880275870133</c:v>
              </c:pt>
              <c:pt idx="397">
                <c:v>0.13203880275870133</c:v>
              </c:pt>
              <c:pt idx="398">
                <c:v>0.13203880275870133</c:v>
              </c:pt>
              <c:pt idx="399">
                <c:v>0.13203880275870133</c:v>
              </c:pt>
              <c:pt idx="400">
                <c:v>0.13203880275870133</c:v>
              </c:pt>
              <c:pt idx="401">
                <c:v>0.13203880275870133</c:v>
              </c:pt>
              <c:pt idx="402">
                <c:v>0.13203880275870133</c:v>
              </c:pt>
              <c:pt idx="403">
                <c:v>0.13203880275870133</c:v>
              </c:pt>
              <c:pt idx="404">
                <c:v>0.13203880275870133</c:v>
              </c:pt>
              <c:pt idx="405">
                <c:v>0.13203880275870133</c:v>
              </c:pt>
              <c:pt idx="406">
                <c:v>0.13203880275870133</c:v>
              </c:pt>
              <c:pt idx="407">
                <c:v>0.13203880275870133</c:v>
              </c:pt>
              <c:pt idx="408">
                <c:v>0.13203880275870133</c:v>
              </c:pt>
              <c:pt idx="409">
                <c:v>0.13203880275870133</c:v>
              </c:pt>
              <c:pt idx="410">
                <c:v>0.13203880275870133</c:v>
              </c:pt>
              <c:pt idx="411">
                <c:v>0.13203880275870133</c:v>
              </c:pt>
            </c:numLit>
          </c:yVal>
          <c:smooth val="0"/>
        </c:ser>
        <c:ser>
          <c:idx val="6"/>
          <c:order val="6"/>
          <c:tx>
            <c:v>Same order, optimal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009E73"/>
              </a:solidFill>
            </c:spPr>
          </c:marker>
          <c:xVal>
            <c:numLit>
              <c:formatCode>General</c:formatCode>
              <c:ptCount val="4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numLit>
          </c:xVal>
          <c:yVal>
            <c:numLit>
              <c:formatCode>0.0</c:formatCode>
              <c:ptCount val="412"/>
              <c:pt idx="0">
                <c:v>1.283387195849231</c:v>
              </c:pt>
              <c:pt idx="1">
                <c:v>1.283387195849231</c:v>
              </c:pt>
              <c:pt idx="2">
                <c:v>1.283387195849231</c:v>
              </c:pt>
              <c:pt idx="3">
                <c:v>1.283387195849231</c:v>
              </c:pt>
              <c:pt idx="4">
                <c:v>1.283387195849231</c:v>
              </c:pt>
              <c:pt idx="5">
                <c:v>1.283387195849231</c:v>
              </c:pt>
              <c:pt idx="6">
                <c:v>1.283387195849231</c:v>
              </c:pt>
              <c:pt idx="7">
                <c:v>1.283387195849231</c:v>
              </c:pt>
              <c:pt idx="8">
                <c:v>1.283387195849231</c:v>
              </c:pt>
              <c:pt idx="9">
                <c:v>1.283387195849231</c:v>
              </c:pt>
              <c:pt idx="10">
                <c:v>1.283387195849231</c:v>
              </c:pt>
              <c:pt idx="11">
                <c:v>1.283387195849231</c:v>
              </c:pt>
              <c:pt idx="12">
                <c:v>1.283387195849231</c:v>
              </c:pt>
              <c:pt idx="13">
                <c:v>1.283387195849231</c:v>
              </c:pt>
              <c:pt idx="14">
                <c:v>1.283387195849231</c:v>
              </c:pt>
              <c:pt idx="15">
                <c:v>1.283387195849231</c:v>
              </c:pt>
              <c:pt idx="16">
                <c:v>1.283387195849231</c:v>
              </c:pt>
              <c:pt idx="17">
                <c:v>1.283387195849231</c:v>
              </c:pt>
              <c:pt idx="18">
                <c:v>1.283387195849231</c:v>
              </c:pt>
              <c:pt idx="19">
                <c:v>1.283387195849231</c:v>
              </c:pt>
              <c:pt idx="20">
                <c:v>1.283387195849231</c:v>
              </c:pt>
              <c:pt idx="21">
                <c:v>1.283387195849231</c:v>
              </c:pt>
              <c:pt idx="22">
                <c:v>1.283387195849231</c:v>
              </c:pt>
              <c:pt idx="23">
                <c:v>1.283387195849231</c:v>
              </c:pt>
              <c:pt idx="24">
                <c:v>1.283387195849231</c:v>
              </c:pt>
              <c:pt idx="25">
                <c:v>1.283387195849231</c:v>
              </c:pt>
              <c:pt idx="26">
                <c:v>1.283387195849231</c:v>
              </c:pt>
              <c:pt idx="27">
                <c:v>1.283387195849231</c:v>
              </c:pt>
              <c:pt idx="28">
                <c:v>1.283387195849231</c:v>
              </c:pt>
              <c:pt idx="29">
                <c:v>1.283387195849231</c:v>
              </c:pt>
              <c:pt idx="30">
                <c:v>1.283387195849231</c:v>
              </c:pt>
              <c:pt idx="31">
                <c:v>1.283387195849231</c:v>
              </c:pt>
              <c:pt idx="32">
                <c:v>1.283387195849231</c:v>
              </c:pt>
              <c:pt idx="33">
                <c:v>1.283387195849231</c:v>
              </c:pt>
              <c:pt idx="34">
                <c:v>1.283387195849231</c:v>
              </c:pt>
              <c:pt idx="35">
                <c:v>1.283387195849231</c:v>
              </c:pt>
              <c:pt idx="36">
                <c:v>1.283387195849231</c:v>
              </c:pt>
              <c:pt idx="37">
                <c:v>1.283387195849231</c:v>
              </c:pt>
              <c:pt idx="38">
                <c:v>1.283387195849231</c:v>
              </c:pt>
              <c:pt idx="39">
                <c:v>1.283387195849231</c:v>
              </c:pt>
              <c:pt idx="40">
                <c:v>1.283387195849231</c:v>
              </c:pt>
              <c:pt idx="41">
                <c:v>1.283387195849231</c:v>
              </c:pt>
              <c:pt idx="42">
                <c:v>1.283387195849231</c:v>
              </c:pt>
              <c:pt idx="43">
                <c:v>1.283387195849231</c:v>
              </c:pt>
              <c:pt idx="44">
                <c:v>1.283387195849231</c:v>
              </c:pt>
              <c:pt idx="45">
                <c:v>1.283387195849231</c:v>
              </c:pt>
              <c:pt idx="46">
                <c:v>1.283387195849231</c:v>
              </c:pt>
              <c:pt idx="47">
                <c:v>1.283387195849231</c:v>
              </c:pt>
              <c:pt idx="48">
                <c:v>1.283387195849231</c:v>
              </c:pt>
              <c:pt idx="49">
                <c:v>1.283387195849231</c:v>
              </c:pt>
              <c:pt idx="50">
                <c:v>1.283387195849231</c:v>
              </c:pt>
              <c:pt idx="51">
                <c:v>1.283387195849231</c:v>
              </c:pt>
              <c:pt idx="52">
                <c:v>1.283387195849231</c:v>
              </c:pt>
              <c:pt idx="53">
                <c:v>1.283387195849231</c:v>
              </c:pt>
              <c:pt idx="54">
                <c:v>1.283387195849231</c:v>
              </c:pt>
              <c:pt idx="55">
                <c:v>1.283387195849231</c:v>
              </c:pt>
              <c:pt idx="56">
                <c:v>1.283387195849231</c:v>
              </c:pt>
              <c:pt idx="57">
                <c:v>1.283387195849231</c:v>
              </c:pt>
              <c:pt idx="58">
                <c:v>1.283387195849231</c:v>
              </c:pt>
              <c:pt idx="59">
                <c:v>1.283387195849231</c:v>
              </c:pt>
              <c:pt idx="60">
                <c:v>1.283387195849231</c:v>
              </c:pt>
              <c:pt idx="61">
                <c:v>1.283387195849231</c:v>
              </c:pt>
              <c:pt idx="62">
                <c:v>1.283387195849231</c:v>
              </c:pt>
              <c:pt idx="63">
                <c:v>1.283387195849231</c:v>
              </c:pt>
              <c:pt idx="64">
                <c:v>1.283387195849231</c:v>
              </c:pt>
              <c:pt idx="65">
                <c:v>1.283387195849231</c:v>
              </c:pt>
              <c:pt idx="66">
                <c:v>1.283387195849231</c:v>
              </c:pt>
              <c:pt idx="67">
                <c:v>1.283387195849231</c:v>
              </c:pt>
              <c:pt idx="68">
                <c:v>1.283387195849231</c:v>
              </c:pt>
              <c:pt idx="69">
                <c:v>1.283387195849231</c:v>
              </c:pt>
              <c:pt idx="70">
                <c:v>1.283387195849231</c:v>
              </c:pt>
              <c:pt idx="71">
                <c:v>1.283387195849231</c:v>
              </c:pt>
              <c:pt idx="72">
                <c:v>1.283387195849231</c:v>
              </c:pt>
              <c:pt idx="73">
                <c:v>1.283387195849231</c:v>
              </c:pt>
              <c:pt idx="74">
                <c:v>1.283387195849231</c:v>
              </c:pt>
              <c:pt idx="75">
                <c:v>1.283387195849231</c:v>
              </c:pt>
              <c:pt idx="76">
                <c:v>1.283387195849231</c:v>
              </c:pt>
              <c:pt idx="77">
                <c:v>1.283387195849231</c:v>
              </c:pt>
              <c:pt idx="78">
                <c:v>1.283387195849231</c:v>
              </c:pt>
              <c:pt idx="79">
                <c:v>1.283387195849231</c:v>
              </c:pt>
              <c:pt idx="80">
                <c:v>1.283387195849231</c:v>
              </c:pt>
              <c:pt idx="81">
                <c:v>1.283387195849231</c:v>
              </c:pt>
              <c:pt idx="82">
                <c:v>1.283387195849231</c:v>
              </c:pt>
              <c:pt idx="83">
                <c:v>1.283387195849231</c:v>
              </c:pt>
              <c:pt idx="84">
                <c:v>1.283387195849231</c:v>
              </c:pt>
              <c:pt idx="85">
                <c:v>1.283387195849231</c:v>
              </c:pt>
              <c:pt idx="86">
                <c:v>1.283387195849231</c:v>
              </c:pt>
              <c:pt idx="87">
                <c:v>1.283387195849231</c:v>
              </c:pt>
              <c:pt idx="88">
                <c:v>1.283387195849231</c:v>
              </c:pt>
              <c:pt idx="89">
                <c:v>1.283387195849231</c:v>
              </c:pt>
              <c:pt idx="90">
                <c:v>1.283387195849231</c:v>
              </c:pt>
              <c:pt idx="91">
                <c:v>1.283387195849231</c:v>
              </c:pt>
              <c:pt idx="92">
                <c:v>1.283387195849231</c:v>
              </c:pt>
              <c:pt idx="93">
                <c:v>1.283387195849231</c:v>
              </c:pt>
              <c:pt idx="94">
                <c:v>1.283387195849231</c:v>
              </c:pt>
              <c:pt idx="95">
                <c:v>1.283387195849231</c:v>
              </c:pt>
              <c:pt idx="96">
                <c:v>1.283387195849231</c:v>
              </c:pt>
              <c:pt idx="97">
                <c:v>1.283387195849231</c:v>
              </c:pt>
              <c:pt idx="98">
                <c:v>1.283387195849231</c:v>
              </c:pt>
              <c:pt idx="99">
                <c:v>1.283387195849231</c:v>
              </c:pt>
              <c:pt idx="100">
                <c:v>1.283387195849231</c:v>
              </c:pt>
              <c:pt idx="101">
                <c:v>1.283387195849231</c:v>
              </c:pt>
              <c:pt idx="102">
                <c:v>1.283387195849231</c:v>
              </c:pt>
              <c:pt idx="103">
                <c:v>1.283387195849231</c:v>
              </c:pt>
              <c:pt idx="104">
                <c:v>1.283387195849231</c:v>
              </c:pt>
              <c:pt idx="105">
                <c:v>1.283387195849231</c:v>
              </c:pt>
              <c:pt idx="106">
                <c:v>1.283387195849231</c:v>
              </c:pt>
              <c:pt idx="107">
                <c:v>1.283387195849231</c:v>
              </c:pt>
              <c:pt idx="108">
                <c:v>1.283387195849231</c:v>
              </c:pt>
              <c:pt idx="109">
                <c:v>1.283387195849231</c:v>
              </c:pt>
              <c:pt idx="110">
                <c:v>1.283387195849231</c:v>
              </c:pt>
              <c:pt idx="111">
                <c:v>1.283387195849231</c:v>
              </c:pt>
              <c:pt idx="112">
                <c:v>1.283387195849231</c:v>
              </c:pt>
              <c:pt idx="113">
                <c:v>1.283387195849231</c:v>
              </c:pt>
              <c:pt idx="114">
                <c:v>1.283387195849231</c:v>
              </c:pt>
              <c:pt idx="115">
                <c:v>1.283387195849231</c:v>
              </c:pt>
              <c:pt idx="116">
                <c:v>1.283387195849231</c:v>
              </c:pt>
              <c:pt idx="117">
                <c:v>1.283387195849231</c:v>
              </c:pt>
              <c:pt idx="118">
                <c:v>1.283387195849231</c:v>
              </c:pt>
              <c:pt idx="119">
                <c:v>1.283387195849231</c:v>
              </c:pt>
              <c:pt idx="120">
                <c:v>1.283387195849231</c:v>
              </c:pt>
              <c:pt idx="121">
                <c:v>1.283387195849231</c:v>
              </c:pt>
              <c:pt idx="122">
                <c:v>1.283387195849231</c:v>
              </c:pt>
              <c:pt idx="123">
                <c:v>1.283387195849231</c:v>
              </c:pt>
              <c:pt idx="124">
                <c:v>1.283387195849231</c:v>
              </c:pt>
              <c:pt idx="125">
                <c:v>1.283387195849231</c:v>
              </c:pt>
              <c:pt idx="126">
                <c:v>1.283387195849231</c:v>
              </c:pt>
              <c:pt idx="127">
                <c:v>1.283387195849231</c:v>
              </c:pt>
              <c:pt idx="128">
                <c:v>1.283387195849231</c:v>
              </c:pt>
              <c:pt idx="129">
                <c:v>1.283387195849231</c:v>
              </c:pt>
              <c:pt idx="130">
                <c:v>1.283387195849231</c:v>
              </c:pt>
              <c:pt idx="131">
                <c:v>1.283387195849231</c:v>
              </c:pt>
              <c:pt idx="132">
                <c:v>1.283387195849231</c:v>
              </c:pt>
              <c:pt idx="133">
                <c:v>1.283387195849231</c:v>
              </c:pt>
              <c:pt idx="134">
                <c:v>1.283387195849231</c:v>
              </c:pt>
              <c:pt idx="135">
                <c:v>1.283387195849231</c:v>
              </c:pt>
              <c:pt idx="136">
                <c:v>1.283387195849231</c:v>
              </c:pt>
              <c:pt idx="137">
                <c:v>1.283387195849231</c:v>
              </c:pt>
              <c:pt idx="138">
                <c:v>1.283387195849231</c:v>
              </c:pt>
              <c:pt idx="139">
                <c:v>1.283387195849231</c:v>
              </c:pt>
              <c:pt idx="140">
                <c:v>1.283387195849231</c:v>
              </c:pt>
              <c:pt idx="141">
                <c:v>1.283387195849231</c:v>
              </c:pt>
              <c:pt idx="142">
                <c:v>1.283387195849231</c:v>
              </c:pt>
              <c:pt idx="143">
                <c:v>1.283387195849231</c:v>
              </c:pt>
              <c:pt idx="144">
                <c:v>1.283387195849231</c:v>
              </c:pt>
              <c:pt idx="145">
                <c:v>1.283387195849231</c:v>
              </c:pt>
              <c:pt idx="146">
                <c:v>1.283387195849231</c:v>
              </c:pt>
              <c:pt idx="147">
                <c:v>1.283387195849231</c:v>
              </c:pt>
              <c:pt idx="148">
                <c:v>1.283387195849231</c:v>
              </c:pt>
              <c:pt idx="149">
                <c:v>1.283387195849231</c:v>
              </c:pt>
              <c:pt idx="150">
                <c:v>1.283387195849231</c:v>
              </c:pt>
              <c:pt idx="151">
                <c:v>1.283387195849231</c:v>
              </c:pt>
              <c:pt idx="152">
                <c:v>1.283387195849231</c:v>
              </c:pt>
              <c:pt idx="153">
                <c:v>1.283387195849231</c:v>
              </c:pt>
              <c:pt idx="154">
                <c:v>1.283387195849231</c:v>
              </c:pt>
              <c:pt idx="155">
                <c:v>1.283387195849231</c:v>
              </c:pt>
              <c:pt idx="156">
                <c:v>1.283387195849231</c:v>
              </c:pt>
              <c:pt idx="157">
                <c:v>1.283387195849231</c:v>
              </c:pt>
              <c:pt idx="158">
                <c:v>1.283387195849231</c:v>
              </c:pt>
              <c:pt idx="159">
                <c:v>1.283387195849231</c:v>
              </c:pt>
              <c:pt idx="160">
                <c:v>1.283387195849231</c:v>
              </c:pt>
              <c:pt idx="161">
                <c:v>1.283387195849231</c:v>
              </c:pt>
              <c:pt idx="162">
                <c:v>1.283387195849231</c:v>
              </c:pt>
              <c:pt idx="163">
                <c:v>1.283387195849231</c:v>
              </c:pt>
              <c:pt idx="164">
                <c:v>1.283387195849231</c:v>
              </c:pt>
              <c:pt idx="165">
                <c:v>1.283387195849231</c:v>
              </c:pt>
              <c:pt idx="166">
                <c:v>1.283387195849231</c:v>
              </c:pt>
              <c:pt idx="167">
                <c:v>1.283387195849231</c:v>
              </c:pt>
              <c:pt idx="168">
                <c:v>1.283387195849231</c:v>
              </c:pt>
              <c:pt idx="169">
                <c:v>1.283387195849231</c:v>
              </c:pt>
              <c:pt idx="170">
                <c:v>1.283387195849231</c:v>
              </c:pt>
              <c:pt idx="171">
                <c:v>1.283387195849231</c:v>
              </c:pt>
              <c:pt idx="172">
                <c:v>1.283387195849231</c:v>
              </c:pt>
              <c:pt idx="173">
                <c:v>1.283387195849231</c:v>
              </c:pt>
              <c:pt idx="174">
                <c:v>1.283387195849231</c:v>
              </c:pt>
              <c:pt idx="175">
                <c:v>1.283387195849231</c:v>
              </c:pt>
              <c:pt idx="176">
                <c:v>1.283387195849231</c:v>
              </c:pt>
              <c:pt idx="177">
                <c:v>1.283387195849231</c:v>
              </c:pt>
              <c:pt idx="178">
                <c:v>1.283387195849231</c:v>
              </c:pt>
              <c:pt idx="179">
                <c:v>1.283387195849231</c:v>
              </c:pt>
              <c:pt idx="180">
                <c:v>1.283387195849231</c:v>
              </c:pt>
              <c:pt idx="181">
                <c:v>1.283387195849231</c:v>
              </c:pt>
              <c:pt idx="182">
                <c:v>1.283387195849231</c:v>
              </c:pt>
              <c:pt idx="183">
                <c:v>1.283387195849231</c:v>
              </c:pt>
              <c:pt idx="184">
                <c:v>1.283387195849231</c:v>
              </c:pt>
              <c:pt idx="185">
                <c:v>1.283387195849231</c:v>
              </c:pt>
              <c:pt idx="186">
                <c:v>1.283387195849231</c:v>
              </c:pt>
              <c:pt idx="187">
                <c:v>1.283387195849231</c:v>
              </c:pt>
              <c:pt idx="188">
                <c:v>1.283387195849231</c:v>
              </c:pt>
              <c:pt idx="189">
                <c:v>1.283387195849231</c:v>
              </c:pt>
              <c:pt idx="190">
                <c:v>1.283387195849231</c:v>
              </c:pt>
              <c:pt idx="191">
                <c:v>1.283387195849231</c:v>
              </c:pt>
              <c:pt idx="192">
                <c:v>1.283387195849231</c:v>
              </c:pt>
              <c:pt idx="193">
                <c:v>1.283387195849231</c:v>
              </c:pt>
              <c:pt idx="194">
                <c:v>1.283387195849231</c:v>
              </c:pt>
              <c:pt idx="195">
                <c:v>1.283387195849231</c:v>
              </c:pt>
              <c:pt idx="196">
                <c:v>1.283387195849231</c:v>
              </c:pt>
              <c:pt idx="197">
                <c:v>1.283387195849231</c:v>
              </c:pt>
              <c:pt idx="198">
                <c:v>1.283387195849231</c:v>
              </c:pt>
              <c:pt idx="199">
                <c:v>1.283387195849231</c:v>
              </c:pt>
              <c:pt idx="200">
                <c:v>1.283387195849231</c:v>
              </c:pt>
              <c:pt idx="201">
                <c:v>1.283387195849231</c:v>
              </c:pt>
              <c:pt idx="202">
                <c:v>1.283387195849231</c:v>
              </c:pt>
              <c:pt idx="203">
                <c:v>1.283387195849231</c:v>
              </c:pt>
              <c:pt idx="204">
                <c:v>1.283387195849231</c:v>
              </c:pt>
              <c:pt idx="205">
                <c:v>1.283387195849231</c:v>
              </c:pt>
              <c:pt idx="206">
                <c:v>1.283387195849231</c:v>
              </c:pt>
              <c:pt idx="207">
                <c:v>1.283387195849231</c:v>
              </c:pt>
              <c:pt idx="208">
                <c:v>1.283387195849231</c:v>
              </c:pt>
              <c:pt idx="209">
                <c:v>1.283387195849231</c:v>
              </c:pt>
              <c:pt idx="210">
                <c:v>1.283387195849231</c:v>
              </c:pt>
              <c:pt idx="211">
                <c:v>1.283387195849231</c:v>
              </c:pt>
              <c:pt idx="212">
                <c:v>1.283387195849231</c:v>
              </c:pt>
              <c:pt idx="213">
                <c:v>1.283387195849231</c:v>
              </c:pt>
              <c:pt idx="214">
                <c:v>1.283387195849231</c:v>
              </c:pt>
              <c:pt idx="215">
                <c:v>1.283387195849231</c:v>
              </c:pt>
              <c:pt idx="216">
                <c:v>1.283387195849231</c:v>
              </c:pt>
              <c:pt idx="217">
                <c:v>1.283387195849231</c:v>
              </c:pt>
              <c:pt idx="218">
                <c:v>1.283387195849231</c:v>
              </c:pt>
              <c:pt idx="219">
                <c:v>1.283387195849231</c:v>
              </c:pt>
              <c:pt idx="220">
                <c:v>1.283387195849231</c:v>
              </c:pt>
              <c:pt idx="221">
                <c:v>1.283387195849231</c:v>
              </c:pt>
              <c:pt idx="222">
                <c:v>1.283387195849231</c:v>
              </c:pt>
              <c:pt idx="223">
                <c:v>1.283387195849231</c:v>
              </c:pt>
              <c:pt idx="224">
                <c:v>1.283387195849231</c:v>
              </c:pt>
              <c:pt idx="225">
                <c:v>1.283387195849231</c:v>
              </c:pt>
              <c:pt idx="226">
                <c:v>1.283387195849231</c:v>
              </c:pt>
              <c:pt idx="227">
                <c:v>1.283387195849231</c:v>
              </c:pt>
              <c:pt idx="228">
                <c:v>1.283387195849231</c:v>
              </c:pt>
              <c:pt idx="229">
                <c:v>1.283387195849231</c:v>
              </c:pt>
              <c:pt idx="230">
                <c:v>1.283387195849231</c:v>
              </c:pt>
              <c:pt idx="231">
                <c:v>1.283387195849231</c:v>
              </c:pt>
              <c:pt idx="232">
                <c:v>1.283387195849231</c:v>
              </c:pt>
              <c:pt idx="233">
                <c:v>1.283387195849231</c:v>
              </c:pt>
              <c:pt idx="234">
                <c:v>1.283387195849231</c:v>
              </c:pt>
              <c:pt idx="235">
                <c:v>1.283387195849231</c:v>
              </c:pt>
              <c:pt idx="236">
                <c:v>1.283387195849231</c:v>
              </c:pt>
              <c:pt idx="237">
                <c:v>1.283387195849231</c:v>
              </c:pt>
              <c:pt idx="238">
                <c:v>1.283387195849231</c:v>
              </c:pt>
              <c:pt idx="239">
                <c:v>1.283387195849231</c:v>
              </c:pt>
              <c:pt idx="240">
                <c:v>1.283387195849231</c:v>
              </c:pt>
              <c:pt idx="241">
                <c:v>1.283387195849231</c:v>
              </c:pt>
              <c:pt idx="242">
                <c:v>1.283387195849231</c:v>
              </c:pt>
              <c:pt idx="243">
                <c:v>1.283387195849231</c:v>
              </c:pt>
              <c:pt idx="244">
                <c:v>1.283387195849231</c:v>
              </c:pt>
              <c:pt idx="245">
                <c:v>1.283387195849231</c:v>
              </c:pt>
              <c:pt idx="246">
                <c:v>1.283387195849231</c:v>
              </c:pt>
              <c:pt idx="247">
                <c:v>1.283387195849231</c:v>
              </c:pt>
              <c:pt idx="248">
                <c:v>1.283387195849231</c:v>
              </c:pt>
              <c:pt idx="249">
                <c:v>1.283387195849231</c:v>
              </c:pt>
              <c:pt idx="250">
                <c:v>1.283387195849231</c:v>
              </c:pt>
              <c:pt idx="251">
                <c:v>1.283387195849231</c:v>
              </c:pt>
              <c:pt idx="252">
                <c:v>1.283387195849231</c:v>
              </c:pt>
              <c:pt idx="253">
                <c:v>1.283387195849231</c:v>
              </c:pt>
              <c:pt idx="254">
                <c:v>1.283387195849231</c:v>
              </c:pt>
              <c:pt idx="255">
                <c:v>1.283387195849231</c:v>
              </c:pt>
              <c:pt idx="256">
                <c:v>1.283387195849231</c:v>
              </c:pt>
              <c:pt idx="257">
                <c:v>1.283387195849231</c:v>
              </c:pt>
              <c:pt idx="258">
                <c:v>1.283387195849231</c:v>
              </c:pt>
              <c:pt idx="259">
                <c:v>1.283387195849231</c:v>
              </c:pt>
              <c:pt idx="260">
                <c:v>1.283387195849231</c:v>
              </c:pt>
              <c:pt idx="261">
                <c:v>1.283387195849231</c:v>
              </c:pt>
              <c:pt idx="262">
                <c:v>1.283387195849231</c:v>
              </c:pt>
              <c:pt idx="263">
                <c:v>1.283387195849231</c:v>
              </c:pt>
              <c:pt idx="264">
                <c:v>1.283387195849231</c:v>
              </c:pt>
              <c:pt idx="265">
                <c:v>1.283387195849231</c:v>
              </c:pt>
              <c:pt idx="266">
                <c:v>1.283387195849231</c:v>
              </c:pt>
              <c:pt idx="267">
                <c:v>1.283387195849231</c:v>
              </c:pt>
              <c:pt idx="268">
                <c:v>1.283387195849231</c:v>
              </c:pt>
              <c:pt idx="269">
                <c:v>1.283387195849231</c:v>
              </c:pt>
              <c:pt idx="270">
                <c:v>1.283387195849231</c:v>
              </c:pt>
              <c:pt idx="271">
                <c:v>1.283387195849231</c:v>
              </c:pt>
              <c:pt idx="272">
                <c:v>1.283387195849231</c:v>
              </c:pt>
              <c:pt idx="273">
                <c:v>1.283387195849231</c:v>
              </c:pt>
              <c:pt idx="274">
                <c:v>1.283387195849231</c:v>
              </c:pt>
              <c:pt idx="275">
                <c:v>1.283387195849231</c:v>
              </c:pt>
              <c:pt idx="276">
                <c:v>1.283387195849231</c:v>
              </c:pt>
              <c:pt idx="277">
                <c:v>1.283387195849231</c:v>
              </c:pt>
              <c:pt idx="278">
                <c:v>1.283387195849231</c:v>
              </c:pt>
              <c:pt idx="279">
                <c:v>1.283387195849231</c:v>
              </c:pt>
              <c:pt idx="280">
                <c:v>1.283387195849231</c:v>
              </c:pt>
              <c:pt idx="281">
                <c:v>1.283387195849231</c:v>
              </c:pt>
              <c:pt idx="282">
                <c:v>1.283387195849231</c:v>
              </c:pt>
              <c:pt idx="283">
                <c:v>1.283387195849231</c:v>
              </c:pt>
              <c:pt idx="284">
                <c:v>1.283387195849231</c:v>
              </c:pt>
              <c:pt idx="285">
                <c:v>1.283387195849231</c:v>
              </c:pt>
              <c:pt idx="286">
                <c:v>1.283387195849231</c:v>
              </c:pt>
              <c:pt idx="287">
                <c:v>1.283387195849231</c:v>
              </c:pt>
              <c:pt idx="288">
                <c:v>1.283387195849231</c:v>
              </c:pt>
              <c:pt idx="289">
                <c:v>1.283387195849231</c:v>
              </c:pt>
              <c:pt idx="290">
                <c:v>1.283387195849231</c:v>
              </c:pt>
              <c:pt idx="291">
                <c:v>1.283387195849231</c:v>
              </c:pt>
              <c:pt idx="292">
                <c:v>1.283387195849231</c:v>
              </c:pt>
              <c:pt idx="293">
                <c:v>1.283387195849231</c:v>
              </c:pt>
              <c:pt idx="294">
                <c:v>1.283387195849231</c:v>
              </c:pt>
              <c:pt idx="295">
                <c:v>1.283387195849231</c:v>
              </c:pt>
              <c:pt idx="296">
                <c:v>1.283387195849231</c:v>
              </c:pt>
              <c:pt idx="297">
                <c:v>1.283387195849231</c:v>
              </c:pt>
              <c:pt idx="298">
                <c:v>1.283387195849231</c:v>
              </c:pt>
              <c:pt idx="299">
                <c:v>1.283387195849231</c:v>
              </c:pt>
              <c:pt idx="300">
                <c:v>1.283387195849231</c:v>
              </c:pt>
              <c:pt idx="301">
                <c:v>1.283387195849231</c:v>
              </c:pt>
              <c:pt idx="302">
                <c:v>1.283387195849231</c:v>
              </c:pt>
              <c:pt idx="303">
                <c:v>1.283387195849231</c:v>
              </c:pt>
              <c:pt idx="304">
                <c:v>1.283387195849231</c:v>
              </c:pt>
              <c:pt idx="305">
                <c:v>1.283387195849231</c:v>
              </c:pt>
              <c:pt idx="306">
                <c:v>1.283387195849231</c:v>
              </c:pt>
              <c:pt idx="307">
                <c:v>1.283387195849231</c:v>
              </c:pt>
              <c:pt idx="308">
                <c:v>1.283387195849231</c:v>
              </c:pt>
              <c:pt idx="309">
                <c:v>1.283387195849231</c:v>
              </c:pt>
              <c:pt idx="310">
                <c:v>1.283387195849231</c:v>
              </c:pt>
              <c:pt idx="311">
                <c:v>1.283387195849231</c:v>
              </c:pt>
              <c:pt idx="312">
                <c:v>1.283387195849231</c:v>
              </c:pt>
              <c:pt idx="313">
                <c:v>1.283387195849231</c:v>
              </c:pt>
              <c:pt idx="314">
                <c:v>1.283387195849231</c:v>
              </c:pt>
              <c:pt idx="315">
                <c:v>1.283387195849231</c:v>
              </c:pt>
              <c:pt idx="316">
                <c:v>1.283387195849231</c:v>
              </c:pt>
              <c:pt idx="317">
                <c:v>1.283387195849231</c:v>
              </c:pt>
              <c:pt idx="318">
                <c:v>1.283387195849231</c:v>
              </c:pt>
              <c:pt idx="319">
                <c:v>1.283387195849231</c:v>
              </c:pt>
              <c:pt idx="320">
                <c:v>1.283387195849231</c:v>
              </c:pt>
              <c:pt idx="321">
                <c:v>1.283387195849231</c:v>
              </c:pt>
              <c:pt idx="322">
                <c:v>1.283387195849231</c:v>
              </c:pt>
              <c:pt idx="323">
                <c:v>1.283387195849231</c:v>
              </c:pt>
              <c:pt idx="324">
                <c:v>1.283387195849231</c:v>
              </c:pt>
              <c:pt idx="325">
                <c:v>1.283387195849231</c:v>
              </c:pt>
              <c:pt idx="326">
                <c:v>1.283387195849231</c:v>
              </c:pt>
              <c:pt idx="327">
                <c:v>1.283387195849231</c:v>
              </c:pt>
              <c:pt idx="328">
                <c:v>1.283387195849231</c:v>
              </c:pt>
              <c:pt idx="329">
                <c:v>1.283387195849231</c:v>
              </c:pt>
              <c:pt idx="330">
                <c:v>1.283387195849231</c:v>
              </c:pt>
              <c:pt idx="331">
                <c:v>1.283387195849231</c:v>
              </c:pt>
              <c:pt idx="332">
                <c:v>1.283387195849231</c:v>
              </c:pt>
              <c:pt idx="333">
                <c:v>1.283387195849231</c:v>
              </c:pt>
              <c:pt idx="334">
                <c:v>1.283387195849231</c:v>
              </c:pt>
              <c:pt idx="335">
                <c:v>1.283387195849231</c:v>
              </c:pt>
              <c:pt idx="336">
                <c:v>1.283387195849231</c:v>
              </c:pt>
              <c:pt idx="337">
                <c:v>1.283387195849231</c:v>
              </c:pt>
              <c:pt idx="338">
                <c:v>1.283387195849231</c:v>
              </c:pt>
              <c:pt idx="339">
                <c:v>1.283387195849231</c:v>
              </c:pt>
              <c:pt idx="340">
                <c:v>1.283387195849231</c:v>
              </c:pt>
              <c:pt idx="341">
                <c:v>1.283387195849231</c:v>
              </c:pt>
              <c:pt idx="342">
                <c:v>1.283387195849231</c:v>
              </c:pt>
              <c:pt idx="343">
                <c:v>1.283387195849231</c:v>
              </c:pt>
              <c:pt idx="344">
                <c:v>1.283387195849231</c:v>
              </c:pt>
              <c:pt idx="345">
                <c:v>1.283387195849231</c:v>
              </c:pt>
              <c:pt idx="346">
                <c:v>1.283387195849231</c:v>
              </c:pt>
              <c:pt idx="347">
                <c:v>1.283387195849231</c:v>
              </c:pt>
              <c:pt idx="348">
                <c:v>1.283387195849231</c:v>
              </c:pt>
              <c:pt idx="349">
                <c:v>1.283387195849231</c:v>
              </c:pt>
              <c:pt idx="350">
                <c:v>1.283387195849231</c:v>
              </c:pt>
              <c:pt idx="351">
                <c:v>1.283387195849231</c:v>
              </c:pt>
              <c:pt idx="352">
                <c:v>1.283387195849231</c:v>
              </c:pt>
              <c:pt idx="353">
                <c:v>1.283387195849231</c:v>
              </c:pt>
              <c:pt idx="354">
                <c:v>1.283387195849231</c:v>
              </c:pt>
              <c:pt idx="355">
                <c:v>1.283387195849231</c:v>
              </c:pt>
              <c:pt idx="356">
                <c:v>1.283387195849231</c:v>
              </c:pt>
              <c:pt idx="357">
                <c:v>1.283387195849231</c:v>
              </c:pt>
              <c:pt idx="358">
                <c:v>1.283387195849231</c:v>
              </c:pt>
              <c:pt idx="359">
                <c:v>1.283387195849231</c:v>
              </c:pt>
              <c:pt idx="360">
                <c:v>1.283387195849231</c:v>
              </c:pt>
              <c:pt idx="361">
                <c:v>1.283387195849231</c:v>
              </c:pt>
              <c:pt idx="362">
                <c:v>1.283387195849231</c:v>
              </c:pt>
              <c:pt idx="363">
                <c:v>1.283387195849231</c:v>
              </c:pt>
              <c:pt idx="364">
                <c:v>1.283387195849231</c:v>
              </c:pt>
              <c:pt idx="365">
                <c:v>1.283387195849231</c:v>
              </c:pt>
              <c:pt idx="366">
                <c:v>1.283387195849231</c:v>
              </c:pt>
              <c:pt idx="367">
                <c:v>1.283387195849231</c:v>
              </c:pt>
              <c:pt idx="368">
                <c:v>1.283387195849231</c:v>
              </c:pt>
              <c:pt idx="369">
                <c:v>1.283387195849231</c:v>
              </c:pt>
              <c:pt idx="370">
                <c:v>1.283387195849231</c:v>
              </c:pt>
              <c:pt idx="371">
                <c:v>1.283387195849231</c:v>
              </c:pt>
              <c:pt idx="372">
                <c:v>1.283387195849231</c:v>
              </c:pt>
              <c:pt idx="373">
                <c:v>1.283387195849231</c:v>
              </c:pt>
              <c:pt idx="374">
                <c:v>1.283387195849231</c:v>
              </c:pt>
              <c:pt idx="375">
                <c:v>1.283387195849231</c:v>
              </c:pt>
              <c:pt idx="376">
                <c:v>1.283387195849231</c:v>
              </c:pt>
              <c:pt idx="377">
                <c:v>1.283387195849231</c:v>
              </c:pt>
              <c:pt idx="378">
                <c:v>1.283387195849231</c:v>
              </c:pt>
              <c:pt idx="379">
                <c:v>1.283387195849231</c:v>
              </c:pt>
              <c:pt idx="380">
                <c:v>1.283387195849231</c:v>
              </c:pt>
              <c:pt idx="381">
                <c:v>1.283387195849231</c:v>
              </c:pt>
              <c:pt idx="382">
                <c:v>1.283387195849231</c:v>
              </c:pt>
              <c:pt idx="383">
                <c:v>1.283387195849231</c:v>
              </c:pt>
              <c:pt idx="384">
                <c:v>1.283387195849231</c:v>
              </c:pt>
              <c:pt idx="385">
                <c:v>1.283387195849231</c:v>
              </c:pt>
              <c:pt idx="386">
                <c:v>1.283387195849231</c:v>
              </c:pt>
              <c:pt idx="387">
                <c:v>1.283387195849231</c:v>
              </c:pt>
              <c:pt idx="388">
                <c:v>1.283387195849231</c:v>
              </c:pt>
              <c:pt idx="389">
                <c:v>1.283387195849231</c:v>
              </c:pt>
              <c:pt idx="390">
                <c:v>1.283387195849231</c:v>
              </c:pt>
              <c:pt idx="391">
                <c:v>1.283387195849231</c:v>
              </c:pt>
              <c:pt idx="392">
                <c:v>1.283387195849231</c:v>
              </c:pt>
              <c:pt idx="393">
                <c:v>1.283387195849231</c:v>
              </c:pt>
              <c:pt idx="394">
                <c:v>1.283387195849231</c:v>
              </c:pt>
              <c:pt idx="395">
                <c:v>1.283387195849231</c:v>
              </c:pt>
              <c:pt idx="396">
                <c:v>1.283387195849231</c:v>
              </c:pt>
              <c:pt idx="397">
                <c:v>1.283387195849231</c:v>
              </c:pt>
              <c:pt idx="398">
                <c:v>1.283387195849231</c:v>
              </c:pt>
              <c:pt idx="399">
                <c:v>1.283387195849231</c:v>
              </c:pt>
              <c:pt idx="400">
                <c:v>1.283387195849231</c:v>
              </c:pt>
              <c:pt idx="401">
                <c:v>1.283387195849231</c:v>
              </c:pt>
              <c:pt idx="402">
                <c:v>1.283387195849231</c:v>
              </c:pt>
              <c:pt idx="403">
                <c:v>1.283387195849231</c:v>
              </c:pt>
              <c:pt idx="404">
                <c:v>1.283387195849231</c:v>
              </c:pt>
              <c:pt idx="405">
                <c:v>1.283387195849231</c:v>
              </c:pt>
              <c:pt idx="406">
                <c:v>1.283387195849231</c:v>
              </c:pt>
              <c:pt idx="407">
                <c:v>1.283387195849231</c:v>
              </c:pt>
              <c:pt idx="408">
                <c:v>1.283387195849231</c:v>
              </c:pt>
              <c:pt idx="409">
                <c:v>1.283387195849231</c:v>
              </c:pt>
              <c:pt idx="410">
                <c:v>1.283387195849231</c:v>
              </c:pt>
              <c:pt idx="411">
                <c:v>1.283387195849231</c:v>
              </c:pt>
            </c:numLit>
          </c:yVal>
          <c:smooth val="0"/>
        </c:ser>
        <c:ser>
          <c:idx val="7"/>
          <c:order val="7"/>
          <c:tx>
            <c:v>Same order, optimal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009E73"/>
              </a:solidFill>
            </c:spPr>
          </c:marker>
          <c:xVal>
            <c:numLit>
              <c:formatCode>General</c:formatCode>
              <c:ptCount val="412"/>
              <c:pt idx="0">
                <c:v>1.051613481748875</c:v>
              </c:pt>
              <c:pt idx="1">
                <c:v>1.051613481748875</c:v>
              </c:pt>
              <c:pt idx="2">
                <c:v>1.051613481748875</c:v>
              </c:pt>
              <c:pt idx="3">
                <c:v>1.051613481748875</c:v>
              </c:pt>
              <c:pt idx="4">
                <c:v>1.051613481748875</c:v>
              </c:pt>
              <c:pt idx="5">
                <c:v>1.051613481748875</c:v>
              </c:pt>
              <c:pt idx="6">
                <c:v>1.051613481748875</c:v>
              </c:pt>
              <c:pt idx="7">
                <c:v>1.051613481748875</c:v>
              </c:pt>
              <c:pt idx="8">
                <c:v>1.051613481748875</c:v>
              </c:pt>
              <c:pt idx="9">
                <c:v>1.051613481748875</c:v>
              </c:pt>
              <c:pt idx="10">
                <c:v>1.051613481748875</c:v>
              </c:pt>
              <c:pt idx="11">
                <c:v>1.051613481748875</c:v>
              </c:pt>
              <c:pt idx="12">
                <c:v>1.051613481748875</c:v>
              </c:pt>
              <c:pt idx="13">
                <c:v>1.051613481748875</c:v>
              </c:pt>
              <c:pt idx="14">
                <c:v>1.051613481748875</c:v>
              </c:pt>
              <c:pt idx="15">
                <c:v>1.051613481748875</c:v>
              </c:pt>
              <c:pt idx="16">
                <c:v>1.051613481748875</c:v>
              </c:pt>
              <c:pt idx="17">
                <c:v>1.051613481748875</c:v>
              </c:pt>
              <c:pt idx="18">
                <c:v>1.051613481748875</c:v>
              </c:pt>
              <c:pt idx="19">
                <c:v>1.051613481748875</c:v>
              </c:pt>
              <c:pt idx="20">
                <c:v>1.051613481748875</c:v>
              </c:pt>
              <c:pt idx="21">
                <c:v>1.051613481748875</c:v>
              </c:pt>
              <c:pt idx="22">
                <c:v>1.051613481748875</c:v>
              </c:pt>
              <c:pt idx="23">
                <c:v>1.051613481748875</c:v>
              </c:pt>
              <c:pt idx="24">
                <c:v>1.051613481748875</c:v>
              </c:pt>
              <c:pt idx="25">
                <c:v>1.051613481748875</c:v>
              </c:pt>
              <c:pt idx="26">
                <c:v>1.051613481748875</c:v>
              </c:pt>
              <c:pt idx="27">
                <c:v>1.051613481748875</c:v>
              </c:pt>
              <c:pt idx="28">
                <c:v>1.051613481748875</c:v>
              </c:pt>
              <c:pt idx="29">
                <c:v>1.051613481748875</c:v>
              </c:pt>
              <c:pt idx="30">
                <c:v>1.051613481748875</c:v>
              </c:pt>
              <c:pt idx="31">
                <c:v>1.051613481748875</c:v>
              </c:pt>
              <c:pt idx="32">
                <c:v>1.051613481748875</c:v>
              </c:pt>
              <c:pt idx="33">
                <c:v>1.051613481748875</c:v>
              </c:pt>
              <c:pt idx="34">
                <c:v>1.051613481748875</c:v>
              </c:pt>
              <c:pt idx="35">
                <c:v>1.051613481748875</c:v>
              </c:pt>
              <c:pt idx="36">
                <c:v>1.051613481748875</c:v>
              </c:pt>
              <c:pt idx="37">
                <c:v>1.051613481748875</c:v>
              </c:pt>
              <c:pt idx="38">
                <c:v>1.051613481748875</c:v>
              </c:pt>
              <c:pt idx="39">
                <c:v>1.051613481748875</c:v>
              </c:pt>
              <c:pt idx="40">
                <c:v>1.051613481748875</c:v>
              </c:pt>
              <c:pt idx="41">
                <c:v>1.051613481748875</c:v>
              </c:pt>
              <c:pt idx="42">
                <c:v>1.051613481748875</c:v>
              </c:pt>
              <c:pt idx="43">
                <c:v>1.051613481748875</c:v>
              </c:pt>
              <c:pt idx="44">
                <c:v>1.051613481748875</c:v>
              </c:pt>
              <c:pt idx="45">
                <c:v>1.051613481748875</c:v>
              </c:pt>
              <c:pt idx="46">
                <c:v>1.051613481748875</c:v>
              </c:pt>
              <c:pt idx="47">
                <c:v>1.051613481748875</c:v>
              </c:pt>
              <c:pt idx="48">
                <c:v>1.051613481748875</c:v>
              </c:pt>
              <c:pt idx="49">
                <c:v>1.051613481748875</c:v>
              </c:pt>
              <c:pt idx="50">
                <c:v>1.051613481748875</c:v>
              </c:pt>
              <c:pt idx="51">
                <c:v>1.051613481748875</c:v>
              </c:pt>
              <c:pt idx="52">
                <c:v>1.051613481748875</c:v>
              </c:pt>
              <c:pt idx="53">
                <c:v>1.051613481748875</c:v>
              </c:pt>
              <c:pt idx="54">
                <c:v>1.051613481748875</c:v>
              </c:pt>
              <c:pt idx="55">
                <c:v>1.051613481748875</c:v>
              </c:pt>
              <c:pt idx="56">
                <c:v>1.051613481748875</c:v>
              </c:pt>
              <c:pt idx="57">
                <c:v>1.051613481748875</c:v>
              </c:pt>
              <c:pt idx="58">
                <c:v>1.051613481748875</c:v>
              </c:pt>
              <c:pt idx="59">
                <c:v>1.051613481748875</c:v>
              </c:pt>
              <c:pt idx="60">
                <c:v>1.051613481748875</c:v>
              </c:pt>
              <c:pt idx="61">
                <c:v>1.051613481748875</c:v>
              </c:pt>
              <c:pt idx="62">
                <c:v>1.051613481748875</c:v>
              </c:pt>
              <c:pt idx="63">
                <c:v>1.051613481748875</c:v>
              </c:pt>
              <c:pt idx="64">
                <c:v>1.051613481748875</c:v>
              </c:pt>
              <c:pt idx="65">
                <c:v>1.051613481748875</c:v>
              </c:pt>
              <c:pt idx="66">
                <c:v>1.051613481748875</c:v>
              </c:pt>
              <c:pt idx="67">
                <c:v>1.051613481748875</c:v>
              </c:pt>
              <c:pt idx="68">
                <c:v>1.051613481748875</c:v>
              </c:pt>
              <c:pt idx="69">
                <c:v>1.051613481748875</c:v>
              </c:pt>
              <c:pt idx="70">
                <c:v>1.051613481748875</c:v>
              </c:pt>
              <c:pt idx="71">
                <c:v>1.051613481748875</c:v>
              </c:pt>
              <c:pt idx="72">
                <c:v>1.051613481748875</c:v>
              </c:pt>
              <c:pt idx="73">
                <c:v>1.051613481748875</c:v>
              </c:pt>
              <c:pt idx="74">
                <c:v>1.051613481748875</c:v>
              </c:pt>
              <c:pt idx="75">
                <c:v>1.051613481748875</c:v>
              </c:pt>
              <c:pt idx="76">
                <c:v>1.051613481748875</c:v>
              </c:pt>
              <c:pt idx="77">
                <c:v>1.051613481748875</c:v>
              </c:pt>
              <c:pt idx="78">
                <c:v>1.051613481748875</c:v>
              </c:pt>
              <c:pt idx="79">
                <c:v>1.051613481748875</c:v>
              </c:pt>
              <c:pt idx="80">
                <c:v>1.051613481748875</c:v>
              </c:pt>
              <c:pt idx="81">
                <c:v>1.051613481748875</c:v>
              </c:pt>
              <c:pt idx="82">
                <c:v>1.051613481748875</c:v>
              </c:pt>
              <c:pt idx="83">
                <c:v>1.051613481748875</c:v>
              </c:pt>
              <c:pt idx="84">
                <c:v>1.051613481748875</c:v>
              </c:pt>
              <c:pt idx="85">
                <c:v>1.051613481748875</c:v>
              </c:pt>
              <c:pt idx="86">
                <c:v>1.051613481748875</c:v>
              </c:pt>
              <c:pt idx="87">
                <c:v>1.051613481748875</c:v>
              </c:pt>
              <c:pt idx="88">
                <c:v>1.051613481748875</c:v>
              </c:pt>
              <c:pt idx="89">
                <c:v>1.051613481748875</c:v>
              </c:pt>
              <c:pt idx="90">
                <c:v>1.051613481748875</c:v>
              </c:pt>
              <c:pt idx="91">
                <c:v>1.051613481748875</c:v>
              </c:pt>
              <c:pt idx="92">
                <c:v>1.051613481748875</c:v>
              </c:pt>
              <c:pt idx="93">
                <c:v>1.051613481748875</c:v>
              </c:pt>
              <c:pt idx="94">
                <c:v>1.051613481748875</c:v>
              </c:pt>
              <c:pt idx="95">
                <c:v>1.051613481748875</c:v>
              </c:pt>
              <c:pt idx="96">
                <c:v>1.051613481748875</c:v>
              </c:pt>
              <c:pt idx="97">
                <c:v>1.051613481748875</c:v>
              </c:pt>
              <c:pt idx="98">
                <c:v>1.051613481748875</c:v>
              </c:pt>
              <c:pt idx="99">
                <c:v>1.051613481748875</c:v>
              </c:pt>
              <c:pt idx="100">
                <c:v>1.051613481748875</c:v>
              </c:pt>
              <c:pt idx="101">
                <c:v>1.051613481748875</c:v>
              </c:pt>
              <c:pt idx="102">
                <c:v>1.051613481748875</c:v>
              </c:pt>
              <c:pt idx="103">
                <c:v>1.051613481748875</c:v>
              </c:pt>
              <c:pt idx="104">
                <c:v>1.051613481748875</c:v>
              </c:pt>
              <c:pt idx="105">
                <c:v>1.051613481748875</c:v>
              </c:pt>
              <c:pt idx="106">
                <c:v>1.051613481748875</c:v>
              </c:pt>
              <c:pt idx="107">
                <c:v>1.051613481748875</c:v>
              </c:pt>
              <c:pt idx="108">
                <c:v>1.051613481748875</c:v>
              </c:pt>
              <c:pt idx="109">
                <c:v>1.051613481748875</c:v>
              </c:pt>
              <c:pt idx="110">
                <c:v>1.051613481748875</c:v>
              </c:pt>
              <c:pt idx="111">
                <c:v>1.051613481748875</c:v>
              </c:pt>
              <c:pt idx="112">
                <c:v>1.051613481748875</c:v>
              </c:pt>
              <c:pt idx="113">
                <c:v>1.051613481748875</c:v>
              </c:pt>
              <c:pt idx="114">
                <c:v>1.051613481748875</c:v>
              </c:pt>
              <c:pt idx="115">
                <c:v>1.051613481748875</c:v>
              </c:pt>
              <c:pt idx="116">
                <c:v>1.051613481748875</c:v>
              </c:pt>
              <c:pt idx="117">
                <c:v>1.051613481748875</c:v>
              </c:pt>
              <c:pt idx="118">
                <c:v>1.051613481748875</c:v>
              </c:pt>
              <c:pt idx="119">
                <c:v>1.051613481748875</c:v>
              </c:pt>
              <c:pt idx="120">
                <c:v>1.051613481748875</c:v>
              </c:pt>
              <c:pt idx="121">
                <c:v>1.051613481748875</c:v>
              </c:pt>
              <c:pt idx="122">
                <c:v>1.051613481748875</c:v>
              </c:pt>
              <c:pt idx="123">
                <c:v>1.051613481748875</c:v>
              </c:pt>
              <c:pt idx="124">
                <c:v>1.051613481748875</c:v>
              </c:pt>
              <c:pt idx="125">
                <c:v>1.051613481748875</c:v>
              </c:pt>
              <c:pt idx="126">
                <c:v>1.051613481748875</c:v>
              </c:pt>
              <c:pt idx="127">
                <c:v>1.051613481748875</c:v>
              </c:pt>
              <c:pt idx="128">
                <c:v>1.051613481748875</c:v>
              </c:pt>
              <c:pt idx="129">
                <c:v>1.051613481748875</c:v>
              </c:pt>
              <c:pt idx="130">
                <c:v>1.051613481748875</c:v>
              </c:pt>
              <c:pt idx="131">
                <c:v>1.051613481748875</c:v>
              </c:pt>
              <c:pt idx="132">
                <c:v>1.051613481748875</c:v>
              </c:pt>
              <c:pt idx="133">
                <c:v>1.051613481748875</c:v>
              </c:pt>
              <c:pt idx="134">
                <c:v>1.051613481748875</c:v>
              </c:pt>
              <c:pt idx="135">
                <c:v>1.051613481748875</c:v>
              </c:pt>
              <c:pt idx="136">
                <c:v>1.051613481748875</c:v>
              </c:pt>
              <c:pt idx="137">
                <c:v>1.051613481748875</c:v>
              </c:pt>
              <c:pt idx="138">
                <c:v>1.051613481748875</c:v>
              </c:pt>
              <c:pt idx="139">
                <c:v>1.051613481748875</c:v>
              </c:pt>
              <c:pt idx="140">
                <c:v>1.051613481748875</c:v>
              </c:pt>
              <c:pt idx="141">
                <c:v>1.051613481748875</c:v>
              </c:pt>
              <c:pt idx="142">
                <c:v>1.051613481748875</c:v>
              </c:pt>
              <c:pt idx="143">
                <c:v>1.051613481748875</c:v>
              </c:pt>
              <c:pt idx="144">
                <c:v>1.051613481748875</c:v>
              </c:pt>
              <c:pt idx="145">
                <c:v>1.051613481748875</c:v>
              </c:pt>
              <c:pt idx="146">
                <c:v>1.051613481748875</c:v>
              </c:pt>
              <c:pt idx="147">
                <c:v>1.051613481748875</c:v>
              </c:pt>
              <c:pt idx="148">
                <c:v>1.051613481748875</c:v>
              </c:pt>
              <c:pt idx="149">
                <c:v>1.051613481748875</c:v>
              </c:pt>
              <c:pt idx="150">
                <c:v>1.051613481748875</c:v>
              </c:pt>
              <c:pt idx="151">
                <c:v>1.051613481748875</c:v>
              </c:pt>
              <c:pt idx="152">
                <c:v>1.051613481748875</c:v>
              </c:pt>
              <c:pt idx="153">
                <c:v>1.051613481748875</c:v>
              </c:pt>
              <c:pt idx="154">
                <c:v>1.051613481748875</c:v>
              </c:pt>
              <c:pt idx="155">
                <c:v>1.051613481748875</c:v>
              </c:pt>
              <c:pt idx="156">
                <c:v>1.051613481748875</c:v>
              </c:pt>
              <c:pt idx="157">
                <c:v>1.051613481748875</c:v>
              </c:pt>
              <c:pt idx="158">
                <c:v>1.051613481748875</c:v>
              </c:pt>
              <c:pt idx="159">
                <c:v>1.051613481748875</c:v>
              </c:pt>
              <c:pt idx="160">
                <c:v>1.051613481748875</c:v>
              </c:pt>
              <c:pt idx="161">
                <c:v>1.051613481748875</c:v>
              </c:pt>
              <c:pt idx="162">
                <c:v>1.051613481748875</c:v>
              </c:pt>
              <c:pt idx="163">
                <c:v>1.051613481748875</c:v>
              </c:pt>
              <c:pt idx="164">
                <c:v>1.051613481748875</c:v>
              </c:pt>
              <c:pt idx="165">
                <c:v>1.051613481748875</c:v>
              </c:pt>
              <c:pt idx="166">
                <c:v>1.051613481748875</c:v>
              </c:pt>
              <c:pt idx="167">
                <c:v>1.051613481748875</c:v>
              </c:pt>
              <c:pt idx="168">
                <c:v>1.051613481748875</c:v>
              </c:pt>
              <c:pt idx="169">
                <c:v>1.051613481748875</c:v>
              </c:pt>
              <c:pt idx="170">
                <c:v>1.051613481748875</c:v>
              </c:pt>
              <c:pt idx="171">
                <c:v>1.051613481748875</c:v>
              </c:pt>
              <c:pt idx="172">
                <c:v>1.051613481748875</c:v>
              </c:pt>
              <c:pt idx="173">
                <c:v>1.051613481748875</c:v>
              </c:pt>
              <c:pt idx="174">
                <c:v>1.051613481748875</c:v>
              </c:pt>
              <c:pt idx="175">
                <c:v>1.051613481748875</c:v>
              </c:pt>
              <c:pt idx="176">
                <c:v>1.051613481748875</c:v>
              </c:pt>
              <c:pt idx="177">
                <c:v>1.051613481748875</c:v>
              </c:pt>
              <c:pt idx="178">
                <c:v>1.051613481748875</c:v>
              </c:pt>
              <c:pt idx="179">
                <c:v>1.051613481748875</c:v>
              </c:pt>
              <c:pt idx="180">
                <c:v>1.051613481748875</c:v>
              </c:pt>
              <c:pt idx="181">
                <c:v>1.051613481748875</c:v>
              </c:pt>
              <c:pt idx="182">
                <c:v>1.051613481748875</c:v>
              </c:pt>
              <c:pt idx="183">
                <c:v>1.051613481748875</c:v>
              </c:pt>
              <c:pt idx="184">
                <c:v>1.051613481748875</c:v>
              </c:pt>
              <c:pt idx="185">
                <c:v>1.051613481748875</c:v>
              </c:pt>
              <c:pt idx="186">
                <c:v>1.051613481748875</c:v>
              </c:pt>
              <c:pt idx="187">
                <c:v>1.051613481748875</c:v>
              </c:pt>
              <c:pt idx="188">
                <c:v>1.051613481748875</c:v>
              </c:pt>
              <c:pt idx="189">
                <c:v>1.051613481748875</c:v>
              </c:pt>
              <c:pt idx="190">
                <c:v>1.051613481748875</c:v>
              </c:pt>
              <c:pt idx="191">
                <c:v>1.051613481748875</c:v>
              </c:pt>
              <c:pt idx="192">
                <c:v>1.051613481748875</c:v>
              </c:pt>
              <c:pt idx="193">
                <c:v>1.051613481748875</c:v>
              </c:pt>
              <c:pt idx="194">
                <c:v>1.051613481748875</c:v>
              </c:pt>
              <c:pt idx="195">
                <c:v>1.051613481748875</c:v>
              </c:pt>
              <c:pt idx="196">
                <c:v>1.051613481748875</c:v>
              </c:pt>
              <c:pt idx="197">
                <c:v>1.051613481748875</c:v>
              </c:pt>
              <c:pt idx="198">
                <c:v>1.051613481748875</c:v>
              </c:pt>
              <c:pt idx="199">
                <c:v>1.051613481748875</c:v>
              </c:pt>
              <c:pt idx="200">
                <c:v>1.051613481748875</c:v>
              </c:pt>
              <c:pt idx="201">
                <c:v>1.051613481748875</c:v>
              </c:pt>
              <c:pt idx="202">
                <c:v>1.051613481748875</c:v>
              </c:pt>
              <c:pt idx="203">
                <c:v>1.051613481748875</c:v>
              </c:pt>
              <c:pt idx="204">
                <c:v>1.051613481748875</c:v>
              </c:pt>
              <c:pt idx="205">
                <c:v>1.051613481748875</c:v>
              </c:pt>
              <c:pt idx="206">
                <c:v>1.051613481748875</c:v>
              </c:pt>
              <c:pt idx="207">
                <c:v>1.051613481748875</c:v>
              </c:pt>
              <c:pt idx="208">
                <c:v>1.051613481748875</c:v>
              </c:pt>
              <c:pt idx="209">
                <c:v>1.051613481748875</c:v>
              </c:pt>
              <c:pt idx="210">
                <c:v>1.051613481748875</c:v>
              </c:pt>
              <c:pt idx="211">
                <c:v>1.051613481748875</c:v>
              </c:pt>
              <c:pt idx="212">
                <c:v>1.051613481748875</c:v>
              </c:pt>
              <c:pt idx="213">
                <c:v>1.051613481748875</c:v>
              </c:pt>
              <c:pt idx="214">
                <c:v>1.051613481748875</c:v>
              </c:pt>
              <c:pt idx="215">
                <c:v>1.051613481748875</c:v>
              </c:pt>
              <c:pt idx="216">
                <c:v>1.051613481748875</c:v>
              </c:pt>
              <c:pt idx="217">
                <c:v>1.051613481748875</c:v>
              </c:pt>
              <c:pt idx="218">
                <c:v>1.051613481748875</c:v>
              </c:pt>
              <c:pt idx="219">
                <c:v>1.051613481748875</c:v>
              </c:pt>
              <c:pt idx="220">
                <c:v>1.051613481748875</c:v>
              </c:pt>
              <c:pt idx="221">
                <c:v>1.051613481748875</c:v>
              </c:pt>
              <c:pt idx="222">
                <c:v>1.051613481748875</c:v>
              </c:pt>
              <c:pt idx="223">
                <c:v>1.051613481748875</c:v>
              </c:pt>
              <c:pt idx="224">
                <c:v>1.051613481748875</c:v>
              </c:pt>
              <c:pt idx="225">
                <c:v>1.051613481748875</c:v>
              </c:pt>
              <c:pt idx="226">
                <c:v>1.051613481748875</c:v>
              </c:pt>
              <c:pt idx="227">
                <c:v>1.051613481748875</c:v>
              </c:pt>
              <c:pt idx="228">
                <c:v>1.051613481748875</c:v>
              </c:pt>
              <c:pt idx="229">
                <c:v>1.051613481748875</c:v>
              </c:pt>
              <c:pt idx="230">
                <c:v>1.051613481748875</c:v>
              </c:pt>
              <c:pt idx="231">
                <c:v>1.051613481748875</c:v>
              </c:pt>
              <c:pt idx="232">
                <c:v>1.051613481748875</c:v>
              </c:pt>
              <c:pt idx="233">
                <c:v>1.051613481748875</c:v>
              </c:pt>
              <c:pt idx="234">
                <c:v>1.051613481748875</c:v>
              </c:pt>
              <c:pt idx="235">
                <c:v>1.051613481748875</c:v>
              </c:pt>
              <c:pt idx="236">
                <c:v>1.051613481748875</c:v>
              </c:pt>
              <c:pt idx="237">
                <c:v>1.051613481748875</c:v>
              </c:pt>
              <c:pt idx="238">
                <c:v>1.051613481748875</c:v>
              </c:pt>
              <c:pt idx="239">
                <c:v>1.051613481748875</c:v>
              </c:pt>
              <c:pt idx="240">
                <c:v>1.051613481748875</c:v>
              </c:pt>
              <c:pt idx="241">
                <c:v>1.051613481748875</c:v>
              </c:pt>
              <c:pt idx="242">
                <c:v>1.051613481748875</c:v>
              </c:pt>
              <c:pt idx="243">
                <c:v>1.051613481748875</c:v>
              </c:pt>
              <c:pt idx="244">
                <c:v>1.051613481748875</c:v>
              </c:pt>
              <c:pt idx="245">
                <c:v>1.051613481748875</c:v>
              </c:pt>
              <c:pt idx="246">
                <c:v>1.051613481748875</c:v>
              </c:pt>
              <c:pt idx="247">
                <c:v>1.051613481748875</c:v>
              </c:pt>
              <c:pt idx="248">
                <c:v>1.051613481748875</c:v>
              </c:pt>
              <c:pt idx="249">
                <c:v>1.051613481748875</c:v>
              </c:pt>
              <c:pt idx="250">
                <c:v>1.051613481748875</c:v>
              </c:pt>
              <c:pt idx="251">
                <c:v>1.051613481748875</c:v>
              </c:pt>
              <c:pt idx="252">
                <c:v>1.051613481748875</c:v>
              </c:pt>
              <c:pt idx="253">
                <c:v>1.051613481748875</c:v>
              </c:pt>
              <c:pt idx="254">
                <c:v>1.051613481748875</c:v>
              </c:pt>
              <c:pt idx="255">
                <c:v>1.051613481748875</c:v>
              </c:pt>
              <c:pt idx="256">
                <c:v>1.051613481748875</c:v>
              </c:pt>
              <c:pt idx="257">
                <c:v>1.051613481748875</c:v>
              </c:pt>
              <c:pt idx="258">
                <c:v>1.051613481748875</c:v>
              </c:pt>
              <c:pt idx="259">
                <c:v>1.051613481748875</c:v>
              </c:pt>
              <c:pt idx="260">
                <c:v>1.051613481748875</c:v>
              </c:pt>
              <c:pt idx="261">
                <c:v>1.051613481748875</c:v>
              </c:pt>
              <c:pt idx="262">
                <c:v>1.051613481748875</c:v>
              </c:pt>
              <c:pt idx="263">
                <c:v>1.051613481748875</c:v>
              </c:pt>
              <c:pt idx="264">
                <c:v>1.051613481748875</c:v>
              </c:pt>
              <c:pt idx="265">
                <c:v>1.051613481748875</c:v>
              </c:pt>
              <c:pt idx="266">
                <c:v>1.051613481748875</c:v>
              </c:pt>
              <c:pt idx="267">
                <c:v>1.051613481748875</c:v>
              </c:pt>
              <c:pt idx="268">
                <c:v>1.051613481748875</c:v>
              </c:pt>
              <c:pt idx="269">
                <c:v>1.051613481748875</c:v>
              </c:pt>
              <c:pt idx="270">
                <c:v>1.051613481748875</c:v>
              </c:pt>
              <c:pt idx="271">
                <c:v>1.051613481748875</c:v>
              </c:pt>
              <c:pt idx="272">
                <c:v>1.051613481748875</c:v>
              </c:pt>
              <c:pt idx="273">
                <c:v>1.051613481748875</c:v>
              </c:pt>
              <c:pt idx="274">
                <c:v>1.051613481748875</c:v>
              </c:pt>
              <c:pt idx="275">
                <c:v>1.051613481748875</c:v>
              </c:pt>
              <c:pt idx="276">
                <c:v>1.051613481748875</c:v>
              </c:pt>
              <c:pt idx="277">
                <c:v>1.051613481748875</c:v>
              </c:pt>
              <c:pt idx="278">
                <c:v>1.051613481748875</c:v>
              </c:pt>
              <c:pt idx="279">
                <c:v>1.051613481748875</c:v>
              </c:pt>
              <c:pt idx="280">
                <c:v>1.051613481748875</c:v>
              </c:pt>
              <c:pt idx="281">
                <c:v>1.051613481748875</c:v>
              </c:pt>
              <c:pt idx="282">
                <c:v>1.051613481748875</c:v>
              </c:pt>
              <c:pt idx="283">
                <c:v>1.051613481748875</c:v>
              </c:pt>
              <c:pt idx="284">
                <c:v>1.051613481748875</c:v>
              </c:pt>
              <c:pt idx="285">
                <c:v>1.051613481748875</c:v>
              </c:pt>
              <c:pt idx="286">
                <c:v>1.051613481748875</c:v>
              </c:pt>
              <c:pt idx="287">
                <c:v>1.051613481748875</c:v>
              </c:pt>
              <c:pt idx="288">
                <c:v>1.051613481748875</c:v>
              </c:pt>
              <c:pt idx="289">
                <c:v>1.051613481748875</c:v>
              </c:pt>
              <c:pt idx="290">
                <c:v>1.051613481748875</c:v>
              </c:pt>
              <c:pt idx="291">
                <c:v>1.051613481748875</c:v>
              </c:pt>
              <c:pt idx="292">
                <c:v>1.051613481748875</c:v>
              </c:pt>
              <c:pt idx="293">
                <c:v>1.051613481748875</c:v>
              </c:pt>
              <c:pt idx="294">
                <c:v>1.051613481748875</c:v>
              </c:pt>
              <c:pt idx="295">
                <c:v>1.051613481748875</c:v>
              </c:pt>
              <c:pt idx="296">
                <c:v>1.051613481748875</c:v>
              </c:pt>
              <c:pt idx="297">
                <c:v>1.051613481748875</c:v>
              </c:pt>
              <c:pt idx="298">
                <c:v>1.051613481748875</c:v>
              </c:pt>
              <c:pt idx="299">
                <c:v>1.051613481748875</c:v>
              </c:pt>
              <c:pt idx="300">
                <c:v>1.051613481748875</c:v>
              </c:pt>
              <c:pt idx="301">
                <c:v>1.051613481748875</c:v>
              </c:pt>
              <c:pt idx="302">
                <c:v>1.051613481748875</c:v>
              </c:pt>
              <c:pt idx="303">
                <c:v>1.051613481748875</c:v>
              </c:pt>
              <c:pt idx="304">
                <c:v>1.051613481748875</c:v>
              </c:pt>
              <c:pt idx="305">
                <c:v>1.051613481748875</c:v>
              </c:pt>
              <c:pt idx="306">
                <c:v>1.051613481748875</c:v>
              </c:pt>
              <c:pt idx="307">
                <c:v>1.051613481748875</c:v>
              </c:pt>
              <c:pt idx="308">
                <c:v>1.051613481748875</c:v>
              </c:pt>
              <c:pt idx="309">
                <c:v>1.051613481748875</c:v>
              </c:pt>
              <c:pt idx="310">
                <c:v>1.051613481748875</c:v>
              </c:pt>
              <c:pt idx="311">
                <c:v>1.051613481748875</c:v>
              </c:pt>
              <c:pt idx="312">
                <c:v>1.051613481748875</c:v>
              </c:pt>
              <c:pt idx="313">
                <c:v>1.051613481748875</c:v>
              </c:pt>
              <c:pt idx="314">
                <c:v>1.051613481748875</c:v>
              </c:pt>
              <c:pt idx="315">
                <c:v>1.051613481748875</c:v>
              </c:pt>
              <c:pt idx="316">
                <c:v>1.051613481748875</c:v>
              </c:pt>
              <c:pt idx="317">
                <c:v>1.051613481748875</c:v>
              </c:pt>
              <c:pt idx="318">
                <c:v>1.051613481748875</c:v>
              </c:pt>
              <c:pt idx="319">
                <c:v>1.051613481748875</c:v>
              </c:pt>
              <c:pt idx="320">
                <c:v>1.051613481748875</c:v>
              </c:pt>
              <c:pt idx="321">
                <c:v>1.051613481748875</c:v>
              </c:pt>
              <c:pt idx="322">
                <c:v>1.051613481748875</c:v>
              </c:pt>
              <c:pt idx="323">
                <c:v>1.051613481748875</c:v>
              </c:pt>
              <c:pt idx="324">
                <c:v>1.051613481748875</c:v>
              </c:pt>
              <c:pt idx="325">
                <c:v>1.051613481748875</c:v>
              </c:pt>
              <c:pt idx="326">
                <c:v>1.051613481748875</c:v>
              </c:pt>
              <c:pt idx="327">
                <c:v>1.051613481748875</c:v>
              </c:pt>
              <c:pt idx="328">
                <c:v>1.051613481748875</c:v>
              </c:pt>
              <c:pt idx="329">
                <c:v>1.051613481748875</c:v>
              </c:pt>
              <c:pt idx="330">
                <c:v>1.051613481748875</c:v>
              </c:pt>
              <c:pt idx="331">
                <c:v>1.051613481748875</c:v>
              </c:pt>
              <c:pt idx="332">
                <c:v>1.051613481748875</c:v>
              </c:pt>
              <c:pt idx="333">
                <c:v>1.051613481748875</c:v>
              </c:pt>
              <c:pt idx="334">
                <c:v>1.051613481748875</c:v>
              </c:pt>
              <c:pt idx="335">
                <c:v>1.051613481748875</c:v>
              </c:pt>
              <c:pt idx="336">
                <c:v>1.051613481748875</c:v>
              </c:pt>
              <c:pt idx="337">
                <c:v>1.051613481748875</c:v>
              </c:pt>
              <c:pt idx="338">
                <c:v>1.051613481748875</c:v>
              </c:pt>
              <c:pt idx="339">
                <c:v>1.051613481748875</c:v>
              </c:pt>
              <c:pt idx="340">
                <c:v>1.051613481748875</c:v>
              </c:pt>
              <c:pt idx="341">
                <c:v>1.051613481748875</c:v>
              </c:pt>
              <c:pt idx="342">
                <c:v>1.051613481748875</c:v>
              </c:pt>
              <c:pt idx="343">
                <c:v>1.051613481748875</c:v>
              </c:pt>
              <c:pt idx="344">
                <c:v>1.051613481748875</c:v>
              </c:pt>
              <c:pt idx="345">
                <c:v>1.051613481748875</c:v>
              </c:pt>
              <c:pt idx="346">
                <c:v>1.051613481748875</c:v>
              </c:pt>
              <c:pt idx="347">
                <c:v>1.051613481748875</c:v>
              </c:pt>
              <c:pt idx="348">
                <c:v>1.051613481748875</c:v>
              </c:pt>
              <c:pt idx="349">
                <c:v>1.051613481748875</c:v>
              </c:pt>
              <c:pt idx="350">
                <c:v>1.051613481748875</c:v>
              </c:pt>
              <c:pt idx="351">
                <c:v>1.051613481748875</c:v>
              </c:pt>
              <c:pt idx="352">
                <c:v>1.051613481748875</c:v>
              </c:pt>
              <c:pt idx="353">
                <c:v>1.051613481748875</c:v>
              </c:pt>
              <c:pt idx="354">
                <c:v>1.051613481748875</c:v>
              </c:pt>
              <c:pt idx="355">
                <c:v>1.051613481748875</c:v>
              </c:pt>
              <c:pt idx="356">
                <c:v>1.051613481748875</c:v>
              </c:pt>
              <c:pt idx="357">
                <c:v>1.051613481748875</c:v>
              </c:pt>
              <c:pt idx="358">
                <c:v>1.051613481748875</c:v>
              </c:pt>
              <c:pt idx="359">
                <c:v>1.051613481748875</c:v>
              </c:pt>
              <c:pt idx="360">
                <c:v>1.051613481748875</c:v>
              </c:pt>
              <c:pt idx="361">
                <c:v>1.051613481748875</c:v>
              </c:pt>
              <c:pt idx="362">
                <c:v>1.051613481748875</c:v>
              </c:pt>
              <c:pt idx="363">
                <c:v>1.051613481748875</c:v>
              </c:pt>
              <c:pt idx="364">
                <c:v>1.051613481748875</c:v>
              </c:pt>
              <c:pt idx="365">
                <c:v>1.051613481748875</c:v>
              </c:pt>
              <c:pt idx="366">
                <c:v>1.051613481748875</c:v>
              </c:pt>
              <c:pt idx="367">
                <c:v>1.051613481748875</c:v>
              </c:pt>
              <c:pt idx="368">
                <c:v>1.051613481748875</c:v>
              </c:pt>
              <c:pt idx="369">
                <c:v>1.051613481748875</c:v>
              </c:pt>
              <c:pt idx="370">
                <c:v>1.051613481748875</c:v>
              </c:pt>
              <c:pt idx="371">
                <c:v>1.051613481748875</c:v>
              </c:pt>
              <c:pt idx="372">
                <c:v>1.051613481748875</c:v>
              </c:pt>
              <c:pt idx="373">
                <c:v>1.051613481748875</c:v>
              </c:pt>
              <c:pt idx="374">
                <c:v>1.051613481748875</c:v>
              </c:pt>
              <c:pt idx="375">
                <c:v>1.051613481748875</c:v>
              </c:pt>
              <c:pt idx="376">
                <c:v>1.051613481748875</c:v>
              </c:pt>
              <c:pt idx="377">
                <c:v>1.051613481748875</c:v>
              </c:pt>
              <c:pt idx="378">
                <c:v>1.051613481748875</c:v>
              </c:pt>
              <c:pt idx="379">
                <c:v>1.051613481748875</c:v>
              </c:pt>
              <c:pt idx="380">
                <c:v>1.051613481748875</c:v>
              </c:pt>
              <c:pt idx="381">
                <c:v>1.051613481748875</c:v>
              </c:pt>
              <c:pt idx="382">
                <c:v>1.051613481748875</c:v>
              </c:pt>
              <c:pt idx="383">
                <c:v>1.051613481748875</c:v>
              </c:pt>
              <c:pt idx="384">
                <c:v>1.051613481748875</c:v>
              </c:pt>
              <c:pt idx="385">
                <c:v>1.051613481748875</c:v>
              </c:pt>
              <c:pt idx="386">
                <c:v>1.051613481748875</c:v>
              </c:pt>
              <c:pt idx="387">
                <c:v>1.051613481748875</c:v>
              </c:pt>
              <c:pt idx="388">
                <c:v>1.051613481748875</c:v>
              </c:pt>
              <c:pt idx="389">
                <c:v>1.051613481748875</c:v>
              </c:pt>
              <c:pt idx="390">
                <c:v>1.051613481748875</c:v>
              </c:pt>
              <c:pt idx="391">
                <c:v>1.051613481748875</c:v>
              </c:pt>
              <c:pt idx="392">
                <c:v>1.051613481748875</c:v>
              </c:pt>
              <c:pt idx="393">
                <c:v>1.051613481748875</c:v>
              </c:pt>
              <c:pt idx="394">
                <c:v>1.051613481748875</c:v>
              </c:pt>
              <c:pt idx="395">
                <c:v>1.051613481748875</c:v>
              </c:pt>
              <c:pt idx="396">
                <c:v>1.051613481748875</c:v>
              </c:pt>
              <c:pt idx="397">
                <c:v>1.051613481748875</c:v>
              </c:pt>
              <c:pt idx="398">
                <c:v>1.051613481748875</c:v>
              </c:pt>
              <c:pt idx="399">
                <c:v>1.051613481748875</c:v>
              </c:pt>
              <c:pt idx="400">
                <c:v>1.051613481748875</c:v>
              </c:pt>
              <c:pt idx="401">
                <c:v>1.051613481748875</c:v>
              </c:pt>
              <c:pt idx="402">
                <c:v>1.051613481748875</c:v>
              </c:pt>
              <c:pt idx="403">
                <c:v>1.051613481748875</c:v>
              </c:pt>
              <c:pt idx="404">
                <c:v>1.051613481748875</c:v>
              </c:pt>
              <c:pt idx="405">
                <c:v>1.051613481748875</c:v>
              </c:pt>
              <c:pt idx="406">
                <c:v>1.051613481748875</c:v>
              </c:pt>
              <c:pt idx="407">
                <c:v>1.051613481748875</c:v>
              </c:pt>
              <c:pt idx="408">
                <c:v>1.051613481748875</c:v>
              </c:pt>
              <c:pt idx="409">
                <c:v>1.051613481748875</c:v>
              </c:pt>
              <c:pt idx="410">
                <c:v>1.051613481748875</c:v>
              </c:pt>
              <c:pt idx="411">
                <c:v>1.051613481748875</c:v>
              </c:pt>
            </c:numLit>
          </c:xVal>
          <c:yVal>
            <c:numLit>
              <c:formatCode>0.0</c:formatCode>
              <c:ptCount val="412"/>
              <c:pt idx="0">
                <c:v>0.7416488088086174</c:v>
              </c:pt>
              <c:pt idx="1">
                <c:v>0.7416488088086174</c:v>
              </c:pt>
              <c:pt idx="2">
                <c:v>0.7416488088086174</c:v>
              </c:pt>
              <c:pt idx="3">
                <c:v>0.7416488088086174</c:v>
              </c:pt>
              <c:pt idx="4">
                <c:v>0.7416488088086174</c:v>
              </c:pt>
              <c:pt idx="5">
                <c:v>0.7416488088086174</c:v>
              </c:pt>
              <c:pt idx="6">
                <c:v>0.7416488088086174</c:v>
              </c:pt>
              <c:pt idx="7">
                <c:v>0.7416488088086174</c:v>
              </c:pt>
              <c:pt idx="8">
                <c:v>0.7416488088086174</c:v>
              </c:pt>
              <c:pt idx="9">
                <c:v>0.7416488088086174</c:v>
              </c:pt>
              <c:pt idx="10">
                <c:v>0.7416488088086174</c:v>
              </c:pt>
              <c:pt idx="11">
                <c:v>0.7416488088086174</c:v>
              </c:pt>
              <c:pt idx="12">
                <c:v>0.7416488088086174</c:v>
              </c:pt>
              <c:pt idx="13">
                <c:v>0.7416488088086174</c:v>
              </c:pt>
              <c:pt idx="14">
                <c:v>0.7416488088086174</c:v>
              </c:pt>
              <c:pt idx="15">
                <c:v>0.7416488088086174</c:v>
              </c:pt>
              <c:pt idx="16">
                <c:v>0.7416488088086174</c:v>
              </c:pt>
              <c:pt idx="17">
                <c:v>0.7416488088086174</c:v>
              </c:pt>
              <c:pt idx="18">
                <c:v>0.7416488088086174</c:v>
              </c:pt>
              <c:pt idx="19">
                <c:v>0.7416488088086174</c:v>
              </c:pt>
              <c:pt idx="20">
                <c:v>0.7416488088086174</c:v>
              </c:pt>
              <c:pt idx="21">
                <c:v>0.7416488088086174</c:v>
              </c:pt>
              <c:pt idx="22">
                <c:v>0.7416488088086174</c:v>
              </c:pt>
              <c:pt idx="23">
                <c:v>0.7416488088086174</c:v>
              </c:pt>
              <c:pt idx="24">
                <c:v>0.7416488088086174</c:v>
              </c:pt>
              <c:pt idx="25">
                <c:v>0.7416488088086174</c:v>
              </c:pt>
              <c:pt idx="26">
                <c:v>0.7416488088086174</c:v>
              </c:pt>
              <c:pt idx="27">
                <c:v>0.7416488088086174</c:v>
              </c:pt>
              <c:pt idx="28">
                <c:v>0.7416488088086174</c:v>
              </c:pt>
              <c:pt idx="29">
                <c:v>0.7416488088086174</c:v>
              </c:pt>
              <c:pt idx="30">
                <c:v>0.7416488088086174</c:v>
              </c:pt>
              <c:pt idx="31">
                <c:v>0.7416488088086174</c:v>
              </c:pt>
              <c:pt idx="32">
                <c:v>0.7416488088086174</c:v>
              </c:pt>
              <c:pt idx="33">
                <c:v>0.7416488088086174</c:v>
              </c:pt>
              <c:pt idx="34">
                <c:v>0.7416488088086174</c:v>
              </c:pt>
              <c:pt idx="35">
                <c:v>0.7416488088086174</c:v>
              </c:pt>
              <c:pt idx="36">
                <c:v>0.7416488088086174</c:v>
              </c:pt>
              <c:pt idx="37">
                <c:v>0.7416488088086174</c:v>
              </c:pt>
              <c:pt idx="38">
                <c:v>0.7416488088086174</c:v>
              </c:pt>
              <c:pt idx="39">
                <c:v>0.7416488088086174</c:v>
              </c:pt>
              <c:pt idx="40">
                <c:v>0.7416488088086174</c:v>
              </c:pt>
              <c:pt idx="41">
                <c:v>0.7416488088086174</c:v>
              </c:pt>
              <c:pt idx="42">
                <c:v>0.7416488088086174</c:v>
              </c:pt>
              <c:pt idx="43">
                <c:v>0.7416488088086174</c:v>
              </c:pt>
              <c:pt idx="44">
                <c:v>0.7416488088086174</c:v>
              </c:pt>
              <c:pt idx="45">
                <c:v>0.7416488088086174</c:v>
              </c:pt>
              <c:pt idx="46">
                <c:v>0.7416488088086174</c:v>
              </c:pt>
              <c:pt idx="47">
                <c:v>0.7416488088086174</c:v>
              </c:pt>
              <c:pt idx="48">
                <c:v>0.7416488088086174</c:v>
              </c:pt>
              <c:pt idx="49">
                <c:v>0.7416488088086174</c:v>
              </c:pt>
              <c:pt idx="50">
                <c:v>0.7416488088086174</c:v>
              </c:pt>
              <c:pt idx="51">
                <c:v>0.7416488088086174</c:v>
              </c:pt>
              <c:pt idx="52">
                <c:v>0.7416488088086174</c:v>
              </c:pt>
              <c:pt idx="53">
                <c:v>0.7416488088086174</c:v>
              </c:pt>
              <c:pt idx="54">
                <c:v>0.7416488088086174</c:v>
              </c:pt>
              <c:pt idx="55">
                <c:v>0.7416488088086174</c:v>
              </c:pt>
              <c:pt idx="56">
                <c:v>0.7416488088086174</c:v>
              </c:pt>
              <c:pt idx="57">
                <c:v>0.7416488088086174</c:v>
              </c:pt>
              <c:pt idx="58">
                <c:v>0.7416488088086174</c:v>
              </c:pt>
              <c:pt idx="59">
                <c:v>0.7416488088086174</c:v>
              </c:pt>
              <c:pt idx="60">
                <c:v>0.7416488088086174</c:v>
              </c:pt>
              <c:pt idx="61">
                <c:v>0.7416488088086174</c:v>
              </c:pt>
              <c:pt idx="62">
                <c:v>0.7416488088086174</c:v>
              </c:pt>
              <c:pt idx="63">
                <c:v>0.7416488088086174</c:v>
              </c:pt>
              <c:pt idx="64">
                <c:v>0.7416488088086174</c:v>
              </c:pt>
              <c:pt idx="65">
                <c:v>0.7416488088086174</c:v>
              </c:pt>
              <c:pt idx="66">
                <c:v>0.7416488088086174</c:v>
              </c:pt>
              <c:pt idx="67">
                <c:v>0.7416488088086174</c:v>
              </c:pt>
              <c:pt idx="68">
                <c:v>0.7416488088086174</c:v>
              </c:pt>
              <c:pt idx="69">
                <c:v>0.7416488088086174</c:v>
              </c:pt>
              <c:pt idx="70">
                <c:v>0.7416488088086174</c:v>
              </c:pt>
              <c:pt idx="71">
                <c:v>0.7416488088086174</c:v>
              </c:pt>
              <c:pt idx="72">
                <c:v>0.7416488088086174</c:v>
              </c:pt>
              <c:pt idx="73">
                <c:v>0.7416488088086174</c:v>
              </c:pt>
              <c:pt idx="74">
                <c:v>0.7416488088086174</c:v>
              </c:pt>
              <c:pt idx="75">
                <c:v>0.7416488088086174</c:v>
              </c:pt>
              <c:pt idx="76">
                <c:v>0.7416488088086174</c:v>
              </c:pt>
              <c:pt idx="77">
                <c:v>0.7416488088086174</c:v>
              </c:pt>
              <c:pt idx="78">
                <c:v>0.7416488088086174</c:v>
              </c:pt>
              <c:pt idx="79">
                <c:v>0.7416488088086174</c:v>
              </c:pt>
              <c:pt idx="80">
                <c:v>0.7416488088086174</c:v>
              </c:pt>
              <c:pt idx="81">
                <c:v>0.7416488088086174</c:v>
              </c:pt>
              <c:pt idx="82">
                <c:v>0.7416488088086174</c:v>
              </c:pt>
              <c:pt idx="83">
                <c:v>0.7416488088086174</c:v>
              </c:pt>
              <c:pt idx="84">
                <c:v>0.7416488088086174</c:v>
              </c:pt>
              <c:pt idx="85">
                <c:v>0.7416488088086174</c:v>
              </c:pt>
              <c:pt idx="86">
                <c:v>0.7416488088086174</c:v>
              </c:pt>
              <c:pt idx="87">
                <c:v>0.7416488088086174</c:v>
              </c:pt>
              <c:pt idx="88">
                <c:v>0.7416488088086174</c:v>
              </c:pt>
              <c:pt idx="89">
                <c:v>0.7416488088086174</c:v>
              </c:pt>
              <c:pt idx="90">
                <c:v>0.7416488088086174</c:v>
              </c:pt>
              <c:pt idx="91">
                <c:v>0.7416488088086174</c:v>
              </c:pt>
              <c:pt idx="92">
                <c:v>0.7416488088086174</c:v>
              </c:pt>
              <c:pt idx="93">
                <c:v>0.7416488088086174</c:v>
              </c:pt>
              <c:pt idx="94">
                <c:v>0.7416488088086174</c:v>
              </c:pt>
              <c:pt idx="95">
                <c:v>0.7416488088086174</c:v>
              </c:pt>
              <c:pt idx="96">
                <c:v>0.7416488088086174</c:v>
              </c:pt>
              <c:pt idx="97">
                <c:v>0.7416488088086174</c:v>
              </c:pt>
              <c:pt idx="98">
                <c:v>0.7416488088086174</c:v>
              </c:pt>
              <c:pt idx="99">
                <c:v>0.7416488088086174</c:v>
              </c:pt>
              <c:pt idx="100">
                <c:v>0.7416488088086174</c:v>
              </c:pt>
              <c:pt idx="101">
                <c:v>0.7416488088086174</c:v>
              </c:pt>
              <c:pt idx="102">
                <c:v>0.7416488088086174</c:v>
              </c:pt>
              <c:pt idx="103">
                <c:v>0.7416488088086174</c:v>
              </c:pt>
              <c:pt idx="104">
                <c:v>0.7416488088086174</c:v>
              </c:pt>
              <c:pt idx="105">
                <c:v>0.7416488088086174</c:v>
              </c:pt>
              <c:pt idx="106">
                <c:v>0.7416488088086174</c:v>
              </c:pt>
              <c:pt idx="107">
                <c:v>0.7416488088086174</c:v>
              </c:pt>
              <c:pt idx="108">
                <c:v>0.7416488088086174</c:v>
              </c:pt>
              <c:pt idx="109">
                <c:v>0.7416488088086174</c:v>
              </c:pt>
              <c:pt idx="110">
                <c:v>0.7416488088086174</c:v>
              </c:pt>
              <c:pt idx="111">
                <c:v>0.7416488088086174</c:v>
              </c:pt>
              <c:pt idx="112">
                <c:v>0.7416488088086174</c:v>
              </c:pt>
              <c:pt idx="113">
                <c:v>0.7416488088086174</c:v>
              </c:pt>
              <c:pt idx="114">
                <c:v>0.7416488088086174</c:v>
              </c:pt>
              <c:pt idx="115">
                <c:v>0.7416488088086174</c:v>
              </c:pt>
              <c:pt idx="116">
                <c:v>0.7416488088086174</c:v>
              </c:pt>
              <c:pt idx="117">
                <c:v>0.7416488088086174</c:v>
              </c:pt>
              <c:pt idx="118">
                <c:v>0.7416488088086174</c:v>
              </c:pt>
              <c:pt idx="119">
                <c:v>0.7416488088086174</c:v>
              </c:pt>
              <c:pt idx="120">
                <c:v>0.7416488088086174</c:v>
              </c:pt>
              <c:pt idx="121">
                <c:v>0.7416488088086174</c:v>
              </c:pt>
              <c:pt idx="122">
                <c:v>0.7416488088086174</c:v>
              </c:pt>
              <c:pt idx="123">
                <c:v>0.7416488088086174</c:v>
              </c:pt>
              <c:pt idx="124">
                <c:v>0.7416488088086174</c:v>
              </c:pt>
              <c:pt idx="125">
                <c:v>0.7416488088086174</c:v>
              </c:pt>
              <c:pt idx="126">
                <c:v>0.7416488088086174</c:v>
              </c:pt>
              <c:pt idx="127">
                <c:v>0.7416488088086174</c:v>
              </c:pt>
              <c:pt idx="128">
                <c:v>0.7416488088086174</c:v>
              </c:pt>
              <c:pt idx="129">
                <c:v>0.7416488088086174</c:v>
              </c:pt>
              <c:pt idx="130">
                <c:v>0.7416488088086174</c:v>
              </c:pt>
              <c:pt idx="131">
                <c:v>0.7416488088086174</c:v>
              </c:pt>
              <c:pt idx="132">
                <c:v>0.7416488088086174</c:v>
              </c:pt>
              <c:pt idx="133">
                <c:v>0.7416488088086174</c:v>
              </c:pt>
              <c:pt idx="134">
                <c:v>0.7416488088086174</c:v>
              </c:pt>
              <c:pt idx="135">
                <c:v>0.7416488088086174</c:v>
              </c:pt>
              <c:pt idx="136">
                <c:v>0.7416488088086174</c:v>
              </c:pt>
              <c:pt idx="137">
                <c:v>0.7416488088086174</c:v>
              </c:pt>
              <c:pt idx="138">
                <c:v>0.7416488088086174</c:v>
              </c:pt>
              <c:pt idx="139">
                <c:v>0.7416488088086174</c:v>
              </c:pt>
              <c:pt idx="140">
                <c:v>0.7416488088086174</c:v>
              </c:pt>
              <c:pt idx="141">
                <c:v>0.7416488088086174</c:v>
              </c:pt>
              <c:pt idx="142">
                <c:v>0.7416488088086174</c:v>
              </c:pt>
              <c:pt idx="143">
                <c:v>0.7416488088086174</c:v>
              </c:pt>
              <c:pt idx="144">
                <c:v>0.7416488088086174</c:v>
              </c:pt>
              <c:pt idx="145">
                <c:v>0.7416488088086174</c:v>
              </c:pt>
              <c:pt idx="146">
                <c:v>0.7416488088086174</c:v>
              </c:pt>
              <c:pt idx="147">
                <c:v>0.7416488088086174</c:v>
              </c:pt>
              <c:pt idx="148">
                <c:v>0.7416488088086174</c:v>
              </c:pt>
              <c:pt idx="149">
                <c:v>0.7416488088086174</c:v>
              </c:pt>
              <c:pt idx="150">
                <c:v>0.7416488088086174</c:v>
              </c:pt>
              <c:pt idx="151">
                <c:v>0.7416488088086174</c:v>
              </c:pt>
              <c:pt idx="152">
                <c:v>0.7416488088086174</c:v>
              </c:pt>
              <c:pt idx="153">
                <c:v>0.7416488088086174</c:v>
              </c:pt>
              <c:pt idx="154">
                <c:v>0.7416488088086174</c:v>
              </c:pt>
              <c:pt idx="155">
                <c:v>0.7416488088086174</c:v>
              </c:pt>
              <c:pt idx="156">
                <c:v>0.7416488088086174</c:v>
              </c:pt>
              <c:pt idx="157">
                <c:v>0.7416488088086174</c:v>
              </c:pt>
              <c:pt idx="158">
                <c:v>0.7416488088086174</c:v>
              </c:pt>
              <c:pt idx="159">
                <c:v>0.7416488088086174</c:v>
              </c:pt>
              <c:pt idx="160">
                <c:v>0.7416488088086174</c:v>
              </c:pt>
              <c:pt idx="161">
                <c:v>0.7416488088086174</c:v>
              </c:pt>
              <c:pt idx="162">
                <c:v>0.7416488088086174</c:v>
              </c:pt>
              <c:pt idx="163">
                <c:v>0.7416488088086174</c:v>
              </c:pt>
              <c:pt idx="164">
                <c:v>0.7416488088086174</c:v>
              </c:pt>
              <c:pt idx="165">
                <c:v>0.7416488088086174</c:v>
              </c:pt>
              <c:pt idx="166">
                <c:v>0.7416488088086174</c:v>
              </c:pt>
              <c:pt idx="167">
                <c:v>0.7416488088086174</c:v>
              </c:pt>
              <c:pt idx="168">
                <c:v>0.7416488088086174</c:v>
              </c:pt>
              <c:pt idx="169">
                <c:v>0.7416488088086174</c:v>
              </c:pt>
              <c:pt idx="170">
                <c:v>0.7416488088086174</c:v>
              </c:pt>
              <c:pt idx="171">
                <c:v>0.7416488088086174</c:v>
              </c:pt>
              <c:pt idx="172">
                <c:v>0.7416488088086174</c:v>
              </c:pt>
              <c:pt idx="173">
                <c:v>0.7416488088086174</c:v>
              </c:pt>
              <c:pt idx="174">
                <c:v>0.7416488088086174</c:v>
              </c:pt>
              <c:pt idx="175">
                <c:v>0.7416488088086174</c:v>
              </c:pt>
              <c:pt idx="176">
                <c:v>0.7416488088086174</c:v>
              </c:pt>
              <c:pt idx="177">
                <c:v>0.7416488088086174</c:v>
              </c:pt>
              <c:pt idx="178">
                <c:v>0.7416488088086174</c:v>
              </c:pt>
              <c:pt idx="179">
                <c:v>0.7416488088086174</c:v>
              </c:pt>
              <c:pt idx="180">
                <c:v>0.7416488088086174</c:v>
              </c:pt>
              <c:pt idx="181">
                <c:v>0.7416488088086174</c:v>
              </c:pt>
              <c:pt idx="182">
                <c:v>0.7416488088086174</c:v>
              </c:pt>
              <c:pt idx="183">
                <c:v>0.7416488088086174</c:v>
              </c:pt>
              <c:pt idx="184">
                <c:v>0.7416488088086174</c:v>
              </c:pt>
              <c:pt idx="185">
                <c:v>0.7416488088086174</c:v>
              </c:pt>
              <c:pt idx="186">
                <c:v>0.7416488088086174</c:v>
              </c:pt>
              <c:pt idx="187">
                <c:v>0.7416488088086174</c:v>
              </c:pt>
              <c:pt idx="188">
                <c:v>0.7416488088086174</c:v>
              </c:pt>
              <c:pt idx="189">
                <c:v>0.7416488088086174</c:v>
              </c:pt>
              <c:pt idx="190">
                <c:v>0.7416488088086174</c:v>
              </c:pt>
              <c:pt idx="191">
                <c:v>0.7416488088086174</c:v>
              </c:pt>
              <c:pt idx="192">
                <c:v>0.7416488088086174</c:v>
              </c:pt>
              <c:pt idx="193">
                <c:v>0.7416488088086174</c:v>
              </c:pt>
              <c:pt idx="194">
                <c:v>0.7416488088086174</c:v>
              </c:pt>
              <c:pt idx="195">
                <c:v>0.7416488088086174</c:v>
              </c:pt>
              <c:pt idx="196">
                <c:v>0.7416488088086174</c:v>
              </c:pt>
              <c:pt idx="197">
                <c:v>0.7416488088086174</c:v>
              </c:pt>
              <c:pt idx="198">
                <c:v>0.7416488088086174</c:v>
              </c:pt>
              <c:pt idx="199">
                <c:v>0.7416488088086174</c:v>
              </c:pt>
              <c:pt idx="200">
                <c:v>0.7416488088086174</c:v>
              </c:pt>
              <c:pt idx="201">
                <c:v>0.7416488088086174</c:v>
              </c:pt>
              <c:pt idx="202">
                <c:v>0.7416488088086174</c:v>
              </c:pt>
              <c:pt idx="203">
                <c:v>0.7416488088086174</c:v>
              </c:pt>
              <c:pt idx="204">
                <c:v>0.7416488088086174</c:v>
              </c:pt>
              <c:pt idx="205">
                <c:v>0.7416488088086174</c:v>
              </c:pt>
              <c:pt idx="206">
                <c:v>0.7416488088086174</c:v>
              </c:pt>
              <c:pt idx="207">
                <c:v>0.7416488088086174</c:v>
              </c:pt>
              <c:pt idx="208">
                <c:v>0.7416488088086174</c:v>
              </c:pt>
              <c:pt idx="209">
                <c:v>0.7416488088086174</c:v>
              </c:pt>
              <c:pt idx="210">
                <c:v>0.7416488088086174</c:v>
              </c:pt>
              <c:pt idx="211">
                <c:v>0.7416488088086174</c:v>
              </c:pt>
              <c:pt idx="212">
                <c:v>0.7416488088086174</c:v>
              </c:pt>
              <c:pt idx="213">
                <c:v>0.7416488088086174</c:v>
              </c:pt>
              <c:pt idx="214">
                <c:v>0.7416488088086174</c:v>
              </c:pt>
              <c:pt idx="215">
                <c:v>0.7416488088086174</c:v>
              </c:pt>
              <c:pt idx="216">
                <c:v>0.7416488088086174</c:v>
              </c:pt>
              <c:pt idx="217">
                <c:v>0.7416488088086174</c:v>
              </c:pt>
              <c:pt idx="218">
                <c:v>0.7416488088086174</c:v>
              </c:pt>
              <c:pt idx="219">
                <c:v>0.7416488088086174</c:v>
              </c:pt>
              <c:pt idx="220">
                <c:v>0.7416488088086174</c:v>
              </c:pt>
              <c:pt idx="221">
                <c:v>0.7416488088086174</c:v>
              </c:pt>
              <c:pt idx="222">
                <c:v>0.7416488088086174</c:v>
              </c:pt>
              <c:pt idx="223">
                <c:v>0.7416488088086174</c:v>
              </c:pt>
              <c:pt idx="224">
                <c:v>0.7416488088086174</c:v>
              </c:pt>
              <c:pt idx="225">
                <c:v>0.7416488088086174</c:v>
              </c:pt>
              <c:pt idx="226">
                <c:v>0.7416488088086174</c:v>
              </c:pt>
              <c:pt idx="227">
                <c:v>0.7416488088086174</c:v>
              </c:pt>
              <c:pt idx="228">
                <c:v>0.7416488088086174</c:v>
              </c:pt>
              <c:pt idx="229">
                <c:v>0.7416488088086174</c:v>
              </c:pt>
              <c:pt idx="230">
                <c:v>0.7416488088086174</c:v>
              </c:pt>
              <c:pt idx="231">
                <c:v>0.7416488088086174</c:v>
              </c:pt>
              <c:pt idx="232">
                <c:v>0.7416488088086174</c:v>
              </c:pt>
              <c:pt idx="233">
                <c:v>0.7416488088086174</c:v>
              </c:pt>
              <c:pt idx="234">
                <c:v>0.7416488088086174</c:v>
              </c:pt>
              <c:pt idx="235">
                <c:v>0.7416488088086174</c:v>
              </c:pt>
              <c:pt idx="236">
                <c:v>0.7416488088086174</c:v>
              </c:pt>
              <c:pt idx="237">
                <c:v>0.7416488088086174</c:v>
              </c:pt>
              <c:pt idx="238">
                <c:v>0.7416488088086174</c:v>
              </c:pt>
              <c:pt idx="239">
                <c:v>0.7416488088086174</c:v>
              </c:pt>
              <c:pt idx="240">
                <c:v>0.7416488088086174</c:v>
              </c:pt>
              <c:pt idx="241">
                <c:v>0.7416488088086174</c:v>
              </c:pt>
              <c:pt idx="242">
                <c:v>0.7416488088086174</c:v>
              </c:pt>
              <c:pt idx="243">
                <c:v>0.7416488088086174</c:v>
              </c:pt>
              <c:pt idx="244">
                <c:v>0.7416488088086174</c:v>
              </c:pt>
              <c:pt idx="245">
                <c:v>0.7416488088086174</c:v>
              </c:pt>
              <c:pt idx="246">
                <c:v>0.7416488088086174</c:v>
              </c:pt>
              <c:pt idx="247">
                <c:v>0.7416488088086174</c:v>
              </c:pt>
              <c:pt idx="248">
                <c:v>0.7416488088086174</c:v>
              </c:pt>
              <c:pt idx="249">
                <c:v>0.7416488088086174</c:v>
              </c:pt>
              <c:pt idx="250">
                <c:v>0.7416488088086174</c:v>
              </c:pt>
              <c:pt idx="251">
                <c:v>0.7416488088086174</c:v>
              </c:pt>
              <c:pt idx="252">
                <c:v>0.7416488088086174</c:v>
              </c:pt>
              <c:pt idx="253">
                <c:v>0.7416488088086174</c:v>
              </c:pt>
              <c:pt idx="254">
                <c:v>0.7416488088086174</c:v>
              </c:pt>
              <c:pt idx="255">
                <c:v>0.7416488088086174</c:v>
              </c:pt>
              <c:pt idx="256">
                <c:v>0.7416488088086174</c:v>
              </c:pt>
              <c:pt idx="257">
                <c:v>0.7416488088086174</c:v>
              </c:pt>
              <c:pt idx="258">
                <c:v>0.7416488088086174</c:v>
              </c:pt>
              <c:pt idx="259">
                <c:v>0.7416488088086174</c:v>
              </c:pt>
              <c:pt idx="260">
                <c:v>0.7416488088086174</c:v>
              </c:pt>
              <c:pt idx="261">
                <c:v>0.7416488088086174</c:v>
              </c:pt>
              <c:pt idx="262">
                <c:v>0.7416488088086174</c:v>
              </c:pt>
              <c:pt idx="263">
                <c:v>0.7416488088086174</c:v>
              </c:pt>
              <c:pt idx="264">
                <c:v>0.7416488088086174</c:v>
              </c:pt>
              <c:pt idx="265">
                <c:v>0.7416488088086174</c:v>
              </c:pt>
              <c:pt idx="266">
                <c:v>0.7416488088086174</c:v>
              </c:pt>
              <c:pt idx="267">
                <c:v>0.7416488088086174</c:v>
              </c:pt>
              <c:pt idx="268">
                <c:v>0.7416488088086174</c:v>
              </c:pt>
              <c:pt idx="269">
                <c:v>0.7416488088086174</c:v>
              </c:pt>
              <c:pt idx="270">
                <c:v>0.7416488088086174</c:v>
              </c:pt>
              <c:pt idx="271">
                <c:v>0.7416488088086174</c:v>
              </c:pt>
              <c:pt idx="272">
                <c:v>0.7416488088086174</c:v>
              </c:pt>
              <c:pt idx="273">
                <c:v>0.7416488088086174</c:v>
              </c:pt>
              <c:pt idx="274">
                <c:v>0.7416488088086174</c:v>
              </c:pt>
              <c:pt idx="275">
                <c:v>0.7416488088086174</c:v>
              </c:pt>
              <c:pt idx="276">
                <c:v>0.7416488088086174</c:v>
              </c:pt>
              <c:pt idx="277">
                <c:v>0.7416488088086174</c:v>
              </c:pt>
              <c:pt idx="278">
                <c:v>0.7416488088086174</c:v>
              </c:pt>
              <c:pt idx="279">
                <c:v>0.7416488088086174</c:v>
              </c:pt>
              <c:pt idx="280">
                <c:v>0.7416488088086174</c:v>
              </c:pt>
              <c:pt idx="281">
                <c:v>0.7416488088086174</c:v>
              </c:pt>
              <c:pt idx="282">
                <c:v>0.7416488088086174</c:v>
              </c:pt>
              <c:pt idx="283">
                <c:v>0.7416488088086174</c:v>
              </c:pt>
              <c:pt idx="284">
                <c:v>0.7416488088086174</c:v>
              </c:pt>
              <c:pt idx="285">
                <c:v>0.7416488088086174</c:v>
              </c:pt>
              <c:pt idx="286">
                <c:v>0.7416488088086174</c:v>
              </c:pt>
              <c:pt idx="287">
                <c:v>0.7416488088086174</c:v>
              </c:pt>
              <c:pt idx="288">
                <c:v>0.7416488088086174</c:v>
              </c:pt>
              <c:pt idx="289">
                <c:v>0.7416488088086174</c:v>
              </c:pt>
              <c:pt idx="290">
                <c:v>0.7416488088086174</c:v>
              </c:pt>
              <c:pt idx="291">
                <c:v>0.7416488088086174</c:v>
              </c:pt>
              <c:pt idx="292">
                <c:v>0.7416488088086174</c:v>
              </c:pt>
              <c:pt idx="293">
                <c:v>0.7416488088086174</c:v>
              </c:pt>
              <c:pt idx="294">
                <c:v>0.7416488088086174</c:v>
              </c:pt>
              <c:pt idx="295">
                <c:v>0.7416488088086174</c:v>
              </c:pt>
              <c:pt idx="296">
                <c:v>0.7416488088086174</c:v>
              </c:pt>
              <c:pt idx="297">
                <c:v>0.7416488088086174</c:v>
              </c:pt>
              <c:pt idx="298">
                <c:v>0.7416488088086174</c:v>
              </c:pt>
              <c:pt idx="299">
                <c:v>0.7416488088086174</c:v>
              </c:pt>
              <c:pt idx="300">
                <c:v>0.7416488088086174</c:v>
              </c:pt>
              <c:pt idx="301">
                <c:v>0.7416488088086174</c:v>
              </c:pt>
              <c:pt idx="302">
                <c:v>0.7416488088086174</c:v>
              </c:pt>
              <c:pt idx="303">
                <c:v>0.7416488088086174</c:v>
              </c:pt>
              <c:pt idx="304">
                <c:v>0.7416488088086174</c:v>
              </c:pt>
              <c:pt idx="305">
                <c:v>0.7416488088086174</c:v>
              </c:pt>
              <c:pt idx="306">
                <c:v>0.7416488088086174</c:v>
              </c:pt>
              <c:pt idx="307">
                <c:v>0.7416488088086174</c:v>
              </c:pt>
              <c:pt idx="308">
                <c:v>0.7416488088086174</c:v>
              </c:pt>
              <c:pt idx="309">
                <c:v>0.7416488088086174</c:v>
              </c:pt>
              <c:pt idx="310">
                <c:v>0.7416488088086174</c:v>
              </c:pt>
              <c:pt idx="311">
                <c:v>0.7416488088086174</c:v>
              </c:pt>
              <c:pt idx="312">
                <c:v>0.7416488088086174</c:v>
              </c:pt>
              <c:pt idx="313">
                <c:v>0.7416488088086174</c:v>
              </c:pt>
              <c:pt idx="314">
                <c:v>0.7416488088086174</c:v>
              </c:pt>
              <c:pt idx="315">
                <c:v>0.7416488088086174</c:v>
              </c:pt>
              <c:pt idx="316">
                <c:v>0.7416488088086174</c:v>
              </c:pt>
              <c:pt idx="317">
                <c:v>0.7416488088086174</c:v>
              </c:pt>
              <c:pt idx="318">
                <c:v>0.7416488088086174</c:v>
              </c:pt>
              <c:pt idx="319">
                <c:v>0.7416488088086174</c:v>
              </c:pt>
              <c:pt idx="320">
                <c:v>0.7416488088086174</c:v>
              </c:pt>
              <c:pt idx="321">
                <c:v>0.7416488088086174</c:v>
              </c:pt>
              <c:pt idx="322">
                <c:v>0.7416488088086174</c:v>
              </c:pt>
              <c:pt idx="323">
                <c:v>0.7416488088086174</c:v>
              </c:pt>
              <c:pt idx="324">
                <c:v>0.7416488088086174</c:v>
              </c:pt>
              <c:pt idx="325">
                <c:v>0.7416488088086174</c:v>
              </c:pt>
              <c:pt idx="326">
                <c:v>0.7416488088086174</c:v>
              </c:pt>
              <c:pt idx="327">
                <c:v>0.7416488088086174</c:v>
              </c:pt>
              <c:pt idx="328">
                <c:v>0.7416488088086174</c:v>
              </c:pt>
              <c:pt idx="329">
                <c:v>0.7416488088086174</c:v>
              </c:pt>
              <c:pt idx="330">
                <c:v>0.7416488088086174</c:v>
              </c:pt>
              <c:pt idx="331">
                <c:v>0.7416488088086174</c:v>
              </c:pt>
              <c:pt idx="332">
                <c:v>0.7416488088086174</c:v>
              </c:pt>
              <c:pt idx="333">
                <c:v>0.7416488088086174</c:v>
              </c:pt>
              <c:pt idx="334">
                <c:v>0.7416488088086174</c:v>
              </c:pt>
              <c:pt idx="335">
                <c:v>0.7416488088086174</c:v>
              </c:pt>
              <c:pt idx="336">
                <c:v>0.7416488088086174</c:v>
              </c:pt>
              <c:pt idx="337">
                <c:v>0.7416488088086174</c:v>
              </c:pt>
              <c:pt idx="338">
                <c:v>0.7416488088086174</c:v>
              </c:pt>
              <c:pt idx="339">
                <c:v>0.7416488088086174</c:v>
              </c:pt>
              <c:pt idx="340">
                <c:v>0.7416488088086174</c:v>
              </c:pt>
              <c:pt idx="341">
                <c:v>0.7416488088086174</c:v>
              </c:pt>
              <c:pt idx="342">
                <c:v>0.7416488088086174</c:v>
              </c:pt>
              <c:pt idx="343">
                <c:v>0.7416488088086174</c:v>
              </c:pt>
              <c:pt idx="344">
                <c:v>0.7416488088086174</c:v>
              </c:pt>
              <c:pt idx="345">
                <c:v>0.7416488088086174</c:v>
              </c:pt>
              <c:pt idx="346">
                <c:v>0.7416488088086174</c:v>
              </c:pt>
              <c:pt idx="347">
                <c:v>0.7416488088086174</c:v>
              </c:pt>
              <c:pt idx="348">
                <c:v>0.7416488088086174</c:v>
              </c:pt>
              <c:pt idx="349">
                <c:v>0.7416488088086174</c:v>
              </c:pt>
              <c:pt idx="350">
                <c:v>0.7416488088086174</c:v>
              </c:pt>
              <c:pt idx="351">
                <c:v>0.7416488088086174</c:v>
              </c:pt>
              <c:pt idx="352">
                <c:v>0.7416488088086174</c:v>
              </c:pt>
              <c:pt idx="353">
                <c:v>0.7416488088086174</c:v>
              </c:pt>
              <c:pt idx="354">
                <c:v>0.7416488088086174</c:v>
              </c:pt>
              <c:pt idx="355">
                <c:v>0.7416488088086174</c:v>
              </c:pt>
              <c:pt idx="356">
                <c:v>0.7416488088086174</c:v>
              </c:pt>
              <c:pt idx="357">
                <c:v>0.7416488088086174</c:v>
              </c:pt>
              <c:pt idx="358">
                <c:v>0.7416488088086174</c:v>
              </c:pt>
              <c:pt idx="359">
                <c:v>0.7416488088086174</c:v>
              </c:pt>
              <c:pt idx="360">
                <c:v>0.7416488088086174</c:v>
              </c:pt>
              <c:pt idx="361">
                <c:v>0.7416488088086174</c:v>
              </c:pt>
              <c:pt idx="362">
                <c:v>0.7416488088086174</c:v>
              </c:pt>
              <c:pt idx="363">
                <c:v>0.7416488088086174</c:v>
              </c:pt>
              <c:pt idx="364">
                <c:v>0.7416488088086174</c:v>
              </c:pt>
              <c:pt idx="365">
                <c:v>0.7416488088086174</c:v>
              </c:pt>
              <c:pt idx="366">
                <c:v>0.7416488088086174</c:v>
              </c:pt>
              <c:pt idx="367">
                <c:v>0.7416488088086174</c:v>
              </c:pt>
              <c:pt idx="368">
                <c:v>0.7416488088086174</c:v>
              </c:pt>
              <c:pt idx="369">
                <c:v>0.7416488088086174</c:v>
              </c:pt>
              <c:pt idx="370">
                <c:v>0.7416488088086174</c:v>
              </c:pt>
              <c:pt idx="371">
                <c:v>0.7416488088086174</c:v>
              </c:pt>
              <c:pt idx="372">
                <c:v>0.7416488088086174</c:v>
              </c:pt>
              <c:pt idx="373">
                <c:v>0.7416488088086174</c:v>
              </c:pt>
              <c:pt idx="374">
                <c:v>0.7416488088086174</c:v>
              </c:pt>
              <c:pt idx="375">
                <c:v>0.7416488088086174</c:v>
              </c:pt>
              <c:pt idx="376">
                <c:v>0.7416488088086174</c:v>
              </c:pt>
              <c:pt idx="377">
                <c:v>0.7416488088086174</c:v>
              </c:pt>
              <c:pt idx="378">
                <c:v>0.7416488088086174</c:v>
              </c:pt>
              <c:pt idx="379">
                <c:v>0.7416488088086174</c:v>
              </c:pt>
              <c:pt idx="380">
                <c:v>0.7416488088086174</c:v>
              </c:pt>
              <c:pt idx="381">
                <c:v>0.7416488088086174</c:v>
              </c:pt>
              <c:pt idx="382">
                <c:v>0.7416488088086174</c:v>
              </c:pt>
              <c:pt idx="383">
                <c:v>0.7416488088086174</c:v>
              </c:pt>
              <c:pt idx="384">
                <c:v>0.7416488088086174</c:v>
              </c:pt>
              <c:pt idx="385">
                <c:v>0.7416488088086174</c:v>
              </c:pt>
              <c:pt idx="386">
                <c:v>0.7416488088086174</c:v>
              </c:pt>
              <c:pt idx="387">
                <c:v>0.7416488088086174</c:v>
              </c:pt>
              <c:pt idx="388">
                <c:v>0.7416488088086174</c:v>
              </c:pt>
              <c:pt idx="389">
                <c:v>0.7416488088086174</c:v>
              </c:pt>
              <c:pt idx="390">
                <c:v>0.7416488088086174</c:v>
              </c:pt>
              <c:pt idx="391">
                <c:v>0.7416488088086174</c:v>
              </c:pt>
              <c:pt idx="392">
                <c:v>0.7416488088086174</c:v>
              </c:pt>
              <c:pt idx="393">
                <c:v>0.7416488088086174</c:v>
              </c:pt>
              <c:pt idx="394">
                <c:v>0.7416488088086174</c:v>
              </c:pt>
              <c:pt idx="395">
                <c:v>0.7416488088086174</c:v>
              </c:pt>
              <c:pt idx="396">
                <c:v>0.7416488088086174</c:v>
              </c:pt>
              <c:pt idx="397">
                <c:v>0.7416488088086174</c:v>
              </c:pt>
              <c:pt idx="398">
                <c:v>0.7416488088086174</c:v>
              </c:pt>
              <c:pt idx="399">
                <c:v>0.7416488088086174</c:v>
              </c:pt>
              <c:pt idx="400">
                <c:v>0.7416488088086174</c:v>
              </c:pt>
              <c:pt idx="401">
                <c:v>0.7416488088086174</c:v>
              </c:pt>
              <c:pt idx="402">
                <c:v>0.7416488088086174</c:v>
              </c:pt>
              <c:pt idx="403">
                <c:v>0.7416488088086174</c:v>
              </c:pt>
              <c:pt idx="404">
                <c:v>0.7416488088086174</c:v>
              </c:pt>
              <c:pt idx="405">
                <c:v>0.7416488088086174</c:v>
              </c:pt>
              <c:pt idx="406">
                <c:v>0.7416488088086174</c:v>
              </c:pt>
              <c:pt idx="407">
                <c:v>0.7416488088086174</c:v>
              </c:pt>
              <c:pt idx="408">
                <c:v>0.7416488088086174</c:v>
              </c:pt>
              <c:pt idx="409">
                <c:v>0.7416488088086174</c:v>
              </c:pt>
              <c:pt idx="410">
                <c:v>0.7416488088086174</c:v>
              </c:pt>
              <c:pt idx="411">
                <c:v>0.7416488088086174</c:v>
              </c:pt>
            </c:numLit>
          </c:yVal>
          <c:smooth val="0"/>
        </c:ser>
        <c:ser>
          <c:idx val="8"/>
          <c:order val="8"/>
          <c:tx>
            <c:v>Same order, optimal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009E73"/>
              </a:solidFill>
            </c:spPr>
          </c:marker>
          <c:xVal>
            <c:numLit>
              <c:formatCode>General</c:formatCode>
              <c:ptCount val="412"/>
              <c:pt idx="0">
                <c:v>4.669276550240401</c:v>
              </c:pt>
              <c:pt idx="1">
                <c:v>4.669276550240401</c:v>
              </c:pt>
              <c:pt idx="2">
                <c:v>4.669276550240401</c:v>
              </c:pt>
              <c:pt idx="3">
                <c:v>4.669276550240401</c:v>
              </c:pt>
              <c:pt idx="4">
                <c:v>4.669276550240401</c:v>
              </c:pt>
              <c:pt idx="5">
                <c:v>4.669276550240401</c:v>
              </c:pt>
              <c:pt idx="6">
                <c:v>4.669276550240401</c:v>
              </c:pt>
              <c:pt idx="7">
                <c:v>4.669276550240401</c:v>
              </c:pt>
              <c:pt idx="8">
                <c:v>4.669276550240401</c:v>
              </c:pt>
              <c:pt idx="9">
                <c:v>4.669276550240401</c:v>
              </c:pt>
              <c:pt idx="10">
                <c:v>4.669276550240401</c:v>
              </c:pt>
              <c:pt idx="11">
                <c:v>4.669276550240401</c:v>
              </c:pt>
              <c:pt idx="12">
                <c:v>4.669276550240401</c:v>
              </c:pt>
              <c:pt idx="13">
                <c:v>4.669276550240401</c:v>
              </c:pt>
              <c:pt idx="14">
                <c:v>4.669276550240401</c:v>
              </c:pt>
              <c:pt idx="15">
                <c:v>4.669276550240401</c:v>
              </c:pt>
              <c:pt idx="16">
                <c:v>4.669276550240401</c:v>
              </c:pt>
              <c:pt idx="17">
                <c:v>4.669276550240401</c:v>
              </c:pt>
              <c:pt idx="18">
                <c:v>4.669276550240401</c:v>
              </c:pt>
              <c:pt idx="19">
                <c:v>4.669276550240401</c:v>
              </c:pt>
              <c:pt idx="20">
                <c:v>4.669276550240401</c:v>
              </c:pt>
              <c:pt idx="21">
                <c:v>4.669276550240401</c:v>
              </c:pt>
              <c:pt idx="22">
                <c:v>4.669276550240401</c:v>
              </c:pt>
              <c:pt idx="23">
                <c:v>4.669276550240401</c:v>
              </c:pt>
              <c:pt idx="24">
                <c:v>4.669276550240401</c:v>
              </c:pt>
              <c:pt idx="25">
                <c:v>4.669276550240401</c:v>
              </c:pt>
              <c:pt idx="26">
                <c:v>4.669276550240401</c:v>
              </c:pt>
              <c:pt idx="27">
                <c:v>4.669276550240401</c:v>
              </c:pt>
              <c:pt idx="28">
                <c:v>4.669276550240401</c:v>
              </c:pt>
              <c:pt idx="29">
                <c:v>4.669276550240401</c:v>
              </c:pt>
              <c:pt idx="30">
                <c:v>4.669276550240401</c:v>
              </c:pt>
              <c:pt idx="31">
                <c:v>4.669276550240401</c:v>
              </c:pt>
              <c:pt idx="32">
                <c:v>4.669276550240401</c:v>
              </c:pt>
              <c:pt idx="33">
                <c:v>4.669276550240401</c:v>
              </c:pt>
              <c:pt idx="34">
                <c:v>4.669276550240401</c:v>
              </c:pt>
              <c:pt idx="35">
                <c:v>4.669276550240401</c:v>
              </c:pt>
              <c:pt idx="36">
                <c:v>4.669276550240401</c:v>
              </c:pt>
              <c:pt idx="37">
                <c:v>4.669276550240401</c:v>
              </c:pt>
              <c:pt idx="38">
                <c:v>4.669276550240401</c:v>
              </c:pt>
              <c:pt idx="39">
                <c:v>4.669276550240401</c:v>
              </c:pt>
              <c:pt idx="40">
                <c:v>4.669276550240401</c:v>
              </c:pt>
              <c:pt idx="41">
                <c:v>4.669276550240401</c:v>
              </c:pt>
              <c:pt idx="42">
                <c:v>4.669276550240401</c:v>
              </c:pt>
              <c:pt idx="43">
                <c:v>4.669276550240401</c:v>
              </c:pt>
              <c:pt idx="44">
                <c:v>4.669276550240401</c:v>
              </c:pt>
              <c:pt idx="45">
                <c:v>4.669276550240401</c:v>
              </c:pt>
              <c:pt idx="46">
                <c:v>4.669276550240401</c:v>
              </c:pt>
              <c:pt idx="47">
                <c:v>4.669276550240401</c:v>
              </c:pt>
              <c:pt idx="48">
                <c:v>4.669276550240401</c:v>
              </c:pt>
              <c:pt idx="49">
                <c:v>4.669276550240401</c:v>
              </c:pt>
              <c:pt idx="50">
                <c:v>4.669276550240401</c:v>
              </c:pt>
              <c:pt idx="51">
                <c:v>4.669276550240401</c:v>
              </c:pt>
              <c:pt idx="52">
                <c:v>4.669276550240401</c:v>
              </c:pt>
              <c:pt idx="53">
                <c:v>4.669276550240401</c:v>
              </c:pt>
              <c:pt idx="54">
                <c:v>4.669276550240401</c:v>
              </c:pt>
              <c:pt idx="55">
                <c:v>4.669276550240401</c:v>
              </c:pt>
              <c:pt idx="56">
                <c:v>4.669276550240401</c:v>
              </c:pt>
              <c:pt idx="57">
                <c:v>4.669276550240401</c:v>
              </c:pt>
              <c:pt idx="58">
                <c:v>4.669276550240401</c:v>
              </c:pt>
              <c:pt idx="59">
                <c:v>4.669276550240401</c:v>
              </c:pt>
              <c:pt idx="60">
                <c:v>4.669276550240401</c:v>
              </c:pt>
              <c:pt idx="61">
                <c:v>4.669276550240401</c:v>
              </c:pt>
              <c:pt idx="62">
                <c:v>4.669276550240401</c:v>
              </c:pt>
              <c:pt idx="63">
                <c:v>4.669276550240401</c:v>
              </c:pt>
              <c:pt idx="64">
                <c:v>4.669276550240401</c:v>
              </c:pt>
              <c:pt idx="65">
                <c:v>4.669276550240401</c:v>
              </c:pt>
              <c:pt idx="66">
                <c:v>4.669276550240401</c:v>
              </c:pt>
              <c:pt idx="67">
                <c:v>4.669276550240401</c:v>
              </c:pt>
              <c:pt idx="68">
                <c:v>4.669276550240401</c:v>
              </c:pt>
              <c:pt idx="69">
                <c:v>4.669276550240401</c:v>
              </c:pt>
              <c:pt idx="70">
                <c:v>4.669276550240401</c:v>
              </c:pt>
              <c:pt idx="71">
                <c:v>4.669276550240401</c:v>
              </c:pt>
              <c:pt idx="72">
                <c:v>4.669276550240401</c:v>
              </c:pt>
              <c:pt idx="73">
                <c:v>4.669276550240401</c:v>
              </c:pt>
              <c:pt idx="74">
                <c:v>4.669276550240401</c:v>
              </c:pt>
              <c:pt idx="75">
                <c:v>4.669276550240401</c:v>
              </c:pt>
              <c:pt idx="76">
                <c:v>4.669276550240401</c:v>
              </c:pt>
              <c:pt idx="77">
                <c:v>4.669276550240401</c:v>
              </c:pt>
              <c:pt idx="78">
                <c:v>4.669276550240401</c:v>
              </c:pt>
              <c:pt idx="79">
                <c:v>4.669276550240401</c:v>
              </c:pt>
              <c:pt idx="80">
                <c:v>4.669276550240401</c:v>
              </c:pt>
              <c:pt idx="81">
                <c:v>4.669276550240401</c:v>
              </c:pt>
              <c:pt idx="82">
                <c:v>4.669276550240401</c:v>
              </c:pt>
              <c:pt idx="83">
                <c:v>4.669276550240401</c:v>
              </c:pt>
              <c:pt idx="84">
                <c:v>4.669276550240401</c:v>
              </c:pt>
              <c:pt idx="85">
                <c:v>4.669276550240401</c:v>
              </c:pt>
              <c:pt idx="86">
                <c:v>4.669276550240401</c:v>
              </c:pt>
              <c:pt idx="87">
                <c:v>4.669276550240401</c:v>
              </c:pt>
              <c:pt idx="88">
                <c:v>4.669276550240401</c:v>
              </c:pt>
              <c:pt idx="89">
                <c:v>4.669276550240401</c:v>
              </c:pt>
              <c:pt idx="90">
                <c:v>4.669276550240401</c:v>
              </c:pt>
              <c:pt idx="91">
                <c:v>4.669276550240401</c:v>
              </c:pt>
              <c:pt idx="92">
                <c:v>4.669276550240401</c:v>
              </c:pt>
              <c:pt idx="93">
                <c:v>4.669276550240401</c:v>
              </c:pt>
              <c:pt idx="94">
                <c:v>4.669276550240401</c:v>
              </c:pt>
              <c:pt idx="95">
                <c:v>4.669276550240401</c:v>
              </c:pt>
              <c:pt idx="96">
                <c:v>4.669276550240401</c:v>
              </c:pt>
              <c:pt idx="97">
                <c:v>4.669276550240401</c:v>
              </c:pt>
              <c:pt idx="98">
                <c:v>4.669276550240401</c:v>
              </c:pt>
              <c:pt idx="99">
                <c:v>4.669276550240401</c:v>
              </c:pt>
              <c:pt idx="100">
                <c:v>4.669276550240401</c:v>
              </c:pt>
              <c:pt idx="101">
                <c:v>4.669276550240401</c:v>
              </c:pt>
              <c:pt idx="102">
                <c:v>4.669276550240401</c:v>
              </c:pt>
              <c:pt idx="103">
                <c:v>4.669276550240401</c:v>
              </c:pt>
              <c:pt idx="104">
                <c:v>4.669276550240401</c:v>
              </c:pt>
              <c:pt idx="105">
                <c:v>4.669276550240401</c:v>
              </c:pt>
              <c:pt idx="106">
                <c:v>4.669276550240401</c:v>
              </c:pt>
              <c:pt idx="107">
                <c:v>4.669276550240401</c:v>
              </c:pt>
              <c:pt idx="108">
                <c:v>4.669276550240401</c:v>
              </c:pt>
              <c:pt idx="109">
                <c:v>4.669276550240401</c:v>
              </c:pt>
              <c:pt idx="110">
                <c:v>4.669276550240401</c:v>
              </c:pt>
              <c:pt idx="111">
                <c:v>4.669276550240401</c:v>
              </c:pt>
              <c:pt idx="112">
                <c:v>4.669276550240401</c:v>
              </c:pt>
              <c:pt idx="113">
                <c:v>4.669276550240401</c:v>
              </c:pt>
              <c:pt idx="114">
                <c:v>4.669276550240401</c:v>
              </c:pt>
              <c:pt idx="115">
                <c:v>4.669276550240401</c:v>
              </c:pt>
              <c:pt idx="116">
                <c:v>4.669276550240401</c:v>
              </c:pt>
              <c:pt idx="117">
                <c:v>4.669276550240401</c:v>
              </c:pt>
              <c:pt idx="118">
                <c:v>4.669276550240401</c:v>
              </c:pt>
              <c:pt idx="119">
                <c:v>4.669276550240401</c:v>
              </c:pt>
              <c:pt idx="120">
                <c:v>4.669276550240401</c:v>
              </c:pt>
              <c:pt idx="121">
                <c:v>4.669276550240401</c:v>
              </c:pt>
              <c:pt idx="122">
                <c:v>4.669276550240401</c:v>
              </c:pt>
              <c:pt idx="123">
                <c:v>4.669276550240401</c:v>
              </c:pt>
              <c:pt idx="124">
                <c:v>4.669276550240401</c:v>
              </c:pt>
              <c:pt idx="125">
                <c:v>4.669276550240401</c:v>
              </c:pt>
              <c:pt idx="126">
                <c:v>4.669276550240401</c:v>
              </c:pt>
              <c:pt idx="127">
                <c:v>4.669276550240401</c:v>
              </c:pt>
              <c:pt idx="128">
                <c:v>4.669276550240401</c:v>
              </c:pt>
              <c:pt idx="129">
                <c:v>4.669276550240401</c:v>
              </c:pt>
              <c:pt idx="130">
                <c:v>4.669276550240401</c:v>
              </c:pt>
              <c:pt idx="131">
                <c:v>4.669276550240401</c:v>
              </c:pt>
              <c:pt idx="132">
                <c:v>4.669276550240401</c:v>
              </c:pt>
              <c:pt idx="133">
                <c:v>4.669276550240401</c:v>
              </c:pt>
              <c:pt idx="134">
                <c:v>4.669276550240401</c:v>
              </c:pt>
              <c:pt idx="135">
                <c:v>4.669276550240401</c:v>
              </c:pt>
              <c:pt idx="136">
                <c:v>4.669276550240401</c:v>
              </c:pt>
              <c:pt idx="137">
                <c:v>4.669276550240401</c:v>
              </c:pt>
              <c:pt idx="138">
                <c:v>4.669276550240401</c:v>
              </c:pt>
              <c:pt idx="139">
                <c:v>4.669276550240401</c:v>
              </c:pt>
              <c:pt idx="140">
                <c:v>4.669276550240401</c:v>
              </c:pt>
              <c:pt idx="141">
                <c:v>4.669276550240401</c:v>
              </c:pt>
              <c:pt idx="142">
                <c:v>4.669276550240401</c:v>
              </c:pt>
              <c:pt idx="143">
                <c:v>4.669276550240401</c:v>
              </c:pt>
              <c:pt idx="144">
                <c:v>4.669276550240401</c:v>
              </c:pt>
              <c:pt idx="145">
                <c:v>4.669276550240401</c:v>
              </c:pt>
              <c:pt idx="146">
                <c:v>4.669276550240401</c:v>
              </c:pt>
              <c:pt idx="147">
                <c:v>4.669276550240401</c:v>
              </c:pt>
              <c:pt idx="148">
                <c:v>4.669276550240401</c:v>
              </c:pt>
              <c:pt idx="149">
                <c:v>4.669276550240401</c:v>
              </c:pt>
              <c:pt idx="150">
                <c:v>4.669276550240401</c:v>
              </c:pt>
              <c:pt idx="151">
                <c:v>4.669276550240401</c:v>
              </c:pt>
              <c:pt idx="152">
                <c:v>4.669276550240401</c:v>
              </c:pt>
              <c:pt idx="153">
                <c:v>4.669276550240401</c:v>
              </c:pt>
              <c:pt idx="154">
                <c:v>4.669276550240401</c:v>
              </c:pt>
              <c:pt idx="155">
                <c:v>4.669276550240401</c:v>
              </c:pt>
              <c:pt idx="156">
                <c:v>4.669276550240401</c:v>
              </c:pt>
              <c:pt idx="157">
                <c:v>4.669276550240401</c:v>
              </c:pt>
              <c:pt idx="158">
                <c:v>4.669276550240401</c:v>
              </c:pt>
              <c:pt idx="159">
                <c:v>4.669276550240401</c:v>
              </c:pt>
              <c:pt idx="160">
                <c:v>4.669276550240401</c:v>
              </c:pt>
              <c:pt idx="161">
                <c:v>4.669276550240401</c:v>
              </c:pt>
              <c:pt idx="162">
                <c:v>4.669276550240401</c:v>
              </c:pt>
              <c:pt idx="163">
                <c:v>4.669276550240401</c:v>
              </c:pt>
              <c:pt idx="164">
                <c:v>4.669276550240401</c:v>
              </c:pt>
              <c:pt idx="165">
                <c:v>4.669276550240401</c:v>
              </c:pt>
              <c:pt idx="166">
                <c:v>4.669276550240401</c:v>
              </c:pt>
              <c:pt idx="167">
                <c:v>4.669276550240401</c:v>
              </c:pt>
              <c:pt idx="168">
                <c:v>4.669276550240401</c:v>
              </c:pt>
              <c:pt idx="169">
                <c:v>4.669276550240401</c:v>
              </c:pt>
              <c:pt idx="170">
                <c:v>4.669276550240401</c:v>
              </c:pt>
              <c:pt idx="171">
                <c:v>4.669276550240401</c:v>
              </c:pt>
              <c:pt idx="172">
                <c:v>4.669276550240401</c:v>
              </c:pt>
              <c:pt idx="173">
                <c:v>4.669276550240401</c:v>
              </c:pt>
              <c:pt idx="174">
                <c:v>4.669276550240401</c:v>
              </c:pt>
              <c:pt idx="175">
                <c:v>4.669276550240401</c:v>
              </c:pt>
              <c:pt idx="176">
                <c:v>4.669276550240401</c:v>
              </c:pt>
              <c:pt idx="177">
                <c:v>4.669276550240401</c:v>
              </c:pt>
              <c:pt idx="178">
                <c:v>4.669276550240401</c:v>
              </c:pt>
              <c:pt idx="179">
                <c:v>4.669276550240401</c:v>
              </c:pt>
              <c:pt idx="180">
                <c:v>4.669276550240401</c:v>
              </c:pt>
              <c:pt idx="181">
                <c:v>4.669276550240401</c:v>
              </c:pt>
              <c:pt idx="182">
                <c:v>4.669276550240401</c:v>
              </c:pt>
              <c:pt idx="183">
                <c:v>4.669276550240401</c:v>
              </c:pt>
              <c:pt idx="184">
                <c:v>4.669276550240401</c:v>
              </c:pt>
              <c:pt idx="185">
                <c:v>4.669276550240401</c:v>
              </c:pt>
              <c:pt idx="186">
                <c:v>4.669276550240401</c:v>
              </c:pt>
              <c:pt idx="187">
                <c:v>4.669276550240401</c:v>
              </c:pt>
              <c:pt idx="188">
                <c:v>4.669276550240401</c:v>
              </c:pt>
              <c:pt idx="189">
                <c:v>4.669276550240401</c:v>
              </c:pt>
              <c:pt idx="190">
                <c:v>4.669276550240401</c:v>
              </c:pt>
              <c:pt idx="191">
                <c:v>4.669276550240401</c:v>
              </c:pt>
              <c:pt idx="192">
                <c:v>4.669276550240401</c:v>
              </c:pt>
              <c:pt idx="193">
                <c:v>4.669276550240401</c:v>
              </c:pt>
              <c:pt idx="194">
                <c:v>4.669276550240401</c:v>
              </c:pt>
              <c:pt idx="195">
                <c:v>4.669276550240401</c:v>
              </c:pt>
              <c:pt idx="196">
                <c:v>4.669276550240401</c:v>
              </c:pt>
              <c:pt idx="197">
                <c:v>4.669276550240401</c:v>
              </c:pt>
              <c:pt idx="198">
                <c:v>4.669276550240401</c:v>
              </c:pt>
              <c:pt idx="199">
                <c:v>4.669276550240401</c:v>
              </c:pt>
              <c:pt idx="200">
                <c:v>4.669276550240401</c:v>
              </c:pt>
              <c:pt idx="201">
                <c:v>4.669276550240401</c:v>
              </c:pt>
              <c:pt idx="202">
                <c:v>4.669276550240401</c:v>
              </c:pt>
              <c:pt idx="203">
                <c:v>4.669276550240401</c:v>
              </c:pt>
              <c:pt idx="204">
                <c:v>4.669276550240401</c:v>
              </c:pt>
              <c:pt idx="205">
                <c:v>4.669276550240401</c:v>
              </c:pt>
              <c:pt idx="206">
                <c:v>4.669276550240401</c:v>
              </c:pt>
              <c:pt idx="207">
                <c:v>4.669276550240401</c:v>
              </c:pt>
              <c:pt idx="208">
                <c:v>4.669276550240401</c:v>
              </c:pt>
              <c:pt idx="209">
                <c:v>4.669276550240401</c:v>
              </c:pt>
              <c:pt idx="210">
                <c:v>4.669276550240401</c:v>
              </c:pt>
              <c:pt idx="211">
                <c:v>4.669276550240401</c:v>
              </c:pt>
              <c:pt idx="212">
                <c:v>4.669276550240401</c:v>
              </c:pt>
              <c:pt idx="213">
                <c:v>4.669276550240401</c:v>
              </c:pt>
              <c:pt idx="214">
                <c:v>4.669276550240401</c:v>
              </c:pt>
              <c:pt idx="215">
                <c:v>4.669276550240401</c:v>
              </c:pt>
              <c:pt idx="216">
                <c:v>4.669276550240401</c:v>
              </c:pt>
              <c:pt idx="217">
                <c:v>4.669276550240401</c:v>
              </c:pt>
              <c:pt idx="218">
                <c:v>4.669276550240401</c:v>
              </c:pt>
              <c:pt idx="219">
                <c:v>4.669276550240401</c:v>
              </c:pt>
              <c:pt idx="220">
                <c:v>4.669276550240401</c:v>
              </c:pt>
              <c:pt idx="221">
                <c:v>4.669276550240401</c:v>
              </c:pt>
              <c:pt idx="222">
                <c:v>4.669276550240401</c:v>
              </c:pt>
              <c:pt idx="223">
                <c:v>4.669276550240401</c:v>
              </c:pt>
              <c:pt idx="224">
                <c:v>4.669276550240401</c:v>
              </c:pt>
              <c:pt idx="225">
                <c:v>4.669276550240401</c:v>
              </c:pt>
              <c:pt idx="226">
                <c:v>4.669276550240401</c:v>
              </c:pt>
              <c:pt idx="227">
                <c:v>4.669276550240401</c:v>
              </c:pt>
              <c:pt idx="228">
                <c:v>4.669276550240401</c:v>
              </c:pt>
              <c:pt idx="229">
                <c:v>4.669276550240401</c:v>
              </c:pt>
              <c:pt idx="230">
                <c:v>4.669276550240401</c:v>
              </c:pt>
              <c:pt idx="231">
                <c:v>4.669276550240401</c:v>
              </c:pt>
              <c:pt idx="232">
                <c:v>4.669276550240401</c:v>
              </c:pt>
              <c:pt idx="233">
                <c:v>4.669276550240401</c:v>
              </c:pt>
              <c:pt idx="234">
                <c:v>4.669276550240401</c:v>
              </c:pt>
              <c:pt idx="235">
                <c:v>4.669276550240401</c:v>
              </c:pt>
              <c:pt idx="236">
                <c:v>4.669276550240401</c:v>
              </c:pt>
              <c:pt idx="237">
                <c:v>4.669276550240401</c:v>
              </c:pt>
              <c:pt idx="238">
                <c:v>4.669276550240401</c:v>
              </c:pt>
              <c:pt idx="239">
                <c:v>4.669276550240401</c:v>
              </c:pt>
              <c:pt idx="240">
                <c:v>4.669276550240401</c:v>
              </c:pt>
              <c:pt idx="241">
                <c:v>4.669276550240401</c:v>
              </c:pt>
              <c:pt idx="242">
                <c:v>4.669276550240401</c:v>
              </c:pt>
              <c:pt idx="243">
                <c:v>4.669276550240401</c:v>
              </c:pt>
              <c:pt idx="244">
                <c:v>4.669276550240401</c:v>
              </c:pt>
              <c:pt idx="245">
                <c:v>4.669276550240401</c:v>
              </c:pt>
              <c:pt idx="246">
                <c:v>4.669276550240401</c:v>
              </c:pt>
              <c:pt idx="247">
                <c:v>4.669276550240401</c:v>
              </c:pt>
              <c:pt idx="248">
                <c:v>4.669276550240401</c:v>
              </c:pt>
              <c:pt idx="249">
                <c:v>4.669276550240401</c:v>
              </c:pt>
              <c:pt idx="250">
                <c:v>4.669276550240401</c:v>
              </c:pt>
              <c:pt idx="251">
                <c:v>4.669276550240401</c:v>
              </c:pt>
              <c:pt idx="252">
                <c:v>4.669276550240401</c:v>
              </c:pt>
              <c:pt idx="253">
                <c:v>4.669276550240401</c:v>
              </c:pt>
              <c:pt idx="254">
                <c:v>4.669276550240401</c:v>
              </c:pt>
              <c:pt idx="255">
                <c:v>4.669276550240401</c:v>
              </c:pt>
              <c:pt idx="256">
                <c:v>4.669276550240401</c:v>
              </c:pt>
              <c:pt idx="257">
                <c:v>4.669276550240401</c:v>
              </c:pt>
              <c:pt idx="258">
                <c:v>4.669276550240401</c:v>
              </c:pt>
              <c:pt idx="259">
                <c:v>4.669276550240401</c:v>
              </c:pt>
              <c:pt idx="260">
                <c:v>4.669276550240401</c:v>
              </c:pt>
              <c:pt idx="261">
                <c:v>4.669276550240401</c:v>
              </c:pt>
              <c:pt idx="262">
                <c:v>4.669276550240401</c:v>
              </c:pt>
              <c:pt idx="263">
                <c:v>4.669276550240401</c:v>
              </c:pt>
              <c:pt idx="264">
                <c:v>4.669276550240401</c:v>
              </c:pt>
              <c:pt idx="265">
                <c:v>4.669276550240401</c:v>
              </c:pt>
              <c:pt idx="266">
                <c:v>4.669276550240401</c:v>
              </c:pt>
              <c:pt idx="267">
                <c:v>4.669276550240401</c:v>
              </c:pt>
              <c:pt idx="268">
                <c:v>4.669276550240401</c:v>
              </c:pt>
              <c:pt idx="269">
                <c:v>4.669276550240401</c:v>
              </c:pt>
              <c:pt idx="270">
                <c:v>4.669276550240401</c:v>
              </c:pt>
              <c:pt idx="271">
                <c:v>4.669276550240401</c:v>
              </c:pt>
              <c:pt idx="272">
                <c:v>4.669276550240401</c:v>
              </c:pt>
              <c:pt idx="273">
                <c:v>4.669276550240401</c:v>
              </c:pt>
              <c:pt idx="274">
                <c:v>4.669276550240401</c:v>
              </c:pt>
              <c:pt idx="275">
                <c:v>4.669276550240401</c:v>
              </c:pt>
              <c:pt idx="276">
                <c:v>4.669276550240401</c:v>
              </c:pt>
              <c:pt idx="277">
                <c:v>4.669276550240401</c:v>
              </c:pt>
              <c:pt idx="278">
                <c:v>4.669276550240401</c:v>
              </c:pt>
              <c:pt idx="279">
                <c:v>4.669276550240401</c:v>
              </c:pt>
              <c:pt idx="280">
                <c:v>4.669276550240401</c:v>
              </c:pt>
              <c:pt idx="281">
                <c:v>4.669276550240401</c:v>
              </c:pt>
              <c:pt idx="282">
                <c:v>4.669276550240401</c:v>
              </c:pt>
              <c:pt idx="283">
                <c:v>4.669276550240401</c:v>
              </c:pt>
              <c:pt idx="284">
                <c:v>4.669276550240401</c:v>
              </c:pt>
              <c:pt idx="285">
                <c:v>4.669276550240401</c:v>
              </c:pt>
              <c:pt idx="286">
                <c:v>4.669276550240401</c:v>
              </c:pt>
              <c:pt idx="287">
                <c:v>4.669276550240401</c:v>
              </c:pt>
              <c:pt idx="288">
                <c:v>4.669276550240401</c:v>
              </c:pt>
              <c:pt idx="289">
                <c:v>4.669276550240401</c:v>
              </c:pt>
              <c:pt idx="290">
                <c:v>4.669276550240401</c:v>
              </c:pt>
              <c:pt idx="291">
                <c:v>4.669276550240401</c:v>
              </c:pt>
              <c:pt idx="292">
                <c:v>4.669276550240401</c:v>
              </c:pt>
              <c:pt idx="293">
                <c:v>4.669276550240401</c:v>
              </c:pt>
              <c:pt idx="294">
                <c:v>4.669276550240401</c:v>
              </c:pt>
              <c:pt idx="295">
                <c:v>4.669276550240401</c:v>
              </c:pt>
              <c:pt idx="296">
                <c:v>4.669276550240401</c:v>
              </c:pt>
              <c:pt idx="297">
                <c:v>4.669276550240401</c:v>
              </c:pt>
              <c:pt idx="298">
                <c:v>4.669276550240401</c:v>
              </c:pt>
              <c:pt idx="299">
                <c:v>4.669276550240401</c:v>
              </c:pt>
              <c:pt idx="300">
                <c:v>4.669276550240401</c:v>
              </c:pt>
              <c:pt idx="301">
                <c:v>4.669276550240401</c:v>
              </c:pt>
              <c:pt idx="302">
                <c:v>4.669276550240401</c:v>
              </c:pt>
              <c:pt idx="303">
                <c:v>4.669276550240401</c:v>
              </c:pt>
              <c:pt idx="304">
                <c:v>4.669276550240401</c:v>
              </c:pt>
              <c:pt idx="305">
                <c:v>4.669276550240401</c:v>
              </c:pt>
              <c:pt idx="306">
                <c:v>4.669276550240401</c:v>
              </c:pt>
              <c:pt idx="307">
                <c:v>4.669276550240401</c:v>
              </c:pt>
              <c:pt idx="308">
                <c:v>4.669276550240401</c:v>
              </c:pt>
              <c:pt idx="309">
                <c:v>4.669276550240401</c:v>
              </c:pt>
              <c:pt idx="310">
                <c:v>4.669276550240401</c:v>
              </c:pt>
              <c:pt idx="311">
                <c:v>4.669276550240401</c:v>
              </c:pt>
              <c:pt idx="312">
                <c:v>4.669276550240401</c:v>
              </c:pt>
              <c:pt idx="313">
                <c:v>4.669276550240401</c:v>
              </c:pt>
              <c:pt idx="314">
                <c:v>4.669276550240401</c:v>
              </c:pt>
              <c:pt idx="315">
                <c:v>4.669276550240401</c:v>
              </c:pt>
              <c:pt idx="316">
                <c:v>4.669276550240401</c:v>
              </c:pt>
              <c:pt idx="317">
                <c:v>4.669276550240401</c:v>
              </c:pt>
              <c:pt idx="318">
                <c:v>4.669276550240401</c:v>
              </c:pt>
              <c:pt idx="319">
                <c:v>4.669276550240401</c:v>
              </c:pt>
              <c:pt idx="320">
                <c:v>4.669276550240401</c:v>
              </c:pt>
              <c:pt idx="321">
                <c:v>4.669276550240401</c:v>
              </c:pt>
              <c:pt idx="322">
                <c:v>4.669276550240401</c:v>
              </c:pt>
              <c:pt idx="323">
                <c:v>4.669276550240401</c:v>
              </c:pt>
              <c:pt idx="324">
                <c:v>4.669276550240401</c:v>
              </c:pt>
              <c:pt idx="325">
                <c:v>4.669276550240401</c:v>
              </c:pt>
              <c:pt idx="326">
                <c:v>4.669276550240401</c:v>
              </c:pt>
              <c:pt idx="327">
                <c:v>4.669276550240401</c:v>
              </c:pt>
              <c:pt idx="328">
                <c:v>4.669276550240401</c:v>
              </c:pt>
              <c:pt idx="329">
                <c:v>4.669276550240401</c:v>
              </c:pt>
              <c:pt idx="330">
                <c:v>4.669276550240401</c:v>
              </c:pt>
              <c:pt idx="331">
                <c:v>4.669276550240401</c:v>
              </c:pt>
              <c:pt idx="332">
                <c:v>4.669276550240401</c:v>
              </c:pt>
              <c:pt idx="333">
                <c:v>4.669276550240401</c:v>
              </c:pt>
              <c:pt idx="334">
                <c:v>4.669276550240401</c:v>
              </c:pt>
              <c:pt idx="335">
                <c:v>4.669276550240401</c:v>
              </c:pt>
              <c:pt idx="336">
                <c:v>4.669276550240401</c:v>
              </c:pt>
              <c:pt idx="337">
                <c:v>4.669276550240401</c:v>
              </c:pt>
              <c:pt idx="338">
                <c:v>4.669276550240401</c:v>
              </c:pt>
              <c:pt idx="339">
                <c:v>4.669276550240401</c:v>
              </c:pt>
              <c:pt idx="340">
                <c:v>4.669276550240401</c:v>
              </c:pt>
              <c:pt idx="341">
                <c:v>4.669276550240401</c:v>
              </c:pt>
              <c:pt idx="342">
                <c:v>4.669276550240401</c:v>
              </c:pt>
              <c:pt idx="343">
                <c:v>4.669276550240401</c:v>
              </c:pt>
              <c:pt idx="344">
                <c:v>4.669276550240401</c:v>
              </c:pt>
              <c:pt idx="345">
                <c:v>4.669276550240401</c:v>
              </c:pt>
              <c:pt idx="346">
                <c:v>4.669276550240401</c:v>
              </c:pt>
              <c:pt idx="347">
                <c:v>4.669276550240401</c:v>
              </c:pt>
              <c:pt idx="348">
                <c:v>4.669276550240401</c:v>
              </c:pt>
              <c:pt idx="349">
                <c:v>4.669276550240401</c:v>
              </c:pt>
              <c:pt idx="350">
                <c:v>4.669276550240401</c:v>
              </c:pt>
              <c:pt idx="351">
                <c:v>4.669276550240401</c:v>
              </c:pt>
              <c:pt idx="352">
                <c:v>4.669276550240401</c:v>
              </c:pt>
              <c:pt idx="353">
                <c:v>4.669276550240401</c:v>
              </c:pt>
              <c:pt idx="354">
                <c:v>4.669276550240401</c:v>
              </c:pt>
              <c:pt idx="355">
                <c:v>4.669276550240401</c:v>
              </c:pt>
              <c:pt idx="356">
                <c:v>4.669276550240401</c:v>
              </c:pt>
              <c:pt idx="357">
                <c:v>4.669276550240401</c:v>
              </c:pt>
              <c:pt idx="358">
                <c:v>4.669276550240401</c:v>
              </c:pt>
              <c:pt idx="359">
                <c:v>4.669276550240401</c:v>
              </c:pt>
              <c:pt idx="360">
                <c:v>4.669276550240401</c:v>
              </c:pt>
              <c:pt idx="361">
                <c:v>4.669276550240401</c:v>
              </c:pt>
              <c:pt idx="362">
                <c:v>4.669276550240401</c:v>
              </c:pt>
              <c:pt idx="363">
                <c:v>4.669276550240401</c:v>
              </c:pt>
              <c:pt idx="364">
                <c:v>4.669276550240401</c:v>
              </c:pt>
              <c:pt idx="365">
                <c:v>4.669276550240401</c:v>
              </c:pt>
              <c:pt idx="366">
                <c:v>4.669276550240401</c:v>
              </c:pt>
              <c:pt idx="367">
                <c:v>4.669276550240401</c:v>
              </c:pt>
              <c:pt idx="368">
                <c:v>4.669276550240401</c:v>
              </c:pt>
              <c:pt idx="369">
                <c:v>4.669276550240401</c:v>
              </c:pt>
              <c:pt idx="370">
                <c:v>4.669276550240401</c:v>
              </c:pt>
              <c:pt idx="371">
                <c:v>4.669276550240401</c:v>
              </c:pt>
              <c:pt idx="372">
                <c:v>4.669276550240401</c:v>
              </c:pt>
              <c:pt idx="373">
                <c:v>4.669276550240401</c:v>
              </c:pt>
              <c:pt idx="374">
                <c:v>4.669276550240401</c:v>
              </c:pt>
              <c:pt idx="375">
                <c:v>4.669276550240401</c:v>
              </c:pt>
              <c:pt idx="376">
                <c:v>4.669276550240401</c:v>
              </c:pt>
              <c:pt idx="377">
                <c:v>4.669276550240401</c:v>
              </c:pt>
              <c:pt idx="378">
                <c:v>4.669276550240401</c:v>
              </c:pt>
              <c:pt idx="379">
                <c:v>4.669276550240401</c:v>
              </c:pt>
              <c:pt idx="380">
                <c:v>4.669276550240401</c:v>
              </c:pt>
              <c:pt idx="381">
                <c:v>4.669276550240401</c:v>
              </c:pt>
              <c:pt idx="382">
                <c:v>4.669276550240401</c:v>
              </c:pt>
              <c:pt idx="383">
                <c:v>4.669276550240401</c:v>
              </c:pt>
              <c:pt idx="384">
                <c:v>4.669276550240401</c:v>
              </c:pt>
              <c:pt idx="385">
                <c:v>4.669276550240401</c:v>
              </c:pt>
              <c:pt idx="386">
                <c:v>4.669276550240401</c:v>
              </c:pt>
              <c:pt idx="387">
                <c:v>4.669276550240401</c:v>
              </c:pt>
              <c:pt idx="388">
                <c:v>4.669276550240401</c:v>
              </c:pt>
              <c:pt idx="389">
                <c:v>4.669276550240401</c:v>
              </c:pt>
              <c:pt idx="390">
                <c:v>4.669276550240401</c:v>
              </c:pt>
              <c:pt idx="391">
                <c:v>4.669276550240401</c:v>
              </c:pt>
              <c:pt idx="392">
                <c:v>4.669276550240401</c:v>
              </c:pt>
              <c:pt idx="393">
                <c:v>4.669276550240401</c:v>
              </c:pt>
              <c:pt idx="394">
                <c:v>4.669276550240401</c:v>
              </c:pt>
              <c:pt idx="395">
                <c:v>4.669276550240401</c:v>
              </c:pt>
              <c:pt idx="396">
                <c:v>4.669276550240401</c:v>
              </c:pt>
              <c:pt idx="397">
                <c:v>4.669276550240401</c:v>
              </c:pt>
              <c:pt idx="398">
                <c:v>4.669276550240401</c:v>
              </c:pt>
              <c:pt idx="399">
                <c:v>4.669276550240401</c:v>
              </c:pt>
              <c:pt idx="400">
                <c:v>4.669276550240401</c:v>
              </c:pt>
              <c:pt idx="401">
                <c:v>4.669276550240401</c:v>
              </c:pt>
              <c:pt idx="402">
                <c:v>4.669276550240401</c:v>
              </c:pt>
              <c:pt idx="403">
                <c:v>4.669276550240401</c:v>
              </c:pt>
              <c:pt idx="404">
                <c:v>4.669276550240401</c:v>
              </c:pt>
              <c:pt idx="405">
                <c:v>4.669276550240401</c:v>
              </c:pt>
              <c:pt idx="406">
                <c:v>4.669276550240401</c:v>
              </c:pt>
              <c:pt idx="407">
                <c:v>4.669276550240401</c:v>
              </c:pt>
              <c:pt idx="408">
                <c:v>4.669276550240401</c:v>
              </c:pt>
              <c:pt idx="409">
                <c:v>4.669276550240401</c:v>
              </c:pt>
              <c:pt idx="410">
                <c:v>4.669276550240401</c:v>
              </c:pt>
              <c:pt idx="411">
                <c:v>4.669276550240401</c:v>
              </c:pt>
            </c:numLit>
          </c:xVal>
          <c:yVal>
            <c:numLit>
              <c:formatCode>0.0</c:formatCode>
              <c:ptCount val="412"/>
              <c:pt idx="0">
                <c:v>0.13203880275870133</c:v>
              </c:pt>
              <c:pt idx="1">
                <c:v>0.13203880275870133</c:v>
              </c:pt>
              <c:pt idx="2">
                <c:v>0.13203880275870133</c:v>
              </c:pt>
              <c:pt idx="3">
                <c:v>0.13203880275870133</c:v>
              </c:pt>
              <c:pt idx="4">
                <c:v>0.13203880275870133</c:v>
              </c:pt>
              <c:pt idx="5">
                <c:v>0.13203880275870133</c:v>
              </c:pt>
              <c:pt idx="6">
                <c:v>0.13203880275870133</c:v>
              </c:pt>
              <c:pt idx="7">
                <c:v>0.13203880275870133</c:v>
              </c:pt>
              <c:pt idx="8">
                <c:v>0.13203880275870133</c:v>
              </c:pt>
              <c:pt idx="9">
                <c:v>0.13203880275870133</c:v>
              </c:pt>
              <c:pt idx="10">
                <c:v>0.13203880275870133</c:v>
              </c:pt>
              <c:pt idx="11">
                <c:v>0.13203880275870133</c:v>
              </c:pt>
              <c:pt idx="12">
                <c:v>0.13203880275870133</c:v>
              </c:pt>
              <c:pt idx="13">
                <c:v>0.13203880275870133</c:v>
              </c:pt>
              <c:pt idx="14">
                <c:v>0.13203880275870133</c:v>
              </c:pt>
              <c:pt idx="15">
                <c:v>0.13203880275870133</c:v>
              </c:pt>
              <c:pt idx="16">
                <c:v>0.13203880275870133</c:v>
              </c:pt>
              <c:pt idx="17">
                <c:v>0.13203880275870133</c:v>
              </c:pt>
              <c:pt idx="18">
                <c:v>0.13203880275870133</c:v>
              </c:pt>
              <c:pt idx="19">
                <c:v>0.13203880275870133</c:v>
              </c:pt>
              <c:pt idx="20">
                <c:v>0.13203880275870133</c:v>
              </c:pt>
              <c:pt idx="21">
                <c:v>0.13203880275870133</c:v>
              </c:pt>
              <c:pt idx="22">
                <c:v>0.13203880275870133</c:v>
              </c:pt>
              <c:pt idx="23">
                <c:v>0.13203880275870133</c:v>
              </c:pt>
              <c:pt idx="24">
                <c:v>0.13203880275870133</c:v>
              </c:pt>
              <c:pt idx="25">
                <c:v>0.13203880275870133</c:v>
              </c:pt>
              <c:pt idx="26">
                <c:v>0.13203880275870133</c:v>
              </c:pt>
              <c:pt idx="27">
                <c:v>0.13203880275870133</c:v>
              </c:pt>
              <c:pt idx="28">
                <c:v>0.13203880275870133</c:v>
              </c:pt>
              <c:pt idx="29">
                <c:v>0.13203880275870133</c:v>
              </c:pt>
              <c:pt idx="30">
                <c:v>0.13203880275870133</c:v>
              </c:pt>
              <c:pt idx="31">
                <c:v>0.13203880275870133</c:v>
              </c:pt>
              <c:pt idx="32">
                <c:v>0.13203880275870133</c:v>
              </c:pt>
              <c:pt idx="33">
                <c:v>0.13203880275870133</c:v>
              </c:pt>
              <c:pt idx="34">
                <c:v>0.13203880275870133</c:v>
              </c:pt>
              <c:pt idx="35">
                <c:v>0.13203880275870133</c:v>
              </c:pt>
              <c:pt idx="36">
                <c:v>0.13203880275870133</c:v>
              </c:pt>
              <c:pt idx="37">
                <c:v>0.13203880275870133</c:v>
              </c:pt>
              <c:pt idx="38">
                <c:v>0.13203880275870133</c:v>
              </c:pt>
              <c:pt idx="39">
                <c:v>0.13203880275870133</c:v>
              </c:pt>
              <c:pt idx="40">
                <c:v>0.13203880275870133</c:v>
              </c:pt>
              <c:pt idx="41">
                <c:v>0.13203880275870133</c:v>
              </c:pt>
              <c:pt idx="42">
                <c:v>0.13203880275870133</c:v>
              </c:pt>
              <c:pt idx="43">
                <c:v>0.13203880275870133</c:v>
              </c:pt>
              <c:pt idx="44">
                <c:v>0.13203880275870133</c:v>
              </c:pt>
              <c:pt idx="45">
                <c:v>0.13203880275870133</c:v>
              </c:pt>
              <c:pt idx="46">
                <c:v>0.13203880275870133</c:v>
              </c:pt>
              <c:pt idx="47">
                <c:v>0.13203880275870133</c:v>
              </c:pt>
              <c:pt idx="48">
                <c:v>0.13203880275870133</c:v>
              </c:pt>
              <c:pt idx="49">
                <c:v>0.13203880275870133</c:v>
              </c:pt>
              <c:pt idx="50">
                <c:v>0.13203880275870133</c:v>
              </c:pt>
              <c:pt idx="51">
                <c:v>0.13203880275870133</c:v>
              </c:pt>
              <c:pt idx="52">
                <c:v>0.13203880275870133</c:v>
              </c:pt>
              <c:pt idx="53">
                <c:v>0.13203880275870133</c:v>
              </c:pt>
              <c:pt idx="54">
                <c:v>0.13203880275870133</c:v>
              </c:pt>
              <c:pt idx="55">
                <c:v>0.13203880275870133</c:v>
              </c:pt>
              <c:pt idx="56">
                <c:v>0.13203880275870133</c:v>
              </c:pt>
              <c:pt idx="57">
                <c:v>0.13203880275870133</c:v>
              </c:pt>
              <c:pt idx="58">
                <c:v>0.13203880275870133</c:v>
              </c:pt>
              <c:pt idx="59">
                <c:v>0.13203880275870133</c:v>
              </c:pt>
              <c:pt idx="60">
                <c:v>0.13203880275870133</c:v>
              </c:pt>
              <c:pt idx="61">
                <c:v>0.13203880275870133</c:v>
              </c:pt>
              <c:pt idx="62">
                <c:v>0.13203880275870133</c:v>
              </c:pt>
              <c:pt idx="63">
                <c:v>0.13203880275870133</c:v>
              </c:pt>
              <c:pt idx="64">
                <c:v>0.13203880275870133</c:v>
              </c:pt>
              <c:pt idx="65">
                <c:v>0.13203880275870133</c:v>
              </c:pt>
              <c:pt idx="66">
                <c:v>0.13203880275870133</c:v>
              </c:pt>
              <c:pt idx="67">
                <c:v>0.13203880275870133</c:v>
              </c:pt>
              <c:pt idx="68">
                <c:v>0.13203880275870133</c:v>
              </c:pt>
              <c:pt idx="69">
                <c:v>0.13203880275870133</c:v>
              </c:pt>
              <c:pt idx="70">
                <c:v>0.13203880275870133</c:v>
              </c:pt>
              <c:pt idx="71">
                <c:v>0.13203880275870133</c:v>
              </c:pt>
              <c:pt idx="72">
                <c:v>0.13203880275870133</c:v>
              </c:pt>
              <c:pt idx="73">
                <c:v>0.13203880275870133</c:v>
              </c:pt>
              <c:pt idx="74">
                <c:v>0.13203880275870133</c:v>
              </c:pt>
              <c:pt idx="75">
                <c:v>0.13203880275870133</c:v>
              </c:pt>
              <c:pt idx="76">
                <c:v>0.13203880275870133</c:v>
              </c:pt>
              <c:pt idx="77">
                <c:v>0.13203880275870133</c:v>
              </c:pt>
              <c:pt idx="78">
                <c:v>0.13203880275870133</c:v>
              </c:pt>
              <c:pt idx="79">
                <c:v>0.13203880275870133</c:v>
              </c:pt>
              <c:pt idx="80">
                <c:v>0.13203880275870133</c:v>
              </c:pt>
              <c:pt idx="81">
                <c:v>0.13203880275870133</c:v>
              </c:pt>
              <c:pt idx="82">
                <c:v>0.13203880275870133</c:v>
              </c:pt>
              <c:pt idx="83">
                <c:v>0.13203880275870133</c:v>
              </c:pt>
              <c:pt idx="84">
                <c:v>0.13203880275870133</c:v>
              </c:pt>
              <c:pt idx="85">
                <c:v>0.13203880275870133</c:v>
              </c:pt>
              <c:pt idx="86">
                <c:v>0.13203880275870133</c:v>
              </c:pt>
              <c:pt idx="87">
                <c:v>0.13203880275870133</c:v>
              </c:pt>
              <c:pt idx="88">
                <c:v>0.13203880275870133</c:v>
              </c:pt>
              <c:pt idx="89">
                <c:v>0.13203880275870133</c:v>
              </c:pt>
              <c:pt idx="90">
                <c:v>0.13203880275870133</c:v>
              </c:pt>
              <c:pt idx="91">
                <c:v>0.13203880275870133</c:v>
              </c:pt>
              <c:pt idx="92">
                <c:v>0.13203880275870133</c:v>
              </c:pt>
              <c:pt idx="93">
                <c:v>0.13203880275870133</c:v>
              </c:pt>
              <c:pt idx="94">
                <c:v>0.13203880275870133</c:v>
              </c:pt>
              <c:pt idx="95">
                <c:v>0.13203880275870133</c:v>
              </c:pt>
              <c:pt idx="96">
                <c:v>0.13203880275870133</c:v>
              </c:pt>
              <c:pt idx="97">
                <c:v>0.13203880275870133</c:v>
              </c:pt>
              <c:pt idx="98">
                <c:v>0.13203880275870133</c:v>
              </c:pt>
              <c:pt idx="99">
                <c:v>0.13203880275870133</c:v>
              </c:pt>
              <c:pt idx="100">
                <c:v>0.13203880275870133</c:v>
              </c:pt>
              <c:pt idx="101">
                <c:v>0.13203880275870133</c:v>
              </c:pt>
              <c:pt idx="102">
                <c:v>0.13203880275870133</c:v>
              </c:pt>
              <c:pt idx="103">
                <c:v>0.13203880275870133</c:v>
              </c:pt>
              <c:pt idx="104">
                <c:v>0.13203880275870133</c:v>
              </c:pt>
              <c:pt idx="105">
                <c:v>0.13203880275870133</c:v>
              </c:pt>
              <c:pt idx="106">
                <c:v>0.13203880275870133</c:v>
              </c:pt>
              <c:pt idx="107">
                <c:v>0.13203880275870133</c:v>
              </c:pt>
              <c:pt idx="108">
                <c:v>0.13203880275870133</c:v>
              </c:pt>
              <c:pt idx="109">
                <c:v>0.13203880275870133</c:v>
              </c:pt>
              <c:pt idx="110">
                <c:v>0.13203880275870133</c:v>
              </c:pt>
              <c:pt idx="111">
                <c:v>0.13203880275870133</c:v>
              </c:pt>
              <c:pt idx="112">
                <c:v>0.13203880275870133</c:v>
              </c:pt>
              <c:pt idx="113">
                <c:v>0.13203880275870133</c:v>
              </c:pt>
              <c:pt idx="114">
                <c:v>0.13203880275870133</c:v>
              </c:pt>
              <c:pt idx="115">
                <c:v>0.13203880275870133</c:v>
              </c:pt>
              <c:pt idx="116">
                <c:v>0.13203880275870133</c:v>
              </c:pt>
              <c:pt idx="117">
                <c:v>0.13203880275870133</c:v>
              </c:pt>
              <c:pt idx="118">
                <c:v>0.13203880275870133</c:v>
              </c:pt>
              <c:pt idx="119">
                <c:v>0.13203880275870133</c:v>
              </c:pt>
              <c:pt idx="120">
                <c:v>0.13203880275870133</c:v>
              </c:pt>
              <c:pt idx="121">
                <c:v>0.13203880275870133</c:v>
              </c:pt>
              <c:pt idx="122">
                <c:v>0.13203880275870133</c:v>
              </c:pt>
              <c:pt idx="123">
                <c:v>0.13203880275870133</c:v>
              </c:pt>
              <c:pt idx="124">
                <c:v>0.13203880275870133</c:v>
              </c:pt>
              <c:pt idx="125">
                <c:v>0.13203880275870133</c:v>
              </c:pt>
              <c:pt idx="126">
                <c:v>0.13203880275870133</c:v>
              </c:pt>
              <c:pt idx="127">
                <c:v>0.13203880275870133</c:v>
              </c:pt>
              <c:pt idx="128">
                <c:v>0.13203880275870133</c:v>
              </c:pt>
              <c:pt idx="129">
                <c:v>0.13203880275870133</c:v>
              </c:pt>
              <c:pt idx="130">
                <c:v>0.13203880275870133</c:v>
              </c:pt>
              <c:pt idx="131">
                <c:v>0.13203880275870133</c:v>
              </c:pt>
              <c:pt idx="132">
                <c:v>0.13203880275870133</c:v>
              </c:pt>
              <c:pt idx="133">
                <c:v>0.13203880275870133</c:v>
              </c:pt>
              <c:pt idx="134">
                <c:v>0.13203880275870133</c:v>
              </c:pt>
              <c:pt idx="135">
                <c:v>0.13203880275870133</c:v>
              </c:pt>
              <c:pt idx="136">
                <c:v>0.13203880275870133</c:v>
              </c:pt>
              <c:pt idx="137">
                <c:v>0.13203880275870133</c:v>
              </c:pt>
              <c:pt idx="138">
                <c:v>0.13203880275870133</c:v>
              </c:pt>
              <c:pt idx="139">
                <c:v>0.13203880275870133</c:v>
              </c:pt>
              <c:pt idx="140">
                <c:v>0.13203880275870133</c:v>
              </c:pt>
              <c:pt idx="141">
                <c:v>0.13203880275870133</c:v>
              </c:pt>
              <c:pt idx="142">
                <c:v>0.13203880275870133</c:v>
              </c:pt>
              <c:pt idx="143">
                <c:v>0.13203880275870133</c:v>
              </c:pt>
              <c:pt idx="144">
                <c:v>0.13203880275870133</c:v>
              </c:pt>
              <c:pt idx="145">
                <c:v>0.13203880275870133</c:v>
              </c:pt>
              <c:pt idx="146">
                <c:v>0.13203880275870133</c:v>
              </c:pt>
              <c:pt idx="147">
                <c:v>0.13203880275870133</c:v>
              </c:pt>
              <c:pt idx="148">
                <c:v>0.13203880275870133</c:v>
              </c:pt>
              <c:pt idx="149">
                <c:v>0.13203880275870133</c:v>
              </c:pt>
              <c:pt idx="150">
                <c:v>0.13203880275870133</c:v>
              </c:pt>
              <c:pt idx="151">
                <c:v>0.13203880275870133</c:v>
              </c:pt>
              <c:pt idx="152">
                <c:v>0.13203880275870133</c:v>
              </c:pt>
              <c:pt idx="153">
                <c:v>0.13203880275870133</c:v>
              </c:pt>
              <c:pt idx="154">
                <c:v>0.13203880275870133</c:v>
              </c:pt>
              <c:pt idx="155">
                <c:v>0.13203880275870133</c:v>
              </c:pt>
              <c:pt idx="156">
                <c:v>0.13203880275870133</c:v>
              </c:pt>
              <c:pt idx="157">
                <c:v>0.13203880275870133</c:v>
              </c:pt>
              <c:pt idx="158">
                <c:v>0.13203880275870133</c:v>
              </c:pt>
              <c:pt idx="159">
                <c:v>0.13203880275870133</c:v>
              </c:pt>
              <c:pt idx="160">
                <c:v>0.13203880275870133</c:v>
              </c:pt>
              <c:pt idx="161">
                <c:v>0.13203880275870133</c:v>
              </c:pt>
              <c:pt idx="162">
                <c:v>0.13203880275870133</c:v>
              </c:pt>
              <c:pt idx="163">
                <c:v>0.13203880275870133</c:v>
              </c:pt>
              <c:pt idx="164">
                <c:v>0.13203880275870133</c:v>
              </c:pt>
              <c:pt idx="165">
                <c:v>0.13203880275870133</c:v>
              </c:pt>
              <c:pt idx="166">
                <c:v>0.13203880275870133</c:v>
              </c:pt>
              <c:pt idx="167">
                <c:v>0.13203880275870133</c:v>
              </c:pt>
              <c:pt idx="168">
                <c:v>0.13203880275870133</c:v>
              </c:pt>
              <c:pt idx="169">
                <c:v>0.13203880275870133</c:v>
              </c:pt>
              <c:pt idx="170">
                <c:v>0.13203880275870133</c:v>
              </c:pt>
              <c:pt idx="171">
                <c:v>0.13203880275870133</c:v>
              </c:pt>
              <c:pt idx="172">
                <c:v>0.13203880275870133</c:v>
              </c:pt>
              <c:pt idx="173">
                <c:v>0.13203880275870133</c:v>
              </c:pt>
              <c:pt idx="174">
                <c:v>0.13203880275870133</c:v>
              </c:pt>
              <c:pt idx="175">
                <c:v>0.13203880275870133</c:v>
              </c:pt>
              <c:pt idx="176">
                <c:v>0.13203880275870133</c:v>
              </c:pt>
              <c:pt idx="177">
                <c:v>0.13203880275870133</c:v>
              </c:pt>
              <c:pt idx="178">
                <c:v>0.13203880275870133</c:v>
              </c:pt>
              <c:pt idx="179">
                <c:v>0.13203880275870133</c:v>
              </c:pt>
              <c:pt idx="180">
                <c:v>0.13203880275870133</c:v>
              </c:pt>
              <c:pt idx="181">
                <c:v>0.13203880275870133</c:v>
              </c:pt>
              <c:pt idx="182">
                <c:v>0.13203880275870133</c:v>
              </c:pt>
              <c:pt idx="183">
                <c:v>0.13203880275870133</c:v>
              </c:pt>
              <c:pt idx="184">
                <c:v>0.13203880275870133</c:v>
              </c:pt>
              <c:pt idx="185">
                <c:v>0.13203880275870133</c:v>
              </c:pt>
              <c:pt idx="186">
                <c:v>0.13203880275870133</c:v>
              </c:pt>
              <c:pt idx="187">
                <c:v>0.13203880275870133</c:v>
              </c:pt>
              <c:pt idx="188">
                <c:v>0.13203880275870133</c:v>
              </c:pt>
              <c:pt idx="189">
                <c:v>0.13203880275870133</c:v>
              </c:pt>
              <c:pt idx="190">
                <c:v>0.13203880275870133</c:v>
              </c:pt>
              <c:pt idx="191">
                <c:v>0.13203880275870133</c:v>
              </c:pt>
              <c:pt idx="192">
                <c:v>0.13203880275870133</c:v>
              </c:pt>
              <c:pt idx="193">
                <c:v>0.13203880275870133</c:v>
              </c:pt>
              <c:pt idx="194">
                <c:v>0.13203880275870133</c:v>
              </c:pt>
              <c:pt idx="195">
                <c:v>0.13203880275870133</c:v>
              </c:pt>
              <c:pt idx="196">
                <c:v>0.13203880275870133</c:v>
              </c:pt>
              <c:pt idx="197">
                <c:v>0.13203880275870133</c:v>
              </c:pt>
              <c:pt idx="198">
                <c:v>0.13203880275870133</c:v>
              </c:pt>
              <c:pt idx="199">
                <c:v>0.13203880275870133</c:v>
              </c:pt>
              <c:pt idx="200">
                <c:v>0.13203880275870133</c:v>
              </c:pt>
              <c:pt idx="201">
                <c:v>0.13203880275870133</c:v>
              </c:pt>
              <c:pt idx="202">
                <c:v>0.13203880275870133</c:v>
              </c:pt>
              <c:pt idx="203">
                <c:v>0.13203880275870133</c:v>
              </c:pt>
              <c:pt idx="204">
                <c:v>0.13203880275870133</c:v>
              </c:pt>
              <c:pt idx="205">
                <c:v>0.13203880275870133</c:v>
              </c:pt>
              <c:pt idx="206">
                <c:v>0.13203880275870133</c:v>
              </c:pt>
              <c:pt idx="207">
                <c:v>0.13203880275870133</c:v>
              </c:pt>
              <c:pt idx="208">
                <c:v>0.13203880275870133</c:v>
              </c:pt>
              <c:pt idx="209">
                <c:v>0.13203880275870133</c:v>
              </c:pt>
              <c:pt idx="210">
                <c:v>0.13203880275870133</c:v>
              </c:pt>
              <c:pt idx="211">
                <c:v>0.13203880275870133</c:v>
              </c:pt>
              <c:pt idx="212">
                <c:v>0.13203880275870133</c:v>
              </c:pt>
              <c:pt idx="213">
                <c:v>0.13203880275870133</c:v>
              </c:pt>
              <c:pt idx="214">
                <c:v>0.13203880275870133</c:v>
              </c:pt>
              <c:pt idx="215">
                <c:v>0.13203880275870133</c:v>
              </c:pt>
              <c:pt idx="216">
                <c:v>0.13203880275870133</c:v>
              </c:pt>
              <c:pt idx="217">
                <c:v>0.13203880275870133</c:v>
              </c:pt>
              <c:pt idx="218">
                <c:v>0.13203880275870133</c:v>
              </c:pt>
              <c:pt idx="219">
                <c:v>0.13203880275870133</c:v>
              </c:pt>
              <c:pt idx="220">
                <c:v>0.13203880275870133</c:v>
              </c:pt>
              <c:pt idx="221">
                <c:v>0.13203880275870133</c:v>
              </c:pt>
              <c:pt idx="222">
                <c:v>0.13203880275870133</c:v>
              </c:pt>
              <c:pt idx="223">
                <c:v>0.13203880275870133</c:v>
              </c:pt>
              <c:pt idx="224">
                <c:v>0.13203880275870133</c:v>
              </c:pt>
              <c:pt idx="225">
                <c:v>0.13203880275870133</c:v>
              </c:pt>
              <c:pt idx="226">
                <c:v>0.13203880275870133</c:v>
              </c:pt>
              <c:pt idx="227">
                <c:v>0.13203880275870133</c:v>
              </c:pt>
              <c:pt idx="228">
                <c:v>0.13203880275870133</c:v>
              </c:pt>
              <c:pt idx="229">
                <c:v>0.13203880275870133</c:v>
              </c:pt>
              <c:pt idx="230">
                <c:v>0.13203880275870133</c:v>
              </c:pt>
              <c:pt idx="231">
                <c:v>0.13203880275870133</c:v>
              </c:pt>
              <c:pt idx="232">
                <c:v>0.13203880275870133</c:v>
              </c:pt>
              <c:pt idx="233">
                <c:v>0.13203880275870133</c:v>
              </c:pt>
              <c:pt idx="234">
                <c:v>0.13203880275870133</c:v>
              </c:pt>
              <c:pt idx="235">
                <c:v>0.13203880275870133</c:v>
              </c:pt>
              <c:pt idx="236">
                <c:v>0.13203880275870133</c:v>
              </c:pt>
              <c:pt idx="237">
                <c:v>0.13203880275870133</c:v>
              </c:pt>
              <c:pt idx="238">
                <c:v>0.13203880275870133</c:v>
              </c:pt>
              <c:pt idx="239">
                <c:v>0.13203880275870133</c:v>
              </c:pt>
              <c:pt idx="240">
                <c:v>0.13203880275870133</c:v>
              </c:pt>
              <c:pt idx="241">
                <c:v>0.13203880275870133</c:v>
              </c:pt>
              <c:pt idx="242">
                <c:v>0.13203880275870133</c:v>
              </c:pt>
              <c:pt idx="243">
                <c:v>0.13203880275870133</c:v>
              </c:pt>
              <c:pt idx="244">
                <c:v>0.13203880275870133</c:v>
              </c:pt>
              <c:pt idx="245">
                <c:v>0.13203880275870133</c:v>
              </c:pt>
              <c:pt idx="246">
                <c:v>0.13203880275870133</c:v>
              </c:pt>
              <c:pt idx="247">
                <c:v>0.13203880275870133</c:v>
              </c:pt>
              <c:pt idx="248">
                <c:v>0.13203880275870133</c:v>
              </c:pt>
              <c:pt idx="249">
                <c:v>0.13203880275870133</c:v>
              </c:pt>
              <c:pt idx="250">
                <c:v>0.13203880275870133</c:v>
              </c:pt>
              <c:pt idx="251">
                <c:v>0.13203880275870133</c:v>
              </c:pt>
              <c:pt idx="252">
                <c:v>0.13203880275870133</c:v>
              </c:pt>
              <c:pt idx="253">
                <c:v>0.13203880275870133</c:v>
              </c:pt>
              <c:pt idx="254">
                <c:v>0.13203880275870133</c:v>
              </c:pt>
              <c:pt idx="255">
                <c:v>0.13203880275870133</c:v>
              </c:pt>
              <c:pt idx="256">
                <c:v>0.13203880275870133</c:v>
              </c:pt>
              <c:pt idx="257">
                <c:v>0.13203880275870133</c:v>
              </c:pt>
              <c:pt idx="258">
                <c:v>0.13203880275870133</c:v>
              </c:pt>
              <c:pt idx="259">
                <c:v>0.13203880275870133</c:v>
              </c:pt>
              <c:pt idx="260">
                <c:v>0.13203880275870133</c:v>
              </c:pt>
              <c:pt idx="261">
                <c:v>0.13203880275870133</c:v>
              </c:pt>
              <c:pt idx="262">
                <c:v>0.13203880275870133</c:v>
              </c:pt>
              <c:pt idx="263">
                <c:v>0.13203880275870133</c:v>
              </c:pt>
              <c:pt idx="264">
                <c:v>0.13203880275870133</c:v>
              </c:pt>
              <c:pt idx="265">
                <c:v>0.13203880275870133</c:v>
              </c:pt>
              <c:pt idx="266">
                <c:v>0.13203880275870133</c:v>
              </c:pt>
              <c:pt idx="267">
                <c:v>0.13203880275870133</c:v>
              </c:pt>
              <c:pt idx="268">
                <c:v>0.13203880275870133</c:v>
              </c:pt>
              <c:pt idx="269">
                <c:v>0.13203880275870133</c:v>
              </c:pt>
              <c:pt idx="270">
                <c:v>0.13203880275870133</c:v>
              </c:pt>
              <c:pt idx="271">
                <c:v>0.13203880275870133</c:v>
              </c:pt>
              <c:pt idx="272">
                <c:v>0.13203880275870133</c:v>
              </c:pt>
              <c:pt idx="273">
                <c:v>0.13203880275870133</c:v>
              </c:pt>
              <c:pt idx="274">
                <c:v>0.13203880275870133</c:v>
              </c:pt>
              <c:pt idx="275">
                <c:v>0.13203880275870133</c:v>
              </c:pt>
              <c:pt idx="276">
                <c:v>0.13203880275870133</c:v>
              </c:pt>
              <c:pt idx="277">
                <c:v>0.13203880275870133</c:v>
              </c:pt>
              <c:pt idx="278">
                <c:v>0.13203880275870133</c:v>
              </c:pt>
              <c:pt idx="279">
                <c:v>0.13203880275870133</c:v>
              </c:pt>
              <c:pt idx="280">
                <c:v>0.13203880275870133</c:v>
              </c:pt>
              <c:pt idx="281">
                <c:v>0.13203880275870133</c:v>
              </c:pt>
              <c:pt idx="282">
                <c:v>0.13203880275870133</c:v>
              </c:pt>
              <c:pt idx="283">
                <c:v>0.13203880275870133</c:v>
              </c:pt>
              <c:pt idx="284">
                <c:v>0.13203880275870133</c:v>
              </c:pt>
              <c:pt idx="285">
                <c:v>0.13203880275870133</c:v>
              </c:pt>
              <c:pt idx="286">
                <c:v>0.13203880275870133</c:v>
              </c:pt>
              <c:pt idx="287">
                <c:v>0.13203880275870133</c:v>
              </c:pt>
              <c:pt idx="288">
                <c:v>0.13203880275870133</c:v>
              </c:pt>
              <c:pt idx="289">
                <c:v>0.13203880275870133</c:v>
              </c:pt>
              <c:pt idx="290">
                <c:v>0.13203880275870133</c:v>
              </c:pt>
              <c:pt idx="291">
                <c:v>0.13203880275870133</c:v>
              </c:pt>
              <c:pt idx="292">
                <c:v>0.13203880275870133</c:v>
              </c:pt>
              <c:pt idx="293">
                <c:v>0.13203880275870133</c:v>
              </c:pt>
              <c:pt idx="294">
                <c:v>0.13203880275870133</c:v>
              </c:pt>
              <c:pt idx="295">
                <c:v>0.13203880275870133</c:v>
              </c:pt>
              <c:pt idx="296">
                <c:v>0.13203880275870133</c:v>
              </c:pt>
              <c:pt idx="297">
                <c:v>0.13203880275870133</c:v>
              </c:pt>
              <c:pt idx="298">
                <c:v>0.13203880275870133</c:v>
              </c:pt>
              <c:pt idx="299">
                <c:v>0.13203880275870133</c:v>
              </c:pt>
              <c:pt idx="300">
                <c:v>0.13203880275870133</c:v>
              </c:pt>
              <c:pt idx="301">
                <c:v>0.13203880275870133</c:v>
              </c:pt>
              <c:pt idx="302">
                <c:v>0.13203880275870133</c:v>
              </c:pt>
              <c:pt idx="303">
                <c:v>0.13203880275870133</c:v>
              </c:pt>
              <c:pt idx="304">
                <c:v>0.13203880275870133</c:v>
              </c:pt>
              <c:pt idx="305">
                <c:v>0.13203880275870133</c:v>
              </c:pt>
              <c:pt idx="306">
                <c:v>0.13203880275870133</c:v>
              </c:pt>
              <c:pt idx="307">
                <c:v>0.13203880275870133</c:v>
              </c:pt>
              <c:pt idx="308">
                <c:v>0.13203880275870133</c:v>
              </c:pt>
              <c:pt idx="309">
                <c:v>0.13203880275870133</c:v>
              </c:pt>
              <c:pt idx="310">
                <c:v>0.13203880275870133</c:v>
              </c:pt>
              <c:pt idx="311">
                <c:v>0.13203880275870133</c:v>
              </c:pt>
              <c:pt idx="312">
                <c:v>0.13203880275870133</c:v>
              </c:pt>
              <c:pt idx="313">
                <c:v>0.13203880275870133</c:v>
              </c:pt>
              <c:pt idx="314">
                <c:v>0.13203880275870133</c:v>
              </c:pt>
              <c:pt idx="315">
                <c:v>0.13203880275870133</c:v>
              </c:pt>
              <c:pt idx="316">
                <c:v>0.13203880275870133</c:v>
              </c:pt>
              <c:pt idx="317">
                <c:v>0.13203880275870133</c:v>
              </c:pt>
              <c:pt idx="318">
                <c:v>0.13203880275870133</c:v>
              </c:pt>
              <c:pt idx="319">
                <c:v>0.13203880275870133</c:v>
              </c:pt>
              <c:pt idx="320">
                <c:v>0.13203880275870133</c:v>
              </c:pt>
              <c:pt idx="321">
                <c:v>0.13203880275870133</c:v>
              </c:pt>
              <c:pt idx="322">
                <c:v>0.13203880275870133</c:v>
              </c:pt>
              <c:pt idx="323">
                <c:v>0.13203880275870133</c:v>
              </c:pt>
              <c:pt idx="324">
                <c:v>0.13203880275870133</c:v>
              </c:pt>
              <c:pt idx="325">
                <c:v>0.13203880275870133</c:v>
              </c:pt>
              <c:pt idx="326">
                <c:v>0.13203880275870133</c:v>
              </c:pt>
              <c:pt idx="327">
                <c:v>0.13203880275870133</c:v>
              </c:pt>
              <c:pt idx="328">
                <c:v>0.13203880275870133</c:v>
              </c:pt>
              <c:pt idx="329">
                <c:v>0.13203880275870133</c:v>
              </c:pt>
              <c:pt idx="330">
                <c:v>0.13203880275870133</c:v>
              </c:pt>
              <c:pt idx="331">
                <c:v>0.13203880275870133</c:v>
              </c:pt>
              <c:pt idx="332">
                <c:v>0.13203880275870133</c:v>
              </c:pt>
              <c:pt idx="333">
                <c:v>0.13203880275870133</c:v>
              </c:pt>
              <c:pt idx="334">
                <c:v>0.13203880275870133</c:v>
              </c:pt>
              <c:pt idx="335">
                <c:v>0.13203880275870133</c:v>
              </c:pt>
              <c:pt idx="336">
                <c:v>0.13203880275870133</c:v>
              </c:pt>
              <c:pt idx="337">
                <c:v>0.13203880275870133</c:v>
              </c:pt>
              <c:pt idx="338">
                <c:v>0.13203880275870133</c:v>
              </c:pt>
              <c:pt idx="339">
                <c:v>0.13203880275870133</c:v>
              </c:pt>
              <c:pt idx="340">
                <c:v>0.13203880275870133</c:v>
              </c:pt>
              <c:pt idx="341">
                <c:v>0.13203880275870133</c:v>
              </c:pt>
              <c:pt idx="342">
                <c:v>0.13203880275870133</c:v>
              </c:pt>
              <c:pt idx="343">
                <c:v>0.13203880275870133</c:v>
              </c:pt>
              <c:pt idx="344">
                <c:v>0.13203880275870133</c:v>
              </c:pt>
              <c:pt idx="345">
                <c:v>0.13203880275870133</c:v>
              </c:pt>
              <c:pt idx="346">
                <c:v>0.13203880275870133</c:v>
              </c:pt>
              <c:pt idx="347">
                <c:v>0.13203880275870133</c:v>
              </c:pt>
              <c:pt idx="348">
                <c:v>0.13203880275870133</c:v>
              </c:pt>
              <c:pt idx="349">
                <c:v>0.13203880275870133</c:v>
              </c:pt>
              <c:pt idx="350">
                <c:v>0.13203880275870133</c:v>
              </c:pt>
              <c:pt idx="351">
                <c:v>0.13203880275870133</c:v>
              </c:pt>
              <c:pt idx="352">
                <c:v>0.13203880275870133</c:v>
              </c:pt>
              <c:pt idx="353">
                <c:v>0.13203880275870133</c:v>
              </c:pt>
              <c:pt idx="354">
                <c:v>0.13203880275870133</c:v>
              </c:pt>
              <c:pt idx="355">
                <c:v>0.13203880275870133</c:v>
              </c:pt>
              <c:pt idx="356">
                <c:v>0.13203880275870133</c:v>
              </c:pt>
              <c:pt idx="357">
                <c:v>0.13203880275870133</c:v>
              </c:pt>
              <c:pt idx="358">
                <c:v>0.13203880275870133</c:v>
              </c:pt>
              <c:pt idx="359">
                <c:v>0.13203880275870133</c:v>
              </c:pt>
              <c:pt idx="360">
                <c:v>0.13203880275870133</c:v>
              </c:pt>
              <c:pt idx="361">
                <c:v>0.13203880275870133</c:v>
              </c:pt>
              <c:pt idx="362">
                <c:v>0.13203880275870133</c:v>
              </c:pt>
              <c:pt idx="363">
                <c:v>0.13203880275870133</c:v>
              </c:pt>
              <c:pt idx="364">
                <c:v>0.13203880275870133</c:v>
              </c:pt>
              <c:pt idx="365">
                <c:v>0.13203880275870133</c:v>
              </c:pt>
              <c:pt idx="366">
                <c:v>0.13203880275870133</c:v>
              </c:pt>
              <c:pt idx="367">
                <c:v>0.13203880275870133</c:v>
              </c:pt>
              <c:pt idx="368">
                <c:v>0.13203880275870133</c:v>
              </c:pt>
              <c:pt idx="369">
                <c:v>0.13203880275870133</c:v>
              </c:pt>
              <c:pt idx="370">
                <c:v>0.13203880275870133</c:v>
              </c:pt>
              <c:pt idx="371">
                <c:v>0.13203880275870133</c:v>
              </c:pt>
              <c:pt idx="372">
                <c:v>0.13203880275870133</c:v>
              </c:pt>
              <c:pt idx="373">
                <c:v>0.13203880275870133</c:v>
              </c:pt>
              <c:pt idx="374">
                <c:v>0.13203880275870133</c:v>
              </c:pt>
              <c:pt idx="375">
                <c:v>0.13203880275870133</c:v>
              </c:pt>
              <c:pt idx="376">
                <c:v>0.13203880275870133</c:v>
              </c:pt>
              <c:pt idx="377">
                <c:v>0.13203880275870133</c:v>
              </c:pt>
              <c:pt idx="378">
                <c:v>0.13203880275870133</c:v>
              </c:pt>
              <c:pt idx="379">
                <c:v>0.13203880275870133</c:v>
              </c:pt>
              <c:pt idx="380">
                <c:v>0.13203880275870133</c:v>
              </c:pt>
              <c:pt idx="381">
                <c:v>0.13203880275870133</c:v>
              </c:pt>
              <c:pt idx="382">
                <c:v>0.13203880275870133</c:v>
              </c:pt>
              <c:pt idx="383">
                <c:v>0.13203880275870133</c:v>
              </c:pt>
              <c:pt idx="384">
                <c:v>0.13203880275870133</c:v>
              </c:pt>
              <c:pt idx="385">
                <c:v>0.13203880275870133</c:v>
              </c:pt>
              <c:pt idx="386">
                <c:v>0.13203880275870133</c:v>
              </c:pt>
              <c:pt idx="387">
                <c:v>0.13203880275870133</c:v>
              </c:pt>
              <c:pt idx="388">
                <c:v>0.13203880275870133</c:v>
              </c:pt>
              <c:pt idx="389">
                <c:v>0.13203880275870133</c:v>
              </c:pt>
              <c:pt idx="390">
                <c:v>0.13203880275870133</c:v>
              </c:pt>
              <c:pt idx="391">
                <c:v>0.13203880275870133</c:v>
              </c:pt>
              <c:pt idx="392">
                <c:v>0.13203880275870133</c:v>
              </c:pt>
              <c:pt idx="393">
                <c:v>0.13203880275870133</c:v>
              </c:pt>
              <c:pt idx="394">
                <c:v>0.13203880275870133</c:v>
              </c:pt>
              <c:pt idx="395">
                <c:v>0.13203880275870133</c:v>
              </c:pt>
              <c:pt idx="396">
                <c:v>0.13203880275870133</c:v>
              </c:pt>
              <c:pt idx="397">
                <c:v>0.13203880275870133</c:v>
              </c:pt>
              <c:pt idx="398">
                <c:v>0.13203880275870133</c:v>
              </c:pt>
              <c:pt idx="399">
                <c:v>0.13203880275870133</c:v>
              </c:pt>
              <c:pt idx="400">
                <c:v>0.13203880275870133</c:v>
              </c:pt>
              <c:pt idx="401">
                <c:v>0.13203880275870133</c:v>
              </c:pt>
              <c:pt idx="402">
                <c:v>0.13203880275870133</c:v>
              </c:pt>
              <c:pt idx="403">
                <c:v>0.13203880275870133</c:v>
              </c:pt>
              <c:pt idx="404">
                <c:v>0.13203880275870133</c:v>
              </c:pt>
              <c:pt idx="405">
                <c:v>0.13203880275870133</c:v>
              </c:pt>
              <c:pt idx="406">
                <c:v>0.13203880275870133</c:v>
              </c:pt>
              <c:pt idx="407">
                <c:v>0.13203880275870133</c:v>
              </c:pt>
              <c:pt idx="408">
                <c:v>0.13203880275870133</c:v>
              </c:pt>
              <c:pt idx="409">
                <c:v>0.13203880275870133</c:v>
              </c:pt>
              <c:pt idx="410">
                <c:v>0.13203880275870133</c:v>
              </c:pt>
              <c:pt idx="411">
                <c:v>0.13203880275870133</c:v>
              </c:pt>
            </c:numLit>
          </c:yVal>
          <c:smooth val="0"/>
        </c:ser>
        <c:ser>
          <c:idx val="9"/>
          <c:order val="9"/>
          <c:tx>
            <c:v>Same order, optimal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009E73"/>
              </a:solidFill>
            </c:spPr>
          </c:marker>
          <c:xVal>
            <c:numLit>
              <c:formatCode>General</c:formatCode>
              <c:ptCount val="412"/>
              <c:pt idx="0">
                <c:v>4.669276550240401</c:v>
              </c:pt>
              <c:pt idx="1">
                <c:v>4.669276550240401</c:v>
              </c:pt>
              <c:pt idx="2">
                <c:v>4.669276550240401</c:v>
              </c:pt>
              <c:pt idx="3">
                <c:v>4.669276550240401</c:v>
              </c:pt>
              <c:pt idx="4">
                <c:v>4.669276550240401</c:v>
              </c:pt>
              <c:pt idx="5">
                <c:v>4.669276550240401</c:v>
              </c:pt>
              <c:pt idx="6">
                <c:v>4.669276550240401</c:v>
              </c:pt>
              <c:pt idx="7">
                <c:v>4.669276550240401</c:v>
              </c:pt>
              <c:pt idx="8">
                <c:v>4.669276550240401</c:v>
              </c:pt>
              <c:pt idx="9">
                <c:v>4.669276550240401</c:v>
              </c:pt>
              <c:pt idx="10">
                <c:v>4.669276550240401</c:v>
              </c:pt>
              <c:pt idx="11">
                <c:v>4.669276550240401</c:v>
              </c:pt>
              <c:pt idx="12">
                <c:v>4.669276550240401</c:v>
              </c:pt>
              <c:pt idx="13">
                <c:v>4.669276550240401</c:v>
              </c:pt>
              <c:pt idx="14">
                <c:v>4.669276550240401</c:v>
              </c:pt>
              <c:pt idx="15">
                <c:v>4.669276550240401</c:v>
              </c:pt>
              <c:pt idx="16">
                <c:v>4.669276550240401</c:v>
              </c:pt>
              <c:pt idx="17">
                <c:v>4.669276550240401</c:v>
              </c:pt>
              <c:pt idx="18">
                <c:v>4.669276550240401</c:v>
              </c:pt>
              <c:pt idx="19">
                <c:v>4.669276550240401</c:v>
              </c:pt>
              <c:pt idx="20">
                <c:v>4.669276550240401</c:v>
              </c:pt>
              <c:pt idx="21">
                <c:v>4.669276550240401</c:v>
              </c:pt>
              <c:pt idx="22">
                <c:v>4.669276550240401</c:v>
              </c:pt>
              <c:pt idx="23">
                <c:v>4.669276550240401</c:v>
              </c:pt>
              <c:pt idx="24">
                <c:v>4.669276550240401</c:v>
              </c:pt>
              <c:pt idx="25">
                <c:v>4.669276550240401</c:v>
              </c:pt>
              <c:pt idx="26">
                <c:v>4.669276550240401</c:v>
              </c:pt>
              <c:pt idx="27">
                <c:v>4.669276550240401</c:v>
              </c:pt>
              <c:pt idx="28">
                <c:v>4.669276550240401</c:v>
              </c:pt>
              <c:pt idx="29">
                <c:v>4.669276550240401</c:v>
              </c:pt>
              <c:pt idx="30">
                <c:v>4.669276550240401</c:v>
              </c:pt>
              <c:pt idx="31">
                <c:v>4.669276550240401</c:v>
              </c:pt>
              <c:pt idx="32">
                <c:v>4.669276550240401</c:v>
              </c:pt>
              <c:pt idx="33">
                <c:v>4.669276550240401</c:v>
              </c:pt>
              <c:pt idx="34">
                <c:v>4.669276550240401</c:v>
              </c:pt>
              <c:pt idx="35">
                <c:v>4.669276550240401</c:v>
              </c:pt>
              <c:pt idx="36">
                <c:v>4.669276550240401</c:v>
              </c:pt>
              <c:pt idx="37">
                <c:v>4.669276550240401</c:v>
              </c:pt>
              <c:pt idx="38">
                <c:v>4.669276550240401</c:v>
              </c:pt>
              <c:pt idx="39">
                <c:v>4.669276550240401</c:v>
              </c:pt>
              <c:pt idx="40">
                <c:v>4.669276550240401</c:v>
              </c:pt>
              <c:pt idx="41">
                <c:v>4.669276550240401</c:v>
              </c:pt>
              <c:pt idx="42">
                <c:v>4.669276550240401</c:v>
              </c:pt>
              <c:pt idx="43">
                <c:v>4.669276550240401</c:v>
              </c:pt>
              <c:pt idx="44">
                <c:v>4.669276550240401</c:v>
              </c:pt>
              <c:pt idx="45">
                <c:v>4.669276550240401</c:v>
              </c:pt>
              <c:pt idx="46">
                <c:v>4.669276550240401</c:v>
              </c:pt>
              <c:pt idx="47">
                <c:v>4.669276550240401</c:v>
              </c:pt>
              <c:pt idx="48">
                <c:v>4.669276550240401</c:v>
              </c:pt>
              <c:pt idx="49">
                <c:v>4.669276550240401</c:v>
              </c:pt>
              <c:pt idx="50">
                <c:v>4.669276550240401</c:v>
              </c:pt>
              <c:pt idx="51">
                <c:v>4.669276550240401</c:v>
              </c:pt>
              <c:pt idx="52">
                <c:v>4.669276550240401</c:v>
              </c:pt>
              <c:pt idx="53">
                <c:v>4.669276550240401</c:v>
              </c:pt>
              <c:pt idx="54">
                <c:v>4.669276550240401</c:v>
              </c:pt>
              <c:pt idx="55">
                <c:v>4.669276550240401</c:v>
              </c:pt>
              <c:pt idx="56">
                <c:v>4.669276550240401</c:v>
              </c:pt>
              <c:pt idx="57">
                <c:v>4.669276550240401</c:v>
              </c:pt>
              <c:pt idx="58">
                <c:v>4.669276550240401</c:v>
              </c:pt>
              <c:pt idx="59">
                <c:v>4.669276550240401</c:v>
              </c:pt>
              <c:pt idx="60">
                <c:v>4.669276550240401</c:v>
              </c:pt>
              <c:pt idx="61">
                <c:v>4.669276550240401</c:v>
              </c:pt>
              <c:pt idx="62">
                <c:v>4.669276550240401</c:v>
              </c:pt>
              <c:pt idx="63">
                <c:v>4.669276550240401</c:v>
              </c:pt>
              <c:pt idx="64">
                <c:v>4.669276550240401</c:v>
              </c:pt>
              <c:pt idx="65">
                <c:v>4.669276550240401</c:v>
              </c:pt>
              <c:pt idx="66">
                <c:v>4.669276550240401</c:v>
              </c:pt>
              <c:pt idx="67">
                <c:v>4.669276550240401</c:v>
              </c:pt>
              <c:pt idx="68">
                <c:v>4.669276550240401</c:v>
              </c:pt>
              <c:pt idx="69">
                <c:v>4.669276550240401</c:v>
              </c:pt>
              <c:pt idx="70">
                <c:v>4.669276550240401</c:v>
              </c:pt>
              <c:pt idx="71">
                <c:v>4.669276550240401</c:v>
              </c:pt>
              <c:pt idx="72">
                <c:v>4.669276550240401</c:v>
              </c:pt>
              <c:pt idx="73">
                <c:v>4.669276550240401</c:v>
              </c:pt>
              <c:pt idx="74">
                <c:v>4.669276550240401</c:v>
              </c:pt>
              <c:pt idx="75">
                <c:v>4.669276550240401</c:v>
              </c:pt>
              <c:pt idx="76">
                <c:v>4.669276550240401</c:v>
              </c:pt>
              <c:pt idx="77">
                <c:v>4.669276550240401</c:v>
              </c:pt>
              <c:pt idx="78">
                <c:v>4.669276550240401</c:v>
              </c:pt>
              <c:pt idx="79">
                <c:v>4.669276550240401</c:v>
              </c:pt>
              <c:pt idx="80">
                <c:v>4.669276550240401</c:v>
              </c:pt>
              <c:pt idx="81">
                <c:v>4.669276550240401</c:v>
              </c:pt>
              <c:pt idx="82">
                <c:v>4.669276550240401</c:v>
              </c:pt>
              <c:pt idx="83">
                <c:v>4.669276550240401</c:v>
              </c:pt>
              <c:pt idx="84">
                <c:v>4.669276550240401</c:v>
              </c:pt>
              <c:pt idx="85">
                <c:v>4.669276550240401</c:v>
              </c:pt>
              <c:pt idx="86">
                <c:v>4.669276550240401</c:v>
              </c:pt>
              <c:pt idx="87">
                <c:v>4.669276550240401</c:v>
              </c:pt>
              <c:pt idx="88">
                <c:v>4.669276550240401</c:v>
              </c:pt>
              <c:pt idx="89">
                <c:v>4.669276550240401</c:v>
              </c:pt>
              <c:pt idx="90">
                <c:v>4.669276550240401</c:v>
              </c:pt>
              <c:pt idx="91">
                <c:v>4.669276550240401</c:v>
              </c:pt>
              <c:pt idx="92">
                <c:v>4.669276550240401</c:v>
              </c:pt>
              <c:pt idx="93">
                <c:v>4.669276550240401</c:v>
              </c:pt>
              <c:pt idx="94">
                <c:v>4.669276550240401</c:v>
              </c:pt>
              <c:pt idx="95">
                <c:v>4.669276550240401</c:v>
              </c:pt>
              <c:pt idx="96">
                <c:v>4.669276550240401</c:v>
              </c:pt>
              <c:pt idx="97">
                <c:v>4.669276550240401</c:v>
              </c:pt>
              <c:pt idx="98">
                <c:v>4.669276550240401</c:v>
              </c:pt>
              <c:pt idx="99">
                <c:v>4.669276550240401</c:v>
              </c:pt>
              <c:pt idx="100">
                <c:v>4.669276550240401</c:v>
              </c:pt>
              <c:pt idx="101">
                <c:v>4.669276550240401</c:v>
              </c:pt>
              <c:pt idx="102">
                <c:v>4.669276550240401</c:v>
              </c:pt>
              <c:pt idx="103">
                <c:v>4.669276550240401</c:v>
              </c:pt>
              <c:pt idx="104">
                <c:v>4.669276550240401</c:v>
              </c:pt>
              <c:pt idx="105">
                <c:v>4.669276550240401</c:v>
              </c:pt>
              <c:pt idx="106">
                <c:v>4.669276550240401</c:v>
              </c:pt>
              <c:pt idx="107">
                <c:v>4.669276550240401</c:v>
              </c:pt>
              <c:pt idx="108">
                <c:v>4.669276550240401</c:v>
              </c:pt>
              <c:pt idx="109">
                <c:v>4.669276550240401</c:v>
              </c:pt>
              <c:pt idx="110">
                <c:v>4.669276550240401</c:v>
              </c:pt>
              <c:pt idx="111">
                <c:v>4.669276550240401</c:v>
              </c:pt>
              <c:pt idx="112">
                <c:v>4.669276550240401</c:v>
              </c:pt>
              <c:pt idx="113">
                <c:v>4.669276550240401</c:v>
              </c:pt>
              <c:pt idx="114">
                <c:v>4.669276550240401</c:v>
              </c:pt>
              <c:pt idx="115">
                <c:v>4.669276550240401</c:v>
              </c:pt>
              <c:pt idx="116">
                <c:v>4.669276550240401</c:v>
              </c:pt>
              <c:pt idx="117">
                <c:v>4.669276550240401</c:v>
              </c:pt>
              <c:pt idx="118">
                <c:v>4.669276550240401</c:v>
              </c:pt>
              <c:pt idx="119">
                <c:v>4.669276550240401</c:v>
              </c:pt>
              <c:pt idx="120">
                <c:v>4.669276550240401</c:v>
              </c:pt>
              <c:pt idx="121">
                <c:v>4.669276550240401</c:v>
              </c:pt>
              <c:pt idx="122">
                <c:v>4.669276550240401</c:v>
              </c:pt>
              <c:pt idx="123">
                <c:v>4.669276550240401</c:v>
              </c:pt>
              <c:pt idx="124">
                <c:v>4.669276550240401</c:v>
              </c:pt>
              <c:pt idx="125">
                <c:v>4.669276550240401</c:v>
              </c:pt>
              <c:pt idx="126">
                <c:v>4.669276550240401</c:v>
              </c:pt>
              <c:pt idx="127">
                <c:v>4.669276550240401</c:v>
              </c:pt>
              <c:pt idx="128">
                <c:v>4.669276550240401</c:v>
              </c:pt>
              <c:pt idx="129">
                <c:v>4.669276550240401</c:v>
              </c:pt>
              <c:pt idx="130">
                <c:v>4.669276550240401</c:v>
              </c:pt>
              <c:pt idx="131">
                <c:v>4.669276550240401</c:v>
              </c:pt>
              <c:pt idx="132">
                <c:v>4.669276550240401</c:v>
              </c:pt>
              <c:pt idx="133">
                <c:v>4.669276550240401</c:v>
              </c:pt>
              <c:pt idx="134">
                <c:v>4.669276550240401</c:v>
              </c:pt>
              <c:pt idx="135">
                <c:v>4.669276550240401</c:v>
              </c:pt>
              <c:pt idx="136">
                <c:v>4.669276550240401</c:v>
              </c:pt>
              <c:pt idx="137">
                <c:v>4.669276550240401</c:v>
              </c:pt>
              <c:pt idx="138">
                <c:v>4.669276550240401</c:v>
              </c:pt>
              <c:pt idx="139">
                <c:v>4.669276550240401</c:v>
              </c:pt>
              <c:pt idx="140">
                <c:v>4.669276550240401</c:v>
              </c:pt>
              <c:pt idx="141">
                <c:v>4.669276550240401</c:v>
              </c:pt>
              <c:pt idx="142">
                <c:v>4.669276550240401</c:v>
              </c:pt>
              <c:pt idx="143">
                <c:v>4.669276550240401</c:v>
              </c:pt>
              <c:pt idx="144">
                <c:v>4.669276550240401</c:v>
              </c:pt>
              <c:pt idx="145">
                <c:v>4.669276550240401</c:v>
              </c:pt>
              <c:pt idx="146">
                <c:v>4.669276550240401</c:v>
              </c:pt>
              <c:pt idx="147">
                <c:v>4.669276550240401</c:v>
              </c:pt>
              <c:pt idx="148">
                <c:v>4.669276550240401</c:v>
              </c:pt>
              <c:pt idx="149">
                <c:v>4.669276550240401</c:v>
              </c:pt>
              <c:pt idx="150">
                <c:v>4.669276550240401</c:v>
              </c:pt>
              <c:pt idx="151">
                <c:v>4.669276550240401</c:v>
              </c:pt>
              <c:pt idx="152">
                <c:v>4.669276550240401</c:v>
              </c:pt>
              <c:pt idx="153">
                <c:v>4.669276550240401</c:v>
              </c:pt>
              <c:pt idx="154">
                <c:v>4.669276550240401</c:v>
              </c:pt>
              <c:pt idx="155">
                <c:v>4.669276550240401</c:v>
              </c:pt>
              <c:pt idx="156">
                <c:v>4.669276550240401</c:v>
              </c:pt>
              <c:pt idx="157">
                <c:v>4.669276550240401</c:v>
              </c:pt>
              <c:pt idx="158">
                <c:v>4.669276550240401</c:v>
              </c:pt>
              <c:pt idx="159">
                <c:v>4.669276550240401</c:v>
              </c:pt>
              <c:pt idx="160">
                <c:v>4.669276550240401</c:v>
              </c:pt>
              <c:pt idx="161">
                <c:v>4.669276550240401</c:v>
              </c:pt>
              <c:pt idx="162">
                <c:v>4.669276550240401</c:v>
              </c:pt>
              <c:pt idx="163">
                <c:v>4.669276550240401</c:v>
              </c:pt>
              <c:pt idx="164">
                <c:v>4.669276550240401</c:v>
              </c:pt>
              <c:pt idx="165">
                <c:v>4.669276550240401</c:v>
              </c:pt>
              <c:pt idx="166">
                <c:v>4.669276550240401</c:v>
              </c:pt>
              <c:pt idx="167">
                <c:v>4.669276550240401</c:v>
              </c:pt>
              <c:pt idx="168">
                <c:v>4.669276550240401</c:v>
              </c:pt>
              <c:pt idx="169">
                <c:v>4.669276550240401</c:v>
              </c:pt>
              <c:pt idx="170">
                <c:v>4.669276550240401</c:v>
              </c:pt>
              <c:pt idx="171">
                <c:v>4.669276550240401</c:v>
              </c:pt>
              <c:pt idx="172">
                <c:v>4.669276550240401</c:v>
              </c:pt>
              <c:pt idx="173">
                <c:v>4.669276550240401</c:v>
              </c:pt>
              <c:pt idx="174">
                <c:v>4.669276550240401</c:v>
              </c:pt>
              <c:pt idx="175">
                <c:v>4.669276550240401</c:v>
              </c:pt>
              <c:pt idx="176">
                <c:v>4.669276550240401</c:v>
              </c:pt>
              <c:pt idx="177">
                <c:v>4.669276550240401</c:v>
              </c:pt>
              <c:pt idx="178">
                <c:v>4.669276550240401</c:v>
              </c:pt>
              <c:pt idx="179">
                <c:v>4.669276550240401</c:v>
              </c:pt>
              <c:pt idx="180">
                <c:v>4.669276550240401</c:v>
              </c:pt>
              <c:pt idx="181">
                <c:v>4.669276550240401</c:v>
              </c:pt>
              <c:pt idx="182">
                <c:v>4.669276550240401</c:v>
              </c:pt>
              <c:pt idx="183">
                <c:v>4.669276550240401</c:v>
              </c:pt>
              <c:pt idx="184">
                <c:v>4.669276550240401</c:v>
              </c:pt>
              <c:pt idx="185">
                <c:v>4.669276550240401</c:v>
              </c:pt>
              <c:pt idx="186">
                <c:v>4.669276550240401</c:v>
              </c:pt>
              <c:pt idx="187">
                <c:v>4.669276550240401</c:v>
              </c:pt>
              <c:pt idx="188">
                <c:v>4.669276550240401</c:v>
              </c:pt>
              <c:pt idx="189">
                <c:v>4.669276550240401</c:v>
              </c:pt>
              <c:pt idx="190">
                <c:v>4.669276550240401</c:v>
              </c:pt>
              <c:pt idx="191">
                <c:v>4.669276550240401</c:v>
              </c:pt>
              <c:pt idx="192">
                <c:v>4.669276550240401</c:v>
              </c:pt>
              <c:pt idx="193">
                <c:v>4.669276550240401</c:v>
              </c:pt>
              <c:pt idx="194">
                <c:v>4.669276550240401</c:v>
              </c:pt>
              <c:pt idx="195">
                <c:v>4.669276550240401</c:v>
              </c:pt>
              <c:pt idx="196">
                <c:v>4.669276550240401</c:v>
              </c:pt>
              <c:pt idx="197">
                <c:v>4.669276550240401</c:v>
              </c:pt>
              <c:pt idx="198">
                <c:v>4.669276550240401</c:v>
              </c:pt>
              <c:pt idx="199">
                <c:v>4.669276550240401</c:v>
              </c:pt>
              <c:pt idx="200">
                <c:v>4.669276550240401</c:v>
              </c:pt>
              <c:pt idx="201">
                <c:v>4.669276550240401</c:v>
              </c:pt>
              <c:pt idx="202">
                <c:v>4.669276550240401</c:v>
              </c:pt>
              <c:pt idx="203">
                <c:v>4.669276550240401</c:v>
              </c:pt>
              <c:pt idx="204">
                <c:v>4.669276550240401</c:v>
              </c:pt>
              <c:pt idx="205">
                <c:v>4.669276550240401</c:v>
              </c:pt>
              <c:pt idx="206">
                <c:v>4.669276550240401</c:v>
              </c:pt>
              <c:pt idx="207">
                <c:v>4.669276550240401</c:v>
              </c:pt>
              <c:pt idx="208">
                <c:v>4.669276550240401</c:v>
              </c:pt>
              <c:pt idx="209">
                <c:v>4.669276550240401</c:v>
              </c:pt>
              <c:pt idx="210">
                <c:v>4.669276550240401</c:v>
              </c:pt>
              <c:pt idx="211">
                <c:v>4.669276550240401</c:v>
              </c:pt>
              <c:pt idx="212">
                <c:v>4.669276550240401</c:v>
              </c:pt>
              <c:pt idx="213">
                <c:v>4.669276550240401</c:v>
              </c:pt>
              <c:pt idx="214">
                <c:v>4.669276550240401</c:v>
              </c:pt>
              <c:pt idx="215">
                <c:v>4.669276550240401</c:v>
              </c:pt>
              <c:pt idx="216">
                <c:v>4.669276550240401</c:v>
              </c:pt>
              <c:pt idx="217">
                <c:v>4.669276550240401</c:v>
              </c:pt>
              <c:pt idx="218">
                <c:v>4.669276550240401</c:v>
              </c:pt>
              <c:pt idx="219">
                <c:v>4.669276550240401</c:v>
              </c:pt>
              <c:pt idx="220">
                <c:v>4.669276550240401</c:v>
              </c:pt>
              <c:pt idx="221">
                <c:v>4.669276550240401</c:v>
              </c:pt>
              <c:pt idx="222">
                <c:v>4.669276550240401</c:v>
              </c:pt>
              <c:pt idx="223">
                <c:v>4.669276550240401</c:v>
              </c:pt>
              <c:pt idx="224">
                <c:v>4.669276550240401</c:v>
              </c:pt>
              <c:pt idx="225">
                <c:v>4.669276550240401</c:v>
              </c:pt>
              <c:pt idx="226">
                <c:v>4.669276550240401</c:v>
              </c:pt>
              <c:pt idx="227">
                <c:v>4.669276550240401</c:v>
              </c:pt>
              <c:pt idx="228">
                <c:v>4.669276550240401</c:v>
              </c:pt>
              <c:pt idx="229">
                <c:v>4.669276550240401</c:v>
              </c:pt>
              <c:pt idx="230">
                <c:v>4.669276550240401</c:v>
              </c:pt>
              <c:pt idx="231">
                <c:v>4.669276550240401</c:v>
              </c:pt>
              <c:pt idx="232">
                <c:v>4.669276550240401</c:v>
              </c:pt>
              <c:pt idx="233">
                <c:v>4.669276550240401</c:v>
              </c:pt>
              <c:pt idx="234">
                <c:v>4.669276550240401</c:v>
              </c:pt>
              <c:pt idx="235">
                <c:v>4.669276550240401</c:v>
              </c:pt>
              <c:pt idx="236">
                <c:v>4.669276550240401</c:v>
              </c:pt>
              <c:pt idx="237">
                <c:v>4.669276550240401</c:v>
              </c:pt>
              <c:pt idx="238">
                <c:v>4.669276550240401</c:v>
              </c:pt>
              <c:pt idx="239">
                <c:v>4.669276550240401</c:v>
              </c:pt>
              <c:pt idx="240">
                <c:v>4.669276550240401</c:v>
              </c:pt>
              <c:pt idx="241">
                <c:v>4.669276550240401</c:v>
              </c:pt>
              <c:pt idx="242">
                <c:v>4.669276550240401</c:v>
              </c:pt>
              <c:pt idx="243">
                <c:v>4.669276550240401</c:v>
              </c:pt>
              <c:pt idx="244">
                <c:v>4.669276550240401</c:v>
              </c:pt>
              <c:pt idx="245">
                <c:v>4.669276550240401</c:v>
              </c:pt>
              <c:pt idx="246">
                <c:v>4.669276550240401</c:v>
              </c:pt>
              <c:pt idx="247">
                <c:v>4.669276550240401</c:v>
              </c:pt>
              <c:pt idx="248">
                <c:v>4.669276550240401</c:v>
              </c:pt>
              <c:pt idx="249">
                <c:v>4.669276550240401</c:v>
              </c:pt>
              <c:pt idx="250">
                <c:v>4.669276550240401</c:v>
              </c:pt>
              <c:pt idx="251">
                <c:v>4.669276550240401</c:v>
              </c:pt>
              <c:pt idx="252">
                <c:v>4.669276550240401</c:v>
              </c:pt>
              <c:pt idx="253">
                <c:v>4.669276550240401</c:v>
              </c:pt>
              <c:pt idx="254">
                <c:v>4.669276550240401</c:v>
              </c:pt>
              <c:pt idx="255">
                <c:v>4.669276550240401</c:v>
              </c:pt>
              <c:pt idx="256">
                <c:v>4.669276550240401</c:v>
              </c:pt>
              <c:pt idx="257">
                <c:v>4.669276550240401</c:v>
              </c:pt>
              <c:pt idx="258">
                <c:v>4.669276550240401</c:v>
              </c:pt>
              <c:pt idx="259">
                <c:v>4.669276550240401</c:v>
              </c:pt>
              <c:pt idx="260">
                <c:v>4.669276550240401</c:v>
              </c:pt>
              <c:pt idx="261">
                <c:v>4.669276550240401</c:v>
              </c:pt>
              <c:pt idx="262">
                <c:v>4.669276550240401</c:v>
              </c:pt>
              <c:pt idx="263">
                <c:v>4.669276550240401</c:v>
              </c:pt>
              <c:pt idx="264">
                <c:v>4.669276550240401</c:v>
              </c:pt>
              <c:pt idx="265">
                <c:v>4.669276550240401</c:v>
              </c:pt>
              <c:pt idx="266">
                <c:v>4.669276550240401</c:v>
              </c:pt>
              <c:pt idx="267">
                <c:v>4.669276550240401</c:v>
              </c:pt>
              <c:pt idx="268">
                <c:v>4.669276550240401</c:v>
              </c:pt>
              <c:pt idx="269">
                <c:v>4.669276550240401</c:v>
              </c:pt>
              <c:pt idx="270">
                <c:v>4.669276550240401</c:v>
              </c:pt>
              <c:pt idx="271">
                <c:v>4.669276550240401</c:v>
              </c:pt>
              <c:pt idx="272">
                <c:v>4.669276550240401</c:v>
              </c:pt>
              <c:pt idx="273">
                <c:v>4.669276550240401</c:v>
              </c:pt>
              <c:pt idx="274">
                <c:v>4.669276550240401</c:v>
              </c:pt>
              <c:pt idx="275">
                <c:v>4.669276550240401</c:v>
              </c:pt>
              <c:pt idx="276">
                <c:v>4.669276550240401</c:v>
              </c:pt>
              <c:pt idx="277">
                <c:v>4.669276550240401</c:v>
              </c:pt>
              <c:pt idx="278">
                <c:v>4.669276550240401</c:v>
              </c:pt>
              <c:pt idx="279">
                <c:v>4.669276550240401</c:v>
              </c:pt>
              <c:pt idx="280">
                <c:v>4.669276550240401</c:v>
              </c:pt>
              <c:pt idx="281">
                <c:v>4.669276550240401</c:v>
              </c:pt>
              <c:pt idx="282">
                <c:v>4.669276550240401</c:v>
              </c:pt>
              <c:pt idx="283">
                <c:v>4.669276550240401</c:v>
              </c:pt>
              <c:pt idx="284">
                <c:v>4.669276550240401</c:v>
              </c:pt>
              <c:pt idx="285">
                <c:v>4.669276550240401</c:v>
              </c:pt>
              <c:pt idx="286">
                <c:v>4.669276550240401</c:v>
              </c:pt>
              <c:pt idx="287">
                <c:v>4.669276550240401</c:v>
              </c:pt>
              <c:pt idx="288">
                <c:v>4.669276550240401</c:v>
              </c:pt>
              <c:pt idx="289">
                <c:v>4.669276550240401</c:v>
              </c:pt>
              <c:pt idx="290">
                <c:v>4.669276550240401</c:v>
              </c:pt>
              <c:pt idx="291">
                <c:v>4.669276550240401</c:v>
              </c:pt>
              <c:pt idx="292">
                <c:v>4.669276550240401</c:v>
              </c:pt>
              <c:pt idx="293">
                <c:v>4.669276550240401</c:v>
              </c:pt>
              <c:pt idx="294">
                <c:v>4.669276550240401</c:v>
              </c:pt>
              <c:pt idx="295">
                <c:v>4.669276550240401</c:v>
              </c:pt>
              <c:pt idx="296">
                <c:v>4.669276550240401</c:v>
              </c:pt>
              <c:pt idx="297">
                <c:v>4.669276550240401</c:v>
              </c:pt>
              <c:pt idx="298">
                <c:v>4.669276550240401</c:v>
              </c:pt>
              <c:pt idx="299">
                <c:v>4.669276550240401</c:v>
              </c:pt>
              <c:pt idx="300">
                <c:v>4.669276550240401</c:v>
              </c:pt>
              <c:pt idx="301">
                <c:v>4.669276550240401</c:v>
              </c:pt>
              <c:pt idx="302">
                <c:v>4.669276550240401</c:v>
              </c:pt>
              <c:pt idx="303">
                <c:v>4.669276550240401</c:v>
              </c:pt>
              <c:pt idx="304">
                <c:v>4.669276550240401</c:v>
              </c:pt>
              <c:pt idx="305">
                <c:v>4.669276550240401</c:v>
              </c:pt>
              <c:pt idx="306">
                <c:v>4.669276550240401</c:v>
              </c:pt>
              <c:pt idx="307">
                <c:v>4.669276550240401</c:v>
              </c:pt>
              <c:pt idx="308">
                <c:v>4.669276550240401</c:v>
              </c:pt>
              <c:pt idx="309">
                <c:v>4.669276550240401</c:v>
              </c:pt>
              <c:pt idx="310">
                <c:v>4.669276550240401</c:v>
              </c:pt>
              <c:pt idx="311">
                <c:v>4.669276550240401</c:v>
              </c:pt>
              <c:pt idx="312">
                <c:v>4.669276550240401</c:v>
              </c:pt>
              <c:pt idx="313">
                <c:v>4.669276550240401</c:v>
              </c:pt>
              <c:pt idx="314">
                <c:v>4.669276550240401</c:v>
              </c:pt>
              <c:pt idx="315">
                <c:v>4.669276550240401</c:v>
              </c:pt>
              <c:pt idx="316">
                <c:v>4.669276550240401</c:v>
              </c:pt>
              <c:pt idx="317">
                <c:v>4.669276550240401</c:v>
              </c:pt>
              <c:pt idx="318">
                <c:v>4.669276550240401</c:v>
              </c:pt>
              <c:pt idx="319">
                <c:v>4.669276550240401</c:v>
              </c:pt>
              <c:pt idx="320">
                <c:v>4.669276550240401</c:v>
              </c:pt>
              <c:pt idx="321">
                <c:v>4.669276550240401</c:v>
              </c:pt>
              <c:pt idx="322">
                <c:v>4.669276550240401</c:v>
              </c:pt>
              <c:pt idx="323">
                <c:v>4.669276550240401</c:v>
              </c:pt>
              <c:pt idx="324">
                <c:v>4.669276550240401</c:v>
              </c:pt>
              <c:pt idx="325">
                <c:v>4.669276550240401</c:v>
              </c:pt>
              <c:pt idx="326">
                <c:v>4.669276550240401</c:v>
              </c:pt>
              <c:pt idx="327">
                <c:v>4.669276550240401</c:v>
              </c:pt>
              <c:pt idx="328">
                <c:v>4.669276550240401</c:v>
              </c:pt>
              <c:pt idx="329">
                <c:v>4.669276550240401</c:v>
              </c:pt>
              <c:pt idx="330">
                <c:v>4.669276550240401</c:v>
              </c:pt>
              <c:pt idx="331">
                <c:v>4.669276550240401</c:v>
              </c:pt>
              <c:pt idx="332">
                <c:v>4.669276550240401</c:v>
              </c:pt>
              <c:pt idx="333">
                <c:v>4.669276550240401</c:v>
              </c:pt>
              <c:pt idx="334">
                <c:v>4.669276550240401</c:v>
              </c:pt>
              <c:pt idx="335">
                <c:v>4.669276550240401</c:v>
              </c:pt>
              <c:pt idx="336">
                <c:v>4.669276550240401</c:v>
              </c:pt>
              <c:pt idx="337">
                <c:v>4.669276550240401</c:v>
              </c:pt>
              <c:pt idx="338">
                <c:v>4.669276550240401</c:v>
              </c:pt>
              <c:pt idx="339">
                <c:v>4.669276550240401</c:v>
              </c:pt>
              <c:pt idx="340">
                <c:v>4.669276550240401</c:v>
              </c:pt>
              <c:pt idx="341">
                <c:v>4.669276550240401</c:v>
              </c:pt>
              <c:pt idx="342">
                <c:v>4.669276550240401</c:v>
              </c:pt>
              <c:pt idx="343">
                <c:v>4.669276550240401</c:v>
              </c:pt>
              <c:pt idx="344">
                <c:v>4.669276550240401</c:v>
              </c:pt>
              <c:pt idx="345">
                <c:v>4.669276550240401</c:v>
              </c:pt>
              <c:pt idx="346">
                <c:v>4.669276550240401</c:v>
              </c:pt>
              <c:pt idx="347">
                <c:v>4.669276550240401</c:v>
              </c:pt>
              <c:pt idx="348">
                <c:v>4.669276550240401</c:v>
              </c:pt>
              <c:pt idx="349">
                <c:v>4.669276550240401</c:v>
              </c:pt>
              <c:pt idx="350">
                <c:v>4.669276550240401</c:v>
              </c:pt>
              <c:pt idx="351">
                <c:v>4.669276550240401</c:v>
              </c:pt>
              <c:pt idx="352">
                <c:v>4.669276550240401</c:v>
              </c:pt>
              <c:pt idx="353">
                <c:v>4.669276550240401</c:v>
              </c:pt>
              <c:pt idx="354">
                <c:v>4.669276550240401</c:v>
              </c:pt>
              <c:pt idx="355">
                <c:v>4.669276550240401</c:v>
              </c:pt>
              <c:pt idx="356">
                <c:v>4.669276550240401</c:v>
              </c:pt>
              <c:pt idx="357">
                <c:v>4.669276550240401</c:v>
              </c:pt>
              <c:pt idx="358">
                <c:v>4.669276550240401</c:v>
              </c:pt>
              <c:pt idx="359">
                <c:v>4.669276550240401</c:v>
              </c:pt>
              <c:pt idx="360">
                <c:v>4.669276550240401</c:v>
              </c:pt>
              <c:pt idx="361">
                <c:v>4.669276550240401</c:v>
              </c:pt>
              <c:pt idx="362">
                <c:v>4.669276550240401</c:v>
              </c:pt>
              <c:pt idx="363">
                <c:v>4.669276550240401</c:v>
              </c:pt>
              <c:pt idx="364">
                <c:v>4.669276550240401</c:v>
              </c:pt>
              <c:pt idx="365">
                <c:v>4.669276550240401</c:v>
              </c:pt>
              <c:pt idx="366">
                <c:v>4.669276550240401</c:v>
              </c:pt>
              <c:pt idx="367">
                <c:v>4.669276550240401</c:v>
              </c:pt>
              <c:pt idx="368">
                <c:v>4.669276550240401</c:v>
              </c:pt>
              <c:pt idx="369">
                <c:v>4.669276550240401</c:v>
              </c:pt>
              <c:pt idx="370">
                <c:v>4.669276550240401</c:v>
              </c:pt>
              <c:pt idx="371">
                <c:v>4.669276550240401</c:v>
              </c:pt>
              <c:pt idx="372">
                <c:v>4.669276550240401</c:v>
              </c:pt>
              <c:pt idx="373">
                <c:v>4.669276550240401</c:v>
              </c:pt>
              <c:pt idx="374">
                <c:v>4.669276550240401</c:v>
              </c:pt>
              <c:pt idx="375">
                <c:v>4.669276550240401</c:v>
              </c:pt>
              <c:pt idx="376">
                <c:v>4.669276550240401</c:v>
              </c:pt>
              <c:pt idx="377">
                <c:v>4.669276550240401</c:v>
              </c:pt>
              <c:pt idx="378">
                <c:v>4.669276550240401</c:v>
              </c:pt>
              <c:pt idx="379">
                <c:v>4.669276550240401</c:v>
              </c:pt>
              <c:pt idx="380">
                <c:v>4.669276550240401</c:v>
              </c:pt>
              <c:pt idx="381">
                <c:v>4.669276550240401</c:v>
              </c:pt>
              <c:pt idx="382">
                <c:v>4.669276550240401</c:v>
              </c:pt>
              <c:pt idx="383">
                <c:v>4.669276550240401</c:v>
              </c:pt>
              <c:pt idx="384">
                <c:v>4.669276550240401</c:v>
              </c:pt>
              <c:pt idx="385">
                <c:v>4.669276550240401</c:v>
              </c:pt>
              <c:pt idx="386">
                <c:v>4.669276550240401</c:v>
              </c:pt>
              <c:pt idx="387">
                <c:v>4.669276550240401</c:v>
              </c:pt>
              <c:pt idx="388">
                <c:v>4.669276550240401</c:v>
              </c:pt>
              <c:pt idx="389">
                <c:v>4.669276550240401</c:v>
              </c:pt>
              <c:pt idx="390">
                <c:v>4.669276550240401</c:v>
              </c:pt>
              <c:pt idx="391">
                <c:v>4.669276550240401</c:v>
              </c:pt>
              <c:pt idx="392">
                <c:v>4.669276550240401</c:v>
              </c:pt>
              <c:pt idx="393">
                <c:v>4.669276550240401</c:v>
              </c:pt>
              <c:pt idx="394">
                <c:v>4.669276550240401</c:v>
              </c:pt>
              <c:pt idx="395">
                <c:v>4.669276550240401</c:v>
              </c:pt>
              <c:pt idx="396">
                <c:v>4.669276550240401</c:v>
              </c:pt>
              <c:pt idx="397">
                <c:v>4.669276550240401</c:v>
              </c:pt>
              <c:pt idx="398">
                <c:v>4.669276550240401</c:v>
              </c:pt>
              <c:pt idx="399">
                <c:v>4.669276550240401</c:v>
              </c:pt>
              <c:pt idx="400">
                <c:v>4.669276550240401</c:v>
              </c:pt>
              <c:pt idx="401">
                <c:v>4.669276550240401</c:v>
              </c:pt>
              <c:pt idx="402">
                <c:v>4.669276550240401</c:v>
              </c:pt>
              <c:pt idx="403">
                <c:v>4.669276550240401</c:v>
              </c:pt>
              <c:pt idx="404">
                <c:v>4.669276550240401</c:v>
              </c:pt>
              <c:pt idx="405">
                <c:v>4.669276550240401</c:v>
              </c:pt>
              <c:pt idx="406">
                <c:v>4.669276550240401</c:v>
              </c:pt>
              <c:pt idx="407">
                <c:v>4.669276550240401</c:v>
              </c:pt>
              <c:pt idx="408">
                <c:v>4.669276550240401</c:v>
              </c:pt>
              <c:pt idx="409">
                <c:v>4.669276550240401</c:v>
              </c:pt>
              <c:pt idx="410">
                <c:v>4.669276550240401</c:v>
              </c:pt>
              <c:pt idx="411">
                <c:v>4.669276550240401</c:v>
              </c:pt>
            </c:numLit>
          </c:xVal>
          <c:yVal>
            <c:numLit>
              <c:formatCode>0.0</c:formatCode>
              <c:ptCount val="412"/>
              <c:pt idx="0">
                <c:v>0.13203880275870133</c:v>
              </c:pt>
              <c:pt idx="1">
                <c:v>0.13203880275870133</c:v>
              </c:pt>
              <c:pt idx="2">
                <c:v>0.13203880275870133</c:v>
              </c:pt>
              <c:pt idx="3">
                <c:v>0.13203880275870133</c:v>
              </c:pt>
              <c:pt idx="4">
                <c:v>0.13203880275870133</c:v>
              </c:pt>
              <c:pt idx="5">
                <c:v>0.13203880275870133</c:v>
              </c:pt>
              <c:pt idx="6">
                <c:v>0.13203880275870133</c:v>
              </c:pt>
              <c:pt idx="7">
                <c:v>0.13203880275870133</c:v>
              </c:pt>
              <c:pt idx="8">
                <c:v>0.13203880275870133</c:v>
              </c:pt>
              <c:pt idx="9">
                <c:v>0.13203880275870133</c:v>
              </c:pt>
              <c:pt idx="10">
                <c:v>0.13203880275870133</c:v>
              </c:pt>
              <c:pt idx="11">
                <c:v>0.13203880275870133</c:v>
              </c:pt>
              <c:pt idx="12">
                <c:v>0.13203880275870133</c:v>
              </c:pt>
              <c:pt idx="13">
                <c:v>0.13203880275870133</c:v>
              </c:pt>
              <c:pt idx="14">
                <c:v>0.13203880275870133</c:v>
              </c:pt>
              <c:pt idx="15">
                <c:v>0.13203880275870133</c:v>
              </c:pt>
              <c:pt idx="16">
                <c:v>0.13203880275870133</c:v>
              </c:pt>
              <c:pt idx="17">
                <c:v>0.13203880275870133</c:v>
              </c:pt>
              <c:pt idx="18">
                <c:v>0.13203880275870133</c:v>
              </c:pt>
              <c:pt idx="19">
                <c:v>0.13203880275870133</c:v>
              </c:pt>
              <c:pt idx="20">
                <c:v>0.13203880275870133</c:v>
              </c:pt>
              <c:pt idx="21">
                <c:v>0.13203880275870133</c:v>
              </c:pt>
              <c:pt idx="22">
                <c:v>0.13203880275870133</c:v>
              </c:pt>
              <c:pt idx="23">
                <c:v>0.13203880275870133</c:v>
              </c:pt>
              <c:pt idx="24">
                <c:v>0.13203880275870133</c:v>
              </c:pt>
              <c:pt idx="25">
                <c:v>0.13203880275870133</c:v>
              </c:pt>
              <c:pt idx="26">
                <c:v>0.13203880275870133</c:v>
              </c:pt>
              <c:pt idx="27">
                <c:v>0.13203880275870133</c:v>
              </c:pt>
              <c:pt idx="28">
                <c:v>0.13203880275870133</c:v>
              </c:pt>
              <c:pt idx="29">
                <c:v>0.13203880275870133</c:v>
              </c:pt>
              <c:pt idx="30">
                <c:v>0.13203880275870133</c:v>
              </c:pt>
              <c:pt idx="31">
                <c:v>0.13203880275870133</c:v>
              </c:pt>
              <c:pt idx="32">
                <c:v>0.13203880275870133</c:v>
              </c:pt>
              <c:pt idx="33">
                <c:v>0.13203880275870133</c:v>
              </c:pt>
              <c:pt idx="34">
                <c:v>0.13203880275870133</c:v>
              </c:pt>
              <c:pt idx="35">
                <c:v>0.13203880275870133</c:v>
              </c:pt>
              <c:pt idx="36">
                <c:v>0.13203880275870133</c:v>
              </c:pt>
              <c:pt idx="37">
                <c:v>0.13203880275870133</c:v>
              </c:pt>
              <c:pt idx="38">
                <c:v>0.13203880275870133</c:v>
              </c:pt>
              <c:pt idx="39">
                <c:v>0.13203880275870133</c:v>
              </c:pt>
              <c:pt idx="40">
                <c:v>0.13203880275870133</c:v>
              </c:pt>
              <c:pt idx="41">
                <c:v>0.13203880275870133</c:v>
              </c:pt>
              <c:pt idx="42">
                <c:v>0.13203880275870133</c:v>
              </c:pt>
              <c:pt idx="43">
                <c:v>0.13203880275870133</c:v>
              </c:pt>
              <c:pt idx="44">
                <c:v>0.13203880275870133</c:v>
              </c:pt>
              <c:pt idx="45">
                <c:v>0.13203880275870133</c:v>
              </c:pt>
              <c:pt idx="46">
                <c:v>0.13203880275870133</c:v>
              </c:pt>
              <c:pt idx="47">
                <c:v>0.13203880275870133</c:v>
              </c:pt>
              <c:pt idx="48">
                <c:v>0.13203880275870133</c:v>
              </c:pt>
              <c:pt idx="49">
                <c:v>0.13203880275870133</c:v>
              </c:pt>
              <c:pt idx="50">
                <c:v>0.13203880275870133</c:v>
              </c:pt>
              <c:pt idx="51">
                <c:v>0.13203880275870133</c:v>
              </c:pt>
              <c:pt idx="52">
                <c:v>0.13203880275870133</c:v>
              </c:pt>
              <c:pt idx="53">
                <c:v>0.13203880275870133</c:v>
              </c:pt>
              <c:pt idx="54">
                <c:v>0.13203880275870133</c:v>
              </c:pt>
              <c:pt idx="55">
                <c:v>0.13203880275870133</c:v>
              </c:pt>
              <c:pt idx="56">
                <c:v>0.13203880275870133</c:v>
              </c:pt>
              <c:pt idx="57">
                <c:v>0.13203880275870133</c:v>
              </c:pt>
              <c:pt idx="58">
                <c:v>0.13203880275870133</c:v>
              </c:pt>
              <c:pt idx="59">
                <c:v>0.13203880275870133</c:v>
              </c:pt>
              <c:pt idx="60">
                <c:v>0.13203880275870133</c:v>
              </c:pt>
              <c:pt idx="61">
                <c:v>0.13203880275870133</c:v>
              </c:pt>
              <c:pt idx="62">
                <c:v>0.13203880275870133</c:v>
              </c:pt>
              <c:pt idx="63">
                <c:v>0.13203880275870133</c:v>
              </c:pt>
              <c:pt idx="64">
                <c:v>0.13203880275870133</c:v>
              </c:pt>
              <c:pt idx="65">
                <c:v>0.13203880275870133</c:v>
              </c:pt>
              <c:pt idx="66">
                <c:v>0.13203880275870133</c:v>
              </c:pt>
              <c:pt idx="67">
                <c:v>0.13203880275870133</c:v>
              </c:pt>
              <c:pt idx="68">
                <c:v>0.13203880275870133</c:v>
              </c:pt>
              <c:pt idx="69">
                <c:v>0.13203880275870133</c:v>
              </c:pt>
              <c:pt idx="70">
                <c:v>0.13203880275870133</c:v>
              </c:pt>
              <c:pt idx="71">
                <c:v>0.13203880275870133</c:v>
              </c:pt>
              <c:pt idx="72">
                <c:v>0.13203880275870133</c:v>
              </c:pt>
              <c:pt idx="73">
                <c:v>0.13203880275870133</c:v>
              </c:pt>
              <c:pt idx="74">
                <c:v>0.13203880275870133</c:v>
              </c:pt>
              <c:pt idx="75">
                <c:v>0.13203880275870133</c:v>
              </c:pt>
              <c:pt idx="76">
                <c:v>0.13203880275870133</c:v>
              </c:pt>
              <c:pt idx="77">
                <c:v>0.13203880275870133</c:v>
              </c:pt>
              <c:pt idx="78">
                <c:v>0.13203880275870133</c:v>
              </c:pt>
              <c:pt idx="79">
                <c:v>0.13203880275870133</c:v>
              </c:pt>
              <c:pt idx="80">
                <c:v>0.13203880275870133</c:v>
              </c:pt>
              <c:pt idx="81">
                <c:v>0.13203880275870133</c:v>
              </c:pt>
              <c:pt idx="82">
                <c:v>0.13203880275870133</c:v>
              </c:pt>
              <c:pt idx="83">
                <c:v>0.13203880275870133</c:v>
              </c:pt>
              <c:pt idx="84">
                <c:v>0.13203880275870133</c:v>
              </c:pt>
              <c:pt idx="85">
                <c:v>0.13203880275870133</c:v>
              </c:pt>
              <c:pt idx="86">
                <c:v>0.13203880275870133</c:v>
              </c:pt>
              <c:pt idx="87">
                <c:v>0.13203880275870133</c:v>
              </c:pt>
              <c:pt idx="88">
                <c:v>0.13203880275870133</c:v>
              </c:pt>
              <c:pt idx="89">
                <c:v>0.13203880275870133</c:v>
              </c:pt>
              <c:pt idx="90">
                <c:v>0.13203880275870133</c:v>
              </c:pt>
              <c:pt idx="91">
                <c:v>0.13203880275870133</c:v>
              </c:pt>
              <c:pt idx="92">
                <c:v>0.13203880275870133</c:v>
              </c:pt>
              <c:pt idx="93">
                <c:v>0.13203880275870133</c:v>
              </c:pt>
              <c:pt idx="94">
                <c:v>0.13203880275870133</c:v>
              </c:pt>
              <c:pt idx="95">
                <c:v>0.13203880275870133</c:v>
              </c:pt>
              <c:pt idx="96">
                <c:v>0.13203880275870133</c:v>
              </c:pt>
              <c:pt idx="97">
                <c:v>0.13203880275870133</c:v>
              </c:pt>
              <c:pt idx="98">
                <c:v>0.13203880275870133</c:v>
              </c:pt>
              <c:pt idx="99">
                <c:v>0.13203880275870133</c:v>
              </c:pt>
              <c:pt idx="100">
                <c:v>0.13203880275870133</c:v>
              </c:pt>
              <c:pt idx="101">
                <c:v>0.13203880275870133</c:v>
              </c:pt>
              <c:pt idx="102">
                <c:v>0.13203880275870133</c:v>
              </c:pt>
              <c:pt idx="103">
                <c:v>0.13203880275870133</c:v>
              </c:pt>
              <c:pt idx="104">
                <c:v>0.13203880275870133</c:v>
              </c:pt>
              <c:pt idx="105">
                <c:v>0.13203880275870133</c:v>
              </c:pt>
              <c:pt idx="106">
                <c:v>0.13203880275870133</c:v>
              </c:pt>
              <c:pt idx="107">
                <c:v>0.13203880275870133</c:v>
              </c:pt>
              <c:pt idx="108">
                <c:v>0.13203880275870133</c:v>
              </c:pt>
              <c:pt idx="109">
                <c:v>0.13203880275870133</c:v>
              </c:pt>
              <c:pt idx="110">
                <c:v>0.13203880275870133</c:v>
              </c:pt>
              <c:pt idx="111">
                <c:v>0.13203880275870133</c:v>
              </c:pt>
              <c:pt idx="112">
                <c:v>0.13203880275870133</c:v>
              </c:pt>
              <c:pt idx="113">
                <c:v>0.13203880275870133</c:v>
              </c:pt>
              <c:pt idx="114">
                <c:v>0.13203880275870133</c:v>
              </c:pt>
              <c:pt idx="115">
                <c:v>0.13203880275870133</c:v>
              </c:pt>
              <c:pt idx="116">
                <c:v>0.13203880275870133</c:v>
              </c:pt>
              <c:pt idx="117">
                <c:v>0.13203880275870133</c:v>
              </c:pt>
              <c:pt idx="118">
                <c:v>0.13203880275870133</c:v>
              </c:pt>
              <c:pt idx="119">
                <c:v>0.13203880275870133</c:v>
              </c:pt>
              <c:pt idx="120">
                <c:v>0.13203880275870133</c:v>
              </c:pt>
              <c:pt idx="121">
                <c:v>0.13203880275870133</c:v>
              </c:pt>
              <c:pt idx="122">
                <c:v>0.13203880275870133</c:v>
              </c:pt>
              <c:pt idx="123">
                <c:v>0.13203880275870133</c:v>
              </c:pt>
              <c:pt idx="124">
                <c:v>0.13203880275870133</c:v>
              </c:pt>
              <c:pt idx="125">
                <c:v>0.13203880275870133</c:v>
              </c:pt>
              <c:pt idx="126">
                <c:v>0.13203880275870133</c:v>
              </c:pt>
              <c:pt idx="127">
                <c:v>0.13203880275870133</c:v>
              </c:pt>
              <c:pt idx="128">
                <c:v>0.13203880275870133</c:v>
              </c:pt>
              <c:pt idx="129">
                <c:v>0.13203880275870133</c:v>
              </c:pt>
              <c:pt idx="130">
                <c:v>0.13203880275870133</c:v>
              </c:pt>
              <c:pt idx="131">
                <c:v>0.13203880275870133</c:v>
              </c:pt>
              <c:pt idx="132">
                <c:v>0.13203880275870133</c:v>
              </c:pt>
              <c:pt idx="133">
                <c:v>0.13203880275870133</c:v>
              </c:pt>
              <c:pt idx="134">
                <c:v>0.13203880275870133</c:v>
              </c:pt>
              <c:pt idx="135">
                <c:v>0.13203880275870133</c:v>
              </c:pt>
              <c:pt idx="136">
                <c:v>0.13203880275870133</c:v>
              </c:pt>
              <c:pt idx="137">
                <c:v>0.13203880275870133</c:v>
              </c:pt>
              <c:pt idx="138">
                <c:v>0.13203880275870133</c:v>
              </c:pt>
              <c:pt idx="139">
                <c:v>0.13203880275870133</c:v>
              </c:pt>
              <c:pt idx="140">
                <c:v>0.13203880275870133</c:v>
              </c:pt>
              <c:pt idx="141">
                <c:v>0.13203880275870133</c:v>
              </c:pt>
              <c:pt idx="142">
                <c:v>0.13203880275870133</c:v>
              </c:pt>
              <c:pt idx="143">
                <c:v>0.13203880275870133</c:v>
              </c:pt>
              <c:pt idx="144">
                <c:v>0.13203880275870133</c:v>
              </c:pt>
              <c:pt idx="145">
                <c:v>0.13203880275870133</c:v>
              </c:pt>
              <c:pt idx="146">
                <c:v>0.13203880275870133</c:v>
              </c:pt>
              <c:pt idx="147">
                <c:v>0.13203880275870133</c:v>
              </c:pt>
              <c:pt idx="148">
                <c:v>0.13203880275870133</c:v>
              </c:pt>
              <c:pt idx="149">
                <c:v>0.13203880275870133</c:v>
              </c:pt>
              <c:pt idx="150">
                <c:v>0.13203880275870133</c:v>
              </c:pt>
              <c:pt idx="151">
                <c:v>0.13203880275870133</c:v>
              </c:pt>
              <c:pt idx="152">
                <c:v>0.13203880275870133</c:v>
              </c:pt>
              <c:pt idx="153">
                <c:v>0.13203880275870133</c:v>
              </c:pt>
              <c:pt idx="154">
                <c:v>0.13203880275870133</c:v>
              </c:pt>
              <c:pt idx="155">
                <c:v>0.13203880275870133</c:v>
              </c:pt>
              <c:pt idx="156">
                <c:v>0.13203880275870133</c:v>
              </c:pt>
              <c:pt idx="157">
                <c:v>0.13203880275870133</c:v>
              </c:pt>
              <c:pt idx="158">
                <c:v>0.13203880275870133</c:v>
              </c:pt>
              <c:pt idx="159">
                <c:v>0.13203880275870133</c:v>
              </c:pt>
              <c:pt idx="160">
                <c:v>0.13203880275870133</c:v>
              </c:pt>
              <c:pt idx="161">
                <c:v>0.13203880275870133</c:v>
              </c:pt>
              <c:pt idx="162">
                <c:v>0.13203880275870133</c:v>
              </c:pt>
              <c:pt idx="163">
                <c:v>0.13203880275870133</c:v>
              </c:pt>
              <c:pt idx="164">
                <c:v>0.13203880275870133</c:v>
              </c:pt>
              <c:pt idx="165">
                <c:v>0.13203880275870133</c:v>
              </c:pt>
              <c:pt idx="166">
                <c:v>0.13203880275870133</c:v>
              </c:pt>
              <c:pt idx="167">
                <c:v>0.13203880275870133</c:v>
              </c:pt>
              <c:pt idx="168">
                <c:v>0.13203880275870133</c:v>
              </c:pt>
              <c:pt idx="169">
                <c:v>0.13203880275870133</c:v>
              </c:pt>
              <c:pt idx="170">
                <c:v>0.13203880275870133</c:v>
              </c:pt>
              <c:pt idx="171">
                <c:v>0.13203880275870133</c:v>
              </c:pt>
              <c:pt idx="172">
                <c:v>0.13203880275870133</c:v>
              </c:pt>
              <c:pt idx="173">
                <c:v>0.13203880275870133</c:v>
              </c:pt>
              <c:pt idx="174">
                <c:v>0.13203880275870133</c:v>
              </c:pt>
              <c:pt idx="175">
                <c:v>0.13203880275870133</c:v>
              </c:pt>
              <c:pt idx="176">
                <c:v>0.13203880275870133</c:v>
              </c:pt>
              <c:pt idx="177">
                <c:v>0.13203880275870133</c:v>
              </c:pt>
              <c:pt idx="178">
                <c:v>0.13203880275870133</c:v>
              </c:pt>
              <c:pt idx="179">
                <c:v>0.13203880275870133</c:v>
              </c:pt>
              <c:pt idx="180">
                <c:v>0.13203880275870133</c:v>
              </c:pt>
              <c:pt idx="181">
                <c:v>0.13203880275870133</c:v>
              </c:pt>
              <c:pt idx="182">
                <c:v>0.13203880275870133</c:v>
              </c:pt>
              <c:pt idx="183">
                <c:v>0.13203880275870133</c:v>
              </c:pt>
              <c:pt idx="184">
                <c:v>0.13203880275870133</c:v>
              </c:pt>
              <c:pt idx="185">
                <c:v>0.13203880275870133</c:v>
              </c:pt>
              <c:pt idx="186">
                <c:v>0.13203880275870133</c:v>
              </c:pt>
              <c:pt idx="187">
                <c:v>0.13203880275870133</c:v>
              </c:pt>
              <c:pt idx="188">
                <c:v>0.13203880275870133</c:v>
              </c:pt>
              <c:pt idx="189">
                <c:v>0.13203880275870133</c:v>
              </c:pt>
              <c:pt idx="190">
                <c:v>0.13203880275870133</c:v>
              </c:pt>
              <c:pt idx="191">
                <c:v>0.13203880275870133</c:v>
              </c:pt>
              <c:pt idx="192">
                <c:v>0.13203880275870133</c:v>
              </c:pt>
              <c:pt idx="193">
                <c:v>0.13203880275870133</c:v>
              </c:pt>
              <c:pt idx="194">
                <c:v>0.13203880275870133</c:v>
              </c:pt>
              <c:pt idx="195">
                <c:v>0.13203880275870133</c:v>
              </c:pt>
              <c:pt idx="196">
                <c:v>0.13203880275870133</c:v>
              </c:pt>
              <c:pt idx="197">
                <c:v>0.13203880275870133</c:v>
              </c:pt>
              <c:pt idx="198">
                <c:v>0.13203880275870133</c:v>
              </c:pt>
              <c:pt idx="199">
                <c:v>0.13203880275870133</c:v>
              </c:pt>
              <c:pt idx="200">
                <c:v>0.13203880275870133</c:v>
              </c:pt>
              <c:pt idx="201">
                <c:v>0.13203880275870133</c:v>
              </c:pt>
              <c:pt idx="202">
                <c:v>0.13203880275870133</c:v>
              </c:pt>
              <c:pt idx="203">
                <c:v>0.13203880275870133</c:v>
              </c:pt>
              <c:pt idx="204">
                <c:v>0.13203880275870133</c:v>
              </c:pt>
              <c:pt idx="205">
                <c:v>0.13203880275870133</c:v>
              </c:pt>
              <c:pt idx="206">
                <c:v>0.13203880275870133</c:v>
              </c:pt>
              <c:pt idx="207">
                <c:v>0.13203880275870133</c:v>
              </c:pt>
              <c:pt idx="208">
                <c:v>0.13203880275870133</c:v>
              </c:pt>
              <c:pt idx="209">
                <c:v>0.13203880275870133</c:v>
              </c:pt>
              <c:pt idx="210">
                <c:v>0.13203880275870133</c:v>
              </c:pt>
              <c:pt idx="211">
                <c:v>0.13203880275870133</c:v>
              </c:pt>
              <c:pt idx="212">
                <c:v>0.13203880275870133</c:v>
              </c:pt>
              <c:pt idx="213">
                <c:v>0.13203880275870133</c:v>
              </c:pt>
              <c:pt idx="214">
                <c:v>0.13203880275870133</c:v>
              </c:pt>
              <c:pt idx="215">
                <c:v>0.13203880275870133</c:v>
              </c:pt>
              <c:pt idx="216">
                <c:v>0.13203880275870133</c:v>
              </c:pt>
              <c:pt idx="217">
                <c:v>0.13203880275870133</c:v>
              </c:pt>
              <c:pt idx="218">
                <c:v>0.13203880275870133</c:v>
              </c:pt>
              <c:pt idx="219">
                <c:v>0.13203880275870133</c:v>
              </c:pt>
              <c:pt idx="220">
                <c:v>0.13203880275870133</c:v>
              </c:pt>
              <c:pt idx="221">
                <c:v>0.13203880275870133</c:v>
              </c:pt>
              <c:pt idx="222">
                <c:v>0.13203880275870133</c:v>
              </c:pt>
              <c:pt idx="223">
                <c:v>0.13203880275870133</c:v>
              </c:pt>
              <c:pt idx="224">
                <c:v>0.13203880275870133</c:v>
              </c:pt>
              <c:pt idx="225">
                <c:v>0.13203880275870133</c:v>
              </c:pt>
              <c:pt idx="226">
                <c:v>0.13203880275870133</c:v>
              </c:pt>
              <c:pt idx="227">
                <c:v>0.13203880275870133</c:v>
              </c:pt>
              <c:pt idx="228">
                <c:v>0.13203880275870133</c:v>
              </c:pt>
              <c:pt idx="229">
                <c:v>0.13203880275870133</c:v>
              </c:pt>
              <c:pt idx="230">
                <c:v>0.13203880275870133</c:v>
              </c:pt>
              <c:pt idx="231">
                <c:v>0.13203880275870133</c:v>
              </c:pt>
              <c:pt idx="232">
                <c:v>0.13203880275870133</c:v>
              </c:pt>
              <c:pt idx="233">
                <c:v>0.13203880275870133</c:v>
              </c:pt>
              <c:pt idx="234">
                <c:v>0.13203880275870133</c:v>
              </c:pt>
              <c:pt idx="235">
                <c:v>0.13203880275870133</c:v>
              </c:pt>
              <c:pt idx="236">
                <c:v>0.13203880275870133</c:v>
              </c:pt>
              <c:pt idx="237">
                <c:v>0.13203880275870133</c:v>
              </c:pt>
              <c:pt idx="238">
                <c:v>0.13203880275870133</c:v>
              </c:pt>
              <c:pt idx="239">
                <c:v>0.13203880275870133</c:v>
              </c:pt>
              <c:pt idx="240">
                <c:v>0.13203880275870133</c:v>
              </c:pt>
              <c:pt idx="241">
                <c:v>0.13203880275870133</c:v>
              </c:pt>
              <c:pt idx="242">
                <c:v>0.13203880275870133</c:v>
              </c:pt>
              <c:pt idx="243">
                <c:v>0.13203880275870133</c:v>
              </c:pt>
              <c:pt idx="244">
                <c:v>0.13203880275870133</c:v>
              </c:pt>
              <c:pt idx="245">
                <c:v>0.13203880275870133</c:v>
              </c:pt>
              <c:pt idx="246">
                <c:v>0.13203880275870133</c:v>
              </c:pt>
              <c:pt idx="247">
                <c:v>0.13203880275870133</c:v>
              </c:pt>
              <c:pt idx="248">
                <c:v>0.13203880275870133</c:v>
              </c:pt>
              <c:pt idx="249">
                <c:v>0.13203880275870133</c:v>
              </c:pt>
              <c:pt idx="250">
                <c:v>0.13203880275870133</c:v>
              </c:pt>
              <c:pt idx="251">
                <c:v>0.13203880275870133</c:v>
              </c:pt>
              <c:pt idx="252">
                <c:v>0.13203880275870133</c:v>
              </c:pt>
              <c:pt idx="253">
                <c:v>0.13203880275870133</c:v>
              </c:pt>
              <c:pt idx="254">
                <c:v>0.13203880275870133</c:v>
              </c:pt>
              <c:pt idx="255">
                <c:v>0.13203880275870133</c:v>
              </c:pt>
              <c:pt idx="256">
                <c:v>0.13203880275870133</c:v>
              </c:pt>
              <c:pt idx="257">
                <c:v>0.13203880275870133</c:v>
              </c:pt>
              <c:pt idx="258">
                <c:v>0.13203880275870133</c:v>
              </c:pt>
              <c:pt idx="259">
                <c:v>0.13203880275870133</c:v>
              </c:pt>
              <c:pt idx="260">
                <c:v>0.13203880275870133</c:v>
              </c:pt>
              <c:pt idx="261">
                <c:v>0.13203880275870133</c:v>
              </c:pt>
              <c:pt idx="262">
                <c:v>0.13203880275870133</c:v>
              </c:pt>
              <c:pt idx="263">
                <c:v>0.13203880275870133</c:v>
              </c:pt>
              <c:pt idx="264">
                <c:v>0.13203880275870133</c:v>
              </c:pt>
              <c:pt idx="265">
                <c:v>0.13203880275870133</c:v>
              </c:pt>
              <c:pt idx="266">
                <c:v>0.13203880275870133</c:v>
              </c:pt>
              <c:pt idx="267">
                <c:v>0.13203880275870133</c:v>
              </c:pt>
              <c:pt idx="268">
                <c:v>0.13203880275870133</c:v>
              </c:pt>
              <c:pt idx="269">
                <c:v>0.13203880275870133</c:v>
              </c:pt>
              <c:pt idx="270">
                <c:v>0.13203880275870133</c:v>
              </c:pt>
              <c:pt idx="271">
                <c:v>0.13203880275870133</c:v>
              </c:pt>
              <c:pt idx="272">
                <c:v>0.13203880275870133</c:v>
              </c:pt>
              <c:pt idx="273">
                <c:v>0.13203880275870133</c:v>
              </c:pt>
              <c:pt idx="274">
                <c:v>0.13203880275870133</c:v>
              </c:pt>
              <c:pt idx="275">
                <c:v>0.13203880275870133</c:v>
              </c:pt>
              <c:pt idx="276">
                <c:v>0.13203880275870133</c:v>
              </c:pt>
              <c:pt idx="277">
                <c:v>0.13203880275870133</c:v>
              </c:pt>
              <c:pt idx="278">
                <c:v>0.13203880275870133</c:v>
              </c:pt>
              <c:pt idx="279">
                <c:v>0.13203880275870133</c:v>
              </c:pt>
              <c:pt idx="280">
                <c:v>0.13203880275870133</c:v>
              </c:pt>
              <c:pt idx="281">
                <c:v>0.13203880275870133</c:v>
              </c:pt>
              <c:pt idx="282">
                <c:v>0.13203880275870133</c:v>
              </c:pt>
              <c:pt idx="283">
                <c:v>0.13203880275870133</c:v>
              </c:pt>
              <c:pt idx="284">
                <c:v>0.13203880275870133</c:v>
              </c:pt>
              <c:pt idx="285">
                <c:v>0.13203880275870133</c:v>
              </c:pt>
              <c:pt idx="286">
                <c:v>0.13203880275870133</c:v>
              </c:pt>
              <c:pt idx="287">
                <c:v>0.13203880275870133</c:v>
              </c:pt>
              <c:pt idx="288">
                <c:v>0.13203880275870133</c:v>
              </c:pt>
              <c:pt idx="289">
                <c:v>0.13203880275870133</c:v>
              </c:pt>
              <c:pt idx="290">
                <c:v>0.13203880275870133</c:v>
              </c:pt>
              <c:pt idx="291">
                <c:v>0.13203880275870133</c:v>
              </c:pt>
              <c:pt idx="292">
                <c:v>0.13203880275870133</c:v>
              </c:pt>
              <c:pt idx="293">
                <c:v>0.13203880275870133</c:v>
              </c:pt>
              <c:pt idx="294">
                <c:v>0.13203880275870133</c:v>
              </c:pt>
              <c:pt idx="295">
                <c:v>0.13203880275870133</c:v>
              </c:pt>
              <c:pt idx="296">
                <c:v>0.13203880275870133</c:v>
              </c:pt>
              <c:pt idx="297">
                <c:v>0.13203880275870133</c:v>
              </c:pt>
              <c:pt idx="298">
                <c:v>0.13203880275870133</c:v>
              </c:pt>
              <c:pt idx="299">
                <c:v>0.13203880275870133</c:v>
              </c:pt>
              <c:pt idx="300">
                <c:v>0.13203880275870133</c:v>
              </c:pt>
              <c:pt idx="301">
                <c:v>0.13203880275870133</c:v>
              </c:pt>
              <c:pt idx="302">
                <c:v>0.13203880275870133</c:v>
              </c:pt>
              <c:pt idx="303">
                <c:v>0.13203880275870133</c:v>
              </c:pt>
              <c:pt idx="304">
                <c:v>0.13203880275870133</c:v>
              </c:pt>
              <c:pt idx="305">
                <c:v>0.13203880275870133</c:v>
              </c:pt>
              <c:pt idx="306">
                <c:v>0.13203880275870133</c:v>
              </c:pt>
              <c:pt idx="307">
                <c:v>0.13203880275870133</c:v>
              </c:pt>
              <c:pt idx="308">
                <c:v>0.13203880275870133</c:v>
              </c:pt>
              <c:pt idx="309">
                <c:v>0.13203880275870133</c:v>
              </c:pt>
              <c:pt idx="310">
                <c:v>0.13203880275870133</c:v>
              </c:pt>
              <c:pt idx="311">
                <c:v>0.13203880275870133</c:v>
              </c:pt>
              <c:pt idx="312">
                <c:v>0.13203880275870133</c:v>
              </c:pt>
              <c:pt idx="313">
                <c:v>0.13203880275870133</c:v>
              </c:pt>
              <c:pt idx="314">
                <c:v>0.13203880275870133</c:v>
              </c:pt>
              <c:pt idx="315">
                <c:v>0.13203880275870133</c:v>
              </c:pt>
              <c:pt idx="316">
                <c:v>0.13203880275870133</c:v>
              </c:pt>
              <c:pt idx="317">
                <c:v>0.13203880275870133</c:v>
              </c:pt>
              <c:pt idx="318">
                <c:v>0.13203880275870133</c:v>
              </c:pt>
              <c:pt idx="319">
                <c:v>0.13203880275870133</c:v>
              </c:pt>
              <c:pt idx="320">
                <c:v>0.13203880275870133</c:v>
              </c:pt>
              <c:pt idx="321">
                <c:v>0.13203880275870133</c:v>
              </c:pt>
              <c:pt idx="322">
                <c:v>0.13203880275870133</c:v>
              </c:pt>
              <c:pt idx="323">
                <c:v>0.13203880275870133</c:v>
              </c:pt>
              <c:pt idx="324">
                <c:v>0.13203880275870133</c:v>
              </c:pt>
              <c:pt idx="325">
                <c:v>0.13203880275870133</c:v>
              </c:pt>
              <c:pt idx="326">
                <c:v>0.13203880275870133</c:v>
              </c:pt>
              <c:pt idx="327">
                <c:v>0.13203880275870133</c:v>
              </c:pt>
              <c:pt idx="328">
                <c:v>0.13203880275870133</c:v>
              </c:pt>
              <c:pt idx="329">
                <c:v>0.13203880275870133</c:v>
              </c:pt>
              <c:pt idx="330">
                <c:v>0.13203880275870133</c:v>
              </c:pt>
              <c:pt idx="331">
                <c:v>0.13203880275870133</c:v>
              </c:pt>
              <c:pt idx="332">
                <c:v>0.13203880275870133</c:v>
              </c:pt>
              <c:pt idx="333">
                <c:v>0.13203880275870133</c:v>
              </c:pt>
              <c:pt idx="334">
                <c:v>0.13203880275870133</c:v>
              </c:pt>
              <c:pt idx="335">
                <c:v>0.13203880275870133</c:v>
              </c:pt>
              <c:pt idx="336">
                <c:v>0.13203880275870133</c:v>
              </c:pt>
              <c:pt idx="337">
                <c:v>0.13203880275870133</c:v>
              </c:pt>
              <c:pt idx="338">
                <c:v>0.13203880275870133</c:v>
              </c:pt>
              <c:pt idx="339">
                <c:v>0.13203880275870133</c:v>
              </c:pt>
              <c:pt idx="340">
                <c:v>0.13203880275870133</c:v>
              </c:pt>
              <c:pt idx="341">
                <c:v>0.13203880275870133</c:v>
              </c:pt>
              <c:pt idx="342">
                <c:v>0.13203880275870133</c:v>
              </c:pt>
              <c:pt idx="343">
                <c:v>0.13203880275870133</c:v>
              </c:pt>
              <c:pt idx="344">
                <c:v>0.13203880275870133</c:v>
              </c:pt>
              <c:pt idx="345">
                <c:v>0.13203880275870133</c:v>
              </c:pt>
              <c:pt idx="346">
                <c:v>0.13203880275870133</c:v>
              </c:pt>
              <c:pt idx="347">
                <c:v>0.13203880275870133</c:v>
              </c:pt>
              <c:pt idx="348">
                <c:v>0.13203880275870133</c:v>
              </c:pt>
              <c:pt idx="349">
                <c:v>0.13203880275870133</c:v>
              </c:pt>
              <c:pt idx="350">
                <c:v>0.13203880275870133</c:v>
              </c:pt>
              <c:pt idx="351">
                <c:v>0.13203880275870133</c:v>
              </c:pt>
              <c:pt idx="352">
                <c:v>0.13203880275870133</c:v>
              </c:pt>
              <c:pt idx="353">
                <c:v>0.13203880275870133</c:v>
              </c:pt>
              <c:pt idx="354">
                <c:v>0.13203880275870133</c:v>
              </c:pt>
              <c:pt idx="355">
                <c:v>0.13203880275870133</c:v>
              </c:pt>
              <c:pt idx="356">
                <c:v>0.13203880275870133</c:v>
              </c:pt>
              <c:pt idx="357">
                <c:v>0.13203880275870133</c:v>
              </c:pt>
              <c:pt idx="358">
                <c:v>0.13203880275870133</c:v>
              </c:pt>
              <c:pt idx="359">
                <c:v>0.13203880275870133</c:v>
              </c:pt>
              <c:pt idx="360">
                <c:v>0.13203880275870133</c:v>
              </c:pt>
              <c:pt idx="361">
                <c:v>0.13203880275870133</c:v>
              </c:pt>
              <c:pt idx="362">
                <c:v>0.13203880275870133</c:v>
              </c:pt>
              <c:pt idx="363">
                <c:v>0.13203880275870133</c:v>
              </c:pt>
              <c:pt idx="364">
                <c:v>0.13203880275870133</c:v>
              </c:pt>
              <c:pt idx="365">
                <c:v>0.13203880275870133</c:v>
              </c:pt>
              <c:pt idx="366">
                <c:v>0.13203880275870133</c:v>
              </c:pt>
              <c:pt idx="367">
                <c:v>0.13203880275870133</c:v>
              </c:pt>
              <c:pt idx="368">
                <c:v>0.13203880275870133</c:v>
              </c:pt>
              <c:pt idx="369">
                <c:v>0.13203880275870133</c:v>
              </c:pt>
              <c:pt idx="370">
                <c:v>0.13203880275870133</c:v>
              </c:pt>
              <c:pt idx="371">
                <c:v>0.13203880275870133</c:v>
              </c:pt>
              <c:pt idx="372">
                <c:v>0.13203880275870133</c:v>
              </c:pt>
              <c:pt idx="373">
                <c:v>0.13203880275870133</c:v>
              </c:pt>
              <c:pt idx="374">
                <c:v>0.13203880275870133</c:v>
              </c:pt>
              <c:pt idx="375">
                <c:v>0.13203880275870133</c:v>
              </c:pt>
              <c:pt idx="376">
                <c:v>0.13203880275870133</c:v>
              </c:pt>
              <c:pt idx="377">
                <c:v>0.13203880275870133</c:v>
              </c:pt>
              <c:pt idx="378">
                <c:v>0.13203880275870133</c:v>
              </c:pt>
              <c:pt idx="379">
                <c:v>0.13203880275870133</c:v>
              </c:pt>
              <c:pt idx="380">
                <c:v>0.13203880275870133</c:v>
              </c:pt>
              <c:pt idx="381">
                <c:v>0.13203880275870133</c:v>
              </c:pt>
              <c:pt idx="382">
                <c:v>0.13203880275870133</c:v>
              </c:pt>
              <c:pt idx="383">
                <c:v>0.13203880275870133</c:v>
              </c:pt>
              <c:pt idx="384">
                <c:v>0.13203880275870133</c:v>
              </c:pt>
              <c:pt idx="385">
                <c:v>0.13203880275870133</c:v>
              </c:pt>
              <c:pt idx="386">
                <c:v>0.13203880275870133</c:v>
              </c:pt>
              <c:pt idx="387">
                <c:v>0.13203880275870133</c:v>
              </c:pt>
              <c:pt idx="388">
                <c:v>0.13203880275870133</c:v>
              </c:pt>
              <c:pt idx="389">
                <c:v>0.13203880275870133</c:v>
              </c:pt>
              <c:pt idx="390">
                <c:v>0.13203880275870133</c:v>
              </c:pt>
              <c:pt idx="391">
                <c:v>0.13203880275870133</c:v>
              </c:pt>
              <c:pt idx="392">
                <c:v>0.13203880275870133</c:v>
              </c:pt>
              <c:pt idx="393">
                <c:v>0.13203880275870133</c:v>
              </c:pt>
              <c:pt idx="394">
                <c:v>0.13203880275870133</c:v>
              </c:pt>
              <c:pt idx="395">
                <c:v>0.13203880275870133</c:v>
              </c:pt>
              <c:pt idx="396">
                <c:v>0.13203880275870133</c:v>
              </c:pt>
              <c:pt idx="397">
                <c:v>0.13203880275870133</c:v>
              </c:pt>
              <c:pt idx="398">
                <c:v>0.13203880275870133</c:v>
              </c:pt>
              <c:pt idx="399">
                <c:v>0.13203880275870133</c:v>
              </c:pt>
              <c:pt idx="400">
                <c:v>0.13203880275870133</c:v>
              </c:pt>
              <c:pt idx="401">
                <c:v>0.13203880275870133</c:v>
              </c:pt>
              <c:pt idx="402">
                <c:v>0.13203880275870133</c:v>
              </c:pt>
              <c:pt idx="403">
                <c:v>0.13203880275870133</c:v>
              </c:pt>
              <c:pt idx="404">
                <c:v>0.13203880275870133</c:v>
              </c:pt>
              <c:pt idx="405">
                <c:v>0.13203880275870133</c:v>
              </c:pt>
              <c:pt idx="406">
                <c:v>0.13203880275870133</c:v>
              </c:pt>
              <c:pt idx="407">
                <c:v>0.13203880275870133</c:v>
              </c:pt>
              <c:pt idx="408">
                <c:v>0.13203880275870133</c:v>
              </c:pt>
              <c:pt idx="409">
                <c:v>0.13203880275870133</c:v>
              </c:pt>
              <c:pt idx="410">
                <c:v>0.13203880275870133</c:v>
              </c:pt>
              <c:pt idx="411">
                <c:v>0.13203880275870133</c:v>
              </c:pt>
            </c:numLit>
          </c:yVal>
          <c:smooth val="0"/>
        </c:ser>
        <c:ser>
          <c:idx val="10"/>
          <c:order val="10"/>
          <c:tx>
            <c:v>Implemented LCA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FFFFFF"/>
              </a:solidFill>
            </c:spPr>
          </c:marker>
          <c:xVal>
            <c:numLit>
              <c:formatCode>General</c:formatCode>
              <c:ptCount val="4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numLit>
          </c:xVal>
          <c:yVal>
            <c:numLit>
              <c:formatCode>0.0</c:formatCode>
              <c:ptCount val="412"/>
              <c:pt idx="0">
                <c:v>1.283387195849231</c:v>
              </c:pt>
              <c:pt idx="1">
                <c:v>1.283387195849231</c:v>
              </c:pt>
              <c:pt idx="2">
                <c:v>1.283387195849231</c:v>
              </c:pt>
              <c:pt idx="3">
                <c:v>1.283387195849231</c:v>
              </c:pt>
              <c:pt idx="4">
                <c:v>1.283387195849231</c:v>
              </c:pt>
              <c:pt idx="5">
                <c:v>1.283387195849231</c:v>
              </c:pt>
              <c:pt idx="6">
                <c:v>1.283387195849231</c:v>
              </c:pt>
              <c:pt idx="7">
                <c:v>1.283387195849231</c:v>
              </c:pt>
              <c:pt idx="8">
                <c:v>1.283387195849231</c:v>
              </c:pt>
              <c:pt idx="9">
                <c:v>1.283387195849231</c:v>
              </c:pt>
              <c:pt idx="10">
                <c:v>1.283387195849231</c:v>
              </c:pt>
              <c:pt idx="11">
                <c:v>1.283387195849231</c:v>
              </c:pt>
              <c:pt idx="12">
                <c:v>1.283387195849231</c:v>
              </c:pt>
              <c:pt idx="13">
                <c:v>1.283387195849231</c:v>
              </c:pt>
              <c:pt idx="14">
                <c:v>1.283387195849231</c:v>
              </c:pt>
              <c:pt idx="15">
                <c:v>1.283387195849231</c:v>
              </c:pt>
              <c:pt idx="16">
                <c:v>1.283387195849231</c:v>
              </c:pt>
              <c:pt idx="17">
                <c:v>1.283387195849231</c:v>
              </c:pt>
              <c:pt idx="18">
                <c:v>1.283387195849231</c:v>
              </c:pt>
              <c:pt idx="19">
                <c:v>1.283387195849231</c:v>
              </c:pt>
              <c:pt idx="20">
                <c:v>1.283387195849231</c:v>
              </c:pt>
              <c:pt idx="21">
                <c:v>1.283387195849231</c:v>
              </c:pt>
              <c:pt idx="22">
                <c:v>1.283387195849231</c:v>
              </c:pt>
              <c:pt idx="23">
                <c:v>1.283387195849231</c:v>
              </c:pt>
              <c:pt idx="24">
                <c:v>1.283387195849231</c:v>
              </c:pt>
              <c:pt idx="25">
                <c:v>1.283387195849231</c:v>
              </c:pt>
              <c:pt idx="26">
                <c:v>1.283387195849231</c:v>
              </c:pt>
              <c:pt idx="27">
                <c:v>1.283387195849231</c:v>
              </c:pt>
              <c:pt idx="28">
                <c:v>1.283387195849231</c:v>
              </c:pt>
              <c:pt idx="29">
                <c:v>1.283387195849231</c:v>
              </c:pt>
              <c:pt idx="30">
                <c:v>1.283387195849231</c:v>
              </c:pt>
              <c:pt idx="31">
                <c:v>1.283387195849231</c:v>
              </c:pt>
              <c:pt idx="32">
                <c:v>1.283387195849231</c:v>
              </c:pt>
              <c:pt idx="33">
                <c:v>1.283387195849231</c:v>
              </c:pt>
              <c:pt idx="34">
                <c:v>1.283387195849231</c:v>
              </c:pt>
              <c:pt idx="35">
                <c:v>1.283387195849231</c:v>
              </c:pt>
              <c:pt idx="36">
                <c:v>1.283387195849231</c:v>
              </c:pt>
              <c:pt idx="37">
                <c:v>1.283387195849231</c:v>
              </c:pt>
              <c:pt idx="38">
                <c:v>1.283387195849231</c:v>
              </c:pt>
              <c:pt idx="39">
                <c:v>1.283387195849231</c:v>
              </c:pt>
              <c:pt idx="40">
                <c:v>1.283387195849231</c:v>
              </c:pt>
              <c:pt idx="41">
                <c:v>1.283387195849231</c:v>
              </c:pt>
              <c:pt idx="42">
                <c:v>1.283387195849231</c:v>
              </c:pt>
              <c:pt idx="43">
                <c:v>1.283387195849231</c:v>
              </c:pt>
              <c:pt idx="44">
                <c:v>1.283387195849231</c:v>
              </c:pt>
              <c:pt idx="45">
                <c:v>1.283387195849231</c:v>
              </c:pt>
              <c:pt idx="46">
                <c:v>1.283387195849231</c:v>
              </c:pt>
              <c:pt idx="47">
                <c:v>1.283387195849231</c:v>
              </c:pt>
              <c:pt idx="48">
                <c:v>1.283387195849231</c:v>
              </c:pt>
              <c:pt idx="49">
                <c:v>1.283387195849231</c:v>
              </c:pt>
              <c:pt idx="50">
                <c:v>1.283387195849231</c:v>
              </c:pt>
              <c:pt idx="51">
                <c:v>1.283387195849231</c:v>
              </c:pt>
              <c:pt idx="52">
                <c:v>1.283387195849231</c:v>
              </c:pt>
              <c:pt idx="53">
                <c:v>1.283387195849231</c:v>
              </c:pt>
              <c:pt idx="54">
                <c:v>1.283387195849231</c:v>
              </c:pt>
              <c:pt idx="55">
                <c:v>1.283387195849231</c:v>
              </c:pt>
              <c:pt idx="56">
                <c:v>1.283387195849231</c:v>
              </c:pt>
              <c:pt idx="57">
                <c:v>1.283387195849231</c:v>
              </c:pt>
              <c:pt idx="58">
                <c:v>1.283387195849231</c:v>
              </c:pt>
              <c:pt idx="59">
                <c:v>1.283387195849231</c:v>
              </c:pt>
              <c:pt idx="60">
                <c:v>1.283387195849231</c:v>
              </c:pt>
              <c:pt idx="61">
                <c:v>1.283387195849231</c:v>
              </c:pt>
              <c:pt idx="62">
                <c:v>1.283387195849231</c:v>
              </c:pt>
              <c:pt idx="63">
                <c:v>1.283387195849231</c:v>
              </c:pt>
              <c:pt idx="64">
                <c:v>1.283387195849231</c:v>
              </c:pt>
              <c:pt idx="65">
                <c:v>1.283387195849231</c:v>
              </c:pt>
              <c:pt idx="66">
                <c:v>1.283387195849231</c:v>
              </c:pt>
              <c:pt idx="67">
                <c:v>1.283387195849231</c:v>
              </c:pt>
              <c:pt idx="68">
                <c:v>1.283387195849231</c:v>
              </c:pt>
              <c:pt idx="69">
                <c:v>1.283387195849231</c:v>
              </c:pt>
              <c:pt idx="70">
                <c:v>1.283387195849231</c:v>
              </c:pt>
              <c:pt idx="71">
                <c:v>1.283387195849231</c:v>
              </c:pt>
              <c:pt idx="72">
                <c:v>1.283387195849231</c:v>
              </c:pt>
              <c:pt idx="73">
                <c:v>1.283387195849231</c:v>
              </c:pt>
              <c:pt idx="74">
                <c:v>1.283387195849231</c:v>
              </c:pt>
              <c:pt idx="75">
                <c:v>1.283387195849231</c:v>
              </c:pt>
              <c:pt idx="76">
                <c:v>1.283387195849231</c:v>
              </c:pt>
              <c:pt idx="77">
                <c:v>1.283387195849231</c:v>
              </c:pt>
              <c:pt idx="78">
                <c:v>1.283387195849231</c:v>
              </c:pt>
              <c:pt idx="79">
                <c:v>1.283387195849231</c:v>
              </c:pt>
              <c:pt idx="80">
                <c:v>1.283387195849231</c:v>
              </c:pt>
              <c:pt idx="81">
                <c:v>1.283387195849231</c:v>
              </c:pt>
              <c:pt idx="82">
                <c:v>1.283387195849231</c:v>
              </c:pt>
              <c:pt idx="83">
                <c:v>1.283387195849231</c:v>
              </c:pt>
              <c:pt idx="84">
                <c:v>1.283387195849231</c:v>
              </c:pt>
              <c:pt idx="85">
                <c:v>1.283387195849231</c:v>
              </c:pt>
              <c:pt idx="86">
                <c:v>1.283387195849231</c:v>
              </c:pt>
              <c:pt idx="87">
                <c:v>1.283387195849231</c:v>
              </c:pt>
              <c:pt idx="88">
                <c:v>1.283387195849231</c:v>
              </c:pt>
              <c:pt idx="89">
                <c:v>1.283387195849231</c:v>
              </c:pt>
              <c:pt idx="90">
                <c:v>1.283387195849231</c:v>
              </c:pt>
              <c:pt idx="91">
                <c:v>1.283387195849231</c:v>
              </c:pt>
              <c:pt idx="92">
                <c:v>1.283387195849231</c:v>
              </c:pt>
              <c:pt idx="93">
                <c:v>1.283387195849231</c:v>
              </c:pt>
              <c:pt idx="94">
                <c:v>1.283387195849231</c:v>
              </c:pt>
              <c:pt idx="95">
                <c:v>1.283387195849231</c:v>
              </c:pt>
              <c:pt idx="96">
                <c:v>1.283387195849231</c:v>
              </c:pt>
              <c:pt idx="97">
                <c:v>1.283387195849231</c:v>
              </c:pt>
              <c:pt idx="98">
                <c:v>1.283387195849231</c:v>
              </c:pt>
              <c:pt idx="99">
                <c:v>1.283387195849231</c:v>
              </c:pt>
              <c:pt idx="100">
                <c:v>1.283387195849231</c:v>
              </c:pt>
              <c:pt idx="101">
                <c:v>1.283387195849231</c:v>
              </c:pt>
              <c:pt idx="102">
                <c:v>1.283387195849231</c:v>
              </c:pt>
              <c:pt idx="103">
                <c:v>1.283387195849231</c:v>
              </c:pt>
              <c:pt idx="104">
                <c:v>1.283387195849231</c:v>
              </c:pt>
              <c:pt idx="105">
                <c:v>1.283387195849231</c:v>
              </c:pt>
              <c:pt idx="106">
                <c:v>1.283387195849231</c:v>
              </c:pt>
              <c:pt idx="107">
                <c:v>1.283387195849231</c:v>
              </c:pt>
              <c:pt idx="108">
                <c:v>1.283387195849231</c:v>
              </c:pt>
              <c:pt idx="109">
                <c:v>1.283387195849231</c:v>
              </c:pt>
              <c:pt idx="110">
                <c:v>1.283387195849231</c:v>
              </c:pt>
              <c:pt idx="111">
                <c:v>1.283387195849231</c:v>
              </c:pt>
              <c:pt idx="112">
                <c:v>1.283387195849231</c:v>
              </c:pt>
              <c:pt idx="113">
                <c:v>1.283387195849231</c:v>
              </c:pt>
              <c:pt idx="114">
                <c:v>1.283387195849231</c:v>
              </c:pt>
              <c:pt idx="115">
                <c:v>1.283387195849231</c:v>
              </c:pt>
              <c:pt idx="116">
                <c:v>1.283387195849231</c:v>
              </c:pt>
              <c:pt idx="117">
                <c:v>1.283387195849231</c:v>
              </c:pt>
              <c:pt idx="118">
                <c:v>1.283387195849231</c:v>
              </c:pt>
              <c:pt idx="119">
                <c:v>1.283387195849231</c:v>
              </c:pt>
              <c:pt idx="120">
                <c:v>1.283387195849231</c:v>
              </c:pt>
              <c:pt idx="121">
                <c:v>1.283387195849231</c:v>
              </c:pt>
              <c:pt idx="122">
                <c:v>1.283387195849231</c:v>
              </c:pt>
              <c:pt idx="123">
                <c:v>1.283387195849231</c:v>
              </c:pt>
              <c:pt idx="124">
                <c:v>1.283387195849231</c:v>
              </c:pt>
              <c:pt idx="125">
                <c:v>1.283387195849231</c:v>
              </c:pt>
              <c:pt idx="126">
                <c:v>1.283387195849231</c:v>
              </c:pt>
              <c:pt idx="127">
                <c:v>1.283387195849231</c:v>
              </c:pt>
              <c:pt idx="128">
                <c:v>1.283387195849231</c:v>
              </c:pt>
              <c:pt idx="129">
                <c:v>1.283387195849231</c:v>
              </c:pt>
              <c:pt idx="130">
                <c:v>1.283387195849231</c:v>
              </c:pt>
              <c:pt idx="131">
                <c:v>1.283387195849231</c:v>
              </c:pt>
              <c:pt idx="132">
                <c:v>1.283387195849231</c:v>
              </c:pt>
              <c:pt idx="133">
                <c:v>1.283387195849231</c:v>
              </c:pt>
              <c:pt idx="134">
                <c:v>1.283387195849231</c:v>
              </c:pt>
              <c:pt idx="135">
                <c:v>1.283387195849231</c:v>
              </c:pt>
              <c:pt idx="136">
                <c:v>1.283387195849231</c:v>
              </c:pt>
              <c:pt idx="137">
                <c:v>1.283387195849231</c:v>
              </c:pt>
              <c:pt idx="138">
                <c:v>1.283387195849231</c:v>
              </c:pt>
              <c:pt idx="139">
                <c:v>1.283387195849231</c:v>
              </c:pt>
              <c:pt idx="140">
                <c:v>1.283387195849231</c:v>
              </c:pt>
              <c:pt idx="141">
                <c:v>1.283387195849231</c:v>
              </c:pt>
              <c:pt idx="142">
                <c:v>1.283387195849231</c:v>
              </c:pt>
              <c:pt idx="143">
                <c:v>1.283387195849231</c:v>
              </c:pt>
              <c:pt idx="144">
                <c:v>1.283387195849231</c:v>
              </c:pt>
              <c:pt idx="145">
                <c:v>1.283387195849231</c:v>
              </c:pt>
              <c:pt idx="146">
                <c:v>1.283387195849231</c:v>
              </c:pt>
              <c:pt idx="147">
                <c:v>1.283387195849231</c:v>
              </c:pt>
              <c:pt idx="148">
                <c:v>1.283387195849231</c:v>
              </c:pt>
              <c:pt idx="149">
                <c:v>1.283387195849231</c:v>
              </c:pt>
              <c:pt idx="150">
                <c:v>1.283387195849231</c:v>
              </c:pt>
              <c:pt idx="151">
                <c:v>1.283387195849231</c:v>
              </c:pt>
              <c:pt idx="152">
                <c:v>1.283387195849231</c:v>
              </c:pt>
              <c:pt idx="153">
                <c:v>1.283387195849231</c:v>
              </c:pt>
              <c:pt idx="154">
                <c:v>1.283387195849231</c:v>
              </c:pt>
              <c:pt idx="155">
                <c:v>1.283387195849231</c:v>
              </c:pt>
              <c:pt idx="156">
                <c:v>1.283387195849231</c:v>
              </c:pt>
              <c:pt idx="157">
                <c:v>1.283387195849231</c:v>
              </c:pt>
              <c:pt idx="158">
                <c:v>1.283387195849231</c:v>
              </c:pt>
              <c:pt idx="159">
                <c:v>1.283387195849231</c:v>
              </c:pt>
              <c:pt idx="160">
                <c:v>1.283387195849231</c:v>
              </c:pt>
              <c:pt idx="161">
                <c:v>1.283387195849231</c:v>
              </c:pt>
              <c:pt idx="162">
                <c:v>1.283387195849231</c:v>
              </c:pt>
              <c:pt idx="163">
                <c:v>1.283387195849231</c:v>
              </c:pt>
              <c:pt idx="164">
                <c:v>1.283387195849231</c:v>
              </c:pt>
              <c:pt idx="165">
                <c:v>1.283387195849231</c:v>
              </c:pt>
              <c:pt idx="166">
                <c:v>1.283387195849231</c:v>
              </c:pt>
              <c:pt idx="167">
                <c:v>1.283387195849231</c:v>
              </c:pt>
              <c:pt idx="168">
                <c:v>1.283387195849231</c:v>
              </c:pt>
              <c:pt idx="169">
                <c:v>1.283387195849231</c:v>
              </c:pt>
              <c:pt idx="170">
                <c:v>1.283387195849231</c:v>
              </c:pt>
              <c:pt idx="171">
                <c:v>1.283387195849231</c:v>
              </c:pt>
              <c:pt idx="172">
                <c:v>1.283387195849231</c:v>
              </c:pt>
              <c:pt idx="173">
                <c:v>1.283387195849231</c:v>
              </c:pt>
              <c:pt idx="174">
                <c:v>1.283387195849231</c:v>
              </c:pt>
              <c:pt idx="175">
                <c:v>1.283387195849231</c:v>
              </c:pt>
              <c:pt idx="176">
                <c:v>1.283387195849231</c:v>
              </c:pt>
              <c:pt idx="177">
                <c:v>1.283387195849231</c:v>
              </c:pt>
              <c:pt idx="178">
                <c:v>1.283387195849231</c:v>
              </c:pt>
              <c:pt idx="179">
                <c:v>1.283387195849231</c:v>
              </c:pt>
              <c:pt idx="180">
                <c:v>1.283387195849231</c:v>
              </c:pt>
              <c:pt idx="181">
                <c:v>1.283387195849231</c:v>
              </c:pt>
              <c:pt idx="182">
                <c:v>1.283387195849231</c:v>
              </c:pt>
              <c:pt idx="183">
                <c:v>1.283387195849231</c:v>
              </c:pt>
              <c:pt idx="184">
                <c:v>1.283387195849231</c:v>
              </c:pt>
              <c:pt idx="185">
                <c:v>1.283387195849231</c:v>
              </c:pt>
              <c:pt idx="186">
                <c:v>1.283387195849231</c:v>
              </c:pt>
              <c:pt idx="187">
                <c:v>1.283387195849231</c:v>
              </c:pt>
              <c:pt idx="188">
                <c:v>1.283387195849231</c:v>
              </c:pt>
              <c:pt idx="189">
                <c:v>1.283387195849231</c:v>
              </c:pt>
              <c:pt idx="190">
                <c:v>1.283387195849231</c:v>
              </c:pt>
              <c:pt idx="191">
                <c:v>1.283387195849231</c:v>
              </c:pt>
              <c:pt idx="192">
                <c:v>1.283387195849231</c:v>
              </c:pt>
              <c:pt idx="193">
                <c:v>1.283387195849231</c:v>
              </c:pt>
              <c:pt idx="194">
                <c:v>1.283387195849231</c:v>
              </c:pt>
              <c:pt idx="195">
                <c:v>1.283387195849231</c:v>
              </c:pt>
              <c:pt idx="196">
                <c:v>1.283387195849231</c:v>
              </c:pt>
              <c:pt idx="197">
                <c:v>1.283387195849231</c:v>
              </c:pt>
              <c:pt idx="198">
                <c:v>1.283387195849231</c:v>
              </c:pt>
              <c:pt idx="199">
                <c:v>1.283387195849231</c:v>
              </c:pt>
              <c:pt idx="200">
                <c:v>1.283387195849231</c:v>
              </c:pt>
              <c:pt idx="201">
                <c:v>1.283387195849231</c:v>
              </c:pt>
              <c:pt idx="202">
                <c:v>1.283387195849231</c:v>
              </c:pt>
              <c:pt idx="203">
                <c:v>1.283387195849231</c:v>
              </c:pt>
              <c:pt idx="204">
                <c:v>1.283387195849231</c:v>
              </c:pt>
              <c:pt idx="205">
                <c:v>1.283387195849231</c:v>
              </c:pt>
              <c:pt idx="206">
                <c:v>1.283387195849231</c:v>
              </c:pt>
              <c:pt idx="207">
                <c:v>1.283387195849231</c:v>
              </c:pt>
              <c:pt idx="208">
                <c:v>1.283387195849231</c:v>
              </c:pt>
              <c:pt idx="209">
                <c:v>1.283387195849231</c:v>
              </c:pt>
              <c:pt idx="210">
                <c:v>1.283387195849231</c:v>
              </c:pt>
              <c:pt idx="211">
                <c:v>1.283387195849231</c:v>
              </c:pt>
              <c:pt idx="212">
                <c:v>1.283387195849231</c:v>
              </c:pt>
              <c:pt idx="213">
                <c:v>1.283387195849231</c:v>
              </c:pt>
              <c:pt idx="214">
                <c:v>1.283387195849231</c:v>
              </c:pt>
              <c:pt idx="215">
                <c:v>1.283387195849231</c:v>
              </c:pt>
              <c:pt idx="216">
                <c:v>1.283387195849231</c:v>
              </c:pt>
              <c:pt idx="217">
                <c:v>1.283387195849231</c:v>
              </c:pt>
              <c:pt idx="218">
                <c:v>1.283387195849231</c:v>
              </c:pt>
              <c:pt idx="219">
                <c:v>1.283387195849231</c:v>
              </c:pt>
              <c:pt idx="220">
                <c:v>1.283387195849231</c:v>
              </c:pt>
              <c:pt idx="221">
                <c:v>1.283387195849231</c:v>
              </c:pt>
              <c:pt idx="222">
                <c:v>1.283387195849231</c:v>
              </c:pt>
              <c:pt idx="223">
                <c:v>1.283387195849231</c:v>
              </c:pt>
              <c:pt idx="224">
                <c:v>1.283387195849231</c:v>
              </c:pt>
              <c:pt idx="225">
                <c:v>1.283387195849231</c:v>
              </c:pt>
              <c:pt idx="226">
                <c:v>1.283387195849231</c:v>
              </c:pt>
              <c:pt idx="227">
                <c:v>1.283387195849231</c:v>
              </c:pt>
              <c:pt idx="228">
                <c:v>1.283387195849231</c:v>
              </c:pt>
              <c:pt idx="229">
                <c:v>1.283387195849231</c:v>
              </c:pt>
              <c:pt idx="230">
                <c:v>1.283387195849231</c:v>
              </c:pt>
              <c:pt idx="231">
                <c:v>1.283387195849231</c:v>
              </c:pt>
              <c:pt idx="232">
                <c:v>1.283387195849231</c:v>
              </c:pt>
              <c:pt idx="233">
                <c:v>1.283387195849231</c:v>
              </c:pt>
              <c:pt idx="234">
                <c:v>1.283387195849231</c:v>
              </c:pt>
              <c:pt idx="235">
                <c:v>1.283387195849231</c:v>
              </c:pt>
              <c:pt idx="236">
                <c:v>1.283387195849231</c:v>
              </c:pt>
              <c:pt idx="237">
                <c:v>1.283387195849231</c:v>
              </c:pt>
              <c:pt idx="238">
                <c:v>1.283387195849231</c:v>
              </c:pt>
              <c:pt idx="239">
                <c:v>1.283387195849231</c:v>
              </c:pt>
              <c:pt idx="240">
                <c:v>1.283387195849231</c:v>
              </c:pt>
              <c:pt idx="241">
                <c:v>1.283387195849231</c:v>
              </c:pt>
              <c:pt idx="242">
                <c:v>1.283387195849231</c:v>
              </c:pt>
              <c:pt idx="243">
                <c:v>1.283387195849231</c:v>
              </c:pt>
              <c:pt idx="244">
                <c:v>1.283387195849231</c:v>
              </c:pt>
              <c:pt idx="245">
                <c:v>1.283387195849231</c:v>
              </c:pt>
              <c:pt idx="246">
                <c:v>1.283387195849231</c:v>
              </c:pt>
              <c:pt idx="247">
                <c:v>1.283387195849231</c:v>
              </c:pt>
              <c:pt idx="248">
                <c:v>1.283387195849231</c:v>
              </c:pt>
              <c:pt idx="249">
                <c:v>1.283387195849231</c:v>
              </c:pt>
              <c:pt idx="250">
                <c:v>1.283387195849231</c:v>
              </c:pt>
              <c:pt idx="251">
                <c:v>1.283387195849231</c:v>
              </c:pt>
              <c:pt idx="252">
                <c:v>1.283387195849231</c:v>
              </c:pt>
              <c:pt idx="253">
                <c:v>1.283387195849231</c:v>
              </c:pt>
              <c:pt idx="254">
                <c:v>1.283387195849231</c:v>
              </c:pt>
              <c:pt idx="255">
                <c:v>1.283387195849231</c:v>
              </c:pt>
              <c:pt idx="256">
                <c:v>1.283387195849231</c:v>
              </c:pt>
              <c:pt idx="257">
                <c:v>1.283387195849231</c:v>
              </c:pt>
              <c:pt idx="258">
                <c:v>1.283387195849231</c:v>
              </c:pt>
              <c:pt idx="259">
                <c:v>1.283387195849231</c:v>
              </c:pt>
              <c:pt idx="260">
                <c:v>1.283387195849231</c:v>
              </c:pt>
              <c:pt idx="261">
                <c:v>1.283387195849231</c:v>
              </c:pt>
              <c:pt idx="262">
                <c:v>1.283387195849231</c:v>
              </c:pt>
              <c:pt idx="263">
                <c:v>1.283387195849231</c:v>
              </c:pt>
              <c:pt idx="264">
                <c:v>1.283387195849231</c:v>
              </c:pt>
              <c:pt idx="265">
                <c:v>1.283387195849231</c:v>
              </c:pt>
              <c:pt idx="266">
                <c:v>1.283387195849231</c:v>
              </c:pt>
              <c:pt idx="267">
                <c:v>1.283387195849231</c:v>
              </c:pt>
              <c:pt idx="268">
                <c:v>1.283387195849231</c:v>
              </c:pt>
              <c:pt idx="269">
                <c:v>1.283387195849231</c:v>
              </c:pt>
              <c:pt idx="270">
                <c:v>1.283387195849231</c:v>
              </c:pt>
              <c:pt idx="271">
                <c:v>1.283387195849231</c:v>
              </c:pt>
              <c:pt idx="272">
                <c:v>1.283387195849231</c:v>
              </c:pt>
              <c:pt idx="273">
                <c:v>1.283387195849231</c:v>
              </c:pt>
              <c:pt idx="274">
                <c:v>1.283387195849231</c:v>
              </c:pt>
              <c:pt idx="275">
                <c:v>1.283387195849231</c:v>
              </c:pt>
              <c:pt idx="276">
                <c:v>1.283387195849231</c:v>
              </c:pt>
              <c:pt idx="277">
                <c:v>1.283387195849231</c:v>
              </c:pt>
              <c:pt idx="278">
                <c:v>1.283387195849231</c:v>
              </c:pt>
              <c:pt idx="279">
                <c:v>1.283387195849231</c:v>
              </c:pt>
              <c:pt idx="280">
                <c:v>1.283387195849231</c:v>
              </c:pt>
              <c:pt idx="281">
                <c:v>1.283387195849231</c:v>
              </c:pt>
              <c:pt idx="282">
                <c:v>1.283387195849231</c:v>
              </c:pt>
              <c:pt idx="283">
                <c:v>1.283387195849231</c:v>
              </c:pt>
              <c:pt idx="284">
                <c:v>1.283387195849231</c:v>
              </c:pt>
              <c:pt idx="285">
                <c:v>1.283387195849231</c:v>
              </c:pt>
              <c:pt idx="286">
                <c:v>1.283387195849231</c:v>
              </c:pt>
              <c:pt idx="287">
                <c:v>1.283387195849231</c:v>
              </c:pt>
              <c:pt idx="288">
                <c:v>1.283387195849231</c:v>
              </c:pt>
              <c:pt idx="289">
                <c:v>1.283387195849231</c:v>
              </c:pt>
              <c:pt idx="290">
                <c:v>1.283387195849231</c:v>
              </c:pt>
              <c:pt idx="291">
                <c:v>1.283387195849231</c:v>
              </c:pt>
              <c:pt idx="292">
                <c:v>1.283387195849231</c:v>
              </c:pt>
              <c:pt idx="293">
                <c:v>1.283387195849231</c:v>
              </c:pt>
              <c:pt idx="294">
                <c:v>1.283387195849231</c:v>
              </c:pt>
              <c:pt idx="295">
                <c:v>1.283387195849231</c:v>
              </c:pt>
              <c:pt idx="296">
                <c:v>1.283387195849231</c:v>
              </c:pt>
              <c:pt idx="297">
                <c:v>1.283387195849231</c:v>
              </c:pt>
              <c:pt idx="298">
                <c:v>1.283387195849231</c:v>
              </c:pt>
              <c:pt idx="299">
                <c:v>1.283387195849231</c:v>
              </c:pt>
              <c:pt idx="300">
                <c:v>1.283387195849231</c:v>
              </c:pt>
              <c:pt idx="301">
                <c:v>1.283387195849231</c:v>
              </c:pt>
              <c:pt idx="302">
                <c:v>1.283387195849231</c:v>
              </c:pt>
              <c:pt idx="303">
                <c:v>1.283387195849231</c:v>
              </c:pt>
              <c:pt idx="304">
                <c:v>1.283387195849231</c:v>
              </c:pt>
              <c:pt idx="305">
                <c:v>1.283387195849231</c:v>
              </c:pt>
              <c:pt idx="306">
                <c:v>1.283387195849231</c:v>
              </c:pt>
              <c:pt idx="307">
                <c:v>1.283387195849231</c:v>
              </c:pt>
              <c:pt idx="308">
                <c:v>1.283387195849231</c:v>
              </c:pt>
              <c:pt idx="309">
                <c:v>1.283387195849231</c:v>
              </c:pt>
              <c:pt idx="310">
                <c:v>1.283387195849231</c:v>
              </c:pt>
              <c:pt idx="311">
                <c:v>1.283387195849231</c:v>
              </c:pt>
              <c:pt idx="312">
                <c:v>1.283387195849231</c:v>
              </c:pt>
              <c:pt idx="313">
                <c:v>1.283387195849231</c:v>
              </c:pt>
              <c:pt idx="314">
                <c:v>1.283387195849231</c:v>
              </c:pt>
              <c:pt idx="315">
                <c:v>1.283387195849231</c:v>
              </c:pt>
              <c:pt idx="316">
                <c:v>1.283387195849231</c:v>
              </c:pt>
              <c:pt idx="317">
                <c:v>1.283387195849231</c:v>
              </c:pt>
              <c:pt idx="318">
                <c:v>1.283387195849231</c:v>
              </c:pt>
              <c:pt idx="319">
                <c:v>1.283387195849231</c:v>
              </c:pt>
              <c:pt idx="320">
                <c:v>1.283387195849231</c:v>
              </c:pt>
              <c:pt idx="321">
                <c:v>1.283387195849231</c:v>
              </c:pt>
              <c:pt idx="322">
                <c:v>1.283387195849231</c:v>
              </c:pt>
              <c:pt idx="323">
                <c:v>1.283387195849231</c:v>
              </c:pt>
              <c:pt idx="324">
                <c:v>1.283387195849231</c:v>
              </c:pt>
              <c:pt idx="325">
                <c:v>1.283387195849231</c:v>
              </c:pt>
              <c:pt idx="326">
                <c:v>1.283387195849231</c:v>
              </c:pt>
              <c:pt idx="327">
                <c:v>1.283387195849231</c:v>
              </c:pt>
              <c:pt idx="328">
                <c:v>1.283387195849231</c:v>
              </c:pt>
              <c:pt idx="329">
                <c:v>1.283387195849231</c:v>
              </c:pt>
              <c:pt idx="330">
                <c:v>1.283387195849231</c:v>
              </c:pt>
              <c:pt idx="331">
                <c:v>1.283387195849231</c:v>
              </c:pt>
              <c:pt idx="332">
                <c:v>1.283387195849231</c:v>
              </c:pt>
              <c:pt idx="333">
                <c:v>1.283387195849231</c:v>
              </c:pt>
              <c:pt idx="334">
                <c:v>1.283387195849231</c:v>
              </c:pt>
              <c:pt idx="335">
                <c:v>1.283387195849231</c:v>
              </c:pt>
              <c:pt idx="336">
                <c:v>1.283387195849231</c:v>
              </c:pt>
              <c:pt idx="337">
                <c:v>1.283387195849231</c:v>
              </c:pt>
              <c:pt idx="338">
                <c:v>1.283387195849231</c:v>
              </c:pt>
              <c:pt idx="339">
                <c:v>1.283387195849231</c:v>
              </c:pt>
              <c:pt idx="340">
                <c:v>1.283387195849231</c:v>
              </c:pt>
              <c:pt idx="341">
                <c:v>1.283387195849231</c:v>
              </c:pt>
              <c:pt idx="342">
                <c:v>1.283387195849231</c:v>
              </c:pt>
              <c:pt idx="343">
                <c:v>1.283387195849231</c:v>
              </c:pt>
              <c:pt idx="344">
                <c:v>1.283387195849231</c:v>
              </c:pt>
              <c:pt idx="345">
                <c:v>1.283387195849231</c:v>
              </c:pt>
              <c:pt idx="346">
                <c:v>1.283387195849231</c:v>
              </c:pt>
              <c:pt idx="347">
                <c:v>1.283387195849231</c:v>
              </c:pt>
              <c:pt idx="348">
                <c:v>1.283387195849231</c:v>
              </c:pt>
              <c:pt idx="349">
                <c:v>1.283387195849231</c:v>
              </c:pt>
              <c:pt idx="350">
                <c:v>1.283387195849231</c:v>
              </c:pt>
              <c:pt idx="351">
                <c:v>1.283387195849231</c:v>
              </c:pt>
              <c:pt idx="352">
                <c:v>1.283387195849231</c:v>
              </c:pt>
              <c:pt idx="353">
                <c:v>1.283387195849231</c:v>
              </c:pt>
              <c:pt idx="354">
                <c:v>1.283387195849231</c:v>
              </c:pt>
              <c:pt idx="355">
                <c:v>1.283387195849231</c:v>
              </c:pt>
              <c:pt idx="356">
                <c:v>1.283387195849231</c:v>
              </c:pt>
              <c:pt idx="357">
                <c:v>1.283387195849231</c:v>
              </c:pt>
              <c:pt idx="358">
                <c:v>1.283387195849231</c:v>
              </c:pt>
              <c:pt idx="359">
                <c:v>1.283387195849231</c:v>
              </c:pt>
              <c:pt idx="360">
                <c:v>1.283387195849231</c:v>
              </c:pt>
              <c:pt idx="361">
                <c:v>1.283387195849231</c:v>
              </c:pt>
              <c:pt idx="362">
                <c:v>1.283387195849231</c:v>
              </c:pt>
              <c:pt idx="363">
                <c:v>1.283387195849231</c:v>
              </c:pt>
              <c:pt idx="364">
                <c:v>1.283387195849231</c:v>
              </c:pt>
              <c:pt idx="365">
                <c:v>1.283387195849231</c:v>
              </c:pt>
              <c:pt idx="366">
                <c:v>1.283387195849231</c:v>
              </c:pt>
              <c:pt idx="367">
                <c:v>1.283387195849231</c:v>
              </c:pt>
              <c:pt idx="368">
                <c:v>1.283387195849231</c:v>
              </c:pt>
              <c:pt idx="369">
                <c:v>1.283387195849231</c:v>
              </c:pt>
              <c:pt idx="370">
                <c:v>1.283387195849231</c:v>
              </c:pt>
              <c:pt idx="371">
                <c:v>1.283387195849231</c:v>
              </c:pt>
              <c:pt idx="372">
                <c:v>1.283387195849231</c:v>
              </c:pt>
              <c:pt idx="373">
                <c:v>1.283387195849231</c:v>
              </c:pt>
              <c:pt idx="374">
                <c:v>1.283387195849231</c:v>
              </c:pt>
              <c:pt idx="375">
                <c:v>1.283387195849231</c:v>
              </c:pt>
              <c:pt idx="376">
                <c:v>1.283387195849231</c:v>
              </c:pt>
              <c:pt idx="377">
                <c:v>1.283387195849231</c:v>
              </c:pt>
              <c:pt idx="378">
                <c:v>1.283387195849231</c:v>
              </c:pt>
              <c:pt idx="379">
                <c:v>1.283387195849231</c:v>
              </c:pt>
              <c:pt idx="380">
                <c:v>1.283387195849231</c:v>
              </c:pt>
              <c:pt idx="381">
                <c:v>1.283387195849231</c:v>
              </c:pt>
              <c:pt idx="382">
                <c:v>1.283387195849231</c:v>
              </c:pt>
              <c:pt idx="383">
                <c:v>1.283387195849231</c:v>
              </c:pt>
              <c:pt idx="384">
                <c:v>1.283387195849231</c:v>
              </c:pt>
              <c:pt idx="385">
                <c:v>1.283387195849231</c:v>
              </c:pt>
              <c:pt idx="386">
                <c:v>1.283387195849231</c:v>
              </c:pt>
              <c:pt idx="387">
                <c:v>1.283387195849231</c:v>
              </c:pt>
              <c:pt idx="388">
                <c:v>1.283387195849231</c:v>
              </c:pt>
              <c:pt idx="389">
                <c:v>1.283387195849231</c:v>
              </c:pt>
              <c:pt idx="390">
                <c:v>1.283387195849231</c:v>
              </c:pt>
              <c:pt idx="391">
                <c:v>1.283387195849231</c:v>
              </c:pt>
              <c:pt idx="392">
                <c:v>1.283387195849231</c:v>
              </c:pt>
              <c:pt idx="393">
                <c:v>1.283387195849231</c:v>
              </c:pt>
              <c:pt idx="394">
                <c:v>1.283387195849231</c:v>
              </c:pt>
              <c:pt idx="395">
                <c:v>1.283387195849231</c:v>
              </c:pt>
              <c:pt idx="396">
                <c:v>1.283387195849231</c:v>
              </c:pt>
              <c:pt idx="397">
                <c:v>1.283387195849231</c:v>
              </c:pt>
              <c:pt idx="398">
                <c:v>1.283387195849231</c:v>
              </c:pt>
              <c:pt idx="399">
                <c:v>1.283387195849231</c:v>
              </c:pt>
              <c:pt idx="400">
                <c:v>1.283387195849231</c:v>
              </c:pt>
              <c:pt idx="401">
                <c:v>1.283387195849231</c:v>
              </c:pt>
              <c:pt idx="402">
                <c:v>1.283387195849231</c:v>
              </c:pt>
              <c:pt idx="403">
                <c:v>1.283387195849231</c:v>
              </c:pt>
              <c:pt idx="404">
                <c:v>1.283387195849231</c:v>
              </c:pt>
              <c:pt idx="405">
                <c:v>1.283387195849231</c:v>
              </c:pt>
              <c:pt idx="406">
                <c:v>1.283387195849231</c:v>
              </c:pt>
              <c:pt idx="407">
                <c:v>1.283387195849231</c:v>
              </c:pt>
              <c:pt idx="408">
                <c:v>1.283387195849231</c:v>
              </c:pt>
              <c:pt idx="409">
                <c:v>1.283387195849231</c:v>
              </c:pt>
              <c:pt idx="410">
                <c:v>1.283387195849231</c:v>
              </c:pt>
              <c:pt idx="411">
                <c:v>1.283387195849231</c:v>
              </c:pt>
            </c:numLit>
          </c:yVal>
          <c:smooth val="0"/>
        </c:ser>
        <c:ser>
          <c:idx val="11"/>
          <c:order val="11"/>
          <c:tx>
            <c:v>Implemented LCA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FFFFFF"/>
              </a:solidFill>
            </c:spPr>
          </c:marker>
          <c:xVal>
            <c:numLit>
              <c:formatCode>General</c:formatCode>
              <c:ptCount val="412"/>
              <c:pt idx="0">
                <c:v>2.10322696349775</c:v>
              </c:pt>
              <c:pt idx="1">
                <c:v>2.10322696349775</c:v>
              </c:pt>
              <c:pt idx="2">
                <c:v>2.10322696349775</c:v>
              </c:pt>
              <c:pt idx="3">
                <c:v>2.10322696349775</c:v>
              </c:pt>
              <c:pt idx="4">
                <c:v>2.10322696349775</c:v>
              </c:pt>
              <c:pt idx="5">
                <c:v>2.10322696349775</c:v>
              </c:pt>
              <c:pt idx="6">
                <c:v>2.10322696349775</c:v>
              </c:pt>
              <c:pt idx="7">
                <c:v>2.10322696349775</c:v>
              </c:pt>
              <c:pt idx="8">
                <c:v>2.10322696349775</c:v>
              </c:pt>
              <c:pt idx="9">
                <c:v>2.10322696349775</c:v>
              </c:pt>
              <c:pt idx="10">
                <c:v>2.10322696349775</c:v>
              </c:pt>
              <c:pt idx="11">
                <c:v>2.10322696349775</c:v>
              </c:pt>
              <c:pt idx="12">
                <c:v>2.10322696349775</c:v>
              </c:pt>
              <c:pt idx="13">
                <c:v>2.10322696349775</c:v>
              </c:pt>
              <c:pt idx="14">
                <c:v>2.10322696349775</c:v>
              </c:pt>
              <c:pt idx="15">
                <c:v>2.10322696349775</c:v>
              </c:pt>
              <c:pt idx="16">
                <c:v>2.10322696349775</c:v>
              </c:pt>
              <c:pt idx="17">
                <c:v>2.10322696349775</c:v>
              </c:pt>
              <c:pt idx="18">
                <c:v>2.10322696349775</c:v>
              </c:pt>
              <c:pt idx="19">
                <c:v>2.10322696349775</c:v>
              </c:pt>
              <c:pt idx="20">
                <c:v>2.10322696349775</c:v>
              </c:pt>
              <c:pt idx="21">
                <c:v>2.10322696349775</c:v>
              </c:pt>
              <c:pt idx="22">
                <c:v>2.10322696349775</c:v>
              </c:pt>
              <c:pt idx="23">
                <c:v>2.10322696349775</c:v>
              </c:pt>
              <c:pt idx="24">
                <c:v>2.10322696349775</c:v>
              </c:pt>
              <c:pt idx="25">
                <c:v>2.10322696349775</c:v>
              </c:pt>
              <c:pt idx="26">
                <c:v>2.10322696349775</c:v>
              </c:pt>
              <c:pt idx="27">
                <c:v>2.10322696349775</c:v>
              </c:pt>
              <c:pt idx="28">
                <c:v>2.10322696349775</c:v>
              </c:pt>
              <c:pt idx="29">
                <c:v>2.10322696349775</c:v>
              </c:pt>
              <c:pt idx="30">
                <c:v>2.10322696349775</c:v>
              </c:pt>
              <c:pt idx="31">
                <c:v>2.10322696349775</c:v>
              </c:pt>
              <c:pt idx="32">
                <c:v>2.10322696349775</c:v>
              </c:pt>
              <c:pt idx="33">
                <c:v>2.10322696349775</c:v>
              </c:pt>
              <c:pt idx="34">
                <c:v>2.10322696349775</c:v>
              </c:pt>
              <c:pt idx="35">
                <c:v>2.10322696349775</c:v>
              </c:pt>
              <c:pt idx="36">
                <c:v>2.10322696349775</c:v>
              </c:pt>
              <c:pt idx="37">
                <c:v>2.10322696349775</c:v>
              </c:pt>
              <c:pt idx="38">
                <c:v>2.10322696349775</c:v>
              </c:pt>
              <c:pt idx="39">
                <c:v>2.10322696349775</c:v>
              </c:pt>
              <c:pt idx="40">
                <c:v>2.10322696349775</c:v>
              </c:pt>
              <c:pt idx="41">
                <c:v>2.10322696349775</c:v>
              </c:pt>
              <c:pt idx="42">
                <c:v>2.10322696349775</c:v>
              </c:pt>
              <c:pt idx="43">
                <c:v>2.10322696349775</c:v>
              </c:pt>
              <c:pt idx="44">
                <c:v>2.10322696349775</c:v>
              </c:pt>
              <c:pt idx="45">
                <c:v>2.10322696349775</c:v>
              </c:pt>
              <c:pt idx="46">
                <c:v>2.10322696349775</c:v>
              </c:pt>
              <c:pt idx="47">
                <c:v>2.10322696349775</c:v>
              </c:pt>
              <c:pt idx="48">
                <c:v>2.10322696349775</c:v>
              </c:pt>
              <c:pt idx="49">
                <c:v>2.10322696349775</c:v>
              </c:pt>
              <c:pt idx="50">
                <c:v>2.10322696349775</c:v>
              </c:pt>
              <c:pt idx="51">
                <c:v>2.10322696349775</c:v>
              </c:pt>
              <c:pt idx="52">
                <c:v>2.10322696349775</c:v>
              </c:pt>
              <c:pt idx="53">
                <c:v>2.10322696349775</c:v>
              </c:pt>
              <c:pt idx="54">
                <c:v>2.10322696349775</c:v>
              </c:pt>
              <c:pt idx="55">
                <c:v>2.10322696349775</c:v>
              </c:pt>
              <c:pt idx="56">
                <c:v>2.10322696349775</c:v>
              </c:pt>
              <c:pt idx="57">
                <c:v>2.10322696349775</c:v>
              </c:pt>
              <c:pt idx="58">
                <c:v>2.10322696349775</c:v>
              </c:pt>
              <c:pt idx="59">
                <c:v>2.10322696349775</c:v>
              </c:pt>
              <c:pt idx="60">
                <c:v>2.10322696349775</c:v>
              </c:pt>
              <c:pt idx="61">
                <c:v>2.10322696349775</c:v>
              </c:pt>
              <c:pt idx="62">
                <c:v>2.10322696349775</c:v>
              </c:pt>
              <c:pt idx="63">
                <c:v>2.10322696349775</c:v>
              </c:pt>
              <c:pt idx="64">
                <c:v>2.10322696349775</c:v>
              </c:pt>
              <c:pt idx="65">
                <c:v>2.10322696349775</c:v>
              </c:pt>
              <c:pt idx="66">
                <c:v>2.10322696349775</c:v>
              </c:pt>
              <c:pt idx="67">
                <c:v>2.10322696349775</c:v>
              </c:pt>
              <c:pt idx="68">
                <c:v>2.10322696349775</c:v>
              </c:pt>
              <c:pt idx="69">
                <c:v>2.10322696349775</c:v>
              </c:pt>
              <c:pt idx="70">
                <c:v>2.10322696349775</c:v>
              </c:pt>
              <c:pt idx="71">
                <c:v>2.10322696349775</c:v>
              </c:pt>
              <c:pt idx="72">
                <c:v>2.10322696349775</c:v>
              </c:pt>
              <c:pt idx="73">
                <c:v>2.10322696349775</c:v>
              </c:pt>
              <c:pt idx="74">
                <c:v>2.10322696349775</c:v>
              </c:pt>
              <c:pt idx="75">
                <c:v>2.10322696349775</c:v>
              </c:pt>
              <c:pt idx="76">
                <c:v>2.10322696349775</c:v>
              </c:pt>
              <c:pt idx="77">
                <c:v>2.10322696349775</c:v>
              </c:pt>
              <c:pt idx="78">
                <c:v>2.10322696349775</c:v>
              </c:pt>
              <c:pt idx="79">
                <c:v>2.10322696349775</c:v>
              </c:pt>
              <c:pt idx="80">
                <c:v>2.10322696349775</c:v>
              </c:pt>
              <c:pt idx="81">
                <c:v>2.10322696349775</c:v>
              </c:pt>
              <c:pt idx="82">
                <c:v>2.10322696349775</c:v>
              </c:pt>
              <c:pt idx="83">
                <c:v>2.10322696349775</c:v>
              </c:pt>
              <c:pt idx="84">
                <c:v>2.10322696349775</c:v>
              </c:pt>
              <c:pt idx="85">
                <c:v>2.10322696349775</c:v>
              </c:pt>
              <c:pt idx="86">
                <c:v>2.10322696349775</c:v>
              </c:pt>
              <c:pt idx="87">
                <c:v>2.10322696349775</c:v>
              </c:pt>
              <c:pt idx="88">
                <c:v>2.10322696349775</c:v>
              </c:pt>
              <c:pt idx="89">
                <c:v>2.10322696349775</c:v>
              </c:pt>
              <c:pt idx="90">
                <c:v>2.10322696349775</c:v>
              </c:pt>
              <c:pt idx="91">
                <c:v>2.10322696349775</c:v>
              </c:pt>
              <c:pt idx="92">
                <c:v>2.10322696349775</c:v>
              </c:pt>
              <c:pt idx="93">
                <c:v>2.10322696349775</c:v>
              </c:pt>
              <c:pt idx="94">
                <c:v>2.10322696349775</c:v>
              </c:pt>
              <c:pt idx="95">
                <c:v>2.10322696349775</c:v>
              </c:pt>
              <c:pt idx="96">
                <c:v>2.10322696349775</c:v>
              </c:pt>
              <c:pt idx="97">
                <c:v>2.10322696349775</c:v>
              </c:pt>
              <c:pt idx="98">
                <c:v>2.10322696349775</c:v>
              </c:pt>
              <c:pt idx="99">
                <c:v>2.10322696349775</c:v>
              </c:pt>
              <c:pt idx="100">
                <c:v>2.10322696349775</c:v>
              </c:pt>
              <c:pt idx="101">
                <c:v>2.10322696349775</c:v>
              </c:pt>
              <c:pt idx="102">
                <c:v>2.10322696349775</c:v>
              </c:pt>
              <c:pt idx="103">
                <c:v>2.10322696349775</c:v>
              </c:pt>
              <c:pt idx="104">
                <c:v>2.10322696349775</c:v>
              </c:pt>
              <c:pt idx="105">
                <c:v>2.10322696349775</c:v>
              </c:pt>
              <c:pt idx="106">
                <c:v>2.10322696349775</c:v>
              </c:pt>
              <c:pt idx="107">
                <c:v>2.10322696349775</c:v>
              </c:pt>
              <c:pt idx="108">
                <c:v>2.10322696349775</c:v>
              </c:pt>
              <c:pt idx="109">
                <c:v>2.10322696349775</c:v>
              </c:pt>
              <c:pt idx="110">
                <c:v>2.10322696349775</c:v>
              </c:pt>
              <c:pt idx="111">
                <c:v>2.10322696349775</c:v>
              </c:pt>
              <c:pt idx="112">
                <c:v>2.10322696349775</c:v>
              </c:pt>
              <c:pt idx="113">
                <c:v>2.10322696349775</c:v>
              </c:pt>
              <c:pt idx="114">
                <c:v>2.10322696349775</c:v>
              </c:pt>
              <c:pt idx="115">
                <c:v>2.10322696349775</c:v>
              </c:pt>
              <c:pt idx="116">
                <c:v>2.10322696349775</c:v>
              </c:pt>
              <c:pt idx="117">
                <c:v>2.10322696349775</c:v>
              </c:pt>
              <c:pt idx="118">
                <c:v>2.10322696349775</c:v>
              </c:pt>
              <c:pt idx="119">
                <c:v>2.10322696349775</c:v>
              </c:pt>
              <c:pt idx="120">
                <c:v>2.10322696349775</c:v>
              </c:pt>
              <c:pt idx="121">
                <c:v>2.10322696349775</c:v>
              </c:pt>
              <c:pt idx="122">
                <c:v>2.10322696349775</c:v>
              </c:pt>
              <c:pt idx="123">
                <c:v>2.10322696349775</c:v>
              </c:pt>
              <c:pt idx="124">
                <c:v>2.10322696349775</c:v>
              </c:pt>
              <c:pt idx="125">
                <c:v>2.10322696349775</c:v>
              </c:pt>
              <c:pt idx="126">
                <c:v>2.10322696349775</c:v>
              </c:pt>
              <c:pt idx="127">
                <c:v>2.10322696349775</c:v>
              </c:pt>
              <c:pt idx="128">
                <c:v>2.10322696349775</c:v>
              </c:pt>
              <c:pt idx="129">
                <c:v>2.10322696349775</c:v>
              </c:pt>
              <c:pt idx="130">
                <c:v>2.10322696349775</c:v>
              </c:pt>
              <c:pt idx="131">
                <c:v>2.10322696349775</c:v>
              </c:pt>
              <c:pt idx="132">
                <c:v>2.10322696349775</c:v>
              </c:pt>
              <c:pt idx="133">
                <c:v>2.10322696349775</c:v>
              </c:pt>
              <c:pt idx="134">
                <c:v>2.10322696349775</c:v>
              </c:pt>
              <c:pt idx="135">
                <c:v>2.10322696349775</c:v>
              </c:pt>
              <c:pt idx="136">
                <c:v>2.10322696349775</c:v>
              </c:pt>
              <c:pt idx="137">
                <c:v>2.10322696349775</c:v>
              </c:pt>
              <c:pt idx="138">
                <c:v>2.10322696349775</c:v>
              </c:pt>
              <c:pt idx="139">
                <c:v>2.10322696349775</c:v>
              </c:pt>
              <c:pt idx="140">
                <c:v>2.10322696349775</c:v>
              </c:pt>
              <c:pt idx="141">
                <c:v>2.10322696349775</c:v>
              </c:pt>
              <c:pt idx="142">
                <c:v>2.10322696349775</c:v>
              </c:pt>
              <c:pt idx="143">
                <c:v>2.10322696349775</c:v>
              </c:pt>
              <c:pt idx="144">
                <c:v>2.10322696349775</c:v>
              </c:pt>
              <c:pt idx="145">
                <c:v>2.10322696349775</c:v>
              </c:pt>
              <c:pt idx="146">
                <c:v>2.10322696349775</c:v>
              </c:pt>
              <c:pt idx="147">
                <c:v>2.10322696349775</c:v>
              </c:pt>
              <c:pt idx="148">
                <c:v>2.10322696349775</c:v>
              </c:pt>
              <c:pt idx="149">
                <c:v>2.10322696349775</c:v>
              </c:pt>
              <c:pt idx="150">
                <c:v>2.10322696349775</c:v>
              </c:pt>
              <c:pt idx="151">
                <c:v>2.10322696349775</c:v>
              </c:pt>
              <c:pt idx="152">
                <c:v>2.10322696349775</c:v>
              </c:pt>
              <c:pt idx="153">
                <c:v>2.10322696349775</c:v>
              </c:pt>
              <c:pt idx="154">
                <c:v>2.10322696349775</c:v>
              </c:pt>
              <c:pt idx="155">
                <c:v>2.10322696349775</c:v>
              </c:pt>
              <c:pt idx="156">
                <c:v>2.10322696349775</c:v>
              </c:pt>
              <c:pt idx="157">
                <c:v>2.10322696349775</c:v>
              </c:pt>
              <c:pt idx="158">
                <c:v>2.10322696349775</c:v>
              </c:pt>
              <c:pt idx="159">
                <c:v>2.10322696349775</c:v>
              </c:pt>
              <c:pt idx="160">
                <c:v>2.10322696349775</c:v>
              </c:pt>
              <c:pt idx="161">
                <c:v>2.10322696349775</c:v>
              </c:pt>
              <c:pt idx="162">
                <c:v>2.10322696349775</c:v>
              </c:pt>
              <c:pt idx="163">
                <c:v>2.10322696349775</c:v>
              </c:pt>
              <c:pt idx="164">
                <c:v>2.10322696349775</c:v>
              </c:pt>
              <c:pt idx="165">
                <c:v>2.10322696349775</c:v>
              </c:pt>
              <c:pt idx="166">
                <c:v>2.10322696349775</c:v>
              </c:pt>
              <c:pt idx="167">
                <c:v>2.10322696349775</c:v>
              </c:pt>
              <c:pt idx="168">
                <c:v>2.10322696349775</c:v>
              </c:pt>
              <c:pt idx="169">
                <c:v>2.10322696349775</c:v>
              </c:pt>
              <c:pt idx="170">
                <c:v>2.10322696349775</c:v>
              </c:pt>
              <c:pt idx="171">
                <c:v>2.10322696349775</c:v>
              </c:pt>
              <c:pt idx="172">
                <c:v>2.10322696349775</c:v>
              </c:pt>
              <c:pt idx="173">
                <c:v>2.10322696349775</c:v>
              </c:pt>
              <c:pt idx="174">
                <c:v>2.10322696349775</c:v>
              </c:pt>
              <c:pt idx="175">
                <c:v>2.10322696349775</c:v>
              </c:pt>
              <c:pt idx="176">
                <c:v>2.10322696349775</c:v>
              </c:pt>
              <c:pt idx="177">
                <c:v>2.10322696349775</c:v>
              </c:pt>
              <c:pt idx="178">
                <c:v>2.10322696349775</c:v>
              </c:pt>
              <c:pt idx="179">
                <c:v>2.10322696349775</c:v>
              </c:pt>
              <c:pt idx="180">
                <c:v>2.10322696349775</c:v>
              </c:pt>
              <c:pt idx="181">
                <c:v>2.10322696349775</c:v>
              </c:pt>
              <c:pt idx="182">
                <c:v>2.10322696349775</c:v>
              </c:pt>
              <c:pt idx="183">
                <c:v>2.10322696349775</c:v>
              </c:pt>
              <c:pt idx="184">
                <c:v>2.10322696349775</c:v>
              </c:pt>
              <c:pt idx="185">
                <c:v>2.10322696349775</c:v>
              </c:pt>
              <c:pt idx="186">
                <c:v>2.10322696349775</c:v>
              </c:pt>
              <c:pt idx="187">
                <c:v>2.10322696349775</c:v>
              </c:pt>
              <c:pt idx="188">
                <c:v>2.10322696349775</c:v>
              </c:pt>
              <c:pt idx="189">
                <c:v>2.10322696349775</c:v>
              </c:pt>
              <c:pt idx="190">
                <c:v>2.10322696349775</c:v>
              </c:pt>
              <c:pt idx="191">
                <c:v>2.10322696349775</c:v>
              </c:pt>
              <c:pt idx="192">
                <c:v>2.10322696349775</c:v>
              </c:pt>
              <c:pt idx="193">
                <c:v>2.10322696349775</c:v>
              </c:pt>
              <c:pt idx="194">
                <c:v>2.10322696349775</c:v>
              </c:pt>
              <c:pt idx="195">
                <c:v>2.10322696349775</c:v>
              </c:pt>
              <c:pt idx="196">
                <c:v>2.10322696349775</c:v>
              </c:pt>
              <c:pt idx="197">
                <c:v>2.10322696349775</c:v>
              </c:pt>
              <c:pt idx="198">
                <c:v>2.10322696349775</c:v>
              </c:pt>
              <c:pt idx="199">
                <c:v>2.10322696349775</c:v>
              </c:pt>
              <c:pt idx="200">
                <c:v>2.10322696349775</c:v>
              </c:pt>
              <c:pt idx="201">
                <c:v>2.10322696349775</c:v>
              </c:pt>
              <c:pt idx="202">
                <c:v>2.10322696349775</c:v>
              </c:pt>
              <c:pt idx="203">
                <c:v>2.10322696349775</c:v>
              </c:pt>
              <c:pt idx="204">
                <c:v>2.10322696349775</c:v>
              </c:pt>
              <c:pt idx="205">
                <c:v>2.10322696349775</c:v>
              </c:pt>
              <c:pt idx="206">
                <c:v>2.10322696349775</c:v>
              </c:pt>
              <c:pt idx="207">
                <c:v>2.10322696349775</c:v>
              </c:pt>
              <c:pt idx="208">
                <c:v>2.10322696349775</c:v>
              </c:pt>
              <c:pt idx="209">
                <c:v>2.10322696349775</c:v>
              </c:pt>
              <c:pt idx="210">
                <c:v>2.10322696349775</c:v>
              </c:pt>
              <c:pt idx="211">
                <c:v>2.10322696349775</c:v>
              </c:pt>
              <c:pt idx="212">
                <c:v>2.10322696349775</c:v>
              </c:pt>
              <c:pt idx="213">
                <c:v>2.10322696349775</c:v>
              </c:pt>
              <c:pt idx="214">
                <c:v>2.10322696349775</c:v>
              </c:pt>
              <c:pt idx="215">
                <c:v>2.10322696349775</c:v>
              </c:pt>
              <c:pt idx="216">
                <c:v>2.10322696349775</c:v>
              </c:pt>
              <c:pt idx="217">
                <c:v>2.10322696349775</c:v>
              </c:pt>
              <c:pt idx="218">
                <c:v>2.10322696349775</c:v>
              </c:pt>
              <c:pt idx="219">
                <c:v>2.10322696349775</c:v>
              </c:pt>
              <c:pt idx="220">
                <c:v>2.10322696349775</c:v>
              </c:pt>
              <c:pt idx="221">
                <c:v>2.10322696349775</c:v>
              </c:pt>
              <c:pt idx="222">
                <c:v>2.10322696349775</c:v>
              </c:pt>
              <c:pt idx="223">
                <c:v>2.10322696349775</c:v>
              </c:pt>
              <c:pt idx="224">
                <c:v>2.10322696349775</c:v>
              </c:pt>
              <c:pt idx="225">
                <c:v>2.10322696349775</c:v>
              </c:pt>
              <c:pt idx="226">
                <c:v>2.10322696349775</c:v>
              </c:pt>
              <c:pt idx="227">
                <c:v>2.10322696349775</c:v>
              </c:pt>
              <c:pt idx="228">
                <c:v>2.10322696349775</c:v>
              </c:pt>
              <c:pt idx="229">
                <c:v>2.10322696349775</c:v>
              </c:pt>
              <c:pt idx="230">
                <c:v>2.10322696349775</c:v>
              </c:pt>
              <c:pt idx="231">
                <c:v>2.10322696349775</c:v>
              </c:pt>
              <c:pt idx="232">
                <c:v>2.10322696349775</c:v>
              </c:pt>
              <c:pt idx="233">
                <c:v>2.10322696349775</c:v>
              </c:pt>
              <c:pt idx="234">
                <c:v>2.10322696349775</c:v>
              </c:pt>
              <c:pt idx="235">
                <c:v>2.10322696349775</c:v>
              </c:pt>
              <c:pt idx="236">
                <c:v>2.10322696349775</c:v>
              </c:pt>
              <c:pt idx="237">
                <c:v>2.10322696349775</c:v>
              </c:pt>
              <c:pt idx="238">
                <c:v>2.10322696349775</c:v>
              </c:pt>
              <c:pt idx="239">
                <c:v>2.10322696349775</c:v>
              </c:pt>
              <c:pt idx="240">
                <c:v>2.10322696349775</c:v>
              </c:pt>
              <c:pt idx="241">
                <c:v>2.10322696349775</c:v>
              </c:pt>
              <c:pt idx="242">
                <c:v>2.10322696349775</c:v>
              </c:pt>
              <c:pt idx="243">
                <c:v>2.10322696349775</c:v>
              </c:pt>
              <c:pt idx="244">
                <c:v>2.10322696349775</c:v>
              </c:pt>
              <c:pt idx="245">
                <c:v>2.10322696349775</c:v>
              </c:pt>
              <c:pt idx="246">
                <c:v>2.10322696349775</c:v>
              </c:pt>
              <c:pt idx="247">
                <c:v>2.10322696349775</c:v>
              </c:pt>
              <c:pt idx="248">
                <c:v>2.10322696349775</c:v>
              </c:pt>
              <c:pt idx="249">
                <c:v>2.10322696349775</c:v>
              </c:pt>
              <c:pt idx="250">
                <c:v>2.10322696349775</c:v>
              </c:pt>
              <c:pt idx="251">
                <c:v>2.10322696349775</c:v>
              </c:pt>
              <c:pt idx="252">
                <c:v>2.10322696349775</c:v>
              </c:pt>
              <c:pt idx="253">
                <c:v>2.10322696349775</c:v>
              </c:pt>
              <c:pt idx="254">
                <c:v>2.10322696349775</c:v>
              </c:pt>
              <c:pt idx="255">
                <c:v>2.10322696349775</c:v>
              </c:pt>
              <c:pt idx="256">
                <c:v>2.10322696349775</c:v>
              </c:pt>
              <c:pt idx="257">
                <c:v>2.10322696349775</c:v>
              </c:pt>
              <c:pt idx="258">
                <c:v>2.10322696349775</c:v>
              </c:pt>
              <c:pt idx="259">
                <c:v>2.10322696349775</c:v>
              </c:pt>
              <c:pt idx="260">
                <c:v>2.10322696349775</c:v>
              </c:pt>
              <c:pt idx="261">
                <c:v>2.10322696349775</c:v>
              </c:pt>
              <c:pt idx="262">
                <c:v>2.10322696349775</c:v>
              </c:pt>
              <c:pt idx="263">
                <c:v>2.10322696349775</c:v>
              </c:pt>
              <c:pt idx="264">
                <c:v>2.10322696349775</c:v>
              </c:pt>
              <c:pt idx="265">
                <c:v>2.10322696349775</c:v>
              </c:pt>
              <c:pt idx="266">
                <c:v>2.10322696349775</c:v>
              </c:pt>
              <c:pt idx="267">
                <c:v>2.10322696349775</c:v>
              </c:pt>
              <c:pt idx="268">
                <c:v>2.10322696349775</c:v>
              </c:pt>
              <c:pt idx="269">
                <c:v>2.10322696349775</c:v>
              </c:pt>
              <c:pt idx="270">
                <c:v>2.10322696349775</c:v>
              </c:pt>
              <c:pt idx="271">
                <c:v>2.10322696349775</c:v>
              </c:pt>
              <c:pt idx="272">
                <c:v>2.10322696349775</c:v>
              </c:pt>
              <c:pt idx="273">
                <c:v>2.10322696349775</c:v>
              </c:pt>
              <c:pt idx="274">
                <c:v>2.10322696349775</c:v>
              </c:pt>
              <c:pt idx="275">
                <c:v>2.10322696349775</c:v>
              </c:pt>
              <c:pt idx="276">
                <c:v>2.10322696349775</c:v>
              </c:pt>
              <c:pt idx="277">
                <c:v>2.10322696349775</c:v>
              </c:pt>
              <c:pt idx="278">
                <c:v>2.10322696349775</c:v>
              </c:pt>
              <c:pt idx="279">
                <c:v>2.10322696349775</c:v>
              </c:pt>
              <c:pt idx="280">
                <c:v>2.10322696349775</c:v>
              </c:pt>
              <c:pt idx="281">
                <c:v>2.10322696349775</c:v>
              </c:pt>
              <c:pt idx="282">
                <c:v>2.10322696349775</c:v>
              </c:pt>
              <c:pt idx="283">
                <c:v>2.10322696349775</c:v>
              </c:pt>
              <c:pt idx="284">
                <c:v>2.10322696349775</c:v>
              </c:pt>
              <c:pt idx="285">
                <c:v>2.10322696349775</c:v>
              </c:pt>
              <c:pt idx="286">
                <c:v>2.10322696349775</c:v>
              </c:pt>
              <c:pt idx="287">
                <c:v>2.10322696349775</c:v>
              </c:pt>
              <c:pt idx="288">
                <c:v>2.10322696349775</c:v>
              </c:pt>
              <c:pt idx="289">
                <c:v>2.10322696349775</c:v>
              </c:pt>
              <c:pt idx="290">
                <c:v>2.10322696349775</c:v>
              </c:pt>
              <c:pt idx="291">
                <c:v>2.10322696349775</c:v>
              </c:pt>
              <c:pt idx="292">
                <c:v>2.10322696349775</c:v>
              </c:pt>
              <c:pt idx="293">
                <c:v>2.10322696349775</c:v>
              </c:pt>
              <c:pt idx="294">
                <c:v>2.10322696349775</c:v>
              </c:pt>
              <c:pt idx="295">
                <c:v>2.10322696349775</c:v>
              </c:pt>
              <c:pt idx="296">
                <c:v>2.10322696349775</c:v>
              </c:pt>
              <c:pt idx="297">
                <c:v>2.10322696349775</c:v>
              </c:pt>
              <c:pt idx="298">
                <c:v>2.10322696349775</c:v>
              </c:pt>
              <c:pt idx="299">
                <c:v>2.10322696349775</c:v>
              </c:pt>
              <c:pt idx="300">
                <c:v>2.10322696349775</c:v>
              </c:pt>
              <c:pt idx="301">
                <c:v>2.10322696349775</c:v>
              </c:pt>
              <c:pt idx="302">
                <c:v>2.10322696349775</c:v>
              </c:pt>
              <c:pt idx="303">
                <c:v>2.10322696349775</c:v>
              </c:pt>
              <c:pt idx="304">
                <c:v>2.10322696349775</c:v>
              </c:pt>
              <c:pt idx="305">
                <c:v>2.10322696349775</c:v>
              </c:pt>
              <c:pt idx="306">
                <c:v>2.10322696349775</c:v>
              </c:pt>
              <c:pt idx="307">
                <c:v>2.10322696349775</c:v>
              </c:pt>
              <c:pt idx="308">
                <c:v>2.10322696349775</c:v>
              </c:pt>
              <c:pt idx="309">
                <c:v>2.10322696349775</c:v>
              </c:pt>
              <c:pt idx="310">
                <c:v>2.10322696349775</c:v>
              </c:pt>
              <c:pt idx="311">
                <c:v>2.10322696349775</c:v>
              </c:pt>
              <c:pt idx="312">
                <c:v>2.10322696349775</c:v>
              </c:pt>
              <c:pt idx="313">
                <c:v>2.10322696349775</c:v>
              </c:pt>
              <c:pt idx="314">
                <c:v>2.10322696349775</c:v>
              </c:pt>
              <c:pt idx="315">
                <c:v>2.10322696349775</c:v>
              </c:pt>
              <c:pt idx="316">
                <c:v>2.10322696349775</c:v>
              </c:pt>
              <c:pt idx="317">
                <c:v>2.10322696349775</c:v>
              </c:pt>
              <c:pt idx="318">
                <c:v>2.10322696349775</c:v>
              </c:pt>
              <c:pt idx="319">
                <c:v>2.10322696349775</c:v>
              </c:pt>
              <c:pt idx="320">
                <c:v>2.10322696349775</c:v>
              </c:pt>
              <c:pt idx="321">
                <c:v>2.10322696349775</c:v>
              </c:pt>
              <c:pt idx="322">
                <c:v>2.10322696349775</c:v>
              </c:pt>
              <c:pt idx="323">
                <c:v>2.10322696349775</c:v>
              </c:pt>
              <c:pt idx="324">
                <c:v>2.10322696349775</c:v>
              </c:pt>
              <c:pt idx="325">
                <c:v>2.10322696349775</c:v>
              </c:pt>
              <c:pt idx="326">
                <c:v>2.10322696349775</c:v>
              </c:pt>
              <c:pt idx="327">
                <c:v>2.10322696349775</c:v>
              </c:pt>
              <c:pt idx="328">
                <c:v>2.10322696349775</c:v>
              </c:pt>
              <c:pt idx="329">
                <c:v>2.10322696349775</c:v>
              </c:pt>
              <c:pt idx="330">
                <c:v>2.10322696349775</c:v>
              </c:pt>
              <c:pt idx="331">
                <c:v>2.10322696349775</c:v>
              </c:pt>
              <c:pt idx="332">
                <c:v>2.10322696349775</c:v>
              </c:pt>
              <c:pt idx="333">
                <c:v>2.10322696349775</c:v>
              </c:pt>
              <c:pt idx="334">
                <c:v>2.10322696349775</c:v>
              </c:pt>
              <c:pt idx="335">
                <c:v>2.10322696349775</c:v>
              </c:pt>
              <c:pt idx="336">
                <c:v>2.10322696349775</c:v>
              </c:pt>
              <c:pt idx="337">
                <c:v>2.10322696349775</c:v>
              </c:pt>
              <c:pt idx="338">
                <c:v>2.10322696349775</c:v>
              </c:pt>
              <c:pt idx="339">
                <c:v>2.10322696349775</c:v>
              </c:pt>
              <c:pt idx="340">
                <c:v>2.10322696349775</c:v>
              </c:pt>
              <c:pt idx="341">
                <c:v>2.10322696349775</c:v>
              </c:pt>
              <c:pt idx="342">
                <c:v>2.10322696349775</c:v>
              </c:pt>
              <c:pt idx="343">
                <c:v>2.10322696349775</c:v>
              </c:pt>
              <c:pt idx="344">
                <c:v>2.10322696349775</c:v>
              </c:pt>
              <c:pt idx="345">
                <c:v>2.10322696349775</c:v>
              </c:pt>
              <c:pt idx="346">
                <c:v>2.10322696349775</c:v>
              </c:pt>
              <c:pt idx="347">
                <c:v>2.10322696349775</c:v>
              </c:pt>
              <c:pt idx="348">
                <c:v>2.10322696349775</c:v>
              </c:pt>
              <c:pt idx="349">
                <c:v>2.10322696349775</c:v>
              </c:pt>
              <c:pt idx="350">
                <c:v>2.10322696349775</c:v>
              </c:pt>
              <c:pt idx="351">
                <c:v>2.10322696349775</c:v>
              </c:pt>
              <c:pt idx="352">
                <c:v>2.10322696349775</c:v>
              </c:pt>
              <c:pt idx="353">
                <c:v>2.10322696349775</c:v>
              </c:pt>
              <c:pt idx="354">
                <c:v>2.10322696349775</c:v>
              </c:pt>
              <c:pt idx="355">
                <c:v>2.10322696349775</c:v>
              </c:pt>
              <c:pt idx="356">
                <c:v>2.10322696349775</c:v>
              </c:pt>
              <c:pt idx="357">
                <c:v>2.10322696349775</c:v>
              </c:pt>
              <c:pt idx="358">
                <c:v>2.10322696349775</c:v>
              </c:pt>
              <c:pt idx="359">
                <c:v>2.10322696349775</c:v>
              </c:pt>
              <c:pt idx="360">
                <c:v>2.10322696349775</c:v>
              </c:pt>
              <c:pt idx="361">
                <c:v>2.10322696349775</c:v>
              </c:pt>
              <c:pt idx="362">
                <c:v>2.10322696349775</c:v>
              </c:pt>
              <c:pt idx="363">
                <c:v>2.10322696349775</c:v>
              </c:pt>
              <c:pt idx="364">
                <c:v>2.10322696349775</c:v>
              </c:pt>
              <c:pt idx="365">
                <c:v>2.10322696349775</c:v>
              </c:pt>
              <c:pt idx="366">
                <c:v>2.10322696349775</c:v>
              </c:pt>
              <c:pt idx="367">
                <c:v>2.10322696349775</c:v>
              </c:pt>
              <c:pt idx="368">
                <c:v>2.10322696349775</c:v>
              </c:pt>
              <c:pt idx="369">
                <c:v>2.10322696349775</c:v>
              </c:pt>
              <c:pt idx="370">
                <c:v>2.10322696349775</c:v>
              </c:pt>
              <c:pt idx="371">
                <c:v>2.10322696349775</c:v>
              </c:pt>
              <c:pt idx="372">
                <c:v>2.10322696349775</c:v>
              </c:pt>
              <c:pt idx="373">
                <c:v>2.10322696349775</c:v>
              </c:pt>
              <c:pt idx="374">
                <c:v>2.10322696349775</c:v>
              </c:pt>
              <c:pt idx="375">
                <c:v>2.10322696349775</c:v>
              </c:pt>
              <c:pt idx="376">
                <c:v>2.10322696349775</c:v>
              </c:pt>
              <c:pt idx="377">
                <c:v>2.10322696349775</c:v>
              </c:pt>
              <c:pt idx="378">
                <c:v>2.10322696349775</c:v>
              </c:pt>
              <c:pt idx="379">
                <c:v>2.10322696349775</c:v>
              </c:pt>
              <c:pt idx="380">
                <c:v>2.10322696349775</c:v>
              </c:pt>
              <c:pt idx="381">
                <c:v>2.10322696349775</c:v>
              </c:pt>
              <c:pt idx="382">
                <c:v>2.10322696349775</c:v>
              </c:pt>
              <c:pt idx="383">
                <c:v>2.10322696349775</c:v>
              </c:pt>
              <c:pt idx="384">
                <c:v>2.10322696349775</c:v>
              </c:pt>
              <c:pt idx="385">
                <c:v>2.10322696349775</c:v>
              </c:pt>
              <c:pt idx="386">
                <c:v>2.10322696349775</c:v>
              </c:pt>
              <c:pt idx="387">
                <c:v>2.10322696349775</c:v>
              </c:pt>
              <c:pt idx="388">
                <c:v>2.10322696349775</c:v>
              </c:pt>
              <c:pt idx="389">
                <c:v>2.10322696349775</c:v>
              </c:pt>
              <c:pt idx="390">
                <c:v>2.10322696349775</c:v>
              </c:pt>
              <c:pt idx="391">
                <c:v>2.10322696349775</c:v>
              </c:pt>
              <c:pt idx="392">
                <c:v>2.10322696349775</c:v>
              </c:pt>
              <c:pt idx="393">
                <c:v>2.10322696349775</c:v>
              </c:pt>
              <c:pt idx="394">
                <c:v>2.10322696349775</c:v>
              </c:pt>
              <c:pt idx="395">
                <c:v>2.10322696349775</c:v>
              </c:pt>
              <c:pt idx="396">
                <c:v>2.10322696349775</c:v>
              </c:pt>
              <c:pt idx="397">
                <c:v>2.10322696349775</c:v>
              </c:pt>
              <c:pt idx="398">
                <c:v>2.10322696349775</c:v>
              </c:pt>
              <c:pt idx="399">
                <c:v>2.10322696349775</c:v>
              </c:pt>
              <c:pt idx="400">
                <c:v>2.10322696349775</c:v>
              </c:pt>
              <c:pt idx="401">
                <c:v>2.10322696349775</c:v>
              </c:pt>
              <c:pt idx="402">
                <c:v>2.10322696349775</c:v>
              </c:pt>
              <c:pt idx="403">
                <c:v>2.10322696349775</c:v>
              </c:pt>
              <c:pt idx="404">
                <c:v>2.10322696349775</c:v>
              </c:pt>
              <c:pt idx="405">
                <c:v>2.10322696349775</c:v>
              </c:pt>
              <c:pt idx="406">
                <c:v>2.10322696349775</c:v>
              </c:pt>
              <c:pt idx="407">
                <c:v>2.10322696349775</c:v>
              </c:pt>
              <c:pt idx="408">
                <c:v>2.10322696349775</c:v>
              </c:pt>
              <c:pt idx="409">
                <c:v>2.10322696349775</c:v>
              </c:pt>
              <c:pt idx="410">
                <c:v>2.10322696349775</c:v>
              </c:pt>
              <c:pt idx="411">
                <c:v>2.10322696349775</c:v>
              </c:pt>
            </c:numLit>
          </c:xVal>
          <c:yVal>
            <c:numLit>
              <c:formatCode>0.0</c:formatCode>
              <c:ptCount val="412"/>
              <c:pt idx="0">
                <c:v>0.7416488088086174</c:v>
              </c:pt>
              <c:pt idx="1">
                <c:v>0.7416488088086174</c:v>
              </c:pt>
              <c:pt idx="2">
                <c:v>0.7416488088086174</c:v>
              </c:pt>
              <c:pt idx="3">
                <c:v>0.7416488088086174</c:v>
              </c:pt>
              <c:pt idx="4">
                <c:v>0.7416488088086174</c:v>
              </c:pt>
              <c:pt idx="5">
                <c:v>0.7416488088086174</c:v>
              </c:pt>
              <c:pt idx="6">
                <c:v>0.7416488088086174</c:v>
              </c:pt>
              <c:pt idx="7">
                <c:v>0.7416488088086174</c:v>
              </c:pt>
              <c:pt idx="8">
                <c:v>0.7416488088086174</c:v>
              </c:pt>
              <c:pt idx="9">
                <c:v>0.7416488088086174</c:v>
              </c:pt>
              <c:pt idx="10">
                <c:v>0.7416488088086174</c:v>
              </c:pt>
              <c:pt idx="11">
                <c:v>0.7416488088086174</c:v>
              </c:pt>
              <c:pt idx="12">
                <c:v>0.7416488088086174</c:v>
              </c:pt>
              <c:pt idx="13">
                <c:v>0.7416488088086174</c:v>
              </c:pt>
              <c:pt idx="14">
                <c:v>0.7416488088086174</c:v>
              </c:pt>
              <c:pt idx="15">
                <c:v>0.7416488088086174</c:v>
              </c:pt>
              <c:pt idx="16">
                <c:v>0.7416488088086174</c:v>
              </c:pt>
              <c:pt idx="17">
                <c:v>0.7416488088086174</c:v>
              </c:pt>
              <c:pt idx="18">
                <c:v>0.7416488088086174</c:v>
              </c:pt>
              <c:pt idx="19">
                <c:v>0.7416488088086174</c:v>
              </c:pt>
              <c:pt idx="20">
                <c:v>0.7416488088086174</c:v>
              </c:pt>
              <c:pt idx="21">
                <c:v>0.7416488088086174</c:v>
              </c:pt>
              <c:pt idx="22">
                <c:v>0.7416488088086174</c:v>
              </c:pt>
              <c:pt idx="23">
                <c:v>0.7416488088086174</c:v>
              </c:pt>
              <c:pt idx="24">
                <c:v>0.7416488088086174</c:v>
              </c:pt>
              <c:pt idx="25">
                <c:v>0.7416488088086174</c:v>
              </c:pt>
              <c:pt idx="26">
                <c:v>0.7416488088086174</c:v>
              </c:pt>
              <c:pt idx="27">
                <c:v>0.7416488088086174</c:v>
              </c:pt>
              <c:pt idx="28">
                <c:v>0.7416488088086174</c:v>
              </c:pt>
              <c:pt idx="29">
                <c:v>0.7416488088086174</c:v>
              </c:pt>
              <c:pt idx="30">
                <c:v>0.7416488088086174</c:v>
              </c:pt>
              <c:pt idx="31">
                <c:v>0.7416488088086174</c:v>
              </c:pt>
              <c:pt idx="32">
                <c:v>0.7416488088086174</c:v>
              </c:pt>
              <c:pt idx="33">
                <c:v>0.7416488088086174</c:v>
              </c:pt>
              <c:pt idx="34">
                <c:v>0.7416488088086174</c:v>
              </c:pt>
              <c:pt idx="35">
                <c:v>0.7416488088086174</c:v>
              </c:pt>
              <c:pt idx="36">
                <c:v>0.7416488088086174</c:v>
              </c:pt>
              <c:pt idx="37">
                <c:v>0.7416488088086174</c:v>
              </c:pt>
              <c:pt idx="38">
                <c:v>0.7416488088086174</c:v>
              </c:pt>
              <c:pt idx="39">
                <c:v>0.7416488088086174</c:v>
              </c:pt>
              <c:pt idx="40">
                <c:v>0.7416488088086174</c:v>
              </c:pt>
              <c:pt idx="41">
                <c:v>0.7416488088086174</c:v>
              </c:pt>
              <c:pt idx="42">
                <c:v>0.7416488088086174</c:v>
              </c:pt>
              <c:pt idx="43">
                <c:v>0.7416488088086174</c:v>
              </c:pt>
              <c:pt idx="44">
                <c:v>0.7416488088086174</c:v>
              </c:pt>
              <c:pt idx="45">
                <c:v>0.7416488088086174</c:v>
              </c:pt>
              <c:pt idx="46">
                <c:v>0.7416488088086174</c:v>
              </c:pt>
              <c:pt idx="47">
                <c:v>0.7416488088086174</c:v>
              </c:pt>
              <c:pt idx="48">
                <c:v>0.7416488088086174</c:v>
              </c:pt>
              <c:pt idx="49">
                <c:v>0.7416488088086174</c:v>
              </c:pt>
              <c:pt idx="50">
                <c:v>0.7416488088086174</c:v>
              </c:pt>
              <c:pt idx="51">
                <c:v>0.7416488088086174</c:v>
              </c:pt>
              <c:pt idx="52">
                <c:v>0.7416488088086174</c:v>
              </c:pt>
              <c:pt idx="53">
                <c:v>0.7416488088086174</c:v>
              </c:pt>
              <c:pt idx="54">
                <c:v>0.7416488088086174</c:v>
              </c:pt>
              <c:pt idx="55">
                <c:v>0.7416488088086174</c:v>
              </c:pt>
              <c:pt idx="56">
                <c:v>0.7416488088086174</c:v>
              </c:pt>
              <c:pt idx="57">
                <c:v>0.7416488088086174</c:v>
              </c:pt>
              <c:pt idx="58">
                <c:v>0.7416488088086174</c:v>
              </c:pt>
              <c:pt idx="59">
                <c:v>0.7416488088086174</c:v>
              </c:pt>
              <c:pt idx="60">
                <c:v>0.7416488088086174</c:v>
              </c:pt>
              <c:pt idx="61">
                <c:v>0.7416488088086174</c:v>
              </c:pt>
              <c:pt idx="62">
                <c:v>0.7416488088086174</c:v>
              </c:pt>
              <c:pt idx="63">
                <c:v>0.7416488088086174</c:v>
              </c:pt>
              <c:pt idx="64">
                <c:v>0.7416488088086174</c:v>
              </c:pt>
              <c:pt idx="65">
                <c:v>0.7416488088086174</c:v>
              </c:pt>
              <c:pt idx="66">
                <c:v>0.7416488088086174</c:v>
              </c:pt>
              <c:pt idx="67">
                <c:v>0.7416488088086174</c:v>
              </c:pt>
              <c:pt idx="68">
                <c:v>0.7416488088086174</c:v>
              </c:pt>
              <c:pt idx="69">
                <c:v>0.7416488088086174</c:v>
              </c:pt>
              <c:pt idx="70">
                <c:v>0.7416488088086174</c:v>
              </c:pt>
              <c:pt idx="71">
                <c:v>0.7416488088086174</c:v>
              </c:pt>
              <c:pt idx="72">
                <c:v>0.7416488088086174</c:v>
              </c:pt>
              <c:pt idx="73">
                <c:v>0.7416488088086174</c:v>
              </c:pt>
              <c:pt idx="74">
                <c:v>0.7416488088086174</c:v>
              </c:pt>
              <c:pt idx="75">
                <c:v>0.7416488088086174</c:v>
              </c:pt>
              <c:pt idx="76">
                <c:v>0.7416488088086174</c:v>
              </c:pt>
              <c:pt idx="77">
                <c:v>0.7416488088086174</c:v>
              </c:pt>
              <c:pt idx="78">
                <c:v>0.7416488088086174</c:v>
              </c:pt>
              <c:pt idx="79">
                <c:v>0.7416488088086174</c:v>
              </c:pt>
              <c:pt idx="80">
                <c:v>0.7416488088086174</c:v>
              </c:pt>
              <c:pt idx="81">
                <c:v>0.7416488088086174</c:v>
              </c:pt>
              <c:pt idx="82">
                <c:v>0.7416488088086174</c:v>
              </c:pt>
              <c:pt idx="83">
                <c:v>0.7416488088086174</c:v>
              </c:pt>
              <c:pt idx="84">
                <c:v>0.7416488088086174</c:v>
              </c:pt>
              <c:pt idx="85">
                <c:v>0.7416488088086174</c:v>
              </c:pt>
              <c:pt idx="86">
                <c:v>0.7416488088086174</c:v>
              </c:pt>
              <c:pt idx="87">
                <c:v>0.7416488088086174</c:v>
              </c:pt>
              <c:pt idx="88">
                <c:v>0.7416488088086174</c:v>
              </c:pt>
              <c:pt idx="89">
                <c:v>0.7416488088086174</c:v>
              </c:pt>
              <c:pt idx="90">
                <c:v>0.7416488088086174</c:v>
              </c:pt>
              <c:pt idx="91">
                <c:v>0.7416488088086174</c:v>
              </c:pt>
              <c:pt idx="92">
                <c:v>0.7416488088086174</c:v>
              </c:pt>
              <c:pt idx="93">
                <c:v>0.7416488088086174</c:v>
              </c:pt>
              <c:pt idx="94">
                <c:v>0.7416488088086174</c:v>
              </c:pt>
              <c:pt idx="95">
                <c:v>0.7416488088086174</c:v>
              </c:pt>
              <c:pt idx="96">
                <c:v>0.7416488088086174</c:v>
              </c:pt>
              <c:pt idx="97">
                <c:v>0.7416488088086174</c:v>
              </c:pt>
              <c:pt idx="98">
                <c:v>0.7416488088086174</c:v>
              </c:pt>
              <c:pt idx="99">
                <c:v>0.7416488088086174</c:v>
              </c:pt>
              <c:pt idx="100">
                <c:v>0.7416488088086174</c:v>
              </c:pt>
              <c:pt idx="101">
                <c:v>0.7416488088086174</c:v>
              </c:pt>
              <c:pt idx="102">
                <c:v>0.7416488088086174</c:v>
              </c:pt>
              <c:pt idx="103">
                <c:v>0.7416488088086174</c:v>
              </c:pt>
              <c:pt idx="104">
                <c:v>0.7416488088086174</c:v>
              </c:pt>
              <c:pt idx="105">
                <c:v>0.7416488088086174</c:v>
              </c:pt>
              <c:pt idx="106">
                <c:v>0.7416488088086174</c:v>
              </c:pt>
              <c:pt idx="107">
                <c:v>0.7416488088086174</c:v>
              </c:pt>
              <c:pt idx="108">
                <c:v>0.7416488088086174</c:v>
              </c:pt>
              <c:pt idx="109">
                <c:v>0.7416488088086174</c:v>
              </c:pt>
              <c:pt idx="110">
                <c:v>0.7416488088086174</c:v>
              </c:pt>
              <c:pt idx="111">
                <c:v>0.7416488088086174</c:v>
              </c:pt>
              <c:pt idx="112">
                <c:v>0.7416488088086174</c:v>
              </c:pt>
              <c:pt idx="113">
                <c:v>0.7416488088086174</c:v>
              </c:pt>
              <c:pt idx="114">
                <c:v>0.7416488088086174</c:v>
              </c:pt>
              <c:pt idx="115">
                <c:v>0.7416488088086174</c:v>
              </c:pt>
              <c:pt idx="116">
                <c:v>0.7416488088086174</c:v>
              </c:pt>
              <c:pt idx="117">
                <c:v>0.7416488088086174</c:v>
              </c:pt>
              <c:pt idx="118">
                <c:v>0.7416488088086174</c:v>
              </c:pt>
              <c:pt idx="119">
                <c:v>0.7416488088086174</c:v>
              </c:pt>
              <c:pt idx="120">
                <c:v>0.7416488088086174</c:v>
              </c:pt>
              <c:pt idx="121">
                <c:v>0.7416488088086174</c:v>
              </c:pt>
              <c:pt idx="122">
                <c:v>0.7416488088086174</c:v>
              </c:pt>
              <c:pt idx="123">
                <c:v>0.7416488088086174</c:v>
              </c:pt>
              <c:pt idx="124">
                <c:v>0.7416488088086174</c:v>
              </c:pt>
              <c:pt idx="125">
                <c:v>0.7416488088086174</c:v>
              </c:pt>
              <c:pt idx="126">
                <c:v>0.7416488088086174</c:v>
              </c:pt>
              <c:pt idx="127">
                <c:v>0.7416488088086174</c:v>
              </c:pt>
              <c:pt idx="128">
                <c:v>0.7416488088086174</c:v>
              </c:pt>
              <c:pt idx="129">
                <c:v>0.7416488088086174</c:v>
              </c:pt>
              <c:pt idx="130">
                <c:v>0.7416488088086174</c:v>
              </c:pt>
              <c:pt idx="131">
                <c:v>0.7416488088086174</c:v>
              </c:pt>
              <c:pt idx="132">
                <c:v>0.7416488088086174</c:v>
              </c:pt>
              <c:pt idx="133">
                <c:v>0.7416488088086174</c:v>
              </c:pt>
              <c:pt idx="134">
                <c:v>0.7416488088086174</c:v>
              </c:pt>
              <c:pt idx="135">
                <c:v>0.7416488088086174</c:v>
              </c:pt>
              <c:pt idx="136">
                <c:v>0.7416488088086174</c:v>
              </c:pt>
              <c:pt idx="137">
                <c:v>0.7416488088086174</c:v>
              </c:pt>
              <c:pt idx="138">
                <c:v>0.7416488088086174</c:v>
              </c:pt>
              <c:pt idx="139">
                <c:v>0.7416488088086174</c:v>
              </c:pt>
              <c:pt idx="140">
                <c:v>0.7416488088086174</c:v>
              </c:pt>
              <c:pt idx="141">
                <c:v>0.7416488088086174</c:v>
              </c:pt>
              <c:pt idx="142">
                <c:v>0.7416488088086174</c:v>
              </c:pt>
              <c:pt idx="143">
                <c:v>0.7416488088086174</c:v>
              </c:pt>
              <c:pt idx="144">
                <c:v>0.7416488088086174</c:v>
              </c:pt>
              <c:pt idx="145">
                <c:v>0.7416488088086174</c:v>
              </c:pt>
              <c:pt idx="146">
                <c:v>0.7416488088086174</c:v>
              </c:pt>
              <c:pt idx="147">
                <c:v>0.7416488088086174</c:v>
              </c:pt>
              <c:pt idx="148">
                <c:v>0.7416488088086174</c:v>
              </c:pt>
              <c:pt idx="149">
                <c:v>0.7416488088086174</c:v>
              </c:pt>
              <c:pt idx="150">
                <c:v>0.7416488088086174</c:v>
              </c:pt>
              <c:pt idx="151">
                <c:v>0.7416488088086174</c:v>
              </c:pt>
              <c:pt idx="152">
                <c:v>0.7416488088086174</c:v>
              </c:pt>
              <c:pt idx="153">
                <c:v>0.7416488088086174</c:v>
              </c:pt>
              <c:pt idx="154">
                <c:v>0.7416488088086174</c:v>
              </c:pt>
              <c:pt idx="155">
                <c:v>0.7416488088086174</c:v>
              </c:pt>
              <c:pt idx="156">
                <c:v>0.7416488088086174</c:v>
              </c:pt>
              <c:pt idx="157">
                <c:v>0.7416488088086174</c:v>
              </c:pt>
              <c:pt idx="158">
                <c:v>0.7416488088086174</c:v>
              </c:pt>
              <c:pt idx="159">
                <c:v>0.7416488088086174</c:v>
              </c:pt>
              <c:pt idx="160">
                <c:v>0.7416488088086174</c:v>
              </c:pt>
              <c:pt idx="161">
                <c:v>0.7416488088086174</c:v>
              </c:pt>
              <c:pt idx="162">
                <c:v>0.7416488088086174</c:v>
              </c:pt>
              <c:pt idx="163">
                <c:v>0.7416488088086174</c:v>
              </c:pt>
              <c:pt idx="164">
                <c:v>0.7416488088086174</c:v>
              </c:pt>
              <c:pt idx="165">
                <c:v>0.7416488088086174</c:v>
              </c:pt>
              <c:pt idx="166">
                <c:v>0.7416488088086174</c:v>
              </c:pt>
              <c:pt idx="167">
                <c:v>0.7416488088086174</c:v>
              </c:pt>
              <c:pt idx="168">
                <c:v>0.7416488088086174</c:v>
              </c:pt>
              <c:pt idx="169">
                <c:v>0.7416488088086174</c:v>
              </c:pt>
              <c:pt idx="170">
                <c:v>0.7416488088086174</c:v>
              </c:pt>
              <c:pt idx="171">
                <c:v>0.7416488088086174</c:v>
              </c:pt>
              <c:pt idx="172">
                <c:v>0.7416488088086174</c:v>
              </c:pt>
              <c:pt idx="173">
                <c:v>0.7416488088086174</c:v>
              </c:pt>
              <c:pt idx="174">
                <c:v>0.7416488088086174</c:v>
              </c:pt>
              <c:pt idx="175">
                <c:v>0.7416488088086174</c:v>
              </c:pt>
              <c:pt idx="176">
                <c:v>0.7416488088086174</c:v>
              </c:pt>
              <c:pt idx="177">
                <c:v>0.7416488088086174</c:v>
              </c:pt>
              <c:pt idx="178">
                <c:v>0.7416488088086174</c:v>
              </c:pt>
              <c:pt idx="179">
                <c:v>0.7416488088086174</c:v>
              </c:pt>
              <c:pt idx="180">
                <c:v>0.7416488088086174</c:v>
              </c:pt>
              <c:pt idx="181">
                <c:v>0.7416488088086174</c:v>
              </c:pt>
              <c:pt idx="182">
                <c:v>0.7416488088086174</c:v>
              </c:pt>
              <c:pt idx="183">
                <c:v>0.7416488088086174</c:v>
              </c:pt>
              <c:pt idx="184">
                <c:v>0.7416488088086174</c:v>
              </c:pt>
              <c:pt idx="185">
                <c:v>0.7416488088086174</c:v>
              </c:pt>
              <c:pt idx="186">
                <c:v>0.7416488088086174</c:v>
              </c:pt>
              <c:pt idx="187">
                <c:v>0.7416488088086174</c:v>
              </c:pt>
              <c:pt idx="188">
                <c:v>0.7416488088086174</c:v>
              </c:pt>
              <c:pt idx="189">
                <c:v>0.7416488088086174</c:v>
              </c:pt>
              <c:pt idx="190">
                <c:v>0.7416488088086174</c:v>
              </c:pt>
              <c:pt idx="191">
                <c:v>0.7416488088086174</c:v>
              </c:pt>
              <c:pt idx="192">
                <c:v>0.7416488088086174</c:v>
              </c:pt>
              <c:pt idx="193">
                <c:v>0.7416488088086174</c:v>
              </c:pt>
              <c:pt idx="194">
                <c:v>0.7416488088086174</c:v>
              </c:pt>
              <c:pt idx="195">
                <c:v>0.7416488088086174</c:v>
              </c:pt>
              <c:pt idx="196">
                <c:v>0.7416488088086174</c:v>
              </c:pt>
              <c:pt idx="197">
                <c:v>0.7416488088086174</c:v>
              </c:pt>
              <c:pt idx="198">
                <c:v>0.7416488088086174</c:v>
              </c:pt>
              <c:pt idx="199">
                <c:v>0.7416488088086174</c:v>
              </c:pt>
              <c:pt idx="200">
                <c:v>0.7416488088086174</c:v>
              </c:pt>
              <c:pt idx="201">
                <c:v>0.7416488088086174</c:v>
              </c:pt>
              <c:pt idx="202">
                <c:v>0.7416488088086174</c:v>
              </c:pt>
              <c:pt idx="203">
                <c:v>0.7416488088086174</c:v>
              </c:pt>
              <c:pt idx="204">
                <c:v>0.7416488088086174</c:v>
              </c:pt>
              <c:pt idx="205">
                <c:v>0.7416488088086174</c:v>
              </c:pt>
              <c:pt idx="206">
                <c:v>0.7416488088086174</c:v>
              </c:pt>
              <c:pt idx="207">
                <c:v>0.7416488088086174</c:v>
              </c:pt>
              <c:pt idx="208">
                <c:v>0.7416488088086174</c:v>
              </c:pt>
              <c:pt idx="209">
                <c:v>0.7416488088086174</c:v>
              </c:pt>
              <c:pt idx="210">
                <c:v>0.7416488088086174</c:v>
              </c:pt>
              <c:pt idx="211">
                <c:v>0.7416488088086174</c:v>
              </c:pt>
              <c:pt idx="212">
                <c:v>0.7416488088086174</c:v>
              </c:pt>
              <c:pt idx="213">
                <c:v>0.7416488088086174</c:v>
              </c:pt>
              <c:pt idx="214">
                <c:v>0.7416488088086174</c:v>
              </c:pt>
              <c:pt idx="215">
                <c:v>0.7416488088086174</c:v>
              </c:pt>
              <c:pt idx="216">
                <c:v>0.7416488088086174</c:v>
              </c:pt>
              <c:pt idx="217">
                <c:v>0.7416488088086174</c:v>
              </c:pt>
              <c:pt idx="218">
                <c:v>0.7416488088086174</c:v>
              </c:pt>
              <c:pt idx="219">
                <c:v>0.7416488088086174</c:v>
              </c:pt>
              <c:pt idx="220">
                <c:v>0.7416488088086174</c:v>
              </c:pt>
              <c:pt idx="221">
                <c:v>0.7416488088086174</c:v>
              </c:pt>
              <c:pt idx="222">
                <c:v>0.7416488088086174</c:v>
              </c:pt>
              <c:pt idx="223">
                <c:v>0.7416488088086174</c:v>
              </c:pt>
              <c:pt idx="224">
                <c:v>0.7416488088086174</c:v>
              </c:pt>
              <c:pt idx="225">
                <c:v>0.7416488088086174</c:v>
              </c:pt>
              <c:pt idx="226">
                <c:v>0.7416488088086174</c:v>
              </c:pt>
              <c:pt idx="227">
                <c:v>0.7416488088086174</c:v>
              </c:pt>
              <c:pt idx="228">
                <c:v>0.7416488088086174</c:v>
              </c:pt>
              <c:pt idx="229">
                <c:v>0.7416488088086174</c:v>
              </c:pt>
              <c:pt idx="230">
                <c:v>0.7416488088086174</c:v>
              </c:pt>
              <c:pt idx="231">
                <c:v>0.7416488088086174</c:v>
              </c:pt>
              <c:pt idx="232">
                <c:v>0.7416488088086174</c:v>
              </c:pt>
              <c:pt idx="233">
                <c:v>0.7416488088086174</c:v>
              </c:pt>
              <c:pt idx="234">
                <c:v>0.7416488088086174</c:v>
              </c:pt>
              <c:pt idx="235">
                <c:v>0.7416488088086174</c:v>
              </c:pt>
              <c:pt idx="236">
                <c:v>0.7416488088086174</c:v>
              </c:pt>
              <c:pt idx="237">
                <c:v>0.7416488088086174</c:v>
              </c:pt>
              <c:pt idx="238">
                <c:v>0.7416488088086174</c:v>
              </c:pt>
              <c:pt idx="239">
                <c:v>0.7416488088086174</c:v>
              </c:pt>
              <c:pt idx="240">
                <c:v>0.7416488088086174</c:v>
              </c:pt>
              <c:pt idx="241">
                <c:v>0.7416488088086174</c:v>
              </c:pt>
              <c:pt idx="242">
                <c:v>0.7416488088086174</c:v>
              </c:pt>
              <c:pt idx="243">
                <c:v>0.7416488088086174</c:v>
              </c:pt>
              <c:pt idx="244">
                <c:v>0.7416488088086174</c:v>
              </c:pt>
              <c:pt idx="245">
                <c:v>0.7416488088086174</c:v>
              </c:pt>
              <c:pt idx="246">
                <c:v>0.7416488088086174</c:v>
              </c:pt>
              <c:pt idx="247">
                <c:v>0.7416488088086174</c:v>
              </c:pt>
              <c:pt idx="248">
                <c:v>0.7416488088086174</c:v>
              </c:pt>
              <c:pt idx="249">
                <c:v>0.7416488088086174</c:v>
              </c:pt>
              <c:pt idx="250">
                <c:v>0.7416488088086174</c:v>
              </c:pt>
              <c:pt idx="251">
                <c:v>0.7416488088086174</c:v>
              </c:pt>
              <c:pt idx="252">
                <c:v>0.7416488088086174</c:v>
              </c:pt>
              <c:pt idx="253">
                <c:v>0.7416488088086174</c:v>
              </c:pt>
              <c:pt idx="254">
                <c:v>0.7416488088086174</c:v>
              </c:pt>
              <c:pt idx="255">
                <c:v>0.7416488088086174</c:v>
              </c:pt>
              <c:pt idx="256">
                <c:v>0.7416488088086174</c:v>
              </c:pt>
              <c:pt idx="257">
                <c:v>0.7416488088086174</c:v>
              </c:pt>
              <c:pt idx="258">
                <c:v>0.7416488088086174</c:v>
              </c:pt>
              <c:pt idx="259">
                <c:v>0.7416488088086174</c:v>
              </c:pt>
              <c:pt idx="260">
                <c:v>0.7416488088086174</c:v>
              </c:pt>
              <c:pt idx="261">
                <c:v>0.7416488088086174</c:v>
              </c:pt>
              <c:pt idx="262">
                <c:v>0.7416488088086174</c:v>
              </c:pt>
              <c:pt idx="263">
                <c:v>0.7416488088086174</c:v>
              </c:pt>
              <c:pt idx="264">
                <c:v>0.7416488088086174</c:v>
              </c:pt>
              <c:pt idx="265">
                <c:v>0.7416488088086174</c:v>
              </c:pt>
              <c:pt idx="266">
                <c:v>0.7416488088086174</c:v>
              </c:pt>
              <c:pt idx="267">
                <c:v>0.7416488088086174</c:v>
              </c:pt>
              <c:pt idx="268">
                <c:v>0.7416488088086174</c:v>
              </c:pt>
              <c:pt idx="269">
                <c:v>0.7416488088086174</c:v>
              </c:pt>
              <c:pt idx="270">
                <c:v>0.7416488088086174</c:v>
              </c:pt>
              <c:pt idx="271">
                <c:v>0.7416488088086174</c:v>
              </c:pt>
              <c:pt idx="272">
                <c:v>0.7416488088086174</c:v>
              </c:pt>
              <c:pt idx="273">
                <c:v>0.7416488088086174</c:v>
              </c:pt>
              <c:pt idx="274">
                <c:v>0.7416488088086174</c:v>
              </c:pt>
              <c:pt idx="275">
                <c:v>0.7416488088086174</c:v>
              </c:pt>
              <c:pt idx="276">
                <c:v>0.7416488088086174</c:v>
              </c:pt>
              <c:pt idx="277">
                <c:v>0.7416488088086174</c:v>
              </c:pt>
              <c:pt idx="278">
                <c:v>0.7416488088086174</c:v>
              </c:pt>
              <c:pt idx="279">
                <c:v>0.7416488088086174</c:v>
              </c:pt>
              <c:pt idx="280">
                <c:v>0.7416488088086174</c:v>
              </c:pt>
              <c:pt idx="281">
                <c:v>0.7416488088086174</c:v>
              </c:pt>
              <c:pt idx="282">
                <c:v>0.7416488088086174</c:v>
              </c:pt>
              <c:pt idx="283">
                <c:v>0.7416488088086174</c:v>
              </c:pt>
              <c:pt idx="284">
                <c:v>0.7416488088086174</c:v>
              </c:pt>
              <c:pt idx="285">
                <c:v>0.7416488088086174</c:v>
              </c:pt>
              <c:pt idx="286">
                <c:v>0.7416488088086174</c:v>
              </c:pt>
              <c:pt idx="287">
                <c:v>0.7416488088086174</c:v>
              </c:pt>
              <c:pt idx="288">
                <c:v>0.7416488088086174</c:v>
              </c:pt>
              <c:pt idx="289">
                <c:v>0.7416488088086174</c:v>
              </c:pt>
              <c:pt idx="290">
                <c:v>0.7416488088086174</c:v>
              </c:pt>
              <c:pt idx="291">
                <c:v>0.7416488088086174</c:v>
              </c:pt>
              <c:pt idx="292">
                <c:v>0.7416488088086174</c:v>
              </c:pt>
              <c:pt idx="293">
                <c:v>0.7416488088086174</c:v>
              </c:pt>
              <c:pt idx="294">
                <c:v>0.7416488088086174</c:v>
              </c:pt>
              <c:pt idx="295">
                <c:v>0.7416488088086174</c:v>
              </c:pt>
              <c:pt idx="296">
                <c:v>0.7416488088086174</c:v>
              </c:pt>
              <c:pt idx="297">
                <c:v>0.7416488088086174</c:v>
              </c:pt>
              <c:pt idx="298">
                <c:v>0.7416488088086174</c:v>
              </c:pt>
              <c:pt idx="299">
                <c:v>0.7416488088086174</c:v>
              </c:pt>
              <c:pt idx="300">
                <c:v>0.7416488088086174</c:v>
              </c:pt>
              <c:pt idx="301">
                <c:v>0.7416488088086174</c:v>
              </c:pt>
              <c:pt idx="302">
                <c:v>0.7416488088086174</c:v>
              </c:pt>
              <c:pt idx="303">
                <c:v>0.7416488088086174</c:v>
              </c:pt>
              <c:pt idx="304">
                <c:v>0.7416488088086174</c:v>
              </c:pt>
              <c:pt idx="305">
                <c:v>0.7416488088086174</c:v>
              </c:pt>
              <c:pt idx="306">
                <c:v>0.7416488088086174</c:v>
              </c:pt>
              <c:pt idx="307">
                <c:v>0.7416488088086174</c:v>
              </c:pt>
              <c:pt idx="308">
                <c:v>0.7416488088086174</c:v>
              </c:pt>
              <c:pt idx="309">
                <c:v>0.7416488088086174</c:v>
              </c:pt>
              <c:pt idx="310">
                <c:v>0.7416488088086174</c:v>
              </c:pt>
              <c:pt idx="311">
                <c:v>0.7416488088086174</c:v>
              </c:pt>
              <c:pt idx="312">
                <c:v>0.7416488088086174</c:v>
              </c:pt>
              <c:pt idx="313">
                <c:v>0.7416488088086174</c:v>
              </c:pt>
              <c:pt idx="314">
                <c:v>0.7416488088086174</c:v>
              </c:pt>
              <c:pt idx="315">
                <c:v>0.7416488088086174</c:v>
              </c:pt>
              <c:pt idx="316">
                <c:v>0.7416488088086174</c:v>
              </c:pt>
              <c:pt idx="317">
                <c:v>0.7416488088086174</c:v>
              </c:pt>
              <c:pt idx="318">
                <c:v>0.7416488088086174</c:v>
              </c:pt>
              <c:pt idx="319">
                <c:v>0.7416488088086174</c:v>
              </c:pt>
              <c:pt idx="320">
                <c:v>0.7416488088086174</c:v>
              </c:pt>
              <c:pt idx="321">
                <c:v>0.7416488088086174</c:v>
              </c:pt>
              <c:pt idx="322">
                <c:v>0.7416488088086174</c:v>
              </c:pt>
              <c:pt idx="323">
                <c:v>0.7416488088086174</c:v>
              </c:pt>
              <c:pt idx="324">
                <c:v>0.7416488088086174</c:v>
              </c:pt>
              <c:pt idx="325">
                <c:v>0.7416488088086174</c:v>
              </c:pt>
              <c:pt idx="326">
                <c:v>0.7416488088086174</c:v>
              </c:pt>
              <c:pt idx="327">
                <c:v>0.7416488088086174</c:v>
              </c:pt>
              <c:pt idx="328">
                <c:v>0.7416488088086174</c:v>
              </c:pt>
              <c:pt idx="329">
                <c:v>0.7416488088086174</c:v>
              </c:pt>
              <c:pt idx="330">
                <c:v>0.7416488088086174</c:v>
              </c:pt>
              <c:pt idx="331">
                <c:v>0.7416488088086174</c:v>
              </c:pt>
              <c:pt idx="332">
                <c:v>0.7416488088086174</c:v>
              </c:pt>
              <c:pt idx="333">
                <c:v>0.7416488088086174</c:v>
              </c:pt>
              <c:pt idx="334">
                <c:v>0.7416488088086174</c:v>
              </c:pt>
              <c:pt idx="335">
                <c:v>0.7416488088086174</c:v>
              </c:pt>
              <c:pt idx="336">
                <c:v>0.7416488088086174</c:v>
              </c:pt>
              <c:pt idx="337">
                <c:v>0.7416488088086174</c:v>
              </c:pt>
              <c:pt idx="338">
                <c:v>0.7416488088086174</c:v>
              </c:pt>
              <c:pt idx="339">
                <c:v>0.7416488088086174</c:v>
              </c:pt>
              <c:pt idx="340">
                <c:v>0.7416488088086174</c:v>
              </c:pt>
              <c:pt idx="341">
                <c:v>0.7416488088086174</c:v>
              </c:pt>
              <c:pt idx="342">
                <c:v>0.7416488088086174</c:v>
              </c:pt>
              <c:pt idx="343">
                <c:v>0.7416488088086174</c:v>
              </c:pt>
              <c:pt idx="344">
                <c:v>0.7416488088086174</c:v>
              </c:pt>
              <c:pt idx="345">
                <c:v>0.7416488088086174</c:v>
              </c:pt>
              <c:pt idx="346">
                <c:v>0.7416488088086174</c:v>
              </c:pt>
              <c:pt idx="347">
                <c:v>0.7416488088086174</c:v>
              </c:pt>
              <c:pt idx="348">
                <c:v>0.7416488088086174</c:v>
              </c:pt>
              <c:pt idx="349">
                <c:v>0.7416488088086174</c:v>
              </c:pt>
              <c:pt idx="350">
                <c:v>0.7416488088086174</c:v>
              </c:pt>
              <c:pt idx="351">
                <c:v>0.7416488088086174</c:v>
              </c:pt>
              <c:pt idx="352">
                <c:v>0.7416488088086174</c:v>
              </c:pt>
              <c:pt idx="353">
                <c:v>0.7416488088086174</c:v>
              </c:pt>
              <c:pt idx="354">
                <c:v>0.7416488088086174</c:v>
              </c:pt>
              <c:pt idx="355">
                <c:v>0.7416488088086174</c:v>
              </c:pt>
              <c:pt idx="356">
                <c:v>0.7416488088086174</c:v>
              </c:pt>
              <c:pt idx="357">
                <c:v>0.7416488088086174</c:v>
              </c:pt>
              <c:pt idx="358">
                <c:v>0.7416488088086174</c:v>
              </c:pt>
              <c:pt idx="359">
                <c:v>0.7416488088086174</c:v>
              </c:pt>
              <c:pt idx="360">
                <c:v>0.7416488088086174</c:v>
              </c:pt>
              <c:pt idx="361">
                <c:v>0.7416488088086174</c:v>
              </c:pt>
              <c:pt idx="362">
                <c:v>0.7416488088086174</c:v>
              </c:pt>
              <c:pt idx="363">
                <c:v>0.7416488088086174</c:v>
              </c:pt>
              <c:pt idx="364">
                <c:v>0.7416488088086174</c:v>
              </c:pt>
              <c:pt idx="365">
                <c:v>0.7416488088086174</c:v>
              </c:pt>
              <c:pt idx="366">
                <c:v>0.7416488088086174</c:v>
              </c:pt>
              <c:pt idx="367">
                <c:v>0.7416488088086174</c:v>
              </c:pt>
              <c:pt idx="368">
                <c:v>0.7416488088086174</c:v>
              </c:pt>
              <c:pt idx="369">
                <c:v>0.7416488088086174</c:v>
              </c:pt>
              <c:pt idx="370">
                <c:v>0.7416488088086174</c:v>
              </c:pt>
              <c:pt idx="371">
                <c:v>0.7416488088086174</c:v>
              </c:pt>
              <c:pt idx="372">
                <c:v>0.7416488088086174</c:v>
              </c:pt>
              <c:pt idx="373">
                <c:v>0.7416488088086174</c:v>
              </c:pt>
              <c:pt idx="374">
                <c:v>0.7416488088086174</c:v>
              </c:pt>
              <c:pt idx="375">
                <c:v>0.7416488088086174</c:v>
              </c:pt>
              <c:pt idx="376">
                <c:v>0.7416488088086174</c:v>
              </c:pt>
              <c:pt idx="377">
                <c:v>0.7416488088086174</c:v>
              </c:pt>
              <c:pt idx="378">
                <c:v>0.7416488088086174</c:v>
              </c:pt>
              <c:pt idx="379">
                <c:v>0.7416488088086174</c:v>
              </c:pt>
              <c:pt idx="380">
                <c:v>0.7416488088086174</c:v>
              </c:pt>
              <c:pt idx="381">
                <c:v>0.7416488088086174</c:v>
              </c:pt>
              <c:pt idx="382">
                <c:v>0.7416488088086174</c:v>
              </c:pt>
              <c:pt idx="383">
                <c:v>0.7416488088086174</c:v>
              </c:pt>
              <c:pt idx="384">
                <c:v>0.7416488088086174</c:v>
              </c:pt>
              <c:pt idx="385">
                <c:v>0.7416488088086174</c:v>
              </c:pt>
              <c:pt idx="386">
                <c:v>0.7416488088086174</c:v>
              </c:pt>
              <c:pt idx="387">
                <c:v>0.7416488088086174</c:v>
              </c:pt>
              <c:pt idx="388">
                <c:v>0.7416488088086174</c:v>
              </c:pt>
              <c:pt idx="389">
                <c:v>0.7416488088086174</c:v>
              </c:pt>
              <c:pt idx="390">
                <c:v>0.7416488088086174</c:v>
              </c:pt>
              <c:pt idx="391">
                <c:v>0.7416488088086174</c:v>
              </c:pt>
              <c:pt idx="392">
                <c:v>0.7416488088086174</c:v>
              </c:pt>
              <c:pt idx="393">
                <c:v>0.7416488088086174</c:v>
              </c:pt>
              <c:pt idx="394">
                <c:v>0.7416488088086174</c:v>
              </c:pt>
              <c:pt idx="395">
                <c:v>0.7416488088086174</c:v>
              </c:pt>
              <c:pt idx="396">
                <c:v>0.7416488088086174</c:v>
              </c:pt>
              <c:pt idx="397">
                <c:v>0.7416488088086174</c:v>
              </c:pt>
              <c:pt idx="398">
                <c:v>0.7416488088086174</c:v>
              </c:pt>
              <c:pt idx="399">
                <c:v>0.7416488088086174</c:v>
              </c:pt>
              <c:pt idx="400">
                <c:v>0.7416488088086174</c:v>
              </c:pt>
              <c:pt idx="401">
                <c:v>0.7416488088086174</c:v>
              </c:pt>
              <c:pt idx="402">
                <c:v>0.7416488088086174</c:v>
              </c:pt>
              <c:pt idx="403">
                <c:v>0.7416488088086174</c:v>
              </c:pt>
              <c:pt idx="404">
                <c:v>0.7416488088086174</c:v>
              </c:pt>
              <c:pt idx="405">
                <c:v>0.7416488088086174</c:v>
              </c:pt>
              <c:pt idx="406">
                <c:v>0.7416488088086174</c:v>
              </c:pt>
              <c:pt idx="407">
                <c:v>0.7416488088086174</c:v>
              </c:pt>
              <c:pt idx="408">
                <c:v>0.7416488088086174</c:v>
              </c:pt>
              <c:pt idx="409">
                <c:v>0.7416488088086174</c:v>
              </c:pt>
              <c:pt idx="410">
                <c:v>0.7416488088086174</c:v>
              </c:pt>
              <c:pt idx="411">
                <c:v>0.7416488088086174</c:v>
              </c:pt>
            </c:numLit>
          </c:yVal>
          <c:smooth val="0"/>
        </c:ser>
        <c:ser>
          <c:idx val="12"/>
          <c:order val="12"/>
          <c:tx>
            <c:v>Implemented LCA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FFFFFF"/>
              </a:solidFill>
            </c:spPr>
          </c:marker>
          <c:xVal>
            <c:numLit>
              <c:formatCode>General</c:formatCode>
              <c:ptCount val="412"/>
              <c:pt idx="0">
                <c:v>9.031573647115259</c:v>
              </c:pt>
              <c:pt idx="1">
                <c:v>9.031573647115259</c:v>
              </c:pt>
              <c:pt idx="2">
                <c:v>9.031573647115259</c:v>
              </c:pt>
              <c:pt idx="3">
                <c:v>9.031573647115259</c:v>
              </c:pt>
              <c:pt idx="4">
                <c:v>9.031573647115259</c:v>
              </c:pt>
              <c:pt idx="5">
                <c:v>9.031573647115259</c:v>
              </c:pt>
              <c:pt idx="6">
                <c:v>9.031573647115259</c:v>
              </c:pt>
              <c:pt idx="7">
                <c:v>9.031573647115259</c:v>
              </c:pt>
              <c:pt idx="8">
                <c:v>9.031573647115259</c:v>
              </c:pt>
              <c:pt idx="9">
                <c:v>9.031573647115259</c:v>
              </c:pt>
              <c:pt idx="10">
                <c:v>9.031573647115259</c:v>
              </c:pt>
              <c:pt idx="11">
                <c:v>9.031573647115259</c:v>
              </c:pt>
              <c:pt idx="12">
                <c:v>9.031573647115259</c:v>
              </c:pt>
              <c:pt idx="13">
                <c:v>9.031573647115259</c:v>
              </c:pt>
              <c:pt idx="14">
                <c:v>9.031573647115259</c:v>
              </c:pt>
              <c:pt idx="15">
                <c:v>9.031573647115259</c:v>
              </c:pt>
              <c:pt idx="16">
                <c:v>9.031573647115259</c:v>
              </c:pt>
              <c:pt idx="17">
                <c:v>9.031573647115259</c:v>
              </c:pt>
              <c:pt idx="18">
                <c:v>9.031573647115259</c:v>
              </c:pt>
              <c:pt idx="19">
                <c:v>9.031573647115259</c:v>
              </c:pt>
              <c:pt idx="20">
                <c:v>9.031573647115259</c:v>
              </c:pt>
              <c:pt idx="21">
                <c:v>9.031573647115259</c:v>
              </c:pt>
              <c:pt idx="22">
                <c:v>9.031573647115259</c:v>
              </c:pt>
              <c:pt idx="23">
                <c:v>9.031573647115259</c:v>
              </c:pt>
              <c:pt idx="24">
                <c:v>9.031573647115259</c:v>
              </c:pt>
              <c:pt idx="25">
                <c:v>9.031573647115259</c:v>
              </c:pt>
              <c:pt idx="26">
                <c:v>9.031573647115259</c:v>
              </c:pt>
              <c:pt idx="27">
                <c:v>9.031573647115259</c:v>
              </c:pt>
              <c:pt idx="28">
                <c:v>9.031573647115259</c:v>
              </c:pt>
              <c:pt idx="29">
                <c:v>9.031573647115259</c:v>
              </c:pt>
              <c:pt idx="30">
                <c:v>9.031573647115259</c:v>
              </c:pt>
              <c:pt idx="31">
                <c:v>9.031573647115259</c:v>
              </c:pt>
              <c:pt idx="32">
                <c:v>9.031573647115259</c:v>
              </c:pt>
              <c:pt idx="33">
                <c:v>9.031573647115259</c:v>
              </c:pt>
              <c:pt idx="34">
                <c:v>9.031573647115259</c:v>
              </c:pt>
              <c:pt idx="35">
                <c:v>9.031573647115259</c:v>
              </c:pt>
              <c:pt idx="36">
                <c:v>9.031573647115259</c:v>
              </c:pt>
              <c:pt idx="37">
                <c:v>9.031573647115259</c:v>
              </c:pt>
              <c:pt idx="38">
                <c:v>9.031573647115259</c:v>
              </c:pt>
              <c:pt idx="39">
                <c:v>9.031573647115259</c:v>
              </c:pt>
              <c:pt idx="40">
                <c:v>9.031573647115259</c:v>
              </c:pt>
              <c:pt idx="41">
                <c:v>9.031573647115259</c:v>
              </c:pt>
              <c:pt idx="42">
                <c:v>9.031573647115259</c:v>
              </c:pt>
              <c:pt idx="43">
                <c:v>9.031573647115259</c:v>
              </c:pt>
              <c:pt idx="44">
                <c:v>9.031573647115259</c:v>
              </c:pt>
              <c:pt idx="45">
                <c:v>9.031573647115259</c:v>
              </c:pt>
              <c:pt idx="46">
                <c:v>9.031573647115259</c:v>
              </c:pt>
              <c:pt idx="47">
                <c:v>9.031573647115259</c:v>
              </c:pt>
              <c:pt idx="48">
                <c:v>9.031573647115259</c:v>
              </c:pt>
              <c:pt idx="49">
                <c:v>9.031573647115259</c:v>
              </c:pt>
              <c:pt idx="50">
                <c:v>9.031573647115259</c:v>
              </c:pt>
              <c:pt idx="51">
                <c:v>9.031573647115259</c:v>
              </c:pt>
              <c:pt idx="52">
                <c:v>9.031573647115259</c:v>
              </c:pt>
              <c:pt idx="53">
                <c:v>9.031573647115259</c:v>
              </c:pt>
              <c:pt idx="54">
                <c:v>9.031573647115259</c:v>
              </c:pt>
              <c:pt idx="55">
                <c:v>9.031573647115259</c:v>
              </c:pt>
              <c:pt idx="56">
                <c:v>9.031573647115259</c:v>
              </c:pt>
              <c:pt idx="57">
                <c:v>9.031573647115259</c:v>
              </c:pt>
              <c:pt idx="58">
                <c:v>9.031573647115259</c:v>
              </c:pt>
              <c:pt idx="59">
                <c:v>9.031573647115259</c:v>
              </c:pt>
              <c:pt idx="60">
                <c:v>9.031573647115259</c:v>
              </c:pt>
              <c:pt idx="61">
                <c:v>9.031573647115259</c:v>
              </c:pt>
              <c:pt idx="62">
                <c:v>9.031573647115259</c:v>
              </c:pt>
              <c:pt idx="63">
                <c:v>9.031573647115259</c:v>
              </c:pt>
              <c:pt idx="64">
                <c:v>9.031573647115259</c:v>
              </c:pt>
              <c:pt idx="65">
                <c:v>9.031573647115259</c:v>
              </c:pt>
              <c:pt idx="66">
                <c:v>9.031573647115259</c:v>
              </c:pt>
              <c:pt idx="67">
                <c:v>9.031573647115259</c:v>
              </c:pt>
              <c:pt idx="68">
                <c:v>9.031573647115259</c:v>
              </c:pt>
              <c:pt idx="69">
                <c:v>9.031573647115259</c:v>
              </c:pt>
              <c:pt idx="70">
                <c:v>9.031573647115259</c:v>
              </c:pt>
              <c:pt idx="71">
                <c:v>9.031573647115259</c:v>
              </c:pt>
              <c:pt idx="72">
                <c:v>9.031573647115259</c:v>
              </c:pt>
              <c:pt idx="73">
                <c:v>9.031573647115259</c:v>
              </c:pt>
              <c:pt idx="74">
                <c:v>9.031573647115259</c:v>
              </c:pt>
              <c:pt idx="75">
                <c:v>9.031573647115259</c:v>
              </c:pt>
              <c:pt idx="76">
                <c:v>9.031573647115259</c:v>
              </c:pt>
              <c:pt idx="77">
                <c:v>9.031573647115259</c:v>
              </c:pt>
              <c:pt idx="78">
                <c:v>9.031573647115259</c:v>
              </c:pt>
              <c:pt idx="79">
                <c:v>9.031573647115259</c:v>
              </c:pt>
              <c:pt idx="80">
                <c:v>9.031573647115259</c:v>
              </c:pt>
              <c:pt idx="81">
                <c:v>9.031573647115259</c:v>
              </c:pt>
              <c:pt idx="82">
                <c:v>9.031573647115259</c:v>
              </c:pt>
              <c:pt idx="83">
                <c:v>9.031573647115259</c:v>
              </c:pt>
              <c:pt idx="84">
                <c:v>9.031573647115259</c:v>
              </c:pt>
              <c:pt idx="85">
                <c:v>9.031573647115259</c:v>
              </c:pt>
              <c:pt idx="86">
                <c:v>9.031573647115259</c:v>
              </c:pt>
              <c:pt idx="87">
                <c:v>9.031573647115259</c:v>
              </c:pt>
              <c:pt idx="88">
                <c:v>9.031573647115259</c:v>
              </c:pt>
              <c:pt idx="89">
                <c:v>9.031573647115259</c:v>
              </c:pt>
              <c:pt idx="90">
                <c:v>9.031573647115259</c:v>
              </c:pt>
              <c:pt idx="91">
                <c:v>9.031573647115259</c:v>
              </c:pt>
              <c:pt idx="92">
                <c:v>9.031573647115259</c:v>
              </c:pt>
              <c:pt idx="93">
                <c:v>9.031573647115259</c:v>
              </c:pt>
              <c:pt idx="94">
                <c:v>9.031573647115259</c:v>
              </c:pt>
              <c:pt idx="95">
                <c:v>9.031573647115259</c:v>
              </c:pt>
              <c:pt idx="96">
                <c:v>9.031573647115259</c:v>
              </c:pt>
              <c:pt idx="97">
                <c:v>9.031573647115259</c:v>
              </c:pt>
              <c:pt idx="98">
                <c:v>9.031573647115259</c:v>
              </c:pt>
              <c:pt idx="99">
                <c:v>9.031573647115259</c:v>
              </c:pt>
              <c:pt idx="100">
                <c:v>9.031573647115259</c:v>
              </c:pt>
              <c:pt idx="101">
                <c:v>9.031573647115259</c:v>
              </c:pt>
              <c:pt idx="102">
                <c:v>9.031573647115259</c:v>
              </c:pt>
              <c:pt idx="103">
                <c:v>9.031573647115259</c:v>
              </c:pt>
              <c:pt idx="104">
                <c:v>9.031573647115259</c:v>
              </c:pt>
              <c:pt idx="105">
                <c:v>9.031573647115259</c:v>
              </c:pt>
              <c:pt idx="106">
                <c:v>9.031573647115259</c:v>
              </c:pt>
              <c:pt idx="107">
                <c:v>9.031573647115259</c:v>
              </c:pt>
              <c:pt idx="108">
                <c:v>9.031573647115259</c:v>
              </c:pt>
              <c:pt idx="109">
                <c:v>9.031573647115259</c:v>
              </c:pt>
              <c:pt idx="110">
                <c:v>9.031573647115259</c:v>
              </c:pt>
              <c:pt idx="111">
                <c:v>9.031573647115259</c:v>
              </c:pt>
              <c:pt idx="112">
                <c:v>9.031573647115259</c:v>
              </c:pt>
              <c:pt idx="113">
                <c:v>9.031573647115259</c:v>
              </c:pt>
              <c:pt idx="114">
                <c:v>9.031573647115259</c:v>
              </c:pt>
              <c:pt idx="115">
                <c:v>9.031573647115259</c:v>
              </c:pt>
              <c:pt idx="116">
                <c:v>9.031573647115259</c:v>
              </c:pt>
              <c:pt idx="117">
                <c:v>9.031573647115259</c:v>
              </c:pt>
              <c:pt idx="118">
                <c:v>9.031573647115259</c:v>
              </c:pt>
              <c:pt idx="119">
                <c:v>9.031573647115259</c:v>
              </c:pt>
              <c:pt idx="120">
                <c:v>9.031573647115259</c:v>
              </c:pt>
              <c:pt idx="121">
                <c:v>9.031573647115259</c:v>
              </c:pt>
              <c:pt idx="122">
                <c:v>9.031573647115259</c:v>
              </c:pt>
              <c:pt idx="123">
                <c:v>9.031573647115259</c:v>
              </c:pt>
              <c:pt idx="124">
                <c:v>9.031573647115259</c:v>
              </c:pt>
              <c:pt idx="125">
                <c:v>9.031573647115259</c:v>
              </c:pt>
              <c:pt idx="126">
                <c:v>9.031573647115259</c:v>
              </c:pt>
              <c:pt idx="127">
                <c:v>9.031573647115259</c:v>
              </c:pt>
              <c:pt idx="128">
                <c:v>9.031573647115259</c:v>
              </c:pt>
              <c:pt idx="129">
                <c:v>9.031573647115259</c:v>
              </c:pt>
              <c:pt idx="130">
                <c:v>9.031573647115259</c:v>
              </c:pt>
              <c:pt idx="131">
                <c:v>9.031573647115259</c:v>
              </c:pt>
              <c:pt idx="132">
                <c:v>9.031573647115259</c:v>
              </c:pt>
              <c:pt idx="133">
                <c:v>9.031573647115259</c:v>
              </c:pt>
              <c:pt idx="134">
                <c:v>9.031573647115259</c:v>
              </c:pt>
              <c:pt idx="135">
                <c:v>9.031573647115259</c:v>
              </c:pt>
              <c:pt idx="136">
                <c:v>9.031573647115259</c:v>
              </c:pt>
              <c:pt idx="137">
                <c:v>9.031573647115259</c:v>
              </c:pt>
              <c:pt idx="138">
                <c:v>9.031573647115259</c:v>
              </c:pt>
              <c:pt idx="139">
                <c:v>9.031573647115259</c:v>
              </c:pt>
              <c:pt idx="140">
                <c:v>9.031573647115259</c:v>
              </c:pt>
              <c:pt idx="141">
                <c:v>9.031573647115259</c:v>
              </c:pt>
              <c:pt idx="142">
                <c:v>9.031573647115259</c:v>
              </c:pt>
              <c:pt idx="143">
                <c:v>9.031573647115259</c:v>
              </c:pt>
              <c:pt idx="144">
                <c:v>9.031573647115259</c:v>
              </c:pt>
              <c:pt idx="145">
                <c:v>9.031573647115259</c:v>
              </c:pt>
              <c:pt idx="146">
                <c:v>9.031573647115259</c:v>
              </c:pt>
              <c:pt idx="147">
                <c:v>9.031573647115259</c:v>
              </c:pt>
              <c:pt idx="148">
                <c:v>9.031573647115259</c:v>
              </c:pt>
              <c:pt idx="149">
                <c:v>9.031573647115259</c:v>
              </c:pt>
              <c:pt idx="150">
                <c:v>9.031573647115259</c:v>
              </c:pt>
              <c:pt idx="151">
                <c:v>9.031573647115259</c:v>
              </c:pt>
              <c:pt idx="152">
                <c:v>9.031573647115259</c:v>
              </c:pt>
              <c:pt idx="153">
                <c:v>9.031573647115259</c:v>
              </c:pt>
              <c:pt idx="154">
                <c:v>9.031573647115259</c:v>
              </c:pt>
              <c:pt idx="155">
                <c:v>9.031573647115259</c:v>
              </c:pt>
              <c:pt idx="156">
                <c:v>9.031573647115259</c:v>
              </c:pt>
              <c:pt idx="157">
                <c:v>9.031573647115259</c:v>
              </c:pt>
              <c:pt idx="158">
                <c:v>9.031573647115259</c:v>
              </c:pt>
              <c:pt idx="159">
                <c:v>9.031573647115259</c:v>
              </c:pt>
              <c:pt idx="160">
                <c:v>9.031573647115259</c:v>
              </c:pt>
              <c:pt idx="161">
                <c:v>9.031573647115259</c:v>
              </c:pt>
              <c:pt idx="162">
                <c:v>9.031573647115259</c:v>
              </c:pt>
              <c:pt idx="163">
                <c:v>9.031573647115259</c:v>
              </c:pt>
              <c:pt idx="164">
                <c:v>9.031573647115259</c:v>
              </c:pt>
              <c:pt idx="165">
                <c:v>9.031573647115259</c:v>
              </c:pt>
              <c:pt idx="166">
                <c:v>9.031573647115259</c:v>
              </c:pt>
              <c:pt idx="167">
                <c:v>9.031573647115259</c:v>
              </c:pt>
              <c:pt idx="168">
                <c:v>9.031573647115259</c:v>
              </c:pt>
              <c:pt idx="169">
                <c:v>9.031573647115259</c:v>
              </c:pt>
              <c:pt idx="170">
                <c:v>9.031573647115259</c:v>
              </c:pt>
              <c:pt idx="171">
                <c:v>9.031573647115259</c:v>
              </c:pt>
              <c:pt idx="172">
                <c:v>9.031573647115259</c:v>
              </c:pt>
              <c:pt idx="173">
                <c:v>9.031573647115259</c:v>
              </c:pt>
              <c:pt idx="174">
                <c:v>9.031573647115259</c:v>
              </c:pt>
              <c:pt idx="175">
                <c:v>9.031573647115259</c:v>
              </c:pt>
              <c:pt idx="176">
                <c:v>9.031573647115259</c:v>
              </c:pt>
              <c:pt idx="177">
                <c:v>9.031573647115259</c:v>
              </c:pt>
              <c:pt idx="178">
                <c:v>9.031573647115259</c:v>
              </c:pt>
              <c:pt idx="179">
                <c:v>9.031573647115259</c:v>
              </c:pt>
              <c:pt idx="180">
                <c:v>9.031573647115259</c:v>
              </c:pt>
              <c:pt idx="181">
                <c:v>9.031573647115259</c:v>
              </c:pt>
              <c:pt idx="182">
                <c:v>9.031573647115259</c:v>
              </c:pt>
              <c:pt idx="183">
                <c:v>9.031573647115259</c:v>
              </c:pt>
              <c:pt idx="184">
                <c:v>9.031573647115259</c:v>
              </c:pt>
              <c:pt idx="185">
                <c:v>9.031573647115259</c:v>
              </c:pt>
              <c:pt idx="186">
                <c:v>9.031573647115259</c:v>
              </c:pt>
              <c:pt idx="187">
                <c:v>9.031573647115259</c:v>
              </c:pt>
              <c:pt idx="188">
                <c:v>9.031573647115259</c:v>
              </c:pt>
              <c:pt idx="189">
                <c:v>9.031573647115259</c:v>
              </c:pt>
              <c:pt idx="190">
                <c:v>9.031573647115259</c:v>
              </c:pt>
              <c:pt idx="191">
                <c:v>9.031573647115259</c:v>
              </c:pt>
              <c:pt idx="192">
                <c:v>9.031573647115259</c:v>
              </c:pt>
              <c:pt idx="193">
                <c:v>9.031573647115259</c:v>
              </c:pt>
              <c:pt idx="194">
                <c:v>9.031573647115259</c:v>
              </c:pt>
              <c:pt idx="195">
                <c:v>9.031573647115259</c:v>
              </c:pt>
              <c:pt idx="196">
                <c:v>9.031573647115259</c:v>
              </c:pt>
              <c:pt idx="197">
                <c:v>9.031573647115259</c:v>
              </c:pt>
              <c:pt idx="198">
                <c:v>9.031573647115259</c:v>
              </c:pt>
              <c:pt idx="199">
                <c:v>9.031573647115259</c:v>
              </c:pt>
              <c:pt idx="200">
                <c:v>9.031573647115259</c:v>
              </c:pt>
              <c:pt idx="201">
                <c:v>9.031573647115259</c:v>
              </c:pt>
              <c:pt idx="202">
                <c:v>9.031573647115259</c:v>
              </c:pt>
              <c:pt idx="203">
                <c:v>9.031573647115259</c:v>
              </c:pt>
              <c:pt idx="204">
                <c:v>9.031573647115259</c:v>
              </c:pt>
              <c:pt idx="205">
                <c:v>9.031573647115259</c:v>
              </c:pt>
              <c:pt idx="206">
                <c:v>9.031573647115259</c:v>
              </c:pt>
              <c:pt idx="207">
                <c:v>9.031573647115259</c:v>
              </c:pt>
              <c:pt idx="208">
                <c:v>9.031573647115259</c:v>
              </c:pt>
              <c:pt idx="209">
                <c:v>9.031573647115259</c:v>
              </c:pt>
              <c:pt idx="210">
                <c:v>9.031573647115259</c:v>
              </c:pt>
              <c:pt idx="211">
                <c:v>9.031573647115259</c:v>
              </c:pt>
              <c:pt idx="212">
                <c:v>9.031573647115259</c:v>
              </c:pt>
              <c:pt idx="213">
                <c:v>9.031573647115259</c:v>
              </c:pt>
              <c:pt idx="214">
                <c:v>9.031573647115259</c:v>
              </c:pt>
              <c:pt idx="215">
                <c:v>9.031573647115259</c:v>
              </c:pt>
              <c:pt idx="216">
                <c:v>9.031573647115259</c:v>
              </c:pt>
              <c:pt idx="217">
                <c:v>9.031573647115259</c:v>
              </c:pt>
              <c:pt idx="218">
                <c:v>9.031573647115259</c:v>
              </c:pt>
              <c:pt idx="219">
                <c:v>9.031573647115259</c:v>
              </c:pt>
              <c:pt idx="220">
                <c:v>9.031573647115259</c:v>
              </c:pt>
              <c:pt idx="221">
                <c:v>9.031573647115259</c:v>
              </c:pt>
              <c:pt idx="222">
                <c:v>9.031573647115259</c:v>
              </c:pt>
              <c:pt idx="223">
                <c:v>9.031573647115259</c:v>
              </c:pt>
              <c:pt idx="224">
                <c:v>9.031573647115259</c:v>
              </c:pt>
              <c:pt idx="225">
                <c:v>9.031573647115259</c:v>
              </c:pt>
              <c:pt idx="226">
                <c:v>9.031573647115259</c:v>
              </c:pt>
              <c:pt idx="227">
                <c:v>9.031573647115259</c:v>
              </c:pt>
              <c:pt idx="228">
                <c:v>9.031573647115259</c:v>
              </c:pt>
              <c:pt idx="229">
                <c:v>9.031573647115259</c:v>
              </c:pt>
              <c:pt idx="230">
                <c:v>9.031573647115259</c:v>
              </c:pt>
              <c:pt idx="231">
                <c:v>9.031573647115259</c:v>
              </c:pt>
              <c:pt idx="232">
                <c:v>9.031573647115259</c:v>
              </c:pt>
              <c:pt idx="233">
                <c:v>9.031573647115259</c:v>
              </c:pt>
              <c:pt idx="234">
                <c:v>9.031573647115259</c:v>
              </c:pt>
              <c:pt idx="235">
                <c:v>9.031573647115259</c:v>
              </c:pt>
              <c:pt idx="236">
                <c:v>9.031573647115259</c:v>
              </c:pt>
              <c:pt idx="237">
                <c:v>9.031573647115259</c:v>
              </c:pt>
              <c:pt idx="238">
                <c:v>9.031573647115259</c:v>
              </c:pt>
              <c:pt idx="239">
                <c:v>9.031573647115259</c:v>
              </c:pt>
              <c:pt idx="240">
                <c:v>9.031573647115259</c:v>
              </c:pt>
              <c:pt idx="241">
                <c:v>9.031573647115259</c:v>
              </c:pt>
              <c:pt idx="242">
                <c:v>9.031573647115259</c:v>
              </c:pt>
              <c:pt idx="243">
                <c:v>9.031573647115259</c:v>
              </c:pt>
              <c:pt idx="244">
                <c:v>9.031573647115259</c:v>
              </c:pt>
              <c:pt idx="245">
                <c:v>9.031573647115259</c:v>
              </c:pt>
              <c:pt idx="246">
                <c:v>9.031573647115259</c:v>
              </c:pt>
              <c:pt idx="247">
                <c:v>9.031573647115259</c:v>
              </c:pt>
              <c:pt idx="248">
                <c:v>9.031573647115259</c:v>
              </c:pt>
              <c:pt idx="249">
                <c:v>9.031573647115259</c:v>
              </c:pt>
              <c:pt idx="250">
                <c:v>9.031573647115259</c:v>
              </c:pt>
              <c:pt idx="251">
                <c:v>9.031573647115259</c:v>
              </c:pt>
              <c:pt idx="252">
                <c:v>9.031573647115259</c:v>
              </c:pt>
              <c:pt idx="253">
                <c:v>9.031573647115259</c:v>
              </c:pt>
              <c:pt idx="254">
                <c:v>9.031573647115259</c:v>
              </c:pt>
              <c:pt idx="255">
                <c:v>9.031573647115259</c:v>
              </c:pt>
              <c:pt idx="256">
                <c:v>9.031573647115259</c:v>
              </c:pt>
              <c:pt idx="257">
                <c:v>9.031573647115259</c:v>
              </c:pt>
              <c:pt idx="258">
                <c:v>9.031573647115259</c:v>
              </c:pt>
              <c:pt idx="259">
                <c:v>9.031573647115259</c:v>
              </c:pt>
              <c:pt idx="260">
                <c:v>9.031573647115259</c:v>
              </c:pt>
              <c:pt idx="261">
                <c:v>9.031573647115259</c:v>
              </c:pt>
              <c:pt idx="262">
                <c:v>9.031573647115259</c:v>
              </c:pt>
              <c:pt idx="263">
                <c:v>9.031573647115259</c:v>
              </c:pt>
              <c:pt idx="264">
                <c:v>9.031573647115259</c:v>
              </c:pt>
              <c:pt idx="265">
                <c:v>9.031573647115259</c:v>
              </c:pt>
              <c:pt idx="266">
                <c:v>9.031573647115259</c:v>
              </c:pt>
              <c:pt idx="267">
                <c:v>9.031573647115259</c:v>
              </c:pt>
              <c:pt idx="268">
                <c:v>9.031573647115259</c:v>
              </c:pt>
              <c:pt idx="269">
                <c:v>9.031573647115259</c:v>
              </c:pt>
              <c:pt idx="270">
                <c:v>9.031573647115259</c:v>
              </c:pt>
              <c:pt idx="271">
                <c:v>9.031573647115259</c:v>
              </c:pt>
              <c:pt idx="272">
                <c:v>9.031573647115259</c:v>
              </c:pt>
              <c:pt idx="273">
                <c:v>9.031573647115259</c:v>
              </c:pt>
              <c:pt idx="274">
                <c:v>9.031573647115259</c:v>
              </c:pt>
              <c:pt idx="275">
                <c:v>9.031573647115259</c:v>
              </c:pt>
              <c:pt idx="276">
                <c:v>9.031573647115259</c:v>
              </c:pt>
              <c:pt idx="277">
                <c:v>9.031573647115259</c:v>
              </c:pt>
              <c:pt idx="278">
                <c:v>9.031573647115259</c:v>
              </c:pt>
              <c:pt idx="279">
                <c:v>9.031573647115259</c:v>
              </c:pt>
              <c:pt idx="280">
                <c:v>9.031573647115259</c:v>
              </c:pt>
              <c:pt idx="281">
                <c:v>9.031573647115259</c:v>
              </c:pt>
              <c:pt idx="282">
                <c:v>9.031573647115259</c:v>
              </c:pt>
              <c:pt idx="283">
                <c:v>9.031573647115259</c:v>
              </c:pt>
              <c:pt idx="284">
                <c:v>9.031573647115259</c:v>
              </c:pt>
              <c:pt idx="285">
                <c:v>9.031573647115259</c:v>
              </c:pt>
              <c:pt idx="286">
                <c:v>9.031573647115259</c:v>
              </c:pt>
              <c:pt idx="287">
                <c:v>9.031573647115259</c:v>
              </c:pt>
              <c:pt idx="288">
                <c:v>9.031573647115259</c:v>
              </c:pt>
              <c:pt idx="289">
                <c:v>9.031573647115259</c:v>
              </c:pt>
              <c:pt idx="290">
                <c:v>9.031573647115259</c:v>
              </c:pt>
              <c:pt idx="291">
                <c:v>9.031573647115259</c:v>
              </c:pt>
              <c:pt idx="292">
                <c:v>9.031573647115259</c:v>
              </c:pt>
              <c:pt idx="293">
                <c:v>9.031573647115259</c:v>
              </c:pt>
              <c:pt idx="294">
                <c:v>9.031573647115259</c:v>
              </c:pt>
              <c:pt idx="295">
                <c:v>9.031573647115259</c:v>
              </c:pt>
              <c:pt idx="296">
                <c:v>9.031573647115259</c:v>
              </c:pt>
              <c:pt idx="297">
                <c:v>9.031573647115259</c:v>
              </c:pt>
              <c:pt idx="298">
                <c:v>9.031573647115259</c:v>
              </c:pt>
              <c:pt idx="299">
                <c:v>9.031573647115259</c:v>
              </c:pt>
              <c:pt idx="300">
                <c:v>9.031573647115259</c:v>
              </c:pt>
              <c:pt idx="301">
                <c:v>9.031573647115259</c:v>
              </c:pt>
              <c:pt idx="302">
                <c:v>9.031573647115259</c:v>
              </c:pt>
              <c:pt idx="303">
                <c:v>9.031573647115259</c:v>
              </c:pt>
              <c:pt idx="304">
                <c:v>9.031573647115259</c:v>
              </c:pt>
              <c:pt idx="305">
                <c:v>9.031573647115259</c:v>
              </c:pt>
              <c:pt idx="306">
                <c:v>9.031573647115259</c:v>
              </c:pt>
              <c:pt idx="307">
                <c:v>9.031573647115259</c:v>
              </c:pt>
              <c:pt idx="308">
                <c:v>9.031573647115259</c:v>
              </c:pt>
              <c:pt idx="309">
                <c:v>9.031573647115259</c:v>
              </c:pt>
              <c:pt idx="310">
                <c:v>9.031573647115259</c:v>
              </c:pt>
              <c:pt idx="311">
                <c:v>9.031573647115259</c:v>
              </c:pt>
              <c:pt idx="312">
                <c:v>9.031573647115259</c:v>
              </c:pt>
              <c:pt idx="313">
                <c:v>9.031573647115259</c:v>
              </c:pt>
              <c:pt idx="314">
                <c:v>9.031573647115259</c:v>
              </c:pt>
              <c:pt idx="315">
                <c:v>9.031573647115259</c:v>
              </c:pt>
              <c:pt idx="316">
                <c:v>9.031573647115259</c:v>
              </c:pt>
              <c:pt idx="317">
                <c:v>9.031573647115259</c:v>
              </c:pt>
              <c:pt idx="318">
                <c:v>9.031573647115259</c:v>
              </c:pt>
              <c:pt idx="319">
                <c:v>9.031573647115259</c:v>
              </c:pt>
              <c:pt idx="320">
                <c:v>9.031573647115259</c:v>
              </c:pt>
              <c:pt idx="321">
                <c:v>9.031573647115259</c:v>
              </c:pt>
              <c:pt idx="322">
                <c:v>9.031573647115259</c:v>
              </c:pt>
              <c:pt idx="323">
                <c:v>9.031573647115259</c:v>
              </c:pt>
              <c:pt idx="324">
                <c:v>9.031573647115259</c:v>
              </c:pt>
              <c:pt idx="325">
                <c:v>9.031573647115259</c:v>
              </c:pt>
              <c:pt idx="326">
                <c:v>9.031573647115259</c:v>
              </c:pt>
              <c:pt idx="327">
                <c:v>9.031573647115259</c:v>
              </c:pt>
              <c:pt idx="328">
                <c:v>9.031573647115259</c:v>
              </c:pt>
              <c:pt idx="329">
                <c:v>9.031573647115259</c:v>
              </c:pt>
              <c:pt idx="330">
                <c:v>9.031573647115259</c:v>
              </c:pt>
              <c:pt idx="331">
                <c:v>9.031573647115259</c:v>
              </c:pt>
              <c:pt idx="332">
                <c:v>9.031573647115259</c:v>
              </c:pt>
              <c:pt idx="333">
                <c:v>9.031573647115259</c:v>
              </c:pt>
              <c:pt idx="334">
                <c:v>9.031573647115259</c:v>
              </c:pt>
              <c:pt idx="335">
                <c:v>9.031573647115259</c:v>
              </c:pt>
              <c:pt idx="336">
                <c:v>9.031573647115259</c:v>
              </c:pt>
              <c:pt idx="337">
                <c:v>9.031573647115259</c:v>
              </c:pt>
              <c:pt idx="338">
                <c:v>9.031573647115259</c:v>
              </c:pt>
              <c:pt idx="339">
                <c:v>9.031573647115259</c:v>
              </c:pt>
              <c:pt idx="340">
                <c:v>9.031573647115259</c:v>
              </c:pt>
              <c:pt idx="341">
                <c:v>9.031573647115259</c:v>
              </c:pt>
              <c:pt idx="342">
                <c:v>9.031573647115259</c:v>
              </c:pt>
              <c:pt idx="343">
                <c:v>9.031573647115259</c:v>
              </c:pt>
              <c:pt idx="344">
                <c:v>9.031573647115259</c:v>
              </c:pt>
              <c:pt idx="345">
                <c:v>9.031573647115259</c:v>
              </c:pt>
              <c:pt idx="346">
                <c:v>9.031573647115259</c:v>
              </c:pt>
              <c:pt idx="347">
                <c:v>9.031573647115259</c:v>
              </c:pt>
              <c:pt idx="348">
                <c:v>9.031573647115259</c:v>
              </c:pt>
              <c:pt idx="349">
                <c:v>9.031573647115259</c:v>
              </c:pt>
              <c:pt idx="350">
                <c:v>9.031573647115259</c:v>
              </c:pt>
              <c:pt idx="351">
                <c:v>9.031573647115259</c:v>
              </c:pt>
              <c:pt idx="352">
                <c:v>9.031573647115259</c:v>
              </c:pt>
              <c:pt idx="353">
                <c:v>9.031573647115259</c:v>
              </c:pt>
              <c:pt idx="354">
                <c:v>9.031573647115259</c:v>
              </c:pt>
              <c:pt idx="355">
                <c:v>9.031573647115259</c:v>
              </c:pt>
              <c:pt idx="356">
                <c:v>9.031573647115259</c:v>
              </c:pt>
              <c:pt idx="357">
                <c:v>9.031573647115259</c:v>
              </c:pt>
              <c:pt idx="358">
                <c:v>9.031573647115259</c:v>
              </c:pt>
              <c:pt idx="359">
                <c:v>9.031573647115259</c:v>
              </c:pt>
              <c:pt idx="360">
                <c:v>9.031573647115259</c:v>
              </c:pt>
              <c:pt idx="361">
                <c:v>9.031573647115259</c:v>
              </c:pt>
              <c:pt idx="362">
                <c:v>9.031573647115259</c:v>
              </c:pt>
              <c:pt idx="363">
                <c:v>9.031573647115259</c:v>
              </c:pt>
              <c:pt idx="364">
                <c:v>9.031573647115259</c:v>
              </c:pt>
              <c:pt idx="365">
                <c:v>9.031573647115259</c:v>
              </c:pt>
              <c:pt idx="366">
                <c:v>9.031573647115259</c:v>
              </c:pt>
              <c:pt idx="367">
                <c:v>9.031573647115259</c:v>
              </c:pt>
              <c:pt idx="368">
                <c:v>9.031573647115259</c:v>
              </c:pt>
              <c:pt idx="369">
                <c:v>9.031573647115259</c:v>
              </c:pt>
              <c:pt idx="370">
                <c:v>9.031573647115259</c:v>
              </c:pt>
              <c:pt idx="371">
                <c:v>9.031573647115259</c:v>
              </c:pt>
              <c:pt idx="372">
                <c:v>9.031573647115259</c:v>
              </c:pt>
              <c:pt idx="373">
                <c:v>9.031573647115259</c:v>
              </c:pt>
              <c:pt idx="374">
                <c:v>9.031573647115259</c:v>
              </c:pt>
              <c:pt idx="375">
                <c:v>9.031573647115259</c:v>
              </c:pt>
              <c:pt idx="376">
                <c:v>9.031573647115259</c:v>
              </c:pt>
              <c:pt idx="377">
                <c:v>9.031573647115259</c:v>
              </c:pt>
              <c:pt idx="378">
                <c:v>9.031573647115259</c:v>
              </c:pt>
              <c:pt idx="379">
                <c:v>9.031573647115259</c:v>
              </c:pt>
              <c:pt idx="380">
                <c:v>9.031573647115259</c:v>
              </c:pt>
              <c:pt idx="381">
                <c:v>9.031573647115259</c:v>
              </c:pt>
              <c:pt idx="382">
                <c:v>9.031573647115259</c:v>
              </c:pt>
              <c:pt idx="383">
                <c:v>9.031573647115259</c:v>
              </c:pt>
              <c:pt idx="384">
                <c:v>9.031573647115259</c:v>
              </c:pt>
              <c:pt idx="385">
                <c:v>9.031573647115259</c:v>
              </c:pt>
              <c:pt idx="386">
                <c:v>9.031573647115259</c:v>
              </c:pt>
              <c:pt idx="387">
                <c:v>9.031573647115259</c:v>
              </c:pt>
              <c:pt idx="388">
                <c:v>9.031573647115259</c:v>
              </c:pt>
              <c:pt idx="389">
                <c:v>9.031573647115259</c:v>
              </c:pt>
              <c:pt idx="390">
                <c:v>9.031573647115259</c:v>
              </c:pt>
              <c:pt idx="391">
                <c:v>9.031573647115259</c:v>
              </c:pt>
              <c:pt idx="392">
                <c:v>9.031573647115259</c:v>
              </c:pt>
              <c:pt idx="393">
                <c:v>9.031573647115259</c:v>
              </c:pt>
              <c:pt idx="394">
                <c:v>9.031573647115259</c:v>
              </c:pt>
              <c:pt idx="395">
                <c:v>9.031573647115259</c:v>
              </c:pt>
              <c:pt idx="396">
                <c:v>9.031573647115259</c:v>
              </c:pt>
              <c:pt idx="397">
                <c:v>9.031573647115259</c:v>
              </c:pt>
              <c:pt idx="398">
                <c:v>9.031573647115259</c:v>
              </c:pt>
              <c:pt idx="399">
                <c:v>9.031573647115259</c:v>
              </c:pt>
              <c:pt idx="400">
                <c:v>9.031573647115259</c:v>
              </c:pt>
              <c:pt idx="401">
                <c:v>9.031573647115259</c:v>
              </c:pt>
              <c:pt idx="402">
                <c:v>9.031573647115259</c:v>
              </c:pt>
              <c:pt idx="403">
                <c:v>9.031573647115259</c:v>
              </c:pt>
              <c:pt idx="404">
                <c:v>9.031573647115259</c:v>
              </c:pt>
              <c:pt idx="405">
                <c:v>9.031573647115259</c:v>
              </c:pt>
              <c:pt idx="406">
                <c:v>9.031573647115259</c:v>
              </c:pt>
              <c:pt idx="407">
                <c:v>9.031573647115259</c:v>
              </c:pt>
              <c:pt idx="408">
                <c:v>9.031573647115259</c:v>
              </c:pt>
              <c:pt idx="409">
                <c:v>9.031573647115259</c:v>
              </c:pt>
              <c:pt idx="410">
                <c:v>9.031573647115259</c:v>
              </c:pt>
              <c:pt idx="411">
                <c:v>9.031573647115259</c:v>
              </c:pt>
            </c:numLit>
          </c:xVal>
          <c:yVal>
            <c:numLit>
              <c:formatCode>0.0</c:formatCode>
              <c:ptCount val="412"/>
              <c:pt idx="0">
                <c:v>0.13203880275870133</c:v>
              </c:pt>
              <c:pt idx="1">
                <c:v>0.13203880275870133</c:v>
              </c:pt>
              <c:pt idx="2">
                <c:v>0.13203880275870133</c:v>
              </c:pt>
              <c:pt idx="3">
                <c:v>0.13203880275870133</c:v>
              </c:pt>
              <c:pt idx="4">
                <c:v>0.13203880275870133</c:v>
              </c:pt>
              <c:pt idx="5">
                <c:v>0.13203880275870133</c:v>
              </c:pt>
              <c:pt idx="6">
                <c:v>0.13203880275870133</c:v>
              </c:pt>
              <c:pt idx="7">
                <c:v>0.13203880275870133</c:v>
              </c:pt>
              <c:pt idx="8">
                <c:v>0.13203880275870133</c:v>
              </c:pt>
              <c:pt idx="9">
                <c:v>0.13203880275870133</c:v>
              </c:pt>
              <c:pt idx="10">
                <c:v>0.13203880275870133</c:v>
              </c:pt>
              <c:pt idx="11">
                <c:v>0.13203880275870133</c:v>
              </c:pt>
              <c:pt idx="12">
                <c:v>0.13203880275870133</c:v>
              </c:pt>
              <c:pt idx="13">
                <c:v>0.13203880275870133</c:v>
              </c:pt>
              <c:pt idx="14">
                <c:v>0.13203880275870133</c:v>
              </c:pt>
              <c:pt idx="15">
                <c:v>0.13203880275870133</c:v>
              </c:pt>
              <c:pt idx="16">
                <c:v>0.13203880275870133</c:v>
              </c:pt>
              <c:pt idx="17">
                <c:v>0.13203880275870133</c:v>
              </c:pt>
              <c:pt idx="18">
                <c:v>0.13203880275870133</c:v>
              </c:pt>
              <c:pt idx="19">
                <c:v>0.13203880275870133</c:v>
              </c:pt>
              <c:pt idx="20">
                <c:v>0.13203880275870133</c:v>
              </c:pt>
              <c:pt idx="21">
                <c:v>0.13203880275870133</c:v>
              </c:pt>
              <c:pt idx="22">
                <c:v>0.13203880275870133</c:v>
              </c:pt>
              <c:pt idx="23">
                <c:v>0.13203880275870133</c:v>
              </c:pt>
              <c:pt idx="24">
                <c:v>0.13203880275870133</c:v>
              </c:pt>
              <c:pt idx="25">
                <c:v>0.13203880275870133</c:v>
              </c:pt>
              <c:pt idx="26">
                <c:v>0.13203880275870133</c:v>
              </c:pt>
              <c:pt idx="27">
                <c:v>0.13203880275870133</c:v>
              </c:pt>
              <c:pt idx="28">
                <c:v>0.13203880275870133</c:v>
              </c:pt>
              <c:pt idx="29">
                <c:v>0.13203880275870133</c:v>
              </c:pt>
              <c:pt idx="30">
                <c:v>0.13203880275870133</c:v>
              </c:pt>
              <c:pt idx="31">
                <c:v>0.13203880275870133</c:v>
              </c:pt>
              <c:pt idx="32">
                <c:v>0.13203880275870133</c:v>
              </c:pt>
              <c:pt idx="33">
                <c:v>0.13203880275870133</c:v>
              </c:pt>
              <c:pt idx="34">
                <c:v>0.13203880275870133</c:v>
              </c:pt>
              <c:pt idx="35">
                <c:v>0.13203880275870133</c:v>
              </c:pt>
              <c:pt idx="36">
                <c:v>0.13203880275870133</c:v>
              </c:pt>
              <c:pt idx="37">
                <c:v>0.13203880275870133</c:v>
              </c:pt>
              <c:pt idx="38">
                <c:v>0.13203880275870133</c:v>
              </c:pt>
              <c:pt idx="39">
                <c:v>0.13203880275870133</c:v>
              </c:pt>
              <c:pt idx="40">
                <c:v>0.13203880275870133</c:v>
              </c:pt>
              <c:pt idx="41">
                <c:v>0.13203880275870133</c:v>
              </c:pt>
              <c:pt idx="42">
                <c:v>0.13203880275870133</c:v>
              </c:pt>
              <c:pt idx="43">
                <c:v>0.13203880275870133</c:v>
              </c:pt>
              <c:pt idx="44">
                <c:v>0.13203880275870133</c:v>
              </c:pt>
              <c:pt idx="45">
                <c:v>0.13203880275870133</c:v>
              </c:pt>
              <c:pt idx="46">
                <c:v>0.13203880275870133</c:v>
              </c:pt>
              <c:pt idx="47">
                <c:v>0.13203880275870133</c:v>
              </c:pt>
              <c:pt idx="48">
                <c:v>0.13203880275870133</c:v>
              </c:pt>
              <c:pt idx="49">
                <c:v>0.13203880275870133</c:v>
              </c:pt>
              <c:pt idx="50">
                <c:v>0.13203880275870133</c:v>
              </c:pt>
              <c:pt idx="51">
                <c:v>0.13203880275870133</c:v>
              </c:pt>
              <c:pt idx="52">
                <c:v>0.13203880275870133</c:v>
              </c:pt>
              <c:pt idx="53">
                <c:v>0.13203880275870133</c:v>
              </c:pt>
              <c:pt idx="54">
                <c:v>0.13203880275870133</c:v>
              </c:pt>
              <c:pt idx="55">
                <c:v>0.13203880275870133</c:v>
              </c:pt>
              <c:pt idx="56">
                <c:v>0.13203880275870133</c:v>
              </c:pt>
              <c:pt idx="57">
                <c:v>0.13203880275870133</c:v>
              </c:pt>
              <c:pt idx="58">
                <c:v>0.13203880275870133</c:v>
              </c:pt>
              <c:pt idx="59">
                <c:v>0.13203880275870133</c:v>
              </c:pt>
              <c:pt idx="60">
                <c:v>0.13203880275870133</c:v>
              </c:pt>
              <c:pt idx="61">
                <c:v>0.13203880275870133</c:v>
              </c:pt>
              <c:pt idx="62">
                <c:v>0.13203880275870133</c:v>
              </c:pt>
              <c:pt idx="63">
                <c:v>0.13203880275870133</c:v>
              </c:pt>
              <c:pt idx="64">
                <c:v>0.13203880275870133</c:v>
              </c:pt>
              <c:pt idx="65">
                <c:v>0.13203880275870133</c:v>
              </c:pt>
              <c:pt idx="66">
                <c:v>0.13203880275870133</c:v>
              </c:pt>
              <c:pt idx="67">
                <c:v>0.13203880275870133</c:v>
              </c:pt>
              <c:pt idx="68">
                <c:v>0.13203880275870133</c:v>
              </c:pt>
              <c:pt idx="69">
                <c:v>0.13203880275870133</c:v>
              </c:pt>
              <c:pt idx="70">
                <c:v>0.13203880275870133</c:v>
              </c:pt>
              <c:pt idx="71">
                <c:v>0.13203880275870133</c:v>
              </c:pt>
              <c:pt idx="72">
                <c:v>0.13203880275870133</c:v>
              </c:pt>
              <c:pt idx="73">
                <c:v>0.13203880275870133</c:v>
              </c:pt>
              <c:pt idx="74">
                <c:v>0.13203880275870133</c:v>
              </c:pt>
              <c:pt idx="75">
                <c:v>0.13203880275870133</c:v>
              </c:pt>
              <c:pt idx="76">
                <c:v>0.13203880275870133</c:v>
              </c:pt>
              <c:pt idx="77">
                <c:v>0.13203880275870133</c:v>
              </c:pt>
              <c:pt idx="78">
                <c:v>0.13203880275870133</c:v>
              </c:pt>
              <c:pt idx="79">
                <c:v>0.13203880275870133</c:v>
              </c:pt>
              <c:pt idx="80">
                <c:v>0.13203880275870133</c:v>
              </c:pt>
              <c:pt idx="81">
                <c:v>0.13203880275870133</c:v>
              </c:pt>
              <c:pt idx="82">
                <c:v>0.13203880275870133</c:v>
              </c:pt>
              <c:pt idx="83">
                <c:v>0.13203880275870133</c:v>
              </c:pt>
              <c:pt idx="84">
                <c:v>0.13203880275870133</c:v>
              </c:pt>
              <c:pt idx="85">
                <c:v>0.13203880275870133</c:v>
              </c:pt>
              <c:pt idx="86">
                <c:v>0.13203880275870133</c:v>
              </c:pt>
              <c:pt idx="87">
                <c:v>0.13203880275870133</c:v>
              </c:pt>
              <c:pt idx="88">
                <c:v>0.13203880275870133</c:v>
              </c:pt>
              <c:pt idx="89">
                <c:v>0.13203880275870133</c:v>
              </c:pt>
              <c:pt idx="90">
                <c:v>0.13203880275870133</c:v>
              </c:pt>
              <c:pt idx="91">
                <c:v>0.13203880275870133</c:v>
              </c:pt>
              <c:pt idx="92">
                <c:v>0.13203880275870133</c:v>
              </c:pt>
              <c:pt idx="93">
                <c:v>0.13203880275870133</c:v>
              </c:pt>
              <c:pt idx="94">
                <c:v>0.13203880275870133</c:v>
              </c:pt>
              <c:pt idx="95">
                <c:v>0.13203880275870133</c:v>
              </c:pt>
              <c:pt idx="96">
                <c:v>0.13203880275870133</c:v>
              </c:pt>
              <c:pt idx="97">
                <c:v>0.13203880275870133</c:v>
              </c:pt>
              <c:pt idx="98">
                <c:v>0.13203880275870133</c:v>
              </c:pt>
              <c:pt idx="99">
                <c:v>0.13203880275870133</c:v>
              </c:pt>
              <c:pt idx="100">
                <c:v>0.13203880275870133</c:v>
              </c:pt>
              <c:pt idx="101">
                <c:v>0.13203880275870133</c:v>
              </c:pt>
              <c:pt idx="102">
                <c:v>0.13203880275870133</c:v>
              </c:pt>
              <c:pt idx="103">
                <c:v>0.13203880275870133</c:v>
              </c:pt>
              <c:pt idx="104">
                <c:v>0.13203880275870133</c:v>
              </c:pt>
              <c:pt idx="105">
                <c:v>0.13203880275870133</c:v>
              </c:pt>
              <c:pt idx="106">
                <c:v>0.13203880275870133</c:v>
              </c:pt>
              <c:pt idx="107">
                <c:v>0.13203880275870133</c:v>
              </c:pt>
              <c:pt idx="108">
                <c:v>0.13203880275870133</c:v>
              </c:pt>
              <c:pt idx="109">
                <c:v>0.13203880275870133</c:v>
              </c:pt>
              <c:pt idx="110">
                <c:v>0.13203880275870133</c:v>
              </c:pt>
              <c:pt idx="111">
                <c:v>0.13203880275870133</c:v>
              </c:pt>
              <c:pt idx="112">
                <c:v>0.13203880275870133</c:v>
              </c:pt>
              <c:pt idx="113">
                <c:v>0.13203880275870133</c:v>
              </c:pt>
              <c:pt idx="114">
                <c:v>0.13203880275870133</c:v>
              </c:pt>
              <c:pt idx="115">
                <c:v>0.13203880275870133</c:v>
              </c:pt>
              <c:pt idx="116">
                <c:v>0.13203880275870133</c:v>
              </c:pt>
              <c:pt idx="117">
                <c:v>0.13203880275870133</c:v>
              </c:pt>
              <c:pt idx="118">
                <c:v>0.13203880275870133</c:v>
              </c:pt>
              <c:pt idx="119">
                <c:v>0.13203880275870133</c:v>
              </c:pt>
              <c:pt idx="120">
                <c:v>0.13203880275870133</c:v>
              </c:pt>
              <c:pt idx="121">
                <c:v>0.13203880275870133</c:v>
              </c:pt>
              <c:pt idx="122">
                <c:v>0.13203880275870133</c:v>
              </c:pt>
              <c:pt idx="123">
                <c:v>0.13203880275870133</c:v>
              </c:pt>
              <c:pt idx="124">
                <c:v>0.13203880275870133</c:v>
              </c:pt>
              <c:pt idx="125">
                <c:v>0.13203880275870133</c:v>
              </c:pt>
              <c:pt idx="126">
                <c:v>0.13203880275870133</c:v>
              </c:pt>
              <c:pt idx="127">
                <c:v>0.13203880275870133</c:v>
              </c:pt>
              <c:pt idx="128">
                <c:v>0.13203880275870133</c:v>
              </c:pt>
              <c:pt idx="129">
                <c:v>0.13203880275870133</c:v>
              </c:pt>
              <c:pt idx="130">
                <c:v>0.13203880275870133</c:v>
              </c:pt>
              <c:pt idx="131">
                <c:v>0.13203880275870133</c:v>
              </c:pt>
              <c:pt idx="132">
                <c:v>0.13203880275870133</c:v>
              </c:pt>
              <c:pt idx="133">
                <c:v>0.13203880275870133</c:v>
              </c:pt>
              <c:pt idx="134">
                <c:v>0.13203880275870133</c:v>
              </c:pt>
              <c:pt idx="135">
                <c:v>0.13203880275870133</c:v>
              </c:pt>
              <c:pt idx="136">
                <c:v>0.13203880275870133</c:v>
              </c:pt>
              <c:pt idx="137">
                <c:v>0.13203880275870133</c:v>
              </c:pt>
              <c:pt idx="138">
                <c:v>0.13203880275870133</c:v>
              </c:pt>
              <c:pt idx="139">
                <c:v>0.13203880275870133</c:v>
              </c:pt>
              <c:pt idx="140">
                <c:v>0.13203880275870133</c:v>
              </c:pt>
              <c:pt idx="141">
                <c:v>0.13203880275870133</c:v>
              </c:pt>
              <c:pt idx="142">
                <c:v>0.13203880275870133</c:v>
              </c:pt>
              <c:pt idx="143">
                <c:v>0.13203880275870133</c:v>
              </c:pt>
              <c:pt idx="144">
                <c:v>0.13203880275870133</c:v>
              </c:pt>
              <c:pt idx="145">
                <c:v>0.13203880275870133</c:v>
              </c:pt>
              <c:pt idx="146">
                <c:v>0.13203880275870133</c:v>
              </c:pt>
              <c:pt idx="147">
                <c:v>0.13203880275870133</c:v>
              </c:pt>
              <c:pt idx="148">
                <c:v>0.13203880275870133</c:v>
              </c:pt>
              <c:pt idx="149">
                <c:v>0.13203880275870133</c:v>
              </c:pt>
              <c:pt idx="150">
                <c:v>0.13203880275870133</c:v>
              </c:pt>
              <c:pt idx="151">
                <c:v>0.13203880275870133</c:v>
              </c:pt>
              <c:pt idx="152">
                <c:v>0.13203880275870133</c:v>
              </c:pt>
              <c:pt idx="153">
                <c:v>0.13203880275870133</c:v>
              </c:pt>
              <c:pt idx="154">
                <c:v>0.13203880275870133</c:v>
              </c:pt>
              <c:pt idx="155">
                <c:v>0.13203880275870133</c:v>
              </c:pt>
              <c:pt idx="156">
                <c:v>0.13203880275870133</c:v>
              </c:pt>
              <c:pt idx="157">
                <c:v>0.13203880275870133</c:v>
              </c:pt>
              <c:pt idx="158">
                <c:v>0.13203880275870133</c:v>
              </c:pt>
              <c:pt idx="159">
                <c:v>0.13203880275870133</c:v>
              </c:pt>
              <c:pt idx="160">
                <c:v>0.13203880275870133</c:v>
              </c:pt>
              <c:pt idx="161">
                <c:v>0.13203880275870133</c:v>
              </c:pt>
              <c:pt idx="162">
                <c:v>0.13203880275870133</c:v>
              </c:pt>
              <c:pt idx="163">
                <c:v>0.13203880275870133</c:v>
              </c:pt>
              <c:pt idx="164">
                <c:v>0.13203880275870133</c:v>
              </c:pt>
              <c:pt idx="165">
                <c:v>0.13203880275870133</c:v>
              </c:pt>
              <c:pt idx="166">
                <c:v>0.13203880275870133</c:v>
              </c:pt>
              <c:pt idx="167">
                <c:v>0.13203880275870133</c:v>
              </c:pt>
              <c:pt idx="168">
                <c:v>0.13203880275870133</c:v>
              </c:pt>
              <c:pt idx="169">
                <c:v>0.13203880275870133</c:v>
              </c:pt>
              <c:pt idx="170">
                <c:v>0.13203880275870133</c:v>
              </c:pt>
              <c:pt idx="171">
                <c:v>0.13203880275870133</c:v>
              </c:pt>
              <c:pt idx="172">
                <c:v>0.13203880275870133</c:v>
              </c:pt>
              <c:pt idx="173">
                <c:v>0.13203880275870133</c:v>
              </c:pt>
              <c:pt idx="174">
                <c:v>0.13203880275870133</c:v>
              </c:pt>
              <c:pt idx="175">
                <c:v>0.13203880275870133</c:v>
              </c:pt>
              <c:pt idx="176">
                <c:v>0.13203880275870133</c:v>
              </c:pt>
              <c:pt idx="177">
                <c:v>0.13203880275870133</c:v>
              </c:pt>
              <c:pt idx="178">
                <c:v>0.13203880275870133</c:v>
              </c:pt>
              <c:pt idx="179">
                <c:v>0.13203880275870133</c:v>
              </c:pt>
              <c:pt idx="180">
                <c:v>0.13203880275870133</c:v>
              </c:pt>
              <c:pt idx="181">
                <c:v>0.13203880275870133</c:v>
              </c:pt>
              <c:pt idx="182">
                <c:v>0.13203880275870133</c:v>
              </c:pt>
              <c:pt idx="183">
                <c:v>0.13203880275870133</c:v>
              </c:pt>
              <c:pt idx="184">
                <c:v>0.13203880275870133</c:v>
              </c:pt>
              <c:pt idx="185">
                <c:v>0.13203880275870133</c:v>
              </c:pt>
              <c:pt idx="186">
                <c:v>0.13203880275870133</c:v>
              </c:pt>
              <c:pt idx="187">
                <c:v>0.13203880275870133</c:v>
              </c:pt>
              <c:pt idx="188">
                <c:v>0.13203880275870133</c:v>
              </c:pt>
              <c:pt idx="189">
                <c:v>0.13203880275870133</c:v>
              </c:pt>
              <c:pt idx="190">
                <c:v>0.13203880275870133</c:v>
              </c:pt>
              <c:pt idx="191">
                <c:v>0.13203880275870133</c:v>
              </c:pt>
              <c:pt idx="192">
                <c:v>0.13203880275870133</c:v>
              </c:pt>
              <c:pt idx="193">
                <c:v>0.13203880275870133</c:v>
              </c:pt>
              <c:pt idx="194">
                <c:v>0.13203880275870133</c:v>
              </c:pt>
              <c:pt idx="195">
                <c:v>0.13203880275870133</c:v>
              </c:pt>
              <c:pt idx="196">
                <c:v>0.13203880275870133</c:v>
              </c:pt>
              <c:pt idx="197">
                <c:v>0.13203880275870133</c:v>
              </c:pt>
              <c:pt idx="198">
                <c:v>0.13203880275870133</c:v>
              </c:pt>
              <c:pt idx="199">
                <c:v>0.13203880275870133</c:v>
              </c:pt>
              <c:pt idx="200">
                <c:v>0.13203880275870133</c:v>
              </c:pt>
              <c:pt idx="201">
                <c:v>0.13203880275870133</c:v>
              </c:pt>
              <c:pt idx="202">
                <c:v>0.13203880275870133</c:v>
              </c:pt>
              <c:pt idx="203">
                <c:v>0.13203880275870133</c:v>
              </c:pt>
              <c:pt idx="204">
                <c:v>0.13203880275870133</c:v>
              </c:pt>
              <c:pt idx="205">
                <c:v>0.13203880275870133</c:v>
              </c:pt>
              <c:pt idx="206">
                <c:v>0.13203880275870133</c:v>
              </c:pt>
              <c:pt idx="207">
                <c:v>0.13203880275870133</c:v>
              </c:pt>
              <c:pt idx="208">
                <c:v>0.13203880275870133</c:v>
              </c:pt>
              <c:pt idx="209">
                <c:v>0.13203880275870133</c:v>
              </c:pt>
              <c:pt idx="210">
                <c:v>0.13203880275870133</c:v>
              </c:pt>
              <c:pt idx="211">
                <c:v>0.13203880275870133</c:v>
              </c:pt>
              <c:pt idx="212">
                <c:v>0.13203880275870133</c:v>
              </c:pt>
              <c:pt idx="213">
                <c:v>0.13203880275870133</c:v>
              </c:pt>
              <c:pt idx="214">
                <c:v>0.13203880275870133</c:v>
              </c:pt>
              <c:pt idx="215">
                <c:v>0.13203880275870133</c:v>
              </c:pt>
              <c:pt idx="216">
                <c:v>0.13203880275870133</c:v>
              </c:pt>
              <c:pt idx="217">
                <c:v>0.13203880275870133</c:v>
              </c:pt>
              <c:pt idx="218">
                <c:v>0.13203880275870133</c:v>
              </c:pt>
              <c:pt idx="219">
                <c:v>0.13203880275870133</c:v>
              </c:pt>
              <c:pt idx="220">
                <c:v>0.13203880275870133</c:v>
              </c:pt>
              <c:pt idx="221">
                <c:v>0.13203880275870133</c:v>
              </c:pt>
              <c:pt idx="222">
                <c:v>0.13203880275870133</c:v>
              </c:pt>
              <c:pt idx="223">
                <c:v>0.13203880275870133</c:v>
              </c:pt>
              <c:pt idx="224">
                <c:v>0.13203880275870133</c:v>
              </c:pt>
              <c:pt idx="225">
                <c:v>0.13203880275870133</c:v>
              </c:pt>
              <c:pt idx="226">
                <c:v>0.13203880275870133</c:v>
              </c:pt>
              <c:pt idx="227">
                <c:v>0.13203880275870133</c:v>
              </c:pt>
              <c:pt idx="228">
                <c:v>0.13203880275870133</c:v>
              </c:pt>
              <c:pt idx="229">
                <c:v>0.13203880275870133</c:v>
              </c:pt>
              <c:pt idx="230">
                <c:v>0.13203880275870133</c:v>
              </c:pt>
              <c:pt idx="231">
                <c:v>0.13203880275870133</c:v>
              </c:pt>
              <c:pt idx="232">
                <c:v>0.13203880275870133</c:v>
              </c:pt>
              <c:pt idx="233">
                <c:v>0.13203880275870133</c:v>
              </c:pt>
              <c:pt idx="234">
                <c:v>0.13203880275870133</c:v>
              </c:pt>
              <c:pt idx="235">
                <c:v>0.13203880275870133</c:v>
              </c:pt>
              <c:pt idx="236">
                <c:v>0.13203880275870133</c:v>
              </c:pt>
              <c:pt idx="237">
                <c:v>0.13203880275870133</c:v>
              </c:pt>
              <c:pt idx="238">
                <c:v>0.13203880275870133</c:v>
              </c:pt>
              <c:pt idx="239">
                <c:v>0.13203880275870133</c:v>
              </c:pt>
              <c:pt idx="240">
                <c:v>0.13203880275870133</c:v>
              </c:pt>
              <c:pt idx="241">
                <c:v>0.13203880275870133</c:v>
              </c:pt>
              <c:pt idx="242">
                <c:v>0.13203880275870133</c:v>
              </c:pt>
              <c:pt idx="243">
                <c:v>0.13203880275870133</c:v>
              </c:pt>
              <c:pt idx="244">
                <c:v>0.13203880275870133</c:v>
              </c:pt>
              <c:pt idx="245">
                <c:v>0.13203880275870133</c:v>
              </c:pt>
              <c:pt idx="246">
                <c:v>0.13203880275870133</c:v>
              </c:pt>
              <c:pt idx="247">
                <c:v>0.13203880275870133</c:v>
              </c:pt>
              <c:pt idx="248">
                <c:v>0.13203880275870133</c:v>
              </c:pt>
              <c:pt idx="249">
                <c:v>0.13203880275870133</c:v>
              </c:pt>
              <c:pt idx="250">
                <c:v>0.13203880275870133</c:v>
              </c:pt>
              <c:pt idx="251">
                <c:v>0.13203880275870133</c:v>
              </c:pt>
              <c:pt idx="252">
                <c:v>0.13203880275870133</c:v>
              </c:pt>
              <c:pt idx="253">
                <c:v>0.13203880275870133</c:v>
              </c:pt>
              <c:pt idx="254">
                <c:v>0.13203880275870133</c:v>
              </c:pt>
              <c:pt idx="255">
                <c:v>0.13203880275870133</c:v>
              </c:pt>
              <c:pt idx="256">
                <c:v>0.13203880275870133</c:v>
              </c:pt>
              <c:pt idx="257">
                <c:v>0.13203880275870133</c:v>
              </c:pt>
              <c:pt idx="258">
                <c:v>0.13203880275870133</c:v>
              </c:pt>
              <c:pt idx="259">
                <c:v>0.13203880275870133</c:v>
              </c:pt>
              <c:pt idx="260">
                <c:v>0.13203880275870133</c:v>
              </c:pt>
              <c:pt idx="261">
                <c:v>0.13203880275870133</c:v>
              </c:pt>
              <c:pt idx="262">
                <c:v>0.13203880275870133</c:v>
              </c:pt>
              <c:pt idx="263">
                <c:v>0.13203880275870133</c:v>
              </c:pt>
              <c:pt idx="264">
                <c:v>0.13203880275870133</c:v>
              </c:pt>
              <c:pt idx="265">
                <c:v>0.13203880275870133</c:v>
              </c:pt>
              <c:pt idx="266">
                <c:v>0.13203880275870133</c:v>
              </c:pt>
              <c:pt idx="267">
                <c:v>0.13203880275870133</c:v>
              </c:pt>
              <c:pt idx="268">
                <c:v>0.13203880275870133</c:v>
              </c:pt>
              <c:pt idx="269">
                <c:v>0.13203880275870133</c:v>
              </c:pt>
              <c:pt idx="270">
                <c:v>0.13203880275870133</c:v>
              </c:pt>
              <c:pt idx="271">
                <c:v>0.13203880275870133</c:v>
              </c:pt>
              <c:pt idx="272">
                <c:v>0.13203880275870133</c:v>
              </c:pt>
              <c:pt idx="273">
                <c:v>0.13203880275870133</c:v>
              </c:pt>
              <c:pt idx="274">
                <c:v>0.13203880275870133</c:v>
              </c:pt>
              <c:pt idx="275">
                <c:v>0.13203880275870133</c:v>
              </c:pt>
              <c:pt idx="276">
                <c:v>0.13203880275870133</c:v>
              </c:pt>
              <c:pt idx="277">
                <c:v>0.13203880275870133</c:v>
              </c:pt>
              <c:pt idx="278">
                <c:v>0.13203880275870133</c:v>
              </c:pt>
              <c:pt idx="279">
                <c:v>0.13203880275870133</c:v>
              </c:pt>
              <c:pt idx="280">
                <c:v>0.13203880275870133</c:v>
              </c:pt>
              <c:pt idx="281">
                <c:v>0.13203880275870133</c:v>
              </c:pt>
              <c:pt idx="282">
                <c:v>0.13203880275870133</c:v>
              </c:pt>
              <c:pt idx="283">
                <c:v>0.13203880275870133</c:v>
              </c:pt>
              <c:pt idx="284">
                <c:v>0.13203880275870133</c:v>
              </c:pt>
              <c:pt idx="285">
                <c:v>0.13203880275870133</c:v>
              </c:pt>
              <c:pt idx="286">
                <c:v>0.13203880275870133</c:v>
              </c:pt>
              <c:pt idx="287">
                <c:v>0.13203880275870133</c:v>
              </c:pt>
              <c:pt idx="288">
                <c:v>0.13203880275870133</c:v>
              </c:pt>
              <c:pt idx="289">
                <c:v>0.13203880275870133</c:v>
              </c:pt>
              <c:pt idx="290">
                <c:v>0.13203880275870133</c:v>
              </c:pt>
              <c:pt idx="291">
                <c:v>0.13203880275870133</c:v>
              </c:pt>
              <c:pt idx="292">
                <c:v>0.13203880275870133</c:v>
              </c:pt>
              <c:pt idx="293">
                <c:v>0.13203880275870133</c:v>
              </c:pt>
              <c:pt idx="294">
                <c:v>0.13203880275870133</c:v>
              </c:pt>
              <c:pt idx="295">
                <c:v>0.13203880275870133</c:v>
              </c:pt>
              <c:pt idx="296">
                <c:v>0.13203880275870133</c:v>
              </c:pt>
              <c:pt idx="297">
                <c:v>0.13203880275870133</c:v>
              </c:pt>
              <c:pt idx="298">
                <c:v>0.13203880275870133</c:v>
              </c:pt>
              <c:pt idx="299">
                <c:v>0.13203880275870133</c:v>
              </c:pt>
              <c:pt idx="300">
                <c:v>0.13203880275870133</c:v>
              </c:pt>
              <c:pt idx="301">
                <c:v>0.13203880275870133</c:v>
              </c:pt>
              <c:pt idx="302">
                <c:v>0.13203880275870133</c:v>
              </c:pt>
              <c:pt idx="303">
                <c:v>0.13203880275870133</c:v>
              </c:pt>
              <c:pt idx="304">
                <c:v>0.13203880275870133</c:v>
              </c:pt>
              <c:pt idx="305">
                <c:v>0.13203880275870133</c:v>
              </c:pt>
              <c:pt idx="306">
                <c:v>0.13203880275870133</c:v>
              </c:pt>
              <c:pt idx="307">
                <c:v>0.13203880275870133</c:v>
              </c:pt>
              <c:pt idx="308">
                <c:v>0.13203880275870133</c:v>
              </c:pt>
              <c:pt idx="309">
                <c:v>0.13203880275870133</c:v>
              </c:pt>
              <c:pt idx="310">
                <c:v>0.13203880275870133</c:v>
              </c:pt>
              <c:pt idx="311">
                <c:v>0.13203880275870133</c:v>
              </c:pt>
              <c:pt idx="312">
                <c:v>0.13203880275870133</c:v>
              </c:pt>
              <c:pt idx="313">
                <c:v>0.13203880275870133</c:v>
              </c:pt>
              <c:pt idx="314">
                <c:v>0.13203880275870133</c:v>
              </c:pt>
              <c:pt idx="315">
                <c:v>0.13203880275870133</c:v>
              </c:pt>
              <c:pt idx="316">
                <c:v>0.13203880275870133</c:v>
              </c:pt>
              <c:pt idx="317">
                <c:v>0.13203880275870133</c:v>
              </c:pt>
              <c:pt idx="318">
                <c:v>0.13203880275870133</c:v>
              </c:pt>
              <c:pt idx="319">
                <c:v>0.13203880275870133</c:v>
              </c:pt>
              <c:pt idx="320">
                <c:v>0.13203880275870133</c:v>
              </c:pt>
              <c:pt idx="321">
                <c:v>0.13203880275870133</c:v>
              </c:pt>
              <c:pt idx="322">
                <c:v>0.13203880275870133</c:v>
              </c:pt>
              <c:pt idx="323">
                <c:v>0.13203880275870133</c:v>
              </c:pt>
              <c:pt idx="324">
                <c:v>0.13203880275870133</c:v>
              </c:pt>
              <c:pt idx="325">
                <c:v>0.13203880275870133</c:v>
              </c:pt>
              <c:pt idx="326">
                <c:v>0.13203880275870133</c:v>
              </c:pt>
              <c:pt idx="327">
                <c:v>0.13203880275870133</c:v>
              </c:pt>
              <c:pt idx="328">
                <c:v>0.13203880275870133</c:v>
              </c:pt>
              <c:pt idx="329">
                <c:v>0.13203880275870133</c:v>
              </c:pt>
              <c:pt idx="330">
                <c:v>0.13203880275870133</c:v>
              </c:pt>
              <c:pt idx="331">
                <c:v>0.13203880275870133</c:v>
              </c:pt>
              <c:pt idx="332">
                <c:v>0.13203880275870133</c:v>
              </c:pt>
              <c:pt idx="333">
                <c:v>0.13203880275870133</c:v>
              </c:pt>
              <c:pt idx="334">
                <c:v>0.13203880275870133</c:v>
              </c:pt>
              <c:pt idx="335">
                <c:v>0.13203880275870133</c:v>
              </c:pt>
              <c:pt idx="336">
                <c:v>0.13203880275870133</c:v>
              </c:pt>
              <c:pt idx="337">
                <c:v>0.13203880275870133</c:v>
              </c:pt>
              <c:pt idx="338">
                <c:v>0.13203880275870133</c:v>
              </c:pt>
              <c:pt idx="339">
                <c:v>0.13203880275870133</c:v>
              </c:pt>
              <c:pt idx="340">
                <c:v>0.13203880275870133</c:v>
              </c:pt>
              <c:pt idx="341">
                <c:v>0.13203880275870133</c:v>
              </c:pt>
              <c:pt idx="342">
                <c:v>0.13203880275870133</c:v>
              </c:pt>
              <c:pt idx="343">
                <c:v>0.13203880275870133</c:v>
              </c:pt>
              <c:pt idx="344">
                <c:v>0.13203880275870133</c:v>
              </c:pt>
              <c:pt idx="345">
                <c:v>0.13203880275870133</c:v>
              </c:pt>
              <c:pt idx="346">
                <c:v>0.13203880275870133</c:v>
              </c:pt>
              <c:pt idx="347">
                <c:v>0.13203880275870133</c:v>
              </c:pt>
              <c:pt idx="348">
                <c:v>0.13203880275870133</c:v>
              </c:pt>
              <c:pt idx="349">
                <c:v>0.13203880275870133</c:v>
              </c:pt>
              <c:pt idx="350">
                <c:v>0.13203880275870133</c:v>
              </c:pt>
              <c:pt idx="351">
                <c:v>0.13203880275870133</c:v>
              </c:pt>
              <c:pt idx="352">
                <c:v>0.13203880275870133</c:v>
              </c:pt>
              <c:pt idx="353">
                <c:v>0.13203880275870133</c:v>
              </c:pt>
              <c:pt idx="354">
                <c:v>0.13203880275870133</c:v>
              </c:pt>
              <c:pt idx="355">
                <c:v>0.13203880275870133</c:v>
              </c:pt>
              <c:pt idx="356">
                <c:v>0.13203880275870133</c:v>
              </c:pt>
              <c:pt idx="357">
                <c:v>0.13203880275870133</c:v>
              </c:pt>
              <c:pt idx="358">
                <c:v>0.13203880275870133</c:v>
              </c:pt>
              <c:pt idx="359">
                <c:v>0.13203880275870133</c:v>
              </c:pt>
              <c:pt idx="360">
                <c:v>0.13203880275870133</c:v>
              </c:pt>
              <c:pt idx="361">
                <c:v>0.13203880275870133</c:v>
              </c:pt>
              <c:pt idx="362">
                <c:v>0.13203880275870133</c:v>
              </c:pt>
              <c:pt idx="363">
                <c:v>0.13203880275870133</c:v>
              </c:pt>
              <c:pt idx="364">
                <c:v>0.13203880275870133</c:v>
              </c:pt>
              <c:pt idx="365">
                <c:v>0.13203880275870133</c:v>
              </c:pt>
              <c:pt idx="366">
                <c:v>0.13203880275870133</c:v>
              </c:pt>
              <c:pt idx="367">
                <c:v>0.13203880275870133</c:v>
              </c:pt>
              <c:pt idx="368">
                <c:v>0.13203880275870133</c:v>
              </c:pt>
              <c:pt idx="369">
                <c:v>0.13203880275870133</c:v>
              </c:pt>
              <c:pt idx="370">
                <c:v>0.13203880275870133</c:v>
              </c:pt>
              <c:pt idx="371">
                <c:v>0.13203880275870133</c:v>
              </c:pt>
              <c:pt idx="372">
                <c:v>0.13203880275870133</c:v>
              </c:pt>
              <c:pt idx="373">
                <c:v>0.13203880275870133</c:v>
              </c:pt>
              <c:pt idx="374">
                <c:v>0.13203880275870133</c:v>
              </c:pt>
              <c:pt idx="375">
                <c:v>0.13203880275870133</c:v>
              </c:pt>
              <c:pt idx="376">
                <c:v>0.13203880275870133</c:v>
              </c:pt>
              <c:pt idx="377">
                <c:v>0.13203880275870133</c:v>
              </c:pt>
              <c:pt idx="378">
                <c:v>0.13203880275870133</c:v>
              </c:pt>
              <c:pt idx="379">
                <c:v>0.13203880275870133</c:v>
              </c:pt>
              <c:pt idx="380">
                <c:v>0.13203880275870133</c:v>
              </c:pt>
              <c:pt idx="381">
                <c:v>0.13203880275870133</c:v>
              </c:pt>
              <c:pt idx="382">
                <c:v>0.13203880275870133</c:v>
              </c:pt>
              <c:pt idx="383">
                <c:v>0.13203880275870133</c:v>
              </c:pt>
              <c:pt idx="384">
                <c:v>0.13203880275870133</c:v>
              </c:pt>
              <c:pt idx="385">
                <c:v>0.13203880275870133</c:v>
              </c:pt>
              <c:pt idx="386">
                <c:v>0.13203880275870133</c:v>
              </c:pt>
              <c:pt idx="387">
                <c:v>0.13203880275870133</c:v>
              </c:pt>
              <c:pt idx="388">
                <c:v>0.13203880275870133</c:v>
              </c:pt>
              <c:pt idx="389">
                <c:v>0.13203880275870133</c:v>
              </c:pt>
              <c:pt idx="390">
                <c:v>0.13203880275870133</c:v>
              </c:pt>
              <c:pt idx="391">
                <c:v>0.13203880275870133</c:v>
              </c:pt>
              <c:pt idx="392">
                <c:v>0.13203880275870133</c:v>
              </c:pt>
              <c:pt idx="393">
                <c:v>0.13203880275870133</c:v>
              </c:pt>
              <c:pt idx="394">
                <c:v>0.13203880275870133</c:v>
              </c:pt>
              <c:pt idx="395">
                <c:v>0.13203880275870133</c:v>
              </c:pt>
              <c:pt idx="396">
                <c:v>0.13203880275870133</c:v>
              </c:pt>
              <c:pt idx="397">
                <c:v>0.13203880275870133</c:v>
              </c:pt>
              <c:pt idx="398">
                <c:v>0.13203880275870133</c:v>
              </c:pt>
              <c:pt idx="399">
                <c:v>0.13203880275870133</c:v>
              </c:pt>
              <c:pt idx="400">
                <c:v>0.13203880275870133</c:v>
              </c:pt>
              <c:pt idx="401">
                <c:v>0.13203880275870133</c:v>
              </c:pt>
              <c:pt idx="402">
                <c:v>0.13203880275870133</c:v>
              </c:pt>
              <c:pt idx="403">
                <c:v>0.13203880275870133</c:v>
              </c:pt>
              <c:pt idx="404">
                <c:v>0.13203880275870133</c:v>
              </c:pt>
              <c:pt idx="405">
                <c:v>0.13203880275870133</c:v>
              </c:pt>
              <c:pt idx="406">
                <c:v>0.13203880275870133</c:v>
              </c:pt>
              <c:pt idx="407">
                <c:v>0.13203880275870133</c:v>
              </c:pt>
              <c:pt idx="408">
                <c:v>0.13203880275870133</c:v>
              </c:pt>
              <c:pt idx="409">
                <c:v>0.13203880275870133</c:v>
              </c:pt>
              <c:pt idx="410">
                <c:v>0.13203880275870133</c:v>
              </c:pt>
              <c:pt idx="411">
                <c:v>0.13203880275870133</c:v>
              </c:pt>
            </c:numLit>
          </c:yVal>
          <c:smooth val="0"/>
        </c:ser>
        <c:ser>
          <c:idx val="13"/>
          <c:order val="13"/>
          <c:tx>
            <c:v>Implemented LCA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FFFFFF"/>
              </a:solidFill>
            </c:spPr>
          </c:marker>
          <c:xVal>
            <c:numLit>
              <c:formatCode>General</c:formatCode>
              <c:ptCount val="412"/>
              <c:pt idx="0">
                <c:v>9.031573647115259</c:v>
              </c:pt>
              <c:pt idx="1">
                <c:v>9.031573647115259</c:v>
              </c:pt>
              <c:pt idx="2">
                <c:v>9.031573647115259</c:v>
              </c:pt>
              <c:pt idx="3">
                <c:v>9.031573647115259</c:v>
              </c:pt>
              <c:pt idx="4">
                <c:v>9.031573647115259</c:v>
              </c:pt>
              <c:pt idx="5">
                <c:v>9.031573647115259</c:v>
              </c:pt>
              <c:pt idx="6">
                <c:v>9.031573647115259</c:v>
              </c:pt>
              <c:pt idx="7">
                <c:v>9.031573647115259</c:v>
              </c:pt>
              <c:pt idx="8">
                <c:v>9.031573647115259</c:v>
              </c:pt>
              <c:pt idx="9">
                <c:v>9.031573647115259</c:v>
              </c:pt>
              <c:pt idx="10">
                <c:v>9.031573647115259</c:v>
              </c:pt>
              <c:pt idx="11">
                <c:v>9.031573647115259</c:v>
              </c:pt>
              <c:pt idx="12">
                <c:v>9.031573647115259</c:v>
              </c:pt>
              <c:pt idx="13">
                <c:v>9.031573647115259</c:v>
              </c:pt>
              <c:pt idx="14">
                <c:v>9.031573647115259</c:v>
              </c:pt>
              <c:pt idx="15">
                <c:v>9.031573647115259</c:v>
              </c:pt>
              <c:pt idx="16">
                <c:v>9.031573647115259</c:v>
              </c:pt>
              <c:pt idx="17">
                <c:v>9.031573647115259</c:v>
              </c:pt>
              <c:pt idx="18">
                <c:v>9.031573647115259</c:v>
              </c:pt>
              <c:pt idx="19">
                <c:v>9.031573647115259</c:v>
              </c:pt>
              <c:pt idx="20">
                <c:v>9.031573647115259</c:v>
              </c:pt>
              <c:pt idx="21">
                <c:v>9.031573647115259</c:v>
              </c:pt>
              <c:pt idx="22">
                <c:v>9.031573647115259</c:v>
              </c:pt>
              <c:pt idx="23">
                <c:v>9.031573647115259</c:v>
              </c:pt>
              <c:pt idx="24">
                <c:v>9.031573647115259</c:v>
              </c:pt>
              <c:pt idx="25">
                <c:v>9.031573647115259</c:v>
              </c:pt>
              <c:pt idx="26">
                <c:v>9.031573647115259</c:v>
              </c:pt>
              <c:pt idx="27">
                <c:v>9.031573647115259</c:v>
              </c:pt>
              <c:pt idx="28">
                <c:v>9.031573647115259</c:v>
              </c:pt>
              <c:pt idx="29">
                <c:v>9.031573647115259</c:v>
              </c:pt>
              <c:pt idx="30">
                <c:v>9.031573647115259</c:v>
              </c:pt>
              <c:pt idx="31">
                <c:v>9.031573647115259</c:v>
              </c:pt>
              <c:pt idx="32">
                <c:v>9.031573647115259</c:v>
              </c:pt>
              <c:pt idx="33">
                <c:v>9.031573647115259</c:v>
              </c:pt>
              <c:pt idx="34">
                <c:v>9.031573647115259</c:v>
              </c:pt>
              <c:pt idx="35">
                <c:v>9.031573647115259</c:v>
              </c:pt>
              <c:pt idx="36">
                <c:v>9.031573647115259</c:v>
              </c:pt>
              <c:pt idx="37">
                <c:v>9.031573647115259</c:v>
              </c:pt>
              <c:pt idx="38">
                <c:v>9.031573647115259</c:v>
              </c:pt>
              <c:pt idx="39">
                <c:v>9.031573647115259</c:v>
              </c:pt>
              <c:pt idx="40">
                <c:v>9.031573647115259</c:v>
              </c:pt>
              <c:pt idx="41">
                <c:v>9.031573647115259</c:v>
              </c:pt>
              <c:pt idx="42">
                <c:v>9.031573647115259</c:v>
              </c:pt>
              <c:pt idx="43">
                <c:v>9.031573647115259</c:v>
              </c:pt>
              <c:pt idx="44">
                <c:v>9.031573647115259</c:v>
              </c:pt>
              <c:pt idx="45">
                <c:v>9.031573647115259</c:v>
              </c:pt>
              <c:pt idx="46">
                <c:v>9.031573647115259</c:v>
              </c:pt>
              <c:pt idx="47">
                <c:v>9.031573647115259</c:v>
              </c:pt>
              <c:pt idx="48">
                <c:v>9.031573647115259</c:v>
              </c:pt>
              <c:pt idx="49">
                <c:v>9.031573647115259</c:v>
              </c:pt>
              <c:pt idx="50">
                <c:v>9.031573647115259</c:v>
              </c:pt>
              <c:pt idx="51">
                <c:v>9.031573647115259</c:v>
              </c:pt>
              <c:pt idx="52">
                <c:v>9.031573647115259</c:v>
              </c:pt>
              <c:pt idx="53">
                <c:v>9.031573647115259</c:v>
              </c:pt>
              <c:pt idx="54">
                <c:v>9.031573647115259</c:v>
              </c:pt>
              <c:pt idx="55">
                <c:v>9.031573647115259</c:v>
              </c:pt>
              <c:pt idx="56">
                <c:v>9.031573647115259</c:v>
              </c:pt>
              <c:pt idx="57">
                <c:v>9.031573647115259</c:v>
              </c:pt>
              <c:pt idx="58">
                <c:v>9.031573647115259</c:v>
              </c:pt>
              <c:pt idx="59">
                <c:v>9.031573647115259</c:v>
              </c:pt>
              <c:pt idx="60">
                <c:v>9.031573647115259</c:v>
              </c:pt>
              <c:pt idx="61">
                <c:v>9.031573647115259</c:v>
              </c:pt>
              <c:pt idx="62">
                <c:v>9.031573647115259</c:v>
              </c:pt>
              <c:pt idx="63">
                <c:v>9.031573647115259</c:v>
              </c:pt>
              <c:pt idx="64">
                <c:v>9.031573647115259</c:v>
              </c:pt>
              <c:pt idx="65">
                <c:v>9.031573647115259</c:v>
              </c:pt>
              <c:pt idx="66">
                <c:v>9.031573647115259</c:v>
              </c:pt>
              <c:pt idx="67">
                <c:v>9.031573647115259</c:v>
              </c:pt>
              <c:pt idx="68">
                <c:v>9.031573647115259</c:v>
              </c:pt>
              <c:pt idx="69">
                <c:v>9.031573647115259</c:v>
              </c:pt>
              <c:pt idx="70">
                <c:v>9.031573647115259</c:v>
              </c:pt>
              <c:pt idx="71">
                <c:v>9.031573647115259</c:v>
              </c:pt>
              <c:pt idx="72">
                <c:v>9.031573647115259</c:v>
              </c:pt>
              <c:pt idx="73">
                <c:v>9.031573647115259</c:v>
              </c:pt>
              <c:pt idx="74">
                <c:v>9.031573647115259</c:v>
              </c:pt>
              <c:pt idx="75">
                <c:v>9.031573647115259</c:v>
              </c:pt>
              <c:pt idx="76">
                <c:v>9.031573647115259</c:v>
              </c:pt>
              <c:pt idx="77">
                <c:v>9.031573647115259</c:v>
              </c:pt>
              <c:pt idx="78">
                <c:v>9.031573647115259</c:v>
              </c:pt>
              <c:pt idx="79">
                <c:v>9.031573647115259</c:v>
              </c:pt>
              <c:pt idx="80">
                <c:v>9.031573647115259</c:v>
              </c:pt>
              <c:pt idx="81">
                <c:v>9.031573647115259</c:v>
              </c:pt>
              <c:pt idx="82">
                <c:v>9.031573647115259</c:v>
              </c:pt>
              <c:pt idx="83">
                <c:v>9.031573647115259</c:v>
              </c:pt>
              <c:pt idx="84">
                <c:v>9.031573647115259</c:v>
              </c:pt>
              <c:pt idx="85">
                <c:v>9.031573647115259</c:v>
              </c:pt>
              <c:pt idx="86">
                <c:v>9.031573647115259</c:v>
              </c:pt>
              <c:pt idx="87">
                <c:v>9.031573647115259</c:v>
              </c:pt>
              <c:pt idx="88">
                <c:v>9.031573647115259</c:v>
              </c:pt>
              <c:pt idx="89">
                <c:v>9.031573647115259</c:v>
              </c:pt>
              <c:pt idx="90">
                <c:v>9.031573647115259</c:v>
              </c:pt>
              <c:pt idx="91">
                <c:v>9.031573647115259</c:v>
              </c:pt>
              <c:pt idx="92">
                <c:v>9.031573647115259</c:v>
              </c:pt>
              <c:pt idx="93">
                <c:v>9.031573647115259</c:v>
              </c:pt>
              <c:pt idx="94">
                <c:v>9.031573647115259</c:v>
              </c:pt>
              <c:pt idx="95">
                <c:v>9.031573647115259</c:v>
              </c:pt>
              <c:pt idx="96">
                <c:v>9.031573647115259</c:v>
              </c:pt>
              <c:pt idx="97">
                <c:v>9.031573647115259</c:v>
              </c:pt>
              <c:pt idx="98">
                <c:v>9.031573647115259</c:v>
              </c:pt>
              <c:pt idx="99">
                <c:v>9.031573647115259</c:v>
              </c:pt>
              <c:pt idx="100">
                <c:v>9.031573647115259</c:v>
              </c:pt>
              <c:pt idx="101">
                <c:v>9.031573647115259</c:v>
              </c:pt>
              <c:pt idx="102">
                <c:v>9.031573647115259</c:v>
              </c:pt>
              <c:pt idx="103">
                <c:v>9.031573647115259</c:v>
              </c:pt>
              <c:pt idx="104">
                <c:v>9.031573647115259</c:v>
              </c:pt>
              <c:pt idx="105">
                <c:v>9.031573647115259</c:v>
              </c:pt>
              <c:pt idx="106">
                <c:v>9.031573647115259</c:v>
              </c:pt>
              <c:pt idx="107">
                <c:v>9.031573647115259</c:v>
              </c:pt>
              <c:pt idx="108">
                <c:v>9.031573647115259</c:v>
              </c:pt>
              <c:pt idx="109">
                <c:v>9.031573647115259</c:v>
              </c:pt>
              <c:pt idx="110">
                <c:v>9.031573647115259</c:v>
              </c:pt>
              <c:pt idx="111">
                <c:v>9.031573647115259</c:v>
              </c:pt>
              <c:pt idx="112">
                <c:v>9.031573647115259</c:v>
              </c:pt>
              <c:pt idx="113">
                <c:v>9.031573647115259</c:v>
              </c:pt>
              <c:pt idx="114">
                <c:v>9.031573647115259</c:v>
              </c:pt>
              <c:pt idx="115">
                <c:v>9.031573647115259</c:v>
              </c:pt>
              <c:pt idx="116">
                <c:v>9.031573647115259</c:v>
              </c:pt>
              <c:pt idx="117">
                <c:v>9.031573647115259</c:v>
              </c:pt>
              <c:pt idx="118">
                <c:v>9.031573647115259</c:v>
              </c:pt>
              <c:pt idx="119">
                <c:v>9.031573647115259</c:v>
              </c:pt>
              <c:pt idx="120">
                <c:v>9.031573647115259</c:v>
              </c:pt>
              <c:pt idx="121">
                <c:v>9.031573647115259</c:v>
              </c:pt>
              <c:pt idx="122">
                <c:v>9.031573647115259</c:v>
              </c:pt>
              <c:pt idx="123">
                <c:v>9.031573647115259</c:v>
              </c:pt>
              <c:pt idx="124">
                <c:v>9.031573647115259</c:v>
              </c:pt>
              <c:pt idx="125">
                <c:v>9.031573647115259</c:v>
              </c:pt>
              <c:pt idx="126">
                <c:v>9.031573647115259</c:v>
              </c:pt>
              <c:pt idx="127">
                <c:v>9.031573647115259</c:v>
              </c:pt>
              <c:pt idx="128">
                <c:v>9.031573647115259</c:v>
              </c:pt>
              <c:pt idx="129">
                <c:v>9.031573647115259</c:v>
              </c:pt>
              <c:pt idx="130">
                <c:v>9.031573647115259</c:v>
              </c:pt>
              <c:pt idx="131">
                <c:v>9.031573647115259</c:v>
              </c:pt>
              <c:pt idx="132">
                <c:v>9.031573647115259</c:v>
              </c:pt>
              <c:pt idx="133">
                <c:v>9.031573647115259</c:v>
              </c:pt>
              <c:pt idx="134">
                <c:v>9.031573647115259</c:v>
              </c:pt>
              <c:pt idx="135">
                <c:v>9.031573647115259</c:v>
              </c:pt>
              <c:pt idx="136">
                <c:v>9.031573647115259</c:v>
              </c:pt>
              <c:pt idx="137">
                <c:v>9.031573647115259</c:v>
              </c:pt>
              <c:pt idx="138">
                <c:v>9.031573647115259</c:v>
              </c:pt>
              <c:pt idx="139">
                <c:v>9.031573647115259</c:v>
              </c:pt>
              <c:pt idx="140">
                <c:v>9.031573647115259</c:v>
              </c:pt>
              <c:pt idx="141">
                <c:v>9.031573647115259</c:v>
              </c:pt>
              <c:pt idx="142">
                <c:v>9.031573647115259</c:v>
              </c:pt>
              <c:pt idx="143">
                <c:v>9.031573647115259</c:v>
              </c:pt>
              <c:pt idx="144">
                <c:v>9.031573647115259</c:v>
              </c:pt>
              <c:pt idx="145">
                <c:v>9.031573647115259</c:v>
              </c:pt>
              <c:pt idx="146">
                <c:v>9.031573647115259</c:v>
              </c:pt>
              <c:pt idx="147">
                <c:v>9.031573647115259</c:v>
              </c:pt>
              <c:pt idx="148">
                <c:v>9.031573647115259</c:v>
              </c:pt>
              <c:pt idx="149">
                <c:v>9.031573647115259</c:v>
              </c:pt>
              <c:pt idx="150">
                <c:v>9.031573647115259</c:v>
              </c:pt>
              <c:pt idx="151">
                <c:v>9.031573647115259</c:v>
              </c:pt>
              <c:pt idx="152">
                <c:v>9.031573647115259</c:v>
              </c:pt>
              <c:pt idx="153">
                <c:v>9.031573647115259</c:v>
              </c:pt>
              <c:pt idx="154">
                <c:v>9.031573647115259</c:v>
              </c:pt>
              <c:pt idx="155">
                <c:v>9.031573647115259</c:v>
              </c:pt>
              <c:pt idx="156">
                <c:v>9.031573647115259</c:v>
              </c:pt>
              <c:pt idx="157">
                <c:v>9.031573647115259</c:v>
              </c:pt>
              <c:pt idx="158">
                <c:v>9.031573647115259</c:v>
              </c:pt>
              <c:pt idx="159">
                <c:v>9.031573647115259</c:v>
              </c:pt>
              <c:pt idx="160">
                <c:v>9.031573647115259</c:v>
              </c:pt>
              <c:pt idx="161">
                <c:v>9.031573647115259</c:v>
              </c:pt>
              <c:pt idx="162">
                <c:v>9.031573647115259</c:v>
              </c:pt>
              <c:pt idx="163">
                <c:v>9.031573647115259</c:v>
              </c:pt>
              <c:pt idx="164">
                <c:v>9.031573647115259</c:v>
              </c:pt>
              <c:pt idx="165">
                <c:v>9.031573647115259</c:v>
              </c:pt>
              <c:pt idx="166">
                <c:v>9.031573647115259</c:v>
              </c:pt>
              <c:pt idx="167">
                <c:v>9.031573647115259</c:v>
              </c:pt>
              <c:pt idx="168">
                <c:v>9.031573647115259</c:v>
              </c:pt>
              <c:pt idx="169">
                <c:v>9.031573647115259</c:v>
              </c:pt>
              <c:pt idx="170">
                <c:v>9.031573647115259</c:v>
              </c:pt>
              <c:pt idx="171">
                <c:v>9.031573647115259</c:v>
              </c:pt>
              <c:pt idx="172">
                <c:v>9.031573647115259</c:v>
              </c:pt>
              <c:pt idx="173">
                <c:v>9.031573647115259</c:v>
              </c:pt>
              <c:pt idx="174">
                <c:v>9.031573647115259</c:v>
              </c:pt>
              <c:pt idx="175">
                <c:v>9.031573647115259</c:v>
              </c:pt>
              <c:pt idx="176">
                <c:v>9.031573647115259</c:v>
              </c:pt>
              <c:pt idx="177">
                <c:v>9.031573647115259</c:v>
              </c:pt>
              <c:pt idx="178">
                <c:v>9.031573647115259</c:v>
              </c:pt>
              <c:pt idx="179">
                <c:v>9.031573647115259</c:v>
              </c:pt>
              <c:pt idx="180">
                <c:v>9.031573647115259</c:v>
              </c:pt>
              <c:pt idx="181">
                <c:v>9.031573647115259</c:v>
              </c:pt>
              <c:pt idx="182">
                <c:v>9.031573647115259</c:v>
              </c:pt>
              <c:pt idx="183">
                <c:v>9.031573647115259</c:v>
              </c:pt>
              <c:pt idx="184">
                <c:v>9.031573647115259</c:v>
              </c:pt>
              <c:pt idx="185">
                <c:v>9.031573647115259</c:v>
              </c:pt>
              <c:pt idx="186">
                <c:v>9.031573647115259</c:v>
              </c:pt>
              <c:pt idx="187">
                <c:v>9.031573647115259</c:v>
              </c:pt>
              <c:pt idx="188">
                <c:v>9.031573647115259</c:v>
              </c:pt>
              <c:pt idx="189">
                <c:v>9.031573647115259</c:v>
              </c:pt>
              <c:pt idx="190">
                <c:v>9.031573647115259</c:v>
              </c:pt>
              <c:pt idx="191">
                <c:v>9.031573647115259</c:v>
              </c:pt>
              <c:pt idx="192">
                <c:v>9.031573647115259</c:v>
              </c:pt>
              <c:pt idx="193">
                <c:v>9.031573647115259</c:v>
              </c:pt>
              <c:pt idx="194">
                <c:v>9.031573647115259</c:v>
              </c:pt>
              <c:pt idx="195">
                <c:v>9.031573647115259</c:v>
              </c:pt>
              <c:pt idx="196">
                <c:v>9.031573647115259</c:v>
              </c:pt>
              <c:pt idx="197">
                <c:v>9.031573647115259</c:v>
              </c:pt>
              <c:pt idx="198">
                <c:v>9.031573647115259</c:v>
              </c:pt>
              <c:pt idx="199">
                <c:v>9.031573647115259</c:v>
              </c:pt>
              <c:pt idx="200">
                <c:v>9.031573647115259</c:v>
              </c:pt>
              <c:pt idx="201">
                <c:v>9.031573647115259</c:v>
              </c:pt>
              <c:pt idx="202">
                <c:v>9.031573647115259</c:v>
              </c:pt>
              <c:pt idx="203">
                <c:v>9.031573647115259</c:v>
              </c:pt>
              <c:pt idx="204">
                <c:v>9.031573647115259</c:v>
              </c:pt>
              <c:pt idx="205">
                <c:v>9.031573647115259</c:v>
              </c:pt>
              <c:pt idx="206">
                <c:v>9.031573647115259</c:v>
              </c:pt>
              <c:pt idx="207">
                <c:v>9.031573647115259</c:v>
              </c:pt>
              <c:pt idx="208">
                <c:v>9.031573647115259</c:v>
              </c:pt>
              <c:pt idx="209">
                <c:v>9.031573647115259</c:v>
              </c:pt>
              <c:pt idx="210">
                <c:v>9.031573647115259</c:v>
              </c:pt>
              <c:pt idx="211">
                <c:v>9.031573647115259</c:v>
              </c:pt>
              <c:pt idx="212">
                <c:v>9.031573647115259</c:v>
              </c:pt>
              <c:pt idx="213">
                <c:v>9.031573647115259</c:v>
              </c:pt>
              <c:pt idx="214">
                <c:v>9.031573647115259</c:v>
              </c:pt>
              <c:pt idx="215">
                <c:v>9.031573647115259</c:v>
              </c:pt>
              <c:pt idx="216">
                <c:v>9.031573647115259</c:v>
              </c:pt>
              <c:pt idx="217">
                <c:v>9.031573647115259</c:v>
              </c:pt>
              <c:pt idx="218">
                <c:v>9.031573647115259</c:v>
              </c:pt>
              <c:pt idx="219">
                <c:v>9.031573647115259</c:v>
              </c:pt>
              <c:pt idx="220">
                <c:v>9.031573647115259</c:v>
              </c:pt>
              <c:pt idx="221">
                <c:v>9.031573647115259</c:v>
              </c:pt>
              <c:pt idx="222">
                <c:v>9.031573647115259</c:v>
              </c:pt>
              <c:pt idx="223">
                <c:v>9.031573647115259</c:v>
              </c:pt>
              <c:pt idx="224">
                <c:v>9.031573647115259</c:v>
              </c:pt>
              <c:pt idx="225">
                <c:v>9.031573647115259</c:v>
              </c:pt>
              <c:pt idx="226">
                <c:v>9.031573647115259</c:v>
              </c:pt>
              <c:pt idx="227">
                <c:v>9.031573647115259</c:v>
              </c:pt>
              <c:pt idx="228">
                <c:v>9.031573647115259</c:v>
              </c:pt>
              <c:pt idx="229">
                <c:v>9.031573647115259</c:v>
              </c:pt>
              <c:pt idx="230">
                <c:v>9.031573647115259</c:v>
              </c:pt>
              <c:pt idx="231">
                <c:v>9.031573647115259</c:v>
              </c:pt>
              <c:pt idx="232">
                <c:v>9.031573647115259</c:v>
              </c:pt>
              <c:pt idx="233">
                <c:v>9.031573647115259</c:v>
              </c:pt>
              <c:pt idx="234">
                <c:v>9.031573647115259</c:v>
              </c:pt>
              <c:pt idx="235">
                <c:v>9.031573647115259</c:v>
              </c:pt>
              <c:pt idx="236">
                <c:v>9.031573647115259</c:v>
              </c:pt>
              <c:pt idx="237">
                <c:v>9.031573647115259</c:v>
              </c:pt>
              <c:pt idx="238">
                <c:v>9.031573647115259</c:v>
              </c:pt>
              <c:pt idx="239">
                <c:v>9.031573647115259</c:v>
              </c:pt>
              <c:pt idx="240">
                <c:v>9.031573647115259</c:v>
              </c:pt>
              <c:pt idx="241">
                <c:v>9.031573647115259</c:v>
              </c:pt>
              <c:pt idx="242">
                <c:v>9.031573647115259</c:v>
              </c:pt>
              <c:pt idx="243">
                <c:v>9.031573647115259</c:v>
              </c:pt>
              <c:pt idx="244">
                <c:v>9.031573647115259</c:v>
              </c:pt>
              <c:pt idx="245">
                <c:v>9.031573647115259</c:v>
              </c:pt>
              <c:pt idx="246">
                <c:v>9.031573647115259</c:v>
              </c:pt>
              <c:pt idx="247">
                <c:v>9.031573647115259</c:v>
              </c:pt>
              <c:pt idx="248">
                <c:v>9.031573647115259</c:v>
              </c:pt>
              <c:pt idx="249">
                <c:v>9.031573647115259</c:v>
              </c:pt>
              <c:pt idx="250">
                <c:v>9.031573647115259</c:v>
              </c:pt>
              <c:pt idx="251">
                <c:v>9.031573647115259</c:v>
              </c:pt>
              <c:pt idx="252">
                <c:v>9.031573647115259</c:v>
              </c:pt>
              <c:pt idx="253">
                <c:v>9.031573647115259</c:v>
              </c:pt>
              <c:pt idx="254">
                <c:v>9.031573647115259</c:v>
              </c:pt>
              <c:pt idx="255">
                <c:v>9.031573647115259</c:v>
              </c:pt>
              <c:pt idx="256">
                <c:v>9.031573647115259</c:v>
              </c:pt>
              <c:pt idx="257">
                <c:v>9.031573647115259</c:v>
              </c:pt>
              <c:pt idx="258">
                <c:v>9.031573647115259</c:v>
              </c:pt>
              <c:pt idx="259">
                <c:v>9.031573647115259</c:v>
              </c:pt>
              <c:pt idx="260">
                <c:v>9.031573647115259</c:v>
              </c:pt>
              <c:pt idx="261">
                <c:v>9.031573647115259</c:v>
              </c:pt>
              <c:pt idx="262">
                <c:v>9.031573647115259</c:v>
              </c:pt>
              <c:pt idx="263">
                <c:v>9.031573647115259</c:v>
              </c:pt>
              <c:pt idx="264">
                <c:v>9.031573647115259</c:v>
              </c:pt>
              <c:pt idx="265">
                <c:v>9.031573647115259</c:v>
              </c:pt>
              <c:pt idx="266">
                <c:v>9.031573647115259</c:v>
              </c:pt>
              <c:pt idx="267">
                <c:v>9.031573647115259</c:v>
              </c:pt>
              <c:pt idx="268">
                <c:v>9.031573647115259</c:v>
              </c:pt>
              <c:pt idx="269">
                <c:v>9.031573647115259</c:v>
              </c:pt>
              <c:pt idx="270">
                <c:v>9.031573647115259</c:v>
              </c:pt>
              <c:pt idx="271">
                <c:v>9.031573647115259</c:v>
              </c:pt>
              <c:pt idx="272">
                <c:v>9.031573647115259</c:v>
              </c:pt>
              <c:pt idx="273">
                <c:v>9.031573647115259</c:v>
              </c:pt>
              <c:pt idx="274">
                <c:v>9.031573647115259</c:v>
              </c:pt>
              <c:pt idx="275">
                <c:v>9.031573647115259</c:v>
              </c:pt>
              <c:pt idx="276">
                <c:v>9.031573647115259</c:v>
              </c:pt>
              <c:pt idx="277">
                <c:v>9.031573647115259</c:v>
              </c:pt>
              <c:pt idx="278">
                <c:v>9.031573647115259</c:v>
              </c:pt>
              <c:pt idx="279">
                <c:v>9.031573647115259</c:v>
              </c:pt>
              <c:pt idx="280">
                <c:v>9.031573647115259</c:v>
              </c:pt>
              <c:pt idx="281">
                <c:v>9.031573647115259</c:v>
              </c:pt>
              <c:pt idx="282">
                <c:v>9.031573647115259</c:v>
              </c:pt>
              <c:pt idx="283">
                <c:v>9.031573647115259</c:v>
              </c:pt>
              <c:pt idx="284">
                <c:v>9.031573647115259</c:v>
              </c:pt>
              <c:pt idx="285">
                <c:v>9.031573647115259</c:v>
              </c:pt>
              <c:pt idx="286">
                <c:v>9.031573647115259</c:v>
              </c:pt>
              <c:pt idx="287">
                <c:v>9.031573647115259</c:v>
              </c:pt>
              <c:pt idx="288">
                <c:v>9.031573647115259</c:v>
              </c:pt>
              <c:pt idx="289">
                <c:v>9.031573647115259</c:v>
              </c:pt>
              <c:pt idx="290">
                <c:v>9.031573647115259</c:v>
              </c:pt>
              <c:pt idx="291">
                <c:v>9.031573647115259</c:v>
              </c:pt>
              <c:pt idx="292">
                <c:v>9.031573647115259</c:v>
              </c:pt>
              <c:pt idx="293">
                <c:v>9.031573647115259</c:v>
              </c:pt>
              <c:pt idx="294">
                <c:v>9.031573647115259</c:v>
              </c:pt>
              <c:pt idx="295">
                <c:v>9.031573647115259</c:v>
              </c:pt>
              <c:pt idx="296">
                <c:v>9.031573647115259</c:v>
              </c:pt>
              <c:pt idx="297">
                <c:v>9.031573647115259</c:v>
              </c:pt>
              <c:pt idx="298">
                <c:v>9.031573647115259</c:v>
              </c:pt>
              <c:pt idx="299">
                <c:v>9.031573647115259</c:v>
              </c:pt>
              <c:pt idx="300">
                <c:v>9.031573647115259</c:v>
              </c:pt>
              <c:pt idx="301">
                <c:v>9.031573647115259</c:v>
              </c:pt>
              <c:pt idx="302">
                <c:v>9.031573647115259</c:v>
              </c:pt>
              <c:pt idx="303">
                <c:v>9.031573647115259</c:v>
              </c:pt>
              <c:pt idx="304">
                <c:v>9.031573647115259</c:v>
              </c:pt>
              <c:pt idx="305">
                <c:v>9.031573647115259</c:v>
              </c:pt>
              <c:pt idx="306">
                <c:v>9.031573647115259</c:v>
              </c:pt>
              <c:pt idx="307">
                <c:v>9.031573647115259</c:v>
              </c:pt>
              <c:pt idx="308">
                <c:v>9.031573647115259</c:v>
              </c:pt>
              <c:pt idx="309">
                <c:v>9.031573647115259</c:v>
              </c:pt>
              <c:pt idx="310">
                <c:v>9.031573647115259</c:v>
              </c:pt>
              <c:pt idx="311">
                <c:v>9.031573647115259</c:v>
              </c:pt>
              <c:pt idx="312">
                <c:v>9.031573647115259</c:v>
              </c:pt>
              <c:pt idx="313">
                <c:v>9.031573647115259</c:v>
              </c:pt>
              <c:pt idx="314">
                <c:v>9.031573647115259</c:v>
              </c:pt>
              <c:pt idx="315">
                <c:v>9.031573647115259</c:v>
              </c:pt>
              <c:pt idx="316">
                <c:v>9.031573647115259</c:v>
              </c:pt>
              <c:pt idx="317">
                <c:v>9.031573647115259</c:v>
              </c:pt>
              <c:pt idx="318">
                <c:v>9.031573647115259</c:v>
              </c:pt>
              <c:pt idx="319">
                <c:v>9.031573647115259</c:v>
              </c:pt>
              <c:pt idx="320">
                <c:v>9.031573647115259</c:v>
              </c:pt>
              <c:pt idx="321">
                <c:v>9.031573647115259</c:v>
              </c:pt>
              <c:pt idx="322">
                <c:v>9.031573647115259</c:v>
              </c:pt>
              <c:pt idx="323">
                <c:v>9.031573647115259</c:v>
              </c:pt>
              <c:pt idx="324">
                <c:v>9.031573647115259</c:v>
              </c:pt>
              <c:pt idx="325">
                <c:v>9.031573647115259</c:v>
              </c:pt>
              <c:pt idx="326">
                <c:v>9.031573647115259</c:v>
              </c:pt>
              <c:pt idx="327">
                <c:v>9.031573647115259</c:v>
              </c:pt>
              <c:pt idx="328">
                <c:v>9.031573647115259</c:v>
              </c:pt>
              <c:pt idx="329">
                <c:v>9.031573647115259</c:v>
              </c:pt>
              <c:pt idx="330">
                <c:v>9.031573647115259</c:v>
              </c:pt>
              <c:pt idx="331">
                <c:v>9.031573647115259</c:v>
              </c:pt>
              <c:pt idx="332">
                <c:v>9.031573647115259</c:v>
              </c:pt>
              <c:pt idx="333">
                <c:v>9.031573647115259</c:v>
              </c:pt>
              <c:pt idx="334">
                <c:v>9.031573647115259</c:v>
              </c:pt>
              <c:pt idx="335">
                <c:v>9.031573647115259</c:v>
              </c:pt>
              <c:pt idx="336">
                <c:v>9.031573647115259</c:v>
              </c:pt>
              <c:pt idx="337">
                <c:v>9.031573647115259</c:v>
              </c:pt>
              <c:pt idx="338">
                <c:v>9.031573647115259</c:v>
              </c:pt>
              <c:pt idx="339">
                <c:v>9.031573647115259</c:v>
              </c:pt>
              <c:pt idx="340">
                <c:v>9.031573647115259</c:v>
              </c:pt>
              <c:pt idx="341">
                <c:v>9.031573647115259</c:v>
              </c:pt>
              <c:pt idx="342">
                <c:v>9.031573647115259</c:v>
              </c:pt>
              <c:pt idx="343">
                <c:v>9.031573647115259</c:v>
              </c:pt>
              <c:pt idx="344">
                <c:v>9.031573647115259</c:v>
              </c:pt>
              <c:pt idx="345">
                <c:v>9.031573647115259</c:v>
              </c:pt>
              <c:pt idx="346">
                <c:v>9.031573647115259</c:v>
              </c:pt>
              <c:pt idx="347">
                <c:v>9.031573647115259</c:v>
              </c:pt>
              <c:pt idx="348">
                <c:v>9.031573647115259</c:v>
              </c:pt>
              <c:pt idx="349">
                <c:v>9.031573647115259</c:v>
              </c:pt>
              <c:pt idx="350">
                <c:v>9.031573647115259</c:v>
              </c:pt>
              <c:pt idx="351">
                <c:v>9.031573647115259</c:v>
              </c:pt>
              <c:pt idx="352">
                <c:v>9.031573647115259</c:v>
              </c:pt>
              <c:pt idx="353">
                <c:v>9.031573647115259</c:v>
              </c:pt>
              <c:pt idx="354">
                <c:v>9.031573647115259</c:v>
              </c:pt>
              <c:pt idx="355">
                <c:v>9.031573647115259</c:v>
              </c:pt>
              <c:pt idx="356">
                <c:v>9.031573647115259</c:v>
              </c:pt>
              <c:pt idx="357">
                <c:v>9.031573647115259</c:v>
              </c:pt>
              <c:pt idx="358">
                <c:v>9.031573647115259</c:v>
              </c:pt>
              <c:pt idx="359">
                <c:v>9.031573647115259</c:v>
              </c:pt>
              <c:pt idx="360">
                <c:v>9.031573647115259</c:v>
              </c:pt>
              <c:pt idx="361">
                <c:v>9.031573647115259</c:v>
              </c:pt>
              <c:pt idx="362">
                <c:v>9.031573647115259</c:v>
              </c:pt>
              <c:pt idx="363">
                <c:v>9.031573647115259</c:v>
              </c:pt>
              <c:pt idx="364">
                <c:v>9.031573647115259</c:v>
              </c:pt>
              <c:pt idx="365">
                <c:v>9.031573647115259</c:v>
              </c:pt>
              <c:pt idx="366">
                <c:v>9.031573647115259</c:v>
              </c:pt>
              <c:pt idx="367">
                <c:v>9.031573647115259</c:v>
              </c:pt>
              <c:pt idx="368">
                <c:v>9.031573647115259</c:v>
              </c:pt>
              <c:pt idx="369">
                <c:v>9.031573647115259</c:v>
              </c:pt>
              <c:pt idx="370">
                <c:v>9.031573647115259</c:v>
              </c:pt>
              <c:pt idx="371">
                <c:v>9.031573647115259</c:v>
              </c:pt>
              <c:pt idx="372">
                <c:v>9.031573647115259</c:v>
              </c:pt>
              <c:pt idx="373">
                <c:v>9.031573647115259</c:v>
              </c:pt>
              <c:pt idx="374">
                <c:v>9.031573647115259</c:v>
              </c:pt>
              <c:pt idx="375">
                <c:v>9.031573647115259</c:v>
              </c:pt>
              <c:pt idx="376">
                <c:v>9.031573647115259</c:v>
              </c:pt>
              <c:pt idx="377">
                <c:v>9.031573647115259</c:v>
              </c:pt>
              <c:pt idx="378">
                <c:v>9.031573647115259</c:v>
              </c:pt>
              <c:pt idx="379">
                <c:v>9.031573647115259</c:v>
              </c:pt>
              <c:pt idx="380">
                <c:v>9.031573647115259</c:v>
              </c:pt>
              <c:pt idx="381">
                <c:v>9.031573647115259</c:v>
              </c:pt>
              <c:pt idx="382">
                <c:v>9.031573647115259</c:v>
              </c:pt>
              <c:pt idx="383">
                <c:v>9.031573647115259</c:v>
              </c:pt>
              <c:pt idx="384">
                <c:v>9.031573647115259</c:v>
              </c:pt>
              <c:pt idx="385">
                <c:v>9.031573647115259</c:v>
              </c:pt>
              <c:pt idx="386">
                <c:v>9.031573647115259</c:v>
              </c:pt>
              <c:pt idx="387">
                <c:v>9.031573647115259</c:v>
              </c:pt>
              <c:pt idx="388">
                <c:v>9.031573647115259</c:v>
              </c:pt>
              <c:pt idx="389">
                <c:v>9.031573647115259</c:v>
              </c:pt>
              <c:pt idx="390">
                <c:v>9.031573647115259</c:v>
              </c:pt>
              <c:pt idx="391">
                <c:v>9.031573647115259</c:v>
              </c:pt>
              <c:pt idx="392">
                <c:v>9.031573647115259</c:v>
              </c:pt>
              <c:pt idx="393">
                <c:v>9.031573647115259</c:v>
              </c:pt>
              <c:pt idx="394">
                <c:v>9.031573647115259</c:v>
              </c:pt>
              <c:pt idx="395">
                <c:v>9.031573647115259</c:v>
              </c:pt>
              <c:pt idx="396">
                <c:v>9.031573647115259</c:v>
              </c:pt>
              <c:pt idx="397">
                <c:v>9.031573647115259</c:v>
              </c:pt>
              <c:pt idx="398">
                <c:v>9.031573647115259</c:v>
              </c:pt>
              <c:pt idx="399">
                <c:v>9.031573647115259</c:v>
              </c:pt>
              <c:pt idx="400">
                <c:v>9.031573647115259</c:v>
              </c:pt>
              <c:pt idx="401">
                <c:v>9.031573647115259</c:v>
              </c:pt>
              <c:pt idx="402">
                <c:v>9.031573647115259</c:v>
              </c:pt>
              <c:pt idx="403">
                <c:v>9.031573647115259</c:v>
              </c:pt>
              <c:pt idx="404">
                <c:v>9.031573647115259</c:v>
              </c:pt>
              <c:pt idx="405">
                <c:v>9.031573647115259</c:v>
              </c:pt>
              <c:pt idx="406">
                <c:v>9.031573647115259</c:v>
              </c:pt>
              <c:pt idx="407">
                <c:v>9.031573647115259</c:v>
              </c:pt>
              <c:pt idx="408">
                <c:v>9.031573647115259</c:v>
              </c:pt>
              <c:pt idx="409">
                <c:v>9.031573647115259</c:v>
              </c:pt>
              <c:pt idx="410">
                <c:v>9.031573647115259</c:v>
              </c:pt>
              <c:pt idx="411">
                <c:v>9.031573647115259</c:v>
              </c:pt>
            </c:numLit>
          </c:xVal>
          <c:yVal>
            <c:numLit>
              <c:formatCode>0.0</c:formatCode>
              <c:ptCount val="412"/>
              <c:pt idx="0">
                <c:v>0.13203880275870133</c:v>
              </c:pt>
              <c:pt idx="1">
                <c:v>0.13203880275870133</c:v>
              </c:pt>
              <c:pt idx="2">
                <c:v>0.13203880275870133</c:v>
              </c:pt>
              <c:pt idx="3">
                <c:v>0.13203880275870133</c:v>
              </c:pt>
              <c:pt idx="4">
                <c:v>0.13203880275870133</c:v>
              </c:pt>
              <c:pt idx="5">
                <c:v>0.13203880275870133</c:v>
              </c:pt>
              <c:pt idx="6">
                <c:v>0.13203880275870133</c:v>
              </c:pt>
              <c:pt idx="7">
                <c:v>0.13203880275870133</c:v>
              </c:pt>
              <c:pt idx="8">
                <c:v>0.13203880275870133</c:v>
              </c:pt>
              <c:pt idx="9">
                <c:v>0.13203880275870133</c:v>
              </c:pt>
              <c:pt idx="10">
                <c:v>0.13203880275870133</c:v>
              </c:pt>
              <c:pt idx="11">
                <c:v>0.13203880275870133</c:v>
              </c:pt>
              <c:pt idx="12">
                <c:v>0.13203880275870133</c:v>
              </c:pt>
              <c:pt idx="13">
                <c:v>0.13203880275870133</c:v>
              </c:pt>
              <c:pt idx="14">
                <c:v>0.13203880275870133</c:v>
              </c:pt>
              <c:pt idx="15">
                <c:v>0.13203880275870133</c:v>
              </c:pt>
              <c:pt idx="16">
                <c:v>0.13203880275870133</c:v>
              </c:pt>
              <c:pt idx="17">
                <c:v>0.13203880275870133</c:v>
              </c:pt>
              <c:pt idx="18">
                <c:v>0.13203880275870133</c:v>
              </c:pt>
              <c:pt idx="19">
                <c:v>0.13203880275870133</c:v>
              </c:pt>
              <c:pt idx="20">
                <c:v>0.13203880275870133</c:v>
              </c:pt>
              <c:pt idx="21">
                <c:v>0.13203880275870133</c:v>
              </c:pt>
              <c:pt idx="22">
                <c:v>0.13203880275870133</c:v>
              </c:pt>
              <c:pt idx="23">
                <c:v>0.13203880275870133</c:v>
              </c:pt>
              <c:pt idx="24">
                <c:v>0.13203880275870133</c:v>
              </c:pt>
              <c:pt idx="25">
                <c:v>0.13203880275870133</c:v>
              </c:pt>
              <c:pt idx="26">
                <c:v>0.13203880275870133</c:v>
              </c:pt>
              <c:pt idx="27">
                <c:v>0.13203880275870133</c:v>
              </c:pt>
              <c:pt idx="28">
                <c:v>0.13203880275870133</c:v>
              </c:pt>
              <c:pt idx="29">
                <c:v>0.13203880275870133</c:v>
              </c:pt>
              <c:pt idx="30">
                <c:v>0.13203880275870133</c:v>
              </c:pt>
              <c:pt idx="31">
                <c:v>0.13203880275870133</c:v>
              </c:pt>
              <c:pt idx="32">
                <c:v>0.13203880275870133</c:v>
              </c:pt>
              <c:pt idx="33">
                <c:v>0.13203880275870133</c:v>
              </c:pt>
              <c:pt idx="34">
                <c:v>0.13203880275870133</c:v>
              </c:pt>
              <c:pt idx="35">
                <c:v>0.13203880275870133</c:v>
              </c:pt>
              <c:pt idx="36">
                <c:v>0.13203880275870133</c:v>
              </c:pt>
              <c:pt idx="37">
                <c:v>0.13203880275870133</c:v>
              </c:pt>
              <c:pt idx="38">
                <c:v>0.13203880275870133</c:v>
              </c:pt>
              <c:pt idx="39">
                <c:v>0.13203880275870133</c:v>
              </c:pt>
              <c:pt idx="40">
                <c:v>0.13203880275870133</c:v>
              </c:pt>
              <c:pt idx="41">
                <c:v>0.13203880275870133</c:v>
              </c:pt>
              <c:pt idx="42">
                <c:v>0.13203880275870133</c:v>
              </c:pt>
              <c:pt idx="43">
                <c:v>0.13203880275870133</c:v>
              </c:pt>
              <c:pt idx="44">
                <c:v>0.13203880275870133</c:v>
              </c:pt>
              <c:pt idx="45">
                <c:v>0.13203880275870133</c:v>
              </c:pt>
              <c:pt idx="46">
                <c:v>0.13203880275870133</c:v>
              </c:pt>
              <c:pt idx="47">
                <c:v>0.13203880275870133</c:v>
              </c:pt>
              <c:pt idx="48">
                <c:v>0.13203880275870133</c:v>
              </c:pt>
              <c:pt idx="49">
                <c:v>0.13203880275870133</c:v>
              </c:pt>
              <c:pt idx="50">
                <c:v>0.13203880275870133</c:v>
              </c:pt>
              <c:pt idx="51">
                <c:v>0.13203880275870133</c:v>
              </c:pt>
              <c:pt idx="52">
                <c:v>0.13203880275870133</c:v>
              </c:pt>
              <c:pt idx="53">
                <c:v>0.13203880275870133</c:v>
              </c:pt>
              <c:pt idx="54">
                <c:v>0.13203880275870133</c:v>
              </c:pt>
              <c:pt idx="55">
                <c:v>0.13203880275870133</c:v>
              </c:pt>
              <c:pt idx="56">
                <c:v>0.13203880275870133</c:v>
              </c:pt>
              <c:pt idx="57">
                <c:v>0.13203880275870133</c:v>
              </c:pt>
              <c:pt idx="58">
                <c:v>0.13203880275870133</c:v>
              </c:pt>
              <c:pt idx="59">
                <c:v>0.13203880275870133</c:v>
              </c:pt>
              <c:pt idx="60">
                <c:v>0.13203880275870133</c:v>
              </c:pt>
              <c:pt idx="61">
                <c:v>0.13203880275870133</c:v>
              </c:pt>
              <c:pt idx="62">
                <c:v>0.13203880275870133</c:v>
              </c:pt>
              <c:pt idx="63">
                <c:v>0.13203880275870133</c:v>
              </c:pt>
              <c:pt idx="64">
                <c:v>0.13203880275870133</c:v>
              </c:pt>
              <c:pt idx="65">
                <c:v>0.13203880275870133</c:v>
              </c:pt>
              <c:pt idx="66">
                <c:v>0.13203880275870133</c:v>
              </c:pt>
              <c:pt idx="67">
                <c:v>0.13203880275870133</c:v>
              </c:pt>
              <c:pt idx="68">
                <c:v>0.13203880275870133</c:v>
              </c:pt>
              <c:pt idx="69">
                <c:v>0.13203880275870133</c:v>
              </c:pt>
              <c:pt idx="70">
                <c:v>0.13203880275870133</c:v>
              </c:pt>
              <c:pt idx="71">
                <c:v>0.13203880275870133</c:v>
              </c:pt>
              <c:pt idx="72">
                <c:v>0.13203880275870133</c:v>
              </c:pt>
              <c:pt idx="73">
                <c:v>0.13203880275870133</c:v>
              </c:pt>
              <c:pt idx="74">
                <c:v>0.13203880275870133</c:v>
              </c:pt>
              <c:pt idx="75">
                <c:v>0.13203880275870133</c:v>
              </c:pt>
              <c:pt idx="76">
                <c:v>0.13203880275870133</c:v>
              </c:pt>
              <c:pt idx="77">
                <c:v>0.13203880275870133</c:v>
              </c:pt>
              <c:pt idx="78">
                <c:v>0.13203880275870133</c:v>
              </c:pt>
              <c:pt idx="79">
                <c:v>0.13203880275870133</c:v>
              </c:pt>
              <c:pt idx="80">
                <c:v>0.13203880275870133</c:v>
              </c:pt>
              <c:pt idx="81">
                <c:v>0.13203880275870133</c:v>
              </c:pt>
              <c:pt idx="82">
                <c:v>0.13203880275870133</c:v>
              </c:pt>
              <c:pt idx="83">
                <c:v>0.13203880275870133</c:v>
              </c:pt>
              <c:pt idx="84">
                <c:v>0.13203880275870133</c:v>
              </c:pt>
              <c:pt idx="85">
                <c:v>0.13203880275870133</c:v>
              </c:pt>
              <c:pt idx="86">
                <c:v>0.13203880275870133</c:v>
              </c:pt>
              <c:pt idx="87">
                <c:v>0.13203880275870133</c:v>
              </c:pt>
              <c:pt idx="88">
                <c:v>0.13203880275870133</c:v>
              </c:pt>
              <c:pt idx="89">
                <c:v>0.13203880275870133</c:v>
              </c:pt>
              <c:pt idx="90">
                <c:v>0.13203880275870133</c:v>
              </c:pt>
              <c:pt idx="91">
                <c:v>0.13203880275870133</c:v>
              </c:pt>
              <c:pt idx="92">
                <c:v>0.13203880275870133</c:v>
              </c:pt>
              <c:pt idx="93">
                <c:v>0.13203880275870133</c:v>
              </c:pt>
              <c:pt idx="94">
                <c:v>0.13203880275870133</c:v>
              </c:pt>
              <c:pt idx="95">
                <c:v>0.13203880275870133</c:v>
              </c:pt>
              <c:pt idx="96">
                <c:v>0.13203880275870133</c:v>
              </c:pt>
              <c:pt idx="97">
                <c:v>0.13203880275870133</c:v>
              </c:pt>
              <c:pt idx="98">
                <c:v>0.13203880275870133</c:v>
              </c:pt>
              <c:pt idx="99">
                <c:v>0.13203880275870133</c:v>
              </c:pt>
              <c:pt idx="100">
                <c:v>0.13203880275870133</c:v>
              </c:pt>
              <c:pt idx="101">
                <c:v>0.13203880275870133</c:v>
              </c:pt>
              <c:pt idx="102">
                <c:v>0.13203880275870133</c:v>
              </c:pt>
              <c:pt idx="103">
                <c:v>0.13203880275870133</c:v>
              </c:pt>
              <c:pt idx="104">
                <c:v>0.13203880275870133</c:v>
              </c:pt>
              <c:pt idx="105">
                <c:v>0.13203880275870133</c:v>
              </c:pt>
              <c:pt idx="106">
                <c:v>0.13203880275870133</c:v>
              </c:pt>
              <c:pt idx="107">
                <c:v>0.13203880275870133</c:v>
              </c:pt>
              <c:pt idx="108">
                <c:v>0.13203880275870133</c:v>
              </c:pt>
              <c:pt idx="109">
                <c:v>0.13203880275870133</c:v>
              </c:pt>
              <c:pt idx="110">
                <c:v>0.13203880275870133</c:v>
              </c:pt>
              <c:pt idx="111">
                <c:v>0.13203880275870133</c:v>
              </c:pt>
              <c:pt idx="112">
                <c:v>0.13203880275870133</c:v>
              </c:pt>
              <c:pt idx="113">
                <c:v>0.13203880275870133</c:v>
              </c:pt>
              <c:pt idx="114">
                <c:v>0.13203880275870133</c:v>
              </c:pt>
              <c:pt idx="115">
                <c:v>0.13203880275870133</c:v>
              </c:pt>
              <c:pt idx="116">
                <c:v>0.13203880275870133</c:v>
              </c:pt>
              <c:pt idx="117">
                <c:v>0.13203880275870133</c:v>
              </c:pt>
              <c:pt idx="118">
                <c:v>0.13203880275870133</c:v>
              </c:pt>
              <c:pt idx="119">
                <c:v>0.13203880275870133</c:v>
              </c:pt>
              <c:pt idx="120">
                <c:v>0.13203880275870133</c:v>
              </c:pt>
              <c:pt idx="121">
                <c:v>0.13203880275870133</c:v>
              </c:pt>
              <c:pt idx="122">
                <c:v>0.13203880275870133</c:v>
              </c:pt>
              <c:pt idx="123">
                <c:v>0.13203880275870133</c:v>
              </c:pt>
              <c:pt idx="124">
                <c:v>0.13203880275870133</c:v>
              </c:pt>
              <c:pt idx="125">
                <c:v>0.13203880275870133</c:v>
              </c:pt>
              <c:pt idx="126">
                <c:v>0.13203880275870133</c:v>
              </c:pt>
              <c:pt idx="127">
                <c:v>0.13203880275870133</c:v>
              </c:pt>
              <c:pt idx="128">
                <c:v>0.13203880275870133</c:v>
              </c:pt>
              <c:pt idx="129">
                <c:v>0.13203880275870133</c:v>
              </c:pt>
              <c:pt idx="130">
                <c:v>0.13203880275870133</c:v>
              </c:pt>
              <c:pt idx="131">
                <c:v>0.13203880275870133</c:v>
              </c:pt>
              <c:pt idx="132">
                <c:v>0.13203880275870133</c:v>
              </c:pt>
              <c:pt idx="133">
                <c:v>0.13203880275870133</c:v>
              </c:pt>
              <c:pt idx="134">
                <c:v>0.13203880275870133</c:v>
              </c:pt>
              <c:pt idx="135">
                <c:v>0.13203880275870133</c:v>
              </c:pt>
              <c:pt idx="136">
                <c:v>0.13203880275870133</c:v>
              </c:pt>
              <c:pt idx="137">
                <c:v>0.13203880275870133</c:v>
              </c:pt>
              <c:pt idx="138">
                <c:v>0.13203880275870133</c:v>
              </c:pt>
              <c:pt idx="139">
                <c:v>0.13203880275870133</c:v>
              </c:pt>
              <c:pt idx="140">
                <c:v>0.13203880275870133</c:v>
              </c:pt>
              <c:pt idx="141">
                <c:v>0.13203880275870133</c:v>
              </c:pt>
              <c:pt idx="142">
                <c:v>0.13203880275870133</c:v>
              </c:pt>
              <c:pt idx="143">
                <c:v>0.13203880275870133</c:v>
              </c:pt>
              <c:pt idx="144">
                <c:v>0.13203880275870133</c:v>
              </c:pt>
              <c:pt idx="145">
                <c:v>0.13203880275870133</c:v>
              </c:pt>
              <c:pt idx="146">
                <c:v>0.13203880275870133</c:v>
              </c:pt>
              <c:pt idx="147">
                <c:v>0.13203880275870133</c:v>
              </c:pt>
              <c:pt idx="148">
                <c:v>0.13203880275870133</c:v>
              </c:pt>
              <c:pt idx="149">
                <c:v>0.13203880275870133</c:v>
              </c:pt>
              <c:pt idx="150">
                <c:v>0.13203880275870133</c:v>
              </c:pt>
              <c:pt idx="151">
                <c:v>0.13203880275870133</c:v>
              </c:pt>
              <c:pt idx="152">
                <c:v>0.13203880275870133</c:v>
              </c:pt>
              <c:pt idx="153">
                <c:v>0.13203880275870133</c:v>
              </c:pt>
              <c:pt idx="154">
                <c:v>0.13203880275870133</c:v>
              </c:pt>
              <c:pt idx="155">
                <c:v>0.13203880275870133</c:v>
              </c:pt>
              <c:pt idx="156">
                <c:v>0.13203880275870133</c:v>
              </c:pt>
              <c:pt idx="157">
                <c:v>0.13203880275870133</c:v>
              </c:pt>
              <c:pt idx="158">
                <c:v>0.13203880275870133</c:v>
              </c:pt>
              <c:pt idx="159">
                <c:v>0.13203880275870133</c:v>
              </c:pt>
              <c:pt idx="160">
                <c:v>0.13203880275870133</c:v>
              </c:pt>
              <c:pt idx="161">
                <c:v>0.13203880275870133</c:v>
              </c:pt>
              <c:pt idx="162">
                <c:v>0.13203880275870133</c:v>
              </c:pt>
              <c:pt idx="163">
                <c:v>0.13203880275870133</c:v>
              </c:pt>
              <c:pt idx="164">
                <c:v>0.13203880275870133</c:v>
              </c:pt>
              <c:pt idx="165">
                <c:v>0.13203880275870133</c:v>
              </c:pt>
              <c:pt idx="166">
                <c:v>0.13203880275870133</c:v>
              </c:pt>
              <c:pt idx="167">
                <c:v>0.13203880275870133</c:v>
              </c:pt>
              <c:pt idx="168">
                <c:v>0.13203880275870133</c:v>
              </c:pt>
              <c:pt idx="169">
                <c:v>0.13203880275870133</c:v>
              </c:pt>
              <c:pt idx="170">
                <c:v>0.13203880275870133</c:v>
              </c:pt>
              <c:pt idx="171">
                <c:v>0.13203880275870133</c:v>
              </c:pt>
              <c:pt idx="172">
                <c:v>0.13203880275870133</c:v>
              </c:pt>
              <c:pt idx="173">
                <c:v>0.13203880275870133</c:v>
              </c:pt>
              <c:pt idx="174">
                <c:v>0.13203880275870133</c:v>
              </c:pt>
              <c:pt idx="175">
                <c:v>0.13203880275870133</c:v>
              </c:pt>
              <c:pt idx="176">
                <c:v>0.13203880275870133</c:v>
              </c:pt>
              <c:pt idx="177">
                <c:v>0.13203880275870133</c:v>
              </c:pt>
              <c:pt idx="178">
                <c:v>0.13203880275870133</c:v>
              </c:pt>
              <c:pt idx="179">
                <c:v>0.13203880275870133</c:v>
              </c:pt>
              <c:pt idx="180">
                <c:v>0.13203880275870133</c:v>
              </c:pt>
              <c:pt idx="181">
                <c:v>0.13203880275870133</c:v>
              </c:pt>
              <c:pt idx="182">
                <c:v>0.13203880275870133</c:v>
              </c:pt>
              <c:pt idx="183">
                <c:v>0.13203880275870133</c:v>
              </c:pt>
              <c:pt idx="184">
                <c:v>0.13203880275870133</c:v>
              </c:pt>
              <c:pt idx="185">
                <c:v>0.13203880275870133</c:v>
              </c:pt>
              <c:pt idx="186">
                <c:v>0.13203880275870133</c:v>
              </c:pt>
              <c:pt idx="187">
                <c:v>0.13203880275870133</c:v>
              </c:pt>
              <c:pt idx="188">
                <c:v>0.13203880275870133</c:v>
              </c:pt>
              <c:pt idx="189">
                <c:v>0.13203880275870133</c:v>
              </c:pt>
              <c:pt idx="190">
                <c:v>0.13203880275870133</c:v>
              </c:pt>
              <c:pt idx="191">
                <c:v>0.13203880275870133</c:v>
              </c:pt>
              <c:pt idx="192">
                <c:v>0.13203880275870133</c:v>
              </c:pt>
              <c:pt idx="193">
                <c:v>0.13203880275870133</c:v>
              </c:pt>
              <c:pt idx="194">
                <c:v>0.13203880275870133</c:v>
              </c:pt>
              <c:pt idx="195">
                <c:v>0.13203880275870133</c:v>
              </c:pt>
              <c:pt idx="196">
                <c:v>0.13203880275870133</c:v>
              </c:pt>
              <c:pt idx="197">
                <c:v>0.13203880275870133</c:v>
              </c:pt>
              <c:pt idx="198">
                <c:v>0.13203880275870133</c:v>
              </c:pt>
              <c:pt idx="199">
                <c:v>0.13203880275870133</c:v>
              </c:pt>
              <c:pt idx="200">
                <c:v>0.13203880275870133</c:v>
              </c:pt>
              <c:pt idx="201">
                <c:v>0.13203880275870133</c:v>
              </c:pt>
              <c:pt idx="202">
                <c:v>0.13203880275870133</c:v>
              </c:pt>
              <c:pt idx="203">
                <c:v>0.13203880275870133</c:v>
              </c:pt>
              <c:pt idx="204">
                <c:v>0.13203880275870133</c:v>
              </c:pt>
              <c:pt idx="205">
                <c:v>0.13203880275870133</c:v>
              </c:pt>
              <c:pt idx="206">
                <c:v>0.13203880275870133</c:v>
              </c:pt>
              <c:pt idx="207">
                <c:v>0.13203880275870133</c:v>
              </c:pt>
              <c:pt idx="208">
                <c:v>0.13203880275870133</c:v>
              </c:pt>
              <c:pt idx="209">
                <c:v>0.13203880275870133</c:v>
              </c:pt>
              <c:pt idx="210">
                <c:v>0.13203880275870133</c:v>
              </c:pt>
              <c:pt idx="211">
                <c:v>0.13203880275870133</c:v>
              </c:pt>
              <c:pt idx="212">
                <c:v>0.13203880275870133</c:v>
              </c:pt>
              <c:pt idx="213">
                <c:v>0.13203880275870133</c:v>
              </c:pt>
              <c:pt idx="214">
                <c:v>0.13203880275870133</c:v>
              </c:pt>
              <c:pt idx="215">
                <c:v>0.13203880275870133</c:v>
              </c:pt>
              <c:pt idx="216">
                <c:v>0.13203880275870133</c:v>
              </c:pt>
              <c:pt idx="217">
                <c:v>0.13203880275870133</c:v>
              </c:pt>
              <c:pt idx="218">
                <c:v>0.13203880275870133</c:v>
              </c:pt>
              <c:pt idx="219">
                <c:v>0.13203880275870133</c:v>
              </c:pt>
              <c:pt idx="220">
                <c:v>0.13203880275870133</c:v>
              </c:pt>
              <c:pt idx="221">
                <c:v>0.13203880275870133</c:v>
              </c:pt>
              <c:pt idx="222">
                <c:v>0.13203880275870133</c:v>
              </c:pt>
              <c:pt idx="223">
                <c:v>0.13203880275870133</c:v>
              </c:pt>
              <c:pt idx="224">
                <c:v>0.13203880275870133</c:v>
              </c:pt>
              <c:pt idx="225">
                <c:v>0.13203880275870133</c:v>
              </c:pt>
              <c:pt idx="226">
                <c:v>0.13203880275870133</c:v>
              </c:pt>
              <c:pt idx="227">
                <c:v>0.13203880275870133</c:v>
              </c:pt>
              <c:pt idx="228">
                <c:v>0.13203880275870133</c:v>
              </c:pt>
              <c:pt idx="229">
                <c:v>0.13203880275870133</c:v>
              </c:pt>
              <c:pt idx="230">
                <c:v>0.13203880275870133</c:v>
              </c:pt>
              <c:pt idx="231">
                <c:v>0.13203880275870133</c:v>
              </c:pt>
              <c:pt idx="232">
                <c:v>0.13203880275870133</c:v>
              </c:pt>
              <c:pt idx="233">
                <c:v>0.13203880275870133</c:v>
              </c:pt>
              <c:pt idx="234">
                <c:v>0.13203880275870133</c:v>
              </c:pt>
              <c:pt idx="235">
                <c:v>0.13203880275870133</c:v>
              </c:pt>
              <c:pt idx="236">
                <c:v>0.13203880275870133</c:v>
              </c:pt>
              <c:pt idx="237">
                <c:v>0.13203880275870133</c:v>
              </c:pt>
              <c:pt idx="238">
                <c:v>0.13203880275870133</c:v>
              </c:pt>
              <c:pt idx="239">
                <c:v>0.13203880275870133</c:v>
              </c:pt>
              <c:pt idx="240">
                <c:v>0.13203880275870133</c:v>
              </c:pt>
              <c:pt idx="241">
                <c:v>0.13203880275870133</c:v>
              </c:pt>
              <c:pt idx="242">
                <c:v>0.13203880275870133</c:v>
              </c:pt>
              <c:pt idx="243">
                <c:v>0.13203880275870133</c:v>
              </c:pt>
              <c:pt idx="244">
                <c:v>0.13203880275870133</c:v>
              </c:pt>
              <c:pt idx="245">
                <c:v>0.13203880275870133</c:v>
              </c:pt>
              <c:pt idx="246">
                <c:v>0.13203880275870133</c:v>
              </c:pt>
              <c:pt idx="247">
                <c:v>0.13203880275870133</c:v>
              </c:pt>
              <c:pt idx="248">
                <c:v>0.13203880275870133</c:v>
              </c:pt>
              <c:pt idx="249">
                <c:v>0.13203880275870133</c:v>
              </c:pt>
              <c:pt idx="250">
                <c:v>0.13203880275870133</c:v>
              </c:pt>
              <c:pt idx="251">
                <c:v>0.13203880275870133</c:v>
              </c:pt>
              <c:pt idx="252">
                <c:v>0.13203880275870133</c:v>
              </c:pt>
              <c:pt idx="253">
                <c:v>0.13203880275870133</c:v>
              </c:pt>
              <c:pt idx="254">
                <c:v>0.13203880275870133</c:v>
              </c:pt>
              <c:pt idx="255">
                <c:v>0.13203880275870133</c:v>
              </c:pt>
              <c:pt idx="256">
                <c:v>0.13203880275870133</c:v>
              </c:pt>
              <c:pt idx="257">
                <c:v>0.13203880275870133</c:v>
              </c:pt>
              <c:pt idx="258">
                <c:v>0.13203880275870133</c:v>
              </c:pt>
              <c:pt idx="259">
                <c:v>0.13203880275870133</c:v>
              </c:pt>
              <c:pt idx="260">
                <c:v>0.13203880275870133</c:v>
              </c:pt>
              <c:pt idx="261">
                <c:v>0.13203880275870133</c:v>
              </c:pt>
              <c:pt idx="262">
                <c:v>0.13203880275870133</c:v>
              </c:pt>
              <c:pt idx="263">
                <c:v>0.13203880275870133</c:v>
              </c:pt>
              <c:pt idx="264">
                <c:v>0.13203880275870133</c:v>
              </c:pt>
              <c:pt idx="265">
                <c:v>0.13203880275870133</c:v>
              </c:pt>
              <c:pt idx="266">
                <c:v>0.13203880275870133</c:v>
              </c:pt>
              <c:pt idx="267">
                <c:v>0.13203880275870133</c:v>
              </c:pt>
              <c:pt idx="268">
                <c:v>0.13203880275870133</c:v>
              </c:pt>
              <c:pt idx="269">
                <c:v>0.13203880275870133</c:v>
              </c:pt>
              <c:pt idx="270">
                <c:v>0.13203880275870133</c:v>
              </c:pt>
              <c:pt idx="271">
                <c:v>0.13203880275870133</c:v>
              </c:pt>
              <c:pt idx="272">
                <c:v>0.13203880275870133</c:v>
              </c:pt>
              <c:pt idx="273">
                <c:v>0.13203880275870133</c:v>
              </c:pt>
              <c:pt idx="274">
                <c:v>0.13203880275870133</c:v>
              </c:pt>
              <c:pt idx="275">
                <c:v>0.13203880275870133</c:v>
              </c:pt>
              <c:pt idx="276">
                <c:v>0.13203880275870133</c:v>
              </c:pt>
              <c:pt idx="277">
                <c:v>0.13203880275870133</c:v>
              </c:pt>
              <c:pt idx="278">
                <c:v>0.13203880275870133</c:v>
              </c:pt>
              <c:pt idx="279">
                <c:v>0.13203880275870133</c:v>
              </c:pt>
              <c:pt idx="280">
                <c:v>0.13203880275870133</c:v>
              </c:pt>
              <c:pt idx="281">
                <c:v>0.13203880275870133</c:v>
              </c:pt>
              <c:pt idx="282">
                <c:v>0.13203880275870133</c:v>
              </c:pt>
              <c:pt idx="283">
                <c:v>0.13203880275870133</c:v>
              </c:pt>
              <c:pt idx="284">
                <c:v>0.13203880275870133</c:v>
              </c:pt>
              <c:pt idx="285">
                <c:v>0.13203880275870133</c:v>
              </c:pt>
              <c:pt idx="286">
                <c:v>0.13203880275870133</c:v>
              </c:pt>
              <c:pt idx="287">
                <c:v>0.13203880275870133</c:v>
              </c:pt>
              <c:pt idx="288">
                <c:v>0.13203880275870133</c:v>
              </c:pt>
              <c:pt idx="289">
                <c:v>0.13203880275870133</c:v>
              </c:pt>
              <c:pt idx="290">
                <c:v>0.13203880275870133</c:v>
              </c:pt>
              <c:pt idx="291">
                <c:v>0.13203880275870133</c:v>
              </c:pt>
              <c:pt idx="292">
                <c:v>0.13203880275870133</c:v>
              </c:pt>
              <c:pt idx="293">
                <c:v>0.13203880275870133</c:v>
              </c:pt>
              <c:pt idx="294">
                <c:v>0.13203880275870133</c:v>
              </c:pt>
              <c:pt idx="295">
                <c:v>0.13203880275870133</c:v>
              </c:pt>
              <c:pt idx="296">
                <c:v>0.13203880275870133</c:v>
              </c:pt>
              <c:pt idx="297">
                <c:v>0.13203880275870133</c:v>
              </c:pt>
              <c:pt idx="298">
                <c:v>0.13203880275870133</c:v>
              </c:pt>
              <c:pt idx="299">
                <c:v>0.13203880275870133</c:v>
              </c:pt>
              <c:pt idx="300">
                <c:v>0.13203880275870133</c:v>
              </c:pt>
              <c:pt idx="301">
                <c:v>0.13203880275870133</c:v>
              </c:pt>
              <c:pt idx="302">
                <c:v>0.13203880275870133</c:v>
              </c:pt>
              <c:pt idx="303">
                <c:v>0.13203880275870133</c:v>
              </c:pt>
              <c:pt idx="304">
                <c:v>0.13203880275870133</c:v>
              </c:pt>
              <c:pt idx="305">
                <c:v>0.13203880275870133</c:v>
              </c:pt>
              <c:pt idx="306">
                <c:v>0.13203880275870133</c:v>
              </c:pt>
              <c:pt idx="307">
                <c:v>0.13203880275870133</c:v>
              </c:pt>
              <c:pt idx="308">
                <c:v>0.13203880275870133</c:v>
              </c:pt>
              <c:pt idx="309">
                <c:v>0.13203880275870133</c:v>
              </c:pt>
              <c:pt idx="310">
                <c:v>0.13203880275870133</c:v>
              </c:pt>
              <c:pt idx="311">
                <c:v>0.13203880275870133</c:v>
              </c:pt>
              <c:pt idx="312">
                <c:v>0.13203880275870133</c:v>
              </c:pt>
              <c:pt idx="313">
                <c:v>0.13203880275870133</c:v>
              </c:pt>
              <c:pt idx="314">
                <c:v>0.13203880275870133</c:v>
              </c:pt>
              <c:pt idx="315">
                <c:v>0.13203880275870133</c:v>
              </c:pt>
              <c:pt idx="316">
                <c:v>0.13203880275870133</c:v>
              </c:pt>
              <c:pt idx="317">
                <c:v>0.13203880275870133</c:v>
              </c:pt>
              <c:pt idx="318">
                <c:v>0.13203880275870133</c:v>
              </c:pt>
              <c:pt idx="319">
                <c:v>0.13203880275870133</c:v>
              </c:pt>
              <c:pt idx="320">
                <c:v>0.13203880275870133</c:v>
              </c:pt>
              <c:pt idx="321">
                <c:v>0.13203880275870133</c:v>
              </c:pt>
              <c:pt idx="322">
                <c:v>0.13203880275870133</c:v>
              </c:pt>
              <c:pt idx="323">
                <c:v>0.13203880275870133</c:v>
              </c:pt>
              <c:pt idx="324">
                <c:v>0.13203880275870133</c:v>
              </c:pt>
              <c:pt idx="325">
                <c:v>0.13203880275870133</c:v>
              </c:pt>
              <c:pt idx="326">
                <c:v>0.13203880275870133</c:v>
              </c:pt>
              <c:pt idx="327">
                <c:v>0.13203880275870133</c:v>
              </c:pt>
              <c:pt idx="328">
                <c:v>0.13203880275870133</c:v>
              </c:pt>
              <c:pt idx="329">
                <c:v>0.13203880275870133</c:v>
              </c:pt>
              <c:pt idx="330">
                <c:v>0.13203880275870133</c:v>
              </c:pt>
              <c:pt idx="331">
                <c:v>0.13203880275870133</c:v>
              </c:pt>
              <c:pt idx="332">
                <c:v>0.13203880275870133</c:v>
              </c:pt>
              <c:pt idx="333">
                <c:v>0.13203880275870133</c:v>
              </c:pt>
              <c:pt idx="334">
                <c:v>0.13203880275870133</c:v>
              </c:pt>
              <c:pt idx="335">
                <c:v>0.13203880275870133</c:v>
              </c:pt>
              <c:pt idx="336">
                <c:v>0.13203880275870133</c:v>
              </c:pt>
              <c:pt idx="337">
                <c:v>0.13203880275870133</c:v>
              </c:pt>
              <c:pt idx="338">
                <c:v>0.13203880275870133</c:v>
              </c:pt>
              <c:pt idx="339">
                <c:v>0.13203880275870133</c:v>
              </c:pt>
              <c:pt idx="340">
                <c:v>0.13203880275870133</c:v>
              </c:pt>
              <c:pt idx="341">
                <c:v>0.13203880275870133</c:v>
              </c:pt>
              <c:pt idx="342">
                <c:v>0.13203880275870133</c:v>
              </c:pt>
              <c:pt idx="343">
                <c:v>0.13203880275870133</c:v>
              </c:pt>
              <c:pt idx="344">
                <c:v>0.13203880275870133</c:v>
              </c:pt>
              <c:pt idx="345">
                <c:v>0.13203880275870133</c:v>
              </c:pt>
              <c:pt idx="346">
                <c:v>0.13203880275870133</c:v>
              </c:pt>
              <c:pt idx="347">
                <c:v>0.13203880275870133</c:v>
              </c:pt>
              <c:pt idx="348">
                <c:v>0.13203880275870133</c:v>
              </c:pt>
              <c:pt idx="349">
                <c:v>0.13203880275870133</c:v>
              </c:pt>
              <c:pt idx="350">
                <c:v>0.13203880275870133</c:v>
              </c:pt>
              <c:pt idx="351">
                <c:v>0.13203880275870133</c:v>
              </c:pt>
              <c:pt idx="352">
                <c:v>0.13203880275870133</c:v>
              </c:pt>
              <c:pt idx="353">
                <c:v>0.13203880275870133</c:v>
              </c:pt>
              <c:pt idx="354">
                <c:v>0.13203880275870133</c:v>
              </c:pt>
              <c:pt idx="355">
                <c:v>0.13203880275870133</c:v>
              </c:pt>
              <c:pt idx="356">
                <c:v>0.13203880275870133</c:v>
              </c:pt>
              <c:pt idx="357">
                <c:v>0.13203880275870133</c:v>
              </c:pt>
              <c:pt idx="358">
                <c:v>0.13203880275870133</c:v>
              </c:pt>
              <c:pt idx="359">
                <c:v>0.13203880275870133</c:v>
              </c:pt>
              <c:pt idx="360">
                <c:v>0.13203880275870133</c:v>
              </c:pt>
              <c:pt idx="361">
                <c:v>0.13203880275870133</c:v>
              </c:pt>
              <c:pt idx="362">
                <c:v>0.13203880275870133</c:v>
              </c:pt>
              <c:pt idx="363">
                <c:v>0.13203880275870133</c:v>
              </c:pt>
              <c:pt idx="364">
                <c:v>0.13203880275870133</c:v>
              </c:pt>
              <c:pt idx="365">
                <c:v>0.13203880275870133</c:v>
              </c:pt>
              <c:pt idx="366">
                <c:v>0.13203880275870133</c:v>
              </c:pt>
              <c:pt idx="367">
                <c:v>0.13203880275870133</c:v>
              </c:pt>
              <c:pt idx="368">
                <c:v>0.13203880275870133</c:v>
              </c:pt>
              <c:pt idx="369">
                <c:v>0.13203880275870133</c:v>
              </c:pt>
              <c:pt idx="370">
                <c:v>0.13203880275870133</c:v>
              </c:pt>
              <c:pt idx="371">
                <c:v>0.13203880275870133</c:v>
              </c:pt>
              <c:pt idx="372">
                <c:v>0.13203880275870133</c:v>
              </c:pt>
              <c:pt idx="373">
                <c:v>0.13203880275870133</c:v>
              </c:pt>
              <c:pt idx="374">
                <c:v>0.13203880275870133</c:v>
              </c:pt>
              <c:pt idx="375">
                <c:v>0.13203880275870133</c:v>
              </c:pt>
              <c:pt idx="376">
                <c:v>0.13203880275870133</c:v>
              </c:pt>
              <c:pt idx="377">
                <c:v>0.13203880275870133</c:v>
              </c:pt>
              <c:pt idx="378">
                <c:v>0.13203880275870133</c:v>
              </c:pt>
              <c:pt idx="379">
                <c:v>0.13203880275870133</c:v>
              </c:pt>
              <c:pt idx="380">
                <c:v>0.13203880275870133</c:v>
              </c:pt>
              <c:pt idx="381">
                <c:v>0.13203880275870133</c:v>
              </c:pt>
              <c:pt idx="382">
                <c:v>0.13203880275870133</c:v>
              </c:pt>
              <c:pt idx="383">
                <c:v>0.13203880275870133</c:v>
              </c:pt>
              <c:pt idx="384">
                <c:v>0.13203880275870133</c:v>
              </c:pt>
              <c:pt idx="385">
                <c:v>0.13203880275870133</c:v>
              </c:pt>
              <c:pt idx="386">
                <c:v>0.13203880275870133</c:v>
              </c:pt>
              <c:pt idx="387">
                <c:v>0.13203880275870133</c:v>
              </c:pt>
              <c:pt idx="388">
                <c:v>0.13203880275870133</c:v>
              </c:pt>
              <c:pt idx="389">
                <c:v>0.13203880275870133</c:v>
              </c:pt>
              <c:pt idx="390">
                <c:v>0.13203880275870133</c:v>
              </c:pt>
              <c:pt idx="391">
                <c:v>0.13203880275870133</c:v>
              </c:pt>
              <c:pt idx="392">
                <c:v>0.13203880275870133</c:v>
              </c:pt>
              <c:pt idx="393">
                <c:v>0.13203880275870133</c:v>
              </c:pt>
              <c:pt idx="394">
                <c:v>0.13203880275870133</c:v>
              </c:pt>
              <c:pt idx="395">
                <c:v>0.13203880275870133</c:v>
              </c:pt>
              <c:pt idx="396">
                <c:v>0.13203880275870133</c:v>
              </c:pt>
              <c:pt idx="397">
                <c:v>0.13203880275870133</c:v>
              </c:pt>
              <c:pt idx="398">
                <c:v>0.13203880275870133</c:v>
              </c:pt>
              <c:pt idx="399">
                <c:v>0.13203880275870133</c:v>
              </c:pt>
              <c:pt idx="400">
                <c:v>0.13203880275870133</c:v>
              </c:pt>
              <c:pt idx="401">
                <c:v>0.13203880275870133</c:v>
              </c:pt>
              <c:pt idx="402">
                <c:v>0.13203880275870133</c:v>
              </c:pt>
              <c:pt idx="403">
                <c:v>0.13203880275870133</c:v>
              </c:pt>
              <c:pt idx="404">
                <c:v>0.13203880275870133</c:v>
              </c:pt>
              <c:pt idx="405">
                <c:v>0.13203880275870133</c:v>
              </c:pt>
              <c:pt idx="406">
                <c:v>0.13203880275870133</c:v>
              </c:pt>
              <c:pt idx="407">
                <c:v>0.13203880275870133</c:v>
              </c:pt>
              <c:pt idx="408">
                <c:v>0.13203880275870133</c:v>
              </c:pt>
              <c:pt idx="409">
                <c:v>0.13203880275870133</c:v>
              </c:pt>
              <c:pt idx="410">
                <c:v>0.13203880275870133</c:v>
              </c:pt>
              <c:pt idx="411">
                <c:v>0.13203880275870133</c:v>
              </c:pt>
            </c:numLit>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437393659351139"/>
          <c:min val="0"/>
        </c:scaling>
        <c:delete val="0"/>
        <c:axPos val="l"/>
        <c:majorGridlines>
          <c:spPr>
            <a:ln xmlns:a="http://schemas.openxmlformats.org/drawingml/2006/main" w="5715">
              <a:solidFill>
                <a:srgbClr val="D9DFE3"/>
              </a:solidFill>
              <a:prstDash val="solid"/>
            </a:ln>
          </c:spPr>
        </c:majorGridlines>
        <c:title>
          <c:tx>
            <c:rich>
              <a:bodyPr xmlns:a="http://schemas.openxmlformats.org/drawingml/2006/main"/>
              <a:lstStyle xmlns:a="http://schemas.openxmlformats.org/drawingml/2006/main"/>
              <a:p xmlns:a="http://schemas.openxmlformats.org/drawingml/2006/main">
                <a:r>
                  <a:rPr sz="1200">
                    <a:solidFill>
                      <a:srgbClr val="263238"/>
                    </a:solidFill>
                    <a:latin typeface="Arial"/>
                    <a:ea typeface="Arial"/>
                    <a:cs typeface="Arial"/>
                  </a:rPr>
                  <a:t>Mean τ (% axis)</a:t>
                </a:r>
              </a:p>
            </c:rich>
          </c:tx>
          <c:overlay val="0"/>
          <c:txPr>
            <a:bodyPr xmlns:a="http://schemas.openxmlformats.org/drawingml/2006/main" anchorCtr="1"/>
            <a:lstStyle xmlns:a="http://schemas.openxmlformats.org/drawingml/2006/main"/>
            <a:p xmlns:a="http://schemas.openxmlformats.org/drawingml/2006/main">
              <a:pPr>
                <a:defRPr sz="1200">
                  <a:solidFill>
                    <a:srgbClr val="263238"/>
                  </a:solidFill>
                  <a:latin typeface="Arial"/>
                  <a:ea typeface="Arial"/>
                  <a:cs typeface="Arial"/>
                </a:defRPr>
              </a:pPr>
            </a:p>
          </c:txPr>
        </c:title>
        <c:numFmt formatCode="0.0"/>
        <c:majorTickMark val="none"/>
        <c:minorTickMark val="none"/>
        <c:spPr>
          <a:ln xmlns:a="http://schemas.openxmlformats.org/drawingml/2006/main" w="7620">
            <a:solidFill>
              <a:srgbClr val="263238"/>
            </a:solidFill>
            <a:prstDash val="solid"/>
          </a:ln>
        </c:spPr>
        <c:txPr>
          <a:bodyPr xmlns:a="http://schemas.openxmlformats.org/drawingml/2006/main" anchorCtr="1"/>
          <a:lstStyle xmlns:a="http://schemas.openxmlformats.org/drawingml/2006/main"/>
          <a:p xmlns:a="http://schemas.openxmlformats.org/drawingml/2006/main">
            <a:pPr>
              <a:defRPr sz="1125">
                <a:solidFill>
                  <a:srgbClr val="263238"/>
                </a:solidFill>
                <a:latin typeface="Arial"/>
                <a:ea typeface="Arial"/>
                <a:cs typeface="Arial"/>
              </a:defRPr>
            </a:pPr>
          </a:p>
        </c:txPr>
        <c:crossAx val="48650112"/>
        <c:majorUnit val="0.5"/>
      </c:valAx>
      <c:valAx>
        <c:axId val="48650112"/>
        <c:scaling>
          <c:orientation val="minMax"/>
          <c:max val="70"/>
          <c:min val="0"/>
        </c:scaling>
        <c:delete val="0"/>
        <c:axPos val="b"/>
        <c:majorGridlines>
          <c:spPr>
            <a:ln xmlns:a="http://schemas.openxmlformats.org/drawingml/2006/main" w="5715">
              <a:solidFill>
                <a:srgbClr val="D9DFE3"/>
              </a:solidFill>
              <a:prstDash val="solid"/>
            </a:ln>
          </c:spPr>
        </c:majorGridlines>
        <c:title>
          <c:tx>
            <c:rich>
              <a:bodyPr xmlns:a="http://schemas.openxmlformats.org/drawingml/2006/main"/>
              <a:lstStyle xmlns:a="http://schemas.openxmlformats.org/drawingml/2006/main"/>
              <a:p xmlns:a="http://schemas.openxmlformats.org/drawingml/2006/main">
                <a:r>
                  <a:rPr sz="1200">
                    <a:solidFill>
                      <a:srgbClr val="263238"/>
                    </a:solidFill>
                    <a:latin typeface="Arial"/>
                    <a:ea typeface="Arial"/>
                    <a:cs typeface="Arial"/>
                  </a:rPr>
                  <a:t>d_top (% scalar range)</a:t>
                </a:r>
              </a:p>
            </c:rich>
          </c:tx>
          <c:overlay val="0"/>
          <c:txPr>
            <a:bodyPr xmlns:a="http://schemas.openxmlformats.org/drawingml/2006/main" anchorCtr="1"/>
            <a:lstStyle xmlns:a="http://schemas.openxmlformats.org/drawingml/2006/main"/>
            <a:p xmlns:a="http://schemas.openxmlformats.org/drawingml/2006/main">
              <a:pPr>
                <a:defRPr sz="1200">
                  <a:solidFill>
                    <a:srgbClr val="263238"/>
                  </a:solidFill>
                  <a:latin typeface="Arial"/>
                  <a:ea typeface="Arial"/>
                  <a:cs typeface="Arial"/>
                </a:defRPr>
              </a:pPr>
            </a:p>
          </c:txPr>
        </c:title>
        <c:numFmt formatCode="0"/>
        <c:majorTickMark val="none"/>
        <c:minorTickMark val="none"/>
        <c:spPr>
          <a:ln xmlns:a="http://schemas.openxmlformats.org/drawingml/2006/main" w="7620">
            <a:solidFill>
              <a:srgbClr val="263238"/>
            </a:solidFill>
            <a:prstDash val="solid"/>
          </a:ln>
        </c:spPr>
        <c:txPr>
          <a:bodyPr xmlns:a="http://schemas.openxmlformats.org/drawingml/2006/main" anchorCtr="1"/>
          <a:lstStyle xmlns:a="http://schemas.openxmlformats.org/drawingml/2006/main"/>
          <a:p xmlns:a="http://schemas.openxmlformats.org/drawingml/2006/main">
            <a:pPr>
              <a:defRPr sz="1125">
                <a:solidFill>
                  <a:srgbClr val="263238"/>
                </a:solidFill>
                <a:latin typeface="Arial"/>
                <a:ea typeface="Arial"/>
                <a:cs typeface="Arial"/>
              </a:defRPr>
            </a:pPr>
          </a:p>
        </c:txPr>
        <c:crossAx val="48672768"/>
        <c:majorUnit val="2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chartSpace>
</file>

<file path=ppt/main_figures/Fig5/ppt/slides/charts/chart5.xml><?xml version="1.0" encoding="utf-8"?>
<c:chartSpace xmlns:c="http://schemas.openxmlformats.org/drawingml/2006/chart">
  <c:lang val="en-US"/>
  <c:chart>
    <c:plotArea>
      <c:scatterChart>
        <c:scatterStyle val="lineMarker"/>
        <c:varyColors val="0"/>
        <c:ser>
          <c:idx val="0"/>
          <c:order val="0"/>
          <c:tx>
            <c:v>Exact frontier F</c:v>
          </c:tx>
          <c:spPr>
            <a:noFill xmlns:a="http://schemas.openxmlformats.org/drawingml/2006/main"/>
            <a:ln xmlns:a="http://schemas.openxmlformats.org/drawingml/2006/main" w="16193">
              <a:solidFill>
                <a:srgbClr val="0072B2"/>
              </a:solidFill>
              <a:prstDash val="solid"/>
            </a:ln>
          </c:spPr>
          <c:marker>
            <c:symbol val="none"/>
            <c:size val="7"/>
            <c:spPr>
              <a:solidFill xmlns:a="http://schemas.openxmlformats.org/drawingml/2006/main">
                <a:srgbClr val="0072B2"/>
              </a:solidFill>
            </c:spPr>
          </c:marker>
          <c:xVal>
            <c:numLit>
              <c:formatCode>General</c:formatCode>
              <c:ptCount val="246"/>
              <c:pt idx="0">
                <c:v>0</c:v>
              </c:pt>
              <c:pt idx="1">
                <c:v>0.09497556542845864</c:v>
              </c:pt>
              <c:pt idx="2">
                <c:v>0.09497556542845864</c:v>
              </c:pt>
              <c:pt idx="3">
                <c:v>0.14171803682671447</c:v>
              </c:pt>
              <c:pt idx="4">
                <c:v>0.14171803682671447</c:v>
              </c:pt>
              <c:pt idx="5">
                <c:v>0.2362599324466344</c:v>
              </c:pt>
              <c:pt idx="6">
                <c:v>0.2362599324466344</c:v>
              </c:pt>
              <c:pt idx="7">
                <c:v>0.2654397152783113</c:v>
              </c:pt>
              <c:pt idx="8">
                <c:v>0.2654397152783113</c:v>
              </c:pt>
              <c:pt idx="9">
                <c:v>0.3221190451033873</c:v>
              </c:pt>
              <c:pt idx="10">
                <c:v>0.3221190451033873</c:v>
              </c:pt>
              <c:pt idx="11">
                <c:v>0.3567018656362522</c:v>
              </c:pt>
              <c:pt idx="12">
                <c:v>0.3567018656362522</c:v>
              </c:pt>
              <c:pt idx="13">
                <c:v>0.5000000000000001</c:v>
              </c:pt>
              <c:pt idx="14">
                <c:v>0.5000000000000001</c:v>
              </c:pt>
              <c:pt idx="15">
                <c:v>0.5215545909938007</c:v>
              </c:pt>
              <c:pt idx="16">
                <c:v>0.5215545909938007</c:v>
              </c:pt>
              <c:pt idx="17">
                <c:v>0.5391285437112509</c:v>
              </c:pt>
              <c:pt idx="18">
                <c:v>0.5391285437112509</c:v>
              </c:pt>
              <c:pt idx="19">
                <c:v>0.6513157316708047</c:v>
              </c:pt>
              <c:pt idx="20">
                <c:v>0.6513157316708047</c:v>
              </c:pt>
              <c:pt idx="21">
                <c:v>0.6561687033377857</c:v>
              </c:pt>
              <c:pt idx="22">
                <c:v>0.6561687033377857</c:v>
              </c:pt>
              <c:pt idx="23">
                <c:v>0.6656193259186685</c:v>
              </c:pt>
              <c:pt idx="24">
                <c:v>0.6656193259186685</c:v>
              </c:pt>
              <c:pt idx="25">
                <c:v>0.7792483251897278</c:v>
              </c:pt>
              <c:pt idx="26">
                <c:v>0.7792483251897278</c:v>
              </c:pt>
              <c:pt idx="27">
                <c:v>0.8767451830548423</c:v>
              </c:pt>
              <c:pt idx="28">
                <c:v>0.8767451830548423</c:v>
              </c:pt>
              <c:pt idx="29">
                <c:v>0.9561255316022135</c:v>
              </c:pt>
              <c:pt idx="30">
                <c:v>0.9561255316022135</c:v>
              </c:pt>
              <c:pt idx="31">
                <c:v>0.9709604182994993</c:v>
              </c:pt>
              <c:pt idx="32">
                <c:v>0.9709604182994993</c:v>
              </c:pt>
              <c:pt idx="33">
                <c:v>0.9819936540777766</c:v>
              </c:pt>
              <c:pt idx="34">
                <c:v>0.9819936540777766</c:v>
              </c:pt>
              <c:pt idx="35">
                <c:v>1.0000000000000002</c:v>
              </c:pt>
              <c:pt idx="36">
                <c:v>1.0000000000000002</c:v>
              </c:pt>
              <c:pt idx="37">
                <c:v>1.0467287291341931</c:v>
              </c:pt>
              <c:pt idx="38">
                <c:v>1.0467287291341931</c:v>
              </c:pt>
              <c:pt idx="39">
                <c:v>1.0595285592407602</c:v>
              </c:pt>
              <c:pt idx="40">
                <c:v>1.0595285592407602</c:v>
              </c:pt>
              <c:pt idx="41">
                <c:v>1.069392200686918</c:v>
              </c:pt>
              <c:pt idx="42">
                <c:v>1.069392200686918</c:v>
              </c:pt>
              <c:pt idx="43">
                <c:v>1.1488851907430007</c:v>
              </c:pt>
              <c:pt idx="44">
                <c:v>1.1488851907430007</c:v>
              </c:pt>
              <c:pt idx="45">
                <c:v>1.2047478696299194</c:v>
              </c:pt>
              <c:pt idx="46">
                <c:v>1.2047478696299194</c:v>
              </c:pt>
              <c:pt idx="47">
                <c:v>1.2202248129268596</c:v>
              </c:pt>
              <c:pt idx="48">
                <c:v>1.2202248129268596</c:v>
              </c:pt>
              <c:pt idx="49">
                <c:v>1.2271165959015162</c:v>
              </c:pt>
              <c:pt idx="50">
                <c:v>1.2271165959015162</c:v>
              </c:pt>
              <c:pt idx="51">
                <c:v>1.2490385108552247</c:v>
              </c:pt>
              <c:pt idx="52">
                <c:v>1.2490385108552247</c:v>
              </c:pt>
              <c:pt idx="53">
                <c:v>1.2504521617895523</c:v>
              </c:pt>
              <c:pt idx="54">
                <c:v>1.2504521617895523</c:v>
              </c:pt>
              <c:pt idx="55">
                <c:v>1.3510635573705359</c:v>
              </c:pt>
              <c:pt idx="56">
                <c:v>1.3510635573705359</c:v>
              </c:pt>
              <c:pt idx="57">
                <c:v>1.366681302553365</c:v>
              </c:pt>
              <c:pt idx="58">
                <c:v>1.366681302553365</c:v>
              </c:pt>
              <c:pt idx="59">
                <c:v>1.3852577646983464</c:v>
              </c:pt>
              <c:pt idx="60">
                <c:v>1.3852577646983464</c:v>
              </c:pt>
              <c:pt idx="61">
                <c:v>1.3944793495448495</c:v>
              </c:pt>
              <c:pt idx="62">
                <c:v>1.3944793495448495</c:v>
              </c:pt>
              <c:pt idx="63">
                <c:v>1.4363200379556829</c:v>
              </c:pt>
              <c:pt idx="64">
                <c:v>1.4363200379556829</c:v>
              </c:pt>
              <c:pt idx="65">
                <c:v>1.4648352358859626</c:v>
              </c:pt>
              <c:pt idx="66">
                <c:v>1.4648352358859626</c:v>
              </c:pt>
              <c:pt idx="67">
                <c:v>1.485298443301859</c:v>
              </c:pt>
              <c:pt idx="68">
                <c:v>1.485298443301859</c:v>
              </c:pt>
              <c:pt idx="69">
                <c:v>1.5175401978120062</c:v>
              </c:pt>
              <c:pt idx="70">
                <c:v>1.5175401978120062</c:v>
              </c:pt>
              <c:pt idx="71">
                <c:v>1.564239489965256</c:v>
              </c:pt>
              <c:pt idx="72">
                <c:v>1.564239489965256</c:v>
              </c:pt>
              <c:pt idx="73">
                <c:v>1.6497775743221816</c:v>
              </c:pt>
              <c:pt idx="74">
                <c:v>1.6497775743221816</c:v>
              </c:pt>
              <c:pt idx="75">
                <c:v>1.6986508475935604</c:v>
              </c:pt>
              <c:pt idx="76">
                <c:v>1.6986508475935604</c:v>
              </c:pt>
              <c:pt idx="77">
                <c:v>1.7440866774907648</c:v>
              </c:pt>
              <c:pt idx="78">
                <c:v>1.7440866774907648</c:v>
              </c:pt>
              <c:pt idx="79">
                <c:v>1.7601174415388692</c:v>
              </c:pt>
              <c:pt idx="80">
                <c:v>1.7601174415388692</c:v>
              </c:pt>
              <c:pt idx="81">
                <c:v>1.8012146959922075</c:v>
              </c:pt>
              <c:pt idx="82">
                <c:v>1.8012146959922075</c:v>
              </c:pt>
              <c:pt idx="83">
                <c:v>1.8388838938637637</c:v>
              </c:pt>
              <c:pt idx="84">
                <c:v>1.8388838938637637</c:v>
              </c:pt>
              <c:pt idx="85">
                <c:v>1.9935557041922842</c:v>
              </c:pt>
              <c:pt idx="86">
                <c:v>1.9935557041922842</c:v>
              </c:pt>
              <c:pt idx="87">
                <c:v>2.0000000000000004</c:v>
              </c:pt>
              <c:pt idx="88">
                <c:v>2.0000000000000004</c:v>
              </c:pt>
              <c:pt idx="89">
                <c:v>2.1304752127478945</c:v>
              </c:pt>
              <c:pt idx="90">
                <c:v>2.1304752127478945</c:v>
              </c:pt>
              <c:pt idx="91">
                <c:v>2.1330021372599863</c:v>
              </c:pt>
              <c:pt idx="92">
                <c:v>2.1330021372599863</c:v>
              </c:pt>
              <c:pt idx="93">
                <c:v>2.160873401232133</c:v>
              </c:pt>
              <c:pt idx="94">
                <c:v>2.160873401232133</c:v>
              </c:pt>
              <c:pt idx="95">
                <c:v>2.184644514287186</c:v>
              </c:pt>
              <c:pt idx="96">
                <c:v>2.184644514287186</c:v>
              </c:pt>
              <c:pt idx="97">
                <c:v>2.4921032670317906</c:v>
              </c:pt>
              <c:pt idx="98">
                <c:v>2.4921032670317906</c:v>
              </c:pt>
              <c:pt idx="99">
                <c:v>2.5885319079226257</c:v>
              </c:pt>
              <c:pt idx="100">
                <c:v>2.5885319079226257</c:v>
              </c:pt>
              <c:pt idx="101">
                <c:v>2.5970325871133757</c:v>
              </c:pt>
              <c:pt idx="102">
                <c:v>2.5970325871133757</c:v>
              </c:pt>
              <c:pt idx="103">
                <c:v>2.652594888643731</c:v>
              </c:pt>
              <c:pt idx="104">
                <c:v>2.652594888643731</c:v>
              </c:pt>
              <c:pt idx="105">
                <c:v>2.752457218191784</c:v>
              </c:pt>
              <c:pt idx="106">
                <c:v>2.752457218191784</c:v>
              </c:pt>
              <c:pt idx="107">
                <c:v>2.8927315663485142</c:v>
              </c:pt>
              <c:pt idx="108">
                <c:v>2.8927315663485142</c:v>
              </c:pt>
              <c:pt idx="109">
                <c:v>2.947084849018701</c:v>
              </c:pt>
              <c:pt idx="110">
                <c:v>2.947084849018701</c:v>
              </c:pt>
              <c:pt idx="111">
                <c:v>3.013657858025591</c:v>
              </c:pt>
              <c:pt idx="112">
                <c:v>3.013657858025591</c:v>
              </c:pt>
              <c:pt idx="113">
                <c:v>3.051214414388436</c:v>
              </c:pt>
              <c:pt idx="114">
                <c:v>3.051214414388436</c:v>
              </c:pt>
              <c:pt idx="115">
                <c:v>3.085348546244934</c:v>
              </c:pt>
              <c:pt idx="116">
                <c:v>3.085348546244934</c:v>
              </c:pt>
              <c:pt idx="117">
                <c:v>3.14338708360846</c:v>
              </c:pt>
              <c:pt idx="118">
                <c:v>3.14338708360846</c:v>
              </c:pt>
              <c:pt idx="119">
                <c:v>3.246424026343695</c:v>
              </c:pt>
              <c:pt idx="120">
                <c:v>3.246424026343695</c:v>
              </c:pt>
              <c:pt idx="121">
                <c:v>3.2924962807651186</c:v>
              </c:pt>
              <c:pt idx="122">
                <c:v>3.2924962807651186</c:v>
              </c:pt>
              <c:pt idx="123">
                <c:v>3.423044034644623</c:v>
              </c:pt>
              <c:pt idx="124">
                <c:v>3.423044034644623</c:v>
              </c:pt>
              <c:pt idx="125">
                <c:v>3.425631034628027</c:v>
              </c:pt>
              <c:pt idx="126">
                <c:v>3.425631034628027</c:v>
              </c:pt>
              <c:pt idx="127">
                <c:v>3.4737852796021325</c:v>
              </c:pt>
              <c:pt idx="128">
                <c:v>3.4737852796021325</c:v>
              </c:pt>
              <c:pt idx="129">
                <c:v>3.5207305057160685</c:v>
              </c:pt>
              <c:pt idx="130">
                <c:v>3.5207305057160685</c:v>
              </c:pt>
              <c:pt idx="131">
                <c:v>3.579180184586391</c:v>
              </c:pt>
              <c:pt idx="132">
                <c:v>3.579180184586391</c:v>
              </c:pt>
              <c:pt idx="133">
                <c:v>3.5880112788693617</c:v>
              </c:pt>
              <c:pt idx="134">
                <c:v>3.5880112788693617</c:v>
              </c:pt>
              <c:pt idx="135">
                <c:v>3.62574055221223</c:v>
              </c:pt>
              <c:pt idx="136">
                <c:v>3.62574055221223</c:v>
              </c:pt>
              <c:pt idx="137">
                <c:v>3.6543496180664365</c:v>
              </c:pt>
              <c:pt idx="138">
                <c:v>3.6543496180664365</c:v>
              </c:pt>
              <c:pt idx="139">
                <c:v>3.720716117640689</c:v>
              </c:pt>
              <c:pt idx="140">
                <c:v>3.720716117640689</c:v>
              </c:pt>
              <c:pt idx="141">
                <c:v>3.8550185884772397</c:v>
              </c:pt>
              <c:pt idx="142">
                <c:v>3.8550185884772397</c:v>
              </c:pt>
              <c:pt idx="143">
                <c:v>3.9450172765791347</c:v>
              </c:pt>
              <c:pt idx="144">
                <c:v>3.9450172765791347</c:v>
              </c:pt>
              <c:pt idx="145">
                <c:v>4.1524428601541405</c:v>
              </c:pt>
              <c:pt idx="146">
                <c:v>4.1524428601541405</c:v>
              </c:pt>
              <c:pt idx="147">
                <c:v>4.154631860140098</c:v>
              </c:pt>
              <c:pt idx="148">
                <c:v>4.154631860140098</c:v>
              </c:pt>
              <c:pt idx="149">
                <c:v>4.2579278783453685</c:v>
              </c:pt>
              <c:pt idx="150">
                <c:v>4.2579278783453685</c:v>
              </c:pt>
              <c:pt idx="151">
                <c:v>4.292245991332762</c:v>
              </c:pt>
              <c:pt idx="152">
                <c:v>4.292245991332762</c:v>
              </c:pt>
              <c:pt idx="153">
                <c:v>4.3290516043041976</c:v>
              </c:pt>
              <c:pt idx="154">
                <c:v>4.3290516043041976</c:v>
              </c:pt>
              <c:pt idx="155">
                <c:v>4.402277971758972</c:v>
              </c:pt>
              <c:pt idx="156">
                <c:v>4.402277971758972</c:v>
              </c:pt>
              <c:pt idx="157">
                <c:v>4.637758800437019</c:v>
              </c:pt>
              <c:pt idx="158">
                <c:v>4.637758800437019</c:v>
              </c:pt>
              <c:pt idx="159">
                <c:v>4.648572385273309</c:v>
              </c:pt>
              <c:pt idx="160">
                <c:v>4.648572385273309</c:v>
              </c:pt>
              <c:pt idx="161">
                <c:v>4.974173930354356</c:v>
              </c:pt>
              <c:pt idx="162">
                <c:v>4.974173930354356</c:v>
              </c:pt>
              <c:pt idx="163">
                <c:v>5</c:v>
              </c:pt>
              <c:pt idx="164">
                <c:v>5</c:v>
              </c:pt>
              <c:pt idx="165">
                <c:v>5.072821608966805</c:v>
              </c:pt>
              <c:pt idx="166">
                <c:v>5.072821608966805</c:v>
              </c:pt>
              <c:pt idx="167">
                <c:v>5.082135184378755</c:v>
              </c:pt>
              <c:pt idx="168">
                <c:v>5.082135184378755</c:v>
              </c:pt>
              <c:pt idx="169">
                <c:v>5.08464521266454</c:v>
              </c:pt>
              <c:pt idx="170">
                <c:v>5.08464521266454</c:v>
              </c:pt>
              <c:pt idx="171">
                <c:v>5.160526165007946</c:v>
              </c:pt>
              <c:pt idx="172">
                <c:v>5.160526165007946</c:v>
              </c:pt>
              <c:pt idx="173">
                <c:v>5.3530004656599965</c:v>
              </c:pt>
              <c:pt idx="174">
                <c:v>5.3530004656599965</c:v>
              </c:pt>
              <c:pt idx="175">
                <c:v>5.427886418009785</c:v>
              </c:pt>
              <c:pt idx="176">
                <c:v>5.427886418009785</c:v>
              </c:pt>
              <c:pt idx="177">
                <c:v>5.513749285383495</c:v>
              </c:pt>
              <c:pt idx="178">
                <c:v>5.513749285383495</c:v>
              </c:pt>
              <c:pt idx="179">
                <c:v>5.705375020003254</c:v>
              </c:pt>
              <c:pt idx="180">
                <c:v>5.705375020003254</c:v>
              </c:pt>
              <c:pt idx="181">
                <c:v>5.865498679353405</c:v>
              </c:pt>
              <c:pt idx="182">
                <c:v>5.865498679353405</c:v>
              </c:pt>
              <c:pt idx="183">
                <c:v>5.9935157540038615</c:v>
              </c:pt>
              <c:pt idx="184">
                <c:v>5.9935157540038615</c:v>
              </c:pt>
              <c:pt idx="185">
                <c:v>5.999435065286643</c:v>
              </c:pt>
              <c:pt idx="186">
                <c:v>5.999435065286643</c:v>
              </c:pt>
              <c:pt idx="187">
                <c:v>6.597612165222866</c:v>
              </c:pt>
              <c:pt idx="188">
                <c:v>6.597612165222866</c:v>
              </c:pt>
              <c:pt idx="189">
                <c:v>6.8111429185700265</c:v>
              </c:pt>
              <c:pt idx="190">
                <c:v>6.8111429185700265</c:v>
              </c:pt>
              <c:pt idx="191">
                <c:v>7.003696068278176</c:v>
              </c:pt>
              <c:pt idx="192">
                <c:v>7.003696068278176</c:v>
              </c:pt>
              <c:pt idx="193">
                <c:v>7.107176067614342</c:v>
              </c:pt>
              <c:pt idx="194">
                <c:v>7.107176067614342</c:v>
              </c:pt>
              <c:pt idx="195">
                <c:v>7.15408186920023</c:v>
              </c:pt>
              <c:pt idx="196">
                <c:v>7.15408186920023</c:v>
              </c:pt>
              <c:pt idx="197">
                <c:v>7.702099705307284</c:v>
              </c:pt>
              <c:pt idx="198">
                <c:v>7.702099705307284</c:v>
              </c:pt>
              <c:pt idx="199">
                <c:v>7.8669205155706985</c:v>
              </c:pt>
              <c:pt idx="200">
                <c:v>7.8669205155706985</c:v>
              </c:pt>
              <c:pt idx="201">
                <c:v>8.13236023084901</c:v>
              </c:pt>
              <c:pt idx="202">
                <c:v>8.13236023084901</c:v>
              </c:pt>
              <c:pt idx="203">
                <c:v>8.202828758698834</c:v>
              </c:pt>
              <c:pt idx="204">
                <c:v>8.202828758698834</c:v>
              </c:pt>
              <c:pt idx="205">
                <c:v>9.399299354796947</c:v>
              </c:pt>
              <c:pt idx="206">
                <c:v>9.399299354796947</c:v>
              </c:pt>
              <c:pt idx="207">
                <c:v>9.399674826492651</c:v>
              </c:pt>
              <c:pt idx="208">
                <c:v>9.399674826492651</c:v>
              </c:pt>
              <c:pt idx="209">
                <c:v>9.94083842679462</c:v>
              </c:pt>
              <c:pt idx="210">
                <c:v>9.94083842679462</c:v>
              </c:pt>
              <c:pt idx="211">
                <c:v>10</c:v>
              </c:pt>
              <c:pt idx="212">
                <c:v>10</c:v>
              </c:pt>
              <c:pt idx="213">
                <c:v>10.123426557698773</c:v>
              </c:pt>
              <c:pt idx="214">
                <c:v>10.123426557698773</c:v>
              </c:pt>
              <c:pt idx="215">
                <c:v>12.346384203815647</c:v>
              </c:pt>
              <c:pt idx="216">
                <c:v>12.346384203815647</c:v>
              </c:pt>
              <c:pt idx="217">
                <c:v>15</c:v>
              </c:pt>
              <c:pt idx="218">
                <c:v>15</c:v>
              </c:pt>
              <c:pt idx="219">
                <c:v>16.34604387627066</c:v>
              </c:pt>
              <c:pt idx="220">
                <c:v>16.34604387627066</c:v>
              </c:pt>
              <c:pt idx="221">
                <c:v>17.683425245049726</c:v>
              </c:pt>
              <c:pt idx="222">
                <c:v>17.683425245049726</c:v>
              </c:pt>
              <c:pt idx="223">
                <c:v>20</c:v>
              </c:pt>
              <c:pt idx="224">
                <c:v>20</c:v>
              </c:pt>
              <c:pt idx="225">
                <c:v>20.545154113483918</c:v>
              </c:pt>
              <c:pt idx="226">
                <c:v>20.545154113483918</c:v>
              </c:pt>
              <c:pt idx="227">
                <c:v>20.785806126091057</c:v>
              </c:pt>
              <c:pt idx="228">
                <c:v>20.785806126091057</c:v>
              </c:pt>
              <c:pt idx="229">
                <c:v>25.39159820503503</c:v>
              </c:pt>
              <c:pt idx="230">
                <c:v>25.39159820503503</c:v>
              </c:pt>
              <c:pt idx="231">
                <c:v>28.66695279487238</c:v>
              </c:pt>
              <c:pt idx="232">
                <c:v>28.66695279487238</c:v>
              </c:pt>
              <c:pt idx="233">
                <c:v>30</c:v>
              </c:pt>
              <c:pt idx="234">
                <c:v>30</c:v>
              </c:pt>
              <c:pt idx="235">
                <c:v>30.15788894568524</c:v>
              </c:pt>
              <c:pt idx="236">
                <c:v>30.15788894568524</c:v>
              </c:pt>
              <c:pt idx="237">
                <c:v>34.118102735138585</c:v>
              </c:pt>
              <c:pt idx="238">
                <c:v>34.118102735138585</c:v>
              </c:pt>
              <c:pt idx="239">
                <c:v>35.825382626308865</c:v>
              </c:pt>
              <c:pt idx="240">
                <c:v>35.825382626308865</c:v>
              </c:pt>
              <c:pt idx="241">
                <c:v>36.16915981749973</c:v>
              </c:pt>
              <c:pt idx="242">
                <c:v>36.16915981749973</c:v>
              </c:pt>
              <c:pt idx="243">
                <c:v>50</c:v>
              </c:pt>
              <c:pt idx="244">
                <c:v>50</c:v>
              </c:pt>
              <c:pt idx="245">
                <c:v>70</c:v>
              </c:pt>
            </c:numLit>
          </c:xVal>
          <c:yVal>
            <c:numLit>
              <c:formatCode>0.0</c:formatCode>
              <c:ptCount val="246"/>
              <c:pt idx="0">
                <c:v>2.8756085619104135</c:v>
              </c:pt>
              <c:pt idx="1">
                <c:v>2.8756085619104135</c:v>
              </c:pt>
              <c:pt idx="2">
                <c:v>2.812496299733189</c:v>
              </c:pt>
              <c:pt idx="3">
                <c:v>2.812496299733189</c:v>
              </c:pt>
              <c:pt idx="4">
                <c:v>2.812496299733189</c:v>
              </c:pt>
              <c:pt idx="5">
                <c:v>2.812496299733189</c:v>
              </c:pt>
              <c:pt idx="6">
                <c:v>2.812496299733189</c:v>
              </c:pt>
              <c:pt idx="7">
                <c:v>2.812496299733189</c:v>
              </c:pt>
              <c:pt idx="8">
                <c:v>2.8019412777479538</c:v>
              </c:pt>
              <c:pt idx="9">
                <c:v>2.8019412777479538</c:v>
              </c:pt>
              <c:pt idx="10">
                <c:v>2.8019412777479538</c:v>
              </c:pt>
              <c:pt idx="11">
                <c:v>2.8019412777479538</c:v>
              </c:pt>
              <c:pt idx="12">
                <c:v>2.8019412777479538</c:v>
              </c:pt>
              <c:pt idx="13">
                <c:v>2.8019412777479538</c:v>
              </c:pt>
              <c:pt idx="14">
                <c:v>2.8019412777479538</c:v>
              </c:pt>
              <c:pt idx="15">
                <c:v>2.8019412777479538</c:v>
              </c:pt>
              <c:pt idx="16">
                <c:v>2.8019412777479538</c:v>
              </c:pt>
              <c:pt idx="17">
                <c:v>2.8019412777479538</c:v>
              </c:pt>
              <c:pt idx="18">
                <c:v>2.7683203696279666</c:v>
              </c:pt>
              <c:pt idx="19">
                <c:v>2.7683203696279666</c:v>
              </c:pt>
              <c:pt idx="20">
                <c:v>2.7143866114150605</c:v>
              </c:pt>
              <c:pt idx="21">
                <c:v>2.7143866114150605</c:v>
              </c:pt>
              <c:pt idx="22">
                <c:v>2.5635018131707565</c:v>
              </c:pt>
              <c:pt idx="23">
                <c:v>2.5635018131707565</c:v>
              </c:pt>
              <c:pt idx="24">
                <c:v>2.5635018131707565</c:v>
              </c:pt>
              <c:pt idx="25">
                <c:v>2.5635018131707565</c:v>
              </c:pt>
              <c:pt idx="26">
                <c:v>2.328176839044573</c:v>
              </c:pt>
              <c:pt idx="27">
                <c:v>2.328176839044573</c:v>
              </c:pt>
              <c:pt idx="28">
                <c:v>2.220888646762126</c:v>
              </c:pt>
              <c:pt idx="29">
                <c:v>2.220888646762126</c:v>
              </c:pt>
              <c:pt idx="30">
                <c:v>2.220888646762126</c:v>
              </c:pt>
              <c:pt idx="31">
                <c:v>2.220888646762126</c:v>
              </c:pt>
              <c:pt idx="32">
                <c:v>2.220888646762126</c:v>
              </c:pt>
              <c:pt idx="33">
                <c:v>2.220888646762126</c:v>
              </c:pt>
              <c:pt idx="34">
                <c:v>2.220888646762126</c:v>
              </c:pt>
              <c:pt idx="35">
                <c:v>2.220888646762126</c:v>
              </c:pt>
              <c:pt idx="36">
                <c:v>2.220888646762126</c:v>
              </c:pt>
              <c:pt idx="37">
                <c:v>2.220888646762126</c:v>
              </c:pt>
              <c:pt idx="38">
                <c:v>2.1855674683143063</c:v>
              </c:pt>
              <c:pt idx="39">
                <c:v>2.1855674683143063</c:v>
              </c:pt>
              <c:pt idx="40">
                <c:v>2.113260903415993</c:v>
              </c:pt>
              <c:pt idx="41">
                <c:v>2.113260903415993</c:v>
              </c:pt>
              <c:pt idx="42">
                <c:v>2.049351447361218</c:v>
              </c:pt>
              <c:pt idx="43">
                <c:v>2.049351447361218</c:v>
              </c:pt>
              <c:pt idx="44">
                <c:v>2.049351447361218</c:v>
              </c:pt>
              <c:pt idx="45">
                <c:v>2.049351447361218</c:v>
              </c:pt>
              <c:pt idx="46">
                <c:v>2.0182657055488784</c:v>
              </c:pt>
              <c:pt idx="47">
                <c:v>2.0182657055488784</c:v>
              </c:pt>
              <c:pt idx="48">
                <c:v>1.9459591406505654</c:v>
              </c:pt>
              <c:pt idx="49">
                <c:v>1.9459591406505654</c:v>
              </c:pt>
              <c:pt idx="50">
                <c:v>1.9459591406505654</c:v>
              </c:pt>
              <c:pt idx="51">
                <c:v>1.9459591406505654</c:v>
              </c:pt>
              <c:pt idx="52">
                <c:v>1.9029418588320741</c:v>
              </c:pt>
              <c:pt idx="53">
                <c:v>1.9029418588320741</c:v>
              </c:pt>
              <c:pt idx="54">
                <c:v>1.9029418588320741</c:v>
              </c:pt>
              <c:pt idx="55">
                <c:v>1.9029418588320741</c:v>
              </c:pt>
              <c:pt idx="56">
                <c:v>1.9029418588320741</c:v>
              </c:pt>
              <c:pt idx="57">
                <c:v>1.9029418588320741</c:v>
              </c:pt>
              <c:pt idx="58">
                <c:v>1.8896338008050062</c:v>
              </c:pt>
              <c:pt idx="59">
                <c:v>1.8896338008050062</c:v>
              </c:pt>
              <c:pt idx="60">
                <c:v>1.8896338008050062</c:v>
              </c:pt>
              <c:pt idx="61">
                <c:v>1.8896338008050062</c:v>
              </c:pt>
              <c:pt idx="62">
                <c:v>1.8896338008050062</c:v>
              </c:pt>
              <c:pt idx="63">
                <c:v>1.8896338008050062</c:v>
              </c:pt>
              <c:pt idx="64">
                <c:v>1.7932620849169745</c:v>
              </c:pt>
              <c:pt idx="65">
                <c:v>1.7932620849169745</c:v>
              </c:pt>
              <c:pt idx="66">
                <c:v>1.7932620849169745</c:v>
              </c:pt>
              <c:pt idx="67">
                <c:v>1.7932620849169745</c:v>
              </c:pt>
              <c:pt idx="68">
                <c:v>1.7526205859743669</c:v>
              </c:pt>
              <c:pt idx="69">
                <c:v>1.7526205859743669</c:v>
              </c:pt>
              <c:pt idx="70">
                <c:v>1.7526205859743669</c:v>
              </c:pt>
              <c:pt idx="71">
                <c:v>1.7526205859743669</c:v>
              </c:pt>
              <c:pt idx="72">
                <c:v>1.7526205859743669</c:v>
              </c:pt>
              <c:pt idx="73">
                <c:v>1.7526205859743669</c:v>
              </c:pt>
              <c:pt idx="74">
                <c:v>1.6879139360420403</c:v>
              </c:pt>
              <c:pt idx="75">
                <c:v>1.6879139360420403</c:v>
              </c:pt>
              <c:pt idx="76">
                <c:v>1.6879139360420403</c:v>
              </c:pt>
              <c:pt idx="77">
                <c:v>1.6879139360420403</c:v>
              </c:pt>
              <c:pt idx="78">
                <c:v>1.6879139360420403</c:v>
              </c:pt>
              <c:pt idx="79">
                <c:v>1.6879139360420403</c:v>
              </c:pt>
              <c:pt idx="80">
                <c:v>1.6879139360420403</c:v>
              </c:pt>
              <c:pt idx="81">
                <c:v>1.6879139360420403</c:v>
              </c:pt>
              <c:pt idx="82">
                <c:v>1.6879139360420403</c:v>
              </c:pt>
              <c:pt idx="83">
                <c:v>1.6879139360420403</c:v>
              </c:pt>
              <c:pt idx="84">
                <c:v>1.6879139360420403</c:v>
              </c:pt>
              <c:pt idx="85">
                <c:v>1.6879139360420403</c:v>
              </c:pt>
              <c:pt idx="86">
                <c:v>1.6879139360420403</c:v>
              </c:pt>
              <c:pt idx="87">
                <c:v>1.6879139360420403</c:v>
              </c:pt>
              <c:pt idx="88">
                <c:v>1.6879139360420403</c:v>
              </c:pt>
              <c:pt idx="89">
                <c:v>1.6879139360420403</c:v>
              </c:pt>
              <c:pt idx="90">
                <c:v>1.6879139360420403</c:v>
              </c:pt>
              <c:pt idx="91">
                <c:v>1.6879139360420403</c:v>
              </c:pt>
              <c:pt idx="92">
                <c:v>1.6879139360420403</c:v>
              </c:pt>
              <c:pt idx="93">
                <c:v>1.6879139360420403</c:v>
              </c:pt>
              <c:pt idx="94">
                <c:v>1.574620216548709</c:v>
              </c:pt>
              <c:pt idx="95">
                <c:v>1.574620216548709</c:v>
              </c:pt>
              <c:pt idx="96">
                <c:v>1.5640651945634738</c:v>
              </c:pt>
              <c:pt idx="97">
                <c:v>1.5640651945634738</c:v>
              </c:pt>
              <c:pt idx="98">
                <c:v>1.5640651945634738</c:v>
              </c:pt>
              <c:pt idx="99">
                <c:v>1.5640651945634738</c:v>
              </c:pt>
              <c:pt idx="100">
                <c:v>1.5640651945634738</c:v>
              </c:pt>
              <c:pt idx="101">
                <c:v>1.5640651945634738</c:v>
              </c:pt>
              <c:pt idx="102">
                <c:v>1.5640651945634738</c:v>
              </c:pt>
              <c:pt idx="103">
                <c:v>1.5640651945634738</c:v>
              </c:pt>
              <c:pt idx="104">
                <c:v>1.5640651945634738</c:v>
              </c:pt>
              <c:pt idx="105">
                <c:v>1.5640651945634738</c:v>
              </c:pt>
              <c:pt idx="106">
                <c:v>1.4979820266102304</c:v>
              </c:pt>
              <c:pt idx="107">
                <c:v>1.4979820266102304</c:v>
              </c:pt>
              <c:pt idx="108">
                <c:v>1.4979820266102304</c:v>
              </c:pt>
              <c:pt idx="109">
                <c:v>1.4979820266102304</c:v>
              </c:pt>
              <c:pt idx="110">
                <c:v>1.4979820266102304</c:v>
              </c:pt>
              <c:pt idx="111">
                <c:v>1.4979820266102304</c:v>
              </c:pt>
              <c:pt idx="112">
                <c:v>1.4334932464120895</c:v>
              </c:pt>
              <c:pt idx="113">
                <c:v>1.4334932464120895</c:v>
              </c:pt>
              <c:pt idx="114">
                <c:v>1.3909117040619694</c:v>
              </c:pt>
              <c:pt idx="115">
                <c:v>1.3909117040619694</c:v>
              </c:pt>
              <c:pt idx="116">
                <c:v>1.3909117040619694</c:v>
              </c:pt>
              <c:pt idx="117">
                <c:v>1.3909117040619694</c:v>
              </c:pt>
              <c:pt idx="118">
                <c:v>1.3909117040619694</c:v>
              </c:pt>
              <c:pt idx="119">
                <c:v>1.3909117040619694</c:v>
              </c:pt>
              <c:pt idx="120">
                <c:v>1.3909117040619694</c:v>
              </c:pt>
              <c:pt idx="121">
                <c:v>1.3909117040619694</c:v>
              </c:pt>
              <c:pt idx="122">
                <c:v>1.3686430118047679</c:v>
              </c:pt>
              <c:pt idx="123">
                <c:v>1.3686430118047679</c:v>
              </c:pt>
              <c:pt idx="124">
                <c:v>1.3686430118047679</c:v>
              </c:pt>
              <c:pt idx="125">
                <c:v>1.3686430118047679</c:v>
              </c:pt>
              <c:pt idx="126">
                <c:v>1.3686430118047679</c:v>
              </c:pt>
              <c:pt idx="127">
                <c:v>1.3686430118047679</c:v>
              </c:pt>
              <c:pt idx="128">
                <c:v>1.3512852687310974</c:v>
              </c:pt>
              <c:pt idx="129">
                <c:v>1.3512852687310974</c:v>
              </c:pt>
              <c:pt idx="130">
                <c:v>1.3512852687310974</c:v>
              </c:pt>
              <c:pt idx="131">
                <c:v>1.3512852687310974</c:v>
              </c:pt>
              <c:pt idx="132">
                <c:v>1.3512852687310974</c:v>
              </c:pt>
              <c:pt idx="133">
                <c:v>1.3512852687310974</c:v>
              </c:pt>
              <c:pt idx="134">
                <c:v>1.3079065325034263</c:v>
              </c:pt>
              <c:pt idx="135">
                <c:v>1.3079065325034263</c:v>
              </c:pt>
              <c:pt idx="136">
                <c:v>1.3079065325034263</c:v>
              </c:pt>
              <c:pt idx="137">
                <c:v>1.3079065325034263</c:v>
              </c:pt>
              <c:pt idx="138">
                <c:v>1.3079065325034263</c:v>
              </c:pt>
              <c:pt idx="139">
                <c:v>1.3079065325034263</c:v>
              </c:pt>
              <c:pt idx="140">
                <c:v>1.2087180649147145</c:v>
              </c:pt>
              <c:pt idx="141">
                <c:v>1.2087180649147145</c:v>
              </c:pt>
              <c:pt idx="142">
                <c:v>1.2087180649147145</c:v>
              </c:pt>
              <c:pt idx="143">
                <c:v>1.2087180649147145</c:v>
              </c:pt>
              <c:pt idx="144">
                <c:v>1.2087180649147145</c:v>
              </c:pt>
              <c:pt idx="145">
                <c:v>1.2087180649147145</c:v>
              </c:pt>
              <c:pt idx="146">
                <c:v>1.2087180649147145</c:v>
              </c:pt>
              <c:pt idx="147">
                <c:v>1.2087180649147145</c:v>
              </c:pt>
              <c:pt idx="148">
                <c:v>1.2087180649147145</c:v>
              </c:pt>
              <c:pt idx="149">
                <c:v>1.2087180649147145</c:v>
              </c:pt>
              <c:pt idx="150">
                <c:v>1.1876080209442446</c:v>
              </c:pt>
              <c:pt idx="151">
                <c:v>1.1876080209442446</c:v>
              </c:pt>
              <c:pt idx="152">
                <c:v>1.1653393286870433</c:v>
              </c:pt>
              <c:pt idx="153">
                <c:v>1.1653393286870433</c:v>
              </c:pt>
              <c:pt idx="154">
                <c:v>1.0689676127990115</c:v>
              </c:pt>
              <c:pt idx="155">
                <c:v>1.0689676127990115</c:v>
              </c:pt>
              <c:pt idx="156">
                <c:v>1.0299205016115056</c:v>
              </c:pt>
              <c:pt idx="157">
                <c:v>1.0299205016115056</c:v>
              </c:pt>
              <c:pt idx="158">
                <c:v>0.9884818087913465</c:v>
              </c:pt>
              <c:pt idx="159">
                <c:v>0.9884818087913465</c:v>
              </c:pt>
              <c:pt idx="160">
                <c:v>0.9234137044498396</c:v>
              </c:pt>
              <c:pt idx="161">
                <c:v>0.9234137044498396</c:v>
              </c:pt>
              <c:pt idx="162">
                <c:v>0.858707054517513</c:v>
              </c:pt>
              <c:pt idx="163">
                <c:v>0.858707054517513</c:v>
              </c:pt>
              <c:pt idx="164">
                <c:v>0.858707054517513</c:v>
              </c:pt>
              <c:pt idx="165">
                <c:v>0.858707054517513</c:v>
              </c:pt>
              <c:pt idx="166">
                <c:v>0.8407699873004768</c:v>
              </c:pt>
              <c:pt idx="167">
                <c:v>0.8407699873004768</c:v>
              </c:pt>
              <c:pt idx="168">
                <c:v>0.7250846861744926</c:v>
              </c:pt>
              <c:pt idx="169">
                <c:v>0.7250846861744926</c:v>
              </c:pt>
              <c:pt idx="170">
                <c:v>0.6882112868854544</c:v>
              </c:pt>
              <c:pt idx="171">
                <c:v>0.6882112868854544</c:v>
              </c:pt>
              <c:pt idx="172">
                <c:v>0.6258962185857809</c:v>
              </c:pt>
              <c:pt idx="173">
                <c:v>0.6258962185857809</c:v>
              </c:pt>
              <c:pt idx="174">
                <c:v>0.5979834535268757</c:v>
              </c:pt>
              <c:pt idx="175">
                <c:v>0.5979834535268757</c:v>
              </c:pt>
              <c:pt idx="176">
                <c:v>0.5732594639781744</c:v>
              </c:pt>
              <c:pt idx="177">
                <c:v>0.5732594639781744</c:v>
              </c:pt>
              <c:pt idx="178">
                <c:v>0.5732594639781744</c:v>
              </c:pt>
              <c:pt idx="179">
                <c:v>0.5732594639781744</c:v>
              </c:pt>
              <c:pt idx="180">
                <c:v>0.5447673747759033</c:v>
              </c:pt>
              <c:pt idx="181">
                <c:v>0.5447673747759033</c:v>
              </c:pt>
              <c:pt idx="182">
                <c:v>0.5447673747759033</c:v>
              </c:pt>
              <c:pt idx="183">
                <c:v>0.5447673747759033</c:v>
              </c:pt>
              <c:pt idx="184">
                <c:v>0.49458591745979674</c:v>
              </c:pt>
              <c:pt idx="185">
                <c:v>0.49458591745979674</c:v>
              </c:pt>
              <c:pt idx="186">
                <c:v>0.49458591745979674</c:v>
              </c:pt>
              <c:pt idx="187">
                <c:v>0.49458591745979674</c:v>
              </c:pt>
              <c:pt idx="188">
                <c:v>0.4593069059258605</c:v>
              </c:pt>
              <c:pt idx="189">
                <c:v>0.4593069059258605</c:v>
              </c:pt>
              <c:pt idx="190">
                <c:v>0.4593069059258605</c:v>
              </c:pt>
              <c:pt idx="191">
                <c:v>0.4593069059258605</c:v>
              </c:pt>
              <c:pt idx="192">
                <c:v>0.44194916285219005</c:v>
              </c:pt>
              <c:pt idx="193">
                <c:v>0.44194916285219005</c:v>
              </c:pt>
              <c:pt idx="194">
                <c:v>0.43999332068790764</c:v>
              </c:pt>
              <c:pt idx="195">
                <c:v>0.43999332068790764</c:v>
              </c:pt>
              <c:pt idx="196">
                <c:v>0.33725462317981153</c:v>
              </c:pt>
              <c:pt idx="197">
                <c:v>0.33725462317981153</c:v>
              </c:pt>
              <c:pt idx="198">
                <c:v>0.2353131195492663</c:v>
              </c:pt>
              <c:pt idx="199">
                <c:v>0.2353131195492663</c:v>
              </c:pt>
              <c:pt idx="200">
                <c:v>0.2353131195492663</c:v>
              </c:pt>
              <c:pt idx="201">
                <c:v>0.2353131195492663</c:v>
              </c:pt>
              <c:pt idx="202">
                <c:v>0.20682103034699528</c:v>
              </c:pt>
              <c:pt idx="203">
                <c:v>0.20682103034699528</c:v>
              </c:pt>
              <c:pt idx="204">
                <c:v>0.14767893880075572</c:v>
              </c:pt>
              <c:pt idx="205">
                <c:v>0.14767893880075572</c:v>
              </c:pt>
              <c:pt idx="206">
                <c:v>0.14767893880075572</c:v>
              </c:pt>
              <c:pt idx="207">
                <c:v>0.14767893880075572</c:v>
              </c:pt>
              <c:pt idx="208">
                <c:v>0.11160273338926846</c:v>
              </c:pt>
              <c:pt idx="209">
                <c:v>0.11160273338926846</c:v>
              </c:pt>
              <c:pt idx="210">
                <c:v>0.11160273338926846</c:v>
              </c:pt>
              <c:pt idx="211">
                <c:v>0.11160273338926846</c:v>
              </c:pt>
              <c:pt idx="212">
                <c:v>0.11160273338926846</c:v>
              </c:pt>
              <c:pt idx="213">
                <c:v>0.11160273338926846</c:v>
              </c:pt>
              <c:pt idx="214">
                <c:v>0.09366566617223246</c:v>
              </c:pt>
              <c:pt idx="215">
                <c:v>0.09366566617223246</c:v>
              </c:pt>
              <c:pt idx="216">
                <c:v>0.04783163265306124</c:v>
              </c:pt>
              <c:pt idx="217">
                <c:v>0.04783163265306124</c:v>
              </c:pt>
              <c:pt idx="218">
                <c:v>0.04783163265306124</c:v>
              </c:pt>
              <c:pt idx="219">
                <c:v>0.04783163265306124</c:v>
              </c:pt>
              <c:pt idx="220">
                <c:v>0.04783163265306124</c:v>
              </c:pt>
              <c:pt idx="221">
                <c:v>0.04783163265306124</c:v>
              </c:pt>
              <c:pt idx="222">
                <c:v>0.04783163265306124</c:v>
              </c:pt>
              <c:pt idx="223">
                <c:v>0.04783163265306124</c:v>
              </c:pt>
              <c:pt idx="224">
                <c:v>0.04783163265306124</c:v>
              </c:pt>
              <c:pt idx="225">
                <c:v>0.04783163265306124</c:v>
              </c:pt>
              <c:pt idx="226">
                <c:v>0.04783163265306124</c:v>
              </c:pt>
              <c:pt idx="227">
                <c:v>0.04783163265306124</c:v>
              </c:pt>
              <c:pt idx="228">
                <c:v>0.04783163265306124</c:v>
              </c:pt>
              <c:pt idx="229">
                <c:v>0.04783163265306124</c:v>
              </c:pt>
              <c:pt idx="230">
                <c:v>0.04783163265306124</c:v>
              </c:pt>
              <c:pt idx="231">
                <c:v>0.04783163265306124</c:v>
              </c:pt>
              <c:pt idx="232">
                <c:v>0.04783163265306124</c:v>
              </c:pt>
              <c:pt idx="233">
                <c:v>0.04783163265306124</c:v>
              </c:pt>
              <c:pt idx="234">
                <c:v>0.04783163265306124</c:v>
              </c:pt>
              <c:pt idx="235">
                <c:v>0.04783163265306124</c:v>
              </c:pt>
              <c:pt idx="236">
                <c:v>0.04783163265306124</c:v>
              </c:pt>
              <c:pt idx="237">
                <c:v>0.04783163265306124</c:v>
              </c:pt>
              <c:pt idx="238">
                <c:v>0.04783163265306124</c:v>
              </c:pt>
              <c:pt idx="239">
                <c:v>0.04783163265306124</c:v>
              </c:pt>
              <c:pt idx="240">
                <c:v>0.04783163265306124</c:v>
              </c:pt>
              <c:pt idx="241">
                <c:v>0.04783163265306124</c:v>
              </c:pt>
              <c:pt idx="242">
                <c:v>0.04783163265306124</c:v>
              </c:pt>
              <c:pt idx="243">
                <c:v>0.04783163265306124</c:v>
              </c:pt>
              <c:pt idx="244">
                <c:v>0.04783163265306124</c:v>
              </c:pt>
              <c:pt idx="245">
                <c:v>0.04783163265306124</c:v>
              </c:pt>
            </c:numLit>
          </c:yVal>
          <c:smooth val="0"/>
        </c:ser>
        <c:ser>
          <c:idx val="1"/>
          <c:order val="1"/>
          <c:tx>
            <c:v>Certified bound Φ</c:v>
          </c:tx>
          <c:spPr>
            <a:noFill xmlns:a="http://schemas.openxmlformats.org/drawingml/2006/main"/>
            <a:ln xmlns:a="http://schemas.openxmlformats.org/drawingml/2006/main" w="13335">
              <a:solidFill>
                <a:srgbClr val="7B8790"/>
              </a:solidFill>
              <a:prstDash val="dash"/>
            </a:ln>
          </c:spPr>
          <c:marker>
            <c:symbol val="none"/>
            <c:size val="7"/>
            <c:spPr>
              <a:solidFill xmlns:a="http://schemas.openxmlformats.org/drawingml/2006/main">
                <a:srgbClr val="7B8790"/>
              </a:solidFill>
            </c:spPr>
          </c:marker>
          <c:xVal>
            <c:numLit>
              <c:formatCode>General</c:formatCode>
              <c:ptCount val="246"/>
              <c:pt idx="0">
                <c:v>0</c:v>
              </c:pt>
              <c:pt idx="1">
                <c:v>0.09497556542845864</c:v>
              </c:pt>
              <c:pt idx="2">
                <c:v>0.09497556542845864</c:v>
              </c:pt>
              <c:pt idx="3">
                <c:v>0.14171803682671447</c:v>
              </c:pt>
              <c:pt idx="4">
                <c:v>0.14171803682671447</c:v>
              </c:pt>
              <c:pt idx="5">
                <c:v>0.2362599324466344</c:v>
              </c:pt>
              <c:pt idx="6">
                <c:v>0.2362599324466344</c:v>
              </c:pt>
              <c:pt idx="7">
                <c:v>0.2654397152783113</c:v>
              </c:pt>
              <c:pt idx="8">
                <c:v>0.2654397152783113</c:v>
              </c:pt>
              <c:pt idx="9">
                <c:v>0.3221190451033873</c:v>
              </c:pt>
              <c:pt idx="10">
                <c:v>0.3221190451033873</c:v>
              </c:pt>
              <c:pt idx="11">
                <c:v>0.3567018656362522</c:v>
              </c:pt>
              <c:pt idx="12">
                <c:v>0.3567018656362522</c:v>
              </c:pt>
              <c:pt idx="13">
                <c:v>0.5000000000000001</c:v>
              </c:pt>
              <c:pt idx="14">
                <c:v>0.5000000000000001</c:v>
              </c:pt>
              <c:pt idx="15">
                <c:v>0.5215545909938007</c:v>
              </c:pt>
              <c:pt idx="16">
                <c:v>0.5215545909938007</c:v>
              </c:pt>
              <c:pt idx="17">
                <c:v>0.5391285437112509</c:v>
              </c:pt>
              <c:pt idx="18">
                <c:v>0.5391285437112509</c:v>
              </c:pt>
              <c:pt idx="19">
                <c:v>0.6513157316708047</c:v>
              </c:pt>
              <c:pt idx="20">
                <c:v>0.6513157316708047</c:v>
              </c:pt>
              <c:pt idx="21">
                <c:v>0.6561687033377857</c:v>
              </c:pt>
              <c:pt idx="22">
                <c:v>0.6561687033377857</c:v>
              </c:pt>
              <c:pt idx="23">
                <c:v>0.6656193259186685</c:v>
              </c:pt>
              <c:pt idx="24">
                <c:v>0.6656193259186685</c:v>
              </c:pt>
              <c:pt idx="25">
                <c:v>0.7792483251897278</c:v>
              </c:pt>
              <c:pt idx="26">
                <c:v>0.7792483251897278</c:v>
              </c:pt>
              <c:pt idx="27">
                <c:v>0.8767451830548423</c:v>
              </c:pt>
              <c:pt idx="28">
                <c:v>0.8767451830548423</c:v>
              </c:pt>
              <c:pt idx="29">
                <c:v>0.9561255316022135</c:v>
              </c:pt>
              <c:pt idx="30">
                <c:v>0.9561255316022135</c:v>
              </c:pt>
              <c:pt idx="31">
                <c:v>0.9709604182994993</c:v>
              </c:pt>
              <c:pt idx="32">
                <c:v>0.9709604182994993</c:v>
              </c:pt>
              <c:pt idx="33">
                <c:v>0.9819936540777766</c:v>
              </c:pt>
              <c:pt idx="34">
                <c:v>0.9819936540777766</c:v>
              </c:pt>
              <c:pt idx="35">
                <c:v>1.0000000000000002</c:v>
              </c:pt>
              <c:pt idx="36">
                <c:v>1.0000000000000002</c:v>
              </c:pt>
              <c:pt idx="37">
                <c:v>1.0467287291341931</c:v>
              </c:pt>
              <c:pt idx="38">
                <c:v>1.0467287291341931</c:v>
              </c:pt>
              <c:pt idx="39">
                <c:v>1.0595285592407602</c:v>
              </c:pt>
              <c:pt idx="40">
                <c:v>1.0595285592407602</c:v>
              </c:pt>
              <c:pt idx="41">
                <c:v>1.069392200686918</c:v>
              </c:pt>
              <c:pt idx="42">
                <c:v>1.069392200686918</c:v>
              </c:pt>
              <c:pt idx="43">
                <c:v>1.1488851907430007</c:v>
              </c:pt>
              <c:pt idx="44">
                <c:v>1.1488851907430007</c:v>
              </c:pt>
              <c:pt idx="45">
                <c:v>1.2047478696299194</c:v>
              </c:pt>
              <c:pt idx="46">
                <c:v>1.2047478696299194</c:v>
              </c:pt>
              <c:pt idx="47">
                <c:v>1.2202248129268596</c:v>
              </c:pt>
              <c:pt idx="48">
                <c:v>1.2202248129268596</c:v>
              </c:pt>
              <c:pt idx="49">
                <c:v>1.2271165959015162</c:v>
              </c:pt>
              <c:pt idx="50">
                <c:v>1.2271165959015162</c:v>
              </c:pt>
              <c:pt idx="51">
                <c:v>1.2490385108552247</c:v>
              </c:pt>
              <c:pt idx="52">
                <c:v>1.2490385108552247</c:v>
              </c:pt>
              <c:pt idx="53">
                <c:v>1.2504521617895523</c:v>
              </c:pt>
              <c:pt idx="54">
                <c:v>1.2504521617895523</c:v>
              </c:pt>
              <c:pt idx="55">
                <c:v>1.3510635573705359</c:v>
              </c:pt>
              <c:pt idx="56">
                <c:v>1.3510635573705359</c:v>
              </c:pt>
              <c:pt idx="57">
                <c:v>1.366681302553365</c:v>
              </c:pt>
              <c:pt idx="58">
                <c:v>1.366681302553365</c:v>
              </c:pt>
              <c:pt idx="59">
                <c:v>1.3852577646983464</c:v>
              </c:pt>
              <c:pt idx="60">
                <c:v>1.3852577646983464</c:v>
              </c:pt>
              <c:pt idx="61">
                <c:v>1.3944793495448495</c:v>
              </c:pt>
              <c:pt idx="62">
                <c:v>1.3944793495448495</c:v>
              </c:pt>
              <c:pt idx="63">
                <c:v>1.4363200379556829</c:v>
              </c:pt>
              <c:pt idx="64">
                <c:v>1.4363200379556829</c:v>
              </c:pt>
              <c:pt idx="65">
                <c:v>1.4648352358859626</c:v>
              </c:pt>
              <c:pt idx="66">
                <c:v>1.4648352358859626</c:v>
              </c:pt>
              <c:pt idx="67">
                <c:v>1.485298443301859</c:v>
              </c:pt>
              <c:pt idx="68">
                <c:v>1.485298443301859</c:v>
              </c:pt>
              <c:pt idx="69">
                <c:v>1.5175401978120062</c:v>
              </c:pt>
              <c:pt idx="70">
                <c:v>1.5175401978120062</c:v>
              </c:pt>
              <c:pt idx="71">
                <c:v>1.564239489965256</c:v>
              </c:pt>
              <c:pt idx="72">
                <c:v>1.564239489965256</c:v>
              </c:pt>
              <c:pt idx="73">
                <c:v>1.6497775743221816</c:v>
              </c:pt>
              <c:pt idx="74">
                <c:v>1.6497775743221816</c:v>
              </c:pt>
              <c:pt idx="75">
                <c:v>1.6986508475935604</c:v>
              </c:pt>
              <c:pt idx="76">
                <c:v>1.6986508475935604</c:v>
              </c:pt>
              <c:pt idx="77">
                <c:v>1.7440866774907648</c:v>
              </c:pt>
              <c:pt idx="78">
                <c:v>1.7440866774907648</c:v>
              </c:pt>
              <c:pt idx="79">
                <c:v>1.7601174415388692</c:v>
              </c:pt>
              <c:pt idx="80">
                <c:v>1.7601174415388692</c:v>
              </c:pt>
              <c:pt idx="81">
                <c:v>1.8012146959922075</c:v>
              </c:pt>
              <c:pt idx="82">
                <c:v>1.8012146959922075</c:v>
              </c:pt>
              <c:pt idx="83">
                <c:v>1.8388838938637637</c:v>
              </c:pt>
              <c:pt idx="84">
                <c:v>1.8388838938637637</c:v>
              </c:pt>
              <c:pt idx="85">
                <c:v>1.9935557041922842</c:v>
              </c:pt>
              <c:pt idx="86">
                <c:v>1.9935557041922842</c:v>
              </c:pt>
              <c:pt idx="87">
                <c:v>2.0000000000000004</c:v>
              </c:pt>
              <c:pt idx="88">
                <c:v>2.0000000000000004</c:v>
              </c:pt>
              <c:pt idx="89">
                <c:v>2.1304752127478945</c:v>
              </c:pt>
              <c:pt idx="90">
                <c:v>2.1304752127478945</c:v>
              </c:pt>
              <c:pt idx="91">
                <c:v>2.1330021372599863</c:v>
              </c:pt>
              <c:pt idx="92">
                <c:v>2.1330021372599863</c:v>
              </c:pt>
              <c:pt idx="93">
                <c:v>2.160873401232133</c:v>
              </c:pt>
              <c:pt idx="94">
                <c:v>2.160873401232133</c:v>
              </c:pt>
              <c:pt idx="95">
                <c:v>2.184644514287186</c:v>
              </c:pt>
              <c:pt idx="96">
                <c:v>2.184644514287186</c:v>
              </c:pt>
              <c:pt idx="97">
                <c:v>2.4921032670317906</c:v>
              </c:pt>
              <c:pt idx="98">
                <c:v>2.4921032670317906</c:v>
              </c:pt>
              <c:pt idx="99">
                <c:v>2.5885319079226257</c:v>
              </c:pt>
              <c:pt idx="100">
                <c:v>2.5885319079226257</c:v>
              </c:pt>
              <c:pt idx="101">
                <c:v>2.5970325871133757</c:v>
              </c:pt>
              <c:pt idx="102">
                <c:v>2.5970325871133757</c:v>
              </c:pt>
              <c:pt idx="103">
                <c:v>2.652594888643731</c:v>
              </c:pt>
              <c:pt idx="104">
                <c:v>2.652594888643731</c:v>
              </c:pt>
              <c:pt idx="105">
                <c:v>2.752457218191784</c:v>
              </c:pt>
              <c:pt idx="106">
                <c:v>2.752457218191784</c:v>
              </c:pt>
              <c:pt idx="107">
                <c:v>2.8927315663485142</c:v>
              </c:pt>
              <c:pt idx="108">
                <c:v>2.8927315663485142</c:v>
              </c:pt>
              <c:pt idx="109">
                <c:v>2.947084849018701</c:v>
              </c:pt>
              <c:pt idx="110">
                <c:v>2.947084849018701</c:v>
              </c:pt>
              <c:pt idx="111">
                <c:v>3.013657858025591</c:v>
              </c:pt>
              <c:pt idx="112">
                <c:v>3.013657858025591</c:v>
              </c:pt>
              <c:pt idx="113">
                <c:v>3.051214414388436</c:v>
              </c:pt>
              <c:pt idx="114">
                <c:v>3.051214414388436</c:v>
              </c:pt>
              <c:pt idx="115">
                <c:v>3.085348546244934</c:v>
              </c:pt>
              <c:pt idx="116">
                <c:v>3.085348546244934</c:v>
              </c:pt>
              <c:pt idx="117">
                <c:v>3.14338708360846</c:v>
              </c:pt>
              <c:pt idx="118">
                <c:v>3.14338708360846</c:v>
              </c:pt>
              <c:pt idx="119">
                <c:v>3.246424026343695</c:v>
              </c:pt>
              <c:pt idx="120">
                <c:v>3.246424026343695</c:v>
              </c:pt>
              <c:pt idx="121">
                <c:v>3.2924962807651186</c:v>
              </c:pt>
              <c:pt idx="122">
                <c:v>3.2924962807651186</c:v>
              </c:pt>
              <c:pt idx="123">
                <c:v>3.423044034644623</c:v>
              </c:pt>
              <c:pt idx="124">
                <c:v>3.423044034644623</c:v>
              </c:pt>
              <c:pt idx="125">
                <c:v>3.425631034628027</c:v>
              </c:pt>
              <c:pt idx="126">
                <c:v>3.425631034628027</c:v>
              </c:pt>
              <c:pt idx="127">
                <c:v>3.4737852796021325</c:v>
              </c:pt>
              <c:pt idx="128">
                <c:v>3.4737852796021325</c:v>
              </c:pt>
              <c:pt idx="129">
                <c:v>3.5207305057160685</c:v>
              </c:pt>
              <c:pt idx="130">
                <c:v>3.5207305057160685</c:v>
              </c:pt>
              <c:pt idx="131">
                <c:v>3.579180184586391</c:v>
              </c:pt>
              <c:pt idx="132">
                <c:v>3.579180184586391</c:v>
              </c:pt>
              <c:pt idx="133">
                <c:v>3.5880112788693617</c:v>
              </c:pt>
              <c:pt idx="134">
                <c:v>3.5880112788693617</c:v>
              </c:pt>
              <c:pt idx="135">
                <c:v>3.62574055221223</c:v>
              </c:pt>
              <c:pt idx="136">
                <c:v>3.62574055221223</c:v>
              </c:pt>
              <c:pt idx="137">
                <c:v>3.6543496180664365</c:v>
              </c:pt>
              <c:pt idx="138">
                <c:v>3.6543496180664365</c:v>
              </c:pt>
              <c:pt idx="139">
                <c:v>3.720716117640689</c:v>
              </c:pt>
              <c:pt idx="140">
                <c:v>3.720716117640689</c:v>
              </c:pt>
              <c:pt idx="141">
                <c:v>3.8550185884772397</c:v>
              </c:pt>
              <c:pt idx="142">
                <c:v>3.8550185884772397</c:v>
              </c:pt>
              <c:pt idx="143">
                <c:v>3.9450172765791347</c:v>
              </c:pt>
              <c:pt idx="144">
                <c:v>3.9450172765791347</c:v>
              </c:pt>
              <c:pt idx="145">
                <c:v>4.1524428601541405</c:v>
              </c:pt>
              <c:pt idx="146">
                <c:v>4.1524428601541405</c:v>
              </c:pt>
              <c:pt idx="147">
                <c:v>4.154631860140098</c:v>
              </c:pt>
              <c:pt idx="148">
                <c:v>4.154631860140098</c:v>
              </c:pt>
              <c:pt idx="149">
                <c:v>4.2579278783453685</c:v>
              </c:pt>
              <c:pt idx="150">
                <c:v>4.2579278783453685</c:v>
              </c:pt>
              <c:pt idx="151">
                <c:v>4.292245991332762</c:v>
              </c:pt>
              <c:pt idx="152">
                <c:v>4.292245991332762</c:v>
              </c:pt>
              <c:pt idx="153">
                <c:v>4.3290516043041976</c:v>
              </c:pt>
              <c:pt idx="154">
                <c:v>4.3290516043041976</c:v>
              </c:pt>
              <c:pt idx="155">
                <c:v>4.402277971758972</c:v>
              </c:pt>
              <c:pt idx="156">
                <c:v>4.402277971758972</c:v>
              </c:pt>
              <c:pt idx="157">
                <c:v>4.637758800437019</c:v>
              </c:pt>
              <c:pt idx="158">
                <c:v>4.637758800437019</c:v>
              </c:pt>
              <c:pt idx="159">
                <c:v>4.648572385273309</c:v>
              </c:pt>
              <c:pt idx="160">
                <c:v>4.648572385273309</c:v>
              </c:pt>
              <c:pt idx="161">
                <c:v>4.974173930354356</c:v>
              </c:pt>
              <c:pt idx="162">
                <c:v>4.974173930354356</c:v>
              </c:pt>
              <c:pt idx="163">
                <c:v>5</c:v>
              </c:pt>
              <c:pt idx="164">
                <c:v>5</c:v>
              </c:pt>
              <c:pt idx="165">
                <c:v>5.072821608966805</c:v>
              </c:pt>
              <c:pt idx="166">
                <c:v>5.072821608966805</c:v>
              </c:pt>
              <c:pt idx="167">
                <c:v>5.082135184378755</c:v>
              </c:pt>
              <c:pt idx="168">
                <c:v>5.082135184378755</c:v>
              </c:pt>
              <c:pt idx="169">
                <c:v>5.08464521266454</c:v>
              </c:pt>
              <c:pt idx="170">
                <c:v>5.08464521266454</c:v>
              </c:pt>
              <c:pt idx="171">
                <c:v>5.160526165007946</c:v>
              </c:pt>
              <c:pt idx="172">
                <c:v>5.160526165007946</c:v>
              </c:pt>
              <c:pt idx="173">
                <c:v>5.3530004656599965</c:v>
              </c:pt>
              <c:pt idx="174">
                <c:v>5.3530004656599965</c:v>
              </c:pt>
              <c:pt idx="175">
                <c:v>5.427886418009785</c:v>
              </c:pt>
              <c:pt idx="176">
                <c:v>5.427886418009785</c:v>
              </c:pt>
              <c:pt idx="177">
                <c:v>5.513749285383495</c:v>
              </c:pt>
              <c:pt idx="178">
                <c:v>5.513749285383495</c:v>
              </c:pt>
              <c:pt idx="179">
                <c:v>5.705375020003254</c:v>
              </c:pt>
              <c:pt idx="180">
                <c:v>5.705375020003254</c:v>
              </c:pt>
              <c:pt idx="181">
                <c:v>5.865498679353405</c:v>
              </c:pt>
              <c:pt idx="182">
                <c:v>5.865498679353405</c:v>
              </c:pt>
              <c:pt idx="183">
                <c:v>5.9935157540038615</c:v>
              </c:pt>
              <c:pt idx="184">
                <c:v>5.9935157540038615</c:v>
              </c:pt>
              <c:pt idx="185">
                <c:v>5.999435065286643</c:v>
              </c:pt>
              <c:pt idx="186">
                <c:v>5.999435065286643</c:v>
              </c:pt>
              <c:pt idx="187">
                <c:v>6.597612165222866</c:v>
              </c:pt>
              <c:pt idx="188">
                <c:v>6.597612165222866</c:v>
              </c:pt>
              <c:pt idx="189">
                <c:v>6.8111429185700265</c:v>
              </c:pt>
              <c:pt idx="190">
                <c:v>6.8111429185700265</c:v>
              </c:pt>
              <c:pt idx="191">
                <c:v>7.003696068278176</c:v>
              </c:pt>
              <c:pt idx="192">
                <c:v>7.003696068278176</c:v>
              </c:pt>
              <c:pt idx="193">
                <c:v>7.107176067614342</c:v>
              </c:pt>
              <c:pt idx="194">
                <c:v>7.107176067614342</c:v>
              </c:pt>
              <c:pt idx="195">
                <c:v>7.15408186920023</c:v>
              </c:pt>
              <c:pt idx="196">
                <c:v>7.15408186920023</c:v>
              </c:pt>
              <c:pt idx="197">
                <c:v>7.702099705307284</c:v>
              </c:pt>
              <c:pt idx="198">
                <c:v>7.702099705307284</c:v>
              </c:pt>
              <c:pt idx="199">
                <c:v>7.8669205155706985</c:v>
              </c:pt>
              <c:pt idx="200">
                <c:v>7.8669205155706985</c:v>
              </c:pt>
              <c:pt idx="201">
                <c:v>8.13236023084901</c:v>
              </c:pt>
              <c:pt idx="202">
                <c:v>8.13236023084901</c:v>
              </c:pt>
              <c:pt idx="203">
                <c:v>8.202828758698834</c:v>
              </c:pt>
              <c:pt idx="204">
                <c:v>8.202828758698834</c:v>
              </c:pt>
              <c:pt idx="205">
                <c:v>9.399299354796947</c:v>
              </c:pt>
              <c:pt idx="206">
                <c:v>9.399299354796947</c:v>
              </c:pt>
              <c:pt idx="207">
                <c:v>9.399674826492651</c:v>
              </c:pt>
              <c:pt idx="208">
                <c:v>9.399674826492651</c:v>
              </c:pt>
              <c:pt idx="209">
                <c:v>9.94083842679462</c:v>
              </c:pt>
              <c:pt idx="210">
                <c:v>9.94083842679462</c:v>
              </c:pt>
              <c:pt idx="211">
                <c:v>10</c:v>
              </c:pt>
              <c:pt idx="212">
                <c:v>10</c:v>
              </c:pt>
              <c:pt idx="213">
                <c:v>10.123426557698773</c:v>
              </c:pt>
              <c:pt idx="214">
                <c:v>10.123426557698773</c:v>
              </c:pt>
              <c:pt idx="215">
                <c:v>12.346384203815647</c:v>
              </c:pt>
              <c:pt idx="216">
                <c:v>12.346384203815647</c:v>
              </c:pt>
              <c:pt idx="217">
                <c:v>15</c:v>
              </c:pt>
              <c:pt idx="218">
                <c:v>15</c:v>
              </c:pt>
              <c:pt idx="219">
                <c:v>16.34604387627066</c:v>
              </c:pt>
              <c:pt idx="220">
                <c:v>16.34604387627066</c:v>
              </c:pt>
              <c:pt idx="221">
                <c:v>17.683425245049726</c:v>
              </c:pt>
              <c:pt idx="222">
                <c:v>17.683425245049726</c:v>
              </c:pt>
              <c:pt idx="223">
                <c:v>20</c:v>
              </c:pt>
              <c:pt idx="224">
                <c:v>20</c:v>
              </c:pt>
              <c:pt idx="225">
                <c:v>20.545154113483918</c:v>
              </c:pt>
              <c:pt idx="226">
                <c:v>20.545154113483918</c:v>
              </c:pt>
              <c:pt idx="227">
                <c:v>20.785806126091057</c:v>
              </c:pt>
              <c:pt idx="228">
                <c:v>20.785806126091057</c:v>
              </c:pt>
              <c:pt idx="229">
                <c:v>25.39159820503503</c:v>
              </c:pt>
              <c:pt idx="230">
                <c:v>25.39159820503503</c:v>
              </c:pt>
              <c:pt idx="231">
                <c:v>28.66695279487238</c:v>
              </c:pt>
              <c:pt idx="232">
                <c:v>28.66695279487238</c:v>
              </c:pt>
              <c:pt idx="233">
                <c:v>30</c:v>
              </c:pt>
              <c:pt idx="234">
                <c:v>30</c:v>
              </c:pt>
              <c:pt idx="235">
                <c:v>30.15788894568524</c:v>
              </c:pt>
              <c:pt idx="236">
                <c:v>30.15788894568524</c:v>
              </c:pt>
              <c:pt idx="237">
                <c:v>34.118102735138585</c:v>
              </c:pt>
              <c:pt idx="238">
                <c:v>34.118102735138585</c:v>
              </c:pt>
              <c:pt idx="239">
                <c:v>35.825382626308865</c:v>
              </c:pt>
              <c:pt idx="240">
                <c:v>35.825382626308865</c:v>
              </c:pt>
              <c:pt idx="241">
                <c:v>36.16915981749973</c:v>
              </c:pt>
              <c:pt idx="242">
                <c:v>36.16915981749973</c:v>
              </c:pt>
              <c:pt idx="243">
                <c:v>50</c:v>
              </c:pt>
              <c:pt idx="244">
                <c:v>50</c:v>
              </c:pt>
              <c:pt idx="245">
                <c:v>70</c:v>
              </c:pt>
            </c:numLit>
          </c:xVal>
          <c:yVal>
            <c:numLit>
              <c:formatCode>0.0</c:formatCode>
              <c:ptCount val="246"/>
              <c:pt idx="0">
                <c:v>2.835155985764056</c:v>
              </c:pt>
              <c:pt idx="1">
                <c:v>2.835155985764056</c:v>
              </c:pt>
              <c:pt idx="2">
                <c:v>2.771661243847399</c:v>
              </c:pt>
              <c:pt idx="3">
                <c:v>2.771661243847399</c:v>
              </c:pt>
              <c:pt idx="4">
                <c:v>2.771661243847399</c:v>
              </c:pt>
              <c:pt idx="5">
                <c:v>2.771661243847399</c:v>
              </c:pt>
              <c:pt idx="6">
                <c:v>2.771661243847399</c:v>
              </c:pt>
              <c:pt idx="7">
                <c:v>2.771661243847399</c:v>
              </c:pt>
              <c:pt idx="8">
                <c:v>2.7612431435648497</c:v>
              </c:pt>
              <c:pt idx="9">
                <c:v>2.7612431435648497</c:v>
              </c:pt>
              <c:pt idx="10">
                <c:v>2.7612431435648497</c:v>
              </c:pt>
              <c:pt idx="11">
                <c:v>2.7612431435648497</c:v>
              </c:pt>
              <c:pt idx="12">
                <c:v>2.7612431435648497</c:v>
              </c:pt>
              <c:pt idx="13">
                <c:v>2.7612431435648497</c:v>
              </c:pt>
              <c:pt idx="14">
                <c:v>2.7612431435648497</c:v>
              </c:pt>
              <c:pt idx="15">
                <c:v>2.7612431435648497</c:v>
              </c:pt>
              <c:pt idx="16">
                <c:v>2.7612431435648497</c:v>
              </c:pt>
              <c:pt idx="17">
                <c:v>2.7612431435648497</c:v>
              </c:pt>
              <c:pt idx="18">
                <c:v>2.7272578510258496</c:v>
              </c:pt>
              <c:pt idx="19">
                <c:v>2.7272578510258496</c:v>
              </c:pt>
              <c:pt idx="20">
                <c:v>2.673735428348943</c:v>
              </c:pt>
              <c:pt idx="21">
                <c:v>2.673735428348943</c:v>
              </c:pt>
              <c:pt idx="22">
                <c:v>2.5222706491934783</c:v>
              </c:pt>
              <c:pt idx="23">
                <c:v>2.5222706491934783</c:v>
              </c:pt>
              <c:pt idx="24">
                <c:v>2.491858850686503</c:v>
              </c:pt>
              <c:pt idx="25">
                <c:v>2.491858850686503</c:v>
              </c:pt>
              <c:pt idx="26">
                <c:v>2.2566379901207214</c:v>
              </c:pt>
              <c:pt idx="27">
                <c:v>2.2566379901207214</c:v>
              </c:pt>
              <c:pt idx="28">
                <c:v>2.1496089140282035</c:v>
              </c:pt>
              <c:pt idx="29">
                <c:v>2.1496089140282035</c:v>
              </c:pt>
              <c:pt idx="30">
                <c:v>2.036252800594365</c:v>
              </c:pt>
              <c:pt idx="31">
                <c:v>2.036252800594365</c:v>
              </c:pt>
              <c:pt idx="32">
                <c:v>2.036252800594365</c:v>
              </c:pt>
              <c:pt idx="33">
                <c:v>2.036252800594365</c:v>
              </c:pt>
              <c:pt idx="34">
                <c:v>2.036252800594365</c:v>
              </c:pt>
              <c:pt idx="35">
                <c:v>2.036252800594365</c:v>
              </c:pt>
              <c:pt idx="36">
                <c:v>2.036252800594365</c:v>
              </c:pt>
              <c:pt idx="37">
                <c:v>2.036252800594365</c:v>
              </c:pt>
              <c:pt idx="38">
                <c:v>2.0032733136176324</c:v>
              </c:pt>
              <c:pt idx="39">
                <c:v>2.0032733136176324</c:v>
              </c:pt>
              <c:pt idx="40">
                <c:v>1.932957820099098</c:v>
              </c:pt>
              <c:pt idx="41">
                <c:v>1.932957820099098</c:v>
              </c:pt>
              <c:pt idx="42">
                <c:v>1.8692522500346131</c:v>
              </c:pt>
              <c:pt idx="43">
                <c:v>1.8692522500346131</c:v>
              </c:pt>
              <c:pt idx="44">
                <c:v>1.8692522500346131</c:v>
              </c:pt>
              <c:pt idx="45">
                <c:v>1.8692522500346131</c:v>
              </c:pt>
              <c:pt idx="46">
                <c:v>1.8692522500346131</c:v>
              </c:pt>
              <c:pt idx="47">
                <c:v>1.8692522500346131</c:v>
              </c:pt>
              <c:pt idx="48">
                <c:v>1.7982633386672335</c:v>
              </c:pt>
              <c:pt idx="49">
                <c:v>1.7982633386672335</c:v>
              </c:pt>
              <c:pt idx="50">
                <c:v>1.7982633386672335</c:v>
              </c:pt>
              <c:pt idx="51">
                <c:v>1.7982633386672335</c:v>
              </c:pt>
              <c:pt idx="52">
                <c:v>1.7164553493835666</c:v>
              </c:pt>
              <c:pt idx="53">
                <c:v>1.7164553493835666</c:v>
              </c:pt>
              <c:pt idx="54">
                <c:v>1.7164553493835666</c:v>
              </c:pt>
              <c:pt idx="55">
                <c:v>1.7164553493835666</c:v>
              </c:pt>
              <c:pt idx="56">
                <c:v>1.7164553493835666</c:v>
              </c:pt>
              <c:pt idx="57">
                <c:v>1.7164553493835666</c:v>
              </c:pt>
              <c:pt idx="58">
                <c:v>1.7040426634826398</c:v>
              </c:pt>
              <c:pt idx="59">
                <c:v>1.7040426634826398</c:v>
              </c:pt>
              <c:pt idx="60">
                <c:v>1.7040426634826398</c:v>
              </c:pt>
              <c:pt idx="61">
                <c:v>1.7040426634826398</c:v>
              </c:pt>
              <c:pt idx="62">
                <c:v>1.7040426634826398</c:v>
              </c:pt>
              <c:pt idx="63">
                <c:v>1.7040426634826398</c:v>
              </c:pt>
              <c:pt idx="64">
                <c:v>1.607470680941709</c:v>
              </c:pt>
              <c:pt idx="65">
                <c:v>1.607470680941709</c:v>
              </c:pt>
              <c:pt idx="66">
                <c:v>1.607470680941709</c:v>
              </c:pt>
              <c:pt idx="67">
                <c:v>1.607470680941709</c:v>
              </c:pt>
              <c:pt idx="68">
                <c:v>1.607470680941709</c:v>
              </c:pt>
              <c:pt idx="69">
                <c:v>1.607470680941709</c:v>
              </c:pt>
              <c:pt idx="70">
                <c:v>1.607470680941709</c:v>
              </c:pt>
              <c:pt idx="71">
                <c:v>1.607470680941709</c:v>
              </c:pt>
              <c:pt idx="72">
                <c:v>1.607470680941709</c:v>
              </c:pt>
              <c:pt idx="73">
                <c:v>1.607470680941709</c:v>
              </c:pt>
              <c:pt idx="74">
                <c:v>1.5425063841798088</c:v>
              </c:pt>
              <c:pt idx="75">
                <c:v>1.5425063841798088</c:v>
              </c:pt>
              <c:pt idx="76">
                <c:v>1.5425063841798088</c:v>
              </c:pt>
              <c:pt idx="77">
                <c:v>1.5425063841798088</c:v>
              </c:pt>
              <c:pt idx="78">
                <c:v>1.5425063841798088</c:v>
              </c:pt>
              <c:pt idx="79">
                <c:v>1.5425063841798088</c:v>
              </c:pt>
              <c:pt idx="80">
                <c:v>1.5425063841798088</c:v>
              </c:pt>
              <c:pt idx="81">
                <c:v>1.5425063841798088</c:v>
              </c:pt>
              <c:pt idx="82">
                <c:v>1.5425063841798088</c:v>
              </c:pt>
              <c:pt idx="83">
                <c:v>1.5425063841798088</c:v>
              </c:pt>
              <c:pt idx="84">
                <c:v>1.5425063841798088</c:v>
              </c:pt>
              <c:pt idx="85">
                <c:v>1.5425063841798088</c:v>
              </c:pt>
              <c:pt idx="86">
                <c:v>1.5425063841798088</c:v>
              </c:pt>
              <c:pt idx="87">
                <c:v>1.5425063841798088</c:v>
              </c:pt>
              <c:pt idx="88">
                <c:v>1.5425063841798088</c:v>
              </c:pt>
              <c:pt idx="89">
                <c:v>1.5425063841798088</c:v>
              </c:pt>
              <c:pt idx="90">
                <c:v>1.5425063841798088</c:v>
              </c:pt>
              <c:pt idx="91">
                <c:v>1.5425063841798088</c:v>
              </c:pt>
              <c:pt idx="92">
                <c:v>1.5425063841798088</c:v>
              </c:pt>
              <c:pt idx="93">
                <c:v>1.5425063841798088</c:v>
              </c:pt>
              <c:pt idx="94">
                <c:v>1.5425063841798088</c:v>
              </c:pt>
              <c:pt idx="95">
                <c:v>1.5425063841798088</c:v>
              </c:pt>
              <c:pt idx="96">
                <c:v>1.532088283897259</c:v>
              </c:pt>
              <c:pt idx="97">
                <c:v>1.532088283897259</c:v>
              </c:pt>
              <c:pt idx="98">
                <c:v>1.4677496932203156</c:v>
              </c:pt>
              <c:pt idx="99">
                <c:v>1.4677496932203156</c:v>
              </c:pt>
              <c:pt idx="100">
                <c:v>1.4677496932203156</c:v>
              </c:pt>
              <c:pt idx="101">
                <c:v>1.4677496932203156</c:v>
              </c:pt>
              <c:pt idx="102">
                <c:v>1.4677496932203156</c:v>
              </c:pt>
              <c:pt idx="103">
                <c:v>1.4677496932203156</c:v>
              </c:pt>
              <c:pt idx="104">
                <c:v>1.4677496932203156</c:v>
              </c:pt>
              <c:pt idx="105">
                <c:v>1.4677496932203156</c:v>
              </c:pt>
              <c:pt idx="106">
                <c:v>1.4024729594057916</c:v>
              </c:pt>
              <c:pt idx="107">
                <c:v>1.4024729594057916</c:v>
              </c:pt>
              <c:pt idx="108">
                <c:v>1.3601465114175382</c:v>
              </c:pt>
              <c:pt idx="109">
                <c:v>1.3601465114175382</c:v>
              </c:pt>
              <c:pt idx="110">
                <c:v>1.3601465114175382</c:v>
              </c:pt>
              <c:pt idx="111">
                <c:v>1.3601465114175382</c:v>
              </c:pt>
              <c:pt idx="112">
                <c:v>1.3601465114175382</c:v>
              </c:pt>
              <c:pt idx="113">
                <c:v>1.3601465114175382</c:v>
              </c:pt>
              <c:pt idx="114">
                <c:v>1.2266556602865175</c:v>
              </c:pt>
              <c:pt idx="115">
                <c:v>1.2266556602865175</c:v>
              </c:pt>
              <c:pt idx="116">
                <c:v>1.2266556602865175</c:v>
              </c:pt>
              <c:pt idx="117">
                <c:v>1.2266556602865175</c:v>
              </c:pt>
              <c:pt idx="118">
                <c:v>1.2266556602865175</c:v>
              </c:pt>
              <c:pt idx="119">
                <c:v>1.2266556602865175</c:v>
              </c:pt>
              <c:pt idx="120">
                <c:v>1.2266556602865175</c:v>
              </c:pt>
              <c:pt idx="121">
                <c:v>1.2266556602865175</c:v>
              </c:pt>
              <c:pt idx="122">
                <c:v>1.2045349400452987</c:v>
              </c:pt>
              <c:pt idx="123">
                <c:v>1.2045349400452987</c:v>
              </c:pt>
              <c:pt idx="124">
                <c:v>1.1865841211713568</c:v>
              </c:pt>
              <c:pt idx="125">
                <c:v>1.1865841211713568</c:v>
              </c:pt>
              <c:pt idx="126">
                <c:v>1.1865841211713568</c:v>
              </c:pt>
              <c:pt idx="127">
                <c:v>1.1865841211713568</c:v>
              </c:pt>
              <c:pt idx="128">
                <c:v>1.1707693453353476</c:v>
              </c:pt>
              <c:pt idx="129">
                <c:v>1.1707693453353476</c:v>
              </c:pt>
              <c:pt idx="130">
                <c:v>1.1422780014981162</c:v>
              </c:pt>
              <c:pt idx="131">
                <c:v>1.1422780014981162</c:v>
              </c:pt>
              <c:pt idx="132">
                <c:v>1.078017679828836</c:v>
              </c:pt>
              <c:pt idx="133">
                <c:v>1.078017679828836</c:v>
              </c:pt>
              <c:pt idx="134">
                <c:v>1.0347876185180656</c:v>
              </c:pt>
              <c:pt idx="135">
                <c:v>1.0347876185180656</c:v>
              </c:pt>
              <c:pt idx="136">
                <c:v>0.9354382613303175</c:v>
              </c:pt>
              <c:pt idx="137">
                <c:v>0.9354382613303175</c:v>
              </c:pt>
              <c:pt idx="138">
                <c:v>0.9096323347435413</c:v>
              </c:pt>
              <c:pt idx="139">
                <c:v>0.9096323347435413</c:v>
              </c:pt>
              <c:pt idx="140">
                <c:v>0.9096323347435413</c:v>
              </c:pt>
              <c:pt idx="141">
                <c:v>0.9096323347435413</c:v>
              </c:pt>
              <c:pt idx="142">
                <c:v>0.7945834663870733</c:v>
              </c:pt>
              <c:pt idx="143">
                <c:v>0.7945834663870733</c:v>
              </c:pt>
              <c:pt idx="144">
                <c:v>0.7589765433396201</c:v>
              </c:pt>
              <c:pt idx="145">
                <c:v>0.7589765433396201</c:v>
              </c:pt>
              <c:pt idx="146">
                <c:v>0.7589765433396201</c:v>
              </c:pt>
              <c:pt idx="147">
                <c:v>0.7589765433396201</c:v>
              </c:pt>
              <c:pt idx="148">
                <c:v>0.708136694057564</c:v>
              </c:pt>
              <c:pt idx="149">
                <c:v>0.708136694057564</c:v>
              </c:pt>
              <c:pt idx="150">
                <c:v>0.6871180567133229</c:v>
              </c:pt>
              <c:pt idx="151">
                <c:v>0.6871180567133229</c:v>
              </c:pt>
              <c:pt idx="152">
                <c:v>0.6643271590757172</c:v>
              </c:pt>
              <c:pt idx="153">
                <c:v>0.6643271590757172</c:v>
              </c:pt>
              <c:pt idx="154">
                <c:v>0.6643271590757172</c:v>
              </c:pt>
              <c:pt idx="155">
                <c:v>0.6643271590757172</c:v>
              </c:pt>
              <c:pt idx="156">
                <c:v>0.6643271590757172</c:v>
              </c:pt>
              <c:pt idx="157">
                <c:v>0.6643271590757172</c:v>
              </c:pt>
              <c:pt idx="158">
                <c:v>0.6247162812835337</c:v>
              </c:pt>
              <c:pt idx="159">
                <c:v>0.6247162812835337</c:v>
              </c:pt>
              <c:pt idx="160">
                <c:v>0.6247162812835337</c:v>
              </c:pt>
              <c:pt idx="161">
                <c:v>0.6247162812835337</c:v>
              </c:pt>
              <c:pt idx="162">
                <c:v>0.5578615393935502</c:v>
              </c:pt>
              <c:pt idx="163">
                <c:v>0.5578615393935502</c:v>
              </c:pt>
              <c:pt idx="164">
                <c:v>0.5578615393935502</c:v>
              </c:pt>
              <c:pt idx="165">
                <c:v>0.5578615393935502</c:v>
              </c:pt>
              <c:pt idx="166">
                <c:v>0.5578615393935502</c:v>
              </c:pt>
              <c:pt idx="167">
                <c:v>0.5578615393935502</c:v>
              </c:pt>
              <c:pt idx="168">
                <c:v>0.5578615393935502</c:v>
              </c:pt>
              <c:pt idx="169">
                <c:v>0.5578615393935502</c:v>
              </c:pt>
              <c:pt idx="170">
                <c:v>0.5201862536816658</c:v>
              </c:pt>
              <c:pt idx="171">
                <c:v>0.5201862536816658</c:v>
              </c:pt>
              <c:pt idx="172">
                <c:v>0.4349872626810135</c:v>
              </c:pt>
              <c:pt idx="173">
                <c:v>0.4349872626810135</c:v>
              </c:pt>
              <c:pt idx="174">
                <c:v>0.4349872626810135</c:v>
              </c:pt>
              <c:pt idx="175">
                <c:v>0.4349872626810135</c:v>
              </c:pt>
              <c:pt idx="176">
                <c:v>0.41053555263008795</c:v>
              </c:pt>
              <c:pt idx="177">
                <c:v>0.41053555263008795</c:v>
              </c:pt>
              <c:pt idx="178">
                <c:v>0.41053555263008795</c:v>
              </c:pt>
              <c:pt idx="179">
                <c:v>0.41053555263008795</c:v>
              </c:pt>
              <c:pt idx="180">
                <c:v>0.41053555263008795</c:v>
              </c:pt>
              <c:pt idx="181">
                <c:v>0.41053555263008795</c:v>
              </c:pt>
              <c:pt idx="182">
                <c:v>0.39258473375614594</c:v>
              </c:pt>
              <c:pt idx="183">
                <c:v>0.39258473375614594</c:v>
              </c:pt>
              <c:pt idx="184">
                <c:v>0.39258473375614594</c:v>
              </c:pt>
              <c:pt idx="185">
                <c:v>0.39258473375614594</c:v>
              </c:pt>
              <c:pt idx="186">
                <c:v>0.3123714012074085</c:v>
              </c:pt>
              <c:pt idx="187">
                <c:v>0.3123714012074085</c:v>
              </c:pt>
              <c:pt idx="188">
                <c:v>0.3123714012074085</c:v>
              </c:pt>
              <c:pt idx="189">
                <c:v>0.3123714012074085</c:v>
              </c:pt>
              <c:pt idx="190">
                <c:v>0.2762367465513559</c:v>
              </c:pt>
              <c:pt idx="191">
                <c:v>0.2762367465513559</c:v>
              </c:pt>
              <c:pt idx="192">
                <c:v>0.26019654087722305</c:v>
              </c:pt>
              <c:pt idx="193">
                <c:v>0.26019654087722305</c:v>
              </c:pt>
              <c:pt idx="194">
                <c:v>0.26019654087722305</c:v>
              </c:pt>
              <c:pt idx="195">
                <c:v>0.26019654087722305</c:v>
              </c:pt>
              <c:pt idx="196">
                <c:v>0.26019654087722305</c:v>
              </c:pt>
              <c:pt idx="197">
                <c:v>0.26019654087722305</c:v>
              </c:pt>
              <c:pt idx="198">
                <c:v>0.15805157683789733</c:v>
              </c:pt>
              <c:pt idx="199">
                <c:v>0.15805157683789733</c:v>
              </c:pt>
              <c:pt idx="200">
                <c:v>0.12956023300066588</c:v>
              </c:pt>
              <c:pt idx="201">
                <c:v>0.12956023300066588</c:v>
              </c:pt>
              <c:pt idx="202">
                <c:v>0.12956023300066588</c:v>
              </c:pt>
              <c:pt idx="203">
                <c:v>0.12956023300066588</c:v>
              </c:pt>
              <c:pt idx="204">
                <c:v>0.07079743864014745</c:v>
              </c:pt>
              <c:pt idx="205">
                <c:v>0.07079743864014745</c:v>
              </c:pt>
              <c:pt idx="206">
                <c:v>0.025386715680360793</c:v>
              </c:pt>
              <c:pt idx="207">
                <c:v>0.025386715680360793</c:v>
              </c:pt>
              <c:pt idx="208">
                <c:v>0.025386715680360793</c:v>
              </c:pt>
              <c:pt idx="209">
                <c:v>0.025386715680360793</c:v>
              </c:pt>
              <c:pt idx="210">
                <c:v>0.025386715680360793</c:v>
              </c:pt>
              <c:pt idx="211">
                <c:v>0.025386715680360793</c:v>
              </c:pt>
              <c:pt idx="212">
                <c:v>0.025386715680360793</c:v>
              </c:pt>
              <c:pt idx="213">
                <c:v>0.025386715680360793</c:v>
              </c:pt>
              <c:pt idx="214">
                <c:v>0.025386715680360793</c:v>
              </c:pt>
              <c:pt idx="215">
                <c:v>0.025386715680360793</c:v>
              </c:pt>
              <c:pt idx="216">
                <c:v>0.025386715680360793</c:v>
              </c:pt>
              <c:pt idx="217">
                <c:v>0.025386715680360793</c:v>
              </c:pt>
              <c:pt idx="218">
                <c:v>0.025386715680360793</c:v>
              </c:pt>
              <c:pt idx="219">
                <c:v>0.025386715680360793</c:v>
              </c:pt>
              <c:pt idx="220">
                <c:v>0.025386715680360793</c:v>
              </c:pt>
              <c:pt idx="221">
                <c:v>0.025386715680360793</c:v>
              </c:pt>
              <c:pt idx="222">
                <c:v>0.025386715680360793</c:v>
              </c:pt>
              <c:pt idx="223">
                <c:v>0.025386715680360793</c:v>
              </c:pt>
              <c:pt idx="224">
                <c:v>0.025386715680360793</c:v>
              </c:pt>
              <c:pt idx="225">
                <c:v>0.025386715680360793</c:v>
              </c:pt>
              <c:pt idx="226">
                <c:v>0.025386715680360793</c:v>
              </c:pt>
              <c:pt idx="227">
                <c:v>0.025386715680360793</c:v>
              </c:pt>
              <c:pt idx="228">
                <c:v>0.025386715680360793</c:v>
              </c:pt>
              <c:pt idx="229">
                <c:v>0.025386715680360793</c:v>
              </c:pt>
              <c:pt idx="230">
                <c:v>0.025386715680360793</c:v>
              </c:pt>
              <c:pt idx="231">
                <c:v>0.025386715680360793</c:v>
              </c:pt>
              <c:pt idx="232">
                <c:v>0.025386715680360793</c:v>
              </c:pt>
              <c:pt idx="233">
                <c:v>0.025386715680360793</c:v>
              </c:pt>
              <c:pt idx="234">
                <c:v>0.025386715680360793</c:v>
              </c:pt>
              <c:pt idx="235">
                <c:v>0.025386715680360793</c:v>
              </c:pt>
              <c:pt idx="236">
                <c:v>0.025386715680360793</c:v>
              </c:pt>
              <c:pt idx="237">
                <c:v>0.025386715680360793</c:v>
              </c:pt>
              <c:pt idx="238">
                <c:v>0.025386715680360793</c:v>
              </c:pt>
              <c:pt idx="239">
                <c:v>0.025386715680360793</c:v>
              </c:pt>
              <c:pt idx="240">
                <c:v>0.025386715680360793</c:v>
              </c:pt>
              <c:pt idx="241">
                <c:v>0.025386715680360793</c:v>
              </c:pt>
              <c:pt idx="242">
                <c:v>0.025386715680360793</c:v>
              </c:pt>
              <c:pt idx="243">
                <c:v>0.025386715680360793</c:v>
              </c:pt>
              <c:pt idx="244">
                <c:v>0.025386715680360793</c:v>
              </c:pt>
              <c:pt idx="245">
                <c:v>0.025386715680360793</c:v>
              </c:pt>
            </c:numLit>
          </c:yVal>
          <c:smooth val="0"/>
        </c:ser>
        <c:ser>
          <c:idx val="2"/>
          <c:order val="2"/>
          <c:tx>
            <c:v>Same-order filling improvement</c:v>
          </c:tx>
          <c:spPr>
            <a:noFill xmlns:a="http://schemas.openxmlformats.org/drawingml/2006/main"/>
            <a:ln xmlns:a="http://schemas.openxmlformats.org/drawingml/2006/main" w="7620">
              <a:solidFill>
                <a:srgbClr val="009E73"/>
              </a:solidFill>
              <a:prstDash val="solid"/>
            </a:ln>
          </c:spPr>
          <c:marker>
            <c:symbol val="none"/>
            <c:size val="7"/>
            <c:spPr>
              <a:solidFill xmlns:a="http://schemas.openxmlformats.org/drawingml/2006/main">
                <a:srgbClr val="009E73"/>
              </a:solidFill>
            </c:spPr>
          </c:marker>
          <c:xVal>
            <c:numLit>
              <c:formatCode>General</c:formatCode>
              <c:ptCount val="246"/>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numLit>
          </c:xVal>
          <c:yVal>
            <c:numLit>
              <c:formatCode>0.0</c:formatCode>
              <c:ptCount val="246"/>
              <c:pt idx="0">
                <c:v>2.878988838997689</c:v>
              </c:pt>
              <c:pt idx="1">
                <c:v>2.878988838997689</c:v>
              </c:pt>
              <c:pt idx="2">
                <c:v>2.878988838997689</c:v>
              </c:pt>
              <c:pt idx="3">
                <c:v>2.878988838997689</c:v>
              </c:pt>
              <c:pt idx="4">
                <c:v>2.878988838997689</c:v>
              </c:pt>
              <c:pt idx="5">
                <c:v>2.878988838997689</c:v>
              </c:pt>
              <c:pt idx="6">
                <c:v>2.878988838997689</c:v>
              </c:pt>
              <c:pt idx="7">
                <c:v>2.878988838997689</c:v>
              </c:pt>
              <c:pt idx="8">
                <c:v>2.878988838997689</c:v>
              </c:pt>
              <c:pt idx="9">
                <c:v>2.878988838997689</c:v>
              </c:pt>
              <c:pt idx="10">
                <c:v>2.878988838997689</c:v>
              </c:pt>
              <c:pt idx="11">
                <c:v>2.878988838997689</c:v>
              </c:pt>
              <c:pt idx="12">
                <c:v>2.878988838997689</c:v>
              </c:pt>
              <c:pt idx="13">
                <c:v>2.878988838997689</c:v>
              </c:pt>
              <c:pt idx="14">
                <c:v>2.878988838997689</c:v>
              </c:pt>
              <c:pt idx="15">
                <c:v>2.878988838997689</c:v>
              </c:pt>
              <c:pt idx="16">
                <c:v>2.878988838997689</c:v>
              </c:pt>
              <c:pt idx="17">
                <c:v>2.878988838997689</c:v>
              </c:pt>
              <c:pt idx="18">
                <c:v>2.878988838997689</c:v>
              </c:pt>
              <c:pt idx="19">
                <c:v>2.878988838997689</c:v>
              </c:pt>
              <c:pt idx="20">
                <c:v>2.878988838997689</c:v>
              </c:pt>
              <c:pt idx="21">
                <c:v>2.878988838997689</c:v>
              </c:pt>
              <c:pt idx="22">
                <c:v>2.878988838997689</c:v>
              </c:pt>
              <c:pt idx="23">
                <c:v>2.878988838997689</c:v>
              </c:pt>
              <c:pt idx="24">
                <c:v>2.878988838997689</c:v>
              </c:pt>
              <c:pt idx="25">
                <c:v>2.878988838997689</c:v>
              </c:pt>
              <c:pt idx="26">
                <c:v>2.878988838997689</c:v>
              </c:pt>
              <c:pt idx="27">
                <c:v>2.878988838997689</c:v>
              </c:pt>
              <c:pt idx="28">
                <c:v>2.878988838997689</c:v>
              </c:pt>
              <c:pt idx="29">
                <c:v>2.878988838997689</c:v>
              </c:pt>
              <c:pt idx="30">
                <c:v>2.878988838997689</c:v>
              </c:pt>
              <c:pt idx="31">
                <c:v>2.878988838997689</c:v>
              </c:pt>
              <c:pt idx="32">
                <c:v>2.878988838997689</c:v>
              </c:pt>
              <c:pt idx="33">
                <c:v>2.878988838997689</c:v>
              </c:pt>
              <c:pt idx="34">
                <c:v>2.878988838997689</c:v>
              </c:pt>
              <c:pt idx="35">
                <c:v>2.878988838997689</c:v>
              </c:pt>
              <c:pt idx="36">
                <c:v>2.878988838997689</c:v>
              </c:pt>
              <c:pt idx="37">
                <c:v>2.878988838997689</c:v>
              </c:pt>
              <c:pt idx="38">
                <c:v>2.878988838997689</c:v>
              </c:pt>
              <c:pt idx="39">
                <c:v>2.878988838997689</c:v>
              </c:pt>
              <c:pt idx="40">
                <c:v>2.878988838997689</c:v>
              </c:pt>
              <c:pt idx="41">
                <c:v>2.878988838997689</c:v>
              </c:pt>
              <c:pt idx="42">
                <c:v>2.878988838997689</c:v>
              </c:pt>
              <c:pt idx="43">
                <c:v>2.878988838997689</c:v>
              </c:pt>
              <c:pt idx="44">
                <c:v>2.878988838997689</c:v>
              </c:pt>
              <c:pt idx="45">
                <c:v>2.878988838997689</c:v>
              </c:pt>
              <c:pt idx="46">
                <c:v>2.878988838997689</c:v>
              </c:pt>
              <c:pt idx="47">
                <c:v>2.878988838997689</c:v>
              </c:pt>
              <c:pt idx="48">
                <c:v>2.878988838997689</c:v>
              </c:pt>
              <c:pt idx="49">
                <c:v>2.878988838997689</c:v>
              </c:pt>
              <c:pt idx="50">
                <c:v>2.878988838997689</c:v>
              </c:pt>
              <c:pt idx="51">
                <c:v>2.878988838997689</c:v>
              </c:pt>
              <c:pt idx="52">
                <c:v>2.878988838997689</c:v>
              </c:pt>
              <c:pt idx="53">
                <c:v>2.878988838997689</c:v>
              </c:pt>
              <c:pt idx="54">
                <c:v>2.878988838997689</c:v>
              </c:pt>
              <c:pt idx="55">
                <c:v>2.878988838997689</c:v>
              </c:pt>
              <c:pt idx="56">
                <c:v>2.878988838997689</c:v>
              </c:pt>
              <c:pt idx="57">
                <c:v>2.878988838997689</c:v>
              </c:pt>
              <c:pt idx="58">
                <c:v>2.878988838997689</c:v>
              </c:pt>
              <c:pt idx="59">
                <c:v>2.878988838997689</c:v>
              </c:pt>
              <c:pt idx="60">
                <c:v>2.878988838997689</c:v>
              </c:pt>
              <c:pt idx="61">
                <c:v>2.878988838997689</c:v>
              </c:pt>
              <c:pt idx="62">
                <c:v>2.878988838997689</c:v>
              </c:pt>
              <c:pt idx="63">
                <c:v>2.878988838997689</c:v>
              </c:pt>
              <c:pt idx="64">
                <c:v>2.878988838997689</c:v>
              </c:pt>
              <c:pt idx="65">
                <c:v>2.878988838997689</c:v>
              </c:pt>
              <c:pt idx="66">
                <c:v>2.878988838997689</c:v>
              </c:pt>
              <c:pt idx="67">
                <c:v>2.878988838997689</c:v>
              </c:pt>
              <c:pt idx="68">
                <c:v>2.878988838997689</c:v>
              </c:pt>
              <c:pt idx="69">
                <c:v>2.878988838997689</c:v>
              </c:pt>
              <c:pt idx="70">
                <c:v>2.878988838997689</c:v>
              </c:pt>
              <c:pt idx="71">
                <c:v>2.878988838997689</c:v>
              </c:pt>
              <c:pt idx="72">
                <c:v>2.878988838997689</c:v>
              </c:pt>
              <c:pt idx="73">
                <c:v>2.878988838997689</c:v>
              </c:pt>
              <c:pt idx="74">
                <c:v>2.878988838997689</c:v>
              </c:pt>
              <c:pt idx="75">
                <c:v>2.878988838997689</c:v>
              </c:pt>
              <c:pt idx="76">
                <c:v>2.878988838997689</c:v>
              </c:pt>
              <c:pt idx="77">
                <c:v>2.878988838997689</c:v>
              </c:pt>
              <c:pt idx="78">
                <c:v>2.878988838997689</c:v>
              </c:pt>
              <c:pt idx="79">
                <c:v>2.878988838997689</c:v>
              </c:pt>
              <c:pt idx="80">
                <c:v>2.878988838997689</c:v>
              </c:pt>
              <c:pt idx="81">
                <c:v>2.878988838997689</c:v>
              </c:pt>
              <c:pt idx="82">
                <c:v>2.878988838997689</c:v>
              </c:pt>
              <c:pt idx="83">
                <c:v>2.878988838997689</c:v>
              </c:pt>
              <c:pt idx="84">
                <c:v>2.878988838997689</c:v>
              </c:pt>
              <c:pt idx="85">
                <c:v>2.878988838997689</c:v>
              </c:pt>
              <c:pt idx="86">
                <c:v>2.878988838997689</c:v>
              </c:pt>
              <c:pt idx="87">
                <c:v>2.878988838997689</c:v>
              </c:pt>
              <c:pt idx="88">
                <c:v>2.878988838997689</c:v>
              </c:pt>
              <c:pt idx="89">
                <c:v>2.878988838997689</c:v>
              </c:pt>
              <c:pt idx="90">
                <c:v>2.878988838997689</c:v>
              </c:pt>
              <c:pt idx="91">
                <c:v>2.878988838997689</c:v>
              </c:pt>
              <c:pt idx="92">
                <c:v>2.878988838997689</c:v>
              </c:pt>
              <c:pt idx="93">
                <c:v>2.878988838997689</c:v>
              </c:pt>
              <c:pt idx="94">
                <c:v>2.878988838997689</c:v>
              </c:pt>
              <c:pt idx="95">
                <c:v>2.878988838997689</c:v>
              </c:pt>
              <c:pt idx="96">
                <c:v>2.878988838997689</c:v>
              </c:pt>
              <c:pt idx="97">
                <c:v>2.878988838997689</c:v>
              </c:pt>
              <c:pt idx="98">
                <c:v>2.878988838997689</c:v>
              </c:pt>
              <c:pt idx="99">
                <c:v>2.878988838997689</c:v>
              </c:pt>
              <c:pt idx="100">
                <c:v>2.878988838997689</c:v>
              </c:pt>
              <c:pt idx="101">
                <c:v>2.878988838997689</c:v>
              </c:pt>
              <c:pt idx="102">
                <c:v>2.878988838997689</c:v>
              </c:pt>
              <c:pt idx="103">
                <c:v>2.878988838997689</c:v>
              </c:pt>
              <c:pt idx="104">
                <c:v>2.878988838997689</c:v>
              </c:pt>
              <c:pt idx="105">
                <c:v>2.878988838997689</c:v>
              </c:pt>
              <c:pt idx="106">
                <c:v>2.878988838997689</c:v>
              </c:pt>
              <c:pt idx="107">
                <c:v>2.878988838997689</c:v>
              </c:pt>
              <c:pt idx="108">
                <c:v>2.878988838997689</c:v>
              </c:pt>
              <c:pt idx="109">
                <c:v>2.878988838997689</c:v>
              </c:pt>
              <c:pt idx="110">
                <c:v>2.878988838997689</c:v>
              </c:pt>
              <c:pt idx="111">
                <c:v>2.878988838997689</c:v>
              </c:pt>
              <c:pt idx="112">
                <c:v>2.878988838997689</c:v>
              </c:pt>
              <c:pt idx="113">
                <c:v>2.878988838997689</c:v>
              </c:pt>
              <c:pt idx="114">
                <c:v>2.878988838997689</c:v>
              </c:pt>
              <c:pt idx="115">
                <c:v>2.878988838997689</c:v>
              </c:pt>
              <c:pt idx="116">
                <c:v>2.878988838997689</c:v>
              </c:pt>
              <c:pt idx="117">
                <c:v>2.878988838997689</c:v>
              </c:pt>
              <c:pt idx="118">
                <c:v>2.878988838997689</c:v>
              </c:pt>
              <c:pt idx="119">
                <c:v>2.878988838997689</c:v>
              </c:pt>
              <c:pt idx="120">
                <c:v>2.878988838997689</c:v>
              </c:pt>
              <c:pt idx="121">
                <c:v>2.878988838997689</c:v>
              </c:pt>
              <c:pt idx="122">
                <c:v>2.878988838997689</c:v>
              </c:pt>
              <c:pt idx="123">
                <c:v>2.878988838997689</c:v>
              </c:pt>
              <c:pt idx="124">
                <c:v>2.878988838997689</c:v>
              </c:pt>
              <c:pt idx="125">
                <c:v>2.878988838997689</c:v>
              </c:pt>
              <c:pt idx="126">
                <c:v>2.878988838997689</c:v>
              </c:pt>
              <c:pt idx="127">
                <c:v>2.878988838997689</c:v>
              </c:pt>
              <c:pt idx="128">
                <c:v>2.878988838997689</c:v>
              </c:pt>
              <c:pt idx="129">
                <c:v>2.878988838997689</c:v>
              </c:pt>
              <c:pt idx="130">
                <c:v>2.878988838997689</c:v>
              </c:pt>
              <c:pt idx="131">
                <c:v>2.878988838997689</c:v>
              </c:pt>
              <c:pt idx="132">
                <c:v>2.878988838997689</c:v>
              </c:pt>
              <c:pt idx="133">
                <c:v>2.878988838997689</c:v>
              </c:pt>
              <c:pt idx="134">
                <c:v>2.878988838997689</c:v>
              </c:pt>
              <c:pt idx="135">
                <c:v>2.878988838997689</c:v>
              </c:pt>
              <c:pt idx="136">
                <c:v>2.878988838997689</c:v>
              </c:pt>
              <c:pt idx="137">
                <c:v>2.878988838997689</c:v>
              </c:pt>
              <c:pt idx="138">
                <c:v>2.878988838997689</c:v>
              </c:pt>
              <c:pt idx="139">
                <c:v>2.878988838997689</c:v>
              </c:pt>
              <c:pt idx="140">
                <c:v>2.878988838997689</c:v>
              </c:pt>
              <c:pt idx="141">
                <c:v>2.878988838997689</c:v>
              </c:pt>
              <c:pt idx="142">
                <c:v>2.878988838997689</c:v>
              </c:pt>
              <c:pt idx="143">
                <c:v>2.878988838997689</c:v>
              </c:pt>
              <c:pt idx="144">
                <c:v>2.878988838997689</c:v>
              </c:pt>
              <c:pt idx="145">
                <c:v>2.878988838997689</c:v>
              </c:pt>
              <c:pt idx="146">
                <c:v>2.878988838997689</c:v>
              </c:pt>
              <c:pt idx="147">
                <c:v>2.878988838997689</c:v>
              </c:pt>
              <c:pt idx="148">
                <c:v>2.878988838997689</c:v>
              </c:pt>
              <c:pt idx="149">
                <c:v>2.878988838997689</c:v>
              </c:pt>
              <c:pt idx="150">
                <c:v>2.878988838997689</c:v>
              </c:pt>
              <c:pt idx="151">
                <c:v>2.878988838997689</c:v>
              </c:pt>
              <c:pt idx="152">
                <c:v>2.878988838997689</c:v>
              </c:pt>
              <c:pt idx="153">
                <c:v>2.878988838997689</c:v>
              </c:pt>
              <c:pt idx="154">
                <c:v>2.878988838997689</c:v>
              </c:pt>
              <c:pt idx="155">
                <c:v>2.878988838997689</c:v>
              </c:pt>
              <c:pt idx="156">
                <c:v>2.878988838997689</c:v>
              </c:pt>
              <c:pt idx="157">
                <c:v>2.878988838997689</c:v>
              </c:pt>
              <c:pt idx="158">
                <c:v>2.878988838997689</c:v>
              </c:pt>
              <c:pt idx="159">
                <c:v>2.878988838997689</c:v>
              </c:pt>
              <c:pt idx="160">
                <c:v>2.878988838997689</c:v>
              </c:pt>
              <c:pt idx="161">
                <c:v>2.878988838997689</c:v>
              </c:pt>
              <c:pt idx="162">
                <c:v>2.878988838997689</c:v>
              </c:pt>
              <c:pt idx="163">
                <c:v>2.878988838997689</c:v>
              </c:pt>
              <c:pt idx="164">
                <c:v>2.878988838997689</c:v>
              </c:pt>
              <c:pt idx="165">
                <c:v>2.878988838997689</c:v>
              </c:pt>
              <c:pt idx="166">
                <c:v>2.878988838997689</c:v>
              </c:pt>
              <c:pt idx="167">
                <c:v>2.878988838997689</c:v>
              </c:pt>
              <c:pt idx="168">
                <c:v>2.878988838997689</c:v>
              </c:pt>
              <c:pt idx="169">
                <c:v>2.878988838997689</c:v>
              </c:pt>
              <c:pt idx="170">
                <c:v>2.878988838997689</c:v>
              </c:pt>
              <c:pt idx="171">
                <c:v>2.878988838997689</c:v>
              </c:pt>
              <c:pt idx="172">
                <c:v>2.878988838997689</c:v>
              </c:pt>
              <c:pt idx="173">
                <c:v>2.878988838997689</c:v>
              </c:pt>
              <c:pt idx="174">
                <c:v>2.878988838997689</c:v>
              </c:pt>
              <c:pt idx="175">
                <c:v>2.878988838997689</c:v>
              </c:pt>
              <c:pt idx="176">
                <c:v>2.878988838997689</c:v>
              </c:pt>
              <c:pt idx="177">
                <c:v>2.878988838997689</c:v>
              </c:pt>
              <c:pt idx="178">
                <c:v>2.878988838997689</c:v>
              </c:pt>
              <c:pt idx="179">
                <c:v>2.878988838997689</c:v>
              </c:pt>
              <c:pt idx="180">
                <c:v>2.878988838997689</c:v>
              </c:pt>
              <c:pt idx="181">
                <c:v>2.878988838997689</c:v>
              </c:pt>
              <c:pt idx="182">
                <c:v>2.878988838997689</c:v>
              </c:pt>
              <c:pt idx="183">
                <c:v>2.878988838997689</c:v>
              </c:pt>
              <c:pt idx="184">
                <c:v>2.878988838997689</c:v>
              </c:pt>
              <c:pt idx="185">
                <c:v>2.878988838997689</c:v>
              </c:pt>
              <c:pt idx="186">
                <c:v>2.878988838997689</c:v>
              </c:pt>
              <c:pt idx="187">
                <c:v>2.878988838997689</c:v>
              </c:pt>
              <c:pt idx="188">
                <c:v>2.878988838997689</c:v>
              </c:pt>
              <c:pt idx="189">
                <c:v>2.878988838997689</c:v>
              </c:pt>
              <c:pt idx="190">
                <c:v>2.878988838997689</c:v>
              </c:pt>
              <c:pt idx="191">
                <c:v>2.878988838997689</c:v>
              </c:pt>
              <c:pt idx="192">
                <c:v>2.878988838997689</c:v>
              </c:pt>
              <c:pt idx="193">
                <c:v>2.878988838997689</c:v>
              </c:pt>
              <c:pt idx="194">
                <c:v>2.878988838997689</c:v>
              </c:pt>
              <c:pt idx="195">
                <c:v>2.878988838997689</c:v>
              </c:pt>
              <c:pt idx="196">
                <c:v>2.878988838997689</c:v>
              </c:pt>
              <c:pt idx="197">
                <c:v>2.878988838997689</c:v>
              </c:pt>
              <c:pt idx="198">
                <c:v>2.878988838997689</c:v>
              </c:pt>
              <c:pt idx="199">
                <c:v>2.878988838997689</c:v>
              </c:pt>
              <c:pt idx="200">
                <c:v>2.878988838997689</c:v>
              </c:pt>
              <c:pt idx="201">
                <c:v>2.878988838997689</c:v>
              </c:pt>
              <c:pt idx="202">
                <c:v>2.878988838997689</c:v>
              </c:pt>
              <c:pt idx="203">
                <c:v>2.878988838997689</c:v>
              </c:pt>
              <c:pt idx="204">
                <c:v>2.878988838997689</c:v>
              </c:pt>
              <c:pt idx="205">
                <c:v>2.878988838997689</c:v>
              </c:pt>
              <c:pt idx="206">
                <c:v>2.878988838997689</c:v>
              </c:pt>
              <c:pt idx="207">
                <c:v>2.878988838997689</c:v>
              </c:pt>
              <c:pt idx="208">
                <c:v>2.878988838997689</c:v>
              </c:pt>
              <c:pt idx="209">
                <c:v>2.878988838997689</c:v>
              </c:pt>
              <c:pt idx="210">
                <c:v>2.878988838997689</c:v>
              </c:pt>
              <c:pt idx="211">
                <c:v>2.878988838997689</c:v>
              </c:pt>
              <c:pt idx="212">
                <c:v>2.878988838997689</c:v>
              </c:pt>
              <c:pt idx="213">
                <c:v>2.878988838997689</c:v>
              </c:pt>
              <c:pt idx="214">
                <c:v>2.878988838997689</c:v>
              </c:pt>
              <c:pt idx="215">
                <c:v>2.878988838997689</c:v>
              </c:pt>
              <c:pt idx="216">
                <c:v>2.878988838997689</c:v>
              </c:pt>
              <c:pt idx="217">
                <c:v>2.878988838997689</c:v>
              </c:pt>
              <c:pt idx="218">
                <c:v>2.878988838997689</c:v>
              </c:pt>
              <c:pt idx="219">
                <c:v>2.878988838997689</c:v>
              </c:pt>
              <c:pt idx="220">
                <c:v>2.878988838997689</c:v>
              </c:pt>
              <c:pt idx="221">
                <c:v>2.878988838997689</c:v>
              </c:pt>
              <c:pt idx="222">
                <c:v>2.878988838997689</c:v>
              </c:pt>
              <c:pt idx="223">
                <c:v>2.878988838997689</c:v>
              </c:pt>
              <c:pt idx="224">
                <c:v>2.878988838997689</c:v>
              </c:pt>
              <c:pt idx="225">
                <c:v>2.878988838997689</c:v>
              </c:pt>
              <c:pt idx="226">
                <c:v>2.878988838997689</c:v>
              </c:pt>
              <c:pt idx="227">
                <c:v>2.878988838997689</c:v>
              </c:pt>
              <c:pt idx="228">
                <c:v>2.878988838997689</c:v>
              </c:pt>
              <c:pt idx="229">
                <c:v>2.878988838997689</c:v>
              </c:pt>
              <c:pt idx="230">
                <c:v>2.878988838997689</c:v>
              </c:pt>
              <c:pt idx="231">
                <c:v>2.878988838997689</c:v>
              </c:pt>
              <c:pt idx="232">
                <c:v>2.878988838997689</c:v>
              </c:pt>
              <c:pt idx="233">
                <c:v>2.878988838997689</c:v>
              </c:pt>
              <c:pt idx="234">
                <c:v>2.878988838997689</c:v>
              </c:pt>
              <c:pt idx="235">
                <c:v>2.878988838997689</c:v>
              </c:pt>
              <c:pt idx="236">
                <c:v>2.878988838997689</c:v>
              </c:pt>
              <c:pt idx="237">
                <c:v>2.878988838997689</c:v>
              </c:pt>
              <c:pt idx="238">
                <c:v>2.878988838997689</c:v>
              </c:pt>
              <c:pt idx="239">
                <c:v>2.878988838997689</c:v>
              </c:pt>
              <c:pt idx="240">
                <c:v>2.878988838997689</c:v>
              </c:pt>
              <c:pt idx="241">
                <c:v>2.878988838997689</c:v>
              </c:pt>
              <c:pt idx="242">
                <c:v>2.878988838997689</c:v>
              </c:pt>
              <c:pt idx="243">
                <c:v>2.878988838997689</c:v>
              </c:pt>
              <c:pt idx="244">
                <c:v>2.878988838997689</c:v>
              </c:pt>
              <c:pt idx="245">
                <c:v>2.878988838997689</c:v>
              </c:pt>
            </c:numLit>
          </c:yVal>
          <c:smooth val="0"/>
        </c:ser>
        <c:ser>
          <c:idx val="3"/>
          <c:order val="3"/>
          <c:tx>
            <c:v>Same-order filling improvement</c:v>
          </c:tx>
          <c:spPr>
            <a:noFill xmlns:a="http://schemas.openxmlformats.org/drawingml/2006/main"/>
            <a:ln xmlns:a="http://schemas.openxmlformats.org/drawingml/2006/main" w="7620">
              <a:solidFill>
                <a:srgbClr val="009E73"/>
              </a:solidFill>
              <a:prstDash val="solid"/>
            </a:ln>
          </c:spPr>
          <c:marker>
            <c:symbol val="none"/>
            <c:size val="7"/>
            <c:spPr>
              <a:solidFill xmlns:a="http://schemas.openxmlformats.org/drawingml/2006/main">
                <a:srgbClr val="009E73"/>
              </a:solidFill>
            </c:spPr>
          </c:marker>
          <c:xVal>
            <c:numLit>
              <c:formatCode>General</c:formatCode>
              <c:ptCount val="246"/>
              <c:pt idx="0">
                <c:v>2.160873401232133</c:v>
              </c:pt>
              <c:pt idx="1">
                <c:v>4.321746802464266</c:v>
              </c:pt>
              <c:pt idx="2">
                <c:v>4.321746802464266</c:v>
              </c:pt>
              <c:pt idx="3">
                <c:v>4.321746802464266</c:v>
              </c:pt>
              <c:pt idx="4">
                <c:v>4.321746802464266</c:v>
              </c:pt>
              <c:pt idx="5">
                <c:v>4.321746802464266</c:v>
              </c:pt>
              <c:pt idx="6">
                <c:v>4.321746802464266</c:v>
              </c:pt>
              <c:pt idx="7">
                <c:v>4.321746802464266</c:v>
              </c:pt>
              <c:pt idx="8">
                <c:v>4.321746802464266</c:v>
              </c:pt>
              <c:pt idx="9">
                <c:v>4.321746802464266</c:v>
              </c:pt>
              <c:pt idx="10">
                <c:v>4.321746802464266</c:v>
              </c:pt>
              <c:pt idx="11">
                <c:v>4.321746802464266</c:v>
              </c:pt>
              <c:pt idx="12">
                <c:v>4.321746802464266</c:v>
              </c:pt>
              <c:pt idx="13">
                <c:v>4.321746802464266</c:v>
              </c:pt>
              <c:pt idx="14">
                <c:v>4.321746802464266</c:v>
              </c:pt>
              <c:pt idx="15">
                <c:v>4.321746802464266</c:v>
              </c:pt>
              <c:pt idx="16">
                <c:v>4.321746802464266</c:v>
              </c:pt>
              <c:pt idx="17">
                <c:v>4.321746802464266</c:v>
              </c:pt>
              <c:pt idx="18">
                <c:v>4.321746802464266</c:v>
              </c:pt>
              <c:pt idx="19">
                <c:v>4.321746802464266</c:v>
              </c:pt>
              <c:pt idx="20">
                <c:v>4.321746802464266</c:v>
              </c:pt>
              <c:pt idx="21">
                <c:v>4.321746802464266</c:v>
              </c:pt>
              <c:pt idx="22">
                <c:v>4.321746802464266</c:v>
              </c:pt>
              <c:pt idx="23">
                <c:v>4.321746802464266</c:v>
              </c:pt>
              <c:pt idx="24">
                <c:v>4.321746802464266</c:v>
              </c:pt>
              <c:pt idx="25">
                <c:v>4.321746802464266</c:v>
              </c:pt>
              <c:pt idx="26">
                <c:v>4.321746802464266</c:v>
              </c:pt>
              <c:pt idx="27">
                <c:v>4.321746802464266</c:v>
              </c:pt>
              <c:pt idx="28">
                <c:v>4.321746802464266</c:v>
              </c:pt>
              <c:pt idx="29">
                <c:v>4.321746802464266</c:v>
              </c:pt>
              <c:pt idx="30">
                <c:v>4.321746802464266</c:v>
              </c:pt>
              <c:pt idx="31">
                <c:v>4.321746802464266</c:v>
              </c:pt>
              <c:pt idx="32">
                <c:v>4.321746802464266</c:v>
              </c:pt>
              <c:pt idx="33">
                <c:v>4.321746802464266</c:v>
              </c:pt>
              <c:pt idx="34">
                <c:v>4.321746802464266</c:v>
              </c:pt>
              <c:pt idx="35">
                <c:v>4.321746802464266</c:v>
              </c:pt>
              <c:pt idx="36">
                <c:v>4.321746802464266</c:v>
              </c:pt>
              <c:pt idx="37">
                <c:v>4.321746802464266</c:v>
              </c:pt>
              <c:pt idx="38">
                <c:v>4.321746802464266</c:v>
              </c:pt>
              <c:pt idx="39">
                <c:v>4.321746802464266</c:v>
              </c:pt>
              <c:pt idx="40">
                <c:v>4.321746802464266</c:v>
              </c:pt>
              <c:pt idx="41">
                <c:v>4.321746802464266</c:v>
              </c:pt>
              <c:pt idx="42">
                <c:v>4.321746802464266</c:v>
              </c:pt>
              <c:pt idx="43">
                <c:v>4.321746802464266</c:v>
              </c:pt>
              <c:pt idx="44">
                <c:v>4.321746802464266</c:v>
              </c:pt>
              <c:pt idx="45">
                <c:v>4.321746802464266</c:v>
              </c:pt>
              <c:pt idx="46">
                <c:v>4.321746802464266</c:v>
              </c:pt>
              <c:pt idx="47">
                <c:v>4.321746802464266</c:v>
              </c:pt>
              <c:pt idx="48">
                <c:v>4.321746802464266</c:v>
              </c:pt>
              <c:pt idx="49">
                <c:v>4.321746802464266</c:v>
              </c:pt>
              <c:pt idx="50">
                <c:v>4.321746802464266</c:v>
              </c:pt>
              <c:pt idx="51">
                <c:v>4.321746802464266</c:v>
              </c:pt>
              <c:pt idx="52">
                <c:v>4.321746802464266</c:v>
              </c:pt>
              <c:pt idx="53">
                <c:v>4.321746802464266</c:v>
              </c:pt>
              <c:pt idx="54">
                <c:v>4.321746802464266</c:v>
              </c:pt>
              <c:pt idx="55">
                <c:v>4.321746802464266</c:v>
              </c:pt>
              <c:pt idx="56">
                <c:v>4.321746802464266</c:v>
              </c:pt>
              <c:pt idx="57">
                <c:v>4.321746802464266</c:v>
              </c:pt>
              <c:pt idx="58">
                <c:v>4.321746802464266</c:v>
              </c:pt>
              <c:pt idx="59">
                <c:v>4.321746802464266</c:v>
              </c:pt>
              <c:pt idx="60">
                <c:v>4.321746802464266</c:v>
              </c:pt>
              <c:pt idx="61">
                <c:v>4.321746802464266</c:v>
              </c:pt>
              <c:pt idx="62">
                <c:v>4.321746802464266</c:v>
              </c:pt>
              <c:pt idx="63">
                <c:v>4.321746802464266</c:v>
              </c:pt>
              <c:pt idx="64">
                <c:v>4.321746802464266</c:v>
              </c:pt>
              <c:pt idx="65">
                <c:v>4.321746802464266</c:v>
              </c:pt>
              <c:pt idx="66">
                <c:v>4.321746802464266</c:v>
              </c:pt>
              <c:pt idx="67">
                <c:v>4.321746802464266</c:v>
              </c:pt>
              <c:pt idx="68">
                <c:v>4.321746802464266</c:v>
              </c:pt>
              <c:pt idx="69">
                <c:v>4.321746802464266</c:v>
              </c:pt>
              <c:pt idx="70">
                <c:v>4.321746802464266</c:v>
              </c:pt>
              <c:pt idx="71">
                <c:v>4.321746802464266</c:v>
              </c:pt>
              <c:pt idx="72">
                <c:v>4.321746802464266</c:v>
              </c:pt>
              <c:pt idx="73">
                <c:v>4.321746802464266</c:v>
              </c:pt>
              <c:pt idx="74">
                <c:v>4.321746802464266</c:v>
              </c:pt>
              <c:pt idx="75">
                <c:v>4.321746802464266</c:v>
              </c:pt>
              <c:pt idx="76">
                <c:v>4.321746802464266</c:v>
              </c:pt>
              <c:pt idx="77">
                <c:v>4.321746802464266</c:v>
              </c:pt>
              <c:pt idx="78">
                <c:v>4.321746802464266</c:v>
              </c:pt>
              <c:pt idx="79">
                <c:v>4.321746802464266</c:v>
              </c:pt>
              <c:pt idx="80">
                <c:v>4.321746802464266</c:v>
              </c:pt>
              <c:pt idx="81">
                <c:v>4.321746802464266</c:v>
              </c:pt>
              <c:pt idx="82">
                <c:v>4.321746802464266</c:v>
              </c:pt>
              <c:pt idx="83">
                <c:v>4.321746802464266</c:v>
              </c:pt>
              <c:pt idx="84">
                <c:v>4.321746802464266</c:v>
              </c:pt>
              <c:pt idx="85">
                <c:v>4.321746802464266</c:v>
              </c:pt>
              <c:pt idx="86">
                <c:v>4.321746802464266</c:v>
              </c:pt>
              <c:pt idx="87">
                <c:v>4.321746802464266</c:v>
              </c:pt>
              <c:pt idx="88">
                <c:v>4.321746802464266</c:v>
              </c:pt>
              <c:pt idx="89">
                <c:v>4.321746802464266</c:v>
              </c:pt>
              <c:pt idx="90">
                <c:v>4.321746802464266</c:v>
              </c:pt>
              <c:pt idx="91">
                <c:v>4.321746802464266</c:v>
              </c:pt>
              <c:pt idx="92">
                <c:v>4.321746802464266</c:v>
              </c:pt>
              <c:pt idx="93">
                <c:v>4.321746802464266</c:v>
              </c:pt>
              <c:pt idx="94">
                <c:v>4.321746802464266</c:v>
              </c:pt>
              <c:pt idx="95">
                <c:v>4.321746802464266</c:v>
              </c:pt>
              <c:pt idx="96">
                <c:v>4.321746802464266</c:v>
              </c:pt>
              <c:pt idx="97">
                <c:v>4.321746802464266</c:v>
              </c:pt>
              <c:pt idx="98">
                <c:v>4.321746802464266</c:v>
              </c:pt>
              <c:pt idx="99">
                <c:v>4.321746802464266</c:v>
              </c:pt>
              <c:pt idx="100">
                <c:v>4.321746802464266</c:v>
              </c:pt>
              <c:pt idx="101">
                <c:v>4.321746802464266</c:v>
              </c:pt>
              <c:pt idx="102">
                <c:v>4.321746802464266</c:v>
              </c:pt>
              <c:pt idx="103">
                <c:v>4.321746802464266</c:v>
              </c:pt>
              <c:pt idx="104">
                <c:v>4.321746802464266</c:v>
              </c:pt>
              <c:pt idx="105">
                <c:v>4.321746802464266</c:v>
              </c:pt>
              <c:pt idx="106">
                <c:v>4.321746802464266</c:v>
              </c:pt>
              <c:pt idx="107">
                <c:v>4.321746802464266</c:v>
              </c:pt>
              <c:pt idx="108">
                <c:v>4.321746802464266</c:v>
              </c:pt>
              <c:pt idx="109">
                <c:v>4.321746802464266</c:v>
              </c:pt>
              <c:pt idx="110">
                <c:v>4.321746802464266</c:v>
              </c:pt>
              <c:pt idx="111">
                <c:v>4.321746802464266</c:v>
              </c:pt>
              <c:pt idx="112">
                <c:v>4.321746802464266</c:v>
              </c:pt>
              <c:pt idx="113">
                <c:v>4.321746802464266</c:v>
              </c:pt>
              <c:pt idx="114">
                <c:v>4.321746802464266</c:v>
              </c:pt>
              <c:pt idx="115">
                <c:v>4.321746802464266</c:v>
              </c:pt>
              <c:pt idx="116">
                <c:v>4.321746802464266</c:v>
              </c:pt>
              <c:pt idx="117">
                <c:v>4.321746802464266</c:v>
              </c:pt>
              <c:pt idx="118">
                <c:v>4.321746802464266</c:v>
              </c:pt>
              <c:pt idx="119">
                <c:v>4.321746802464266</c:v>
              </c:pt>
              <c:pt idx="120">
                <c:v>4.321746802464266</c:v>
              </c:pt>
              <c:pt idx="121">
                <c:v>4.321746802464266</c:v>
              </c:pt>
              <c:pt idx="122">
                <c:v>4.321746802464266</c:v>
              </c:pt>
              <c:pt idx="123">
                <c:v>4.321746802464266</c:v>
              </c:pt>
              <c:pt idx="124">
                <c:v>4.321746802464266</c:v>
              </c:pt>
              <c:pt idx="125">
                <c:v>4.321746802464266</c:v>
              </c:pt>
              <c:pt idx="126">
                <c:v>4.321746802464266</c:v>
              </c:pt>
              <c:pt idx="127">
                <c:v>4.321746802464266</c:v>
              </c:pt>
              <c:pt idx="128">
                <c:v>4.321746802464266</c:v>
              </c:pt>
              <c:pt idx="129">
                <c:v>4.321746802464266</c:v>
              </c:pt>
              <c:pt idx="130">
                <c:v>4.321746802464266</c:v>
              </c:pt>
              <c:pt idx="131">
                <c:v>4.321746802464266</c:v>
              </c:pt>
              <c:pt idx="132">
                <c:v>4.321746802464266</c:v>
              </c:pt>
              <c:pt idx="133">
                <c:v>4.321746802464266</c:v>
              </c:pt>
              <c:pt idx="134">
                <c:v>4.321746802464266</c:v>
              </c:pt>
              <c:pt idx="135">
                <c:v>4.321746802464266</c:v>
              </c:pt>
              <c:pt idx="136">
                <c:v>4.321746802464266</c:v>
              </c:pt>
              <c:pt idx="137">
                <c:v>4.321746802464266</c:v>
              </c:pt>
              <c:pt idx="138">
                <c:v>4.321746802464266</c:v>
              </c:pt>
              <c:pt idx="139">
                <c:v>4.321746802464266</c:v>
              </c:pt>
              <c:pt idx="140">
                <c:v>4.321746802464266</c:v>
              </c:pt>
              <c:pt idx="141">
                <c:v>4.321746802464266</c:v>
              </c:pt>
              <c:pt idx="142">
                <c:v>4.321746802464266</c:v>
              </c:pt>
              <c:pt idx="143">
                <c:v>4.321746802464266</c:v>
              </c:pt>
              <c:pt idx="144">
                <c:v>4.321746802464266</c:v>
              </c:pt>
              <c:pt idx="145">
                <c:v>4.321746802464266</c:v>
              </c:pt>
              <c:pt idx="146">
                <c:v>4.321746802464266</c:v>
              </c:pt>
              <c:pt idx="147">
                <c:v>4.321746802464266</c:v>
              </c:pt>
              <c:pt idx="148">
                <c:v>4.321746802464266</c:v>
              </c:pt>
              <c:pt idx="149">
                <c:v>4.321746802464266</c:v>
              </c:pt>
              <c:pt idx="150">
                <c:v>4.321746802464266</c:v>
              </c:pt>
              <c:pt idx="151">
                <c:v>4.321746802464266</c:v>
              </c:pt>
              <c:pt idx="152">
                <c:v>4.321746802464266</c:v>
              </c:pt>
              <c:pt idx="153">
                <c:v>4.321746802464266</c:v>
              </c:pt>
              <c:pt idx="154">
                <c:v>4.321746802464266</c:v>
              </c:pt>
              <c:pt idx="155">
                <c:v>4.321746802464266</c:v>
              </c:pt>
              <c:pt idx="156">
                <c:v>4.321746802464266</c:v>
              </c:pt>
              <c:pt idx="157">
                <c:v>4.321746802464266</c:v>
              </c:pt>
              <c:pt idx="158">
                <c:v>4.321746802464266</c:v>
              </c:pt>
              <c:pt idx="159">
                <c:v>4.321746802464266</c:v>
              </c:pt>
              <c:pt idx="160">
                <c:v>4.321746802464266</c:v>
              </c:pt>
              <c:pt idx="161">
                <c:v>4.321746802464266</c:v>
              </c:pt>
              <c:pt idx="162">
                <c:v>4.321746802464266</c:v>
              </c:pt>
              <c:pt idx="163">
                <c:v>4.321746802464266</c:v>
              </c:pt>
              <c:pt idx="164">
                <c:v>4.321746802464266</c:v>
              </c:pt>
              <c:pt idx="165">
                <c:v>4.321746802464266</c:v>
              </c:pt>
              <c:pt idx="166">
                <c:v>4.321746802464266</c:v>
              </c:pt>
              <c:pt idx="167">
                <c:v>4.321746802464266</c:v>
              </c:pt>
              <c:pt idx="168">
                <c:v>4.321746802464266</c:v>
              </c:pt>
              <c:pt idx="169">
                <c:v>4.321746802464266</c:v>
              </c:pt>
              <c:pt idx="170">
                <c:v>4.321746802464266</c:v>
              </c:pt>
              <c:pt idx="171">
                <c:v>4.321746802464266</c:v>
              </c:pt>
              <c:pt idx="172">
                <c:v>4.321746802464266</c:v>
              </c:pt>
              <c:pt idx="173">
                <c:v>4.321746802464266</c:v>
              </c:pt>
              <c:pt idx="174">
                <c:v>4.321746802464266</c:v>
              </c:pt>
              <c:pt idx="175">
                <c:v>4.321746802464266</c:v>
              </c:pt>
              <c:pt idx="176">
                <c:v>4.321746802464266</c:v>
              </c:pt>
              <c:pt idx="177">
                <c:v>4.321746802464266</c:v>
              </c:pt>
              <c:pt idx="178">
                <c:v>4.321746802464266</c:v>
              </c:pt>
              <c:pt idx="179">
                <c:v>4.321746802464266</c:v>
              </c:pt>
              <c:pt idx="180">
                <c:v>4.321746802464266</c:v>
              </c:pt>
              <c:pt idx="181">
                <c:v>4.321746802464266</c:v>
              </c:pt>
              <c:pt idx="182">
                <c:v>4.321746802464266</c:v>
              </c:pt>
              <c:pt idx="183">
                <c:v>4.321746802464266</c:v>
              </c:pt>
              <c:pt idx="184">
                <c:v>4.321746802464266</c:v>
              </c:pt>
              <c:pt idx="185">
                <c:v>4.321746802464266</c:v>
              </c:pt>
              <c:pt idx="186">
                <c:v>4.321746802464266</c:v>
              </c:pt>
              <c:pt idx="187">
                <c:v>4.321746802464266</c:v>
              </c:pt>
              <c:pt idx="188">
                <c:v>4.321746802464266</c:v>
              </c:pt>
              <c:pt idx="189">
                <c:v>4.321746802464266</c:v>
              </c:pt>
              <c:pt idx="190">
                <c:v>4.321746802464266</c:v>
              </c:pt>
              <c:pt idx="191">
                <c:v>4.321746802464266</c:v>
              </c:pt>
              <c:pt idx="192">
                <c:v>4.321746802464266</c:v>
              </c:pt>
              <c:pt idx="193">
                <c:v>4.321746802464266</c:v>
              </c:pt>
              <c:pt idx="194">
                <c:v>4.321746802464266</c:v>
              </c:pt>
              <c:pt idx="195">
                <c:v>4.321746802464266</c:v>
              </c:pt>
              <c:pt idx="196">
                <c:v>4.321746802464266</c:v>
              </c:pt>
              <c:pt idx="197">
                <c:v>4.321746802464266</c:v>
              </c:pt>
              <c:pt idx="198">
                <c:v>4.321746802464266</c:v>
              </c:pt>
              <c:pt idx="199">
                <c:v>4.321746802464266</c:v>
              </c:pt>
              <c:pt idx="200">
                <c:v>4.321746802464266</c:v>
              </c:pt>
              <c:pt idx="201">
                <c:v>4.321746802464266</c:v>
              </c:pt>
              <c:pt idx="202">
                <c:v>4.321746802464266</c:v>
              </c:pt>
              <c:pt idx="203">
                <c:v>4.321746802464266</c:v>
              </c:pt>
              <c:pt idx="204">
                <c:v>4.321746802464266</c:v>
              </c:pt>
              <c:pt idx="205">
                <c:v>4.321746802464266</c:v>
              </c:pt>
              <c:pt idx="206">
                <c:v>4.321746802464266</c:v>
              </c:pt>
              <c:pt idx="207">
                <c:v>4.321746802464266</c:v>
              </c:pt>
              <c:pt idx="208">
                <c:v>4.321746802464266</c:v>
              </c:pt>
              <c:pt idx="209">
                <c:v>4.321746802464266</c:v>
              </c:pt>
              <c:pt idx="210">
                <c:v>4.321746802464266</c:v>
              </c:pt>
              <c:pt idx="211">
                <c:v>4.321746802464266</c:v>
              </c:pt>
              <c:pt idx="212">
                <c:v>4.321746802464266</c:v>
              </c:pt>
              <c:pt idx="213">
                <c:v>4.321746802464266</c:v>
              </c:pt>
              <c:pt idx="214">
                <c:v>4.321746802464266</c:v>
              </c:pt>
              <c:pt idx="215">
                <c:v>4.321746802464266</c:v>
              </c:pt>
              <c:pt idx="216">
                <c:v>4.321746802464266</c:v>
              </c:pt>
              <c:pt idx="217">
                <c:v>4.321746802464266</c:v>
              </c:pt>
              <c:pt idx="218">
                <c:v>4.321746802464266</c:v>
              </c:pt>
              <c:pt idx="219">
                <c:v>4.321746802464266</c:v>
              </c:pt>
              <c:pt idx="220">
                <c:v>4.321746802464266</c:v>
              </c:pt>
              <c:pt idx="221">
                <c:v>4.321746802464266</c:v>
              </c:pt>
              <c:pt idx="222">
                <c:v>4.321746802464266</c:v>
              </c:pt>
              <c:pt idx="223">
                <c:v>4.321746802464266</c:v>
              </c:pt>
              <c:pt idx="224">
                <c:v>4.321746802464266</c:v>
              </c:pt>
              <c:pt idx="225">
                <c:v>4.321746802464266</c:v>
              </c:pt>
              <c:pt idx="226">
                <c:v>4.321746802464266</c:v>
              </c:pt>
              <c:pt idx="227">
                <c:v>4.321746802464266</c:v>
              </c:pt>
              <c:pt idx="228">
                <c:v>4.321746802464266</c:v>
              </c:pt>
              <c:pt idx="229">
                <c:v>4.321746802464266</c:v>
              </c:pt>
              <c:pt idx="230">
                <c:v>4.321746802464266</c:v>
              </c:pt>
              <c:pt idx="231">
                <c:v>4.321746802464266</c:v>
              </c:pt>
              <c:pt idx="232">
                <c:v>4.321746802464266</c:v>
              </c:pt>
              <c:pt idx="233">
                <c:v>4.321746802464266</c:v>
              </c:pt>
              <c:pt idx="234">
                <c:v>4.321746802464266</c:v>
              </c:pt>
              <c:pt idx="235">
                <c:v>4.321746802464266</c:v>
              </c:pt>
              <c:pt idx="236">
                <c:v>4.321746802464266</c:v>
              </c:pt>
              <c:pt idx="237">
                <c:v>4.321746802464266</c:v>
              </c:pt>
              <c:pt idx="238">
                <c:v>4.321746802464266</c:v>
              </c:pt>
              <c:pt idx="239">
                <c:v>4.321746802464266</c:v>
              </c:pt>
              <c:pt idx="240">
                <c:v>4.321746802464266</c:v>
              </c:pt>
              <c:pt idx="241">
                <c:v>4.321746802464266</c:v>
              </c:pt>
              <c:pt idx="242">
                <c:v>4.321746802464266</c:v>
              </c:pt>
              <c:pt idx="243">
                <c:v>4.321746802464266</c:v>
              </c:pt>
              <c:pt idx="244">
                <c:v>4.321746802464266</c:v>
              </c:pt>
              <c:pt idx="245">
                <c:v>4.321746802464266</c:v>
              </c:pt>
            </c:numLit>
          </c:xVal>
          <c:yVal>
            <c:numLit>
              <c:formatCode>0.0</c:formatCode>
              <c:ptCount val="246"/>
              <c:pt idx="0">
                <c:v>2.0904444845289665</c:v>
              </c:pt>
              <c:pt idx="1">
                <c:v>2.0904444845289665</c:v>
              </c:pt>
              <c:pt idx="2">
                <c:v>2.0904444845289665</c:v>
              </c:pt>
              <c:pt idx="3">
                <c:v>2.0904444845289665</c:v>
              </c:pt>
              <c:pt idx="4">
                <c:v>2.0904444845289665</c:v>
              </c:pt>
              <c:pt idx="5">
                <c:v>2.0904444845289665</c:v>
              </c:pt>
              <c:pt idx="6">
                <c:v>2.0904444845289665</c:v>
              </c:pt>
              <c:pt idx="7">
                <c:v>2.0904444845289665</c:v>
              </c:pt>
              <c:pt idx="8">
                <c:v>2.0904444845289665</c:v>
              </c:pt>
              <c:pt idx="9">
                <c:v>2.0904444845289665</c:v>
              </c:pt>
              <c:pt idx="10">
                <c:v>2.0904444845289665</c:v>
              </c:pt>
              <c:pt idx="11">
                <c:v>2.0904444845289665</c:v>
              </c:pt>
              <c:pt idx="12">
                <c:v>2.0904444845289665</c:v>
              </c:pt>
              <c:pt idx="13">
                <c:v>2.0904444845289665</c:v>
              </c:pt>
              <c:pt idx="14">
                <c:v>2.0904444845289665</c:v>
              </c:pt>
              <c:pt idx="15">
                <c:v>2.0904444845289665</c:v>
              </c:pt>
              <c:pt idx="16">
                <c:v>2.0904444845289665</c:v>
              </c:pt>
              <c:pt idx="17">
                <c:v>2.0904444845289665</c:v>
              </c:pt>
              <c:pt idx="18">
                <c:v>2.0904444845289665</c:v>
              </c:pt>
              <c:pt idx="19">
                <c:v>2.0904444845289665</c:v>
              </c:pt>
              <c:pt idx="20">
                <c:v>2.0904444845289665</c:v>
              </c:pt>
              <c:pt idx="21">
                <c:v>2.0904444845289665</c:v>
              </c:pt>
              <c:pt idx="22">
                <c:v>2.0904444845289665</c:v>
              </c:pt>
              <c:pt idx="23">
                <c:v>2.0904444845289665</c:v>
              </c:pt>
              <c:pt idx="24">
                <c:v>2.0904444845289665</c:v>
              </c:pt>
              <c:pt idx="25">
                <c:v>2.0904444845289665</c:v>
              </c:pt>
              <c:pt idx="26">
                <c:v>2.0904444845289665</c:v>
              </c:pt>
              <c:pt idx="27">
                <c:v>2.0904444845289665</c:v>
              </c:pt>
              <c:pt idx="28">
                <c:v>2.0904444845289665</c:v>
              </c:pt>
              <c:pt idx="29">
                <c:v>2.0904444845289665</c:v>
              </c:pt>
              <c:pt idx="30">
                <c:v>2.0904444845289665</c:v>
              </c:pt>
              <c:pt idx="31">
                <c:v>2.0904444845289665</c:v>
              </c:pt>
              <c:pt idx="32">
                <c:v>2.0904444845289665</c:v>
              </c:pt>
              <c:pt idx="33">
                <c:v>2.0904444845289665</c:v>
              </c:pt>
              <c:pt idx="34">
                <c:v>2.0904444845289665</c:v>
              </c:pt>
              <c:pt idx="35">
                <c:v>2.0904444845289665</c:v>
              </c:pt>
              <c:pt idx="36">
                <c:v>2.0904444845289665</c:v>
              </c:pt>
              <c:pt idx="37">
                <c:v>2.0904444845289665</c:v>
              </c:pt>
              <c:pt idx="38">
                <c:v>2.0904444845289665</c:v>
              </c:pt>
              <c:pt idx="39">
                <c:v>2.0904444845289665</c:v>
              </c:pt>
              <c:pt idx="40">
                <c:v>2.0904444845289665</c:v>
              </c:pt>
              <c:pt idx="41">
                <c:v>2.0904444845289665</c:v>
              </c:pt>
              <c:pt idx="42">
                <c:v>2.0904444845289665</c:v>
              </c:pt>
              <c:pt idx="43">
                <c:v>2.0904444845289665</c:v>
              </c:pt>
              <c:pt idx="44">
                <c:v>2.0904444845289665</c:v>
              </c:pt>
              <c:pt idx="45">
                <c:v>2.0904444845289665</c:v>
              </c:pt>
              <c:pt idx="46">
                <c:v>2.0904444845289665</c:v>
              </c:pt>
              <c:pt idx="47">
                <c:v>2.0904444845289665</c:v>
              </c:pt>
              <c:pt idx="48">
                <c:v>2.0904444845289665</c:v>
              </c:pt>
              <c:pt idx="49">
                <c:v>2.0904444845289665</c:v>
              </c:pt>
              <c:pt idx="50">
                <c:v>2.0904444845289665</c:v>
              </c:pt>
              <c:pt idx="51">
                <c:v>2.0904444845289665</c:v>
              </c:pt>
              <c:pt idx="52">
                <c:v>2.0904444845289665</c:v>
              </c:pt>
              <c:pt idx="53">
                <c:v>2.0904444845289665</c:v>
              </c:pt>
              <c:pt idx="54">
                <c:v>2.0904444845289665</c:v>
              </c:pt>
              <c:pt idx="55">
                <c:v>2.0904444845289665</c:v>
              </c:pt>
              <c:pt idx="56">
                <c:v>2.0904444845289665</c:v>
              </c:pt>
              <c:pt idx="57">
                <c:v>2.0904444845289665</c:v>
              </c:pt>
              <c:pt idx="58">
                <c:v>2.0904444845289665</c:v>
              </c:pt>
              <c:pt idx="59">
                <c:v>2.0904444845289665</c:v>
              </c:pt>
              <c:pt idx="60">
                <c:v>2.0904444845289665</c:v>
              </c:pt>
              <c:pt idx="61">
                <c:v>2.0904444845289665</c:v>
              </c:pt>
              <c:pt idx="62">
                <c:v>2.0904444845289665</c:v>
              </c:pt>
              <c:pt idx="63">
                <c:v>2.0904444845289665</c:v>
              </c:pt>
              <c:pt idx="64">
                <c:v>2.0904444845289665</c:v>
              </c:pt>
              <c:pt idx="65">
                <c:v>2.0904444845289665</c:v>
              </c:pt>
              <c:pt idx="66">
                <c:v>2.0904444845289665</c:v>
              </c:pt>
              <c:pt idx="67">
                <c:v>2.0904444845289665</c:v>
              </c:pt>
              <c:pt idx="68">
                <c:v>2.0904444845289665</c:v>
              </c:pt>
              <c:pt idx="69">
                <c:v>2.0904444845289665</c:v>
              </c:pt>
              <c:pt idx="70">
                <c:v>2.0904444845289665</c:v>
              </c:pt>
              <c:pt idx="71">
                <c:v>2.0904444845289665</c:v>
              </c:pt>
              <c:pt idx="72">
                <c:v>2.0904444845289665</c:v>
              </c:pt>
              <c:pt idx="73">
                <c:v>2.0904444845289665</c:v>
              </c:pt>
              <c:pt idx="74">
                <c:v>2.0904444845289665</c:v>
              </c:pt>
              <c:pt idx="75">
                <c:v>2.0904444845289665</c:v>
              </c:pt>
              <c:pt idx="76">
                <c:v>2.0904444845289665</c:v>
              </c:pt>
              <c:pt idx="77">
                <c:v>2.0904444845289665</c:v>
              </c:pt>
              <c:pt idx="78">
                <c:v>2.0904444845289665</c:v>
              </c:pt>
              <c:pt idx="79">
                <c:v>2.0904444845289665</c:v>
              </c:pt>
              <c:pt idx="80">
                <c:v>2.0904444845289665</c:v>
              </c:pt>
              <c:pt idx="81">
                <c:v>2.0904444845289665</c:v>
              </c:pt>
              <c:pt idx="82">
                <c:v>2.0904444845289665</c:v>
              </c:pt>
              <c:pt idx="83">
                <c:v>2.0904444845289665</c:v>
              </c:pt>
              <c:pt idx="84">
                <c:v>2.0904444845289665</c:v>
              </c:pt>
              <c:pt idx="85">
                <c:v>2.0904444845289665</c:v>
              </c:pt>
              <c:pt idx="86">
                <c:v>2.0904444845289665</c:v>
              </c:pt>
              <c:pt idx="87">
                <c:v>2.0904444845289665</c:v>
              </c:pt>
              <c:pt idx="88">
                <c:v>2.0904444845289665</c:v>
              </c:pt>
              <c:pt idx="89">
                <c:v>2.0904444845289665</c:v>
              </c:pt>
              <c:pt idx="90">
                <c:v>2.0904444845289665</c:v>
              </c:pt>
              <c:pt idx="91">
                <c:v>2.0904444845289665</c:v>
              </c:pt>
              <c:pt idx="92">
                <c:v>2.0904444845289665</c:v>
              </c:pt>
              <c:pt idx="93">
                <c:v>2.0904444845289665</c:v>
              </c:pt>
              <c:pt idx="94">
                <c:v>2.0904444845289665</c:v>
              </c:pt>
              <c:pt idx="95">
                <c:v>2.0904444845289665</c:v>
              </c:pt>
              <c:pt idx="96">
                <c:v>2.0904444845289665</c:v>
              </c:pt>
              <c:pt idx="97">
                <c:v>2.0904444845289665</c:v>
              </c:pt>
              <c:pt idx="98">
                <c:v>2.0904444845289665</c:v>
              </c:pt>
              <c:pt idx="99">
                <c:v>2.0904444845289665</c:v>
              </c:pt>
              <c:pt idx="100">
                <c:v>2.0904444845289665</c:v>
              </c:pt>
              <c:pt idx="101">
                <c:v>2.0904444845289665</c:v>
              </c:pt>
              <c:pt idx="102">
                <c:v>2.0904444845289665</c:v>
              </c:pt>
              <c:pt idx="103">
                <c:v>2.0904444845289665</c:v>
              </c:pt>
              <c:pt idx="104">
                <c:v>2.0904444845289665</c:v>
              </c:pt>
              <c:pt idx="105">
                <c:v>2.0904444845289665</c:v>
              </c:pt>
              <c:pt idx="106">
                <c:v>2.0904444845289665</c:v>
              </c:pt>
              <c:pt idx="107">
                <c:v>2.0904444845289665</c:v>
              </c:pt>
              <c:pt idx="108">
                <c:v>2.0904444845289665</c:v>
              </c:pt>
              <c:pt idx="109">
                <c:v>2.0904444845289665</c:v>
              </c:pt>
              <c:pt idx="110">
                <c:v>2.0904444845289665</c:v>
              </c:pt>
              <c:pt idx="111">
                <c:v>2.0904444845289665</c:v>
              </c:pt>
              <c:pt idx="112">
                <c:v>2.0904444845289665</c:v>
              </c:pt>
              <c:pt idx="113">
                <c:v>2.0904444845289665</c:v>
              </c:pt>
              <c:pt idx="114">
                <c:v>2.0904444845289665</c:v>
              </c:pt>
              <c:pt idx="115">
                <c:v>2.0904444845289665</c:v>
              </c:pt>
              <c:pt idx="116">
                <c:v>2.0904444845289665</c:v>
              </c:pt>
              <c:pt idx="117">
                <c:v>2.0904444845289665</c:v>
              </c:pt>
              <c:pt idx="118">
                <c:v>2.0904444845289665</c:v>
              </c:pt>
              <c:pt idx="119">
                <c:v>2.0904444845289665</c:v>
              </c:pt>
              <c:pt idx="120">
                <c:v>2.0904444845289665</c:v>
              </c:pt>
              <c:pt idx="121">
                <c:v>2.0904444845289665</c:v>
              </c:pt>
              <c:pt idx="122">
                <c:v>2.0904444845289665</c:v>
              </c:pt>
              <c:pt idx="123">
                <c:v>2.0904444845289665</c:v>
              </c:pt>
              <c:pt idx="124">
                <c:v>2.0904444845289665</c:v>
              </c:pt>
              <c:pt idx="125">
                <c:v>2.0904444845289665</c:v>
              </c:pt>
              <c:pt idx="126">
                <c:v>2.0904444845289665</c:v>
              </c:pt>
              <c:pt idx="127">
                <c:v>2.0904444845289665</c:v>
              </c:pt>
              <c:pt idx="128">
                <c:v>2.0904444845289665</c:v>
              </c:pt>
              <c:pt idx="129">
                <c:v>2.0904444845289665</c:v>
              </c:pt>
              <c:pt idx="130">
                <c:v>2.0904444845289665</c:v>
              </c:pt>
              <c:pt idx="131">
                <c:v>2.0904444845289665</c:v>
              </c:pt>
              <c:pt idx="132">
                <c:v>2.0904444845289665</c:v>
              </c:pt>
              <c:pt idx="133">
                <c:v>2.0904444845289665</c:v>
              </c:pt>
              <c:pt idx="134">
                <c:v>2.0904444845289665</c:v>
              </c:pt>
              <c:pt idx="135">
                <c:v>2.0904444845289665</c:v>
              </c:pt>
              <c:pt idx="136">
                <c:v>2.0904444845289665</c:v>
              </c:pt>
              <c:pt idx="137">
                <c:v>2.0904444845289665</c:v>
              </c:pt>
              <c:pt idx="138">
                <c:v>2.0904444845289665</c:v>
              </c:pt>
              <c:pt idx="139">
                <c:v>2.0904444845289665</c:v>
              </c:pt>
              <c:pt idx="140">
                <c:v>2.0904444845289665</c:v>
              </c:pt>
              <c:pt idx="141">
                <c:v>2.0904444845289665</c:v>
              </c:pt>
              <c:pt idx="142">
                <c:v>2.0904444845289665</c:v>
              </c:pt>
              <c:pt idx="143">
                <c:v>2.0904444845289665</c:v>
              </c:pt>
              <c:pt idx="144">
                <c:v>2.0904444845289665</c:v>
              </c:pt>
              <c:pt idx="145">
                <c:v>2.0904444845289665</c:v>
              </c:pt>
              <c:pt idx="146">
                <c:v>2.0904444845289665</c:v>
              </c:pt>
              <c:pt idx="147">
                <c:v>2.0904444845289665</c:v>
              </c:pt>
              <c:pt idx="148">
                <c:v>2.0904444845289665</c:v>
              </c:pt>
              <c:pt idx="149">
                <c:v>2.0904444845289665</c:v>
              </c:pt>
              <c:pt idx="150">
                <c:v>2.0904444845289665</c:v>
              </c:pt>
              <c:pt idx="151">
                <c:v>2.0904444845289665</c:v>
              </c:pt>
              <c:pt idx="152">
                <c:v>2.0904444845289665</c:v>
              </c:pt>
              <c:pt idx="153">
                <c:v>2.0904444845289665</c:v>
              </c:pt>
              <c:pt idx="154">
                <c:v>2.0904444845289665</c:v>
              </c:pt>
              <c:pt idx="155">
                <c:v>2.0904444845289665</c:v>
              </c:pt>
              <c:pt idx="156">
                <c:v>2.0904444845289665</c:v>
              </c:pt>
              <c:pt idx="157">
                <c:v>2.0904444845289665</c:v>
              </c:pt>
              <c:pt idx="158">
                <c:v>2.0904444845289665</c:v>
              </c:pt>
              <c:pt idx="159">
                <c:v>2.0904444845289665</c:v>
              </c:pt>
              <c:pt idx="160">
                <c:v>2.0904444845289665</c:v>
              </c:pt>
              <c:pt idx="161">
                <c:v>2.0904444845289665</c:v>
              </c:pt>
              <c:pt idx="162">
                <c:v>2.0904444845289665</c:v>
              </c:pt>
              <c:pt idx="163">
                <c:v>2.0904444845289665</c:v>
              </c:pt>
              <c:pt idx="164">
                <c:v>2.0904444845289665</c:v>
              </c:pt>
              <c:pt idx="165">
                <c:v>2.0904444845289665</c:v>
              </c:pt>
              <c:pt idx="166">
                <c:v>2.0904444845289665</c:v>
              </c:pt>
              <c:pt idx="167">
                <c:v>2.0904444845289665</c:v>
              </c:pt>
              <c:pt idx="168">
                <c:v>2.0904444845289665</c:v>
              </c:pt>
              <c:pt idx="169">
                <c:v>2.0904444845289665</c:v>
              </c:pt>
              <c:pt idx="170">
                <c:v>2.0904444845289665</c:v>
              </c:pt>
              <c:pt idx="171">
                <c:v>2.0904444845289665</c:v>
              </c:pt>
              <c:pt idx="172">
                <c:v>2.0904444845289665</c:v>
              </c:pt>
              <c:pt idx="173">
                <c:v>2.0904444845289665</c:v>
              </c:pt>
              <c:pt idx="174">
                <c:v>2.0904444845289665</c:v>
              </c:pt>
              <c:pt idx="175">
                <c:v>2.0904444845289665</c:v>
              </c:pt>
              <c:pt idx="176">
                <c:v>2.0904444845289665</c:v>
              </c:pt>
              <c:pt idx="177">
                <c:v>2.0904444845289665</c:v>
              </c:pt>
              <c:pt idx="178">
                <c:v>2.0904444845289665</c:v>
              </c:pt>
              <c:pt idx="179">
                <c:v>2.0904444845289665</c:v>
              </c:pt>
              <c:pt idx="180">
                <c:v>2.0904444845289665</c:v>
              </c:pt>
              <c:pt idx="181">
                <c:v>2.0904444845289665</c:v>
              </c:pt>
              <c:pt idx="182">
                <c:v>2.0904444845289665</c:v>
              </c:pt>
              <c:pt idx="183">
                <c:v>2.0904444845289665</c:v>
              </c:pt>
              <c:pt idx="184">
                <c:v>2.0904444845289665</c:v>
              </c:pt>
              <c:pt idx="185">
                <c:v>2.0904444845289665</c:v>
              </c:pt>
              <c:pt idx="186">
                <c:v>2.0904444845289665</c:v>
              </c:pt>
              <c:pt idx="187">
                <c:v>2.0904444845289665</c:v>
              </c:pt>
              <c:pt idx="188">
                <c:v>2.0904444845289665</c:v>
              </c:pt>
              <c:pt idx="189">
                <c:v>2.0904444845289665</c:v>
              </c:pt>
              <c:pt idx="190">
                <c:v>2.0904444845289665</c:v>
              </c:pt>
              <c:pt idx="191">
                <c:v>2.0904444845289665</c:v>
              </c:pt>
              <c:pt idx="192">
                <c:v>2.0904444845289665</c:v>
              </c:pt>
              <c:pt idx="193">
                <c:v>2.0904444845289665</c:v>
              </c:pt>
              <c:pt idx="194">
                <c:v>2.0904444845289665</c:v>
              </c:pt>
              <c:pt idx="195">
                <c:v>2.0904444845289665</c:v>
              </c:pt>
              <c:pt idx="196">
                <c:v>2.0904444845289665</c:v>
              </c:pt>
              <c:pt idx="197">
                <c:v>2.0904444845289665</c:v>
              </c:pt>
              <c:pt idx="198">
                <c:v>2.0904444845289665</c:v>
              </c:pt>
              <c:pt idx="199">
                <c:v>2.0904444845289665</c:v>
              </c:pt>
              <c:pt idx="200">
                <c:v>2.0904444845289665</c:v>
              </c:pt>
              <c:pt idx="201">
                <c:v>2.0904444845289665</c:v>
              </c:pt>
              <c:pt idx="202">
                <c:v>2.0904444845289665</c:v>
              </c:pt>
              <c:pt idx="203">
                <c:v>2.0904444845289665</c:v>
              </c:pt>
              <c:pt idx="204">
                <c:v>2.0904444845289665</c:v>
              </c:pt>
              <c:pt idx="205">
                <c:v>2.0904444845289665</c:v>
              </c:pt>
              <c:pt idx="206">
                <c:v>2.0904444845289665</c:v>
              </c:pt>
              <c:pt idx="207">
                <c:v>2.0904444845289665</c:v>
              </c:pt>
              <c:pt idx="208">
                <c:v>2.0904444845289665</c:v>
              </c:pt>
              <c:pt idx="209">
                <c:v>2.0904444845289665</c:v>
              </c:pt>
              <c:pt idx="210">
                <c:v>2.0904444845289665</c:v>
              </c:pt>
              <c:pt idx="211">
                <c:v>2.0904444845289665</c:v>
              </c:pt>
              <c:pt idx="212">
                <c:v>2.0904444845289665</c:v>
              </c:pt>
              <c:pt idx="213">
                <c:v>2.0904444845289665</c:v>
              </c:pt>
              <c:pt idx="214">
                <c:v>2.0904444845289665</c:v>
              </c:pt>
              <c:pt idx="215">
                <c:v>2.0904444845289665</c:v>
              </c:pt>
              <c:pt idx="216">
                <c:v>2.0904444845289665</c:v>
              </c:pt>
              <c:pt idx="217">
                <c:v>2.0904444845289665</c:v>
              </c:pt>
              <c:pt idx="218">
                <c:v>2.0904444845289665</c:v>
              </c:pt>
              <c:pt idx="219">
                <c:v>2.0904444845289665</c:v>
              </c:pt>
              <c:pt idx="220">
                <c:v>2.0904444845289665</c:v>
              </c:pt>
              <c:pt idx="221">
                <c:v>2.0904444845289665</c:v>
              </c:pt>
              <c:pt idx="222">
                <c:v>2.0904444845289665</c:v>
              </c:pt>
              <c:pt idx="223">
                <c:v>2.0904444845289665</c:v>
              </c:pt>
              <c:pt idx="224">
                <c:v>2.0904444845289665</c:v>
              </c:pt>
              <c:pt idx="225">
                <c:v>2.0904444845289665</c:v>
              </c:pt>
              <c:pt idx="226">
                <c:v>2.0904444845289665</c:v>
              </c:pt>
              <c:pt idx="227">
                <c:v>2.0904444845289665</c:v>
              </c:pt>
              <c:pt idx="228">
                <c:v>2.0904444845289665</c:v>
              </c:pt>
              <c:pt idx="229">
                <c:v>2.0904444845289665</c:v>
              </c:pt>
              <c:pt idx="230">
                <c:v>2.0904444845289665</c:v>
              </c:pt>
              <c:pt idx="231">
                <c:v>2.0904444845289665</c:v>
              </c:pt>
              <c:pt idx="232">
                <c:v>2.0904444845289665</c:v>
              </c:pt>
              <c:pt idx="233">
                <c:v>2.0904444845289665</c:v>
              </c:pt>
              <c:pt idx="234">
                <c:v>2.0904444845289665</c:v>
              </c:pt>
              <c:pt idx="235">
                <c:v>2.0904444845289665</c:v>
              </c:pt>
              <c:pt idx="236">
                <c:v>2.0904444845289665</c:v>
              </c:pt>
              <c:pt idx="237">
                <c:v>2.0904444845289665</c:v>
              </c:pt>
              <c:pt idx="238">
                <c:v>2.0904444845289665</c:v>
              </c:pt>
              <c:pt idx="239">
                <c:v>2.0904444845289665</c:v>
              </c:pt>
              <c:pt idx="240">
                <c:v>2.0904444845289665</c:v>
              </c:pt>
              <c:pt idx="241">
                <c:v>2.0904444845289665</c:v>
              </c:pt>
              <c:pt idx="242">
                <c:v>2.0904444845289665</c:v>
              </c:pt>
              <c:pt idx="243">
                <c:v>2.0904444845289665</c:v>
              </c:pt>
              <c:pt idx="244">
                <c:v>2.0904444845289665</c:v>
              </c:pt>
              <c:pt idx="245">
                <c:v>2.0904444845289665</c:v>
              </c:pt>
            </c:numLit>
          </c:yVal>
          <c:smooth val="0"/>
        </c:ser>
        <c:ser>
          <c:idx val="4"/>
          <c:order val="4"/>
          <c:tx>
            <c:v>Same-order filling improvement</c:v>
          </c:tx>
          <c:spPr>
            <a:noFill xmlns:a="http://schemas.openxmlformats.org/drawingml/2006/main"/>
            <a:ln xmlns:a="http://schemas.openxmlformats.org/drawingml/2006/main" w="7620">
              <a:solidFill>
                <a:srgbClr val="009E73"/>
              </a:solidFill>
              <a:prstDash val="solid"/>
            </a:ln>
          </c:spPr>
          <c:marker>
            <c:symbol val="none"/>
            <c:size val="7"/>
            <c:spPr>
              <a:solidFill xmlns:a="http://schemas.openxmlformats.org/drawingml/2006/main">
                <a:srgbClr val="009E73"/>
              </a:solidFill>
            </c:spPr>
          </c:marker>
          <c:xVal>
            <c:numLit>
              <c:formatCode>General</c:formatCode>
              <c:ptCount val="246"/>
              <c:pt idx="0">
                <c:v>12.346384203815647</c:v>
              </c:pt>
              <c:pt idx="1">
                <c:v>24.692768407631295</c:v>
              </c:pt>
              <c:pt idx="2">
                <c:v>24.692768407631295</c:v>
              </c:pt>
              <c:pt idx="3">
                <c:v>24.692768407631295</c:v>
              </c:pt>
              <c:pt idx="4">
                <c:v>24.692768407631295</c:v>
              </c:pt>
              <c:pt idx="5">
                <c:v>24.692768407631295</c:v>
              </c:pt>
              <c:pt idx="6">
                <c:v>24.692768407631295</c:v>
              </c:pt>
              <c:pt idx="7">
                <c:v>24.692768407631295</c:v>
              </c:pt>
              <c:pt idx="8">
                <c:v>24.692768407631295</c:v>
              </c:pt>
              <c:pt idx="9">
                <c:v>24.692768407631295</c:v>
              </c:pt>
              <c:pt idx="10">
                <c:v>24.692768407631295</c:v>
              </c:pt>
              <c:pt idx="11">
                <c:v>24.692768407631295</c:v>
              </c:pt>
              <c:pt idx="12">
                <c:v>24.692768407631295</c:v>
              </c:pt>
              <c:pt idx="13">
                <c:v>24.692768407631295</c:v>
              </c:pt>
              <c:pt idx="14">
                <c:v>24.692768407631295</c:v>
              </c:pt>
              <c:pt idx="15">
                <c:v>24.692768407631295</c:v>
              </c:pt>
              <c:pt idx="16">
                <c:v>24.692768407631295</c:v>
              </c:pt>
              <c:pt idx="17">
                <c:v>24.692768407631295</c:v>
              </c:pt>
              <c:pt idx="18">
                <c:v>24.692768407631295</c:v>
              </c:pt>
              <c:pt idx="19">
                <c:v>24.692768407631295</c:v>
              </c:pt>
              <c:pt idx="20">
                <c:v>24.692768407631295</c:v>
              </c:pt>
              <c:pt idx="21">
                <c:v>24.692768407631295</c:v>
              </c:pt>
              <c:pt idx="22">
                <c:v>24.692768407631295</c:v>
              </c:pt>
              <c:pt idx="23">
                <c:v>24.692768407631295</c:v>
              </c:pt>
              <c:pt idx="24">
                <c:v>24.692768407631295</c:v>
              </c:pt>
              <c:pt idx="25">
                <c:v>24.692768407631295</c:v>
              </c:pt>
              <c:pt idx="26">
                <c:v>24.692768407631295</c:v>
              </c:pt>
              <c:pt idx="27">
                <c:v>24.692768407631295</c:v>
              </c:pt>
              <c:pt idx="28">
                <c:v>24.692768407631295</c:v>
              </c:pt>
              <c:pt idx="29">
                <c:v>24.692768407631295</c:v>
              </c:pt>
              <c:pt idx="30">
                <c:v>24.692768407631295</c:v>
              </c:pt>
              <c:pt idx="31">
                <c:v>24.692768407631295</c:v>
              </c:pt>
              <c:pt idx="32">
                <c:v>24.692768407631295</c:v>
              </c:pt>
              <c:pt idx="33">
                <c:v>24.692768407631295</c:v>
              </c:pt>
              <c:pt idx="34">
                <c:v>24.692768407631295</c:v>
              </c:pt>
              <c:pt idx="35">
                <c:v>24.692768407631295</c:v>
              </c:pt>
              <c:pt idx="36">
                <c:v>24.692768407631295</c:v>
              </c:pt>
              <c:pt idx="37">
                <c:v>24.692768407631295</c:v>
              </c:pt>
              <c:pt idx="38">
                <c:v>24.692768407631295</c:v>
              </c:pt>
              <c:pt idx="39">
                <c:v>24.692768407631295</c:v>
              </c:pt>
              <c:pt idx="40">
                <c:v>24.692768407631295</c:v>
              </c:pt>
              <c:pt idx="41">
                <c:v>24.692768407631295</c:v>
              </c:pt>
              <c:pt idx="42">
                <c:v>24.692768407631295</c:v>
              </c:pt>
              <c:pt idx="43">
                <c:v>24.692768407631295</c:v>
              </c:pt>
              <c:pt idx="44">
                <c:v>24.692768407631295</c:v>
              </c:pt>
              <c:pt idx="45">
                <c:v>24.692768407631295</c:v>
              </c:pt>
              <c:pt idx="46">
                <c:v>24.692768407631295</c:v>
              </c:pt>
              <c:pt idx="47">
                <c:v>24.692768407631295</c:v>
              </c:pt>
              <c:pt idx="48">
                <c:v>24.692768407631295</c:v>
              </c:pt>
              <c:pt idx="49">
                <c:v>24.692768407631295</c:v>
              </c:pt>
              <c:pt idx="50">
                <c:v>24.692768407631295</c:v>
              </c:pt>
              <c:pt idx="51">
                <c:v>24.692768407631295</c:v>
              </c:pt>
              <c:pt idx="52">
                <c:v>24.692768407631295</c:v>
              </c:pt>
              <c:pt idx="53">
                <c:v>24.692768407631295</c:v>
              </c:pt>
              <c:pt idx="54">
                <c:v>24.692768407631295</c:v>
              </c:pt>
              <c:pt idx="55">
                <c:v>24.692768407631295</c:v>
              </c:pt>
              <c:pt idx="56">
                <c:v>24.692768407631295</c:v>
              </c:pt>
              <c:pt idx="57">
                <c:v>24.692768407631295</c:v>
              </c:pt>
              <c:pt idx="58">
                <c:v>24.692768407631295</c:v>
              </c:pt>
              <c:pt idx="59">
                <c:v>24.692768407631295</c:v>
              </c:pt>
              <c:pt idx="60">
                <c:v>24.692768407631295</c:v>
              </c:pt>
              <c:pt idx="61">
                <c:v>24.692768407631295</c:v>
              </c:pt>
              <c:pt idx="62">
                <c:v>24.692768407631295</c:v>
              </c:pt>
              <c:pt idx="63">
                <c:v>24.692768407631295</c:v>
              </c:pt>
              <c:pt idx="64">
                <c:v>24.692768407631295</c:v>
              </c:pt>
              <c:pt idx="65">
                <c:v>24.692768407631295</c:v>
              </c:pt>
              <c:pt idx="66">
                <c:v>24.692768407631295</c:v>
              </c:pt>
              <c:pt idx="67">
                <c:v>24.692768407631295</c:v>
              </c:pt>
              <c:pt idx="68">
                <c:v>24.692768407631295</c:v>
              </c:pt>
              <c:pt idx="69">
                <c:v>24.692768407631295</c:v>
              </c:pt>
              <c:pt idx="70">
                <c:v>24.692768407631295</c:v>
              </c:pt>
              <c:pt idx="71">
                <c:v>24.692768407631295</c:v>
              </c:pt>
              <c:pt idx="72">
                <c:v>24.692768407631295</c:v>
              </c:pt>
              <c:pt idx="73">
                <c:v>24.692768407631295</c:v>
              </c:pt>
              <c:pt idx="74">
                <c:v>24.692768407631295</c:v>
              </c:pt>
              <c:pt idx="75">
                <c:v>24.692768407631295</c:v>
              </c:pt>
              <c:pt idx="76">
                <c:v>24.692768407631295</c:v>
              </c:pt>
              <c:pt idx="77">
                <c:v>24.692768407631295</c:v>
              </c:pt>
              <c:pt idx="78">
                <c:v>24.692768407631295</c:v>
              </c:pt>
              <c:pt idx="79">
                <c:v>24.692768407631295</c:v>
              </c:pt>
              <c:pt idx="80">
                <c:v>24.692768407631295</c:v>
              </c:pt>
              <c:pt idx="81">
                <c:v>24.692768407631295</c:v>
              </c:pt>
              <c:pt idx="82">
                <c:v>24.692768407631295</c:v>
              </c:pt>
              <c:pt idx="83">
                <c:v>24.692768407631295</c:v>
              </c:pt>
              <c:pt idx="84">
                <c:v>24.692768407631295</c:v>
              </c:pt>
              <c:pt idx="85">
                <c:v>24.692768407631295</c:v>
              </c:pt>
              <c:pt idx="86">
                <c:v>24.692768407631295</c:v>
              </c:pt>
              <c:pt idx="87">
                <c:v>24.692768407631295</c:v>
              </c:pt>
              <c:pt idx="88">
                <c:v>24.692768407631295</c:v>
              </c:pt>
              <c:pt idx="89">
                <c:v>24.692768407631295</c:v>
              </c:pt>
              <c:pt idx="90">
                <c:v>24.692768407631295</c:v>
              </c:pt>
              <c:pt idx="91">
                <c:v>24.692768407631295</c:v>
              </c:pt>
              <c:pt idx="92">
                <c:v>24.692768407631295</c:v>
              </c:pt>
              <c:pt idx="93">
                <c:v>24.692768407631295</c:v>
              </c:pt>
              <c:pt idx="94">
                <c:v>24.692768407631295</c:v>
              </c:pt>
              <c:pt idx="95">
                <c:v>24.692768407631295</c:v>
              </c:pt>
              <c:pt idx="96">
                <c:v>24.692768407631295</c:v>
              </c:pt>
              <c:pt idx="97">
                <c:v>24.692768407631295</c:v>
              </c:pt>
              <c:pt idx="98">
                <c:v>24.692768407631295</c:v>
              </c:pt>
              <c:pt idx="99">
                <c:v>24.692768407631295</c:v>
              </c:pt>
              <c:pt idx="100">
                <c:v>24.692768407631295</c:v>
              </c:pt>
              <c:pt idx="101">
                <c:v>24.692768407631295</c:v>
              </c:pt>
              <c:pt idx="102">
                <c:v>24.692768407631295</c:v>
              </c:pt>
              <c:pt idx="103">
                <c:v>24.692768407631295</c:v>
              </c:pt>
              <c:pt idx="104">
                <c:v>24.692768407631295</c:v>
              </c:pt>
              <c:pt idx="105">
                <c:v>24.692768407631295</c:v>
              </c:pt>
              <c:pt idx="106">
                <c:v>24.692768407631295</c:v>
              </c:pt>
              <c:pt idx="107">
                <c:v>24.692768407631295</c:v>
              </c:pt>
              <c:pt idx="108">
                <c:v>24.692768407631295</c:v>
              </c:pt>
              <c:pt idx="109">
                <c:v>24.692768407631295</c:v>
              </c:pt>
              <c:pt idx="110">
                <c:v>24.692768407631295</c:v>
              </c:pt>
              <c:pt idx="111">
                <c:v>24.692768407631295</c:v>
              </c:pt>
              <c:pt idx="112">
                <c:v>24.692768407631295</c:v>
              </c:pt>
              <c:pt idx="113">
                <c:v>24.692768407631295</c:v>
              </c:pt>
              <c:pt idx="114">
                <c:v>24.692768407631295</c:v>
              </c:pt>
              <c:pt idx="115">
                <c:v>24.692768407631295</c:v>
              </c:pt>
              <c:pt idx="116">
                <c:v>24.692768407631295</c:v>
              </c:pt>
              <c:pt idx="117">
                <c:v>24.692768407631295</c:v>
              </c:pt>
              <c:pt idx="118">
                <c:v>24.692768407631295</c:v>
              </c:pt>
              <c:pt idx="119">
                <c:v>24.692768407631295</c:v>
              </c:pt>
              <c:pt idx="120">
                <c:v>24.692768407631295</c:v>
              </c:pt>
              <c:pt idx="121">
                <c:v>24.692768407631295</c:v>
              </c:pt>
              <c:pt idx="122">
                <c:v>24.692768407631295</c:v>
              </c:pt>
              <c:pt idx="123">
                <c:v>24.692768407631295</c:v>
              </c:pt>
              <c:pt idx="124">
                <c:v>24.692768407631295</c:v>
              </c:pt>
              <c:pt idx="125">
                <c:v>24.692768407631295</c:v>
              </c:pt>
              <c:pt idx="126">
                <c:v>24.692768407631295</c:v>
              </c:pt>
              <c:pt idx="127">
                <c:v>24.692768407631295</c:v>
              </c:pt>
              <c:pt idx="128">
                <c:v>24.692768407631295</c:v>
              </c:pt>
              <c:pt idx="129">
                <c:v>24.692768407631295</c:v>
              </c:pt>
              <c:pt idx="130">
                <c:v>24.692768407631295</c:v>
              </c:pt>
              <c:pt idx="131">
                <c:v>24.692768407631295</c:v>
              </c:pt>
              <c:pt idx="132">
                <c:v>24.692768407631295</c:v>
              </c:pt>
              <c:pt idx="133">
                <c:v>24.692768407631295</c:v>
              </c:pt>
              <c:pt idx="134">
                <c:v>24.692768407631295</c:v>
              </c:pt>
              <c:pt idx="135">
                <c:v>24.692768407631295</c:v>
              </c:pt>
              <c:pt idx="136">
                <c:v>24.692768407631295</c:v>
              </c:pt>
              <c:pt idx="137">
                <c:v>24.692768407631295</c:v>
              </c:pt>
              <c:pt idx="138">
                <c:v>24.692768407631295</c:v>
              </c:pt>
              <c:pt idx="139">
                <c:v>24.692768407631295</c:v>
              </c:pt>
              <c:pt idx="140">
                <c:v>24.692768407631295</c:v>
              </c:pt>
              <c:pt idx="141">
                <c:v>24.692768407631295</c:v>
              </c:pt>
              <c:pt idx="142">
                <c:v>24.692768407631295</c:v>
              </c:pt>
              <c:pt idx="143">
                <c:v>24.692768407631295</c:v>
              </c:pt>
              <c:pt idx="144">
                <c:v>24.692768407631295</c:v>
              </c:pt>
              <c:pt idx="145">
                <c:v>24.692768407631295</c:v>
              </c:pt>
              <c:pt idx="146">
                <c:v>24.692768407631295</c:v>
              </c:pt>
              <c:pt idx="147">
                <c:v>24.692768407631295</c:v>
              </c:pt>
              <c:pt idx="148">
                <c:v>24.692768407631295</c:v>
              </c:pt>
              <c:pt idx="149">
                <c:v>24.692768407631295</c:v>
              </c:pt>
              <c:pt idx="150">
                <c:v>24.692768407631295</c:v>
              </c:pt>
              <c:pt idx="151">
                <c:v>24.692768407631295</c:v>
              </c:pt>
              <c:pt idx="152">
                <c:v>24.692768407631295</c:v>
              </c:pt>
              <c:pt idx="153">
                <c:v>24.692768407631295</c:v>
              </c:pt>
              <c:pt idx="154">
                <c:v>24.692768407631295</c:v>
              </c:pt>
              <c:pt idx="155">
                <c:v>24.692768407631295</c:v>
              </c:pt>
              <c:pt idx="156">
                <c:v>24.692768407631295</c:v>
              </c:pt>
              <c:pt idx="157">
                <c:v>24.692768407631295</c:v>
              </c:pt>
              <c:pt idx="158">
                <c:v>24.692768407631295</c:v>
              </c:pt>
              <c:pt idx="159">
                <c:v>24.692768407631295</c:v>
              </c:pt>
              <c:pt idx="160">
                <c:v>24.692768407631295</c:v>
              </c:pt>
              <c:pt idx="161">
                <c:v>24.692768407631295</c:v>
              </c:pt>
              <c:pt idx="162">
                <c:v>24.692768407631295</c:v>
              </c:pt>
              <c:pt idx="163">
                <c:v>24.692768407631295</c:v>
              </c:pt>
              <c:pt idx="164">
                <c:v>24.692768407631295</c:v>
              </c:pt>
              <c:pt idx="165">
                <c:v>24.692768407631295</c:v>
              </c:pt>
              <c:pt idx="166">
                <c:v>24.692768407631295</c:v>
              </c:pt>
              <c:pt idx="167">
                <c:v>24.692768407631295</c:v>
              </c:pt>
              <c:pt idx="168">
                <c:v>24.692768407631295</c:v>
              </c:pt>
              <c:pt idx="169">
                <c:v>24.692768407631295</c:v>
              </c:pt>
              <c:pt idx="170">
                <c:v>24.692768407631295</c:v>
              </c:pt>
              <c:pt idx="171">
                <c:v>24.692768407631295</c:v>
              </c:pt>
              <c:pt idx="172">
                <c:v>24.692768407631295</c:v>
              </c:pt>
              <c:pt idx="173">
                <c:v>24.692768407631295</c:v>
              </c:pt>
              <c:pt idx="174">
                <c:v>24.692768407631295</c:v>
              </c:pt>
              <c:pt idx="175">
                <c:v>24.692768407631295</c:v>
              </c:pt>
              <c:pt idx="176">
                <c:v>24.692768407631295</c:v>
              </c:pt>
              <c:pt idx="177">
                <c:v>24.692768407631295</c:v>
              </c:pt>
              <c:pt idx="178">
                <c:v>24.692768407631295</c:v>
              </c:pt>
              <c:pt idx="179">
                <c:v>24.692768407631295</c:v>
              </c:pt>
              <c:pt idx="180">
                <c:v>24.692768407631295</c:v>
              </c:pt>
              <c:pt idx="181">
                <c:v>24.692768407631295</c:v>
              </c:pt>
              <c:pt idx="182">
                <c:v>24.692768407631295</c:v>
              </c:pt>
              <c:pt idx="183">
                <c:v>24.692768407631295</c:v>
              </c:pt>
              <c:pt idx="184">
                <c:v>24.692768407631295</c:v>
              </c:pt>
              <c:pt idx="185">
                <c:v>24.692768407631295</c:v>
              </c:pt>
              <c:pt idx="186">
                <c:v>24.692768407631295</c:v>
              </c:pt>
              <c:pt idx="187">
                <c:v>24.692768407631295</c:v>
              </c:pt>
              <c:pt idx="188">
                <c:v>24.692768407631295</c:v>
              </c:pt>
              <c:pt idx="189">
                <c:v>24.692768407631295</c:v>
              </c:pt>
              <c:pt idx="190">
                <c:v>24.692768407631295</c:v>
              </c:pt>
              <c:pt idx="191">
                <c:v>24.692768407631295</c:v>
              </c:pt>
              <c:pt idx="192">
                <c:v>24.692768407631295</c:v>
              </c:pt>
              <c:pt idx="193">
                <c:v>24.692768407631295</c:v>
              </c:pt>
              <c:pt idx="194">
                <c:v>24.692768407631295</c:v>
              </c:pt>
              <c:pt idx="195">
                <c:v>24.692768407631295</c:v>
              </c:pt>
              <c:pt idx="196">
                <c:v>24.692768407631295</c:v>
              </c:pt>
              <c:pt idx="197">
                <c:v>24.692768407631295</c:v>
              </c:pt>
              <c:pt idx="198">
                <c:v>24.692768407631295</c:v>
              </c:pt>
              <c:pt idx="199">
                <c:v>24.692768407631295</c:v>
              </c:pt>
              <c:pt idx="200">
                <c:v>24.692768407631295</c:v>
              </c:pt>
              <c:pt idx="201">
                <c:v>24.692768407631295</c:v>
              </c:pt>
              <c:pt idx="202">
                <c:v>24.692768407631295</c:v>
              </c:pt>
              <c:pt idx="203">
                <c:v>24.692768407631295</c:v>
              </c:pt>
              <c:pt idx="204">
                <c:v>24.692768407631295</c:v>
              </c:pt>
              <c:pt idx="205">
                <c:v>24.692768407631295</c:v>
              </c:pt>
              <c:pt idx="206">
                <c:v>24.692768407631295</c:v>
              </c:pt>
              <c:pt idx="207">
                <c:v>24.692768407631295</c:v>
              </c:pt>
              <c:pt idx="208">
                <c:v>24.692768407631295</c:v>
              </c:pt>
              <c:pt idx="209">
                <c:v>24.692768407631295</c:v>
              </c:pt>
              <c:pt idx="210">
                <c:v>24.692768407631295</c:v>
              </c:pt>
              <c:pt idx="211">
                <c:v>24.692768407631295</c:v>
              </c:pt>
              <c:pt idx="212">
                <c:v>24.692768407631295</c:v>
              </c:pt>
              <c:pt idx="213">
                <c:v>24.692768407631295</c:v>
              </c:pt>
              <c:pt idx="214">
                <c:v>24.692768407631295</c:v>
              </c:pt>
              <c:pt idx="215">
                <c:v>24.692768407631295</c:v>
              </c:pt>
              <c:pt idx="216">
                <c:v>24.692768407631295</c:v>
              </c:pt>
              <c:pt idx="217">
                <c:v>24.692768407631295</c:v>
              </c:pt>
              <c:pt idx="218">
                <c:v>24.692768407631295</c:v>
              </c:pt>
              <c:pt idx="219">
                <c:v>24.692768407631295</c:v>
              </c:pt>
              <c:pt idx="220">
                <c:v>24.692768407631295</c:v>
              </c:pt>
              <c:pt idx="221">
                <c:v>24.692768407631295</c:v>
              </c:pt>
              <c:pt idx="222">
                <c:v>24.692768407631295</c:v>
              </c:pt>
              <c:pt idx="223">
                <c:v>24.692768407631295</c:v>
              </c:pt>
              <c:pt idx="224">
                <c:v>24.692768407631295</c:v>
              </c:pt>
              <c:pt idx="225">
                <c:v>24.692768407631295</c:v>
              </c:pt>
              <c:pt idx="226">
                <c:v>24.692768407631295</c:v>
              </c:pt>
              <c:pt idx="227">
                <c:v>24.692768407631295</c:v>
              </c:pt>
              <c:pt idx="228">
                <c:v>24.692768407631295</c:v>
              </c:pt>
              <c:pt idx="229">
                <c:v>24.692768407631295</c:v>
              </c:pt>
              <c:pt idx="230">
                <c:v>24.692768407631295</c:v>
              </c:pt>
              <c:pt idx="231">
                <c:v>24.692768407631295</c:v>
              </c:pt>
              <c:pt idx="232">
                <c:v>24.692768407631295</c:v>
              </c:pt>
              <c:pt idx="233">
                <c:v>24.692768407631295</c:v>
              </c:pt>
              <c:pt idx="234">
                <c:v>24.692768407631295</c:v>
              </c:pt>
              <c:pt idx="235">
                <c:v>24.692768407631295</c:v>
              </c:pt>
              <c:pt idx="236">
                <c:v>24.692768407631295</c:v>
              </c:pt>
              <c:pt idx="237">
                <c:v>24.692768407631295</c:v>
              </c:pt>
              <c:pt idx="238">
                <c:v>24.692768407631295</c:v>
              </c:pt>
              <c:pt idx="239">
                <c:v>24.692768407631295</c:v>
              </c:pt>
              <c:pt idx="240">
                <c:v>24.692768407631295</c:v>
              </c:pt>
              <c:pt idx="241">
                <c:v>24.692768407631295</c:v>
              </c:pt>
              <c:pt idx="242">
                <c:v>24.692768407631295</c:v>
              </c:pt>
              <c:pt idx="243">
                <c:v>24.692768407631295</c:v>
              </c:pt>
              <c:pt idx="244">
                <c:v>24.692768407631295</c:v>
              </c:pt>
              <c:pt idx="245">
                <c:v>24.692768407631295</c:v>
              </c:pt>
            </c:numLit>
          </c:xVal>
          <c:yVal>
            <c:numLit>
              <c:formatCode>0.0</c:formatCode>
              <c:ptCount val="246"/>
              <c:pt idx="0">
                <c:v>0.2216114889677111</c:v>
              </c:pt>
              <c:pt idx="1">
                <c:v>0.2216114889677111</c:v>
              </c:pt>
              <c:pt idx="2">
                <c:v>0.2216114889677111</c:v>
              </c:pt>
              <c:pt idx="3">
                <c:v>0.2216114889677111</c:v>
              </c:pt>
              <c:pt idx="4">
                <c:v>0.2216114889677111</c:v>
              </c:pt>
              <c:pt idx="5">
                <c:v>0.2216114889677111</c:v>
              </c:pt>
              <c:pt idx="6">
                <c:v>0.2216114889677111</c:v>
              </c:pt>
              <c:pt idx="7">
                <c:v>0.2216114889677111</c:v>
              </c:pt>
              <c:pt idx="8">
                <c:v>0.2216114889677111</c:v>
              </c:pt>
              <c:pt idx="9">
                <c:v>0.2216114889677111</c:v>
              </c:pt>
              <c:pt idx="10">
                <c:v>0.2216114889677111</c:v>
              </c:pt>
              <c:pt idx="11">
                <c:v>0.2216114889677111</c:v>
              </c:pt>
              <c:pt idx="12">
                <c:v>0.2216114889677111</c:v>
              </c:pt>
              <c:pt idx="13">
                <c:v>0.2216114889677111</c:v>
              </c:pt>
              <c:pt idx="14">
                <c:v>0.2216114889677111</c:v>
              </c:pt>
              <c:pt idx="15">
                <c:v>0.2216114889677111</c:v>
              </c:pt>
              <c:pt idx="16">
                <c:v>0.2216114889677111</c:v>
              </c:pt>
              <c:pt idx="17">
                <c:v>0.2216114889677111</c:v>
              </c:pt>
              <c:pt idx="18">
                <c:v>0.2216114889677111</c:v>
              </c:pt>
              <c:pt idx="19">
                <c:v>0.2216114889677111</c:v>
              </c:pt>
              <c:pt idx="20">
                <c:v>0.2216114889677111</c:v>
              </c:pt>
              <c:pt idx="21">
                <c:v>0.2216114889677111</c:v>
              </c:pt>
              <c:pt idx="22">
                <c:v>0.2216114889677111</c:v>
              </c:pt>
              <c:pt idx="23">
                <c:v>0.2216114889677111</c:v>
              </c:pt>
              <c:pt idx="24">
                <c:v>0.2216114889677111</c:v>
              </c:pt>
              <c:pt idx="25">
                <c:v>0.2216114889677111</c:v>
              </c:pt>
              <c:pt idx="26">
                <c:v>0.2216114889677111</c:v>
              </c:pt>
              <c:pt idx="27">
                <c:v>0.2216114889677111</c:v>
              </c:pt>
              <c:pt idx="28">
                <c:v>0.2216114889677111</c:v>
              </c:pt>
              <c:pt idx="29">
                <c:v>0.2216114889677111</c:v>
              </c:pt>
              <c:pt idx="30">
                <c:v>0.2216114889677111</c:v>
              </c:pt>
              <c:pt idx="31">
                <c:v>0.2216114889677111</c:v>
              </c:pt>
              <c:pt idx="32">
                <c:v>0.2216114889677111</c:v>
              </c:pt>
              <c:pt idx="33">
                <c:v>0.2216114889677111</c:v>
              </c:pt>
              <c:pt idx="34">
                <c:v>0.2216114889677111</c:v>
              </c:pt>
              <c:pt idx="35">
                <c:v>0.2216114889677111</c:v>
              </c:pt>
              <c:pt idx="36">
                <c:v>0.2216114889677111</c:v>
              </c:pt>
              <c:pt idx="37">
                <c:v>0.2216114889677111</c:v>
              </c:pt>
              <c:pt idx="38">
                <c:v>0.2216114889677111</c:v>
              </c:pt>
              <c:pt idx="39">
                <c:v>0.2216114889677111</c:v>
              </c:pt>
              <c:pt idx="40">
                <c:v>0.2216114889677111</c:v>
              </c:pt>
              <c:pt idx="41">
                <c:v>0.2216114889677111</c:v>
              </c:pt>
              <c:pt idx="42">
                <c:v>0.2216114889677111</c:v>
              </c:pt>
              <c:pt idx="43">
                <c:v>0.2216114889677111</c:v>
              </c:pt>
              <c:pt idx="44">
                <c:v>0.2216114889677111</c:v>
              </c:pt>
              <c:pt idx="45">
                <c:v>0.2216114889677111</c:v>
              </c:pt>
              <c:pt idx="46">
                <c:v>0.2216114889677111</c:v>
              </c:pt>
              <c:pt idx="47">
                <c:v>0.2216114889677111</c:v>
              </c:pt>
              <c:pt idx="48">
                <c:v>0.2216114889677111</c:v>
              </c:pt>
              <c:pt idx="49">
                <c:v>0.2216114889677111</c:v>
              </c:pt>
              <c:pt idx="50">
                <c:v>0.2216114889677111</c:v>
              </c:pt>
              <c:pt idx="51">
                <c:v>0.2216114889677111</c:v>
              </c:pt>
              <c:pt idx="52">
                <c:v>0.2216114889677111</c:v>
              </c:pt>
              <c:pt idx="53">
                <c:v>0.2216114889677111</c:v>
              </c:pt>
              <c:pt idx="54">
                <c:v>0.2216114889677111</c:v>
              </c:pt>
              <c:pt idx="55">
                <c:v>0.2216114889677111</c:v>
              </c:pt>
              <c:pt idx="56">
                <c:v>0.2216114889677111</c:v>
              </c:pt>
              <c:pt idx="57">
                <c:v>0.2216114889677111</c:v>
              </c:pt>
              <c:pt idx="58">
                <c:v>0.2216114889677111</c:v>
              </c:pt>
              <c:pt idx="59">
                <c:v>0.2216114889677111</c:v>
              </c:pt>
              <c:pt idx="60">
                <c:v>0.2216114889677111</c:v>
              </c:pt>
              <c:pt idx="61">
                <c:v>0.2216114889677111</c:v>
              </c:pt>
              <c:pt idx="62">
                <c:v>0.2216114889677111</c:v>
              </c:pt>
              <c:pt idx="63">
                <c:v>0.2216114889677111</c:v>
              </c:pt>
              <c:pt idx="64">
                <c:v>0.2216114889677111</c:v>
              </c:pt>
              <c:pt idx="65">
                <c:v>0.2216114889677111</c:v>
              </c:pt>
              <c:pt idx="66">
                <c:v>0.2216114889677111</c:v>
              </c:pt>
              <c:pt idx="67">
                <c:v>0.2216114889677111</c:v>
              </c:pt>
              <c:pt idx="68">
                <c:v>0.2216114889677111</c:v>
              </c:pt>
              <c:pt idx="69">
                <c:v>0.2216114889677111</c:v>
              </c:pt>
              <c:pt idx="70">
                <c:v>0.2216114889677111</c:v>
              </c:pt>
              <c:pt idx="71">
                <c:v>0.2216114889677111</c:v>
              </c:pt>
              <c:pt idx="72">
                <c:v>0.2216114889677111</c:v>
              </c:pt>
              <c:pt idx="73">
                <c:v>0.2216114889677111</c:v>
              </c:pt>
              <c:pt idx="74">
                <c:v>0.2216114889677111</c:v>
              </c:pt>
              <c:pt idx="75">
                <c:v>0.2216114889677111</c:v>
              </c:pt>
              <c:pt idx="76">
                <c:v>0.2216114889677111</c:v>
              </c:pt>
              <c:pt idx="77">
                <c:v>0.2216114889677111</c:v>
              </c:pt>
              <c:pt idx="78">
                <c:v>0.2216114889677111</c:v>
              </c:pt>
              <c:pt idx="79">
                <c:v>0.2216114889677111</c:v>
              </c:pt>
              <c:pt idx="80">
                <c:v>0.2216114889677111</c:v>
              </c:pt>
              <c:pt idx="81">
                <c:v>0.2216114889677111</c:v>
              </c:pt>
              <c:pt idx="82">
                <c:v>0.2216114889677111</c:v>
              </c:pt>
              <c:pt idx="83">
                <c:v>0.2216114889677111</c:v>
              </c:pt>
              <c:pt idx="84">
                <c:v>0.2216114889677111</c:v>
              </c:pt>
              <c:pt idx="85">
                <c:v>0.2216114889677111</c:v>
              </c:pt>
              <c:pt idx="86">
                <c:v>0.2216114889677111</c:v>
              </c:pt>
              <c:pt idx="87">
                <c:v>0.2216114889677111</c:v>
              </c:pt>
              <c:pt idx="88">
                <c:v>0.2216114889677111</c:v>
              </c:pt>
              <c:pt idx="89">
                <c:v>0.2216114889677111</c:v>
              </c:pt>
              <c:pt idx="90">
                <c:v>0.2216114889677111</c:v>
              </c:pt>
              <c:pt idx="91">
                <c:v>0.2216114889677111</c:v>
              </c:pt>
              <c:pt idx="92">
                <c:v>0.2216114889677111</c:v>
              </c:pt>
              <c:pt idx="93">
                <c:v>0.2216114889677111</c:v>
              </c:pt>
              <c:pt idx="94">
                <c:v>0.2216114889677111</c:v>
              </c:pt>
              <c:pt idx="95">
                <c:v>0.2216114889677111</c:v>
              </c:pt>
              <c:pt idx="96">
                <c:v>0.2216114889677111</c:v>
              </c:pt>
              <c:pt idx="97">
                <c:v>0.2216114889677111</c:v>
              </c:pt>
              <c:pt idx="98">
                <c:v>0.2216114889677111</c:v>
              </c:pt>
              <c:pt idx="99">
                <c:v>0.2216114889677111</c:v>
              </c:pt>
              <c:pt idx="100">
                <c:v>0.2216114889677111</c:v>
              </c:pt>
              <c:pt idx="101">
                <c:v>0.2216114889677111</c:v>
              </c:pt>
              <c:pt idx="102">
                <c:v>0.2216114889677111</c:v>
              </c:pt>
              <c:pt idx="103">
                <c:v>0.2216114889677111</c:v>
              </c:pt>
              <c:pt idx="104">
                <c:v>0.2216114889677111</c:v>
              </c:pt>
              <c:pt idx="105">
                <c:v>0.2216114889677111</c:v>
              </c:pt>
              <c:pt idx="106">
                <c:v>0.2216114889677111</c:v>
              </c:pt>
              <c:pt idx="107">
                <c:v>0.2216114889677111</c:v>
              </c:pt>
              <c:pt idx="108">
                <c:v>0.2216114889677111</c:v>
              </c:pt>
              <c:pt idx="109">
                <c:v>0.2216114889677111</c:v>
              </c:pt>
              <c:pt idx="110">
                <c:v>0.2216114889677111</c:v>
              </c:pt>
              <c:pt idx="111">
                <c:v>0.2216114889677111</c:v>
              </c:pt>
              <c:pt idx="112">
                <c:v>0.2216114889677111</c:v>
              </c:pt>
              <c:pt idx="113">
                <c:v>0.2216114889677111</c:v>
              </c:pt>
              <c:pt idx="114">
                <c:v>0.2216114889677111</c:v>
              </c:pt>
              <c:pt idx="115">
                <c:v>0.2216114889677111</c:v>
              </c:pt>
              <c:pt idx="116">
                <c:v>0.2216114889677111</c:v>
              </c:pt>
              <c:pt idx="117">
                <c:v>0.2216114889677111</c:v>
              </c:pt>
              <c:pt idx="118">
                <c:v>0.2216114889677111</c:v>
              </c:pt>
              <c:pt idx="119">
                <c:v>0.2216114889677111</c:v>
              </c:pt>
              <c:pt idx="120">
                <c:v>0.2216114889677111</c:v>
              </c:pt>
              <c:pt idx="121">
                <c:v>0.2216114889677111</c:v>
              </c:pt>
              <c:pt idx="122">
                <c:v>0.2216114889677111</c:v>
              </c:pt>
              <c:pt idx="123">
                <c:v>0.2216114889677111</c:v>
              </c:pt>
              <c:pt idx="124">
                <c:v>0.2216114889677111</c:v>
              </c:pt>
              <c:pt idx="125">
                <c:v>0.2216114889677111</c:v>
              </c:pt>
              <c:pt idx="126">
                <c:v>0.2216114889677111</c:v>
              </c:pt>
              <c:pt idx="127">
                <c:v>0.2216114889677111</c:v>
              </c:pt>
              <c:pt idx="128">
                <c:v>0.2216114889677111</c:v>
              </c:pt>
              <c:pt idx="129">
                <c:v>0.2216114889677111</c:v>
              </c:pt>
              <c:pt idx="130">
                <c:v>0.2216114889677111</c:v>
              </c:pt>
              <c:pt idx="131">
                <c:v>0.2216114889677111</c:v>
              </c:pt>
              <c:pt idx="132">
                <c:v>0.2216114889677111</c:v>
              </c:pt>
              <c:pt idx="133">
                <c:v>0.2216114889677111</c:v>
              </c:pt>
              <c:pt idx="134">
                <c:v>0.2216114889677111</c:v>
              </c:pt>
              <c:pt idx="135">
                <c:v>0.2216114889677111</c:v>
              </c:pt>
              <c:pt idx="136">
                <c:v>0.2216114889677111</c:v>
              </c:pt>
              <c:pt idx="137">
                <c:v>0.2216114889677111</c:v>
              </c:pt>
              <c:pt idx="138">
                <c:v>0.2216114889677111</c:v>
              </c:pt>
              <c:pt idx="139">
                <c:v>0.2216114889677111</c:v>
              </c:pt>
              <c:pt idx="140">
                <c:v>0.2216114889677111</c:v>
              </c:pt>
              <c:pt idx="141">
                <c:v>0.2216114889677111</c:v>
              </c:pt>
              <c:pt idx="142">
                <c:v>0.2216114889677111</c:v>
              </c:pt>
              <c:pt idx="143">
                <c:v>0.2216114889677111</c:v>
              </c:pt>
              <c:pt idx="144">
                <c:v>0.2216114889677111</c:v>
              </c:pt>
              <c:pt idx="145">
                <c:v>0.2216114889677111</c:v>
              </c:pt>
              <c:pt idx="146">
                <c:v>0.2216114889677111</c:v>
              </c:pt>
              <c:pt idx="147">
                <c:v>0.2216114889677111</c:v>
              </c:pt>
              <c:pt idx="148">
                <c:v>0.2216114889677111</c:v>
              </c:pt>
              <c:pt idx="149">
                <c:v>0.2216114889677111</c:v>
              </c:pt>
              <c:pt idx="150">
                <c:v>0.2216114889677111</c:v>
              </c:pt>
              <c:pt idx="151">
                <c:v>0.2216114889677111</c:v>
              </c:pt>
              <c:pt idx="152">
                <c:v>0.2216114889677111</c:v>
              </c:pt>
              <c:pt idx="153">
                <c:v>0.2216114889677111</c:v>
              </c:pt>
              <c:pt idx="154">
                <c:v>0.2216114889677111</c:v>
              </c:pt>
              <c:pt idx="155">
                <c:v>0.2216114889677111</c:v>
              </c:pt>
              <c:pt idx="156">
                <c:v>0.2216114889677111</c:v>
              </c:pt>
              <c:pt idx="157">
                <c:v>0.2216114889677111</c:v>
              </c:pt>
              <c:pt idx="158">
                <c:v>0.2216114889677111</c:v>
              </c:pt>
              <c:pt idx="159">
                <c:v>0.2216114889677111</c:v>
              </c:pt>
              <c:pt idx="160">
                <c:v>0.2216114889677111</c:v>
              </c:pt>
              <c:pt idx="161">
                <c:v>0.2216114889677111</c:v>
              </c:pt>
              <c:pt idx="162">
                <c:v>0.2216114889677111</c:v>
              </c:pt>
              <c:pt idx="163">
                <c:v>0.2216114889677111</c:v>
              </c:pt>
              <c:pt idx="164">
                <c:v>0.2216114889677111</c:v>
              </c:pt>
              <c:pt idx="165">
                <c:v>0.2216114889677111</c:v>
              </c:pt>
              <c:pt idx="166">
                <c:v>0.2216114889677111</c:v>
              </c:pt>
              <c:pt idx="167">
                <c:v>0.2216114889677111</c:v>
              </c:pt>
              <c:pt idx="168">
                <c:v>0.2216114889677111</c:v>
              </c:pt>
              <c:pt idx="169">
                <c:v>0.2216114889677111</c:v>
              </c:pt>
              <c:pt idx="170">
                <c:v>0.2216114889677111</c:v>
              </c:pt>
              <c:pt idx="171">
                <c:v>0.2216114889677111</c:v>
              </c:pt>
              <c:pt idx="172">
                <c:v>0.2216114889677111</c:v>
              </c:pt>
              <c:pt idx="173">
                <c:v>0.2216114889677111</c:v>
              </c:pt>
              <c:pt idx="174">
                <c:v>0.2216114889677111</c:v>
              </c:pt>
              <c:pt idx="175">
                <c:v>0.2216114889677111</c:v>
              </c:pt>
              <c:pt idx="176">
                <c:v>0.2216114889677111</c:v>
              </c:pt>
              <c:pt idx="177">
                <c:v>0.2216114889677111</c:v>
              </c:pt>
              <c:pt idx="178">
                <c:v>0.2216114889677111</c:v>
              </c:pt>
              <c:pt idx="179">
                <c:v>0.2216114889677111</c:v>
              </c:pt>
              <c:pt idx="180">
                <c:v>0.2216114889677111</c:v>
              </c:pt>
              <c:pt idx="181">
                <c:v>0.2216114889677111</c:v>
              </c:pt>
              <c:pt idx="182">
                <c:v>0.2216114889677111</c:v>
              </c:pt>
              <c:pt idx="183">
                <c:v>0.2216114889677111</c:v>
              </c:pt>
              <c:pt idx="184">
                <c:v>0.2216114889677111</c:v>
              </c:pt>
              <c:pt idx="185">
                <c:v>0.2216114889677111</c:v>
              </c:pt>
              <c:pt idx="186">
                <c:v>0.2216114889677111</c:v>
              </c:pt>
              <c:pt idx="187">
                <c:v>0.2216114889677111</c:v>
              </c:pt>
              <c:pt idx="188">
                <c:v>0.2216114889677111</c:v>
              </c:pt>
              <c:pt idx="189">
                <c:v>0.2216114889677111</c:v>
              </c:pt>
              <c:pt idx="190">
                <c:v>0.2216114889677111</c:v>
              </c:pt>
              <c:pt idx="191">
                <c:v>0.2216114889677111</c:v>
              </c:pt>
              <c:pt idx="192">
                <c:v>0.2216114889677111</c:v>
              </c:pt>
              <c:pt idx="193">
                <c:v>0.2216114889677111</c:v>
              </c:pt>
              <c:pt idx="194">
                <c:v>0.2216114889677111</c:v>
              </c:pt>
              <c:pt idx="195">
                <c:v>0.2216114889677111</c:v>
              </c:pt>
              <c:pt idx="196">
                <c:v>0.2216114889677111</c:v>
              </c:pt>
              <c:pt idx="197">
                <c:v>0.2216114889677111</c:v>
              </c:pt>
              <c:pt idx="198">
                <c:v>0.2216114889677111</c:v>
              </c:pt>
              <c:pt idx="199">
                <c:v>0.2216114889677111</c:v>
              </c:pt>
              <c:pt idx="200">
                <c:v>0.2216114889677111</c:v>
              </c:pt>
              <c:pt idx="201">
                <c:v>0.2216114889677111</c:v>
              </c:pt>
              <c:pt idx="202">
                <c:v>0.2216114889677111</c:v>
              </c:pt>
              <c:pt idx="203">
                <c:v>0.2216114889677111</c:v>
              </c:pt>
              <c:pt idx="204">
                <c:v>0.2216114889677111</c:v>
              </c:pt>
              <c:pt idx="205">
                <c:v>0.2216114889677111</c:v>
              </c:pt>
              <c:pt idx="206">
                <c:v>0.2216114889677111</c:v>
              </c:pt>
              <c:pt idx="207">
                <c:v>0.2216114889677111</c:v>
              </c:pt>
              <c:pt idx="208">
                <c:v>0.2216114889677111</c:v>
              </c:pt>
              <c:pt idx="209">
                <c:v>0.2216114889677111</c:v>
              </c:pt>
              <c:pt idx="210">
                <c:v>0.2216114889677111</c:v>
              </c:pt>
              <c:pt idx="211">
                <c:v>0.2216114889677111</c:v>
              </c:pt>
              <c:pt idx="212">
                <c:v>0.2216114889677111</c:v>
              </c:pt>
              <c:pt idx="213">
                <c:v>0.2216114889677111</c:v>
              </c:pt>
              <c:pt idx="214">
                <c:v>0.2216114889677111</c:v>
              </c:pt>
              <c:pt idx="215">
                <c:v>0.2216114889677111</c:v>
              </c:pt>
              <c:pt idx="216">
                <c:v>0.2216114889677111</c:v>
              </c:pt>
              <c:pt idx="217">
                <c:v>0.2216114889677111</c:v>
              </c:pt>
              <c:pt idx="218">
                <c:v>0.2216114889677111</c:v>
              </c:pt>
              <c:pt idx="219">
                <c:v>0.2216114889677111</c:v>
              </c:pt>
              <c:pt idx="220">
                <c:v>0.2216114889677111</c:v>
              </c:pt>
              <c:pt idx="221">
                <c:v>0.2216114889677111</c:v>
              </c:pt>
              <c:pt idx="222">
                <c:v>0.2216114889677111</c:v>
              </c:pt>
              <c:pt idx="223">
                <c:v>0.2216114889677111</c:v>
              </c:pt>
              <c:pt idx="224">
                <c:v>0.2216114889677111</c:v>
              </c:pt>
              <c:pt idx="225">
                <c:v>0.2216114889677111</c:v>
              </c:pt>
              <c:pt idx="226">
                <c:v>0.2216114889677111</c:v>
              </c:pt>
              <c:pt idx="227">
                <c:v>0.2216114889677111</c:v>
              </c:pt>
              <c:pt idx="228">
                <c:v>0.2216114889677111</c:v>
              </c:pt>
              <c:pt idx="229">
                <c:v>0.2216114889677111</c:v>
              </c:pt>
              <c:pt idx="230">
                <c:v>0.2216114889677111</c:v>
              </c:pt>
              <c:pt idx="231">
                <c:v>0.2216114889677111</c:v>
              </c:pt>
              <c:pt idx="232">
                <c:v>0.2216114889677111</c:v>
              </c:pt>
              <c:pt idx="233">
                <c:v>0.2216114889677111</c:v>
              </c:pt>
              <c:pt idx="234">
                <c:v>0.2216114889677111</c:v>
              </c:pt>
              <c:pt idx="235">
                <c:v>0.2216114889677111</c:v>
              </c:pt>
              <c:pt idx="236">
                <c:v>0.2216114889677111</c:v>
              </c:pt>
              <c:pt idx="237">
                <c:v>0.2216114889677111</c:v>
              </c:pt>
              <c:pt idx="238">
                <c:v>0.2216114889677111</c:v>
              </c:pt>
              <c:pt idx="239">
                <c:v>0.2216114889677111</c:v>
              </c:pt>
              <c:pt idx="240">
                <c:v>0.2216114889677111</c:v>
              </c:pt>
              <c:pt idx="241">
                <c:v>0.2216114889677111</c:v>
              </c:pt>
              <c:pt idx="242">
                <c:v>0.2216114889677111</c:v>
              </c:pt>
              <c:pt idx="243">
                <c:v>0.2216114889677111</c:v>
              </c:pt>
              <c:pt idx="244">
                <c:v>0.2216114889677111</c:v>
              </c:pt>
              <c:pt idx="245">
                <c:v>0.2216114889677111</c:v>
              </c:pt>
            </c:numLit>
          </c:yVal>
          <c:smooth val="0"/>
        </c:ser>
        <c:ser>
          <c:idx val="5"/>
          <c:order val="5"/>
          <c:tx>
            <c:v>Same-order filling improvement</c:v>
          </c:tx>
          <c:spPr>
            <a:noFill xmlns:a="http://schemas.openxmlformats.org/drawingml/2006/main"/>
            <a:ln xmlns:a="http://schemas.openxmlformats.org/drawingml/2006/main" w="7620">
              <a:solidFill>
                <a:srgbClr val="009E73"/>
              </a:solidFill>
              <a:prstDash val="solid"/>
            </a:ln>
          </c:spPr>
          <c:marker>
            <c:symbol val="none"/>
            <c:size val="7"/>
            <c:spPr>
              <a:solidFill xmlns:a="http://schemas.openxmlformats.org/drawingml/2006/main">
                <a:srgbClr val="009E73"/>
              </a:solidFill>
            </c:spPr>
          </c:marker>
          <c:xVal>
            <c:numLit>
              <c:formatCode>General</c:formatCode>
              <c:ptCount val="246"/>
              <c:pt idx="0">
                <c:v>12.346384203815647</c:v>
              </c:pt>
              <c:pt idx="1">
                <c:v>24.692768407631295</c:v>
              </c:pt>
              <c:pt idx="2">
                <c:v>24.692768407631295</c:v>
              </c:pt>
              <c:pt idx="3">
                <c:v>24.692768407631295</c:v>
              </c:pt>
              <c:pt idx="4">
                <c:v>24.692768407631295</c:v>
              </c:pt>
              <c:pt idx="5">
                <c:v>24.692768407631295</c:v>
              </c:pt>
              <c:pt idx="6">
                <c:v>24.692768407631295</c:v>
              </c:pt>
              <c:pt idx="7">
                <c:v>24.692768407631295</c:v>
              </c:pt>
              <c:pt idx="8">
                <c:v>24.692768407631295</c:v>
              </c:pt>
              <c:pt idx="9">
                <c:v>24.692768407631295</c:v>
              </c:pt>
              <c:pt idx="10">
                <c:v>24.692768407631295</c:v>
              </c:pt>
              <c:pt idx="11">
                <c:v>24.692768407631295</c:v>
              </c:pt>
              <c:pt idx="12">
                <c:v>24.692768407631295</c:v>
              </c:pt>
              <c:pt idx="13">
                <c:v>24.692768407631295</c:v>
              </c:pt>
              <c:pt idx="14">
                <c:v>24.692768407631295</c:v>
              </c:pt>
              <c:pt idx="15">
                <c:v>24.692768407631295</c:v>
              </c:pt>
              <c:pt idx="16">
                <c:v>24.692768407631295</c:v>
              </c:pt>
              <c:pt idx="17">
                <c:v>24.692768407631295</c:v>
              </c:pt>
              <c:pt idx="18">
                <c:v>24.692768407631295</c:v>
              </c:pt>
              <c:pt idx="19">
                <c:v>24.692768407631295</c:v>
              </c:pt>
              <c:pt idx="20">
                <c:v>24.692768407631295</c:v>
              </c:pt>
              <c:pt idx="21">
                <c:v>24.692768407631295</c:v>
              </c:pt>
              <c:pt idx="22">
                <c:v>24.692768407631295</c:v>
              </c:pt>
              <c:pt idx="23">
                <c:v>24.692768407631295</c:v>
              </c:pt>
              <c:pt idx="24">
                <c:v>24.692768407631295</c:v>
              </c:pt>
              <c:pt idx="25">
                <c:v>24.692768407631295</c:v>
              </c:pt>
              <c:pt idx="26">
                <c:v>24.692768407631295</c:v>
              </c:pt>
              <c:pt idx="27">
                <c:v>24.692768407631295</c:v>
              </c:pt>
              <c:pt idx="28">
                <c:v>24.692768407631295</c:v>
              </c:pt>
              <c:pt idx="29">
                <c:v>24.692768407631295</c:v>
              </c:pt>
              <c:pt idx="30">
                <c:v>24.692768407631295</c:v>
              </c:pt>
              <c:pt idx="31">
                <c:v>24.692768407631295</c:v>
              </c:pt>
              <c:pt idx="32">
                <c:v>24.692768407631295</c:v>
              </c:pt>
              <c:pt idx="33">
                <c:v>24.692768407631295</c:v>
              </c:pt>
              <c:pt idx="34">
                <c:v>24.692768407631295</c:v>
              </c:pt>
              <c:pt idx="35">
                <c:v>24.692768407631295</c:v>
              </c:pt>
              <c:pt idx="36">
                <c:v>24.692768407631295</c:v>
              </c:pt>
              <c:pt idx="37">
                <c:v>24.692768407631295</c:v>
              </c:pt>
              <c:pt idx="38">
                <c:v>24.692768407631295</c:v>
              </c:pt>
              <c:pt idx="39">
                <c:v>24.692768407631295</c:v>
              </c:pt>
              <c:pt idx="40">
                <c:v>24.692768407631295</c:v>
              </c:pt>
              <c:pt idx="41">
                <c:v>24.692768407631295</c:v>
              </c:pt>
              <c:pt idx="42">
                <c:v>24.692768407631295</c:v>
              </c:pt>
              <c:pt idx="43">
                <c:v>24.692768407631295</c:v>
              </c:pt>
              <c:pt idx="44">
                <c:v>24.692768407631295</c:v>
              </c:pt>
              <c:pt idx="45">
                <c:v>24.692768407631295</c:v>
              </c:pt>
              <c:pt idx="46">
                <c:v>24.692768407631295</c:v>
              </c:pt>
              <c:pt idx="47">
                <c:v>24.692768407631295</c:v>
              </c:pt>
              <c:pt idx="48">
                <c:v>24.692768407631295</c:v>
              </c:pt>
              <c:pt idx="49">
                <c:v>24.692768407631295</c:v>
              </c:pt>
              <c:pt idx="50">
                <c:v>24.692768407631295</c:v>
              </c:pt>
              <c:pt idx="51">
                <c:v>24.692768407631295</c:v>
              </c:pt>
              <c:pt idx="52">
                <c:v>24.692768407631295</c:v>
              </c:pt>
              <c:pt idx="53">
                <c:v>24.692768407631295</c:v>
              </c:pt>
              <c:pt idx="54">
                <c:v>24.692768407631295</c:v>
              </c:pt>
              <c:pt idx="55">
                <c:v>24.692768407631295</c:v>
              </c:pt>
              <c:pt idx="56">
                <c:v>24.692768407631295</c:v>
              </c:pt>
              <c:pt idx="57">
                <c:v>24.692768407631295</c:v>
              </c:pt>
              <c:pt idx="58">
                <c:v>24.692768407631295</c:v>
              </c:pt>
              <c:pt idx="59">
                <c:v>24.692768407631295</c:v>
              </c:pt>
              <c:pt idx="60">
                <c:v>24.692768407631295</c:v>
              </c:pt>
              <c:pt idx="61">
                <c:v>24.692768407631295</c:v>
              </c:pt>
              <c:pt idx="62">
                <c:v>24.692768407631295</c:v>
              </c:pt>
              <c:pt idx="63">
                <c:v>24.692768407631295</c:v>
              </c:pt>
              <c:pt idx="64">
                <c:v>24.692768407631295</c:v>
              </c:pt>
              <c:pt idx="65">
                <c:v>24.692768407631295</c:v>
              </c:pt>
              <c:pt idx="66">
                <c:v>24.692768407631295</c:v>
              </c:pt>
              <c:pt idx="67">
                <c:v>24.692768407631295</c:v>
              </c:pt>
              <c:pt idx="68">
                <c:v>24.692768407631295</c:v>
              </c:pt>
              <c:pt idx="69">
                <c:v>24.692768407631295</c:v>
              </c:pt>
              <c:pt idx="70">
                <c:v>24.692768407631295</c:v>
              </c:pt>
              <c:pt idx="71">
                <c:v>24.692768407631295</c:v>
              </c:pt>
              <c:pt idx="72">
                <c:v>24.692768407631295</c:v>
              </c:pt>
              <c:pt idx="73">
                <c:v>24.692768407631295</c:v>
              </c:pt>
              <c:pt idx="74">
                <c:v>24.692768407631295</c:v>
              </c:pt>
              <c:pt idx="75">
                <c:v>24.692768407631295</c:v>
              </c:pt>
              <c:pt idx="76">
                <c:v>24.692768407631295</c:v>
              </c:pt>
              <c:pt idx="77">
                <c:v>24.692768407631295</c:v>
              </c:pt>
              <c:pt idx="78">
                <c:v>24.692768407631295</c:v>
              </c:pt>
              <c:pt idx="79">
                <c:v>24.692768407631295</c:v>
              </c:pt>
              <c:pt idx="80">
                <c:v>24.692768407631295</c:v>
              </c:pt>
              <c:pt idx="81">
                <c:v>24.692768407631295</c:v>
              </c:pt>
              <c:pt idx="82">
                <c:v>24.692768407631295</c:v>
              </c:pt>
              <c:pt idx="83">
                <c:v>24.692768407631295</c:v>
              </c:pt>
              <c:pt idx="84">
                <c:v>24.692768407631295</c:v>
              </c:pt>
              <c:pt idx="85">
                <c:v>24.692768407631295</c:v>
              </c:pt>
              <c:pt idx="86">
                <c:v>24.692768407631295</c:v>
              </c:pt>
              <c:pt idx="87">
                <c:v>24.692768407631295</c:v>
              </c:pt>
              <c:pt idx="88">
                <c:v>24.692768407631295</c:v>
              </c:pt>
              <c:pt idx="89">
                <c:v>24.692768407631295</c:v>
              </c:pt>
              <c:pt idx="90">
                <c:v>24.692768407631295</c:v>
              </c:pt>
              <c:pt idx="91">
                <c:v>24.692768407631295</c:v>
              </c:pt>
              <c:pt idx="92">
                <c:v>24.692768407631295</c:v>
              </c:pt>
              <c:pt idx="93">
                <c:v>24.692768407631295</c:v>
              </c:pt>
              <c:pt idx="94">
                <c:v>24.692768407631295</c:v>
              </c:pt>
              <c:pt idx="95">
                <c:v>24.692768407631295</c:v>
              </c:pt>
              <c:pt idx="96">
                <c:v>24.692768407631295</c:v>
              </c:pt>
              <c:pt idx="97">
                <c:v>24.692768407631295</c:v>
              </c:pt>
              <c:pt idx="98">
                <c:v>24.692768407631295</c:v>
              </c:pt>
              <c:pt idx="99">
                <c:v>24.692768407631295</c:v>
              </c:pt>
              <c:pt idx="100">
                <c:v>24.692768407631295</c:v>
              </c:pt>
              <c:pt idx="101">
                <c:v>24.692768407631295</c:v>
              </c:pt>
              <c:pt idx="102">
                <c:v>24.692768407631295</c:v>
              </c:pt>
              <c:pt idx="103">
                <c:v>24.692768407631295</c:v>
              </c:pt>
              <c:pt idx="104">
                <c:v>24.692768407631295</c:v>
              </c:pt>
              <c:pt idx="105">
                <c:v>24.692768407631295</c:v>
              </c:pt>
              <c:pt idx="106">
                <c:v>24.692768407631295</c:v>
              </c:pt>
              <c:pt idx="107">
                <c:v>24.692768407631295</c:v>
              </c:pt>
              <c:pt idx="108">
                <c:v>24.692768407631295</c:v>
              </c:pt>
              <c:pt idx="109">
                <c:v>24.692768407631295</c:v>
              </c:pt>
              <c:pt idx="110">
                <c:v>24.692768407631295</c:v>
              </c:pt>
              <c:pt idx="111">
                <c:v>24.692768407631295</c:v>
              </c:pt>
              <c:pt idx="112">
                <c:v>24.692768407631295</c:v>
              </c:pt>
              <c:pt idx="113">
                <c:v>24.692768407631295</c:v>
              </c:pt>
              <c:pt idx="114">
                <c:v>24.692768407631295</c:v>
              </c:pt>
              <c:pt idx="115">
                <c:v>24.692768407631295</c:v>
              </c:pt>
              <c:pt idx="116">
                <c:v>24.692768407631295</c:v>
              </c:pt>
              <c:pt idx="117">
                <c:v>24.692768407631295</c:v>
              </c:pt>
              <c:pt idx="118">
                <c:v>24.692768407631295</c:v>
              </c:pt>
              <c:pt idx="119">
                <c:v>24.692768407631295</c:v>
              </c:pt>
              <c:pt idx="120">
                <c:v>24.692768407631295</c:v>
              </c:pt>
              <c:pt idx="121">
                <c:v>24.692768407631295</c:v>
              </c:pt>
              <c:pt idx="122">
                <c:v>24.692768407631295</c:v>
              </c:pt>
              <c:pt idx="123">
                <c:v>24.692768407631295</c:v>
              </c:pt>
              <c:pt idx="124">
                <c:v>24.692768407631295</c:v>
              </c:pt>
              <c:pt idx="125">
                <c:v>24.692768407631295</c:v>
              </c:pt>
              <c:pt idx="126">
                <c:v>24.692768407631295</c:v>
              </c:pt>
              <c:pt idx="127">
                <c:v>24.692768407631295</c:v>
              </c:pt>
              <c:pt idx="128">
                <c:v>24.692768407631295</c:v>
              </c:pt>
              <c:pt idx="129">
                <c:v>24.692768407631295</c:v>
              </c:pt>
              <c:pt idx="130">
                <c:v>24.692768407631295</c:v>
              </c:pt>
              <c:pt idx="131">
                <c:v>24.692768407631295</c:v>
              </c:pt>
              <c:pt idx="132">
                <c:v>24.692768407631295</c:v>
              </c:pt>
              <c:pt idx="133">
                <c:v>24.692768407631295</c:v>
              </c:pt>
              <c:pt idx="134">
                <c:v>24.692768407631295</c:v>
              </c:pt>
              <c:pt idx="135">
                <c:v>24.692768407631295</c:v>
              </c:pt>
              <c:pt idx="136">
                <c:v>24.692768407631295</c:v>
              </c:pt>
              <c:pt idx="137">
                <c:v>24.692768407631295</c:v>
              </c:pt>
              <c:pt idx="138">
                <c:v>24.692768407631295</c:v>
              </c:pt>
              <c:pt idx="139">
                <c:v>24.692768407631295</c:v>
              </c:pt>
              <c:pt idx="140">
                <c:v>24.692768407631295</c:v>
              </c:pt>
              <c:pt idx="141">
                <c:v>24.692768407631295</c:v>
              </c:pt>
              <c:pt idx="142">
                <c:v>24.692768407631295</c:v>
              </c:pt>
              <c:pt idx="143">
                <c:v>24.692768407631295</c:v>
              </c:pt>
              <c:pt idx="144">
                <c:v>24.692768407631295</c:v>
              </c:pt>
              <c:pt idx="145">
                <c:v>24.692768407631295</c:v>
              </c:pt>
              <c:pt idx="146">
                <c:v>24.692768407631295</c:v>
              </c:pt>
              <c:pt idx="147">
                <c:v>24.692768407631295</c:v>
              </c:pt>
              <c:pt idx="148">
                <c:v>24.692768407631295</c:v>
              </c:pt>
              <c:pt idx="149">
                <c:v>24.692768407631295</c:v>
              </c:pt>
              <c:pt idx="150">
                <c:v>24.692768407631295</c:v>
              </c:pt>
              <c:pt idx="151">
                <c:v>24.692768407631295</c:v>
              </c:pt>
              <c:pt idx="152">
                <c:v>24.692768407631295</c:v>
              </c:pt>
              <c:pt idx="153">
                <c:v>24.692768407631295</c:v>
              </c:pt>
              <c:pt idx="154">
                <c:v>24.692768407631295</c:v>
              </c:pt>
              <c:pt idx="155">
                <c:v>24.692768407631295</c:v>
              </c:pt>
              <c:pt idx="156">
                <c:v>24.692768407631295</c:v>
              </c:pt>
              <c:pt idx="157">
                <c:v>24.692768407631295</c:v>
              </c:pt>
              <c:pt idx="158">
                <c:v>24.692768407631295</c:v>
              </c:pt>
              <c:pt idx="159">
                <c:v>24.692768407631295</c:v>
              </c:pt>
              <c:pt idx="160">
                <c:v>24.692768407631295</c:v>
              </c:pt>
              <c:pt idx="161">
                <c:v>24.692768407631295</c:v>
              </c:pt>
              <c:pt idx="162">
                <c:v>24.692768407631295</c:v>
              </c:pt>
              <c:pt idx="163">
                <c:v>24.692768407631295</c:v>
              </c:pt>
              <c:pt idx="164">
                <c:v>24.692768407631295</c:v>
              </c:pt>
              <c:pt idx="165">
                <c:v>24.692768407631295</c:v>
              </c:pt>
              <c:pt idx="166">
                <c:v>24.692768407631295</c:v>
              </c:pt>
              <c:pt idx="167">
                <c:v>24.692768407631295</c:v>
              </c:pt>
              <c:pt idx="168">
                <c:v>24.692768407631295</c:v>
              </c:pt>
              <c:pt idx="169">
                <c:v>24.692768407631295</c:v>
              </c:pt>
              <c:pt idx="170">
                <c:v>24.692768407631295</c:v>
              </c:pt>
              <c:pt idx="171">
                <c:v>24.692768407631295</c:v>
              </c:pt>
              <c:pt idx="172">
                <c:v>24.692768407631295</c:v>
              </c:pt>
              <c:pt idx="173">
                <c:v>24.692768407631295</c:v>
              </c:pt>
              <c:pt idx="174">
                <c:v>24.692768407631295</c:v>
              </c:pt>
              <c:pt idx="175">
                <c:v>24.692768407631295</c:v>
              </c:pt>
              <c:pt idx="176">
                <c:v>24.692768407631295</c:v>
              </c:pt>
              <c:pt idx="177">
                <c:v>24.692768407631295</c:v>
              </c:pt>
              <c:pt idx="178">
                <c:v>24.692768407631295</c:v>
              </c:pt>
              <c:pt idx="179">
                <c:v>24.692768407631295</c:v>
              </c:pt>
              <c:pt idx="180">
                <c:v>24.692768407631295</c:v>
              </c:pt>
              <c:pt idx="181">
                <c:v>24.692768407631295</c:v>
              </c:pt>
              <c:pt idx="182">
                <c:v>24.692768407631295</c:v>
              </c:pt>
              <c:pt idx="183">
                <c:v>24.692768407631295</c:v>
              </c:pt>
              <c:pt idx="184">
                <c:v>24.692768407631295</c:v>
              </c:pt>
              <c:pt idx="185">
                <c:v>24.692768407631295</c:v>
              </c:pt>
              <c:pt idx="186">
                <c:v>24.692768407631295</c:v>
              </c:pt>
              <c:pt idx="187">
                <c:v>24.692768407631295</c:v>
              </c:pt>
              <c:pt idx="188">
                <c:v>24.692768407631295</c:v>
              </c:pt>
              <c:pt idx="189">
                <c:v>24.692768407631295</c:v>
              </c:pt>
              <c:pt idx="190">
                <c:v>24.692768407631295</c:v>
              </c:pt>
              <c:pt idx="191">
                <c:v>24.692768407631295</c:v>
              </c:pt>
              <c:pt idx="192">
                <c:v>24.692768407631295</c:v>
              </c:pt>
              <c:pt idx="193">
                <c:v>24.692768407631295</c:v>
              </c:pt>
              <c:pt idx="194">
                <c:v>24.692768407631295</c:v>
              </c:pt>
              <c:pt idx="195">
                <c:v>24.692768407631295</c:v>
              </c:pt>
              <c:pt idx="196">
                <c:v>24.692768407631295</c:v>
              </c:pt>
              <c:pt idx="197">
                <c:v>24.692768407631295</c:v>
              </c:pt>
              <c:pt idx="198">
                <c:v>24.692768407631295</c:v>
              </c:pt>
              <c:pt idx="199">
                <c:v>24.692768407631295</c:v>
              </c:pt>
              <c:pt idx="200">
                <c:v>24.692768407631295</c:v>
              </c:pt>
              <c:pt idx="201">
                <c:v>24.692768407631295</c:v>
              </c:pt>
              <c:pt idx="202">
                <c:v>24.692768407631295</c:v>
              </c:pt>
              <c:pt idx="203">
                <c:v>24.692768407631295</c:v>
              </c:pt>
              <c:pt idx="204">
                <c:v>24.692768407631295</c:v>
              </c:pt>
              <c:pt idx="205">
                <c:v>24.692768407631295</c:v>
              </c:pt>
              <c:pt idx="206">
                <c:v>24.692768407631295</c:v>
              </c:pt>
              <c:pt idx="207">
                <c:v>24.692768407631295</c:v>
              </c:pt>
              <c:pt idx="208">
                <c:v>24.692768407631295</c:v>
              </c:pt>
              <c:pt idx="209">
                <c:v>24.692768407631295</c:v>
              </c:pt>
              <c:pt idx="210">
                <c:v>24.692768407631295</c:v>
              </c:pt>
              <c:pt idx="211">
                <c:v>24.692768407631295</c:v>
              </c:pt>
              <c:pt idx="212">
                <c:v>24.692768407631295</c:v>
              </c:pt>
              <c:pt idx="213">
                <c:v>24.692768407631295</c:v>
              </c:pt>
              <c:pt idx="214">
                <c:v>24.692768407631295</c:v>
              </c:pt>
              <c:pt idx="215">
                <c:v>24.692768407631295</c:v>
              </c:pt>
              <c:pt idx="216">
                <c:v>24.692768407631295</c:v>
              </c:pt>
              <c:pt idx="217">
                <c:v>24.692768407631295</c:v>
              </c:pt>
              <c:pt idx="218">
                <c:v>24.692768407631295</c:v>
              </c:pt>
              <c:pt idx="219">
                <c:v>24.692768407631295</c:v>
              </c:pt>
              <c:pt idx="220">
                <c:v>24.692768407631295</c:v>
              </c:pt>
              <c:pt idx="221">
                <c:v>24.692768407631295</c:v>
              </c:pt>
              <c:pt idx="222">
                <c:v>24.692768407631295</c:v>
              </c:pt>
              <c:pt idx="223">
                <c:v>24.692768407631295</c:v>
              </c:pt>
              <c:pt idx="224">
                <c:v>24.692768407631295</c:v>
              </c:pt>
              <c:pt idx="225">
                <c:v>24.692768407631295</c:v>
              </c:pt>
              <c:pt idx="226">
                <c:v>24.692768407631295</c:v>
              </c:pt>
              <c:pt idx="227">
                <c:v>24.692768407631295</c:v>
              </c:pt>
              <c:pt idx="228">
                <c:v>24.692768407631295</c:v>
              </c:pt>
              <c:pt idx="229">
                <c:v>24.692768407631295</c:v>
              </c:pt>
              <c:pt idx="230">
                <c:v>24.692768407631295</c:v>
              </c:pt>
              <c:pt idx="231">
                <c:v>24.692768407631295</c:v>
              </c:pt>
              <c:pt idx="232">
                <c:v>24.692768407631295</c:v>
              </c:pt>
              <c:pt idx="233">
                <c:v>24.692768407631295</c:v>
              </c:pt>
              <c:pt idx="234">
                <c:v>24.692768407631295</c:v>
              </c:pt>
              <c:pt idx="235">
                <c:v>24.692768407631295</c:v>
              </c:pt>
              <c:pt idx="236">
                <c:v>24.692768407631295</c:v>
              </c:pt>
              <c:pt idx="237">
                <c:v>24.692768407631295</c:v>
              </c:pt>
              <c:pt idx="238">
                <c:v>24.692768407631295</c:v>
              </c:pt>
              <c:pt idx="239">
                <c:v>24.692768407631295</c:v>
              </c:pt>
              <c:pt idx="240">
                <c:v>24.692768407631295</c:v>
              </c:pt>
              <c:pt idx="241">
                <c:v>24.692768407631295</c:v>
              </c:pt>
              <c:pt idx="242">
                <c:v>24.692768407631295</c:v>
              </c:pt>
              <c:pt idx="243">
                <c:v>24.692768407631295</c:v>
              </c:pt>
              <c:pt idx="244">
                <c:v>24.692768407631295</c:v>
              </c:pt>
              <c:pt idx="245">
                <c:v>24.692768407631295</c:v>
              </c:pt>
            </c:numLit>
          </c:xVal>
          <c:yVal>
            <c:numLit>
              <c:formatCode>0.0</c:formatCode>
              <c:ptCount val="246"/>
              <c:pt idx="0">
                <c:v>0.2216114889677111</c:v>
              </c:pt>
              <c:pt idx="1">
                <c:v>0.2216114889677111</c:v>
              </c:pt>
              <c:pt idx="2">
                <c:v>0.2216114889677111</c:v>
              </c:pt>
              <c:pt idx="3">
                <c:v>0.2216114889677111</c:v>
              </c:pt>
              <c:pt idx="4">
                <c:v>0.2216114889677111</c:v>
              </c:pt>
              <c:pt idx="5">
                <c:v>0.2216114889677111</c:v>
              </c:pt>
              <c:pt idx="6">
                <c:v>0.2216114889677111</c:v>
              </c:pt>
              <c:pt idx="7">
                <c:v>0.2216114889677111</c:v>
              </c:pt>
              <c:pt idx="8">
                <c:v>0.2216114889677111</c:v>
              </c:pt>
              <c:pt idx="9">
                <c:v>0.2216114889677111</c:v>
              </c:pt>
              <c:pt idx="10">
                <c:v>0.2216114889677111</c:v>
              </c:pt>
              <c:pt idx="11">
                <c:v>0.2216114889677111</c:v>
              </c:pt>
              <c:pt idx="12">
                <c:v>0.2216114889677111</c:v>
              </c:pt>
              <c:pt idx="13">
                <c:v>0.2216114889677111</c:v>
              </c:pt>
              <c:pt idx="14">
                <c:v>0.2216114889677111</c:v>
              </c:pt>
              <c:pt idx="15">
                <c:v>0.2216114889677111</c:v>
              </c:pt>
              <c:pt idx="16">
                <c:v>0.2216114889677111</c:v>
              </c:pt>
              <c:pt idx="17">
                <c:v>0.2216114889677111</c:v>
              </c:pt>
              <c:pt idx="18">
                <c:v>0.2216114889677111</c:v>
              </c:pt>
              <c:pt idx="19">
                <c:v>0.2216114889677111</c:v>
              </c:pt>
              <c:pt idx="20">
                <c:v>0.2216114889677111</c:v>
              </c:pt>
              <c:pt idx="21">
                <c:v>0.2216114889677111</c:v>
              </c:pt>
              <c:pt idx="22">
                <c:v>0.2216114889677111</c:v>
              </c:pt>
              <c:pt idx="23">
                <c:v>0.2216114889677111</c:v>
              </c:pt>
              <c:pt idx="24">
                <c:v>0.2216114889677111</c:v>
              </c:pt>
              <c:pt idx="25">
                <c:v>0.2216114889677111</c:v>
              </c:pt>
              <c:pt idx="26">
                <c:v>0.2216114889677111</c:v>
              </c:pt>
              <c:pt idx="27">
                <c:v>0.2216114889677111</c:v>
              </c:pt>
              <c:pt idx="28">
                <c:v>0.2216114889677111</c:v>
              </c:pt>
              <c:pt idx="29">
                <c:v>0.2216114889677111</c:v>
              </c:pt>
              <c:pt idx="30">
                <c:v>0.2216114889677111</c:v>
              </c:pt>
              <c:pt idx="31">
                <c:v>0.2216114889677111</c:v>
              </c:pt>
              <c:pt idx="32">
                <c:v>0.2216114889677111</c:v>
              </c:pt>
              <c:pt idx="33">
                <c:v>0.2216114889677111</c:v>
              </c:pt>
              <c:pt idx="34">
                <c:v>0.2216114889677111</c:v>
              </c:pt>
              <c:pt idx="35">
                <c:v>0.2216114889677111</c:v>
              </c:pt>
              <c:pt idx="36">
                <c:v>0.2216114889677111</c:v>
              </c:pt>
              <c:pt idx="37">
                <c:v>0.2216114889677111</c:v>
              </c:pt>
              <c:pt idx="38">
                <c:v>0.2216114889677111</c:v>
              </c:pt>
              <c:pt idx="39">
                <c:v>0.2216114889677111</c:v>
              </c:pt>
              <c:pt idx="40">
                <c:v>0.2216114889677111</c:v>
              </c:pt>
              <c:pt idx="41">
                <c:v>0.2216114889677111</c:v>
              </c:pt>
              <c:pt idx="42">
                <c:v>0.2216114889677111</c:v>
              </c:pt>
              <c:pt idx="43">
                <c:v>0.2216114889677111</c:v>
              </c:pt>
              <c:pt idx="44">
                <c:v>0.2216114889677111</c:v>
              </c:pt>
              <c:pt idx="45">
                <c:v>0.2216114889677111</c:v>
              </c:pt>
              <c:pt idx="46">
                <c:v>0.2216114889677111</c:v>
              </c:pt>
              <c:pt idx="47">
                <c:v>0.2216114889677111</c:v>
              </c:pt>
              <c:pt idx="48">
                <c:v>0.2216114889677111</c:v>
              </c:pt>
              <c:pt idx="49">
                <c:v>0.2216114889677111</c:v>
              </c:pt>
              <c:pt idx="50">
                <c:v>0.2216114889677111</c:v>
              </c:pt>
              <c:pt idx="51">
                <c:v>0.2216114889677111</c:v>
              </c:pt>
              <c:pt idx="52">
                <c:v>0.2216114889677111</c:v>
              </c:pt>
              <c:pt idx="53">
                <c:v>0.2216114889677111</c:v>
              </c:pt>
              <c:pt idx="54">
                <c:v>0.2216114889677111</c:v>
              </c:pt>
              <c:pt idx="55">
                <c:v>0.2216114889677111</c:v>
              </c:pt>
              <c:pt idx="56">
                <c:v>0.2216114889677111</c:v>
              </c:pt>
              <c:pt idx="57">
                <c:v>0.2216114889677111</c:v>
              </c:pt>
              <c:pt idx="58">
                <c:v>0.2216114889677111</c:v>
              </c:pt>
              <c:pt idx="59">
                <c:v>0.2216114889677111</c:v>
              </c:pt>
              <c:pt idx="60">
                <c:v>0.2216114889677111</c:v>
              </c:pt>
              <c:pt idx="61">
                <c:v>0.2216114889677111</c:v>
              </c:pt>
              <c:pt idx="62">
                <c:v>0.2216114889677111</c:v>
              </c:pt>
              <c:pt idx="63">
                <c:v>0.2216114889677111</c:v>
              </c:pt>
              <c:pt idx="64">
                <c:v>0.2216114889677111</c:v>
              </c:pt>
              <c:pt idx="65">
                <c:v>0.2216114889677111</c:v>
              </c:pt>
              <c:pt idx="66">
                <c:v>0.2216114889677111</c:v>
              </c:pt>
              <c:pt idx="67">
                <c:v>0.2216114889677111</c:v>
              </c:pt>
              <c:pt idx="68">
                <c:v>0.2216114889677111</c:v>
              </c:pt>
              <c:pt idx="69">
                <c:v>0.2216114889677111</c:v>
              </c:pt>
              <c:pt idx="70">
                <c:v>0.2216114889677111</c:v>
              </c:pt>
              <c:pt idx="71">
                <c:v>0.2216114889677111</c:v>
              </c:pt>
              <c:pt idx="72">
                <c:v>0.2216114889677111</c:v>
              </c:pt>
              <c:pt idx="73">
                <c:v>0.2216114889677111</c:v>
              </c:pt>
              <c:pt idx="74">
                <c:v>0.2216114889677111</c:v>
              </c:pt>
              <c:pt idx="75">
                <c:v>0.2216114889677111</c:v>
              </c:pt>
              <c:pt idx="76">
                <c:v>0.2216114889677111</c:v>
              </c:pt>
              <c:pt idx="77">
                <c:v>0.2216114889677111</c:v>
              </c:pt>
              <c:pt idx="78">
                <c:v>0.2216114889677111</c:v>
              </c:pt>
              <c:pt idx="79">
                <c:v>0.2216114889677111</c:v>
              </c:pt>
              <c:pt idx="80">
                <c:v>0.2216114889677111</c:v>
              </c:pt>
              <c:pt idx="81">
                <c:v>0.2216114889677111</c:v>
              </c:pt>
              <c:pt idx="82">
                <c:v>0.2216114889677111</c:v>
              </c:pt>
              <c:pt idx="83">
                <c:v>0.2216114889677111</c:v>
              </c:pt>
              <c:pt idx="84">
                <c:v>0.2216114889677111</c:v>
              </c:pt>
              <c:pt idx="85">
                <c:v>0.2216114889677111</c:v>
              </c:pt>
              <c:pt idx="86">
                <c:v>0.2216114889677111</c:v>
              </c:pt>
              <c:pt idx="87">
                <c:v>0.2216114889677111</c:v>
              </c:pt>
              <c:pt idx="88">
                <c:v>0.2216114889677111</c:v>
              </c:pt>
              <c:pt idx="89">
                <c:v>0.2216114889677111</c:v>
              </c:pt>
              <c:pt idx="90">
                <c:v>0.2216114889677111</c:v>
              </c:pt>
              <c:pt idx="91">
                <c:v>0.2216114889677111</c:v>
              </c:pt>
              <c:pt idx="92">
                <c:v>0.2216114889677111</c:v>
              </c:pt>
              <c:pt idx="93">
                <c:v>0.2216114889677111</c:v>
              </c:pt>
              <c:pt idx="94">
                <c:v>0.2216114889677111</c:v>
              </c:pt>
              <c:pt idx="95">
                <c:v>0.2216114889677111</c:v>
              </c:pt>
              <c:pt idx="96">
                <c:v>0.2216114889677111</c:v>
              </c:pt>
              <c:pt idx="97">
                <c:v>0.2216114889677111</c:v>
              </c:pt>
              <c:pt idx="98">
                <c:v>0.2216114889677111</c:v>
              </c:pt>
              <c:pt idx="99">
                <c:v>0.2216114889677111</c:v>
              </c:pt>
              <c:pt idx="100">
                <c:v>0.2216114889677111</c:v>
              </c:pt>
              <c:pt idx="101">
                <c:v>0.2216114889677111</c:v>
              </c:pt>
              <c:pt idx="102">
                <c:v>0.2216114889677111</c:v>
              </c:pt>
              <c:pt idx="103">
                <c:v>0.2216114889677111</c:v>
              </c:pt>
              <c:pt idx="104">
                <c:v>0.2216114889677111</c:v>
              </c:pt>
              <c:pt idx="105">
                <c:v>0.2216114889677111</c:v>
              </c:pt>
              <c:pt idx="106">
                <c:v>0.2216114889677111</c:v>
              </c:pt>
              <c:pt idx="107">
                <c:v>0.2216114889677111</c:v>
              </c:pt>
              <c:pt idx="108">
                <c:v>0.2216114889677111</c:v>
              </c:pt>
              <c:pt idx="109">
                <c:v>0.2216114889677111</c:v>
              </c:pt>
              <c:pt idx="110">
                <c:v>0.2216114889677111</c:v>
              </c:pt>
              <c:pt idx="111">
                <c:v>0.2216114889677111</c:v>
              </c:pt>
              <c:pt idx="112">
                <c:v>0.2216114889677111</c:v>
              </c:pt>
              <c:pt idx="113">
                <c:v>0.2216114889677111</c:v>
              </c:pt>
              <c:pt idx="114">
                <c:v>0.2216114889677111</c:v>
              </c:pt>
              <c:pt idx="115">
                <c:v>0.2216114889677111</c:v>
              </c:pt>
              <c:pt idx="116">
                <c:v>0.2216114889677111</c:v>
              </c:pt>
              <c:pt idx="117">
                <c:v>0.2216114889677111</c:v>
              </c:pt>
              <c:pt idx="118">
                <c:v>0.2216114889677111</c:v>
              </c:pt>
              <c:pt idx="119">
                <c:v>0.2216114889677111</c:v>
              </c:pt>
              <c:pt idx="120">
                <c:v>0.2216114889677111</c:v>
              </c:pt>
              <c:pt idx="121">
                <c:v>0.2216114889677111</c:v>
              </c:pt>
              <c:pt idx="122">
                <c:v>0.2216114889677111</c:v>
              </c:pt>
              <c:pt idx="123">
                <c:v>0.2216114889677111</c:v>
              </c:pt>
              <c:pt idx="124">
                <c:v>0.2216114889677111</c:v>
              </c:pt>
              <c:pt idx="125">
                <c:v>0.2216114889677111</c:v>
              </c:pt>
              <c:pt idx="126">
                <c:v>0.2216114889677111</c:v>
              </c:pt>
              <c:pt idx="127">
                <c:v>0.2216114889677111</c:v>
              </c:pt>
              <c:pt idx="128">
                <c:v>0.2216114889677111</c:v>
              </c:pt>
              <c:pt idx="129">
                <c:v>0.2216114889677111</c:v>
              </c:pt>
              <c:pt idx="130">
                <c:v>0.2216114889677111</c:v>
              </c:pt>
              <c:pt idx="131">
                <c:v>0.2216114889677111</c:v>
              </c:pt>
              <c:pt idx="132">
                <c:v>0.2216114889677111</c:v>
              </c:pt>
              <c:pt idx="133">
                <c:v>0.2216114889677111</c:v>
              </c:pt>
              <c:pt idx="134">
                <c:v>0.2216114889677111</c:v>
              </c:pt>
              <c:pt idx="135">
                <c:v>0.2216114889677111</c:v>
              </c:pt>
              <c:pt idx="136">
                <c:v>0.2216114889677111</c:v>
              </c:pt>
              <c:pt idx="137">
                <c:v>0.2216114889677111</c:v>
              </c:pt>
              <c:pt idx="138">
                <c:v>0.2216114889677111</c:v>
              </c:pt>
              <c:pt idx="139">
                <c:v>0.2216114889677111</c:v>
              </c:pt>
              <c:pt idx="140">
                <c:v>0.2216114889677111</c:v>
              </c:pt>
              <c:pt idx="141">
                <c:v>0.2216114889677111</c:v>
              </c:pt>
              <c:pt idx="142">
                <c:v>0.2216114889677111</c:v>
              </c:pt>
              <c:pt idx="143">
                <c:v>0.2216114889677111</c:v>
              </c:pt>
              <c:pt idx="144">
                <c:v>0.2216114889677111</c:v>
              </c:pt>
              <c:pt idx="145">
                <c:v>0.2216114889677111</c:v>
              </c:pt>
              <c:pt idx="146">
                <c:v>0.2216114889677111</c:v>
              </c:pt>
              <c:pt idx="147">
                <c:v>0.2216114889677111</c:v>
              </c:pt>
              <c:pt idx="148">
                <c:v>0.2216114889677111</c:v>
              </c:pt>
              <c:pt idx="149">
                <c:v>0.2216114889677111</c:v>
              </c:pt>
              <c:pt idx="150">
                <c:v>0.2216114889677111</c:v>
              </c:pt>
              <c:pt idx="151">
                <c:v>0.2216114889677111</c:v>
              </c:pt>
              <c:pt idx="152">
                <c:v>0.2216114889677111</c:v>
              </c:pt>
              <c:pt idx="153">
                <c:v>0.2216114889677111</c:v>
              </c:pt>
              <c:pt idx="154">
                <c:v>0.2216114889677111</c:v>
              </c:pt>
              <c:pt idx="155">
                <c:v>0.2216114889677111</c:v>
              </c:pt>
              <c:pt idx="156">
                <c:v>0.2216114889677111</c:v>
              </c:pt>
              <c:pt idx="157">
                <c:v>0.2216114889677111</c:v>
              </c:pt>
              <c:pt idx="158">
                <c:v>0.2216114889677111</c:v>
              </c:pt>
              <c:pt idx="159">
                <c:v>0.2216114889677111</c:v>
              </c:pt>
              <c:pt idx="160">
                <c:v>0.2216114889677111</c:v>
              </c:pt>
              <c:pt idx="161">
                <c:v>0.2216114889677111</c:v>
              </c:pt>
              <c:pt idx="162">
                <c:v>0.2216114889677111</c:v>
              </c:pt>
              <c:pt idx="163">
                <c:v>0.2216114889677111</c:v>
              </c:pt>
              <c:pt idx="164">
                <c:v>0.2216114889677111</c:v>
              </c:pt>
              <c:pt idx="165">
                <c:v>0.2216114889677111</c:v>
              </c:pt>
              <c:pt idx="166">
                <c:v>0.2216114889677111</c:v>
              </c:pt>
              <c:pt idx="167">
                <c:v>0.2216114889677111</c:v>
              </c:pt>
              <c:pt idx="168">
                <c:v>0.2216114889677111</c:v>
              </c:pt>
              <c:pt idx="169">
                <c:v>0.2216114889677111</c:v>
              </c:pt>
              <c:pt idx="170">
                <c:v>0.2216114889677111</c:v>
              </c:pt>
              <c:pt idx="171">
                <c:v>0.2216114889677111</c:v>
              </c:pt>
              <c:pt idx="172">
                <c:v>0.2216114889677111</c:v>
              </c:pt>
              <c:pt idx="173">
                <c:v>0.2216114889677111</c:v>
              </c:pt>
              <c:pt idx="174">
                <c:v>0.2216114889677111</c:v>
              </c:pt>
              <c:pt idx="175">
                <c:v>0.2216114889677111</c:v>
              </c:pt>
              <c:pt idx="176">
                <c:v>0.2216114889677111</c:v>
              </c:pt>
              <c:pt idx="177">
                <c:v>0.2216114889677111</c:v>
              </c:pt>
              <c:pt idx="178">
                <c:v>0.2216114889677111</c:v>
              </c:pt>
              <c:pt idx="179">
                <c:v>0.2216114889677111</c:v>
              </c:pt>
              <c:pt idx="180">
                <c:v>0.2216114889677111</c:v>
              </c:pt>
              <c:pt idx="181">
                <c:v>0.2216114889677111</c:v>
              </c:pt>
              <c:pt idx="182">
                <c:v>0.2216114889677111</c:v>
              </c:pt>
              <c:pt idx="183">
                <c:v>0.2216114889677111</c:v>
              </c:pt>
              <c:pt idx="184">
                <c:v>0.2216114889677111</c:v>
              </c:pt>
              <c:pt idx="185">
                <c:v>0.2216114889677111</c:v>
              </c:pt>
              <c:pt idx="186">
                <c:v>0.2216114889677111</c:v>
              </c:pt>
              <c:pt idx="187">
                <c:v>0.2216114889677111</c:v>
              </c:pt>
              <c:pt idx="188">
                <c:v>0.2216114889677111</c:v>
              </c:pt>
              <c:pt idx="189">
                <c:v>0.2216114889677111</c:v>
              </c:pt>
              <c:pt idx="190">
                <c:v>0.2216114889677111</c:v>
              </c:pt>
              <c:pt idx="191">
                <c:v>0.2216114889677111</c:v>
              </c:pt>
              <c:pt idx="192">
                <c:v>0.2216114889677111</c:v>
              </c:pt>
              <c:pt idx="193">
                <c:v>0.2216114889677111</c:v>
              </c:pt>
              <c:pt idx="194">
                <c:v>0.2216114889677111</c:v>
              </c:pt>
              <c:pt idx="195">
                <c:v>0.2216114889677111</c:v>
              </c:pt>
              <c:pt idx="196">
                <c:v>0.2216114889677111</c:v>
              </c:pt>
              <c:pt idx="197">
                <c:v>0.2216114889677111</c:v>
              </c:pt>
              <c:pt idx="198">
                <c:v>0.2216114889677111</c:v>
              </c:pt>
              <c:pt idx="199">
                <c:v>0.2216114889677111</c:v>
              </c:pt>
              <c:pt idx="200">
                <c:v>0.2216114889677111</c:v>
              </c:pt>
              <c:pt idx="201">
                <c:v>0.2216114889677111</c:v>
              </c:pt>
              <c:pt idx="202">
                <c:v>0.2216114889677111</c:v>
              </c:pt>
              <c:pt idx="203">
                <c:v>0.2216114889677111</c:v>
              </c:pt>
              <c:pt idx="204">
                <c:v>0.2216114889677111</c:v>
              </c:pt>
              <c:pt idx="205">
                <c:v>0.2216114889677111</c:v>
              </c:pt>
              <c:pt idx="206">
                <c:v>0.2216114889677111</c:v>
              </c:pt>
              <c:pt idx="207">
                <c:v>0.2216114889677111</c:v>
              </c:pt>
              <c:pt idx="208">
                <c:v>0.2216114889677111</c:v>
              </c:pt>
              <c:pt idx="209">
                <c:v>0.2216114889677111</c:v>
              </c:pt>
              <c:pt idx="210">
                <c:v>0.2216114889677111</c:v>
              </c:pt>
              <c:pt idx="211">
                <c:v>0.2216114889677111</c:v>
              </c:pt>
              <c:pt idx="212">
                <c:v>0.2216114889677111</c:v>
              </c:pt>
              <c:pt idx="213">
                <c:v>0.2216114889677111</c:v>
              </c:pt>
              <c:pt idx="214">
                <c:v>0.2216114889677111</c:v>
              </c:pt>
              <c:pt idx="215">
                <c:v>0.2216114889677111</c:v>
              </c:pt>
              <c:pt idx="216">
                <c:v>0.2216114889677111</c:v>
              </c:pt>
              <c:pt idx="217">
                <c:v>0.2216114889677111</c:v>
              </c:pt>
              <c:pt idx="218">
                <c:v>0.2216114889677111</c:v>
              </c:pt>
              <c:pt idx="219">
                <c:v>0.2216114889677111</c:v>
              </c:pt>
              <c:pt idx="220">
                <c:v>0.2216114889677111</c:v>
              </c:pt>
              <c:pt idx="221">
                <c:v>0.2216114889677111</c:v>
              </c:pt>
              <c:pt idx="222">
                <c:v>0.2216114889677111</c:v>
              </c:pt>
              <c:pt idx="223">
                <c:v>0.2216114889677111</c:v>
              </c:pt>
              <c:pt idx="224">
                <c:v>0.2216114889677111</c:v>
              </c:pt>
              <c:pt idx="225">
                <c:v>0.2216114889677111</c:v>
              </c:pt>
              <c:pt idx="226">
                <c:v>0.2216114889677111</c:v>
              </c:pt>
              <c:pt idx="227">
                <c:v>0.2216114889677111</c:v>
              </c:pt>
              <c:pt idx="228">
                <c:v>0.2216114889677111</c:v>
              </c:pt>
              <c:pt idx="229">
                <c:v>0.2216114889677111</c:v>
              </c:pt>
              <c:pt idx="230">
                <c:v>0.2216114889677111</c:v>
              </c:pt>
              <c:pt idx="231">
                <c:v>0.2216114889677111</c:v>
              </c:pt>
              <c:pt idx="232">
                <c:v>0.2216114889677111</c:v>
              </c:pt>
              <c:pt idx="233">
                <c:v>0.2216114889677111</c:v>
              </c:pt>
              <c:pt idx="234">
                <c:v>0.2216114889677111</c:v>
              </c:pt>
              <c:pt idx="235">
                <c:v>0.2216114889677111</c:v>
              </c:pt>
              <c:pt idx="236">
                <c:v>0.2216114889677111</c:v>
              </c:pt>
              <c:pt idx="237">
                <c:v>0.2216114889677111</c:v>
              </c:pt>
              <c:pt idx="238">
                <c:v>0.2216114889677111</c:v>
              </c:pt>
              <c:pt idx="239">
                <c:v>0.2216114889677111</c:v>
              </c:pt>
              <c:pt idx="240">
                <c:v>0.2216114889677111</c:v>
              </c:pt>
              <c:pt idx="241">
                <c:v>0.2216114889677111</c:v>
              </c:pt>
              <c:pt idx="242">
                <c:v>0.2216114889677111</c:v>
              </c:pt>
              <c:pt idx="243">
                <c:v>0.2216114889677111</c:v>
              </c:pt>
              <c:pt idx="244">
                <c:v>0.2216114889677111</c:v>
              </c:pt>
              <c:pt idx="245">
                <c:v>0.2216114889677111</c:v>
              </c:pt>
            </c:numLit>
          </c:yVal>
          <c:smooth val="0"/>
        </c:ser>
        <c:ser>
          <c:idx val="6"/>
          <c:order val="6"/>
          <c:tx>
            <c:v>Same order, optimal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009E73"/>
              </a:solidFill>
            </c:spPr>
          </c:marker>
          <c:xVal>
            <c:numLit>
              <c:formatCode>General</c:formatCode>
              <c:ptCount val="246"/>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numLit>
          </c:xVal>
          <c:yVal>
            <c:numLit>
              <c:formatCode>0.0</c:formatCode>
              <c:ptCount val="246"/>
              <c:pt idx="0">
                <c:v>2.878988838997689</c:v>
              </c:pt>
              <c:pt idx="1">
                <c:v>2.878988838997689</c:v>
              </c:pt>
              <c:pt idx="2">
                <c:v>2.878988838997689</c:v>
              </c:pt>
              <c:pt idx="3">
                <c:v>2.878988838997689</c:v>
              </c:pt>
              <c:pt idx="4">
                <c:v>2.878988838997689</c:v>
              </c:pt>
              <c:pt idx="5">
                <c:v>2.878988838997689</c:v>
              </c:pt>
              <c:pt idx="6">
                <c:v>2.878988838997689</c:v>
              </c:pt>
              <c:pt idx="7">
                <c:v>2.878988838997689</c:v>
              </c:pt>
              <c:pt idx="8">
                <c:v>2.878988838997689</c:v>
              </c:pt>
              <c:pt idx="9">
                <c:v>2.878988838997689</c:v>
              </c:pt>
              <c:pt idx="10">
                <c:v>2.878988838997689</c:v>
              </c:pt>
              <c:pt idx="11">
                <c:v>2.878988838997689</c:v>
              </c:pt>
              <c:pt idx="12">
                <c:v>2.878988838997689</c:v>
              </c:pt>
              <c:pt idx="13">
                <c:v>2.878988838997689</c:v>
              </c:pt>
              <c:pt idx="14">
                <c:v>2.878988838997689</c:v>
              </c:pt>
              <c:pt idx="15">
                <c:v>2.878988838997689</c:v>
              </c:pt>
              <c:pt idx="16">
                <c:v>2.878988838997689</c:v>
              </c:pt>
              <c:pt idx="17">
                <c:v>2.878988838997689</c:v>
              </c:pt>
              <c:pt idx="18">
                <c:v>2.878988838997689</c:v>
              </c:pt>
              <c:pt idx="19">
                <c:v>2.878988838997689</c:v>
              </c:pt>
              <c:pt idx="20">
                <c:v>2.878988838997689</c:v>
              </c:pt>
              <c:pt idx="21">
                <c:v>2.878988838997689</c:v>
              </c:pt>
              <c:pt idx="22">
                <c:v>2.878988838997689</c:v>
              </c:pt>
              <c:pt idx="23">
                <c:v>2.878988838997689</c:v>
              </c:pt>
              <c:pt idx="24">
                <c:v>2.878988838997689</c:v>
              </c:pt>
              <c:pt idx="25">
                <c:v>2.878988838997689</c:v>
              </c:pt>
              <c:pt idx="26">
                <c:v>2.878988838997689</c:v>
              </c:pt>
              <c:pt idx="27">
                <c:v>2.878988838997689</c:v>
              </c:pt>
              <c:pt idx="28">
                <c:v>2.878988838997689</c:v>
              </c:pt>
              <c:pt idx="29">
                <c:v>2.878988838997689</c:v>
              </c:pt>
              <c:pt idx="30">
                <c:v>2.878988838997689</c:v>
              </c:pt>
              <c:pt idx="31">
                <c:v>2.878988838997689</c:v>
              </c:pt>
              <c:pt idx="32">
                <c:v>2.878988838997689</c:v>
              </c:pt>
              <c:pt idx="33">
                <c:v>2.878988838997689</c:v>
              </c:pt>
              <c:pt idx="34">
                <c:v>2.878988838997689</c:v>
              </c:pt>
              <c:pt idx="35">
                <c:v>2.878988838997689</c:v>
              </c:pt>
              <c:pt idx="36">
                <c:v>2.878988838997689</c:v>
              </c:pt>
              <c:pt idx="37">
                <c:v>2.878988838997689</c:v>
              </c:pt>
              <c:pt idx="38">
                <c:v>2.878988838997689</c:v>
              </c:pt>
              <c:pt idx="39">
                <c:v>2.878988838997689</c:v>
              </c:pt>
              <c:pt idx="40">
                <c:v>2.878988838997689</c:v>
              </c:pt>
              <c:pt idx="41">
                <c:v>2.878988838997689</c:v>
              </c:pt>
              <c:pt idx="42">
                <c:v>2.878988838997689</c:v>
              </c:pt>
              <c:pt idx="43">
                <c:v>2.878988838997689</c:v>
              </c:pt>
              <c:pt idx="44">
                <c:v>2.878988838997689</c:v>
              </c:pt>
              <c:pt idx="45">
                <c:v>2.878988838997689</c:v>
              </c:pt>
              <c:pt idx="46">
                <c:v>2.878988838997689</c:v>
              </c:pt>
              <c:pt idx="47">
                <c:v>2.878988838997689</c:v>
              </c:pt>
              <c:pt idx="48">
                <c:v>2.878988838997689</c:v>
              </c:pt>
              <c:pt idx="49">
                <c:v>2.878988838997689</c:v>
              </c:pt>
              <c:pt idx="50">
                <c:v>2.878988838997689</c:v>
              </c:pt>
              <c:pt idx="51">
                <c:v>2.878988838997689</c:v>
              </c:pt>
              <c:pt idx="52">
                <c:v>2.878988838997689</c:v>
              </c:pt>
              <c:pt idx="53">
                <c:v>2.878988838997689</c:v>
              </c:pt>
              <c:pt idx="54">
                <c:v>2.878988838997689</c:v>
              </c:pt>
              <c:pt idx="55">
                <c:v>2.878988838997689</c:v>
              </c:pt>
              <c:pt idx="56">
                <c:v>2.878988838997689</c:v>
              </c:pt>
              <c:pt idx="57">
                <c:v>2.878988838997689</c:v>
              </c:pt>
              <c:pt idx="58">
                <c:v>2.878988838997689</c:v>
              </c:pt>
              <c:pt idx="59">
                <c:v>2.878988838997689</c:v>
              </c:pt>
              <c:pt idx="60">
                <c:v>2.878988838997689</c:v>
              </c:pt>
              <c:pt idx="61">
                <c:v>2.878988838997689</c:v>
              </c:pt>
              <c:pt idx="62">
                <c:v>2.878988838997689</c:v>
              </c:pt>
              <c:pt idx="63">
                <c:v>2.878988838997689</c:v>
              </c:pt>
              <c:pt idx="64">
                <c:v>2.878988838997689</c:v>
              </c:pt>
              <c:pt idx="65">
                <c:v>2.878988838997689</c:v>
              </c:pt>
              <c:pt idx="66">
                <c:v>2.878988838997689</c:v>
              </c:pt>
              <c:pt idx="67">
                <c:v>2.878988838997689</c:v>
              </c:pt>
              <c:pt idx="68">
                <c:v>2.878988838997689</c:v>
              </c:pt>
              <c:pt idx="69">
                <c:v>2.878988838997689</c:v>
              </c:pt>
              <c:pt idx="70">
                <c:v>2.878988838997689</c:v>
              </c:pt>
              <c:pt idx="71">
                <c:v>2.878988838997689</c:v>
              </c:pt>
              <c:pt idx="72">
                <c:v>2.878988838997689</c:v>
              </c:pt>
              <c:pt idx="73">
                <c:v>2.878988838997689</c:v>
              </c:pt>
              <c:pt idx="74">
                <c:v>2.878988838997689</c:v>
              </c:pt>
              <c:pt idx="75">
                <c:v>2.878988838997689</c:v>
              </c:pt>
              <c:pt idx="76">
                <c:v>2.878988838997689</c:v>
              </c:pt>
              <c:pt idx="77">
                <c:v>2.878988838997689</c:v>
              </c:pt>
              <c:pt idx="78">
                <c:v>2.878988838997689</c:v>
              </c:pt>
              <c:pt idx="79">
                <c:v>2.878988838997689</c:v>
              </c:pt>
              <c:pt idx="80">
                <c:v>2.878988838997689</c:v>
              </c:pt>
              <c:pt idx="81">
                <c:v>2.878988838997689</c:v>
              </c:pt>
              <c:pt idx="82">
                <c:v>2.878988838997689</c:v>
              </c:pt>
              <c:pt idx="83">
                <c:v>2.878988838997689</c:v>
              </c:pt>
              <c:pt idx="84">
                <c:v>2.878988838997689</c:v>
              </c:pt>
              <c:pt idx="85">
                <c:v>2.878988838997689</c:v>
              </c:pt>
              <c:pt idx="86">
                <c:v>2.878988838997689</c:v>
              </c:pt>
              <c:pt idx="87">
                <c:v>2.878988838997689</c:v>
              </c:pt>
              <c:pt idx="88">
                <c:v>2.878988838997689</c:v>
              </c:pt>
              <c:pt idx="89">
                <c:v>2.878988838997689</c:v>
              </c:pt>
              <c:pt idx="90">
                <c:v>2.878988838997689</c:v>
              </c:pt>
              <c:pt idx="91">
                <c:v>2.878988838997689</c:v>
              </c:pt>
              <c:pt idx="92">
                <c:v>2.878988838997689</c:v>
              </c:pt>
              <c:pt idx="93">
                <c:v>2.878988838997689</c:v>
              </c:pt>
              <c:pt idx="94">
                <c:v>2.878988838997689</c:v>
              </c:pt>
              <c:pt idx="95">
                <c:v>2.878988838997689</c:v>
              </c:pt>
              <c:pt idx="96">
                <c:v>2.878988838997689</c:v>
              </c:pt>
              <c:pt idx="97">
                <c:v>2.878988838997689</c:v>
              </c:pt>
              <c:pt idx="98">
                <c:v>2.878988838997689</c:v>
              </c:pt>
              <c:pt idx="99">
                <c:v>2.878988838997689</c:v>
              </c:pt>
              <c:pt idx="100">
                <c:v>2.878988838997689</c:v>
              </c:pt>
              <c:pt idx="101">
                <c:v>2.878988838997689</c:v>
              </c:pt>
              <c:pt idx="102">
                <c:v>2.878988838997689</c:v>
              </c:pt>
              <c:pt idx="103">
                <c:v>2.878988838997689</c:v>
              </c:pt>
              <c:pt idx="104">
                <c:v>2.878988838997689</c:v>
              </c:pt>
              <c:pt idx="105">
                <c:v>2.878988838997689</c:v>
              </c:pt>
              <c:pt idx="106">
                <c:v>2.878988838997689</c:v>
              </c:pt>
              <c:pt idx="107">
                <c:v>2.878988838997689</c:v>
              </c:pt>
              <c:pt idx="108">
                <c:v>2.878988838997689</c:v>
              </c:pt>
              <c:pt idx="109">
                <c:v>2.878988838997689</c:v>
              </c:pt>
              <c:pt idx="110">
                <c:v>2.878988838997689</c:v>
              </c:pt>
              <c:pt idx="111">
                <c:v>2.878988838997689</c:v>
              </c:pt>
              <c:pt idx="112">
                <c:v>2.878988838997689</c:v>
              </c:pt>
              <c:pt idx="113">
                <c:v>2.878988838997689</c:v>
              </c:pt>
              <c:pt idx="114">
                <c:v>2.878988838997689</c:v>
              </c:pt>
              <c:pt idx="115">
                <c:v>2.878988838997689</c:v>
              </c:pt>
              <c:pt idx="116">
                <c:v>2.878988838997689</c:v>
              </c:pt>
              <c:pt idx="117">
                <c:v>2.878988838997689</c:v>
              </c:pt>
              <c:pt idx="118">
                <c:v>2.878988838997689</c:v>
              </c:pt>
              <c:pt idx="119">
                <c:v>2.878988838997689</c:v>
              </c:pt>
              <c:pt idx="120">
                <c:v>2.878988838997689</c:v>
              </c:pt>
              <c:pt idx="121">
                <c:v>2.878988838997689</c:v>
              </c:pt>
              <c:pt idx="122">
                <c:v>2.878988838997689</c:v>
              </c:pt>
              <c:pt idx="123">
                <c:v>2.878988838997689</c:v>
              </c:pt>
              <c:pt idx="124">
                <c:v>2.878988838997689</c:v>
              </c:pt>
              <c:pt idx="125">
                <c:v>2.878988838997689</c:v>
              </c:pt>
              <c:pt idx="126">
                <c:v>2.878988838997689</c:v>
              </c:pt>
              <c:pt idx="127">
                <c:v>2.878988838997689</c:v>
              </c:pt>
              <c:pt idx="128">
                <c:v>2.878988838997689</c:v>
              </c:pt>
              <c:pt idx="129">
                <c:v>2.878988838997689</c:v>
              </c:pt>
              <c:pt idx="130">
                <c:v>2.878988838997689</c:v>
              </c:pt>
              <c:pt idx="131">
                <c:v>2.878988838997689</c:v>
              </c:pt>
              <c:pt idx="132">
                <c:v>2.878988838997689</c:v>
              </c:pt>
              <c:pt idx="133">
                <c:v>2.878988838997689</c:v>
              </c:pt>
              <c:pt idx="134">
                <c:v>2.878988838997689</c:v>
              </c:pt>
              <c:pt idx="135">
                <c:v>2.878988838997689</c:v>
              </c:pt>
              <c:pt idx="136">
                <c:v>2.878988838997689</c:v>
              </c:pt>
              <c:pt idx="137">
                <c:v>2.878988838997689</c:v>
              </c:pt>
              <c:pt idx="138">
                <c:v>2.878988838997689</c:v>
              </c:pt>
              <c:pt idx="139">
                <c:v>2.878988838997689</c:v>
              </c:pt>
              <c:pt idx="140">
                <c:v>2.878988838997689</c:v>
              </c:pt>
              <c:pt idx="141">
                <c:v>2.878988838997689</c:v>
              </c:pt>
              <c:pt idx="142">
                <c:v>2.878988838997689</c:v>
              </c:pt>
              <c:pt idx="143">
                <c:v>2.878988838997689</c:v>
              </c:pt>
              <c:pt idx="144">
                <c:v>2.878988838997689</c:v>
              </c:pt>
              <c:pt idx="145">
                <c:v>2.878988838997689</c:v>
              </c:pt>
              <c:pt idx="146">
                <c:v>2.878988838997689</c:v>
              </c:pt>
              <c:pt idx="147">
                <c:v>2.878988838997689</c:v>
              </c:pt>
              <c:pt idx="148">
                <c:v>2.878988838997689</c:v>
              </c:pt>
              <c:pt idx="149">
                <c:v>2.878988838997689</c:v>
              </c:pt>
              <c:pt idx="150">
                <c:v>2.878988838997689</c:v>
              </c:pt>
              <c:pt idx="151">
                <c:v>2.878988838997689</c:v>
              </c:pt>
              <c:pt idx="152">
                <c:v>2.878988838997689</c:v>
              </c:pt>
              <c:pt idx="153">
                <c:v>2.878988838997689</c:v>
              </c:pt>
              <c:pt idx="154">
                <c:v>2.878988838997689</c:v>
              </c:pt>
              <c:pt idx="155">
                <c:v>2.878988838997689</c:v>
              </c:pt>
              <c:pt idx="156">
                <c:v>2.878988838997689</c:v>
              </c:pt>
              <c:pt idx="157">
                <c:v>2.878988838997689</c:v>
              </c:pt>
              <c:pt idx="158">
                <c:v>2.878988838997689</c:v>
              </c:pt>
              <c:pt idx="159">
                <c:v>2.878988838997689</c:v>
              </c:pt>
              <c:pt idx="160">
                <c:v>2.878988838997689</c:v>
              </c:pt>
              <c:pt idx="161">
                <c:v>2.878988838997689</c:v>
              </c:pt>
              <c:pt idx="162">
                <c:v>2.878988838997689</c:v>
              </c:pt>
              <c:pt idx="163">
                <c:v>2.878988838997689</c:v>
              </c:pt>
              <c:pt idx="164">
                <c:v>2.878988838997689</c:v>
              </c:pt>
              <c:pt idx="165">
                <c:v>2.878988838997689</c:v>
              </c:pt>
              <c:pt idx="166">
                <c:v>2.878988838997689</c:v>
              </c:pt>
              <c:pt idx="167">
                <c:v>2.878988838997689</c:v>
              </c:pt>
              <c:pt idx="168">
                <c:v>2.878988838997689</c:v>
              </c:pt>
              <c:pt idx="169">
                <c:v>2.878988838997689</c:v>
              </c:pt>
              <c:pt idx="170">
                <c:v>2.878988838997689</c:v>
              </c:pt>
              <c:pt idx="171">
                <c:v>2.878988838997689</c:v>
              </c:pt>
              <c:pt idx="172">
                <c:v>2.878988838997689</c:v>
              </c:pt>
              <c:pt idx="173">
                <c:v>2.878988838997689</c:v>
              </c:pt>
              <c:pt idx="174">
                <c:v>2.878988838997689</c:v>
              </c:pt>
              <c:pt idx="175">
                <c:v>2.878988838997689</c:v>
              </c:pt>
              <c:pt idx="176">
                <c:v>2.878988838997689</c:v>
              </c:pt>
              <c:pt idx="177">
                <c:v>2.878988838997689</c:v>
              </c:pt>
              <c:pt idx="178">
                <c:v>2.878988838997689</c:v>
              </c:pt>
              <c:pt idx="179">
                <c:v>2.878988838997689</c:v>
              </c:pt>
              <c:pt idx="180">
                <c:v>2.878988838997689</c:v>
              </c:pt>
              <c:pt idx="181">
                <c:v>2.878988838997689</c:v>
              </c:pt>
              <c:pt idx="182">
                <c:v>2.878988838997689</c:v>
              </c:pt>
              <c:pt idx="183">
                <c:v>2.878988838997689</c:v>
              </c:pt>
              <c:pt idx="184">
                <c:v>2.878988838997689</c:v>
              </c:pt>
              <c:pt idx="185">
                <c:v>2.878988838997689</c:v>
              </c:pt>
              <c:pt idx="186">
                <c:v>2.878988838997689</c:v>
              </c:pt>
              <c:pt idx="187">
                <c:v>2.878988838997689</c:v>
              </c:pt>
              <c:pt idx="188">
                <c:v>2.878988838997689</c:v>
              </c:pt>
              <c:pt idx="189">
                <c:v>2.878988838997689</c:v>
              </c:pt>
              <c:pt idx="190">
                <c:v>2.878988838997689</c:v>
              </c:pt>
              <c:pt idx="191">
                <c:v>2.878988838997689</c:v>
              </c:pt>
              <c:pt idx="192">
                <c:v>2.878988838997689</c:v>
              </c:pt>
              <c:pt idx="193">
                <c:v>2.878988838997689</c:v>
              </c:pt>
              <c:pt idx="194">
                <c:v>2.878988838997689</c:v>
              </c:pt>
              <c:pt idx="195">
                <c:v>2.878988838997689</c:v>
              </c:pt>
              <c:pt idx="196">
                <c:v>2.878988838997689</c:v>
              </c:pt>
              <c:pt idx="197">
                <c:v>2.878988838997689</c:v>
              </c:pt>
              <c:pt idx="198">
                <c:v>2.878988838997689</c:v>
              </c:pt>
              <c:pt idx="199">
                <c:v>2.878988838997689</c:v>
              </c:pt>
              <c:pt idx="200">
                <c:v>2.878988838997689</c:v>
              </c:pt>
              <c:pt idx="201">
                <c:v>2.878988838997689</c:v>
              </c:pt>
              <c:pt idx="202">
                <c:v>2.878988838997689</c:v>
              </c:pt>
              <c:pt idx="203">
                <c:v>2.878988838997689</c:v>
              </c:pt>
              <c:pt idx="204">
                <c:v>2.878988838997689</c:v>
              </c:pt>
              <c:pt idx="205">
                <c:v>2.878988838997689</c:v>
              </c:pt>
              <c:pt idx="206">
                <c:v>2.878988838997689</c:v>
              </c:pt>
              <c:pt idx="207">
                <c:v>2.878988838997689</c:v>
              </c:pt>
              <c:pt idx="208">
                <c:v>2.878988838997689</c:v>
              </c:pt>
              <c:pt idx="209">
                <c:v>2.878988838997689</c:v>
              </c:pt>
              <c:pt idx="210">
                <c:v>2.878988838997689</c:v>
              </c:pt>
              <c:pt idx="211">
                <c:v>2.878988838997689</c:v>
              </c:pt>
              <c:pt idx="212">
                <c:v>2.878988838997689</c:v>
              </c:pt>
              <c:pt idx="213">
                <c:v>2.878988838997689</c:v>
              </c:pt>
              <c:pt idx="214">
                <c:v>2.878988838997689</c:v>
              </c:pt>
              <c:pt idx="215">
                <c:v>2.878988838997689</c:v>
              </c:pt>
              <c:pt idx="216">
                <c:v>2.878988838997689</c:v>
              </c:pt>
              <c:pt idx="217">
                <c:v>2.878988838997689</c:v>
              </c:pt>
              <c:pt idx="218">
                <c:v>2.878988838997689</c:v>
              </c:pt>
              <c:pt idx="219">
                <c:v>2.878988838997689</c:v>
              </c:pt>
              <c:pt idx="220">
                <c:v>2.878988838997689</c:v>
              </c:pt>
              <c:pt idx="221">
                <c:v>2.878988838997689</c:v>
              </c:pt>
              <c:pt idx="222">
                <c:v>2.878988838997689</c:v>
              </c:pt>
              <c:pt idx="223">
                <c:v>2.878988838997689</c:v>
              </c:pt>
              <c:pt idx="224">
                <c:v>2.878988838997689</c:v>
              </c:pt>
              <c:pt idx="225">
                <c:v>2.878988838997689</c:v>
              </c:pt>
              <c:pt idx="226">
                <c:v>2.878988838997689</c:v>
              </c:pt>
              <c:pt idx="227">
                <c:v>2.878988838997689</c:v>
              </c:pt>
              <c:pt idx="228">
                <c:v>2.878988838997689</c:v>
              </c:pt>
              <c:pt idx="229">
                <c:v>2.878988838997689</c:v>
              </c:pt>
              <c:pt idx="230">
                <c:v>2.878988838997689</c:v>
              </c:pt>
              <c:pt idx="231">
                <c:v>2.878988838997689</c:v>
              </c:pt>
              <c:pt idx="232">
                <c:v>2.878988838997689</c:v>
              </c:pt>
              <c:pt idx="233">
                <c:v>2.878988838997689</c:v>
              </c:pt>
              <c:pt idx="234">
                <c:v>2.878988838997689</c:v>
              </c:pt>
              <c:pt idx="235">
                <c:v>2.878988838997689</c:v>
              </c:pt>
              <c:pt idx="236">
                <c:v>2.878988838997689</c:v>
              </c:pt>
              <c:pt idx="237">
                <c:v>2.878988838997689</c:v>
              </c:pt>
              <c:pt idx="238">
                <c:v>2.878988838997689</c:v>
              </c:pt>
              <c:pt idx="239">
                <c:v>2.878988838997689</c:v>
              </c:pt>
              <c:pt idx="240">
                <c:v>2.878988838997689</c:v>
              </c:pt>
              <c:pt idx="241">
                <c:v>2.878988838997689</c:v>
              </c:pt>
              <c:pt idx="242">
                <c:v>2.878988838997689</c:v>
              </c:pt>
              <c:pt idx="243">
                <c:v>2.878988838997689</c:v>
              </c:pt>
              <c:pt idx="244">
                <c:v>2.878988838997689</c:v>
              </c:pt>
              <c:pt idx="245">
                <c:v>2.878988838997689</c:v>
              </c:pt>
            </c:numLit>
          </c:yVal>
          <c:smooth val="0"/>
        </c:ser>
        <c:ser>
          <c:idx val="7"/>
          <c:order val="7"/>
          <c:tx>
            <c:v>Same order, optimal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009E73"/>
              </a:solidFill>
            </c:spPr>
          </c:marker>
          <c:xVal>
            <c:numLit>
              <c:formatCode>General</c:formatCode>
              <c:ptCount val="246"/>
              <c:pt idx="0">
                <c:v>2.160873401232133</c:v>
              </c:pt>
              <c:pt idx="1">
                <c:v>2.160873401232133</c:v>
              </c:pt>
              <c:pt idx="2">
                <c:v>2.160873401232133</c:v>
              </c:pt>
              <c:pt idx="3">
                <c:v>2.160873401232133</c:v>
              </c:pt>
              <c:pt idx="4">
                <c:v>2.160873401232133</c:v>
              </c:pt>
              <c:pt idx="5">
                <c:v>2.160873401232133</c:v>
              </c:pt>
              <c:pt idx="6">
                <c:v>2.160873401232133</c:v>
              </c:pt>
              <c:pt idx="7">
                <c:v>2.160873401232133</c:v>
              </c:pt>
              <c:pt idx="8">
                <c:v>2.160873401232133</c:v>
              </c:pt>
              <c:pt idx="9">
                <c:v>2.160873401232133</c:v>
              </c:pt>
              <c:pt idx="10">
                <c:v>2.160873401232133</c:v>
              </c:pt>
              <c:pt idx="11">
                <c:v>2.160873401232133</c:v>
              </c:pt>
              <c:pt idx="12">
                <c:v>2.160873401232133</c:v>
              </c:pt>
              <c:pt idx="13">
                <c:v>2.160873401232133</c:v>
              </c:pt>
              <c:pt idx="14">
                <c:v>2.160873401232133</c:v>
              </c:pt>
              <c:pt idx="15">
                <c:v>2.160873401232133</c:v>
              </c:pt>
              <c:pt idx="16">
                <c:v>2.160873401232133</c:v>
              </c:pt>
              <c:pt idx="17">
                <c:v>2.160873401232133</c:v>
              </c:pt>
              <c:pt idx="18">
                <c:v>2.160873401232133</c:v>
              </c:pt>
              <c:pt idx="19">
                <c:v>2.160873401232133</c:v>
              </c:pt>
              <c:pt idx="20">
                <c:v>2.160873401232133</c:v>
              </c:pt>
              <c:pt idx="21">
                <c:v>2.160873401232133</c:v>
              </c:pt>
              <c:pt idx="22">
                <c:v>2.160873401232133</c:v>
              </c:pt>
              <c:pt idx="23">
                <c:v>2.160873401232133</c:v>
              </c:pt>
              <c:pt idx="24">
                <c:v>2.160873401232133</c:v>
              </c:pt>
              <c:pt idx="25">
                <c:v>2.160873401232133</c:v>
              </c:pt>
              <c:pt idx="26">
                <c:v>2.160873401232133</c:v>
              </c:pt>
              <c:pt idx="27">
                <c:v>2.160873401232133</c:v>
              </c:pt>
              <c:pt idx="28">
                <c:v>2.160873401232133</c:v>
              </c:pt>
              <c:pt idx="29">
                <c:v>2.160873401232133</c:v>
              </c:pt>
              <c:pt idx="30">
                <c:v>2.160873401232133</c:v>
              </c:pt>
              <c:pt idx="31">
                <c:v>2.160873401232133</c:v>
              </c:pt>
              <c:pt idx="32">
                <c:v>2.160873401232133</c:v>
              </c:pt>
              <c:pt idx="33">
                <c:v>2.160873401232133</c:v>
              </c:pt>
              <c:pt idx="34">
                <c:v>2.160873401232133</c:v>
              </c:pt>
              <c:pt idx="35">
                <c:v>2.160873401232133</c:v>
              </c:pt>
              <c:pt idx="36">
                <c:v>2.160873401232133</c:v>
              </c:pt>
              <c:pt idx="37">
                <c:v>2.160873401232133</c:v>
              </c:pt>
              <c:pt idx="38">
                <c:v>2.160873401232133</c:v>
              </c:pt>
              <c:pt idx="39">
                <c:v>2.160873401232133</c:v>
              </c:pt>
              <c:pt idx="40">
                <c:v>2.160873401232133</c:v>
              </c:pt>
              <c:pt idx="41">
                <c:v>2.160873401232133</c:v>
              </c:pt>
              <c:pt idx="42">
                <c:v>2.160873401232133</c:v>
              </c:pt>
              <c:pt idx="43">
                <c:v>2.160873401232133</c:v>
              </c:pt>
              <c:pt idx="44">
                <c:v>2.160873401232133</c:v>
              </c:pt>
              <c:pt idx="45">
                <c:v>2.160873401232133</c:v>
              </c:pt>
              <c:pt idx="46">
                <c:v>2.160873401232133</c:v>
              </c:pt>
              <c:pt idx="47">
                <c:v>2.160873401232133</c:v>
              </c:pt>
              <c:pt idx="48">
                <c:v>2.160873401232133</c:v>
              </c:pt>
              <c:pt idx="49">
                <c:v>2.160873401232133</c:v>
              </c:pt>
              <c:pt idx="50">
                <c:v>2.160873401232133</c:v>
              </c:pt>
              <c:pt idx="51">
                <c:v>2.160873401232133</c:v>
              </c:pt>
              <c:pt idx="52">
                <c:v>2.160873401232133</c:v>
              </c:pt>
              <c:pt idx="53">
                <c:v>2.160873401232133</c:v>
              </c:pt>
              <c:pt idx="54">
                <c:v>2.160873401232133</c:v>
              </c:pt>
              <c:pt idx="55">
                <c:v>2.160873401232133</c:v>
              </c:pt>
              <c:pt idx="56">
                <c:v>2.160873401232133</c:v>
              </c:pt>
              <c:pt idx="57">
                <c:v>2.160873401232133</c:v>
              </c:pt>
              <c:pt idx="58">
                <c:v>2.160873401232133</c:v>
              </c:pt>
              <c:pt idx="59">
                <c:v>2.160873401232133</c:v>
              </c:pt>
              <c:pt idx="60">
                <c:v>2.160873401232133</c:v>
              </c:pt>
              <c:pt idx="61">
                <c:v>2.160873401232133</c:v>
              </c:pt>
              <c:pt idx="62">
                <c:v>2.160873401232133</c:v>
              </c:pt>
              <c:pt idx="63">
                <c:v>2.160873401232133</c:v>
              </c:pt>
              <c:pt idx="64">
                <c:v>2.160873401232133</c:v>
              </c:pt>
              <c:pt idx="65">
                <c:v>2.160873401232133</c:v>
              </c:pt>
              <c:pt idx="66">
                <c:v>2.160873401232133</c:v>
              </c:pt>
              <c:pt idx="67">
                <c:v>2.160873401232133</c:v>
              </c:pt>
              <c:pt idx="68">
                <c:v>2.160873401232133</c:v>
              </c:pt>
              <c:pt idx="69">
                <c:v>2.160873401232133</c:v>
              </c:pt>
              <c:pt idx="70">
                <c:v>2.160873401232133</c:v>
              </c:pt>
              <c:pt idx="71">
                <c:v>2.160873401232133</c:v>
              </c:pt>
              <c:pt idx="72">
                <c:v>2.160873401232133</c:v>
              </c:pt>
              <c:pt idx="73">
                <c:v>2.160873401232133</c:v>
              </c:pt>
              <c:pt idx="74">
                <c:v>2.160873401232133</c:v>
              </c:pt>
              <c:pt idx="75">
                <c:v>2.160873401232133</c:v>
              </c:pt>
              <c:pt idx="76">
                <c:v>2.160873401232133</c:v>
              </c:pt>
              <c:pt idx="77">
                <c:v>2.160873401232133</c:v>
              </c:pt>
              <c:pt idx="78">
                <c:v>2.160873401232133</c:v>
              </c:pt>
              <c:pt idx="79">
                <c:v>2.160873401232133</c:v>
              </c:pt>
              <c:pt idx="80">
                <c:v>2.160873401232133</c:v>
              </c:pt>
              <c:pt idx="81">
                <c:v>2.160873401232133</c:v>
              </c:pt>
              <c:pt idx="82">
                <c:v>2.160873401232133</c:v>
              </c:pt>
              <c:pt idx="83">
                <c:v>2.160873401232133</c:v>
              </c:pt>
              <c:pt idx="84">
                <c:v>2.160873401232133</c:v>
              </c:pt>
              <c:pt idx="85">
                <c:v>2.160873401232133</c:v>
              </c:pt>
              <c:pt idx="86">
                <c:v>2.160873401232133</c:v>
              </c:pt>
              <c:pt idx="87">
                <c:v>2.160873401232133</c:v>
              </c:pt>
              <c:pt idx="88">
                <c:v>2.160873401232133</c:v>
              </c:pt>
              <c:pt idx="89">
                <c:v>2.160873401232133</c:v>
              </c:pt>
              <c:pt idx="90">
                <c:v>2.160873401232133</c:v>
              </c:pt>
              <c:pt idx="91">
                <c:v>2.160873401232133</c:v>
              </c:pt>
              <c:pt idx="92">
                <c:v>2.160873401232133</c:v>
              </c:pt>
              <c:pt idx="93">
                <c:v>2.160873401232133</c:v>
              </c:pt>
              <c:pt idx="94">
                <c:v>2.160873401232133</c:v>
              </c:pt>
              <c:pt idx="95">
                <c:v>2.160873401232133</c:v>
              </c:pt>
              <c:pt idx="96">
                <c:v>2.160873401232133</c:v>
              </c:pt>
              <c:pt idx="97">
                <c:v>2.160873401232133</c:v>
              </c:pt>
              <c:pt idx="98">
                <c:v>2.160873401232133</c:v>
              </c:pt>
              <c:pt idx="99">
                <c:v>2.160873401232133</c:v>
              </c:pt>
              <c:pt idx="100">
                <c:v>2.160873401232133</c:v>
              </c:pt>
              <c:pt idx="101">
                <c:v>2.160873401232133</c:v>
              </c:pt>
              <c:pt idx="102">
                <c:v>2.160873401232133</c:v>
              </c:pt>
              <c:pt idx="103">
                <c:v>2.160873401232133</c:v>
              </c:pt>
              <c:pt idx="104">
                <c:v>2.160873401232133</c:v>
              </c:pt>
              <c:pt idx="105">
                <c:v>2.160873401232133</c:v>
              </c:pt>
              <c:pt idx="106">
                <c:v>2.160873401232133</c:v>
              </c:pt>
              <c:pt idx="107">
                <c:v>2.160873401232133</c:v>
              </c:pt>
              <c:pt idx="108">
                <c:v>2.160873401232133</c:v>
              </c:pt>
              <c:pt idx="109">
                <c:v>2.160873401232133</c:v>
              </c:pt>
              <c:pt idx="110">
                <c:v>2.160873401232133</c:v>
              </c:pt>
              <c:pt idx="111">
                <c:v>2.160873401232133</c:v>
              </c:pt>
              <c:pt idx="112">
                <c:v>2.160873401232133</c:v>
              </c:pt>
              <c:pt idx="113">
                <c:v>2.160873401232133</c:v>
              </c:pt>
              <c:pt idx="114">
                <c:v>2.160873401232133</c:v>
              </c:pt>
              <c:pt idx="115">
                <c:v>2.160873401232133</c:v>
              </c:pt>
              <c:pt idx="116">
                <c:v>2.160873401232133</c:v>
              </c:pt>
              <c:pt idx="117">
                <c:v>2.160873401232133</c:v>
              </c:pt>
              <c:pt idx="118">
                <c:v>2.160873401232133</c:v>
              </c:pt>
              <c:pt idx="119">
                <c:v>2.160873401232133</c:v>
              </c:pt>
              <c:pt idx="120">
                <c:v>2.160873401232133</c:v>
              </c:pt>
              <c:pt idx="121">
                <c:v>2.160873401232133</c:v>
              </c:pt>
              <c:pt idx="122">
                <c:v>2.160873401232133</c:v>
              </c:pt>
              <c:pt idx="123">
                <c:v>2.160873401232133</c:v>
              </c:pt>
              <c:pt idx="124">
                <c:v>2.160873401232133</c:v>
              </c:pt>
              <c:pt idx="125">
                <c:v>2.160873401232133</c:v>
              </c:pt>
              <c:pt idx="126">
                <c:v>2.160873401232133</c:v>
              </c:pt>
              <c:pt idx="127">
                <c:v>2.160873401232133</c:v>
              </c:pt>
              <c:pt idx="128">
                <c:v>2.160873401232133</c:v>
              </c:pt>
              <c:pt idx="129">
                <c:v>2.160873401232133</c:v>
              </c:pt>
              <c:pt idx="130">
                <c:v>2.160873401232133</c:v>
              </c:pt>
              <c:pt idx="131">
                <c:v>2.160873401232133</c:v>
              </c:pt>
              <c:pt idx="132">
                <c:v>2.160873401232133</c:v>
              </c:pt>
              <c:pt idx="133">
                <c:v>2.160873401232133</c:v>
              </c:pt>
              <c:pt idx="134">
                <c:v>2.160873401232133</c:v>
              </c:pt>
              <c:pt idx="135">
                <c:v>2.160873401232133</c:v>
              </c:pt>
              <c:pt idx="136">
                <c:v>2.160873401232133</c:v>
              </c:pt>
              <c:pt idx="137">
                <c:v>2.160873401232133</c:v>
              </c:pt>
              <c:pt idx="138">
                <c:v>2.160873401232133</c:v>
              </c:pt>
              <c:pt idx="139">
                <c:v>2.160873401232133</c:v>
              </c:pt>
              <c:pt idx="140">
                <c:v>2.160873401232133</c:v>
              </c:pt>
              <c:pt idx="141">
                <c:v>2.160873401232133</c:v>
              </c:pt>
              <c:pt idx="142">
                <c:v>2.160873401232133</c:v>
              </c:pt>
              <c:pt idx="143">
                <c:v>2.160873401232133</c:v>
              </c:pt>
              <c:pt idx="144">
                <c:v>2.160873401232133</c:v>
              </c:pt>
              <c:pt idx="145">
                <c:v>2.160873401232133</c:v>
              </c:pt>
              <c:pt idx="146">
                <c:v>2.160873401232133</c:v>
              </c:pt>
              <c:pt idx="147">
                <c:v>2.160873401232133</c:v>
              </c:pt>
              <c:pt idx="148">
                <c:v>2.160873401232133</c:v>
              </c:pt>
              <c:pt idx="149">
                <c:v>2.160873401232133</c:v>
              </c:pt>
              <c:pt idx="150">
                <c:v>2.160873401232133</c:v>
              </c:pt>
              <c:pt idx="151">
                <c:v>2.160873401232133</c:v>
              </c:pt>
              <c:pt idx="152">
                <c:v>2.160873401232133</c:v>
              </c:pt>
              <c:pt idx="153">
                <c:v>2.160873401232133</c:v>
              </c:pt>
              <c:pt idx="154">
                <c:v>2.160873401232133</c:v>
              </c:pt>
              <c:pt idx="155">
                <c:v>2.160873401232133</c:v>
              </c:pt>
              <c:pt idx="156">
                <c:v>2.160873401232133</c:v>
              </c:pt>
              <c:pt idx="157">
                <c:v>2.160873401232133</c:v>
              </c:pt>
              <c:pt idx="158">
                <c:v>2.160873401232133</c:v>
              </c:pt>
              <c:pt idx="159">
                <c:v>2.160873401232133</c:v>
              </c:pt>
              <c:pt idx="160">
                <c:v>2.160873401232133</c:v>
              </c:pt>
              <c:pt idx="161">
                <c:v>2.160873401232133</c:v>
              </c:pt>
              <c:pt idx="162">
                <c:v>2.160873401232133</c:v>
              </c:pt>
              <c:pt idx="163">
                <c:v>2.160873401232133</c:v>
              </c:pt>
              <c:pt idx="164">
                <c:v>2.160873401232133</c:v>
              </c:pt>
              <c:pt idx="165">
                <c:v>2.160873401232133</c:v>
              </c:pt>
              <c:pt idx="166">
                <c:v>2.160873401232133</c:v>
              </c:pt>
              <c:pt idx="167">
                <c:v>2.160873401232133</c:v>
              </c:pt>
              <c:pt idx="168">
                <c:v>2.160873401232133</c:v>
              </c:pt>
              <c:pt idx="169">
                <c:v>2.160873401232133</c:v>
              </c:pt>
              <c:pt idx="170">
                <c:v>2.160873401232133</c:v>
              </c:pt>
              <c:pt idx="171">
                <c:v>2.160873401232133</c:v>
              </c:pt>
              <c:pt idx="172">
                <c:v>2.160873401232133</c:v>
              </c:pt>
              <c:pt idx="173">
                <c:v>2.160873401232133</c:v>
              </c:pt>
              <c:pt idx="174">
                <c:v>2.160873401232133</c:v>
              </c:pt>
              <c:pt idx="175">
                <c:v>2.160873401232133</c:v>
              </c:pt>
              <c:pt idx="176">
                <c:v>2.160873401232133</c:v>
              </c:pt>
              <c:pt idx="177">
                <c:v>2.160873401232133</c:v>
              </c:pt>
              <c:pt idx="178">
                <c:v>2.160873401232133</c:v>
              </c:pt>
              <c:pt idx="179">
                <c:v>2.160873401232133</c:v>
              </c:pt>
              <c:pt idx="180">
                <c:v>2.160873401232133</c:v>
              </c:pt>
              <c:pt idx="181">
                <c:v>2.160873401232133</c:v>
              </c:pt>
              <c:pt idx="182">
                <c:v>2.160873401232133</c:v>
              </c:pt>
              <c:pt idx="183">
                <c:v>2.160873401232133</c:v>
              </c:pt>
              <c:pt idx="184">
                <c:v>2.160873401232133</c:v>
              </c:pt>
              <c:pt idx="185">
                <c:v>2.160873401232133</c:v>
              </c:pt>
              <c:pt idx="186">
                <c:v>2.160873401232133</c:v>
              </c:pt>
              <c:pt idx="187">
                <c:v>2.160873401232133</c:v>
              </c:pt>
              <c:pt idx="188">
                <c:v>2.160873401232133</c:v>
              </c:pt>
              <c:pt idx="189">
                <c:v>2.160873401232133</c:v>
              </c:pt>
              <c:pt idx="190">
                <c:v>2.160873401232133</c:v>
              </c:pt>
              <c:pt idx="191">
                <c:v>2.160873401232133</c:v>
              </c:pt>
              <c:pt idx="192">
                <c:v>2.160873401232133</c:v>
              </c:pt>
              <c:pt idx="193">
                <c:v>2.160873401232133</c:v>
              </c:pt>
              <c:pt idx="194">
                <c:v>2.160873401232133</c:v>
              </c:pt>
              <c:pt idx="195">
                <c:v>2.160873401232133</c:v>
              </c:pt>
              <c:pt idx="196">
                <c:v>2.160873401232133</c:v>
              </c:pt>
              <c:pt idx="197">
                <c:v>2.160873401232133</c:v>
              </c:pt>
              <c:pt idx="198">
                <c:v>2.160873401232133</c:v>
              </c:pt>
              <c:pt idx="199">
                <c:v>2.160873401232133</c:v>
              </c:pt>
              <c:pt idx="200">
                <c:v>2.160873401232133</c:v>
              </c:pt>
              <c:pt idx="201">
                <c:v>2.160873401232133</c:v>
              </c:pt>
              <c:pt idx="202">
                <c:v>2.160873401232133</c:v>
              </c:pt>
              <c:pt idx="203">
                <c:v>2.160873401232133</c:v>
              </c:pt>
              <c:pt idx="204">
                <c:v>2.160873401232133</c:v>
              </c:pt>
              <c:pt idx="205">
                <c:v>2.160873401232133</c:v>
              </c:pt>
              <c:pt idx="206">
                <c:v>2.160873401232133</c:v>
              </c:pt>
              <c:pt idx="207">
                <c:v>2.160873401232133</c:v>
              </c:pt>
              <c:pt idx="208">
                <c:v>2.160873401232133</c:v>
              </c:pt>
              <c:pt idx="209">
                <c:v>2.160873401232133</c:v>
              </c:pt>
              <c:pt idx="210">
                <c:v>2.160873401232133</c:v>
              </c:pt>
              <c:pt idx="211">
                <c:v>2.160873401232133</c:v>
              </c:pt>
              <c:pt idx="212">
                <c:v>2.160873401232133</c:v>
              </c:pt>
              <c:pt idx="213">
                <c:v>2.160873401232133</c:v>
              </c:pt>
              <c:pt idx="214">
                <c:v>2.160873401232133</c:v>
              </c:pt>
              <c:pt idx="215">
                <c:v>2.160873401232133</c:v>
              </c:pt>
              <c:pt idx="216">
                <c:v>2.160873401232133</c:v>
              </c:pt>
              <c:pt idx="217">
                <c:v>2.160873401232133</c:v>
              </c:pt>
              <c:pt idx="218">
                <c:v>2.160873401232133</c:v>
              </c:pt>
              <c:pt idx="219">
                <c:v>2.160873401232133</c:v>
              </c:pt>
              <c:pt idx="220">
                <c:v>2.160873401232133</c:v>
              </c:pt>
              <c:pt idx="221">
                <c:v>2.160873401232133</c:v>
              </c:pt>
              <c:pt idx="222">
                <c:v>2.160873401232133</c:v>
              </c:pt>
              <c:pt idx="223">
                <c:v>2.160873401232133</c:v>
              </c:pt>
              <c:pt idx="224">
                <c:v>2.160873401232133</c:v>
              </c:pt>
              <c:pt idx="225">
                <c:v>2.160873401232133</c:v>
              </c:pt>
              <c:pt idx="226">
                <c:v>2.160873401232133</c:v>
              </c:pt>
              <c:pt idx="227">
                <c:v>2.160873401232133</c:v>
              </c:pt>
              <c:pt idx="228">
                <c:v>2.160873401232133</c:v>
              </c:pt>
              <c:pt idx="229">
                <c:v>2.160873401232133</c:v>
              </c:pt>
              <c:pt idx="230">
                <c:v>2.160873401232133</c:v>
              </c:pt>
              <c:pt idx="231">
                <c:v>2.160873401232133</c:v>
              </c:pt>
              <c:pt idx="232">
                <c:v>2.160873401232133</c:v>
              </c:pt>
              <c:pt idx="233">
                <c:v>2.160873401232133</c:v>
              </c:pt>
              <c:pt idx="234">
                <c:v>2.160873401232133</c:v>
              </c:pt>
              <c:pt idx="235">
                <c:v>2.160873401232133</c:v>
              </c:pt>
              <c:pt idx="236">
                <c:v>2.160873401232133</c:v>
              </c:pt>
              <c:pt idx="237">
                <c:v>2.160873401232133</c:v>
              </c:pt>
              <c:pt idx="238">
                <c:v>2.160873401232133</c:v>
              </c:pt>
              <c:pt idx="239">
                <c:v>2.160873401232133</c:v>
              </c:pt>
              <c:pt idx="240">
                <c:v>2.160873401232133</c:v>
              </c:pt>
              <c:pt idx="241">
                <c:v>2.160873401232133</c:v>
              </c:pt>
              <c:pt idx="242">
                <c:v>2.160873401232133</c:v>
              </c:pt>
              <c:pt idx="243">
                <c:v>2.160873401232133</c:v>
              </c:pt>
              <c:pt idx="244">
                <c:v>2.160873401232133</c:v>
              </c:pt>
              <c:pt idx="245">
                <c:v>2.160873401232133</c:v>
              </c:pt>
            </c:numLit>
          </c:xVal>
          <c:yVal>
            <c:numLit>
              <c:formatCode>0.0</c:formatCode>
              <c:ptCount val="246"/>
              <c:pt idx="0">
                <c:v>2.0904444845289665</c:v>
              </c:pt>
              <c:pt idx="1">
                <c:v>2.0904444845289665</c:v>
              </c:pt>
              <c:pt idx="2">
                <c:v>2.0904444845289665</c:v>
              </c:pt>
              <c:pt idx="3">
                <c:v>2.0904444845289665</c:v>
              </c:pt>
              <c:pt idx="4">
                <c:v>2.0904444845289665</c:v>
              </c:pt>
              <c:pt idx="5">
                <c:v>2.0904444845289665</c:v>
              </c:pt>
              <c:pt idx="6">
                <c:v>2.0904444845289665</c:v>
              </c:pt>
              <c:pt idx="7">
                <c:v>2.0904444845289665</c:v>
              </c:pt>
              <c:pt idx="8">
                <c:v>2.0904444845289665</c:v>
              </c:pt>
              <c:pt idx="9">
                <c:v>2.0904444845289665</c:v>
              </c:pt>
              <c:pt idx="10">
                <c:v>2.0904444845289665</c:v>
              </c:pt>
              <c:pt idx="11">
                <c:v>2.0904444845289665</c:v>
              </c:pt>
              <c:pt idx="12">
                <c:v>2.0904444845289665</c:v>
              </c:pt>
              <c:pt idx="13">
                <c:v>2.0904444845289665</c:v>
              </c:pt>
              <c:pt idx="14">
                <c:v>2.0904444845289665</c:v>
              </c:pt>
              <c:pt idx="15">
                <c:v>2.0904444845289665</c:v>
              </c:pt>
              <c:pt idx="16">
                <c:v>2.0904444845289665</c:v>
              </c:pt>
              <c:pt idx="17">
                <c:v>2.0904444845289665</c:v>
              </c:pt>
              <c:pt idx="18">
                <c:v>2.0904444845289665</c:v>
              </c:pt>
              <c:pt idx="19">
                <c:v>2.0904444845289665</c:v>
              </c:pt>
              <c:pt idx="20">
                <c:v>2.0904444845289665</c:v>
              </c:pt>
              <c:pt idx="21">
                <c:v>2.0904444845289665</c:v>
              </c:pt>
              <c:pt idx="22">
                <c:v>2.0904444845289665</c:v>
              </c:pt>
              <c:pt idx="23">
                <c:v>2.0904444845289665</c:v>
              </c:pt>
              <c:pt idx="24">
                <c:v>2.0904444845289665</c:v>
              </c:pt>
              <c:pt idx="25">
                <c:v>2.0904444845289665</c:v>
              </c:pt>
              <c:pt idx="26">
                <c:v>2.0904444845289665</c:v>
              </c:pt>
              <c:pt idx="27">
                <c:v>2.0904444845289665</c:v>
              </c:pt>
              <c:pt idx="28">
                <c:v>2.0904444845289665</c:v>
              </c:pt>
              <c:pt idx="29">
                <c:v>2.0904444845289665</c:v>
              </c:pt>
              <c:pt idx="30">
                <c:v>2.0904444845289665</c:v>
              </c:pt>
              <c:pt idx="31">
                <c:v>2.0904444845289665</c:v>
              </c:pt>
              <c:pt idx="32">
                <c:v>2.0904444845289665</c:v>
              </c:pt>
              <c:pt idx="33">
                <c:v>2.0904444845289665</c:v>
              </c:pt>
              <c:pt idx="34">
                <c:v>2.0904444845289665</c:v>
              </c:pt>
              <c:pt idx="35">
                <c:v>2.0904444845289665</c:v>
              </c:pt>
              <c:pt idx="36">
                <c:v>2.0904444845289665</c:v>
              </c:pt>
              <c:pt idx="37">
                <c:v>2.0904444845289665</c:v>
              </c:pt>
              <c:pt idx="38">
                <c:v>2.0904444845289665</c:v>
              </c:pt>
              <c:pt idx="39">
                <c:v>2.0904444845289665</c:v>
              </c:pt>
              <c:pt idx="40">
                <c:v>2.0904444845289665</c:v>
              </c:pt>
              <c:pt idx="41">
                <c:v>2.0904444845289665</c:v>
              </c:pt>
              <c:pt idx="42">
                <c:v>2.0904444845289665</c:v>
              </c:pt>
              <c:pt idx="43">
                <c:v>2.0904444845289665</c:v>
              </c:pt>
              <c:pt idx="44">
                <c:v>2.0904444845289665</c:v>
              </c:pt>
              <c:pt idx="45">
                <c:v>2.0904444845289665</c:v>
              </c:pt>
              <c:pt idx="46">
                <c:v>2.0904444845289665</c:v>
              </c:pt>
              <c:pt idx="47">
                <c:v>2.0904444845289665</c:v>
              </c:pt>
              <c:pt idx="48">
                <c:v>2.0904444845289665</c:v>
              </c:pt>
              <c:pt idx="49">
                <c:v>2.0904444845289665</c:v>
              </c:pt>
              <c:pt idx="50">
                <c:v>2.0904444845289665</c:v>
              </c:pt>
              <c:pt idx="51">
                <c:v>2.0904444845289665</c:v>
              </c:pt>
              <c:pt idx="52">
                <c:v>2.0904444845289665</c:v>
              </c:pt>
              <c:pt idx="53">
                <c:v>2.0904444845289665</c:v>
              </c:pt>
              <c:pt idx="54">
                <c:v>2.0904444845289665</c:v>
              </c:pt>
              <c:pt idx="55">
                <c:v>2.0904444845289665</c:v>
              </c:pt>
              <c:pt idx="56">
                <c:v>2.0904444845289665</c:v>
              </c:pt>
              <c:pt idx="57">
                <c:v>2.0904444845289665</c:v>
              </c:pt>
              <c:pt idx="58">
                <c:v>2.0904444845289665</c:v>
              </c:pt>
              <c:pt idx="59">
                <c:v>2.0904444845289665</c:v>
              </c:pt>
              <c:pt idx="60">
                <c:v>2.0904444845289665</c:v>
              </c:pt>
              <c:pt idx="61">
                <c:v>2.0904444845289665</c:v>
              </c:pt>
              <c:pt idx="62">
                <c:v>2.0904444845289665</c:v>
              </c:pt>
              <c:pt idx="63">
                <c:v>2.0904444845289665</c:v>
              </c:pt>
              <c:pt idx="64">
                <c:v>2.0904444845289665</c:v>
              </c:pt>
              <c:pt idx="65">
                <c:v>2.0904444845289665</c:v>
              </c:pt>
              <c:pt idx="66">
                <c:v>2.0904444845289665</c:v>
              </c:pt>
              <c:pt idx="67">
                <c:v>2.0904444845289665</c:v>
              </c:pt>
              <c:pt idx="68">
                <c:v>2.0904444845289665</c:v>
              </c:pt>
              <c:pt idx="69">
                <c:v>2.0904444845289665</c:v>
              </c:pt>
              <c:pt idx="70">
                <c:v>2.0904444845289665</c:v>
              </c:pt>
              <c:pt idx="71">
                <c:v>2.0904444845289665</c:v>
              </c:pt>
              <c:pt idx="72">
                <c:v>2.0904444845289665</c:v>
              </c:pt>
              <c:pt idx="73">
                <c:v>2.0904444845289665</c:v>
              </c:pt>
              <c:pt idx="74">
                <c:v>2.0904444845289665</c:v>
              </c:pt>
              <c:pt idx="75">
                <c:v>2.0904444845289665</c:v>
              </c:pt>
              <c:pt idx="76">
                <c:v>2.0904444845289665</c:v>
              </c:pt>
              <c:pt idx="77">
                <c:v>2.0904444845289665</c:v>
              </c:pt>
              <c:pt idx="78">
                <c:v>2.0904444845289665</c:v>
              </c:pt>
              <c:pt idx="79">
                <c:v>2.0904444845289665</c:v>
              </c:pt>
              <c:pt idx="80">
                <c:v>2.0904444845289665</c:v>
              </c:pt>
              <c:pt idx="81">
                <c:v>2.0904444845289665</c:v>
              </c:pt>
              <c:pt idx="82">
                <c:v>2.0904444845289665</c:v>
              </c:pt>
              <c:pt idx="83">
                <c:v>2.0904444845289665</c:v>
              </c:pt>
              <c:pt idx="84">
                <c:v>2.0904444845289665</c:v>
              </c:pt>
              <c:pt idx="85">
                <c:v>2.0904444845289665</c:v>
              </c:pt>
              <c:pt idx="86">
                <c:v>2.0904444845289665</c:v>
              </c:pt>
              <c:pt idx="87">
                <c:v>2.0904444845289665</c:v>
              </c:pt>
              <c:pt idx="88">
                <c:v>2.0904444845289665</c:v>
              </c:pt>
              <c:pt idx="89">
                <c:v>2.0904444845289665</c:v>
              </c:pt>
              <c:pt idx="90">
                <c:v>2.0904444845289665</c:v>
              </c:pt>
              <c:pt idx="91">
                <c:v>2.0904444845289665</c:v>
              </c:pt>
              <c:pt idx="92">
                <c:v>2.0904444845289665</c:v>
              </c:pt>
              <c:pt idx="93">
                <c:v>2.0904444845289665</c:v>
              </c:pt>
              <c:pt idx="94">
                <c:v>2.0904444845289665</c:v>
              </c:pt>
              <c:pt idx="95">
                <c:v>2.0904444845289665</c:v>
              </c:pt>
              <c:pt idx="96">
                <c:v>2.0904444845289665</c:v>
              </c:pt>
              <c:pt idx="97">
                <c:v>2.0904444845289665</c:v>
              </c:pt>
              <c:pt idx="98">
                <c:v>2.0904444845289665</c:v>
              </c:pt>
              <c:pt idx="99">
                <c:v>2.0904444845289665</c:v>
              </c:pt>
              <c:pt idx="100">
                <c:v>2.0904444845289665</c:v>
              </c:pt>
              <c:pt idx="101">
                <c:v>2.0904444845289665</c:v>
              </c:pt>
              <c:pt idx="102">
                <c:v>2.0904444845289665</c:v>
              </c:pt>
              <c:pt idx="103">
                <c:v>2.0904444845289665</c:v>
              </c:pt>
              <c:pt idx="104">
                <c:v>2.0904444845289665</c:v>
              </c:pt>
              <c:pt idx="105">
                <c:v>2.0904444845289665</c:v>
              </c:pt>
              <c:pt idx="106">
                <c:v>2.0904444845289665</c:v>
              </c:pt>
              <c:pt idx="107">
                <c:v>2.0904444845289665</c:v>
              </c:pt>
              <c:pt idx="108">
                <c:v>2.0904444845289665</c:v>
              </c:pt>
              <c:pt idx="109">
                <c:v>2.0904444845289665</c:v>
              </c:pt>
              <c:pt idx="110">
                <c:v>2.0904444845289665</c:v>
              </c:pt>
              <c:pt idx="111">
                <c:v>2.0904444845289665</c:v>
              </c:pt>
              <c:pt idx="112">
                <c:v>2.0904444845289665</c:v>
              </c:pt>
              <c:pt idx="113">
                <c:v>2.0904444845289665</c:v>
              </c:pt>
              <c:pt idx="114">
                <c:v>2.0904444845289665</c:v>
              </c:pt>
              <c:pt idx="115">
                <c:v>2.0904444845289665</c:v>
              </c:pt>
              <c:pt idx="116">
                <c:v>2.0904444845289665</c:v>
              </c:pt>
              <c:pt idx="117">
                <c:v>2.0904444845289665</c:v>
              </c:pt>
              <c:pt idx="118">
                <c:v>2.0904444845289665</c:v>
              </c:pt>
              <c:pt idx="119">
                <c:v>2.0904444845289665</c:v>
              </c:pt>
              <c:pt idx="120">
                <c:v>2.0904444845289665</c:v>
              </c:pt>
              <c:pt idx="121">
                <c:v>2.0904444845289665</c:v>
              </c:pt>
              <c:pt idx="122">
                <c:v>2.0904444845289665</c:v>
              </c:pt>
              <c:pt idx="123">
                <c:v>2.0904444845289665</c:v>
              </c:pt>
              <c:pt idx="124">
                <c:v>2.0904444845289665</c:v>
              </c:pt>
              <c:pt idx="125">
                <c:v>2.0904444845289665</c:v>
              </c:pt>
              <c:pt idx="126">
                <c:v>2.0904444845289665</c:v>
              </c:pt>
              <c:pt idx="127">
                <c:v>2.0904444845289665</c:v>
              </c:pt>
              <c:pt idx="128">
                <c:v>2.0904444845289665</c:v>
              </c:pt>
              <c:pt idx="129">
                <c:v>2.0904444845289665</c:v>
              </c:pt>
              <c:pt idx="130">
                <c:v>2.0904444845289665</c:v>
              </c:pt>
              <c:pt idx="131">
                <c:v>2.0904444845289665</c:v>
              </c:pt>
              <c:pt idx="132">
                <c:v>2.0904444845289665</c:v>
              </c:pt>
              <c:pt idx="133">
                <c:v>2.0904444845289665</c:v>
              </c:pt>
              <c:pt idx="134">
                <c:v>2.0904444845289665</c:v>
              </c:pt>
              <c:pt idx="135">
                <c:v>2.0904444845289665</c:v>
              </c:pt>
              <c:pt idx="136">
                <c:v>2.0904444845289665</c:v>
              </c:pt>
              <c:pt idx="137">
                <c:v>2.0904444845289665</c:v>
              </c:pt>
              <c:pt idx="138">
                <c:v>2.0904444845289665</c:v>
              </c:pt>
              <c:pt idx="139">
                <c:v>2.0904444845289665</c:v>
              </c:pt>
              <c:pt idx="140">
                <c:v>2.0904444845289665</c:v>
              </c:pt>
              <c:pt idx="141">
                <c:v>2.0904444845289665</c:v>
              </c:pt>
              <c:pt idx="142">
                <c:v>2.0904444845289665</c:v>
              </c:pt>
              <c:pt idx="143">
                <c:v>2.0904444845289665</c:v>
              </c:pt>
              <c:pt idx="144">
                <c:v>2.0904444845289665</c:v>
              </c:pt>
              <c:pt idx="145">
                <c:v>2.0904444845289665</c:v>
              </c:pt>
              <c:pt idx="146">
                <c:v>2.0904444845289665</c:v>
              </c:pt>
              <c:pt idx="147">
                <c:v>2.0904444845289665</c:v>
              </c:pt>
              <c:pt idx="148">
                <c:v>2.0904444845289665</c:v>
              </c:pt>
              <c:pt idx="149">
                <c:v>2.0904444845289665</c:v>
              </c:pt>
              <c:pt idx="150">
                <c:v>2.0904444845289665</c:v>
              </c:pt>
              <c:pt idx="151">
                <c:v>2.0904444845289665</c:v>
              </c:pt>
              <c:pt idx="152">
                <c:v>2.0904444845289665</c:v>
              </c:pt>
              <c:pt idx="153">
                <c:v>2.0904444845289665</c:v>
              </c:pt>
              <c:pt idx="154">
                <c:v>2.0904444845289665</c:v>
              </c:pt>
              <c:pt idx="155">
                <c:v>2.0904444845289665</c:v>
              </c:pt>
              <c:pt idx="156">
                <c:v>2.0904444845289665</c:v>
              </c:pt>
              <c:pt idx="157">
                <c:v>2.0904444845289665</c:v>
              </c:pt>
              <c:pt idx="158">
                <c:v>2.0904444845289665</c:v>
              </c:pt>
              <c:pt idx="159">
                <c:v>2.0904444845289665</c:v>
              </c:pt>
              <c:pt idx="160">
                <c:v>2.0904444845289665</c:v>
              </c:pt>
              <c:pt idx="161">
                <c:v>2.0904444845289665</c:v>
              </c:pt>
              <c:pt idx="162">
                <c:v>2.0904444845289665</c:v>
              </c:pt>
              <c:pt idx="163">
                <c:v>2.0904444845289665</c:v>
              </c:pt>
              <c:pt idx="164">
                <c:v>2.0904444845289665</c:v>
              </c:pt>
              <c:pt idx="165">
                <c:v>2.0904444845289665</c:v>
              </c:pt>
              <c:pt idx="166">
                <c:v>2.0904444845289665</c:v>
              </c:pt>
              <c:pt idx="167">
                <c:v>2.0904444845289665</c:v>
              </c:pt>
              <c:pt idx="168">
                <c:v>2.0904444845289665</c:v>
              </c:pt>
              <c:pt idx="169">
                <c:v>2.0904444845289665</c:v>
              </c:pt>
              <c:pt idx="170">
                <c:v>2.0904444845289665</c:v>
              </c:pt>
              <c:pt idx="171">
                <c:v>2.0904444845289665</c:v>
              </c:pt>
              <c:pt idx="172">
                <c:v>2.0904444845289665</c:v>
              </c:pt>
              <c:pt idx="173">
                <c:v>2.0904444845289665</c:v>
              </c:pt>
              <c:pt idx="174">
                <c:v>2.0904444845289665</c:v>
              </c:pt>
              <c:pt idx="175">
                <c:v>2.0904444845289665</c:v>
              </c:pt>
              <c:pt idx="176">
                <c:v>2.0904444845289665</c:v>
              </c:pt>
              <c:pt idx="177">
                <c:v>2.0904444845289665</c:v>
              </c:pt>
              <c:pt idx="178">
                <c:v>2.0904444845289665</c:v>
              </c:pt>
              <c:pt idx="179">
                <c:v>2.0904444845289665</c:v>
              </c:pt>
              <c:pt idx="180">
                <c:v>2.0904444845289665</c:v>
              </c:pt>
              <c:pt idx="181">
                <c:v>2.0904444845289665</c:v>
              </c:pt>
              <c:pt idx="182">
                <c:v>2.0904444845289665</c:v>
              </c:pt>
              <c:pt idx="183">
                <c:v>2.0904444845289665</c:v>
              </c:pt>
              <c:pt idx="184">
                <c:v>2.0904444845289665</c:v>
              </c:pt>
              <c:pt idx="185">
                <c:v>2.0904444845289665</c:v>
              </c:pt>
              <c:pt idx="186">
                <c:v>2.0904444845289665</c:v>
              </c:pt>
              <c:pt idx="187">
                <c:v>2.0904444845289665</c:v>
              </c:pt>
              <c:pt idx="188">
                <c:v>2.0904444845289665</c:v>
              </c:pt>
              <c:pt idx="189">
                <c:v>2.0904444845289665</c:v>
              </c:pt>
              <c:pt idx="190">
                <c:v>2.0904444845289665</c:v>
              </c:pt>
              <c:pt idx="191">
                <c:v>2.0904444845289665</c:v>
              </c:pt>
              <c:pt idx="192">
                <c:v>2.0904444845289665</c:v>
              </c:pt>
              <c:pt idx="193">
                <c:v>2.0904444845289665</c:v>
              </c:pt>
              <c:pt idx="194">
                <c:v>2.0904444845289665</c:v>
              </c:pt>
              <c:pt idx="195">
                <c:v>2.0904444845289665</c:v>
              </c:pt>
              <c:pt idx="196">
                <c:v>2.0904444845289665</c:v>
              </c:pt>
              <c:pt idx="197">
                <c:v>2.0904444845289665</c:v>
              </c:pt>
              <c:pt idx="198">
                <c:v>2.0904444845289665</c:v>
              </c:pt>
              <c:pt idx="199">
                <c:v>2.0904444845289665</c:v>
              </c:pt>
              <c:pt idx="200">
                <c:v>2.0904444845289665</c:v>
              </c:pt>
              <c:pt idx="201">
                <c:v>2.0904444845289665</c:v>
              </c:pt>
              <c:pt idx="202">
                <c:v>2.0904444845289665</c:v>
              </c:pt>
              <c:pt idx="203">
                <c:v>2.0904444845289665</c:v>
              </c:pt>
              <c:pt idx="204">
                <c:v>2.0904444845289665</c:v>
              </c:pt>
              <c:pt idx="205">
                <c:v>2.0904444845289665</c:v>
              </c:pt>
              <c:pt idx="206">
                <c:v>2.0904444845289665</c:v>
              </c:pt>
              <c:pt idx="207">
                <c:v>2.0904444845289665</c:v>
              </c:pt>
              <c:pt idx="208">
                <c:v>2.0904444845289665</c:v>
              </c:pt>
              <c:pt idx="209">
                <c:v>2.0904444845289665</c:v>
              </c:pt>
              <c:pt idx="210">
                <c:v>2.0904444845289665</c:v>
              </c:pt>
              <c:pt idx="211">
                <c:v>2.0904444845289665</c:v>
              </c:pt>
              <c:pt idx="212">
                <c:v>2.0904444845289665</c:v>
              </c:pt>
              <c:pt idx="213">
                <c:v>2.0904444845289665</c:v>
              </c:pt>
              <c:pt idx="214">
                <c:v>2.0904444845289665</c:v>
              </c:pt>
              <c:pt idx="215">
                <c:v>2.0904444845289665</c:v>
              </c:pt>
              <c:pt idx="216">
                <c:v>2.0904444845289665</c:v>
              </c:pt>
              <c:pt idx="217">
                <c:v>2.0904444845289665</c:v>
              </c:pt>
              <c:pt idx="218">
                <c:v>2.0904444845289665</c:v>
              </c:pt>
              <c:pt idx="219">
                <c:v>2.0904444845289665</c:v>
              </c:pt>
              <c:pt idx="220">
                <c:v>2.0904444845289665</c:v>
              </c:pt>
              <c:pt idx="221">
                <c:v>2.0904444845289665</c:v>
              </c:pt>
              <c:pt idx="222">
                <c:v>2.0904444845289665</c:v>
              </c:pt>
              <c:pt idx="223">
                <c:v>2.0904444845289665</c:v>
              </c:pt>
              <c:pt idx="224">
                <c:v>2.0904444845289665</c:v>
              </c:pt>
              <c:pt idx="225">
                <c:v>2.0904444845289665</c:v>
              </c:pt>
              <c:pt idx="226">
                <c:v>2.0904444845289665</c:v>
              </c:pt>
              <c:pt idx="227">
                <c:v>2.0904444845289665</c:v>
              </c:pt>
              <c:pt idx="228">
                <c:v>2.0904444845289665</c:v>
              </c:pt>
              <c:pt idx="229">
                <c:v>2.0904444845289665</c:v>
              </c:pt>
              <c:pt idx="230">
                <c:v>2.0904444845289665</c:v>
              </c:pt>
              <c:pt idx="231">
                <c:v>2.0904444845289665</c:v>
              </c:pt>
              <c:pt idx="232">
                <c:v>2.0904444845289665</c:v>
              </c:pt>
              <c:pt idx="233">
                <c:v>2.0904444845289665</c:v>
              </c:pt>
              <c:pt idx="234">
                <c:v>2.0904444845289665</c:v>
              </c:pt>
              <c:pt idx="235">
                <c:v>2.0904444845289665</c:v>
              </c:pt>
              <c:pt idx="236">
                <c:v>2.0904444845289665</c:v>
              </c:pt>
              <c:pt idx="237">
                <c:v>2.0904444845289665</c:v>
              </c:pt>
              <c:pt idx="238">
                <c:v>2.0904444845289665</c:v>
              </c:pt>
              <c:pt idx="239">
                <c:v>2.0904444845289665</c:v>
              </c:pt>
              <c:pt idx="240">
                <c:v>2.0904444845289665</c:v>
              </c:pt>
              <c:pt idx="241">
                <c:v>2.0904444845289665</c:v>
              </c:pt>
              <c:pt idx="242">
                <c:v>2.0904444845289665</c:v>
              </c:pt>
              <c:pt idx="243">
                <c:v>2.0904444845289665</c:v>
              </c:pt>
              <c:pt idx="244">
                <c:v>2.0904444845289665</c:v>
              </c:pt>
              <c:pt idx="245">
                <c:v>2.0904444845289665</c:v>
              </c:pt>
            </c:numLit>
          </c:yVal>
          <c:smooth val="0"/>
        </c:ser>
        <c:ser>
          <c:idx val="8"/>
          <c:order val="8"/>
          <c:tx>
            <c:v>Same order, optimal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009E73"/>
              </a:solidFill>
            </c:spPr>
          </c:marker>
          <c:xVal>
            <c:numLit>
              <c:formatCode>General</c:formatCode>
              <c:ptCount val="246"/>
              <c:pt idx="0">
                <c:v>12.346384203815647</c:v>
              </c:pt>
              <c:pt idx="1">
                <c:v>12.346384203815647</c:v>
              </c:pt>
              <c:pt idx="2">
                <c:v>12.346384203815647</c:v>
              </c:pt>
              <c:pt idx="3">
                <c:v>12.346384203815647</c:v>
              </c:pt>
              <c:pt idx="4">
                <c:v>12.346384203815647</c:v>
              </c:pt>
              <c:pt idx="5">
                <c:v>12.346384203815647</c:v>
              </c:pt>
              <c:pt idx="6">
                <c:v>12.346384203815647</c:v>
              </c:pt>
              <c:pt idx="7">
                <c:v>12.346384203815647</c:v>
              </c:pt>
              <c:pt idx="8">
                <c:v>12.346384203815647</c:v>
              </c:pt>
              <c:pt idx="9">
                <c:v>12.346384203815647</c:v>
              </c:pt>
              <c:pt idx="10">
                <c:v>12.346384203815647</c:v>
              </c:pt>
              <c:pt idx="11">
                <c:v>12.346384203815647</c:v>
              </c:pt>
              <c:pt idx="12">
                <c:v>12.346384203815647</c:v>
              </c:pt>
              <c:pt idx="13">
                <c:v>12.346384203815647</c:v>
              </c:pt>
              <c:pt idx="14">
                <c:v>12.346384203815647</c:v>
              </c:pt>
              <c:pt idx="15">
                <c:v>12.346384203815647</c:v>
              </c:pt>
              <c:pt idx="16">
                <c:v>12.346384203815647</c:v>
              </c:pt>
              <c:pt idx="17">
                <c:v>12.346384203815647</c:v>
              </c:pt>
              <c:pt idx="18">
                <c:v>12.346384203815647</c:v>
              </c:pt>
              <c:pt idx="19">
                <c:v>12.346384203815647</c:v>
              </c:pt>
              <c:pt idx="20">
                <c:v>12.346384203815647</c:v>
              </c:pt>
              <c:pt idx="21">
                <c:v>12.346384203815647</c:v>
              </c:pt>
              <c:pt idx="22">
                <c:v>12.346384203815647</c:v>
              </c:pt>
              <c:pt idx="23">
                <c:v>12.346384203815647</c:v>
              </c:pt>
              <c:pt idx="24">
                <c:v>12.346384203815647</c:v>
              </c:pt>
              <c:pt idx="25">
                <c:v>12.346384203815647</c:v>
              </c:pt>
              <c:pt idx="26">
                <c:v>12.346384203815647</c:v>
              </c:pt>
              <c:pt idx="27">
                <c:v>12.346384203815647</c:v>
              </c:pt>
              <c:pt idx="28">
                <c:v>12.346384203815647</c:v>
              </c:pt>
              <c:pt idx="29">
                <c:v>12.346384203815647</c:v>
              </c:pt>
              <c:pt idx="30">
                <c:v>12.346384203815647</c:v>
              </c:pt>
              <c:pt idx="31">
                <c:v>12.346384203815647</c:v>
              </c:pt>
              <c:pt idx="32">
                <c:v>12.346384203815647</c:v>
              </c:pt>
              <c:pt idx="33">
                <c:v>12.346384203815647</c:v>
              </c:pt>
              <c:pt idx="34">
                <c:v>12.346384203815647</c:v>
              </c:pt>
              <c:pt idx="35">
                <c:v>12.346384203815647</c:v>
              </c:pt>
              <c:pt idx="36">
                <c:v>12.346384203815647</c:v>
              </c:pt>
              <c:pt idx="37">
                <c:v>12.346384203815647</c:v>
              </c:pt>
              <c:pt idx="38">
                <c:v>12.346384203815647</c:v>
              </c:pt>
              <c:pt idx="39">
                <c:v>12.346384203815647</c:v>
              </c:pt>
              <c:pt idx="40">
                <c:v>12.346384203815647</c:v>
              </c:pt>
              <c:pt idx="41">
                <c:v>12.346384203815647</c:v>
              </c:pt>
              <c:pt idx="42">
                <c:v>12.346384203815647</c:v>
              </c:pt>
              <c:pt idx="43">
                <c:v>12.346384203815647</c:v>
              </c:pt>
              <c:pt idx="44">
                <c:v>12.346384203815647</c:v>
              </c:pt>
              <c:pt idx="45">
                <c:v>12.346384203815647</c:v>
              </c:pt>
              <c:pt idx="46">
                <c:v>12.346384203815647</c:v>
              </c:pt>
              <c:pt idx="47">
                <c:v>12.346384203815647</c:v>
              </c:pt>
              <c:pt idx="48">
                <c:v>12.346384203815647</c:v>
              </c:pt>
              <c:pt idx="49">
                <c:v>12.346384203815647</c:v>
              </c:pt>
              <c:pt idx="50">
                <c:v>12.346384203815647</c:v>
              </c:pt>
              <c:pt idx="51">
                <c:v>12.346384203815647</c:v>
              </c:pt>
              <c:pt idx="52">
                <c:v>12.346384203815647</c:v>
              </c:pt>
              <c:pt idx="53">
                <c:v>12.346384203815647</c:v>
              </c:pt>
              <c:pt idx="54">
                <c:v>12.346384203815647</c:v>
              </c:pt>
              <c:pt idx="55">
                <c:v>12.346384203815647</c:v>
              </c:pt>
              <c:pt idx="56">
                <c:v>12.346384203815647</c:v>
              </c:pt>
              <c:pt idx="57">
                <c:v>12.346384203815647</c:v>
              </c:pt>
              <c:pt idx="58">
                <c:v>12.346384203815647</c:v>
              </c:pt>
              <c:pt idx="59">
                <c:v>12.346384203815647</c:v>
              </c:pt>
              <c:pt idx="60">
                <c:v>12.346384203815647</c:v>
              </c:pt>
              <c:pt idx="61">
                <c:v>12.346384203815647</c:v>
              </c:pt>
              <c:pt idx="62">
                <c:v>12.346384203815647</c:v>
              </c:pt>
              <c:pt idx="63">
                <c:v>12.346384203815647</c:v>
              </c:pt>
              <c:pt idx="64">
                <c:v>12.346384203815647</c:v>
              </c:pt>
              <c:pt idx="65">
                <c:v>12.346384203815647</c:v>
              </c:pt>
              <c:pt idx="66">
                <c:v>12.346384203815647</c:v>
              </c:pt>
              <c:pt idx="67">
                <c:v>12.346384203815647</c:v>
              </c:pt>
              <c:pt idx="68">
                <c:v>12.346384203815647</c:v>
              </c:pt>
              <c:pt idx="69">
                <c:v>12.346384203815647</c:v>
              </c:pt>
              <c:pt idx="70">
                <c:v>12.346384203815647</c:v>
              </c:pt>
              <c:pt idx="71">
                <c:v>12.346384203815647</c:v>
              </c:pt>
              <c:pt idx="72">
                <c:v>12.346384203815647</c:v>
              </c:pt>
              <c:pt idx="73">
                <c:v>12.346384203815647</c:v>
              </c:pt>
              <c:pt idx="74">
                <c:v>12.346384203815647</c:v>
              </c:pt>
              <c:pt idx="75">
                <c:v>12.346384203815647</c:v>
              </c:pt>
              <c:pt idx="76">
                <c:v>12.346384203815647</c:v>
              </c:pt>
              <c:pt idx="77">
                <c:v>12.346384203815647</c:v>
              </c:pt>
              <c:pt idx="78">
                <c:v>12.346384203815647</c:v>
              </c:pt>
              <c:pt idx="79">
                <c:v>12.346384203815647</c:v>
              </c:pt>
              <c:pt idx="80">
                <c:v>12.346384203815647</c:v>
              </c:pt>
              <c:pt idx="81">
                <c:v>12.346384203815647</c:v>
              </c:pt>
              <c:pt idx="82">
                <c:v>12.346384203815647</c:v>
              </c:pt>
              <c:pt idx="83">
                <c:v>12.346384203815647</c:v>
              </c:pt>
              <c:pt idx="84">
                <c:v>12.346384203815647</c:v>
              </c:pt>
              <c:pt idx="85">
                <c:v>12.346384203815647</c:v>
              </c:pt>
              <c:pt idx="86">
                <c:v>12.346384203815647</c:v>
              </c:pt>
              <c:pt idx="87">
                <c:v>12.346384203815647</c:v>
              </c:pt>
              <c:pt idx="88">
                <c:v>12.346384203815647</c:v>
              </c:pt>
              <c:pt idx="89">
                <c:v>12.346384203815647</c:v>
              </c:pt>
              <c:pt idx="90">
                <c:v>12.346384203815647</c:v>
              </c:pt>
              <c:pt idx="91">
                <c:v>12.346384203815647</c:v>
              </c:pt>
              <c:pt idx="92">
                <c:v>12.346384203815647</c:v>
              </c:pt>
              <c:pt idx="93">
                <c:v>12.346384203815647</c:v>
              </c:pt>
              <c:pt idx="94">
                <c:v>12.346384203815647</c:v>
              </c:pt>
              <c:pt idx="95">
                <c:v>12.346384203815647</c:v>
              </c:pt>
              <c:pt idx="96">
                <c:v>12.346384203815647</c:v>
              </c:pt>
              <c:pt idx="97">
                <c:v>12.346384203815647</c:v>
              </c:pt>
              <c:pt idx="98">
                <c:v>12.346384203815647</c:v>
              </c:pt>
              <c:pt idx="99">
                <c:v>12.346384203815647</c:v>
              </c:pt>
              <c:pt idx="100">
                <c:v>12.346384203815647</c:v>
              </c:pt>
              <c:pt idx="101">
                <c:v>12.346384203815647</c:v>
              </c:pt>
              <c:pt idx="102">
                <c:v>12.346384203815647</c:v>
              </c:pt>
              <c:pt idx="103">
                <c:v>12.346384203815647</c:v>
              </c:pt>
              <c:pt idx="104">
                <c:v>12.346384203815647</c:v>
              </c:pt>
              <c:pt idx="105">
                <c:v>12.346384203815647</c:v>
              </c:pt>
              <c:pt idx="106">
                <c:v>12.346384203815647</c:v>
              </c:pt>
              <c:pt idx="107">
                <c:v>12.346384203815647</c:v>
              </c:pt>
              <c:pt idx="108">
                <c:v>12.346384203815647</c:v>
              </c:pt>
              <c:pt idx="109">
                <c:v>12.346384203815647</c:v>
              </c:pt>
              <c:pt idx="110">
                <c:v>12.346384203815647</c:v>
              </c:pt>
              <c:pt idx="111">
                <c:v>12.346384203815647</c:v>
              </c:pt>
              <c:pt idx="112">
                <c:v>12.346384203815647</c:v>
              </c:pt>
              <c:pt idx="113">
                <c:v>12.346384203815647</c:v>
              </c:pt>
              <c:pt idx="114">
                <c:v>12.346384203815647</c:v>
              </c:pt>
              <c:pt idx="115">
                <c:v>12.346384203815647</c:v>
              </c:pt>
              <c:pt idx="116">
                <c:v>12.346384203815647</c:v>
              </c:pt>
              <c:pt idx="117">
                <c:v>12.346384203815647</c:v>
              </c:pt>
              <c:pt idx="118">
                <c:v>12.346384203815647</c:v>
              </c:pt>
              <c:pt idx="119">
                <c:v>12.346384203815647</c:v>
              </c:pt>
              <c:pt idx="120">
                <c:v>12.346384203815647</c:v>
              </c:pt>
              <c:pt idx="121">
                <c:v>12.346384203815647</c:v>
              </c:pt>
              <c:pt idx="122">
                <c:v>12.346384203815647</c:v>
              </c:pt>
              <c:pt idx="123">
                <c:v>12.346384203815647</c:v>
              </c:pt>
              <c:pt idx="124">
                <c:v>12.346384203815647</c:v>
              </c:pt>
              <c:pt idx="125">
                <c:v>12.346384203815647</c:v>
              </c:pt>
              <c:pt idx="126">
                <c:v>12.346384203815647</c:v>
              </c:pt>
              <c:pt idx="127">
                <c:v>12.346384203815647</c:v>
              </c:pt>
              <c:pt idx="128">
                <c:v>12.346384203815647</c:v>
              </c:pt>
              <c:pt idx="129">
                <c:v>12.346384203815647</c:v>
              </c:pt>
              <c:pt idx="130">
                <c:v>12.346384203815647</c:v>
              </c:pt>
              <c:pt idx="131">
                <c:v>12.346384203815647</c:v>
              </c:pt>
              <c:pt idx="132">
                <c:v>12.346384203815647</c:v>
              </c:pt>
              <c:pt idx="133">
                <c:v>12.346384203815647</c:v>
              </c:pt>
              <c:pt idx="134">
                <c:v>12.346384203815647</c:v>
              </c:pt>
              <c:pt idx="135">
                <c:v>12.346384203815647</c:v>
              </c:pt>
              <c:pt idx="136">
                <c:v>12.346384203815647</c:v>
              </c:pt>
              <c:pt idx="137">
                <c:v>12.346384203815647</c:v>
              </c:pt>
              <c:pt idx="138">
                <c:v>12.346384203815647</c:v>
              </c:pt>
              <c:pt idx="139">
                <c:v>12.346384203815647</c:v>
              </c:pt>
              <c:pt idx="140">
                <c:v>12.346384203815647</c:v>
              </c:pt>
              <c:pt idx="141">
                <c:v>12.346384203815647</c:v>
              </c:pt>
              <c:pt idx="142">
                <c:v>12.346384203815647</c:v>
              </c:pt>
              <c:pt idx="143">
                <c:v>12.346384203815647</c:v>
              </c:pt>
              <c:pt idx="144">
                <c:v>12.346384203815647</c:v>
              </c:pt>
              <c:pt idx="145">
                <c:v>12.346384203815647</c:v>
              </c:pt>
              <c:pt idx="146">
                <c:v>12.346384203815647</c:v>
              </c:pt>
              <c:pt idx="147">
                <c:v>12.346384203815647</c:v>
              </c:pt>
              <c:pt idx="148">
                <c:v>12.346384203815647</c:v>
              </c:pt>
              <c:pt idx="149">
                <c:v>12.346384203815647</c:v>
              </c:pt>
              <c:pt idx="150">
                <c:v>12.346384203815647</c:v>
              </c:pt>
              <c:pt idx="151">
                <c:v>12.346384203815647</c:v>
              </c:pt>
              <c:pt idx="152">
                <c:v>12.346384203815647</c:v>
              </c:pt>
              <c:pt idx="153">
                <c:v>12.346384203815647</c:v>
              </c:pt>
              <c:pt idx="154">
                <c:v>12.346384203815647</c:v>
              </c:pt>
              <c:pt idx="155">
                <c:v>12.346384203815647</c:v>
              </c:pt>
              <c:pt idx="156">
                <c:v>12.346384203815647</c:v>
              </c:pt>
              <c:pt idx="157">
                <c:v>12.346384203815647</c:v>
              </c:pt>
              <c:pt idx="158">
                <c:v>12.346384203815647</c:v>
              </c:pt>
              <c:pt idx="159">
                <c:v>12.346384203815647</c:v>
              </c:pt>
              <c:pt idx="160">
                <c:v>12.346384203815647</c:v>
              </c:pt>
              <c:pt idx="161">
                <c:v>12.346384203815647</c:v>
              </c:pt>
              <c:pt idx="162">
                <c:v>12.346384203815647</c:v>
              </c:pt>
              <c:pt idx="163">
                <c:v>12.346384203815647</c:v>
              </c:pt>
              <c:pt idx="164">
                <c:v>12.346384203815647</c:v>
              </c:pt>
              <c:pt idx="165">
                <c:v>12.346384203815647</c:v>
              </c:pt>
              <c:pt idx="166">
                <c:v>12.346384203815647</c:v>
              </c:pt>
              <c:pt idx="167">
                <c:v>12.346384203815647</c:v>
              </c:pt>
              <c:pt idx="168">
                <c:v>12.346384203815647</c:v>
              </c:pt>
              <c:pt idx="169">
                <c:v>12.346384203815647</c:v>
              </c:pt>
              <c:pt idx="170">
                <c:v>12.346384203815647</c:v>
              </c:pt>
              <c:pt idx="171">
                <c:v>12.346384203815647</c:v>
              </c:pt>
              <c:pt idx="172">
                <c:v>12.346384203815647</c:v>
              </c:pt>
              <c:pt idx="173">
                <c:v>12.346384203815647</c:v>
              </c:pt>
              <c:pt idx="174">
                <c:v>12.346384203815647</c:v>
              </c:pt>
              <c:pt idx="175">
                <c:v>12.346384203815647</c:v>
              </c:pt>
              <c:pt idx="176">
                <c:v>12.346384203815647</c:v>
              </c:pt>
              <c:pt idx="177">
                <c:v>12.346384203815647</c:v>
              </c:pt>
              <c:pt idx="178">
                <c:v>12.346384203815647</c:v>
              </c:pt>
              <c:pt idx="179">
                <c:v>12.346384203815647</c:v>
              </c:pt>
              <c:pt idx="180">
                <c:v>12.346384203815647</c:v>
              </c:pt>
              <c:pt idx="181">
                <c:v>12.346384203815647</c:v>
              </c:pt>
              <c:pt idx="182">
                <c:v>12.346384203815647</c:v>
              </c:pt>
              <c:pt idx="183">
                <c:v>12.346384203815647</c:v>
              </c:pt>
              <c:pt idx="184">
                <c:v>12.346384203815647</c:v>
              </c:pt>
              <c:pt idx="185">
                <c:v>12.346384203815647</c:v>
              </c:pt>
              <c:pt idx="186">
                <c:v>12.346384203815647</c:v>
              </c:pt>
              <c:pt idx="187">
                <c:v>12.346384203815647</c:v>
              </c:pt>
              <c:pt idx="188">
                <c:v>12.346384203815647</c:v>
              </c:pt>
              <c:pt idx="189">
                <c:v>12.346384203815647</c:v>
              </c:pt>
              <c:pt idx="190">
                <c:v>12.346384203815647</c:v>
              </c:pt>
              <c:pt idx="191">
                <c:v>12.346384203815647</c:v>
              </c:pt>
              <c:pt idx="192">
                <c:v>12.346384203815647</c:v>
              </c:pt>
              <c:pt idx="193">
                <c:v>12.346384203815647</c:v>
              </c:pt>
              <c:pt idx="194">
                <c:v>12.346384203815647</c:v>
              </c:pt>
              <c:pt idx="195">
                <c:v>12.346384203815647</c:v>
              </c:pt>
              <c:pt idx="196">
                <c:v>12.346384203815647</c:v>
              </c:pt>
              <c:pt idx="197">
                <c:v>12.346384203815647</c:v>
              </c:pt>
              <c:pt idx="198">
                <c:v>12.346384203815647</c:v>
              </c:pt>
              <c:pt idx="199">
                <c:v>12.346384203815647</c:v>
              </c:pt>
              <c:pt idx="200">
                <c:v>12.346384203815647</c:v>
              </c:pt>
              <c:pt idx="201">
                <c:v>12.346384203815647</c:v>
              </c:pt>
              <c:pt idx="202">
                <c:v>12.346384203815647</c:v>
              </c:pt>
              <c:pt idx="203">
                <c:v>12.346384203815647</c:v>
              </c:pt>
              <c:pt idx="204">
                <c:v>12.346384203815647</c:v>
              </c:pt>
              <c:pt idx="205">
                <c:v>12.346384203815647</c:v>
              </c:pt>
              <c:pt idx="206">
                <c:v>12.346384203815647</c:v>
              </c:pt>
              <c:pt idx="207">
                <c:v>12.346384203815647</c:v>
              </c:pt>
              <c:pt idx="208">
                <c:v>12.346384203815647</c:v>
              </c:pt>
              <c:pt idx="209">
                <c:v>12.346384203815647</c:v>
              </c:pt>
              <c:pt idx="210">
                <c:v>12.346384203815647</c:v>
              </c:pt>
              <c:pt idx="211">
                <c:v>12.346384203815647</c:v>
              </c:pt>
              <c:pt idx="212">
                <c:v>12.346384203815647</c:v>
              </c:pt>
              <c:pt idx="213">
                <c:v>12.346384203815647</c:v>
              </c:pt>
              <c:pt idx="214">
                <c:v>12.346384203815647</c:v>
              </c:pt>
              <c:pt idx="215">
                <c:v>12.346384203815647</c:v>
              </c:pt>
              <c:pt idx="216">
                <c:v>12.346384203815647</c:v>
              </c:pt>
              <c:pt idx="217">
                <c:v>12.346384203815647</c:v>
              </c:pt>
              <c:pt idx="218">
                <c:v>12.346384203815647</c:v>
              </c:pt>
              <c:pt idx="219">
                <c:v>12.346384203815647</c:v>
              </c:pt>
              <c:pt idx="220">
                <c:v>12.346384203815647</c:v>
              </c:pt>
              <c:pt idx="221">
                <c:v>12.346384203815647</c:v>
              </c:pt>
              <c:pt idx="222">
                <c:v>12.346384203815647</c:v>
              </c:pt>
              <c:pt idx="223">
                <c:v>12.346384203815647</c:v>
              </c:pt>
              <c:pt idx="224">
                <c:v>12.346384203815647</c:v>
              </c:pt>
              <c:pt idx="225">
                <c:v>12.346384203815647</c:v>
              </c:pt>
              <c:pt idx="226">
                <c:v>12.346384203815647</c:v>
              </c:pt>
              <c:pt idx="227">
                <c:v>12.346384203815647</c:v>
              </c:pt>
              <c:pt idx="228">
                <c:v>12.346384203815647</c:v>
              </c:pt>
              <c:pt idx="229">
                <c:v>12.346384203815647</c:v>
              </c:pt>
              <c:pt idx="230">
                <c:v>12.346384203815647</c:v>
              </c:pt>
              <c:pt idx="231">
                <c:v>12.346384203815647</c:v>
              </c:pt>
              <c:pt idx="232">
                <c:v>12.346384203815647</c:v>
              </c:pt>
              <c:pt idx="233">
                <c:v>12.346384203815647</c:v>
              </c:pt>
              <c:pt idx="234">
                <c:v>12.346384203815647</c:v>
              </c:pt>
              <c:pt idx="235">
                <c:v>12.346384203815647</c:v>
              </c:pt>
              <c:pt idx="236">
                <c:v>12.346384203815647</c:v>
              </c:pt>
              <c:pt idx="237">
                <c:v>12.346384203815647</c:v>
              </c:pt>
              <c:pt idx="238">
                <c:v>12.346384203815647</c:v>
              </c:pt>
              <c:pt idx="239">
                <c:v>12.346384203815647</c:v>
              </c:pt>
              <c:pt idx="240">
                <c:v>12.346384203815647</c:v>
              </c:pt>
              <c:pt idx="241">
                <c:v>12.346384203815647</c:v>
              </c:pt>
              <c:pt idx="242">
                <c:v>12.346384203815647</c:v>
              </c:pt>
              <c:pt idx="243">
                <c:v>12.346384203815647</c:v>
              </c:pt>
              <c:pt idx="244">
                <c:v>12.346384203815647</c:v>
              </c:pt>
              <c:pt idx="245">
                <c:v>12.346384203815647</c:v>
              </c:pt>
            </c:numLit>
          </c:xVal>
          <c:yVal>
            <c:numLit>
              <c:formatCode>0.0</c:formatCode>
              <c:ptCount val="246"/>
              <c:pt idx="0">
                <c:v>0.2216114889677111</c:v>
              </c:pt>
              <c:pt idx="1">
                <c:v>0.2216114889677111</c:v>
              </c:pt>
              <c:pt idx="2">
                <c:v>0.2216114889677111</c:v>
              </c:pt>
              <c:pt idx="3">
                <c:v>0.2216114889677111</c:v>
              </c:pt>
              <c:pt idx="4">
                <c:v>0.2216114889677111</c:v>
              </c:pt>
              <c:pt idx="5">
                <c:v>0.2216114889677111</c:v>
              </c:pt>
              <c:pt idx="6">
                <c:v>0.2216114889677111</c:v>
              </c:pt>
              <c:pt idx="7">
                <c:v>0.2216114889677111</c:v>
              </c:pt>
              <c:pt idx="8">
                <c:v>0.2216114889677111</c:v>
              </c:pt>
              <c:pt idx="9">
                <c:v>0.2216114889677111</c:v>
              </c:pt>
              <c:pt idx="10">
                <c:v>0.2216114889677111</c:v>
              </c:pt>
              <c:pt idx="11">
                <c:v>0.2216114889677111</c:v>
              </c:pt>
              <c:pt idx="12">
                <c:v>0.2216114889677111</c:v>
              </c:pt>
              <c:pt idx="13">
                <c:v>0.2216114889677111</c:v>
              </c:pt>
              <c:pt idx="14">
                <c:v>0.2216114889677111</c:v>
              </c:pt>
              <c:pt idx="15">
                <c:v>0.2216114889677111</c:v>
              </c:pt>
              <c:pt idx="16">
                <c:v>0.2216114889677111</c:v>
              </c:pt>
              <c:pt idx="17">
                <c:v>0.2216114889677111</c:v>
              </c:pt>
              <c:pt idx="18">
                <c:v>0.2216114889677111</c:v>
              </c:pt>
              <c:pt idx="19">
                <c:v>0.2216114889677111</c:v>
              </c:pt>
              <c:pt idx="20">
                <c:v>0.2216114889677111</c:v>
              </c:pt>
              <c:pt idx="21">
                <c:v>0.2216114889677111</c:v>
              </c:pt>
              <c:pt idx="22">
                <c:v>0.2216114889677111</c:v>
              </c:pt>
              <c:pt idx="23">
                <c:v>0.2216114889677111</c:v>
              </c:pt>
              <c:pt idx="24">
                <c:v>0.2216114889677111</c:v>
              </c:pt>
              <c:pt idx="25">
                <c:v>0.2216114889677111</c:v>
              </c:pt>
              <c:pt idx="26">
                <c:v>0.2216114889677111</c:v>
              </c:pt>
              <c:pt idx="27">
                <c:v>0.2216114889677111</c:v>
              </c:pt>
              <c:pt idx="28">
                <c:v>0.2216114889677111</c:v>
              </c:pt>
              <c:pt idx="29">
                <c:v>0.2216114889677111</c:v>
              </c:pt>
              <c:pt idx="30">
                <c:v>0.2216114889677111</c:v>
              </c:pt>
              <c:pt idx="31">
                <c:v>0.2216114889677111</c:v>
              </c:pt>
              <c:pt idx="32">
                <c:v>0.2216114889677111</c:v>
              </c:pt>
              <c:pt idx="33">
                <c:v>0.2216114889677111</c:v>
              </c:pt>
              <c:pt idx="34">
                <c:v>0.2216114889677111</c:v>
              </c:pt>
              <c:pt idx="35">
                <c:v>0.2216114889677111</c:v>
              </c:pt>
              <c:pt idx="36">
                <c:v>0.2216114889677111</c:v>
              </c:pt>
              <c:pt idx="37">
                <c:v>0.2216114889677111</c:v>
              </c:pt>
              <c:pt idx="38">
                <c:v>0.2216114889677111</c:v>
              </c:pt>
              <c:pt idx="39">
                <c:v>0.2216114889677111</c:v>
              </c:pt>
              <c:pt idx="40">
                <c:v>0.2216114889677111</c:v>
              </c:pt>
              <c:pt idx="41">
                <c:v>0.2216114889677111</c:v>
              </c:pt>
              <c:pt idx="42">
                <c:v>0.2216114889677111</c:v>
              </c:pt>
              <c:pt idx="43">
                <c:v>0.2216114889677111</c:v>
              </c:pt>
              <c:pt idx="44">
                <c:v>0.2216114889677111</c:v>
              </c:pt>
              <c:pt idx="45">
                <c:v>0.2216114889677111</c:v>
              </c:pt>
              <c:pt idx="46">
                <c:v>0.2216114889677111</c:v>
              </c:pt>
              <c:pt idx="47">
                <c:v>0.2216114889677111</c:v>
              </c:pt>
              <c:pt idx="48">
                <c:v>0.2216114889677111</c:v>
              </c:pt>
              <c:pt idx="49">
                <c:v>0.2216114889677111</c:v>
              </c:pt>
              <c:pt idx="50">
                <c:v>0.2216114889677111</c:v>
              </c:pt>
              <c:pt idx="51">
                <c:v>0.2216114889677111</c:v>
              </c:pt>
              <c:pt idx="52">
                <c:v>0.2216114889677111</c:v>
              </c:pt>
              <c:pt idx="53">
                <c:v>0.2216114889677111</c:v>
              </c:pt>
              <c:pt idx="54">
                <c:v>0.2216114889677111</c:v>
              </c:pt>
              <c:pt idx="55">
                <c:v>0.2216114889677111</c:v>
              </c:pt>
              <c:pt idx="56">
                <c:v>0.2216114889677111</c:v>
              </c:pt>
              <c:pt idx="57">
                <c:v>0.2216114889677111</c:v>
              </c:pt>
              <c:pt idx="58">
                <c:v>0.2216114889677111</c:v>
              </c:pt>
              <c:pt idx="59">
                <c:v>0.2216114889677111</c:v>
              </c:pt>
              <c:pt idx="60">
                <c:v>0.2216114889677111</c:v>
              </c:pt>
              <c:pt idx="61">
                <c:v>0.2216114889677111</c:v>
              </c:pt>
              <c:pt idx="62">
                <c:v>0.2216114889677111</c:v>
              </c:pt>
              <c:pt idx="63">
                <c:v>0.2216114889677111</c:v>
              </c:pt>
              <c:pt idx="64">
                <c:v>0.2216114889677111</c:v>
              </c:pt>
              <c:pt idx="65">
                <c:v>0.2216114889677111</c:v>
              </c:pt>
              <c:pt idx="66">
                <c:v>0.2216114889677111</c:v>
              </c:pt>
              <c:pt idx="67">
                <c:v>0.2216114889677111</c:v>
              </c:pt>
              <c:pt idx="68">
                <c:v>0.2216114889677111</c:v>
              </c:pt>
              <c:pt idx="69">
                <c:v>0.2216114889677111</c:v>
              </c:pt>
              <c:pt idx="70">
                <c:v>0.2216114889677111</c:v>
              </c:pt>
              <c:pt idx="71">
                <c:v>0.2216114889677111</c:v>
              </c:pt>
              <c:pt idx="72">
                <c:v>0.2216114889677111</c:v>
              </c:pt>
              <c:pt idx="73">
                <c:v>0.2216114889677111</c:v>
              </c:pt>
              <c:pt idx="74">
                <c:v>0.2216114889677111</c:v>
              </c:pt>
              <c:pt idx="75">
                <c:v>0.2216114889677111</c:v>
              </c:pt>
              <c:pt idx="76">
                <c:v>0.2216114889677111</c:v>
              </c:pt>
              <c:pt idx="77">
                <c:v>0.2216114889677111</c:v>
              </c:pt>
              <c:pt idx="78">
                <c:v>0.2216114889677111</c:v>
              </c:pt>
              <c:pt idx="79">
                <c:v>0.2216114889677111</c:v>
              </c:pt>
              <c:pt idx="80">
                <c:v>0.2216114889677111</c:v>
              </c:pt>
              <c:pt idx="81">
                <c:v>0.2216114889677111</c:v>
              </c:pt>
              <c:pt idx="82">
                <c:v>0.2216114889677111</c:v>
              </c:pt>
              <c:pt idx="83">
                <c:v>0.2216114889677111</c:v>
              </c:pt>
              <c:pt idx="84">
                <c:v>0.2216114889677111</c:v>
              </c:pt>
              <c:pt idx="85">
                <c:v>0.2216114889677111</c:v>
              </c:pt>
              <c:pt idx="86">
                <c:v>0.2216114889677111</c:v>
              </c:pt>
              <c:pt idx="87">
                <c:v>0.2216114889677111</c:v>
              </c:pt>
              <c:pt idx="88">
                <c:v>0.2216114889677111</c:v>
              </c:pt>
              <c:pt idx="89">
                <c:v>0.2216114889677111</c:v>
              </c:pt>
              <c:pt idx="90">
                <c:v>0.2216114889677111</c:v>
              </c:pt>
              <c:pt idx="91">
                <c:v>0.2216114889677111</c:v>
              </c:pt>
              <c:pt idx="92">
                <c:v>0.2216114889677111</c:v>
              </c:pt>
              <c:pt idx="93">
                <c:v>0.2216114889677111</c:v>
              </c:pt>
              <c:pt idx="94">
                <c:v>0.2216114889677111</c:v>
              </c:pt>
              <c:pt idx="95">
                <c:v>0.2216114889677111</c:v>
              </c:pt>
              <c:pt idx="96">
                <c:v>0.2216114889677111</c:v>
              </c:pt>
              <c:pt idx="97">
                <c:v>0.2216114889677111</c:v>
              </c:pt>
              <c:pt idx="98">
                <c:v>0.2216114889677111</c:v>
              </c:pt>
              <c:pt idx="99">
                <c:v>0.2216114889677111</c:v>
              </c:pt>
              <c:pt idx="100">
                <c:v>0.2216114889677111</c:v>
              </c:pt>
              <c:pt idx="101">
                <c:v>0.2216114889677111</c:v>
              </c:pt>
              <c:pt idx="102">
                <c:v>0.2216114889677111</c:v>
              </c:pt>
              <c:pt idx="103">
                <c:v>0.2216114889677111</c:v>
              </c:pt>
              <c:pt idx="104">
                <c:v>0.2216114889677111</c:v>
              </c:pt>
              <c:pt idx="105">
                <c:v>0.2216114889677111</c:v>
              </c:pt>
              <c:pt idx="106">
                <c:v>0.2216114889677111</c:v>
              </c:pt>
              <c:pt idx="107">
                <c:v>0.2216114889677111</c:v>
              </c:pt>
              <c:pt idx="108">
                <c:v>0.2216114889677111</c:v>
              </c:pt>
              <c:pt idx="109">
                <c:v>0.2216114889677111</c:v>
              </c:pt>
              <c:pt idx="110">
                <c:v>0.2216114889677111</c:v>
              </c:pt>
              <c:pt idx="111">
                <c:v>0.2216114889677111</c:v>
              </c:pt>
              <c:pt idx="112">
                <c:v>0.2216114889677111</c:v>
              </c:pt>
              <c:pt idx="113">
                <c:v>0.2216114889677111</c:v>
              </c:pt>
              <c:pt idx="114">
                <c:v>0.2216114889677111</c:v>
              </c:pt>
              <c:pt idx="115">
                <c:v>0.2216114889677111</c:v>
              </c:pt>
              <c:pt idx="116">
                <c:v>0.2216114889677111</c:v>
              </c:pt>
              <c:pt idx="117">
                <c:v>0.2216114889677111</c:v>
              </c:pt>
              <c:pt idx="118">
                <c:v>0.2216114889677111</c:v>
              </c:pt>
              <c:pt idx="119">
                <c:v>0.2216114889677111</c:v>
              </c:pt>
              <c:pt idx="120">
                <c:v>0.2216114889677111</c:v>
              </c:pt>
              <c:pt idx="121">
                <c:v>0.2216114889677111</c:v>
              </c:pt>
              <c:pt idx="122">
                <c:v>0.2216114889677111</c:v>
              </c:pt>
              <c:pt idx="123">
                <c:v>0.2216114889677111</c:v>
              </c:pt>
              <c:pt idx="124">
                <c:v>0.2216114889677111</c:v>
              </c:pt>
              <c:pt idx="125">
                <c:v>0.2216114889677111</c:v>
              </c:pt>
              <c:pt idx="126">
                <c:v>0.2216114889677111</c:v>
              </c:pt>
              <c:pt idx="127">
                <c:v>0.2216114889677111</c:v>
              </c:pt>
              <c:pt idx="128">
                <c:v>0.2216114889677111</c:v>
              </c:pt>
              <c:pt idx="129">
                <c:v>0.2216114889677111</c:v>
              </c:pt>
              <c:pt idx="130">
                <c:v>0.2216114889677111</c:v>
              </c:pt>
              <c:pt idx="131">
                <c:v>0.2216114889677111</c:v>
              </c:pt>
              <c:pt idx="132">
                <c:v>0.2216114889677111</c:v>
              </c:pt>
              <c:pt idx="133">
                <c:v>0.2216114889677111</c:v>
              </c:pt>
              <c:pt idx="134">
                <c:v>0.2216114889677111</c:v>
              </c:pt>
              <c:pt idx="135">
                <c:v>0.2216114889677111</c:v>
              </c:pt>
              <c:pt idx="136">
                <c:v>0.2216114889677111</c:v>
              </c:pt>
              <c:pt idx="137">
                <c:v>0.2216114889677111</c:v>
              </c:pt>
              <c:pt idx="138">
                <c:v>0.2216114889677111</c:v>
              </c:pt>
              <c:pt idx="139">
                <c:v>0.2216114889677111</c:v>
              </c:pt>
              <c:pt idx="140">
                <c:v>0.2216114889677111</c:v>
              </c:pt>
              <c:pt idx="141">
                <c:v>0.2216114889677111</c:v>
              </c:pt>
              <c:pt idx="142">
                <c:v>0.2216114889677111</c:v>
              </c:pt>
              <c:pt idx="143">
                <c:v>0.2216114889677111</c:v>
              </c:pt>
              <c:pt idx="144">
                <c:v>0.2216114889677111</c:v>
              </c:pt>
              <c:pt idx="145">
                <c:v>0.2216114889677111</c:v>
              </c:pt>
              <c:pt idx="146">
                <c:v>0.2216114889677111</c:v>
              </c:pt>
              <c:pt idx="147">
                <c:v>0.2216114889677111</c:v>
              </c:pt>
              <c:pt idx="148">
                <c:v>0.2216114889677111</c:v>
              </c:pt>
              <c:pt idx="149">
                <c:v>0.2216114889677111</c:v>
              </c:pt>
              <c:pt idx="150">
                <c:v>0.2216114889677111</c:v>
              </c:pt>
              <c:pt idx="151">
                <c:v>0.2216114889677111</c:v>
              </c:pt>
              <c:pt idx="152">
                <c:v>0.2216114889677111</c:v>
              </c:pt>
              <c:pt idx="153">
                <c:v>0.2216114889677111</c:v>
              </c:pt>
              <c:pt idx="154">
                <c:v>0.2216114889677111</c:v>
              </c:pt>
              <c:pt idx="155">
                <c:v>0.2216114889677111</c:v>
              </c:pt>
              <c:pt idx="156">
                <c:v>0.2216114889677111</c:v>
              </c:pt>
              <c:pt idx="157">
                <c:v>0.2216114889677111</c:v>
              </c:pt>
              <c:pt idx="158">
                <c:v>0.2216114889677111</c:v>
              </c:pt>
              <c:pt idx="159">
                <c:v>0.2216114889677111</c:v>
              </c:pt>
              <c:pt idx="160">
                <c:v>0.2216114889677111</c:v>
              </c:pt>
              <c:pt idx="161">
                <c:v>0.2216114889677111</c:v>
              </c:pt>
              <c:pt idx="162">
                <c:v>0.2216114889677111</c:v>
              </c:pt>
              <c:pt idx="163">
                <c:v>0.2216114889677111</c:v>
              </c:pt>
              <c:pt idx="164">
                <c:v>0.2216114889677111</c:v>
              </c:pt>
              <c:pt idx="165">
                <c:v>0.2216114889677111</c:v>
              </c:pt>
              <c:pt idx="166">
                <c:v>0.2216114889677111</c:v>
              </c:pt>
              <c:pt idx="167">
                <c:v>0.2216114889677111</c:v>
              </c:pt>
              <c:pt idx="168">
                <c:v>0.2216114889677111</c:v>
              </c:pt>
              <c:pt idx="169">
                <c:v>0.2216114889677111</c:v>
              </c:pt>
              <c:pt idx="170">
                <c:v>0.2216114889677111</c:v>
              </c:pt>
              <c:pt idx="171">
                <c:v>0.2216114889677111</c:v>
              </c:pt>
              <c:pt idx="172">
                <c:v>0.2216114889677111</c:v>
              </c:pt>
              <c:pt idx="173">
                <c:v>0.2216114889677111</c:v>
              </c:pt>
              <c:pt idx="174">
                <c:v>0.2216114889677111</c:v>
              </c:pt>
              <c:pt idx="175">
                <c:v>0.2216114889677111</c:v>
              </c:pt>
              <c:pt idx="176">
                <c:v>0.2216114889677111</c:v>
              </c:pt>
              <c:pt idx="177">
                <c:v>0.2216114889677111</c:v>
              </c:pt>
              <c:pt idx="178">
                <c:v>0.2216114889677111</c:v>
              </c:pt>
              <c:pt idx="179">
                <c:v>0.2216114889677111</c:v>
              </c:pt>
              <c:pt idx="180">
                <c:v>0.2216114889677111</c:v>
              </c:pt>
              <c:pt idx="181">
                <c:v>0.2216114889677111</c:v>
              </c:pt>
              <c:pt idx="182">
                <c:v>0.2216114889677111</c:v>
              </c:pt>
              <c:pt idx="183">
                <c:v>0.2216114889677111</c:v>
              </c:pt>
              <c:pt idx="184">
                <c:v>0.2216114889677111</c:v>
              </c:pt>
              <c:pt idx="185">
                <c:v>0.2216114889677111</c:v>
              </c:pt>
              <c:pt idx="186">
                <c:v>0.2216114889677111</c:v>
              </c:pt>
              <c:pt idx="187">
                <c:v>0.2216114889677111</c:v>
              </c:pt>
              <c:pt idx="188">
                <c:v>0.2216114889677111</c:v>
              </c:pt>
              <c:pt idx="189">
                <c:v>0.2216114889677111</c:v>
              </c:pt>
              <c:pt idx="190">
                <c:v>0.2216114889677111</c:v>
              </c:pt>
              <c:pt idx="191">
                <c:v>0.2216114889677111</c:v>
              </c:pt>
              <c:pt idx="192">
                <c:v>0.2216114889677111</c:v>
              </c:pt>
              <c:pt idx="193">
                <c:v>0.2216114889677111</c:v>
              </c:pt>
              <c:pt idx="194">
                <c:v>0.2216114889677111</c:v>
              </c:pt>
              <c:pt idx="195">
                <c:v>0.2216114889677111</c:v>
              </c:pt>
              <c:pt idx="196">
                <c:v>0.2216114889677111</c:v>
              </c:pt>
              <c:pt idx="197">
                <c:v>0.2216114889677111</c:v>
              </c:pt>
              <c:pt idx="198">
                <c:v>0.2216114889677111</c:v>
              </c:pt>
              <c:pt idx="199">
                <c:v>0.2216114889677111</c:v>
              </c:pt>
              <c:pt idx="200">
                <c:v>0.2216114889677111</c:v>
              </c:pt>
              <c:pt idx="201">
                <c:v>0.2216114889677111</c:v>
              </c:pt>
              <c:pt idx="202">
                <c:v>0.2216114889677111</c:v>
              </c:pt>
              <c:pt idx="203">
                <c:v>0.2216114889677111</c:v>
              </c:pt>
              <c:pt idx="204">
                <c:v>0.2216114889677111</c:v>
              </c:pt>
              <c:pt idx="205">
                <c:v>0.2216114889677111</c:v>
              </c:pt>
              <c:pt idx="206">
                <c:v>0.2216114889677111</c:v>
              </c:pt>
              <c:pt idx="207">
                <c:v>0.2216114889677111</c:v>
              </c:pt>
              <c:pt idx="208">
                <c:v>0.2216114889677111</c:v>
              </c:pt>
              <c:pt idx="209">
                <c:v>0.2216114889677111</c:v>
              </c:pt>
              <c:pt idx="210">
                <c:v>0.2216114889677111</c:v>
              </c:pt>
              <c:pt idx="211">
                <c:v>0.2216114889677111</c:v>
              </c:pt>
              <c:pt idx="212">
                <c:v>0.2216114889677111</c:v>
              </c:pt>
              <c:pt idx="213">
                <c:v>0.2216114889677111</c:v>
              </c:pt>
              <c:pt idx="214">
                <c:v>0.2216114889677111</c:v>
              </c:pt>
              <c:pt idx="215">
                <c:v>0.2216114889677111</c:v>
              </c:pt>
              <c:pt idx="216">
                <c:v>0.2216114889677111</c:v>
              </c:pt>
              <c:pt idx="217">
                <c:v>0.2216114889677111</c:v>
              </c:pt>
              <c:pt idx="218">
                <c:v>0.2216114889677111</c:v>
              </c:pt>
              <c:pt idx="219">
                <c:v>0.2216114889677111</c:v>
              </c:pt>
              <c:pt idx="220">
                <c:v>0.2216114889677111</c:v>
              </c:pt>
              <c:pt idx="221">
                <c:v>0.2216114889677111</c:v>
              </c:pt>
              <c:pt idx="222">
                <c:v>0.2216114889677111</c:v>
              </c:pt>
              <c:pt idx="223">
                <c:v>0.2216114889677111</c:v>
              </c:pt>
              <c:pt idx="224">
                <c:v>0.2216114889677111</c:v>
              </c:pt>
              <c:pt idx="225">
                <c:v>0.2216114889677111</c:v>
              </c:pt>
              <c:pt idx="226">
                <c:v>0.2216114889677111</c:v>
              </c:pt>
              <c:pt idx="227">
                <c:v>0.2216114889677111</c:v>
              </c:pt>
              <c:pt idx="228">
                <c:v>0.2216114889677111</c:v>
              </c:pt>
              <c:pt idx="229">
                <c:v>0.2216114889677111</c:v>
              </c:pt>
              <c:pt idx="230">
                <c:v>0.2216114889677111</c:v>
              </c:pt>
              <c:pt idx="231">
                <c:v>0.2216114889677111</c:v>
              </c:pt>
              <c:pt idx="232">
                <c:v>0.2216114889677111</c:v>
              </c:pt>
              <c:pt idx="233">
                <c:v>0.2216114889677111</c:v>
              </c:pt>
              <c:pt idx="234">
                <c:v>0.2216114889677111</c:v>
              </c:pt>
              <c:pt idx="235">
                <c:v>0.2216114889677111</c:v>
              </c:pt>
              <c:pt idx="236">
                <c:v>0.2216114889677111</c:v>
              </c:pt>
              <c:pt idx="237">
                <c:v>0.2216114889677111</c:v>
              </c:pt>
              <c:pt idx="238">
                <c:v>0.2216114889677111</c:v>
              </c:pt>
              <c:pt idx="239">
                <c:v>0.2216114889677111</c:v>
              </c:pt>
              <c:pt idx="240">
                <c:v>0.2216114889677111</c:v>
              </c:pt>
              <c:pt idx="241">
                <c:v>0.2216114889677111</c:v>
              </c:pt>
              <c:pt idx="242">
                <c:v>0.2216114889677111</c:v>
              </c:pt>
              <c:pt idx="243">
                <c:v>0.2216114889677111</c:v>
              </c:pt>
              <c:pt idx="244">
                <c:v>0.2216114889677111</c:v>
              </c:pt>
              <c:pt idx="245">
                <c:v>0.2216114889677111</c:v>
              </c:pt>
            </c:numLit>
          </c:yVal>
          <c:smooth val="0"/>
        </c:ser>
        <c:ser>
          <c:idx val="9"/>
          <c:order val="9"/>
          <c:tx>
            <c:v>Same order, optimal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009E73"/>
              </a:solidFill>
            </c:spPr>
          </c:marker>
          <c:xVal>
            <c:numLit>
              <c:formatCode>General</c:formatCode>
              <c:ptCount val="246"/>
              <c:pt idx="0">
                <c:v>12.346384203815647</c:v>
              </c:pt>
              <c:pt idx="1">
                <c:v>12.346384203815647</c:v>
              </c:pt>
              <c:pt idx="2">
                <c:v>12.346384203815647</c:v>
              </c:pt>
              <c:pt idx="3">
                <c:v>12.346384203815647</c:v>
              </c:pt>
              <c:pt idx="4">
                <c:v>12.346384203815647</c:v>
              </c:pt>
              <c:pt idx="5">
                <c:v>12.346384203815647</c:v>
              </c:pt>
              <c:pt idx="6">
                <c:v>12.346384203815647</c:v>
              </c:pt>
              <c:pt idx="7">
                <c:v>12.346384203815647</c:v>
              </c:pt>
              <c:pt idx="8">
                <c:v>12.346384203815647</c:v>
              </c:pt>
              <c:pt idx="9">
                <c:v>12.346384203815647</c:v>
              </c:pt>
              <c:pt idx="10">
                <c:v>12.346384203815647</c:v>
              </c:pt>
              <c:pt idx="11">
                <c:v>12.346384203815647</c:v>
              </c:pt>
              <c:pt idx="12">
                <c:v>12.346384203815647</c:v>
              </c:pt>
              <c:pt idx="13">
                <c:v>12.346384203815647</c:v>
              </c:pt>
              <c:pt idx="14">
                <c:v>12.346384203815647</c:v>
              </c:pt>
              <c:pt idx="15">
                <c:v>12.346384203815647</c:v>
              </c:pt>
              <c:pt idx="16">
                <c:v>12.346384203815647</c:v>
              </c:pt>
              <c:pt idx="17">
                <c:v>12.346384203815647</c:v>
              </c:pt>
              <c:pt idx="18">
                <c:v>12.346384203815647</c:v>
              </c:pt>
              <c:pt idx="19">
                <c:v>12.346384203815647</c:v>
              </c:pt>
              <c:pt idx="20">
                <c:v>12.346384203815647</c:v>
              </c:pt>
              <c:pt idx="21">
                <c:v>12.346384203815647</c:v>
              </c:pt>
              <c:pt idx="22">
                <c:v>12.346384203815647</c:v>
              </c:pt>
              <c:pt idx="23">
                <c:v>12.346384203815647</c:v>
              </c:pt>
              <c:pt idx="24">
                <c:v>12.346384203815647</c:v>
              </c:pt>
              <c:pt idx="25">
                <c:v>12.346384203815647</c:v>
              </c:pt>
              <c:pt idx="26">
                <c:v>12.346384203815647</c:v>
              </c:pt>
              <c:pt idx="27">
                <c:v>12.346384203815647</c:v>
              </c:pt>
              <c:pt idx="28">
                <c:v>12.346384203815647</c:v>
              </c:pt>
              <c:pt idx="29">
                <c:v>12.346384203815647</c:v>
              </c:pt>
              <c:pt idx="30">
                <c:v>12.346384203815647</c:v>
              </c:pt>
              <c:pt idx="31">
                <c:v>12.346384203815647</c:v>
              </c:pt>
              <c:pt idx="32">
                <c:v>12.346384203815647</c:v>
              </c:pt>
              <c:pt idx="33">
                <c:v>12.346384203815647</c:v>
              </c:pt>
              <c:pt idx="34">
                <c:v>12.346384203815647</c:v>
              </c:pt>
              <c:pt idx="35">
                <c:v>12.346384203815647</c:v>
              </c:pt>
              <c:pt idx="36">
                <c:v>12.346384203815647</c:v>
              </c:pt>
              <c:pt idx="37">
                <c:v>12.346384203815647</c:v>
              </c:pt>
              <c:pt idx="38">
                <c:v>12.346384203815647</c:v>
              </c:pt>
              <c:pt idx="39">
                <c:v>12.346384203815647</c:v>
              </c:pt>
              <c:pt idx="40">
                <c:v>12.346384203815647</c:v>
              </c:pt>
              <c:pt idx="41">
                <c:v>12.346384203815647</c:v>
              </c:pt>
              <c:pt idx="42">
                <c:v>12.346384203815647</c:v>
              </c:pt>
              <c:pt idx="43">
                <c:v>12.346384203815647</c:v>
              </c:pt>
              <c:pt idx="44">
                <c:v>12.346384203815647</c:v>
              </c:pt>
              <c:pt idx="45">
                <c:v>12.346384203815647</c:v>
              </c:pt>
              <c:pt idx="46">
                <c:v>12.346384203815647</c:v>
              </c:pt>
              <c:pt idx="47">
                <c:v>12.346384203815647</c:v>
              </c:pt>
              <c:pt idx="48">
                <c:v>12.346384203815647</c:v>
              </c:pt>
              <c:pt idx="49">
                <c:v>12.346384203815647</c:v>
              </c:pt>
              <c:pt idx="50">
                <c:v>12.346384203815647</c:v>
              </c:pt>
              <c:pt idx="51">
                <c:v>12.346384203815647</c:v>
              </c:pt>
              <c:pt idx="52">
                <c:v>12.346384203815647</c:v>
              </c:pt>
              <c:pt idx="53">
                <c:v>12.346384203815647</c:v>
              </c:pt>
              <c:pt idx="54">
                <c:v>12.346384203815647</c:v>
              </c:pt>
              <c:pt idx="55">
                <c:v>12.346384203815647</c:v>
              </c:pt>
              <c:pt idx="56">
                <c:v>12.346384203815647</c:v>
              </c:pt>
              <c:pt idx="57">
                <c:v>12.346384203815647</c:v>
              </c:pt>
              <c:pt idx="58">
                <c:v>12.346384203815647</c:v>
              </c:pt>
              <c:pt idx="59">
                <c:v>12.346384203815647</c:v>
              </c:pt>
              <c:pt idx="60">
                <c:v>12.346384203815647</c:v>
              </c:pt>
              <c:pt idx="61">
                <c:v>12.346384203815647</c:v>
              </c:pt>
              <c:pt idx="62">
                <c:v>12.346384203815647</c:v>
              </c:pt>
              <c:pt idx="63">
                <c:v>12.346384203815647</c:v>
              </c:pt>
              <c:pt idx="64">
                <c:v>12.346384203815647</c:v>
              </c:pt>
              <c:pt idx="65">
                <c:v>12.346384203815647</c:v>
              </c:pt>
              <c:pt idx="66">
                <c:v>12.346384203815647</c:v>
              </c:pt>
              <c:pt idx="67">
                <c:v>12.346384203815647</c:v>
              </c:pt>
              <c:pt idx="68">
                <c:v>12.346384203815647</c:v>
              </c:pt>
              <c:pt idx="69">
                <c:v>12.346384203815647</c:v>
              </c:pt>
              <c:pt idx="70">
                <c:v>12.346384203815647</c:v>
              </c:pt>
              <c:pt idx="71">
                <c:v>12.346384203815647</c:v>
              </c:pt>
              <c:pt idx="72">
                <c:v>12.346384203815647</c:v>
              </c:pt>
              <c:pt idx="73">
                <c:v>12.346384203815647</c:v>
              </c:pt>
              <c:pt idx="74">
                <c:v>12.346384203815647</c:v>
              </c:pt>
              <c:pt idx="75">
                <c:v>12.346384203815647</c:v>
              </c:pt>
              <c:pt idx="76">
                <c:v>12.346384203815647</c:v>
              </c:pt>
              <c:pt idx="77">
                <c:v>12.346384203815647</c:v>
              </c:pt>
              <c:pt idx="78">
                <c:v>12.346384203815647</c:v>
              </c:pt>
              <c:pt idx="79">
                <c:v>12.346384203815647</c:v>
              </c:pt>
              <c:pt idx="80">
                <c:v>12.346384203815647</c:v>
              </c:pt>
              <c:pt idx="81">
                <c:v>12.346384203815647</c:v>
              </c:pt>
              <c:pt idx="82">
                <c:v>12.346384203815647</c:v>
              </c:pt>
              <c:pt idx="83">
                <c:v>12.346384203815647</c:v>
              </c:pt>
              <c:pt idx="84">
                <c:v>12.346384203815647</c:v>
              </c:pt>
              <c:pt idx="85">
                <c:v>12.346384203815647</c:v>
              </c:pt>
              <c:pt idx="86">
                <c:v>12.346384203815647</c:v>
              </c:pt>
              <c:pt idx="87">
                <c:v>12.346384203815647</c:v>
              </c:pt>
              <c:pt idx="88">
                <c:v>12.346384203815647</c:v>
              </c:pt>
              <c:pt idx="89">
                <c:v>12.346384203815647</c:v>
              </c:pt>
              <c:pt idx="90">
                <c:v>12.346384203815647</c:v>
              </c:pt>
              <c:pt idx="91">
                <c:v>12.346384203815647</c:v>
              </c:pt>
              <c:pt idx="92">
                <c:v>12.346384203815647</c:v>
              </c:pt>
              <c:pt idx="93">
                <c:v>12.346384203815647</c:v>
              </c:pt>
              <c:pt idx="94">
                <c:v>12.346384203815647</c:v>
              </c:pt>
              <c:pt idx="95">
                <c:v>12.346384203815647</c:v>
              </c:pt>
              <c:pt idx="96">
                <c:v>12.346384203815647</c:v>
              </c:pt>
              <c:pt idx="97">
                <c:v>12.346384203815647</c:v>
              </c:pt>
              <c:pt idx="98">
                <c:v>12.346384203815647</c:v>
              </c:pt>
              <c:pt idx="99">
                <c:v>12.346384203815647</c:v>
              </c:pt>
              <c:pt idx="100">
                <c:v>12.346384203815647</c:v>
              </c:pt>
              <c:pt idx="101">
                <c:v>12.346384203815647</c:v>
              </c:pt>
              <c:pt idx="102">
                <c:v>12.346384203815647</c:v>
              </c:pt>
              <c:pt idx="103">
                <c:v>12.346384203815647</c:v>
              </c:pt>
              <c:pt idx="104">
                <c:v>12.346384203815647</c:v>
              </c:pt>
              <c:pt idx="105">
                <c:v>12.346384203815647</c:v>
              </c:pt>
              <c:pt idx="106">
                <c:v>12.346384203815647</c:v>
              </c:pt>
              <c:pt idx="107">
                <c:v>12.346384203815647</c:v>
              </c:pt>
              <c:pt idx="108">
                <c:v>12.346384203815647</c:v>
              </c:pt>
              <c:pt idx="109">
                <c:v>12.346384203815647</c:v>
              </c:pt>
              <c:pt idx="110">
                <c:v>12.346384203815647</c:v>
              </c:pt>
              <c:pt idx="111">
                <c:v>12.346384203815647</c:v>
              </c:pt>
              <c:pt idx="112">
                <c:v>12.346384203815647</c:v>
              </c:pt>
              <c:pt idx="113">
                <c:v>12.346384203815647</c:v>
              </c:pt>
              <c:pt idx="114">
                <c:v>12.346384203815647</c:v>
              </c:pt>
              <c:pt idx="115">
                <c:v>12.346384203815647</c:v>
              </c:pt>
              <c:pt idx="116">
                <c:v>12.346384203815647</c:v>
              </c:pt>
              <c:pt idx="117">
                <c:v>12.346384203815647</c:v>
              </c:pt>
              <c:pt idx="118">
                <c:v>12.346384203815647</c:v>
              </c:pt>
              <c:pt idx="119">
                <c:v>12.346384203815647</c:v>
              </c:pt>
              <c:pt idx="120">
                <c:v>12.346384203815647</c:v>
              </c:pt>
              <c:pt idx="121">
                <c:v>12.346384203815647</c:v>
              </c:pt>
              <c:pt idx="122">
                <c:v>12.346384203815647</c:v>
              </c:pt>
              <c:pt idx="123">
                <c:v>12.346384203815647</c:v>
              </c:pt>
              <c:pt idx="124">
                <c:v>12.346384203815647</c:v>
              </c:pt>
              <c:pt idx="125">
                <c:v>12.346384203815647</c:v>
              </c:pt>
              <c:pt idx="126">
                <c:v>12.346384203815647</c:v>
              </c:pt>
              <c:pt idx="127">
                <c:v>12.346384203815647</c:v>
              </c:pt>
              <c:pt idx="128">
                <c:v>12.346384203815647</c:v>
              </c:pt>
              <c:pt idx="129">
                <c:v>12.346384203815647</c:v>
              </c:pt>
              <c:pt idx="130">
                <c:v>12.346384203815647</c:v>
              </c:pt>
              <c:pt idx="131">
                <c:v>12.346384203815647</c:v>
              </c:pt>
              <c:pt idx="132">
                <c:v>12.346384203815647</c:v>
              </c:pt>
              <c:pt idx="133">
                <c:v>12.346384203815647</c:v>
              </c:pt>
              <c:pt idx="134">
                <c:v>12.346384203815647</c:v>
              </c:pt>
              <c:pt idx="135">
                <c:v>12.346384203815647</c:v>
              </c:pt>
              <c:pt idx="136">
                <c:v>12.346384203815647</c:v>
              </c:pt>
              <c:pt idx="137">
                <c:v>12.346384203815647</c:v>
              </c:pt>
              <c:pt idx="138">
                <c:v>12.346384203815647</c:v>
              </c:pt>
              <c:pt idx="139">
                <c:v>12.346384203815647</c:v>
              </c:pt>
              <c:pt idx="140">
                <c:v>12.346384203815647</c:v>
              </c:pt>
              <c:pt idx="141">
                <c:v>12.346384203815647</c:v>
              </c:pt>
              <c:pt idx="142">
                <c:v>12.346384203815647</c:v>
              </c:pt>
              <c:pt idx="143">
                <c:v>12.346384203815647</c:v>
              </c:pt>
              <c:pt idx="144">
                <c:v>12.346384203815647</c:v>
              </c:pt>
              <c:pt idx="145">
                <c:v>12.346384203815647</c:v>
              </c:pt>
              <c:pt idx="146">
                <c:v>12.346384203815647</c:v>
              </c:pt>
              <c:pt idx="147">
                <c:v>12.346384203815647</c:v>
              </c:pt>
              <c:pt idx="148">
                <c:v>12.346384203815647</c:v>
              </c:pt>
              <c:pt idx="149">
                <c:v>12.346384203815647</c:v>
              </c:pt>
              <c:pt idx="150">
                <c:v>12.346384203815647</c:v>
              </c:pt>
              <c:pt idx="151">
                <c:v>12.346384203815647</c:v>
              </c:pt>
              <c:pt idx="152">
                <c:v>12.346384203815647</c:v>
              </c:pt>
              <c:pt idx="153">
                <c:v>12.346384203815647</c:v>
              </c:pt>
              <c:pt idx="154">
                <c:v>12.346384203815647</c:v>
              </c:pt>
              <c:pt idx="155">
                <c:v>12.346384203815647</c:v>
              </c:pt>
              <c:pt idx="156">
                <c:v>12.346384203815647</c:v>
              </c:pt>
              <c:pt idx="157">
                <c:v>12.346384203815647</c:v>
              </c:pt>
              <c:pt idx="158">
                <c:v>12.346384203815647</c:v>
              </c:pt>
              <c:pt idx="159">
                <c:v>12.346384203815647</c:v>
              </c:pt>
              <c:pt idx="160">
                <c:v>12.346384203815647</c:v>
              </c:pt>
              <c:pt idx="161">
                <c:v>12.346384203815647</c:v>
              </c:pt>
              <c:pt idx="162">
                <c:v>12.346384203815647</c:v>
              </c:pt>
              <c:pt idx="163">
                <c:v>12.346384203815647</c:v>
              </c:pt>
              <c:pt idx="164">
                <c:v>12.346384203815647</c:v>
              </c:pt>
              <c:pt idx="165">
                <c:v>12.346384203815647</c:v>
              </c:pt>
              <c:pt idx="166">
                <c:v>12.346384203815647</c:v>
              </c:pt>
              <c:pt idx="167">
                <c:v>12.346384203815647</c:v>
              </c:pt>
              <c:pt idx="168">
                <c:v>12.346384203815647</c:v>
              </c:pt>
              <c:pt idx="169">
                <c:v>12.346384203815647</c:v>
              </c:pt>
              <c:pt idx="170">
                <c:v>12.346384203815647</c:v>
              </c:pt>
              <c:pt idx="171">
                <c:v>12.346384203815647</c:v>
              </c:pt>
              <c:pt idx="172">
                <c:v>12.346384203815647</c:v>
              </c:pt>
              <c:pt idx="173">
                <c:v>12.346384203815647</c:v>
              </c:pt>
              <c:pt idx="174">
                <c:v>12.346384203815647</c:v>
              </c:pt>
              <c:pt idx="175">
                <c:v>12.346384203815647</c:v>
              </c:pt>
              <c:pt idx="176">
                <c:v>12.346384203815647</c:v>
              </c:pt>
              <c:pt idx="177">
                <c:v>12.346384203815647</c:v>
              </c:pt>
              <c:pt idx="178">
                <c:v>12.346384203815647</c:v>
              </c:pt>
              <c:pt idx="179">
                <c:v>12.346384203815647</c:v>
              </c:pt>
              <c:pt idx="180">
                <c:v>12.346384203815647</c:v>
              </c:pt>
              <c:pt idx="181">
                <c:v>12.346384203815647</c:v>
              </c:pt>
              <c:pt idx="182">
                <c:v>12.346384203815647</c:v>
              </c:pt>
              <c:pt idx="183">
                <c:v>12.346384203815647</c:v>
              </c:pt>
              <c:pt idx="184">
                <c:v>12.346384203815647</c:v>
              </c:pt>
              <c:pt idx="185">
                <c:v>12.346384203815647</c:v>
              </c:pt>
              <c:pt idx="186">
                <c:v>12.346384203815647</c:v>
              </c:pt>
              <c:pt idx="187">
                <c:v>12.346384203815647</c:v>
              </c:pt>
              <c:pt idx="188">
                <c:v>12.346384203815647</c:v>
              </c:pt>
              <c:pt idx="189">
                <c:v>12.346384203815647</c:v>
              </c:pt>
              <c:pt idx="190">
                <c:v>12.346384203815647</c:v>
              </c:pt>
              <c:pt idx="191">
                <c:v>12.346384203815647</c:v>
              </c:pt>
              <c:pt idx="192">
                <c:v>12.346384203815647</c:v>
              </c:pt>
              <c:pt idx="193">
                <c:v>12.346384203815647</c:v>
              </c:pt>
              <c:pt idx="194">
                <c:v>12.346384203815647</c:v>
              </c:pt>
              <c:pt idx="195">
                <c:v>12.346384203815647</c:v>
              </c:pt>
              <c:pt idx="196">
                <c:v>12.346384203815647</c:v>
              </c:pt>
              <c:pt idx="197">
                <c:v>12.346384203815647</c:v>
              </c:pt>
              <c:pt idx="198">
                <c:v>12.346384203815647</c:v>
              </c:pt>
              <c:pt idx="199">
                <c:v>12.346384203815647</c:v>
              </c:pt>
              <c:pt idx="200">
                <c:v>12.346384203815647</c:v>
              </c:pt>
              <c:pt idx="201">
                <c:v>12.346384203815647</c:v>
              </c:pt>
              <c:pt idx="202">
                <c:v>12.346384203815647</c:v>
              </c:pt>
              <c:pt idx="203">
                <c:v>12.346384203815647</c:v>
              </c:pt>
              <c:pt idx="204">
                <c:v>12.346384203815647</c:v>
              </c:pt>
              <c:pt idx="205">
                <c:v>12.346384203815647</c:v>
              </c:pt>
              <c:pt idx="206">
                <c:v>12.346384203815647</c:v>
              </c:pt>
              <c:pt idx="207">
                <c:v>12.346384203815647</c:v>
              </c:pt>
              <c:pt idx="208">
                <c:v>12.346384203815647</c:v>
              </c:pt>
              <c:pt idx="209">
                <c:v>12.346384203815647</c:v>
              </c:pt>
              <c:pt idx="210">
                <c:v>12.346384203815647</c:v>
              </c:pt>
              <c:pt idx="211">
                <c:v>12.346384203815647</c:v>
              </c:pt>
              <c:pt idx="212">
                <c:v>12.346384203815647</c:v>
              </c:pt>
              <c:pt idx="213">
                <c:v>12.346384203815647</c:v>
              </c:pt>
              <c:pt idx="214">
                <c:v>12.346384203815647</c:v>
              </c:pt>
              <c:pt idx="215">
                <c:v>12.346384203815647</c:v>
              </c:pt>
              <c:pt idx="216">
                <c:v>12.346384203815647</c:v>
              </c:pt>
              <c:pt idx="217">
                <c:v>12.346384203815647</c:v>
              </c:pt>
              <c:pt idx="218">
                <c:v>12.346384203815647</c:v>
              </c:pt>
              <c:pt idx="219">
                <c:v>12.346384203815647</c:v>
              </c:pt>
              <c:pt idx="220">
                <c:v>12.346384203815647</c:v>
              </c:pt>
              <c:pt idx="221">
                <c:v>12.346384203815647</c:v>
              </c:pt>
              <c:pt idx="222">
                <c:v>12.346384203815647</c:v>
              </c:pt>
              <c:pt idx="223">
                <c:v>12.346384203815647</c:v>
              </c:pt>
              <c:pt idx="224">
                <c:v>12.346384203815647</c:v>
              </c:pt>
              <c:pt idx="225">
                <c:v>12.346384203815647</c:v>
              </c:pt>
              <c:pt idx="226">
                <c:v>12.346384203815647</c:v>
              </c:pt>
              <c:pt idx="227">
                <c:v>12.346384203815647</c:v>
              </c:pt>
              <c:pt idx="228">
                <c:v>12.346384203815647</c:v>
              </c:pt>
              <c:pt idx="229">
                <c:v>12.346384203815647</c:v>
              </c:pt>
              <c:pt idx="230">
                <c:v>12.346384203815647</c:v>
              </c:pt>
              <c:pt idx="231">
                <c:v>12.346384203815647</c:v>
              </c:pt>
              <c:pt idx="232">
                <c:v>12.346384203815647</c:v>
              </c:pt>
              <c:pt idx="233">
                <c:v>12.346384203815647</c:v>
              </c:pt>
              <c:pt idx="234">
                <c:v>12.346384203815647</c:v>
              </c:pt>
              <c:pt idx="235">
                <c:v>12.346384203815647</c:v>
              </c:pt>
              <c:pt idx="236">
                <c:v>12.346384203815647</c:v>
              </c:pt>
              <c:pt idx="237">
                <c:v>12.346384203815647</c:v>
              </c:pt>
              <c:pt idx="238">
                <c:v>12.346384203815647</c:v>
              </c:pt>
              <c:pt idx="239">
                <c:v>12.346384203815647</c:v>
              </c:pt>
              <c:pt idx="240">
                <c:v>12.346384203815647</c:v>
              </c:pt>
              <c:pt idx="241">
                <c:v>12.346384203815647</c:v>
              </c:pt>
              <c:pt idx="242">
                <c:v>12.346384203815647</c:v>
              </c:pt>
              <c:pt idx="243">
                <c:v>12.346384203815647</c:v>
              </c:pt>
              <c:pt idx="244">
                <c:v>12.346384203815647</c:v>
              </c:pt>
              <c:pt idx="245">
                <c:v>12.346384203815647</c:v>
              </c:pt>
            </c:numLit>
          </c:xVal>
          <c:yVal>
            <c:numLit>
              <c:formatCode>0.0</c:formatCode>
              <c:ptCount val="246"/>
              <c:pt idx="0">
                <c:v>0.2216114889677111</c:v>
              </c:pt>
              <c:pt idx="1">
                <c:v>0.2216114889677111</c:v>
              </c:pt>
              <c:pt idx="2">
                <c:v>0.2216114889677111</c:v>
              </c:pt>
              <c:pt idx="3">
                <c:v>0.2216114889677111</c:v>
              </c:pt>
              <c:pt idx="4">
                <c:v>0.2216114889677111</c:v>
              </c:pt>
              <c:pt idx="5">
                <c:v>0.2216114889677111</c:v>
              </c:pt>
              <c:pt idx="6">
                <c:v>0.2216114889677111</c:v>
              </c:pt>
              <c:pt idx="7">
                <c:v>0.2216114889677111</c:v>
              </c:pt>
              <c:pt idx="8">
                <c:v>0.2216114889677111</c:v>
              </c:pt>
              <c:pt idx="9">
                <c:v>0.2216114889677111</c:v>
              </c:pt>
              <c:pt idx="10">
                <c:v>0.2216114889677111</c:v>
              </c:pt>
              <c:pt idx="11">
                <c:v>0.2216114889677111</c:v>
              </c:pt>
              <c:pt idx="12">
                <c:v>0.2216114889677111</c:v>
              </c:pt>
              <c:pt idx="13">
                <c:v>0.2216114889677111</c:v>
              </c:pt>
              <c:pt idx="14">
                <c:v>0.2216114889677111</c:v>
              </c:pt>
              <c:pt idx="15">
                <c:v>0.2216114889677111</c:v>
              </c:pt>
              <c:pt idx="16">
                <c:v>0.2216114889677111</c:v>
              </c:pt>
              <c:pt idx="17">
                <c:v>0.2216114889677111</c:v>
              </c:pt>
              <c:pt idx="18">
                <c:v>0.2216114889677111</c:v>
              </c:pt>
              <c:pt idx="19">
                <c:v>0.2216114889677111</c:v>
              </c:pt>
              <c:pt idx="20">
                <c:v>0.2216114889677111</c:v>
              </c:pt>
              <c:pt idx="21">
                <c:v>0.2216114889677111</c:v>
              </c:pt>
              <c:pt idx="22">
                <c:v>0.2216114889677111</c:v>
              </c:pt>
              <c:pt idx="23">
                <c:v>0.2216114889677111</c:v>
              </c:pt>
              <c:pt idx="24">
                <c:v>0.2216114889677111</c:v>
              </c:pt>
              <c:pt idx="25">
                <c:v>0.2216114889677111</c:v>
              </c:pt>
              <c:pt idx="26">
                <c:v>0.2216114889677111</c:v>
              </c:pt>
              <c:pt idx="27">
                <c:v>0.2216114889677111</c:v>
              </c:pt>
              <c:pt idx="28">
                <c:v>0.2216114889677111</c:v>
              </c:pt>
              <c:pt idx="29">
                <c:v>0.2216114889677111</c:v>
              </c:pt>
              <c:pt idx="30">
                <c:v>0.2216114889677111</c:v>
              </c:pt>
              <c:pt idx="31">
                <c:v>0.2216114889677111</c:v>
              </c:pt>
              <c:pt idx="32">
                <c:v>0.2216114889677111</c:v>
              </c:pt>
              <c:pt idx="33">
                <c:v>0.2216114889677111</c:v>
              </c:pt>
              <c:pt idx="34">
                <c:v>0.2216114889677111</c:v>
              </c:pt>
              <c:pt idx="35">
                <c:v>0.2216114889677111</c:v>
              </c:pt>
              <c:pt idx="36">
                <c:v>0.2216114889677111</c:v>
              </c:pt>
              <c:pt idx="37">
                <c:v>0.2216114889677111</c:v>
              </c:pt>
              <c:pt idx="38">
                <c:v>0.2216114889677111</c:v>
              </c:pt>
              <c:pt idx="39">
                <c:v>0.2216114889677111</c:v>
              </c:pt>
              <c:pt idx="40">
                <c:v>0.2216114889677111</c:v>
              </c:pt>
              <c:pt idx="41">
                <c:v>0.2216114889677111</c:v>
              </c:pt>
              <c:pt idx="42">
                <c:v>0.2216114889677111</c:v>
              </c:pt>
              <c:pt idx="43">
                <c:v>0.2216114889677111</c:v>
              </c:pt>
              <c:pt idx="44">
                <c:v>0.2216114889677111</c:v>
              </c:pt>
              <c:pt idx="45">
                <c:v>0.2216114889677111</c:v>
              </c:pt>
              <c:pt idx="46">
                <c:v>0.2216114889677111</c:v>
              </c:pt>
              <c:pt idx="47">
                <c:v>0.2216114889677111</c:v>
              </c:pt>
              <c:pt idx="48">
                <c:v>0.2216114889677111</c:v>
              </c:pt>
              <c:pt idx="49">
                <c:v>0.2216114889677111</c:v>
              </c:pt>
              <c:pt idx="50">
                <c:v>0.2216114889677111</c:v>
              </c:pt>
              <c:pt idx="51">
                <c:v>0.2216114889677111</c:v>
              </c:pt>
              <c:pt idx="52">
                <c:v>0.2216114889677111</c:v>
              </c:pt>
              <c:pt idx="53">
                <c:v>0.2216114889677111</c:v>
              </c:pt>
              <c:pt idx="54">
                <c:v>0.2216114889677111</c:v>
              </c:pt>
              <c:pt idx="55">
                <c:v>0.2216114889677111</c:v>
              </c:pt>
              <c:pt idx="56">
                <c:v>0.2216114889677111</c:v>
              </c:pt>
              <c:pt idx="57">
                <c:v>0.2216114889677111</c:v>
              </c:pt>
              <c:pt idx="58">
                <c:v>0.2216114889677111</c:v>
              </c:pt>
              <c:pt idx="59">
                <c:v>0.2216114889677111</c:v>
              </c:pt>
              <c:pt idx="60">
                <c:v>0.2216114889677111</c:v>
              </c:pt>
              <c:pt idx="61">
                <c:v>0.2216114889677111</c:v>
              </c:pt>
              <c:pt idx="62">
                <c:v>0.2216114889677111</c:v>
              </c:pt>
              <c:pt idx="63">
                <c:v>0.2216114889677111</c:v>
              </c:pt>
              <c:pt idx="64">
                <c:v>0.2216114889677111</c:v>
              </c:pt>
              <c:pt idx="65">
                <c:v>0.2216114889677111</c:v>
              </c:pt>
              <c:pt idx="66">
                <c:v>0.2216114889677111</c:v>
              </c:pt>
              <c:pt idx="67">
                <c:v>0.2216114889677111</c:v>
              </c:pt>
              <c:pt idx="68">
                <c:v>0.2216114889677111</c:v>
              </c:pt>
              <c:pt idx="69">
                <c:v>0.2216114889677111</c:v>
              </c:pt>
              <c:pt idx="70">
                <c:v>0.2216114889677111</c:v>
              </c:pt>
              <c:pt idx="71">
                <c:v>0.2216114889677111</c:v>
              </c:pt>
              <c:pt idx="72">
                <c:v>0.2216114889677111</c:v>
              </c:pt>
              <c:pt idx="73">
                <c:v>0.2216114889677111</c:v>
              </c:pt>
              <c:pt idx="74">
                <c:v>0.2216114889677111</c:v>
              </c:pt>
              <c:pt idx="75">
                <c:v>0.2216114889677111</c:v>
              </c:pt>
              <c:pt idx="76">
                <c:v>0.2216114889677111</c:v>
              </c:pt>
              <c:pt idx="77">
                <c:v>0.2216114889677111</c:v>
              </c:pt>
              <c:pt idx="78">
                <c:v>0.2216114889677111</c:v>
              </c:pt>
              <c:pt idx="79">
                <c:v>0.2216114889677111</c:v>
              </c:pt>
              <c:pt idx="80">
                <c:v>0.2216114889677111</c:v>
              </c:pt>
              <c:pt idx="81">
                <c:v>0.2216114889677111</c:v>
              </c:pt>
              <c:pt idx="82">
                <c:v>0.2216114889677111</c:v>
              </c:pt>
              <c:pt idx="83">
                <c:v>0.2216114889677111</c:v>
              </c:pt>
              <c:pt idx="84">
                <c:v>0.2216114889677111</c:v>
              </c:pt>
              <c:pt idx="85">
                <c:v>0.2216114889677111</c:v>
              </c:pt>
              <c:pt idx="86">
                <c:v>0.2216114889677111</c:v>
              </c:pt>
              <c:pt idx="87">
                <c:v>0.2216114889677111</c:v>
              </c:pt>
              <c:pt idx="88">
                <c:v>0.2216114889677111</c:v>
              </c:pt>
              <c:pt idx="89">
                <c:v>0.2216114889677111</c:v>
              </c:pt>
              <c:pt idx="90">
                <c:v>0.2216114889677111</c:v>
              </c:pt>
              <c:pt idx="91">
                <c:v>0.2216114889677111</c:v>
              </c:pt>
              <c:pt idx="92">
                <c:v>0.2216114889677111</c:v>
              </c:pt>
              <c:pt idx="93">
                <c:v>0.2216114889677111</c:v>
              </c:pt>
              <c:pt idx="94">
                <c:v>0.2216114889677111</c:v>
              </c:pt>
              <c:pt idx="95">
                <c:v>0.2216114889677111</c:v>
              </c:pt>
              <c:pt idx="96">
                <c:v>0.2216114889677111</c:v>
              </c:pt>
              <c:pt idx="97">
                <c:v>0.2216114889677111</c:v>
              </c:pt>
              <c:pt idx="98">
                <c:v>0.2216114889677111</c:v>
              </c:pt>
              <c:pt idx="99">
                <c:v>0.2216114889677111</c:v>
              </c:pt>
              <c:pt idx="100">
                <c:v>0.2216114889677111</c:v>
              </c:pt>
              <c:pt idx="101">
                <c:v>0.2216114889677111</c:v>
              </c:pt>
              <c:pt idx="102">
                <c:v>0.2216114889677111</c:v>
              </c:pt>
              <c:pt idx="103">
                <c:v>0.2216114889677111</c:v>
              </c:pt>
              <c:pt idx="104">
                <c:v>0.2216114889677111</c:v>
              </c:pt>
              <c:pt idx="105">
                <c:v>0.2216114889677111</c:v>
              </c:pt>
              <c:pt idx="106">
                <c:v>0.2216114889677111</c:v>
              </c:pt>
              <c:pt idx="107">
                <c:v>0.2216114889677111</c:v>
              </c:pt>
              <c:pt idx="108">
                <c:v>0.2216114889677111</c:v>
              </c:pt>
              <c:pt idx="109">
                <c:v>0.2216114889677111</c:v>
              </c:pt>
              <c:pt idx="110">
                <c:v>0.2216114889677111</c:v>
              </c:pt>
              <c:pt idx="111">
                <c:v>0.2216114889677111</c:v>
              </c:pt>
              <c:pt idx="112">
                <c:v>0.2216114889677111</c:v>
              </c:pt>
              <c:pt idx="113">
                <c:v>0.2216114889677111</c:v>
              </c:pt>
              <c:pt idx="114">
                <c:v>0.2216114889677111</c:v>
              </c:pt>
              <c:pt idx="115">
                <c:v>0.2216114889677111</c:v>
              </c:pt>
              <c:pt idx="116">
                <c:v>0.2216114889677111</c:v>
              </c:pt>
              <c:pt idx="117">
                <c:v>0.2216114889677111</c:v>
              </c:pt>
              <c:pt idx="118">
                <c:v>0.2216114889677111</c:v>
              </c:pt>
              <c:pt idx="119">
                <c:v>0.2216114889677111</c:v>
              </c:pt>
              <c:pt idx="120">
                <c:v>0.2216114889677111</c:v>
              </c:pt>
              <c:pt idx="121">
                <c:v>0.2216114889677111</c:v>
              </c:pt>
              <c:pt idx="122">
                <c:v>0.2216114889677111</c:v>
              </c:pt>
              <c:pt idx="123">
                <c:v>0.2216114889677111</c:v>
              </c:pt>
              <c:pt idx="124">
                <c:v>0.2216114889677111</c:v>
              </c:pt>
              <c:pt idx="125">
                <c:v>0.2216114889677111</c:v>
              </c:pt>
              <c:pt idx="126">
                <c:v>0.2216114889677111</c:v>
              </c:pt>
              <c:pt idx="127">
                <c:v>0.2216114889677111</c:v>
              </c:pt>
              <c:pt idx="128">
                <c:v>0.2216114889677111</c:v>
              </c:pt>
              <c:pt idx="129">
                <c:v>0.2216114889677111</c:v>
              </c:pt>
              <c:pt idx="130">
                <c:v>0.2216114889677111</c:v>
              </c:pt>
              <c:pt idx="131">
                <c:v>0.2216114889677111</c:v>
              </c:pt>
              <c:pt idx="132">
                <c:v>0.2216114889677111</c:v>
              </c:pt>
              <c:pt idx="133">
                <c:v>0.2216114889677111</c:v>
              </c:pt>
              <c:pt idx="134">
                <c:v>0.2216114889677111</c:v>
              </c:pt>
              <c:pt idx="135">
                <c:v>0.2216114889677111</c:v>
              </c:pt>
              <c:pt idx="136">
                <c:v>0.2216114889677111</c:v>
              </c:pt>
              <c:pt idx="137">
                <c:v>0.2216114889677111</c:v>
              </c:pt>
              <c:pt idx="138">
                <c:v>0.2216114889677111</c:v>
              </c:pt>
              <c:pt idx="139">
                <c:v>0.2216114889677111</c:v>
              </c:pt>
              <c:pt idx="140">
                <c:v>0.2216114889677111</c:v>
              </c:pt>
              <c:pt idx="141">
                <c:v>0.2216114889677111</c:v>
              </c:pt>
              <c:pt idx="142">
                <c:v>0.2216114889677111</c:v>
              </c:pt>
              <c:pt idx="143">
                <c:v>0.2216114889677111</c:v>
              </c:pt>
              <c:pt idx="144">
                <c:v>0.2216114889677111</c:v>
              </c:pt>
              <c:pt idx="145">
                <c:v>0.2216114889677111</c:v>
              </c:pt>
              <c:pt idx="146">
                <c:v>0.2216114889677111</c:v>
              </c:pt>
              <c:pt idx="147">
                <c:v>0.2216114889677111</c:v>
              </c:pt>
              <c:pt idx="148">
                <c:v>0.2216114889677111</c:v>
              </c:pt>
              <c:pt idx="149">
                <c:v>0.2216114889677111</c:v>
              </c:pt>
              <c:pt idx="150">
                <c:v>0.2216114889677111</c:v>
              </c:pt>
              <c:pt idx="151">
                <c:v>0.2216114889677111</c:v>
              </c:pt>
              <c:pt idx="152">
                <c:v>0.2216114889677111</c:v>
              </c:pt>
              <c:pt idx="153">
                <c:v>0.2216114889677111</c:v>
              </c:pt>
              <c:pt idx="154">
                <c:v>0.2216114889677111</c:v>
              </c:pt>
              <c:pt idx="155">
                <c:v>0.2216114889677111</c:v>
              </c:pt>
              <c:pt idx="156">
                <c:v>0.2216114889677111</c:v>
              </c:pt>
              <c:pt idx="157">
                <c:v>0.2216114889677111</c:v>
              </c:pt>
              <c:pt idx="158">
                <c:v>0.2216114889677111</c:v>
              </c:pt>
              <c:pt idx="159">
                <c:v>0.2216114889677111</c:v>
              </c:pt>
              <c:pt idx="160">
                <c:v>0.2216114889677111</c:v>
              </c:pt>
              <c:pt idx="161">
                <c:v>0.2216114889677111</c:v>
              </c:pt>
              <c:pt idx="162">
                <c:v>0.2216114889677111</c:v>
              </c:pt>
              <c:pt idx="163">
                <c:v>0.2216114889677111</c:v>
              </c:pt>
              <c:pt idx="164">
                <c:v>0.2216114889677111</c:v>
              </c:pt>
              <c:pt idx="165">
                <c:v>0.2216114889677111</c:v>
              </c:pt>
              <c:pt idx="166">
                <c:v>0.2216114889677111</c:v>
              </c:pt>
              <c:pt idx="167">
                <c:v>0.2216114889677111</c:v>
              </c:pt>
              <c:pt idx="168">
                <c:v>0.2216114889677111</c:v>
              </c:pt>
              <c:pt idx="169">
                <c:v>0.2216114889677111</c:v>
              </c:pt>
              <c:pt idx="170">
                <c:v>0.2216114889677111</c:v>
              </c:pt>
              <c:pt idx="171">
                <c:v>0.2216114889677111</c:v>
              </c:pt>
              <c:pt idx="172">
                <c:v>0.2216114889677111</c:v>
              </c:pt>
              <c:pt idx="173">
                <c:v>0.2216114889677111</c:v>
              </c:pt>
              <c:pt idx="174">
                <c:v>0.2216114889677111</c:v>
              </c:pt>
              <c:pt idx="175">
                <c:v>0.2216114889677111</c:v>
              </c:pt>
              <c:pt idx="176">
                <c:v>0.2216114889677111</c:v>
              </c:pt>
              <c:pt idx="177">
                <c:v>0.2216114889677111</c:v>
              </c:pt>
              <c:pt idx="178">
                <c:v>0.2216114889677111</c:v>
              </c:pt>
              <c:pt idx="179">
                <c:v>0.2216114889677111</c:v>
              </c:pt>
              <c:pt idx="180">
                <c:v>0.2216114889677111</c:v>
              </c:pt>
              <c:pt idx="181">
                <c:v>0.2216114889677111</c:v>
              </c:pt>
              <c:pt idx="182">
                <c:v>0.2216114889677111</c:v>
              </c:pt>
              <c:pt idx="183">
                <c:v>0.2216114889677111</c:v>
              </c:pt>
              <c:pt idx="184">
                <c:v>0.2216114889677111</c:v>
              </c:pt>
              <c:pt idx="185">
                <c:v>0.2216114889677111</c:v>
              </c:pt>
              <c:pt idx="186">
                <c:v>0.2216114889677111</c:v>
              </c:pt>
              <c:pt idx="187">
                <c:v>0.2216114889677111</c:v>
              </c:pt>
              <c:pt idx="188">
                <c:v>0.2216114889677111</c:v>
              </c:pt>
              <c:pt idx="189">
                <c:v>0.2216114889677111</c:v>
              </c:pt>
              <c:pt idx="190">
                <c:v>0.2216114889677111</c:v>
              </c:pt>
              <c:pt idx="191">
                <c:v>0.2216114889677111</c:v>
              </c:pt>
              <c:pt idx="192">
                <c:v>0.2216114889677111</c:v>
              </c:pt>
              <c:pt idx="193">
                <c:v>0.2216114889677111</c:v>
              </c:pt>
              <c:pt idx="194">
                <c:v>0.2216114889677111</c:v>
              </c:pt>
              <c:pt idx="195">
                <c:v>0.2216114889677111</c:v>
              </c:pt>
              <c:pt idx="196">
                <c:v>0.2216114889677111</c:v>
              </c:pt>
              <c:pt idx="197">
                <c:v>0.2216114889677111</c:v>
              </c:pt>
              <c:pt idx="198">
                <c:v>0.2216114889677111</c:v>
              </c:pt>
              <c:pt idx="199">
                <c:v>0.2216114889677111</c:v>
              </c:pt>
              <c:pt idx="200">
                <c:v>0.2216114889677111</c:v>
              </c:pt>
              <c:pt idx="201">
                <c:v>0.2216114889677111</c:v>
              </c:pt>
              <c:pt idx="202">
                <c:v>0.2216114889677111</c:v>
              </c:pt>
              <c:pt idx="203">
                <c:v>0.2216114889677111</c:v>
              </c:pt>
              <c:pt idx="204">
                <c:v>0.2216114889677111</c:v>
              </c:pt>
              <c:pt idx="205">
                <c:v>0.2216114889677111</c:v>
              </c:pt>
              <c:pt idx="206">
                <c:v>0.2216114889677111</c:v>
              </c:pt>
              <c:pt idx="207">
                <c:v>0.2216114889677111</c:v>
              </c:pt>
              <c:pt idx="208">
                <c:v>0.2216114889677111</c:v>
              </c:pt>
              <c:pt idx="209">
                <c:v>0.2216114889677111</c:v>
              </c:pt>
              <c:pt idx="210">
                <c:v>0.2216114889677111</c:v>
              </c:pt>
              <c:pt idx="211">
                <c:v>0.2216114889677111</c:v>
              </c:pt>
              <c:pt idx="212">
                <c:v>0.2216114889677111</c:v>
              </c:pt>
              <c:pt idx="213">
                <c:v>0.2216114889677111</c:v>
              </c:pt>
              <c:pt idx="214">
                <c:v>0.2216114889677111</c:v>
              </c:pt>
              <c:pt idx="215">
                <c:v>0.2216114889677111</c:v>
              </c:pt>
              <c:pt idx="216">
                <c:v>0.2216114889677111</c:v>
              </c:pt>
              <c:pt idx="217">
                <c:v>0.2216114889677111</c:v>
              </c:pt>
              <c:pt idx="218">
                <c:v>0.2216114889677111</c:v>
              </c:pt>
              <c:pt idx="219">
                <c:v>0.2216114889677111</c:v>
              </c:pt>
              <c:pt idx="220">
                <c:v>0.2216114889677111</c:v>
              </c:pt>
              <c:pt idx="221">
                <c:v>0.2216114889677111</c:v>
              </c:pt>
              <c:pt idx="222">
                <c:v>0.2216114889677111</c:v>
              </c:pt>
              <c:pt idx="223">
                <c:v>0.2216114889677111</c:v>
              </c:pt>
              <c:pt idx="224">
                <c:v>0.2216114889677111</c:v>
              </c:pt>
              <c:pt idx="225">
                <c:v>0.2216114889677111</c:v>
              </c:pt>
              <c:pt idx="226">
                <c:v>0.2216114889677111</c:v>
              </c:pt>
              <c:pt idx="227">
                <c:v>0.2216114889677111</c:v>
              </c:pt>
              <c:pt idx="228">
                <c:v>0.2216114889677111</c:v>
              </c:pt>
              <c:pt idx="229">
                <c:v>0.2216114889677111</c:v>
              </c:pt>
              <c:pt idx="230">
                <c:v>0.2216114889677111</c:v>
              </c:pt>
              <c:pt idx="231">
                <c:v>0.2216114889677111</c:v>
              </c:pt>
              <c:pt idx="232">
                <c:v>0.2216114889677111</c:v>
              </c:pt>
              <c:pt idx="233">
                <c:v>0.2216114889677111</c:v>
              </c:pt>
              <c:pt idx="234">
                <c:v>0.2216114889677111</c:v>
              </c:pt>
              <c:pt idx="235">
                <c:v>0.2216114889677111</c:v>
              </c:pt>
              <c:pt idx="236">
                <c:v>0.2216114889677111</c:v>
              </c:pt>
              <c:pt idx="237">
                <c:v>0.2216114889677111</c:v>
              </c:pt>
              <c:pt idx="238">
                <c:v>0.2216114889677111</c:v>
              </c:pt>
              <c:pt idx="239">
                <c:v>0.2216114889677111</c:v>
              </c:pt>
              <c:pt idx="240">
                <c:v>0.2216114889677111</c:v>
              </c:pt>
              <c:pt idx="241">
                <c:v>0.2216114889677111</c:v>
              </c:pt>
              <c:pt idx="242">
                <c:v>0.2216114889677111</c:v>
              </c:pt>
              <c:pt idx="243">
                <c:v>0.2216114889677111</c:v>
              </c:pt>
              <c:pt idx="244">
                <c:v>0.2216114889677111</c:v>
              </c:pt>
              <c:pt idx="245">
                <c:v>0.2216114889677111</c:v>
              </c:pt>
            </c:numLit>
          </c:yVal>
          <c:smooth val="0"/>
        </c:ser>
        <c:ser>
          <c:idx val="10"/>
          <c:order val="10"/>
          <c:tx>
            <c:v>Implemented LCA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FFFFFF"/>
              </a:solidFill>
            </c:spPr>
          </c:marker>
          <c:xVal>
            <c:numLit>
              <c:formatCode>General</c:formatCode>
              <c:ptCount val="246"/>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numLit>
          </c:xVal>
          <c:yVal>
            <c:numLit>
              <c:formatCode>0.0</c:formatCode>
              <c:ptCount val="246"/>
              <c:pt idx="0">
                <c:v>2.878988838997689</c:v>
              </c:pt>
              <c:pt idx="1">
                <c:v>2.878988838997689</c:v>
              </c:pt>
              <c:pt idx="2">
                <c:v>2.878988838997689</c:v>
              </c:pt>
              <c:pt idx="3">
                <c:v>2.878988838997689</c:v>
              </c:pt>
              <c:pt idx="4">
                <c:v>2.878988838997689</c:v>
              </c:pt>
              <c:pt idx="5">
                <c:v>2.878988838997689</c:v>
              </c:pt>
              <c:pt idx="6">
                <c:v>2.878988838997689</c:v>
              </c:pt>
              <c:pt idx="7">
                <c:v>2.878988838997689</c:v>
              </c:pt>
              <c:pt idx="8">
                <c:v>2.878988838997689</c:v>
              </c:pt>
              <c:pt idx="9">
                <c:v>2.878988838997689</c:v>
              </c:pt>
              <c:pt idx="10">
                <c:v>2.878988838997689</c:v>
              </c:pt>
              <c:pt idx="11">
                <c:v>2.878988838997689</c:v>
              </c:pt>
              <c:pt idx="12">
                <c:v>2.878988838997689</c:v>
              </c:pt>
              <c:pt idx="13">
                <c:v>2.878988838997689</c:v>
              </c:pt>
              <c:pt idx="14">
                <c:v>2.878988838997689</c:v>
              </c:pt>
              <c:pt idx="15">
                <c:v>2.878988838997689</c:v>
              </c:pt>
              <c:pt idx="16">
                <c:v>2.878988838997689</c:v>
              </c:pt>
              <c:pt idx="17">
                <c:v>2.878988838997689</c:v>
              </c:pt>
              <c:pt idx="18">
                <c:v>2.878988838997689</c:v>
              </c:pt>
              <c:pt idx="19">
                <c:v>2.878988838997689</c:v>
              </c:pt>
              <c:pt idx="20">
                <c:v>2.878988838997689</c:v>
              </c:pt>
              <c:pt idx="21">
                <c:v>2.878988838997689</c:v>
              </c:pt>
              <c:pt idx="22">
                <c:v>2.878988838997689</c:v>
              </c:pt>
              <c:pt idx="23">
                <c:v>2.878988838997689</c:v>
              </c:pt>
              <c:pt idx="24">
                <c:v>2.878988838997689</c:v>
              </c:pt>
              <c:pt idx="25">
                <c:v>2.878988838997689</c:v>
              </c:pt>
              <c:pt idx="26">
                <c:v>2.878988838997689</c:v>
              </c:pt>
              <c:pt idx="27">
                <c:v>2.878988838997689</c:v>
              </c:pt>
              <c:pt idx="28">
                <c:v>2.878988838997689</c:v>
              </c:pt>
              <c:pt idx="29">
                <c:v>2.878988838997689</c:v>
              </c:pt>
              <c:pt idx="30">
                <c:v>2.878988838997689</c:v>
              </c:pt>
              <c:pt idx="31">
                <c:v>2.878988838997689</c:v>
              </c:pt>
              <c:pt idx="32">
                <c:v>2.878988838997689</c:v>
              </c:pt>
              <c:pt idx="33">
                <c:v>2.878988838997689</c:v>
              </c:pt>
              <c:pt idx="34">
                <c:v>2.878988838997689</c:v>
              </c:pt>
              <c:pt idx="35">
                <c:v>2.878988838997689</c:v>
              </c:pt>
              <c:pt idx="36">
                <c:v>2.878988838997689</c:v>
              </c:pt>
              <c:pt idx="37">
                <c:v>2.878988838997689</c:v>
              </c:pt>
              <c:pt idx="38">
                <c:v>2.878988838997689</c:v>
              </c:pt>
              <c:pt idx="39">
                <c:v>2.878988838997689</c:v>
              </c:pt>
              <c:pt idx="40">
                <c:v>2.878988838997689</c:v>
              </c:pt>
              <c:pt idx="41">
                <c:v>2.878988838997689</c:v>
              </c:pt>
              <c:pt idx="42">
                <c:v>2.878988838997689</c:v>
              </c:pt>
              <c:pt idx="43">
                <c:v>2.878988838997689</c:v>
              </c:pt>
              <c:pt idx="44">
                <c:v>2.878988838997689</c:v>
              </c:pt>
              <c:pt idx="45">
                <c:v>2.878988838997689</c:v>
              </c:pt>
              <c:pt idx="46">
                <c:v>2.878988838997689</c:v>
              </c:pt>
              <c:pt idx="47">
                <c:v>2.878988838997689</c:v>
              </c:pt>
              <c:pt idx="48">
                <c:v>2.878988838997689</c:v>
              </c:pt>
              <c:pt idx="49">
                <c:v>2.878988838997689</c:v>
              </c:pt>
              <c:pt idx="50">
                <c:v>2.878988838997689</c:v>
              </c:pt>
              <c:pt idx="51">
                <c:v>2.878988838997689</c:v>
              </c:pt>
              <c:pt idx="52">
                <c:v>2.878988838997689</c:v>
              </c:pt>
              <c:pt idx="53">
                <c:v>2.878988838997689</c:v>
              </c:pt>
              <c:pt idx="54">
                <c:v>2.878988838997689</c:v>
              </c:pt>
              <c:pt idx="55">
                <c:v>2.878988838997689</c:v>
              </c:pt>
              <c:pt idx="56">
                <c:v>2.878988838997689</c:v>
              </c:pt>
              <c:pt idx="57">
                <c:v>2.878988838997689</c:v>
              </c:pt>
              <c:pt idx="58">
                <c:v>2.878988838997689</c:v>
              </c:pt>
              <c:pt idx="59">
                <c:v>2.878988838997689</c:v>
              </c:pt>
              <c:pt idx="60">
                <c:v>2.878988838997689</c:v>
              </c:pt>
              <c:pt idx="61">
                <c:v>2.878988838997689</c:v>
              </c:pt>
              <c:pt idx="62">
                <c:v>2.878988838997689</c:v>
              </c:pt>
              <c:pt idx="63">
                <c:v>2.878988838997689</c:v>
              </c:pt>
              <c:pt idx="64">
                <c:v>2.878988838997689</c:v>
              </c:pt>
              <c:pt idx="65">
                <c:v>2.878988838997689</c:v>
              </c:pt>
              <c:pt idx="66">
                <c:v>2.878988838997689</c:v>
              </c:pt>
              <c:pt idx="67">
                <c:v>2.878988838997689</c:v>
              </c:pt>
              <c:pt idx="68">
                <c:v>2.878988838997689</c:v>
              </c:pt>
              <c:pt idx="69">
                <c:v>2.878988838997689</c:v>
              </c:pt>
              <c:pt idx="70">
                <c:v>2.878988838997689</c:v>
              </c:pt>
              <c:pt idx="71">
                <c:v>2.878988838997689</c:v>
              </c:pt>
              <c:pt idx="72">
                <c:v>2.878988838997689</c:v>
              </c:pt>
              <c:pt idx="73">
                <c:v>2.878988838997689</c:v>
              </c:pt>
              <c:pt idx="74">
                <c:v>2.878988838997689</c:v>
              </c:pt>
              <c:pt idx="75">
                <c:v>2.878988838997689</c:v>
              </c:pt>
              <c:pt idx="76">
                <c:v>2.878988838997689</c:v>
              </c:pt>
              <c:pt idx="77">
                <c:v>2.878988838997689</c:v>
              </c:pt>
              <c:pt idx="78">
                <c:v>2.878988838997689</c:v>
              </c:pt>
              <c:pt idx="79">
                <c:v>2.878988838997689</c:v>
              </c:pt>
              <c:pt idx="80">
                <c:v>2.878988838997689</c:v>
              </c:pt>
              <c:pt idx="81">
                <c:v>2.878988838997689</c:v>
              </c:pt>
              <c:pt idx="82">
                <c:v>2.878988838997689</c:v>
              </c:pt>
              <c:pt idx="83">
                <c:v>2.878988838997689</c:v>
              </c:pt>
              <c:pt idx="84">
                <c:v>2.878988838997689</c:v>
              </c:pt>
              <c:pt idx="85">
                <c:v>2.878988838997689</c:v>
              </c:pt>
              <c:pt idx="86">
                <c:v>2.878988838997689</c:v>
              </c:pt>
              <c:pt idx="87">
                <c:v>2.878988838997689</c:v>
              </c:pt>
              <c:pt idx="88">
                <c:v>2.878988838997689</c:v>
              </c:pt>
              <c:pt idx="89">
                <c:v>2.878988838997689</c:v>
              </c:pt>
              <c:pt idx="90">
                <c:v>2.878988838997689</c:v>
              </c:pt>
              <c:pt idx="91">
                <c:v>2.878988838997689</c:v>
              </c:pt>
              <c:pt idx="92">
                <c:v>2.878988838997689</c:v>
              </c:pt>
              <c:pt idx="93">
                <c:v>2.878988838997689</c:v>
              </c:pt>
              <c:pt idx="94">
                <c:v>2.878988838997689</c:v>
              </c:pt>
              <c:pt idx="95">
                <c:v>2.878988838997689</c:v>
              </c:pt>
              <c:pt idx="96">
                <c:v>2.878988838997689</c:v>
              </c:pt>
              <c:pt idx="97">
                <c:v>2.878988838997689</c:v>
              </c:pt>
              <c:pt idx="98">
                <c:v>2.878988838997689</c:v>
              </c:pt>
              <c:pt idx="99">
                <c:v>2.878988838997689</c:v>
              </c:pt>
              <c:pt idx="100">
                <c:v>2.878988838997689</c:v>
              </c:pt>
              <c:pt idx="101">
                <c:v>2.878988838997689</c:v>
              </c:pt>
              <c:pt idx="102">
                <c:v>2.878988838997689</c:v>
              </c:pt>
              <c:pt idx="103">
                <c:v>2.878988838997689</c:v>
              </c:pt>
              <c:pt idx="104">
                <c:v>2.878988838997689</c:v>
              </c:pt>
              <c:pt idx="105">
                <c:v>2.878988838997689</c:v>
              </c:pt>
              <c:pt idx="106">
                <c:v>2.878988838997689</c:v>
              </c:pt>
              <c:pt idx="107">
                <c:v>2.878988838997689</c:v>
              </c:pt>
              <c:pt idx="108">
                <c:v>2.878988838997689</c:v>
              </c:pt>
              <c:pt idx="109">
                <c:v>2.878988838997689</c:v>
              </c:pt>
              <c:pt idx="110">
                <c:v>2.878988838997689</c:v>
              </c:pt>
              <c:pt idx="111">
                <c:v>2.878988838997689</c:v>
              </c:pt>
              <c:pt idx="112">
                <c:v>2.878988838997689</c:v>
              </c:pt>
              <c:pt idx="113">
                <c:v>2.878988838997689</c:v>
              </c:pt>
              <c:pt idx="114">
                <c:v>2.878988838997689</c:v>
              </c:pt>
              <c:pt idx="115">
                <c:v>2.878988838997689</c:v>
              </c:pt>
              <c:pt idx="116">
                <c:v>2.878988838997689</c:v>
              </c:pt>
              <c:pt idx="117">
                <c:v>2.878988838997689</c:v>
              </c:pt>
              <c:pt idx="118">
                <c:v>2.878988838997689</c:v>
              </c:pt>
              <c:pt idx="119">
                <c:v>2.878988838997689</c:v>
              </c:pt>
              <c:pt idx="120">
                <c:v>2.878988838997689</c:v>
              </c:pt>
              <c:pt idx="121">
                <c:v>2.878988838997689</c:v>
              </c:pt>
              <c:pt idx="122">
                <c:v>2.878988838997689</c:v>
              </c:pt>
              <c:pt idx="123">
                <c:v>2.878988838997689</c:v>
              </c:pt>
              <c:pt idx="124">
                <c:v>2.878988838997689</c:v>
              </c:pt>
              <c:pt idx="125">
                <c:v>2.878988838997689</c:v>
              </c:pt>
              <c:pt idx="126">
                <c:v>2.878988838997689</c:v>
              </c:pt>
              <c:pt idx="127">
                <c:v>2.878988838997689</c:v>
              </c:pt>
              <c:pt idx="128">
                <c:v>2.878988838997689</c:v>
              </c:pt>
              <c:pt idx="129">
                <c:v>2.878988838997689</c:v>
              </c:pt>
              <c:pt idx="130">
                <c:v>2.878988838997689</c:v>
              </c:pt>
              <c:pt idx="131">
                <c:v>2.878988838997689</c:v>
              </c:pt>
              <c:pt idx="132">
                <c:v>2.878988838997689</c:v>
              </c:pt>
              <c:pt idx="133">
                <c:v>2.878988838997689</c:v>
              </c:pt>
              <c:pt idx="134">
                <c:v>2.878988838997689</c:v>
              </c:pt>
              <c:pt idx="135">
                <c:v>2.878988838997689</c:v>
              </c:pt>
              <c:pt idx="136">
                <c:v>2.878988838997689</c:v>
              </c:pt>
              <c:pt idx="137">
                <c:v>2.878988838997689</c:v>
              </c:pt>
              <c:pt idx="138">
                <c:v>2.878988838997689</c:v>
              </c:pt>
              <c:pt idx="139">
                <c:v>2.878988838997689</c:v>
              </c:pt>
              <c:pt idx="140">
                <c:v>2.878988838997689</c:v>
              </c:pt>
              <c:pt idx="141">
                <c:v>2.878988838997689</c:v>
              </c:pt>
              <c:pt idx="142">
                <c:v>2.878988838997689</c:v>
              </c:pt>
              <c:pt idx="143">
                <c:v>2.878988838997689</c:v>
              </c:pt>
              <c:pt idx="144">
                <c:v>2.878988838997689</c:v>
              </c:pt>
              <c:pt idx="145">
                <c:v>2.878988838997689</c:v>
              </c:pt>
              <c:pt idx="146">
                <c:v>2.878988838997689</c:v>
              </c:pt>
              <c:pt idx="147">
                <c:v>2.878988838997689</c:v>
              </c:pt>
              <c:pt idx="148">
                <c:v>2.878988838997689</c:v>
              </c:pt>
              <c:pt idx="149">
                <c:v>2.878988838997689</c:v>
              </c:pt>
              <c:pt idx="150">
                <c:v>2.878988838997689</c:v>
              </c:pt>
              <c:pt idx="151">
                <c:v>2.878988838997689</c:v>
              </c:pt>
              <c:pt idx="152">
                <c:v>2.878988838997689</c:v>
              </c:pt>
              <c:pt idx="153">
                <c:v>2.878988838997689</c:v>
              </c:pt>
              <c:pt idx="154">
                <c:v>2.878988838997689</c:v>
              </c:pt>
              <c:pt idx="155">
                <c:v>2.878988838997689</c:v>
              </c:pt>
              <c:pt idx="156">
                <c:v>2.878988838997689</c:v>
              </c:pt>
              <c:pt idx="157">
                <c:v>2.878988838997689</c:v>
              </c:pt>
              <c:pt idx="158">
                <c:v>2.878988838997689</c:v>
              </c:pt>
              <c:pt idx="159">
                <c:v>2.878988838997689</c:v>
              </c:pt>
              <c:pt idx="160">
                <c:v>2.878988838997689</c:v>
              </c:pt>
              <c:pt idx="161">
                <c:v>2.878988838997689</c:v>
              </c:pt>
              <c:pt idx="162">
                <c:v>2.878988838997689</c:v>
              </c:pt>
              <c:pt idx="163">
                <c:v>2.878988838997689</c:v>
              </c:pt>
              <c:pt idx="164">
                <c:v>2.878988838997689</c:v>
              </c:pt>
              <c:pt idx="165">
                <c:v>2.878988838997689</c:v>
              </c:pt>
              <c:pt idx="166">
                <c:v>2.878988838997689</c:v>
              </c:pt>
              <c:pt idx="167">
                <c:v>2.878988838997689</c:v>
              </c:pt>
              <c:pt idx="168">
                <c:v>2.878988838997689</c:v>
              </c:pt>
              <c:pt idx="169">
                <c:v>2.878988838997689</c:v>
              </c:pt>
              <c:pt idx="170">
                <c:v>2.878988838997689</c:v>
              </c:pt>
              <c:pt idx="171">
                <c:v>2.878988838997689</c:v>
              </c:pt>
              <c:pt idx="172">
                <c:v>2.878988838997689</c:v>
              </c:pt>
              <c:pt idx="173">
                <c:v>2.878988838997689</c:v>
              </c:pt>
              <c:pt idx="174">
                <c:v>2.878988838997689</c:v>
              </c:pt>
              <c:pt idx="175">
                <c:v>2.878988838997689</c:v>
              </c:pt>
              <c:pt idx="176">
                <c:v>2.878988838997689</c:v>
              </c:pt>
              <c:pt idx="177">
                <c:v>2.878988838997689</c:v>
              </c:pt>
              <c:pt idx="178">
                <c:v>2.878988838997689</c:v>
              </c:pt>
              <c:pt idx="179">
                <c:v>2.878988838997689</c:v>
              </c:pt>
              <c:pt idx="180">
                <c:v>2.878988838997689</c:v>
              </c:pt>
              <c:pt idx="181">
                <c:v>2.878988838997689</c:v>
              </c:pt>
              <c:pt idx="182">
                <c:v>2.878988838997689</c:v>
              </c:pt>
              <c:pt idx="183">
                <c:v>2.878988838997689</c:v>
              </c:pt>
              <c:pt idx="184">
                <c:v>2.878988838997689</c:v>
              </c:pt>
              <c:pt idx="185">
                <c:v>2.878988838997689</c:v>
              </c:pt>
              <c:pt idx="186">
                <c:v>2.878988838997689</c:v>
              </c:pt>
              <c:pt idx="187">
                <c:v>2.878988838997689</c:v>
              </c:pt>
              <c:pt idx="188">
                <c:v>2.878988838997689</c:v>
              </c:pt>
              <c:pt idx="189">
                <c:v>2.878988838997689</c:v>
              </c:pt>
              <c:pt idx="190">
                <c:v>2.878988838997689</c:v>
              </c:pt>
              <c:pt idx="191">
                <c:v>2.878988838997689</c:v>
              </c:pt>
              <c:pt idx="192">
                <c:v>2.878988838997689</c:v>
              </c:pt>
              <c:pt idx="193">
                <c:v>2.878988838997689</c:v>
              </c:pt>
              <c:pt idx="194">
                <c:v>2.878988838997689</c:v>
              </c:pt>
              <c:pt idx="195">
                <c:v>2.878988838997689</c:v>
              </c:pt>
              <c:pt idx="196">
                <c:v>2.878988838997689</c:v>
              </c:pt>
              <c:pt idx="197">
                <c:v>2.878988838997689</c:v>
              </c:pt>
              <c:pt idx="198">
                <c:v>2.878988838997689</c:v>
              </c:pt>
              <c:pt idx="199">
                <c:v>2.878988838997689</c:v>
              </c:pt>
              <c:pt idx="200">
                <c:v>2.878988838997689</c:v>
              </c:pt>
              <c:pt idx="201">
                <c:v>2.878988838997689</c:v>
              </c:pt>
              <c:pt idx="202">
                <c:v>2.878988838997689</c:v>
              </c:pt>
              <c:pt idx="203">
                <c:v>2.878988838997689</c:v>
              </c:pt>
              <c:pt idx="204">
                <c:v>2.878988838997689</c:v>
              </c:pt>
              <c:pt idx="205">
                <c:v>2.878988838997689</c:v>
              </c:pt>
              <c:pt idx="206">
                <c:v>2.878988838997689</c:v>
              </c:pt>
              <c:pt idx="207">
                <c:v>2.878988838997689</c:v>
              </c:pt>
              <c:pt idx="208">
                <c:v>2.878988838997689</c:v>
              </c:pt>
              <c:pt idx="209">
                <c:v>2.878988838997689</c:v>
              </c:pt>
              <c:pt idx="210">
                <c:v>2.878988838997689</c:v>
              </c:pt>
              <c:pt idx="211">
                <c:v>2.878988838997689</c:v>
              </c:pt>
              <c:pt idx="212">
                <c:v>2.878988838997689</c:v>
              </c:pt>
              <c:pt idx="213">
                <c:v>2.878988838997689</c:v>
              </c:pt>
              <c:pt idx="214">
                <c:v>2.878988838997689</c:v>
              </c:pt>
              <c:pt idx="215">
                <c:v>2.878988838997689</c:v>
              </c:pt>
              <c:pt idx="216">
                <c:v>2.878988838997689</c:v>
              </c:pt>
              <c:pt idx="217">
                <c:v>2.878988838997689</c:v>
              </c:pt>
              <c:pt idx="218">
                <c:v>2.878988838997689</c:v>
              </c:pt>
              <c:pt idx="219">
                <c:v>2.878988838997689</c:v>
              </c:pt>
              <c:pt idx="220">
                <c:v>2.878988838997689</c:v>
              </c:pt>
              <c:pt idx="221">
                <c:v>2.878988838997689</c:v>
              </c:pt>
              <c:pt idx="222">
                <c:v>2.878988838997689</c:v>
              </c:pt>
              <c:pt idx="223">
                <c:v>2.878988838997689</c:v>
              </c:pt>
              <c:pt idx="224">
                <c:v>2.878988838997689</c:v>
              </c:pt>
              <c:pt idx="225">
                <c:v>2.878988838997689</c:v>
              </c:pt>
              <c:pt idx="226">
                <c:v>2.878988838997689</c:v>
              </c:pt>
              <c:pt idx="227">
                <c:v>2.878988838997689</c:v>
              </c:pt>
              <c:pt idx="228">
                <c:v>2.878988838997689</c:v>
              </c:pt>
              <c:pt idx="229">
                <c:v>2.878988838997689</c:v>
              </c:pt>
              <c:pt idx="230">
                <c:v>2.878988838997689</c:v>
              </c:pt>
              <c:pt idx="231">
                <c:v>2.878988838997689</c:v>
              </c:pt>
              <c:pt idx="232">
                <c:v>2.878988838997689</c:v>
              </c:pt>
              <c:pt idx="233">
                <c:v>2.878988838997689</c:v>
              </c:pt>
              <c:pt idx="234">
                <c:v>2.878988838997689</c:v>
              </c:pt>
              <c:pt idx="235">
                <c:v>2.878988838997689</c:v>
              </c:pt>
              <c:pt idx="236">
                <c:v>2.878988838997689</c:v>
              </c:pt>
              <c:pt idx="237">
                <c:v>2.878988838997689</c:v>
              </c:pt>
              <c:pt idx="238">
                <c:v>2.878988838997689</c:v>
              </c:pt>
              <c:pt idx="239">
                <c:v>2.878988838997689</c:v>
              </c:pt>
              <c:pt idx="240">
                <c:v>2.878988838997689</c:v>
              </c:pt>
              <c:pt idx="241">
                <c:v>2.878988838997689</c:v>
              </c:pt>
              <c:pt idx="242">
                <c:v>2.878988838997689</c:v>
              </c:pt>
              <c:pt idx="243">
                <c:v>2.878988838997689</c:v>
              </c:pt>
              <c:pt idx="244">
                <c:v>2.878988838997689</c:v>
              </c:pt>
              <c:pt idx="245">
                <c:v>2.878988838997689</c:v>
              </c:pt>
            </c:numLit>
          </c:yVal>
          <c:smooth val="0"/>
        </c:ser>
        <c:ser>
          <c:idx val="11"/>
          <c:order val="11"/>
          <c:tx>
            <c:v>Implemented LCA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FFFFFF"/>
              </a:solidFill>
            </c:spPr>
          </c:marker>
          <c:xVal>
            <c:numLit>
              <c:formatCode>General</c:formatCode>
              <c:ptCount val="246"/>
              <c:pt idx="0">
                <c:v>4.321746802464266</c:v>
              </c:pt>
              <c:pt idx="1">
                <c:v>4.321746802464266</c:v>
              </c:pt>
              <c:pt idx="2">
                <c:v>4.321746802464266</c:v>
              </c:pt>
              <c:pt idx="3">
                <c:v>4.321746802464266</c:v>
              </c:pt>
              <c:pt idx="4">
                <c:v>4.321746802464266</c:v>
              </c:pt>
              <c:pt idx="5">
                <c:v>4.321746802464266</c:v>
              </c:pt>
              <c:pt idx="6">
                <c:v>4.321746802464266</c:v>
              </c:pt>
              <c:pt idx="7">
                <c:v>4.321746802464266</c:v>
              </c:pt>
              <c:pt idx="8">
                <c:v>4.321746802464266</c:v>
              </c:pt>
              <c:pt idx="9">
                <c:v>4.321746802464266</c:v>
              </c:pt>
              <c:pt idx="10">
                <c:v>4.321746802464266</c:v>
              </c:pt>
              <c:pt idx="11">
                <c:v>4.321746802464266</c:v>
              </c:pt>
              <c:pt idx="12">
                <c:v>4.321746802464266</c:v>
              </c:pt>
              <c:pt idx="13">
                <c:v>4.321746802464266</c:v>
              </c:pt>
              <c:pt idx="14">
                <c:v>4.321746802464266</c:v>
              </c:pt>
              <c:pt idx="15">
                <c:v>4.321746802464266</c:v>
              </c:pt>
              <c:pt idx="16">
                <c:v>4.321746802464266</c:v>
              </c:pt>
              <c:pt idx="17">
                <c:v>4.321746802464266</c:v>
              </c:pt>
              <c:pt idx="18">
                <c:v>4.321746802464266</c:v>
              </c:pt>
              <c:pt idx="19">
                <c:v>4.321746802464266</c:v>
              </c:pt>
              <c:pt idx="20">
                <c:v>4.321746802464266</c:v>
              </c:pt>
              <c:pt idx="21">
                <c:v>4.321746802464266</c:v>
              </c:pt>
              <c:pt idx="22">
                <c:v>4.321746802464266</c:v>
              </c:pt>
              <c:pt idx="23">
                <c:v>4.321746802464266</c:v>
              </c:pt>
              <c:pt idx="24">
                <c:v>4.321746802464266</c:v>
              </c:pt>
              <c:pt idx="25">
                <c:v>4.321746802464266</c:v>
              </c:pt>
              <c:pt idx="26">
                <c:v>4.321746802464266</c:v>
              </c:pt>
              <c:pt idx="27">
                <c:v>4.321746802464266</c:v>
              </c:pt>
              <c:pt idx="28">
                <c:v>4.321746802464266</c:v>
              </c:pt>
              <c:pt idx="29">
                <c:v>4.321746802464266</c:v>
              </c:pt>
              <c:pt idx="30">
                <c:v>4.321746802464266</c:v>
              </c:pt>
              <c:pt idx="31">
                <c:v>4.321746802464266</c:v>
              </c:pt>
              <c:pt idx="32">
                <c:v>4.321746802464266</c:v>
              </c:pt>
              <c:pt idx="33">
                <c:v>4.321746802464266</c:v>
              </c:pt>
              <c:pt idx="34">
                <c:v>4.321746802464266</c:v>
              </c:pt>
              <c:pt idx="35">
                <c:v>4.321746802464266</c:v>
              </c:pt>
              <c:pt idx="36">
                <c:v>4.321746802464266</c:v>
              </c:pt>
              <c:pt idx="37">
                <c:v>4.321746802464266</c:v>
              </c:pt>
              <c:pt idx="38">
                <c:v>4.321746802464266</c:v>
              </c:pt>
              <c:pt idx="39">
                <c:v>4.321746802464266</c:v>
              </c:pt>
              <c:pt idx="40">
                <c:v>4.321746802464266</c:v>
              </c:pt>
              <c:pt idx="41">
                <c:v>4.321746802464266</c:v>
              </c:pt>
              <c:pt idx="42">
                <c:v>4.321746802464266</c:v>
              </c:pt>
              <c:pt idx="43">
                <c:v>4.321746802464266</c:v>
              </c:pt>
              <c:pt idx="44">
                <c:v>4.321746802464266</c:v>
              </c:pt>
              <c:pt idx="45">
                <c:v>4.321746802464266</c:v>
              </c:pt>
              <c:pt idx="46">
                <c:v>4.321746802464266</c:v>
              </c:pt>
              <c:pt idx="47">
                <c:v>4.321746802464266</c:v>
              </c:pt>
              <c:pt idx="48">
                <c:v>4.321746802464266</c:v>
              </c:pt>
              <c:pt idx="49">
                <c:v>4.321746802464266</c:v>
              </c:pt>
              <c:pt idx="50">
                <c:v>4.321746802464266</c:v>
              </c:pt>
              <c:pt idx="51">
                <c:v>4.321746802464266</c:v>
              </c:pt>
              <c:pt idx="52">
                <c:v>4.321746802464266</c:v>
              </c:pt>
              <c:pt idx="53">
                <c:v>4.321746802464266</c:v>
              </c:pt>
              <c:pt idx="54">
                <c:v>4.321746802464266</c:v>
              </c:pt>
              <c:pt idx="55">
                <c:v>4.321746802464266</c:v>
              </c:pt>
              <c:pt idx="56">
                <c:v>4.321746802464266</c:v>
              </c:pt>
              <c:pt idx="57">
                <c:v>4.321746802464266</c:v>
              </c:pt>
              <c:pt idx="58">
                <c:v>4.321746802464266</c:v>
              </c:pt>
              <c:pt idx="59">
                <c:v>4.321746802464266</c:v>
              </c:pt>
              <c:pt idx="60">
                <c:v>4.321746802464266</c:v>
              </c:pt>
              <c:pt idx="61">
                <c:v>4.321746802464266</c:v>
              </c:pt>
              <c:pt idx="62">
                <c:v>4.321746802464266</c:v>
              </c:pt>
              <c:pt idx="63">
                <c:v>4.321746802464266</c:v>
              </c:pt>
              <c:pt idx="64">
                <c:v>4.321746802464266</c:v>
              </c:pt>
              <c:pt idx="65">
                <c:v>4.321746802464266</c:v>
              </c:pt>
              <c:pt idx="66">
                <c:v>4.321746802464266</c:v>
              </c:pt>
              <c:pt idx="67">
                <c:v>4.321746802464266</c:v>
              </c:pt>
              <c:pt idx="68">
                <c:v>4.321746802464266</c:v>
              </c:pt>
              <c:pt idx="69">
                <c:v>4.321746802464266</c:v>
              </c:pt>
              <c:pt idx="70">
                <c:v>4.321746802464266</c:v>
              </c:pt>
              <c:pt idx="71">
                <c:v>4.321746802464266</c:v>
              </c:pt>
              <c:pt idx="72">
                <c:v>4.321746802464266</c:v>
              </c:pt>
              <c:pt idx="73">
                <c:v>4.321746802464266</c:v>
              </c:pt>
              <c:pt idx="74">
                <c:v>4.321746802464266</c:v>
              </c:pt>
              <c:pt idx="75">
                <c:v>4.321746802464266</c:v>
              </c:pt>
              <c:pt idx="76">
                <c:v>4.321746802464266</c:v>
              </c:pt>
              <c:pt idx="77">
                <c:v>4.321746802464266</c:v>
              </c:pt>
              <c:pt idx="78">
                <c:v>4.321746802464266</c:v>
              </c:pt>
              <c:pt idx="79">
                <c:v>4.321746802464266</c:v>
              </c:pt>
              <c:pt idx="80">
                <c:v>4.321746802464266</c:v>
              </c:pt>
              <c:pt idx="81">
                <c:v>4.321746802464266</c:v>
              </c:pt>
              <c:pt idx="82">
                <c:v>4.321746802464266</c:v>
              </c:pt>
              <c:pt idx="83">
                <c:v>4.321746802464266</c:v>
              </c:pt>
              <c:pt idx="84">
                <c:v>4.321746802464266</c:v>
              </c:pt>
              <c:pt idx="85">
                <c:v>4.321746802464266</c:v>
              </c:pt>
              <c:pt idx="86">
                <c:v>4.321746802464266</c:v>
              </c:pt>
              <c:pt idx="87">
                <c:v>4.321746802464266</c:v>
              </c:pt>
              <c:pt idx="88">
                <c:v>4.321746802464266</c:v>
              </c:pt>
              <c:pt idx="89">
                <c:v>4.321746802464266</c:v>
              </c:pt>
              <c:pt idx="90">
                <c:v>4.321746802464266</c:v>
              </c:pt>
              <c:pt idx="91">
                <c:v>4.321746802464266</c:v>
              </c:pt>
              <c:pt idx="92">
                <c:v>4.321746802464266</c:v>
              </c:pt>
              <c:pt idx="93">
                <c:v>4.321746802464266</c:v>
              </c:pt>
              <c:pt idx="94">
                <c:v>4.321746802464266</c:v>
              </c:pt>
              <c:pt idx="95">
                <c:v>4.321746802464266</c:v>
              </c:pt>
              <c:pt idx="96">
                <c:v>4.321746802464266</c:v>
              </c:pt>
              <c:pt idx="97">
                <c:v>4.321746802464266</c:v>
              </c:pt>
              <c:pt idx="98">
                <c:v>4.321746802464266</c:v>
              </c:pt>
              <c:pt idx="99">
                <c:v>4.321746802464266</c:v>
              </c:pt>
              <c:pt idx="100">
                <c:v>4.321746802464266</c:v>
              </c:pt>
              <c:pt idx="101">
                <c:v>4.321746802464266</c:v>
              </c:pt>
              <c:pt idx="102">
                <c:v>4.321746802464266</c:v>
              </c:pt>
              <c:pt idx="103">
                <c:v>4.321746802464266</c:v>
              </c:pt>
              <c:pt idx="104">
                <c:v>4.321746802464266</c:v>
              </c:pt>
              <c:pt idx="105">
                <c:v>4.321746802464266</c:v>
              </c:pt>
              <c:pt idx="106">
                <c:v>4.321746802464266</c:v>
              </c:pt>
              <c:pt idx="107">
                <c:v>4.321746802464266</c:v>
              </c:pt>
              <c:pt idx="108">
                <c:v>4.321746802464266</c:v>
              </c:pt>
              <c:pt idx="109">
                <c:v>4.321746802464266</c:v>
              </c:pt>
              <c:pt idx="110">
                <c:v>4.321746802464266</c:v>
              </c:pt>
              <c:pt idx="111">
                <c:v>4.321746802464266</c:v>
              </c:pt>
              <c:pt idx="112">
                <c:v>4.321746802464266</c:v>
              </c:pt>
              <c:pt idx="113">
                <c:v>4.321746802464266</c:v>
              </c:pt>
              <c:pt idx="114">
                <c:v>4.321746802464266</c:v>
              </c:pt>
              <c:pt idx="115">
                <c:v>4.321746802464266</c:v>
              </c:pt>
              <c:pt idx="116">
                <c:v>4.321746802464266</c:v>
              </c:pt>
              <c:pt idx="117">
                <c:v>4.321746802464266</c:v>
              </c:pt>
              <c:pt idx="118">
                <c:v>4.321746802464266</c:v>
              </c:pt>
              <c:pt idx="119">
                <c:v>4.321746802464266</c:v>
              </c:pt>
              <c:pt idx="120">
                <c:v>4.321746802464266</c:v>
              </c:pt>
              <c:pt idx="121">
                <c:v>4.321746802464266</c:v>
              </c:pt>
              <c:pt idx="122">
                <c:v>4.321746802464266</c:v>
              </c:pt>
              <c:pt idx="123">
                <c:v>4.321746802464266</c:v>
              </c:pt>
              <c:pt idx="124">
                <c:v>4.321746802464266</c:v>
              </c:pt>
              <c:pt idx="125">
                <c:v>4.321746802464266</c:v>
              </c:pt>
              <c:pt idx="126">
                <c:v>4.321746802464266</c:v>
              </c:pt>
              <c:pt idx="127">
                <c:v>4.321746802464266</c:v>
              </c:pt>
              <c:pt idx="128">
                <c:v>4.321746802464266</c:v>
              </c:pt>
              <c:pt idx="129">
                <c:v>4.321746802464266</c:v>
              </c:pt>
              <c:pt idx="130">
                <c:v>4.321746802464266</c:v>
              </c:pt>
              <c:pt idx="131">
                <c:v>4.321746802464266</c:v>
              </c:pt>
              <c:pt idx="132">
                <c:v>4.321746802464266</c:v>
              </c:pt>
              <c:pt idx="133">
                <c:v>4.321746802464266</c:v>
              </c:pt>
              <c:pt idx="134">
                <c:v>4.321746802464266</c:v>
              </c:pt>
              <c:pt idx="135">
                <c:v>4.321746802464266</c:v>
              </c:pt>
              <c:pt idx="136">
                <c:v>4.321746802464266</c:v>
              </c:pt>
              <c:pt idx="137">
                <c:v>4.321746802464266</c:v>
              </c:pt>
              <c:pt idx="138">
                <c:v>4.321746802464266</c:v>
              </c:pt>
              <c:pt idx="139">
                <c:v>4.321746802464266</c:v>
              </c:pt>
              <c:pt idx="140">
                <c:v>4.321746802464266</c:v>
              </c:pt>
              <c:pt idx="141">
                <c:v>4.321746802464266</c:v>
              </c:pt>
              <c:pt idx="142">
                <c:v>4.321746802464266</c:v>
              </c:pt>
              <c:pt idx="143">
                <c:v>4.321746802464266</c:v>
              </c:pt>
              <c:pt idx="144">
                <c:v>4.321746802464266</c:v>
              </c:pt>
              <c:pt idx="145">
                <c:v>4.321746802464266</c:v>
              </c:pt>
              <c:pt idx="146">
                <c:v>4.321746802464266</c:v>
              </c:pt>
              <c:pt idx="147">
                <c:v>4.321746802464266</c:v>
              </c:pt>
              <c:pt idx="148">
                <c:v>4.321746802464266</c:v>
              </c:pt>
              <c:pt idx="149">
                <c:v>4.321746802464266</c:v>
              </c:pt>
              <c:pt idx="150">
                <c:v>4.321746802464266</c:v>
              </c:pt>
              <c:pt idx="151">
                <c:v>4.321746802464266</c:v>
              </c:pt>
              <c:pt idx="152">
                <c:v>4.321746802464266</c:v>
              </c:pt>
              <c:pt idx="153">
                <c:v>4.321746802464266</c:v>
              </c:pt>
              <c:pt idx="154">
                <c:v>4.321746802464266</c:v>
              </c:pt>
              <c:pt idx="155">
                <c:v>4.321746802464266</c:v>
              </c:pt>
              <c:pt idx="156">
                <c:v>4.321746802464266</c:v>
              </c:pt>
              <c:pt idx="157">
                <c:v>4.321746802464266</c:v>
              </c:pt>
              <c:pt idx="158">
                <c:v>4.321746802464266</c:v>
              </c:pt>
              <c:pt idx="159">
                <c:v>4.321746802464266</c:v>
              </c:pt>
              <c:pt idx="160">
                <c:v>4.321746802464266</c:v>
              </c:pt>
              <c:pt idx="161">
                <c:v>4.321746802464266</c:v>
              </c:pt>
              <c:pt idx="162">
                <c:v>4.321746802464266</c:v>
              </c:pt>
              <c:pt idx="163">
                <c:v>4.321746802464266</c:v>
              </c:pt>
              <c:pt idx="164">
                <c:v>4.321746802464266</c:v>
              </c:pt>
              <c:pt idx="165">
                <c:v>4.321746802464266</c:v>
              </c:pt>
              <c:pt idx="166">
                <c:v>4.321746802464266</c:v>
              </c:pt>
              <c:pt idx="167">
                <c:v>4.321746802464266</c:v>
              </c:pt>
              <c:pt idx="168">
                <c:v>4.321746802464266</c:v>
              </c:pt>
              <c:pt idx="169">
                <c:v>4.321746802464266</c:v>
              </c:pt>
              <c:pt idx="170">
                <c:v>4.321746802464266</c:v>
              </c:pt>
              <c:pt idx="171">
                <c:v>4.321746802464266</c:v>
              </c:pt>
              <c:pt idx="172">
                <c:v>4.321746802464266</c:v>
              </c:pt>
              <c:pt idx="173">
                <c:v>4.321746802464266</c:v>
              </c:pt>
              <c:pt idx="174">
                <c:v>4.321746802464266</c:v>
              </c:pt>
              <c:pt idx="175">
                <c:v>4.321746802464266</c:v>
              </c:pt>
              <c:pt idx="176">
                <c:v>4.321746802464266</c:v>
              </c:pt>
              <c:pt idx="177">
                <c:v>4.321746802464266</c:v>
              </c:pt>
              <c:pt idx="178">
                <c:v>4.321746802464266</c:v>
              </c:pt>
              <c:pt idx="179">
                <c:v>4.321746802464266</c:v>
              </c:pt>
              <c:pt idx="180">
                <c:v>4.321746802464266</c:v>
              </c:pt>
              <c:pt idx="181">
                <c:v>4.321746802464266</c:v>
              </c:pt>
              <c:pt idx="182">
                <c:v>4.321746802464266</c:v>
              </c:pt>
              <c:pt idx="183">
                <c:v>4.321746802464266</c:v>
              </c:pt>
              <c:pt idx="184">
                <c:v>4.321746802464266</c:v>
              </c:pt>
              <c:pt idx="185">
                <c:v>4.321746802464266</c:v>
              </c:pt>
              <c:pt idx="186">
                <c:v>4.321746802464266</c:v>
              </c:pt>
              <c:pt idx="187">
                <c:v>4.321746802464266</c:v>
              </c:pt>
              <c:pt idx="188">
                <c:v>4.321746802464266</c:v>
              </c:pt>
              <c:pt idx="189">
                <c:v>4.321746802464266</c:v>
              </c:pt>
              <c:pt idx="190">
                <c:v>4.321746802464266</c:v>
              </c:pt>
              <c:pt idx="191">
                <c:v>4.321746802464266</c:v>
              </c:pt>
              <c:pt idx="192">
                <c:v>4.321746802464266</c:v>
              </c:pt>
              <c:pt idx="193">
                <c:v>4.321746802464266</c:v>
              </c:pt>
              <c:pt idx="194">
                <c:v>4.321746802464266</c:v>
              </c:pt>
              <c:pt idx="195">
                <c:v>4.321746802464266</c:v>
              </c:pt>
              <c:pt idx="196">
                <c:v>4.321746802464266</c:v>
              </c:pt>
              <c:pt idx="197">
                <c:v>4.321746802464266</c:v>
              </c:pt>
              <c:pt idx="198">
                <c:v>4.321746802464266</c:v>
              </c:pt>
              <c:pt idx="199">
                <c:v>4.321746802464266</c:v>
              </c:pt>
              <c:pt idx="200">
                <c:v>4.321746802464266</c:v>
              </c:pt>
              <c:pt idx="201">
                <c:v>4.321746802464266</c:v>
              </c:pt>
              <c:pt idx="202">
                <c:v>4.321746802464266</c:v>
              </c:pt>
              <c:pt idx="203">
                <c:v>4.321746802464266</c:v>
              </c:pt>
              <c:pt idx="204">
                <c:v>4.321746802464266</c:v>
              </c:pt>
              <c:pt idx="205">
                <c:v>4.321746802464266</c:v>
              </c:pt>
              <c:pt idx="206">
                <c:v>4.321746802464266</c:v>
              </c:pt>
              <c:pt idx="207">
                <c:v>4.321746802464266</c:v>
              </c:pt>
              <c:pt idx="208">
                <c:v>4.321746802464266</c:v>
              </c:pt>
              <c:pt idx="209">
                <c:v>4.321746802464266</c:v>
              </c:pt>
              <c:pt idx="210">
                <c:v>4.321746802464266</c:v>
              </c:pt>
              <c:pt idx="211">
                <c:v>4.321746802464266</c:v>
              </c:pt>
              <c:pt idx="212">
                <c:v>4.321746802464266</c:v>
              </c:pt>
              <c:pt idx="213">
                <c:v>4.321746802464266</c:v>
              </c:pt>
              <c:pt idx="214">
                <c:v>4.321746802464266</c:v>
              </c:pt>
              <c:pt idx="215">
                <c:v>4.321746802464266</c:v>
              </c:pt>
              <c:pt idx="216">
                <c:v>4.321746802464266</c:v>
              </c:pt>
              <c:pt idx="217">
                <c:v>4.321746802464266</c:v>
              </c:pt>
              <c:pt idx="218">
                <c:v>4.321746802464266</c:v>
              </c:pt>
              <c:pt idx="219">
                <c:v>4.321746802464266</c:v>
              </c:pt>
              <c:pt idx="220">
                <c:v>4.321746802464266</c:v>
              </c:pt>
              <c:pt idx="221">
                <c:v>4.321746802464266</c:v>
              </c:pt>
              <c:pt idx="222">
                <c:v>4.321746802464266</c:v>
              </c:pt>
              <c:pt idx="223">
                <c:v>4.321746802464266</c:v>
              </c:pt>
              <c:pt idx="224">
                <c:v>4.321746802464266</c:v>
              </c:pt>
              <c:pt idx="225">
                <c:v>4.321746802464266</c:v>
              </c:pt>
              <c:pt idx="226">
                <c:v>4.321746802464266</c:v>
              </c:pt>
              <c:pt idx="227">
                <c:v>4.321746802464266</c:v>
              </c:pt>
              <c:pt idx="228">
                <c:v>4.321746802464266</c:v>
              </c:pt>
              <c:pt idx="229">
                <c:v>4.321746802464266</c:v>
              </c:pt>
              <c:pt idx="230">
                <c:v>4.321746802464266</c:v>
              </c:pt>
              <c:pt idx="231">
                <c:v>4.321746802464266</c:v>
              </c:pt>
              <c:pt idx="232">
                <c:v>4.321746802464266</c:v>
              </c:pt>
              <c:pt idx="233">
                <c:v>4.321746802464266</c:v>
              </c:pt>
              <c:pt idx="234">
                <c:v>4.321746802464266</c:v>
              </c:pt>
              <c:pt idx="235">
                <c:v>4.321746802464266</c:v>
              </c:pt>
              <c:pt idx="236">
                <c:v>4.321746802464266</c:v>
              </c:pt>
              <c:pt idx="237">
                <c:v>4.321746802464266</c:v>
              </c:pt>
              <c:pt idx="238">
                <c:v>4.321746802464266</c:v>
              </c:pt>
              <c:pt idx="239">
                <c:v>4.321746802464266</c:v>
              </c:pt>
              <c:pt idx="240">
                <c:v>4.321746802464266</c:v>
              </c:pt>
              <c:pt idx="241">
                <c:v>4.321746802464266</c:v>
              </c:pt>
              <c:pt idx="242">
                <c:v>4.321746802464266</c:v>
              </c:pt>
              <c:pt idx="243">
                <c:v>4.321746802464266</c:v>
              </c:pt>
              <c:pt idx="244">
                <c:v>4.321746802464266</c:v>
              </c:pt>
              <c:pt idx="245">
                <c:v>4.321746802464266</c:v>
              </c:pt>
            </c:numLit>
          </c:xVal>
          <c:yVal>
            <c:numLit>
              <c:formatCode>0.0</c:formatCode>
              <c:ptCount val="246"/>
              <c:pt idx="0">
                <c:v>2.0904444845289665</c:v>
              </c:pt>
              <c:pt idx="1">
                <c:v>2.0904444845289665</c:v>
              </c:pt>
              <c:pt idx="2">
                <c:v>2.0904444845289665</c:v>
              </c:pt>
              <c:pt idx="3">
                <c:v>2.0904444845289665</c:v>
              </c:pt>
              <c:pt idx="4">
                <c:v>2.0904444845289665</c:v>
              </c:pt>
              <c:pt idx="5">
                <c:v>2.0904444845289665</c:v>
              </c:pt>
              <c:pt idx="6">
                <c:v>2.0904444845289665</c:v>
              </c:pt>
              <c:pt idx="7">
                <c:v>2.0904444845289665</c:v>
              </c:pt>
              <c:pt idx="8">
                <c:v>2.0904444845289665</c:v>
              </c:pt>
              <c:pt idx="9">
                <c:v>2.0904444845289665</c:v>
              </c:pt>
              <c:pt idx="10">
                <c:v>2.0904444845289665</c:v>
              </c:pt>
              <c:pt idx="11">
                <c:v>2.0904444845289665</c:v>
              </c:pt>
              <c:pt idx="12">
                <c:v>2.0904444845289665</c:v>
              </c:pt>
              <c:pt idx="13">
                <c:v>2.0904444845289665</c:v>
              </c:pt>
              <c:pt idx="14">
                <c:v>2.0904444845289665</c:v>
              </c:pt>
              <c:pt idx="15">
                <c:v>2.0904444845289665</c:v>
              </c:pt>
              <c:pt idx="16">
                <c:v>2.0904444845289665</c:v>
              </c:pt>
              <c:pt idx="17">
                <c:v>2.0904444845289665</c:v>
              </c:pt>
              <c:pt idx="18">
                <c:v>2.0904444845289665</c:v>
              </c:pt>
              <c:pt idx="19">
                <c:v>2.0904444845289665</c:v>
              </c:pt>
              <c:pt idx="20">
                <c:v>2.0904444845289665</c:v>
              </c:pt>
              <c:pt idx="21">
                <c:v>2.0904444845289665</c:v>
              </c:pt>
              <c:pt idx="22">
                <c:v>2.0904444845289665</c:v>
              </c:pt>
              <c:pt idx="23">
                <c:v>2.0904444845289665</c:v>
              </c:pt>
              <c:pt idx="24">
                <c:v>2.0904444845289665</c:v>
              </c:pt>
              <c:pt idx="25">
                <c:v>2.0904444845289665</c:v>
              </c:pt>
              <c:pt idx="26">
                <c:v>2.0904444845289665</c:v>
              </c:pt>
              <c:pt idx="27">
                <c:v>2.0904444845289665</c:v>
              </c:pt>
              <c:pt idx="28">
                <c:v>2.0904444845289665</c:v>
              </c:pt>
              <c:pt idx="29">
                <c:v>2.0904444845289665</c:v>
              </c:pt>
              <c:pt idx="30">
                <c:v>2.0904444845289665</c:v>
              </c:pt>
              <c:pt idx="31">
                <c:v>2.0904444845289665</c:v>
              </c:pt>
              <c:pt idx="32">
                <c:v>2.0904444845289665</c:v>
              </c:pt>
              <c:pt idx="33">
                <c:v>2.0904444845289665</c:v>
              </c:pt>
              <c:pt idx="34">
                <c:v>2.0904444845289665</c:v>
              </c:pt>
              <c:pt idx="35">
                <c:v>2.0904444845289665</c:v>
              </c:pt>
              <c:pt idx="36">
                <c:v>2.0904444845289665</c:v>
              </c:pt>
              <c:pt idx="37">
                <c:v>2.0904444845289665</c:v>
              </c:pt>
              <c:pt idx="38">
                <c:v>2.0904444845289665</c:v>
              </c:pt>
              <c:pt idx="39">
                <c:v>2.0904444845289665</c:v>
              </c:pt>
              <c:pt idx="40">
                <c:v>2.0904444845289665</c:v>
              </c:pt>
              <c:pt idx="41">
                <c:v>2.0904444845289665</c:v>
              </c:pt>
              <c:pt idx="42">
                <c:v>2.0904444845289665</c:v>
              </c:pt>
              <c:pt idx="43">
                <c:v>2.0904444845289665</c:v>
              </c:pt>
              <c:pt idx="44">
                <c:v>2.0904444845289665</c:v>
              </c:pt>
              <c:pt idx="45">
                <c:v>2.0904444845289665</c:v>
              </c:pt>
              <c:pt idx="46">
                <c:v>2.0904444845289665</c:v>
              </c:pt>
              <c:pt idx="47">
                <c:v>2.0904444845289665</c:v>
              </c:pt>
              <c:pt idx="48">
                <c:v>2.0904444845289665</c:v>
              </c:pt>
              <c:pt idx="49">
                <c:v>2.0904444845289665</c:v>
              </c:pt>
              <c:pt idx="50">
                <c:v>2.0904444845289665</c:v>
              </c:pt>
              <c:pt idx="51">
                <c:v>2.0904444845289665</c:v>
              </c:pt>
              <c:pt idx="52">
                <c:v>2.0904444845289665</c:v>
              </c:pt>
              <c:pt idx="53">
                <c:v>2.0904444845289665</c:v>
              </c:pt>
              <c:pt idx="54">
                <c:v>2.0904444845289665</c:v>
              </c:pt>
              <c:pt idx="55">
                <c:v>2.0904444845289665</c:v>
              </c:pt>
              <c:pt idx="56">
                <c:v>2.0904444845289665</c:v>
              </c:pt>
              <c:pt idx="57">
                <c:v>2.0904444845289665</c:v>
              </c:pt>
              <c:pt idx="58">
                <c:v>2.0904444845289665</c:v>
              </c:pt>
              <c:pt idx="59">
                <c:v>2.0904444845289665</c:v>
              </c:pt>
              <c:pt idx="60">
                <c:v>2.0904444845289665</c:v>
              </c:pt>
              <c:pt idx="61">
                <c:v>2.0904444845289665</c:v>
              </c:pt>
              <c:pt idx="62">
                <c:v>2.0904444845289665</c:v>
              </c:pt>
              <c:pt idx="63">
                <c:v>2.0904444845289665</c:v>
              </c:pt>
              <c:pt idx="64">
                <c:v>2.0904444845289665</c:v>
              </c:pt>
              <c:pt idx="65">
                <c:v>2.0904444845289665</c:v>
              </c:pt>
              <c:pt idx="66">
                <c:v>2.0904444845289665</c:v>
              </c:pt>
              <c:pt idx="67">
                <c:v>2.0904444845289665</c:v>
              </c:pt>
              <c:pt idx="68">
                <c:v>2.0904444845289665</c:v>
              </c:pt>
              <c:pt idx="69">
                <c:v>2.0904444845289665</c:v>
              </c:pt>
              <c:pt idx="70">
                <c:v>2.0904444845289665</c:v>
              </c:pt>
              <c:pt idx="71">
                <c:v>2.0904444845289665</c:v>
              </c:pt>
              <c:pt idx="72">
                <c:v>2.0904444845289665</c:v>
              </c:pt>
              <c:pt idx="73">
                <c:v>2.0904444845289665</c:v>
              </c:pt>
              <c:pt idx="74">
                <c:v>2.0904444845289665</c:v>
              </c:pt>
              <c:pt idx="75">
                <c:v>2.0904444845289665</c:v>
              </c:pt>
              <c:pt idx="76">
                <c:v>2.0904444845289665</c:v>
              </c:pt>
              <c:pt idx="77">
                <c:v>2.0904444845289665</c:v>
              </c:pt>
              <c:pt idx="78">
                <c:v>2.0904444845289665</c:v>
              </c:pt>
              <c:pt idx="79">
                <c:v>2.0904444845289665</c:v>
              </c:pt>
              <c:pt idx="80">
                <c:v>2.0904444845289665</c:v>
              </c:pt>
              <c:pt idx="81">
                <c:v>2.0904444845289665</c:v>
              </c:pt>
              <c:pt idx="82">
                <c:v>2.0904444845289665</c:v>
              </c:pt>
              <c:pt idx="83">
                <c:v>2.0904444845289665</c:v>
              </c:pt>
              <c:pt idx="84">
                <c:v>2.0904444845289665</c:v>
              </c:pt>
              <c:pt idx="85">
                <c:v>2.0904444845289665</c:v>
              </c:pt>
              <c:pt idx="86">
                <c:v>2.0904444845289665</c:v>
              </c:pt>
              <c:pt idx="87">
                <c:v>2.0904444845289665</c:v>
              </c:pt>
              <c:pt idx="88">
                <c:v>2.0904444845289665</c:v>
              </c:pt>
              <c:pt idx="89">
                <c:v>2.0904444845289665</c:v>
              </c:pt>
              <c:pt idx="90">
                <c:v>2.0904444845289665</c:v>
              </c:pt>
              <c:pt idx="91">
                <c:v>2.0904444845289665</c:v>
              </c:pt>
              <c:pt idx="92">
                <c:v>2.0904444845289665</c:v>
              </c:pt>
              <c:pt idx="93">
                <c:v>2.0904444845289665</c:v>
              </c:pt>
              <c:pt idx="94">
                <c:v>2.0904444845289665</c:v>
              </c:pt>
              <c:pt idx="95">
                <c:v>2.0904444845289665</c:v>
              </c:pt>
              <c:pt idx="96">
                <c:v>2.0904444845289665</c:v>
              </c:pt>
              <c:pt idx="97">
                <c:v>2.0904444845289665</c:v>
              </c:pt>
              <c:pt idx="98">
                <c:v>2.0904444845289665</c:v>
              </c:pt>
              <c:pt idx="99">
                <c:v>2.0904444845289665</c:v>
              </c:pt>
              <c:pt idx="100">
                <c:v>2.0904444845289665</c:v>
              </c:pt>
              <c:pt idx="101">
                <c:v>2.0904444845289665</c:v>
              </c:pt>
              <c:pt idx="102">
                <c:v>2.0904444845289665</c:v>
              </c:pt>
              <c:pt idx="103">
                <c:v>2.0904444845289665</c:v>
              </c:pt>
              <c:pt idx="104">
                <c:v>2.0904444845289665</c:v>
              </c:pt>
              <c:pt idx="105">
                <c:v>2.0904444845289665</c:v>
              </c:pt>
              <c:pt idx="106">
                <c:v>2.0904444845289665</c:v>
              </c:pt>
              <c:pt idx="107">
                <c:v>2.0904444845289665</c:v>
              </c:pt>
              <c:pt idx="108">
                <c:v>2.0904444845289665</c:v>
              </c:pt>
              <c:pt idx="109">
                <c:v>2.0904444845289665</c:v>
              </c:pt>
              <c:pt idx="110">
                <c:v>2.0904444845289665</c:v>
              </c:pt>
              <c:pt idx="111">
                <c:v>2.0904444845289665</c:v>
              </c:pt>
              <c:pt idx="112">
                <c:v>2.0904444845289665</c:v>
              </c:pt>
              <c:pt idx="113">
                <c:v>2.0904444845289665</c:v>
              </c:pt>
              <c:pt idx="114">
                <c:v>2.0904444845289665</c:v>
              </c:pt>
              <c:pt idx="115">
                <c:v>2.0904444845289665</c:v>
              </c:pt>
              <c:pt idx="116">
                <c:v>2.0904444845289665</c:v>
              </c:pt>
              <c:pt idx="117">
                <c:v>2.0904444845289665</c:v>
              </c:pt>
              <c:pt idx="118">
                <c:v>2.0904444845289665</c:v>
              </c:pt>
              <c:pt idx="119">
                <c:v>2.0904444845289665</c:v>
              </c:pt>
              <c:pt idx="120">
                <c:v>2.0904444845289665</c:v>
              </c:pt>
              <c:pt idx="121">
                <c:v>2.0904444845289665</c:v>
              </c:pt>
              <c:pt idx="122">
                <c:v>2.0904444845289665</c:v>
              </c:pt>
              <c:pt idx="123">
                <c:v>2.0904444845289665</c:v>
              </c:pt>
              <c:pt idx="124">
                <c:v>2.0904444845289665</c:v>
              </c:pt>
              <c:pt idx="125">
                <c:v>2.0904444845289665</c:v>
              </c:pt>
              <c:pt idx="126">
                <c:v>2.0904444845289665</c:v>
              </c:pt>
              <c:pt idx="127">
                <c:v>2.0904444845289665</c:v>
              </c:pt>
              <c:pt idx="128">
                <c:v>2.0904444845289665</c:v>
              </c:pt>
              <c:pt idx="129">
                <c:v>2.0904444845289665</c:v>
              </c:pt>
              <c:pt idx="130">
                <c:v>2.0904444845289665</c:v>
              </c:pt>
              <c:pt idx="131">
                <c:v>2.0904444845289665</c:v>
              </c:pt>
              <c:pt idx="132">
                <c:v>2.0904444845289665</c:v>
              </c:pt>
              <c:pt idx="133">
                <c:v>2.0904444845289665</c:v>
              </c:pt>
              <c:pt idx="134">
                <c:v>2.0904444845289665</c:v>
              </c:pt>
              <c:pt idx="135">
                <c:v>2.0904444845289665</c:v>
              </c:pt>
              <c:pt idx="136">
                <c:v>2.0904444845289665</c:v>
              </c:pt>
              <c:pt idx="137">
                <c:v>2.0904444845289665</c:v>
              </c:pt>
              <c:pt idx="138">
                <c:v>2.0904444845289665</c:v>
              </c:pt>
              <c:pt idx="139">
                <c:v>2.0904444845289665</c:v>
              </c:pt>
              <c:pt idx="140">
                <c:v>2.0904444845289665</c:v>
              </c:pt>
              <c:pt idx="141">
                <c:v>2.0904444845289665</c:v>
              </c:pt>
              <c:pt idx="142">
                <c:v>2.0904444845289665</c:v>
              </c:pt>
              <c:pt idx="143">
                <c:v>2.0904444845289665</c:v>
              </c:pt>
              <c:pt idx="144">
                <c:v>2.0904444845289665</c:v>
              </c:pt>
              <c:pt idx="145">
                <c:v>2.0904444845289665</c:v>
              </c:pt>
              <c:pt idx="146">
                <c:v>2.0904444845289665</c:v>
              </c:pt>
              <c:pt idx="147">
                <c:v>2.0904444845289665</c:v>
              </c:pt>
              <c:pt idx="148">
                <c:v>2.0904444845289665</c:v>
              </c:pt>
              <c:pt idx="149">
                <c:v>2.0904444845289665</c:v>
              </c:pt>
              <c:pt idx="150">
                <c:v>2.0904444845289665</c:v>
              </c:pt>
              <c:pt idx="151">
                <c:v>2.0904444845289665</c:v>
              </c:pt>
              <c:pt idx="152">
                <c:v>2.0904444845289665</c:v>
              </c:pt>
              <c:pt idx="153">
                <c:v>2.0904444845289665</c:v>
              </c:pt>
              <c:pt idx="154">
                <c:v>2.0904444845289665</c:v>
              </c:pt>
              <c:pt idx="155">
                <c:v>2.0904444845289665</c:v>
              </c:pt>
              <c:pt idx="156">
                <c:v>2.0904444845289665</c:v>
              </c:pt>
              <c:pt idx="157">
                <c:v>2.0904444845289665</c:v>
              </c:pt>
              <c:pt idx="158">
                <c:v>2.0904444845289665</c:v>
              </c:pt>
              <c:pt idx="159">
                <c:v>2.0904444845289665</c:v>
              </c:pt>
              <c:pt idx="160">
                <c:v>2.0904444845289665</c:v>
              </c:pt>
              <c:pt idx="161">
                <c:v>2.0904444845289665</c:v>
              </c:pt>
              <c:pt idx="162">
                <c:v>2.0904444845289665</c:v>
              </c:pt>
              <c:pt idx="163">
                <c:v>2.0904444845289665</c:v>
              </c:pt>
              <c:pt idx="164">
                <c:v>2.0904444845289665</c:v>
              </c:pt>
              <c:pt idx="165">
                <c:v>2.0904444845289665</c:v>
              </c:pt>
              <c:pt idx="166">
                <c:v>2.0904444845289665</c:v>
              </c:pt>
              <c:pt idx="167">
                <c:v>2.0904444845289665</c:v>
              </c:pt>
              <c:pt idx="168">
                <c:v>2.0904444845289665</c:v>
              </c:pt>
              <c:pt idx="169">
                <c:v>2.0904444845289665</c:v>
              </c:pt>
              <c:pt idx="170">
                <c:v>2.0904444845289665</c:v>
              </c:pt>
              <c:pt idx="171">
                <c:v>2.0904444845289665</c:v>
              </c:pt>
              <c:pt idx="172">
                <c:v>2.0904444845289665</c:v>
              </c:pt>
              <c:pt idx="173">
                <c:v>2.0904444845289665</c:v>
              </c:pt>
              <c:pt idx="174">
                <c:v>2.0904444845289665</c:v>
              </c:pt>
              <c:pt idx="175">
                <c:v>2.0904444845289665</c:v>
              </c:pt>
              <c:pt idx="176">
                <c:v>2.0904444845289665</c:v>
              </c:pt>
              <c:pt idx="177">
                <c:v>2.0904444845289665</c:v>
              </c:pt>
              <c:pt idx="178">
                <c:v>2.0904444845289665</c:v>
              </c:pt>
              <c:pt idx="179">
                <c:v>2.0904444845289665</c:v>
              </c:pt>
              <c:pt idx="180">
                <c:v>2.0904444845289665</c:v>
              </c:pt>
              <c:pt idx="181">
                <c:v>2.0904444845289665</c:v>
              </c:pt>
              <c:pt idx="182">
                <c:v>2.0904444845289665</c:v>
              </c:pt>
              <c:pt idx="183">
                <c:v>2.0904444845289665</c:v>
              </c:pt>
              <c:pt idx="184">
                <c:v>2.0904444845289665</c:v>
              </c:pt>
              <c:pt idx="185">
                <c:v>2.0904444845289665</c:v>
              </c:pt>
              <c:pt idx="186">
                <c:v>2.0904444845289665</c:v>
              </c:pt>
              <c:pt idx="187">
                <c:v>2.0904444845289665</c:v>
              </c:pt>
              <c:pt idx="188">
                <c:v>2.0904444845289665</c:v>
              </c:pt>
              <c:pt idx="189">
                <c:v>2.0904444845289665</c:v>
              </c:pt>
              <c:pt idx="190">
                <c:v>2.0904444845289665</c:v>
              </c:pt>
              <c:pt idx="191">
                <c:v>2.0904444845289665</c:v>
              </c:pt>
              <c:pt idx="192">
                <c:v>2.0904444845289665</c:v>
              </c:pt>
              <c:pt idx="193">
                <c:v>2.0904444845289665</c:v>
              </c:pt>
              <c:pt idx="194">
                <c:v>2.0904444845289665</c:v>
              </c:pt>
              <c:pt idx="195">
                <c:v>2.0904444845289665</c:v>
              </c:pt>
              <c:pt idx="196">
                <c:v>2.0904444845289665</c:v>
              </c:pt>
              <c:pt idx="197">
                <c:v>2.0904444845289665</c:v>
              </c:pt>
              <c:pt idx="198">
                <c:v>2.0904444845289665</c:v>
              </c:pt>
              <c:pt idx="199">
                <c:v>2.0904444845289665</c:v>
              </c:pt>
              <c:pt idx="200">
                <c:v>2.0904444845289665</c:v>
              </c:pt>
              <c:pt idx="201">
                <c:v>2.0904444845289665</c:v>
              </c:pt>
              <c:pt idx="202">
                <c:v>2.0904444845289665</c:v>
              </c:pt>
              <c:pt idx="203">
                <c:v>2.0904444845289665</c:v>
              </c:pt>
              <c:pt idx="204">
                <c:v>2.0904444845289665</c:v>
              </c:pt>
              <c:pt idx="205">
                <c:v>2.0904444845289665</c:v>
              </c:pt>
              <c:pt idx="206">
                <c:v>2.0904444845289665</c:v>
              </c:pt>
              <c:pt idx="207">
                <c:v>2.0904444845289665</c:v>
              </c:pt>
              <c:pt idx="208">
                <c:v>2.0904444845289665</c:v>
              </c:pt>
              <c:pt idx="209">
                <c:v>2.0904444845289665</c:v>
              </c:pt>
              <c:pt idx="210">
                <c:v>2.0904444845289665</c:v>
              </c:pt>
              <c:pt idx="211">
                <c:v>2.0904444845289665</c:v>
              </c:pt>
              <c:pt idx="212">
                <c:v>2.0904444845289665</c:v>
              </c:pt>
              <c:pt idx="213">
                <c:v>2.0904444845289665</c:v>
              </c:pt>
              <c:pt idx="214">
                <c:v>2.0904444845289665</c:v>
              </c:pt>
              <c:pt idx="215">
                <c:v>2.0904444845289665</c:v>
              </c:pt>
              <c:pt idx="216">
                <c:v>2.0904444845289665</c:v>
              </c:pt>
              <c:pt idx="217">
                <c:v>2.0904444845289665</c:v>
              </c:pt>
              <c:pt idx="218">
                <c:v>2.0904444845289665</c:v>
              </c:pt>
              <c:pt idx="219">
                <c:v>2.0904444845289665</c:v>
              </c:pt>
              <c:pt idx="220">
                <c:v>2.0904444845289665</c:v>
              </c:pt>
              <c:pt idx="221">
                <c:v>2.0904444845289665</c:v>
              </c:pt>
              <c:pt idx="222">
                <c:v>2.0904444845289665</c:v>
              </c:pt>
              <c:pt idx="223">
                <c:v>2.0904444845289665</c:v>
              </c:pt>
              <c:pt idx="224">
                <c:v>2.0904444845289665</c:v>
              </c:pt>
              <c:pt idx="225">
                <c:v>2.0904444845289665</c:v>
              </c:pt>
              <c:pt idx="226">
                <c:v>2.0904444845289665</c:v>
              </c:pt>
              <c:pt idx="227">
                <c:v>2.0904444845289665</c:v>
              </c:pt>
              <c:pt idx="228">
                <c:v>2.0904444845289665</c:v>
              </c:pt>
              <c:pt idx="229">
                <c:v>2.0904444845289665</c:v>
              </c:pt>
              <c:pt idx="230">
                <c:v>2.0904444845289665</c:v>
              </c:pt>
              <c:pt idx="231">
                <c:v>2.0904444845289665</c:v>
              </c:pt>
              <c:pt idx="232">
                <c:v>2.0904444845289665</c:v>
              </c:pt>
              <c:pt idx="233">
                <c:v>2.0904444845289665</c:v>
              </c:pt>
              <c:pt idx="234">
                <c:v>2.0904444845289665</c:v>
              </c:pt>
              <c:pt idx="235">
                <c:v>2.0904444845289665</c:v>
              </c:pt>
              <c:pt idx="236">
                <c:v>2.0904444845289665</c:v>
              </c:pt>
              <c:pt idx="237">
                <c:v>2.0904444845289665</c:v>
              </c:pt>
              <c:pt idx="238">
                <c:v>2.0904444845289665</c:v>
              </c:pt>
              <c:pt idx="239">
                <c:v>2.0904444845289665</c:v>
              </c:pt>
              <c:pt idx="240">
                <c:v>2.0904444845289665</c:v>
              </c:pt>
              <c:pt idx="241">
                <c:v>2.0904444845289665</c:v>
              </c:pt>
              <c:pt idx="242">
                <c:v>2.0904444845289665</c:v>
              </c:pt>
              <c:pt idx="243">
                <c:v>2.0904444845289665</c:v>
              </c:pt>
              <c:pt idx="244">
                <c:v>2.0904444845289665</c:v>
              </c:pt>
              <c:pt idx="245">
                <c:v>2.0904444845289665</c:v>
              </c:pt>
            </c:numLit>
          </c:yVal>
          <c:smooth val="0"/>
        </c:ser>
        <c:ser>
          <c:idx val="12"/>
          <c:order val="12"/>
          <c:tx>
            <c:v>Implemented LCA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FFFFFF"/>
              </a:solidFill>
            </c:spPr>
          </c:marker>
          <c:xVal>
            <c:numLit>
              <c:formatCode>General</c:formatCode>
              <c:ptCount val="246"/>
              <c:pt idx="0">
                <c:v>24.692768407631295</c:v>
              </c:pt>
              <c:pt idx="1">
                <c:v>24.692768407631295</c:v>
              </c:pt>
              <c:pt idx="2">
                <c:v>24.692768407631295</c:v>
              </c:pt>
              <c:pt idx="3">
                <c:v>24.692768407631295</c:v>
              </c:pt>
              <c:pt idx="4">
                <c:v>24.692768407631295</c:v>
              </c:pt>
              <c:pt idx="5">
                <c:v>24.692768407631295</c:v>
              </c:pt>
              <c:pt idx="6">
                <c:v>24.692768407631295</c:v>
              </c:pt>
              <c:pt idx="7">
                <c:v>24.692768407631295</c:v>
              </c:pt>
              <c:pt idx="8">
                <c:v>24.692768407631295</c:v>
              </c:pt>
              <c:pt idx="9">
                <c:v>24.692768407631295</c:v>
              </c:pt>
              <c:pt idx="10">
                <c:v>24.692768407631295</c:v>
              </c:pt>
              <c:pt idx="11">
                <c:v>24.692768407631295</c:v>
              </c:pt>
              <c:pt idx="12">
                <c:v>24.692768407631295</c:v>
              </c:pt>
              <c:pt idx="13">
                <c:v>24.692768407631295</c:v>
              </c:pt>
              <c:pt idx="14">
                <c:v>24.692768407631295</c:v>
              </c:pt>
              <c:pt idx="15">
                <c:v>24.692768407631295</c:v>
              </c:pt>
              <c:pt idx="16">
                <c:v>24.692768407631295</c:v>
              </c:pt>
              <c:pt idx="17">
                <c:v>24.692768407631295</c:v>
              </c:pt>
              <c:pt idx="18">
                <c:v>24.692768407631295</c:v>
              </c:pt>
              <c:pt idx="19">
                <c:v>24.692768407631295</c:v>
              </c:pt>
              <c:pt idx="20">
                <c:v>24.692768407631295</c:v>
              </c:pt>
              <c:pt idx="21">
                <c:v>24.692768407631295</c:v>
              </c:pt>
              <c:pt idx="22">
                <c:v>24.692768407631295</c:v>
              </c:pt>
              <c:pt idx="23">
                <c:v>24.692768407631295</c:v>
              </c:pt>
              <c:pt idx="24">
                <c:v>24.692768407631295</c:v>
              </c:pt>
              <c:pt idx="25">
                <c:v>24.692768407631295</c:v>
              </c:pt>
              <c:pt idx="26">
                <c:v>24.692768407631295</c:v>
              </c:pt>
              <c:pt idx="27">
                <c:v>24.692768407631295</c:v>
              </c:pt>
              <c:pt idx="28">
                <c:v>24.692768407631295</c:v>
              </c:pt>
              <c:pt idx="29">
                <c:v>24.692768407631295</c:v>
              </c:pt>
              <c:pt idx="30">
                <c:v>24.692768407631295</c:v>
              </c:pt>
              <c:pt idx="31">
                <c:v>24.692768407631295</c:v>
              </c:pt>
              <c:pt idx="32">
                <c:v>24.692768407631295</c:v>
              </c:pt>
              <c:pt idx="33">
                <c:v>24.692768407631295</c:v>
              </c:pt>
              <c:pt idx="34">
                <c:v>24.692768407631295</c:v>
              </c:pt>
              <c:pt idx="35">
                <c:v>24.692768407631295</c:v>
              </c:pt>
              <c:pt idx="36">
                <c:v>24.692768407631295</c:v>
              </c:pt>
              <c:pt idx="37">
                <c:v>24.692768407631295</c:v>
              </c:pt>
              <c:pt idx="38">
                <c:v>24.692768407631295</c:v>
              </c:pt>
              <c:pt idx="39">
                <c:v>24.692768407631295</c:v>
              </c:pt>
              <c:pt idx="40">
                <c:v>24.692768407631295</c:v>
              </c:pt>
              <c:pt idx="41">
                <c:v>24.692768407631295</c:v>
              </c:pt>
              <c:pt idx="42">
                <c:v>24.692768407631295</c:v>
              </c:pt>
              <c:pt idx="43">
                <c:v>24.692768407631295</c:v>
              </c:pt>
              <c:pt idx="44">
                <c:v>24.692768407631295</c:v>
              </c:pt>
              <c:pt idx="45">
                <c:v>24.692768407631295</c:v>
              </c:pt>
              <c:pt idx="46">
                <c:v>24.692768407631295</c:v>
              </c:pt>
              <c:pt idx="47">
                <c:v>24.692768407631295</c:v>
              </c:pt>
              <c:pt idx="48">
                <c:v>24.692768407631295</c:v>
              </c:pt>
              <c:pt idx="49">
                <c:v>24.692768407631295</c:v>
              </c:pt>
              <c:pt idx="50">
                <c:v>24.692768407631295</c:v>
              </c:pt>
              <c:pt idx="51">
                <c:v>24.692768407631295</c:v>
              </c:pt>
              <c:pt idx="52">
                <c:v>24.692768407631295</c:v>
              </c:pt>
              <c:pt idx="53">
                <c:v>24.692768407631295</c:v>
              </c:pt>
              <c:pt idx="54">
                <c:v>24.692768407631295</c:v>
              </c:pt>
              <c:pt idx="55">
                <c:v>24.692768407631295</c:v>
              </c:pt>
              <c:pt idx="56">
                <c:v>24.692768407631295</c:v>
              </c:pt>
              <c:pt idx="57">
                <c:v>24.692768407631295</c:v>
              </c:pt>
              <c:pt idx="58">
                <c:v>24.692768407631295</c:v>
              </c:pt>
              <c:pt idx="59">
                <c:v>24.692768407631295</c:v>
              </c:pt>
              <c:pt idx="60">
                <c:v>24.692768407631295</c:v>
              </c:pt>
              <c:pt idx="61">
                <c:v>24.692768407631295</c:v>
              </c:pt>
              <c:pt idx="62">
                <c:v>24.692768407631295</c:v>
              </c:pt>
              <c:pt idx="63">
                <c:v>24.692768407631295</c:v>
              </c:pt>
              <c:pt idx="64">
                <c:v>24.692768407631295</c:v>
              </c:pt>
              <c:pt idx="65">
                <c:v>24.692768407631295</c:v>
              </c:pt>
              <c:pt idx="66">
                <c:v>24.692768407631295</c:v>
              </c:pt>
              <c:pt idx="67">
                <c:v>24.692768407631295</c:v>
              </c:pt>
              <c:pt idx="68">
                <c:v>24.692768407631295</c:v>
              </c:pt>
              <c:pt idx="69">
                <c:v>24.692768407631295</c:v>
              </c:pt>
              <c:pt idx="70">
                <c:v>24.692768407631295</c:v>
              </c:pt>
              <c:pt idx="71">
                <c:v>24.692768407631295</c:v>
              </c:pt>
              <c:pt idx="72">
                <c:v>24.692768407631295</c:v>
              </c:pt>
              <c:pt idx="73">
                <c:v>24.692768407631295</c:v>
              </c:pt>
              <c:pt idx="74">
                <c:v>24.692768407631295</c:v>
              </c:pt>
              <c:pt idx="75">
                <c:v>24.692768407631295</c:v>
              </c:pt>
              <c:pt idx="76">
                <c:v>24.692768407631295</c:v>
              </c:pt>
              <c:pt idx="77">
                <c:v>24.692768407631295</c:v>
              </c:pt>
              <c:pt idx="78">
                <c:v>24.692768407631295</c:v>
              </c:pt>
              <c:pt idx="79">
                <c:v>24.692768407631295</c:v>
              </c:pt>
              <c:pt idx="80">
                <c:v>24.692768407631295</c:v>
              </c:pt>
              <c:pt idx="81">
                <c:v>24.692768407631295</c:v>
              </c:pt>
              <c:pt idx="82">
                <c:v>24.692768407631295</c:v>
              </c:pt>
              <c:pt idx="83">
                <c:v>24.692768407631295</c:v>
              </c:pt>
              <c:pt idx="84">
                <c:v>24.692768407631295</c:v>
              </c:pt>
              <c:pt idx="85">
                <c:v>24.692768407631295</c:v>
              </c:pt>
              <c:pt idx="86">
                <c:v>24.692768407631295</c:v>
              </c:pt>
              <c:pt idx="87">
                <c:v>24.692768407631295</c:v>
              </c:pt>
              <c:pt idx="88">
                <c:v>24.692768407631295</c:v>
              </c:pt>
              <c:pt idx="89">
                <c:v>24.692768407631295</c:v>
              </c:pt>
              <c:pt idx="90">
                <c:v>24.692768407631295</c:v>
              </c:pt>
              <c:pt idx="91">
                <c:v>24.692768407631295</c:v>
              </c:pt>
              <c:pt idx="92">
                <c:v>24.692768407631295</c:v>
              </c:pt>
              <c:pt idx="93">
                <c:v>24.692768407631295</c:v>
              </c:pt>
              <c:pt idx="94">
                <c:v>24.692768407631295</c:v>
              </c:pt>
              <c:pt idx="95">
                <c:v>24.692768407631295</c:v>
              </c:pt>
              <c:pt idx="96">
                <c:v>24.692768407631295</c:v>
              </c:pt>
              <c:pt idx="97">
                <c:v>24.692768407631295</c:v>
              </c:pt>
              <c:pt idx="98">
                <c:v>24.692768407631295</c:v>
              </c:pt>
              <c:pt idx="99">
                <c:v>24.692768407631295</c:v>
              </c:pt>
              <c:pt idx="100">
                <c:v>24.692768407631295</c:v>
              </c:pt>
              <c:pt idx="101">
                <c:v>24.692768407631295</c:v>
              </c:pt>
              <c:pt idx="102">
                <c:v>24.692768407631295</c:v>
              </c:pt>
              <c:pt idx="103">
                <c:v>24.692768407631295</c:v>
              </c:pt>
              <c:pt idx="104">
                <c:v>24.692768407631295</c:v>
              </c:pt>
              <c:pt idx="105">
                <c:v>24.692768407631295</c:v>
              </c:pt>
              <c:pt idx="106">
                <c:v>24.692768407631295</c:v>
              </c:pt>
              <c:pt idx="107">
                <c:v>24.692768407631295</c:v>
              </c:pt>
              <c:pt idx="108">
                <c:v>24.692768407631295</c:v>
              </c:pt>
              <c:pt idx="109">
                <c:v>24.692768407631295</c:v>
              </c:pt>
              <c:pt idx="110">
                <c:v>24.692768407631295</c:v>
              </c:pt>
              <c:pt idx="111">
                <c:v>24.692768407631295</c:v>
              </c:pt>
              <c:pt idx="112">
                <c:v>24.692768407631295</c:v>
              </c:pt>
              <c:pt idx="113">
                <c:v>24.692768407631295</c:v>
              </c:pt>
              <c:pt idx="114">
                <c:v>24.692768407631295</c:v>
              </c:pt>
              <c:pt idx="115">
                <c:v>24.692768407631295</c:v>
              </c:pt>
              <c:pt idx="116">
                <c:v>24.692768407631295</c:v>
              </c:pt>
              <c:pt idx="117">
                <c:v>24.692768407631295</c:v>
              </c:pt>
              <c:pt idx="118">
                <c:v>24.692768407631295</c:v>
              </c:pt>
              <c:pt idx="119">
                <c:v>24.692768407631295</c:v>
              </c:pt>
              <c:pt idx="120">
                <c:v>24.692768407631295</c:v>
              </c:pt>
              <c:pt idx="121">
                <c:v>24.692768407631295</c:v>
              </c:pt>
              <c:pt idx="122">
                <c:v>24.692768407631295</c:v>
              </c:pt>
              <c:pt idx="123">
                <c:v>24.692768407631295</c:v>
              </c:pt>
              <c:pt idx="124">
                <c:v>24.692768407631295</c:v>
              </c:pt>
              <c:pt idx="125">
                <c:v>24.692768407631295</c:v>
              </c:pt>
              <c:pt idx="126">
                <c:v>24.692768407631295</c:v>
              </c:pt>
              <c:pt idx="127">
                <c:v>24.692768407631295</c:v>
              </c:pt>
              <c:pt idx="128">
                <c:v>24.692768407631295</c:v>
              </c:pt>
              <c:pt idx="129">
                <c:v>24.692768407631295</c:v>
              </c:pt>
              <c:pt idx="130">
                <c:v>24.692768407631295</c:v>
              </c:pt>
              <c:pt idx="131">
                <c:v>24.692768407631295</c:v>
              </c:pt>
              <c:pt idx="132">
                <c:v>24.692768407631295</c:v>
              </c:pt>
              <c:pt idx="133">
                <c:v>24.692768407631295</c:v>
              </c:pt>
              <c:pt idx="134">
                <c:v>24.692768407631295</c:v>
              </c:pt>
              <c:pt idx="135">
                <c:v>24.692768407631295</c:v>
              </c:pt>
              <c:pt idx="136">
                <c:v>24.692768407631295</c:v>
              </c:pt>
              <c:pt idx="137">
                <c:v>24.692768407631295</c:v>
              </c:pt>
              <c:pt idx="138">
                <c:v>24.692768407631295</c:v>
              </c:pt>
              <c:pt idx="139">
                <c:v>24.692768407631295</c:v>
              </c:pt>
              <c:pt idx="140">
                <c:v>24.692768407631295</c:v>
              </c:pt>
              <c:pt idx="141">
                <c:v>24.692768407631295</c:v>
              </c:pt>
              <c:pt idx="142">
                <c:v>24.692768407631295</c:v>
              </c:pt>
              <c:pt idx="143">
                <c:v>24.692768407631295</c:v>
              </c:pt>
              <c:pt idx="144">
                <c:v>24.692768407631295</c:v>
              </c:pt>
              <c:pt idx="145">
                <c:v>24.692768407631295</c:v>
              </c:pt>
              <c:pt idx="146">
                <c:v>24.692768407631295</c:v>
              </c:pt>
              <c:pt idx="147">
                <c:v>24.692768407631295</c:v>
              </c:pt>
              <c:pt idx="148">
                <c:v>24.692768407631295</c:v>
              </c:pt>
              <c:pt idx="149">
                <c:v>24.692768407631295</c:v>
              </c:pt>
              <c:pt idx="150">
                <c:v>24.692768407631295</c:v>
              </c:pt>
              <c:pt idx="151">
                <c:v>24.692768407631295</c:v>
              </c:pt>
              <c:pt idx="152">
                <c:v>24.692768407631295</c:v>
              </c:pt>
              <c:pt idx="153">
                <c:v>24.692768407631295</c:v>
              </c:pt>
              <c:pt idx="154">
                <c:v>24.692768407631295</c:v>
              </c:pt>
              <c:pt idx="155">
                <c:v>24.692768407631295</c:v>
              </c:pt>
              <c:pt idx="156">
                <c:v>24.692768407631295</c:v>
              </c:pt>
              <c:pt idx="157">
                <c:v>24.692768407631295</c:v>
              </c:pt>
              <c:pt idx="158">
                <c:v>24.692768407631295</c:v>
              </c:pt>
              <c:pt idx="159">
                <c:v>24.692768407631295</c:v>
              </c:pt>
              <c:pt idx="160">
                <c:v>24.692768407631295</c:v>
              </c:pt>
              <c:pt idx="161">
                <c:v>24.692768407631295</c:v>
              </c:pt>
              <c:pt idx="162">
                <c:v>24.692768407631295</c:v>
              </c:pt>
              <c:pt idx="163">
                <c:v>24.692768407631295</c:v>
              </c:pt>
              <c:pt idx="164">
                <c:v>24.692768407631295</c:v>
              </c:pt>
              <c:pt idx="165">
                <c:v>24.692768407631295</c:v>
              </c:pt>
              <c:pt idx="166">
                <c:v>24.692768407631295</c:v>
              </c:pt>
              <c:pt idx="167">
                <c:v>24.692768407631295</c:v>
              </c:pt>
              <c:pt idx="168">
                <c:v>24.692768407631295</c:v>
              </c:pt>
              <c:pt idx="169">
                <c:v>24.692768407631295</c:v>
              </c:pt>
              <c:pt idx="170">
                <c:v>24.692768407631295</c:v>
              </c:pt>
              <c:pt idx="171">
                <c:v>24.692768407631295</c:v>
              </c:pt>
              <c:pt idx="172">
                <c:v>24.692768407631295</c:v>
              </c:pt>
              <c:pt idx="173">
                <c:v>24.692768407631295</c:v>
              </c:pt>
              <c:pt idx="174">
                <c:v>24.692768407631295</c:v>
              </c:pt>
              <c:pt idx="175">
                <c:v>24.692768407631295</c:v>
              </c:pt>
              <c:pt idx="176">
                <c:v>24.692768407631295</c:v>
              </c:pt>
              <c:pt idx="177">
                <c:v>24.692768407631295</c:v>
              </c:pt>
              <c:pt idx="178">
                <c:v>24.692768407631295</c:v>
              </c:pt>
              <c:pt idx="179">
                <c:v>24.692768407631295</c:v>
              </c:pt>
              <c:pt idx="180">
                <c:v>24.692768407631295</c:v>
              </c:pt>
              <c:pt idx="181">
                <c:v>24.692768407631295</c:v>
              </c:pt>
              <c:pt idx="182">
                <c:v>24.692768407631295</c:v>
              </c:pt>
              <c:pt idx="183">
                <c:v>24.692768407631295</c:v>
              </c:pt>
              <c:pt idx="184">
                <c:v>24.692768407631295</c:v>
              </c:pt>
              <c:pt idx="185">
                <c:v>24.692768407631295</c:v>
              </c:pt>
              <c:pt idx="186">
                <c:v>24.692768407631295</c:v>
              </c:pt>
              <c:pt idx="187">
                <c:v>24.692768407631295</c:v>
              </c:pt>
              <c:pt idx="188">
                <c:v>24.692768407631295</c:v>
              </c:pt>
              <c:pt idx="189">
                <c:v>24.692768407631295</c:v>
              </c:pt>
              <c:pt idx="190">
                <c:v>24.692768407631295</c:v>
              </c:pt>
              <c:pt idx="191">
                <c:v>24.692768407631295</c:v>
              </c:pt>
              <c:pt idx="192">
                <c:v>24.692768407631295</c:v>
              </c:pt>
              <c:pt idx="193">
                <c:v>24.692768407631295</c:v>
              </c:pt>
              <c:pt idx="194">
                <c:v>24.692768407631295</c:v>
              </c:pt>
              <c:pt idx="195">
                <c:v>24.692768407631295</c:v>
              </c:pt>
              <c:pt idx="196">
                <c:v>24.692768407631295</c:v>
              </c:pt>
              <c:pt idx="197">
                <c:v>24.692768407631295</c:v>
              </c:pt>
              <c:pt idx="198">
                <c:v>24.692768407631295</c:v>
              </c:pt>
              <c:pt idx="199">
                <c:v>24.692768407631295</c:v>
              </c:pt>
              <c:pt idx="200">
                <c:v>24.692768407631295</c:v>
              </c:pt>
              <c:pt idx="201">
                <c:v>24.692768407631295</c:v>
              </c:pt>
              <c:pt idx="202">
                <c:v>24.692768407631295</c:v>
              </c:pt>
              <c:pt idx="203">
                <c:v>24.692768407631295</c:v>
              </c:pt>
              <c:pt idx="204">
                <c:v>24.692768407631295</c:v>
              </c:pt>
              <c:pt idx="205">
                <c:v>24.692768407631295</c:v>
              </c:pt>
              <c:pt idx="206">
                <c:v>24.692768407631295</c:v>
              </c:pt>
              <c:pt idx="207">
                <c:v>24.692768407631295</c:v>
              </c:pt>
              <c:pt idx="208">
                <c:v>24.692768407631295</c:v>
              </c:pt>
              <c:pt idx="209">
                <c:v>24.692768407631295</c:v>
              </c:pt>
              <c:pt idx="210">
                <c:v>24.692768407631295</c:v>
              </c:pt>
              <c:pt idx="211">
                <c:v>24.692768407631295</c:v>
              </c:pt>
              <c:pt idx="212">
                <c:v>24.692768407631295</c:v>
              </c:pt>
              <c:pt idx="213">
                <c:v>24.692768407631295</c:v>
              </c:pt>
              <c:pt idx="214">
                <c:v>24.692768407631295</c:v>
              </c:pt>
              <c:pt idx="215">
                <c:v>24.692768407631295</c:v>
              </c:pt>
              <c:pt idx="216">
                <c:v>24.692768407631295</c:v>
              </c:pt>
              <c:pt idx="217">
                <c:v>24.692768407631295</c:v>
              </c:pt>
              <c:pt idx="218">
                <c:v>24.692768407631295</c:v>
              </c:pt>
              <c:pt idx="219">
                <c:v>24.692768407631295</c:v>
              </c:pt>
              <c:pt idx="220">
                <c:v>24.692768407631295</c:v>
              </c:pt>
              <c:pt idx="221">
                <c:v>24.692768407631295</c:v>
              </c:pt>
              <c:pt idx="222">
                <c:v>24.692768407631295</c:v>
              </c:pt>
              <c:pt idx="223">
                <c:v>24.692768407631295</c:v>
              </c:pt>
              <c:pt idx="224">
                <c:v>24.692768407631295</c:v>
              </c:pt>
              <c:pt idx="225">
                <c:v>24.692768407631295</c:v>
              </c:pt>
              <c:pt idx="226">
                <c:v>24.692768407631295</c:v>
              </c:pt>
              <c:pt idx="227">
                <c:v>24.692768407631295</c:v>
              </c:pt>
              <c:pt idx="228">
                <c:v>24.692768407631295</c:v>
              </c:pt>
              <c:pt idx="229">
                <c:v>24.692768407631295</c:v>
              </c:pt>
              <c:pt idx="230">
                <c:v>24.692768407631295</c:v>
              </c:pt>
              <c:pt idx="231">
                <c:v>24.692768407631295</c:v>
              </c:pt>
              <c:pt idx="232">
                <c:v>24.692768407631295</c:v>
              </c:pt>
              <c:pt idx="233">
                <c:v>24.692768407631295</c:v>
              </c:pt>
              <c:pt idx="234">
                <c:v>24.692768407631295</c:v>
              </c:pt>
              <c:pt idx="235">
                <c:v>24.692768407631295</c:v>
              </c:pt>
              <c:pt idx="236">
                <c:v>24.692768407631295</c:v>
              </c:pt>
              <c:pt idx="237">
                <c:v>24.692768407631295</c:v>
              </c:pt>
              <c:pt idx="238">
                <c:v>24.692768407631295</c:v>
              </c:pt>
              <c:pt idx="239">
                <c:v>24.692768407631295</c:v>
              </c:pt>
              <c:pt idx="240">
                <c:v>24.692768407631295</c:v>
              </c:pt>
              <c:pt idx="241">
                <c:v>24.692768407631295</c:v>
              </c:pt>
              <c:pt idx="242">
                <c:v>24.692768407631295</c:v>
              </c:pt>
              <c:pt idx="243">
                <c:v>24.692768407631295</c:v>
              </c:pt>
              <c:pt idx="244">
                <c:v>24.692768407631295</c:v>
              </c:pt>
              <c:pt idx="245">
                <c:v>24.692768407631295</c:v>
              </c:pt>
            </c:numLit>
          </c:xVal>
          <c:yVal>
            <c:numLit>
              <c:formatCode>0.0</c:formatCode>
              <c:ptCount val="246"/>
              <c:pt idx="0">
                <c:v>0.2216114889677111</c:v>
              </c:pt>
              <c:pt idx="1">
                <c:v>0.2216114889677111</c:v>
              </c:pt>
              <c:pt idx="2">
                <c:v>0.2216114889677111</c:v>
              </c:pt>
              <c:pt idx="3">
                <c:v>0.2216114889677111</c:v>
              </c:pt>
              <c:pt idx="4">
                <c:v>0.2216114889677111</c:v>
              </c:pt>
              <c:pt idx="5">
                <c:v>0.2216114889677111</c:v>
              </c:pt>
              <c:pt idx="6">
                <c:v>0.2216114889677111</c:v>
              </c:pt>
              <c:pt idx="7">
                <c:v>0.2216114889677111</c:v>
              </c:pt>
              <c:pt idx="8">
                <c:v>0.2216114889677111</c:v>
              </c:pt>
              <c:pt idx="9">
                <c:v>0.2216114889677111</c:v>
              </c:pt>
              <c:pt idx="10">
                <c:v>0.2216114889677111</c:v>
              </c:pt>
              <c:pt idx="11">
                <c:v>0.2216114889677111</c:v>
              </c:pt>
              <c:pt idx="12">
                <c:v>0.2216114889677111</c:v>
              </c:pt>
              <c:pt idx="13">
                <c:v>0.2216114889677111</c:v>
              </c:pt>
              <c:pt idx="14">
                <c:v>0.2216114889677111</c:v>
              </c:pt>
              <c:pt idx="15">
                <c:v>0.2216114889677111</c:v>
              </c:pt>
              <c:pt idx="16">
                <c:v>0.2216114889677111</c:v>
              </c:pt>
              <c:pt idx="17">
                <c:v>0.2216114889677111</c:v>
              </c:pt>
              <c:pt idx="18">
                <c:v>0.2216114889677111</c:v>
              </c:pt>
              <c:pt idx="19">
                <c:v>0.2216114889677111</c:v>
              </c:pt>
              <c:pt idx="20">
                <c:v>0.2216114889677111</c:v>
              </c:pt>
              <c:pt idx="21">
                <c:v>0.2216114889677111</c:v>
              </c:pt>
              <c:pt idx="22">
                <c:v>0.2216114889677111</c:v>
              </c:pt>
              <c:pt idx="23">
                <c:v>0.2216114889677111</c:v>
              </c:pt>
              <c:pt idx="24">
                <c:v>0.2216114889677111</c:v>
              </c:pt>
              <c:pt idx="25">
                <c:v>0.2216114889677111</c:v>
              </c:pt>
              <c:pt idx="26">
                <c:v>0.2216114889677111</c:v>
              </c:pt>
              <c:pt idx="27">
                <c:v>0.2216114889677111</c:v>
              </c:pt>
              <c:pt idx="28">
                <c:v>0.2216114889677111</c:v>
              </c:pt>
              <c:pt idx="29">
                <c:v>0.2216114889677111</c:v>
              </c:pt>
              <c:pt idx="30">
                <c:v>0.2216114889677111</c:v>
              </c:pt>
              <c:pt idx="31">
                <c:v>0.2216114889677111</c:v>
              </c:pt>
              <c:pt idx="32">
                <c:v>0.2216114889677111</c:v>
              </c:pt>
              <c:pt idx="33">
                <c:v>0.2216114889677111</c:v>
              </c:pt>
              <c:pt idx="34">
                <c:v>0.2216114889677111</c:v>
              </c:pt>
              <c:pt idx="35">
                <c:v>0.2216114889677111</c:v>
              </c:pt>
              <c:pt idx="36">
                <c:v>0.2216114889677111</c:v>
              </c:pt>
              <c:pt idx="37">
                <c:v>0.2216114889677111</c:v>
              </c:pt>
              <c:pt idx="38">
                <c:v>0.2216114889677111</c:v>
              </c:pt>
              <c:pt idx="39">
                <c:v>0.2216114889677111</c:v>
              </c:pt>
              <c:pt idx="40">
                <c:v>0.2216114889677111</c:v>
              </c:pt>
              <c:pt idx="41">
                <c:v>0.2216114889677111</c:v>
              </c:pt>
              <c:pt idx="42">
                <c:v>0.2216114889677111</c:v>
              </c:pt>
              <c:pt idx="43">
                <c:v>0.2216114889677111</c:v>
              </c:pt>
              <c:pt idx="44">
                <c:v>0.2216114889677111</c:v>
              </c:pt>
              <c:pt idx="45">
                <c:v>0.2216114889677111</c:v>
              </c:pt>
              <c:pt idx="46">
                <c:v>0.2216114889677111</c:v>
              </c:pt>
              <c:pt idx="47">
                <c:v>0.2216114889677111</c:v>
              </c:pt>
              <c:pt idx="48">
                <c:v>0.2216114889677111</c:v>
              </c:pt>
              <c:pt idx="49">
                <c:v>0.2216114889677111</c:v>
              </c:pt>
              <c:pt idx="50">
                <c:v>0.2216114889677111</c:v>
              </c:pt>
              <c:pt idx="51">
                <c:v>0.2216114889677111</c:v>
              </c:pt>
              <c:pt idx="52">
                <c:v>0.2216114889677111</c:v>
              </c:pt>
              <c:pt idx="53">
                <c:v>0.2216114889677111</c:v>
              </c:pt>
              <c:pt idx="54">
                <c:v>0.2216114889677111</c:v>
              </c:pt>
              <c:pt idx="55">
                <c:v>0.2216114889677111</c:v>
              </c:pt>
              <c:pt idx="56">
                <c:v>0.2216114889677111</c:v>
              </c:pt>
              <c:pt idx="57">
                <c:v>0.2216114889677111</c:v>
              </c:pt>
              <c:pt idx="58">
                <c:v>0.2216114889677111</c:v>
              </c:pt>
              <c:pt idx="59">
                <c:v>0.2216114889677111</c:v>
              </c:pt>
              <c:pt idx="60">
                <c:v>0.2216114889677111</c:v>
              </c:pt>
              <c:pt idx="61">
                <c:v>0.2216114889677111</c:v>
              </c:pt>
              <c:pt idx="62">
                <c:v>0.2216114889677111</c:v>
              </c:pt>
              <c:pt idx="63">
                <c:v>0.2216114889677111</c:v>
              </c:pt>
              <c:pt idx="64">
                <c:v>0.2216114889677111</c:v>
              </c:pt>
              <c:pt idx="65">
                <c:v>0.2216114889677111</c:v>
              </c:pt>
              <c:pt idx="66">
                <c:v>0.2216114889677111</c:v>
              </c:pt>
              <c:pt idx="67">
                <c:v>0.2216114889677111</c:v>
              </c:pt>
              <c:pt idx="68">
                <c:v>0.2216114889677111</c:v>
              </c:pt>
              <c:pt idx="69">
                <c:v>0.2216114889677111</c:v>
              </c:pt>
              <c:pt idx="70">
                <c:v>0.2216114889677111</c:v>
              </c:pt>
              <c:pt idx="71">
                <c:v>0.2216114889677111</c:v>
              </c:pt>
              <c:pt idx="72">
                <c:v>0.2216114889677111</c:v>
              </c:pt>
              <c:pt idx="73">
                <c:v>0.2216114889677111</c:v>
              </c:pt>
              <c:pt idx="74">
                <c:v>0.2216114889677111</c:v>
              </c:pt>
              <c:pt idx="75">
                <c:v>0.2216114889677111</c:v>
              </c:pt>
              <c:pt idx="76">
                <c:v>0.2216114889677111</c:v>
              </c:pt>
              <c:pt idx="77">
                <c:v>0.2216114889677111</c:v>
              </c:pt>
              <c:pt idx="78">
                <c:v>0.2216114889677111</c:v>
              </c:pt>
              <c:pt idx="79">
                <c:v>0.2216114889677111</c:v>
              </c:pt>
              <c:pt idx="80">
                <c:v>0.2216114889677111</c:v>
              </c:pt>
              <c:pt idx="81">
                <c:v>0.2216114889677111</c:v>
              </c:pt>
              <c:pt idx="82">
                <c:v>0.2216114889677111</c:v>
              </c:pt>
              <c:pt idx="83">
                <c:v>0.2216114889677111</c:v>
              </c:pt>
              <c:pt idx="84">
                <c:v>0.2216114889677111</c:v>
              </c:pt>
              <c:pt idx="85">
                <c:v>0.2216114889677111</c:v>
              </c:pt>
              <c:pt idx="86">
                <c:v>0.2216114889677111</c:v>
              </c:pt>
              <c:pt idx="87">
                <c:v>0.2216114889677111</c:v>
              </c:pt>
              <c:pt idx="88">
                <c:v>0.2216114889677111</c:v>
              </c:pt>
              <c:pt idx="89">
                <c:v>0.2216114889677111</c:v>
              </c:pt>
              <c:pt idx="90">
                <c:v>0.2216114889677111</c:v>
              </c:pt>
              <c:pt idx="91">
                <c:v>0.2216114889677111</c:v>
              </c:pt>
              <c:pt idx="92">
                <c:v>0.2216114889677111</c:v>
              </c:pt>
              <c:pt idx="93">
                <c:v>0.2216114889677111</c:v>
              </c:pt>
              <c:pt idx="94">
                <c:v>0.2216114889677111</c:v>
              </c:pt>
              <c:pt idx="95">
                <c:v>0.2216114889677111</c:v>
              </c:pt>
              <c:pt idx="96">
                <c:v>0.2216114889677111</c:v>
              </c:pt>
              <c:pt idx="97">
                <c:v>0.2216114889677111</c:v>
              </c:pt>
              <c:pt idx="98">
                <c:v>0.2216114889677111</c:v>
              </c:pt>
              <c:pt idx="99">
                <c:v>0.2216114889677111</c:v>
              </c:pt>
              <c:pt idx="100">
                <c:v>0.2216114889677111</c:v>
              </c:pt>
              <c:pt idx="101">
                <c:v>0.2216114889677111</c:v>
              </c:pt>
              <c:pt idx="102">
                <c:v>0.2216114889677111</c:v>
              </c:pt>
              <c:pt idx="103">
                <c:v>0.2216114889677111</c:v>
              </c:pt>
              <c:pt idx="104">
                <c:v>0.2216114889677111</c:v>
              </c:pt>
              <c:pt idx="105">
                <c:v>0.2216114889677111</c:v>
              </c:pt>
              <c:pt idx="106">
                <c:v>0.2216114889677111</c:v>
              </c:pt>
              <c:pt idx="107">
                <c:v>0.2216114889677111</c:v>
              </c:pt>
              <c:pt idx="108">
                <c:v>0.2216114889677111</c:v>
              </c:pt>
              <c:pt idx="109">
                <c:v>0.2216114889677111</c:v>
              </c:pt>
              <c:pt idx="110">
                <c:v>0.2216114889677111</c:v>
              </c:pt>
              <c:pt idx="111">
                <c:v>0.2216114889677111</c:v>
              </c:pt>
              <c:pt idx="112">
                <c:v>0.2216114889677111</c:v>
              </c:pt>
              <c:pt idx="113">
                <c:v>0.2216114889677111</c:v>
              </c:pt>
              <c:pt idx="114">
                <c:v>0.2216114889677111</c:v>
              </c:pt>
              <c:pt idx="115">
                <c:v>0.2216114889677111</c:v>
              </c:pt>
              <c:pt idx="116">
                <c:v>0.2216114889677111</c:v>
              </c:pt>
              <c:pt idx="117">
                <c:v>0.2216114889677111</c:v>
              </c:pt>
              <c:pt idx="118">
                <c:v>0.2216114889677111</c:v>
              </c:pt>
              <c:pt idx="119">
                <c:v>0.2216114889677111</c:v>
              </c:pt>
              <c:pt idx="120">
                <c:v>0.2216114889677111</c:v>
              </c:pt>
              <c:pt idx="121">
                <c:v>0.2216114889677111</c:v>
              </c:pt>
              <c:pt idx="122">
                <c:v>0.2216114889677111</c:v>
              </c:pt>
              <c:pt idx="123">
                <c:v>0.2216114889677111</c:v>
              </c:pt>
              <c:pt idx="124">
                <c:v>0.2216114889677111</c:v>
              </c:pt>
              <c:pt idx="125">
                <c:v>0.2216114889677111</c:v>
              </c:pt>
              <c:pt idx="126">
                <c:v>0.2216114889677111</c:v>
              </c:pt>
              <c:pt idx="127">
                <c:v>0.2216114889677111</c:v>
              </c:pt>
              <c:pt idx="128">
                <c:v>0.2216114889677111</c:v>
              </c:pt>
              <c:pt idx="129">
                <c:v>0.2216114889677111</c:v>
              </c:pt>
              <c:pt idx="130">
                <c:v>0.2216114889677111</c:v>
              </c:pt>
              <c:pt idx="131">
                <c:v>0.2216114889677111</c:v>
              </c:pt>
              <c:pt idx="132">
                <c:v>0.2216114889677111</c:v>
              </c:pt>
              <c:pt idx="133">
                <c:v>0.2216114889677111</c:v>
              </c:pt>
              <c:pt idx="134">
                <c:v>0.2216114889677111</c:v>
              </c:pt>
              <c:pt idx="135">
                <c:v>0.2216114889677111</c:v>
              </c:pt>
              <c:pt idx="136">
                <c:v>0.2216114889677111</c:v>
              </c:pt>
              <c:pt idx="137">
                <c:v>0.2216114889677111</c:v>
              </c:pt>
              <c:pt idx="138">
                <c:v>0.2216114889677111</c:v>
              </c:pt>
              <c:pt idx="139">
                <c:v>0.2216114889677111</c:v>
              </c:pt>
              <c:pt idx="140">
                <c:v>0.2216114889677111</c:v>
              </c:pt>
              <c:pt idx="141">
                <c:v>0.2216114889677111</c:v>
              </c:pt>
              <c:pt idx="142">
                <c:v>0.2216114889677111</c:v>
              </c:pt>
              <c:pt idx="143">
                <c:v>0.2216114889677111</c:v>
              </c:pt>
              <c:pt idx="144">
                <c:v>0.2216114889677111</c:v>
              </c:pt>
              <c:pt idx="145">
                <c:v>0.2216114889677111</c:v>
              </c:pt>
              <c:pt idx="146">
                <c:v>0.2216114889677111</c:v>
              </c:pt>
              <c:pt idx="147">
                <c:v>0.2216114889677111</c:v>
              </c:pt>
              <c:pt idx="148">
                <c:v>0.2216114889677111</c:v>
              </c:pt>
              <c:pt idx="149">
                <c:v>0.2216114889677111</c:v>
              </c:pt>
              <c:pt idx="150">
                <c:v>0.2216114889677111</c:v>
              </c:pt>
              <c:pt idx="151">
                <c:v>0.2216114889677111</c:v>
              </c:pt>
              <c:pt idx="152">
                <c:v>0.2216114889677111</c:v>
              </c:pt>
              <c:pt idx="153">
                <c:v>0.2216114889677111</c:v>
              </c:pt>
              <c:pt idx="154">
                <c:v>0.2216114889677111</c:v>
              </c:pt>
              <c:pt idx="155">
                <c:v>0.2216114889677111</c:v>
              </c:pt>
              <c:pt idx="156">
                <c:v>0.2216114889677111</c:v>
              </c:pt>
              <c:pt idx="157">
                <c:v>0.2216114889677111</c:v>
              </c:pt>
              <c:pt idx="158">
                <c:v>0.2216114889677111</c:v>
              </c:pt>
              <c:pt idx="159">
                <c:v>0.2216114889677111</c:v>
              </c:pt>
              <c:pt idx="160">
                <c:v>0.2216114889677111</c:v>
              </c:pt>
              <c:pt idx="161">
                <c:v>0.2216114889677111</c:v>
              </c:pt>
              <c:pt idx="162">
                <c:v>0.2216114889677111</c:v>
              </c:pt>
              <c:pt idx="163">
                <c:v>0.2216114889677111</c:v>
              </c:pt>
              <c:pt idx="164">
                <c:v>0.2216114889677111</c:v>
              </c:pt>
              <c:pt idx="165">
                <c:v>0.2216114889677111</c:v>
              </c:pt>
              <c:pt idx="166">
                <c:v>0.2216114889677111</c:v>
              </c:pt>
              <c:pt idx="167">
                <c:v>0.2216114889677111</c:v>
              </c:pt>
              <c:pt idx="168">
                <c:v>0.2216114889677111</c:v>
              </c:pt>
              <c:pt idx="169">
                <c:v>0.2216114889677111</c:v>
              </c:pt>
              <c:pt idx="170">
                <c:v>0.2216114889677111</c:v>
              </c:pt>
              <c:pt idx="171">
                <c:v>0.2216114889677111</c:v>
              </c:pt>
              <c:pt idx="172">
                <c:v>0.2216114889677111</c:v>
              </c:pt>
              <c:pt idx="173">
                <c:v>0.2216114889677111</c:v>
              </c:pt>
              <c:pt idx="174">
                <c:v>0.2216114889677111</c:v>
              </c:pt>
              <c:pt idx="175">
                <c:v>0.2216114889677111</c:v>
              </c:pt>
              <c:pt idx="176">
                <c:v>0.2216114889677111</c:v>
              </c:pt>
              <c:pt idx="177">
                <c:v>0.2216114889677111</c:v>
              </c:pt>
              <c:pt idx="178">
                <c:v>0.2216114889677111</c:v>
              </c:pt>
              <c:pt idx="179">
                <c:v>0.2216114889677111</c:v>
              </c:pt>
              <c:pt idx="180">
                <c:v>0.2216114889677111</c:v>
              </c:pt>
              <c:pt idx="181">
                <c:v>0.2216114889677111</c:v>
              </c:pt>
              <c:pt idx="182">
                <c:v>0.2216114889677111</c:v>
              </c:pt>
              <c:pt idx="183">
                <c:v>0.2216114889677111</c:v>
              </c:pt>
              <c:pt idx="184">
                <c:v>0.2216114889677111</c:v>
              </c:pt>
              <c:pt idx="185">
                <c:v>0.2216114889677111</c:v>
              </c:pt>
              <c:pt idx="186">
                <c:v>0.2216114889677111</c:v>
              </c:pt>
              <c:pt idx="187">
                <c:v>0.2216114889677111</c:v>
              </c:pt>
              <c:pt idx="188">
                <c:v>0.2216114889677111</c:v>
              </c:pt>
              <c:pt idx="189">
                <c:v>0.2216114889677111</c:v>
              </c:pt>
              <c:pt idx="190">
                <c:v>0.2216114889677111</c:v>
              </c:pt>
              <c:pt idx="191">
                <c:v>0.2216114889677111</c:v>
              </c:pt>
              <c:pt idx="192">
                <c:v>0.2216114889677111</c:v>
              </c:pt>
              <c:pt idx="193">
                <c:v>0.2216114889677111</c:v>
              </c:pt>
              <c:pt idx="194">
                <c:v>0.2216114889677111</c:v>
              </c:pt>
              <c:pt idx="195">
                <c:v>0.2216114889677111</c:v>
              </c:pt>
              <c:pt idx="196">
                <c:v>0.2216114889677111</c:v>
              </c:pt>
              <c:pt idx="197">
                <c:v>0.2216114889677111</c:v>
              </c:pt>
              <c:pt idx="198">
                <c:v>0.2216114889677111</c:v>
              </c:pt>
              <c:pt idx="199">
                <c:v>0.2216114889677111</c:v>
              </c:pt>
              <c:pt idx="200">
                <c:v>0.2216114889677111</c:v>
              </c:pt>
              <c:pt idx="201">
                <c:v>0.2216114889677111</c:v>
              </c:pt>
              <c:pt idx="202">
                <c:v>0.2216114889677111</c:v>
              </c:pt>
              <c:pt idx="203">
                <c:v>0.2216114889677111</c:v>
              </c:pt>
              <c:pt idx="204">
                <c:v>0.2216114889677111</c:v>
              </c:pt>
              <c:pt idx="205">
                <c:v>0.2216114889677111</c:v>
              </c:pt>
              <c:pt idx="206">
                <c:v>0.2216114889677111</c:v>
              </c:pt>
              <c:pt idx="207">
                <c:v>0.2216114889677111</c:v>
              </c:pt>
              <c:pt idx="208">
                <c:v>0.2216114889677111</c:v>
              </c:pt>
              <c:pt idx="209">
                <c:v>0.2216114889677111</c:v>
              </c:pt>
              <c:pt idx="210">
                <c:v>0.2216114889677111</c:v>
              </c:pt>
              <c:pt idx="211">
                <c:v>0.2216114889677111</c:v>
              </c:pt>
              <c:pt idx="212">
                <c:v>0.2216114889677111</c:v>
              </c:pt>
              <c:pt idx="213">
                <c:v>0.2216114889677111</c:v>
              </c:pt>
              <c:pt idx="214">
                <c:v>0.2216114889677111</c:v>
              </c:pt>
              <c:pt idx="215">
                <c:v>0.2216114889677111</c:v>
              </c:pt>
              <c:pt idx="216">
                <c:v>0.2216114889677111</c:v>
              </c:pt>
              <c:pt idx="217">
                <c:v>0.2216114889677111</c:v>
              </c:pt>
              <c:pt idx="218">
                <c:v>0.2216114889677111</c:v>
              </c:pt>
              <c:pt idx="219">
                <c:v>0.2216114889677111</c:v>
              </c:pt>
              <c:pt idx="220">
                <c:v>0.2216114889677111</c:v>
              </c:pt>
              <c:pt idx="221">
                <c:v>0.2216114889677111</c:v>
              </c:pt>
              <c:pt idx="222">
                <c:v>0.2216114889677111</c:v>
              </c:pt>
              <c:pt idx="223">
                <c:v>0.2216114889677111</c:v>
              </c:pt>
              <c:pt idx="224">
                <c:v>0.2216114889677111</c:v>
              </c:pt>
              <c:pt idx="225">
                <c:v>0.2216114889677111</c:v>
              </c:pt>
              <c:pt idx="226">
                <c:v>0.2216114889677111</c:v>
              </c:pt>
              <c:pt idx="227">
                <c:v>0.2216114889677111</c:v>
              </c:pt>
              <c:pt idx="228">
                <c:v>0.2216114889677111</c:v>
              </c:pt>
              <c:pt idx="229">
                <c:v>0.2216114889677111</c:v>
              </c:pt>
              <c:pt idx="230">
                <c:v>0.2216114889677111</c:v>
              </c:pt>
              <c:pt idx="231">
                <c:v>0.2216114889677111</c:v>
              </c:pt>
              <c:pt idx="232">
                <c:v>0.2216114889677111</c:v>
              </c:pt>
              <c:pt idx="233">
                <c:v>0.2216114889677111</c:v>
              </c:pt>
              <c:pt idx="234">
                <c:v>0.2216114889677111</c:v>
              </c:pt>
              <c:pt idx="235">
                <c:v>0.2216114889677111</c:v>
              </c:pt>
              <c:pt idx="236">
                <c:v>0.2216114889677111</c:v>
              </c:pt>
              <c:pt idx="237">
                <c:v>0.2216114889677111</c:v>
              </c:pt>
              <c:pt idx="238">
                <c:v>0.2216114889677111</c:v>
              </c:pt>
              <c:pt idx="239">
                <c:v>0.2216114889677111</c:v>
              </c:pt>
              <c:pt idx="240">
                <c:v>0.2216114889677111</c:v>
              </c:pt>
              <c:pt idx="241">
                <c:v>0.2216114889677111</c:v>
              </c:pt>
              <c:pt idx="242">
                <c:v>0.2216114889677111</c:v>
              </c:pt>
              <c:pt idx="243">
                <c:v>0.2216114889677111</c:v>
              </c:pt>
              <c:pt idx="244">
                <c:v>0.2216114889677111</c:v>
              </c:pt>
              <c:pt idx="245">
                <c:v>0.2216114889677111</c:v>
              </c:pt>
            </c:numLit>
          </c:yVal>
          <c:smooth val="0"/>
        </c:ser>
        <c:ser>
          <c:idx val="13"/>
          <c:order val="13"/>
          <c:tx>
            <c:v>Implemented LCA filling</c:v>
          </c:tx>
          <c:spPr>
            <a:noFill xmlns:a="http://schemas.openxmlformats.org/drawingml/2006/main"/>
            <a:ln xmlns:a="http://schemas.openxmlformats.org/drawingml/2006/main" w="0">
              <a:noFill/>
              <a:prstDash val="solid"/>
            </a:ln>
          </c:spPr>
          <c:marker>
            <c:symbol val="circle"/>
            <c:size val="7"/>
            <c:spPr>
              <a:solidFill xmlns:a="http://schemas.openxmlformats.org/drawingml/2006/main">
                <a:srgbClr val="FFFFFF"/>
              </a:solidFill>
            </c:spPr>
          </c:marker>
          <c:xVal>
            <c:numLit>
              <c:formatCode>General</c:formatCode>
              <c:ptCount val="246"/>
              <c:pt idx="0">
                <c:v>24.692768407631295</c:v>
              </c:pt>
              <c:pt idx="1">
                <c:v>24.692768407631295</c:v>
              </c:pt>
              <c:pt idx="2">
                <c:v>24.692768407631295</c:v>
              </c:pt>
              <c:pt idx="3">
                <c:v>24.692768407631295</c:v>
              </c:pt>
              <c:pt idx="4">
                <c:v>24.692768407631295</c:v>
              </c:pt>
              <c:pt idx="5">
                <c:v>24.692768407631295</c:v>
              </c:pt>
              <c:pt idx="6">
                <c:v>24.692768407631295</c:v>
              </c:pt>
              <c:pt idx="7">
                <c:v>24.692768407631295</c:v>
              </c:pt>
              <c:pt idx="8">
                <c:v>24.692768407631295</c:v>
              </c:pt>
              <c:pt idx="9">
                <c:v>24.692768407631295</c:v>
              </c:pt>
              <c:pt idx="10">
                <c:v>24.692768407631295</c:v>
              </c:pt>
              <c:pt idx="11">
                <c:v>24.692768407631295</c:v>
              </c:pt>
              <c:pt idx="12">
                <c:v>24.692768407631295</c:v>
              </c:pt>
              <c:pt idx="13">
                <c:v>24.692768407631295</c:v>
              </c:pt>
              <c:pt idx="14">
                <c:v>24.692768407631295</c:v>
              </c:pt>
              <c:pt idx="15">
                <c:v>24.692768407631295</c:v>
              </c:pt>
              <c:pt idx="16">
                <c:v>24.692768407631295</c:v>
              </c:pt>
              <c:pt idx="17">
                <c:v>24.692768407631295</c:v>
              </c:pt>
              <c:pt idx="18">
                <c:v>24.692768407631295</c:v>
              </c:pt>
              <c:pt idx="19">
                <c:v>24.692768407631295</c:v>
              </c:pt>
              <c:pt idx="20">
                <c:v>24.692768407631295</c:v>
              </c:pt>
              <c:pt idx="21">
                <c:v>24.692768407631295</c:v>
              </c:pt>
              <c:pt idx="22">
                <c:v>24.692768407631295</c:v>
              </c:pt>
              <c:pt idx="23">
                <c:v>24.692768407631295</c:v>
              </c:pt>
              <c:pt idx="24">
                <c:v>24.692768407631295</c:v>
              </c:pt>
              <c:pt idx="25">
                <c:v>24.692768407631295</c:v>
              </c:pt>
              <c:pt idx="26">
                <c:v>24.692768407631295</c:v>
              </c:pt>
              <c:pt idx="27">
                <c:v>24.692768407631295</c:v>
              </c:pt>
              <c:pt idx="28">
                <c:v>24.692768407631295</c:v>
              </c:pt>
              <c:pt idx="29">
                <c:v>24.692768407631295</c:v>
              </c:pt>
              <c:pt idx="30">
                <c:v>24.692768407631295</c:v>
              </c:pt>
              <c:pt idx="31">
                <c:v>24.692768407631295</c:v>
              </c:pt>
              <c:pt idx="32">
                <c:v>24.692768407631295</c:v>
              </c:pt>
              <c:pt idx="33">
                <c:v>24.692768407631295</c:v>
              </c:pt>
              <c:pt idx="34">
                <c:v>24.692768407631295</c:v>
              </c:pt>
              <c:pt idx="35">
                <c:v>24.692768407631295</c:v>
              </c:pt>
              <c:pt idx="36">
                <c:v>24.692768407631295</c:v>
              </c:pt>
              <c:pt idx="37">
                <c:v>24.692768407631295</c:v>
              </c:pt>
              <c:pt idx="38">
                <c:v>24.692768407631295</c:v>
              </c:pt>
              <c:pt idx="39">
                <c:v>24.692768407631295</c:v>
              </c:pt>
              <c:pt idx="40">
                <c:v>24.692768407631295</c:v>
              </c:pt>
              <c:pt idx="41">
                <c:v>24.692768407631295</c:v>
              </c:pt>
              <c:pt idx="42">
                <c:v>24.692768407631295</c:v>
              </c:pt>
              <c:pt idx="43">
                <c:v>24.692768407631295</c:v>
              </c:pt>
              <c:pt idx="44">
                <c:v>24.692768407631295</c:v>
              </c:pt>
              <c:pt idx="45">
                <c:v>24.692768407631295</c:v>
              </c:pt>
              <c:pt idx="46">
                <c:v>24.692768407631295</c:v>
              </c:pt>
              <c:pt idx="47">
                <c:v>24.692768407631295</c:v>
              </c:pt>
              <c:pt idx="48">
                <c:v>24.692768407631295</c:v>
              </c:pt>
              <c:pt idx="49">
                <c:v>24.692768407631295</c:v>
              </c:pt>
              <c:pt idx="50">
                <c:v>24.692768407631295</c:v>
              </c:pt>
              <c:pt idx="51">
                <c:v>24.692768407631295</c:v>
              </c:pt>
              <c:pt idx="52">
                <c:v>24.692768407631295</c:v>
              </c:pt>
              <c:pt idx="53">
                <c:v>24.692768407631295</c:v>
              </c:pt>
              <c:pt idx="54">
                <c:v>24.692768407631295</c:v>
              </c:pt>
              <c:pt idx="55">
                <c:v>24.692768407631295</c:v>
              </c:pt>
              <c:pt idx="56">
                <c:v>24.692768407631295</c:v>
              </c:pt>
              <c:pt idx="57">
                <c:v>24.692768407631295</c:v>
              </c:pt>
              <c:pt idx="58">
                <c:v>24.692768407631295</c:v>
              </c:pt>
              <c:pt idx="59">
                <c:v>24.692768407631295</c:v>
              </c:pt>
              <c:pt idx="60">
                <c:v>24.692768407631295</c:v>
              </c:pt>
              <c:pt idx="61">
                <c:v>24.692768407631295</c:v>
              </c:pt>
              <c:pt idx="62">
                <c:v>24.692768407631295</c:v>
              </c:pt>
              <c:pt idx="63">
                <c:v>24.692768407631295</c:v>
              </c:pt>
              <c:pt idx="64">
                <c:v>24.692768407631295</c:v>
              </c:pt>
              <c:pt idx="65">
                <c:v>24.692768407631295</c:v>
              </c:pt>
              <c:pt idx="66">
                <c:v>24.692768407631295</c:v>
              </c:pt>
              <c:pt idx="67">
                <c:v>24.692768407631295</c:v>
              </c:pt>
              <c:pt idx="68">
                <c:v>24.692768407631295</c:v>
              </c:pt>
              <c:pt idx="69">
                <c:v>24.692768407631295</c:v>
              </c:pt>
              <c:pt idx="70">
                <c:v>24.692768407631295</c:v>
              </c:pt>
              <c:pt idx="71">
                <c:v>24.692768407631295</c:v>
              </c:pt>
              <c:pt idx="72">
                <c:v>24.692768407631295</c:v>
              </c:pt>
              <c:pt idx="73">
                <c:v>24.692768407631295</c:v>
              </c:pt>
              <c:pt idx="74">
                <c:v>24.692768407631295</c:v>
              </c:pt>
              <c:pt idx="75">
                <c:v>24.692768407631295</c:v>
              </c:pt>
              <c:pt idx="76">
                <c:v>24.692768407631295</c:v>
              </c:pt>
              <c:pt idx="77">
                <c:v>24.692768407631295</c:v>
              </c:pt>
              <c:pt idx="78">
                <c:v>24.692768407631295</c:v>
              </c:pt>
              <c:pt idx="79">
                <c:v>24.692768407631295</c:v>
              </c:pt>
              <c:pt idx="80">
                <c:v>24.692768407631295</c:v>
              </c:pt>
              <c:pt idx="81">
                <c:v>24.692768407631295</c:v>
              </c:pt>
              <c:pt idx="82">
                <c:v>24.692768407631295</c:v>
              </c:pt>
              <c:pt idx="83">
                <c:v>24.692768407631295</c:v>
              </c:pt>
              <c:pt idx="84">
                <c:v>24.692768407631295</c:v>
              </c:pt>
              <c:pt idx="85">
                <c:v>24.692768407631295</c:v>
              </c:pt>
              <c:pt idx="86">
                <c:v>24.692768407631295</c:v>
              </c:pt>
              <c:pt idx="87">
                <c:v>24.692768407631295</c:v>
              </c:pt>
              <c:pt idx="88">
                <c:v>24.692768407631295</c:v>
              </c:pt>
              <c:pt idx="89">
                <c:v>24.692768407631295</c:v>
              </c:pt>
              <c:pt idx="90">
                <c:v>24.692768407631295</c:v>
              </c:pt>
              <c:pt idx="91">
                <c:v>24.692768407631295</c:v>
              </c:pt>
              <c:pt idx="92">
                <c:v>24.692768407631295</c:v>
              </c:pt>
              <c:pt idx="93">
                <c:v>24.692768407631295</c:v>
              </c:pt>
              <c:pt idx="94">
                <c:v>24.692768407631295</c:v>
              </c:pt>
              <c:pt idx="95">
                <c:v>24.692768407631295</c:v>
              </c:pt>
              <c:pt idx="96">
                <c:v>24.692768407631295</c:v>
              </c:pt>
              <c:pt idx="97">
                <c:v>24.692768407631295</c:v>
              </c:pt>
              <c:pt idx="98">
                <c:v>24.692768407631295</c:v>
              </c:pt>
              <c:pt idx="99">
                <c:v>24.692768407631295</c:v>
              </c:pt>
              <c:pt idx="100">
                <c:v>24.692768407631295</c:v>
              </c:pt>
              <c:pt idx="101">
                <c:v>24.692768407631295</c:v>
              </c:pt>
              <c:pt idx="102">
                <c:v>24.692768407631295</c:v>
              </c:pt>
              <c:pt idx="103">
                <c:v>24.692768407631295</c:v>
              </c:pt>
              <c:pt idx="104">
                <c:v>24.692768407631295</c:v>
              </c:pt>
              <c:pt idx="105">
                <c:v>24.692768407631295</c:v>
              </c:pt>
              <c:pt idx="106">
                <c:v>24.692768407631295</c:v>
              </c:pt>
              <c:pt idx="107">
                <c:v>24.692768407631295</c:v>
              </c:pt>
              <c:pt idx="108">
                <c:v>24.692768407631295</c:v>
              </c:pt>
              <c:pt idx="109">
                <c:v>24.692768407631295</c:v>
              </c:pt>
              <c:pt idx="110">
                <c:v>24.692768407631295</c:v>
              </c:pt>
              <c:pt idx="111">
                <c:v>24.692768407631295</c:v>
              </c:pt>
              <c:pt idx="112">
                <c:v>24.692768407631295</c:v>
              </c:pt>
              <c:pt idx="113">
                <c:v>24.692768407631295</c:v>
              </c:pt>
              <c:pt idx="114">
                <c:v>24.692768407631295</c:v>
              </c:pt>
              <c:pt idx="115">
                <c:v>24.692768407631295</c:v>
              </c:pt>
              <c:pt idx="116">
                <c:v>24.692768407631295</c:v>
              </c:pt>
              <c:pt idx="117">
                <c:v>24.692768407631295</c:v>
              </c:pt>
              <c:pt idx="118">
                <c:v>24.692768407631295</c:v>
              </c:pt>
              <c:pt idx="119">
                <c:v>24.692768407631295</c:v>
              </c:pt>
              <c:pt idx="120">
                <c:v>24.692768407631295</c:v>
              </c:pt>
              <c:pt idx="121">
                <c:v>24.692768407631295</c:v>
              </c:pt>
              <c:pt idx="122">
                <c:v>24.692768407631295</c:v>
              </c:pt>
              <c:pt idx="123">
                <c:v>24.692768407631295</c:v>
              </c:pt>
              <c:pt idx="124">
                <c:v>24.692768407631295</c:v>
              </c:pt>
              <c:pt idx="125">
                <c:v>24.692768407631295</c:v>
              </c:pt>
              <c:pt idx="126">
                <c:v>24.692768407631295</c:v>
              </c:pt>
              <c:pt idx="127">
                <c:v>24.692768407631295</c:v>
              </c:pt>
              <c:pt idx="128">
                <c:v>24.692768407631295</c:v>
              </c:pt>
              <c:pt idx="129">
                <c:v>24.692768407631295</c:v>
              </c:pt>
              <c:pt idx="130">
                <c:v>24.692768407631295</c:v>
              </c:pt>
              <c:pt idx="131">
                <c:v>24.692768407631295</c:v>
              </c:pt>
              <c:pt idx="132">
                <c:v>24.692768407631295</c:v>
              </c:pt>
              <c:pt idx="133">
                <c:v>24.692768407631295</c:v>
              </c:pt>
              <c:pt idx="134">
                <c:v>24.692768407631295</c:v>
              </c:pt>
              <c:pt idx="135">
                <c:v>24.692768407631295</c:v>
              </c:pt>
              <c:pt idx="136">
                <c:v>24.692768407631295</c:v>
              </c:pt>
              <c:pt idx="137">
                <c:v>24.692768407631295</c:v>
              </c:pt>
              <c:pt idx="138">
                <c:v>24.692768407631295</c:v>
              </c:pt>
              <c:pt idx="139">
                <c:v>24.692768407631295</c:v>
              </c:pt>
              <c:pt idx="140">
                <c:v>24.692768407631295</c:v>
              </c:pt>
              <c:pt idx="141">
                <c:v>24.692768407631295</c:v>
              </c:pt>
              <c:pt idx="142">
                <c:v>24.692768407631295</c:v>
              </c:pt>
              <c:pt idx="143">
                <c:v>24.692768407631295</c:v>
              </c:pt>
              <c:pt idx="144">
                <c:v>24.692768407631295</c:v>
              </c:pt>
              <c:pt idx="145">
                <c:v>24.692768407631295</c:v>
              </c:pt>
              <c:pt idx="146">
                <c:v>24.692768407631295</c:v>
              </c:pt>
              <c:pt idx="147">
                <c:v>24.692768407631295</c:v>
              </c:pt>
              <c:pt idx="148">
                <c:v>24.692768407631295</c:v>
              </c:pt>
              <c:pt idx="149">
                <c:v>24.692768407631295</c:v>
              </c:pt>
              <c:pt idx="150">
                <c:v>24.692768407631295</c:v>
              </c:pt>
              <c:pt idx="151">
                <c:v>24.692768407631295</c:v>
              </c:pt>
              <c:pt idx="152">
                <c:v>24.692768407631295</c:v>
              </c:pt>
              <c:pt idx="153">
                <c:v>24.692768407631295</c:v>
              </c:pt>
              <c:pt idx="154">
                <c:v>24.692768407631295</c:v>
              </c:pt>
              <c:pt idx="155">
                <c:v>24.692768407631295</c:v>
              </c:pt>
              <c:pt idx="156">
                <c:v>24.692768407631295</c:v>
              </c:pt>
              <c:pt idx="157">
                <c:v>24.692768407631295</c:v>
              </c:pt>
              <c:pt idx="158">
                <c:v>24.692768407631295</c:v>
              </c:pt>
              <c:pt idx="159">
                <c:v>24.692768407631295</c:v>
              </c:pt>
              <c:pt idx="160">
                <c:v>24.692768407631295</c:v>
              </c:pt>
              <c:pt idx="161">
                <c:v>24.692768407631295</c:v>
              </c:pt>
              <c:pt idx="162">
                <c:v>24.692768407631295</c:v>
              </c:pt>
              <c:pt idx="163">
                <c:v>24.692768407631295</c:v>
              </c:pt>
              <c:pt idx="164">
                <c:v>24.692768407631295</c:v>
              </c:pt>
              <c:pt idx="165">
                <c:v>24.692768407631295</c:v>
              </c:pt>
              <c:pt idx="166">
                <c:v>24.692768407631295</c:v>
              </c:pt>
              <c:pt idx="167">
                <c:v>24.692768407631295</c:v>
              </c:pt>
              <c:pt idx="168">
                <c:v>24.692768407631295</c:v>
              </c:pt>
              <c:pt idx="169">
                <c:v>24.692768407631295</c:v>
              </c:pt>
              <c:pt idx="170">
                <c:v>24.692768407631295</c:v>
              </c:pt>
              <c:pt idx="171">
                <c:v>24.692768407631295</c:v>
              </c:pt>
              <c:pt idx="172">
                <c:v>24.692768407631295</c:v>
              </c:pt>
              <c:pt idx="173">
                <c:v>24.692768407631295</c:v>
              </c:pt>
              <c:pt idx="174">
                <c:v>24.692768407631295</c:v>
              </c:pt>
              <c:pt idx="175">
                <c:v>24.692768407631295</c:v>
              </c:pt>
              <c:pt idx="176">
                <c:v>24.692768407631295</c:v>
              </c:pt>
              <c:pt idx="177">
                <c:v>24.692768407631295</c:v>
              </c:pt>
              <c:pt idx="178">
                <c:v>24.692768407631295</c:v>
              </c:pt>
              <c:pt idx="179">
                <c:v>24.692768407631295</c:v>
              </c:pt>
              <c:pt idx="180">
                <c:v>24.692768407631295</c:v>
              </c:pt>
              <c:pt idx="181">
                <c:v>24.692768407631295</c:v>
              </c:pt>
              <c:pt idx="182">
                <c:v>24.692768407631295</c:v>
              </c:pt>
              <c:pt idx="183">
                <c:v>24.692768407631295</c:v>
              </c:pt>
              <c:pt idx="184">
                <c:v>24.692768407631295</c:v>
              </c:pt>
              <c:pt idx="185">
                <c:v>24.692768407631295</c:v>
              </c:pt>
              <c:pt idx="186">
                <c:v>24.692768407631295</c:v>
              </c:pt>
              <c:pt idx="187">
                <c:v>24.692768407631295</c:v>
              </c:pt>
              <c:pt idx="188">
                <c:v>24.692768407631295</c:v>
              </c:pt>
              <c:pt idx="189">
                <c:v>24.692768407631295</c:v>
              </c:pt>
              <c:pt idx="190">
                <c:v>24.692768407631295</c:v>
              </c:pt>
              <c:pt idx="191">
                <c:v>24.692768407631295</c:v>
              </c:pt>
              <c:pt idx="192">
                <c:v>24.692768407631295</c:v>
              </c:pt>
              <c:pt idx="193">
                <c:v>24.692768407631295</c:v>
              </c:pt>
              <c:pt idx="194">
                <c:v>24.692768407631295</c:v>
              </c:pt>
              <c:pt idx="195">
                <c:v>24.692768407631295</c:v>
              </c:pt>
              <c:pt idx="196">
                <c:v>24.692768407631295</c:v>
              </c:pt>
              <c:pt idx="197">
                <c:v>24.692768407631295</c:v>
              </c:pt>
              <c:pt idx="198">
                <c:v>24.692768407631295</c:v>
              </c:pt>
              <c:pt idx="199">
                <c:v>24.692768407631295</c:v>
              </c:pt>
              <c:pt idx="200">
                <c:v>24.692768407631295</c:v>
              </c:pt>
              <c:pt idx="201">
                <c:v>24.692768407631295</c:v>
              </c:pt>
              <c:pt idx="202">
                <c:v>24.692768407631295</c:v>
              </c:pt>
              <c:pt idx="203">
                <c:v>24.692768407631295</c:v>
              </c:pt>
              <c:pt idx="204">
                <c:v>24.692768407631295</c:v>
              </c:pt>
              <c:pt idx="205">
                <c:v>24.692768407631295</c:v>
              </c:pt>
              <c:pt idx="206">
                <c:v>24.692768407631295</c:v>
              </c:pt>
              <c:pt idx="207">
                <c:v>24.692768407631295</c:v>
              </c:pt>
              <c:pt idx="208">
                <c:v>24.692768407631295</c:v>
              </c:pt>
              <c:pt idx="209">
                <c:v>24.692768407631295</c:v>
              </c:pt>
              <c:pt idx="210">
                <c:v>24.692768407631295</c:v>
              </c:pt>
              <c:pt idx="211">
                <c:v>24.692768407631295</c:v>
              </c:pt>
              <c:pt idx="212">
                <c:v>24.692768407631295</c:v>
              </c:pt>
              <c:pt idx="213">
                <c:v>24.692768407631295</c:v>
              </c:pt>
              <c:pt idx="214">
                <c:v>24.692768407631295</c:v>
              </c:pt>
              <c:pt idx="215">
                <c:v>24.692768407631295</c:v>
              </c:pt>
              <c:pt idx="216">
                <c:v>24.692768407631295</c:v>
              </c:pt>
              <c:pt idx="217">
                <c:v>24.692768407631295</c:v>
              </c:pt>
              <c:pt idx="218">
                <c:v>24.692768407631295</c:v>
              </c:pt>
              <c:pt idx="219">
                <c:v>24.692768407631295</c:v>
              </c:pt>
              <c:pt idx="220">
                <c:v>24.692768407631295</c:v>
              </c:pt>
              <c:pt idx="221">
                <c:v>24.692768407631295</c:v>
              </c:pt>
              <c:pt idx="222">
                <c:v>24.692768407631295</c:v>
              </c:pt>
              <c:pt idx="223">
                <c:v>24.692768407631295</c:v>
              </c:pt>
              <c:pt idx="224">
                <c:v>24.692768407631295</c:v>
              </c:pt>
              <c:pt idx="225">
                <c:v>24.692768407631295</c:v>
              </c:pt>
              <c:pt idx="226">
                <c:v>24.692768407631295</c:v>
              </c:pt>
              <c:pt idx="227">
                <c:v>24.692768407631295</c:v>
              </c:pt>
              <c:pt idx="228">
                <c:v>24.692768407631295</c:v>
              </c:pt>
              <c:pt idx="229">
                <c:v>24.692768407631295</c:v>
              </c:pt>
              <c:pt idx="230">
                <c:v>24.692768407631295</c:v>
              </c:pt>
              <c:pt idx="231">
                <c:v>24.692768407631295</c:v>
              </c:pt>
              <c:pt idx="232">
                <c:v>24.692768407631295</c:v>
              </c:pt>
              <c:pt idx="233">
                <c:v>24.692768407631295</c:v>
              </c:pt>
              <c:pt idx="234">
                <c:v>24.692768407631295</c:v>
              </c:pt>
              <c:pt idx="235">
                <c:v>24.692768407631295</c:v>
              </c:pt>
              <c:pt idx="236">
                <c:v>24.692768407631295</c:v>
              </c:pt>
              <c:pt idx="237">
                <c:v>24.692768407631295</c:v>
              </c:pt>
              <c:pt idx="238">
                <c:v>24.692768407631295</c:v>
              </c:pt>
              <c:pt idx="239">
                <c:v>24.692768407631295</c:v>
              </c:pt>
              <c:pt idx="240">
                <c:v>24.692768407631295</c:v>
              </c:pt>
              <c:pt idx="241">
                <c:v>24.692768407631295</c:v>
              </c:pt>
              <c:pt idx="242">
                <c:v>24.692768407631295</c:v>
              </c:pt>
              <c:pt idx="243">
                <c:v>24.692768407631295</c:v>
              </c:pt>
              <c:pt idx="244">
                <c:v>24.692768407631295</c:v>
              </c:pt>
              <c:pt idx="245">
                <c:v>24.692768407631295</c:v>
              </c:pt>
            </c:numLit>
          </c:xVal>
          <c:yVal>
            <c:numLit>
              <c:formatCode>0.0</c:formatCode>
              <c:ptCount val="246"/>
              <c:pt idx="0">
                <c:v>0.2216114889677111</c:v>
              </c:pt>
              <c:pt idx="1">
                <c:v>0.2216114889677111</c:v>
              </c:pt>
              <c:pt idx="2">
                <c:v>0.2216114889677111</c:v>
              </c:pt>
              <c:pt idx="3">
                <c:v>0.2216114889677111</c:v>
              </c:pt>
              <c:pt idx="4">
                <c:v>0.2216114889677111</c:v>
              </c:pt>
              <c:pt idx="5">
                <c:v>0.2216114889677111</c:v>
              </c:pt>
              <c:pt idx="6">
                <c:v>0.2216114889677111</c:v>
              </c:pt>
              <c:pt idx="7">
                <c:v>0.2216114889677111</c:v>
              </c:pt>
              <c:pt idx="8">
                <c:v>0.2216114889677111</c:v>
              </c:pt>
              <c:pt idx="9">
                <c:v>0.2216114889677111</c:v>
              </c:pt>
              <c:pt idx="10">
                <c:v>0.2216114889677111</c:v>
              </c:pt>
              <c:pt idx="11">
                <c:v>0.2216114889677111</c:v>
              </c:pt>
              <c:pt idx="12">
                <c:v>0.2216114889677111</c:v>
              </c:pt>
              <c:pt idx="13">
                <c:v>0.2216114889677111</c:v>
              </c:pt>
              <c:pt idx="14">
                <c:v>0.2216114889677111</c:v>
              </c:pt>
              <c:pt idx="15">
                <c:v>0.2216114889677111</c:v>
              </c:pt>
              <c:pt idx="16">
                <c:v>0.2216114889677111</c:v>
              </c:pt>
              <c:pt idx="17">
                <c:v>0.2216114889677111</c:v>
              </c:pt>
              <c:pt idx="18">
                <c:v>0.2216114889677111</c:v>
              </c:pt>
              <c:pt idx="19">
                <c:v>0.2216114889677111</c:v>
              </c:pt>
              <c:pt idx="20">
                <c:v>0.2216114889677111</c:v>
              </c:pt>
              <c:pt idx="21">
                <c:v>0.2216114889677111</c:v>
              </c:pt>
              <c:pt idx="22">
                <c:v>0.2216114889677111</c:v>
              </c:pt>
              <c:pt idx="23">
                <c:v>0.2216114889677111</c:v>
              </c:pt>
              <c:pt idx="24">
                <c:v>0.2216114889677111</c:v>
              </c:pt>
              <c:pt idx="25">
                <c:v>0.2216114889677111</c:v>
              </c:pt>
              <c:pt idx="26">
                <c:v>0.2216114889677111</c:v>
              </c:pt>
              <c:pt idx="27">
                <c:v>0.2216114889677111</c:v>
              </c:pt>
              <c:pt idx="28">
                <c:v>0.2216114889677111</c:v>
              </c:pt>
              <c:pt idx="29">
                <c:v>0.2216114889677111</c:v>
              </c:pt>
              <c:pt idx="30">
                <c:v>0.2216114889677111</c:v>
              </c:pt>
              <c:pt idx="31">
                <c:v>0.2216114889677111</c:v>
              </c:pt>
              <c:pt idx="32">
                <c:v>0.2216114889677111</c:v>
              </c:pt>
              <c:pt idx="33">
                <c:v>0.2216114889677111</c:v>
              </c:pt>
              <c:pt idx="34">
                <c:v>0.2216114889677111</c:v>
              </c:pt>
              <c:pt idx="35">
                <c:v>0.2216114889677111</c:v>
              </c:pt>
              <c:pt idx="36">
                <c:v>0.2216114889677111</c:v>
              </c:pt>
              <c:pt idx="37">
                <c:v>0.2216114889677111</c:v>
              </c:pt>
              <c:pt idx="38">
                <c:v>0.2216114889677111</c:v>
              </c:pt>
              <c:pt idx="39">
                <c:v>0.2216114889677111</c:v>
              </c:pt>
              <c:pt idx="40">
                <c:v>0.2216114889677111</c:v>
              </c:pt>
              <c:pt idx="41">
                <c:v>0.2216114889677111</c:v>
              </c:pt>
              <c:pt idx="42">
                <c:v>0.2216114889677111</c:v>
              </c:pt>
              <c:pt idx="43">
                <c:v>0.2216114889677111</c:v>
              </c:pt>
              <c:pt idx="44">
                <c:v>0.2216114889677111</c:v>
              </c:pt>
              <c:pt idx="45">
                <c:v>0.2216114889677111</c:v>
              </c:pt>
              <c:pt idx="46">
                <c:v>0.2216114889677111</c:v>
              </c:pt>
              <c:pt idx="47">
                <c:v>0.2216114889677111</c:v>
              </c:pt>
              <c:pt idx="48">
                <c:v>0.2216114889677111</c:v>
              </c:pt>
              <c:pt idx="49">
                <c:v>0.2216114889677111</c:v>
              </c:pt>
              <c:pt idx="50">
                <c:v>0.2216114889677111</c:v>
              </c:pt>
              <c:pt idx="51">
                <c:v>0.2216114889677111</c:v>
              </c:pt>
              <c:pt idx="52">
                <c:v>0.2216114889677111</c:v>
              </c:pt>
              <c:pt idx="53">
                <c:v>0.2216114889677111</c:v>
              </c:pt>
              <c:pt idx="54">
                <c:v>0.2216114889677111</c:v>
              </c:pt>
              <c:pt idx="55">
                <c:v>0.2216114889677111</c:v>
              </c:pt>
              <c:pt idx="56">
                <c:v>0.2216114889677111</c:v>
              </c:pt>
              <c:pt idx="57">
                <c:v>0.2216114889677111</c:v>
              </c:pt>
              <c:pt idx="58">
                <c:v>0.2216114889677111</c:v>
              </c:pt>
              <c:pt idx="59">
                <c:v>0.2216114889677111</c:v>
              </c:pt>
              <c:pt idx="60">
                <c:v>0.2216114889677111</c:v>
              </c:pt>
              <c:pt idx="61">
                <c:v>0.2216114889677111</c:v>
              </c:pt>
              <c:pt idx="62">
                <c:v>0.2216114889677111</c:v>
              </c:pt>
              <c:pt idx="63">
                <c:v>0.2216114889677111</c:v>
              </c:pt>
              <c:pt idx="64">
                <c:v>0.2216114889677111</c:v>
              </c:pt>
              <c:pt idx="65">
                <c:v>0.2216114889677111</c:v>
              </c:pt>
              <c:pt idx="66">
                <c:v>0.2216114889677111</c:v>
              </c:pt>
              <c:pt idx="67">
                <c:v>0.2216114889677111</c:v>
              </c:pt>
              <c:pt idx="68">
                <c:v>0.2216114889677111</c:v>
              </c:pt>
              <c:pt idx="69">
                <c:v>0.2216114889677111</c:v>
              </c:pt>
              <c:pt idx="70">
                <c:v>0.2216114889677111</c:v>
              </c:pt>
              <c:pt idx="71">
                <c:v>0.2216114889677111</c:v>
              </c:pt>
              <c:pt idx="72">
                <c:v>0.2216114889677111</c:v>
              </c:pt>
              <c:pt idx="73">
                <c:v>0.2216114889677111</c:v>
              </c:pt>
              <c:pt idx="74">
                <c:v>0.2216114889677111</c:v>
              </c:pt>
              <c:pt idx="75">
                <c:v>0.2216114889677111</c:v>
              </c:pt>
              <c:pt idx="76">
                <c:v>0.2216114889677111</c:v>
              </c:pt>
              <c:pt idx="77">
                <c:v>0.2216114889677111</c:v>
              </c:pt>
              <c:pt idx="78">
                <c:v>0.2216114889677111</c:v>
              </c:pt>
              <c:pt idx="79">
                <c:v>0.2216114889677111</c:v>
              </c:pt>
              <c:pt idx="80">
                <c:v>0.2216114889677111</c:v>
              </c:pt>
              <c:pt idx="81">
                <c:v>0.2216114889677111</c:v>
              </c:pt>
              <c:pt idx="82">
                <c:v>0.2216114889677111</c:v>
              </c:pt>
              <c:pt idx="83">
                <c:v>0.2216114889677111</c:v>
              </c:pt>
              <c:pt idx="84">
                <c:v>0.2216114889677111</c:v>
              </c:pt>
              <c:pt idx="85">
                <c:v>0.2216114889677111</c:v>
              </c:pt>
              <c:pt idx="86">
                <c:v>0.2216114889677111</c:v>
              </c:pt>
              <c:pt idx="87">
                <c:v>0.2216114889677111</c:v>
              </c:pt>
              <c:pt idx="88">
                <c:v>0.2216114889677111</c:v>
              </c:pt>
              <c:pt idx="89">
                <c:v>0.2216114889677111</c:v>
              </c:pt>
              <c:pt idx="90">
                <c:v>0.2216114889677111</c:v>
              </c:pt>
              <c:pt idx="91">
                <c:v>0.2216114889677111</c:v>
              </c:pt>
              <c:pt idx="92">
                <c:v>0.2216114889677111</c:v>
              </c:pt>
              <c:pt idx="93">
                <c:v>0.2216114889677111</c:v>
              </c:pt>
              <c:pt idx="94">
                <c:v>0.2216114889677111</c:v>
              </c:pt>
              <c:pt idx="95">
                <c:v>0.2216114889677111</c:v>
              </c:pt>
              <c:pt idx="96">
                <c:v>0.2216114889677111</c:v>
              </c:pt>
              <c:pt idx="97">
                <c:v>0.2216114889677111</c:v>
              </c:pt>
              <c:pt idx="98">
                <c:v>0.2216114889677111</c:v>
              </c:pt>
              <c:pt idx="99">
                <c:v>0.2216114889677111</c:v>
              </c:pt>
              <c:pt idx="100">
                <c:v>0.2216114889677111</c:v>
              </c:pt>
              <c:pt idx="101">
                <c:v>0.2216114889677111</c:v>
              </c:pt>
              <c:pt idx="102">
                <c:v>0.2216114889677111</c:v>
              </c:pt>
              <c:pt idx="103">
                <c:v>0.2216114889677111</c:v>
              </c:pt>
              <c:pt idx="104">
                <c:v>0.2216114889677111</c:v>
              </c:pt>
              <c:pt idx="105">
                <c:v>0.2216114889677111</c:v>
              </c:pt>
              <c:pt idx="106">
                <c:v>0.2216114889677111</c:v>
              </c:pt>
              <c:pt idx="107">
                <c:v>0.2216114889677111</c:v>
              </c:pt>
              <c:pt idx="108">
                <c:v>0.2216114889677111</c:v>
              </c:pt>
              <c:pt idx="109">
                <c:v>0.2216114889677111</c:v>
              </c:pt>
              <c:pt idx="110">
                <c:v>0.2216114889677111</c:v>
              </c:pt>
              <c:pt idx="111">
                <c:v>0.2216114889677111</c:v>
              </c:pt>
              <c:pt idx="112">
                <c:v>0.2216114889677111</c:v>
              </c:pt>
              <c:pt idx="113">
                <c:v>0.2216114889677111</c:v>
              </c:pt>
              <c:pt idx="114">
                <c:v>0.2216114889677111</c:v>
              </c:pt>
              <c:pt idx="115">
                <c:v>0.2216114889677111</c:v>
              </c:pt>
              <c:pt idx="116">
                <c:v>0.2216114889677111</c:v>
              </c:pt>
              <c:pt idx="117">
                <c:v>0.2216114889677111</c:v>
              </c:pt>
              <c:pt idx="118">
                <c:v>0.2216114889677111</c:v>
              </c:pt>
              <c:pt idx="119">
                <c:v>0.2216114889677111</c:v>
              </c:pt>
              <c:pt idx="120">
                <c:v>0.2216114889677111</c:v>
              </c:pt>
              <c:pt idx="121">
                <c:v>0.2216114889677111</c:v>
              </c:pt>
              <c:pt idx="122">
                <c:v>0.2216114889677111</c:v>
              </c:pt>
              <c:pt idx="123">
                <c:v>0.2216114889677111</c:v>
              </c:pt>
              <c:pt idx="124">
                <c:v>0.2216114889677111</c:v>
              </c:pt>
              <c:pt idx="125">
                <c:v>0.2216114889677111</c:v>
              </c:pt>
              <c:pt idx="126">
                <c:v>0.2216114889677111</c:v>
              </c:pt>
              <c:pt idx="127">
                <c:v>0.2216114889677111</c:v>
              </c:pt>
              <c:pt idx="128">
                <c:v>0.2216114889677111</c:v>
              </c:pt>
              <c:pt idx="129">
                <c:v>0.2216114889677111</c:v>
              </c:pt>
              <c:pt idx="130">
                <c:v>0.2216114889677111</c:v>
              </c:pt>
              <c:pt idx="131">
                <c:v>0.2216114889677111</c:v>
              </c:pt>
              <c:pt idx="132">
                <c:v>0.2216114889677111</c:v>
              </c:pt>
              <c:pt idx="133">
                <c:v>0.2216114889677111</c:v>
              </c:pt>
              <c:pt idx="134">
                <c:v>0.2216114889677111</c:v>
              </c:pt>
              <c:pt idx="135">
                <c:v>0.2216114889677111</c:v>
              </c:pt>
              <c:pt idx="136">
                <c:v>0.2216114889677111</c:v>
              </c:pt>
              <c:pt idx="137">
                <c:v>0.2216114889677111</c:v>
              </c:pt>
              <c:pt idx="138">
                <c:v>0.2216114889677111</c:v>
              </c:pt>
              <c:pt idx="139">
                <c:v>0.2216114889677111</c:v>
              </c:pt>
              <c:pt idx="140">
                <c:v>0.2216114889677111</c:v>
              </c:pt>
              <c:pt idx="141">
                <c:v>0.2216114889677111</c:v>
              </c:pt>
              <c:pt idx="142">
                <c:v>0.2216114889677111</c:v>
              </c:pt>
              <c:pt idx="143">
                <c:v>0.2216114889677111</c:v>
              </c:pt>
              <c:pt idx="144">
                <c:v>0.2216114889677111</c:v>
              </c:pt>
              <c:pt idx="145">
                <c:v>0.2216114889677111</c:v>
              </c:pt>
              <c:pt idx="146">
                <c:v>0.2216114889677111</c:v>
              </c:pt>
              <c:pt idx="147">
                <c:v>0.2216114889677111</c:v>
              </c:pt>
              <c:pt idx="148">
                <c:v>0.2216114889677111</c:v>
              </c:pt>
              <c:pt idx="149">
                <c:v>0.2216114889677111</c:v>
              </c:pt>
              <c:pt idx="150">
                <c:v>0.2216114889677111</c:v>
              </c:pt>
              <c:pt idx="151">
                <c:v>0.2216114889677111</c:v>
              </c:pt>
              <c:pt idx="152">
                <c:v>0.2216114889677111</c:v>
              </c:pt>
              <c:pt idx="153">
                <c:v>0.2216114889677111</c:v>
              </c:pt>
              <c:pt idx="154">
                <c:v>0.2216114889677111</c:v>
              </c:pt>
              <c:pt idx="155">
                <c:v>0.2216114889677111</c:v>
              </c:pt>
              <c:pt idx="156">
                <c:v>0.2216114889677111</c:v>
              </c:pt>
              <c:pt idx="157">
                <c:v>0.2216114889677111</c:v>
              </c:pt>
              <c:pt idx="158">
                <c:v>0.2216114889677111</c:v>
              </c:pt>
              <c:pt idx="159">
                <c:v>0.2216114889677111</c:v>
              </c:pt>
              <c:pt idx="160">
                <c:v>0.2216114889677111</c:v>
              </c:pt>
              <c:pt idx="161">
                <c:v>0.2216114889677111</c:v>
              </c:pt>
              <c:pt idx="162">
                <c:v>0.2216114889677111</c:v>
              </c:pt>
              <c:pt idx="163">
                <c:v>0.2216114889677111</c:v>
              </c:pt>
              <c:pt idx="164">
                <c:v>0.2216114889677111</c:v>
              </c:pt>
              <c:pt idx="165">
                <c:v>0.2216114889677111</c:v>
              </c:pt>
              <c:pt idx="166">
                <c:v>0.2216114889677111</c:v>
              </c:pt>
              <c:pt idx="167">
                <c:v>0.2216114889677111</c:v>
              </c:pt>
              <c:pt idx="168">
                <c:v>0.2216114889677111</c:v>
              </c:pt>
              <c:pt idx="169">
                <c:v>0.2216114889677111</c:v>
              </c:pt>
              <c:pt idx="170">
                <c:v>0.2216114889677111</c:v>
              </c:pt>
              <c:pt idx="171">
                <c:v>0.2216114889677111</c:v>
              </c:pt>
              <c:pt idx="172">
                <c:v>0.2216114889677111</c:v>
              </c:pt>
              <c:pt idx="173">
                <c:v>0.2216114889677111</c:v>
              </c:pt>
              <c:pt idx="174">
                <c:v>0.2216114889677111</c:v>
              </c:pt>
              <c:pt idx="175">
                <c:v>0.2216114889677111</c:v>
              </c:pt>
              <c:pt idx="176">
                <c:v>0.2216114889677111</c:v>
              </c:pt>
              <c:pt idx="177">
                <c:v>0.2216114889677111</c:v>
              </c:pt>
              <c:pt idx="178">
                <c:v>0.2216114889677111</c:v>
              </c:pt>
              <c:pt idx="179">
                <c:v>0.2216114889677111</c:v>
              </c:pt>
              <c:pt idx="180">
                <c:v>0.2216114889677111</c:v>
              </c:pt>
              <c:pt idx="181">
                <c:v>0.2216114889677111</c:v>
              </c:pt>
              <c:pt idx="182">
                <c:v>0.2216114889677111</c:v>
              </c:pt>
              <c:pt idx="183">
                <c:v>0.2216114889677111</c:v>
              </c:pt>
              <c:pt idx="184">
                <c:v>0.2216114889677111</c:v>
              </c:pt>
              <c:pt idx="185">
                <c:v>0.2216114889677111</c:v>
              </c:pt>
              <c:pt idx="186">
                <c:v>0.2216114889677111</c:v>
              </c:pt>
              <c:pt idx="187">
                <c:v>0.2216114889677111</c:v>
              </c:pt>
              <c:pt idx="188">
                <c:v>0.2216114889677111</c:v>
              </c:pt>
              <c:pt idx="189">
                <c:v>0.2216114889677111</c:v>
              </c:pt>
              <c:pt idx="190">
                <c:v>0.2216114889677111</c:v>
              </c:pt>
              <c:pt idx="191">
                <c:v>0.2216114889677111</c:v>
              </c:pt>
              <c:pt idx="192">
                <c:v>0.2216114889677111</c:v>
              </c:pt>
              <c:pt idx="193">
                <c:v>0.2216114889677111</c:v>
              </c:pt>
              <c:pt idx="194">
                <c:v>0.2216114889677111</c:v>
              </c:pt>
              <c:pt idx="195">
                <c:v>0.2216114889677111</c:v>
              </c:pt>
              <c:pt idx="196">
                <c:v>0.2216114889677111</c:v>
              </c:pt>
              <c:pt idx="197">
                <c:v>0.2216114889677111</c:v>
              </c:pt>
              <c:pt idx="198">
                <c:v>0.2216114889677111</c:v>
              </c:pt>
              <c:pt idx="199">
                <c:v>0.2216114889677111</c:v>
              </c:pt>
              <c:pt idx="200">
                <c:v>0.2216114889677111</c:v>
              </c:pt>
              <c:pt idx="201">
                <c:v>0.2216114889677111</c:v>
              </c:pt>
              <c:pt idx="202">
                <c:v>0.2216114889677111</c:v>
              </c:pt>
              <c:pt idx="203">
                <c:v>0.2216114889677111</c:v>
              </c:pt>
              <c:pt idx="204">
                <c:v>0.2216114889677111</c:v>
              </c:pt>
              <c:pt idx="205">
                <c:v>0.2216114889677111</c:v>
              </c:pt>
              <c:pt idx="206">
                <c:v>0.2216114889677111</c:v>
              </c:pt>
              <c:pt idx="207">
                <c:v>0.2216114889677111</c:v>
              </c:pt>
              <c:pt idx="208">
                <c:v>0.2216114889677111</c:v>
              </c:pt>
              <c:pt idx="209">
                <c:v>0.2216114889677111</c:v>
              </c:pt>
              <c:pt idx="210">
                <c:v>0.2216114889677111</c:v>
              </c:pt>
              <c:pt idx="211">
                <c:v>0.2216114889677111</c:v>
              </c:pt>
              <c:pt idx="212">
                <c:v>0.2216114889677111</c:v>
              </c:pt>
              <c:pt idx="213">
                <c:v>0.2216114889677111</c:v>
              </c:pt>
              <c:pt idx="214">
                <c:v>0.2216114889677111</c:v>
              </c:pt>
              <c:pt idx="215">
                <c:v>0.2216114889677111</c:v>
              </c:pt>
              <c:pt idx="216">
                <c:v>0.2216114889677111</c:v>
              </c:pt>
              <c:pt idx="217">
                <c:v>0.2216114889677111</c:v>
              </c:pt>
              <c:pt idx="218">
                <c:v>0.2216114889677111</c:v>
              </c:pt>
              <c:pt idx="219">
                <c:v>0.2216114889677111</c:v>
              </c:pt>
              <c:pt idx="220">
                <c:v>0.2216114889677111</c:v>
              </c:pt>
              <c:pt idx="221">
                <c:v>0.2216114889677111</c:v>
              </c:pt>
              <c:pt idx="222">
                <c:v>0.2216114889677111</c:v>
              </c:pt>
              <c:pt idx="223">
                <c:v>0.2216114889677111</c:v>
              </c:pt>
              <c:pt idx="224">
                <c:v>0.2216114889677111</c:v>
              </c:pt>
              <c:pt idx="225">
                <c:v>0.2216114889677111</c:v>
              </c:pt>
              <c:pt idx="226">
                <c:v>0.2216114889677111</c:v>
              </c:pt>
              <c:pt idx="227">
                <c:v>0.2216114889677111</c:v>
              </c:pt>
              <c:pt idx="228">
                <c:v>0.2216114889677111</c:v>
              </c:pt>
              <c:pt idx="229">
                <c:v>0.2216114889677111</c:v>
              </c:pt>
              <c:pt idx="230">
                <c:v>0.2216114889677111</c:v>
              </c:pt>
              <c:pt idx="231">
                <c:v>0.2216114889677111</c:v>
              </c:pt>
              <c:pt idx="232">
                <c:v>0.2216114889677111</c:v>
              </c:pt>
              <c:pt idx="233">
                <c:v>0.2216114889677111</c:v>
              </c:pt>
              <c:pt idx="234">
                <c:v>0.2216114889677111</c:v>
              </c:pt>
              <c:pt idx="235">
                <c:v>0.2216114889677111</c:v>
              </c:pt>
              <c:pt idx="236">
                <c:v>0.2216114889677111</c:v>
              </c:pt>
              <c:pt idx="237">
                <c:v>0.2216114889677111</c:v>
              </c:pt>
              <c:pt idx="238">
                <c:v>0.2216114889677111</c:v>
              </c:pt>
              <c:pt idx="239">
                <c:v>0.2216114889677111</c:v>
              </c:pt>
              <c:pt idx="240">
                <c:v>0.2216114889677111</c:v>
              </c:pt>
              <c:pt idx="241">
                <c:v>0.2216114889677111</c:v>
              </c:pt>
              <c:pt idx="242">
                <c:v>0.2216114889677111</c:v>
              </c:pt>
              <c:pt idx="243">
                <c:v>0.2216114889677111</c:v>
              </c:pt>
              <c:pt idx="244">
                <c:v>0.2216114889677111</c:v>
              </c:pt>
              <c:pt idx="245">
                <c:v>0.2216114889677111</c:v>
              </c:pt>
            </c:numLit>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3.224467499677412"/>
          <c:min val="0"/>
        </c:scaling>
        <c:delete val="0"/>
        <c:axPos val="l"/>
        <c:majorGridlines>
          <c:spPr>
            <a:ln xmlns:a="http://schemas.openxmlformats.org/drawingml/2006/main" w="5715">
              <a:solidFill>
                <a:srgbClr val="D9DFE3"/>
              </a:solidFill>
              <a:prstDash val="solid"/>
            </a:ln>
          </c:spPr>
        </c:majorGridlines>
        <c:title>
          <c:tx>
            <c:rich>
              <a:bodyPr xmlns:a="http://schemas.openxmlformats.org/drawingml/2006/main"/>
              <a:lstStyle xmlns:a="http://schemas.openxmlformats.org/drawingml/2006/main"/>
              <a:p xmlns:a="http://schemas.openxmlformats.org/drawingml/2006/main">
                <a:r>
                  <a:rPr sz="1200">
                    <a:solidFill>
                      <a:srgbClr val="263238"/>
                    </a:solidFill>
                    <a:latin typeface="Arial"/>
                    <a:ea typeface="Arial"/>
                    <a:cs typeface="Arial"/>
                  </a:rPr>
                  <a:t>Mean τ (% axis)</a:t>
                </a:r>
              </a:p>
            </c:rich>
          </c:tx>
          <c:overlay val="0"/>
          <c:txPr>
            <a:bodyPr xmlns:a="http://schemas.openxmlformats.org/drawingml/2006/main" anchorCtr="1"/>
            <a:lstStyle xmlns:a="http://schemas.openxmlformats.org/drawingml/2006/main"/>
            <a:p xmlns:a="http://schemas.openxmlformats.org/drawingml/2006/main">
              <a:pPr>
                <a:defRPr sz="1200">
                  <a:solidFill>
                    <a:srgbClr val="263238"/>
                  </a:solidFill>
                  <a:latin typeface="Arial"/>
                  <a:ea typeface="Arial"/>
                  <a:cs typeface="Arial"/>
                </a:defRPr>
              </a:pPr>
            </a:p>
          </c:txPr>
        </c:title>
        <c:numFmt formatCode="0.0"/>
        <c:majorTickMark val="none"/>
        <c:minorTickMark val="none"/>
        <c:spPr>
          <a:ln xmlns:a="http://schemas.openxmlformats.org/drawingml/2006/main" w="7620">
            <a:solidFill>
              <a:srgbClr val="263238"/>
            </a:solidFill>
            <a:prstDash val="solid"/>
          </a:ln>
        </c:spPr>
        <c:txPr>
          <a:bodyPr xmlns:a="http://schemas.openxmlformats.org/drawingml/2006/main" anchorCtr="1"/>
          <a:lstStyle xmlns:a="http://schemas.openxmlformats.org/drawingml/2006/main"/>
          <a:p xmlns:a="http://schemas.openxmlformats.org/drawingml/2006/main">
            <a:pPr>
              <a:defRPr sz="1125">
                <a:solidFill>
                  <a:srgbClr val="263238"/>
                </a:solidFill>
                <a:latin typeface="Arial"/>
                <a:ea typeface="Arial"/>
                <a:cs typeface="Arial"/>
              </a:defRPr>
            </a:pPr>
          </a:p>
        </c:txPr>
        <c:crossAx val="48650112"/>
        <c:majorUnit val="1"/>
      </c:valAx>
      <c:valAx>
        <c:axId val="48650112"/>
        <c:scaling>
          <c:orientation val="minMax"/>
          <c:max val="70"/>
          <c:min val="0"/>
        </c:scaling>
        <c:delete val="0"/>
        <c:axPos val="b"/>
        <c:majorGridlines>
          <c:spPr>
            <a:ln xmlns:a="http://schemas.openxmlformats.org/drawingml/2006/main" w="5715">
              <a:solidFill>
                <a:srgbClr val="D9DFE3"/>
              </a:solidFill>
              <a:prstDash val="solid"/>
            </a:ln>
          </c:spPr>
        </c:majorGridlines>
        <c:title>
          <c:tx>
            <c:rich>
              <a:bodyPr xmlns:a="http://schemas.openxmlformats.org/drawingml/2006/main"/>
              <a:lstStyle xmlns:a="http://schemas.openxmlformats.org/drawingml/2006/main"/>
              <a:p xmlns:a="http://schemas.openxmlformats.org/drawingml/2006/main">
                <a:r>
                  <a:rPr sz="1200">
                    <a:solidFill>
                      <a:srgbClr val="263238"/>
                    </a:solidFill>
                    <a:latin typeface="Arial"/>
                    <a:ea typeface="Arial"/>
                    <a:cs typeface="Arial"/>
                  </a:rPr>
                  <a:t>d_top (% scalar range)</a:t>
                </a:r>
              </a:p>
            </c:rich>
          </c:tx>
          <c:overlay val="0"/>
          <c:txPr>
            <a:bodyPr xmlns:a="http://schemas.openxmlformats.org/drawingml/2006/main" anchorCtr="1"/>
            <a:lstStyle xmlns:a="http://schemas.openxmlformats.org/drawingml/2006/main"/>
            <a:p xmlns:a="http://schemas.openxmlformats.org/drawingml/2006/main">
              <a:pPr>
                <a:defRPr sz="1200">
                  <a:solidFill>
                    <a:srgbClr val="263238"/>
                  </a:solidFill>
                  <a:latin typeface="Arial"/>
                  <a:ea typeface="Arial"/>
                  <a:cs typeface="Arial"/>
                </a:defRPr>
              </a:pPr>
            </a:p>
          </c:txPr>
        </c:title>
        <c:numFmt formatCode="0"/>
        <c:majorTickMark val="none"/>
        <c:minorTickMark val="none"/>
        <c:spPr>
          <a:ln xmlns:a="http://schemas.openxmlformats.org/drawingml/2006/main" w="7620">
            <a:solidFill>
              <a:srgbClr val="263238"/>
            </a:solidFill>
            <a:prstDash val="solid"/>
          </a:ln>
        </c:spPr>
        <c:txPr>
          <a:bodyPr xmlns:a="http://schemas.openxmlformats.org/drawingml/2006/main" anchorCtr="1"/>
          <a:lstStyle xmlns:a="http://schemas.openxmlformats.org/drawingml/2006/main"/>
          <a:p xmlns:a="http://schemas.openxmlformats.org/drawingml/2006/main">
            <a:pPr>
              <a:defRPr sz="1125">
                <a:solidFill>
                  <a:srgbClr val="263238"/>
                </a:solidFill>
                <a:latin typeface="Arial"/>
                <a:ea typeface="Arial"/>
                <a:cs typeface="Arial"/>
              </a:defRPr>
            </a:pPr>
          </a:p>
        </c:txPr>
        <c:crossAx val="48672768"/>
        <c:majorUnit val="20"/>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chartSpace>
</file>

<file path=ppt/main_figures/Fig5/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a) Storms 1999/2000">
            <a:extLst xmlns:a="http://schemas.openxmlformats.org/drawingml/2006/main">
              <a:ext uri="{FF2B5EF4-FFF2-40B4-BE49-F238E27FC236}">
                <a16:creationId xmlns:a16="http://schemas.microsoft.com/office/drawing/2014/main" id="{0DBA982E-18A0-4F2A-A1DE-288DEDBA5C28}"/>
              </a:ext>
            </a:extLst>
          </p:cNvPr>
          <p:cNvSpPr>
            <a:spLocks xmlns:a="http://schemas.openxmlformats.org/drawingml/2006/main" noGrp="1"/>
          </p:cNvSpPr>
          <p:nvPr/>
        </p:nvSpPr>
        <p:spPr>
          <a:xfrm xmlns:a="http://schemas.openxmlformats.org/drawingml/2006/main">
            <a:off x="228600" y="47625"/>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oAutofit/>
          </a:bodyPr>
          <a:lstStyle xmlns:a="http://schemas.openxmlformats.org/drawingml/2006/main">
            <a:defPPr>
              <a:defRPr sz="1575" b="1">
                <a:solidFill>
                  <a:srgbClr val="263238"/>
                </a:solidFill>
                <a:latin typeface="Arial"/>
                <a:ea typeface="Arial"/>
                <a:cs typeface="Arial"/>
              </a:defRPr>
            </a:defPPr>
            <a:lvl1pPr>
              <a:defRPr sz="1575" b="1">
                <a:solidFill>
                  <a:srgbClr val="263238"/>
                </a:solidFill>
                <a:latin typeface="Arial"/>
                <a:ea typeface="Arial"/>
                <a:cs typeface="Arial"/>
              </a:defRPr>
            </a:lvl1pPr>
            <a:lvl2pPr>
              <a:defRPr sz="1575" b="1">
                <a:solidFill>
                  <a:srgbClr val="263238"/>
                </a:solidFill>
                <a:latin typeface="Arial"/>
                <a:ea typeface="Arial"/>
                <a:cs typeface="Arial"/>
              </a:defRPr>
            </a:lvl2pPr>
            <a:lvl3pPr>
              <a:defRPr sz="1575" b="1">
                <a:solidFill>
                  <a:srgbClr val="263238"/>
                </a:solidFill>
                <a:latin typeface="Arial"/>
                <a:ea typeface="Arial"/>
                <a:cs typeface="Arial"/>
              </a:defRPr>
            </a:lvl3pPr>
            <a:lvl4pPr>
              <a:defRPr sz="1575" b="1">
                <a:solidFill>
                  <a:srgbClr val="263238"/>
                </a:solidFill>
                <a:latin typeface="Arial"/>
                <a:ea typeface="Arial"/>
                <a:cs typeface="Arial"/>
              </a:defRPr>
            </a:lvl4pPr>
            <a:lvl5pPr>
              <a:defRPr sz="1575" b="1">
                <a:solidFill>
                  <a:srgbClr val="263238"/>
                </a:solidFill>
                <a:latin typeface="Arial"/>
                <a:ea typeface="Arial"/>
                <a:cs typeface="Arial"/>
              </a:defRPr>
            </a:lvl5pPr>
            <a:lvl6pPr>
              <a:defRPr sz="1575" b="1">
                <a:solidFill>
                  <a:srgbClr val="263238"/>
                </a:solidFill>
                <a:latin typeface="Arial"/>
                <a:ea typeface="Arial"/>
                <a:cs typeface="Arial"/>
              </a:defRPr>
            </a:lvl6pPr>
            <a:lvl7pPr>
              <a:defRPr sz="1575" b="1">
                <a:solidFill>
                  <a:srgbClr val="263238"/>
                </a:solidFill>
                <a:latin typeface="Arial"/>
                <a:ea typeface="Arial"/>
                <a:cs typeface="Arial"/>
              </a:defRPr>
            </a:lvl7pPr>
            <a:lvl8pPr>
              <a:defRPr sz="1575" b="1">
                <a:solidFill>
                  <a:srgbClr val="263238"/>
                </a:solidFill>
                <a:latin typeface="Arial"/>
                <a:ea typeface="Arial"/>
                <a:cs typeface="Arial"/>
              </a:defRPr>
            </a:lvl8pPr>
            <a:lvl9pPr>
              <a:defRPr sz="1575" b="1">
                <a:solidFill>
                  <a:srgbClr val="263238"/>
                </a:solidFill>
                <a:latin typeface="Arial"/>
                <a:ea typeface="Arial"/>
                <a:cs typeface="Arial"/>
              </a:defRPr>
            </a:lvl9pPr>
          </a:lstStyle>
          <a:p xmlns:a="http://schemas.openxmlformats.org/drawingml/2006/main">
            <a:pPr>
              <a:defRPr sz="1575" b="1">
                <a:solidFill>
                  <a:srgbClr val="263238"/>
                </a:solidFill>
                <a:latin typeface="Arial"/>
                <a:ea typeface="Arial"/>
                <a:cs typeface="Arial"/>
              </a:defRPr>
            </a:pPr>
            <a:r>
              <a:rPr sz="1575" b="1">
                <a:solidFill>
                  <a:srgbClr val="263238"/>
                </a:solidFill>
                <a:latin typeface="Arial"/>
                <a:ea typeface="Arial"/>
                <a:cs typeface="Arial"/>
              </a:rPr>
              <a:t>(a) Storms 1999/2000</a:t>
            </a:r>
          </a:p>
        </p:txBody>
      </p:sp>
      <p:graphicFrame>
        <p:nvGraphicFramePr>
          <p:cNvPr id="2" name="Chart">
            <a:extLst xmlns:a="http://schemas.openxmlformats.org/drawingml/2006/main">
              <a:ext uri="{FF2B5EF4-FFF2-40B4-BE49-F238E27FC236}">
                <a16:creationId xmlns:a16="http://schemas.microsoft.com/office/drawing/2014/main" id="{7EB2CA0D-8A74-4524-887C-280DF8BA4AB0}"/>
              </a:ext>
            </a:extLst>
          </p:cNvPr>
          <p:cNvGraphicFramePr/>
          <p:nvPr/>
        </p:nvGraphicFramePr>
        <p:xfrm>
          <a:off xmlns:a="http://schemas.openxmlformats.org/drawingml/2006/main" x="76200" y="342900"/>
          <a:ext xmlns:a="http://schemas.openxmlformats.org/drawingml/2006/main" cx="2781300" cy="3086100"/>
        </p:xfrm>
        <a:graphic xmlns:a="http://schemas.openxmlformats.org/drawingml/2006/main">
          <a:graphicData uri="http://schemas.openxmlformats.org/drawingml/2006/chart">
            <c:chart xmlns:r="http://schemas.openxmlformats.org/officeDocument/2006/relationships" xmlns:c="http://schemas.openxmlformats.org/drawingml/2006/chart" r:id="R3fe300061d944fd2"/>
          </a:graphicData>
        </a:graphic>
      </p:graphicFrame>
      <p:sp>
        <p:nvSpPr>
          <p:cNvPr id="3" name="(b) Wildfires 2019">
            <a:extLst xmlns:a="http://schemas.openxmlformats.org/drawingml/2006/main">
              <a:ext uri="{FF2B5EF4-FFF2-40B4-BE49-F238E27FC236}">
                <a16:creationId xmlns:a16="http://schemas.microsoft.com/office/drawing/2014/main" id="{065DEE3C-1BC3-4843-A4B3-8D94CA16879E}"/>
              </a:ext>
            </a:extLst>
          </p:cNvPr>
          <p:cNvSpPr>
            <a:spLocks xmlns:a="http://schemas.openxmlformats.org/drawingml/2006/main" noGrp="1"/>
          </p:cNvSpPr>
          <p:nvPr/>
        </p:nvSpPr>
        <p:spPr>
          <a:xfrm xmlns:a="http://schemas.openxmlformats.org/drawingml/2006/main">
            <a:off x="3067050" y="47625"/>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oAutofit/>
          </a:bodyPr>
          <a:lstStyle xmlns:a="http://schemas.openxmlformats.org/drawingml/2006/main">
            <a:defPPr>
              <a:defRPr sz="1575" b="1">
                <a:solidFill>
                  <a:srgbClr val="263238"/>
                </a:solidFill>
                <a:latin typeface="Arial"/>
                <a:ea typeface="Arial"/>
                <a:cs typeface="Arial"/>
              </a:defRPr>
            </a:defPPr>
            <a:lvl1pPr>
              <a:defRPr sz="1575" b="1">
                <a:solidFill>
                  <a:srgbClr val="263238"/>
                </a:solidFill>
                <a:latin typeface="Arial"/>
                <a:ea typeface="Arial"/>
                <a:cs typeface="Arial"/>
              </a:defRPr>
            </a:lvl1pPr>
            <a:lvl2pPr>
              <a:defRPr sz="1575" b="1">
                <a:solidFill>
                  <a:srgbClr val="263238"/>
                </a:solidFill>
                <a:latin typeface="Arial"/>
                <a:ea typeface="Arial"/>
                <a:cs typeface="Arial"/>
              </a:defRPr>
            </a:lvl2pPr>
            <a:lvl3pPr>
              <a:defRPr sz="1575" b="1">
                <a:solidFill>
                  <a:srgbClr val="263238"/>
                </a:solidFill>
                <a:latin typeface="Arial"/>
                <a:ea typeface="Arial"/>
                <a:cs typeface="Arial"/>
              </a:defRPr>
            </a:lvl3pPr>
            <a:lvl4pPr>
              <a:defRPr sz="1575" b="1">
                <a:solidFill>
                  <a:srgbClr val="263238"/>
                </a:solidFill>
                <a:latin typeface="Arial"/>
                <a:ea typeface="Arial"/>
                <a:cs typeface="Arial"/>
              </a:defRPr>
            </a:lvl4pPr>
            <a:lvl5pPr>
              <a:defRPr sz="1575" b="1">
                <a:solidFill>
                  <a:srgbClr val="263238"/>
                </a:solidFill>
                <a:latin typeface="Arial"/>
                <a:ea typeface="Arial"/>
                <a:cs typeface="Arial"/>
              </a:defRPr>
            </a:lvl5pPr>
            <a:lvl6pPr>
              <a:defRPr sz="1575" b="1">
                <a:solidFill>
                  <a:srgbClr val="263238"/>
                </a:solidFill>
                <a:latin typeface="Arial"/>
                <a:ea typeface="Arial"/>
                <a:cs typeface="Arial"/>
              </a:defRPr>
            </a:lvl6pPr>
            <a:lvl7pPr>
              <a:defRPr sz="1575" b="1">
                <a:solidFill>
                  <a:srgbClr val="263238"/>
                </a:solidFill>
                <a:latin typeface="Arial"/>
                <a:ea typeface="Arial"/>
                <a:cs typeface="Arial"/>
              </a:defRPr>
            </a:lvl7pPr>
            <a:lvl8pPr>
              <a:defRPr sz="1575" b="1">
                <a:solidFill>
                  <a:srgbClr val="263238"/>
                </a:solidFill>
                <a:latin typeface="Arial"/>
                <a:ea typeface="Arial"/>
                <a:cs typeface="Arial"/>
              </a:defRPr>
            </a:lvl8pPr>
            <a:lvl9pPr>
              <a:defRPr sz="1575" b="1">
                <a:solidFill>
                  <a:srgbClr val="263238"/>
                </a:solidFill>
                <a:latin typeface="Arial"/>
                <a:ea typeface="Arial"/>
                <a:cs typeface="Arial"/>
              </a:defRPr>
            </a:lvl9pPr>
          </a:lstStyle>
          <a:p xmlns:a="http://schemas.openxmlformats.org/drawingml/2006/main">
            <a:pPr>
              <a:defRPr sz="1575" b="1">
                <a:solidFill>
                  <a:srgbClr val="263238"/>
                </a:solidFill>
                <a:latin typeface="Arial"/>
                <a:ea typeface="Arial"/>
                <a:cs typeface="Arial"/>
              </a:defRPr>
            </a:pPr>
            <a:r>
              <a:rPr sz="1575" b="1">
                <a:solidFill>
                  <a:srgbClr val="263238"/>
                </a:solidFill>
                <a:latin typeface="Arial"/>
                <a:ea typeface="Arial"/>
                <a:cs typeface="Arial"/>
              </a:rPr>
              <a:t>(b) Wildfires 2019</a:t>
            </a:r>
          </a:p>
        </p:txBody>
      </p:sp>
      <p:graphicFrame>
        <p:nvGraphicFramePr>
          <p:cNvPr id="4" name="Chart">
            <a:extLst xmlns:a="http://schemas.openxmlformats.org/drawingml/2006/main">
              <a:ext uri="{FF2B5EF4-FFF2-40B4-BE49-F238E27FC236}">
                <a16:creationId xmlns:a16="http://schemas.microsoft.com/office/drawing/2014/main" id="{BF2128F8-EC96-490A-BDC9-51E81EB7BBF9}"/>
              </a:ext>
            </a:extLst>
          </p:cNvPr>
          <p:cNvGraphicFramePr/>
          <p:nvPr/>
        </p:nvGraphicFramePr>
        <p:xfrm>
          <a:off xmlns:a="http://schemas.openxmlformats.org/drawingml/2006/main" x="2914650" y="342900"/>
          <a:ext xmlns:a="http://schemas.openxmlformats.org/drawingml/2006/main" cx="2781300" cy="3086100"/>
        </p:xfrm>
        <a:graphic xmlns:a="http://schemas.openxmlformats.org/drawingml/2006/main">
          <a:graphicData uri="http://schemas.openxmlformats.org/drawingml/2006/chart">
            <c:chart xmlns:r="http://schemas.openxmlformats.org/officeDocument/2006/relationships" xmlns:c="http://schemas.openxmlformats.org/drawingml/2006/chart" r:id="R1690172561004f65"/>
          </a:graphicData>
        </a:graphic>
      </p:graphicFrame>
      <p:sp>
        <p:nvSpPr>
          <p:cNvPr id="5" name="(c) OLR 2024">
            <a:extLst xmlns:a="http://schemas.openxmlformats.org/drawingml/2006/main">
              <a:ext uri="{FF2B5EF4-FFF2-40B4-BE49-F238E27FC236}">
                <a16:creationId xmlns:a16="http://schemas.microsoft.com/office/drawing/2014/main" id="{14450179-F372-48C2-83D5-31BA152EE6C9}"/>
              </a:ext>
            </a:extLst>
          </p:cNvPr>
          <p:cNvSpPr>
            <a:spLocks xmlns:a="http://schemas.openxmlformats.org/drawingml/2006/main" noGrp="1"/>
          </p:cNvSpPr>
          <p:nvPr/>
        </p:nvSpPr>
        <p:spPr>
          <a:xfrm xmlns:a="http://schemas.openxmlformats.org/drawingml/2006/main">
            <a:off x="5905500" y="47625"/>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oAutofit/>
          </a:bodyPr>
          <a:lstStyle xmlns:a="http://schemas.openxmlformats.org/drawingml/2006/main">
            <a:defPPr>
              <a:defRPr sz="1575" b="1">
                <a:solidFill>
                  <a:srgbClr val="263238"/>
                </a:solidFill>
                <a:latin typeface="Arial"/>
                <a:ea typeface="Arial"/>
                <a:cs typeface="Arial"/>
              </a:defRPr>
            </a:defPPr>
            <a:lvl1pPr>
              <a:defRPr sz="1575" b="1">
                <a:solidFill>
                  <a:srgbClr val="263238"/>
                </a:solidFill>
                <a:latin typeface="Arial"/>
                <a:ea typeface="Arial"/>
                <a:cs typeface="Arial"/>
              </a:defRPr>
            </a:lvl1pPr>
            <a:lvl2pPr>
              <a:defRPr sz="1575" b="1">
                <a:solidFill>
                  <a:srgbClr val="263238"/>
                </a:solidFill>
                <a:latin typeface="Arial"/>
                <a:ea typeface="Arial"/>
                <a:cs typeface="Arial"/>
              </a:defRPr>
            </a:lvl2pPr>
            <a:lvl3pPr>
              <a:defRPr sz="1575" b="1">
                <a:solidFill>
                  <a:srgbClr val="263238"/>
                </a:solidFill>
                <a:latin typeface="Arial"/>
                <a:ea typeface="Arial"/>
                <a:cs typeface="Arial"/>
              </a:defRPr>
            </a:lvl3pPr>
            <a:lvl4pPr>
              <a:defRPr sz="1575" b="1">
                <a:solidFill>
                  <a:srgbClr val="263238"/>
                </a:solidFill>
                <a:latin typeface="Arial"/>
                <a:ea typeface="Arial"/>
                <a:cs typeface="Arial"/>
              </a:defRPr>
            </a:lvl4pPr>
            <a:lvl5pPr>
              <a:defRPr sz="1575" b="1">
                <a:solidFill>
                  <a:srgbClr val="263238"/>
                </a:solidFill>
                <a:latin typeface="Arial"/>
                <a:ea typeface="Arial"/>
                <a:cs typeface="Arial"/>
              </a:defRPr>
            </a:lvl5pPr>
            <a:lvl6pPr>
              <a:defRPr sz="1575" b="1">
                <a:solidFill>
                  <a:srgbClr val="263238"/>
                </a:solidFill>
                <a:latin typeface="Arial"/>
                <a:ea typeface="Arial"/>
                <a:cs typeface="Arial"/>
              </a:defRPr>
            </a:lvl6pPr>
            <a:lvl7pPr>
              <a:defRPr sz="1575" b="1">
                <a:solidFill>
                  <a:srgbClr val="263238"/>
                </a:solidFill>
                <a:latin typeface="Arial"/>
                <a:ea typeface="Arial"/>
                <a:cs typeface="Arial"/>
              </a:defRPr>
            </a:lvl7pPr>
            <a:lvl8pPr>
              <a:defRPr sz="1575" b="1">
                <a:solidFill>
                  <a:srgbClr val="263238"/>
                </a:solidFill>
                <a:latin typeface="Arial"/>
                <a:ea typeface="Arial"/>
                <a:cs typeface="Arial"/>
              </a:defRPr>
            </a:lvl8pPr>
            <a:lvl9pPr>
              <a:defRPr sz="1575" b="1">
                <a:solidFill>
                  <a:srgbClr val="263238"/>
                </a:solidFill>
                <a:latin typeface="Arial"/>
                <a:ea typeface="Arial"/>
                <a:cs typeface="Arial"/>
              </a:defRPr>
            </a:lvl9pPr>
          </a:lstStyle>
          <a:p xmlns:a="http://schemas.openxmlformats.org/drawingml/2006/main">
            <a:pPr>
              <a:defRPr sz="1575" b="1">
                <a:solidFill>
                  <a:srgbClr val="263238"/>
                </a:solidFill>
                <a:latin typeface="Arial"/>
                <a:ea typeface="Arial"/>
                <a:cs typeface="Arial"/>
              </a:defRPr>
            </a:pPr>
            <a:r>
              <a:rPr sz="1575" b="1">
                <a:solidFill>
                  <a:srgbClr val="263238"/>
                </a:solidFill>
                <a:latin typeface="Arial"/>
                <a:ea typeface="Arial"/>
                <a:cs typeface="Arial"/>
              </a:rPr>
              <a:t>(c) OLR 2024</a:t>
            </a:r>
          </a:p>
        </p:txBody>
      </p:sp>
      <p:graphicFrame>
        <p:nvGraphicFramePr>
          <p:cNvPr id="6" name="Chart">
            <a:extLst xmlns:a="http://schemas.openxmlformats.org/drawingml/2006/main">
              <a:ext uri="{FF2B5EF4-FFF2-40B4-BE49-F238E27FC236}">
                <a16:creationId xmlns:a16="http://schemas.microsoft.com/office/drawing/2014/main" id="{64098AF4-B6EE-40CE-B5A2-2D5EE8FE6D08}"/>
              </a:ext>
            </a:extLst>
          </p:cNvPr>
          <p:cNvGraphicFramePr/>
          <p:nvPr/>
        </p:nvGraphicFramePr>
        <p:xfrm>
          <a:off xmlns:a="http://schemas.openxmlformats.org/drawingml/2006/main" x="5753100" y="342900"/>
          <a:ext xmlns:a="http://schemas.openxmlformats.org/drawingml/2006/main" cx="2781300" cy="3086100"/>
        </p:xfrm>
        <a:graphic xmlns:a="http://schemas.openxmlformats.org/drawingml/2006/main">
          <a:graphicData uri="http://schemas.openxmlformats.org/drawingml/2006/chart">
            <c:chart xmlns:r="http://schemas.openxmlformats.org/officeDocument/2006/relationships" xmlns:c="http://schemas.openxmlformats.org/drawingml/2006/chart" r:id="Re5b308f6c35844b2"/>
          </a:graphicData>
        </a:graphic>
      </p:graphicFrame>
      <p:sp>
        <p:nvSpPr>
          <p:cNvPr id="7" name="(d) PM2.5 2000">
            <a:extLst xmlns:a="http://schemas.openxmlformats.org/drawingml/2006/main">
              <a:ext uri="{FF2B5EF4-FFF2-40B4-BE49-F238E27FC236}">
                <a16:creationId xmlns:a16="http://schemas.microsoft.com/office/drawing/2014/main" id="{4A07F10F-007F-45E7-B6D2-EE70661E36AD}"/>
              </a:ext>
            </a:extLst>
          </p:cNvPr>
          <p:cNvSpPr>
            <a:spLocks xmlns:a="http://schemas.openxmlformats.org/drawingml/2006/main" noGrp="1"/>
          </p:cNvSpPr>
          <p:nvPr/>
        </p:nvSpPr>
        <p:spPr>
          <a:xfrm xmlns:a="http://schemas.openxmlformats.org/drawingml/2006/main">
            <a:off x="8743950" y="47625"/>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oAutofit/>
          </a:bodyPr>
          <a:lstStyle xmlns:a="http://schemas.openxmlformats.org/drawingml/2006/main">
            <a:defPPr>
              <a:defRPr sz="1575" b="1">
                <a:solidFill>
                  <a:srgbClr val="263238"/>
                </a:solidFill>
                <a:latin typeface="Arial"/>
                <a:ea typeface="Arial"/>
                <a:cs typeface="Arial"/>
              </a:defRPr>
            </a:defPPr>
            <a:lvl1pPr>
              <a:defRPr sz="1575" b="1">
                <a:solidFill>
                  <a:srgbClr val="263238"/>
                </a:solidFill>
                <a:latin typeface="Arial"/>
                <a:ea typeface="Arial"/>
                <a:cs typeface="Arial"/>
              </a:defRPr>
            </a:lvl1pPr>
            <a:lvl2pPr>
              <a:defRPr sz="1575" b="1">
                <a:solidFill>
                  <a:srgbClr val="263238"/>
                </a:solidFill>
                <a:latin typeface="Arial"/>
                <a:ea typeface="Arial"/>
                <a:cs typeface="Arial"/>
              </a:defRPr>
            </a:lvl2pPr>
            <a:lvl3pPr>
              <a:defRPr sz="1575" b="1">
                <a:solidFill>
                  <a:srgbClr val="263238"/>
                </a:solidFill>
                <a:latin typeface="Arial"/>
                <a:ea typeface="Arial"/>
                <a:cs typeface="Arial"/>
              </a:defRPr>
            </a:lvl3pPr>
            <a:lvl4pPr>
              <a:defRPr sz="1575" b="1">
                <a:solidFill>
                  <a:srgbClr val="263238"/>
                </a:solidFill>
                <a:latin typeface="Arial"/>
                <a:ea typeface="Arial"/>
                <a:cs typeface="Arial"/>
              </a:defRPr>
            </a:lvl4pPr>
            <a:lvl5pPr>
              <a:defRPr sz="1575" b="1">
                <a:solidFill>
                  <a:srgbClr val="263238"/>
                </a:solidFill>
                <a:latin typeface="Arial"/>
                <a:ea typeface="Arial"/>
                <a:cs typeface="Arial"/>
              </a:defRPr>
            </a:lvl5pPr>
            <a:lvl6pPr>
              <a:defRPr sz="1575" b="1">
                <a:solidFill>
                  <a:srgbClr val="263238"/>
                </a:solidFill>
                <a:latin typeface="Arial"/>
                <a:ea typeface="Arial"/>
                <a:cs typeface="Arial"/>
              </a:defRPr>
            </a:lvl6pPr>
            <a:lvl7pPr>
              <a:defRPr sz="1575" b="1">
                <a:solidFill>
                  <a:srgbClr val="263238"/>
                </a:solidFill>
                <a:latin typeface="Arial"/>
                <a:ea typeface="Arial"/>
                <a:cs typeface="Arial"/>
              </a:defRPr>
            </a:lvl7pPr>
            <a:lvl8pPr>
              <a:defRPr sz="1575" b="1">
                <a:solidFill>
                  <a:srgbClr val="263238"/>
                </a:solidFill>
                <a:latin typeface="Arial"/>
                <a:ea typeface="Arial"/>
                <a:cs typeface="Arial"/>
              </a:defRPr>
            </a:lvl8pPr>
            <a:lvl9pPr>
              <a:defRPr sz="1575" b="1">
                <a:solidFill>
                  <a:srgbClr val="263238"/>
                </a:solidFill>
                <a:latin typeface="Arial"/>
                <a:ea typeface="Arial"/>
                <a:cs typeface="Arial"/>
              </a:defRPr>
            </a:lvl9pPr>
          </a:lstStyle>
          <a:p xmlns:a="http://schemas.openxmlformats.org/drawingml/2006/main">
            <a:pPr>
              <a:defRPr sz="1575" b="1">
                <a:solidFill>
                  <a:srgbClr val="263238"/>
                </a:solidFill>
                <a:latin typeface="Arial"/>
                <a:ea typeface="Arial"/>
                <a:cs typeface="Arial"/>
              </a:defRPr>
            </a:pPr>
            <a:r>
              <a:rPr sz="1575" b="1">
                <a:solidFill>
                  <a:srgbClr val="263238"/>
                </a:solidFill>
                <a:latin typeface="Arial"/>
                <a:ea typeface="Arial"/>
                <a:cs typeface="Arial"/>
              </a:rPr>
              <a:t>(d) PM2.5 2000</a:t>
            </a:r>
          </a:p>
        </p:txBody>
      </p:sp>
      <p:graphicFrame>
        <p:nvGraphicFramePr>
          <p:cNvPr id="8" name="Chart">
            <a:extLst xmlns:a="http://schemas.openxmlformats.org/drawingml/2006/main">
              <a:ext uri="{FF2B5EF4-FFF2-40B4-BE49-F238E27FC236}">
                <a16:creationId xmlns:a16="http://schemas.microsoft.com/office/drawing/2014/main" id="{DB2CC165-43ED-414B-B65A-2E2840C9A9F6}"/>
              </a:ext>
            </a:extLst>
          </p:cNvPr>
          <p:cNvGraphicFramePr/>
          <p:nvPr/>
        </p:nvGraphicFramePr>
        <p:xfrm>
          <a:off xmlns:a="http://schemas.openxmlformats.org/drawingml/2006/main" x="8591550" y="342900"/>
          <a:ext xmlns:a="http://schemas.openxmlformats.org/drawingml/2006/main" cx="2781300" cy="3086100"/>
        </p:xfrm>
        <a:graphic xmlns:a="http://schemas.openxmlformats.org/drawingml/2006/main">
          <a:graphicData uri="http://schemas.openxmlformats.org/drawingml/2006/chart">
            <c:chart xmlns:r="http://schemas.openxmlformats.org/officeDocument/2006/relationships" xmlns:c="http://schemas.openxmlformats.org/drawingml/2006/chart" r:id="R9d0cbc572bda4ed6"/>
          </a:graphicData>
        </a:graphic>
      </p:graphicFrame>
      <p:sp>
        <p:nvSpPr>
          <p:cNvPr id="9" name="(e) Ring">
            <a:extLst xmlns:a="http://schemas.openxmlformats.org/drawingml/2006/main">
              <a:ext uri="{FF2B5EF4-FFF2-40B4-BE49-F238E27FC236}">
                <a16:creationId xmlns:a16="http://schemas.microsoft.com/office/drawing/2014/main" id="{DAE57088-B589-441C-9FE5-713979A31647}"/>
              </a:ext>
            </a:extLst>
          </p:cNvPr>
          <p:cNvSpPr>
            <a:spLocks xmlns:a="http://schemas.openxmlformats.org/drawingml/2006/main" noGrp="1"/>
          </p:cNvSpPr>
          <p:nvPr/>
        </p:nvSpPr>
        <p:spPr>
          <a:xfrm xmlns:a="http://schemas.openxmlformats.org/drawingml/2006/main">
            <a:off x="11582400" y="47625"/>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oAutofit/>
          </a:bodyPr>
          <a:lstStyle xmlns:a="http://schemas.openxmlformats.org/drawingml/2006/main">
            <a:defPPr>
              <a:defRPr sz="1575" b="1">
                <a:solidFill>
                  <a:srgbClr val="263238"/>
                </a:solidFill>
                <a:latin typeface="Arial"/>
                <a:ea typeface="Arial"/>
                <a:cs typeface="Arial"/>
              </a:defRPr>
            </a:defPPr>
            <a:lvl1pPr>
              <a:defRPr sz="1575" b="1">
                <a:solidFill>
                  <a:srgbClr val="263238"/>
                </a:solidFill>
                <a:latin typeface="Arial"/>
                <a:ea typeface="Arial"/>
                <a:cs typeface="Arial"/>
              </a:defRPr>
            </a:lvl1pPr>
            <a:lvl2pPr>
              <a:defRPr sz="1575" b="1">
                <a:solidFill>
                  <a:srgbClr val="263238"/>
                </a:solidFill>
                <a:latin typeface="Arial"/>
                <a:ea typeface="Arial"/>
                <a:cs typeface="Arial"/>
              </a:defRPr>
            </a:lvl2pPr>
            <a:lvl3pPr>
              <a:defRPr sz="1575" b="1">
                <a:solidFill>
                  <a:srgbClr val="263238"/>
                </a:solidFill>
                <a:latin typeface="Arial"/>
                <a:ea typeface="Arial"/>
                <a:cs typeface="Arial"/>
              </a:defRPr>
            </a:lvl3pPr>
            <a:lvl4pPr>
              <a:defRPr sz="1575" b="1">
                <a:solidFill>
                  <a:srgbClr val="263238"/>
                </a:solidFill>
                <a:latin typeface="Arial"/>
                <a:ea typeface="Arial"/>
                <a:cs typeface="Arial"/>
              </a:defRPr>
            </a:lvl4pPr>
            <a:lvl5pPr>
              <a:defRPr sz="1575" b="1">
                <a:solidFill>
                  <a:srgbClr val="263238"/>
                </a:solidFill>
                <a:latin typeface="Arial"/>
                <a:ea typeface="Arial"/>
                <a:cs typeface="Arial"/>
              </a:defRPr>
            </a:lvl5pPr>
            <a:lvl6pPr>
              <a:defRPr sz="1575" b="1">
                <a:solidFill>
                  <a:srgbClr val="263238"/>
                </a:solidFill>
                <a:latin typeface="Arial"/>
                <a:ea typeface="Arial"/>
                <a:cs typeface="Arial"/>
              </a:defRPr>
            </a:lvl6pPr>
            <a:lvl7pPr>
              <a:defRPr sz="1575" b="1">
                <a:solidFill>
                  <a:srgbClr val="263238"/>
                </a:solidFill>
                <a:latin typeface="Arial"/>
                <a:ea typeface="Arial"/>
                <a:cs typeface="Arial"/>
              </a:defRPr>
            </a:lvl7pPr>
            <a:lvl8pPr>
              <a:defRPr sz="1575" b="1">
                <a:solidFill>
                  <a:srgbClr val="263238"/>
                </a:solidFill>
                <a:latin typeface="Arial"/>
                <a:ea typeface="Arial"/>
                <a:cs typeface="Arial"/>
              </a:defRPr>
            </a:lvl8pPr>
            <a:lvl9pPr>
              <a:defRPr sz="1575" b="1">
                <a:solidFill>
                  <a:srgbClr val="263238"/>
                </a:solidFill>
                <a:latin typeface="Arial"/>
                <a:ea typeface="Arial"/>
                <a:cs typeface="Arial"/>
              </a:defRPr>
            </a:lvl9pPr>
          </a:lstStyle>
          <a:p xmlns:a="http://schemas.openxmlformats.org/drawingml/2006/main">
            <a:pPr>
              <a:defRPr sz="1575" b="1">
                <a:solidFill>
                  <a:srgbClr val="263238"/>
                </a:solidFill>
                <a:latin typeface="Arial"/>
                <a:ea typeface="Arial"/>
                <a:cs typeface="Arial"/>
              </a:defRPr>
            </a:pPr>
            <a:r>
              <a:rPr sz="1575" b="1">
                <a:solidFill>
                  <a:srgbClr val="263238"/>
                </a:solidFill>
                <a:latin typeface="Arial"/>
                <a:ea typeface="Arial"/>
                <a:cs typeface="Arial"/>
              </a:rPr>
              <a:t>(e) Ring</a:t>
            </a:r>
          </a:p>
        </p:txBody>
      </p:sp>
      <p:graphicFrame>
        <p:nvGraphicFramePr>
          <p:cNvPr id="10" name="Chart">
            <a:extLst xmlns:a="http://schemas.openxmlformats.org/drawingml/2006/main">
              <a:ext uri="{FF2B5EF4-FFF2-40B4-BE49-F238E27FC236}">
                <a16:creationId xmlns:a16="http://schemas.microsoft.com/office/drawing/2014/main" id="{5A691885-0B75-4E33-B854-8E4A00ED7D6A}"/>
              </a:ext>
            </a:extLst>
          </p:cNvPr>
          <p:cNvGraphicFramePr/>
          <p:nvPr/>
        </p:nvGraphicFramePr>
        <p:xfrm>
          <a:off xmlns:a="http://schemas.openxmlformats.org/drawingml/2006/main" x="11430000" y="342900"/>
          <a:ext xmlns:a="http://schemas.openxmlformats.org/drawingml/2006/main" cx="2781300" cy="3086100"/>
        </p:xfrm>
        <a:graphic xmlns:a="http://schemas.openxmlformats.org/drawingml/2006/main">
          <a:graphicData uri="http://schemas.openxmlformats.org/drawingml/2006/chart">
            <c:chart xmlns:r="http://schemas.openxmlformats.org/officeDocument/2006/relationships" xmlns:c="http://schemas.openxmlformats.org/drawingml/2006/chart" r:id="R5b4d00c5d1454383"/>
          </a:graphicData>
        </a:graphic>
      </p:graphicFrame>
      <p:sp>
        <p:nvSpPr>
          <p:cNvPr id="11" name="Blue: exact frontier F    Gray dashed: certified bound Φ    Green">
            <a:extLst xmlns:a="http://schemas.openxmlformats.org/drawingml/2006/main">
              <a:ext uri="{FF2B5EF4-FFF2-40B4-BE49-F238E27FC236}">
                <a16:creationId xmlns:a16="http://schemas.microsoft.com/office/drawing/2014/main" id="{0DB38C68-F734-482F-9F2E-D4D03EAEF09F}"/>
              </a:ext>
            </a:extLst>
          </p:cNvPr>
          <p:cNvSpPr>
            <a:spLocks xmlns:a="http://schemas.openxmlformats.org/drawingml/2006/main" noGrp="1"/>
          </p:cNvSpPr>
          <p:nvPr/>
        </p:nvSpPr>
        <p:spPr>
          <a:xfrm xmlns:a="http://schemas.openxmlformats.org/drawingml/2006/main">
            <a:off x="1238250" y="3514725"/>
            <a:ext cx="1238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oAutofit/>
          </a:bodyPr>
          <a:lstStyle xmlns:a="http://schemas.openxmlformats.org/drawingml/2006/main">
            <a:defPPr>
              <a:defRPr sz="1425" b="0">
                <a:solidFill>
                  <a:srgbClr val="263238"/>
                </a:solidFill>
                <a:latin typeface="Arial"/>
                <a:ea typeface="Arial"/>
                <a:cs typeface="Arial"/>
              </a:defRPr>
            </a:defPPr>
            <a:lvl1pPr>
              <a:defRPr sz="1425" b="0">
                <a:solidFill>
                  <a:srgbClr val="263238"/>
                </a:solidFill>
                <a:latin typeface="Arial"/>
                <a:ea typeface="Arial"/>
                <a:cs typeface="Arial"/>
              </a:defRPr>
            </a:lvl1pPr>
            <a:lvl2pPr>
              <a:defRPr sz="1425" b="0">
                <a:solidFill>
                  <a:srgbClr val="263238"/>
                </a:solidFill>
                <a:latin typeface="Arial"/>
                <a:ea typeface="Arial"/>
                <a:cs typeface="Arial"/>
              </a:defRPr>
            </a:lvl2pPr>
            <a:lvl3pPr>
              <a:defRPr sz="1425" b="0">
                <a:solidFill>
                  <a:srgbClr val="263238"/>
                </a:solidFill>
                <a:latin typeface="Arial"/>
                <a:ea typeface="Arial"/>
                <a:cs typeface="Arial"/>
              </a:defRPr>
            </a:lvl3pPr>
            <a:lvl4pPr>
              <a:defRPr sz="1425" b="0">
                <a:solidFill>
                  <a:srgbClr val="263238"/>
                </a:solidFill>
                <a:latin typeface="Arial"/>
                <a:ea typeface="Arial"/>
                <a:cs typeface="Arial"/>
              </a:defRPr>
            </a:lvl4pPr>
            <a:lvl5pPr>
              <a:defRPr sz="1425" b="0">
                <a:solidFill>
                  <a:srgbClr val="263238"/>
                </a:solidFill>
                <a:latin typeface="Arial"/>
                <a:ea typeface="Arial"/>
                <a:cs typeface="Arial"/>
              </a:defRPr>
            </a:lvl5pPr>
            <a:lvl6pPr>
              <a:defRPr sz="1425" b="0">
                <a:solidFill>
                  <a:srgbClr val="263238"/>
                </a:solidFill>
                <a:latin typeface="Arial"/>
                <a:ea typeface="Arial"/>
                <a:cs typeface="Arial"/>
              </a:defRPr>
            </a:lvl6pPr>
            <a:lvl7pPr>
              <a:defRPr sz="1425" b="0">
                <a:solidFill>
                  <a:srgbClr val="263238"/>
                </a:solidFill>
                <a:latin typeface="Arial"/>
                <a:ea typeface="Arial"/>
                <a:cs typeface="Arial"/>
              </a:defRPr>
            </a:lvl7pPr>
            <a:lvl8pPr>
              <a:defRPr sz="1425" b="0">
                <a:solidFill>
                  <a:srgbClr val="263238"/>
                </a:solidFill>
                <a:latin typeface="Arial"/>
                <a:ea typeface="Arial"/>
                <a:cs typeface="Arial"/>
              </a:defRPr>
            </a:lvl8pPr>
            <a:lvl9pPr>
              <a:defRPr sz="1425" b="0">
                <a:solidFill>
                  <a:srgbClr val="263238"/>
                </a:solidFill>
                <a:latin typeface="Arial"/>
                <a:ea typeface="Arial"/>
                <a:cs typeface="Arial"/>
              </a:defRPr>
            </a:lvl9pPr>
          </a:lstStyle>
          <a:p xmlns:a="http://schemas.openxmlformats.org/drawingml/2006/main">
            <a:pPr>
              <a:defRPr sz="1425" b="0">
                <a:solidFill>
                  <a:srgbClr val="263238"/>
                </a:solidFill>
                <a:latin typeface="Arial"/>
                <a:ea typeface="Arial"/>
                <a:cs typeface="Arial"/>
              </a:defRPr>
            </a:pPr>
            <a:r>
              <a:rPr sz="1425" b="0">
                <a:solidFill>
                  <a:srgbClr val="263238"/>
                </a:solidFill>
                <a:latin typeface="Arial"/>
                <a:ea typeface="Arial"/>
                <a:cs typeface="Arial"/>
              </a:rPr>
              <a:t>Blue: exact frontier F    Gray dashed: certified bound Φ    Green: optimal / LCA working points</a:t>
            </a:r>
          </a:p>
        </p:txBody>
      </p:sp>
      <p:sp>
        <p:nvSpPr>
          <p:cNvPr id="12" name="Working points: P, R2, R20, R∞. Horizontal segments show filling ">
            <a:extLst xmlns:a="http://schemas.openxmlformats.org/drawingml/2006/main">
              <a:ext uri="{FF2B5EF4-FFF2-40B4-BE49-F238E27FC236}">
                <a16:creationId xmlns:a16="http://schemas.microsoft.com/office/drawing/2014/main" id="{8B0B0C73-CF75-4B86-9496-8A6518D7AA6F}"/>
              </a:ext>
            </a:extLst>
          </p:cNvPr>
          <p:cNvSpPr>
            <a:spLocks xmlns:a="http://schemas.openxmlformats.org/drawingml/2006/main" noGrp="1"/>
          </p:cNvSpPr>
          <p:nvPr/>
        </p:nvSpPr>
        <p:spPr>
          <a:xfrm xmlns:a="http://schemas.openxmlformats.org/drawingml/2006/main">
            <a:off x="1952625" y="3876675"/>
            <a:ext cx="10763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oAutofit/>
          </a:bodyPr>
          <a:lstStyle xmlns:a="http://schemas.openxmlformats.org/drawingml/2006/main">
            <a:defPPr>
              <a:defRPr sz="1275" b="0">
                <a:solidFill>
                  <a:srgbClr val="263238"/>
                </a:solidFill>
                <a:latin typeface="Arial"/>
                <a:ea typeface="Arial"/>
                <a:cs typeface="Arial"/>
              </a:defRPr>
            </a:defPPr>
            <a:lvl1pPr>
              <a:defRPr sz="1275" b="0">
                <a:solidFill>
                  <a:srgbClr val="263238"/>
                </a:solidFill>
                <a:latin typeface="Arial"/>
                <a:ea typeface="Arial"/>
                <a:cs typeface="Arial"/>
              </a:defRPr>
            </a:lvl1pPr>
            <a:lvl2pPr>
              <a:defRPr sz="1275" b="0">
                <a:solidFill>
                  <a:srgbClr val="263238"/>
                </a:solidFill>
                <a:latin typeface="Arial"/>
                <a:ea typeface="Arial"/>
                <a:cs typeface="Arial"/>
              </a:defRPr>
            </a:lvl2pPr>
            <a:lvl3pPr>
              <a:defRPr sz="1275" b="0">
                <a:solidFill>
                  <a:srgbClr val="263238"/>
                </a:solidFill>
                <a:latin typeface="Arial"/>
                <a:ea typeface="Arial"/>
                <a:cs typeface="Arial"/>
              </a:defRPr>
            </a:lvl3pPr>
            <a:lvl4pPr>
              <a:defRPr sz="1275" b="0">
                <a:solidFill>
                  <a:srgbClr val="263238"/>
                </a:solidFill>
                <a:latin typeface="Arial"/>
                <a:ea typeface="Arial"/>
                <a:cs typeface="Arial"/>
              </a:defRPr>
            </a:lvl4pPr>
            <a:lvl5pPr>
              <a:defRPr sz="1275" b="0">
                <a:solidFill>
                  <a:srgbClr val="263238"/>
                </a:solidFill>
                <a:latin typeface="Arial"/>
                <a:ea typeface="Arial"/>
                <a:cs typeface="Arial"/>
              </a:defRPr>
            </a:lvl5pPr>
            <a:lvl6pPr>
              <a:defRPr sz="1275" b="0">
                <a:solidFill>
                  <a:srgbClr val="263238"/>
                </a:solidFill>
                <a:latin typeface="Arial"/>
                <a:ea typeface="Arial"/>
                <a:cs typeface="Arial"/>
              </a:defRPr>
            </a:lvl6pPr>
            <a:lvl7pPr>
              <a:defRPr sz="1275" b="0">
                <a:solidFill>
                  <a:srgbClr val="263238"/>
                </a:solidFill>
                <a:latin typeface="Arial"/>
                <a:ea typeface="Arial"/>
                <a:cs typeface="Arial"/>
              </a:defRPr>
            </a:lvl7pPr>
            <a:lvl8pPr>
              <a:defRPr sz="1275" b="0">
                <a:solidFill>
                  <a:srgbClr val="263238"/>
                </a:solidFill>
                <a:latin typeface="Arial"/>
                <a:ea typeface="Arial"/>
                <a:cs typeface="Arial"/>
              </a:defRPr>
            </a:lvl8pPr>
            <a:lvl9pPr>
              <a:defRPr sz="1275" b="0">
                <a:solidFill>
                  <a:srgbClr val="263238"/>
                </a:solidFill>
                <a:latin typeface="Arial"/>
                <a:ea typeface="Arial"/>
                <a:cs typeface="Arial"/>
              </a:defRPr>
            </a:lvl9pPr>
          </a:lstStyle>
          <a:p xmlns:a="http://schemas.openxmlformats.org/drawingml/2006/main">
            <a:pPr>
              <a:defRPr sz="1275" b="0">
                <a:solidFill>
                  <a:srgbClr val="263238"/>
                </a:solidFill>
                <a:latin typeface="Arial"/>
                <a:ea typeface="Arial"/>
                <a:cs typeface="Arial"/>
              </a:defRPr>
            </a:pPr>
            <a:r>
              <a:rPr sz="1275" b="0">
                <a:solidFill>
                  <a:srgbClr val="263238"/>
                </a:solidFill>
                <a:latin typeface="Arial"/>
                <a:ea typeface="Arial"/>
                <a:cs typeface="Arial"/>
              </a:rPr>
              <a:t>Working points: P, R2, R20, R∞. Horizontal segments show filling savings for the same order.</a:t>
            </a:r>
          </a:p>
        </p:txBody>
      </p:sp>
    </p:spTree>
    <p:extLst>
      <p:ext uri="{BB962C8B-B14F-4D97-AF65-F5344CB8AC3E}">
        <p14:creationId xmlns:p14="http://schemas.microsoft.com/office/powerpoint/2010/main" val="1397913328"/>
      </p:ext>
    </p:extLst>
  </p:cSld>
</p:sld>
</file>

<file path=ppt/main_figures/Fig5/ppt/tableStyles.xml><?xml version="1.0" encoding="utf-8"?>
<a:tblStyleLst xmlns:a="http://schemas.openxmlformats.org/drawingml/2006/main" def="{5C22544A-7EE6-4342-B048-85BDC9FD1C3A}"/>
</file>

<file path=ppt/main_figures/Fig5/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6/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ppt/main_figures/Fig6/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2026-10-22T02:56:04.2520000Z</dcterms:created>
  <dcterms:modified xsi:type="dcterms:W3CDTF">2026-10-22T02:56:04.2520000Z</dcterms:modified>
</coreProperties>
</file>

<file path=ppt/main_figures/Fig6/ppt/_rels/presentation.xml.rels><?xml version='1.0' encoding='utf-8'?>
<Relationships xmlns="http://schemas.openxmlformats.org/package/2006/relationships"><Relationship Type="http://schemas.openxmlformats.org/officeDocument/2006/relationships/theme" Target="/ppt/main_figures/Fig6/ppt/theme/theme1.xml" Id="Rbb35f7b5dc4c4e5d" /><Relationship Type="http://schemas.openxmlformats.org/officeDocument/2006/relationships/slideMaster" Target="/ppt/main_figures/Fig6/ppt/slideMasters/slideMaster1.xml" Id="R535d19a4c00c4951" /><Relationship Type="http://schemas.openxmlformats.org/officeDocument/2006/relationships/notesMaster" Target="/ppt/main_figures/Fig6/ppt/notesMasters/notesMaster1.xml" Id="Rc691a7165cd04223" /><Relationship Type="http://schemas.openxmlformats.org/officeDocument/2006/relationships/presProps" Target="/ppt/main_figures/Fig6/ppt/presProps.xml" Id="Rea45f6e50ca541c0" /><Relationship Type="http://schemas.openxmlformats.org/officeDocument/2006/relationships/tableStyles" Target="/ppt/main_figures/Fig6/ppt/tableStyles.xml" Id="R7944c1ea2f7940cb" /><Relationship Type="http://schemas.openxmlformats.org/officeDocument/2006/relationships/slide" Target="/ppt/main_figures/Fig6/ppt/slides/slide1.xml" Id="Rdee33eb02598469d" /></Relationships>
</file>

<file path=ppt/main_figures/Fig6/ppt/notesMasters/_rels/notesMaster1.xml.rels><?xml version='1.0' encoding='utf-8'?>
<Relationships xmlns="http://schemas.openxmlformats.org/package/2006/relationships"><Relationship Type="http://schemas.openxmlformats.org/officeDocument/2006/relationships/theme" Target="/ppt/main_figures/Fig6/ppt/notesMasters/theme/theme3.xml" Id="R4d318a1feaae4b59" /></Relationships>
</file>

<file path=ppt/main_figures/Fig6/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main_figures/Fig6/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6/ppt/notesSlides/_rels/notesSlide1.xml.rels><?xml version='1.0' encoding='utf-8'?>
<Relationships xmlns="http://schemas.openxmlformats.org/package/2006/relationships"><Relationship Type="http://schemas.openxmlformats.org/officeDocument/2006/relationships/slide" Target="/ppt/main_figures/Fig6/ppt/slides/slide1.xml" Id="R77f4dddb810248a5" /><Relationship Type="http://schemas.openxmlformats.org/officeDocument/2006/relationships/notesMaster" Target="/ppt/main_figures/Fig6/ppt/notesMasters/notesMaster1.xml" Id="R810808c9c9964dd8" /></Relationships>
</file>

<file path=ppt/main_figures/Fig6/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/Users/lele/Desktop/MergeTreeMaps/03-figures/pdf/three_method_position_comparison/bisector_highres_x_three_methods.npz; SHA256 676c5d3b4c323d7cfbcd1b735e8bf63c0cba7955fa5dbcd25e1d4ed3c48afb6f. Six source frames 0,12,25,38,51,63 and all three saved full 64-frame scalar maps restored. No experiment or smoothing rerun. Common fixed scalar range [0,1.05]. A/B/C source rings and d-axis symbols reproduce the original scalar peak colors sampled from the saved source image: {"A":"#ECE51B","B":"#FDE725","C":"#D9E219"}. No blue/orange/green categorical identity colors. Symbol radii 4.4/6.1/7.8 px differentiate identities only, not quantities. Black dashed source-to-axis links are exact x projections. TMTM/ST-MTM use their original native spans normalized to [0,1]. RG-MTM-R uses source x [0,120]. Source fields, Gaussian widths and scalar maps are unchanged. Scalar layers are raster evidence; all markers, links, axes and black Arial labels are native editable objects. This is a PPT/figure-only revision; manuscript files are intentionally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main_figures/Fig6/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main_figures/Fig6/ppt/presentation.xml><?xml version="1.0" encoding="utf-8"?>
<p:presentation xmlns:p="http://schemas.openxmlformats.org/presentationml/2006/main">
  <p:sldMasterIdLst>
    <p:sldMasterId xmlns:r="http://schemas.openxmlformats.org/officeDocument/2006/relationships" id="2147483648" r:id="R535d19a4c00c4951"/>
  </p:sldMasterIdLst>
  <p:notesMasterIdLst>
    <p:notesMasterId xmlns:r="http://schemas.openxmlformats.org/officeDocument/2006/relationships" r:id="Rc691a7165cd04223"/>
  </p:notesMasterIdLst>
  <p:sldIdLst>
    <p:sldId xmlns:r="http://schemas.openxmlformats.org/officeDocument/2006/relationships" id="256" r:id="Rdee33eb02598469d"/>
  </p:sldIdLst>
  <p:sldSz cx="12382500" cy="5943600"/>
  <p:notesSz cx="6858000" cy="9144000"/>
</p:presentation>
</file>

<file path=ppt/main_figures/Fig6/ppt/slideLayouts/_rels/slideLayout1.xml.rels><?xml version='1.0' encoding='utf-8'?>
<Relationships xmlns="http://schemas.openxmlformats.org/package/2006/relationships"><Relationship Type="http://schemas.openxmlformats.org/officeDocument/2006/relationships/slideMaster" Target="/ppt/main_figures/Fig6/ppt/slideMasters/slideMaster1.xml" Id="R09efcc6f35f54206" /></Relationships>
</file>

<file path=ppt/main_figures/Fig6/ppt/slideLayouts/_rels/slideLayout2.xml.rels><?xml version='1.0' encoding='utf-8'?>
<Relationships xmlns="http://schemas.openxmlformats.org/package/2006/relationships"><Relationship Type="http://schemas.openxmlformats.org/officeDocument/2006/relationships/slideMaster" Target="/ppt/main_figures/Fig6/ppt/slideMasters/slideMaster1.xml" Id="Rcc941f6b96f04068" /></Relationships>
</file>

<file path=ppt/main_figures/Fig6/ppt/slideLayouts/_rels/slideLayout3.xml.rels><?xml version='1.0' encoding='utf-8'?>
<Relationships xmlns="http://schemas.openxmlformats.org/package/2006/relationships"><Relationship Type="http://schemas.openxmlformats.org/officeDocument/2006/relationships/slideMaster" Target="/ppt/main_figures/Fig6/ppt/slideMasters/slideMaster1.xml" Id="R4d18f64c6f274938" /></Relationships>
</file>

<file path=ppt/main_figures/Fig6/ppt/slideLayouts/_rels/slideLayout4.xml.rels><?xml version='1.0' encoding='utf-8'?>
<Relationships xmlns="http://schemas.openxmlformats.org/package/2006/relationships"><Relationship Type="http://schemas.openxmlformats.org/officeDocument/2006/relationships/slideMaster" Target="/ppt/main_figures/Fig6/ppt/slideMasters/slideMaster1.xml" Id="Rbcface3e5fec42b6" /></Relationships>
</file>

<file path=ppt/main_figures/Fig6/ppt/slideLayouts/_rels/slideLayout5.xml.rels><?xml version='1.0' encoding='utf-8'?>
<Relationships xmlns="http://schemas.openxmlformats.org/package/2006/relationships"><Relationship Type="http://schemas.openxmlformats.org/officeDocument/2006/relationships/slideMaster" Target="/ppt/main_figures/Fig6/ppt/slideMasters/slideMaster1.xml" Id="Ra10b0e74a47d4fc9" /></Relationships>
</file>

<file path=ppt/main_figures/Fig6/ppt/slideLayouts/_rels/slideLayout6.xml.rels><?xml version='1.0' encoding='utf-8'?>
<Relationships xmlns="http://schemas.openxmlformats.org/package/2006/relationships"><Relationship Type="http://schemas.openxmlformats.org/officeDocument/2006/relationships/slideMaster" Target="/ppt/main_figures/Fig6/ppt/slideMasters/slideMaster1.xml" Id="R417aa97f38684866" /></Relationships>
</file>

<file path=ppt/main_figures/Fig6/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C8C8E71-1FBE-413C-80BA-9E05E4945851}"/>
              </a:ext>
            </a:extLst>
          </p:cNvPr>
          <p:cNvSpPr>
            <a:spLocks xmlns:a="http://schemas.openxmlformats.org/drawingml/2006/main" noGrp="1"/>
          </p:cNvSpPr>
          <p:nvPr>
            <p:ph type="title" idx="0"/>
          </p:nvPr>
        </p:nvSpPr>
        <p:spPr>
          <a:xfrm xmlns:a="http://schemas.openxmlformats.org/drawingml/2006/main">
            <a:off x="1280160" y="2302933"/>
            <a:ext cx="10241280" cy="88053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67" b="1">
                <a:solidFill>
                  <a:schemeClr val="tx1"/>
                </a:solidFill>
                <a:latin typeface="+mj-lt"/>
                <a:ea typeface="+mj-lt"/>
                <a:cs typeface="+mj-lt"/>
              </a:defRPr>
            </a:defPPr>
            <a:lvl1pPr marL="0" indent="0" algn="ctr">
              <a:lnSpc>
                <a:spcPct val="110000"/>
              </a:lnSpc>
              <a:spcBef>
                <a:spcPts val="0"/>
              </a:spcBef>
              <a:spcAft>
                <a:spcPts val="0"/>
              </a:spcAft>
              <a:buNone/>
              <a:defRPr sz="4267" b="1">
                <a:solidFill>
                  <a:schemeClr val="tx1"/>
                </a:solidFill>
                <a:latin typeface="+mj-lt"/>
                <a:ea typeface="+mj-lt"/>
                <a:cs typeface="+mj-lt"/>
              </a:defRPr>
            </a:lvl1pPr>
            <a:lvl2pPr marL="0" indent="0" algn="ctr">
              <a:lnSpc>
                <a:spcPct val="110000"/>
              </a:lnSpc>
              <a:spcBef>
                <a:spcPts val="0"/>
              </a:spcBef>
              <a:spcAft>
                <a:spcPts val="0"/>
              </a:spcAft>
              <a:buNone/>
              <a:defRPr sz="4267" b="1">
                <a:solidFill>
                  <a:schemeClr val="tx1"/>
                </a:solidFill>
                <a:latin typeface="+mj-lt"/>
                <a:ea typeface="+mj-lt"/>
                <a:cs typeface="+mj-lt"/>
              </a:defRPr>
            </a:lvl2pPr>
            <a:lvl3pPr marL="0" indent="0" algn="ctr">
              <a:lnSpc>
                <a:spcPct val="110000"/>
              </a:lnSpc>
              <a:spcBef>
                <a:spcPts val="0"/>
              </a:spcBef>
              <a:spcAft>
                <a:spcPts val="0"/>
              </a:spcAft>
              <a:buNone/>
              <a:defRPr sz="4267" b="1">
                <a:solidFill>
                  <a:schemeClr val="tx1"/>
                </a:solidFill>
                <a:latin typeface="+mj-lt"/>
                <a:ea typeface="+mj-lt"/>
                <a:cs typeface="+mj-lt"/>
              </a:defRPr>
            </a:lvl3pPr>
            <a:lvl4pPr marL="0" indent="0" algn="ctr">
              <a:lnSpc>
                <a:spcPct val="110000"/>
              </a:lnSpc>
              <a:spcBef>
                <a:spcPts val="0"/>
              </a:spcBef>
              <a:spcAft>
                <a:spcPts val="0"/>
              </a:spcAft>
              <a:buNone/>
              <a:defRPr sz="4267" b="1">
                <a:solidFill>
                  <a:schemeClr val="tx1"/>
                </a:solidFill>
                <a:latin typeface="+mj-lt"/>
                <a:ea typeface="+mj-lt"/>
                <a:cs typeface="+mj-lt"/>
              </a:defRPr>
            </a:lvl4pPr>
            <a:lvl5pPr marL="0" indent="0" algn="ctr">
              <a:lnSpc>
                <a:spcPct val="110000"/>
              </a:lnSpc>
              <a:spcBef>
                <a:spcPts val="0"/>
              </a:spcBef>
              <a:spcAft>
                <a:spcPts val="0"/>
              </a:spcAft>
              <a:buNone/>
              <a:defRPr sz="4267" b="1">
                <a:solidFill>
                  <a:schemeClr val="tx1"/>
                </a:solidFill>
                <a:latin typeface="+mj-lt"/>
                <a:ea typeface="+mj-lt"/>
                <a:cs typeface="+mj-lt"/>
              </a:defRPr>
            </a:lvl5pPr>
            <a:lvl6pPr marL="0" indent="0" algn="ctr">
              <a:lnSpc>
                <a:spcPct val="110000"/>
              </a:lnSpc>
              <a:spcBef>
                <a:spcPts val="0"/>
              </a:spcBef>
              <a:spcAft>
                <a:spcPts val="0"/>
              </a:spcAft>
              <a:buNone/>
              <a:defRPr sz="4267" b="1">
                <a:solidFill>
                  <a:schemeClr val="tx1"/>
                </a:solidFill>
                <a:latin typeface="+mj-lt"/>
                <a:ea typeface="+mj-lt"/>
                <a:cs typeface="+mj-lt"/>
              </a:defRPr>
            </a:lvl6pPr>
            <a:lvl7pPr marL="0" indent="0" algn="ctr">
              <a:lnSpc>
                <a:spcPct val="110000"/>
              </a:lnSpc>
              <a:spcBef>
                <a:spcPts val="0"/>
              </a:spcBef>
              <a:spcAft>
                <a:spcPts val="0"/>
              </a:spcAft>
              <a:buNone/>
              <a:defRPr sz="4267" b="1">
                <a:solidFill>
                  <a:schemeClr val="tx1"/>
                </a:solidFill>
                <a:latin typeface="+mj-lt"/>
                <a:ea typeface="+mj-lt"/>
                <a:cs typeface="+mj-lt"/>
              </a:defRPr>
            </a:lvl7pPr>
            <a:lvl8pPr marL="0" indent="0" algn="ctr">
              <a:lnSpc>
                <a:spcPct val="110000"/>
              </a:lnSpc>
              <a:spcBef>
                <a:spcPts val="0"/>
              </a:spcBef>
              <a:spcAft>
                <a:spcPts val="0"/>
              </a:spcAft>
              <a:buNone/>
              <a:defRPr sz="4267" b="1">
                <a:solidFill>
                  <a:schemeClr val="tx1"/>
                </a:solidFill>
                <a:latin typeface="+mj-lt"/>
                <a:ea typeface="+mj-lt"/>
                <a:cs typeface="+mj-lt"/>
              </a:defRPr>
            </a:lvl8pPr>
            <a:lvl9pPr marL="0" indent="0" algn="ctr">
              <a:lnSpc>
                <a:spcPct val="110000"/>
              </a:lnSpc>
              <a:spcBef>
                <a:spcPts val="0"/>
              </a:spcBef>
              <a:spcAft>
                <a:spcPts val="0"/>
              </a:spcAft>
              <a:buNone/>
              <a:defRPr sz="4267"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773110D-F6C8-471B-8EB4-806D4C02D25B}"/>
              </a:ext>
            </a:extLst>
          </p:cNvPr>
          <p:cNvSpPr>
            <a:spLocks xmlns:a="http://schemas.openxmlformats.org/drawingml/2006/main" noGrp="1"/>
          </p:cNvSpPr>
          <p:nvPr>
            <p:ph type="subTitle" idx="1"/>
          </p:nvPr>
        </p:nvSpPr>
        <p:spPr>
          <a:xfrm xmlns:a="http://schemas.openxmlformats.org/drawingml/2006/main">
            <a:off x="1920240" y="3352800"/>
            <a:ext cx="8961120" cy="67733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867" b="0">
                <a:solidFill>
                  <a:schemeClr val="tx1"/>
                </a:solidFill>
                <a:latin typeface="+mn-lt"/>
                <a:ea typeface="+mn-lt"/>
                <a:cs typeface="+mn-lt"/>
              </a:defRPr>
            </a:defPPr>
            <a:lvl1pPr marL="0" indent="0" algn="ctr">
              <a:lnSpc>
                <a:spcPct val="110000"/>
              </a:lnSpc>
              <a:spcBef>
                <a:spcPts val="0"/>
              </a:spcBef>
              <a:spcAft>
                <a:spcPts val="0"/>
              </a:spcAft>
              <a:buNone/>
              <a:defRPr sz="1867" b="0">
                <a:solidFill>
                  <a:schemeClr val="tx1"/>
                </a:solidFill>
                <a:latin typeface="+mn-lt"/>
                <a:ea typeface="+mn-lt"/>
                <a:cs typeface="+mn-lt"/>
              </a:defRPr>
            </a:lvl1pPr>
            <a:lvl2pPr marL="0" indent="0" algn="ctr">
              <a:lnSpc>
                <a:spcPct val="110000"/>
              </a:lnSpc>
              <a:spcBef>
                <a:spcPts val="0"/>
              </a:spcBef>
              <a:spcAft>
                <a:spcPts val="0"/>
              </a:spcAft>
              <a:buNone/>
              <a:defRPr sz="1867" b="0">
                <a:solidFill>
                  <a:schemeClr val="tx1"/>
                </a:solidFill>
                <a:latin typeface="+mn-lt"/>
                <a:ea typeface="+mn-lt"/>
                <a:cs typeface="+mn-lt"/>
              </a:defRPr>
            </a:lvl2pPr>
            <a:lvl3pPr marL="0" indent="0" algn="ctr">
              <a:lnSpc>
                <a:spcPct val="110000"/>
              </a:lnSpc>
              <a:spcBef>
                <a:spcPts val="0"/>
              </a:spcBef>
              <a:spcAft>
                <a:spcPts val="0"/>
              </a:spcAft>
              <a:buNone/>
              <a:defRPr sz="1867" b="0">
                <a:solidFill>
                  <a:schemeClr val="tx1"/>
                </a:solidFill>
                <a:latin typeface="+mn-lt"/>
                <a:ea typeface="+mn-lt"/>
                <a:cs typeface="+mn-lt"/>
              </a:defRPr>
            </a:lvl3pPr>
            <a:lvl4pPr marL="0" indent="0" algn="ctr">
              <a:lnSpc>
                <a:spcPct val="110000"/>
              </a:lnSpc>
              <a:spcBef>
                <a:spcPts val="0"/>
              </a:spcBef>
              <a:spcAft>
                <a:spcPts val="0"/>
              </a:spcAft>
              <a:buNone/>
              <a:defRPr sz="1867" b="0">
                <a:solidFill>
                  <a:schemeClr val="tx1"/>
                </a:solidFill>
                <a:latin typeface="+mn-lt"/>
                <a:ea typeface="+mn-lt"/>
                <a:cs typeface="+mn-lt"/>
              </a:defRPr>
            </a:lvl4pPr>
            <a:lvl5pPr marL="0" indent="0" algn="ctr">
              <a:lnSpc>
                <a:spcPct val="110000"/>
              </a:lnSpc>
              <a:spcBef>
                <a:spcPts val="0"/>
              </a:spcBef>
              <a:spcAft>
                <a:spcPts val="0"/>
              </a:spcAft>
              <a:buNone/>
              <a:defRPr sz="1867" b="0">
                <a:solidFill>
                  <a:schemeClr val="tx1"/>
                </a:solidFill>
                <a:latin typeface="+mn-lt"/>
                <a:ea typeface="+mn-lt"/>
                <a:cs typeface="+mn-lt"/>
              </a:defRPr>
            </a:lvl5pPr>
            <a:lvl6pPr marL="0" indent="0" algn="ctr">
              <a:lnSpc>
                <a:spcPct val="110000"/>
              </a:lnSpc>
              <a:spcBef>
                <a:spcPts val="0"/>
              </a:spcBef>
              <a:spcAft>
                <a:spcPts val="0"/>
              </a:spcAft>
              <a:buNone/>
              <a:defRPr sz="1867" b="0">
                <a:solidFill>
                  <a:schemeClr val="tx1"/>
                </a:solidFill>
                <a:latin typeface="+mn-lt"/>
                <a:ea typeface="+mn-lt"/>
                <a:cs typeface="+mn-lt"/>
              </a:defRPr>
            </a:lvl6pPr>
            <a:lvl7pPr marL="0" indent="0" algn="ctr">
              <a:lnSpc>
                <a:spcPct val="110000"/>
              </a:lnSpc>
              <a:spcBef>
                <a:spcPts val="0"/>
              </a:spcBef>
              <a:spcAft>
                <a:spcPts val="0"/>
              </a:spcAft>
              <a:buNone/>
              <a:defRPr sz="1867" b="0">
                <a:solidFill>
                  <a:schemeClr val="tx1"/>
                </a:solidFill>
                <a:latin typeface="+mn-lt"/>
                <a:ea typeface="+mn-lt"/>
                <a:cs typeface="+mn-lt"/>
              </a:defRPr>
            </a:lvl7pPr>
            <a:lvl8pPr marL="0" indent="0" algn="ctr">
              <a:lnSpc>
                <a:spcPct val="110000"/>
              </a:lnSpc>
              <a:spcBef>
                <a:spcPts val="0"/>
              </a:spcBef>
              <a:spcAft>
                <a:spcPts val="0"/>
              </a:spcAft>
              <a:buNone/>
              <a:defRPr sz="1867" b="0">
                <a:solidFill>
                  <a:schemeClr val="tx1"/>
                </a:solidFill>
                <a:latin typeface="+mn-lt"/>
                <a:ea typeface="+mn-lt"/>
                <a:cs typeface="+mn-lt"/>
              </a:defRPr>
            </a:lvl8pPr>
            <a:lvl9pPr marL="0" indent="0" algn="ctr">
              <a:lnSpc>
                <a:spcPct val="110000"/>
              </a:lnSpc>
              <a:spcBef>
                <a:spcPts val="0"/>
              </a:spcBef>
              <a:spcAft>
                <a:spcPts val="0"/>
              </a:spcAft>
              <a:buNone/>
              <a:defRPr sz="1867" b="0">
                <a:solidFill>
                  <a:schemeClr val="tx1"/>
                </a:solidFill>
                <a:latin typeface="+mn-lt"/>
                <a:ea typeface="+mn-lt"/>
                <a:cs typeface="+mn-lt"/>
              </a:defRPr>
            </a:lvl9pPr>
          </a:lstStyle>
          <a:p xmlns:a="http://schemas.openxmlformats.org/drawingml/2006/main"/>
        </p:txBody>
      </p:sp>
    </p:spTree>
  </p:cSld>
</p:sldLayout>
</file>

<file path=ppt/main_figures/Fig6/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F2B0E11-963A-4864-B0F1-0AFD4DE9CF20}"/>
              </a:ext>
            </a:extLst>
          </p:cNvPr>
          <p:cNvSpPr>
            <a:spLocks xmlns:a="http://schemas.openxmlformats.org/drawingml/2006/main" noGrp="1"/>
          </p:cNvSpPr>
          <p:nvPr>
            <p:ph type="title" idx="0"/>
          </p:nvPr>
        </p:nvSpPr>
        <p:spPr>
          <a:xfrm xmlns:a="http://schemas.openxmlformats.org/drawingml/2006/main">
            <a:off x="1280160" y="2540000"/>
            <a:ext cx="10241280" cy="1016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733" b="1">
                <a:solidFill>
                  <a:schemeClr val="tx1"/>
                </a:solidFill>
                <a:latin typeface="+mj-lt"/>
                <a:ea typeface="+mj-lt"/>
                <a:cs typeface="+mj-lt"/>
              </a:defRPr>
            </a:defPPr>
            <a:lvl1pPr marL="0" indent="0" algn="ctr">
              <a:lnSpc>
                <a:spcPct val="110000"/>
              </a:lnSpc>
              <a:spcBef>
                <a:spcPts val="0"/>
              </a:spcBef>
              <a:spcAft>
                <a:spcPts val="0"/>
              </a:spcAft>
              <a:buNone/>
              <a:defRPr sz="3733" b="1">
                <a:solidFill>
                  <a:schemeClr val="tx1"/>
                </a:solidFill>
                <a:latin typeface="+mj-lt"/>
                <a:ea typeface="+mj-lt"/>
                <a:cs typeface="+mj-lt"/>
              </a:defRPr>
            </a:lvl1pPr>
            <a:lvl2pPr marL="0" indent="0" algn="ctr">
              <a:lnSpc>
                <a:spcPct val="110000"/>
              </a:lnSpc>
              <a:spcBef>
                <a:spcPts val="0"/>
              </a:spcBef>
              <a:spcAft>
                <a:spcPts val="0"/>
              </a:spcAft>
              <a:buNone/>
              <a:defRPr sz="3733" b="1">
                <a:solidFill>
                  <a:schemeClr val="tx1"/>
                </a:solidFill>
                <a:latin typeface="+mj-lt"/>
                <a:ea typeface="+mj-lt"/>
                <a:cs typeface="+mj-lt"/>
              </a:defRPr>
            </a:lvl2pPr>
            <a:lvl3pPr marL="0" indent="0" algn="ctr">
              <a:lnSpc>
                <a:spcPct val="110000"/>
              </a:lnSpc>
              <a:spcBef>
                <a:spcPts val="0"/>
              </a:spcBef>
              <a:spcAft>
                <a:spcPts val="0"/>
              </a:spcAft>
              <a:buNone/>
              <a:defRPr sz="3733" b="1">
                <a:solidFill>
                  <a:schemeClr val="tx1"/>
                </a:solidFill>
                <a:latin typeface="+mj-lt"/>
                <a:ea typeface="+mj-lt"/>
                <a:cs typeface="+mj-lt"/>
              </a:defRPr>
            </a:lvl3pPr>
            <a:lvl4pPr marL="0" indent="0" algn="ctr">
              <a:lnSpc>
                <a:spcPct val="110000"/>
              </a:lnSpc>
              <a:spcBef>
                <a:spcPts val="0"/>
              </a:spcBef>
              <a:spcAft>
                <a:spcPts val="0"/>
              </a:spcAft>
              <a:buNone/>
              <a:defRPr sz="3733" b="1">
                <a:solidFill>
                  <a:schemeClr val="tx1"/>
                </a:solidFill>
                <a:latin typeface="+mj-lt"/>
                <a:ea typeface="+mj-lt"/>
                <a:cs typeface="+mj-lt"/>
              </a:defRPr>
            </a:lvl4pPr>
            <a:lvl5pPr marL="0" indent="0" algn="ctr">
              <a:lnSpc>
                <a:spcPct val="110000"/>
              </a:lnSpc>
              <a:spcBef>
                <a:spcPts val="0"/>
              </a:spcBef>
              <a:spcAft>
                <a:spcPts val="0"/>
              </a:spcAft>
              <a:buNone/>
              <a:defRPr sz="3733" b="1">
                <a:solidFill>
                  <a:schemeClr val="tx1"/>
                </a:solidFill>
                <a:latin typeface="+mj-lt"/>
                <a:ea typeface="+mj-lt"/>
                <a:cs typeface="+mj-lt"/>
              </a:defRPr>
            </a:lvl5pPr>
            <a:lvl6pPr marL="0" indent="0" algn="ctr">
              <a:lnSpc>
                <a:spcPct val="110000"/>
              </a:lnSpc>
              <a:spcBef>
                <a:spcPts val="0"/>
              </a:spcBef>
              <a:spcAft>
                <a:spcPts val="0"/>
              </a:spcAft>
              <a:buNone/>
              <a:defRPr sz="3733" b="1">
                <a:solidFill>
                  <a:schemeClr val="tx1"/>
                </a:solidFill>
                <a:latin typeface="+mj-lt"/>
                <a:ea typeface="+mj-lt"/>
                <a:cs typeface="+mj-lt"/>
              </a:defRPr>
            </a:lvl6pPr>
            <a:lvl7pPr marL="0" indent="0" algn="ctr">
              <a:lnSpc>
                <a:spcPct val="110000"/>
              </a:lnSpc>
              <a:spcBef>
                <a:spcPts val="0"/>
              </a:spcBef>
              <a:spcAft>
                <a:spcPts val="0"/>
              </a:spcAft>
              <a:buNone/>
              <a:defRPr sz="3733" b="1">
                <a:solidFill>
                  <a:schemeClr val="tx1"/>
                </a:solidFill>
                <a:latin typeface="+mj-lt"/>
                <a:ea typeface="+mj-lt"/>
                <a:cs typeface="+mj-lt"/>
              </a:defRPr>
            </a:lvl7pPr>
            <a:lvl8pPr marL="0" indent="0" algn="ctr">
              <a:lnSpc>
                <a:spcPct val="110000"/>
              </a:lnSpc>
              <a:spcBef>
                <a:spcPts val="0"/>
              </a:spcBef>
              <a:spcAft>
                <a:spcPts val="0"/>
              </a:spcAft>
              <a:buNone/>
              <a:defRPr sz="3733" b="1">
                <a:solidFill>
                  <a:schemeClr val="tx1"/>
                </a:solidFill>
                <a:latin typeface="+mj-lt"/>
                <a:ea typeface="+mj-lt"/>
                <a:cs typeface="+mj-lt"/>
              </a:defRPr>
            </a:lvl8pPr>
            <a:lvl9pPr marL="0" indent="0" algn="ctr">
              <a:lnSpc>
                <a:spcPct val="110000"/>
              </a:lnSpc>
              <a:spcBef>
                <a:spcPts val="0"/>
              </a:spcBef>
              <a:spcAft>
                <a:spcPts val="0"/>
              </a:spcAft>
              <a:buNone/>
              <a:defRPr sz="3733" b="1">
                <a:solidFill>
                  <a:schemeClr val="tx1"/>
                </a:solidFill>
                <a:latin typeface="+mj-lt"/>
                <a:ea typeface="+mj-lt"/>
                <a:cs typeface="+mj-lt"/>
              </a:defRPr>
            </a:lvl9pPr>
          </a:lstStyle>
          <a:p xmlns:a="http://schemas.openxmlformats.org/drawingml/2006/main"/>
        </p:txBody>
      </p:sp>
    </p:spTree>
  </p:cSld>
</p:sldLayout>
</file>

<file path=ppt/main_figures/Fig6/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DC4728D-9E6C-4491-8720-5D43DBB4C6BD}"/>
              </a:ext>
            </a:extLst>
          </p:cNvPr>
          <p:cNvSpPr>
            <a:spLocks xmlns:a="http://schemas.openxmlformats.org/drawingml/2006/main" noGrp="1"/>
          </p:cNvSpPr>
          <p:nvPr>
            <p:ph type="title" idx="0"/>
          </p:nvPr>
        </p:nvSpPr>
        <p:spPr>
          <a:xfrm xmlns:a="http://schemas.openxmlformats.org/drawingml/2006/main">
            <a:off x="720090" y="474133"/>
            <a:ext cx="11361420" cy="745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933" b="1">
                <a:solidFill>
                  <a:schemeClr val="tx1"/>
                </a:solidFill>
                <a:latin typeface="+mj-lt"/>
                <a:ea typeface="+mj-lt"/>
                <a:cs typeface="+mj-lt"/>
              </a:defRPr>
            </a:defPPr>
            <a:lvl1pPr marL="0" indent="0" algn="l">
              <a:lnSpc>
                <a:spcPct val="110000"/>
              </a:lnSpc>
              <a:spcBef>
                <a:spcPts val="0"/>
              </a:spcBef>
              <a:spcAft>
                <a:spcPts val="0"/>
              </a:spcAft>
              <a:buNone/>
              <a:defRPr sz="2933" b="1">
                <a:solidFill>
                  <a:schemeClr val="tx1"/>
                </a:solidFill>
                <a:latin typeface="+mj-lt"/>
                <a:ea typeface="+mj-lt"/>
                <a:cs typeface="+mj-lt"/>
              </a:defRPr>
            </a:lvl1pPr>
            <a:lvl2pPr marL="0" indent="0" algn="l">
              <a:lnSpc>
                <a:spcPct val="110000"/>
              </a:lnSpc>
              <a:spcBef>
                <a:spcPts val="0"/>
              </a:spcBef>
              <a:spcAft>
                <a:spcPts val="0"/>
              </a:spcAft>
              <a:buNone/>
              <a:defRPr sz="2933" b="1">
                <a:solidFill>
                  <a:schemeClr val="tx1"/>
                </a:solidFill>
                <a:latin typeface="+mj-lt"/>
                <a:ea typeface="+mj-lt"/>
                <a:cs typeface="+mj-lt"/>
              </a:defRPr>
            </a:lvl2pPr>
            <a:lvl3pPr marL="0" indent="0" algn="l">
              <a:lnSpc>
                <a:spcPct val="110000"/>
              </a:lnSpc>
              <a:spcBef>
                <a:spcPts val="0"/>
              </a:spcBef>
              <a:spcAft>
                <a:spcPts val="0"/>
              </a:spcAft>
              <a:buNone/>
              <a:defRPr sz="2933" b="1">
                <a:solidFill>
                  <a:schemeClr val="tx1"/>
                </a:solidFill>
                <a:latin typeface="+mj-lt"/>
                <a:ea typeface="+mj-lt"/>
                <a:cs typeface="+mj-lt"/>
              </a:defRPr>
            </a:lvl3pPr>
            <a:lvl4pPr marL="0" indent="0" algn="l">
              <a:lnSpc>
                <a:spcPct val="110000"/>
              </a:lnSpc>
              <a:spcBef>
                <a:spcPts val="0"/>
              </a:spcBef>
              <a:spcAft>
                <a:spcPts val="0"/>
              </a:spcAft>
              <a:buNone/>
              <a:defRPr sz="2933" b="1">
                <a:solidFill>
                  <a:schemeClr val="tx1"/>
                </a:solidFill>
                <a:latin typeface="+mj-lt"/>
                <a:ea typeface="+mj-lt"/>
                <a:cs typeface="+mj-lt"/>
              </a:defRPr>
            </a:lvl4pPr>
            <a:lvl5pPr marL="0" indent="0" algn="l">
              <a:lnSpc>
                <a:spcPct val="110000"/>
              </a:lnSpc>
              <a:spcBef>
                <a:spcPts val="0"/>
              </a:spcBef>
              <a:spcAft>
                <a:spcPts val="0"/>
              </a:spcAft>
              <a:buNone/>
              <a:defRPr sz="2933" b="1">
                <a:solidFill>
                  <a:schemeClr val="tx1"/>
                </a:solidFill>
                <a:latin typeface="+mj-lt"/>
                <a:ea typeface="+mj-lt"/>
                <a:cs typeface="+mj-lt"/>
              </a:defRPr>
            </a:lvl5pPr>
            <a:lvl6pPr marL="0" indent="0" algn="l">
              <a:lnSpc>
                <a:spcPct val="110000"/>
              </a:lnSpc>
              <a:spcBef>
                <a:spcPts val="0"/>
              </a:spcBef>
              <a:spcAft>
                <a:spcPts val="0"/>
              </a:spcAft>
              <a:buNone/>
              <a:defRPr sz="2933" b="1">
                <a:solidFill>
                  <a:schemeClr val="tx1"/>
                </a:solidFill>
                <a:latin typeface="+mj-lt"/>
                <a:ea typeface="+mj-lt"/>
                <a:cs typeface="+mj-lt"/>
              </a:defRPr>
            </a:lvl6pPr>
            <a:lvl7pPr marL="0" indent="0" algn="l">
              <a:lnSpc>
                <a:spcPct val="110000"/>
              </a:lnSpc>
              <a:spcBef>
                <a:spcPts val="0"/>
              </a:spcBef>
              <a:spcAft>
                <a:spcPts val="0"/>
              </a:spcAft>
              <a:buNone/>
              <a:defRPr sz="2933" b="1">
                <a:solidFill>
                  <a:schemeClr val="tx1"/>
                </a:solidFill>
                <a:latin typeface="+mj-lt"/>
                <a:ea typeface="+mj-lt"/>
                <a:cs typeface="+mj-lt"/>
              </a:defRPr>
            </a:lvl7pPr>
            <a:lvl8pPr marL="0" indent="0" algn="l">
              <a:lnSpc>
                <a:spcPct val="110000"/>
              </a:lnSpc>
              <a:spcBef>
                <a:spcPts val="0"/>
              </a:spcBef>
              <a:spcAft>
                <a:spcPts val="0"/>
              </a:spcAft>
              <a:buNone/>
              <a:defRPr sz="2933" b="1">
                <a:solidFill>
                  <a:schemeClr val="tx1"/>
                </a:solidFill>
                <a:latin typeface="+mj-lt"/>
                <a:ea typeface="+mj-lt"/>
                <a:cs typeface="+mj-lt"/>
              </a:defRPr>
            </a:lvl8pPr>
            <a:lvl9pPr marL="0" indent="0" algn="l">
              <a:lnSpc>
                <a:spcPct val="110000"/>
              </a:lnSpc>
              <a:spcBef>
                <a:spcPts val="0"/>
              </a:spcBef>
              <a:spcAft>
                <a:spcPts val="0"/>
              </a:spcAft>
              <a:buNone/>
              <a:defRPr sz="2933"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B056A3C-9D64-49E9-AD70-84862DC2484F}"/>
              </a:ext>
            </a:extLst>
          </p:cNvPr>
          <p:cNvSpPr>
            <a:spLocks xmlns:a="http://schemas.openxmlformats.org/drawingml/2006/main" noGrp="1"/>
          </p:cNvSpPr>
          <p:nvPr>
            <p:ph type="body" idx="1"/>
          </p:nvPr>
        </p:nvSpPr>
        <p:spPr>
          <a:xfrm xmlns:a="http://schemas.openxmlformats.org/drawingml/2006/main">
            <a:off x="720090" y="1693333"/>
            <a:ext cx="11361420" cy="3793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000" b="0">
                <a:solidFill>
                  <a:schemeClr val="tx1"/>
                </a:solidFill>
                <a:latin typeface="+mn-lt"/>
                <a:ea typeface="+mn-lt"/>
                <a:cs typeface="+mn-lt"/>
              </a:defRPr>
            </a:defPPr>
            <a:lvl1pPr marL="203200" indent="-203200" algn="l">
              <a:lnSpc>
                <a:spcPct val="110000"/>
              </a:lnSpc>
              <a:spcBef>
                <a:spcPts val="0"/>
              </a:spcBef>
              <a:spcAft>
                <a:spcPts val="1067"/>
              </a:spcAft>
              <a:buChar char="•"/>
              <a:defRPr sz="2000" b="0">
                <a:solidFill>
                  <a:schemeClr val="tx1"/>
                </a:solidFill>
                <a:latin typeface="+mn-lt"/>
                <a:ea typeface="+mn-lt"/>
                <a:cs typeface="+mn-lt"/>
              </a:defRPr>
            </a:lvl1pPr>
            <a:lvl2pPr marL="474133" indent="-203200" algn="l">
              <a:lnSpc>
                <a:spcPct val="110000"/>
              </a:lnSpc>
              <a:spcBef>
                <a:spcPts val="0"/>
              </a:spcBef>
              <a:spcAft>
                <a:spcPts val="1067"/>
              </a:spcAft>
              <a:buChar char="•"/>
              <a:defRPr sz="2000" b="0">
                <a:solidFill>
                  <a:schemeClr val="tx1"/>
                </a:solidFill>
                <a:latin typeface="+mn-lt"/>
                <a:ea typeface="+mn-lt"/>
                <a:cs typeface="+mn-lt"/>
              </a:defRPr>
            </a:lvl2pPr>
            <a:lvl3pPr marL="745067" indent="-203200" algn="l">
              <a:lnSpc>
                <a:spcPct val="110000"/>
              </a:lnSpc>
              <a:spcBef>
                <a:spcPts val="0"/>
              </a:spcBef>
              <a:spcAft>
                <a:spcPts val="1067"/>
              </a:spcAft>
              <a:buChar char="•"/>
              <a:defRPr sz="2000" b="0">
                <a:solidFill>
                  <a:schemeClr val="tx1"/>
                </a:solidFill>
                <a:latin typeface="+mn-lt"/>
                <a:ea typeface="+mn-lt"/>
                <a:cs typeface="+mn-lt"/>
              </a:defRPr>
            </a:lvl3pPr>
            <a:lvl4pPr marL="1016000" indent="-203200" algn="l">
              <a:lnSpc>
                <a:spcPct val="110000"/>
              </a:lnSpc>
              <a:spcBef>
                <a:spcPts val="0"/>
              </a:spcBef>
              <a:spcAft>
                <a:spcPts val="1067"/>
              </a:spcAft>
              <a:buChar char="•"/>
              <a:defRPr sz="2000" b="0">
                <a:solidFill>
                  <a:schemeClr val="tx1"/>
                </a:solidFill>
                <a:latin typeface="+mn-lt"/>
                <a:ea typeface="+mn-lt"/>
                <a:cs typeface="+mn-lt"/>
              </a:defRPr>
            </a:lvl4pPr>
            <a:lvl5pPr marL="1286933" indent="-203200" algn="l">
              <a:lnSpc>
                <a:spcPct val="110000"/>
              </a:lnSpc>
              <a:spcBef>
                <a:spcPts val="0"/>
              </a:spcBef>
              <a:spcAft>
                <a:spcPts val="1067"/>
              </a:spcAft>
              <a:buChar char="•"/>
              <a:defRPr sz="2000" b="0">
                <a:solidFill>
                  <a:schemeClr val="tx1"/>
                </a:solidFill>
                <a:latin typeface="+mn-lt"/>
                <a:ea typeface="+mn-lt"/>
                <a:cs typeface="+mn-lt"/>
              </a:defRPr>
            </a:lvl5pPr>
            <a:lvl6pPr marL="1557867" indent="-203200" algn="l">
              <a:lnSpc>
                <a:spcPct val="110000"/>
              </a:lnSpc>
              <a:spcBef>
                <a:spcPts val="0"/>
              </a:spcBef>
              <a:spcAft>
                <a:spcPts val="1067"/>
              </a:spcAft>
              <a:buChar char="•"/>
              <a:defRPr sz="2000" b="0">
                <a:solidFill>
                  <a:schemeClr val="tx1"/>
                </a:solidFill>
                <a:latin typeface="+mn-lt"/>
                <a:ea typeface="+mn-lt"/>
                <a:cs typeface="+mn-lt"/>
              </a:defRPr>
            </a:lvl6pPr>
            <a:lvl7pPr marL="1828800" indent="-203200" algn="l">
              <a:lnSpc>
                <a:spcPct val="110000"/>
              </a:lnSpc>
              <a:spcBef>
                <a:spcPts val="0"/>
              </a:spcBef>
              <a:spcAft>
                <a:spcPts val="1067"/>
              </a:spcAft>
              <a:buChar char="•"/>
              <a:defRPr sz="2000" b="0">
                <a:solidFill>
                  <a:schemeClr val="tx1"/>
                </a:solidFill>
                <a:latin typeface="+mn-lt"/>
                <a:ea typeface="+mn-lt"/>
                <a:cs typeface="+mn-lt"/>
              </a:defRPr>
            </a:lvl7pPr>
            <a:lvl8pPr marL="2099733" indent="-203200" algn="l">
              <a:lnSpc>
                <a:spcPct val="110000"/>
              </a:lnSpc>
              <a:spcBef>
                <a:spcPts val="0"/>
              </a:spcBef>
              <a:spcAft>
                <a:spcPts val="1067"/>
              </a:spcAft>
              <a:buChar char="•"/>
              <a:defRPr sz="2000" b="0">
                <a:solidFill>
                  <a:schemeClr val="tx1"/>
                </a:solidFill>
                <a:latin typeface="+mn-lt"/>
                <a:ea typeface="+mn-lt"/>
                <a:cs typeface="+mn-lt"/>
              </a:defRPr>
            </a:lvl8pPr>
            <a:lvl9pPr marL="2370667" indent="-203200" algn="l">
              <a:lnSpc>
                <a:spcPct val="110000"/>
              </a:lnSpc>
              <a:spcBef>
                <a:spcPts val="0"/>
              </a:spcBef>
              <a:spcAft>
                <a:spcPts val="1067"/>
              </a:spcAft>
              <a:buChar char="•"/>
              <a:defRPr sz="2000" b="0">
                <a:solidFill>
                  <a:schemeClr val="tx1"/>
                </a:solidFill>
                <a:latin typeface="+mn-lt"/>
                <a:ea typeface="+mn-lt"/>
                <a:cs typeface="+mn-lt"/>
              </a:defRPr>
            </a:lvl9pPr>
          </a:lstStyle>
          <a:p xmlns:a="http://schemas.openxmlformats.org/drawingml/2006/main"/>
        </p:txBody>
      </p:sp>
    </p:spTree>
  </p:cSld>
</p:sldLayout>
</file>

<file path=ppt/main_figures/Fig6/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560B17A-EC3A-461B-8ABA-FD864ABCDD46}"/>
              </a:ext>
            </a:extLst>
          </p:cNvPr>
          <p:cNvSpPr>
            <a:spLocks xmlns:a="http://schemas.openxmlformats.org/drawingml/2006/main" noGrp="1"/>
          </p:cNvSpPr>
          <p:nvPr>
            <p:ph type="title" idx="0"/>
          </p:nvPr>
        </p:nvSpPr>
        <p:spPr>
          <a:xfrm xmlns:a="http://schemas.openxmlformats.org/drawingml/2006/main">
            <a:off x="720090" y="474133"/>
            <a:ext cx="11361420" cy="745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933" b="1">
                <a:solidFill>
                  <a:schemeClr val="tx1"/>
                </a:solidFill>
                <a:latin typeface="+mj-lt"/>
                <a:ea typeface="+mj-lt"/>
                <a:cs typeface="+mj-lt"/>
              </a:defRPr>
            </a:defPPr>
            <a:lvl1pPr marL="0" indent="0" algn="l">
              <a:lnSpc>
                <a:spcPct val="110000"/>
              </a:lnSpc>
              <a:spcBef>
                <a:spcPts val="0"/>
              </a:spcBef>
              <a:spcAft>
                <a:spcPts val="0"/>
              </a:spcAft>
              <a:buNone/>
              <a:defRPr sz="2933" b="1">
                <a:solidFill>
                  <a:schemeClr val="tx1"/>
                </a:solidFill>
                <a:latin typeface="+mj-lt"/>
                <a:ea typeface="+mj-lt"/>
                <a:cs typeface="+mj-lt"/>
              </a:defRPr>
            </a:lvl1pPr>
            <a:lvl2pPr marL="0" indent="0" algn="l">
              <a:lnSpc>
                <a:spcPct val="110000"/>
              </a:lnSpc>
              <a:spcBef>
                <a:spcPts val="0"/>
              </a:spcBef>
              <a:spcAft>
                <a:spcPts val="0"/>
              </a:spcAft>
              <a:buNone/>
              <a:defRPr sz="2933" b="1">
                <a:solidFill>
                  <a:schemeClr val="tx1"/>
                </a:solidFill>
                <a:latin typeface="+mj-lt"/>
                <a:ea typeface="+mj-lt"/>
                <a:cs typeface="+mj-lt"/>
              </a:defRPr>
            </a:lvl2pPr>
            <a:lvl3pPr marL="0" indent="0" algn="l">
              <a:lnSpc>
                <a:spcPct val="110000"/>
              </a:lnSpc>
              <a:spcBef>
                <a:spcPts val="0"/>
              </a:spcBef>
              <a:spcAft>
                <a:spcPts val="0"/>
              </a:spcAft>
              <a:buNone/>
              <a:defRPr sz="2933" b="1">
                <a:solidFill>
                  <a:schemeClr val="tx1"/>
                </a:solidFill>
                <a:latin typeface="+mj-lt"/>
                <a:ea typeface="+mj-lt"/>
                <a:cs typeface="+mj-lt"/>
              </a:defRPr>
            </a:lvl3pPr>
            <a:lvl4pPr marL="0" indent="0" algn="l">
              <a:lnSpc>
                <a:spcPct val="110000"/>
              </a:lnSpc>
              <a:spcBef>
                <a:spcPts val="0"/>
              </a:spcBef>
              <a:spcAft>
                <a:spcPts val="0"/>
              </a:spcAft>
              <a:buNone/>
              <a:defRPr sz="2933" b="1">
                <a:solidFill>
                  <a:schemeClr val="tx1"/>
                </a:solidFill>
                <a:latin typeface="+mj-lt"/>
                <a:ea typeface="+mj-lt"/>
                <a:cs typeface="+mj-lt"/>
              </a:defRPr>
            </a:lvl4pPr>
            <a:lvl5pPr marL="0" indent="0" algn="l">
              <a:lnSpc>
                <a:spcPct val="110000"/>
              </a:lnSpc>
              <a:spcBef>
                <a:spcPts val="0"/>
              </a:spcBef>
              <a:spcAft>
                <a:spcPts val="0"/>
              </a:spcAft>
              <a:buNone/>
              <a:defRPr sz="2933" b="1">
                <a:solidFill>
                  <a:schemeClr val="tx1"/>
                </a:solidFill>
                <a:latin typeface="+mj-lt"/>
                <a:ea typeface="+mj-lt"/>
                <a:cs typeface="+mj-lt"/>
              </a:defRPr>
            </a:lvl5pPr>
            <a:lvl6pPr marL="0" indent="0" algn="l">
              <a:lnSpc>
                <a:spcPct val="110000"/>
              </a:lnSpc>
              <a:spcBef>
                <a:spcPts val="0"/>
              </a:spcBef>
              <a:spcAft>
                <a:spcPts val="0"/>
              </a:spcAft>
              <a:buNone/>
              <a:defRPr sz="2933" b="1">
                <a:solidFill>
                  <a:schemeClr val="tx1"/>
                </a:solidFill>
                <a:latin typeface="+mj-lt"/>
                <a:ea typeface="+mj-lt"/>
                <a:cs typeface="+mj-lt"/>
              </a:defRPr>
            </a:lvl6pPr>
            <a:lvl7pPr marL="0" indent="0" algn="l">
              <a:lnSpc>
                <a:spcPct val="110000"/>
              </a:lnSpc>
              <a:spcBef>
                <a:spcPts val="0"/>
              </a:spcBef>
              <a:spcAft>
                <a:spcPts val="0"/>
              </a:spcAft>
              <a:buNone/>
              <a:defRPr sz="2933" b="1">
                <a:solidFill>
                  <a:schemeClr val="tx1"/>
                </a:solidFill>
                <a:latin typeface="+mj-lt"/>
                <a:ea typeface="+mj-lt"/>
                <a:cs typeface="+mj-lt"/>
              </a:defRPr>
            </a:lvl7pPr>
            <a:lvl8pPr marL="0" indent="0" algn="l">
              <a:lnSpc>
                <a:spcPct val="110000"/>
              </a:lnSpc>
              <a:spcBef>
                <a:spcPts val="0"/>
              </a:spcBef>
              <a:spcAft>
                <a:spcPts val="0"/>
              </a:spcAft>
              <a:buNone/>
              <a:defRPr sz="2933" b="1">
                <a:solidFill>
                  <a:schemeClr val="tx1"/>
                </a:solidFill>
                <a:latin typeface="+mj-lt"/>
                <a:ea typeface="+mj-lt"/>
                <a:cs typeface="+mj-lt"/>
              </a:defRPr>
            </a:lvl8pPr>
            <a:lvl9pPr marL="0" indent="0" algn="l">
              <a:lnSpc>
                <a:spcPct val="110000"/>
              </a:lnSpc>
              <a:spcBef>
                <a:spcPts val="0"/>
              </a:spcBef>
              <a:spcAft>
                <a:spcPts val="0"/>
              </a:spcAft>
              <a:buNone/>
              <a:defRPr sz="2933"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0F88EDE-B0DF-4537-9858-6DB5902BB771}"/>
              </a:ext>
            </a:extLst>
          </p:cNvPr>
          <p:cNvSpPr>
            <a:spLocks xmlns:a="http://schemas.openxmlformats.org/drawingml/2006/main" noGrp="1"/>
          </p:cNvSpPr>
          <p:nvPr>
            <p:ph type="body" idx="1"/>
          </p:nvPr>
        </p:nvSpPr>
        <p:spPr>
          <a:xfrm xmlns:a="http://schemas.openxmlformats.org/drawingml/2006/main">
            <a:off x="720090" y="1693333"/>
            <a:ext cx="5280660" cy="3793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867" b="0">
                <a:solidFill>
                  <a:schemeClr val="tx1"/>
                </a:solidFill>
                <a:latin typeface="+mn-lt"/>
                <a:ea typeface="+mn-lt"/>
                <a:cs typeface="+mn-lt"/>
              </a:defRPr>
            </a:defPPr>
            <a:lvl1pPr marL="203200" indent="-203200" algn="l">
              <a:lnSpc>
                <a:spcPct val="110000"/>
              </a:lnSpc>
              <a:spcBef>
                <a:spcPts val="0"/>
              </a:spcBef>
              <a:spcAft>
                <a:spcPts val="1067"/>
              </a:spcAft>
              <a:buChar char="•"/>
              <a:defRPr sz="1867" b="0">
                <a:solidFill>
                  <a:schemeClr val="tx1"/>
                </a:solidFill>
                <a:latin typeface="+mn-lt"/>
                <a:ea typeface="+mn-lt"/>
                <a:cs typeface="+mn-lt"/>
              </a:defRPr>
            </a:lvl1pPr>
            <a:lvl2pPr marL="474133" indent="-203200" algn="l">
              <a:lnSpc>
                <a:spcPct val="110000"/>
              </a:lnSpc>
              <a:spcBef>
                <a:spcPts val="0"/>
              </a:spcBef>
              <a:spcAft>
                <a:spcPts val="1067"/>
              </a:spcAft>
              <a:buChar char="•"/>
              <a:defRPr sz="1867" b="0">
                <a:solidFill>
                  <a:schemeClr val="tx1"/>
                </a:solidFill>
                <a:latin typeface="+mn-lt"/>
                <a:ea typeface="+mn-lt"/>
                <a:cs typeface="+mn-lt"/>
              </a:defRPr>
            </a:lvl2pPr>
            <a:lvl3pPr marL="745067" indent="-203200" algn="l">
              <a:lnSpc>
                <a:spcPct val="110000"/>
              </a:lnSpc>
              <a:spcBef>
                <a:spcPts val="0"/>
              </a:spcBef>
              <a:spcAft>
                <a:spcPts val="1067"/>
              </a:spcAft>
              <a:buChar char="•"/>
              <a:defRPr sz="1867" b="0">
                <a:solidFill>
                  <a:schemeClr val="tx1"/>
                </a:solidFill>
                <a:latin typeface="+mn-lt"/>
                <a:ea typeface="+mn-lt"/>
                <a:cs typeface="+mn-lt"/>
              </a:defRPr>
            </a:lvl3pPr>
            <a:lvl4pPr marL="1016000" indent="-203200" algn="l">
              <a:lnSpc>
                <a:spcPct val="110000"/>
              </a:lnSpc>
              <a:spcBef>
                <a:spcPts val="0"/>
              </a:spcBef>
              <a:spcAft>
                <a:spcPts val="1067"/>
              </a:spcAft>
              <a:buChar char="•"/>
              <a:defRPr sz="1867" b="0">
                <a:solidFill>
                  <a:schemeClr val="tx1"/>
                </a:solidFill>
                <a:latin typeface="+mn-lt"/>
                <a:ea typeface="+mn-lt"/>
                <a:cs typeface="+mn-lt"/>
              </a:defRPr>
            </a:lvl4pPr>
            <a:lvl5pPr marL="1286933" indent="-203200" algn="l">
              <a:lnSpc>
                <a:spcPct val="110000"/>
              </a:lnSpc>
              <a:spcBef>
                <a:spcPts val="0"/>
              </a:spcBef>
              <a:spcAft>
                <a:spcPts val="1067"/>
              </a:spcAft>
              <a:buChar char="•"/>
              <a:defRPr sz="1867" b="0">
                <a:solidFill>
                  <a:schemeClr val="tx1"/>
                </a:solidFill>
                <a:latin typeface="+mn-lt"/>
                <a:ea typeface="+mn-lt"/>
                <a:cs typeface="+mn-lt"/>
              </a:defRPr>
            </a:lvl5pPr>
            <a:lvl6pPr marL="1557867" indent="-203200" algn="l">
              <a:lnSpc>
                <a:spcPct val="110000"/>
              </a:lnSpc>
              <a:spcBef>
                <a:spcPts val="0"/>
              </a:spcBef>
              <a:spcAft>
                <a:spcPts val="1067"/>
              </a:spcAft>
              <a:buChar char="•"/>
              <a:defRPr sz="1867" b="0">
                <a:solidFill>
                  <a:schemeClr val="tx1"/>
                </a:solidFill>
                <a:latin typeface="+mn-lt"/>
                <a:ea typeface="+mn-lt"/>
                <a:cs typeface="+mn-lt"/>
              </a:defRPr>
            </a:lvl6pPr>
            <a:lvl7pPr marL="1828800" indent="-203200" algn="l">
              <a:lnSpc>
                <a:spcPct val="110000"/>
              </a:lnSpc>
              <a:spcBef>
                <a:spcPts val="0"/>
              </a:spcBef>
              <a:spcAft>
                <a:spcPts val="1067"/>
              </a:spcAft>
              <a:buChar char="•"/>
              <a:defRPr sz="1867" b="0">
                <a:solidFill>
                  <a:schemeClr val="tx1"/>
                </a:solidFill>
                <a:latin typeface="+mn-lt"/>
                <a:ea typeface="+mn-lt"/>
                <a:cs typeface="+mn-lt"/>
              </a:defRPr>
            </a:lvl7pPr>
            <a:lvl8pPr marL="2099733" indent="-203200" algn="l">
              <a:lnSpc>
                <a:spcPct val="110000"/>
              </a:lnSpc>
              <a:spcBef>
                <a:spcPts val="0"/>
              </a:spcBef>
              <a:spcAft>
                <a:spcPts val="1067"/>
              </a:spcAft>
              <a:buChar char="•"/>
              <a:defRPr sz="1867" b="0">
                <a:solidFill>
                  <a:schemeClr val="tx1"/>
                </a:solidFill>
                <a:latin typeface="+mn-lt"/>
                <a:ea typeface="+mn-lt"/>
                <a:cs typeface="+mn-lt"/>
              </a:defRPr>
            </a:lvl8pPr>
            <a:lvl9pPr marL="2370667" indent="-203200" algn="l">
              <a:lnSpc>
                <a:spcPct val="110000"/>
              </a:lnSpc>
              <a:spcBef>
                <a:spcPts val="0"/>
              </a:spcBef>
              <a:spcAft>
                <a:spcPts val="1067"/>
              </a:spcAft>
              <a:buChar char="•"/>
              <a:defRPr sz="1867"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CFFB075-77B9-46C4-87B0-45B2CD91D87E}"/>
              </a:ext>
            </a:extLst>
          </p:cNvPr>
          <p:cNvSpPr>
            <a:spLocks xmlns:a="http://schemas.openxmlformats.org/drawingml/2006/main" noGrp="1"/>
          </p:cNvSpPr>
          <p:nvPr>
            <p:ph type="body" idx="2"/>
          </p:nvPr>
        </p:nvSpPr>
        <p:spPr>
          <a:xfrm xmlns:a="http://schemas.openxmlformats.org/drawingml/2006/main">
            <a:off x="6800850" y="1693333"/>
            <a:ext cx="5280660" cy="3793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867" b="0">
                <a:solidFill>
                  <a:schemeClr val="tx1"/>
                </a:solidFill>
                <a:latin typeface="+mn-lt"/>
                <a:ea typeface="+mn-lt"/>
                <a:cs typeface="+mn-lt"/>
              </a:defRPr>
            </a:defPPr>
            <a:lvl1pPr marL="203200" indent="-203200" algn="l">
              <a:lnSpc>
                <a:spcPct val="110000"/>
              </a:lnSpc>
              <a:spcBef>
                <a:spcPts val="0"/>
              </a:spcBef>
              <a:spcAft>
                <a:spcPts val="1067"/>
              </a:spcAft>
              <a:buChar char="•"/>
              <a:defRPr sz="1867" b="0">
                <a:solidFill>
                  <a:schemeClr val="tx1"/>
                </a:solidFill>
                <a:latin typeface="+mn-lt"/>
                <a:ea typeface="+mn-lt"/>
                <a:cs typeface="+mn-lt"/>
              </a:defRPr>
            </a:lvl1pPr>
            <a:lvl2pPr marL="474133" indent="-203200" algn="l">
              <a:lnSpc>
                <a:spcPct val="110000"/>
              </a:lnSpc>
              <a:spcBef>
                <a:spcPts val="0"/>
              </a:spcBef>
              <a:spcAft>
                <a:spcPts val="1067"/>
              </a:spcAft>
              <a:buChar char="•"/>
              <a:defRPr sz="1867" b="0">
                <a:solidFill>
                  <a:schemeClr val="tx1"/>
                </a:solidFill>
                <a:latin typeface="+mn-lt"/>
                <a:ea typeface="+mn-lt"/>
                <a:cs typeface="+mn-lt"/>
              </a:defRPr>
            </a:lvl2pPr>
            <a:lvl3pPr marL="745067" indent="-203200" algn="l">
              <a:lnSpc>
                <a:spcPct val="110000"/>
              </a:lnSpc>
              <a:spcBef>
                <a:spcPts val="0"/>
              </a:spcBef>
              <a:spcAft>
                <a:spcPts val="1067"/>
              </a:spcAft>
              <a:buChar char="•"/>
              <a:defRPr sz="1867" b="0">
                <a:solidFill>
                  <a:schemeClr val="tx1"/>
                </a:solidFill>
                <a:latin typeface="+mn-lt"/>
                <a:ea typeface="+mn-lt"/>
                <a:cs typeface="+mn-lt"/>
              </a:defRPr>
            </a:lvl3pPr>
            <a:lvl4pPr marL="1016000" indent="-203200" algn="l">
              <a:lnSpc>
                <a:spcPct val="110000"/>
              </a:lnSpc>
              <a:spcBef>
                <a:spcPts val="0"/>
              </a:spcBef>
              <a:spcAft>
                <a:spcPts val="1067"/>
              </a:spcAft>
              <a:buChar char="•"/>
              <a:defRPr sz="1867" b="0">
                <a:solidFill>
                  <a:schemeClr val="tx1"/>
                </a:solidFill>
                <a:latin typeface="+mn-lt"/>
                <a:ea typeface="+mn-lt"/>
                <a:cs typeface="+mn-lt"/>
              </a:defRPr>
            </a:lvl4pPr>
            <a:lvl5pPr marL="1286933" indent="-203200" algn="l">
              <a:lnSpc>
                <a:spcPct val="110000"/>
              </a:lnSpc>
              <a:spcBef>
                <a:spcPts val="0"/>
              </a:spcBef>
              <a:spcAft>
                <a:spcPts val="1067"/>
              </a:spcAft>
              <a:buChar char="•"/>
              <a:defRPr sz="1867" b="0">
                <a:solidFill>
                  <a:schemeClr val="tx1"/>
                </a:solidFill>
                <a:latin typeface="+mn-lt"/>
                <a:ea typeface="+mn-lt"/>
                <a:cs typeface="+mn-lt"/>
              </a:defRPr>
            </a:lvl5pPr>
            <a:lvl6pPr marL="1557867" indent="-203200" algn="l">
              <a:lnSpc>
                <a:spcPct val="110000"/>
              </a:lnSpc>
              <a:spcBef>
                <a:spcPts val="0"/>
              </a:spcBef>
              <a:spcAft>
                <a:spcPts val="1067"/>
              </a:spcAft>
              <a:buChar char="•"/>
              <a:defRPr sz="1867" b="0">
                <a:solidFill>
                  <a:schemeClr val="tx1"/>
                </a:solidFill>
                <a:latin typeface="+mn-lt"/>
                <a:ea typeface="+mn-lt"/>
                <a:cs typeface="+mn-lt"/>
              </a:defRPr>
            </a:lvl6pPr>
            <a:lvl7pPr marL="1828800" indent="-203200" algn="l">
              <a:lnSpc>
                <a:spcPct val="110000"/>
              </a:lnSpc>
              <a:spcBef>
                <a:spcPts val="0"/>
              </a:spcBef>
              <a:spcAft>
                <a:spcPts val="1067"/>
              </a:spcAft>
              <a:buChar char="•"/>
              <a:defRPr sz="1867" b="0">
                <a:solidFill>
                  <a:schemeClr val="tx1"/>
                </a:solidFill>
                <a:latin typeface="+mn-lt"/>
                <a:ea typeface="+mn-lt"/>
                <a:cs typeface="+mn-lt"/>
              </a:defRPr>
            </a:lvl7pPr>
            <a:lvl8pPr marL="2099733" indent="-203200" algn="l">
              <a:lnSpc>
                <a:spcPct val="110000"/>
              </a:lnSpc>
              <a:spcBef>
                <a:spcPts val="0"/>
              </a:spcBef>
              <a:spcAft>
                <a:spcPts val="1067"/>
              </a:spcAft>
              <a:buChar char="•"/>
              <a:defRPr sz="1867" b="0">
                <a:solidFill>
                  <a:schemeClr val="tx1"/>
                </a:solidFill>
                <a:latin typeface="+mn-lt"/>
                <a:ea typeface="+mn-lt"/>
                <a:cs typeface="+mn-lt"/>
              </a:defRPr>
            </a:lvl8pPr>
            <a:lvl9pPr marL="2370667" indent="-203200" algn="l">
              <a:lnSpc>
                <a:spcPct val="110000"/>
              </a:lnSpc>
              <a:spcBef>
                <a:spcPts val="0"/>
              </a:spcBef>
              <a:spcAft>
                <a:spcPts val="1067"/>
              </a:spcAft>
              <a:buChar char="•"/>
              <a:defRPr sz="1867" b="0">
                <a:solidFill>
                  <a:schemeClr val="tx1"/>
                </a:solidFill>
                <a:latin typeface="+mn-lt"/>
                <a:ea typeface="+mn-lt"/>
                <a:cs typeface="+mn-lt"/>
              </a:defRPr>
            </a:lvl9pPr>
          </a:lstStyle>
          <a:p xmlns:a="http://schemas.openxmlformats.org/drawingml/2006/main"/>
        </p:txBody>
      </p:sp>
    </p:spTree>
  </p:cSld>
</p:sldLayout>
</file>

<file path=ppt/main_figures/Fig6/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EB52EE8-B8B0-4190-8275-CD1C4C1154E6}"/>
              </a:ext>
            </a:extLst>
          </p:cNvPr>
          <p:cNvSpPr>
            <a:spLocks xmlns:a="http://schemas.openxmlformats.org/drawingml/2006/main" noGrp="1"/>
          </p:cNvSpPr>
          <p:nvPr>
            <p:ph type="title" idx="0"/>
          </p:nvPr>
        </p:nvSpPr>
        <p:spPr>
          <a:xfrm xmlns:a="http://schemas.openxmlformats.org/drawingml/2006/main">
            <a:off x="720090" y="474133"/>
            <a:ext cx="11361420" cy="745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933" b="1">
                <a:solidFill>
                  <a:schemeClr val="tx1"/>
                </a:solidFill>
                <a:latin typeface="+mj-lt"/>
                <a:ea typeface="+mj-lt"/>
                <a:cs typeface="+mj-lt"/>
              </a:defRPr>
            </a:defPPr>
            <a:lvl1pPr marL="0" indent="0" algn="l">
              <a:lnSpc>
                <a:spcPct val="110000"/>
              </a:lnSpc>
              <a:spcBef>
                <a:spcPts val="0"/>
              </a:spcBef>
              <a:spcAft>
                <a:spcPts val="0"/>
              </a:spcAft>
              <a:buNone/>
              <a:defRPr sz="2933" b="1">
                <a:solidFill>
                  <a:schemeClr val="tx1"/>
                </a:solidFill>
                <a:latin typeface="+mj-lt"/>
                <a:ea typeface="+mj-lt"/>
                <a:cs typeface="+mj-lt"/>
              </a:defRPr>
            </a:lvl1pPr>
            <a:lvl2pPr marL="0" indent="0" algn="l">
              <a:lnSpc>
                <a:spcPct val="110000"/>
              </a:lnSpc>
              <a:spcBef>
                <a:spcPts val="0"/>
              </a:spcBef>
              <a:spcAft>
                <a:spcPts val="0"/>
              </a:spcAft>
              <a:buNone/>
              <a:defRPr sz="2933" b="1">
                <a:solidFill>
                  <a:schemeClr val="tx1"/>
                </a:solidFill>
                <a:latin typeface="+mj-lt"/>
                <a:ea typeface="+mj-lt"/>
                <a:cs typeface="+mj-lt"/>
              </a:defRPr>
            </a:lvl2pPr>
            <a:lvl3pPr marL="0" indent="0" algn="l">
              <a:lnSpc>
                <a:spcPct val="110000"/>
              </a:lnSpc>
              <a:spcBef>
                <a:spcPts val="0"/>
              </a:spcBef>
              <a:spcAft>
                <a:spcPts val="0"/>
              </a:spcAft>
              <a:buNone/>
              <a:defRPr sz="2933" b="1">
                <a:solidFill>
                  <a:schemeClr val="tx1"/>
                </a:solidFill>
                <a:latin typeface="+mj-lt"/>
                <a:ea typeface="+mj-lt"/>
                <a:cs typeface="+mj-lt"/>
              </a:defRPr>
            </a:lvl3pPr>
            <a:lvl4pPr marL="0" indent="0" algn="l">
              <a:lnSpc>
                <a:spcPct val="110000"/>
              </a:lnSpc>
              <a:spcBef>
                <a:spcPts val="0"/>
              </a:spcBef>
              <a:spcAft>
                <a:spcPts val="0"/>
              </a:spcAft>
              <a:buNone/>
              <a:defRPr sz="2933" b="1">
                <a:solidFill>
                  <a:schemeClr val="tx1"/>
                </a:solidFill>
                <a:latin typeface="+mj-lt"/>
                <a:ea typeface="+mj-lt"/>
                <a:cs typeface="+mj-lt"/>
              </a:defRPr>
            </a:lvl4pPr>
            <a:lvl5pPr marL="0" indent="0" algn="l">
              <a:lnSpc>
                <a:spcPct val="110000"/>
              </a:lnSpc>
              <a:spcBef>
                <a:spcPts val="0"/>
              </a:spcBef>
              <a:spcAft>
                <a:spcPts val="0"/>
              </a:spcAft>
              <a:buNone/>
              <a:defRPr sz="2933" b="1">
                <a:solidFill>
                  <a:schemeClr val="tx1"/>
                </a:solidFill>
                <a:latin typeface="+mj-lt"/>
                <a:ea typeface="+mj-lt"/>
                <a:cs typeface="+mj-lt"/>
              </a:defRPr>
            </a:lvl5pPr>
            <a:lvl6pPr marL="0" indent="0" algn="l">
              <a:lnSpc>
                <a:spcPct val="110000"/>
              </a:lnSpc>
              <a:spcBef>
                <a:spcPts val="0"/>
              </a:spcBef>
              <a:spcAft>
                <a:spcPts val="0"/>
              </a:spcAft>
              <a:buNone/>
              <a:defRPr sz="2933" b="1">
                <a:solidFill>
                  <a:schemeClr val="tx1"/>
                </a:solidFill>
                <a:latin typeface="+mj-lt"/>
                <a:ea typeface="+mj-lt"/>
                <a:cs typeface="+mj-lt"/>
              </a:defRPr>
            </a:lvl6pPr>
            <a:lvl7pPr marL="0" indent="0" algn="l">
              <a:lnSpc>
                <a:spcPct val="110000"/>
              </a:lnSpc>
              <a:spcBef>
                <a:spcPts val="0"/>
              </a:spcBef>
              <a:spcAft>
                <a:spcPts val="0"/>
              </a:spcAft>
              <a:buNone/>
              <a:defRPr sz="2933" b="1">
                <a:solidFill>
                  <a:schemeClr val="tx1"/>
                </a:solidFill>
                <a:latin typeface="+mj-lt"/>
                <a:ea typeface="+mj-lt"/>
                <a:cs typeface="+mj-lt"/>
              </a:defRPr>
            </a:lvl7pPr>
            <a:lvl8pPr marL="0" indent="0" algn="l">
              <a:lnSpc>
                <a:spcPct val="110000"/>
              </a:lnSpc>
              <a:spcBef>
                <a:spcPts val="0"/>
              </a:spcBef>
              <a:spcAft>
                <a:spcPts val="0"/>
              </a:spcAft>
              <a:buNone/>
              <a:defRPr sz="2933" b="1">
                <a:solidFill>
                  <a:schemeClr val="tx1"/>
                </a:solidFill>
                <a:latin typeface="+mj-lt"/>
                <a:ea typeface="+mj-lt"/>
                <a:cs typeface="+mj-lt"/>
              </a:defRPr>
            </a:lvl8pPr>
            <a:lvl9pPr marL="0" indent="0" algn="l">
              <a:lnSpc>
                <a:spcPct val="110000"/>
              </a:lnSpc>
              <a:spcBef>
                <a:spcPts val="0"/>
              </a:spcBef>
              <a:spcAft>
                <a:spcPts val="0"/>
              </a:spcAft>
              <a:buNone/>
              <a:defRPr sz="2933"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C4CB35E-4512-4DED-A961-D3A7AEA1FA47}"/>
              </a:ext>
            </a:extLst>
          </p:cNvPr>
          <p:cNvSpPr>
            <a:spLocks xmlns:a="http://schemas.openxmlformats.org/drawingml/2006/main" noGrp="1"/>
          </p:cNvSpPr>
          <p:nvPr>
            <p:ph type="body" idx="1"/>
          </p:nvPr>
        </p:nvSpPr>
        <p:spPr>
          <a:xfrm xmlns:a="http://schemas.openxmlformats.org/drawingml/2006/main">
            <a:off x="720090" y="1693333"/>
            <a:ext cx="5280660" cy="3793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000" b="0">
                <a:solidFill>
                  <a:schemeClr val="tx1"/>
                </a:solidFill>
                <a:latin typeface="+mn-lt"/>
                <a:ea typeface="+mn-lt"/>
                <a:cs typeface="+mn-lt"/>
              </a:defRPr>
            </a:defPPr>
            <a:lvl1pPr marL="203200" indent="-203200" algn="l">
              <a:lnSpc>
                <a:spcPct val="110000"/>
              </a:lnSpc>
              <a:spcBef>
                <a:spcPts val="0"/>
              </a:spcBef>
              <a:spcAft>
                <a:spcPts val="1067"/>
              </a:spcAft>
              <a:buChar char="•"/>
              <a:defRPr sz="2000" b="0">
                <a:solidFill>
                  <a:schemeClr val="tx1"/>
                </a:solidFill>
                <a:latin typeface="+mn-lt"/>
                <a:ea typeface="+mn-lt"/>
                <a:cs typeface="+mn-lt"/>
              </a:defRPr>
            </a:lvl1pPr>
            <a:lvl2pPr marL="474133" indent="-203200" algn="l">
              <a:lnSpc>
                <a:spcPct val="110000"/>
              </a:lnSpc>
              <a:spcBef>
                <a:spcPts val="0"/>
              </a:spcBef>
              <a:spcAft>
                <a:spcPts val="1067"/>
              </a:spcAft>
              <a:buChar char="•"/>
              <a:defRPr sz="2000" b="0">
                <a:solidFill>
                  <a:schemeClr val="tx1"/>
                </a:solidFill>
                <a:latin typeface="+mn-lt"/>
                <a:ea typeface="+mn-lt"/>
                <a:cs typeface="+mn-lt"/>
              </a:defRPr>
            </a:lvl2pPr>
            <a:lvl3pPr marL="745067" indent="-203200" algn="l">
              <a:lnSpc>
                <a:spcPct val="110000"/>
              </a:lnSpc>
              <a:spcBef>
                <a:spcPts val="0"/>
              </a:spcBef>
              <a:spcAft>
                <a:spcPts val="1067"/>
              </a:spcAft>
              <a:buChar char="•"/>
              <a:defRPr sz="2000" b="0">
                <a:solidFill>
                  <a:schemeClr val="tx1"/>
                </a:solidFill>
                <a:latin typeface="+mn-lt"/>
                <a:ea typeface="+mn-lt"/>
                <a:cs typeface="+mn-lt"/>
              </a:defRPr>
            </a:lvl3pPr>
            <a:lvl4pPr marL="1016000" indent="-203200" algn="l">
              <a:lnSpc>
                <a:spcPct val="110000"/>
              </a:lnSpc>
              <a:spcBef>
                <a:spcPts val="0"/>
              </a:spcBef>
              <a:spcAft>
                <a:spcPts val="1067"/>
              </a:spcAft>
              <a:buChar char="•"/>
              <a:defRPr sz="2000" b="0">
                <a:solidFill>
                  <a:schemeClr val="tx1"/>
                </a:solidFill>
                <a:latin typeface="+mn-lt"/>
                <a:ea typeface="+mn-lt"/>
                <a:cs typeface="+mn-lt"/>
              </a:defRPr>
            </a:lvl4pPr>
            <a:lvl5pPr marL="1286933" indent="-203200" algn="l">
              <a:lnSpc>
                <a:spcPct val="110000"/>
              </a:lnSpc>
              <a:spcBef>
                <a:spcPts val="0"/>
              </a:spcBef>
              <a:spcAft>
                <a:spcPts val="1067"/>
              </a:spcAft>
              <a:buChar char="•"/>
              <a:defRPr sz="2000" b="0">
                <a:solidFill>
                  <a:schemeClr val="tx1"/>
                </a:solidFill>
                <a:latin typeface="+mn-lt"/>
                <a:ea typeface="+mn-lt"/>
                <a:cs typeface="+mn-lt"/>
              </a:defRPr>
            </a:lvl5pPr>
            <a:lvl6pPr marL="1557867" indent="-203200" algn="l">
              <a:lnSpc>
                <a:spcPct val="110000"/>
              </a:lnSpc>
              <a:spcBef>
                <a:spcPts val="0"/>
              </a:spcBef>
              <a:spcAft>
                <a:spcPts val="1067"/>
              </a:spcAft>
              <a:buChar char="•"/>
              <a:defRPr sz="2000" b="0">
                <a:solidFill>
                  <a:schemeClr val="tx1"/>
                </a:solidFill>
                <a:latin typeface="+mn-lt"/>
                <a:ea typeface="+mn-lt"/>
                <a:cs typeface="+mn-lt"/>
              </a:defRPr>
            </a:lvl6pPr>
            <a:lvl7pPr marL="1828800" indent="-203200" algn="l">
              <a:lnSpc>
                <a:spcPct val="110000"/>
              </a:lnSpc>
              <a:spcBef>
                <a:spcPts val="0"/>
              </a:spcBef>
              <a:spcAft>
                <a:spcPts val="1067"/>
              </a:spcAft>
              <a:buChar char="•"/>
              <a:defRPr sz="2000" b="0">
                <a:solidFill>
                  <a:schemeClr val="tx1"/>
                </a:solidFill>
                <a:latin typeface="+mn-lt"/>
                <a:ea typeface="+mn-lt"/>
                <a:cs typeface="+mn-lt"/>
              </a:defRPr>
            </a:lvl7pPr>
            <a:lvl8pPr marL="2099733" indent="-203200" algn="l">
              <a:lnSpc>
                <a:spcPct val="110000"/>
              </a:lnSpc>
              <a:spcBef>
                <a:spcPts val="0"/>
              </a:spcBef>
              <a:spcAft>
                <a:spcPts val="1067"/>
              </a:spcAft>
              <a:buChar char="•"/>
              <a:defRPr sz="2000" b="0">
                <a:solidFill>
                  <a:schemeClr val="tx1"/>
                </a:solidFill>
                <a:latin typeface="+mn-lt"/>
                <a:ea typeface="+mn-lt"/>
                <a:cs typeface="+mn-lt"/>
              </a:defRPr>
            </a:lvl8pPr>
            <a:lvl9pPr marL="2370667" indent="-203200" algn="l">
              <a:lnSpc>
                <a:spcPct val="110000"/>
              </a:lnSpc>
              <a:spcBef>
                <a:spcPts val="0"/>
              </a:spcBef>
              <a:spcAft>
                <a:spcPts val="1067"/>
              </a:spcAft>
              <a:buChar char="•"/>
              <a:defRPr sz="2000" b="0">
                <a:solidFill>
                  <a:schemeClr val="tx1"/>
                </a:solidFill>
                <a:latin typeface="+mn-lt"/>
                <a:ea typeface="+mn-lt"/>
                <a:cs typeface="+mn-lt"/>
              </a:defRPr>
            </a:lvl9pPr>
          </a:lstStyle>
          <a:p xmlns:a="http://schemas.openxmlformats.org/drawingml/2006/main"/>
        </p:txBody>
      </p:sp>
    </p:spTree>
  </p:cSld>
</p:sldLayout>
</file>

<file path=ppt/main_figures/Fig6/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main_figures/Fig6/ppt/slideMasters/_rels/slideMaster1.xml.rels><?xml version='1.0' encoding='utf-8'?>
<Relationships xmlns="http://schemas.openxmlformats.org/package/2006/relationships"><Relationship Type="http://schemas.openxmlformats.org/officeDocument/2006/relationships/theme" Target="/ppt/main_figures/Fig6/ppt/slideMasters/theme/theme2.xml" Id="R318080f32aa24a88" /><Relationship Type="http://schemas.openxmlformats.org/officeDocument/2006/relationships/slideLayout" Target="/ppt/main_figures/Fig6/ppt/slideLayouts/slideLayout1.xml" Id="R3be625cce20d40bb" /><Relationship Type="http://schemas.openxmlformats.org/officeDocument/2006/relationships/slideLayout" Target="/ppt/main_figures/Fig6/ppt/slideLayouts/slideLayout2.xml" Id="Rc05517df14044ba3" /><Relationship Type="http://schemas.openxmlformats.org/officeDocument/2006/relationships/slideLayout" Target="/ppt/main_figures/Fig6/ppt/slideLayouts/slideLayout3.xml" Id="Ra7d6c40741014448" /><Relationship Type="http://schemas.openxmlformats.org/officeDocument/2006/relationships/slideLayout" Target="/ppt/main_figures/Fig6/ppt/slideLayouts/slideLayout4.xml" Id="R7098086a90144561" /><Relationship Type="http://schemas.openxmlformats.org/officeDocument/2006/relationships/slideLayout" Target="/ppt/main_figures/Fig6/ppt/slideLayouts/slideLayout5.xml" Id="Rea4d5031959e483e" /><Relationship Type="http://schemas.openxmlformats.org/officeDocument/2006/relationships/slideLayout" Target="/ppt/main_figures/Fig6/ppt/slideLayouts/slideLayout6.xml" Id="Rca0b665810dc4db7" /></Relationships>
</file>

<file path=ppt/main_figures/Fig6/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be625cce20d40bb"/>
    <p:sldLayoutId xmlns:r="http://schemas.openxmlformats.org/officeDocument/2006/relationships" id="2147483650" r:id="Rc05517df14044ba3"/>
    <p:sldLayoutId xmlns:r="http://schemas.openxmlformats.org/officeDocument/2006/relationships" id="2147483651" r:id="Ra7d6c40741014448"/>
    <p:sldLayoutId xmlns:r="http://schemas.openxmlformats.org/officeDocument/2006/relationships" id="2147483652" r:id="R7098086a90144561"/>
    <p:sldLayoutId xmlns:r="http://schemas.openxmlformats.org/officeDocument/2006/relationships" id="2147483653" r:id="Rea4d5031959e483e"/>
    <p:sldLayoutId xmlns:r="http://schemas.openxmlformats.org/officeDocument/2006/relationships" id="2147483654" r:id="Rca0b665810dc4db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main_figures/Fig6/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6/ppt/slides/_rels/slide1.xml.rels><?xml version='1.0' encoding='utf-8'?>
<Relationships xmlns="http://schemas.openxmlformats.org/package/2006/relationships"><Relationship Type="http://schemas.openxmlformats.org/officeDocument/2006/relationships/slideLayout" Target="/ppt/main_figures/Fig6/ppt/slideLayouts/slideLayout6.xml" Id="R840ff16dd25947e8" /><Relationship Type="http://schemas.openxmlformats.org/officeDocument/2006/relationships/image" Target="/ppt/main_figures/Fig6/ppt/media/image.png" Id="Rfa6da8679f214c30" /><Relationship Type="http://schemas.openxmlformats.org/officeDocument/2006/relationships/image" Target="/ppt/main_figures/Fig6/ppt/media/image2.png" Id="Rc911155fc5004465" /><Relationship Type="http://schemas.openxmlformats.org/officeDocument/2006/relationships/image" Target="/ppt/main_figures/Fig6/ppt/media/image3.png" Id="R116cebab8c0b4f41" /><Relationship Type="http://schemas.openxmlformats.org/officeDocument/2006/relationships/image" Target="/ppt/main_figures/Fig6/ppt/media/image4.png" Id="R0a2037ce2a8e4216" /><Relationship Type="http://schemas.openxmlformats.org/officeDocument/2006/relationships/image" Target="/ppt/main_figures/Fig6/ppt/media/image5.png" Id="R4294b00990454514" /><Relationship Type="http://schemas.openxmlformats.org/officeDocument/2006/relationships/image" Target="/ppt/main_figures/Fig6/ppt/media/image6.png" Id="R88659059dc254568" /><Relationship Type="http://schemas.openxmlformats.org/officeDocument/2006/relationships/image" Target="/ppt/main_figures/Fig6/ppt/media/image7.png" Id="R6524a439eacf43db" /><Relationship Type="http://schemas.openxmlformats.org/officeDocument/2006/relationships/image" Target="/ppt/main_figures/Fig6/ppt/media/image8.png" Id="Rb011c2de608f4d09" /><Relationship Type="http://schemas.openxmlformats.org/officeDocument/2006/relationships/image" Target="/ppt/main_figures/Fig6/ppt/media/image9.png" Id="R4eaf2762797f40fe" /><Relationship Type="http://schemas.openxmlformats.org/officeDocument/2006/relationships/image" Target="/ppt/main_figures/Fig6/ppt/media/image10.png" Id="Rb3fbfaa126e04a30" /><Relationship Type="http://schemas.openxmlformats.org/officeDocument/2006/relationships/notesSlide" Target="/ppt/main_figures/Fig6/ppt/notesSlides/notesSlide1.xml" Id="R19fccc24474b40bf" /></Relationships>
</file>

<file path=ppt/main_figures/Fig6/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8" name="(a) Source fields and d-axis projections">
            <a:extLst xmlns:a="http://schemas.openxmlformats.org/drawingml/2006/main">
              <a:ext uri="{FF2B5EF4-FFF2-40B4-BE49-F238E27FC236}">
                <a16:creationId xmlns:a16="http://schemas.microsoft.com/office/drawing/2014/main" id="{07ECA195-5FDB-4406-A158-97E33BE3D64D}"/>
              </a:ext>
            </a:extLst>
          </p:cNvPr>
          <p:cNvSpPr>
            <a:spLocks xmlns:a="http://schemas.openxmlformats.org/drawingml/2006/main" noGrp="1"/>
          </p:cNvSpPr>
          <p:nvPr/>
        </p:nvSpPr>
        <p:spPr>
          <a:xfrm xmlns:a="http://schemas.openxmlformats.org/drawingml/2006/main">
            <a:off x="171450" y="0"/>
            <a:ext cx="704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00000"/>
                </a:solidFill>
                <a:latin typeface="Arial"/>
                <a:ea typeface="Arial"/>
                <a:cs typeface="Arial"/>
              </a:defRPr>
            </a:defPPr>
            <a:lvl1pPr algn="l">
              <a:defRPr sz="1725" b="1">
                <a:solidFill>
                  <a:srgbClr val="000000"/>
                </a:solidFill>
                <a:latin typeface="Arial"/>
                <a:ea typeface="Arial"/>
                <a:cs typeface="Arial"/>
              </a:defRPr>
            </a:lvl1pPr>
            <a:lvl2pPr algn="l">
              <a:defRPr sz="1725" b="1">
                <a:solidFill>
                  <a:srgbClr val="000000"/>
                </a:solidFill>
                <a:latin typeface="Arial"/>
                <a:ea typeface="Arial"/>
                <a:cs typeface="Arial"/>
              </a:defRPr>
            </a:lvl2pPr>
            <a:lvl3pPr algn="l">
              <a:defRPr sz="1725" b="1">
                <a:solidFill>
                  <a:srgbClr val="000000"/>
                </a:solidFill>
                <a:latin typeface="Arial"/>
                <a:ea typeface="Arial"/>
                <a:cs typeface="Arial"/>
              </a:defRPr>
            </a:lvl3pPr>
            <a:lvl4pPr algn="l">
              <a:defRPr sz="1725" b="1">
                <a:solidFill>
                  <a:srgbClr val="000000"/>
                </a:solidFill>
                <a:latin typeface="Arial"/>
                <a:ea typeface="Arial"/>
                <a:cs typeface="Arial"/>
              </a:defRPr>
            </a:lvl4pPr>
            <a:lvl5pPr algn="l">
              <a:defRPr sz="1725" b="1">
                <a:solidFill>
                  <a:srgbClr val="000000"/>
                </a:solidFill>
                <a:latin typeface="Arial"/>
                <a:ea typeface="Arial"/>
                <a:cs typeface="Arial"/>
              </a:defRPr>
            </a:lvl5pPr>
            <a:lvl6pPr algn="l">
              <a:defRPr sz="1725" b="1">
                <a:solidFill>
                  <a:srgbClr val="000000"/>
                </a:solidFill>
                <a:latin typeface="Arial"/>
                <a:ea typeface="Arial"/>
                <a:cs typeface="Arial"/>
              </a:defRPr>
            </a:lvl6pPr>
            <a:lvl7pPr algn="l">
              <a:defRPr sz="1725" b="1">
                <a:solidFill>
                  <a:srgbClr val="000000"/>
                </a:solidFill>
                <a:latin typeface="Arial"/>
                <a:ea typeface="Arial"/>
                <a:cs typeface="Arial"/>
              </a:defRPr>
            </a:lvl7pPr>
            <a:lvl8pPr algn="l">
              <a:defRPr sz="1725" b="1">
                <a:solidFill>
                  <a:srgbClr val="000000"/>
                </a:solidFill>
                <a:latin typeface="Arial"/>
                <a:ea typeface="Arial"/>
                <a:cs typeface="Arial"/>
              </a:defRPr>
            </a:lvl8pPr>
            <a:lvl9pPr algn="l">
              <a:defRPr sz="1725" b="1">
                <a:solidFill>
                  <a:srgbClr val="000000"/>
                </a:solidFill>
                <a:latin typeface="Arial"/>
                <a:ea typeface="Arial"/>
                <a:cs typeface="Arial"/>
              </a:defRPr>
            </a:lvl9pPr>
          </a:lstStyle>
          <a:p xmlns:a="http://schemas.openxmlformats.org/drawingml/2006/main">
            <a:pPr algn="l">
              <a:defRPr sz="1725" b="1">
                <a:solidFill>
                  <a:srgbClr val="000000"/>
                </a:solidFill>
                <a:latin typeface="Arial"/>
                <a:ea typeface="Arial"/>
                <a:cs typeface="Arial"/>
              </a:defRPr>
            </a:pPr>
            <a:r>
              <a:rPr sz="1725" b="1">
                <a:solidFill>
                  <a:srgbClr val="000000"/>
                </a:solidFill>
                <a:latin typeface="Arial"/>
                <a:ea typeface="Arial"/>
                <a:cs typeface="Arial"/>
              </a:rPr>
              <a:t>(a) Source fields and d-axis projections</a:t>
            </a:r>
          </a:p>
        </p:txBody>
      </p:sp>
      <p:sp>
        <p:nvSpPr>
          <p:cNvPr id="2" name="Scalar value">
            <a:extLst xmlns:a="http://schemas.openxmlformats.org/drawingml/2006/main">
              <a:ext uri="{FF2B5EF4-FFF2-40B4-BE49-F238E27FC236}">
                <a16:creationId xmlns:a16="http://schemas.microsoft.com/office/drawing/2014/main" id="{EE34BA1F-42B5-4FDC-9178-B050E48C9483}"/>
              </a:ext>
            </a:extLst>
          </p:cNvPr>
          <p:cNvSpPr>
            <a:spLocks xmlns:a="http://schemas.openxmlformats.org/drawingml/2006/main" noGrp="1"/>
          </p:cNvSpPr>
          <p:nvPr/>
        </p:nvSpPr>
        <p:spPr>
          <a:xfrm xmlns:a="http://schemas.openxmlformats.org/drawingml/2006/main">
            <a:off x="8439150" y="0"/>
            <a:ext cx="1257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Scalar value</a:t>
            </a:r>
          </a:p>
        </p:txBody>
      </p:sp>
      <p:pic>
        <p:nvPicPr>
          <p:cNvPr id="3" name="">
            <a:extLst xmlns:a="http://schemas.openxmlformats.org/drawingml/2006/main">
              <a:ext uri="{FF2B5EF4-FFF2-40B4-BE49-F238E27FC236}">
                <a16:creationId xmlns:a16="http://schemas.microsoft.com/office/drawing/2014/main" id="{C6DCB019-46FB-4F97-9A94-4114142930A7}"/>
              </a:ext>
            </a:extLst>
          </p:cNvPr>
          <p:cNvPicPr>
            <a:picLocks xmlns:a="http://schemas.openxmlformats.org/drawingml/2006/main" noChangeAspect="1"/>
          </p:cNvPicPr>
          <p:nvPr/>
        </p:nvPicPr>
        <p:blipFill>
          <a:blip xmlns:r="http://schemas.openxmlformats.org/officeDocument/2006/relationships" xmlns:a="http://schemas.openxmlformats.org/drawingml/2006/main" r:embed="Rfa6da8679f214c30"/>
          <a:stretch xmlns:a="http://schemas.openxmlformats.org/drawingml/2006/main"/>
        </p:blipFill>
        <p:spPr>
          <a:xfrm xmlns:a="http://schemas.openxmlformats.org/drawingml/2006/main">
            <a:off x="9963150" y="76200"/>
            <a:ext cx="1676400" cy="104775"/>
          </a:xfrm>
          <a:prstGeom xmlns:a="http://schemas.openxmlformats.org/drawingml/2006/main" prst="rect">
            <a:avLst/>
          </a:prstGeom>
        </p:spPr>
      </p:pic>
      <p:sp>
        <p:nvSpPr>
          <p:cNvPr id="4" name="0">
            <a:extLst xmlns:a="http://schemas.openxmlformats.org/drawingml/2006/main">
              <a:ext uri="{FF2B5EF4-FFF2-40B4-BE49-F238E27FC236}">
                <a16:creationId xmlns:a16="http://schemas.microsoft.com/office/drawing/2014/main" id="{491F65B1-5FCD-4FF4-ABC1-4FA0DFC81133}"/>
              </a:ext>
            </a:extLst>
          </p:cNvPr>
          <p:cNvSpPr>
            <a:spLocks xmlns:a="http://schemas.openxmlformats.org/drawingml/2006/main" noGrp="1"/>
          </p:cNvSpPr>
          <p:nvPr/>
        </p:nvSpPr>
        <p:spPr>
          <a:xfrm xmlns:a="http://schemas.openxmlformats.org/drawingml/2006/main">
            <a:off x="9667875" y="0"/>
            <a:ext cx="266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0</a:t>
            </a:r>
          </a:p>
        </p:txBody>
      </p:sp>
      <p:sp>
        <p:nvSpPr>
          <p:cNvPr id="5" name="1.05">
            <a:extLst xmlns:a="http://schemas.openxmlformats.org/drawingml/2006/main">
              <a:ext uri="{FF2B5EF4-FFF2-40B4-BE49-F238E27FC236}">
                <a16:creationId xmlns:a16="http://schemas.microsoft.com/office/drawing/2014/main" id="{4D7F6C91-9854-4049-A9B1-14C2F6E2DDD6}"/>
              </a:ext>
            </a:extLst>
          </p:cNvPr>
          <p:cNvSpPr>
            <a:spLocks xmlns:a="http://schemas.openxmlformats.org/drawingml/2006/main" noGrp="1"/>
          </p:cNvSpPr>
          <p:nvPr/>
        </p:nvSpPr>
        <p:spPr>
          <a:xfrm xmlns:a="http://schemas.openxmlformats.org/drawingml/2006/main">
            <a:off x="11696700" y="0"/>
            <a:ext cx="5524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1.05</a:t>
            </a:r>
          </a:p>
        </p:txBody>
      </p:sp>
      <p:sp>
        <p:nvSpPr>
          <p:cNvPr id="6" name="t = 0">
            <a:extLst xmlns:a="http://schemas.openxmlformats.org/drawingml/2006/main">
              <a:ext uri="{FF2B5EF4-FFF2-40B4-BE49-F238E27FC236}">
                <a16:creationId xmlns:a16="http://schemas.microsoft.com/office/drawing/2014/main" id="{C62B453F-5E36-4652-823C-5DD74FFEA7F7}"/>
              </a:ext>
            </a:extLst>
          </p:cNvPr>
          <p:cNvSpPr>
            <a:spLocks xmlns:a="http://schemas.openxmlformats.org/drawingml/2006/main" noGrp="1"/>
          </p:cNvSpPr>
          <p:nvPr/>
        </p:nvSpPr>
        <p:spPr>
          <a:xfrm xmlns:a="http://schemas.openxmlformats.org/drawingml/2006/main">
            <a:off x="428625" y="2857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000000"/>
                </a:solidFill>
                <a:latin typeface="Arial"/>
                <a:ea typeface="Arial"/>
                <a:cs typeface="Arial"/>
              </a:defRPr>
            </a:defPPr>
            <a:lvl1pPr algn="ctr">
              <a:defRPr sz="1500" b="1">
                <a:solidFill>
                  <a:srgbClr val="000000"/>
                </a:solidFill>
                <a:latin typeface="Arial"/>
                <a:ea typeface="Arial"/>
                <a:cs typeface="Arial"/>
              </a:defRPr>
            </a:lvl1pPr>
            <a:lvl2pPr algn="ctr">
              <a:defRPr sz="1500" b="1">
                <a:solidFill>
                  <a:srgbClr val="000000"/>
                </a:solidFill>
                <a:latin typeface="Arial"/>
                <a:ea typeface="Arial"/>
                <a:cs typeface="Arial"/>
              </a:defRPr>
            </a:lvl2pPr>
            <a:lvl3pPr algn="ctr">
              <a:defRPr sz="1500" b="1">
                <a:solidFill>
                  <a:srgbClr val="000000"/>
                </a:solidFill>
                <a:latin typeface="Arial"/>
                <a:ea typeface="Arial"/>
                <a:cs typeface="Arial"/>
              </a:defRPr>
            </a:lvl3pPr>
            <a:lvl4pPr algn="ctr">
              <a:defRPr sz="1500" b="1">
                <a:solidFill>
                  <a:srgbClr val="000000"/>
                </a:solidFill>
                <a:latin typeface="Arial"/>
                <a:ea typeface="Arial"/>
                <a:cs typeface="Arial"/>
              </a:defRPr>
            </a:lvl4pPr>
            <a:lvl5pPr algn="ctr">
              <a:defRPr sz="1500" b="1">
                <a:solidFill>
                  <a:srgbClr val="000000"/>
                </a:solidFill>
                <a:latin typeface="Arial"/>
                <a:ea typeface="Arial"/>
                <a:cs typeface="Arial"/>
              </a:defRPr>
            </a:lvl5pPr>
            <a:lvl6pPr algn="ctr">
              <a:defRPr sz="1500" b="1">
                <a:solidFill>
                  <a:srgbClr val="000000"/>
                </a:solidFill>
                <a:latin typeface="Arial"/>
                <a:ea typeface="Arial"/>
                <a:cs typeface="Arial"/>
              </a:defRPr>
            </a:lvl6pPr>
            <a:lvl7pPr algn="ctr">
              <a:defRPr sz="1500" b="1">
                <a:solidFill>
                  <a:srgbClr val="000000"/>
                </a:solidFill>
                <a:latin typeface="Arial"/>
                <a:ea typeface="Arial"/>
                <a:cs typeface="Arial"/>
              </a:defRPr>
            </a:lvl7pPr>
            <a:lvl8pPr algn="ctr">
              <a:defRPr sz="1500" b="1">
                <a:solidFill>
                  <a:srgbClr val="000000"/>
                </a:solidFill>
                <a:latin typeface="Arial"/>
                <a:ea typeface="Arial"/>
                <a:cs typeface="Arial"/>
              </a:defRPr>
            </a:lvl8pPr>
            <a:lvl9pPr algn="ctr">
              <a:defRPr sz="1500" b="1">
                <a:solidFill>
                  <a:srgbClr val="000000"/>
                </a:solidFill>
                <a:latin typeface="Arial"/>
                <a:ea typeface="Arial"/>
                <a:cs typeface="Arial"/>
              </a:defRPr>
            </a:lvl9pPr>
          </a:lstStyle>
          <a:p xmlns:a="http://schemas.openxmlformats.org/drawingml/2006/main">
            <a:pPr algn="ctr">
              <a:defRPr sz="1500" b="1">
                <a:solidFill>
                  <a:srgbClr val="000000"/>
                </a:solidFill>
                <a:latin typeface="Arial"/>
                <a:ea typeface="Arial"/>
                <a:cs typeface="Arial"/>
              </a:defRPr>
            </a:pPr>
            <a:r>
              <a:rPr sz="1500" b="1">
                <a:solidFill>
                  <a:srgbClr val="000000"/>
                </a:solidFill>
                <a:latin typeface="Arial"/>
                <a:ea typeface="Arial"/>
                <a:cs typeface="Arial"/>
              </a:rPr>
              <a:t>t = 0</a:t>
            </a:r>
          </a:p>
        </p:txBody>
      </p:sp>
      <p:pic>
        <p:nvPicPr>
          <p:cNvPr id="7" name="">
            <a:extLst xmlns:a="http://schemas.openxmlformats.org/drawingml/2006/main">
              <a:ext uri="{FF2B5EF4-FFF2-40B4-BE49-F238E27FC236}">
                <a16:creationId xmlns:a16="http://schemas.microsoft.com/office/drawing/2014/main" id="{EACDD382-FF7A-420D-B89E-5DD2982B33F5}"/>
              </a:ext>
            </a:extLst>
          </p:cNvPr>
          <p:cNvPicPr>
            <a:picLocks xmlns:a="http://schemas.openxmlformats.org/drawingml/2006/main" noChangeAspect="1"/>
          </p:cNvPicPr>
          <p:nvPr/>
        </p:nvPicPr>
        <p:blipFill>
          <a:blip xmlns:r="http://schemas.openxmlformats.org/officeDocument/2006/relationships" xmlns:a="http://schemas.openxmlformats.org/drawingml/2006/main" r:embed="Rc911155fc5004465"/>
          <a:stretch xmlns:a="http://schemas.openxmlformats.org/drawingml/2006/main"/>
        </p:blipFill>
        <p:spPr>
          <a:xfrm xmlns:a="http://schemas.openxmlformats.org/drawingml/2006/main">
            <a:off x="428625" y="552450"/>
            <a:ext cx="1733550" cy="1733550"/>
          </a:xfrm>
          <a:prstGeom xmlns:a="http://schemas.openxmlformats.org/drawingml/2006/main" prst="rect">
            <a:avLst/>
          </a:prstGeom>
        </p:spPr>
      </p:pic>
      <p:sp>
        <p:nvSpPr>
          <p:cNvPr id="8" name="Scientific domain frame">
            <a:extLst xmlns:a="http://schemas.openxmlformats.org/drawingml/2006/main">
              <a:ext uri="{FF2B5EF4-FFF2-40B4-BE49-F238E27FC236}">
                <a16:creationId xmlns:a16="http://schemas.microsoft.com/office/drawing/2014/main" id="{54988182-827D-4FC1-9E4E-DC430E32360D}"/>
              </a:ext>
            </a:extLst>
          </p:cNvPr>
          <p:cNvSpPr>
            <a:spLocks xmlns:a="http://schemas.openxmlformats.org/drawingml/2006/main" noGrp="1"/>
          </p:cNvSpPr>
          <p:nvPr/>
        </p:nvSpPr>
        <p:spPr>
          <a:xfrm xmlns:a="http://schemas.openxmlformats.org/drawingml/2006/main">
            <a:off x="428625" y="552450"/>
            <a:ext cx="1733550" cy="1733550"/>
          </a:xfrm>
          <a:prstGeom xmlns:a="http://schemas.openxmlformats.org/drawingml/2006/main" prst="rect">
            <a:avLst/>
          </a:prstGeom>
          <a:noFill xmlns:a="http://schemas.openxmlformats.org/drawingml/2006/main"/>
          <a:ln xmlns:a="http://schemas.openxmlformats.org/drawingml/2006/main" w="7620">
            <a:solidFill>
              <a:srgbClr val="000000"/>
            </a:solidFill>
          </a:ln>
        </p:spPr>
      </p:sp>
      <p:sp>
        <p:nvSpPr>
          <p:cNvPr id="9" name="A source-to-d projection t0">
            <a:extLst xmlns:a="http://schemas.openxmlformats.org/drawingml/2006/main">
              <a:ext uri="{FF2B5EF4-FFF2-40B4-BE49-F238E27FC236}">
                <a16:creationId xmlns:a16="http://schemas.microsoft.com/office/drawing/2014/main" id="{AB0D3B83-D6B4-4911-8071-08DDC8EEF01A}"/>
              </a:ext>
            </a:extLst>
          </p:cNvPr>
          <p:cNvSpPr>
            <a:spLocks xmlns:a="http://schemas.openxmlformats.org/drawingml/2006/main" noGrp="1"/>
          </p:cNvSpPr>
          <p:nvPr/>
        </p:nvSpPr>
        <p:spPr>
          <a:xfrm xmlns:a="http://schemas.openxmlformats.org/drawingml/2006/main">
            <a:off x="717550" y="2038985"/>
            <a:ext cx="95" cy="376555"/>
          </a:xfrm>
          <a:custGeom xmlns:a="http://schemas.openxmlformats.org/drawingml/2006/main">
            <a:pathLst>
              <a:path w="95" h="490855">
                <a:moveTo>
                  <a:pt x="0" y="0"/>
                </a:moveTo>
                <a:lnTo>
                  <a:pt x="0" y="490855"/>
                </a:lnTo>
              </a:path>
            </a:pathLst>
          </a:custGeom>
          <a:noFill xmlns:a="http://schemas.openxmlformats.org/drawingml/2006/main"/>
          <a:ln xmlns:a="http://schemas.openxmlformats.org/drawingml/2006/main" w="11906">
            <a:solidFill>
              <a:srgbClr val="000000"/>
            </a:solidFill>
            <a:prstDash val="dash"/>
          </a:ln>
        </p:spPr>
      </p:sp>
      <p:sp>
        <p:nvSpPr>
          <p:cNvPr id="10" name="B source-to-d projection t0">
            <a:extLst xmlns:a="http://schemas.openxmlformats.org/drawingml/2006/main">
              <a:ext uri="{FF2B5EF4-FFF2-40B4-BE49-F238E27FC236}">
                <a16:creationId xmlns:a16="http://schemas.microsoft.com/office/drawing/2014/main" id="{01EE6132-7CE4-4494-87BC-FEEAAE392E92}"/>
              </a:ext>
            </a:extLst>
          </p:cNvPr>
          <p:cNvSpPr>
            <a:spLocks xmlns:a="http://schemas.openxmlformats.org/drawingml/2006/main" noGrp="1"/>
          </p:cNvSpPr>
          <p:nvPr/>
        </p:nvSpPr>
        <p:spPr>
          <a:xfrm xmlns:a="http://schemas.openxmlformats.org/drawingml/2006/main">
            <a:off x="1006475" y="1188402"/>
            <a:ext cx="95" cy="1210945"/>
          </a:xfrm>
          <a:custGeom xmlns:a="http://schemas.openxmlformats.org/drawingml/2006/main">
            <a:pathLst>
              <a:path w="95" h="1325245">
                <a:moveTo>
                  <a:pt x="0" y="0"/>
                </a:moveTo>
                <a:lnTo>
                  <a:pt x="0" y="1325245"/>
                </a:lnTo>
              </a:path>
            </a:pathLst>
          </a:custGeom>
          <a:noFill xmlns:a="http://schemas.openxmlformats.org/drawingml/2006/main"/>
          <a:ln xmlns:a="http://schemas.openxmlformats.org/drawingml/2006/main" w="11906">
            <a:solidFill>
              <a:srgbClr val="000000"/>
            </a:solidFill>
            <a:prstDash val="dash"/>
          </a:ln>
        </p:spPr>
      </p:sp>
      <p:sp>
        <p:nvSpPr>
          <p:cNvPr id="11" name="C source-to-d projection t0">
            <a:extLst xmlns:a="http://schemas.openxmlformats.org/drawingml/2006/main">
              <a:ext uri="{FF2B5EF4-FFF2-40B4-BE49-F238E27FC236}">
                <a16:creationId xmlns:a16="http://schemas.microsoft.com/office/drawing/2014/main" id="{F61C23A4-F93A-45B6-B7B9-CD7E6CE0DACC}"/>
              </a:ext>
            </a:extLst>
          </p:cNvPr>
          <p:cNvSpPr>
            <a:spLocks xmlns:a="http://schemas.openxmlformats.org/drawingml/2006/main" noGrp="1"/>
          </p:cNvSpPr>
          <p:nvPr/>
        </p:nvSpPr>
        <p:spPr>
          <a:xfrm xmlns:a="http://schemas.openxmlformats.org/drawingml/2006/main">
            <a:off x="1873250" y="915670"/>
            <a:ext cx="95" cy="1467485"/>
          </a:xfrm>
          <a:custGeom xmlns:a="http://schemas.openxmlformats.org/drawingml/2006/main">
            <a:pathLst>
              <a:path w="95" h="1581785">
                <a:moveTo>
                  <a:pt x="0" y="0"/>
                </a:moveTo>
                <a:lnTo>
                  <a:pt x="0" y="1581785"/>
                </a:lnTo>
              </a:path>
            </a:pathLst>
          </a:custGeom>
          <a:noFill xmlns:a="http://schemas.openxmlformats.org/drawingml/2006/main"/>
          <a:ln xmlns:a="http://schemas.openxmlformats.org/drawingml/2006/main" w="11906">
            <a:solidFill>
              <a:srgbClr val="000000"/>
            </a:solidFill>
            <a:prstDash val="dash"/>
          </a:ln>
        </p:spPr>
      </p:sp>
      <p:sp>
        <p:nvSpPr>
          <p:cNvPr id="12" name="A source identity marker t0">
            <a:extLst xmlns:a="http://schemas.openxmlformats.org/drawingml/2006/main">
              <a:ext uri="{FF2B5EF4-FFF2-40B4-BE49-F238E27FC236}">
                <a16:creationId xmlns:a16="http://schemas.microsoft.com/office/drawing/2014/main" id="{8A636585-9214-4405-AC09-DDC1C297DC42}"/>
              </a:ext>
            </a:extLst>
          </p:cNvPr>
          <p:cNvSpPr>
            <a:spLocks xmlns:a="http://schemas.openxmlformats.org/drawingml/2006/main" noGrp="1"/>
          </p:cNvSpPr>
          <p:nvPr/>
        </p:nvSpPr>
        <p:spPr>
          <a:xfrm xmlns:a="http://schemas.openxmlformats.org/drawingml/2006/main">
            <a:off x="675640" y="1955165"/>
            <a:ext cx="83820" cy="83820"/>
          </a:xfrm>
          <a:prstGeom xmlns:a="http://schemas.openxmlformats.org/drawingml/2006/main" prst="ellipse">
            <a:avLst/>
          </a:prstGeom>
          <a:noFill xmlns:a="http://schemas.openxmlformats.org/drawingml/2006/main"/>
          <a:ln xmlns:a="http://schemas.openxmlformats.org/drawingml/2006/main" w="19050">
            <a:solidFill>
              <a:srgbClr val="ECE51B"/>
            </a:solidFill>
          </a:ln>
        </p:spPr>
      </p:sp>
      <p:sp>
        <p:nvSpPr>
          <p:cNvPr id="13" name="A black source label t0">
            <a:extLst xmlns:a="http://schemas.openxmlformats.org/drawingml/2006/main">
              <a:ext uri="{FF2B5EF4-FFF2-40B4-BE49-F238E27FC236}">
                <a16:creationId xmlns:a16="http://schemas.microsoft.com/office/drawing/2014/main" id="{ADEF912E-A4BA-4C4A-95FD-A1BDD1D57069}"/>
              </a:ext>
            </a:extLst>
          </p:cNvPr>
          <p:cNvSpPr>
            <a:spLocks xmlns:a="http://schemas.openxmlformats.org/drawingml/2006/main" noGrp="1"/>
          </p:cNvSpPr>
          <p:nvPr/>
        </p:nvSpPr>
        <p:spPr>
          <a:xfrm xmlns:a="http://schemas.openxmlformats.org/drawingml/2006/main">
            <a:off x="812800" y="1749425"/>
            <a:ext cx="2571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A</a:t>
            </a:r>
          </a:p>
        </p:txBody>
      </p:sp>
      <p:sp>
        <p:nvSpPr>
          <p:cNvPr id="14" name="B source identity marker t0">
            <a:extLst xmlns:a="http://schemas.openxmlformats.org/drawingml/2006/main">
              <a:ext uri="{FF2B5EF4-FFF2-40B4-BE49-F238E27FC236}">
                <a16:creationId xmlns:a16="http://schemas.microsoft.com/office/drawing/2014/main" id="{8BB2844A-978D-4BB3-B72A-AD9EA0D6D414}"/>
              </a:ext>
            </a:extLst>
          </p:cNvPr>
          <p:cNvSpPr>
            <a:spLocks xmlns:a="http://schemas.openxmlformats.org/drawingml/2006/main" noGrp="1"/>
          </p:cNvSpPr>
          <p:nvPr/>
        </p:nvSpPr>
        <p:spPr>
          <a:xfrm xmlns:a="http://schemas.openxmlformats.org/drawingml/2006/main">
            <a:off x="948373" y="1072198"/>
            <a:ext cx="116205" cy="116205"/>
          </a:xfrm>
          <a:prstGeom xmlns:a="http://schemas.openxmlformats.org/drawingml/2006/main" prst="ellipse">
            <a:avLst/>
          </a:prstGeom>
          <a:noFill xmlns:a="http://schemas.openxmlformats.org/drawingml/2006/main"/>
          <a:ln xmlns:a="http://schemas.openxmlformats.org/drawingml/2006/main" w="19050">
            <a:solidFill>
              <a:srgbClr val="FDE725"/>
            </a:solidFill>
          </a:ln>
        </p:spPr>
      </p:sp>
      <p:sp>
        <p:nvSpPr>
          <p:cNvPr id="15" name="B black source label t0">
            <a:extLst xmlns:a="http://schemas.openxmlformats.org/drawingml/2006/main">
              <a:ext uri="{FF2B5EF4-FFF2-40B4-BE49-F238E27FC236}">
                <a16:creationId xmlns:a16="http://schemas.microsoft.com/office/drawing/2014/main" id="{838BA81F-5876-40A6-B00F-A7F19E585231}"/>
              </a:ext>
            </a:extLst>
          </p:cNvPr>
          <p:cNvSpPr>
            <a:spLocks xmlns:a="http://schemas.openxmlformats.org/drawingml/2006/main" noGrp="1"/>
          </p:cNvSpPr>
          <p:nvPr/>
        </p:nvSpPr>
        <p:spPr>
          <a:xfrm xmlns:a="http://schemas.openxmlformats.org/drawingml/2006/main">
            <a:off x="1101725" y="882650"/>
            <a:ext cx="2571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B</a:t>
            </a:r>
          </a:p>
        </p:txBody>
      </p:sp>
      <p:sp>
        <p:nvSpPr>
          <p:cNvPr id="16" name="C source identity marker t0">
            <a:extLst xmlns:a="http://schemas.openxmlformats.org/drawingml/2006/main">
              <a:ext uri="{FF2B5EF4-FFF2-40B4-BE49-F238E27FC236}">
                <a16:creationId xmlns:a16="http://schemas.microsoft.com/office/drawing/2014/main" id="{CEEA144C-E1D7-4407-9651-22576F750314}"/>
              </a:ext>
            </a:extLst>
          </p:cNvPr>
          <p:cNvSpPr>
            <a:spLocks xmlns:a="http://schemas.openxmlformats.org/drawingml/2006/main" noGrp="1"/>
          </p:cNvSpPr>
          <p:nvPr/>
        </p:nvSpPr>
        <p:spPr>
          <a:xfrm xmlns:a="http://schemas.openxmlformats.org/drawingml/2006/main">
            <a:off x="1798955" y="767080"/>
            <a:ext cx="148590" cy="148590"/>
          </a:xfrm>
          <a:prstGeom xmlns:a="http://schemas.openxmlformats.org/drawingml/2006/main" prst="ellipse">
            <a:avLst/>
          </a:prstGeom>
          <a:noFill xmlns:a="http://schemas.openxmlformats.org/drawingml/2006/main"/>
          <a:ln xmlns:a="http://schemas.openxmlformats.org/drawingml/2006/main" w="19050">
            <a:solidFill>
              <a:srgbClr val="D9E219"/>
            </a:solidFill>
          </a:ln>
        </p:spPr>
      </p:sp>
      <p:sp>
        <p:nvSpPr>
          <p:cNvPr id="17" name="C black source label t0">
            <a:extLst xmlns:a="http://schemas.openxmlformats.org/drawingml/2006/main">
              <a:ext uri="{FF2B5EF4-FFF2-40B4-BE49-F238E27FC236}">
                <a16:creationId xmlns:a16="http://schemas.microsoft.com/office/drawing/2014/main" id="{849AD85D-855F-4D22-AE4D-671356757B3D}"/>
              </a:ext>
            </a:extLst>
          </p:cNvPr>
          <p:cNvSpPr>
            <a:spLocks xmlns:a="http://schemas.openxmlformats.org/drawingml/2006/main" noGrp="1"/>
          </p:cNvSpPr>
          <p:nvPr/>
        </p:nvSpPr>
        <p:spPr>
          <a:xfrm xmlns:a="http://schemas.openxmlformats.org/drawingml/2006/main">
            <a:off x="1968500" y="593725"/>
            <a:ext cx="2571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C</a:t>
            </a:r>
          </a:p>
        </p:txBody>
      </p:sp>
      <p:sp>
        <p:nvSpPr>
          <p:cNvPr id="18" name="Scientific line">
            <a:extLst xmlns:a="http://schemas.openxmlformats.org/drawingml/2006/main">
              <a:ext uri="{FF2B5EF4-FFF2-40B4-BE49-F238E27FC236}">
                <a16:creationId xmlns:a16="http://schemas.microsoft.com/office/drawing/2014/main" id="{446DA679-1245-48F2-85AB-E2657F903A52}"/>
              </a:ext>
            </a:extLst>
          </p:cNvPr>
          <p:cNvSpPr>
            <a:spLocks xmlns:a="http://schemas.openxmlformats.org/drawingml/2006/main" noGrp="1"/>
          </p:cNvSpPr>
          <p:nvPr/>
        </p:nvSpPr>
        <p:spPr>
          <a:xfrm xmlns:a="http://schemas.openxmlformats.org/drawingml/2006/main">
            <a:off x="552450" y="695325"/>
            <a:ext cx="523875" cy="95"/>
          </a:xfrm>
          <a:custGeom xmlns:a="http://schemas.openxmlformats.org/drawingml/2006/main">
            <a:pathLst>
              <a:path w="523875" h="95">
                <a:moveTo>
                  <a:pt x="0" y="0"/>
                </a:moveTo>
                <a:lnTo>
                  <a:pt x="523875" y="0"/>
                </a:lnTo>
              </a:path>
            </a:pathLst>
          </a:custGeom>
          <a:noFill xmlns:a="http://schemas.openxmlformats.org/drawingml/2006/main"/>
          <a:ln xmlns:a="http://schemas.openxmlformats.org/drawingml/2006/main" w="11430">
            <a:solidFill>
              <a:srgbClr val="000000"/>
            </a:solidFill>
            <a:prstDash val="solid"/>
          </a:ln>
        </p:spPr>
      </p:sp>
      <p:sp>
        <p:nvSpPr>
          <p:cNvPr id="19" name="Scientific line">
            <a:extLst xmlns:a="http://schemas.openxmlformats.org/drawingml/2006/main">
              <a:ext uri="{FF2B5EF4-FFF2-40B4-BE49-F238E27FC236}">
                <a16:creationId xmlns:a16="http://schemas.microsoft.com/office/drawing/2014/main" id="{90E1982C-6386-4C5A-AEA4-E4141C9D8CA3}"/>
              </a:ext>
            </a:extLst>
          </p:cNvPr>
          <p:cNvSpPr>
            <a:spLocks xmlns:a="http://schemas.openxmlformats.org/drawingml/2006/main" noGrp="1"/>
          </p:cNvSpPr>
          <p:nvPr/>
        </p:nvSpPr>
        <p:spPr>
          <a:xfrm xmlns:a="http://schemas.openxmlformats.org/drawingml/2006/main">
            <a:off x="1019175" y="666750"/>
            <a:ext cx="57150" cy="28575"/>
          </a:xfrm>
          <a:custGeom xmlns:a="http://schemas.openxmlformats.org/drawingml/2006/main">
            <a:pathLst>
              <a:path w="57150" h="28575">
                <a:moveTo>
                  <a:pt x="0" y="0"/>
                </a:moveTo>
                <a:lnTo>
                  <a:pt x="57150" y="28575"/>
                </a:lnTo>
              </a:path>
            </a:pathLst>
          </a:custGeom>
          <a:noFill xmlns:a="http://schemas.openxmlformats.org/drawingml/2006/main"/>
          <a:ln xmlns:a="http://schemas.openxmlformats.org/drawingml/2006/main" w="11430">
            <a:solidFill>
              <a:srgbClr val="000000"/>
            </a:solidFill>
            <a:prstDash val="solid"/>
          </a:ln>
        </p:spPr>
      </p:sp>
      <p:sp>
        <p:nvSpPr>
          <p:cNvPr id="20" name="Scientific line">
            <a:extLst xmlns:a="http://schemas.openxmlformats.org/drawingml/2006/main">
              <a:ext uri="{FF2B5EF4-FFF2-40B4-BE49-F238E27FC236}">
                <a16:creationId xmlns:a16="http://schemas.microsoft.com/office/drawing/2014/main" id="{0161A379-17D3-41D4-BAB3-8781742C8C45}"/>
              </a:ext>
            </a:extLst>
          </p:cNvPr>
          <p:cNvSpPr>
            <a:spLocks xmlns:a="http://schemas.openxmlformats.org/drawingml/2006/main" noGrp="1"/>
          </p:cNvSpPr>
          <p:nvPr/>
        </p:nvSpPr>
        <p:spPr>
          <a:xfrm xmlns:a="http://schemas.openxmlformats.org/drawingml/2006/main">
            <a:off x="1019175" y="695325"/>
            <a:ext cx="57150" cy="28575"/>
          </a:xfrm>
          <a:custGeom xmlns:a="http://schemas.openxmlformats.org/drawingml/2006/main">
            <a:pathLst>
              <a:path w="57150" h="28575">
                <a:moveTo>
                  <a:pt x="0" y="28575"/>
                </a:moveTo>
                <a:lnTo>
                  <a:pt x="57150" y="0"/>
                </a:lnTo>
              </a:path>
            </a:pathLst>
          </a:custGeom>
          <a:noFill xmlns:a="http://schemas.openxmlformats.org/drawingml/2006/main"/>
          <a:ln xmlns:a="http://schemas.openxmlformats.org/drawingml/2006/main" w="11430">
            <a:solidFill>
              <a:srgbClr val="000000"/>
            </a:solidFill>
            <a:prstDash val="solid"/>
          </a:ln>
        </p:spPr>
      </p:sp>
      <p:sp>
        <p:nvSpPr>
          <p:cNvPr id="21" name="d = x">
            <a:extLst xmlns:a="http://schemas.openxmlformats.org/drawingml/2006/main">
              <a:ext uri="{FF2B5EF4-FFF2-40B4-BE49-F238E27FC236}">
                <a16:creationId xmlns:a16="http://schemas.microsoft.com/office/drawing/2014/main" id="{CBC467CF-20B0-4915-A4ED-1CAC023AC5B2}"/>
              </a:ext>
            </a:extLst>
          </p:cNvPr>
          <p:cNvSpPr>
            <a:spLocks xmlns:a="http://schemas.openxmlformats.org/drawingml/2006/main" noGrp="1"/>
          </p:cNvSpPr>
          <p:nvPr/>
        </p:nvSpPr>
        <p:spPr>
          <a:xfrm xmlns:a="http://schemas.openxmlformats.org/drawingml/2006/main">
            <a:off x="561975" y="771525"/>
            <a:ext cx="723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d = x</a:t>
            </a:r>
          </a:p>
        </p:txBody>
      </p:sp>
      <p:sp>
        <p:nvSpPr>
          <p:cNvPr id="22" name="Scientific line">
            <a:extLst xmlns:a="http://schemas.openxmlformats.org/drawingml/2006/main">
              <a:ext uri="{FF2B5EF4-FFF2-40B4-BE49-F238E27FC236}">
                <a16:creationId xmlns:a16="http://schemas.microsoft.com/office/drawing/2014/main" id="{F171883F-808E-4CB6-B048-6937857CBB39}"/>
              </a:ext>
            </a:extLst>
          </p:cNvPr>
          <p:cNvSpPr>
            <a:spLocks xmlns:a="http://schemas.openxmlformats.org/drawingml/2006/main" noGrp="1"/>
          </p:cNvSpPr>
          <p:nvPr/>
        </p:nvSpPr>
        <p:spPr>
          <a:xfrm xmlns:a="http://schemas.openxmlformats.org/drawingml/2006/main">
            <a:off x="428625" y="2457450"/>
            <a:ext cx="1733550" cy="95"/>
          </a:xfrm>
          <a:custGeom xmlns:a="http://schemas.openxmlformats.org/drawingml/2006/main">
            <a:pathLst>
              <a:path w="1733550" h="95">
                <a:moveTo>
                  <a:pt x="0" y="0"/>
                </a:moveTo>
                <a:lnTo>
                  <a:pt x="1733550" y="0"/>
                </a:lnTo>
              </a:path>
            </a:pathLst>
          </a:custGeom>
          <a:noFill xmlns:a="http://schemas.openxmlformats.org/drawingml/2006/main"/>
          <a:ln xmlns:a="http://schemas.openxmlformats.org/drawingml/2006/main" w="11430">
            <a:solidFill>
              <a:srgbClr val="000000"/>
            </a:solidFill>
            <a:prstDash val="solid"/>
          </a:ln>
        </p:spPr>
      </p:sp>
      <p:sp>
        <p:nvSpPr>
          <p:cNvPr id="23" name="Scientific line">
            <a:extLst xmlns:a="http://schemas.openxmlformats.org/drawingml/2006/main">
              <a:ext uri="{FF2B5EF4-FFF2-40B4-BE49-F238E27FC236}">
                <a16:creationId xmlns:a16="http://schemas.microsoft.com/office/drawing/2014/main" id="{BA4CA39C-A656-4D9C-AE2D-D447EED175A6}"/>
              </a:ext>
            </a:extLst>
          </p:cNvPr>
          <p:cNvSpPr>
            <a:spLocks xmlns:a="http://schemas.openxmlformats.org/drawingml/2006/main" noGrp="1"/>
          </p:cNvSpPr>
          <p:nvPr/>
        </p:nvSpPr>
        <p:spPr>
          <a:xfrm xmlns:a="http://schemas.openxmlformats.org/drawingml/2006/main">
            <a:off x="2105025" y="2428875"/>
            <a:ext cx="57150" cy="28575"/>
          </a:xfrm>
          <a:custGeom xmlns:a="http://schemas.openxmlformats.org/drawingml/2006/main">
            <a:pathLst>
              <a:path w="57150" h="28575">
                <a:moveTo>
                  <a:pt x="0" y="0"/>
                </a:moveTo>
                <a:lnTo>
                  <a:pt x="57150" y="28575"/>
                </a:lnTo>
              </a:path>
            </a:pathLst>
          </a:custGeom>
          <a:noFill xmlns:a="http://schemas.openxmlformats.org/drawingml/2006/main"/>
          <a:ln xmlns:a="http://schemas.openxmlformats.org/drawingml/2006/main" w="11430">
            <a:solidFill>
              <a:srgbClr val="000000"/>
            </a:solidFill>
            <a:prstDash val="solid"/>
          </a:ln>
        </p:spPr>
      </p:sp>
      <p:sp>
        <p:nvSpPr>
          <p:cNvPr id="24" name="Scientific line">
            <a:extLst xmlns:a="http://schemas.openxmlformats.org/drawingml/2006/main">
              <a:ext uri="{FF2B5EF4-FFF2-40B4-BE49-F238E27FC236}">
                <a16:creationId xmlns:a16="http://schemas.microsoft.com/office/drawing/2014/main" id="{1673387B-2ED5-4622-949E-2557F84557AC}"/>
              </a:ext>
            </a:extLst>
          </p:cNvPr>
          <p:cNvSpPr>
            <a:spLocks xmlns:a="http://schemas.openxmlformats.org/drawingml/2006/main" noGrp="1"/>
          </p:cNvSpPr>
          <p:nvPr/>
        </p:nvSpPr>
        <p:spPr>
          <a:xfrm xmlns:a="http://schemas.openxmlformats.org/drawingml/2006/main">
            <a:off x="2105025" y="2457450"/>
            <a:ext cx="57150" cy="28575"/>
          </a:xfrm>
          <a:custGeom xmlns:a="http://schemas.openxmlformats.org/drawingml/2006/main">
            <a:pathLst>
              <a:path w="57150" h="28575">
                <a:moveTo>
                  <a:pt x="0" y="28575"/>
                </a:moveTo>
                <a:lnTo>
                  <a:pt x="57150" y="0"/>
                </a:lnTo>
              </a:path>
            </a:pathLst>
          </a:custGeom>
          <a:noFill xmlns:a="http://schemas.openxmlformats.org/drawingml/2006/main"/>
          <a:ln xmlns:a="http://schemas.openxmlformats.org/drawingml/2006/main" w="11430">
            <a:solidFill>
              <a:srgbClr val="000000"/>
            </a:solidFill>
            <a:prstDash val="solid"/>
          </a:ln>
        </p:spPr>
      </p:sp>
      <p:sp>
        <p:nvSpPr>
          <p:cNvPr id="25" name="A matching d-axis marker t0">
            <a:extLst xmlns:a="http://schemas.openxmlformats.org/drawingml/2006/main">
              <a:ext uri="{FF2B5EF4-FFF2-40B4-BE49-F238E27FC236}">
                <a16:creationId xmlns:a16="http://schemas.microsoft.com/office/drawing/2014/main" id="{23104578-F4EA-48E1-B81A-CF35F1564E09}"/>
              </a:ext>
            </a:extLst>
          </p:cNvPr>
          <p:cNvSpPr>
            <a:spLocks xmlns:a="http://schemas.openxmlformats.org/drawingml/2006/main" noGrp="1"/>
          </p:cNvSpPr>
          <p:nvPr/>
        </p:nvSpPr>
        <p:spPr>
          <a:xfrm xmlns:a="http://schemas.openxmlformats.org/drawingml/2006/main">
            <a:off x="675640" y="2415540"/>
            <a:ext cx="83820" cy="83820"/>
          </a:xfrm>
          <a:prstGeom xmlns:a="http://schemas.openxmlformats.org/drawingml/2006/main" prst="ellipse">
            <a:avLst/>
          </a:prstGeom>
          <a:solidFill xmlns:a="http://schemas.openxmlformats.org/drawingml/2006/main">
            <a:srgbClr val="ECE51B"/>
          </a:solidFill>
          <a:ln xmlns:a="http://schemas.openxmlformats.org/drawingml/2006/main" w="19050">
            <a:solidFill>
              <a:srgbClr val="ECE51B"/>
            </a:solidFill>
          </a:ln>
        </p:spPr>
      </p:sp>
      <p:sp>
        <p:nvSpPr>
          <p:cNvPr id="26" name="A">
            <a:extLst xmlns:a="http://schemas.openxmlformats.org/drawingml/2006/main">
              <a:ext uri="{FF2B5EF4-FFF2-40B4-BE49-F238E27FC236}">
                <a16:creationId xmlns:a16="http://schemas.microsoft.com/office/drawing/2014/main" id="{BA6FCF40-7A8F-417B-91A3-8A89CE11FFA6}"/>
              </a:ext>
            </a:extLst>
          </p:cNvPr>
          <p:cNvSpPr>
            <a:spLocks xmlns:a="http://schemas.openxmlformats.org/drawingml/2006/main" noGrp="1"/>
          </p:cNvSpPr>
          <p:nvPr/>
        </p:nvSpPr>
        <p:spPr>
          <a:xfrm xmlns:a="http://schemas.openxmlformats.org/drawingml/2006/main">
            <a:off x="584200" y="2562225"/>
            <a:ext cx="266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000000"/>
                </a:solidFill>
                <a:latin typeface="Arial"/>
                <a:ea typeface="Arial"/>
                <a:cs typeface="Arial"/>
              </a:defRPr>
            </a:defPPr>
            <a:lvl1pPr algn="ctr">
              <a:defRPr sz="1500" b="1">
                <a:solidFill>
                  <a:srgbClr val="000000"/>
                </a:solidFill>
                <a:latin typeface="Arial"/>
                <a:ea typeface="Arial"/>
                <a:cs typeface="Arial"/>
              </a:defRPr>
            </a:lvl1pPr>
            <a:lvl2pPr algn="ctr">
              <a:defRPr sz="1500" b="1">
                <a:solidFill>
                  <a:srgbClr val="000000"/>
                </a:solidFill>
                <a:latin typeface="Arial"/>
                <a:ea typeface="Arial"/>
                <a:cs typeface="Arial"/>
              </a:defRPr>
            </a:lvl2pPr>
            <a:lvl3pPr algn="ctr">
              <a:defRPr sz="1500" b="1">
                <a:solidFill>
                  <a:srgbClr val="000000"/>
                </a:solidFill>
                <a:latin typeface="Arial"/>
                <a:ea typeface="Arial"/>
                <a:cs typeface="Arial"/>
              </a:defRPr>
            </a:lvl3pPr>
            <a:lvl4pPr algn="ctr">
              <a:defRPr sz="1500" b="1">
                <a:solidFill>
                  <a:srgbClr val="000000"/>
                </a:solidFill>
                <a:latin typeface="Arial"/>
                <a:ea typeface="Arial"/>
                <a:cs typeface="Arial"/>
              </a:defRPr>
            </a:lvl4pPr>
            <a:lvl5pPr algn="ctr">
              <a:defRPr sz="1500" b="1">
                <a:solidFill>
                  <a:srgbClr val="000000"/>
                </a:solidFill>
                <a:latin typeface="Arial"/>
                <a:ea typeface="Arial"/>
                <a:cs typeface="Arial"/>
              </a:defRPr>
            </a:lvl5pPr>
            <a:lvl6pPr algn="ctr">
              <a:defRPr sz="1500" b="1">
                <a:solidFill>
                  <a:srgbClr val="000000"/>
                </a:solidFill>
                <a:latin typeface="Arial"/>
                <a:ea typeface="Arial"/>
                <a:cs typeface="Arial"/>
              </a:defRPr>
            </a:lvl6pPr>
            <a:lvl7pPr algn="ctr">
              <a:defRPr sz="1500" b="1">
                <a:solidFill>
                  <a:srgbClr val="000000"/>
                </a:solidFill>
                <a:latin typeface="Arial"/>
                <a:ea typeface="Arial"/>
                <a:cs typeface="Arial"/>
              </a:defRPr>
            </a:lvl7pPr>
            <a:lvl8pPr algn="ctr">
              <a:defRPr sz="1500" b="1">
                <a:solidFill>
                  <a:srgbClr val="000000"/>
                </a:solidFill>
                <a:latin typeface="Arial"/>
                <a:ea typeface="Arial"/>
                <a:cs typeface="Arial"/>
              </a:defRPr>
            </a:lvl8pPr>
            <a:lvl9pPr algn="ctr">
              <a:defRPr sz="1500" b="1">
                <a:solidFill>
                  <a:srgbClr val="000000"/>
                </a:solidFill>
                <a:latin typeface="Arial"/>
                <a:ea typeface="Arial"/>
                <a:cs typeface="Arial"/>
              </a:defRPr>
            </a:lvl9pPr>
          </a:lstStyle>
          <a:p xmlns:a="http://schemas.openxmlformats.org/drawingml/2006/main">
            <a:pPr algn="ctr">
              <a:defRPr sz="1500" b="1">
                <a:solidFill>
                  <a:srgbClr val="000000"/>
                </a:solidFill>
                <a:latin typeface="Arial"/>
                <a:ea typeface="Arial"/>
                <a:cs typeface="Arial"/>
              </a:defRPr>
            </a:pPr>
            <a:r>
              <a:rPr sz="1500" b="1">
                <a:solidFill>
                  <a:srgbClr val="000000"/>
                </a:solidFill>
                <a:latin typeface="Arial"/>
                <a:ea typeface="Arial"/>
                <a:cs typeface="Arial"/>
              </a:rPr>
              <a:t>A</a:t>
            </a:r>
          </a:p>
        </p:txBody>
      </p:sp>
      <p:sp>
        <p:nvSpPr>
          <p:cNvPr id="27" name="A exact d coordinate t0">
            <a:extLst xmlns:a="http://schemas.openxmlformats.org/drawingml/2006/main">
              <a:ext uri="{FF2B5EF4-FFF2-40B4-BE49-F238E27FC236}">
                <a16:creationId xmlns:a16="http://schemas.microsoft.com/office/drawing/2014/main" id="{FE21C32A-3106-4A3E-A0A4-B2E95038B646}"/>
              </a:ext>
            </a:extLst>
          </p:cNvPr>
          <p:cNvSpPr>
            <a:spLocks xmlns:a="http://schemas.openxmlformats.org/drawingml/2006/main" noGrp="1"/>
          </p:cNvSpPr>
          <p:nvPr/>
        </p:nvSpPr>
        <p:spPr>
          <a:xfrm xmlns:a="http://schemas.openxmlformats.org/drawingml/2006/main">
            <a:off x="498475" y="2790825"/>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20</a:t>
            </a:r>
          </a:p>
        </p:txBody>
      </p:sp>
      <p:sp>
        <p:nvSpPr>
          <p:cNvPr id="28" name="B matching d-axis marker t0">
            <a:extLst xmlns:a="http://schemas.openxmlformats.org/drawingml/2006/main">
              <a:ext uri="{FF2B5EF4-FFF2-40B4-BE49-F238E27FC236}">
                <a16:creationId xmlns:a16="http://schemas.microsoft.com/office/drawing/2014/main" id="{88010D88-EDFB-404C-BF61-CD401ECA7D43}"/>
              </a:ext>
            </a:extLst>
          </p:cNvPr>
          <p:cNvSpPr>
            <a:spLocks xmlns:a="http://schemas.openxmlformats.org/drawingml/2006/main" noGrp="1"/>
          </p:cNvSpPr>
          <p:nvPr/>
        </p:nvSpPr>
        <p:spPr>
          <a:xfrm xmlns:a="http://schemas.openxmlformats.org/drawingml/2006/main">
            <a:off x="948373" y="2399348"/>
            <a:ext cx="116205" cy="116205"/>
          </a:xfrm>
          <a:prstGeom xmlns:a="http://schemas.openxmlformats.org/drawingml/2006/main" prst="ellipse">
            <a:avLst/>
          </a:prstGeom>
          <a:solidFill xmlns:a="http://schemas.openxmlformats.org/drawingml/2006/main">
            <a:srgbClr val="FDE725"/>
          </a:solidFill>
          <a:ln xmlns:a="http://schemas.openxmlformats.org/drawingml/2006/main" w="19050">
            <a:solidFill>
              <a:srgbClr val="FDE725"/>
            </a:solidFill>
          </a:ln>
        </p:spPr>
      </p:sp>
      <p:sp>
        <p:nvSpPr>
          <p:cNvPr id="29" name="B">
            <a:extLst xmlns:a="http://schemas.openxmlformats.org/drawingml/2006/main">
              <a:ext uri="{FF2B5EF4-FFF2-40B4-BE49-F238E27FC236}">
                <a16:creationId xmlns:a16="http://schemas.microsoft.com/office/drawing/2014/main" id="{47BE0A48-1EFC-4FFD-85F7-DE783FAA8090}"/>
              </a:ext>
            </a:extLst>
          </p:cNvPr>
          <p:cNvSpPr>
            <a:spLocks xmlns:a="http://schemas.openxmlformats.org/drawingml/2006/main" noGrp="1"/>
          </p:cNvSpPr>
          <p:nvPr/>
        </p:nvSpPr>
        <p:spPr>
          <a:xfrm xmlns:a="http://schemas.openxmlformats.org/drawingml/2006/main">
            <a:off x="873125" y="2562225"/>
            <a:ext cx="266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000000"/>
                </a:solidFill>
                <a:latin typeface="Arial"/>
                <a:ea typeface="Arial"/>
                <a:cs typeface="Arial"/>
              </a:defRPr>
            </a:defPPr>
            <a:lvl1pPr algn="ctr">
              <a:defRPr sz="1500" b="1">
                <a:solidFill>
                  <a:srgbClr val="000000"/>
                </a:solidFill>
                <a:latin typeface="Arial"/>
                <a:ea typeface="Arial"/>
                <a:cs typeface="Arial"/>
              </a:defRPr>
            </a:lvl1pPr>
            <a:lvl2pPr algn="ctr">
              <a:defRPr sz="1500" b="1">
                <a:solidFill>
                  <a:srgbClr val="000000"/>
                </a:solidFill>
                <a:latin typeface="Arial"/>
                <a:ea typeface="Arial"/>
                <a:cs typeface="Arial"/>
              </a:defRPr>
            </a:lvl2pPr>
            <a:lvl3pPr algn="ctr">
              <a:defRPr sz="1500" b="1">
                <a:solidFill>
                  <a:srgbClr val="000000"/>
                </a:solidFill>
                <a:latin typeface="Arial"/>
                <a:ea typeface="Arial"/>
                <a:cs typeface="Arial"/>
              </a:defRPr>
            </a:lvl3pPr>
            <a:lvl4pPr algn="ctr">
              <a:defRPr sz="1500" b="1">
                <a:solidFill>
                  <a:srgbClr val="000000"/>
                </a:solidFill>
                <a:latin typeface="Arial"/>
                <a:ea typeface="Arial"/>
                <a:cs typeface="Arial"/>
              </a:defRPr>
            </a:lvl4pPr>
            <a:lvl5pPr algn="ctr">
              <a:defRPr sz="1500" b="1">
                <a:solidFill>
                  <a:srgbClr val="000000"/>
                </a:solidFill>
                <a:latin typeface="Arial"/>
                <a:ea typeface="Arial"/>
                <a:cs typeface="Arial"/>
              </a:defRPr>
            </a:lvl5pPr>
            <a:lvl6pPr algn="ctr">
              <a:defRPr sz="1500" b="1">
                <a:solidFill>
                  <a:srgbClr val="000000"/>
                </a:solidFill>
                <a:latin typeface="Arial"/>
                <a:ea typeface="Arial"/>
                <a:cs typeface="Arial"/>
              </a:defRPr>
            </a:lvl6pPr>
            <a:lvl7pPr algn="ctr">
              <a:defRPr sz="1500" b="1">
                <a:solidFill>
                  <a:srgbClr val="000000"/>
                </a:solidFill>
                <a:latin typeface="Arial"/>
                <a:ea typeface="Arial"/>
                <a:cs typeface="Arial"/>
              </a:defRPr>
            </a:lvl7pPr>
            <a:lvl8pPr algn="ctr">
              <a:defRPr sz="1500" b="1">
                <a:solidFill>
                  <a:srgbClr val="000000"/>
                </a:solidFill>
                <a:latin typeface="Arial"/>
                <a:ea typeface="Arial"/>
                <a:cs typeface="Arial"/>
              </a:defRPr>
            </a:lvl8pPr>
            <a:lvl9pPr algn="ctr">
              <a:defRPr sz="1500" b="1">
                <a:solidFill>
                  <a:srgbClr val="000000"/>
                </a:solidFill>
                <a:latin typeface="Arial"/>
                <a:ea typeface="Arial"/>
                <a:cs typeface="Arial"/>
              </a:defRPr>
            </a:lvl9pPr>
          </a:lstStyle>
          <a:p xmlns:a="http://schemas.openxmlformats.org/drawingml/2006/main">
            <a:pPr algn="ctr">
              <a:defRPr sz="1500" b="1">
                <a:solidFill>
                  <a:srgbClr val="000000"/>
                </a:solidFill>
                <a:latin typeface="Arial"/>
                <a:ea typeface="Arial"/>
                <a:cs typeface="Arial"/>
              </a:defRPr>
            </a:pPr>
            <a:r>
              <a:rPr sz="1500" b="1">
                <a:solidFill>
                  <a:srgbClr val="000000"/>
                </a:solidFill>
                <a:latin typeface="Arial"/>
                <a:ea typeface="Arial"/>
                <a:cs typeface="Arial"/>
              </a:rPr>
              <a:t>B</a:t>
            </a:r>
          </a:p>
        </p:txBody>
      </p:sp>
      <p:sp>
        <p:nvSpPr>
          <p:cNvPr id="30" name="B exact d coordinate t0">
            <a:extLst xmlns:a="http://schemas.openxmlformats.org/drawingml/2006/main">
              <a:ext uri="{FF2B5EF4-FFF2-40B4-BE49-F238E27FC236}">
                <a16:creationId xmlns:a16="http://schemas.microsoft.com/office/drawing/2014/main" id="{E152274E-1EC2-4B69-94CA-C91A88751C14}"/>
              </a:ext>
            </a:extLst>
          </p:cNvPr>
          <p:cNvSpPr>
            <a:spLocks xmlns:a="http://schemas.openxmlformats.org/drawingml/2006/main" noGrp="1"/>
          </p:cNvSpPr>
          <p:nvPr/>
        </p:nvSpPr>
        <p:spPr>
          <a:xfrm xmlns:a="http://schemas.openxmlformats.org/drawingml/2006/main">
            <a:off x="787400" y="2790825"/>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40</a:t>
            </a:r>
          </a:p>
        </p:txBody>
      </p:sp>
      <p:sp>
        <p:nvSpPr>
          <p:cNvPr id="31" name="C matching d-axis marker t0">
            <a:extLst xmlns:a="http://schemas.openxmlformats.org/drawingml/2006/main">
              <a:ext uri="{FF2B5EF4-FFF2-40B4-BE49-F238E27FC236}">
                <a16:creationId xmlns:a16="http://schemas.microsoft.com/office/drawing/2014/main" id="{2B066928-71B8-4D5A-AD41-1C534F8A014E}"/>
              </a:ext>
            </a:extLst>
          </p:cNvPr>
          <p:cNvSpPr>
            <a:spLocks xmlns:a="http://schemas.openxmlformats.org/drawingml/2006/main" noGrp="1"/>
          </p:cNvSpPr>
          <p:nvPr/>
        </p:nvSpPr>
        <p:spPr>
          <a:xfrm xmlns:a="http://schemas.openxmlformats.org/drawingml/2006/main">
            <a:off x="1798955" y="2383155"/>
            <a:ext cx="148590" cy="148590"/>
          </a:xfrm>
          <a:prstGeom xmlns:a="http://schemas.openxmlformats.org/drawingml/2006/main" prst="ellipse">
            <a:avLst/>
          </a:prstGeom>
          <a:solidFill xmlns:a="http://schemas.openxmlformats.org/drawingml/2006/main">
            <a:srgbClr val="D9E219"/>
          </a:solidFill>
          <a:ln xmlns:a="http://schemas.openxmlformats.org/drawingml/2006/main" w="19050">
            <a:solidFill>
              <a:srgbClr val="D9E219"/>
            </a:solidFill>
          </a:ln>
        </p:spPr>
      </p:sp>
      <p:sp>
        <p:nvSpPr>
          <p:cNvPr id="32" name="C">
            <a:extLst xmlns:a="http://schemas.openxmlformats.org/drawingml/2006/main">
              <a:ext uri="{FF2B5EF4-FFF2-40B4-BE49-F238E27FC236}">
                <a16:creationId xmlns:a16="http://schemas.microsoft.com/office/drawing/2014/main" id="{C136A745-D94C-4F63-A896-69034428089D}"/>
              </a:ext>
            </a:extLst>
          </p:cNvPr>
          <p:cNvSpPr>
            <a:spLocks xmlns:a="http://schemas.openxmlformats.org/drawingml/2006/main" noGrp="1"/>
          </p:cNvSpPr>
          <p:nvPr/>
        </p:nvSpPr>
        <p:spPr>
          <a:xfrm xmlns:a="http://schemas.openxmlformats.org/drawingml/2006/main">
            <a:off x="1739900" y="2562225"/>
            <a:ext cx="266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000000"/>
                </a:solidFill>
                <a:latin typeface="Arial"/>
                <a:ea typeface="Arial"/>
                <a:cs typeface="Arial"/>
              </a:defRPr>
            </a:defPPr>
            <a:lvl1pPr algn="ctr">
              <a:defRPr sz="1500" b="1">
                <a:solidFill>
                  <a:srgbClr val="000000"/>
                </a:solidFill>
                <a:latin typeface="Arial"/>
                <a:ea typeface="Arial"/>
                <a:cs typeface="Arial"/>
              </a:defRPr>
            </a:lvl1pPr>
            <a:lvl2pPr algn="ctr">
              <a:defRPr sz="1500" b="1">
                <a:solidFill>
                  <a:srgbClr val="000000"/>
                </a:solidFill>
                <a:latin typeface="Arial"/>
                <a:ea typeface="Arial"/>
                <a:cs typeface="Arial"/>
              </a:defRPr>
            </a:lvl2pPr>
            <a:lvl3pPr algn="ctr">
              <a:defRPr sz="1500" b="1">
                <a:solidFill>
                  <a:srgbClr val="000000"/>
                </a:solidFill>
                <a:latin typeface="Arial"/>
                <a:ea typeface="Arial"/>
                <a:cs typeface="Arial"/>
              </a:defRPr>
            </a:lvl3pPr>
            <a:lvl4pPr algn="ctr">
              <a:defRPr sz="1500" b="1">
                <a:solidFill>
                  <a:srgbClr val="000000"/>
                </a:solidFill>
                <a:latin typeface="Arial"/>
                <a:ea typeface="Arial"/>
                <a:cs typeface="Arial"/>
              </a:defRPr>
            </a:lvl4pPr>
            <a:lvl5pPr algn="ctr">
              <a:defRPr sz="1500" b="1">
                <a:solidFill>
                  <a:srgbClr val="000000"/>
                </a:solidFill>
                <a:latin typeface="Arial"/>
                <a:ea typeface="Arial"/>
                <a:cs typeface="Arial"/>
              </a:defRPr>
            </a:lvl5pPr>
            <a:lvl6pPr algn="ctr">
              <a:defRPr sz="1500" b="1">
                <a:solidFill>
                  <a:srgbClr val="000000"/>
                </a:solidFill>
                <a:latin typeface="Arial"/>
                <a:ea typeface="Arial"/>
                <a:cs typeface="Arial"/>
              </a:defRPr>
            </a:lvl6pPr>
            <a:lvl7pPr algn="ctr">
              <a:defRPr sz="1500" b="1">
                <a:solidFill>
                  <a:srgbClr val="000000"/>
                </a:solidFill>
                <a:latin typeface="Arial"/>
                <a:ea typeface="Arial"/>
                <a:cs typeface="Arial"/>
              </a:defRPr>
            </a:lvl7pPr>
            <a:lvl8pPr algn="ctr">
              <a:defRPr sz="1500" b="1">
                <a:solidFill>
                  <a:srgbClr val="000000"/>
                </a:solidFill>
                <a:latin typeface="Arial"/>
                <a:ea typeface="Arial"/>
                <a:cs typeface="Arial"/>
              </a:defRPr>
            </a:lvl8pPr>
            <a:lvl9pPr algn="ctr">
              <a:defRPr sz="1500" b="1">
                <a:solidFill>
                  <a:srgbClr val="000000"/>
                </a:solidFill>
                <a:latin typeface="Arial"/>
                <a:ea typeface="Arial"/>
                <a:cs typeface="Arial"/>
              </a:defRPr>
            </a:lvl9pPr>
          </a:lstStyle>
          <a:p xmlns:a="http://schemas.openxmlformats.org/drawingml/2006/main">
            <a:pPr algn="ctr">
              <a:defRPr sz="1500" b="1">
                <a:solidFill>
                  <a:srgbClr val="000000"/>
                </a:solidFill>
                <a:latin typeface="Arial"/>
                <a:ea typeface="Arial"/>
                <a:cs typeface="Arial"/>
              </a:defRPr>
            </a:pPr>
            <a:r>
              <a:rPr sz="1500" b="1">
                <a:solidFill>
                  <a:srgbClr val="000000"/>
                </a:solidFill>
                <a:latin typeface="Arial"/>
                <a:ea typeface="Arial"/>
                <a:cs typeface="Arial"/>
              </a:rPr>
              <a:t>C</a:t>
            </a:r>
          </a:p>
        </p:txBody>
      </p:sp>
      <p:sp>
        <p:nvSpPr>
          <p:cNvPr id="33" name="C exact d coordinate t0">
            <a:extLst xmlns:a="http://schemas.openxmlformats.org/drawingml/2006/main">
              <a:ext uri="{FF2B5EF4-FFF2-40B4-BE49-F238E27FC236}">
                <a16:creationId xmlns:a16="http://schemas.microsoft.com/office/drawing/2014/main" id="{F0975929-2632-4B23-B85F-2243E4720C40}"/>
              </a:ext>
            </a:extLst>
          </p:cNvPr>
          <p:cNvSpPr>
            <a:spLocks xmlns:a="http://schemas.openxmlformats.org/drawingml/2006/main" noGrp="1"/>
          </p:cNvSpPr>
          <p:nvPr/>
        </p:nvSpPr>
        <p:spPr>
          <a:xfrm xmlns:a="http://schemas.openxmlformats.org/drawingml/2006/main">
            <a:off x="1654175" y="2790825"/>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100</a:t>
            </a:r>
          </a:p>
        </p:txBody>
      </p:sp>
      <p:sp>
        <p:nvSpPr>
          <p:cNvPr id="34" name="t = 12">
            <a:extLst xmlns:a="http://schemas.openxmlformats.org/drawingml/2006/main">
              <a:ext uri="{FF2B5EF4-FFF2-40B4-BE49-F238E27FC236}">
                <a16:creationId xmlns:a16="http://schemas.microsoft.com/office/drawing/2014/main" id="{07BE5C58-A73C-482C-9F26-0872A8FEAB40}"/>
              </a:ext>
            </a:extLst>
          </p:cNvPr>
          <p:cNvSpPr>
            <a:spLocks xmlns:a="http://schemas.openxmlformats.org/drawingml/2006/main" noGrp="1"/>
          </p:cNvSpPr>
          <p:nvPr/>
        </p:nvSpPr>
        <p:spPr>
          <a:xfrm xmlns:a="http://schemas.openxmlformats.org/drawingml/2006/main">
            <a:off x="2390775" y="2857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000000"/>
                </a:solidFill>
                <a:latin typeface="Arial"/>
                <a:ea typeface="Arial"/>
                <a:cs typeface="Arial"/>
              </a:defRPr>
            </a:defPPr>
            <a:lvl1pPr algn="ctr">
              <a:defRPr sz="1500" b="1">
                <a:solidFill>
                  <a:srgbClr val="000000"/>
                </a:solidFill>
                <a:latin typeface="Arial"/>
                <a:ea typeface="Arial"/>
                <a:cs typeface="Arial"/>
              </a:defRPr>
            </a:lvl1pPr>
            <a:lvl2pPr algn="ctr">
              <a:defRPr sz="1500" b="1">
                <a:solidFill>
                  <a:srgbClr val="000000"/>
                </a:solidFill>
                <a:latin typeface="Arial"/>
                <a:ea typeface="Arial"/>
                <a:cs typeface="Arial"/>
              </a:defRPr>
            </a:lvl2pPr>
            <a:lvl3pPr algn="ctr">
              <a:defRPr sz="1500" b="1">
                <a:solidFill>
                  <a:srgbClr val="000000"/>
                </a:solidFill>
                <a:latin typeface="Arial"/>
                <a:ea typeface="Arial"/>
                <a:cs typeface="Arial"/>
              </a:defRPr>
            </a:lvl3pPr>
            <a:lvl4pPr algn="ctr">
              <a:defRPr sz="1500" b="1">
                <a:solidFill>
                  <a:srgbClr val="000000"/>
                </a:solidFill>
                <a:latin typeface="Arial"/>
                <a:ea typeface="Arial"/>
                <a:cs typeface="Arial"/>
              </a:defRPr>
            </a:lvl4pPr>
            <a:lvl5pPr algn="ctr">
              <a:defRPr sz="1500" b="1">
                <a:solidFill>
                  <a:srgbClr val="000000"/>
                </a:solidFill>
                <a:latin typeface="Arial"/>
                <a:ea typeface="Arial"/>
                <a:cs typeface="Arial"/>
              </a:defRPr>
            </a:lvl5pPr>
            <a:lvl6pPr algn="ctr">
              <a:defRPr sz="1500" b="1">
                <a:solidFill>
                  <a:srgbClr val="000000"/>
                </a:solidFill>
                <a:latin typeface="Arial"/>
                <a:ea typeface="Arial"/>
                <a:cs typeface="Arial"/>
              </a:defRPr>
            </a:lvl6pPr>
            <a:lvl7pPr algn="ctr">
              <a:defRPr sz="1500" b="1">
                <a:solidFill>
                  <a:srgbClr val="000000"/>
                </a:solidFill>
                <a:latin typeface="Arial"/>
                <a:ea typeface="Arial"/>
                <a:cs typeface="Arial"/>
              </a:defRPr>
            </a:lvl7pPr>
            <a:lvl8pPr algn="ctr">
              <a:defRPr sz="1500" b="1">
                <a:solidFill>
                  <a:srgbClr val="000000"/>
                </a:solidFill>
                <a:latin typeface="Arial"/>
                <a:ea typeface="Arial"/>
                <a:cs typeface="Arial"/>
              </a:defRPr>
            </a:lvl8pPr>
            <a:lvl9pPr algn="ctr">
              <a:defRPr sz="1500" b="1">
                <a:solidFill>
                  <a:srgbClr val="000000"/>
                </a:solidFill>
                <a:latin typeface="Arial"/>
                <a:ea typeface="Arial"/>
                <a:cs typeface="Arial"/>
              </a:defRPr>
            </a:lvl9pPr>
          </a:lstStyle>
          <a:p xmlns:a="http://schemas.openxmlformats.org/drawingml/2006/main">
            <a:pPr algn="ctr">
              <a:defRPr sz="1500" b="1">
                <a:solidFill>
                  <a:srgbClr val="000000"/>
                </a:solidFill>
                <a:latin typeface="Arial"/>
                <a:ea typeface="Arial"/>
                <a:cs typeface="Arial"/>
              </a:defRPr>
            </a:pPr>
            <a:r>
              <a:rPr sz="1500" b="1">
                <a:solidFill>
                  <a:srgbClr val="000000"/>
                </a:solidFill>
                <a:latin typeface="Arial"/>
                <a:ea typeface="Arial"/>
                <a:cs typeface="Arial"/>
              </a:rPr>
              <a:t>t = 12</a:t>
            </a:r>
          </a:p>
        </p:txBody>
      </p:sp>
      <p:pic>
        <p:nvPicPr>
          <p:cNvPr id="35" name="">
            <a:extLst xmlns:a="http://schemas.openxmlformats.org/drawingml/2006/main">
              <a:ext uri="{FF2B5EF4-FFF2-40B4-BE49-F238E27FC236}">
                <a16:creationId xmlns:a16="http://schemas.microsoft.com/office/drawing/2014/main" id="{BE88F43E-644A-4E93-B5E4-7359A1297882}"/>
              </a:ext>
            </a:extLst>
          </p:cNvPr>
          <p:cNvPicPr>
            <a:picLocks xmlns:a="http://schemas.openxmlformats.org/drawingml/2006/main" noChangeAspect="1"/>
          </p:cNvPicPr>
          <p:nvPr/>
        </p:nvPicPr>
        <p:blipFill>
          <a:blip xmlns:r="http://schemas.openxmlformats.org/officeDocument/2006/relationships" xmlns:a="http://schemas.openxmlformats.org/drawingml/2006/main" r:embed="R116cebab8c0b4f41"/>
          <a:stretch xmlns:a="http://schemas.openxmlformats.org/drawingml/2006/main"/>
        </p:blipFill>
        <p:spPr>
          <a:xfrm xmlns:a="http://schemas.openxmlformats.org/drawingml/2006/main">
            <a:off x="2390775" y="552450"/>
            <a:ext cx="1733550" cy="1733550"/>
          </a:xfrm>
          <a:prstGeom xmlns:a="http://schemas.openxmlformats.org/drawingml/2006/main" prst="rect">
            <a:avLst/>
          </a:prstGeom>
        </p:spPr>
      </p:pic>
      <p:sp>
        <p:nvSpPr>
          <p:cNvPr id="36" name="Scientific domain frame">
            <a:extLst xmlns:a="http://schemas.openxmlformats.org/drawingml/2006/main">
              <a:ext uri="{FF2B5EF4-FFF2-40B4-BE49-F238E27FC236}">
                <a16:creationId xmlns:a16="http://schemas.microsoft.com/office/drawing/2014/main" id="{39E43310-5F49-412E-BD65-5B899D2540C8}"/>
              </a:ext>
            </a:extLst>
          </p:cNvPr>
          <p:cNvSpPr>
            <a:spLocks xmlns:a="http://schemas.openxmlformats.org/drawingml/2006/main" noGrp="1"/>
          </p:cNvSpPr>
          <p:nvPr/>
        </p:nvSpPr>
        <p:spPr>
          <a:xfrm xmlns:a="http://schemas.openxmlformats.org/drawingml/2006/main">
            <a:off x="2390775" y="552450"/>
            <a:ext cx="1733550" cy="1733550"/>
          </a:xfrm>
          <a:prstGeom xmlns:a="http://schemas.openxmlformats.org/drawingml/2006/main" prst="rect">
            <a:avLst/>
          </a:prstGeom>
          <a:noFill xmlns:a="http://schemas.openxmlformats.org/drawingml/2006/main"/>
          <a:ln xmlns:a="http://schemas.openxmlformats.org/drawingml/2006/main" w="7620">
            <a:solidFill>
              <a:srgbClr val="000000"/>
            </a:solidFill>
          </a:ln>
        </p:spPr>
      </p:sp>
      <p:sp>
        <p:nvSpPr>
          <p:cNvPr id="37" name="A source-to-d projection t12">
            <a:extLst xmlns:a="http://schemas.openxmlformats.org/drawingml/2006/main">
              <a:ext uri="{FF2B5EF4-FFF2-40B4-BE49-F238E27FC236}">
                <a16:creationId xmlns:a16="http://schemas.microsoft.com/office/drawing/2014/main" id="{EBC67CD2-F96E-48E3-B263-613C64D12BEF}"/>
              </a:ext>
            </a:extLst>
          </p:cNvPr>
          <p:cNvSpPr>
            <a:spLocks xmlns:a="http://schemas.openxmlformats.org/drawingml/2006/main" noGrp="1"/>
          </p:cNvSpPr>
          <p:nvPr/>
        </p:nvSpPr>
        <p:spPr>
          <a:xfrm xmlns:a="http://schemas.openxmlformats.org/drawingml/2006/main">
            <a:off x="2679700" y="2038985"/>
            <a:ext cx="95" cy="376555"/>
          </a:xfrm>
          <a:custGeom xmlns:a="http://schemas.openxmlformats.org/drawingml/2006/main">
            <a:pathLst>
              <a:path w="95" h="490855">
                <a:moveTo>
                  <a:pt x="0" y="0"/>
                </a:moveTo>
                <a:lnTo>
                  <a:pt x="0" y="490855"/>
                </a:lnTo>
              </a:path>
            </a:pathLst>
          </a:custGeom>
          <a:noFill xmlns:a="http://schemas.openxmlformats.org/drawingml/2006/main"/>
          <a:ln xmlns:a="http://schemas.openxmlformats.org/drawingml/2006/main" w="11906">
            <a:solidFill>
              <a:srgbClr val="000000"/>
            </a:solidFill>
            <a:prstDash val="dash"/>
          </a:ln>
        </p:spPr>
      </p:sp>
      <p:sp>
        <p:nvSpPr>
          <p:cNvPr id="38" name="B source-to-d projection t12">
            <a:extLst xmlns:a="http://schemas.openxmlformats.org/drawingml/2006/main">
              <a:ext uri="{FF2B5EF4-FFF2-40B4-BE49-F238E27FC236}">
                <a16:creationId xmlns:a16="http://schemas.microsoft.com/office/drawing/2014/main" id="{F2086945-5787-462A-ABB5-BD02D4112D38}"/>
              </a:ext>
            </a:extLst>
          </p:cNvPr>
          <p:cNvSpPr>
            <a:spLocks xmlns:a="http://schemas.openxmlformats.org/drawingml/2006/main" noGrp="1"/>
          </p:cNvSpPr>
          <p:nvPr/>
        </p:nvSpPr>
        <p:spPr>
          <a:xfrm xmlns:a="http://schemas.openxmlformats.org/drawingml/2006/main">
            <a:off x="3076972" y="1296749"/>
            <a:ext cx="95" cy="1102598"/>
          </a:xfrm>
          <a:custGeom xmlns:a="http://schemas.openxmlformats.org/drawingml/2006/main">
            <a:pathLst>
              <a:path w="95" h="1216898">
                <a:moveTo>
                  <a:pt x="0" y="0"/>
                </a:moveTo>
                <a:lnTo>
                  <a:pt x="0" y="1216898"/>
                </a:lnTo>
              </a:path>
            </a:pathLst>
          </a:custGeom>
          <a:noFill xmlns:a="http://schemas.openxmlformats.org/drawingml/2006/main"/>
          <a:ln xmlns:a="http://schemas.openxmlformats.org/drawingml/2006/main" w="11906">
            <a:solidFill>
              <a:srgbClr val="000000"/>
            </a:solidFill>
            <a:prstDash val="dash"/>
          </a:ln>
        </p:spPr>
      </p:sp>
      <p:sp>
        <p:nvSpPr>
          <p:cNvPr id="39" name="C source-to-d projection t12">
            <a:extLst xmlns:a="http://schemas.openxmlformats.org/drawingml/2006/main">
              <a:ext uri="{FF2B5EF4-FFF2-40B4-BE49-F238E27FC236}">
                <a16:creationId xmlns:a16="http://schemas.microsoft.com/office/drawing/2014/main" id="{2C16E77F-6BB3-4651-950A-2840F92E6AFA}"/>
              </a:ext>
            </a:extLst>
          </p:cNvPr>
          <p:cNvSpPr>
            <a:spLocks xmlns:a="http://schemas.openxmlformats.org/drawingml/2006/main" noGrp="1"/>
          </p:cNvSpPr>
          <p:nvPr/>
        </p:nvSpPr>
        <p:spPr>
          <a:xfrm xmlns:a="http://schemas.openxmlformats.org/drawingml/2006/main">
            <a:off x="3835400" y="915670"/>
            <a:ext cx="95" cy="1467485"/>
          </a:xfrm>
          <a:custGeom xmlns:a="http://schemas.openxmlformats.org/drawingml/2006/main">
            <a:pathLst>
              <a:path w="95" h="1581785">
                <a:moveTo>
                  <a:pt x="0" y="0"/>
                </a:moveTo>
                <a:lnTo>
                  <a:pt x="0" y="1581785"/>
                </a:lnTo>
              </a:path>
            </a:pathLst>
          </a:custGeom>
          <a:noFill xmlns:a="http://schemas.openxmlformats.org/drawingml/2006/main"/>
          <a:ln xmlns:a="http://schemas.openxmlformats.org/drawingml/2006/main" w="11906">
            <a:solidFill>
              <a:srgbClr val="000000"/>
            </a:solidFill>
            <a:prstDash val="dash"/>
          </a:ln>
        </p:spPr>
      </p:sp>
      <p:sp>
        <p:nvSpPr>
          <p:cNvPr id="40" name="A source identity marker t12">
            <a:extLst xmlns:a="http://schemas.openxmlformats.org/drawingml/2006/main">
              <a:ext uri="{FF2B5EF4-FFF2-40B4-BE49-F238E27FC236}">
                <a16:creationId xmlns:a16="http://schemas.microsoft.com/office/drawing/2014/main" id="{E8D90E5E-D389-45EE-B85E-AFC974D78E85}"/>
              </a:ext>
            </a:extLst>
          </p:cNvPr>
          <p:cNvSpPr>
            <a:spLocks xmlns:a="http://schemas.openxmlformats.org/drawingml/2006/main" noGrp="1"/>
          </p:cNvSpPr>
          <p:nvPr/>
        </p:nvSpPr>
        <p:spPr>
          <a:xfrm xmlns:a="http://schemas.openxmlformats.org/drawingml/2006/main">
            <a:off x="2637790" y="1955165"/>
            <a:ext cx="83820" cy="83820"/>
          </a:xfrm>
          <a:prstGeom xmlns:a="http://schemas.openxmlformats.org/drawingml/2006/main" prst="ellipse">
            <a:avLst/>
          </a:prstGeom>
          <a:noFill xmlns:a="http://schemas.openxmlformats.org/drawingml/2006/main"/>
          <a:ln xmlns:a="http://schemas.openxmlformats.org/drawingml/2006/main" w="19050">
            <a:solidFill>
              <a:srgbClr val="ECE51B"/>
            </a:solidFill>
          </a:ln>
        </p:spPr>
      </p:sp>
      <p:sp>
        <p:nvSpPr>
          <p:cNvPr id="41" name="A black source label t12">
            <a:extLst xmlns:a="http://schemas.openxmlformats.org/drawingml/2006/main">
              <a:ext uri="{FF2B5EF4-FFF2-40B4-BE49-F238E27FC236}">
                <a16:creationId xmlns:a16="http://schemas.microsoft.com/office/drawing/2014/main" id="{906FDFDD-B508-476C-B349-F3159BF14C99}"/>
              </a:ext>
            </a:extLst>
          </p:cNvPr>
          <p:cNvSpPr>
            <a:spLocks xmlns:a="http://schemas.openxmlformats.org/drawingml/2006/main" noGrp="1"/>
          </p:cNvSpPr>
          <p:nvPr/>
        </p:nvSpPr>
        <p:spPr>
          <a:xfrm xmlns:a="http://schemas.openxmlformats.org/drawingml/2006/main">
            <a:off x="2774950" y="1749425"/>
            <a:ext cx="2571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A</a:t>
            </a:r>
          </a:p>
        </p:txBody>
      </p:sp>
      <p:sp>
        <p:nvSpPr>
          <p:cNvPr id="42" name="B source identity marker t12">
            <a:extLst xmlns:a="http://schemas.openxmlformats.org/drawingml/2006/main">
              <a:ext uri="{FF2B5EF4-FFF2-40B4-BE49-F238E27FC236}">
                <a16:creationId xmlns:a16="http://schemas.microsoft.com/office/drawing/2014/main" id="{85324FDB-C2E3-41CC-9CC5-038BAA57AD49}"/>
              </a:ext>
            </a:extLst>
          </p:cNvPr>
          <p:cNvSpPr>
            <a:spLocks xmlns:a="http://schemas.openxmlformats.org/drawingml/2006/main" noGrp="1"/>
          </p:cNvSpPr>
          <p:nvPr/>
        </p:nvSpPr>
        <p:spPr>
          <a:xfrm xmlns:a="http://schemas.openxmlformats.org/drawingml/2006/main">
            <a:off x="3018869" y="1180544"/>
            <a:ext cx="116205" cy="116205"/>
          </a:xfrm>
          <a:prstGeom xmlns:a="http://schemas.openxmlformats.org/drawingml/2006/main" prst="ellipse">
            <a:avLst/>
          </a:prstGeom>
          <a:noFill xmlns:a="http://schemas.openxmlformats.org/drawingml/2006/main"/>
          <a:ln xmlns:a="http://schemas.openxmlformats.org/drawingml/2006/main" w="19050">
            <a:solidFill>
              <a:srgbClr val="FDE725"/>
            </a:solidFill>
          </a:ln>
        </p:spPr>
      </p:sp>
      <p:sp>
        <p:nvSpPr>
          <p:cNvPr id="43" name="B black source label t12">
            <a:extLst xmlns:a="http://schemas.openxmlformats.org/drawingml/2006/main">
              <a:ext uri="{FF2B5EF4-FFF2-40B4-BE49-F238E27FC236}">
                <a16:creationId xmlns:a16="http://schemas.microsoft.com/office/drawing/2014/main" id="{5ED387FF-05E8-4F3F-9FD3-8919C29E07F9}"/>
              </a:ext>
            </a:extLst>
          </p:cNvPr>
          <p:cNvSpPr>
            <a:spLocks xmlns:a="http://schemas.openxmlformats.org/drawingml/2006/main" noGrp="1"/>
          </p:cNvSpPr>
          <p:nvPr/>
        </p:nvSpPr>
        <p:spPr>
          <a:xfrm xmlns:a="http://schemas.openxmlformats.org/drawingml/2006/main">
            <a:off x="3172222" y="990997"/>
            <a:ext cx="2571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B</a:t>
            </a:r>
          </a:p>
        </p:txBody>
      </p:sp>
      <p:sp>
        <p:nvSpPr>
          <p:cNvPr id="44" name="C source identity marker t12">
            <a:extLst xmlns:a="http://schemas.openxmlformats.org/drawingml/2006/main">
              <a:ext uri="{FF2B5EF4-FFF2-40B4-BE49-F238E27FC236}">
                <a16:creationId xmlns:a16="http://schemas.microsoft.com/office/drawing/2014/main" id="{EBEAA5E9-B85A-44DE-913A-1A80DE047EF8}"/>
              </a:ext>
            </a:extLst>
          </p:cNvPr>
          <p:cNvSpPr>
            <a:spLocks xmlns:a="http://schemas.openxmlformats.org/drawingml/2006/main" noGrp="1"/>
          </p:cNvSpPr>
          <p:nvPr/>
        </p:nvSpPr>
        <p:spPr>
          <a:xfrm xmlns:a="http://schemas.openxmlformats.org/drawingml/2006/main">
            <a:off x="3761105" y="767080"/>
            <a:ext cx="148590" cy="148590"/>
          </a:xfrm>
          <a:prstGeom xmlns:a="http://schemas.openxmlformats.org/drawingml/2006/main" prst="ellipse">
            <a:avLst/>
          </a:prstGeom>
          <a:noFill xmlns:a="http://schemas.openxmlformats.org/drawingml/2006/main"/>
          <a:ln xmlns:a="http://schemas.openxmlformats.org/drawingml/2006/main" w="19050">
            <a:solidFill>
              <a:srgbClr val="D9E219"/>
            </a:solidFill>
          </a:ln>
        </p:spPr>
      </p:sp>
      <p:sp>
        <p:nvSpPr>
          <p:cNvPr id="45" name="C black source label t12">
            <a:extLst xmlns:a="http://schemas.openxmlformats.org/drawingml/2006/main">
              <a:ext uri="{FF2B5EF4-FFF2-40B4-BE49-F238E27FC236}">
                <a16:creationId xmlns:a16="http://schemas.microsoft.com/office/drawing/2014/main" id="{D4AD5297-4191-4078-901D-80F625182B2D}"/>
              </a:ext>
            </a:extLst>
          </p:cNvPr>
          <p:cNvSpPr>
            <a:spLocks xmlns:a="http://schemas.openxmlformats.org/drawingml/2006/main" noGrp="1"/>
          </p:cNvSpPr>
          <p:nvPr/>
        </p:nvSpPr>
        <p:spPr>
          <a:xfrm xmlns:a="http://schemas.openxmlformats.org/drawingml/2006/main">
            <a:off x="3930650" y="593725"/>
            <a:ext cx="2571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C</a:t>
            </a:r>
          </a:p>
        </p:txBody>
      </p:sp>
      <p:sp>
        <p:nvSpPr>
          <p:cNvPr id="46" name="Scientific line">
            <a:extLst xmlns:a="http://schemas.openxmlformats.org/drawingml/2006/main">
              <a:ext uri="{FF2B5EF4-FFF2-40B4-BE49-F238E27FC236}">
                <a16:creationId xmlns:a16="http://schemas.microsoft.com/office/drawing/2014/main" id="{95481501-CF8C-42FC-AD58-5371AD5AC99F}"/>
              </a:ext>
            </a:extLst>
          </p:cNvPr>
          <p:cNvSpPr>
            <a:spLocks xmlns:a="http://schemas.openxmlformats.org/drawingml/2006/main" noGrp="1"/>
          </p:cNvSpPr>
          <p:nvPr/>
        </p:nvSpPr>
        <p:spPr>
          <a:xfrm xmlns:a="http://schemas.openxmlformats.org/drawingml/2006/main">
            <a:off x="2390775" y="2457450"/>
            <a:ext cx="1733550" cy="95"/>
          </a:xfrm>
          <a:custGeom xmlns:a="http://schemas.openxmlformats.org/drawingml/2006/main">
            <a:pathLst>
              <a:path w="1733550" h="95">
                <a:moveTo>
                  <a:pt x="0" y="0"/>
                </a:moveTo>
                <a:lnTo>
                  <a:pt x="1733550" y="0"/>
                </a:lnTo>
              </a:path>
            </a:pathLst>
          </a:custGeom>
          <a:noFill xmlns:a="http://schemas.openxmlformats.org/drawingml/2006/main"/>
          <a:ln xmlns:a="http://schemas.openxmlformats.org/drawingml/2006/main" w="11430">
            <a:solidFill>
              <a:srgbClr val="000000"/>
            </a:solidFill>
            <a:prstDash val="solid"/>
          </a:ln>
        </p:spPr>
      </p:sp>
      <p:sp>
        <p:nvSpPr>
          <p:cNvPr id="47" name="Scientific line">
            <a:extLst xmlns:a="http://schemas.openxmlformats.org/drawingml/2006/main">
              <a:ext uri="{FF2B5EF4-FFF2-40B4-BE49-F238E27FC236}">
                <a16:creationId xmlns:a16="http://schemas.microsoft.com/office/drawing/2014/main" id="{C54CA984-1048-4F95-970E-FB905DB0C13F}"/>
              </a:ext>
            </a:extLst>
          </p:cNvPr>
          <p:cNvSpPr>
            <a:spLocks xmlns:a="http://schemas.openxmlformats.org/drawingml/2006/main" noGrp="1"/>
          </p:cNvSpPr>
          <p:nvPr/>
        </p:nvSpPr>
        <p:spPr>
          <a:xfrm xmlns:a="http://schemas.openxmlformats.org/drawingml/2006/main">
            <a:off x="4067175" y="2428875"/>
            <a:ext cx="57150" cy="28575"/>
          </a:xfrm>
          <a:custGeom xmlns:a="http://schemas.openxmlformats.org/drawingml/2006/main">
            <a:pathLst>
              <a:path w="57150" h="28575">
                <a:moveTo>
                  <a:pt x="0" y="0"/>
                </a:moveTo>
                <a:lnTo>
                  <a:pt x="57150" y="28575"/>
                </a:lnTo>
              </a:path>
            </a:pathLst>
          </a:custGeom>
          <a:noFill xmlns:a="http://schemas.openxmlformats.org/drawingml/2006/main"/>
          <a:ln xmlns:a="http://schemas.openxmlformats.org/drawingml/2006/main" w="11430">
            <a:solidFill>
              <a:srgbClr val="000000"/>
            </a:solidFill>
            <a:prstDash val="solid"/>
          </a:ln>
        </p:spPr>
      </p:sp>
      <p:sp>
        <p:nvSpPr>
          <p:cNvPr id="48" name="Scientific line">
            <a:extLst xmlns:a="http://schemas.openxmlformats.org/drawingml/2006/main">
              <a:ext uri="{FF2B5EF4-FFF2-40B4-BE49-F238E27FC236}">
                <a16:creationId xmlns:a16="http://schemas.microsoft.com/office/drawing/2014/main" id="{6E7D78D0-C180-457B-A91D-6E4B74785FAA}"/>
              </a:ext>
            </a:extLst>
          </p:cNvPr>
          <p:cNvSpPr>
            <a:spLocks xmlns:a="http://schemas.openxmlformats.org/drawingml/2006/main" noGrp="1"/>
          </p:cNvSpPr>
          <p:nvPr/>
        </p:nvSpPr>
        <p:spPr>
          <a:xfrm xmlns:a="http://schemas.openxmlformats.org/drawingml/2006/main">
            <a:off x="4067175" y="2457450"/>
            <a:ext cx="57150" cy="28575"/>
          </a:xfrm>
          <a:custGeom xmlns:a="http://schemas.openxmlformats.org/drawingml/2006/main">
            <a:pathLst>
              <a:path w="57150" h="28575">
                <a:moveTo>
                  <a:pt x="0" y="28575"/>
                </a:moveTo>
                <a:lnTo>
                  <a:pt x="57150" y="0"/>
                </a:lnTo>
              </a:path>
            </a:pathLst>
          </a:custGeom>
          <a:noFill xmlns:a="http://schemas.openxmlformats.org/drawingml/2006/main"/>
          <a:ln xmlns:a="http://schemas.openxmlformats.org/drawingml/2006/main" w="11430">
            <a:solidFill>
              <a:srgbClr val="000000"/>
            </a:solidFill>
            <a:prstDash val="solid"/>
          </a:ln>
        </p:spPr>
      </p:sp>
      <p:sp>
        <p:nvSpPr>
          <p:cNvPr id="49" name="A matching d-axis marker t12">
            <a:extLst xmlns:a="http://schemas.openxmlformats.org/drawingml/2006/main">
              <a:ext uri="{FF2B5EF4-FFF2-40B4-BE49-F238E27FC236}">
                <a16:creationId xmlns:a16="http://schemas.microsoft.com/office/drawing/2014/main" id="{DDC6D0AD-AFC6-4945-8B27-C25F4895893E}"/>
              </a:ext>
            </a:extLst>
          </p:cNvPr>
          <p:cNvSpPr>
            <a:spLocks xmlns:a="http://schemas.openxmlformats.org/drawingml/2006/main" noGrp="1"/>
          </p:cNvSpPr>
          <p:nvPr/>
        </p:nvSpPr>
        <p:spPr>
          <a:xfrm xmlns:a="http://schemas.openxmlformats.org/drawingml/2006/main">
            <a:off x="2637790" y="2415540"/>
            <a:ext cx="83820" cy="83820"/>
          </a:xfrm>
          <a:prstGeom xmlns:a="http://schemas.openxmlformats.org/drawingml/2006/main" prst="ellipse">
            <a:avLst/>
          </a:prstGeom>
          <a:solidFill xmlns:a="http://schemas.openxmlformats.org/drawingml/2006/main">
            <a:srgbClr val="ECE51B"/>
          </a:solidFill>
          <a:ln xmlns:a="http://schemas.openxmlformats.org/drawingml/2006/main" w="19050">
            <a:solidFill>
              <a:srgbClr val="ECE51B"/>
            </a:solidFill>
          </a:ln>
        </p:spPr>
      </p:sp>
      <p:sp>
        <p:nvSpPr>
          <p:cNvPr id="50" name="A">
            <a:extLst xmlns:a="http://schemas.openxmlformats.org/drawingml/2006/main">
              <a:ext uri="{FF2B5EF4-FFF2-40B4-BE49-F238E27FC236}">
                <a16:creationId xmlns:a16="http://schemas.microsoft.com/office/drawing/2014/main" id="{4DF4DB4E-1BD6-48C1-BEB5-D03990C1C59F}"/>
              </a:ext>
            </a:extLst>
          </p:cNvPr>
          <p:cNvSpPr>
            <a:spLocks xmlns:a="http://schemas.openxmlformats.org/drawingml/2006/main" noGrp="1"/>
          </p:cNvSpPr>
          <p:nvPr/>
        </p:nvSpPr>
        <p:spPr>
          <a:xfrm xmlns:a="http://schemas.openxmlformats.org/drawingml/2006/main">
            <a:off x="2546350" y="2562225"/>
            <a:ext cx="266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000000"/>
                </a:solidFill>
                <a:latin typeface="Arial"/>
                <a:ea typeface="Arial"/>
                <a:cs typeface="Arial"/>
              </a:defRPr>
            </a:defPPr>
            <a:lvl1pPr algn="ctr">
              <a:defRPr sz="1500" b="1">
                <a:solidFill>
                  <a:srgbClr val="000000"/>
                </a:solidFill>
                <a:latin typeface="Arial"/>
                <a:ea typeface="Arial"/>
                <a:cs typeface="Arial"/>
              </a:defRPr>
            </a:lvl1pPr>
            <a:lvl2pPr algn="ctr">
              <a:defRPr sz="1500" b="1">
                <a:solidFill>
                  <a:srgbClr val="000000"/>
                </a:solidFill>
                <a:latin typeface="Arial"/>
                <a:ea typeface="Arial"/>
                <a:cs typeface="Arial"/>
              </a:defRPr>
            </a:lvl2pPr>
            <a:lvl3pPr algn="ctr">
              <a:defRPr sz="1500" b="1">
                <a:solidFill>
                  <a:srgbClr val="000000"/>
                </a:solidFill>
                <a:latin typeface="Arial"/>
                <a:ea typeface="Arial"/>
                <a:cs typeface="Arial"/>
              </a:defRPr>
            </a:lvl3pPr>
            <a:lvl4pPr algn="ctr">
              <a:defRPr sz="1500" b="1">
                <a:solidFill>
                  <a:srgbClr val="000000"/>
                </a:solidFill>
                <a:latin typeface="Arial"/>
                <a:ea typeface="Arial"/>
                <a:cs typeface="Arial"/>
              </a:defRPr>
            </a:lvl4pPr>
            <a:lvl5pPr algn="ctr">
              <a:defRPr sz="1500" b="1">
                <a:solidFill>
                  <a:srgbClr val="000000"/>
                </a:solidFill>
                <a:latin typeface="Arial"/>
                <a:ea typeface="Arial"/>
                <a:cs typeface="Arial"/>
              </a:defRPr>
            </a:lvl5pPr>
            <a:lvl6pPr algn="ctr">
              <a:defRPr sz="1500" b="1">
                <a:solidFill>
                  <a:srgbClr val="000000"/>
                </a:solidFill>
                <a:latin typeface="Arial"/>
                <a:ea typeface="Arial"/>
                <a:cs typeface="Arial"/>
              </a:defRPr>
            </a:lvl6pPr>
            <a:lvl7pPr algn="ctr">
              <a:defRPr sz="1500" b="1">
                <a:solidFill>
                  <a:srgbClr val="000000"/>
                </a:solidFill>
                <a:latin typeface="Arial"/>
                <a:ea typeface="Arial"/>
                <a:cs typeface="Arial"/>
              </a:defRPr>
            </a:lvl7pPr>
            <a:lvl8pPr algn="ctr">
              <a:defRPr sz="1500" b="1">
                <a:solidFill>
                  <a:srgbClr val="000000"/>
                </a:solidFill>
                <a:latin typeface="Arial"/>
                <a:ea typeface="Arial"/>
                <a:cs typeface="Arial"/>
              </a:defRPr>
            </a:lvl8pPr>
            <a:lvl9pPr algn="ctr">
              <a:defRPr sz="1500" b="1">
                <a:solidFill>
                  <a:srgbClr val="000000"/>
                </a:solidFill>
                <a:latin typeface="Arial"/>
                <a:ea typeface="Arial"/>
                <a:cs typeface="Arial"/>
              </a:defRPr>
            </a:lvl9pPr>
          </a:lstStyle>
          <a:p xmlns:a="http://schemas.openxmlformats.org/drawingml/2006/main">
            <a:pPr algn="ctr">
              <a:defRPr sz="1500" b="1">
                <a:solidFill>
                  <a:srgbClr val="000000"/>
                </a:solidFill>
                <a:latin typeface="Arial"/>
                <a:ea typeface="Arial"/>
                <a:cs typeface="Arial"/>
              </a:defRPr>
            </a:pPr>
            <a:r>
              <a:rPr sz="1500" b="1">
                <a:solidFill>
                  <a:srgbClr val="000000"/>
                </a:solidFill>
                <a:latin typeface="Arial"/>
                <a:ea typeface="Arial"/>
                <a:cs typeface="Arial"/>
              </a:rPr>
              <a:t>A</a:t>
            </a:r>
          </a:p>
        </p:txBody>
      </p:sp>
      <p:sp>
        <p:nvSpPr>
          <p:cNvPr id="51" name="A exact d coordinate t12">
            <a:extLst xmlns:a="http://schemas.openxmlformats.org/drawingml/2006/main">
              <a:ext uri="{FF2B5EF4-FFF2-40B4-BE49-F238E27FC236}">
                <a16:creationId xmlns:a16="http://schemas.microsoft.com/office/drawing/2014/main" id="{B59126B6-28EC-4575-AE64-B28DC2B1395F}"/>
              </a:ext>
            </a:extLst>
          </p:cNvPr>
          <p:cNvSpPr>
            <a:spLocks xmlns:a="http://schemas.openxmlformats.org/drawingml/2006/main" noGrp="1"/>
          </p:cNvSpPr>
          <p:nvPr/>
        </p:nvSpPr>
        <p:spPr>
          <a:xfrm xmlns:a="http://schemas.openxmlformats.org/drawingml/2006/main">
            <a:off x="2460625" y="2790825"/>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20</a:t>
            </a:r>
          </a:p>
        </p:txBody>
      </p:sp>
      <p:sp>
        <p:nvSpPr>
          <p:cNvPr id="52" name="B matching d-axis marker t12">
            <a:extLst xmlns:a="http://schemas.openxmlformats.org/drawingml/2006/main">
              <a:ext uri="{FF2B5EF4-FFF2-40B4-BE49-F238E27FC236}">
                <a16:creationId xmlns:a16="http://schemas.microsoft.com/office/drawing/2014/main" id="{7620C5CB-4065-4DF6-87CE-4A6E29E32EB6}"/>
              </a:ext>
            </a:extLst>
          </p:cNvPr>
          <p:cNvSpPr>
            <a:spLocks xmlns:a="http://schemas.openxmlformats.org/drawingml/2006/main" noGrp="1"/>
          </p:cNvSpPr>
          <p:nvPr/>
        </p:nvSpPr>
        <p:spPr>
          <a:xfrm xmlns:a="http://schemas.openxmlformats.org/drawingml/2006/main">
            <a:off x="3018869" y="2399348"/>
            <a:ext cx="116205" cy="116205"/>
          </a:xfrm>
          <a:prstGeom xmlns:a="http://schemas.openxmlformats.org/drawingml/2006/main" prst="ellipse">
            <a:avLst/>
          </a:prstGeom>
          <a:solidFill xmlns:a="http://schemas.openxmlformats.org/drawingml/2006/main">
            <a:srgbClr val="FDE725"/>
          </a:solidFill>
          <a:ln xmlns:a="http://schemas.openxmlformats.org/drawingml/2006/main" w="19050">
            <a:solidFill>
              <a:srgbClr val="FDE725"/>
            </a:solidFill>
          </a:ln>
        </p:spPr>
      </p:sp>
      <p:sp>
        <p:nvSpPr>
          <p:cNvPr id="53" name="B">
            <a:extLst xmlns:a="http://schemas.openxmlformats.org/drawingml/2006/main">
              <a:ext uri="{FF2B5EF4-FFF2-40B4-BE49-F238E27FC236}">
                <a16:creationId xmlns:a16="http://schemas.microsoft.com/office/drawing/2014/main" id="{FA7B9963-3882-40C8-83CC-EF9A3FEFA817}"/>
              </a:ext>
            </a:extLst>
          </p:cNvPr>
          <p:cNvSpPr>
            <a:spLocks xmlns:a="http://schemas.openxmlformats.org/drawingml/2006/main" noGrp="1"/>
          </p:cNvSpPr>
          <p:nvPr/>
        </p:nvSpPr>
        <p:spPr>
          <a:xfrm xmlns:a="http://schemas.openxmlformats.org/drawingml/2006/main">
            <a:off x="2943622" y="2562225"/>
            <a:ext cx="266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000000"/>
                </a:solidFill>
                <a:latin typeface="Arial"/>
                <a:ea typeface="Arial"/>
                <a:cs typeface="Arial"/>
              </a:defRPr>
            </a:defPPr>
            <a:lvl1pPr algn="ctr">
              <a:defRPr sz="1500" b="1">
                <a:solidFill>
                  <a:srgbClr val="000000"/>
                </a:solidFill>
                <a:latin typeface="Arial"/>
                <a:ea typeface="Arial"/>
                <a:cs typeface="Arial"/>
              </a:defRPr>
            </a:lvl1pPr>
            <a:lvl2pPr algn="ctr">
              <a:defRPr sz="1500" b="1">
                <a:solidFill>
                  <a:srgbClr val="000000"/>
                </a:solidFill>
                <a:latin typeface="Arial"/>
                <a:ea typeface="Arial"/>
                <a:cs typeface="Arial"/>
              </a:defRPr>
            </a:lvl2pPr>
            <a:lvl3pPr algn="ctr">
              <a:defRPr sz="1500" b="1">
                <a:solidFill>
                  <a:srgbClr val="000000"/>
                </a:solidFill>
                <a:latin typeface="Arial"/>
                <a:ea typeface="Arial"/>
                <a:cs typeface="Arial"/>
              </a:defRPr>
            </a:lvl3pPr>
            <a:lvl4pPr algn="ctr">
              <a:defRPr sz="1500" b="1">
                <a:solidFill>
                  <a:srgbClr val="000000"/>
                </a:solidFill>
                <a:latin typeface="Arial"/>
                <a:ea typeface="Arial"/>
                <a:cs typeface="Arial"/>
              </a:defRPr>
            </a:lvl4pPr>
            <a:lvl5pPr algn="ctr">
              <a:defRPr sz="1500" b="1">
                <a:solidFill>
                  <a:srgbClr val="000000"/>
                </a:solidFill>
                <a:latin typeface="Arial"/>
                <a:ea typeface="Arial"/>
                <a:cs typeface="Arial"/>
              </a:defRPr>
            </a:lvl5pPr>
            <a:lvl6pPr algn="ctr">
              <a:defRPr sz="1500" b="1">
                <a:solidFill>
                  <a:srgbClr val="000000"/>
                </a:solidFill>
                <a:latin typeface="Arial"/>
                <a:ea typeface="Arial"/>
                <a:cs typeface="Arial"/>
              </a:defRPr>
            </a:lvl6pPr>
            <a:lvl7pPr algn="ctr">
              <a:defRPr sz="1500" b="1">
                <a:solidFill>
                  <a:srgbClr val="000000"/>
                </a:solidFill>
                <a:latin typeface="Arial"/>
                <a:ea typeface="Arial"/>
                <a:cs typeface="Arial"/>
              </a:defRPr>
            </a:lvl7pPr>
            <a:lvl8pPr algn="ctr">
              <a:defRPr sz="1500" b="1">
                <a:solidFill>
                  <a:srgbClr val="000000"/>
                </a:solidFill>
                <a:latin typeface="Arial"/>
                <a:ea typeface="Arial"/>
                <a:cs typeface="Arial"/>
              </a:defRPr>
            </a:lvl8pPr>
            <a:lvl9pPr algn="ctr">
              <a:defRPr sz="1500" b="1">
                <a:solidFill>
                  <a:srgbClr val="000000"/>
                </a:solidFill>
                <a:latin typeface="Arial"/>
                <a:ea typeface="Arial"/>
                <a:cs typeface="Arial"/>
              </a:defRPr>
            </a:lvl9pPr>
          </a:lstStyle>
          <a:p xmlns:a="http://schemas.openxmlformats.org/drawingml/2006/main">
            <a:pPr algn="ctr">
              <a:defRPr sz="1500" b="1">
                <a:solidFill>
                  <a:srgbClr val="000000"/>
                </a:solidFill>
                <a:latin typeface="Arial"/>
                <a:ea typeface="Arial"/>
                <a:cs typeface="Arial"/>
              </a:defRPr>
            </a:pPr>
            <a:r>
              <a:rPr sz="1500" b="1">
                <a:solidFill>
                  <a:srgbClr val="000000"/>
                </a:solidFill>
                <a:latin typeface="Arial"/>
                <a:ea typeface="Arial"/>
                <a:cs typeface="Arial"/>
              </a:rPr>
              <a:t>B</a:t>
            </a:r>
          </a:p>
        </p:txBody>
      </p:sp>
      <p:sp>
        <p:nvSpPr>
          <p:cNvPr id="54" name="B exact d coordinate t12">
            <a:extLst xmlns:a="http://schemas.openxmlformats.org/drawingml/2006/main">
              <a:ext uri="{FF2B5EF4-FFF2-40B4-BE49-F238E27FC236}">
                <a16:creationId xmlns:a16="http://schemas.microsoft.com/office/drawing/2014/main" id="{16DC8A7E-D4AC-4A64-82FC-5A586BE62A10}"/>
              </a:ext>
            </a:extLst>
          </p:cNvPr>
          <p:cNvSpPr>
            <a:spLocks xmlns:a="http://schemas.openxmlformats.org/drawingml/2006/main" noGrp="1"/>
          </p:cNvSpPr>
          <p:nvPr/>
        </p:nvSpPr>
        <p:spPr>
          <a:xfrm xmlns:a="http://schemas.openxmlformats.org/drawingml/2006/main">
            <a:off x="2857897" y="2790825"/>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47.5</a:t>
            </a:r>
          </a:p>
        </p:txBody>
      </p:sp>
      <p:sp>
        <p:nvSpPr>
          <p:cNvPr id="55" name="C matching d-axis marker t12">
            <a:extLst xmlns:a="http://schemas.openxmlformats.org/drawingml/2006/main">
              <a:ext uri="{FF2B5EF4-FFF2-40B4-BE49-F238E27FC236}">
                <a16:creationId xmlns:a16="http://schemas.microsoft.com/office/drawing/2014/main" id="{A500D364-947D-41B9-9CCC-5BA5C2D1A7EE}"/>
              </a:ext>
            </a:extLst>
          </p:cNvPr>
          <p:cNvSpPr>
            <a:spLocks xmlns:a="http://schemas.openxmlformats.org/drawingml/2006/main" noGrp="1"/>
          </p:cNvSpPr>
          <p:nvPr/>
        </p:nvSpPr>
        <p:spPr>
          <a:xfrm xmlns:a="http://schemas.openxmlformats.org/drawingml/2006/main">
            <a:off x="3761105" y="2383155"/>
            <a:ext cx="148590" cy="148590"/>
          </a:xfrm>
          <a:prstGeom xmlns:a="http://schemas.openxmlformats.org/drawingml/2006/main" prst="ellipse">
            <a:avLst/>
          </a:prstGeom>
          <a:solidFill xmlns:a="http://schemas.openxmlformats.org/drawingml/2006/main">
            <a:srgbClr val="D9E219"/>
          </a:solidFill>
          <a:ln xmlns:a="http://schemas.openxmlformats.org/drawingml/2006/main" w="19050">
            <a:solidFill>
              <a:srgbClr val="D9E219"/>
            </a:solidFill>
          </a:ln>
        </p:spPr>
      </p:sp>
      <p:sp>
        <p:nvSpPr>
          <p:cNvPr id="56" name="C">
            <a:extLst xmlns:a="http://schemas.openxmlformats.org/drawingml/2006/main">
              <a:ext uri="{FF2B5EF4-FFF2-40B4-BE49-F238E27FC236}">
                <a16:creationId xmlns:a16="http://schemas.microsoft.com/office/drawing/2014/main" id="{DD9A8F90-D671-4D87-A0D5-706890ECA373}"/>
              </a:ext>
            </a:extLst>
          </p:cNvPr>
          <p:cNvSpPr>
            <a:spLocks xmlns:a="http://schemas.openxmlformats.org/drawingml/2006/main" noGrp="1"/>
          </p:cNvSpPr>
          <p:nvPr/>
        </p:nvSpPr>
        <p:spPr>
          <a:xfrm xmlns:a="http://schemas.openxmlformats.org/drawingml/2006/main">
            <a:off x="3702050" y="2562225"/>
            <a:ext cx="266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000000"/>
                </a:solidFill>
                <a:latin typeface="Arial"/>
                <a:ea typeface="Arial"/>
                <a:cs typeface="Arial"/>
              </a:defRPr>
            </a:defPPr>
            <a:lvl1pPr algn="ctr">
              <a:defRPr sz="1500" b="1">
                <a:solidFill>
                  <a:srgbClr val="000000"/>
                </a:solidFill>
                <a:latin typeface="Arial"/>
                <a:ea typeface="Arial"/>
                <a:cs typeface="Arial"/>
              </a:defRPr>
            </a:lvl1pPr>
            <a:lvl2pPr algn="ctr">
              <a:defRPr sz="1500" b="1">
                <a:solidFill>
                  <a:srgbClr val="000000"/>
                </a:solidFill>
                <a:latin typeface="Arial"/>
                <a:ea typeface="Arial"/>
                <a:cs typeface="Arial"/>
              </a:defRPr>
            </a:lvl2pPr>
            <a:lvl3pPr algn="ctr">
              <a:defRPr sz="1500" b="1">
                <a:solidFill>
                  <a:srgbClr val="000000"/>
                </a:solidFill>
                <a:latin typeface="Arial"/>
                <a:ea typeface="Arial"/>
                <a:cs typeface="Arial"/>
              </a:defRPr>
            </a:lvl3pPr>
            <a:lvl4pPr algn="ctr">
              <a:defRPr sz="1500" b="1">
                <a:solidFill>
                  <a:srgbClr val="000000"/>
                </a:solidFill>
                <a:latin typeface="Arial"/>
                <a:ea typeface="Arial"/>
                <a:cs typeface="Arial"/>
              </a:defRPr>
            </a:lvl4pPr>
            <a:lvl5pPr algn="ctr">
              <a:defRPr sz="1500" b="1">
                <a:solidFill>
                  <a:srgbClr val="000000"/>
                </a:solidFill>
                <a:latin typeface="Arial"/>
                <a:ea typeface="Arial"/>
                <a:cs typeface="Arial"/>
              </a:defRPr>
            </a:lvl5pPr>
            <a:lvl6pPr algn="ctr">
              <a:defRPr sz="1500" b="1">
                <a:solidFill>
                  <a:srgbClr val="000000"/>
                </a:solidFill>
                <a:latin typeface="Arial"/>
                <a:ea typeface="Arial"/>
                <a:cs typeface="Arial"/>
              </a:defRPr>
            </a:lvl6pPr>
            <a:lvl7pPr algn="ctr">
              <a:defRPr sz="1500" b="1">
                <a:solidFill>
                  <a:srgbClr val="000000"/>
                </a:solidFill>
                <a:latin typeface="Arial"/>
                <a:ea typeface="Arial"/>
                <a:cs typeface="Arial"/>
              </a:defRPr>
            </a:lvl7pPr>
            <a:lvl8pPr algn="ctr">
              <a:defRPr sz="1500" b="1">
                <a:solidFill>
                  <a:srgbClr val="000000"/>
                </a:solidFill>
                <a:latin typeface="Arial"/>
                <a:ea typeface="Arial"/>
                <a:cs typeface="Arial"/>
              </a:defRPr>
            </a:lvl8pPr>
            <a:lvl9pPr algn="ctr">
              <a:defRPr sz="1500" b="1">
                <a:solidFill>
                  <a:srgbClr val="000000"/>
                </a:solidFill>
                <a:latin typeface="Arial"/>
                <a:ea typeface="Arial"/>
                <a:cs typeface="Arial"/>
              </a:defRPr>
            </a:lvl9pPr>
          </a:lstStyle>
          <a:p xmlns:a="http://schemas.openxmlformats.org/drawingml/2006/main">
            <a:pPr algn="ctr">
              <a:defRPr sz="1500" b="1">
                <a:solidFill>
                  <a:srgbClr val="000000"/>
                </a:solidFill>
                <a:latin typeface="Arial"/>
                <a:ea typeface="Arial"/>
                <a:cs typeface="Arial"/>
              </a:defRPr>
            </a:pPr>
            <a:r>
              <a:rPr sz="1500" b="1">
                <a:solidFill>
                  <a:srgbClr val="000000"/>
                </a:solidFill>
                <a:latin typeface="Arial"/>
                <a:ea typeface="Arial"/>
                <a:cs typeface="Arial"/>
              </a:rPr>
              <a:t>C</a:t>
            </a:r>
          </a:p>
        </p:txBody>
      </p:sp>
      <p:sp>
        <p:nvSpPr>
          <p:cNvPr id="57" name="C exact d coordinate t12">
            <a:extLst xmlns:a="http://schemas.openxmlformats.org/drawingml/2006/main">
              <a:ext uri="{FF2B5EF4-FFF2-40B4-BE49-F238E27FC236}">
                <a16:creationId xmlns:a16="http://schemas.microsoft.com/office/drawing/2014/main" id="{8A17F15E-6BF5-458C-BCB9-F09E4C470247}"/>
              </a:ext>
            </a:extLst>
          </p:cNvPr>
          <p:cNvSpPr>
            <a:spLocks xmlns:a="http://schemas.openxmlformats.org/drawingml/2006/main" noGrp="1"/>
          </p:cNvSpPr>
          <p:nvPr/>
        </p:nvSpPr>
        <p:spPr>
          <a:xfrm xmlns:a="http://schemas.openxmlformats.org/drawingml/2006/main">
            <a:off x="3616325" y="2790825"/>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100</a:t>
            </a:r>
          </a:p>
        </p:txBody>
      </p:sp>
      <p:sp>
        <p:nvSpPr>
          <p:cNvPr id="58" name="t = 25">
            <a:extLst xmlns:a="http://schemas.openxmlformats.org/drawingml/2006/main">
              <a:ext uri="{FF2B5EF4-FFF2-40B4-BE49-F238E27FC236}">
                <a16:creationId xmlns:a16="http://schemas.microsoft.com/office/drawing/2014/main" id="{C0FFAA62-7CD2-4C7E-AA62-F5358CF10E3D}"/>
              </a:ext>
            </a:extLst>
          </p:cNvPr>
          <p:cNvSpPr>
            <a:spLocks xmlns:a="http://schemas.openxmlformats.org/drawingml/2006/main" noGrp="1"/>
          </p:cNvSpPr>
          <p:nvPr/>
        </p:nvSpPr>
        <p:spPr>
          <a:xfrm xmlns:a="http://schemas.openxmlformats.org/drawingml/2006/main">
            <a:off x="4352925" y="2857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000000"/>
                </a:solidFill>
                <a:latin typeface="Arial"/>
                <a:ea typeface="Arial"/>
                <a:cs typeface="Arial"/>
              </a:defRPr>
            </a:defPPr>
            <a:lvl1pPr algn="ctr">
              <a:defRPr sz="1500" b="1">
                <a:solidFill>
                  <a:srgbClr val="000000"/>
                </a:solidFill>
                <a:latin typeface="Arial"/>
                <a:ea typeface="Arial"/>
                <a:cs typeface="Arial"/>
              </a:defRPr>
            </a:lvl1pPr>
            <a:lvl2pPr algn="ctr">
              <a:defRPr sz="1500" b="1">
                <a:solidFill>
                  <a:srgbClr val="000000"/>
                </a:solidFill>
                <a:latin typeface="Arial"/>
                <a:ea typeface="Arial"/>
                <a:cs typeface="Arial"/>
              </a:defRPr>
            </a:lvl2pPr>
            <a:lvl3pPr algn="ctr">
              <a:defRPr sz="1500" b="1">
                <a:solidFill>
                  <a:srgbClr val="000000"/>
                </a:solidFill>
                <a:latin typeface="Arial"/>
                <a:ea typeface="Arial"/>
                <a:cs typeface="Arial"/>
              </a:defRPr>
            </a:lvl3pPr>
            <a:lvl4pPr algn="ctr">
              <a:defRPr sz="1500" b="1">
                <a:solidFill>
                  <a:srgbClr val="000000"/>
                </a:solidFill>
                <a:latin typeface="Arial"/>
                <a:ea typeface="Arial"/>
                <a:cs typeface="Arial"/>
              </a:defRPr>
            </a:lvl4pPr>
            <a:lvl5pPr algn="ctr">
              <a:defRPr sz="1500" b="1">
                <a:solidFill>
                  <a:srgbClr val="000000"/>
                </a:solidFill>
                <a:latin typeface="Arial"/>
                <a:ea typeface="Arial"/>
                <a:cs typeface="Arial"/>
              </a:defRPr>
            </a:lvl5pPr>
            <a:lvl6pPr algn="ctr">
              <a:defRPr sz="1500" b="1">
                <a:solidFill>
                  <a:srgbClr val="000000"/>
                </a:solidFill>
                <a:latin typeface="Arial"/>
                <a:ea typeface="Arial"/>
                <a:cs typeface="Arial"/>
              </a:defRPr>
            </a:lvl6pPr>
            <a:lvl7pPr algn="ctr">
              <a:defRPr sz="1500" b="1">
                <a:solidFill>
                  <a:srgbClr val="000000"/>
                </a:solidFill>
                <a:latin typeface="Arial"/>
                <a:ea typeface="Arial"/>
                <a:cs typeface="Arial"/>
              </a:defRPr>
            </a:lvl7pPr>
            <a:lvl8pPr algn="ctr">
              <a:defRPr sz="1500" b="1">
                <a:solidFill>
                  <a:srgbClr val="000000"/>
                </a:solidFill>
                <a:latin typeface="Arial"/>
                <a:ea typeface="Arial"/>
                <a:cs typeface="Arial"/>
              </a:defRPr>
            </a:lvl8pPr>
            <a:lvl9pPr algn="ctr">
              <a:defRPr sz="1500" b="1">
                <a:solidFill>
                  <a:srgbClr val="000000"/>
                </a:solidFill>
                <a:latin typeface="Arial"/>
                <a:ea typeface="Arial"/>
                <a:cs typeface="Arial"/>
              </a:defRPr>
            </a:lvl9pPr>
          </a:lstStyle>
          <a:p xmlns:a="http://schemas.openxmlformats.org/drawingml/2006/main">
            <a:pPr algn="ctr">
              <a:defRPr sz="1500" b="1">
                <a:solidFill>
                  <a:srgbClr val="000000"/>
                </a:solidFill>
                <a:latin typeface="Arial"/>
                <a:ea typeface="Arial"/>
                <a:cs typeface="Arial"/>
              </a:defRPr>
            </a:pPr>
            <a:r>
              <a:rPr sz="1500" b="1">
                <a:solidFill>
                  <a:srgbClr val="000000"/>
                </a:solidFill>
                <a:latin typeface="Arial"/>
                <a:ea typeface="Arial"/>
                <a:cs typeface="Arial"/>
              </a:rPr>
              <a:t>t = 25</a:t>
            </a:r>
          </a:p>
        </p:txBody>
      </p:sp>
      <p:pic>
        <p:nvPicPr>
          <p:cNvPr id="59" name="">
            <a:extLst xmlns:a="http://schemas.openxmlformats.org/drawingml/2006/main">
              <a:ext uri="{FF2B5EF4-FFF2-40B4-BE49-F238E27FC236}">
                <a16:creationId xmlns:a16="http://schemas.microsoft.com/office/drawing/2014/main" id="{6B6DA6A1-CB07-4145-882A-A0D804157A29}"/>
              </a:ext>
            </a:extLst>
          </p:cNvPr>
          <p:cNvPicPr>
            <a:picLocks xmlns:a="http://schemas.openxmlformats.org/drawingml/2006/main" noChangeAspect="1"/>
          </p:cNvPicPr>
          <p:nvPr/>
        </p:nvPicPr>
        <p:blipFill>
          <a:blip xmlns:r="http://schemas.openxmlformats.org/officeDocument/2006/relationships" xmlns:a="http://schemas.openxmlformats.org/drawingml/2006/main" r:embed="R0a2037ce2a8e4216"/>
          <a:stretch xmlns:a="http://schemas.openxmlformats.org/drawingml/2006/main"/>
        </p:blipFill>
        <p:spPr>
          <a:xfrm xmlns:a="http://schemas.openxmlformats.org/drawingml/2006/main">
            <a:off x="4352925" y="552450"/>
            <a:ext cx="1733550" cy="1733550"/>
          </a:xfrm>
          <a:prstGeom xmlns:a="http://schemas.openxmlformats.org/drawingml/2006/main" prst="rect">
            <a:avLst/>
          </a:prstGeom>
        </p:spPr>
      </p:pic>
      <p:sp>
        <p:nvSpPr>
          <p:cNvPr id="60" name="Scientific domain frame">
            <a:extLst xmlns:a="http://schemas.openxmlformats.org/drawingml/2006/main">
              <a:ext uri="{FF2B5EF4-FFF2-40B4-BE49-F238E27FC236}">
                <a16:creationId xmlns:a16="http://schemas.microsoft.com/office/drawing/2014/main" id="{3247CE8F-185B-4457-A29A-C782B155F2C3}"/>
              </a:ext>
            </a:extLst>
          </p:cNvPr>
          <p:cNvSpPr>
            <a:spLocks xmlns:a="http://schemas.openxmlformats.org/drawingml/2006/main" noGrp="1"/>
          </p:cNvSpPr>
          <p:nvPr/>
        </p:nvSpPr>
        <p:spPr>
          <a:xfrm xmlns:a="http://schemas.openxmlformats.org/drawingml/2006/main">
            <a:off x="4352925" y="552450"/>
            <a:ext cx="1733550" cy="1733550"/>
          </a:xfrm>
          <a:prstGeom xmlns:a="http://schemas.openxmlformats.org/drawingml/2006/main" prst="rect">
            <a:avLst/>
          </a:prstGeom>
          <a:noFill xmlns:a="http://schemas.openxmlformats.org/drawingml/2006/main"/>
          <a:ln xmlns:a="http://schemas.openxmlformats.org/drawingml/2006/main" w="7620">
            <a:solidFill>
              <a:srgbClr val="000000"/>
            </a:solidFill>
          </a:ln>
        </p:spPr>
      </p:sp>
      <p:sp>
        <p:nvSpPr>
          <p:cNvPr id="61" name="A source-to-d projection t25">
            <a:extLst xmlns:a="http://schemas.openxmlformats.org/drawingml/2006/main">
              <a:ext uri="{FF2B5EF4-FFF2-40B4-BE49-F238E27FC236}">
                <a16:creationId xmlns:a16="http://schemas.microsoft.com/office/drawing/2014/main" id="{24E12C18-1AEA-42C4-8360-5D30FDED12EE}"/>
              </a:ext>
            </a:extLst>
          </p:cNvPr>
          <p:cNvSpPr>
            <a:spLocks xmlns:a="http://schemas.openxmlformats.org/drawingml/2006/main" noGrp="1"/>
          </p:cNvSpPr>
          <p:nvPr/>
        </p:nvSpPr>
        <p:spPr>
          <a:xfrm xmlns:a="http://schemas.openxmlformats.org/drawingml/2006/main">
            <a:off x="4641850" y="2038985"/>
            <a:ext cx="95" cy="376555"/>
          </a:xfrm>
          <a:custGeom xmlns:a="http://schemas.openxmlformats.org/drawingml/2006/main">
            <a:pathLst>
              <a:path w="95" h="490855">
                <a:moveTo>
                  <a:pt x="0" y="0"/>
                </a:moveTo>
                <a:lnTo>
                  <a:pt x="0" y="490855"/>
                </a:lnTo>
              </a:path>
            </a:pathLst>
          </a:custGeom>
          <a:noFill xmlns:a="http://schemas.openxmlformats.org/drawingml/2006/main"/>
          <a:ln xmlns:a="http://schemas.openxmlformats.org/drawingml/2006/main" w="11906">
            <a:solidFill>
              <a:srgbClr val="000000"/>
            </a:solidFill>
            <a:prstDash val="dash"/>
          </a:ln>
        </p:spPr>
      </p:sp>
      <p:sp>
        <p:nvSpPr>
          <p:cNvPr id="62" name="B source-to-d projection t25">
            <a:extLst xmlns:a="http://schemas.openxmlformats.org/drawingml/2006/main">
              <a:ext uri="{FF2B5EF4-FFF2-40B4-BE49-F238E27FC236}">
                <a16:creationId xmlns:a16="http://schemas.microsoft.com/office/drawing/2014/main" id="{26092C2F-B075-46C4-91D6-CE020C6A0CCE}"/>
              </a:ext>
            </a:extLst>
          </p:cNvPr>
          <p:cNvSpPr>
            <a:spLocks xmlns:a="http://schemas.openxmlformats.org/drawingml/2006/main" noGrp="1"/>
          </p:cNvSpPr>
          <p:nvPr/>
        </p:nvSpPr>
        <p:spPr>
          <a:xfrm xmlns:a="http://schemas.openxmlformats.org/drawingml/2006/main">
            <a:off x="5161915" y="1419543"/>
            <a:ext cx="95" cy="979805"/>
          </a:xfrm>
          <a:custGeom xmlns:a="http://schemas.openxmlformats.org/drawingml/2006/main">
            <a:pathLst>
              <a:path w="95" h="1094105">
                <a:moveTo>
                  <a:pt x="0" y="0"/>
                </a:moveTo>
                <a:lnTo>
                  <a:pt x="0" y="1094105"/>
                </a:lnTo>
              </a:path>
            </a:pathLst>
          </a:custGeom>
          <a:noFill xmlns:a="http://schemas.openxmlformats.org/drawingml/2006/main"/>
          <a:ln xmlns:a="http://schemas.openxmlformats.org/drawingml/2006/main" w="11906">
            <a:solidFill>
              <a:srgbClr val="000000"/>
            </a:solidFill>
            <a:prstDash val="dash"/>
          </a:ln>
        </p:spPr>
      </p:sp>
      <p:sp>
        <p:nvSpPr>
          <p:cNvPr id="63" name="C source-to-d projection t25">
            <a:extLst xmlns:a="http://schemas.openxmlformats.org/drawingml/2006/main">
              <a:ext uri="{FF2B5EF4-FFF2-40B4-BE49-F238E27FC236}">
                <a16:creationId xmlns:a16="http://schemas.microsoft.com/office/drawing/2014/main" id="{56CD667A-A20C-433C-972F-13FDC83BC859}"/>
              </a:ext>
            </a:extLst>
          </p:cNvPr>
          <p:cNvSpPr>
            <a:spLocks xmlns:a="http://schemas.openxmlformats.org/drawingml/2006/main" noGrp="1"/>
          </p:cNvSpPr>
          <p:nvPr/>
        </p:nvSpPr>
        <p:spPr>
          <a:xfrm xmlns:a="http://schemas.openxmlformats.org/drawingml/2006/main">
            <a:off x="5797550" y="915670"/>
            <a:ext cx="95" cy="1467485"/>
          </a:xfrm>
          <a:custGeom xmlns:a="http://schemas.openxmlformats.org/drawingml/2006/main">
            <a:pathLst>
              <a:path w="95" h="1581785">
                <a:moveTo>
                  <a:pt x="0" y="0"/>
                </a:moveTo>
                <a:lnTo>
                  <a:pt x="0" y="1581785"/>
                </a:lnTo>
              </a:path>
            </a:pathLst>
          </a:custGeom>
          <a:noFill xmlns:a="http://schemas.openxmlformats.org/drawingml/2006/main"/>
          <a:ln xmlns:a="http://schemas.openxmlformats.org/drawingml/2006/main" w="11906">
            <a:solidFill>
              <a:srgbClr val="000000"/>
            </a:solidFill>
            <a:prstDash val="dash"/>
          </a:ln>
        </p:spPr>
      </p:sp>
      <p:sp>
        <p:nvSpPr>
          <p:cNvPr id="64" name="A source identity marker t25">
            <a:extLst xmlns:a="http://schemas.openxmlformats.org/drawingml/2006/main">
              <a:ext uri="{FF2B5EF4-FFF2-40B4-BE49-F238E27FC236}">
                <a16:creationId xmlns:a16="http://schemas.microsoft.com/office/drawing/2014/main" id="{3DFD2DE1-F014-487E-9AE5-A30C2FC4C48D}"/>
              </a:ext>
            </a:extLst>
          </p:cNvPr>
          <p:cNvSpPr>
            <a:spLocks xmlns:a="http://schemas.openxmlformats.org/drawingml/2006/main" noGrp="1"/>
          </p:cNvSpPr>
          <p:nvPr/>
        </p:nvSpPr>
        <p:spPr>
          <a:xfrm xmlns:a="http://schemas.openxmlformats.org/drawingml/2006/main">
            <a:off x="4599940" y="1955165"/>
            <a:ext cx="83820" cy="83820"/>
          </a:xfrm>
          <a:prstGeom xmlns:a="http://schemas.openxmlformats.org/drawingml/2006/main" prst="ellipse">
            <a:avLst/>
          </a:prstGeom>
          <a:noFill xmlns:a="http://schemas.openxmlformats.org/drawingml/2006/main"/>
          <a:ln xmlns:a="http://schemas.openxmlformats.org/drawingml/2006/main" w="19050">
            <a:solidFill>
              <a:srgbClr val="ECE51B"/>
            </a:solidFill>
          </a:ln>
        </p:spPr>
      </p:sp>
      <p:sp>
        <p:nvSpPr>
          <p:cNvPr id="65" name="A black source label t25">
            <a:extLst xmlns:a="http://schemas.openxmlformats.org/drawingml/2006/main">
              <a:ext uri="{FF2B5EF4-FFF2-40B4-BE49-F238E27FC236}">
                <a16:creationId xmlns:a16="http://schemas.microsoft.com/office/drawing/2014/main" id="{C0669B35-FF11-4B7C-B457-A0498C877D24}"/>
              </a:ext>
            </a:extLst>
          </p:cNvPr>
          <p:cNvSpPr>
            <a:spLocks xmlns:a="http://schemas.openxmlformats.org/drawingml/2006/main" noGrp="1"/>
          </p:cNvSpPr>
          <p:nvPr/>
        </p:nvSpPr>
        <p:spPr>
          <a:xfrm xmlns:a="http://schemas.openxmlformats.org/drawingml/2006/main">
            <a:off x="4737100" y="1749425"/>
            <a:ext cx="2571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A</a:t>
            </a:r>
          </a:p>
        </p:txBody>
      </p:sp>
      <p:sp>
        <p:nvSpPr>
          <p:cNvPr id="66" name="B source identity marker t25">
            <a:extLst xmlns:a="http://schemas.openxmlformats.org/drawingml/2006/main">
              <a:ext uri="{FF2B5EF4-FFF2-40B4-BE49-F238E27FC236}">
                <a16:creationId xmlns:a16="http://schemas.microsoft.com/office/drawing/2014/main" id="{EEAE0B9B-12F9-41E4-8753-DD684840D75F}"/>
              </a:ext>
            </a:extLst>
          </p:cNvPr>
          <p:cNvSpPr>
            <a:spLocks xmlns:a="http://schemas.openxmlformats.org/drawingml/2006/main" noGrp="1"/>
          </p:cNvSpPr>
          <p:nvPr/>
        </p:nvSpPr>
        <p:spPr>
          <a:xfrm xmlns:a="http://schemas.openxmlformats.org/drawingml/2006/main">
            <a:off x="5103813" y="1303338"/>
            <a:ext cx="116205" cy="116205"/>
          </a:xfrm>
          <a:prstGeom xmlns:a="http://schemas.openxmlformats.org/drawingml/2006/main" prst="ellipse">
            <a:avLst/>
          </a:prstGeom>
          <a:noFill xmlns:a="http://schemas.openxmlformats.org/drawingml/2006/main"/>
          <a:ln xmlns:a="http://schemas.openxmlformats.org/drawingml/2006/main" w="19050">
            <a:solidFill>
              <a:srgbClr val="FDE725"/>
            </a:solidFill>
          </a:ln>
        </p:spPr>
      </p:sp>
      <p:sp>
        <p:nvSpPr>
          <p:cNvPr id="67" name="B black source label t25">
            <a:extLst xmlns:a="http://schemas.openxmlformats.org/drawingml/2006/main">
              <a:ext uri="{FF2B5EF4-FFF2-40B4-BE49-F238E27FC236}">
                <a16:creationId xmlns:a16="http://schemas.microsoft.com/office/drawing/2014/main" id="{B963B77F-6B8B-40F5-B201-1946C6411EFA}"/>
              </a:ext>
            </a:extLst>
          </p:cNvPr>
          <p:cNvSpPr>
            <a:spLocks xmlns:a="http://schemas.openxmlformats.org/drawingml/2006/main" noGrp="1"/>
          </p:cNvSpPr>
          <p:nvPr/>
        </p:nvSpPr>
        <p:spPr>
          <a:xfrm xmlns:a="http://schemas.openxmlformats.org/drawingml/2006/main">
            <a:off x="5257165" y="1113790"/>
            <a:ext cx="2571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B</a:t>
            </a:r>
          </a:p>
        </p:txBody>
      </p:sp>
      <p:sp>
        <p:nvSpPr>
          <p:cNvPr id="68" name="C source identity marker t25">
            <a:extLst xmlns:a="http://schemas.openxmlformats.org/drawingml/2006/main">
              <a:ext uri="{FF2B5EF4-FFF2-40B4-BE49-F238E27FC236}">
                <a16:creationId xmlns:a16="http://schemas.microsoft.com/office/drawing/2014/main" id="{665F310D-E1B7-4495-89DF-271E69C6AA43}"/>
              </a:ext>
            </a:extLst>
          </p:cNvPr>
          <p:cNvSpPr>
            <a:spLocks xmlns:a="http://schemas.openxmlformats.org/drawingml/2006/main" noGrp="1"/>
          </p:cNvSpPr>
          <p:nvPr/>
        </p:nvSpPr>
        <p:spPr>
          <a:xfrm xmlns:a="http://schemas.openxmlformats.org/drawingml/2006/main">
            <a:off x="5723255" y="767080"/>
            <a:ext cx="148590" cy="148590"/>
          </a:xfrm>
          <a:prstGeom xmlns:a="http://schemas.openxmlformats.org/drawingml/2006/main" prst="ellipse">
            <a:avLst/>
          </a:prstGeom>
          <a:noFill xmlns:a="http://schemas.openxmlformats.org/drawingml/2006/main"/>
          <a:ln xmlns:a="http://schemas.openxmlformats.org/drawingml/2006/main" w="19050">
            <a:solidFill>
              <a:srgbClr val="D9E219"/>
            </a:solidFill>
          </a:ln>
        </p:spPr>
      </p:sp>
      <p:sp>
        <p:nvSpPr>
          <p:cNvPr id="69" name="C black source label t25">
            <a:extLst xmlns:a="http://schemas.openxmlformats.org/drawingml/2006/main">
              <a:ext uri="{FF2B5EF4-FFF2-40B4-BE49-F238E27FC236}">
                <a16:creationId xmlns:a16="http://schemas.microsoft.com/office/drawing/2014/main" id="{194F0FAB-C443-41F3-8739-CE95AA8D3E77}"/>
              </a:ext>
            </a:extLst>
          </p:cNvPr>
          <p:cNvSpPr>
            <a:spLocks xmlns:a="http://schemas.openxmlformats.org/drawingml/2006/main" noGrp="1"/>
          </p:cNvSpPr>
          <p:nvPr/>
        </p:nvSpPr>
        <p:spPr>
          <a:xfrm xmlns:a="http://schemas.openxmlformats.org/drawingml/2006/main">
            <a:off x="5892800" y="593725"/>
            <a:ext cx="2571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C</a:t>
            </a:r>
          </a:p>
        </p:txBody>
      </p:sp>
      <p:sp>
        <p:nvSpPr>
          <p:cNvPr id="70" name="Scientific line">
            <a:extLst xmlns:a="http://schemas.openxmlformats.org/drawingml/2006/main">
              <a:ext uri="{FF2B5EF4-FFF2-40B4-BE49-F238E27FC236}">
                <a16:creationId xmlns:a16="http://schemas.microsoft.com/office/drawing/2014/main" id="{8EEDA1C2-A75E-4EE0-920F-0020168740DF}"/>
              </a:ext>
            </a:extLst>
          </p:cNvPr>
          <p:cNvSpPr>
            <a:spLocks xmlns:a="http://schemas.openxmlformats.org/drawingml/2006/main" noGrp="1"/>
          </p:cNvSpPr>
          <p:nvPr/>
        </p:nvSpPr>
        <p:spPr>
          <a:xfrm xmlns:a="http://schemas.openxmlformats.org/drawingml/2006/main">
            <a:off x="4352925" y="2457450"/>
            <a:ext cx="1733550" cy="95"/>
          </a:xfrm>
          <a:custGeom xmlns:a="http://schemas.openxmlformats.org/drawingml/2006/main">
            <a:pathLst>
              <a:path w="1733550" h="95">
                <a:moveTo>
                  <a:pt x="0" y="0"/>
                </a:moveTo>
                <a:lnTo>
                  <a:pt x="1733550" y="0"/>
                </a:lnTo>
              </a:path>
            </a:pathLst>
          </a:custGeom>
          <a:noFill xmlns:a="http://schemas.openxmlformats.org/drawingml/2006/main"/>
          <a:ln xmlns:a="http://schemas.openxmlformats.org/drawingml/2006/main" w="11430">
            <a:solidFill>
              <a:srgbClr val="000000"/>
            </a:solidFill>
            <a:prstDash val="solid"/>
          </a:ln>
        </p:spPr>
      </p:sp>
      <p:sp>
        <p:nvSpPr>
          <p:cNvPr id="71" name="Scientific line">
            <a:extLst xmlns:a="http://schemas.openxmlformats.org/drawingml/2006/main">
              <a:ext uri="{FF2B5EF4-FFF2-40B4-BE49-F238E27FC236}">
                <a16:creationId xmlns:a16="http://schemas.microsoft.com/office/drawing/2014/main" id="{58833A71-4C84-47A6-819A-BB87928A6BC0}"/>
              </a:ext>
            </a:extLst>
          </p:cNvPr>
          <p:cNvSpPr>
            <a:spLocks xmlns:a="http://schemas.openxmlformats.org/drawingml/2006/main" noGrp="1"/>
          </p:cNvSpPr>
          <p:nvPr/>
        </p:nvSpPr>
        <p:spPr>
          <a:xfrm xmlns:a="http://schemas.openxmlformats.org/drawingml/2006/main">
            <a:off x="6029325" y="2428875"/>
            <a:ext cx="57150" cy="28575"/>
          </a:xfrm>
          <a:custGeom xmlns:a="http://schemas.openxmlformats.org/drawingml/2006/main">
            <a:pathLst>
              <a:path w="57150" h="28575">
                <a:moveTo>
                  <a:pt x="0" y="0"/>
                </a:moveTo>
                <a:lnTo>
                  <a:pt x="57150" y="28575"/>
                </a:lnTo>
              </a:path>
            </a:pathLst>
          </a:custGeom>
          <a:noFill xmlns:a="http://schemas.openxmlformats.org/drawingml/2006/main"/>
          <a:ln xmlns:a="http://schemas.openxmlformats.org/drawingml/2006/main" w="11430">
            <a:solidFill>
              <a:srgbClr val="000000"/>
            </a:solidFill>
            <a:prstDash val="solid"/>
          </a:ln>
        </p:spPr>
      </p:sp>
      <p:sp>
        <p:nvSpPr>
          <p:cNvPr id="72" name="Scientific line">
            <a:extLst xmlns:a="http://schemas.openxmlformats.org/drawingml/2006/main">
              <a:ext uri="{FF2B5EF4-FFF2-40B4-BE49-F238E27FC236}">
                <a16:creationId xmlns:a16="http://schemas.microsoft.com/office/drawing/2014/main" id="{2E3EF124-5690-495E-BDA4-9045EAB630B3}"/>
              </a:ext>
            </a:extLst>
          </p:cNvPr>
          <p:cNvSpPr>
            <a:spLocks xmlns:a="http://schemas.openxmlformats.org/drawingml/2006/main" noGrp="1"/>
          </p:cNvSpPr>
          <p:nvPr/>
        </p:nvSpPr>
        <p:spPr>
          <a:xfrm xmlns:a="http://schemas.openxmlformats.org/drawingml/2006/main">
            <a:off x="6029325" y="2457450"/>
            <a:ext cx="57150" cy="28575"/>
          </a:xfrm>
          <a:custGeom xmlns:a="http://schemas.openxmlformats.org/drawingml/2006/main">
            <a:pathLst>
              <a:path w="57150" h="28575">
                <a:moveTo>
                  <a:pt x="0" y="28575"/>
                </a:moveTo>
                <a:lnTo>
                  <a:pt x="57150" y="0"/>
                </a:lnTo>
              </a:path>
            </a:pathLst>
          </a:custGeom>
          <a:noFill xmlns:a="http://schemas.openxmlformats.org/drawingml/2006/main"/>
          <a:ln xmlns:a="http://schemas.openxmlformats.org/drawingml/2006/main" w="11430">
            <a:solidFill>
              <a:srgbClr val="000000"/>
            </a:solidFill>
            <a:prstDash val="solid"/>
          </a:ln>
        </p:spPr>
      </p:sp>
      <p:sp>
        <p:nvSpPr>
          <p:cNvPr id="73" name="A matching d-axis marker t25">
            <a:extLst xmlns:a="http://schemas.openxmlformats.org/drawingml/2006/main">
              <a:ext uri="{FF2B5EF4-FFF2-40B4-BE49-F238E27FC236}">
                <a16:creationId xmlns:a16="http://schemas.microsoft.com/office/drawing/2014/main" id="{A62688CD-8756-419A-930C-F44D7E86E60D}"/>
              </a:ext>
            </a:extLst>
          </p:cNvPr>
          <p:cNvSpPr>
            <a:spLocks xmlns:a="http://schemas.openxmlformats.org/drawingml/2006/main" noGrp="1"/>
          </p:cNvSpPr>
          <p:nvPr/>
        </p:nvSpPr>
        <p:spPr>
          <a:xfrm xmlns:a="http://schemas.openxmlformats.org/drawingml/2006/main">
            <a:off x="4599940" y="2415540"/>
            <a:ext cx="83820" cy="83820"/>
          </a:xfrm>
          <a:prstGeom xmlns:a="http://schemas.openxmlformats.org/drawingml/2006/main" prst="ellipse">
            <a:avLst/>
          </a:prstGeom>
          <a:solidFill xmlns:a="http://schemas.openxmlformats.org/drawingml/2006/main">
            <a:srgbClr val="ECE51B"/>
          </a:solidFill>
          <a:ln xmlns:a="http://schemas.openxmlformats.org/drawingml/2006/main" w="19050">
            <a:solidFill>
              <a:srgbClr val="ECE51B"/>
            </a:solidFill>
          </a:ln>
        </p:spPr>
      </p:sp>
      <p:sp>
        <p:nvSpPr>
          <p:cNvPr id="74" name="A">
            <a:extLst xmlns:a="http://schemas.openxmlformats.org/drawingml/2006/main">
              <a:ext uri="{FF2B5EF4-FFF2-40B4-BE49-F238E27FC236}">
                <a16:creationId xmlns:a16="http://schemas.microsoft.com/office/drawing/2014/main" id="{016BB404-5E16-4DF7-8345-198539FEF125}"/>
              </a:ext>
            </a:extLst>
          </p:cNvPr>
          <p:cNvSpPr>
            <a:spLocks xmlns:a="http://schemas.openxmlformats.org/drawingml/2006/main" noGrp="1"/>
          </p:cNvSpPr>
          <p:nvPr/>
        </p:nvSpPr>
        <p:spPr>
          <a:xfrm xmlns:a="http://schemas.openxmlformats.org/drawingml/2006/main">
            <a:off x="4508500" y="2562225"/>
            <a:ext cx="266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000000"/>
                </a:solidFill>
                <a:latin typeface="Arial"/>
                <a:ea typeface="Arial"/>
                <a:cs typeface="Arial"/>
              </a:defRPr>
            </a:defPPr>
            <a:lvl1pPr algn="ctr">
              <a:defRPr sz="1500" b="1">
                <a:solidFill>
                  <a:srgbClr val="000000"/>
                </a:solidFill>
                <a:latin typeface="Arial"/>
                <a:ea typeface="Arial"/>
                <a:cs typeface="Arial"/>
              </a:defRPr>
            </a:lvl1pPr>
            <a:lvl2pPr algn="ctr">
              <a:defRPr sz="1500" b="1">
                <a:solidFill>
                  <a:srgbClr val="000000"/>
                </a:solidFill>
                <a:latin typeface="Arial"/>
                <a:ea typeface="Arial"/>
                <a:cs typeface="Arial"/>
              </a:defRPr>
            </a:lvl2pPr>
            <a:lvl3pPr algn="ctr">
              <a:defRPr sz="1500" b="1">
                <a:solidFill>
                  <a:srgbClr val="000000"/>
                </a:solidFill>
                <a:latin typeface="Arial"/>
                <a:ea typeface="Arial"/>
                <a:cs typeface="Arial"/>
              </a:defRPr>
            </a:lvl3pPr>
            <a:lvl4pPr algn="ctr">
              <a:defRPr sz="1500" b="1">
                <a:solidFill>
                  <a:srgbClr val="000000"/>
                </a:solidFill>
                <a:latin typeface="Arial"/>
                <a:ea typeface="Arial"/>
                <a:cs typeface="Arial"/>
              </a:defRPr>
            </a:lvl4pPr>
            <a:lvl5pPr algn="ctr">
              <a:defRPr sz="1500" b="1">
                <a:solidFill>
                  <a:srgbClr val="000000"/>
                </a:solidFill>
                <a:latin typeface="Arial"/>
                <a:ea typeface="Arial"/>
                <a:cs typeface="Arial"/>
              </a:defRPr>
            </a:lvl5pPr>
            <a:lvl6pPr algn="ctr">
              <a:defRPr sz="1500" b="1">
                <a:solidFill>
                  <a:srgbClr val="000000"/>
                </a:solidFill>
                <a:latin typeface="Arial"/>
                <a:ea typeface="Arial"/>
                <a:cs typeface="Arial"/>
              </a:defRPr>
            </a:lvl6pPr>
            <a:lvl7pPr algn="ctr">
              <a:defRPr sz="1500" b="1">
                <a:solidFill>
                  <a:srgbClr val="000000"/>
                </a:solidFill>
                <a:latin typeface="Arial"/>
                <a:ea typeface="Arial"/>
                <a:cs typeface="Arial"/>
              </a:defRPr>
            </a:lvl7pPr>
            <a:lvl8pPr algn="ctr">
              <a:defRPr sz="1500" b="1">
                <a:solidFill>
                  <a:srgbClr val="000000"/>
                </a:solidFill>
                <a:latin typeface="Arial"/>
                <a:ea typeface="Arial"/>
                <a:cs typeface="Arial"/>
              </a:defRPr>
            </a:lvl8pPr>
            <a:lvl9pPr algn="ctr">
              <a:defRPr sz="1500" b="1">
                <a:solidFill>
                  <a:srgbClr val="000000"/>
                </a:solidFill>
                <a:latin typeface="Arial"/>
                <a:ea typeface="Arial"/>
                <a:cs typeface="Arial"/>
              </a:defRPr>
            </a:lvl9pPr>
          </a:lstStyle>
          <a:p xmlns:a="http://schemas.openxmlformats.org/drawingml/2006/main">
            <a:pPr algn="ctr">
              <a:defRPr sz="1500" b="1">
                <a:solidFill>
                  <a:srgbClr val="000000"/>
                </a:solidFill>
                <a:latin typeface="Arial"/>
                <a:ea typeface="Arial"/>
                <a:cs typeface="Arial"/>
              </a:defRPr>
            </a:pPr>
            <a:r>
              <a:rPr sz="1500" b="1">
                <a:solidFill>
                  <a:srgbClr val="000000"/>
                </a:solidFill>
                <a:latin typeface="Arial"/>
                <a:ea typeface="Arial"/>
                <a:cs typeface="Arial"/>
              </a:rPr>
              <a:t>A</a:t>
            </a:r>
          </a:p>
        </p:txBody>
      </p:sp>
      <p:sp>
        <p:nvSpPr>
          <p:cNvPr id="75" name="A exact d coordinate t25">
            <a:extLst xmlns:a="http://schemas.openxmlformats.org/drawingml/2006/main">
              <a:ext uri="{FF2B5EF4-FFF2-40B4-BE49-F238E27FC236}">
                <a16:creationId xmlns:a16="http://schemas.microsoft.com/office/drawing/2014/main" id="{A48E8C62-0E0A-4582-85A0-DF8C26C4AE7D}"/>
              </a:ext>
            </a:extLst>
          </p:cNvPr>
          <p:cNvSpPr>
            <a:spLocks xmlns:a="http://schemas.openxmlformats.org/drawingml/2006/main" noGrp="1"/>
          </p:cNvSpPr>
          <p:nvPr/>
        </p:nvSpPr>
        <p:spPr>
          <a:xfrm xmlns:a="http://schemas.openxmlformats.org/drawingml/2006/main">
            <a:off x="4422775" y="2790825"/>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20</a:t>
            </a:r>
          </a:p>
        </p:txBody>
      </p:sp>
      <p:sp>
        <p:nvSpPr>
          <p:cNvPr id="76" name="B matching d-axis marker t25">
            <a:extLst xmlns:a="http://schemas.openxmlformats.org/drawingml/2006/main">
              <a:ext uri="{FF2B5EF4-FFF2-40B4-BE49-F238E27FC236}">
                <a16:creationId xmlns:a16="http://schemas.microsoft.com/office/drawing/2014/main" id="{4B0BA1F8-FCFE-44C6-BEE0-F6AAB3E7F051}"/>
              </a:ext>
            </a:extLst>
          </p:cNvPr>
          <p:cNvSpPr>
            <a:spLocks xmlns:a="http://schemas.openxmlformats.org/drawingml/2006/main" noGrp="1"/>
          </p:cNvSpPr>
          <p:nvPr/>
        </p:nvSpPr>
        <p:spPr>
          <a:xfrm xmlns:a="http://schemas.openxmlformats.org/drawingml/2006/main">
            <a:off x="5103813" y="2399348"/>
            <a:ext cx="116205" cy="116205"/>
          </a:xfrm>
          <a:prstGeom xmlns:a="http://schemas.openxmlformats.org/drawingml/2006/main" prst="ellipse">
            <a:avLst/>
          </a:prstGeom>
          <a:solidFill xmlns:a="http://schemas.openxmlformats.org/drawingml/2006/main">
            <a:srgbClr val="FDE725"/>
          </a:solidFill>
          <a:ln xmlns:a="http://schemas.openxmlformats.org/drawingml/2006/main" w="19050">
            <a:solidFill>
              <a:srgbClr val="FDE725"/>
            </a:solidFill>
          </a:ln>
        </p:spPr>
      </p:sp>
      <p:sp>
        <p:nvSpPr>
          <p:cNvPr id="77" name="B">
            <a:extLst xmlns:a="http://schemas.openxmlformats.org/drawingml/2006/main">
              <a:ext uri="{FF2B5EF4-FFF2-40B4-BE49-F238E27FC236}">
                <a16:creationId xmlns:a16="http://schemas.microsoft.com/office/drawing/2014/main" id="{C336C9E2-6884-4A6F-9F71-F67922054260}"/>
              </a:ext>
            </a:extLst>
          </p:cNvPr>
          <p:cNvSpPr>
            <a:spLocks xmlns:a="http://schemas.openxmlformats.org/drawingml/2006/main" noGrp="1"/>
          </p:cNvSpPr>
          <p:nvPr/>
        </p:nvSpPr>
        <p:spPr>
          <a:xfrm xmlns:a="http://schemas.openxmlformats.org/drawingml/2006/main">
            <a:off x="5028565" y="2562225"/>
            <a:ext cx="266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000000"/>
                </a:solidFill>
                <a:latin typeface="Arial"/>
                <a:ea typeface="Arial"/>
                <a:cs typeface="Arial"/>
              </a:defRPr>
            </a:defPPr>
            <a:lvl1pPr algn="ctr">
              <a:defRPr sz="1500" b="1">
                <a:solidFill>
                  <a:srgbClr val="000000"/>
                </a:solidFill>
                <a:latin typeface="Arial"/>
                <a:ea typeface="Arial"/>
                <a:cs typeface="Arial"/>
              </a:defRPr>
            </a:lvl1pPr>
            <a:lvl2pPr algn="ctr">
              <a:defRPr sz="1500" b="1">
                <a:solidFill>
                  <a:srgbClr val="000000"/>
                </a:solidFill>
                <a:latin typeface="Arial"/>
                <a:ea typeface="Arial"/>
                <a:cs typeface="Arial"/>
              </a:defRPr>
            </a:lvl2pPr>
            <a:lvl3pPr algn="ctr">
              <a:defRPr sz="1500" b="1">
                <a:solidFill>
                  <a:srgbClr val="000000"/>
                </a:solidFill>
                <a:latin typeface="Arial"/>
                <a:ea typeface="Arial"/>
                <a:cs typeface="Arial"/>
              </a:defRPr>
            </a:lvl3pPr>
            <a:lvl4pPr algn="ctr">
              <a:defRPr sz="1500" b="1">
                <a:solidFill>
                  <a:srgbClr val="000000"/>
                </a:solidFill>
                <a:latin typeface="Arial"/>
                <a:ea typeface="Arial"/>
                <a:cs typeface="Arial"/>
              </a:defRPr>
            </a:lvl4pPr>
            <a:lvl5pPr algn="ctr">
              <a:defRPr sz="1500" b="1">
                <a:solidFill>
                  <a:srgbClr val="000000"/>
                </a:solidFill>
                <a:latin typeface="Arial"/>
                <a:ea typeface="Arial"/>
                <a:cs typeface="Arial"/>
              </a:defRPr>
            </a:lvl5pPr>
            <a:lvl6pPr algn="ctr">
              <a:defRPr sz="1500" b="1">
                <a:solidFill>
                  <a:srgbClr val="000000"/>
                </a:solidFill>
                <a:latin typeface="Arial"/>
                <a:ea typeface="Arial"/>
                <a:cs typeface="Arial"/>
              </a:defRPr>
            </a:lvl6pPr>
            <a:lvl7pPr algn="ctr">
              <a:defRPr sz="1500" b="1">
                <a:solidFill>
                  <a:srgbClr val="000000"/>
                </a:solidFill>
                <a:latin typeface="Arial"/>
                <a:ea typeface="Arial"/>
                <a:cs typeface="Arial"/>
              </a:defRPr>
            </a:lvl7pPr>
            <a:lvl8pPr algn="ctr">
              <a:defRPr sz="1500" b="1">
                <a:solidFill>
                  <a:srgbClr val="000000"/>
                </a:solidFill>
                <a:latin typeface="Arial"/>
                <a:ea typeface="Arial"/>
                <a:cs typeface="Arial"/>
              </a:defRPr>
            </a:lvl8pPr>
            <a:lvl9pPr algn="ctr">
              <a:defRPr sz="1500" b="1">
                <a:solidFill>
                  <a:srgbClr val="000000"/>
                </a:solidFill>
                <a:latin typeface="Arial"/>
                <a:ea typeface="Arial"/>
                <a:cs typeface="Arial"/>
              </a:defRPr>
            </a:lvl9pPr>
          </a:lstStyle>
          <a:p xmlns:a="http://schemas.openxmlformats.org/drawingml/2006/main">
            <a:pPr algn="ctr">
              <a:defRPr sz="1500" b="1">
                <a:solidFill>
                  <a:srgbClr val="000000"/>
                </a:solidFill>
                <a:latin typeface="Arial"/>
                <a:ea typeface="Arial"/>
                <a:cs typeface="Arial"/>
              </a:defRPr>
            </a:pPr>
            <a:r>
              <a:rPr sz="1500" b="1">
                <a:solidFill>
                  <a:srgbClr val="000000"/>
                </a:solidFill>
                <a:latin typeface="Arial"/>
                <a:ea typeface="Arial"/>
                <a:cs typeface="Arial"/>
              </a:rPr>
              <a:t>B</a:t>
            </a:r>
          </a:p>
        </p:txBody>
      </p:sp>
      <p:sp>
        <p:nvSpPr>
          <p:cNvPr id="78" name="B exact d coordinate t25">
            <a:extLst xmlns:a="http://schemas.openxmlformats.org/drawingml/2006/main">
              <a:ext uri="{FF2B5EF4-FFF2-40B4-BE49-F238E27FC236}">
                <a16:creationId xmlns:a16="http://schemas.microsoft.com/office/drawing/2014/main" id="{B2934A00-2906-4034-9422-D39991E07CFF}"/>
              </a:ext>
            </a:extLst>
          </p:cNvPr>
          <p:cNvSpPr>
            <a:spLocks xmlns:a="http://schemas.openxmlformats.org/drawingml/2006/main" noGrp="1"/>
          </p:cNvSpPr>
          <p:nvPr/>
        </p:nvSpPr>
        <p:spPr>
          <a:xfrm xmlns:a="http://schemas.openxmlformats.org/drawingml/2006/main">
            <a:off x="4942840" y="2790825"/>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56</a:t>
            </a:r>
          </a:p>
        </p:txBody>
      </p:sp>
      <p:sp>
        <p:nvSpPr>
          <p:cNvPr id="79" name="C matching d-axis marker t25">
            <a:extLst xmlns:a="http://schemas.openxmlformats.org/drawingml/2006/main">
              <a:ext uri="{FF2B5EF4-FFF2-40B4-BE49-F238E27FC236}">
                <a16:creationId xmlns:a16="http://schemas.microsoft.com/office/drawing/2014/main" id="{5623B52F-0156-4878-B160-7603A054AC86}"/>
              </a:ext>
            </a:extLst>
          </p:cNvPr>
          <p:cNvSpPr>
            <a:spLocks xmlns:a="http://schemas.openxmlformats.org/drawingml/2006/main" noGrp="1"/>
          </p:cNvSpPr>
          <p:nvPr/>
        </p:nvSpPr>
        <p:spPr>
          <a:xfrm xmlns:a="http://schemas.openxmlformats.org/drawingml/2006/main">
            <a:off x="5723255" y="2383155"/>
            <a:ext cx="148590" cy="148590"/>
          </a:xfrm>
          <a:prstGeom xmlns:a="http://schemas.openxmlformats.org/drawingml/2006/main" prst="ellipse">
            <a:avLst/>
          </a:prstGeom>
          <a:solidFill xmlns:a="http://schemas.openxmlformats.org/drawingml/2006/main">
            <a:srgbClr val="D9E219"/>
          </a:solidFill>
          <a:ln xmlns:a="http://schemas.openxmlformats.org/drawingml/2006/main" w="19050">
            <a:solidFill>
              <a:srgbClr val="D9E219"/>
            </a:solidFill>
          </a:ln>
        </p:spPr>
      </p:sp>
      <p:sp>
        <p:nvSpPr>
          <p:cNvPr id="80" name="C">
            <a:extLst xmlns:a="http://schemas.openxmlformats.org/drawingml/2006/main">
              <a:ext uri="{FF2B5EF4-FFF2-40B4-BE49-F238E27FC236}">
                <a16:creationId xmlns:a16="http://schemas.microsoft.com/office/drawing/2014/main" id="{A3B7712F-9048-4E3D-8DFD-EB1663991989}"/>
              </a:ext>
            </a:extLst>
          </p:cNvPr>
          <p:cNvSpPr>
            <a:spLocks xmlns:a="http://schemas.openxmlformats.org/drawingml/2006/main" noGrp="1"/>
          </p:cNvSpPr>
          <p:nvPr/>
        </p:nvSpPr>
        <p:spPr>
          <a:xfrm xmlns:a="http://schemas.openxmlformats.org/drawingml/2006/main">
            <a:off x="5664200" y="2562225"/>
            <a:ext cx="266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000000"/>
                </a:solidFill>
                <a:latin typeface="Arial"/>
                <a:ea typeface="Arial"/>
                <a:cs typeface="Arial"/>
              </a:defRPr>
            </a:defPPr>
            <a:lvl1pPr algn="ctr">
              <a:defRPr sz="1500" b="1">
                <a:solidFill>
                  <a:srgbClr val="000000"/>
                </a:solidFill>
                <a:latin typeface="Arial"/>
                <a:ea typeface="Arial"/>
                <a:cs typeface="Arial"/>
              </a:defRPr>
            </a:lvl1pPr>
            <a:lvl2pPr algn="ctr">
              <a:defRPr sz="1500" b="1">
                <a:solidFill>
                  <a:srgbClr val="000000"/>
                </a:solidFill>
                <a:latin typeface="Arial"/>
                <a:ea typeface="Arial"/>
                <a:cs typeface="Arial"/>
              </a:defRPr>
            </a:lvl2pPr>
            <a:lvl3pPr algn="ctr">
              <a:defRPr sz="1500" b="1">
                <a:solidFill>
                  <a:srgbClr val="000000"/>
                </a:solidFill>
                <a:latin typeface="Arial"/>
                <a:ea typeface="Arial"/>
                <a:cs typeface="Arial"/>
              </a:defRPr>
            </a:lvl3pPr>
            <a:lvl4pPr algn="ctr">
              <a:defRPr sz="1500" b="1">
                <a:solidFill>
                  <a:srgbClr val="000000"/>
                </a:solidFill>
                <a:latin typeface="Arial"/>
                <a:ea typeface="Arial"/>
                <a:cs typeface="Arial"/>
              </a:defRPr>
            </a:lvl4pPr>
            <a:lvl5pPr algn="ctr">
              <a:defRPr sz="1500" b="1">
                <a:solidFill>
                  <a:srgbClr val="000000"/>
                </a:solidFill>
                <a:latin typeface="Arial"/>
                <a:ea typeface="Arial"/>
                <a:cs typeface="Arial"/>
              </a:defRPr>
            </a:lvl5pPr>
            <a:lvl6pPr algn="ctr">
              <a:defRPr sz="1500" b="1">
                <a:solidFill>
                  <a:srgbClr val="000000"/>
                </a:solidFill>
                <a:latin typeface="Arial"/>
                <a:ea typeface="Arial"/>
                <a:cs typeface="Arial"/>
              </a:defRPr>
            </a:lvl6pPr>
            <a:lvl7pPr algn="ctr">
              <a:defRPr sz="1500" b="1">
                <a:solidFill>
                  <a:srgbClr val="000000"/>
                </a:solidFill>
                <a:latin typeface="Arial"/>
                <a:ea typeface="Arial"/>
                <a:cs typeface="Arial"/>
              </a:defRPr>
            </a:lvl7pPr>
            <a:lvl8pPr algn="ctr">
              <a:defRPr sz="1500" b="1">
                <a:solidFill>
                  <a:srgbClr val="000000"/>
                </a:solidFill>
                <a:latin typeface="Arial"/>
                <a:ea typeface="Arial"/>
                <a:cs typeface="Arial"/>
              </a:defRPr>
            </a:lvl8pPr>
            <a:lvl9pPr algn="ctr">
              <a:defRPr sz="1500" b="1">
                <a:solidFill>
                  <a:srgbClr val="000000"/>
                </a:solidFill>
                <a:latin typeface="Arial"/>
                <a:ea typeface="Arial"/>
                <a:cs typeface="Arial"/>
              </a:defRPr>
            </a:lvl9pPr>
          </a:lstStyle>
          <a:p xmlns:a="http://schemas.openxmlformats.org/drawingml/2006/main">
            <a:pPr algn="ctr">
              <a:defRPr sz="1500" b="1">
                <a:solidFill>
                  <a:srgbClr val="000000"/>
                </a:solidFill>
                <a:latin typeface="Arial"/>
                <a:ea typeface="Arial"/>
                <a:cs typeface="Arial"/>
              </a:defRPr>
            </a:pPr>
            <a:r>
              <a:rPr sz="1500" b="1">
                <a:solidFill>
                  <a:srgbClr val="000000"/>
                </a:solidFill>
                <a:latin typeface="Arial"/>
                <a:ea typeface="Arial"/>
                <a:cs typeface="Arial"/>
              </a:rPr>
              <a:t>C</a:t>
            </a:r>
          </a:p>
        </p:txBody>
      </p:sp>
      <p:sp>
        <p:nvSpPr>
          <p:cNvPr id="81" name="C exact d coordinate t25">
            <a:extLst xmlns:a="http://schemas.openxmlformats.org/drawingml/2006/main">
              <a:ext uri="{FF2B5EF4-FFF2-40B4-BE49-F238E27FC236}">
                <a16:creationId xmlns:a16="http://schemas.microsoft.com/office/drawing/2014/main" id="{E28B25DB-442F-483B-AA08-B56EDC811000}"/>
              </a:ext>
            </a:extLst>
          </p:cNvPr>
          <p:cNvSpPr>
            <a:spLocks xmlns:a="http://schemas.openxmlformats.org/drawingml/2006/main" noGrp="1"/>
          </p:cNvSpPr>
          <p:nvPr/>
        </p:nvSpPr>
        <p:spPr>
          <a:xfrm xmlns:a="http://schemas.openxmlformats.org/drawingml/2006/main">
            <a:off x="5578475" y="2790825"/>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100</a:t>
            </a:r>
          </a:p>
        </p:txBody>
      </p:sp>
      <p:sp>
        <p:nvSpPr>
          <p:cNvPr id="82" name="t = 38">
            <a:extLst xmlns:a="http://schemas.openxmlformats.org/drawingml/2006/main">
              <a:ext uri="{FF2B5EF4-FFF2-40B4-BE49-F238E27FC236}">
                <a16:creationId xmlns:a16="http://schemas.microsoft.com/office/drawing/2014/main" id="{FF7836B9-8E4A-447A-B2A5-5BA54A7DC64B}"/>
              </a:ext>
            </a:extLst>
          </p:cNvPr>
          <p:cNvSpPr>
            <a:spLocks xmlns:a="http://schemas.openxmlformats.org/drawingml/2006/main" noGrp="1"/>
          </p:cNvSpPr>
          <p:nvPr/>
        </p:nvSpPr>
        <p:spPr>
          <a:xfrm xmlns:a="http://schemas.openxmlformats.org/drawingml/2006/main">
            <a:off x="6315075" y="2857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000000"/>
                </a:solidFill>
                <a:latin typeface="Arial"/>
                <a:ea typeface="Arial"/>
                <a:cs typeface="Arial"/>
              </a:defRPr>
            </a:defPPr>
            <a:lvl1pPr algn="ctr">
              <a:defRPr sz="1500" b="1">
                <a:solidFill>
                  <a:srgbClr val="000000"/>
                </a:solidFill>
                <a:latin typeface="Arial"/>
                <a:ea typeface="Arial"/>
                <a:cs typeface="Arial"/>
              </a:defRPr>
            </a:lvl1pPr>
            <a:lvl2pPr algn="ctr">
              <a:defRPr sz="1500" b="1">
                <a:solidFill>
                  <a:srgbClr val="000000"/>
                </a:solidFill>
                <a:latin typeface="Arial"/>
                <a:ea typeface="Arial"/>
                <a:cs typeface="Arial"/>
              </a:defRPr>
            </a:lvl2pPr>
            <a:lvl3pPr algn="ctr">
              <a:defRPr sz="1500" b="1">
                <a:solidFill>
                  <a:srgbClr val="000000"/>
                </a:solidFill>
                <a:latin typeface="Arial"/>
                <a:ea typeface="Arial"/>
                <a:cs typeface="Arial"/>
              </a:defRPr>
            </a:lvl3pPr>
            <a:lvl4pPr algn="ctr">
              <a:defRPr sz="1500" b="1">
                <a:solidFill>
                  <a:srgbClr val="000000"/>
                </a:solidFill>
                <a:latin typeface="Arial"/>
                <a:ea typeface="Arial"/>
                <a:cs typeface="Arial"/>
              </a:defRPr>
            </a:lvl4pPr>
            <a:lvl5pPr algn="ctr">
              <a:defRPr sz="1500" b="1">
                <a:solidFill>
                  <a:srgbClr val="000000"/>
                </a:solidFill>
                <a:latin typeface="Arial"/>
                <a:ea typeface="Arial"/>
                <a:cs typeface="Arial"/>
              </a:defRPr>
            </a:lvl5pPr>
            <a:lvl6pPr algn="ctr">
              <a:defRPr sz="1500" b="1">
                <a:solidFill>
                  <a:srgbClr val="000000"/>
                </a:solidFill>
                <a:latin typeface="Arial"/>
                <a:ea typeface="Arial"/>
                <a:cs typeface="Arial"/>
              </a:defRPr>
            </a:lvl6pPr>
            <a:lvl7pPr algn="ctr">
              <a:defRPr sz="1500" b="1">
                <a:solidFill>
                  <a:srgbClr val="000000"/>
                </a:solidFill>
                <a:latin typeface="Arial"/>
                <a:ea typeface="Arial"/>
                <a:cs typeface="Arial"/>
              </a:defRPr>
            </a:lvl7pPr>
            <a:lvl8pPr algn="ctr">
              <a:defRPr sz="1500" b="1">
                <a:solidFill>
                  <a:srgbClr val="000000"/>
                </a:solidFill>
                <a:latin typeface="Arial"/>
                <a:ea typeface="Arial"/>
                <a:cs typeface="Arial"/>
              </a:defRPr>
            </a:lvl8pPr>
            <a:lvl9pPr algn="ctr">
              <a:defRPr sz="1500" b="1">
                <a:solidFill>
                  <a:srgbClr val="000000"/>
                </a:solidFill>
                <a:latin typeface="Arial"/>
                <a:ea typeface="Arial"/>
                <a:cs typeface="Arial"/>
              </a:defRPr>
            </a:lvl9pPr>
          </a:lstStyle>
          <a:p xmlns:a="http://schemas.openxmlformats.org/drawingml/2006/main">
            <a:pPr algn="ctr">
              <a:defRPr sz="1500" b="1">
                <a:solidFill>
                  <a:srgbClr val="000000"/>
                </a:solidFill>
                <a:latin typeface="Arial"/>
                <a:ea typeface="Arial"/>
                <a:cs typeface="Arial"/>
              </a:defRPr>
            </a:pPr>
            <a:r>
              <a:rPr sz="1500" b="1">
                <a:solidFill>
                  <a:srgbClr val="000000"/>
                </a:solidFill>
                <a:latin typeface="Arial"/>
                <a:ea typeface="Arial"/>
                <a:cs typeface="Arial"/>
              </a:rPr>
              <a:t>t = 38</a:t>
            </a:r>
          </a:p>
        </p:txBody>
      </p:sp>
      <p:pic>
        <p:nvPicPr>
          <p:cNvPr id="83" name="">
            <a:extLst xmlns:a="http://schemas.openxmlformats.org/drawingml/2006/main">
              <a:ext uri="{FF2B5EF4-FFF2-40B4-BE49-F238E27FC236}">
                <a16:creationId xmlns:a16="http://schemas.microsoft.com/office/drawing/2014/main" id="{5CFED8C4-8959-48CE-8138-9BD0F1CFF9A7}"/>
              </a:ext>
            </a:extLst>
          </p:cNvPr>
          <p:cNvPicPr>
            <a:picLocks xmlns:a="http://schemas.openxmlformats.org/drawingml/2006/main" noChangeAspect="1"/>
          </p:cNvPicPr>
          <p:nvPr/>
        </p:nvPicPr>
        <p:blipFill>
          <a:blip xmlns:r="http://schemas.openxmlformats.org/officeDocument/2006/relationships" xmlns:a="http://schemas.openxmlformats.org/drawingml/2006/main" r:embed="R4294b00990454514"/>
          <a:stretch xmlns:a="http://schemas.openxmlformats.org/drawingml/2006/main"/>
        </p:blipFill>
        <p:spPr>
          <a:xfrm xmlns:a="http://schemas.openxmlformats.org/drawingml/2006/main">
            <a:off x="6315075" y="552450"/>
            <a:ext cx="1733550" cy="1733550"/>
          </a:xfrm>
          <a:prstGeom xmlns:a="http://schemas.openxmlformats.org/drawingml/2006/main" prst="rect">
            <a:avLst/>
          </a:prstGeom>
        </p:spPr>
      </p:pic>
      <p:sp>
        <p:nvSpPr>
          <p:cNvPr id="84" name="Scientific domain frame">
            <a:extLst xmlns:a="http://schemas.openxmlformats.org/drawingml/2006/main">
              <a:ext uri="{FF2B5EF4-FFF2-40B4-BE49-F238E27FC236}">
                <a16:creationId xmlns:a16="http://schemas.microsoft.com/office/drawing/2014/main" id="{752F1BDF-7E17-4A2B-A67A-35C9FB058B84}"/>
              </a:ext>
            </a:extLst>
          </p:cNvPr>
          <p:cNvSpPr>
            <a:spLocks xmlns:a="http://schemas.openxmlformats.org/drawingml/2006/main" noGrp="1"/>
          </p:cNvSpPr>
          <p:nvPr/>
        </p:nvSpPr>
        <p:spPr>
          <a:xfrm xmlns:a="http://schemas.openxmlformats.org/drawingml/2006/main">
            <a:off x="6315075" y="552450"/>
            <a:ext cx="1733550" cy="1733550"/>
          </a:xfrm>
          <a:prstGeom xmlns:a="http://schemas.openxmlformats.org/drawingml/2006/main" prst="rect">
            <a:avLst/>
          </a:prstGeom>
          <a:noFill xmlns:a="http://schemas.openxmlformats.org/drawingml/2006/main"/>
          <a:ln xmlns:a="http://schemas.openxmlformats.org/drawingml/2006/main" w="7620">
            <a:solidFill>
              <a:srgbClr val="000000"/>
            </a:solidFill>
          </a:ln>
        </p:spPr>
      </p:sp>
      <p:sp>
        <p:nvSpPr>
          <p:cNvPr id="85" name="A source-to-d projection t38">
            <a:extLst xmlns:a="http://schemas.openxmlformats.org/drawingml/2006/main">
              <a:ext uri="{FF2B5EF4-FFF2-40B4-BE49-F238E27FC236}">
                <a16:creationId xmlns:a16="http://schemas.microsoft.com/office/drawing/2014/main" id="{5F0169AB-6B56-44EF-9141-6130C7DA9FBF}"/>
              </a:ext>
            </a:extLst>
          </p:cNvPr>
          <p:cNvSpPr>
            <a:spLocks xmlns:a="http://schemas.openxmlformats.org/drawingml/2006/main" noGrp="1"/>
          </p:cNvSpPr>
          <p:nvPr/>
        </p:nvSpPr>
        <p:spPr>
          <a:xfrm xmlns:a="http://schemas.openxmlformats.org/drawingml/2006/main">
            <a:off x="6604000" y="2038985"/>
            <a:ext cx="95" cy="376555"/>
          </a:xfrm>
          <a:custGeom xmlns:a="http://schemas.openxmlformats.org/drawingml/2006/main">
            <a:pathLst>
              <a:path w="95" h="490855">
                <a:moveTo>
                  <a:pt x="0" y="0"/>
                </a:moveTo>
                <a:lnTo>
                  <a:pt x="0" y="490855"/>
                </a:lnTo>
              </a:path>
            </a:pathLst>
          </a:custGeom>
          <a:noFill xmlns:a="http://schemas.openxmlformats.org/drawingml/2006/main"/>
          <a:ln xmlns:a="http://schemas.openxmlformats.org/drawingml/2006/main" w="11906">
            <a:solidFill>
              <a:srgbClr val="000000"/>
            </a:solidFill>
            <a:prstDash val="dash"/>
          </a:ln>
        </p:spPr>
      </p:sp>
      <p:sp>
        <p:nvSpPr>
          <p:cNvPr id="86" name="B source-to-d projection t38">
            <a:extLst xmlns:a="http://schemas.openxmlformats.org/drawingml/2006/main">
              <a:ext uri="{FF2B5EF4-FFF2-40B4-BE49-F238E27FC236}">
                <a16:creationId xmlns:a16="http://schemas.microsoft.com/office/drawing/2014/main" id="{C6D3A95F-B8AD-4B1C-B655-AF76A54016C4}"/>
              </a:ext>
            </a:extLst>
          </p:cNvPr>
          <p:cNvSpPr>
            <a:spLocks xmlns:a="http://schemas.openxmlformats.org/drawingml/2006/main" noGrp="1"/>
          </p:cNvSpPr>
          <p:nvPr/>
        </p:nvSpPr>
        <p:spPr>
          <a:xfrm xmlns:a="http://schemas.openxmlformats.org/drawingml/2006/main">
            <a:off x="7239635" y="1535113"/>
            <a:ext cx="95" cy="864235"/>
          </a:xfrm>
          <a:custGeom xmlns:a="http://schemas.openxmlformats.org/drawingml/2006/main">
            <a:pathLst>
              <a:path w="95" h="978535">
                <a:moveTo>
                  <a:pt x="0" y="0"/>
                </a:moveTo>
                <a:lnTo>
                  <a:pt x="0" y="978535"/>
                </a:lnTo>
              </a:path>
            </a:pathLst>
          </a:custGeom>
          <a:noFill xmlns:a="http://schemas.openxmlformats.org/drawingml/2006/main"/>
          <a:ln xmlns:a="http://schemas.openxmlformats.org/drawingml/2006/main" w="11906">
            <a:solidFill>
              <a:srgbClr val="000000"/>
            </a:solidFill>
            <a:prstDash val="dash"/>
          </a:ln>
        </p:spPr>
      </p:sp>
      <p:sp>
        <p:nvSpPr>
          <p:cNvPr id="87" name="C source-to-d projection t38">
            <a:extLst xmlns:a="http://schemas.openxmlformats.org/drawingml/2006/main">
              <a:ext uri="{FF2B5EF4-FFF2-40B4-BE49-F238E27FC236}">
                <a16:creationId xmlns:a16="http://schemas.microsoft.com/office/drawing/2014/main" id="{7510607F-8D36-43D3-8497-4973D8154DC7}"/>
              </a:ext>
            </a:extLst>
          </p:cNvPr>
          <p:cNvSpPr>
            <a:spLocks xmlns:a="http://schemas.openxmlformats.org/drawingml/2006/main" noGrp="1"/>
          </p:cNvSpPr>
          <p:nvPr/>
        </p:nvSpPr>
        <p:spPr>
          <a:xfrm xmlns:a="http://schemas.openxmlformats.org/drawingml/2006/main">
            <a:off x="7759700" y="915670"/>
            <a:ext cx="95" cy="1467485"/>
          </a:xfrm>
          <a:custGeom xmlns:a="http://schemas.openxmlformats.org/drawingml/2006/main">
            <a:pathLst>
              <a:path w="95" h="1581785">
                <a:moveTo>
                  <a:pt x="0" y="0"/>
                </a:moveTo>
                <a:lnTo>
                  <a:pt x="0" y="1581785"/>
                </a:lnTo>
              </a:path>
            </a:pathLst>
          </a:custGeom>
          <a:noFill xmlns:a="http://schemas.openxmlformats.org/drawingml/2006/main"/>
          <a:ln xmlns:a="http://schemas.openxmlformats.org/drawingml/2006/main" w="11906">
            <a:solidFill>
              <a:srgbClr val="000000"/>
            </a:solidFill>
            <a:prstDash val="dash"/>
          </a:ln>
        </p:spPr>
      </p:sp>
      <p:sp>
        <p:nvSpPr>
          <p:cNvPr id="88" name="A source identity marker t38">
            <a:extLst xmlns:a="http://schemas.openxmlformats.org/drawingml/2006/main">
              <a:ext uri="{FF2B5EF4-FFF2-40B4-BE49-F238E27FC236}">
                <a16:creationId xmlns:a16="http://schemas.microsoft.com/office/drawing/2014/main" id="{CD15DBFA-7999-4127-AE40-56956837AFAB}"/>
              </a:ext>
            </a:extLst>
          </p:cNvPr>
          <p:cNvSpPr>
            <a:spLocks xmlns:a="http://schemas.openxmlformats.org/drawingml/2006/main" noGrp="1"/>
          </p:cNvSpPr>
          <p:nvPr/>
        </p:nvSpPr>
        <p:spPr>
          <a:xfrm xmlns:a="http://schemas.openxmlformats.org/drawingml/2006/main">
            <a:off x="6562090" y="1955165"/>
            <a:ext cx="83820" cy="83820"/>
          </a:xfrm>
          <a:prstGeom xmlns:a="http://schemas.openxmlformats.org/drawingml/2006/main" prst="ellipse">
            <a:avLst/>
          </a:prstGeom>
          <a:noFill xmlns:a="http://schemas.openxmlformats.org/drawingml/2006/main"/>
          <a:ln xmlns:a="http://schemas.openxmlformats.org/drawingml/2006/main" w="19050">
            <a:solidFill>
              <a:srgbClr val="ECE51B"/>
            </a:solidFill>
          </a:ln>
        </p:spPr>
      </p:sp>
      <p:sp>
        <p:nvSpPr>
          <p:cNvPr id="89" name="A black source label t38">
            <a:extLst xmlns:a="http://schemas.openxmlformats.org/drawingml/2006/main">
              <a:ext uri="{FF2B5EF4-FFF2-40B4-BE49-F238E27FC236}">
                <a16:creationId xmlns:a16="http://schemas.microsoft.com/office/drawing/2014/main" id="{2CE3FDD6-0AAE-4725-B027-59B31CE9CD3E}"/>
              </a:ext>
            </a:extLst>
          </p:cNvPr>
          <p:cNvSpPr>
            <a:spLocks xmlns:a="http://schemas.openxmlformats.org/drawingml/2006/main" noGrp="1"/>
          </p:cNvSpPr>
          <p:nvPr/>
        </p:nvSpPr>
        <p:spPr>
          <a:xfrm xmlns:a="http://schemas.openxmlformats.org/drawingml/2006/main">
            <a:off x="6699250" y="1749425"/>
            <a:ext cx="2571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A</a:t>
            </a:r>
          </a:p>
        </p:txBody>
      </p:sp>
      <p:sp>
        <p:nvSpPr>
          <p:cNvPr id="90" name="B source identity marker t38">
            <a:extLst xmlns:a="http://schemas.openxmlformats.org/drawingml/2006/main">
              <a:ext uri="{FF2B5EF4-FFF2-40B4-BE49-F238E27FC236}">
                <a16:creationId xmlns:a16="http://schemas.microsoft.com/office/drawing/2014/main" id="{F0887FBE-C57A-4165-BAC9-7B53E69B6AAE}"/>
              </a:ext>
            </a:extLst>
          </p:cNvPr>
          <p:cNvSpPr>
            <a:spLocks xmlns:a="http://schemas.openxmlformats.org/drawingml/2006/main" noGrp="1"/>
          </p:cNvSpPr>
          <p:nvPr/>
        </p:nvSpPr>
        <p:spPr>
          <a:xfrm xmlns:a="http://schemas.openxmlformats.org/drawingml/2006/main">
            <a:off x="7181532" y="1418908"/>
            <a:ext cx="116205" cy="116205"/>
          </a:xfrm>
          <a:prstGeom xmlns:a="http://schemas.openxmlformats.org/drawingml/2006/main" prst="ellipse">
            <a:avLst/>
          </a:prstGeom>
          <a:noFill xmlns:a="http://schemas.openxmlformats.org/drawingml/2006/main"/>
          <a:ln xmlns:a="http://schemas.openxmlformats.org/drawingml/2006/main" w="19050">
            <a:solidFill>
              <a:srgbClr val="FDE725"/>
            </a:solidFill>
          </a:ln>
        </p:spPr>
      </p:sp>
      <p:sp>
        <p:nvSpPr>
          <p:cNvPr id="91" name="B black source label t38">
            <a:extLst xmlns:a="http://schemas.openxmlformats.org/drawingml/2006/main">
              <a:ext uri="{FF2B5EF4-FFF2-40B4-BE49-F238E27FC236}">
                <a16:creationId xmlns:a16="http://schemas.microsoft.com/office/drawing/2014/main" id="{C62B30A0-139B-4625-9D45-15BAD3B8518B}"/>
              </a:ext>
            </a:extLst>
          </p:cNvPr>
          <p:cNvSpPr>
            <a:spLocks xmlns:a="http://schemas.openxmlformats.org/drawingml/2006/main" noGrp="1"/>
          </p:cNvSpPr>
          <p:nvPr/>
        </p:nvSpPr>
        <p:spPr>
          <a:xfrm xmlns:a="http://schemas.openxmlformats.org/drawingml/2006/main">
            <a:off x="7334885" y="1229360"/>
            <a:ext cx="2571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B</a:t>
            </a:r>
          </a:p>
        </p:txBody>
      </p:sp>
      <p:sp>
        <p:nvSpPr>
          <p:cNvPr id="92" name="C source identity marker t38">
            <a:extLst xmlns:a="http://schemas.openxmlformats.org/drawingml/2006/main">
              <a:ext uri="{FF2B5EF4-FFF2-40B4-BE49-F238E27FC236}">
                <a16:creationId xmlns:a16="http://schemas.microsoft.com/office/drawing/2014/main" id="{A5049D8E-E26A-440D-BF3C-9157E091319A}"/>
              </a:ext>
            </a:extLst>
          </p:cNvPr>
          <p:cNvSpPr>
            <a:spLocks xmlns:a="http://schemas.openxmlformats.org/drawingml/2006/main" noGrp="1"/>
          </p:cNvSpPr>
          <p:nvPr/>
        </p:nvSpPr>
        <p:spPr>
          <a:xfrm xmlns:a="http://schemas.openxmlformats.org/drawingml/2006/main">
            <a:off x="7685405" y="767080"/>
            <a:ext cx="148590" cy="148590"/>
          </a:xfrm>
          <a:prstGeom xmlns:a="http://schemas.openxmlformats.org/drawingml/2006/main" prst="ellipse">
            <a:avLst/>
          </a:prstGeom>
          <a:noFill xmlns:a="http://schemas.openxmlformats.org/drawingml/2006/main"/>
          <a:ln xmlns:a="http://schemas.openxmlformats.org/drawingml/2006/main" w="19050">
            <a:solidFill>
              <a:srgbClr val="D9E219"/>
            </a:solidFill>
          </a:ln>
        </p:spPr>
      </p:sp>
      <p:sp>
        <p:nvSpPr>
          <p:cNvPr id="93" name="C black source label t38">
            <a:extLst xmlns:a="http://schemas.openxmlformats.org/drawingml/2006/main">
              <a:ext uri="{FF2B5EF4-FFF2-40B4-BE49-F238E27FC236}">
                <a16:creationId xmlns:a16="http://schemas.microsoft.com/office/drawing/2014/main" id="{CD65C489-D3CD-4F4D-AC88-0F855D5FA4FA}"/>
              </a:ext>
            </a:extLst>
          </p:cNvPr>
          <p:cNvSpPr>
            <a:spLocks xmlns:a="http://schemas.openxmlformats.org/drawingml/2006/main" noGrp="1"/>
          </p:cNvSpPr>
          <p:nvPr/>
        </p:nvSpPr>
        <p:spPr>
          <a:xfrm xmlns:a="http://schemas.openxmlformats.org/drawingml/2006/main">
            <a:off x="7854950" y="593725"/>
            <a:ext cx="2571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C</a:t>
            </a:r>
          </a:p>
        </p:txBody>
      </p:sp>
      <p:sp>
        <p:nvSpPr>
          <p:cNvPr id="94" name="Scientific line">
            <a:extLst xmlns:a="http://schemas.openxmlformats.org/drawingml/2006/main">
              <a:ext uri="{FF2B5EF4-FFF2-40B4-BE49-F238E27FC236}">
                <a16:creationId xmlns:a16="http://schemas.microsoft.com/office/drawing/2014/main" id="{6D715880-C4B7-477F-8E18-3E76F241C88D}"/>
              </a:ext>
            </a:extLst>
          </p:cNvPr>
          <p:cNvSpPr>
            <a:spLocks xmlns:a="http://schemas.openxmlformats.org/drawingml/2006/main" noGrp="1"/>
          </p:cNvSpPr>
          <p:nvPr/>
        </p:nvSpPr>
        <p:spPr>
          <a:xfrm xmlns:a="http://schemas.openxmlformats.org/drawingml/2006/main">
            <a:off x="6315075" y="2457450"/>
            <a:ext cx="1733550" cy="95"/>
          </a:xfrm>
          <a:custGeom xmlns:a="http://schemas.openxmlformats.org/drawingml/2006/main">
            <a:pathLst>
              <a:path w="1733550" h="95">
                <a:moveTo>
                  <a:pt x="0" y="0"/>
                </a:moveTo>
                <a:lnTo>
                  <a:pt x="1733550" y="0"/>
                </a:lnTo>
              </a:path>
            </a:pathLst>
          </a:custGeom>
          <a:noFill xmlns:a="http://schemas.openxmlformats.org/drawingml/2006/main"/>
          <a:ln xmlns:a="http://schemas.openxmlformats.org/drawingml/2006/main" w="11430">
            <a:solidFill>
              <a:srgbClr val="000000"/>
            </a:solidFill>
            <a:prstDash val="solid"/>
          </a:ln>
        </p:spPr>
      </p:sp>
      <p:sp>
        <p:nvSpPr>
          <p:cNvPr id="95" name="Scientific line">
            <a:extLst xmlns:a="http://schemas.openxmlformats.org/drawingml/2006/main">
              <a:ext uri="{FF2B5EF4-FFF2-40B4-BE49-F238E27FC236}">
                <a16:creationId xmlns:a16="http://schemas.microsoft.com/office/drawing/2014/main" id="{ED247FF6-11A0-45FD-A1DF-99538E54459F}"/>
              </a:ext>
            </a:extLst>
          </p:cNvPr>
          <p:cNvSpPr>
            <a:spLocks xmlns:a="http://schemas.openxmlformats.org/drawingml/2006/main" noGrp="1"/>
          </p:cNvSpPr>
          <p:nvPr/>
        </p:nvSpPr>
        <p:spPr>
          <a:xfrm xmlns:a="http://schemas.openxmlformats.org/drawingml/2006/main">
            <a:off x="7991475" y="2428875"/>
            <a:ext cx="57150" cy="28575"/>
          </a:xfrm>
          <a:custGeom xmlns:a="http://schemas.openxmlformats.org/drawingml/2006/main">
            <a:pathLst>
              <a:path w="57150" h="28575">
                <a:moveTo>
                  <a:pt x="0" y="0"/>
                </a:moveTo>
                <a:lnTo>
                  <a:pt x="57150" y="28575"/>
                </a:lnTo>
              </a:path>
            </a:pathLst>
          </a:custGeom>
          <a:noFill xmlns:a="http://schemas.openxmlformats.org/drawingml/2006/main"/>
          <a:ln xmlns:a="http://schemas.openxmlformats.org/drawingml/2006/main" w="11430">
            <a:solidFill>
              <a:srgbClr val="000000"/>
            </a:solidFill>
            <a:prstDash val="solid"/>
          </a:ln>
        </p:spPr>
      </p:sp>
      <p:sp>
        <p:nvSpPr>
          <p:cNvPr id="96" name="Scientific line">
            <a:extLst xmlns:a="http://schemas.openxmlformats.org/drawingml/2006/main">
              <a:ext uri="{FF2B5EF4-FFF2-40B4-BE49-F238E27FC236}">
                <a16:creationId xmlns:a16="http://schemas.microsoft.com/office/drawing/2014/main" id="{ED48C030-DD1F-4339-95F2-6FE429703C93}"/>
              </a:ext>
            </a:extLst>
          </p:cNvPr>
          <p:cNvSpPr>
            <a:spLocks xmlns:a="http://schemas.openxmlformats.org/drawingml/2006/main" noGrp="1"/>
          </p:cNvSpPr>
          <p:nvPr/>
        </p:nvSpPr>
        <p:spPr>
          <a:xfrm xmlns:a="http://schemas.openxmlformats.org/drawingml/2006/main">
            <a:off x="7991475" y="2457450"/>
            <a:ext cx="57150" cy="28575"/>
          </a:xfrm>
          <a:custGeom xmlns:a="http://schemas.openxmlformats.org/drawingml/2006/main">
            <a:pathLst>
              <a:path w="57150" h="28575">
                <a:moveTo>
                  <a:pt x="0" y="28575"/>
                </a:moveTo>
                <a:lnTo>
                  <a:pt x="57150" y="0"/>
                </a:lnTo>
              </a:path>
            </a:pathLst>
          </a:custGeom>
          <a:noFill xmlns:a="http://schemas.openxmlformats.org/drawingml/2006/main"/>
          <a:ln xmlns:a="http://schemas.openxmlformats.org/drawingml/2006/main" w="11430">
            <a:solidFill>
              <a:srgbClr val="000000"/>
            </a:solidFill>
            <a:prstDash val="solid"/>
          </a:ln>
        </p:spPr>
      </p:sp>
      <p:sp>
        <p:nvSpPr>
          <p:cNvPr id="97" name="A matching d-axis marker t38">
            <a:extLst xmlns:a="http://schemas.openxmlformats.org/drawingml/2006/main">
              <a:ext uri="{FF2B5EF4-FFF2-40B4-BE49-F238E27FC236}">
                <a16:creationId xmlns:a16="http://schemas.microsoft.com/office/drawing/2014/main" id="{AC57CE79-3C3C-46F9-B140-6BD7B3737E4B}"/>
              </a:ext>
            </a:extLst>
          </p:cNvPr>
          <p:cNvSpPr>
            <a:spLocks xmlns:a="http://schemas.openxmlformats.org/drawingml/2006/main" noGrp="1"/>
          </p:cNvSpPr>
          <p:nvPr/>
        </p:nvSpPr>
        <p:spPr>
          <a:xfrm xmlns:a="http://schemas.openxmlformats.org/drawingml/2006/main">
            <a:off x="6562090" y="2415540"/>
            <a:ext cx="83820" cy="83820"/>
          </a:xfrm>
          <a:prstGeom xmlns:a="http://schemas.openxmlformats.org/drawingml/2006/main" prst="ellipse">
            <a:avLst/>
          </a:prstGeom>
          <a:solidFill xmlns:a="http://schemas.openxmlformats.org/drawingml/2006/main">
            <a:srgbClr val="ECE51B"/>
          </a:solidFill>
          <a:ln xmlns:a="http://schemas.openxmlformats.org/drawingml/2006/main" w="19050">
            <a:solidFill>
              <a:srgbClr val="ECE51B"/>
            </a:solidFill>
          </a:ln>
        </p:spPr>
      </p:sp>
      <p:sp>
        <p:nvSpPr>
          <p:cNvPr id="98" name="A">
            <a:extLst xmlns:a="http://schemas.openxmlformats.org/drawingml/2006/main">
              <a:ext uri="{FF2B5EF4-FFF2-40B4-BE49-F238E27FC236}">
                <a16:creationId xmlns:a16="http://schemas.microsoft.com/office/drawing/2014/main" id="{9A5B959A-FD3D-4FB3-80ED-EA7FA54C5ECA}"/>
              </a:ext>
            </a:extLst>
          </p:cNvPr>
          <p:cNvSpPr>
            <a:spLocks xmlns:a="http://schemas.openxmlformats.org/drawingml/2006/main" noGrp="1"/>
          </p:cNvSpPr>
          <p:nvPr/>
        </p:nvSpPr>
        <p:spPr>
          <a:xfrm xmlns:a="http://schemas.openxmlformats.org/drawingml/2006/main">
            <a:off x="6470650" y="2562225"/>
            <a:ext cx="266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000000"/>
                </a:solidFill>
                <a:latin typeface="Arial"/>
                <a:ea typeface="Arial"/>
                <a:cs typeface="Arial"/>
              </a:defRPr>
            </a:defPPr>
            <a:lvl1pPr algn="ctr">
              <a:defRPr sz="1500" b="1">
                <a:solidFill>
                  <a:srgbClr val="000000"/>
                </a:solidFill>
                <a:latin typeface="Arial"/>
                <a:ea typeface="Arial"/>
                <a:cs typeface="Arial"/>
              </a:defRPr>
            </a:lvl1pPr>
            <a:lvl2pPr algn="ctr">
              <a:defRPr sz="1500" b="1">
                <a:solidFill>
                  <a:srgbClr val="000000"/>
                </a:solidFill>
                <a:latin typeface="Arial"/>
                <a:ea typeface="Arial"/>
                <a:cs typeface="Arial"/>
              </a:defRPr>
            </a:lvl2pPr>
            <a:lvl3pPr algn="ctr">
              <a:defRPr sz="1500" b="1">
                <a:solidFill>
                  <a:srgbClr val="000000"/>
                </a:solidFill>
                <a:latin typeface="Arial"/>
                <a:ea typeface="Arial"/>
                <a:cs typeface="Arial"/>
              </a:defRPr>
            </a:lvl3pPr>
            <a:lvl4pPr algn="ctr">
              <a:defRPr sz="1500" b="1">
                <a:solidFill>
                  <a:srgbClr val="000000"/>
                </a:solidFill>
                <a:latin typeface="Arial"/>
                <a:ea typeface="Arial"/>
                <a:cs typeface="Arial"/>
              </a:defRPr>
            </a:lvl4pPr>
            <a:lvl5pPr algn="ctr">
              <a:defRPr sz="1500" b="1">
                <a:solidFill>
                  <a:srgbClr val="000000"/>
                </a:solidFill>
                <a:latin typeface="Arial"/>
                <a:ea typeface="Arial"/>
                <a:cs typeface="Arial"/>
              </a:defRPr>
            </a:lvl5pPr>
            <a:lvl6pPr algn="ctr">
              <a:defRPr sz="1500" b="1">
                <a:solidFill>
                  <a:srgbClr val="000000"/>
                </a:solidFill>
                <a:latin typeface="Arial"/>
                <a:ea typeface="Arial"/>
                <a:cs typeface="Arial"/>
              </a:defRPr>
            </a:lvl6pPr>
            <a:lvl7pPr algn="ctr">
              <a:defRPr sz="1500" b="1">
                <a:solidFill>
                  <a:srgbClr val="000000"/>
                </a:solidFill>
                <a:latin typeface="Arial"/>
                <a:ea typeface="Arial"/>
                <a:cs typeface="Arial"/>
              </a:defRPr>
            </a:lvl7pPr>
            <a:lvl8pPr algn="ctr">
              <a:defRPr sz="1500" b="1">
                <a:solidFill>
                  <a:srgbClr val="000000"/>
                </a:solidFill>
                <a:latin typeface="Arial"/>
                <a:ea typeface="Arial"/>
                <a:cs typeface="Arial"/>
              </a:defRPr>
            </a:lvl8pPr>
            <a:lvl9pPr algn="ctr">
              <a:defRPr sz="1500" b="1">
                <a:solidFill>
                  <a:srgbClr val="000000"/>
                </a:solidFill>
                <a:latin typeface="Arial"/>
                <a:ea typeface="Arial"/>
                <a:cs typeface="Arial"/>
              </a:defRPr>
            </a:lvl9pPr>
          </a:lstStyle>
          <a:p xmlns:a="http://schemas.openxmlformats.org/drawingml/2006/main">
            <a:pPr algn="ctr">
              <a:defRPr sz="1500" b="1">
                <a:solidFill>
                  <a:srgbClr val="000000"/>
                </a:solidFill>
                <a:latin typeface="Arial"/>
                <a:ea typeface="Arial"/>
                <a:cs typeface="Arial"/>
              </a:defRPr>
            </a:pPr>
            <a:r>
              <a:rPr sz="1500" b="1">
                <a:solidFill>
                  <a:srgbClr val="000000"/>
                </a:solidFill>
                <a:latin typeface="Arial"/>
                <a:ea typeface="Arial"/>
                <a:cs typeface="Arial"/>
              </a:rPr>
              <a:t>A</a:t>
            </a:r>
          </a:p>
        </p:txBody>
      </p:sp>
      <p:sp>
        <p:nvSpPr>
          <p:cNvPr id="99" name="A exact d coordinate t38">
            <a:extLst xmlns:a="http://schemas.openxmlformats.org/drawingml/2006/main">
              <a:ext uri="{FF2B5EF4-FFF2-40B4-BE49-F238E27FC236}">
                <a16:creationId xmlns:a16="http://schemas.microsoft.com/office/drawing/2014/main" id="{BBB5A0AF-C4D4-4602-A722-2D14B538AD81}"/>
              </a:ext>
            </a:extLst>
          </p:cNvPr>
          <p:cNvSpPr>
            <a:spLocks xmlns:a="http://schemas.openxmlformats.org/drawingml/2006/main" noGrp="1"/>
          </p:cNvSpPr>
          <p:nvPr/>
        </p:nvSpPr>
        <p:spPr>
          <a:xfrm xmlns:a="http://schemas.openxmlformats.org/drawingml/2006/main">
            <a:off x="6384925" y="2790825"/>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20</a:t>
            </a:r>
          </a:p>
        </p:txBody>
      </p:sp>
      <p:sp>
        <p:nvSpPr>
          <p:cNvPr id="100" name="B matching d-axis marker t38">
            <a:extLst xmlns:a="http://schemas.openxmlformats.org/drawingml/2006/main">
              <a:ext uri="{FF2B5EF4-FFF2-40B4-BE49-F238E27FC236}">
                <a16:creationId xmlns:a16="http://schemas.microsoft.com/office/drawing/2014/main" id="{C6E09308-4099-42C8-B5E9-44BA849334FA}"/>
              </a:ext>
            </a:extLst>
          </p:cNvPr>
          <p:cNvSpPr>
            <a:spLocks xmlns:a="http://schemas.openxmlformats.org/drawingml/2006/main" noGrp="1"/>
          </p:cNvSpPr>
          <p:nvPr/>
        </p:nvSpPr>
        <p:spPr>
          <a:xfrm xmlns:a="http://schemas.openxmlformats.org/drawingml/2006/main">
            <a:off x="7181532" y="2399348"/>
            <a:ext cx="116205" cy="116205"/>
          </a:xfrm>
          <a:prstGeom xmlns:a="http://schemas.openxmlformats.org/drawingml/2006/main" prst="ellipse">
            <a:avLst/>
          </a:prstGeom>
          <a:solidFill xmlns:a="http://schemas.openxmlformats.org/drawingml/2006/main">
            <a:srgbClr val="FDE725"/>
          </a:solidFill>
          <a:ln xmlns:a="http://schemas.openxmlformats.org/drawingml/2006/main" w="19050">
            <a:solidFill>
              <a:srgbClr val="FDE725"/>
            </a:solidFill>
          </a:ln>
        </p:spPr>
      </p:sp>
      <p:sp>
        <p:nvSpPr>
          <p:cNvPr id="101" name="B">
            <a:extLst xmlns:a="http://schemas.openxmlformats.org/drawingml/2006/main">
              <a:ext uri="{FF2B5EF4-FFF2-40B4-BE49-F238E27FC236}">
                <a16:creationId xmlns:a16="http://schemas.microsoft.com/office/drawing/2014/main" id="{8C82149B-A52C-4993-8535-2149ED0FA35E}"/>
              </a:ext>
            </a:extLst>
          </p:cNvPr>
          <p:cNvSpPr>
            <a:spLocks xmlns:a="http://schemas.openxmlformats.org/drawingml/2006/main" noGrp="1"/>
          </p:cNvSpPr>
          <p:nvPr/>
        </p:nvSpPr>
        <p:spPr>
          <a:xfrm xmlns:a="http://schemas.openxmlformats.org/drawingml/2006/main">
            <a:off x="7106285" y="2562225"/>
            <a:ext cx="266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000000"/>
                </a:solidFill>
                <a:latin typeface="Arial"/>
                <a:ea typeface="Arial"/>
                <a:cs typeface="Arial"/>
              </a:defRPr>
            </a:defPPr>
            <a:lvl1pPr algn="ctr">
              <a:defRPr sz="1500" b="1">
                <a:solidFill>
                  <a:srgbClr val="000000"/>
                </a:solidFill>
                <a:latin typeface="Arial"/>
                <a:ea typeface="Arial"/>
                <a:cs typeface="Arial"/>
              </a:defRPr>
            </a:lvl1pPr>
            <a:lvl2pPr algn="ctr">
              <a:defRPr sz="1500" b="1">
                <a:solidFill>
                  <a:srgbClr val="000000"/>
                </a:solidFill>
                <a:latin typeface="Arial"/>
                <a:ea typeface="Arial"/>
                <a:cs typeface="Arial"/>
              </a:defRPr>
            </a:lvl2pPr>
            <a:lvl3pPr algn="ctr">
              <a:defRPr sz="1500" b="1">
                <a:solidFill>
                  <a:srgbClr val="000000"/>
                </a:solidFill>
                <a:latin typeface="Arial"/>
                <a:ea typeface="Arial"/>
                <a:cs typeface="Arial"/>
              </a:defRPr>
            </a:lvl3pPr>
            <a:lvl4pPr algn="ctr">
              <a:defRPr sz="1500" b="1">
                <a:solidFill>
                  <a:srgbClr val="000000"/>
                </a:solidFill>
                <a:latin typeface="Arial"/>
                <a:ea typeface="Arial"/>
                <a:cs typeface="Arial"/>
              </a:defRPr>
            </a:lvl4pPr>
            <a:lvl5pPr algn="ctr">
              <a:defRPr sz="1500" b="1">
                <a:solidFill>
                  <a:srgbClr val="000000"/>
                </a:solidFill>
                <a:latin typeface="Arial"/>
                <a:ea typeface="Arial"/>
                <a:cs typeface="Arial"/>
              </a:defRPr>
            </a:lvl5pPr>
            <a:lvl6pPr algn="ctr">
              <a:defRPr sz="1500" b="1">
                <a:solidFill>
                  <a:srgbClr val="000000"/>
                </a:solidFill>
                <a:latin typeface="Arial"/>
                <a:ea typeface="Arial"/>
                <a:cs typeface="Arial"/>
              </a:defRPr>
            </a:lvl6pPr>
            <a:lvl7pPr algn="ctr">
              <a:defRPr sz="1500" b="1">
                <a:solidFill>
                  <a:srgbClr val="000000"/>
                </a:solidFill>
                <a:latin typeface="Arial"/>
                <a:ea typeface="Arial"/>
                <a:cs typeface="Arial"/>
              </a:defRPr>
            </a:lvl7pPr>
            <a:lvl8pPr algn="ctr">
              <a:defRPr sz="1500" b="1">
                <a:solidFill>
                  <a:srgbClr val="000000"/>
                </a:solidFill>
                <a:latin typeface="Arial"/>
                <a:ea typeface="Arial"/>
                <a:cs typeface="Arial"/>
              </a:defRPr>
            </a:lvl8pPr>
            <a:lvl9pPr algn="ctr">
              <a:defRPr sz="1500" b="1">
                <a:solidFill>
                  <a:srgbClr val="000000"/>
                </a:solidFill>
                <a:latin typeface="Arial"/>
                <a:ea typeface="Arial"/>
                <a:cs typeface="Arial"/>
              </a:defRPr>
            </a:lvl9pPr>
          </a:lstStyle>
          <a:p xmlns:a="http://schemas.openxmlformats.org/drawingml/2006/main">
            <a:pPr algn="ctr">
              <a:defRPr sz="1500" b="1">
                <a:solidFill>
                  <a:srgbClr val="000000"/>
                </a:solidFill>
                <a:latin typeface="Arial"/>
                <a:ea typeface="Arial"/>
                <a:cs typeface="Arial"/>
              </a:defRPr>
            </a:pPr>
            <a:r>
              <a:rPr sz="1500" b="1">
                <a:solidFill>
                  <a:srgbClr val="000000"/>
                </a:solidFill>
                <a:latin typeface="Arial"/>
                <a:ea typeface="Arial"/>
                <a:cs typeface="Arial"/>
              </a:rPr>
              <a:t>B</a:t>
            </a:r>
          </a:p>
        </p:txBody>
      </p:sp>
      <p:sp>
        <p:nvSpPr>
          <p:cNvPr id="102" name="B exact d coordinate t38">
            <a:extLst xmlns:a="http://schemas.openxmlformats.org/drawingml/2006/main">
              <a:ext uri="{FF2B5EF4-FFF2-40B4-BE49-F238E27FC236}">
                <a16:creationId xmlns:a16="http://schemas.microsoft.com/office/drawing/2014/main" id="{5EEAC270-6484-47A2-B1C0-E694DF83EA39}"/>
              </a:ext>
            </a:extLst>
          </p:cNvPr>
          <p:cNvSpPr>
            <a:spLocks xmlns:a="http://schemas.openxmlformats.org/drawingml/2006/main" noGrp="1"/>
          </p:cNvSpPr>
          <p:nvPr/>
        </p:nvSpPr>
        <p:spPr>
          <a:xfrm xmlns:a="http://schemas.openxmlformats.org/drawingml/2006/main">
            <a:off x="7020560" y="2790825"/>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64</a:t>
            </a:r>
          </a:p>
        </p:txBody>
      </p:sp>
      <p:sp>
        <p:nvSpPr>
          <p:cNvPr id="103" name="C matching d-axis marker t38">
            <a:extLst xmlns:a="http://schemas.openxmlformats.org/drawingml/2006/main">
              <a:ext uri="{FF2B5EF4-FFF2-40B4-BE49-F238E27FC236}">
                <a16:creationId xmlns:a16="http://schemas.microsoft.com/office/drawing/2014/main" id="{D662AECF-61E1-4F59-B9EE-EB48098F0B3A}"/>
              </a:ext>
            </a:extLst>
          </p:cNvPr>
          <p:cNvSpPr>
            <a:spLocks xmlns:a="http://schemas.openxmlformats.org/drawingml/2006/main" noGrp="1"/>
          </p:cNvSpPr>
          <p:nvPr/>
        </p:nvSpPr>
        <p:spPr>
          <a:xfrm xmlns:a="http://schemas.openxmlformats.org/drawingml/2006/main">
            <a:off x="7685405" y="2383155"/>
            <a:ext cx="148590" cy="148590"/>
          </a:xfrm>
          <a:prstGeom xmlns:a="http://schemas.openxmlformats.org/drawingml/2006/main" prst="ellipse">
            <a:avLst/>
          </a:prstGeom>
          <a:solidFill xmlns:a="http://schemas.openxmlformats.org/drawingml/2006/main">
            <a:srgbClr val="D9E219"/>
          </a:solidFill>
          <a:ln xmlns:a="http://schemas.openxmlformats.org/drawingml/2006/main" w="19050">
            <a:solidFill>
              <a:srgbClr val="D9E219"/>
            </a:solidFill>
          </a:ln>
        </p:spPr>
      </p:sp>
      <p:sp>
        <p:nvSpPr>
          <p:cNvPr id="104" name="C">
            <a:extLst xmlns:a="http://schemas.openxmlformats.org/drawingml/2006/main">
              <a:ext uri="{FF2B5EF4-FFF2-40B4-BE49-F238E27FC236}">
                <a16:creationId xmlns:a16="http://schemas.microsoft.com/office/drawing/2014/main" id="{5BD77894-061A-4A83-8715-5B1EDA28F391}"/>
              </a:ext>
            </a:extLst>
          </p:cNvPr>
          <p:cNvSpPr>
            <a:spLocks xmlns:a="http://schemas.openxmlformats.org/drawingml/2006/main" noGrp="1"/>
          </p:cNvSpPr>
          <p:nvPr/>
        </p:nvSpPr>
        <p:spPr>
          <a:xfrm xmlns:a="http://schemas.openxmlformats.org/drawingml/2006/main">
            <a:off x="7626350" y="2562225"/>
            <a:ext cx="266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000000"/>
                </a:solidFill>
                <a:latin typeface="Arial"/>
                <a:ea typeface="Arial"/>
                <a:cs typeface="Arial"/>
              </a:defRPr>
            </a:defPPr>
            <a:lvl1pPr algn="ctr">
              <a:defRPr sz="1500" b="1">
                <a:solidFill>
                  <a:srgbClr val="000000"/>
                </a:solidFill>
                <a:latin typeface="Arial"/>
                <a:ea typeface="Arial"/>
                <a:cs typeface="Arial"/>
              </a:defRPr>
            </a:lvl1pPr>
            <a:lvl2pPr algn="ctr">
              <a:defRPr sz="1500" b="1">
                <a:solidFill>
                  <a:srgbClr val="000000"/>
                </a:solidFill>
                <a:latin typeface="Arial"/>
                <a:ea typeface="Arial"/>
                <a:cs typeface="Arial"/>
              </a:defRPr>
            </a:lvl2pPr>
            <a:lvl3pPr algn="ctr">
              <a:defRPr sz="1500" b="1">
                <a:solidFill>
                  <a:srgbClr val="000000"/>
                </a:solidFill>
                <a:latin typeface="Arial"/>
                <a:ea typeface="Arial"/>
                <a:cs typeface="Arial"/>
              </a:defRPr>
            </a:lvl3pPr>
            <a:lvl4pPr algn="ctr">
              <a:defRPr sz="1500" b="1">
                <a:solidFill>
                  <a:srgbClr val="000000"/>
                </a:solidFill>
                <a:latin typeface="Arial"/>
                <a:ea typeface="Arial"/>
                <a:cs typeface="Arial"/>
              </a:defRPr>
            </a:lvl4pPr>
            <a:lvl5pPr algn="ctr">
              <a:defRPr sz="1500" b="1">
                <a:solidFill>
                  <a:srgbClr val="000000"/>
                </a:solidFill>
                <a:latin typeface="Arial"/>
                <a:ea typeface="Arial"/>
                <a:cs typeface="Arial"/>
              </a:defRPr>
            </a:lvl5pPr>
            <a:lvl6pPr algn="ctr">
              <a:defRPr sz="1500" b="1">
                <a:solidFill>
                  <a:srgbClr val="000000"/>
                </a:solidFill>
                <a:latin typeface="Arial"/>
                <a:ea typeface="Arial"/>
                <a:cs typeface="Arial"/>
              </a:defRPr>
            </a:lvl6pPr>
            <a:lvl7pPr algn="ctr">
              <a:defRPr sz="1500" b="1">
                <a:solidFill>
                  <a:srgbClr val="000000"/>
                </a:solidFill>
                <a:latin typeface="Arial"/>
                <a:ea typeface="Arial"/>
                <a:cs typeface="Arial"/>
              </a:defRPr>
            </a:lvl7pPr>
            <a:lvl8pPr algn="ctr">
              <a:defRPr sz="1500" b="1">
                <a:solidFill>
                  <a:srgbClr val="000000"/>
                </a:solidFill>
                <a:latin typeface="Arial"/>
                <a:ea typeface="Arial"/>
                <a:cs typeface="Arial"/>
              </a:defRPr>
            </a:lvl8pPr>
            <a:lvl9pPr algn="ctr">
              <a:defRPr sz="1500" b="1">
                <a:solidFill>
                  <a:srgbClr val="000000"/>
                </a:solidFill>
                <a:latin typeface="Arial"/>
                <a:ea typeface="Arial"/>
                <a:cs typeface="Arial"/>
              </a:defRPr>
            </a:lvl9pPr>
          </a:lstStyle>
          <a:p xmlns:a="http://schemas.openxmlformats.org/drawingml/2006/main">
            <a:pPr algn="ctr">
              <a:defRPr sz="1500" b="1">
                <a:solidFill>
                  <a:srgbClr val="000000"/>
                </a:solidFill>
                <a:latin typeface="Arial"/>
                <a:ea typeface="Arial"/>
                <a:cs typeface="Arial"/>
              </a:defRPr>
            </a:pPr>
            <a:r>
              <a:rPr sz="1500" b="1">
                <a:solidFill>
                  <a:srgbClr val="000000"/>
                </a:solidFill>
                <a:latin typeface="Arial"/>
                <a:ea typeface="Arial"/>
                <a:cs typeface="Arial"/>
              </a:rPr>
              <a:t>C</a:t>
            </a:r>
          </a:p>
        </p:txBody>
      </p:sp>
      <p:sp>
        <p:nvSpPr>
          <p:cNvPr id="105" name="C exact d coordinate t38">
            <a:extLst xmlns:a="http://schemas.openxmlformats.org/drawingml/2006/main">
              <a:ext uri="{FF2B5EF4-FFF2-40B4-BE49-F238E27FC236}">
                <a16:creationId xmlns:a16="http://schemas.microsoft.com/office/drawing/2014/main" id="{DEE26A8F-2326-4E26-A812-EA9625D4808E}"/>
              </a:ext>
            </a:extLst>
          </p:cNvPr>
          <p:cNvSpPr>
            <a:spLocks xmlns:a="http://schemas.openxmlformats.org/drawingml/2006/main" noGrp="1"/>
          </p:cNvSpPr>
          <p:nvPr/>
        </p:nvSpPr>
        <p:spPr>
          <a:xfrm xmlns:a="http://schemas.openxmlformats.org/drawingml/2006/main">
            <a:off x="7540625" y="2790825"/>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100</a:t>
            </a:r>
          </a:p>
        </p:txBody>
      </p:sp>
      <p:sp>
        <p:nvSpPr>
          <p:cNvPr id="106" name="t = 51">
            <a:extLst xmlns:a="http://schemas.openxmlformats.org/drawingml/2006/main">
              <a:ext uri="{FF2B5EF4-FFF2-40B4-BE49-F238E27FC236}">
                <a16:creationId xmlns:a16="http://schemas.microsoft.com/office/drawing/2014/main" id="{8B909660-5516-4534-90C8-034A0B5787A5}"/>
              </a:ext>
            </a:extLst>
          </p:cNvPr>
          <p:cNvSpPr>
            <a:spLocks xmlns:a="http://schemas.openxmlformats.org/drawingml/2006/main" noGrp="1"/>
          </p:cNvSpPr>
          <p:nvPr/>
        </p:nvSpPr>
        <p:spPr>
          <a:xfrm xmlns:a="http://schemas.openxmlformats.org/drawingml/2006/main">
            <a:off x="8277225" y="2857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000000"/>
                </a:solidFill>
                <a:latin typeface="Arial"/>
                <a:ea typeface="Arial"/>
                <a:cs typeface="Arial"/>
              </a:defRPr>
            </a:defPPr>
            <a:lvl1pPr algn="ctr">
              <a:defRPr sz="1500" b="1">
                <a:solidFill>
                  <a:srgbClr val="000000"/>
                </a:solidFill>
                <a:latin typeface="Arial"/>
                <a:ea typeface="Arial"/>
                <a:cs typeface="Arial"/>
              </a:defRPr>
            </a:lvl1pPr>
            <a:lvl2pPr algn="ctr">
              <a:defRPr sz="1500" b="1">
                <a:solidFill>
                  <a:srgbClr val="000000"/>
                </a:solidFill>
                <a:latin typeface="Arial"/>
                <a:ea typeface="Arial"/>
                <a:cs typeface="Arial"/>
              </a:defRPr>
            </a:lvl2pPr>
            <a:lvl3pPr algn="ctr">
              <a:defRPr sz="1500" b="1">
                <a:solidFill>
                  <a:srgbClr val="000000"/>
                </a:solidFill>
                <a:latin typeface="Arial"/>
                <a:ea typeface="Arial"/>
                <a:cs typeface="Arial"/>
              </a:defRPr>
            </a:lvl3pPr>
            <a:lvl4pPr algn="ctr">
              <a:defRPr sz="1500" b="1">
                <a:solidFill>
                  <a:srgbClr val="000000"/>
                </a:solidFill>
                <a:latin typeface="Arial"/>
                <a:ea typeface="Arial"/>
                <a:cs typeface="Arial"/>
              </a:defRPr>
            </a:lvl4pPr>
            <a:lvl5pPr algn="ctr">
              <a:defRPr sz="1500" b="1">
                <a:solidFill>
                  <a:srgbClr val="000000"/>
                </a:solidFill>
                <a:latin typeface="Arial"/>
                <a:ea typeface="Arial"/>
                <a:cs typeface="Arial"/>
              </a:defRPr>
            </a:lvl5pPr>
            <a:lvl6pPr algn="ctr">
              <a:defRPr sz="1500" b="1">
                <a:solidFill>
                  <a:srgbClr val="000000"/>
                </a:solidFill>
                <a:latin typeface="Arial"/>
                <a:ea typeface="Arial"/>
                <a:cs typeface="Arial"/>
              </a:defRPr>
            </a:lvl6pPr>
            <a:lvl7pPr algn="ctr">
              <a:defRPr sz="1500" b="1">
                <a:solidFill>
                  <a:srgbClr val="000000"/>
                </a:solidFill>
                <a:latin typeface="Arial"/>
                <a:ea typeface="Arial"/>
                <a:cs typeface="Arial"/>
              </a:defRPr>
            </a:lvl7pPr>
            <a:lvl8pPr algn="ctr">
              <a:defRPr sz="1500" b="1">
                <a:solidFill>
                  <a:srgbClr val="000000"/>
                </a:solidFill>
                <a:latin typeface="Arial"/>
                <a:ea typeface="Arial"/>
                <a:cs typeface="Arial"/>
              </a:defRPr>
            </a:lvl8pPr>
            <a:lvl9pPr algn="ctr">
              <a:defRPr sz="1500" b="1">
                <a:solidFill>
                  <a:srgbClr val="000000"/>
                </a:solidFill>
                <a:latin typeface="Arial"/>
                <a:ea typeface="Arial"/>
                <a:cs typeface="Arial"/>
              </a:defRPr>
            </a:lvl9pPr>
          </a:lstStyle>
          <a:p xmlns:a="http://schemas.openxmlformats.org/drawingml/2006/main">
            <a:pPr algn="ctr">
              <a:defRPr sz="1500" b="1">
                <a:solidFill>
                  <a:srgbClr val="000000"/>
                </a:solidFill>
                <a:latin typeface="Arial"/>
                <a:ea typeface="Arial"/>
                <a:cs typeface="Arial"/>
              </a:defRPr>
            </a:pPr>
            <a:r>
              <a:rPr sz="1500" b="1">
                <a:solidFill>
                  <a:srgbClr val="000000"/>
                </a:solidFill>
                <a:latin typeface="Arial"/>
                <a:ea typeface="Arial"/>
                <a:cs typeface="Arial"/>
              </a:rPr>
              <a:t>t = 51</a:t>
            </a:r>
          </a:p>
        </p:txBody>
      </p:sp>
      <p:pic>
        <p:nvPicPr>
          <p:cNvPr id="107" name="">
            <a:extLst xmlns:a="http://schemas.openxmlformats.org/drawingml/2006/main">
              <a:ext uri="{FF2B5EF4-FFF2-40B4-BE49-F238E27FC236}">
                <a16:creationId xmlns:a16="http://schemas.microsoft.com/office/drawing/2014/main" id="{99049792-F83B-4D8A-AA77-FF0181C2348F}"/>
              </a:ext>
            </a:extLst>
          </p:cNvPr>
          <p:cNvPicPr>
            <a:picLocks xmlns:a="http://schemas.openxmlformats.org/drawingml/2006/main" noChangeAspect="1"/>
          </p:cNvPicPr>
          <p:nvPr/>
        </p:nvPicPr>
        <p:blipFill>
          <a:blip xmlns:r="http://schemas.openxmlformats.org/officeDocument/2006/relationships" xmlns:a="http://schemas.openxmlformats.org/drawingml/2006/main" r:embed="R88659059dc254568"/>
          <a:stretch xmlns:a="http://schemas.openxmlformats.org/drawingml/2006/main"/>
        </p:blipFill>
        <p:spPr>
          <a:xfrm xmlns:a="http://schemas.openxmlformats.org/drawingml/2006/main">
            <a:off x="8277225" y="552450"/>
            <a:ext cx="1733550" cy="1733550"/>
          </a:xfrm>
          <a:prstGeom xmlns:a="http://schemas.openxmlformats.org/drawingml/2006/main" prst="rect">
            <a:avLst/>
          </a:prstGeom>
        </p:spPr>
      </p:pic>
      <p:sp>
        <p:nvSpPr>
          <p:cNvPr id="108" name="Scientific domain frame">
            <a:extLst xmlns:a="http://schemas.openxmlformats.org/drawingml/2006/main">
              <a:ext uri="{FF2B5EF4-FFF2-40B4-BE49-F238E27FC236}">
                <a16:creationId xmlns:a16="http://schemas.microsoft.com/office/drawing/2014/main" id="{66FFDE51-4AE0-4FD1-9978-7B588F35733A}"/>
              </a:ext>
            </a:extLst>
          </p:cNvPr>
          <p:cNvSpPr>
            <a:spLocks xmlns:a="http://schemas.openxmlformats.org/drawingml/2006/main" noGrp="1"/>
          </p:cNvSpPr>
          <p:nvPr/>
        </p:nvSpPr>
        <p:spPr>
          <a:xfrm xmlns:a="http://schemas.openxmlformats.org/drawingml/2006/main">
            <a:off x="8277225" y="552450"/>
            <a:ext cx="1733550" cy="1733550"/>
          </a:xfrm>
          <a:prstGeom xmlns:a="http://schemas.openxmlformats.org/drawingml/2006/main" prst="rect">
            <a:avLst/>
          </a:prstGeom>
          <a:noFill xmlns:a="http://schemas.openxmlformats.org/drawingml/2006/main"/>
          <a:ln xmlns:a="http://schemas.openxmlformats.org/drawingml/2006/main" w="7620">
            <a:solidFill>
              <a:srgbClr val="000000"/>
            </a:solidFill>
          </a:ln>
        </p:spPr>
      </p:sp>
      <p:sp>
        <p:nvSpPr>
          <p:cNvPr id="109" name="A source-to-d projection t51">
            <a:extLst xmlns:a="http://schemas.openxmlformats.org/drawingml/2006/main">
              <a:ext uri="{FF2B5EF4-FFF2-40B4-BE49-F238E27FC236}">
                <a16:creationId xmlns:a16="http://schemas.microsoft.com/office/drawing/2014/main" id="{52B92996-42A9-4CC5-B819-284653A6D9A9}"/>
              </a:ext>
            </a:extLst>
          </p:cNvPr>
          <p:cNvSpPr>
            <a:spLocks xmlns:a="http://schemas.openxmlformats.org/drawingml/2006/main" noGrp="1"/>
          </p:cNvSpPr>
          <p:nvPr/>
        </p:nvSpPr>
        <p:spPr>
          <a:xfrm xmlns:a="http://schemas.openxmlformats.org/drawingml/2006/main">
            <a:off x="8566150" y="2038985"/>
            <a:ext cx="95" cy="376555"/>
          </a:xfrm>
          <a:custGeom xmlns:a="http://schemas.openxmlformats.org/drawingml/2006/main">
            <a:pathLst>
              <a:path w="95" h="490855">
                <a:moveTo>
                  <a:pt x="0" y="0"/>
                </a:moveTo>
                <a:lnTo>
                  <a:pt x="0" y="490855"/>
                </a:lnTo>
              </a:path>
            </a:pathLst>
          </a:custGeom>
          <a:noFill xmlns:a="http://schemas.openxmlformats.org/drawingml/2006/main"/>
          <a:ln xmlns:a="http://schemas.openxmlformats.org/drawingml/2006/main" w="11906">
            <a:solidFill>
              <a:srgbClr val="000000"/>
            </a:solidFill>
            <a:prstDash val="dash"/>
          </a:ln>
        </p:spPr>
      </p:sp>
      <p:sp>
        <p:nvSpPr>
          <p:cNvPr id="110" name="B source-to-d projection t51">
            <a:extLst xmlns:a="http://schemas.openxmlformats.org/drawingml/2006/main">
              <a:ext uri="{FF2B5EF4-FFF2-40B4-BE49-F238E27FC236}">
                <a16:creationId xmlns:a16="http://schemas.microsoft.com/office/drawing/2014/main" id="{11DBD3C3-85D6-474D-A06D-801846435524}"/>
              </a:ext>
            </a:extLst>
          </p:cNvPr>
          <p:cNvSpPr>
            <a:spLocks xmlns:a="http://schemas.openxmlformats.org/drawingml/2006/main" noGrp="1"/>
          </p:cNvSpPr>
          <p:nvPr/>
        </p:nvSpPr>
        <p:spPr>
          <a:xfrm xmlns:a="http://schemas.openxmlformats.org/drawingml/2006/main">
            <a:off x="9324578" y="1657906"/>
            <a:ext cx="95" cy="741442"/>
          </a:xfrm>
          <a:custGeom xmlns:a="http://schemas.openxmlformats.org/drawingml/2006/main">
            <a:pathLst>
              <a:path w="95" h="855742">
                <a:moveTo>
                  <a:pt x="0" y="0"/>
                </a:moveTo>
                <a:lnTo>
                  <a:pt x="0" y="855742"/>
                </a:lnTo>
              </a:path>
            </a:pathLst>
          </a:custGeom>
          <a:noFill xmlns:a="http://schemas.openxmlformats.org/drawingml/2006/main"/>
          <a:ln xmlns:a="http://schemas.openxmlformats.org/drawingml/2006/main" w="11906">
            <a:solidFill>
              <a:srgbClr val="000000"/>
            </a:solidFill>
            <a:prstDash val="dash"/>
          </a:ln>
        </p:spPr>
      </p:sp>
      <p:sp>
        <p:nvSpPr>
          <p:cNvPr id="111" name="C source-to-d projection t51">
            <a:extLst xmlns:a="http://schemas.openxmlformats.org/drawingml/2006/main">
              <a:ext uri="{FF2B5EF4-FFF2-40B4-BE49-F238E27FC236}">
                <a16:creationId xmlns:a16="http://schemas.microsoft.com/office/drawing/2014/main" id="{61B1C5C2-0510-4CAC-86EB-7818F72EBADD}"/>
              </a:ext>
            </a:extLst>
          </p:cNvPr>
          <p:cNvSpPr>
            <a:spLocks xmlns:a="http://schemas.openxmlformats.org/drawingml/2006/main" noGrp="1"/>
          </p:cNvSpPr>
          <p:nvPr/>
        </p:nvSpPr>
        <p:spPr>
          <a:xfrm xmlns:a="http://schemas.openxmlformats.org/drawingml/2006/main">
            <a:off x="9721850" y="915670"/>
            <a:ext cx="95" cy="1467485"/>
          </a:xfrm>
          <a:custGeom xmlns:a="http://schemas.openxmlformats.org/drawingml/2006/main">
            <a:pathLst>
              <a:path w="95" h="1581785">
                <a:moveTo>
                  <a:pt x="0" y="0"/>
                </a:moveTo>
                <a:lnTo>
                  <a:pt x="0" y="1581785"/>
                </a:lnTo>
              </a:path>
            </a:pathLst>
          </a:custGeom>
          <a:noFill xmlns:a="http://schemas.openxmlformats.org/drawingml/2006/main"/>
          <a:ln xmlns:a="http://schemas.openxmlformats.org/drawingml/2006/main" w="11906">
            <a:solidFill>
              <a:srgbClr val="000000"/>
            </a:solidFill>
            <a:prstDash val="dash"/>
          </a:ln>
        </p:spPr>
      </p:sp>
      <p:sp>
        <p:nvSpPr>
          <p:cNvPr id="112" name="A source identity marker t51">
            <a:extLst xmlns:a="http://schemas.openxmlformats.org/drawingml/2006/main">
              <a:ext uri="{FF2B5EF4-FFF2-40B4-BE49-F238E27FC236}">
                <a16:creationId xmlns:a16="http://schemas.microsoft.com/office/drawing/2014/main" id="{A119E0D4-07A4-42C4-A6F7-1E796B0924BE}"/>
              </a:ext>
            </a:extLst>
          </p:cNvPr>
          <p:cNvSpPr>
            <a:spLocks xmlns:a="http://schemas.openxmlformats.org/drawingml/2006/main" noGrp="1"/>
          </p:cNvSpPr>
          <p:nvPr/>
        </p:nvSpPr>
        <p:spPr>
          <a:xfrm xmlns:a="http://schemas.openxmlformats.org/drawingml/2006/main">
            <a:off x="8524240" y="1955165"/>
            <a:ext cx="83820" cy="83820"/>
          </a:xfrm>
          <a:prstGeom xmlns:a="http://schemas.openxmlformats.org/drawingml/2006/main" prst="ellipse">
            <a:avLst/>
          </a:prstGeom>
          <a:noFill xmlns:a="http://schemas.openxmlformats.org/drawingml/2006/main"/>
          <a:ln xmlns:a="http://schemas.openxmlformats.org/drawingml/2006/main" w="19050">
            <a:solidFill>
              <a:srgbClr val="ECE51B"/>
            </a:solidFill>
          </a:ln>
        </p:spPr>
      </p:sp>
      <p:sp>
        <p:nvSpPr>
          <p:cNvPr id="113" name="A black source label t51">
            <a:extLst xmlns:a="http://schemas.openxmlformats.org/drawingml/2006/main">
              <a:ext uri="{FF2B5EF4-FFF2-40B4-BE49-F238E27FC236}">
                <a16:creationId xmlns:a16="http://schemas.microsoft.com/office/drawing/2014/main" id="{057BC686-D64D-45B2-8F6C-C1F4FB507E65}"/>
              </a:ext>
            </a:extLst>
          </p:cNvPr>
          <p:cNvSpPr>
            <a:spLocks xmlns:a="http://schemas.openxmlformats.org/drawingml/2006/main" noGrp="1"/>
          </p:cNvSpPr>
          <p:nvPr/>
        </p:nvSpPr>
        <p:spPr>
          <a:xfrm xmlns:a="http://schemas.openxmlformats.org/drawingml/2006/main">
            <a:off x="8661400" y="1749425"/>
            <a:ext cx="2571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A</a:t>
            </a:r>
          </a:p>
        </p:txBody>
      </p:sp>
      <p:sp>
        <p:nvSpPr>
          <p:cNvPr id="114" name="B source identity marker t51">
            <a:extLst xmlns:a="http://schemas.openxmlformats.org/drawingml/2006/main">
              <a:ext uri="{FF2B5EF4-FFF2-40B4-BE49-F238E27FC236}">
                <a16:creationId xmlns:a16="http://schemas.microsoft.com/office/drawing/2014/main" id="{CC054422-1AC2-489A-AEEC-93FB16706E7F}"/>
              </a:ext>
            </a:extLst>
          </p:cNvPr>
          <p:cNvSpPr>
            <a:spLocks xmlns:a="http://schemas.openxmlformats.org/drawingml/2006/main" noGrp="1"/>
          </p:cNvSpPr>
          <p:nvPr/>
        </p:nvSpPr>
        <p:spPr>
          <a:xfrm xmlns:a="http://schemas.openxmlformats.org/drawingml/2006/main">
            <a:off x="9266476" y="1541701"/>
            <a:ext cx="116205" cy="116205"/>
          </a:xfrm>
          <a:prstGeom xmlns:a="http://schemas.openxmlformats.org/drawingml/2006/main" prst="ellipse">
            <a:avLst/>
          </a:prstGeom>
          <a:noFill xmlns:a="http://schemas.openxmlformats.org/drawingml/2006/main"/>
          <a:ln xmlns:a="http://schemas.openxmlformats.org/drawingml/2006/main" w="19050">
            <a:solidFill>
              <a:srgbClr val="FDE725"/>
            </a:solidFill>
          </a:ln>
        </p:spPr>
      </p:sp>
      <p:sp>
        <p:nvSpPr>
          <p:cNvPr id="115" name="B black source label t51">
            <a:extLst xmlns:a="http://schemas.openxmlformats.org/drawingml/2006/main">
              <a:ext uri="{FF2B5EF4-FFF2-40B4-BE49-F238E27FC236}">
                <a16:creationId xmlns:a16="http://schemas.microsoft.com/office/drawing/2014/main" id="{E66540AD-95E4-4D7C-A108-CD830DD54858}"/>
              </a:ext>
            </a:extLst>
          </p:cNvPr>
          <p:cNvSpPr>
            <a:spLocks xmlns:a="http://schemas.openxmlformats.org/drawingml/2006/main" noGrp="1"/>
          </p:cNvSpPr>
          <p:nvPr/>
        </p:nvSpPr>
        <p:spPr>
          <a:xfrm xmlns:a="http://schemas.openxmlformats.org/drawingml/2006/main">
            <a:off x="9419828" y="1352153"/>
            <a:ext cx="2571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B</a:t>
            </a:r>
          </a:p>
        </p:txBody>
      </p:sp>
      <p:sp>
        <p:nvSpPr>
          <p:cNvPr id="116" name="C source identity marker t51">
            <a:extLst xmlns:a="http://schemas.openxmlformats.org/drawingml/2006/main">
              <a:ext uri="{FF2B5EF4-FFF2-40B4-BE49-F238E27FC236}">
                <a16:creationId xmlns:a16="http://schemas.microsoft.com/office/drawing/2014/main" id="{19A2118B-1094-4DEC-99A1-76FE711C7CC1}"/>
              </a:ext>
            </a:extLst>
          </p:cNvPr>
          <p:cNvSpPr>
            <a:spLocks xmlns:a="http://schemas.openxmlformats.org/drawingml/2006/main" noGrp="1"/>
          </p:cNvSpPr>
          <p:nvPr/>
        </p:nvSpPr>
        <p:spPr>
          <a:xfrm xmlns:a="http://schemas.openxmlformats.org/drawingml/2006/main">
            <a:off x="9647555" y="767080"/>
            <a:ext cx="148590" cy="148590"/>
          </a:xfrm>
          <a:prstGeom xmlns:a="http://schemas.openxmlformats.org/drawingml/2006/main" prst="ellipse">
            <a:avLst/>
          </a:prstGeom>
          <a:noFill xmlns:a="http://schemas.openxmlformats.org/drawingml/2006/main"/>
          <a:ln xmlns:a="http://schemas.openxmlformats.org/drawingml/2006/main" w="19050">
            <a:solidFill>
              <a:srgbClr val="D9E219"/>
            </a:solidFill>
          </a:ln>
        </p:spPr>
      </p:sp>
      <p:sp>
        <p:nvSpPr>
          <p:cNvPr id="117" name="C black source label t51">
            <a:extLst xmlns:a="http://schemas.openxmlformats.org/drawingml/2006/main">
              <a:ext uri="{FF2B5EF4-FFF2-40B4-BE49-F238E27FC236}">
                <a16:creationId xmlns:a16="http://schemas.microsoft.com/office/drawing/2014/main" id="{85A47A0E-FEA6-4315-B44D-FEA0B678D466}"/>
              </a:ext>
            </a:extLst>
          </p:cNvPr>
          <p:cNvSpPr>
            <a:spLocks xmlns:a="http://schemas.openxmlformats.org/drawingml/2006/main" noGrp="1"/>
          </p:cNvSpPr>
          <p:nvPr/>
        </p:nvSpPr>
        <p:spPr>
          <a:xfrm xmlns:a="http://schemas.openxmlformats.org/drawingml/2006/main">
            <a:off x="9817100" y="593725"/>
            <a:ext cx="2571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C</a:t>
            </a:r>
          </a:p>
        </p:txBody>
      </p:sp>
      <p:sp>
        <p:nvSpPr>
          <p:cNvPr id="118" name="Scientific line">
            <a:extLst xmlns:a="http://schemas.openxmlformats.org/drawingml/2006/main">
              <a:ext uri="{FF2B5EF4-FFF2-40B4-BE49-F238E27FC236}">
                <a16:creationId xmlns:a16="http://schemas.microsoft.com/office/drawing/2014/main" id="{87B29C76-D0B1-4A17-BAD3-0F36B7C85842}"/>
              </a:ext>
            </a:extLst>
          </p:cNvPr>
          <p:cNvSpPr>
            <a:spLocks xmlns:a="http://schemas.openxmlformats.org/drawingml/2006/main" noGrp="1"/>
          </p:cNvSpPr>
          <p:nvPr/>
        </p:nvSpPr>
        <p:spPr>
          <a:xfrm xmlns:a="http://schemas.openxmlformats.org/drawingml/2006/main">
            <a:off x="8277225" y="2457450"/>
            <a:ext cx="1733550" cy="95"/>
          </a:xfrm>
          <a:custGeom xmlns:a="http://schemas.openxmlformats.org/drawingml/2006/main">
            <a:pathLst>
              <a:path w="1733550" h="95">
                <a:moveTo>
                  <a:pt x="0" y="0"/>
                </a:moveTo>
                <a:lnTo>
                  <a:pt x="1733550" y="0"/>
                </a:lnTo>
              </a:path>
            </a:pathLst>
          </a:custGeom>
          <a:noFill xmlns:a="http://schemas.openxmlformats.org/drawingml/2006/main"/>
          <a:ln xmlns:a="http://schemas.openxmlformats.org/drawingml/2006/main" w="11430">
            <a:solidFill>
              <a:srgbClr val="000000"/>
            </a:solidFill>
            <a:prstDash val="solid"/>
          </a:ln>
        </p:spPr>
      </p:sp>
      <p:sp>
        <p:nvSpPr>
          <p:cNvPr id="119" name="Scientific line">
            <a:extLst xmlns:a="http://schemas.openxmlformats.org/drawingml/2006/main">
              <a:ext uri="{FF2B5EF4-FFF2-40B4-BE49-F238E27FC236}">
                <a16:creationId xmlns:a16="http://schemas.microsoft.com/office/drawing/2014/main" id="{0635C3EF-956F-4C1B-B8E9-46D8FEF9B2DC}"/>
              </a:ext>
            </a:extLst>
          </p:cNvPr>
          <p:cNvSpPr>
            <a:spLocks xmlns:a="http://schemas.openxmlformats.org/drawingml/2006/main" noGrp="1"/>
          </p:cNvSpPr>
          <p:nvPr/>
        </p:nvSpPr>
        <p:spPr>
          <a:xfrm xmlns:a="http://schemas.openxmlformats.org/drawingml/2006/main">
            <a:off x="9953625" y="2428875"/>
            <a:ext cx="57150" cy="28575"/>
          </a:xfrm>
          <a:custGeom xmlns:a="http://schemas.openxmlformats.org/drawingml/2006/main">
            <a:pathLst>
              <a:path w="57150" h="28575">
                <a:moveTo>
                  <a:pt x="0" y="0"/>
                </a:moveTo>
                <a:lnTo>
                  <a:pt x="57150" y="28575"/>
                </a:lnTo>
              </a:path>
            </a:pathLst>
          </a:custGeom>
          <a:noFill xmlns:a="http://schemas.openxmlformats.org/drawingml/2006/main"/>
          <a:ln xmlns:a="http://schemas.openxmlformats.org/drawingml/2006/main" w="11430">
            <a:solidFill>
              <a:srgbClr val="000000"/>
            </a:solidFill>
            <a:prstDash val="solid"/>
          </a:ln>
        </p:spPr>
      </p:sp>
      <p:sp>
        <p:nvSpPr>
          <p:cNvPr id="120" name="Scientific line">
            <a:extLst xmlns:a="http://schemas.openxmlformats.org/drawingml/2006/main">
              <a:ext uri="{FF2B5EF4-FFF2-40B4-BE49-F238E27FC236}">
                <a16:creationId xmlns:a16="http://schemas.microsoft.com/office/drawing/2014/main" id="{80D394E6-21C0-4D83-B4E4-ACB024BFF5AD}"/>
              </a:ext>
            </a:extLst>
          </p:cNvPr>
          <p:cNvSpPr>
            <a:spLocks xmlns:a="http://schemas.openxmlformats.org/drawingml/2006/main" noGrp="1"/>
          </p:cNvSpPr>
          <p:nvPr/>
        </p:nvSpPr>
        <p:spPr>
          <a:xfrm xmlns:a="http://schemas.openxmlformats.org/drawingml/2006/main">
            <a:off x="9953625" y="2457450"/>
            <a:ext cx="57150" cy="28575"/>
          </a:xfrm>
          <a:custGeom xmlns:a="http://schemas.openxmlformats.org/drawingml/2006/main">
            <a:pathLst>
              <a:path w="57150" h="28575">
                <a:moveTo>
                  <a:pt x="0" y="28575"/>
                </a:moveTo>
                <a:lnTo>
                  <a:pt x="57150" y="0"/>
                </a:lnTo>
              </a:path>
            </a:pathLst>
          </a:custGeom>
          <a:noFill xmlns:a="http://schemas.openxmlformats.org/drawingml/2006/main"/>
          <a:ln xmlns:a="http://schemas.openxmlformats.org/drawingml/2006/main" w="11430">
            <a:solidFill>
              <a:srgbClr val="000000"/>
            </a:solidFill>
            <a:prstDash val="solid"/>
          </a:ln>
        </p:spPr>
      </p:sp>
      <p:sp>
        <p:nvSpPr>
          <p:cNvPr id="121" name="A matching d-axis marker t51">
            <a:extLst xmlns:a="http://schemas.openxmlformats.org/drawingml/2006/main">
              <a:ext uri="{FF2B5EF4-FFF2-40B4-BE49-F238E27FC236}">
                <a16:creationId xmlns:a16="http://schemas.microsoft.com/office/drawing/2014/main" id="{EDC2D23D-F3C6-4D66-907E-2029D9675F83}"/>
              </a:ext>
            </a:extLst>
          </p:cNvPr>
          <p:cNvSpPr>
            <a:spLocks xmlns:a="http://schemas.openxmlformats.org/drawingml/2006/main" noGrp="1"/>
          </p:cNvSpPr>
          <p:nvPr/>
        </p:nvSpPr>
        <p:spPr>
          <a:xfrm xmlns:a="http://schemas.openxmlformats.org/drawingml/2006/main">
            <a:off x="8524240" y="2415540"/>
            <a:ext cx="83820" cy="83820"/>
          </a:xfrm>
          <a:prstGeom xmlns:a="http://schemas.openxmlformats.org/drawingml/2006/main" prst="ellipse">
            <a:avLst/>
          </a:prstGeom>
          <a:solidFill xmlns:a="http://schemas.openxmlformats.org/drawingml/2006/main">
            <a:srgbClr val="ECE51B"/>
          </a:solidFill>
          <a:ln xmlns:a="http://schemas.openxmlformats.org/drawingml/2006/main" w="19050">
            <a:solidFill>
              <a:srgbClr val="ECE51B"/>
            </a:solidFill>
          </a:ln>
        </p:spPr>
      </p:sp>
      <p:sp>
        <p:nvSpPr>
          <p:cNvPr id="122" name="A">
            <a:extLst xmlns:a="http://schemas.openxmlformats.org/drawingml/2006/main">
              <a:ext uri="{FF2B5EF4-FFF2-40B4-BE49-F238E27FC236}">
                <a16:creationId xmlns:a16="http://schemas.microsoft.com/office/drawing/2014/main" id="{05E158E6-221E-41B9-ADB4-225A9D505DE2}"/>
              </a:ext>
            </a:extLst>
          </p:cNvPr>
          <p:cNvSpPr>
            <a:spLocks xmlns:a="http://schemas.openxmlformats.org/drawingml/2006/main" noGrp="1"/>
          </p:cNvSpPr>
          <p:nvPr/>
        </p:nvSpPr>
        <p:spPr>
          <a:xfrm xmlns:a="http://schemas.openxmlformats.org/drawingml/2006/main">
            <a:off x="8432800" y="2562225"/>
            <a:ext cx="266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000000"/>
                </a:solidFill>
                <a:latin typeface="Arial"/>
                <a:ea typeface="Arial"/>
                <a:cs typeface="Arial"/>
              </a:defRPr>
            </a:defPPr>
            <a:lvl1pPr algn="ctr">
              <a:defRPr sz="1500" b="1">
                <a:solidFill>
                  <a:srgbClr val="000000"/>
                </a:solidFill>
                <a:latin typeface="Arial"/>
                <a:ea typeface="Arial"/>
                <a:cs typeface="Arial"/>
              </a:defRPr>
            </a:lvl1pPr>
            <a:lvl2pPr algn="ctr">
              <a:defRPr sz="1500" b="1">
                <a:solidFill>
                  <a:srgbClr val="000000"/>
                </a:solidFill>
                <a:latin typeface="Arial"/>
                <a:ea typeface="Arial"/>
                <a:cs typeface="Arial"/>
              </a:defRPr>
            </a:lvl2pPr>
            <a:lvl3pPr algn="ctr">
              <a:defRPr sz="1500" b="1">
                <a:solidFill>
                  <a:srgbClr val="000000"/>
                </a:solidFill>
                <a:latin typeface="Arial"/>
                <a:ea typeface="Arial"/>
                <a:cs typeface="Arial"/>
              </a:defRPr>
            </a:lvl3pPr>
            <a:lvl4pPr algn="ctr">
              <a:defRPr sz="1500" b="1">
                <a:solidFill>
                  <a:srgbClr val="000000"/>
                </a:solidFill>
                <a:latin typeface="Arial"/>
                <a:ea typeface="Arial"/>
                <a:cs typeface="Arial"/>
              </a:defRPr>
            </a:lvl4pPr>
            <a:lvl5pPr algn="ctr">
              <a:defRPr sz="1500" b="1">
                <a:solidFill>
                  <a:srgbClr val="000000"/>
                </a:solidFill>
                <a:latin typeface="Arial"/>
                <a:ea typeface="Arial"/>
                <a:cs typeface="Arial"/>
              </a:defRPr>
            </a:lvl5pPr>
            <a:lvl6pPr algn="ctr">
              <a:defRPr sz="1500" b="1">
                <a:solidFill>
                  <a:srgbClr val="000000"/>
                </a:solidFill>
                <a:latin typeface="Arial"/>
                <a:ea typeface="Arial"/>
                <a:cs typeface="Arial"/>
              </a:defRPr>
            </a:lvl6pPr>
            <a:lvl7pPr algn="ctr">
              <a:defRPr sz="1500" b="1">
                <a:solidFill>
                  <a:srgbClr val="000000"/>
                </a:solidFill>
                <a:latin typeface="Arial"/>
                <a:ea typeface="Arial"/>
                <a:cs typeface="Arial"/>
              </a:defRPr>
            </a:lvl7pPr>
            <a:lvl8pPr algn="ctr">
              <a:defRPr sz="1500" b="1">
                <a:solidFill>
                  <a:srgbClr val="000000"/>
                </a:solidFill>
                <a:latin typeface="Arial"/>
                <a:ea typeface="Arial"/>
                <a:cs typeface="Arial"/>
              </a:defRPr>
            </a:lvl8pPr>
            <a:lvl9pPr algn="ctr">
              <a:defRPr sz="1500" b="1">
                <a:solidFill>
                  <a:srgbClr val="000000"/>
                </a:solidFill>
                <a:latin typeface="Arial"/>
                <a:ea typeface="Arial"/>
                <a:cs typeface="Arial"/>
              </a:defRPr>
            </a:lvl9pPr>
          </a:lstStyle>
          <a:p xmlns:a="http://schemas.openxmlformats.org/drawingml/2006/main">
            <a:pPr algn="ctr">
              <a:defRPr sz="1500" b="1">
                <a:solidFill>
                  <a:srgbClr val="000000"/>
                </a:solidFill>
                <a:latin typeface="Arial"/>
                <a:ea typeface="Arial"/>
                <a:cs typeface="Arial"/>
              </a:defRPr>
            </a:pPr>
            <a:r>
              <a:rPr sz="1500" b="1">
                <a:solidFill>
                  <a:srgbClr val="000000"/>
                </a:solidFill>
                <a:latin typeface="Arial"/>
                <a:ea typeface="Arial"/>
                <a:cs typeface="Arial"/>
              </a:rPr>
              <a:t>A</a:t>
            </a:r>
          </a:p>
        </p:txBody>
      </p:sp>
      <p:sp>
        <p:nvSpPr>
          <p:cNvPr id="123" name="A exact d coordinate t51">
            <a:extLst xmlns:a="http://schemas.openxmlformats.org/drawingml/2006/main">
              <a:ext uri="{FF2B5EF4-FFF2-40B4-BE49-F238E27FC236}">
                <a16:creationId xmlns:a16="http://schemas.microsoft.com/office/drawing/2014/main" id="{746FB3A5-4403-4816-AB73-E93897583354}"/>
              </a:ext>
            </a:extLst>
          </p:cNvPr>
          <p:cNvSpPr>
            <a:spLocks xmlns:a="http://schemas.openxmlformats.org/drawingml/2006/main" noGrp="1"/>
          </p:cNvSpPr>
          <p:nvPr/>
        </p:nvSpPr>
        <p:spPr>
          <a:xfrm xmlns:a="http://schemas.openxmlformats.org/drawingml/2006/main">
            <a:off x="8347075" y="2790825"/>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20</a:t>
            </a:r>
          </a:p>
        </p:txBody>
      </p:sp>
      <p:sp>
        <p:nvSpPr>
          <p:cNvPr id="124" name="B matching d-axis marker t51">
            <a:extLst xmlns:a="http://schemas.openxmlformats.org/drawingml/2006/main">
              <a:ext uri="{FF2B5EF4-FFF2-40B4-BE49-F238E27FC236}">
                <a16:creationId xmlns:a16="http://schemas.microsoft.com/office/drawing/2014/main" id="{361E8A6B-F41B-43D1-B66B-190D8F3E6159}"/>
              </a:ext>
            </a:extLst>
          </p:cNvPr>
          <p:cNvSpPr>
            <a:spLocks xmlns:a="http://schemas.openxmlformats.org/drawingml/2006/main" noGrp="1"/>
          </p:cNvSpPr>
          <p:nvPr/>
        </p:nvSpPr>
        <p:spPr>
          <a:xfrm xmlns:a="http://schemas.openxmlformats.org/drawingml/2006/main">
            <a:off x="9266476" y="2399348"/>
            <a:ext cx="116205" cy="116205"/>
          </a:xfrm>
          <a:prstGeom xmlns:a="http://schemas.openxmlformats.org/drawingml/2006/main" prst="ellipse">
            <a:avLst/>
          </a:prstGeom>
          <a:solidFill xmlns:a="http://schemas.openxmlformats.org/drawingml/2006/main">
            <a:srgbClr val="FDE725"/>
          </a:solidFill>
          <a:ln xmlns:a="http://schemas.openxmlformats.org/drawingml/2006/main" w="19050">
            <a:solidFill>
              <a:srgbClr val="FDE725"/>
            </a:solidFill>
          </a:ln>
        </p:spPr>
      </p:sp>
      <p:sp>
        <p:nvSpPr>
          <p:cNvPr id="125" name="B">
            <a:extLst xmlns:a="http://schemas.openxmlformats.org/drawingml/2006/main">
              <a:ext uri="{FF2B5EF4-FFF2-40B4-BE49-F238E27FC236}">
                <a16:creationId xmlns:a16="http://schemas.microsoft.com/office/drawing/2014/main" id="{2FD2B57E-5A2D-4E9C-8FC1-69842BF1920C}"/>
              </a:ext>
            </a:extLst>
          </p:cNvPr>
          <p:cNvSpPr>
            <a:spLocks xmlns:a="http://schemas.openxmlformats.org/drawingml/2006/main" noGrp="1"/>
          </p:cNvSpPr>
          <p:nvPr/>
        </p:nvSpPr>
        <p:spPr>
          <a:xfrm xmlns:a="http://schemas.openxmlformats.org/drawingml/2006/main">
            <a:off x="9191228" y="2562225"/>
            <a:ext cx="266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000000"/>
                </a:solidFill>
                <a:latin typeface="Arial"/>
                <a:ea typeface="Arial"/>
                <a:cs typeface="Arial"/>
              </a:defRPr>
            </a:defPPr>
            <a:lvl1pPr algn="ctr">
              <a:defRPr sz="1500" b="1">
                <a:solidFill>
                  <a:srgbClr val="000000"/>
                </a:solidFill>
                <a:latin typeface="Arial"/>
                <a:ea typeface="Arial"/>
                <a:cs typeface="Arial"/>
              </a:defRPr>
            </a:lvl1pPr>
            <a:lvl2pPr algn="ctr">
              <a:defRPr sz="1500" b="1">
                <a:solidFill>
                  <a:srgbClr val="000000"/>
                </a:solidFill>
                <a:latin typeface="Arial"/>
                <a:ea typeface="Arial"/>
                <a:cs typeface="Arial"/>
              </a:defRPr>
            </a:lvl2pPr>
            <a:lvl3pPr algn="ctr">
              <a:defRPr sz="1500" b="1">
                <a:solidFill>
                  <a:srgbClr val="000000"/>
                </a:solidFill>
                <a:latin typeface="Arial"/>
                <a:ea typeface="Arial"/>
                <a:cs typeface="Arial"/>
              </a:defRPr>
            </a:lvl3pPr>
            <a:lvl4pPr algn="ctr">
              <a:defRPr sz="1500" b="1">
                <a:solidFill>
                  <a:srgbClr val="000000"/>
                </a:solidFill>
                <a:latin typeface="Arial"/>
                <a:ea typeface="Arial"/>
                <a:cs typeface="Arial"/>
              </a:defRPr>
            </a:lvl4pPr>
            <a:lvl5pPr algn="ctr">
              <a:defRPr sz="1500" b="1">
                <a:solidFill>
                  <a:srgbClr val="000000"/>
                </a:solidFill>
                <a:latin typeface="Arial"/>
                <a:ea typeface="Arial"/>
                <a:cs typeface="Arial"/>
              </a:defRPr>
            </a:lvl5pPr>
            <a:lvl6pPr algn="ctr">
              <a:defRPr sz="1500" b="1">
                <a:solidFill>
                  <a:srgbClr val="000000"/>
                </a:solidFill>
                <a:latin typeface="Arial"/>
                <a:ea typeface="Arial"/>
                <a:cs typeface="Arial"/>
              </a:defRPr>
            </a:lvl6pPr>
            <a:lvl7pPr algn="ctr">
              <a:defRPr sz="1500" b="1">
                <a:solidFill>
                  <a:srgbClr val="000000"/>
                </a:solidFill>
                <a:latin typeface="Arial"/>
                <a:ea typeface="Arial"/>
                <a:cs typeface="Arial"/>
              </a:defRPr>
            </a:lvl7pPr>
            <a:lvl8pPr algn="ctr">
              <a:defRPr sz="1500" b="1">
                <a:solidFill>
                  <a:srgbClr val="000000"/>
                </a:solidFill>
                <a:latin typeface="Arial"/>
                <a:ea typeface="Arial"/>
                <a:cs typeface="Arial"/>
              </a:defRPr>
            </a:lvl8pPr>
            <a:lvl9pPr algn="ctr">
              <a:defRPr sz="1500" b="1">
                <a:solidFill>
                  <a:srgbClr val="000000"/>
                </a:solidFill>
                <a:latin typeface="Arial"/>
                <a:ea typeface="Arial"/>
                <a:cs typeface="Arial"/>
              </a:defRPr>
            </a:lvl9pPr>
          </a:lstStyle>
          <a:p xmlns:a="http://schemas.openxmlformats.org/drawingml/2006/main">
            <a:pPr algn="ctr">
              <a:defRPr sz="1500" b="1">
                <a:solidFill>
                  <a:srgbClr val="000000"/>
                </a:solidFill>
                <a:latin typeface="Arial"/>
                <a:ea typeface="Arial"/>
                <a:cs typeface="Arial"/>
              </a:defRPr>
            </a:pPr>
            <a:r>
              <a:rPr sz="1500" b="1">
                <a:solidFill>
                  <a:srgbClr val="000000"/>
                </a:solidFill>
                <a:latin typeface="Arial"/>
                <a:ea typeface="Arial"/>
                <a:cs typeface="Arial"/>
              </a:rPr>
              <a:t>B</a:t>
            </a:r>
          </a:p>
        </p:txBody>
      </p:sp>
      <p:sp>
        <p:nvSpPr>
          <p:cNvPr id="126" name="B exact d coordinate t51">
            <a:extLst xmlns:a="http://schemas.openxmlformats.org/drawingml/2006/main">
              <a:ext uri="{FF2B5EF4-FFF2-40B4-BE49-F238E27FC236}">
                <a16:creationId xmlns:a16="http://schemas.microsoft.com/office/drawing/2014/main" id="{DDD93658-4B41-4766-9649-7972DA42CCE8}"/>
              </a:ext>
            </a:extLst>
          </p:cNvPr>
          <p:cNvSpPr>
            <a:spLocks xmlns:a="http://schemas.openxmlformats.org/drawingml/2006/main" noGrp="1"/>
          </p:cNvSpPr>
          <p:nvPr/>
        </p:nvSpPr>
        <p:spPr>
          <a:xfrm xmlns:a="http://schemas.openxmlformats.org/drawingml/2006/main">
            <a:off x="9105503" y="2790825"/>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72.5</a:t>
            </a:r>
          </a:p>
        </p:txBody>
      </p:sp>
      <p:sp>
        <p:nvSpPr>
          <p:cNvPr id="127" name="C matching d-axis marker t51">
            <a:extLst xmlns:a="http://schemas.openxmlformats.org/drawingml/2006/main">
              <a:ext uri="{FF2B5EF4-FFF2-40B4-BE49-F238E27FC236}">
                <a16:creationId xmlns:a16="http://schemas.microsoft.com/office/drawing/2014/main" id="{EBD40BAB-F253-4A2F-94F7-A919625EA31A}"/>
              </a:ext>
            </a:extLst>
          </p:cNvPr>
          <p:cNvSpPr>
            <a:spLocks xmlns:a="http://schemas.openxmlformats.org/drawingml/2006/main" noGrp="1"/>
          </p:cNvSpPr>
          <p:nvPr/>
        </p:nvSpPr>
        <p:spPr>
          <a:xfrm xmlns:a="http://schemas.openxmlformats.org/drawingml/2006/main">
            <a:off x="9647555" y="2383155"/>
            <a:ext cx="148590" cy="148590"/>
          </a:xfrm>
          <a:prstGeom xmlns:a="http://schemas.openxmlformats.org/drawingml/2006/main" prst="ellipse">
            <a:avLst/>
          </a:prstGeom>
          <a:solidFill xmlns:a="http://schemas.openxmlformats.org/drawingml/2006/main">
            <a:srgbClr val="D9E219"/>
          </a:solidFill>
          <a:ln xmlns:a="http://schemas.openxmlformats.org/drawingml/2006/main" w="19050">
            <a:solidFill>
              <a:srgbClr val="D9E219"/>
            </a:solidFill>
          </a:ln>
        </p:spPr>
      </p:sp>
      <p:sp>
        <p:nvSpPr>
          <p:cNvPr id="128" name="C">
            <a:extLst xmlns:a="http://schemas.openxmlformats.org/drawingml/2006/main">
              <a:ext uri="{FF2B5EF4-FFF2-40B4-BE49-F238E27FC236}">
                <a16:creationId xmlns:a16="http://schemas.microsoft.com/office/drawing/2014/main" id="{8544357D-F182-4497-A885-C33E63CED57D}"/>
              </a:ext>
            </a:extLst>
          </p:cNvPr>
          <p:cNvSpPr>
            <a:spLocks xmlns:a="http://schemas.openxmlformats.org/drawingml/2006/main" noGrp="1"/>
          </p:cNvSpPr>
          <p:nvPr/>
        </p:nvSpPr>
        <p:spPr>
          <a:xfrm xmlns:a="http://schemas.openxmlformats.org/drawingml/2006/main">
            <a:off x="9588500" y="2562225"/>
            <a:ext cx="266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000000"/>
                </a:solidFill>
                <a:latin typeface="Arial"/>
                <a:ea typeface="Arial"/>
                <a:cs typeface="Arial"/>
              </a:defRPr>
            </a:defPPr>
            <a:lvl1pPr algn="ctr">
              <a:defRPr sz="1500" b="1">
                <a:solidFill>
                  <a:srgbClr val="000000"/>
                </a:solidFill>
                <a:latin typeface="Arial"/>
                <a:ea typeface="Arial"/>
                <a:cs typeface="Arial"/>
              </a:defRPr>
            </a:lvl1pPr>
            <a:lvl2pPr algn="ctr">
              <a:defRPr sz="1500" b="1">
                <a:solidFill>
                  <a:srgbClr val="000000"/>
                </a:solidFill>
                <a:latin typeface="Arial"/>
                <a:ea typeface="Arial"/>
                <a:cs typeface="Arial"/>
              </a:defRPr>
            </a:lvl2pPr>
            <a:lvl3pPr algn="ctr">
              <a:defRPr sz="1500" b="1">
                <a:solidFill>
                  <a:srgbClr val="000000"/>
                </a:solidFill>
                <a:latin typeface="Arial"/>
                <a:ea typeface="Arial"/>
                <a:cs typeface="Arial"/>
              </a:defRPr>
            </a:lvl3pPr>
            <a:lvl4pPr algn="ctr">
              <a:defRPr sz="1500" b="1">
                <a:solidFill>
                  <a:srgbClr val="000000"/>
                </a:solidFill>
                <a:latin typeface="Arial"/>
                <a:ea typeface="Arial"/>
                <a:cs typeface="Arial"/>
              </a:defRPr>
            </a:lvl4pPr>
            <a:lvl5pPr algn="ctr">
              <a:defRPr sz="1500" b="1">
                <a:solidFill>
                  <a:srgbClr val="000000"/>
                </a:solidFill>
                <a:latin typeface="Arial"/>
                <a:ea typeface="Arial"/>
                <a:cs typeface="Arial"/>
              </a:defRPr>
            </a:lvl5pPr>
            <a:lvl6pPr algn="ctr">
              <a:defRPr sz="1500" b="1">
                <a:solidFill>
                  <a:srgbClr val="000000"/>
                </a:solidFill>
                <a:latin typeface="Arial"/>
                <a:ea typeface="Arial"/>
                <a:cs typeface="Arial"/>
              </a:defRPr>
            </a:lvl6pPr>
            <a:lvl7pPr algn="ctr">
              <a:defRPr sz="1500" b="1">
                <a:solidFill>
                  <a:srgbClr val="000000"/>
                </a:solidFill>
                <a:latin typeface="Arial"/>
                <a:ea typeface="Arial"/>
                <a:cs typeface="Arial"/>
              </a:defRPr>
            </a:lvl7pPr>
            <a:lvl8pPr algn="ctr">
              <a:defRPr sz="1500" b="1">
                <a:solidFill>
                  <a:srgbClr val="000000"/>
                </a:solidFill>
                <a:latin typeface="Arial"/>
                <a:ea typeface="Arial"/>
                <a:cs typeface="Arial"/>
              </a:defRPr>
            </a:lvl8pPr>
            <a:lvl9pPr algn="ctr">
              <a:defRPr sz="1500" b="1">
                <a:solidFill>
                  <a:srgbClr val="000000"/>
                </a:solidFill>
                <a:latin typeface="Arial"/>
                <a:ea typeface="Arial"/>
                <a:cs typeface="Arial"/>
              </a:defRPr>
            </a:lvl9pPr>
          </a:lstStyle>
          <a:p xmlns:a="http://schemas.openxmlformats.org/drawingml/2006/main">
            <a:pPr algn="ctr">
              <a:defRPr sz="1500" b="1">
                <a:solidFill>
                  <a:srgbClr val="000000"/>
                </a:solidFill>
                <a:latin typeface="Arial"/>
                <a:ea typeface="Arial"/>
                <a:cs typeface="Arial"/>
              </a:defRPr>
            </a:pPr>
            <a:r>
              <a:rPr sz="1500" b="1">
                <a:solidFill>
                  <a:srgbClr val="000000"/>
                </a:solidFill>
                <a:latin typeface="Arial"/>
                <a:ea typeface="Arial"/>
                <a:cs typeface="Arial"/>
              </a:rPr>
              <a:t>C</a:t>
            </a:r>
          </a:p>
        </p:txBody>
      </p:sp>
      <p:sp>
        <p:nvSpPr>
          <p:cNvPr id="129" name="C exact d coordinate t51">
            <a:extLst xmlns:a="http://schemas.openxmlformats.org/drawingml/2006/main">
              <a:ext uri="{FF2B5EF4-FFF2-40B4-BE49-F238E27FC236}">
                <a16:creationId xmlns:a16="http://schemas.microsoft.com/office/drawing/2014/main" id="{8C69A2B3-F35A-4BB9-A1AD-63EF29131525}"/>
              </a:ext>
            </a:extLst>
          </p:cNvPr>
          <p:cNvSpPr>
            <a:spLocks xmlns:a="http://schemas.openxmlformats.org/drawingml/2006/main" noGrp="1"/>
          </p:cNvSpPr>
          <p:nvPr/>
        </p:nvSpPr>
        <p:spPr>
          <a:xfrm xmlns:a="http://schemas.openxmlformats.org/drawingml/2006/main">
            <a:off x="9502775" y="2790825"/>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100</a:t>
            </a:r>
          </a:p>
        </p:txBody>
      </p:sp>
      <p:sp>
        <p:nvSpPr>
          <p:cNvPr id="130" name="t = 63">
            <a:extLst xmlns:a="http://schemas.openxmlformats.org/drawingml/2006/main">
              <a:ext uri="{FF2B5EF4-FFF2-40B4-BE49-F238E27FC236}">
                <a16:creationId xmlns:a16="http://schemas.microsoft.com/office/drawing/2014/main" id="{716D8582-2D06-4026-88C8-74864A847CA4}"/>
              </a:ext>
            </a:extLst>
          </p:cNvPr>
          <p:cNvSpPr>
            <a:spLocks xmlns:a="http://schemas.openxmlformats.org/drawingml/2006/main" noGrp="1"/>
          </p:cNvSpPr>
          <p:nvPr/>
        </p:nvSpPr>
        <p:spPr>
          <a:xfrm xmlns:a="http://schemas.openxmlformats.org/drawingml/2006/main">
            <a:off x="10239375" y="285750"/>
            <a:ext cx="17335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000000"/>
                </a:solidFill>
                <a:latin typeface="Arial"/>
                <a:ea typeface="Arial"/>
                <a:cs typeface="Arial"/>
              </a:defRPr>
            </a:defPPr>
            <a:lvl1pPr algn="ctr">
              <a:defRPr sz="1500" b="1">
                <a:solidFill>
                  <a:srgbClr val="000000"/>
                </a:solidFill>
                <a:latin typeface="Arial"/>
                <a:ea typeface="Arial"/>
                <a:cs typeface="Arial"/>
              </a:defRPr>
            </a:lvl1pPr>
            <a:lvl2pPr algn="ctr">
              <a:defRPr sz="1500" b="1">
                <a:solidFill>
                  <a:srgbClr val="000000"/>
                </a:solidFill>
                <a:latin typeface="Arial"/>
                <a:ea typeface="Arial"/>
                <a:cs typeface="Arial"/>
              </a:defRPr>
            </a:lvl2pPr>
            <a:lvl3pPr algn="ctr">
              <a:defRPr sz="1500" b="1">
                <a:solidFill>
                  <a:srgbClr val="000000"/>
                </a:solidFill>
                <a:latin typeface="Arial"/>
                <a:ea typeface="Arial"/>
                <a:cs typeface="Arial"/>
              </a:defRPr>
            </a:lvl3pPr>
            <a:lvl4pPr algn="ctr">
              <a:defRPr sz="1500" b="1">
                <a:solidFill>
                  <a:srgbClr val="000000"/>
                </a:solidFill>
                <a:latin typeface="Arial"/>
                <a:ea typeface="Arial"/>
                <a:cs typeface="Arial"/>
              </a:defRPr>
            </a:lvl4pPr>
            <a:lvl5pPr algn="ctr">
              <a:defRPr sz="1500" b="1">
                <a:solidFill>
                  <a:srgbClr val="000000"/>
                </a:solidFill>
                <a:latin typeface="Arial"/>
                <a:ea typeface="Arial"/>
                <a:cs typeface="Arial"/>
              </a:defRPr>
            </a:lvl5pPr>
            <a:lvl6pPr algn="ctr">
              <a:defRPr sz="1500" b="1">
                <a:solidFill>
                  <a:srgbClr val="000000"/>
                </a:solidFill>
                <a:latin typeface="Arial"/>
                <a:ea typeface="Arial"/>
                <a:cs typeface="Arial"/>
              </a:defRPr>
            </a:lvl6pPr>
            <a:lvl7pPr algn="ctr">
              <a:defRPr sz="1500" b="1">
                <a:solidFill>
                  <a:srgbClr val="000000"/>
                </a:solidFill>
                <a:latin typeface="Arial"/>
                <a:ea typeface="Arial"/>
                <a:cs typeface="Arial"/>
              </a:defRPr>
            </a:lvl7pPr>
            <a:lvl8pPr algn="ctr">
              <a:defRPr sz="1500" b="1">
                <a:solidFill>
                  <a:srgbClr val="000000"/>
                </a:solidFill>
                <a:latin typeface="Arial"/>
                <a:ea typeface="Arial"/>
                <a:cs typeface="Arial"/>
              </a:defRPr>
            </a:lvl8pPr>
            <a:lvl9pPr algn="ctr">
              <a:defRPr sz="1500" b="1">
                <a:solidFill>
                  <a:srgbClr val="000000"/>
                </a:solidFill>
                <a:latin typeface="Arial"/>
                <a:ea typeface="Arial"/>
                <a:cs typeface="Arial"/>
              </a:defRPr>
            </a:lvl9pPr>
          </a:lstStyle>
          <a:p xmlns:a="http://schemas.openxmlformats.org/drawingml/2006/main">
            <a:pPr algn="ctr">
              <a:defRPr sz="1500" b="1">
                <a:solidFill>
                  <a:srgbClr val="000000"/>
                </a:solidFill>
                <a:latin typeface="Arial"/>
                <a:ea typeface="Arial"/>
                <a:cs typeface="Arial"/>
              </a:defRPr>
            </a:pPr>
            <a:r>
              <a:rPr sz="1500" b="1">
                <a:solidFill>
                  <a:srgbClr val="000000"/>
                </a:solidFill>
                <a:latin typeface="Arial"/>
                <a:ea typeface="Arial"/>
                <a:cs typeface="Arial"/>
              </a:rPr>
              <a:t>t = 63</a:t>
            </a:r>
          </a:p>
        </p:txBody>
      </p:sp>
      <p:pic>
        <p:nvPicPr>
          <p:cNvPr id="131" name="">
            <a:extLst xmlns:a="http://schemas.openxmlformats.org/drawingml/2006/main">
              <a:ext uri="{FF2B5EF4-FFF2-40B4-BE49-F238E27FC236}">
                <a16:creationId xmlns:a16="http://schemas.microsoft.com/office/drawing/2014/main" id="{4E950891-C091-4672-9B93-ABAA97D97CD3}"/>
              </a:ext>
            </a:extLst>
          </p:cNvPr>
          <p:cNvPicPr>
            <a:picLocks xmlns:a="http://schemas.openxmlformats.org/drawingml/2006/main" noChangeAspect="1"/>
          </p:cNvPicPr>
          <p:nvPr/>
        </p:nvPicPr>
        <p:blipFill>
          <a:blip xmlns:r="http://schemas.openxmlformats.org/officeDocument/2006/relationships" xmlns:a="http://schemas.openxmlformats.org/drawingml/2006/main" r:embed="R6524a439eacf43db"/>
          <a:stretch xmlns:a="http://schemas.openxmlformats.org/drawingml/2006/main"/>
        </p:blipFill>
        <p:spPr>
          <a:xfrm xmlns:a="http://schemas.openxmlformats.org/drawingml/2006/main">
            <a:off x="10239375" y="552450"/>
            <a:ext cx="1733550" cy="1733550"/>
          </a:xfrm>
          <a:prstGeom xmlns:a="http://schemas.openxmlformats.org/drawingml/2006/main" prst="rect">
            <a:avLst/>
          </a:prstGeom>
        </p:spPr>
      </p:pic>
      <p:sp>
        <p:nvSpPr>
          <p:cNvPr id="132" name="Scientific domain frame">
            <a:extLst xmlns:a="http://schemas.openxmlformats.org/drawingml/2006/main">
              <a:ext uri="{FF2B5EF4-FFF2-40B4-BE49-F238E27FC236}">
                <a16:creationId xmlns:a16="http://schemas.microsoft.com/office/drawing/2014/main" id="{B5DF89E9-CA81-4307-829D-88033BE46815}"/>
              </a:ext>
            </a:extLst>
          </p:cNvPr>
          <p:cNvSpPr>
            <a:spLocks xmlns:a="http://schemas.openxmlformats.org/drawingml/2006/main" noGrp="1"/>
          </p:cNvSpPr>
          <p:nvPr/>
        </p:nvSpPr>
        <p:spPr>
          <a:xfrm xmlns:a="http://schemas.openxmlformats.org/drawingml/2006/main">
            <a:off x="10239375" y="552450"/>
            <a:ext cx="1733550" cy="1733550"/>
          </a:xfrm>
          <a:prstGeom xmlns:a="http://schemas.openxmlformats.org/drawingml/2006/main" prst="rect">
            <a:avLst/>
          </a:prstGeom>
          <a:noFill xmlns:a="http://schemas.openxmlformats.org/drawingml/2006/main"/>
          <a:ln xmlns:a="http://schemas.openxmlformats.org/drawingml/2006/main" w="7620">
            <a:solidFill>
              <a:srgbClr val="000000"/>
            </a:solidFill>
          </a:ln>
        </p:spPr>
      </p:sp>
      <p:sp>
        <p:nvSpPr>
          <p:cNvPr id="133" name="A source-to-d projection t63">
            <a:extLst xmlns:a="http://schemas.openxmlformats.org/drawingml/2006/main">
              <a:ext uri="{FF2B5EF4-FFF2-40B4-BE49-F238E27FC236}">
                <a16:creationId xmlns:a16="http://schemas.microsoft.com/office/drawing/2014/main" id="{06DEA521-6F7C-4983-9115-0BA02275FFCA}"/>
              </a:ext>
            </a:extLst>
          </p:cNvPr>
          <p:cNvSpPr>
            <a:spLocks xmlns:a="http://schemas.openxmlformats.org/drawingml/2006/main" noGrp="1"/>
          </p:cNvSpPr>
          <p:nvPr/>
        </p:nvSpPr>
        <p:spPr>
          <a:xfrm xmlns:a="http://schemas.openxmlformats.org/drawingml/2006/main">
            <a:off x="10528300" y="2038985"/>
            <a:ext cx="95" cy="376555"/>
          </a:xfrm>
          <a:custGeom xmlns:a="http://schemas.openxmlformats.org/drawingml/2006/main">
            <a:pathLst>
              <a:path w="95" h="490855">
                <a:moveTo>
                  <a:pt x="0" y="0"/>
                </a:moveTo>
                <a:lnTo>
                  <a:pt x="0" y="490855"/>
                </a:lnTo>
              </a:path>
            </a:pathLst>
          </a:custGeom>
          <a:noFill xmlns:a="http://schemas.openxmlformats.org/drawingml/2006/main"/>
          <a:ln xmlns:a="http://schemas.openxmlformats.org/drawingml/2006/main" w="11906">
            <a:solidFill>
              <a:srgbClr val="000000"/>
            </a:solidFill>
            <a:prstDash val="dash"/>
          </a:ln>
        </p:spPr>
      </p:sp>
      <p:sp>
        <p:nvSpPr>
          <p:cNvPr id="134" name="B source-to-d projection t63">
            <a:extLst xmlns:a="http://schemas.openxmlformats.org/drawingml/2006/main">
              <a:ext uri="{FF2B5EF4-FFF2-40B4-BE49-F238E27FC236}">
                <a16:creationId xmlns:a16="http://schemas.microsoft.com/office/drawing/2014/main" id="{D8918182-6EBD-4869-A589-201C3D086EA5}"/>
              </a:ext>
            </a:extLst>
          </p:cNvPr>
          <p:cNvSpPr>
            <a:spLocks xmlns:a="http://schemas.openxmlformats.org/drawingml/2006/main" noGrp="1"/>
          </p:cNvSpPr>
          <p:nvPr/>
        </p:nvSpPr>
        <p:spPr>
          <a:xfrm xmlns:a="http://schemas.openxmlformats.org/drawingml/2006/main">
            <a:off x="11395075" y="1766252"/>
            <a:ext cx="95" cy="633095"/>
          </a:xfrm>
          <a:custGeom xmlns:a="http://schemas.openxmlformats.org/drawingml/2006/main">
            <a:pathLst>
              <a:path w="95" h="747395">
                <a:moveTo>
                  <a:pt x="0" y="0"/>
                </a:moveTo>
                <a:lnTo>
                  <a:pt x="0" y="747395"/>
                </a:lnTo>
              </a:path>
            </a:pathLst>
          </a:custGeom>
          <a:noFill xmlns:a="http://schemas.openxmlformats.org/drawingml/2006/main"/>
          <a:ln xmlns:a="http://schemas.openxmlformats.org/drawingml/2006/main" w="11906">
            <a:solidFill>
              <a:srgbClr val="000000"/>
            </a:solidFill>
            <a:prstDash val="dash"/>
          </a:ln>
        </p:spPr>
      </p:sp>
      <p:sp>
        <p:nvSpPr>
          <p:cNvPr id="135" name="C source-to-d projection t63">
            <a:extLst xmlns:a="http://schemas.openxmlformats.org/drawingml/2006/main">
              <a:ext uri="{FF2B5EF4-FFF2-40B4-BE49-F238E27FC236}">
                <a16:creationId xmlns:a16="http://schemas.microsoft.com/office/drawing/2014/main" id="{39C16AAE-F56A-4DC0-B226-BECD691E504C}"/>
              </a:ext>
            </a:extLst>
          </p:cNvPr>
          <p:cNvSpPr>
            <a:spLocks xmlns:a="http://schemas.openxmlformats.org/drawingml/2006/main" noGrp="1"/>
          </p:cNvSpPr>
          <p:nvPr/>
        </p:nvSpPr>
        <p:spPr>
          <a:xfrm xmlns:a="http://schemas.openxmlformats.org/drawingml/2006/main">
            <a:off x="11684000" y="915670"/>
            <a:ext cx="95" cy="1467485"/>
          </a:xfrm>
          <a:custGeom xmlns:a="http://schemas.openxmlformats.org/drawingml/2006/main">
            <a:pathLst>
              <a:path w="95" h="1581785">
                <a:moveTo>
                  <a:pt x="0" y="0"/>
                </a:moveTo>
                <a:lnTo>
                  <a:pt x="0" y="1581785"/>
                </a:lnTo>
              </a:path>
            </a:pathLst>
          </a:custGeom>
          <a:noFill xmlns:a="http://schemas.openxmlformats.org/drawingml/2006/main"/>
          <a:ln xmlns:a="http://schemas.openxmlformats.org/drawingml/2006/main" w="11906">
            <a:solidFill>
              <a:srgbClr val="000000"/>
            </a:solidFill>
            <a:prstDash val="dash"/>
          </a:ln>
        </p:spPr>
      </p:sp>
      <p:sp>
        <p:nvSpPr>
          <p:cNvPr id="136" name="A source identity marker t63">
            <a:extLst xmlns:a="http://schemas.openxmlformats.org/drawingml/2006/main">
              <a:ext uri="{FF2B5EF4-FFF2-40B4-BE49-F238E27FC236}">
                <a16:creationId xmlns:a16="http://schemas.microsoft.com/office/drawing/2014/main" id="{50ECAF7A-315C-462A-8271-105EF89B2E72}"/>
              </a:ext>
            </a:extLst>
          </p:cNvPr>
          <p:cNvSpPr>
            <a:spLocks xmlns:a="http://schemas.openxmlformats.org/drawingml/2006/main" noGrp="1"/>
          </p:cNvSpPr>
          <p:nvPr/>
        </p:nvSpPr>
        <p:spPr>
          <a:xfrm xmlns:a="http://schemas.openxmlformats.org/drawingml/2006/main">
            <a:off x="10486390" y="1955165"/>
            <a:ext cx="83820" cy="83820"/>
          </a:xfrm>
          <a:prstGeom xmlns:a="http://schemas.openxmlformats.org/drawingml/2006/main" prst="ellipse">
            <a:avLst/>
          </a:prstGeom>
          <a:noFill xmlns:a="http://schemas.openxmlformats.org/drawingml/2006/main"/>
          <a:ln xmlns:a="http://schemas.openxmlformats.org/drawingml/2006/main" w="19050">
            <a:solidFill>
              <a:srgbClr val="ECE51B"/>
            </a:solidFill>
          </a:ln>
        </p:spPr>
      </p:sp>
      <p:sp>
        <p:nvSpPr>
          <p:cNvPr id="137" name="A black source label t63">
            <a:extLst xmlns:a="http://schemas.openxmlformats.org/drawingml/2006/main">
              <a:ext uri="{FF2B5EF4-FFF2-40B4-BE49-F238E27FC236}">
                <a16:creationId xmlns:a16="http://schemas.microsoft.com/office/drawing/2014/main" id="{1826FBF2-A97E-41E9-8A01-C2607141E2AD}"/>
              </a:ext>
            </a:extLst>
          </p:cNvPr>
          <p:cNvSpPr>
            <a:spLocks xmlns:a="http://schemas.openxmlformats.org/drawingml/2006/main" noGrp="1"/>
          </p:cNvSpPr>
          <p:nvPr/>
        </p:nvSpPr>
        <p:spPr>
          <a:xfrm xmlns:a="http://schemas.openxmlformats.org/drawingml/2006/main">
            <a:off x="10623550" y="1749425"/>
            <a:ext cx="2571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A</a:t>
            </a:r>
          </a:p>
        </p:txBody>
      </p:sp>
      <p:sp>
        <p:nvSpPr>
          <p:cNvPr id="138" name="B source identity marker t63">
            <a:extLst xmlns:a="http://schemas.openxmlformats.org/drawingml/2006/main">
              <a:ext uri="{FF2B5EF4-FFF2-40B4-BE49-F238E27FC236}">
                <a16:creationId xmlns:a16="http://schemas.microsoft.com/office/drawing/2014/main" id="{DB6CD85C-6B8D-4FE4-95A1-39B5A5412AF1}"/>
              </a:ext>
            </a:extLst>
          </p:cNvPr>
          <p:cNvSpPr>
            <a:spLocks xmlns:a="http://schemas.openxmlformats.org/drawingml/2006/main" noGrp="1"/>
          </p:cNvSpPr>
          <p:nvPr/>
        </p:nvSpPr>
        <p:spPr>
          <a:xfrm xmlns:a="http://schemas.openxmlformats.org/drawingml/2006/main">
            <a:off x="11336973" y="1650047"/>
            <a:ext cx="116205" cy="116205"/>
          </a:xfrm>
          <a:prstGeom xmlns:a="http://schemas.openxmlformats.org/drawingml/2006/main" prst="ellipse">
            <a:avLst/>
          </a:prstGeom>
          <a:noFill xmlns:a="http://schemas.openxmlformats.org/drawingml/2006/main"/>
          <a:ln xmlns:a="http://schemas.openxmlformats.org/drawingml/2006/main" w="19050">
            <a:solidFill>
              <a:srgbClr val="FDE725"/>
            </a:solidFill>
          </a:ln>
        </p:spPr>
      </p:sp>
      <p:sp>
        <p:nvSpPr>
          <p:cNvPr id="139" name="B black source label t63">
            <a:extLst xmlns:a="http://schemas.openxmlformats.org/drawingml/2006/main">
              <a:ext uri="{FF2B5EF4-FFF2-40B4-BE49-F238E27FC236}">
                <a16:creationId xmlns:a16="http://schemas.microsoft.com/office/drawing/2014/main" id="{C3914616-C4E0-40C6-844F-CD9B7CAADD49}"/>
              </a:ext>
            </a:extLst>
          </p:cNvPr>
          <p:cNvSpPr>
            <a:spLocks xmlns:a="http://schemas.openxmlformats.org/drawingml/2006/main" noGrp="1"/>
          </p:cNvSpPr>
          <p:nvPr/>
        </p:nvSpPr>
        <p:spPr>
          <a:xfrm xmlns:a="http://schemas.openxmlformats.org/drawingml/2006/main">
            <a:off x="11490325" y="1460500"/>
            <a:ext cx="2571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B</a:t>
            </a:r>
          </a:p>
        </p:txBody>
      </p:sp>
      <p:sp>
        <p:nvSpPr>
          <p:cNvPr id="140" name="C source identity marker t63">
            <a:extLst xmlns:a="http://schemas.openxmlformats.org/drawingml/2006/main">
              <a:ext uri="{FF2B5EF4-FFF2-40B4-BE49-F238E27FC236}">
                <a16:creationId xmlns:a16="http://schemas.microsoft.com/office/drawing/2014/main" id="{EEDD5F6E-0E2D-4283-9AB7-9C549F1A4B5D}"/>
              </a:ext>
            </a:extLst>
          </p:cNvPr>
          <p:cNvSpPr>
            <a:spLocks xmlns:a="http://schemas.openxmlformats.org/drawingml/2006/main" noGrp="1"/>
          </p:cNvSpPr>
          <p:nvPr/>
        </p:nvSpPr>
        <p:spPr>
          <a:xfrm xmlns:a="http://schemas.openxmlformats.org/drawingml/2006/main">
            <a:off x="11609705" y="767080"/>
            <a:ext cx="148590" cy="148590"/>
          </a:xfrm>
          <a:prstGeom xmlns:a="http://schemas.openxmlformats.org/drawingml/2006/main" prst="ellipse">
            <a:avLst/>
          </a:prstGeom>
          <a:noFill xmlns:a="http://schemas.openxmlformats.org/drawingml/2006/main"/>
          <a:ln xmlns:a="http://schemas.openxmlformats.org/drawingml/2006/main" w="19050">
            <a:solidFill>
              <a:srgbClr val="D9E219"/>
            </a:solidFill>
          </a:ln>
        </p:spPr>
      </p:sp>
      <p:sp>
        <p:nvSpPr>
          <p:cNvPr id="141" name="C black source label t63">
            <a:extLst xmlns:a="http://schemas.openxmlformats.org/drawingml/2006/main">
              <a:ext uri="{FF2B5EF4-FFF2-40B4-BE49-F238E27FC236}">
                <a16:creationId xmlns:a16="http://schemas.microsoft.com/office/drawing/2014/main" id="{4E200764-0E6D-4EA2-8316-A5E5D5A6B162}"/>
              </a:ext>
            </a:extLst>
          </p:cNvPr>
          <p:cNvSpPr>
            <a:spLocks xmlns:a="http://schemas.openxmlformats.org/drawingml/2006/main" noGrp="1"/>
          </p:cNvSpPr>
          <p:nvPr/>
        </p:nvSpPr>
        <p:spPr>
          <a:xfrm xmlns:a="http://schemas.openxmlformats.org/drawingml/2006/main">
            <a:off x="11779250" y="593725"/>
            <a:ext cx="2571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C</a:t>
            </a:r>
          </a:p>
        </p:txBody>
      </p:sp>
      <p:sp>
        <p:nvSpPr>
          <p:cNvPr id="142" name="Scientific line">
            <a:extLst xmlns:a="http://schemas.openxmlformats.org/drawingml/2006/main">
              <a:ext uri="{FF2B5EF4-FFF2-40B4-BE49-F238E27FC236}">
                <a16:creationId xmlns:a16="http://schemas.microsoft.com/office/drawing/2014/main" id="{8AF15B2D-C89C-4F8E-B43F-7EAAE661087D}"/>
              </a:ext>
            </a:extLst>
          </p:cNvPr>
          <p:cNvSpPr>
            <a:spLocks xmlns:a="http://schemas.openxmlformats.org/drawingml/2006/main" noGrp="1"/>
          </p:cNvSpPr>
          <p:nvPr/>
        </p:nvSpPr>
        <p:spPr>
          <a:xfrm xmlns:a="http://schemas.openxmlformats.org/drawingml/2006/main">
            <a:off x="10239375" y="2457450"/>
            <a:ext cx="1733550" cy="95"/>
          </a:xfrm>
          <a:custGeom xmlns:a="http://schemas.openxmlformats.org/drawingml/2006/main">
            <a:pathLst>
              <a:path w="1733550" h="95">
                <a:moveTo>
                  <a:pt x="0" y="0"/>
                </a:moveTo>
                <a:lnTo>
                  <a:pt x="1733550" y="0"/>
                </a:lnTo>
              </a:path>
            </a:pathLst>
          </a:custGeom>
          <a:noFill xmlns:a="http://schemas.openxmlformats.org/drawingml/2006/main"/>
          <a:ln xmlns:a="http://schemas.openxmlformats.org/drawingml/2006/main" w="11430">
            <a:solidFill>
              <a:srgbClr val="000000"/>
            </a:solidFill>
            <a:prstDash val="solid"/>
          </a:ln>
        </p:spPr>
      </p:sp>
      <p:sp>
        <p:nvSpPr>
          <p:cNvPr id="143" name="Scientific line">
            <a:extLst xmlns:a="http://schemas.openxmlformats.org/drawingml/2006/main">
              <a:ext uri="{FF2B5EF4-FFF2-40B4-BE49-F238E27FC236}">
                <a16:creationId xmlns:a16="http://schemas.microsoft.com/office/drawing/2014/main" id="{9D16AB47-90D5-4738-9442-30BA983B965B}"/>
              </a:ext>
            </a:extLst>
          </p:cNvPr>
          <p:cNvSpPr>
            <a:spLocks xmlns:a="http://schemas.openxmlformats.org/drawingml/2006/main" noGrp="1"/>
          </p:cNvSpPr>
          <p:nvPr/>
        </p:nvSpPr>
        <p:spPr>
          <a:xfrm xmlns:a="http://schemas.openxmlformats.org/drawingml/2006/main">
            <a:off x="11915775" y="2428875"/>
            <a:ext cx="57150" cy="28575"/>
          </a:xfrm>
          <a:custGeom xmlns:a="http://schemas.openxmlformats.org/drawingml/2006/main">
            <a:pathLst>
              <a:path w="57150" h="28575">
                <a:moveTo>
                  <a:pt x="0" y="0"/>
                </a:moveTo>
                <a:lnTo>
                  <a:pt x="57150" y="28575"/>
                </a:lnTo>
              </a:path>
            </a:pathLst>
          </a:custGeom>
          <a:noFill xmlns:a="http://schemas.openxmlformats.org/drawingml/2006/main"/>
          <a:ln xmlns:a="http://schemas.openxmlformats.org/drawingml/2006/main" w="11430">
            <a:solidFill>
              <a:srgbClr val="000000"/>
            </a:solidFill>
            <a:prstDash val="solid"/>
          </a:ln>
        </p:spPr>
      </p:sp>
      <p:sp>
        <p:nvSpPr>
          <p:cNvPr id="144" name="Scientific line">
            <a:extLst xmlns:a="http://schemas.openxmlformats.org/drawingml/2006/main">
              <a:ext uri="{FF2B5EF4-FFF2-40B4-BE49-F238E27FC236}">
                <a16:creationId xmlns:a16="http://schemas.microsoft.com/office/drawing/2014/main" id="{D8FAD9A9-7969-4C32-AD85-B86DB78EE739}"/>
              </a:ext>
            </a:extLst>
          </p:cNvPr>
          <p:cNvSpPr>
            <a:spLocks xmlns:a="http://schemas.openxmlformats.org/drawingml/2006/main" noGrp="1"/>
          </p:cNvSpPr>
          <p:nvPr/>
        </p:nvSpPr>
        <p:spPr>
          <a:xfrm xmlns:a="http://schemas.openxmlformats.org/drawingml/2006/main">
            <a:off x="11915775" y="2457450"/>
            <a:ext cx="57150" cy="28575"/>
          </a:xfrm>
          <a:custGeom xmlns:a="http://schemas.openxmlformats.org/drawingml/2006/main">
            <a:pathLst>
              <a:path w="57150" h="28575">
                <a:moveTo>
                  <a:pt x="0" y="28575"/>
                </a:moveTo>
                <a:lnTo>
                  <a:pt x="57150" y="0"/>
                </a:lnTo>
              </a:path>
            </a:pathLst>
          </a:custGeom>
          <a:noFill xmlns:a="http://schemas.openxmlformats.org/drawingml/2006/main"/>
          <a:ln xmlns:a="http://schemas.openxmlformats.org/drawingml/2006/main" w="11430">
            <a:solidFill>
              <a:srgbClr val="000000"/>
            </a:solidFill>
            <a:prstDash val="solid"/>
          </a:ln>
        </p:spPr>
      </p:sp>
      <p:sp>
        <p:nvSpPr>
          <p:cNvPr id="145" name="A matching d-axis marker t63">
            <a:extLst xmlns:a="http://schemas.openxmlformats.org/drawingml/2006/main">
              <a:ext uri="{FF2B5EF4-FFF2-40B4-BE49-F238E27FC236}">
                <a16:creationId xmlns:a16="http://schemas.microsoft.com/office/drawing/2014/main" id="{9C6BC26C-A35A-498B-9BA7-76CD1E2241BD}"/>
              </a:ext>
            </a:extLst>
          </p:cNvPr>
          <p:cNvSpPr>
            <a:spLocks xmlns:a="http://schemas.openxmlformats.org/drawingml/2006/main" noGrp="1"/>
          </p:cNvSpPr>
          <p:nvPr/>
        </p:nvSpPr>
        <p:spPr>
          <a:xfrm xmlns:a="http://schemas.openxmlformats.org/drawingml/2006/main">
            <a:off x="10486390" y="2415540"/>
            <a:ext cx="83820" cy="83820"/>
          </a:xfrm>
          <a:prstGeom xmlns:a="http://schemas.openxmlformats.org/drawingml/2006/main" prst="ellipse">
            <a:avLst/>
          </a:prstGeom>
          <a:solidFill xmlns:a="http://schemas.openxmlformats.org/drawingml/2006/main">
            <a:srgbClr val="ECE51B"/>
          </a:solidFill>
          <a:ln xmlns:a="http://schemas.openxmlformats.org/drawingml/2006/main" w="19050">
            <a:solidFill>
              <a:srgbClr val="ECE51B"/>
            </a:solidFill>
          </a:ln>
        </p:spPr>
      </p:sp>
      <p:sp>
        <p:nvSpPr>
          <p:cNvPr id="146" name="A">
            <a:extLst xmlns:a="http://schemas.openxmlformats.org/drawingml/2006/main">
              <a:ext uri="{FF2B5EF4-FFF2-40B4-BE49-F238E27FC236}">
                <a16:creationId xmlns:a16="http://schemas.microsoft.com/office/drawing/2014/main" id="{3DC8639B-21F3-4239-B0D0-136FD4202278}"/>
              </a:ext>
            </a:extLst>
          </p:cNvPr>
          <p:cNvSpPr>
            <a:spLocks xmlns:a="http://schemas.openxmlformats.org/drawingml/2006/main" noGrp="1"/>
          </p:cNvSpPr>
          <p:nvPr/>
        </p:nvSpPr>
        <p:spPr>
          <a:xfrm xmlns:a="http://schemas.openxmlformats.org/drawingml/2006/main">
            <a:off x="10394950" y="2562225"/>
            <a:ext cx="266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000000"/>
                </a:solidFill>
                <a:latin typeface="Arial"/>
                <a:ea typeface="Arial"/>
                <a:cs typeface="Arial"/>
              </a:defRPr>
            </a:defPPr>
            <a:lvl1pPr algn="ctr">
              <a:defRPr sz="1500" b="1">
                <a:solidFill>
                  <a:srgbClr val="000000"/>
                </a:solidFill>
                <a:latin typeface="Arial"/>
                <a:ea typeface="Arial"/>
                <a:cs typeface="Arial"/>
              </a:defRPr>
            </a:lvl1pPr>
            <a:lvl2pPr algn="ctr">
              <a:defRPr sz="1500" b="1">
                <a:solidFill>
                  <a:srgbClr val="000000"/>
                </a:solidFill>
                <a:latin typeface="Arial"/>
                <a:ea typeface="Arial"/>
                <a:cs typeface="Arial"/>
              </a:defRPr>
            </a:lvl2pPr>
            <a:lvl3pPr algn="ctr">
              <a:defRPr sz="1500" b="1">
                <a:solidFill>
                  <a:srgbClr val="000000"/>
                </a:solidFill>
                <a:latin typeface="Arial"/>
                <a:ea typeface="Arial"/>
                <a:cs typeface="Arial"/>
              </a:defRPr>
            </a:lvl3pPr>
            <a:lvl4pPr algn="ctr">
              <a:defRPr sz="1500" b="1">
                <a:solidFill>
                  <a:srgbClr val="000000"/>
                </a:solidFill>
                <a:latin typeface="Arial"/>
                <a:ea typeface="Arial"/>
                <a:cs typeface="Arial"/>
              </a:defRPr>
            </a:lvl4pPr>
            <a:lvl5pPr algn="ctr">
              <a:defRPr sz="1500" b="1">
                <a:solidFill>
                  <a:srgbClr val="000000"/>
                </a:solidFill>
                <a:latin typeface="Arial"/>
                <a:ea typeface="Arial"/>
                <a:cs typeface="Arial"/>
              </a:defRPr>
            </a:lvl5pPr>
            <a:lvl6pPr algn="ctr">
              <a:defRPr sz="1500" b="1">
                <a:solidFill>
                  <a:srgbClr val="000000"/>
                </a:solidFill>
                <a:latin typeface="Arial"/>
                <a:ea typeface="Arial"/>
                <a:cs typeface="Arial"/>
              </a:defRPr>
            </a:lvl6pPr>
            <a:lvl7pPr algn="ctr">
              <a:defRPr sz="1500" b="1">
                <a:solidFill>
                  <a:srgbClr val="000000"/>
                </a:solidFill>
                <a:latin typeface="Arial"/>
                <a:ea typeface="Arial"/>
                <a:cs typeface="Arial"/>
              </a:defRPr>
            </a:lvl7pPr>
            <a:lvl8pPr algn="ctr">
              <a:defRPr sz="1500" b="1">
                <a:solidFill>
                  <a:srgbClr val="000000"/>
                </a:solidFill>
                <a:latin typeface="Arial"/>
                <a:ea typeface="Arial"/>
                <a:cs typeface="Arial"/>
              </a:defRPr>
            </a:lvl8pPr>
            <a:lvl9pPr algn="ctr">
              <a:defRPr sz="1500" b="1">
                <a:solidFill>
                  <a:srgbClr val="000000"/>
                </a:solidFill>
                <a:latin typeface="Arial"/>
                <a:ea typeface="Arial"/>
                <a:cs typeface="Arial"/>
              </a:defRPr>
            </a:lvl9pPr>
          </a:lstStyle>
          <a:p xmlns:a="http://schemas.openxmlformats.org/drawingml/2006/main">
            <a:pPr algn="ctr">
              <a:defRPr sz="1500" b="1">
                <a:solidFill>
                  <a:srgbClr val="000000"/>
                </a:solidFill>
                <a:latin typeface="Arial"/>
                <a:ea typeface="Arial"/>
                <a:cs typeface="Arial"/>
              </a:defRPr>
            </a:pPr>
            <a:r>
              <a:rPr sz="1500" b="1">
                <a:solidFill>
                  <a:srgbClr val="000000"/>
                </a:solidFill>
                <a:latin typeface="Arial"/>
                <a:ea typeface="Arial"/>
                <a:cs typeface="Arial"/>
              </a:rPr>
              <a:t>A</a:t>
            </a:r>
          </a:p>
        </p:txBody>
      </p:sp>
      <p:sp>
        <p:nvSpPr>
          <p:cNvPr id="147" name="A exact d coordinate t63">
            <a:extLst xmlns:a="http://schemas.openxmlformats.org/drawingml/2006/main">
              <a:ext uri="{FF2B5EF4-FFF2-40B4-BE49-F238E27FC236}">
                <a16:creationId xmlns:a16="http://schemas.microsoft.com/office/drawing/2014/main" id="{5D44930D-790A-4871-96C0-3796524C48F0}"/>
              </a:ext>
            </a:extLst>
          </p:cNvPr>
          <p:cNvSpPr>
            <a:spLocks xmlns:a="http://schemas.openxmlformats.org/drawingml/2006/main" noGrp="1"/>
          </p:cNvSpPr>
          <p:nvPr/>
        </p:nvSpPr>
        <p:spPr>
          <a:xfrm xmlns:a="http://schemas.openxmlformats.org/drawingml/2006/main">
            <a:off x="10309225" y="2790825"/>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20</a:t>
            </a:r>
          </a:p>
        </p:txBody>
      </p:sp>
      <p:sp>
        <p:nvSpPr>
          <p:cNvPr id="148" name="B matching d-axis marker t63">
            <a:extLst xmlns:a="http://schemas.openxmlformats.org/drawingml/2006/main">
              <a:ext uri="{FF2B5EF4-FFF2-40B4-BE49-F238E27FC236}">
                <a16:creationId xmlns:a16="http://schemas.microsoft.com/office/drawing/2014/main" id="{C8511EBC-4526-4433-9E9D-A63ED18F1648}"/>
              </a:ext>
            </a:extLst>
          </p:cNvPr>
          <p:cNvSpPr>
            <a:spLocks xmlns:a="http://schemas.openxmlformats.org/drawingml/2006/main" noGrp="1"/>
          </p:cNvSpPr>
          <p:nvPr/>
        </p:nvSpPr>
        <p:spPr>
          <a:xfrm xmlns:a="http://schemas.openxmlformats.org/drawingml/2006/main">
            <a:off x="11336973" y="2399348"/>
            <a:ext cx="116205" cy="116205"/>
          </a:xfrm>
          <a:prstGeom xmlns:a="http://schemas.openxmlformats.org/drawingml/2006/main" prst="ellipse">
            <a:avLst/>
          </a:prstGeom>
          <a:solidFill xmlns:a="http://schemas.openxmlformats.org/drawingml/2006/main">
            <a:srgbClr val="FDE725"/>
          </a:solidFill>
          <a:ln xmlns:a="http://schemas.openxmlformats.org/drawingml/2006/main" w="19050">
            <a:solidFill>
              <a:srgbClr val="FDE725"/>
            </a:solidFill>
          </a:ln>
        </p:spPr>
      </p:sp>
      <p:sp>
        <p:nvSpPr>
          <p:cNvPr id="149" name="B">
            <a:extLst xmlns:a="http://schemas.openxmlformats.org/drawingml/2006/main">
              <a:ext uri="{FF2B5EF4-FFF2-40B4-BE49-F238E27FC236}">
                <a16:creationId xmlns:a16="http://schemas.microsoft.com/office/drawing/2014/main" id="{E24C38AB-92F7-4FFA-A752-3715C97216A6}"/>
              </a:ext>
            </a:extLst>
          </p:cNvPr>
          <p:cNvSpPr>
            <a:spLocks xmlns:a="http://schemas.openxmlformats.org/drawingml/2006/main" noGrp="1"/>
          </p:cNvSpPr>
          <p:nvPr/>
        </p:nvSpPr>
        <p:spPr>
          <a:xfrm xmlns:a="http://schemas.openxmlformats.org/drawingml/2006/main">
            <a:off x="11261725" y="2562225"/>
            <a:ext cx="266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000000"/>
                </a:solidFill>
                <a:latin typeface="Arial"/>
                <a:ea typeface="Arial"/>
                <a:cs typeface="Arial"/>
              </a:defRPr>
            </a:defPPr>
            <a:lvl1pPr algn="ctr">
              <a:defRPr sz="1500" b="1">
                <a:solidFill>
                  <a:srgbClr val="000000"/>
                </a:solidFill>
                <a:latin typeface="Arial"/>
                <a:ea typeface="Arial"/>
                <a:cs typeface="Arial"/>
              </a:defRPr>
            </a:lvl1pPr>
            <a:lvl2pPr algn="ctr">
              <a:defRPr sz="1500" b="1">
                <a:solidFill>
                  <a:srgbClr val="000000"/>
                </a:solidFill>
                <a:latin typeface="Arial"/>
                <a:ea typeface="Arial"/>
                <a:cs typeface="Arial"/>
              </a:defRPr>
            </a:lvl2pPr>
            <a:lvl3pPr algn="ctr">
              <a:defRPr sz="1500" b="1">
                <a:solidFill>
                  <a:srgbClr val="000000"/>
                </a:solidFill>
                <a:latin typeface="Arial"/>
                <a:ea typeface="Arial"/>
                <a:cs typeface="Arial"/>
              </a:defRPr>
            </a:lvl3pPr>
            <a:lvl4pPr algn="ctr">
              <a:defRPr sz="1500" b="1">
                <a:solidFill>
                  <a:srgbClr val="000000"/>
                </a:solidFill>
                <a:latin typeface="Arial"/>
                <a:ea typeface="Arial"/>
                <a:cs typeface="Arial"/>
              </a:defRPr>
            </a:lvl4pPr>
            <a:lvl5pPr algn="ctr">
              <a:defRPr sz="1500" b="1">
                <a:solidFill>
                  <a:srgbClr val="000000"/>
                </a:solidFill>
                <a:latin typeface="Arial"/>
                <a:ea typeface="Arial"/>
                <a:cs typeface="Arial"/>
              </a:defRPr>
            </a:lvl5pPr>
            <a:lvl6pPr algn="ctr">
              <a:defRPr sz="1500" b="1">
                <a:solidFill>
                  <a:srgbClr val="000000"/>
                </a:solidFill>
                <a:latin typeface="Arial"/>
                <a:ea typeface="Arial"/>
                <a:cs typeface="Arial"/>
              </a:defRPr>
            </a:lvl6pPr>
            <a:lvl7pPr algn="ctr">
              <a:defRPr sz="1500" b="1">
                <a:solidFill>
                  <a:srgbClr val="000000"/>
                </a:solidFill>
                <a:latin typeface="Arial"/>
                <a:ea typeface="Arial"/>
                <a:cs typeface="Arial"/>
              </a:defRPr>
            </a:lvl7pPr>
            <a:lvl8pPr algn="ctr">
              <a:defRPr sz="1500" b="1">
                <a:solidFill>
                  <a:srgbClr val="000000"/>
                </a:solidFill>
                <a:latin typeface="Arial"/>
                <a:ea typeface="Arial"/>
                <a:cs typeface="Arial"/>
              </a:defRPr>
            </a:lvl8pPr>
            <a:lvl9pPr algn="ctr">
              <a:defRPr sz="1500" b="1">
                <a:solidFill>
                  <a:srgbClr val="000000"/>
                </a:solidFill>
                <a:latin typeface="Arial"/>
                <a:ea typeface="Arial"/>
                <a:cs typeface="Arial"/>
              </a:defRPr>
            </a:lvl9pPr>
          </a:lstStyle>
          <a:p xmlns:a="http://schemas.openxmlformats.org/drawingml/2006/main">
            <a:pPr algn="ctr">
              <a:defRPr sz="1500" b="1">
                <a:solidFill>
                  <a:srgbClr val="000000"/>
                </a:solidFill>
                <a:latin typeface="Arial"/>
                <a:ea typeface="Arial"/>
                <a:cs typeface="Arial"/>
              </a:defRPr>
            </a:pPr>
            <a:r>
              <a:rPr sz="1500" b="1">
                <a:solidFill>
                  <a:srgbClr val="000000"/>
                </a:solidFill>
                <a:latin typeface="Arial"/>
                <a:ea typeface="Arial"/>
                <a:cs typeface="Arial"/>
              </a:rPr>
              <a:t>B</a:t>
            </a:r>
          </a:p>
        </p:txBody>
      </p:sp>
      <p:sp>
        <p:nvSpPr>
          <p:cNvPr id="150" name="B exact d coordinate t63">
            <a:extLst xmlns:a="http://schemas.openxmlformats.org/drawingml/2006/main">
              <a:ext uri="{FF2B5EF4-FFF2-40B4-BE49-F238E27FC236}">
                <a16:creationId xmlns:a16="http://schemas.microsoft.com/office/drawing/2014/main" id="{AF8160BC-330F-42C3-86AF-22F04FC45942}"/>
              </a:ext>
            </a:extLst>
          </p:cNvPr>
          <p:cNvSpPr>
            <a:spLocks xmlns:a="http://schemas.openxmlformats.org/drawingml/2006/main" noGrp="1"/>
          </p:cNvSpPr>
          <p:nvPr/>
        </p:nvSpPr>
        <p:spPr>
          <a:xfrm xmlns:a="http://schemas.openxmlformats.org/drawingml/2006/main">
            <a:off x="11176000" y="2790825"/>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80</a:t>
            </a:r>
          </a:p>
        </p:txBody>
      </p:sp>
      <p:sp>
        <p:nvSpPr>
          <p:cNvPr id="151" name="C matching d-axis marker t63">
            <a:extLst xmlns:a="http://schemas.openxmlformats.org/drawingml/2006/main">
              <a:ext uri="{FF2B5EF4-FFF2-40B4-BE49-F238E27FC236}">
                <a16:creationId xmlns:a16="http://schemas.microsoft.com/office/drawing/2014/main" id="{52EE52C6-ADC9-4D0B-AB4E-0F8080D1FD5B}"/>
              </a:ext>
            </a:extLst>
          </p:cNvPr>
          <p:cNvSpPr>
            <a:spLocks xmlns:a="http://schemas.openxmlformats.org/drawingml/2006/main" noGrp="1"/>
          </p:cNvSpPr>
          <p:nvPr/>
        </p:nvSpPr>
        <p:spPr>
          <a:xfrm xmlns:a="http://schemas.openxmlformats.org/drawingml/2006/main">
            <a:off x="11609705" y="2383155"/>
            <a:ext cx="148590" cy="148590"/>
          </a:xfrm>
          <a:prstGeom xmlns:a="http://schemas.openxmlformats.org/drawingml/2006/main" prst="ellipse">
            <a:avLst/>
          </a:prstGeom>
          <a:solidFill xmlns:a="http://schemas.openxmlformats.org/drawingml/2006/main">
            <a:srgbClr val="D9E219"/>
          </a:solidFill>
          <a:ln xmlns:a="http://schemas.openxmlformats.org/drawingml/2006/main" w="19050">
            <a:solidFill>
              <a:srgbClr val="D9E219"/>
            </a:solidFill>
          </a:ln>
        </p:spPr>
      </p:sp>
      <p:sp>
        <p:nvSpPr>
          <p:cNvPr id="152" name="C">
            <a:extLst xmlns:a="http://schemas.openxmlformats.org/drawingml/2006/main">
              <a:ext uri="{FF2B5EF4-FFF2-40B4-BE49-F238E27FC236}">
                <a16:creationId xmlns:a16="http://schemas.microsoft.com/office/drawing/2014/main" id="{0FB74845-B6A0-49D9-AD99-714B41602FF9}"/>
              </a:ext>
            </a:extLst>
          </p:cNvPr>
          <p:cNvSpPr>
            <a:spLocks xmlns:a="http://schemas.openxmlformats.org/drawingml/2006/main" noGrp="1"/>
          </p:cNvSpPr>
          <p:nvPr/>
        </p:nvSpPr>
        <p:spPr>
          <a:xfrm xmlns:a="http://schemas.openxmlformats.org/drawingml/2006/main">
            <a:off x="11550650" y="2562225"/>
            <a:ext cx="266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000000"/>
                </a:solidFill>
                <a:latin typeface="Arial"/>
                <a:ea typeface="Arial"/>
                <a:cs typeface="Arial"/>
              </a:defRPr>
            </a:defPPr>
            <a:lvl1pPr algn="ctr">
              <a:defRPr sz="1500" b="1">
                <a:solidFill>
                  <a:srgbClr val="000000"/>
                </a:solidFill>
                <a:latin typeface="Arial"/>
                <a:ea typeface="Arial"/>
                <a:cs typeface="Arial"/>
              </a:defRPr>
            </a:lvl1pPr>
            <a:lvl2pPr algn="ctr">
              <a:defRPr sz="1500" b="1">
                <a:solidFill>
                  <a:srgbClr val="000000"/>
                </a:solidFill>
                <a:latin typeface="Arial"/>
                <a:ea typeface="Arial"/>
                <a:cs typeface="Arial"/>
              </a:defRPr>
            </a:lvl2pPr>
            <a:lvl3pPr algn="ctr">
              <a:defRPr sz="1500" b="1">
                <a:solidFill>
                  <a:srgbClr val="000000"/>
                </a:solidFill>
                <a:latin typeface="Arial"/>
                <a:ea typeface="Arial"/>
                <a:cs typeface="Arial"/>
              </a:defRPr>
            </a:lvl3pPr>
            <a:lvl4pPr algn="ctr">
              <a:defRPr sz="1500" b="1">
                <a:solidFill>
                  <a:srgbClr val="000000"/>
                </a:solidFill>
                <a:latin typeface="Arial"/>
                <a:ea typeface="Arial"/>
                <a:cs typeface="Arial"/>
              </a:defRPr>
            </a:lvl4pPr>
            <a:lvl5pPr algn="ctr">
              <a:defRPr sz="1500" b="1">
                <a:solidFill>
                  <a:srgbClr val="000000"/>
                </a:solidFill>
                <a:latin typeface="Arial"/>
                <a:ea typeface="Arial"/>
                <a:cs typeface="Arial"/>
              </a:defRPr>
            </a:lvl5pPr>
            <a:lvl6pPr algn="ctr">
              <a:defRPr sz="1500" b="1">
                <a:solidFill>
                  <a:srgbClr val="000000"/>
                </a:solidFill>
                <a:latin typeface="Arial"/>
                <a:ea typeface="Arial"/>
                <a:cs typeface="Arial"/>
              </a:defRPr>
            </a:lvl6pPr>
            <a:lvl7pPr algn="ctr">
              <a:defRPr sz="1500" b="1">
                <a:solidFill>
                  <a:srgbClr val="000000"/>
                </a:solidFill>
                <a:latin typeface="Arial"/>
                <a:ea typeface="Arial"/>
                <a:cs typeface="Arial"/>
              </a:defRPr>
            </a:lvl7pPr>
            <a:lvl8pPr algn="ctr">
              <a:defRPr sz="1500" b="1">
                <a:solidFill>
                  <a:srgbClr val="000000"/>
                </a:solidFill>
                <a:latin typeface="Arial"/>
                <a:ea typeface="Arial"/>
                <a:cs typeface="Arial"/>
              </a:defRPr>
            </a:lvl8pPr>
            <a:lvl9pPr algn="ctr">
              <a:defRPr sz="1500" b="1">
                <a:solidFill>
                  <a:srgbClr val="000000"/>
                </a:solidFill>
                <a:latin typeface="Arial"/>
                <a:ea typeface="Arial"/>
                <a:cs typeface="Arial"/>
              </a:defRPr>
            </a:lvl9pPr>
          </a:lstStyle>
          <a:p xmlns:a="http://schemas.openxmlformats.org/drawingml/2006/main">
            <a:pPr algn="ctr">
              <a:defRPr sz="1500" b="1">
                <a:solidFill>
                  <a:srgbClr val="000000"/>
                </a:solidFill>
                <a:latin typeface="Arial"/>
                <a:ea typeface="Arial"/>
                <a:cs typeface="Arial"/>
              </a:defRPr>
            </a:pPr>
            <a:r>
              <a:rPr sz="1500" b="1">
                <a:solidFill>
                  <a:srgbClr val="000000"/>
                </a:solidFill>
                <a:latin typeface="Arial"/>
                <a:ea typeface="Arial"/>
                <a:cs typeface="Arial"/>
              </a:rPr>
              <a:t>C</a:t>
            </a:r>
          </a:p>
        </p:txBody>
      </p:sp>
      <p:sp>
        <p:nvSpPr>
          <p:cNvPr id="153" name="C exact d coordinate t63">
            <a:extLst xmlns:a="http://schemas.openxmlformats.org/drawingml/2006/main">
              <a:ext uri="{FF2B5EF4-FFF2-40B4-BE49-F238E27FC236}">
                <a16:creationId xmlns:a16="http://schemas.microsoft.com/office/drawing/2014/main" id="{C20D6A31-572C-4DD1-B6E7-D393D7C8EB95}"/>
              </a:ext>
            </a:extLst>
          </p:cNvPr>
          <p:cNvSpPr>
            <a:spLocks xmlns:a="http://schemas.openxmlformats.org/drawingml/2006/main" noGrp="1"/>
          </p:cNvSpPr>
          <p:nvPr/>
        </p:nvSpPr>
        <p:spPr>
          <a:xfrm xmlns:a="http://schemas.openxmlformats.org/drawingml/2006/main">
            <a:off x="11464925" y="2790825"/>
            <a:ext cx="4381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100</a:t>
            </a:r>
          </a:p>
        </p:txBody>
      </p:sp>
      <p:sp>
        <p:nvSpPr>
          <p:cNvPr id="154" name="(b) TMTM">
            <a:extLst xmlns:a="http://schemas.openxmlformats.org/drawingml/2006/main">
              <a:ext uri="{FF2B5EF4-FFF2-40B4-BE49-F238E27FC236}">
                <a16:creationId xmlns:a16="http://schemas.microsoft.com/office/drawing/2014/main" id="{8D40B6FA-E156-4954-9764-11F4D27812DC}"/>
              </a:ext>
            </a:extLst>
          </p:cNvPr>
          <p:cNvSpPr>
            <a:spLocks xmlns:a="http://schemas.openxmlformats.org/drawingml/2006/main" noGrp="1"/>
          </p:cNvSpPr>
          <p:nvPr/>
        </p:nvSpPr>
        <p:spPr>
          <a:xfrm xmlns:a="http://schemas.openxmlformats.org/drawingml/2006/main">
            <a:off x="609600" y="3067050"/>
            <a:ext cx="3143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00000"/>
                </a:solidFill>
                <a:latin typeface="Arial"/>
                <a:ea typeface="Arial"/>
                <a:cs typeface="Arial"/>
              </a:defRPr>
            </a:defPPr>
            <a:lvl1pPr algn="l">
              <a:defRPr sz="1725" b="1">
                <a:solidFill>
                  <a:srgbClr val="000000"/>
                </a:solidFill>
                <a:latin typeface="Arial"/>
                <a:ea typeface="Arial"/>
                <a:cs typeface="Arial"/>
              </a:defRPr>
            </a:lvl1pPr>
            <a:lvl2pPr algn="l">
              <a:defRPr sz="1725" b="1">
                <a:solidFill>
                  <a:srgbClr val="000000"/>
                </a:solidFill>
                <a:latin typeface="Arial"/>
                <a:ea typeface="Arial"/>
                <a:cs typeface="Arial"/>
              </a:defRPr>
            </a:lvl2pPr>
            <a:lvl3pPr algn="l">
              <a:defRPr sz="1725" b="1">
                <a:solidFill>
                  <a:srgbClr val="000000"/>
                </a:solidFill>
                <a:latin typeface="Arial"/>
                <a:ea typeface="Arial"/>
                <a:cs typeface="Arial"/>
              </a:defRPr>
            </a:lvl3pPr>
            <a:lvl4pPr algn="l">
              <a:defRPr sz="1725" b="1">
                <a:solidFill>
                  <a:srgbClr val="000000"/>
                </a:solidFill>
                <a:latin typeface="Arial"/>
                <a:ea typeface="Arial"/>
                <a:cs typeface="Arial"/>
              </a:defRPr>
            </a:lvl4pPr>
            <a:lvl5pPr algn="l">
              <a:defRPr sz="1725" b="1">
                <a:solidFill>
                  <a:srgbClr val="000000"/>
                </a:solidFill>
                <a:latin typeface="Arial"/>
                <a:ea typeface="Arial"/>
                <a:cs typeface="Arial"/>
              </a:defRPr>
            </a:lvl5pPr>
            <a:lvl6pPr algn="l">
              <a:defRPr sz="1725" b="1">
                <a:solidFill>
                  <a:srgbClr val="000000"/>
                </a:solidFill>
                <a:latin typeface="Arial"/>
                <a:ea typeface="Arial"/>
                <a:cs typeface="Arial"/>
              </a:defRPr>
            </a:lvl6pPr>
            <a:lvl7pPr algn="l">
              <a:defRPr sz="1725" b="1">
                <a:solidFill>
                  <a:srgbClr val="000000"/>
                </a:solidFill>
                <a:latin typeface="Arial"/>
                <a:ea typeface="Arial"/>
                <a:cs typeface="Arial"/>
              </a:defRPr>
            </a:lvl7pPr>
            <a:lvl8pPr algn="l">
              <a:defRPr sz="1725" b="1">
                <a:solidFill>
                  <a:srgbClr val="000000"/>
                </a:solidFill>
                <a:latin typeface="Arial"/>
                <a:ea typeface="Arial"/>
                <a:cs typeface="Arial"/>
              </a:defRPr>
            </a:lvl8pPr>
            <a:lvl9pPr algn="l">
              <a:defRPr sz="1725" b="1">
                <a:solidFill>
                  <a:srgbClr val="000000"/>
                </a:solidFill>
                <a:latin typeface="Arial"/>
                <a:ea typeface="Arial"/>
                <a:cs typeface="Arial"/>
              </a:defRPr>
            </a:lvl9pPr>
          </a:lstStyle>
          <a:p xmlns:a="http://schemas.openxmlformats.org/drawingml/2006/main">
            <a:pPr algn="l">
              <a:defRPr sz="1725" b="1">
                <a:solidFill>
                  <a:srgbClr val="000000"/>
                </a:solidFill>
                <a:latin typeface="Arial"/>
                <a:ea typeface="Arial"/>
                <a:cs typeface="Arial"/>
              </a:defRPr>
            </a:pPr>
            <a:r>
              <a:rPr sz="1725" b="1">
                <a:solidFill>
                  <a:srgbClr val="000000"/>
                </a:solidFill>
                <a:latin typeface="Arial"/>
                <a:ea typeface="Arial"/>
                <a:cs typeface="Arial"/>
              </a:rPr>
              <a:t>(b) TMTM</a:t>
            </a:r>
          </a:p>
        </p:txBody>
      </p:sp>
      <p:sp>
        <p:nvSpPr>
          <p:cNvPr id="155" name="Native map coordinate">
            <a:extLst xmlns:a="http://schemas.openxmlformats.org/drawingml/2006/main">
              <a:ext uri="{FF2B5EF4-FFF2-40B4-BE49-F238E27FC236}">
                <a16:creationId xmlns:a16="http://schemas.microsoft.com/office/drawing/2014/main" id="{1D02C4F9-5E31-4ED2-A4C6-CB2106B20DD0}"/>
              </a:ext>
            </a:extLst>
          </p:cNvPr>
          <p:cNvSpPr>
            <a:spLocks xmlns:a="http://schemas.openxmlformats.org/drawingml/2006/main" noGrp="1"/>
          </p:cNvSpPr>
          <p:nvPr/>
        </p:nvSpPr>
        <p:spPr>
          <a:xfrm xmlns:a="http://schemas.openxmlformats.org/drawingml/2006/main">
            <a:off x="609600" y="3324225"/>
            <a:ext cx="3143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Native map coordinate</a:t>
            </a:r>
          </a:p>
        </p:txBody>
      </p:sp>
      <p:pic>
        <p:nvPicPr>
          <p:cNvPr id="156" name="">
            <a:extLst xmlns:a="http://schemas.openxmlformats.org/drawingml/2006/main">
              <a:ext uri="{FF2B5EF4-FFF2-40B4-BE49-F238E27FC236}">
                <a16:creationId xmlns:a16="http://schemas.microsoft.com/office/drawing/2014/main" id="{164D5EFA-3CCA-47B3-8FD8-EF26BB1F4238}"/>
              </a:ext>
            </a:extLst>
          </p:cNvPr>
          <p:cNvPicPr>
            <a:picLocks xmlns:a="http://schemas.openxmlformats.org/drawingml/2006/main" noChangeAspect="1"/>
          </p:cNvPicPr>
          <p:nvPr/>
        </p:nvPicPr>
        <p:blipFill>
          <a:blip xmlns:r="http://schemas.openxmlformats.org/officeDocument/2006/relationships" xmlns:a="http://schemas.openxmlformats.org/drawingml/2006/main" r:embed="Rb011c2de608f4d09"/>
          <a:stretch xmlns:a="http://schemas.openxmlformats.org/drawingml/2006/main"/>
        </p:blipFill>
        <p:spPr>
          <a:xfrm xmlns:a="http://schemas.openxmlformats.org/drawingml/2006/main">
            <a:off x="609600" y="3552825"/>
            <a:ext cx="3143250" cy="1809750"/>
          </a:xfrm>
          <a:prstGeom xmlns:a="http://schemas.openxmlformats.org/drawingml/2006/main" prst="rect">
            <a:avLst/>
          </a:prstGeom>
        </p:spPr>
      </p:pic>
      <p:sp>
        <p:nvSpPr>
          <p:cNvPr id="157" name="Snapshot time guide 12">
            <a:extLst xmlns:a="http://schemas.openxmlformats.org/drawingml/2006/main">
              <a:ext uri="{FF2B5EF4-FFF2-40B4-BE49-F238E27FC236}">
                <a16:creationId xmlns:a16="http://schemas.microsoft.com/office/drawing/2014/main" id="{2627A5DD-DBB9-45B9-AF50-FCDE7E680187}"/>
              </a:ext>
            </a:extLst>
          </p:cNvPr>
          <p:cNvSpPr>
            <a:spLocks xmlns:a="http://schemas.openxmlformats.org/drawingml/2006/main" noGrp="1"/>
          </p:cNvSpPr>
          <p:nvPr/>
        </p:nvSpPr>
        <p:spPr>
          <a:xfrm xmlns:a="http://schemas.openxmlformats.org/drawingml/2006/main">
            <a:off x="1208314" y="3552825"/>
            <a:ext cx="95" cy="1809750"/>
          </a:xfrm>
          <a:custGeom xmlns:a="http://schemas.openxmlformats.org/drawingml/2006/main">
            <a:pathLst>
              <a:path w="95" h="1809750">
                <a:moveTo>
                  <a:pt x="0" y="1809750"/>
                </a:moveTo>
                <a:lnTo>
                  <a:pt x="0" y="0"/>
                </a:lnTo>
              </a:path>
            </a:pathLst>
          </a:custGeom>
          <a:noFill xmlns:a="http://schemas.openxmlformats.org/drawingml/2006/main"/>
          <a:ln xmlns:a="http://schemas.openxmlformats.org/drawingml/2006/main" w="5715">
            <a:solidFill>
              <a:srgbClr val="91ADB2"/>
            </a:solidFill>
            <a:prstDash val="dash"/>
          </a:ln>
        </p:spPr>
      </p:sp>
      <p:sp>
        <p:nvSpPr>
          <p:cNvPr id="158" name="Snapshot time guide 25">
            <a:extLst xmlns:a="http://schemas.openxmlformats.org/drawingml/2006/main">
              <a:ext uri="{FF2B5EF4-FFF2-40B4-BE49-F238E27FC236}">
                <a16:creationId xmlns:a16="http://schemas.microsoft.com/office/drawing/2014/main" id="{F062DAA2-79D9-4203-A032-E65812AA4D1D}"/>
              </a:ext>
            </a:extLst>
          </p:cNvPr>
          <p:cNvSpPr>
            <a:spLocks xmlns:a="http://schemas.openxmlformats.org/drawingml/2006/main" noGrp="1"/>
          </p:cNvSpPr>
          <p:nvPr/>
        </p:nvSpPr>
        <p:spPr>
          <a:xfrm xmlns:a="http://schemas.openxmlformats.org/drawingml/2006/main">
            <a:off x="1856921" y="3552825"/>
            <a:ext cx="95" cy="1809750"/>
          </a:xfrm>
          <a:custGeom xmlns:a="http://schemas.openxmlformats.org/drawingml/2006/main">
            <a:pathLst>
              <a:path w="95" h="1809750">
                <a:moveTo>
                  <a:pt x="0" y="1809750"/>
                </a:moveTo>
                <a:lnTo>
                  <a:pt x="0" y="0"/>
                </a:lnTo>
              </a:path>
            </a:pathLst>
          </a:custGeom>
          <a:noFill xmlns:a="http://schemas.openxmlformats.org/drawingml/2006/main"/>
          <a:ln xmlns:a="http://schemas.openxmlformats.org/drawingml/2006/main" w="5715">
            <a:solidFill>
              <a:srgbClr val="91ADB2"/>
            </a:solidFill>
            <a:prstDash val="dash"/>
          </a:ln>
        </p:spPr>
      </p:sp>
      <p:sp>
        <p:nvSpPr>
          <p:cNvPr id="159" name="Snapshot time guide 38">
            <a:extLst xmlns:a="http://schemas.openxmlformats.org/drawingml/2006/main">
              <a:ext uri="{FF2B5EF4-FFF2-40B4-BE49-F238E27FC236}">
                <a16:creationId xmlns:a16="http://schemas.microsoft.com/office/drawing/2014/main" id="{E74B37E6-2E5C-49BD-BD1D-457B1C053F54}"/>
              </a:ext>
            </a:extLst>
          </p:cNvPr>
          <p:cNvSpPr>
            <a:spLocks xmlns:a="http://schemas.openxmlformats.org/drawingml/2006/main" noGrp="1"/>
          </p:cNvSpPr>
          <p:nvPr/>
        </p:nvSpPr>
        <p:spPr>
          <a:xfrm xmlns:a="http://schemas.openxmlformats.org/drawingml/2006/main">
            <a:off x="2505529" y="3552825"/>
            <a:ext cx="95" cy="1809750"/>
          </a:xfrm>
          <a:custGeom xmlns:a="http://schemas.openxmlformats.org/drawingml/2006/main">
            <a:pathLst>
              <a:path w="95" h="1809750">
                <a:moveTo>
                  <a:pt x="0" y="1809750"/>
                </a:moveTo>
                <a:lnTo>
                  <a:pt x="0" y="0"/>
                </a:lnTo>
              </a:path>
            </a:pathLst>
          </a:custGeom>
          <a:noFill xmlns:a="http://schemas.openxmlformats.org/drawingml/2006/main"/>
          <a:ln xmlns:a="http://schemas.openxmlformats.org/drawingml/2006/main" w="5715">
            <a:solidFill>
              <a:srgbClr val="91ADB2"/>
            </a:solidFill>
            <a:prstDash val="dash"/>
          </a:ln>
        </p:spPr>
      </p:sp>
      <p:sp>
        <p:nvSpPr>
          <p:cNvPr id="160" name="Snapshot time guide 51">
            <a:extLst xmlns:a="http://schemas.openxmlformats.org/drawingml/2006/main">
              <a:ext uri="{FF2B5EF4-FFF2-40B4-BE49-F238E27FC236}">
                <a16:creationId xmlns:a16="http://schemas.microsoft.com/office/drawing/2014/main" id="{624E03CB-6ED6-44C0-A13C-DA40FFB954BE}"/>
              </a:ext>
            </a:extLst>
          </p:cNvPr>
          <p:cNvSpPr>
            <a:spLocks xmlns:a="http://schemas.openxmlformats.org/drawingml/2006/main" noGrp="1"/>
          </p:cNvSpPr>
          <p:nvPr/>
        </p:nvSpPr>
        <p:spPr>
          <a:xfrm xmlns:a="http://schemas.openxmlformats.org/drawingml/2006/main">
            <a:off x="3154136" y="3552825"/>
            <a:ext cx="95" cy="1809750"/>
          </a:xfrm>
          <a:custGeom xmlns:a="http://schemas.openxmlformats.org/drawingml/2006/main">
            <a:pathLst>
              <a:path w="95" h="1809750">
                <a:moveTo>
                  <a:pt x="0" y="1809750"/>
                </a:moveTo>
                <a:lnTo>
                  <a:pt x="0" y="0"/>
                </a:lnTo>
              </a:path>
            </a:pathLst>
          </a:custGeom>
          <a:noFill xmlns:a="http://schemas.openxmlformats.org/drawingml/2006/main"/>
          <a:ln xmlns:a="http://schemas.openxmlformats.org/drawingml/2006/main" w="5715">
            <a:solidFill>
              <a:srgbClr val="91ADB2"/>
            </a:solidFill>
            <a:prstDash val="dash"/>
          </a:ln>
        </p:spPr>
      </p:sp>
      <p:sp>
        <p:nvSpPr>
          <p:cNvPr id="161" name="TMTM A black label">
            <a:extLst xmlns:a="http://schemas.openxmlformats.org/drawingml/2006/main">
              <a:ext uri="{FF2B5EF4-FFF2-40B4-BE49-F238E27FC236}">
                <a16:creationId xmlns:a16="http://schemas.microsoft.com/office/drawing/2014/main" id="{ECC0FA07-E4A6-4A37-B373-07F656E025A1}"/>
              </a:ext>
            </a:extLst>
          </p:cNvPr>
          <p:cNvSpPr>
            <a:spLocks xmlns:a="http://schemas.openxmlformats.org/drawingml/2006/main" noGrp="1"/>
          </p:cNvSpPr>
          <p:nvPr/>
        </p:nvSpPr>
        <p:spPr>
          <a:xfrm xmlns:a="http://schemas.openxmlformats.org/drawingml/2006/main">
            <a:off x="3829050" y="4670866"/>
            <a:ext cx="2571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A</a:t>
            </a:r>
          </a:p>
        </p:txBody>
      </p:sp>
      <p:sp>
        <p:nvSpPr>
          <p:cNvPr id="162" name="TMTM B black label">
            <a:extLst xmlns:a="http://schemas.openxmlformats.org/drawingml/2006/main">
              <a:ext uri="{FF2B5EF4-FFF2-40B4-BE49-F238E27FC236}">
                <a16:creationId xmlns:a16="http://schemas.microsoft.com/office/drawing/2014/main" id="{7A699F9A-56B4-47EE-BEDD-FD87315E84A4}"/>
              </a:ext>
            </a:extLst>
          </p:cNvPr>
          <p:cNvSpPr>
            <a:spLocks xmlns:a="http://schemas.openxmlformats.org/drawingml/2006/main" noGrp="1"/>
          </p:cNvSpPr>
          <p:nvPr/>
        </p:nvSpPr>
        <p:spPr>
          <a:xfrm xmlns:a="http://schemas.openxmlformats.org/drawingml/2006/main">
            <a:off x="3829050" y="4333875"/>
            <a:ext cx="2571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B</a:t>
            </a:r>
          </a:p>
        </p:txBody>
      </p:sp>
      <p:sp>
        <p:nvSpPr>
          <p:cNvPr id="163" name="TMTM C black label">
            <a:extLst xmlns:a="http://schemas.openxmlformats.org/drawingml/2006/main">
              <a:ext uri="{FF2B5EF4-FFF2-40B4-BE49-F238E27FC236}">
                <a16:creationId xmlns:a16="http://schemas.microsoft.com/office/drawing/2014/main" id="{5837A64F-052C-4217-87F5-5ADACD7F70CE}"/>
              </a:ext>
            </a:extLst>
          </p:cNvPr>
          <p:cNvSpPr>
            <a:spLocks xmlns:a="http://schemas.openxmlformats.org/drawingml/2006/main" noGrp="1"/>
          </p:cNvSpPr>
          <p:nvPr/>
        </p:nvSpPr>
        <p:spPr>
          <a:xfrm xmlns:a="http://schemas.openxmlformats.org/drawingml/2006/main">
            <a:off x="3829050" y="3996385"/>
            <a:ext cx="2571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C</a:t>
            </a:r>
          </a:p>
        </p:txBody>
      </p:sp>
      <p:sp>
        <p:nvSpPr>
          <p:cNvPr id="164" name="Scientific domain frame">
            <a:extLst xmlns:a="http://schemas.openxmlformats.org/drawingml/2006/main">
              <a:ext uri="{FF2B5EF4-FFF2-40B4-BE49-F238E27FC236}">
                <a16:creationId xmlns:a16="http://schemas.microsoft.com/office/drawing/2014/main" id="{0EDD59D2-E28C-49A3-81BC-1C784714FD7A}"/>
              </a:ext>
            </a:extLst>
          </p:cNvPr>
          <p:cNvSpPr>
            <a:spLocks xmlns:a="http://schemas.openxmlformats.org/drawingml/2006/main" noGrp="1"/>
          </p:cNvSpPr>
          <p:nvPr/>
        </p:nvSpPr>
        <p:spPr>
          <a:xfrm xmlns:a="http://schemas.openxmlformats.org/drawingml/2006/main">
            <a:off x="609600" y="3552825"/>
            <a:ext cx="3143250" cy="1809750"/>
          </a:xfrm>
          <a:prstGeom xmlns:a="http://schemas.openxmlformats.org/drawingml/2006/main" prst="rect">
            <a:avLst/>
          </a:prstGeom>
          <a:noFill xmlns:a="http://schemas.openxmlformats.org/drawingml/2006/main"/>
          <a:ln xmlns:a="http://schemas.openxmlformats.org/drawingml/2006/main" w="7620">
            <a:solidFill>
              <a:srgbClr val="000000"/>
            </a:solidFill>
          </a:ln>
        </p:spPr>
      </p:sp>
      <p:sp>
        <p:nvSpPr>
          <p:cNvPr id="165" name="Scientific line">
            <a:extLst xmlns:a="http://schemas.openxmlformats.org/drawingml/2006/main">
              <a:ext uri="{FF2B5EF4-FFF2-40B4-BE49-F238E27FC236}">
                <a16:creationId xmlns:a16="http://schemas.microsoft.com/office/drawing/2014/main" id="{AD575D0F-A1EC-42D5-B539-5E0D9D55CC83}"/>
              </a:ext>
            </a:extLst>
          </p:cNvPr>
          <p:cNvSpPr>
            <a:spLocks xmlns:a="http://schemas.openxmlformats.org/drawingml/2006/main" noGrp="1"/>
          </p:cNvSpPr>
          <p:nvPr/>
        </p:nvSpPr>
        <p:spPr>
          <a:xfrm xmlns:a="http://schemas.openxmlformats.org/drawingml/2006/main">
            <a:off x="609600" y="5362575"/>
            <a:ext cx="95" cy="47625"/>
          </a:xfrm>
          <a:custGeom xmlns:a="http://schemas.openxmlformats.org/drawingml/2006/main">
            <a:pathLst>
              <a:path w="95" h="47625">
                <a:moveTo>
                  <a:pt x="0" y="0"/>
                </a:moveTo>
                <a:lnTo>
                  <a:pt x="0" y="47625"/>
                </a:lnTo>
              </a:path>
            </a:pathLst>
          </a:custGeom>
          <a:noFill xmlns:a="http://schemas.openxmlformats.org/drawingml/2006/main"/>
          <a:ln xmlns:a="http://schemas.openxmlformats.org/drawingml/2006/main" w="9525">
            <a:solidFill>
              <a:srgbClr val="000000"/>
            </a:solidFill>
            <a:prstDash val="solid"/>
          </a:ln>
        </p:spPr>
      </p:sp>
      <p:sp>
        <p:nvSpPr>
          <p:cNvPr id="166" name="0">
            <a:extLst xmlns:a="http://schemas.openxmlformats.org/drawingml/2006/main">
              <a:ext uri="{FF2B5EF4-FFF2-40B4-BE49-F238E27FC236}">
                <a16:creationId xmlns:a16="http://schemas.microsoft.com/office/drawing/2014/main" id="{B8CE509A-B06C-4F2B-A4B7-407775157C99}"/>
              </a:ext>
            </a:extLst>
          </p:cNvPr>
          <p:cNvSpPr>
            <a:spLocks xmlns:a="http://schemas.openxmlformats.org/drawingml/2006/main" noGrp="1"/>
          </p:cNvSpPr>
          <p:nvPr/>
        </p:nvSpPr>
        <p:spPr>
          <a:xfrm xmlns:a="http://schemas.openxmlformats.org/drawingml/2006/main">
            <a:off x="400050" y="54197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0</a:t>
            </a:r>
          </a:p>
        </p:txBody>
      </p:sp>
      <p:sp>
        <p:nvSpPr>
          <p:cNvPr id="167" name="Scientific line">
            <a:extLst xmlns:a="http://schemas.openxmlformats.org/drawingml/2006/main">
              <a:ext uri="{FF2B5EF4-FFF2-40B4-BE49-F238E27FC236}">
                <a16:creationId xmlns:a16="http://schemas.microsoft.com/office/drawing/2014/main" id="{9A5D6FC7-EFB7-4D11-8DDA-EC6DC6106D9D}"/>
              </a:ext>
            </a:extLst>
          </p:cNvPr>
          <p:cNvSpPr>
            <a:spLocks xmlns:a="http://schemas.openxmlformats.org/drawingml/2006/main" noGrp="1"/>
          </p:cNvSpPr>
          <p:nvPr/>
        </p:nvSpPr>
        <p:spPr>
          <a:xfrm xmlns:a="http://schemas.openxmlformats.org/drawingml/2006/main">
            <a:off x="1208314" y="5362575"/>
            <a:ext cx="95" cy="47625"/>
          </a:xfrm>
          <a:custGeom xmlns:a="http://schemas.openxmlformats.org/drawingml/2006/main">
            <a:pathLst>
              <a:path w="95" h="47625">
                <a:moveTo>
                  <a:pt x="0" y="0"/>
                </a:moveTo>
                <a:lnTo>
                  <a:pt x="0" y="47625"/>
                </a:lnTo>
              </a:path>
            </a:pathLst>
          </a:custGeom>
          <a:noFill xmlns:a="http://schemas.openxmlformats.org/drawingml/2006/main"/>
          <a:ln xmlns:a="http://schemas.openxmlformats.org/drawingml/2006/main" w="9525">
            <a:solidFill>
              <a:srgbClr val="000000"/>
            </a:solidFill>
            <a:prstDash val="solid"/>
          </a:ln>
        </p:spPr>
      </p:sp>
      <p:sp>
        <p:nvSpPr>
          <p:cNvPr id="168" name="12">
            <a:extLst xmlns:a="http://schemas.openxmlformats.org/drawingml/2006/main">
              <a:ext uri="{FF2B5EF4-FFF2-40B4-BE49-F238E27FC236}">
                <a16:creationId xmlns:a16="http://schemas.microsoft.com/office/drawing/2014/main" id="{B61C3B97-B6EC-4874-AE7D-0EAC65481EC3}"/>
              </a:ext>
            </a:extLst>
          </p:cNvPr>
          <p:cNvSpPr>
            <a:spLocks xmlns:a="http://schemas.openxmlformats.org/drawingml/2006/main" noGrp="1"/>
          </p:cNvSpPr>
          <p:nvPr/>
        </p:nvSpPr>
        <p:spPr>
          <a:xfrm xmlns:a="http://schemas.openxmlformats.org/drawingml/2006/main">
            <a:off x="998764" y="54197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12</a:t>
            </a:r>
          </a:p>
        </p:txBody>
      </p:sp>
      <p:sp>
        <p:nvSpPr>
          <p:cNvPr id="169" name="Scientific line">
            <a:extLst xmlns:a="http://schemas.openxmlformats.org/drawingml/2006/main">
              <a:ext uri="{FF2B5EF4-FFF2-40B4-BE49-F238E27FC236}">
                <a16:creationId xmlns:a16="http://schemas.microsoft.com/office/drawing/2014/main" id="{E0E4F551-BDA1-4FD9-A2B7-A694A8F1C4BC}"/>
              </a:ext>
            </a:extLst>
          </p:cNvPr>
          <p:cNvSpPr>
            <a:spLocks xmlns:a="http://schemas.openxmlformats.org/drawingml/2006/main" noGrp="1"/>
          </p:cNvSpPr>
          <p:nvPr/>
        </p:nvSpPr>
        <p:spPr>
          <a:xfrm xmlns:a="http://schemas.openxmlformats.org/drawingml/2006/main">
            <a:off x="1856921" y="5362575"/>
            <a:ext cx="95" cy="47625"/>
          </a:xfrm>
          <a:custGeom xmlns:a="http://schemas.openxmlformats.org/drawingml/2006/main">
            <a:pathLst>
              <a:path w="95" h="47625">
                <a:moveTo>
                  <a:pt x="0" y="0"/>
                </a:moveTo>
                <a:lnTo>
                  <a:pt x="0" y="47625"/>
                </a:lnTo>
              </a:path>
            </a:pathLst>
          </a:custGeom>
          <a:noFill xmlns:a="http://schemas.openxmlformats.org/drawingml/2006/main"/>
          <a:ln xmlns:a="http://schemas.openxmlformats.org/drawingml/2006/main" w="9525">
            <a:solidFill>
              <a:srgbClr val="000000"/>
            </a:solidFill>
            <a:prstDash val="solid"/>
          </a:ln>
        </p:spPr>
      </p:sp>
      <p:sp>
        <p:nvSpPr>
          <p:cNvPr id="170" name="25">
            <a:extLst xmlns:a="http://schemas.openxmlformats.org/drawingml/2006/main">
              <a:ext uri="{FF2B5EF4-FFF2-40B4-BE49-F238E27FC236}">
                <a16:creationId xmlns:a16="http://schemas.microsoft.com/office/drawing/2014/main" id="{F1EB9225-4CFF-4365-82FF-C9897BF7F5F0}"/>
              </a:ext>
            </a:extLst>
          </p:cNvPr>
          <p:cNvSpPr>
            <a:spLocks xmlns:a="http://schemas.openxmlformats.org/drawingml/2006/main" noGrp="1"/>
          </p:cNvSpPr>
          <p:nvPr/>
        </p:nvSpPr>
        <p:spPr>
          <a:xfrm xmlns:a="http://schemas.openxmlformats.org/drawingml/2006/main">
            <a:off x="1647371" y="54197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25</a:t>
            </a:r>
          </a:p>
        </p:txBody>
      </p:sp>
      <p:sp>
        <p:nvSpPr>
          <p:cNvPr id="171" name="Scientific line">
            <a:extLst xmlns:a="http://schemas.openxmlformats.org/drawingml/2006/main">
              <a:ext uri="{FF2B5EF4-FFF2-40B4-BE49-F238E27FC236}">
                <a16:creationId xmlns:a16="http://schemas.microsoft.com/office/drawing/2014/main" id="{E79421EF-23D8-4245-B451-B75D6918D916}"/>
              </a:ext>
            </a:extLst>
          </p:cNvPr>
          <p:cNvSpPr>
            <a:spLocks xmlns:a="http://schemas.openxmlformats.org/drawingml/2006/main" noGrp="1"/>
          </p:cNvSpPr>
          <p:nvPr/>
        </p:nvSpPr>
        <p:spPr>
          <a:xfrm xmlns:a="http://schemas.openxmlformats.org/drawingml/2006/main">
            <a:off x="2505529" y="5362575"/>
            <a:ext cx="95" cy="47625"/>
          </a:xfrm>
          <a:custGeom xmlns:a="http://schemas.openxmlformats.org/drawingml/2006/main">
            <a:pathLst>
              <a:path w="95" h="47625">
                <a:moveTo>
                  <a:pt x="0" y="0"/>
                </a:moveTo>
                <a:lnTo>
                  <a:pt x="0" y="47625"/>
                </a:lnTo>
              </a:path>
            </a:pathLst>
          </a:custGeom>
          <a:noFill xmlns:a="http://schemas.openxmlformats.org/drawingml/2006/main"/>
          <a:ln xmlns:a="http://schemas.openxmlformats.org/drawingml/2006/main" w="9525">
            <a:solidFill>
              <a:srgbClr val="000000"/>
            </a:solidFill>
            <a:prstDash val="solid"/>
          </a:ln>
        </p:spPr>
      </p:sp>
      <p:sp>
        <p:nvSpPr>
          <p:cNvPr id="172" name="38">
            <a:extLst xmlns:a="http://schemas.openxmlformats.org/drawingml/2006/main">
              <a:ext uri="{FF2B5EF4-FFF2-40B4-BE49-F238E27FC236}">
                <a16:creationId xmlns:a16="http://schemas.microsoft.com/office/drawing/2014/main" id="{09530DA3-1141-4DD4-9AC6-82D9440A63CD}"/>
              </a:ext>
            </a:extLst>
          </p:cNvPr>
          <p:cNvSpPr>
            <a:spLocks xmlns:a="http://schemas.openxmlformats.org/drawingml/2006/main" noGrp="1"/>
          </p:cNvSpPr>
          <p:nvPr/>
        </p:nvSpPr>
        <p:spPr>
          <a:xfrm xmlns:a="http://schemas.openxmlformats.org/drawingml/2006/main">
            <a:off x="2295979" y="54197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38</a:t>
            </a:r>
          </a:p>
        </p:txBody>
      </p:sp>
      <p:sp>
        <p:nvSpPr>
          <p:cNvPr id="173" name="Scientific line">
            <a:extLst xmlns:a="http://schemas.openxmlformats.org/drawingml/2006/main">
              <a:ext uri="{FF2B5EF4-FFF2-40B4-BE49-F238E27FC236}">
                <a16:creationId xmlns:a16="http://schemas.microsoft.com/office/drawing/2014/main" id="{1F7D8B5C-CB64-4FFC-AD13-7FC40CDD57BB}"/>
              </a:ext>
            </a:extLst>
          </p:cNvPr>
          <p:cNvSpPr>
            <a:spLocks xmlns:a="http://schemas.openxmlformats.org/drawingml/2006/main" noGrp="1"/>
          </p:cNvSpPr>
          <p:nvPr/>
        </p:nvSpPr>
        <p:spPr>
          <a:xfrm xmlns:a="http://schemas.openxmlformats.org/drawingml/2006/main">
            <a:off x="3154136" y="5362575"/>
            <a:ext cx="95" cy="47625"/>
          </a:xfrm>
          <a:custGeom xmlns:a="http://schemas.openxmlformats.org/drawingml/2006/main">
            <a:pathLst>
              <a:path w="95" h="47625">
                <a:moveTo>
                  <a:pt x="0" y="0"/>
                </a:moveTo>
                <a:lnTo>
                  <a:pt x="0" y="47625"/>
                </a:lnTo>
              </a:path>
            </a:pathLst>
          </a:custGeom>
          <a:noFill xmlns:a="http://schemas.openxmlformats.org/drawingml/2006/main"/>
          <a:ln xmlns:a="http://schemas.openxmlformats.org/drawingml/2006/main" w="9525">
            <a:solidFill>
              <a:srgbClr val="000000"/>
            </a:solidFill>
            <a:prstDash val="solid"/>
          </a:ln>
        </p:spPr>
      </p:sp>
      <p:sp>
        <p:nvSpPr>
          <p:cNvPr id="174" name="51">
            <a:extLst xmlns:a="http://schemas.openxmlformats.org/drawingml/2006/main">
              <a:ext uri="{FF2B5EF4-FFF2-40B4-BE49-F238E27FC236}">
                <a16:creationId xmlns:a16="http://schemas.microsoft.com/office/drawing/2014/main" id="{4ED16D77-F9BE-40B8-BC3F-79C4DF4B75FB}"/>
              </a:ext>
            </a:extLst>
          </p:cNvPr>
          <p:cNvSpPr>
            <a:spLocks xmlns:a="http://schemas.openxmlformats.org/drawingml/2006/main" noGrp="1"/>
          </p:cNvSpPr>
          <p:nvPr/>
        </p:nvSpPr>
        <p:spPr>
          <a:xfrm xmlns:a="http://schemas.openxmlformats.org/drawingml/2006/main">
            <a:off x="2944586" y="54197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51</a:t>
            </a:r>
          </a:p>
        </p:txBody>
      </p:sp>
      <p:sp>
        <p:nvSpPr>
          <p:cNvPr id="175" name="Scientific line">
            <a:extLst xmlns:a="http://schemas.openxmlformats.org/drawingml/2006/main">
              <a:ext uri="{FF2B5EF4-FFF2-40B4-BE49-F238E27FC236}">
                <a16:creationId xmlns:a16="http://schemas.microsoft.com/office/drawing/2014/main" id="{02D11198-DA13-415B-8018-BC432720E9E6}"/>
              </a:ext>
            </a:extLst>
          </p:cNvPr>
          <p:cNvSpPr>
            <a:spLocks xmlns:a="http://schemas.openxmlformats.org/drawingml/2006/main" noGrp="1"/>
          </p:cNvSpPr>
          <p:nvPr/>
        </p:nvSpPr>
        <p:spPr>
          <a:xfrm xmlns:a="http://schemas.openxmlformats.org/drawingml/2006/main">
            <a:off x="3752850" y="5362575"/>
            <a:ext cx="95" cy="47625"/>
          </a:xfrm>
          <a:custGeom xmlns:a="http://schemas.openxmlformats.org/drawingml/2006/main">
            <a:pathLst>
              <a:path w="95" h="47625">
                <a:moveTo>
                  <a:pt x="0" y="0"/>
                </a:moveTo>
                <a:lnTo>
                  <a:pt x="0" y="47625"/>
                </a:lnTo>
              </a:path>
            </a:pathLst>
          </a:custGeom>
          <a:noFill xmlns:a="http://schemas.openxmlformats.org/drawingml/2006/main"/>
          <a:ln xmlns:a="http://schemas.openxmlformats.org/drawingml/2006/main" w="9525">
            <a:solidFill>
              <a:srgbClr val="000000"/>
            </a:solidFill>
            <a:prstDash val="solid"/>
          </a:ln>
        </p:spPr>
      </p:sp>
      <p:sp>
        <p:nvSpPr>
          <p:cNvPr id="176" name="63">
            <a:extLst xmlns:a="http://schemas.openxmlformats.org/drawingml/2006/main">
              <a:ext uri="{FF2B5EF4-FFF2-40B4-BE49-F238E27FC236}">
                <a16:creationId xmlns:a16="http://schemas.microsoft.com/office/drawing/2014/main" id="{0F50EB1B-7A10-4E67-BDF0-D2FF4B6B4613}"/>
              </a:ext>
            </a:extLst>
          </p:cNvPr>
          <p:cNvSpPr>
            <a:spLocks xmlns:a="http://schemas.openxmlformats.org/drawingml/2006/main" noGrp="1"/>
          </p:cNvSpPr>
          <p:nvPr/>
        </p:nvSpPr>
        <p:spPr>
          <a:xfrm xmlns:a="http://schemas.openxmlformats.org/drawingml/2006/main">
            <a:off x="3543300" y="54197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63</a:t>
            </a:r>
          </a:p>
        </p:txBody>
      </p:sp>
      <p:sp>
        <p:nvSpPr>
          <p:cNvPr id="177" name="Scientific line">
            <a:extLst xmlns:a="http://schemas.openxmlformats.org/drawingml/2006/main">
              <a:ext uri="{FF2B5EF4-FFF2-40B4-BE49-F238E27FC236}">
                <a16:creationId xmlns:a16="http://schemas.microsoft.com/office/drawing/2014/main" id="{EF789E3C-E89F-460F-B499-D36CD19734D2}"/>
              </a:ext>
            </a:extLst>
          </p:cNvPr>
          <p:cNvSpPr>
            <a:spLocks xmlns:a="http://schemas.openxmlformats.org/drawingml/2006/main" noGrp="1"/>
          </p:cNvSpPr>
          <p:nvPr/>
        </p:nvSpPr>
        <p:spPr>
          <a:xfrm xmlns:a="http://schemas.openxmlformats.org/drawingml/2006/main">
            <a:off x="561975" y="5362575"/>
            <a:ext cx="47625" cy="95"/>
          </a:xfrm>
          <a:custGeom xmlns:a="http://schemas.openxmlformats.org/drawingml/2006/main">
            <a:pathLst>
              <a:path w="47625" h="95">
                <a:moveTo>
                  <a:pt x="0" y="0"/>
                </a:moveTo>
                <a:lnTo>
                  <a:pt x="47625" y="0"/>
                </a:lnTo>
              </a:path>
            </a:pathLst>
          </a:custGeom>
          <a:noFill xmlns:a="http://schemas.openxmlformats.org/drawingml/2006/main"/>
          <a:ln xmlns:a="http://schemas.openxmlformats.org/drawingml/2006/main" w="9525">
            <a:solidFill>
              <a:srgbClr val="000000"/>
            </a:solidFill>
            <a:prstDash val="solid"/>
          </a:ln>
        </p:spPr>
      </p:sp>
      <p:sp>
        <p:nvSpPr>
          <p:cNvPr id="178" name="0.0">
            <a:extLst xmlns:a="http://schemas.openxmlformats.org/drawingml/2006/main">
              <a:ext uri="{FF2B5EF4-FFF2-40B4-BE49-F238E27FC236}">
                <a16:creationId xmlns:a16="http://schemas.microsoft.com/office/drawing/2014/main" id="{74C1C14F-8F0E-40FE-8221-01C96B230D0C}"/>
              </a:ext>
            </a:extLst>
          </p:cNvPr>
          <p:cNvSpPr>
            <a:spLocks xmlns:a="http://schemas.openxmlformats.org/drawingml/2006/main" noGrp="1"/>
          </p:cNvSpPr>
          <p:nvPr/>
        </p:nvSpPr>
        <p:spPr>
          <a:xfrm xmlns:a="http://schemas.openxmlformats.org/drawingml/2006/main">
            <a:off x="38100" y="524827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350" b="0">
                <a:solidFill>
                  <a:srgbClr val="000000"/>
                </a:solidFill>
                <a:latin typeface="Arial"/>
                <a:ea typeface="Arial"/>
                <a:cs typeface="Arial"/>
              </a:defRPr>
            </a:defPPr>
            <a:lvl1pPr algn="r">
              <a:defRPr sz="1350" b="0">
                <a:solidFill>
                  <a:srgbClr val="000000"/>
                </a:solidFill>
                <a:latin typeface="Arial"/>
                <a:ea typeface="Arial"/>
                <a:cs typeface="Arial"/>
              </a:defRPr>
            </a:lvl1pPr>
            <a:lvl2pPr algn="r">
              <a:defRPr sz="1350" b="0">
                <a:solidFill>
                  <a:srgbClr val="000000"/>
                </a:solidFill>
                <a:latin typeface="Arial"/>
                <a:ea typeface="Arial"/>
                <a:cs typeface="Arial"/>
              </a:defRPr>
            </a:lvl2pPr>
            <a:lvl3pPr algn="r">
              <a:defRPr sz="1350" b="0">
                <a:solidFill>
                  <a:srgbClr val="000000"/>
                </a:solidFill>
                <a:latin typeface="Arial"/>
                <a:ea typeface="Arial"/>
                <a:cs typeface="Arial"/>
              </a:defRPr>
            </a:lvl3pPr>
            <a:lvl4pPr algn="r">
              <a:defRPr sz="1350" b="0">
                <a:solidFill>
                  <a:srgbClr val="000000"/>
                </a:solidFill>
                <a:latin typeface="Arial"/>
                <a:ea typeface="Arial"/>
                <a:cs typeface="Arial"/>
              </a:defRPr>
            </a:lvl4pPr>
            <a:lvl5pPr algn="r">
              <a:defRPr sz="1350" b="0">
                <a:solidFill>
                  <a:srgbClr val="000000"/>
                </a:solidFill>
                <a:latin typeface="Arial"/>
                <a:ea typeface="Arial"/>
                <a:cs typeface="Arial"/>
              </a:defRPr>
            </a:lvl5pPr>
            <a:lvl6pPr algn="r">
              <a:defRPr sz="1350" b="0">
                <a:solidFill>
                  <a:srgbClr val="000000"/>
                </a:solidFill>
                <a:latin typeface="Arial"/>
                <a:ea typeface="Arial"/>
                <a:cs typeface="Arial"/>
              </a:defRPr>
            </a:lvl6pPr>
            <a:lvl7pPr algn="r">
              <a:defRPr sz="1350" b="0">
                <a:solidFill>
                  <a:srgbClr val="000000"/>
                </a:solidFill>
                <a:latin typeface="Arial"/>
                <a:ea typeface="Arial"/>
                <a:cs typeface="Arial"/>
              </a:defRPr>
            </a:lvl7pPr>
            <a:lvl8pPr algn="r">
              <a:defRPr sz="1350" b="0">
                <a:solidFill>
                  <a:srgbClr val="000000"/>
                </a:solidFill>
                <a:latin typeface="Arial"/>
                <a:ea typeface="Arial"/>
                <a:cs typeface="Arial"/>
              </a:defRPr>
            </a:lvl8pPr>
            <a:lvl9pPr algn="r">
              <a:defRPr sz="1350" b="0">
                <a:solidFill>
                  <a:srgbClr val="000000"/>
                </a:solidFill>
                <a:latin typeface="Arial"/>
                <a:ea typeface="Arial"/>
                <a:cs typeface="Arial"/>
              </a:defRPr>
            </a:lvl9pPr>
          </a:lstStyle>
          <a:p xmlns:a="http://schemas.openxmlformats.org/drawingml/2006/main">
            <a:pPr algn="r">
              <a:defRPr sz="1350" b="0">
                <a:solidFill>
                  <a:srgbClr val="000000"/>
                </a:solidFill>
                <a:latin typeface="Arial"/>
                <a:ea typeface="Arial"/>
                <a:cs typeface="Arial"/>
              </a:defRPr>
            </a:pPr>
            <a:r>
              <a:rPr sz="1350" b="0">
                <a:solidFill>
                  <a:srgbClr val="000000"/>
                </a:solidFill>
                <a:latin typeface="Arial"/>
                <a:ea typeface="Arial"/>
                <a:cs typeface="Arial"/>
              </a:rPr>
              <a:t>0.0</a:t>
            </a:r>
          </a:p>
        </p:txBody>
      </p:sp>
      <p:sp>
        <p:nvSpPr>
          <p:cNvPr id="179" name="Scientific line">
            <a:extLst xmlns:a="http://schemas.openxmlformats.org/drawingml/2006/main">
              <a:ext uri="{FF2B5EF4-FFF2-40B4-BE49-F238E27FC236}">
                <a16:creationId xmlns:a16="http://schemas.microsoft.com/office/drawing/2014/main" id="{08E77748-F902-482D-A986-4D88441A1F6A}"/>
              </a:ext>
            </a:extLst>
          </p:cNvPr>
          <p:cNvSpPr>
            <a:spLocks xmlns:a="http://schemas.openxmlformats.org/drawingml/2006/main" noGrp="1"/>
          </p:cNvSpPr>
          <p:nvPr/>
        </p:nvSpPr>
        <p:spPr>
          <a:xfrm xmlns:a="http://schemas.openxmlformats.org/drawingml/2006/main">
            <a:off x="561975" y="4457700"/>
            <a:ext cx="47625" cy="95"/>
          </a:xfrm>
          <a:custGeom xmlns:a="http://schemas.openxmlformats.org/drawingml/2006/main">
            <a:pathLst>
              <a:path w="47625" h="95">
                <a:moveTo>
                  <a:pt x="0" y="0"/>
                </a:moveTo>
                <a:lnTo>
                  <a:pt x="47625" y="0"/>
                </a:lnTo>
              </a:path>
            </a:pathLst>
          </a:custGeom>
          <a:noFill xmlns:a="http://schemas.openxmlformats.org/drawingml/2006/main"/>
          <a:ln xmlns:a="http://schemas.openxmlformats.org/drawingml/2006/main" w="9525">
            <a:solidFill>
              <a:srgbClr val="000000"/>
            </a:solidFill>
            <a:prstDash val="solid"/>
          </a:ln>
        </p:spPr>
      </p:sp>
      <p:sp>
        <p:nvSpPr>
          <p:cNvPr id="180" name="0.5">
            <a:extLst xmlns:a="http://schemas.openxmlformats.org/drawingml/2006/main">
              <a:ext uri="{FF2B5EF4-FFF2-40B4-BE49-F238E27FC236}">
                <a16:creationId xmlns:a16="http://schemas.microsoft.com/office/drawing/2014/main" id="{183A4A60-5AE1-4E30-A9C4-43B86583A18B}"/>
              </a:ext>
            </a:extLst>
          </p:cNvPr>
          <p:cNvSpPr>
            <a:spLocks xmlns:a="http://schemas.openxmlformats.org/drawingml/2006/main" noGrp="1"/>
          </p:cNvSpPr>
          <p:nvPr/>
        </p:nvSpPr>
        <p:spPr>
          <a:xfrm xmlns:a="http://schemas.openxmlformats.org/drawingml/2006/main">
            <a:off x="38100" y="43434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350" b="0">
                <a:solidFill>
                  <a:srgbClr val="000000"/>
                </a:solidFill>
                <a:latin typeface="Arial"/>
                <a:ea typeface="Arial"/>
                <a:cs typeface="Arial"/>
              </a:defRPr>
            </a:defPPr>
            <a:lvl1pPr algn="r">
              <a:defRPr sz="1350" b="0">
                <a:solidFill>
                  <a:srgbClr val="000000"/>
                </a:solidFill>
                <a:latin typeface="Arial"/>
                <a:ea typeface="Arial"/>
                <a:cs typeface="Arial"/>
              </a:defRPr>
            </a:lvl1pPr>
            <a:lvl2pPr algn="r">
              <a:defRPr sz="1350" b="0">
                <a:solidFill>
                  <a:srgbClr val="000000"/>
                </a:solidFill>
                <a:latin typeface="Arial"/>
                <a:ea typeface="Arial"/>
                <a:cs typeface="Arial"/>
              </a:defRPr>
            </a:lvl2pPr>
            <a:lvl3pPr algn="r">
              <a:defRPr sz="1350" b="0">
                <a:solidFill>
                  <a:srgbClr val="000000"/>
                </a:solidFill>
                <a:latin typeface="Arial"/>
                <a:ea typeface="Arial"/>
                <a:cs typeface="Arial"/>
              </a:defRPr>
            </a:lvl3pPr>
            <a:lvl4pPr algn="r">
              <a:defRPr sz="1350" b="0">
                <a:solidFill>
                  <a:srgbClr val="000000"/>
                </a:solidFill>
                <a:latin typeface="Arial"/>
                <a:ea typeface="Arial"/>
                <a:cs typeface="Arial"/>
              </a:defRPr>
            </a:lvl4pPr>
            <a:lvl5pPr algn="r">
              <a:defRPr sz="1350" b="0">
                <a:solidFill>
                  <a:srgbClr val="000000"/>
                </a:solidFill>
                <a:latin typeface="Arial"/>
                <a:ea typeface="Arial"/>
                <a:cs typeface="Arial"/>
              </a:defRPr>
            </a:lvl5pPr>
            <a:lvl6pPr algn="r">
              <a:defRPr sz="1350" b="0">
                <a:solidFill>
                  <a:srgbClr val="000000"/>
                </a:solidFill>
                <a:latin typeface="Arial"/>
                <a:ea typeface="Arial"/>
                <a:cs typeface="Arial"/>
              </a:defRPr>
            </a:lvl6pPr>
            <a:lvl7pPr algn="r">
              <a:defRPr sz="1350" b="0">
                <a:solidFill>
                  <a:srgbClr val="000000"/>
                </a:solidFill>
                <a:latin typeface="Arial"/>
                <a:ea typeface="Arial"/>
                <a:cs typeface="Arial"/>
              </a:defRPr>
            </a:lvl7pPr>
            <a:lvl8pPr algn="r">
              <a:defRPr sz="1350" b="0">
                <a:solidFill>
                  <a:srgbClr val="000000"/>
                </a:solidFill>
                <a:latin typeface="Arial"/>
                <a:ea typeface="Arial"/>
                <a:cs typeface="Arial"/>
              </a:defRPr>
            </a:lvl8pPr>
            <a:lvl9pPr algn="r">
              <a:defRPr sz="1350" b="0">
                <a:solidFill>
                  <a:srgbClr val="000000"/>
                </a:solidFill>
                <a:latin typeface="Arial"/>
                <a:ea typeface="Arial"/>
                <a:cs typeface="Arial"/>
              </a:defRPr>
            </a:lvl9pPr>
          </a:lstStyle>
          <a:p xmlns:a="http://schemas.openxmlformats.org/drawingml/2006/main">
            <a:pPr algn="r">
              <a:defRPr sz="1350" b="0">
                <a:solidFill>
                  <a:srgbClr val="000000"/>
                </a:solidFill>
                <a:latin typeface="Arial"/>
                <a:ea typeface="Arial"/>
                <a:cs typeface="Arial"/>
              </a:defRPr>
            </a:pPr>
            <a:r>
              <a:rPr sz="1350" b="0">
                <a:solidFill>
                  <a:srgbClr val="000000"/>
                </a:solidFill>
                <a:latin typeface="Arial"/>
                <a:ea typeface="Arial"/>
                <a:cs typeface="Arial"/>
              </a:rPr>
              <a:t>0.5</a:t>
            </a:r>
          </a:p>
        </p:txBody>
      </p:sp>
      <p:sp>
        <p:nvSpPr>
          <p:cNvPr id="181" name="Scientific line">
            <a:extLst xmlns:a="http://schemas.openxmlformats.org/drawingml/2006/main">
              <a:ext uri="{FF2B5EF4-FFF2-40B4-BE49-F238E27FC236}">
                <a16:creationId xmlns:a16="http://schemas.microsoft.com/office/drawing/2014/main" id="{EF1C9E99-0FAC-4F7F-B9B1-0EDDCE6AB2CC}"/>
              </a:ext>
            </a:extLst>
          </p:cNvPr>
          <p:cNvSpPr>
            <a:spLocks xmlns:a="http://schemas.openxmlformats.org/drawingml/2006/main" noGrp="1"/>
          </p:cNvSpPr>
          <p:nvPr/>
        </p:nvSpPr>
        <p:spPr>
          <a:xfrm xmlns:a="http://schemas.openxmlformats.org/drawingml/2006/main">
            <a:off x="561975" y="3552825"/>
            <a:ext cx="47625" cy="95"/>
          </a:xfrm>
          <a:custGeom xmlns:a="http://schemas.openxmlformats.org/drawingml/2006/main">
            <a:pathLst>
              <a:path w="47625" h="95">
                <a:moveTo>
                  <a:pt x="0" y="0"/>
                </a:moveTo>
                <a:lnTo>
                  <a:pt x="47625" y="0"/>
                </a:lnTo>
              </a:path>
            </a:pathLst>
          </a:custGeom>
          <a:noFill xmlns:a="http://schemas.openxmlformats.org/drawingml/2006/main"/>
          <a:ln xmlns:a="http://schemas.openxmlformats.org/drawingml/2006/main" w="9525">
            <a:solidFill>
              <a:srgbClr val="000000"/>
            </a:solidFill>
            <a:prstDash val="solid"/>
          </a:ln>
        </p:spPr>
      </p:sp>
      <p:sp>
        <p:nvSpPr>
          <p:cNvPr id="182" name="1.0">
            <a:extLst xmlns:a="http://schemas.openxmlformats.org/drawingml/2006/main">
              <a:ext uri="{FF2B5EF4-FFF2-40B4-BE49-F238E27FC236}">
                <a16:creationId xmlns:a16="http://schemas.microsoft.com/office/drawing/2014/main" id="{EE49A7EA-D0C2-4062-A0F6-C5E73D0792E3}"/>
              </a:ext>
            </a:extLst>
          </p:cNvPr>
          <p:cNvSpPr>
            <a:spLocks xmlns:a="http://schemas.openxmlformats.org/drawingml/2006/main" noGrp="1"/>
          </p:cNvSpPr>
          <p:nvPr/>
        </p:nvSpPr>
        <p:spPr>
          <a:xfrm xmlns:a="http://schemas.openxmlformats.org/drawingml/2006/main">
            <a:off x="38100" y="343852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350" b="0">
                <a:solidFill>
                  <a:srgbClr val="000000"/>
                </a:solidFill>
                <a:latin typeface="Arial"/>
                <a:ea typeface="Arial"/>
                <a:cs typeface="Arial"/>
              </a:defRPr>
            </a:defPPr>
            <a:lvl1pPr algn="r">
              <a:defRPr sz="1350" b="0">
                <a:solidFill>
                  <a:srgbClr val="000000"/>
                </a:solidFill>
                <a:latin typeface="Arial"/>
                <a:ea typeface="Arial"/>
                <a:cs typeface="Arial"/>
              </a:defRPr>
            </a:lvl1pPr>
            <a:lvl2pPr algn="r">
              <a:defRPr sz="1350" b="0">
                <a:solidFill>
                  <a:srgbClr val="000000"/>
                </a:solidFill>
                <a:latin typeface="Arial"/>
                <a:ea typeface="Arial"/>
                <a:cs typeface="Arial"/>
              </a:defRPr>
            </a:lvl2pPr>
            <a:lvl3pPr algn="r">
              <a:defRPr sz="1350" b="0">
                <a:solidFill>
                  <a:srgbClr val="000000"/>
                </a:solidFill>
                <a:latin typeface="Arial"/>
                <a:ea typeface="Arial"/>
                <a:cs typeface="Arial"/>
              </a:defRPr>
            </a:lvl3pPr>
            <a:lvl4pPr algn="r">
              <a:defRPr sz="1350" b="0">
                <a:solidFill>
                  <a:srgbClr val="000000"/>
                </a:solidFill>
                <a:latin typeface="Arial"/>
                <a:ea typeface="Arial"/>
                <a:cs typeface="Arial"/>
              </a:defRPr>
            </a:lvl4pPr>
            <a:lvl5pPr algn="r">
              <a:defRPr sz="1350" b="0">
                <a:solidFill>
                  <a:srgbClr val="000000"/>
                </a:solidFill>
                <a:latin typeface="Arial"/>
                <a:ea typeface="Arial"/>
                <a:cs typeface="Arial"/>
              </a:defRPr>
            </a:lvl5pPr>
            <a:lvl6pPr algn="r">
              <a:defRPr sz="1350" b="0">
                <a:solidFill>
                  <a:srgbClr val="000000"/>
                </a:solidFill>
                <a:latin typeface="Arial"/>
                <a:ea typeface="Arial"/>
                <a:cs typeface="Arial"/>
              </a:defRPr>
            </a:lvl6pPr>
            <a:lvl7pPr algn="r">
              <a:defRPr sz="1350" b="0">
                <a:solidFill>
                  <a:srgbClr val="000000"/>
                </a:solidFill>
                <a:latin typeface="Arial"/>
                <a:ea typeface="Arial"/>
                <a:cs typeface="Arial"/>
              </a:defRPr>
            </a:lvl7pPr>
            <a:lvl8pPr algn="r">
              <a:defRPr sz="1350" b="0">
                <a:solidFill>
                  <a:srgbClr val="000000"/>
                </a:solidFill>
                <a:latin typeface="Arial"/>
                <a:ea typeface="Arial"/>
                <a:cs typeface="Arial"/>
              </a:defRPr>
            </a:lvl8pPr>
            <a:lvl9pPr algn="r">
              <a:defRPr sz="1350" b="0">
                <a:solidFill>
                  <a:srgbClr val="000000"/>
                </a:solidFill>
                <a:latin typeface="Arial"/>
                <a:ea typeface="Arial"/>
                <a:cs typeface="Arial"/>
              </a:defRPr>
            </a:lvl9pPr>
          </a:lstStyle>
          <a:p xmlns:a="http://schemas.openxmlformats.org/drawingml/2006/main">
            <a:pPr algn="r">
              <a:defRPr sz="1350" b="0">
                <a:solidFill>
                  <a:srgbClr val="000000"/>
                </a:solidFill>
                <a:latin typeface="Arial"/>
                <a:ea typeface="Arial"/>
                <a:cs typeface="Arial"/>
              </a:defRPr>
            </a:pPr>
            <a:r>
              <a:rPr sz="1350" b="0">
                <a:solidFill>
                  <a:srgbClr val="000000"/>
                </a:solidFill>
                <a:latin typeface="Arial"/>
                <a:ea typeface="Arial"/>
                <a:cs typeface="Arial"/>
              </a:rPr>
              <a:t>1.0</a:t>
            </a:r>
          </a:p>
        </p:txBody>
      </p:sp>
      <p:sp>
        <p:nvSpPr>
          <p:cNvPr id="183" name="Time">
            <a:extLst xmlns:a="http://schemas.openxmlformats.org/drawingml/2006/main">
              <a:ext uri="{FF2B5EF4-FFF2-40B4-BE49-F238E27FC236}">
                <a16:creationId xmlns:a16="http://schemas.microsoft.com/office/drawing/2014/main" id="{BD52CD49-D797-4FAF-8A3B-313E09224062}"/>
              </a:ext>
            </a:extLst>
          </p:cNvPr>
          <p:cNvSpPr>
            <a:spLocks xmlns:a="http://schemas.openxmlformats.org/drawingml/2006/main" noGrp="1"/>
          </p:cNvSpPr>
          <p:nvPr/>
        </p:nvSpPr>
        <p:spPr>
          <a:xfrm xmlns:a="http://schemas.openxmlformats.org/drawingml/2006/main">
            <a:off x="609600" y="566737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00000"/>
                </a:solidFill>
                <a:latin typeface="Arial"/>
                <a:ea typeface="Arial"/>
                <a:cs typeface="Arial"/>
              </a:defRPr>
            </a:defPPr>
            <a:lvl1pPr algn="ctr">
              <a:defRPr sz="1500" b="0">
                <a:solidFill>
                  <a:srgbClr val="000000"/>
                </a:solidFill>
                <a:latin typeface="Arial"/>
                <a:ea typeface="Arial"/>
                <a:cs typeface="Arial"/>
              </a:defRPr>
            </a:lvl1pPr>
            <a:lvl2pPr algn="ctr">
              <a:defRPr sz="1500" b="0">
                <a:solidFill>
                  <a:srgbClr val="000000"/>
                </a:solidFill>
                <a:latin typeface="Arial"/>
                <a:ea typeface="Arial"/>
                <a:cs typeface="Arial"/>
              </a:defRPr>
            </a:lvl2pPr>
            <a:lvl3pPr algn="ctr">
              <a:defRPr sz="1500" b="0">
                <a:solidFill>
                  <a:srgbClr val="000000"/>
                </a:solidFill>
                <a:latin typeface="Arial"/>
                <a:ea typeface="Arial"/>
                <a:cs typeface="Arial"/>
              </a:defRPr>
            </a:lvl3pPr>
            <a:lvl4pPr algn="ctr">
              <a:defRPr sz="1500" b="0">
                <a:solidFill>
                  <a:srgbClr val="000000"/>
                </a:solidFill>
                <a:latin typeface="Arial"/>
                <a:ea typeface="Arial"/>
                <a:cs typeface="Arial"/>
              </a:defRPr>
            </a:lvl4pPr>
            <a:lvl5pPr algn="ctr">
              <a:defRPr sz="1500" b="0">
                <a:solidFill>
                  <a:srgbClr val="000000"/>
                </a:solidFill>
                <a:latin typeface="Arial"/>
                <a:ea typeface="Arial"/>
                <a:cs typeface="Arial"/>
              </a:defRPr>
            </a:lvl5pPr>
            <a:lvl6pPr algn="ctr">
              <a:defRPr sz="1500" b="0">
                <a:solidFill>
                  <a:srgbClr val="000000"/>
                </a:solidFill>
                <a:latin typeface="Arial"/>
                <a:ea typeface="Arial"/>
                <a:cs typeface="Arial"/>
              </a:defRPr>
            </a:lvl6pPr>
            <a:lvl7pPr algn="ctr">
              <a:defRPr sz="1500" b="0">
                <a:solidFill>
                  <a:srgbClr val="000000"/>
                </a:solidFill>
                <a:latin typeface="Arial"/>
                <a:ea typeface="Arial"/>
                <a:cs typeface="Arial"/>
              </a:defRPr>
            </a:lvl7pPr>
            <a:lvl8pPr algn="ctr">
              <a:defRPr sz="1500" b="0">
                <a:solidFill>
                  <a:srgbClr val="000000"/>
                </a:solidFill>
                <a:latin typeface="Arial"/>
                <a:ea typeface="Arial"/>
                <a:cs typeface="Arial"/>
              </a:defRPr>
            </a:lvl8pPr>
            <a:lvl9pPr algn="ctr">
              <a:defRPr sz="1500" b="0">
                <a:solidFill>
                  <a:srgbClr val="000000"/>
                </a:solidFill>
                <a:latin typeface="Arial"/>
                <a:ea typeface="Arial"/>
                <a:cs typeface="Arial"/>
              </a:defRPr>
            </a:lvl9pPr>
          </a:lstStyle>
          <a:p xmlns:a="http://schemas.openxmlformats.org/drawingml/2006/main">
            <a:pPr algn="ctr">
              <a:defRPr sz="1500" b="0">
                <a:solidFill>
                  <a:srgbClr val="000000"/>
                </a:solidFill>
                <a:latin typeface="Arial"/>
                <a:ea typeface="Arial"/>
                <a:cs typeface="Arial"/>
              </a:defRPr>
            </a:pPr>
            <a:r>
              <a:rPr sz="1500" b="0">
                <a:solidFill>
                  <a:srgbClr val="000000"/>
                </a:solidFill>
                <a:latin typeface="Arial"/>
                <a:ea typeface="Arial"/>
                <a:cs typeface="Arial"/>
              </a:rPr>
              <a:t>Time</a:t>
            </a:r>
          </a:p>
        </p:txBody>
      </p:sp>
      <p:sp>
        <p:nvSpPr>
          <p:cNvPr id="184" name="(c) ST-MTM">
            <a:extLst xmlns:a="http://schemas.openxmlformats.org/drawingml/2006/main">
              <a:ext uri="{FF2B5EF4-FFF2-40B4-BE49-F238E27FC236}">
                <a16:creationId xmlns:a16="http://schemas.microsoft.com/office/drawing/2014/main" id="{8C4550DD-5CA0-4029-8E84-853E0BE44392}"/>
              </a:ext>
            </a:extLst>
          </p:cNvPr>
          <p:cNvSpPr>
            <a:spLocks xmlns:a="http://schemas.openxmlformats.org/drawingml/2006/main" noGrp="1"/>
          </p:cNvSpPr>
          <p:nvPr/>
        </p:nvSpPr>
        <p:spPr>
          <a:xfrm xmlns:a="http://schemas.openxmlformats.org/drawingml/2006/main">
            <a:off x="4695825" y="3067050"/>
            <a:ext cx="3143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00000"/>
                </a:solidFill>
                <a:latin typeface="Arial"/>
                <a:ea typeface="Arial"/>
                <a:cs typeface="Arial"/>
              </a:defRPr>
            </a:defPPr>
            <a:lvl1pPr algn="l">
              <a:defRPr sz="1725" b="1">
                <a:solidFill>
                  <a:srgbClr val="000000"/>
                </a:solidFill>
                <a:latin typeface="Arial"/>
                <a:ea typeface="Arial"/>
                <a:cs typeface="Arial"/>
              </a:defRPr>
            </a:lvl1pPr>
            <a:lvl2pPr algn="l">
              <a:defRPr sz="1725" b="1">
                <a:solidFill>
                  <a:srgbClr val="000000"/>
                </a:solidFill>
                <a:latin typeface="Arial"/>
                <a:ea typeface="Arial"/>
                <a:cs typeface="Arial"/>
              </a:defRPr>
            </a:lvl2pPr>
            <a:lvl3pPr algn="l">
              <a:defRPr sz="1725" b="1">
                <a:solidFill>
                  <a:srgbClr val="000000"/>
                </a:solidFill>
                <a:latin typeface="Arial"/>
                <a:ea typeface="Arial"/>
                <a:cs typeface="Arial"/>
              </a:defRPr>
            </a:lvl3pPr>
            <a:lvl4pPr algn="l">
              <a:defRPr sz="1725" b="1">
                <a:solidFill>
                  <a:srgbClr val="000000"/>
                </a:solidFill>
                <a:latin typeface="Arial"/>
                <a:ea typeface="Arial"/>
                <a:cs typeface="Arial"/>
              </a:defRPr>
            </a:lvl4pPr>
            <a:lvl5pPr algn="l">
              <a:defRPr sz="1725" b="1">
                <a:solidFill>
                  <a:srgbClr val="000000"/>
                </a:solidFill>
                <a:latin typeface="Arial"/>
                <a:ea typeface="Arial"/>
                <a:cs typeface="Arial"/>
              </a:defRPr>
            </a:lvl5pPr>
            <a:lvl6pPr algn="l">
              <a:defRPr sz="1725" b="1">
                <a:solidFill>
                  <a:srgbClr val="000000"/>
                </a:solidFill>
                <a:latin typeface="Arial"/>
                <a:ea typeface="Arial"/>
                <a:cs typeface="Arial"/>
              </a:defRPr>
            </a:lvl6pPr>
            <a:lvl7pPr algn="l">
              <a:defRPr sz="1725" b="1">
                <a:solidFill>
                  <a:srgbClr val="000000"/>
                </a:solidFill>
                <a:latin typeface="Arial"/>
                <a:ea typeface="Arial"/>
                <a:cs typeface="Arial"/>
              </a:defRPr>
            </a:lvl7pPr>
            <a:lvl8pPr algn="l">
              <a:defRPr sz="1725" b="1">
                <a:solidFill>
                  <a:srgbClr val="000000"/>
                </a:solidFill>
                <a:latin typeface="Arial"/>
                <a:ea typeface="Arial"/>
                <a:cs typeface="Arial"/>
              </a:defRPr>
            </a:lvl8pPr>
            <a:lvl9pPr algn="l">
              <a:defRPr sz="1725" b="1">
                <a:solidFill>
                  <a:srgbClr val="000000"/>
                </a:solidFill>
                <a:latin typeface="Arial"/>
                <a:ea typeface="Arial"/>
                <a:cs typeface="Arial"/>
              </a:defRPr>
            </a:lvl9pPr>
          </a:lstStyle>
          <a:p xmlns:a="http://schemas.openxmlformats.org/drawingml/2006/main">
            <a:pPr algn="l">
              <a:defRPr sz="1725" b="1">
                <a:solidFill>
                  <a:srgbClr val="000000"/>
                </a:solidFill>
                <a:latin typeface="Arial"/>
                <a:ea typeface="Arial"/>
                <a:cs typeface="Arial"/>
              </a:defRPr>
            </a:pPr>
            <a:r>
              <a:rPr sz="1725" b="1">
                <a:solidFill>
                  <a:srgbClr val="000000"/>
                </a:solidFill>
                <a:latin typeface="Arial"/>
                <a:ea typeface="Arial"/>
                <a:cs typeface="Arial"/>
              </a:rPr>
              <a:t>(c) ST-MTM</a:t>
            </a:r>
          </a:p>
        </p:txBody>
      </p:sp>
      <p:sp>
        <p:nvSpPr>
          <p:cNvPr id="185" name="Native map coordinate">
            <a:extLst xmlns:a="http://schemas.openxmlformats.org/drawingml/2006/main">
              <a:ext uri="{FF2B5EF4-FFF2-40B4-BE49-F238E27FC236}">
                <a16:creationId xmlns:a16="http://schemas.microsoft.com/office/drawing/2014/main" id="{3AB2284A-2BCE-46BD-A6B8-3D2FCEF325EB}"/>
              </a:ext>
            </a:extLst>
          </p:cNvPr>
          <p:cNvSpPr>
            <a:spLocks xmlns:a="http://schemas.openxmlformats.org/drawingml/2006/main" noGrp="1"/>
          </p:cNvSpPr>
          <p:nvPr/>
        </p:nvSpPr>
        <p:spPr>
          <a:xfrm xmlns:a="http://schemas.openxmlformats.org/drawingml/2006/main">
            <a:off x="4695825" y="3324225"/>
            <a:ext cx="3143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Native map coordinate</a:t>
            </a:r>
          </a:p>
        </p:txBody>
      </p:sp>
      <p:pic>
        <p:nvPicPr>
          <p:cNvPr id="186" name="">
            <a:extLst xmlns:a="http://schemas.openxmlformats.org/drawingml/2006/main">
              <a:ext uri="{FF2B5EF4-FFF2-40B4-BE49-F238E27FC236}">
                <a16:creationId xmlns:a16="http://schemas.microsoft.com/office/drawing/2014/main" id="{6BB98AEC-E73D-4393-91D7-B4999AA36395}"/>
              </a:ext>
            </a:extLst>
          </p:cNvPr>
          <p:cNvPicPr>
            <a:picLocks xmlns:a="http://schemas.openxmlformats.org/drawingml/2006/main" noChangeAspect="1"/>
          </p:cNvPicPr>
          <p:nvPr/>
        </p:nvPicPr>
        <p:blipFill>
          <a:blip xmlns:r="http://schemas.openxmlformats.org/officeDocument/2006/relationships" xmlns:a="http://schemas.openxmlformats.org/drawingml/2006/main" r:embed="R4eaf2762797f40fe"/>
          <a:stretch xmlns:a="http://schemas.openxmlformats.org/drawingml/2006/main"/>
        </p:blipFill>
        <p:spPr>
          <a:xfrm xmlns:a="http://schemas.openxmlformats.org/drawingml/2006/main">
            <a:off x="4695825" y="3552825"/>
            <a:ext cx="3143250" cy="1809750"/>
          </a:xfrm>
          <a:prstGeom xmlns:a="http://schemas.openxmlformats.org/drawingml/2006/main" prst="rect">
            <a:avLst/>
          </a:prstGeom>
        </p:spPr>
      </p:pic>
      <p:sp>
        <p:nvSpPr>
          <p:cNvPr id="187" name="Snapshot time guide 12">
            <a:extLst xmlns:a="http://schemas.openxmlformats.org/drawingml/2006/main">
              <a:ext uri="{FF2B5EF4-FFF2-40B4-BE49-F238E27FC236}">
                <a16:creationId xmlns:a16="http://schemas.microsoft.com/office/drawing/2014/main" id="{78A146D8-14CA-4B02-ACE9-C250C8C52A45}"/>
              </a:ext>
            </a:extLst>
          </p:cNvPr>
          <p:cNvSpPr>
            <a:spLocks xmlns:a="http://schemas.openxmlformats.org/drawingml/2006/main" noGrp="1"/>
          </p:cNvSpPr>
          <p:nvPr/>
        </p:nvSpPr>
        <p:spPr>
          <a:xfrm xmlns:a="http://schemas.openxmlformats.org/drawingml/2006/main">
            <a:off x="5294539" y="3552825"/>
            <a:ext cx="95" cy="1809750"/>
          </a:xfrm>
          <a:custGeom xmlns:a="http://schemas.openxmlformats.org/drawingml/2006/main">
            <a:pathLst>
              <a:path w="95" h="1809750">
                <a:moveTo>
                  <a:pt x="0" y="1809750"/>
                </a:moveTo>
                <a:lnTo>
                  <a:pt x="0" y="0"/>
                </a:lnTo>
              </a:path>
            </a:pathLst>
          </a:custGeom>
          <a:noFill xmlns:a="http://schemas.openxmlformats.org/drawingml/2006/main"/>
          <a:ln xmlns:a="http://schemas.openxmlformats.org/drawingml/2006/main" w="5715">
            <a:solidFill>
              <a:srgbClr val="91ADB2"/>
            </a:solidFill>
            <a:prstDash val="dash"/>
          </a:ln>
        </p:spPr>
      </p:sp>
      <p:sp>
        <p:nvSpPr>
          <p:cNvPr id="188" name="Snapshot time guide 25">
            <a:extLst xmlns:a="http://schemas.openxmlformats.org/drawingml/2006/main">
              <a:ext uri="{FF2B5EF4-FFF2-40B4-BE49-F238E27FC236}">
                <a16:creationId xmlns:a16="http://schemas.microsoft.com/office/drawing/2014/main" id="{49FB7E6B-B5A0-4FA2-8018-93DB647FBE6A}"/>
              </a:ext>
            </a:extLst>
          </p:cNvPr>
          <p:cNvSpPr>
            <a:spLocks xmlns:a="http://schemas.openxmlformats.org/drawingml/2006/main" noGrp="1"/>
          </p:cNvSpPr>
          <p:nvPr/>
        </p:nvSpPr>
        <p:spPr>
          <a:xfrm xmlns:a="http://schemas.openxmlformats.org/drawingml/2006/main">
            <a:off x="5943146" y="3552825"/>
            <a:ext cx="95" cy="1809750"/>
          </a:xfrm>
          <a:custGeom xmlns:a="http://schemas.openxmlformats.org/drawingml/2006/main">
            <a:pathLst>
              <a:path w="95" h="1809750">
                <a:moveTo>
                  <a:pt x="0" y="1809750"/>
                </a:moveTo>
                <a:lnTo>
                  <a:pt x="0" y="0"/>
                </a:lnTo>
              </a:path>
            </a:pathLst>
          </a:custGeom>
          <a:noFill xmlns:a="http://schemas.openxmlformats.org/drawingml/2006/main"/>
          <a:ln xmlns:a="http://schemas.openxmlformats.org/drawingml/2006/main" w="5715">
            <a:solidFill>
              <a:srgbClr val="91ADB2"/>
            </a:solidFill>
            <a:prstDash val="dash"/>
          </a:ln>
        </p:spPr>
      </p:sp>
      <p:sp>
        <p:nvSpPr>
          <p:cNvPr id="189" name="Snapshot time guide 38">
            <a:extLst xmlns:a="http://schemas.openxmlformats.org/drawingml/2006/main">
              <a:ext uri="{FF2B5EF4-FFF2-40B4-BE49-F238E27FC236}">
                <a16:creationId xmlns:a16="http://schemas.microsoft.com/office/drawing/2014/main" id="{C2ADC6E1-E5FC-4A44-915F-328608DE5BE2}"/>
              </a:ext>
            </a:extLst>
          </p:cNvPr>
          <p:cNvSpPr>
            <a:spLocks xmlns:a="http://schemas.openxmlformats.org/drawingml/2006/main" noGrp="1"/>
          </p:cNvSpPr>
          <p:nvPr/>
        </p:nvSpPr>
        <p:spPr>
          <a:xfrm xmlns:a="http://schemas.openxmlformats.org/drawingml/2006/main">
            <a:off x="6591754" y="3552825"/>
            <a:ext cx="95" cy="1809750"/>
          </a:xfrm>
          <a:custGeom xmlns:a="http://schemas.openxmlformats.org/drawingml/2006/main">
            <a:pathLst>
              <a:path w="95" h="1809750">
                <a:moveTo>
                  <a:pt x="0" y="1809750"/>
                </a:moveTo>
                <a:lnTo>
                  <a:pt x="0" y="0"/>
                </a:lnTo>
              </a:path>
            </a:pathLst>
          </a:custGeom>
          <a:noFill xmlns:a="http://schemas.openxmlformats.org/drawingml/2006/main"/>
          <a:ln xmlns:a="http://schemas.openxmlformats.org/drawingml/2006/main" w="5715">
            <a:solidFill>
              <a:srgbClr val="91ADB2"/>
            </a:solidFill>
            <a:prstDash val="dash"/>
          </a:ln>
        </p:spPr>
      </p:sp>
      <p:sp>
        <p:nvSpPr>
          <p:cNvPr id="190" name="Snapshot time guide 51">
            <a:extLst xmlns:a="http://schemas.openxmlformats.org/drawingml/2006/main">
              <a:ext uri="{FF2B5EF4-FFF2-40B4-BE49-F238E27FC236}">
                <a16:creationId xmlns:a16="http://schemas.microsoft.com/office/drawing/2014/main" id="{74E9B14E-C044-46B1-AEB2-7EC7C11703D7}"/>
              </a:ext>
            </a:extLst>
          </p:cNvPr>
          <p:cNvSpPr>
            <a:spLocks xmlns:a="http://schemas.openxmlformats.org/drawingml/2006/main" noGrp="1"/>
          </p:cNvSpPr>
          <p:nvPr/>
        </p:nvSpPr>
        <p:spPr>
          <a:xfrm xmlns:a="http://schemas.openxmlformats.org/drawingml/2006/main">
            <a:off x="7240361" y="3552825"/>
            <a:ext cx="95" cy="1809750"/>
          </a:xfrm>
          <a:custGeom xmlns:a="http://schemas.openxmlformats.org/drawingml/2006/main">
            <a:pathLst>
              <a:path w="95" h="1809750">
                <a:moveTo>
                  <a:pt x="0" y="1809750"/>
                </a:moveTo>
                <a:lnTo>
                  <a:pt x="0" y="0"/>
                </a:lnTo>
              </a:path>
            </a:pathLst>
          </a:custGeom>
          <a:noFill xmlns:a="http://schemas.openxmlformats.org/drawingml/2006/main"/>
          <a:ln xmlns:a="http://schemas.openxmlformats.org/drawingml/2006/main" w="5715">
            <a:solidFill>
              <a:srgbClr val="91ADB2"/>
            </a:solidFill>
            <a:prstDash val="dash"/>
          </a:ln>
        </p:spPr>
      </p:sp>
      <p:sp>
        <p:nvSpPr>
          <p:cNvPr id="191" name="ST-MTM A black label">
            <a:extLst xmlns:a="http://schemas.openxmlformats.org/drawingml/2006/main">
              <a:ext uri="{FF2B5EF4-FFF2-40B4-BE49-F238E27FC236}">
                <a16:creationId xmlns:a16="http://schemas.microsoft.com/office/drawing/2014/main" id="{42CAA9F5-CEF1-4255-80F6-B000103DFB20}"/>
              </a:ext>
            </a:extLst>
          </p:cNvPr>
          <p:cNvSpPr>
            <a:spLocks xmlns:a="http://schemas.openxmlformats.org/drawingml/2006/main" noGrp="1"/>
          </p:cNvSpPr>
          <p:nvPr/>
        </p:nvSpPr>
        <p:spPr>
          <a:xfrm xmlns:a="http://schemas.openxmlformats.org/drawingml/2006/main">
            <a:off x="7915275" y="4814486"/>
            <a:ext cx="2571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A</a:t>
            </a:r>
          </a:p>
        </p:txBody>
      </p:sp>
      <p:sp>
        <p:nvSpPr>
          <p:cNvPr id="192" name="ST-MTM B black label">
            <a:extLst xmlns:a="http://schemas.openxmlformats.org/drawingml/2006/main">
              <a:ext uri="{FF2B5EF4-FFF2-40B4-BE49-F238E27FC236}">
                <a16:creationId xmlns:a16="http://schemas.microsoft.com/office/drawing/2014/main" id="{2ECAE6C3-5C87-4AAD-8BB5-4A899CC099F7}"/>
              </a:ext>
            </a:extLst>
          </p:cNvPr>
          <p:cNvSpPr>
            <a:spLocks xmlns:a="http://schemas.openxmlformats.org/drawingml/2006/main" noGrp="1"/>
          </p:cNvSpPr>
          <p:nvPr/>
        </p:nvSpPr>
        <p:spPr>
          <a:xfrm xmlns:a="http://schemas.openxmlformats.org/drawingml/2006/main">
            <a:off x="7915275" y="4334096"/>
            <a:ext cx="2571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B</a:t>
            </a:r>
          </a:p>
        </p:txBody>
      </p:sp>
      <p:sp>
        <p:nvSpPr>
          <p:cNvPr id="193" name="ST-MTM C black label">
            <a:extLst xmlns:a="http://schemas.openxmlformats.org/drawingml/2006/main">
              <a:ext uri="{FF2B5EF4-FFF2-40B4-BE49-F238E27FC236}">
                <a16:creationId xmlns:a16="http://schemas.microsoft.com/office/drawing/2014/main" id="{F2E7D2AB-6EE1-4A40-98C3-3EB6CEBDEF0A}"/>
              </a:ext>
            </a:extLst>
          </p:cNvPr>
          <p:cNvSpPr>
            <a:spLocks xmlns:a="http://schemas.openxmlformats.org/drawingml/2006/main" noGrp="1"/>
          </p:cNvSpPr>
          <p:nvPr/>
        </p:nvSpPr>
        <p:spPr>
          <a:xfrm xmlns:a="http://schemas.openxmlformats.org/drawingml/2006/main">
            <a:off x="7915275" y="3853264"/>
            <a:ext cx="2571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C</a:t>
            </a:r>
          </a:p>
        </p:txBody>
      </p:sp>
      <p:sp>
        <p:nvSpPr>
          <p:cNvPr id="194" name="Scientific domain frame">
            <a:extLst xmlns:a="http://schemas.openxmlformats.org/drawingml/2006/main">
              <a:ext uri="{FF2B5EF4-FFF2-40B4-BE49-F238E27FC236}">
                <a16:creationId xmlns:a16="http://schemas.microsoft.com/office/drawing/2014/main" id="{68070EFC-5A46-4C15-8F02-0010E21179C2}"/>
              </a:ext>
            </a:extLst>
          </p:cNvPr>
          <p:cNvSpPr>
            <a:spLocks xmlns:a="http://schemas.openxmlformats.org/drawingml/2006/main" noGrp="1"/>
          </p:cNvSpPr>
          <p:nvPr/>
        </p:nvSpPr>
        <p:spPr>
          <a:xfrm xmlns:a="http://schemas.openxmlformats.org/drawingml/2006/main">
            <a:off x="4695825" y="3552825"/>
            <a:ext cx="3143250" cy="1809750"/>
          </a:xfrm>
          <a:prstGeom xmlns:a="http://schemas.openxmlformats.org/drawingml/2006/main" prst="rect">
            <a:avLst/>
          </a:prstGeom>
          <a:noFill xmlns:a="http://schemas.openxmlformats.org/drawingml/2006/main"/>
          <a:ln xmlns:a="http://schemas.openxmlformats.org/drawingml/2006/main" w="7620">
            <a:solidFill>
              <a:srgbClr val="000000"/>
            </a:solidFill>
          </a:ln>
        </p:spPr>
      </p:sp>
      <p:sp>
        <p:nvSpPr>
          <p:cNvPr id="195" name="Scientific line">
            <a:extLst xmlns:a="http://schemas.openxmlformats.org/drawingml/2006/main">
              <a:ext uri="{FF2B5EF4-FFF2-40B4-BE49-F238E27FC236}">
                <a16:creationId xmlns:a16="http://schemas.microsoft.com/office/drawing/2014/main" id="{039E5F5B-E276-4429-AB53-A7CB96494E3F}"/>
              </a:ext>
            </a:extLst>
          </p:cNvPr>
          <p:cNvSpPr>
            <a:spLocks xmlns:a="http://schemas.openxmlformats.org/drawingml/2006/main" noGrp="1"/>
          </p:cNvSpPr>
          <p:nvPr/>
        </p:nvSpPr>
        <p:spPr>
          <a:xfrm xmlns:a="http://schemas.openxmlformats.org/drawingml/2006/main">
            <a:off x="4695825" y="5362575"/>
            <a:ext cx="95" cy="47625"/>
          </a:xfrm>
          <a:custGeom xmlns:a="http://schemas.openxmlformats.org/drawingml/2006/main">
            <a:pathLst>
              <a:path w="95" h="47625">
                <a:moveTo>
                  <a:pt x="0" y="0"/>
                </a:moveTo>
                <a:lnTo>
                  <a:pt x="0" y="47625"/>
                </a:lnTo>
              </a:path>
            </a:pathLst>
          </a:custGeom>
          <a:noFill xmlns:a="http://schemas.openxmlformats.org/drawingml/2006/main"/>
          <a:ln xmlns:a="http://schemas.openxmlformats.org/drawingml/2006/main" w="9525">
            <a:solidFill>
              <a:srgbClr val="000000"/>
            </a:solidFill>
            <a:prstDash val="solid"/>
          </a:ln>
        </p:spPr>
      </p:sp>
      <p:sp>
        <p:nvSpPr>
          <p:cNvPr id="196" name="0">
            <a:extLst xmlns:a="http://schemas.openxmlformats.org/drawingml/2006/main">
              <a:ext uri="{FF2B5EF4-FFF2-40B4-BE49-F238E27FC236}">
                <a16:creationId xmlns:a16="http://schemas.microsoft.com/office/drawing/2014/main" id="{5A9116ED-4450-4BA4-9298-434E17827B32}"/>
              </a:ext>
            </a:extLst>
          </p:cNvPr>
          <p:cNvSpPr>
            <a:spLocks xmlns:a="http://schemas.openxmlformats.org/drawingml/2006/main" noGrp="1"/>
          </p:cNvSpPr>
          <p:nvPr/>
        </p:nvSpPr>
        <p:spPr>
          <a:xfrm xmlns:a="http://schemas.openxmlformats.org/drawingml/2006/main">
            <a:off x="4486275" y="54197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0</a:t>
            </a:r>
          </a:p>
        </p:txBody>
      </p:sp>
      <p:sp>
        <p:nvSpPr>
          <p:cNvPr id="197" name="Scientific line">
            <a:extLst xmlns:a="http://schemas.openxmlformats.org/drawingml/2006/main">
              <a:ext uri="{FF2B5EF4-FFF2-40B4-BE49-F238E27FC236}">
                <a16:creationId xmlns:a16="http://schemas.microsoft.com/office/drawing/2014/main" id="{48D0A0EE-039A-40D3-B250-1F93248F8780}"/>
              </a:ext>
            </a:extLst>
          </p:cNvPr>
          <p:cNvSpPr>
            <a:spLocks xmlns:a="http://schemas.openxmlformats.org/drawingml/2006/main" noGrp="1"/>
          </p:cNvSpPr>
          <p:nvPr/>
        </p:nvSpPr>
        <p:spPr>
          <a:xfrm xmlns:a="http://schemas.openxmlformats.org/drawingml/2006/main">
            <a:off x="5294539" y="5362575"/>
            <a:ext cx="95" cy="47625"/>
          </a:xfrm>
          <a:custGeom xmlns:a="http://schemas.openxmlformats.org/drawingml/2006/main">
            <a:pathLst>
              <a:path w="95" h="47625">
                <a:moveTo>
                  <a:pt x="0" y="0"/>
                </a:moveTo>
                <a:lnTo>
                  <a:pt x="0" y="47625"/>
                </a:lnTo>
              </a:path>
            </a:pathLst>
          </a:custGeom>
          <a:noFill xmlns:a="http://schemas.openxmlformats.org/drawingml/2006/main"/>
          <a:ln xmlns:a="http://schemas.openxmlformats.org/drawingml/2006/main" w="9525">
            <a:solidFill>
              <a:srgbClr val="000000"/>
            </a:solidFill>
            <a:prstDash val="solid"/>
          </a:ln>
        </p:spPr>
      </p:sp>
      <p:sp>
        <p:nvSpPr>
          <p:cNvPr id="198" name="12">
            <a:extLst xmlns:a="http://schemas.openxmlformats.org/drawingml/2006/main">
              <a:ext uri="{FF2B5EF4-FFF2-40B4-BE49-F238E27FC236}">
                <a16:creationId xmlns:a16="http://schemas.microsoft.com/office/drawing/2014/main" id="{FF457A76-B1FA-4975-849B-162F1C2FCF99}"/>
              </a:ext>
            </a:extLst>
          </p:cNvPr>
          <p:cNvSpPr>
            <a:spLocks xmlns:a="http://schemas.openxmlformats.org/drawingml/2006/main" noGrp="1"/>
          </p:cNvSpPr>
          <p:nvPr/>
        </p:nvSpPr>
        <p:spPr>
          <a:xfrm xmlns:a="http://schemas.openxmlformats.org/drawingml/2006/main">
            <a:off x="5084989" y="54197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12</a:t>
            </a:r>
          </a:p>
        </p:txBody>
      </p:sp>
      <p:sp>
        <p:nvSpPr>
          <p:cNvPr id="199" name="Scientific line">
            <a:extLst xmlns:a="http://schemas.openxmlformats.org/drawingml/2006/main">
              <a:ext uri="{FF2B5EF4-FFF2-40B4-BE49-F238E27FC236}">
                <a16:creationId xmlns:a16="http://schemas.microsoft.com/office/drawing/2014/main" id="{44905527-18FC-4FB5-9126-F5F0E03E9178}"/>
              </a:ext>
            </a:extLst>
          </p:cNvPr>
          <p:cNvSpPr>
            <a:spLocks xmlns:a="http://schemas.openxmlformats.org/drawingml/2006/main" noGrp="1"/>
          </p:cNvSpPr>
          <p:nvPr/>
        </p:nvSpPr>
        <p:spPr>
          <a:xfrm xmlns:a="http://schemas.openxmlformats.org/drawingml/2006/main">
            <a:off x="5943146" y="5362575"/>
            <a:ext cx="95" cy="47625"/>
          </a:xfrm>
          <a:custGeom xmlns:a="http://schemas.openxmlformats.org/drawingml/2006/main">
            <a:pathLst>
              <a:path w="95" h="47625">
                <a:moveTo>
                  <a:pt x="0" y="0"/>
                </a:moveTo>
                <a:lnTo>
                  <a:pt x="0" y="47625"/>
                </a:lnTo>
              </a:path>
            </a:pathLst>
          </a:custGeom>
          <a:noFill xmlns:a="http://schemas.openxmlformats.org/drawingml/2006/main"/>
          <a:ln xmlns:a="http://schemas.openxmlformats.org/drawingml/2006/main" w="9525">
            <a:solidFill>
              <a:srgbClr val="000000"/>
            </a:solidFill>
            <a:prstDash val="solid"/>
          </a:ln>
        </p:spPr>
      </p:sp>
      <p:sp>
        <p:nvSpPr>
          <p:cNvPr id="200" name="25">
            <a:extLst xmlns:a="http://schemas.openxmlformats.org/drawingml/2006/main">
              <a:ext uri="{FF2B5EF4-FFF2-40B4-BE49-F238E27FC236}">
                <a16:creationId xmlns:a16="http://schemas.microsoft.com/office/drawing/2014/main" id="{CC5D6FFA-568E-4E96-8532-C171D09508BF}"/>
              </a:ext>
            </a:extLst>
          </p:cNvPr>
          <p:cNvSpPr>
            <a:spLocks xmlns:a="http://schemas.openxmlformats.org/drawingml/2006/main" noGrp="1"/>
          </p:cNvSpPr>
          <p:nvPr/>
        </p:nvSpPr>
        <p:spPr>
          <a:xfrm xmlns:a="http://schemas.openxmlformats.org/drawingml/2006/main">
            <a:off x="5733596" y="54197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25</a:t>
            </a:r>
          </a:p>
        </p:txBody>
      </p:sp>
      <p:sp>
        <p:nvSpPr>
          <p:cNvPr id="201" name="Scientific line">
            <a:extLst xmlns:a="http://schemas.openxmlformats.org/drawingml/2006/main">
              <a:ext uri="{FF2B5EF4-FFF2-40B4-BE49-F238E27FC236}">
                <a16:creationId xmlns:a16="http://schemas.microsoft.com/office/drawing/2014/main" id="{BF078587-5D81-459F-ACA7-347456CFAD58}"/>
              </a:ext>
            </a:extLst>
          </p:cNvPr>
          <p:cNvSpPr>
            <a:spLocks xmlns:a="http://schemas.openxmlformats.org/drawingml/2006/main" noGrp="1"/>
          </p:cNvSpPr>
          <p:nvPr/>
        </p:nvSpPr>
        <p:spPr>
          <a:xfrm xmlns:a="http://schemas.openxmlformats.org/drawingml/2006/main">
            <a:off x="6591754" y="5362575"/>
            <a:ext cx="95" cy="47625"/>
          </a:xfrm>
          <a:custGeom xmlns:a="http://schemas.openxmlformats.org/drawingml/2006/main">
            <a:pathLst>
              <a:path w="95" h="47625">
                <a:moveTo>
                  <a:pt x="0" y="0"/>
                </a:moveTo>
                <a:lnTo>
                  <a:pt x="0" y="47625"/>
                </a:lnTo>
              </a:path>
            </a:pathLst>
          </a:custGeom>
          <a:noFill xmlns:a="http://schemas.openxmlformats.org/drawingml/2006/main"/>
          <a:ln xmlns:a="http://schemas.openxmlformats.org/drawingml/2006/main" w="9525">
            <a:solidFill>
              <a:srgbClr val="000000"/>
            </a:solidFill>
            <a:prstDash val="solid"/>
          </a:ln>
        </p:spPr>
      </p:sp>
      <p:sp>
        <p:nvSpPr>
          <p:cNvPr id="202" name="38">
            <a:extLst xmlns:a="http://schemas.openxmlformats.org/drawingml/2006/main">
              <a:ext uri="{FF2B5EF4-FFF2-40B4-BE49-F238E27FC236}">
                <a16:creationId xmlns:a16="http://schemas.microsoft.com/office/drawing/2014/main" id="{3A25F213-3FA5-436B-94B2-6462B96CB8E7}"/>
              </a:ext>
            </a:extLst>
          </p:cNvPr>
          <p:cNvSpPr>
            <a:spLocks xmlns:a="http://schemas.openxmlformats.org/drawingml/2006/main" noGrp="1"/>
          </p:cNvSpPr>
          <p:nvPr/>
        </p:nvSpPr>
        <p:spPr>
          <a:xfrm xmlns:a="http://schemas.openxmlformats.org/drawingml/2006/main">
            <a:off x="6382204" y="54197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38</a:t>
            </a:r>
          </a:p>
        </p:txBody>
      </p:sp>
      <p:sp>
        <p:nvSpPr>
          <p:cNvPr id="203" name="Scientific line">
            <a:extLst xmlns:a="http://schemas.openxmlformats.org/drawingml/2006/main">
              <a:ext uri="{FF2B5EF4-FFF2-40B4-BE49-F238E27FC236}">
                <a16:creationId xmlns:a16="http://schemas.microsoft.com/office/drawing/2014/main" id="{CDF41C0B-0FEC-46BD-A984-A7431010A5B7}"/>
              </a:ext>
            </a:extLst>
          </p:cNvPr>
          <p:cNvSpPr>
            <a:spLocks xmlns:a="http://schemas.openxmlformats.org/drawingml/2006/main" noGrp="1"/>
          </p:cNvSpPr>
          <p:nvPr/>
        </p:nvSpPr>
        <p:spPr>
          <a:xfrm xmlns:a="http://schemas.openxmlformats.org/drawingml/2006/main">
            <a:off x="7240361" y="5362575"/>
            <a:ext cx="95" cy="47625"/>
          </a:xfrm>
          <a:custGeom xmlns:a="http://schemas.openxmlformats.org/drawingml/2006/main">
            <a:pathLst>
              <a:path w="95" h="47625">
                <a:moveTo>
                  <a:pt x="0" y="0"/>
                </a:moveTo>
                <a:lnTo>
                  <a:pt x="0" y="47625"/>
                </a:lnTo>
              </a:path>
            </a:pathLst>
          </a:custGeom>
          <a:noFill xmlns:a="http://schemas.openxmlformats.org/drawingml/2006/main"/>
          <a:ln xmlns:a="http://schemas.openxmlformats.org/drawingml/2006/main" w="9525">
            <a:solidFill>
              <a:srgbClr val="000000"/>
            </a:solidFill>
            <a:prstDash val="solid"/>
          </a:ln>
        </p:spPr>
      </p:sp>
      <p:sp>
        <p:nvSpPr>
          <p:cNvPr id="204" name="51">
            <a:extLst xmlns:a="http://schemas.openxmlformats.org/drawingml/2006/main">
              <a:ext uri="{FF2B5EF4-FFF2-40B4-BE49-F238E27FC236}">
                <a16:creationId xmlns:a16="http://schemas.microsoft.com/office/drawing/2014/main" id="{7B3C2B9B-EDE1-484F-A354-FBCD8EEA6F85}"/>
              </a:ext>
            </a:extLst>
          </p:cNvPr>
          <p:cNvSpPr>
            <a:spLocks xmlns:a="http://schemas.openxmlformats.org/drawingml/2006/main" noGrp="1"/>
          </p:cNvSpPr>
          <p:nvPr/>
        </p:nvSpPr>
        <p:spPr>
          <a:xfrm xmlns:a="http://schemas.openxmlformats.org/drawingml/2006/main">
            <a:off x="7030811" y="54197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51</a:t>
            </a:r>
          </a:p>
        </p:txBody>
      </p:sp>
      <p:sp>
        <p:nvSpPr>
          <p:cNvPr id="205" name="Scientific line">
            <a:extLst xmlns:a="http://schemas.openxmlformats.org/drawingml/2006/main">
              <a:ext uri="{FF2B5EF4-FFF2-40B4-BE49-F238E27FC236}">
                <a16:creationId xmlns:a16="http://schemas.microsoft.com/office/drawing/2014/main" id="{D4130770-0111-4394-99CC-E3EC42E8D6D5}"/>
              </a:ext>
            </a:extLst>
          </p:cNvPr>
          <p:cNvSpPr>
            <a:spLocks xmlns:a="http://schemas.openxmlformats.org/drawingml/2006/main" noGrp="1"/>
          </p:cNvSpPr>
          <p:nvPr/>
        </p:nvSpPr>
        <p:spPr>
          <a:xfrm xmlns:a="http://schemas.openxmlformats.org/drawingml/2006/main">
            <a:off x="7839075" y="5362575"/>
            <a:ext cx="95" cy="47625"/>
          </a:xfrm>
          <a:custGeom xmlns:a="http://schemas.openxmlformats.org/drawingml/2006/main">
            <a:pathLst>
              <a:path w="95" h="47625">
                <a:moveTo>
                  <a:pt x="0" y="0"/>
                </a:moveTo>
                <a:lnTo>
                  <a:pt x="0" y="47625"/>
                </a:lnTo>
              </a:path>
            </a:pathLst>
          </a:custGeom>
          <a:noFill xmlns:a="http://schemas.openxmlformats.org/drawingml/2006/main"/>
          <a:ln xmlns:a="http://schemas.openxmlformats.org/drawingml/2006/main" w="9525">
            <a:solidFill>
              <a:srgbClr val="000000"/>
            </a:solidFill>
            <a:prstDash val="solid"/>
          </a:ln>
        </p:spPr>
      </p:sp>
      <p:sp>
        <p:nvSpPr>
          <p:cNvPr id="206" name="63">
            <a:extLst xmlns:a="http://schemas.openxmlformats.org/drawingml/2006/main">
              <a:ext uri="{FF2B5EF4-FFF2-40B4-BE49-F238E27FC236}">
                <a16:creationId xmlns:a16="http://schemas.microsoft.com/office/drawing/2014/main" id="{4F003B66-8E44-4688-B2D5-FBADBCF4E91C}"/>
              </a:ext>
            </a:extLst>
          </p:cNvPr>
          <p:cNvSpPr>
            <a:spLocks xmlns:a="http://schemas.openxmlformats.org/drawingml/2006/main" noGrp="1"/>
          </p:cNvSpPr>
          <p:nvPr/>
        </p:nvSpPr>
        <p:spPr>
          <a:xfrm xmlns:a="http://schemas.openxmlformats.org/drawingml/2006/main">
            <a:off x="7629525" y="54197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63</a:t>
            </a:r>
          </a:p>
        </p:txBody>
      </p:sp>
      <p:sp>
        <p:nvSpPr>
          <p:cNvPr id="207" name="Scientific line">
            <a:extLst xmlns:a="http://schemas.openxmlformats.org/drawingml/2006/main">
              <a:ext uri="{FF2B5EF4-FFF2-40B4-BE49-F238E27FC236}">
                <a16:creationId xmlns:a16="http://schemas.microsoft.com/office/drawing/2014/main" id="{6A67CEB4-22BC-41EF-A35C-171BBA795E1D}"/>
              </a:ext>
            </a:extLst>
          </p:cNvPr>
          <p:cNvSpPr>
            <a:spLocks xmlns:a="http://schemas.openxmlformats.org/drawingml/2006/main" noGrp="1"/>
          </p:cNvSpPr>
          <p:nvPr/>
        </p:nvSpPr>
        <p:spPr>
          <a:xfrm xmlns:a="http://schemas.openxmlformats.org/drawingml/2006/main">
            <a:off x="4648200" y="5362575"/>
            <a:ext cx="47625" cy="95"/>
          </a:xfrm>
          <a:custGeom xmlns:a="http://schemas.openxmlformats.org/drawingml/2006/main">
            <a:pathLst>
              <a:path w="47625" h="95">
                <a:moveTo>
                  <a:pt x="0" y="0"/>
                </a:moveTo>
                <a:lnTo>
                  <a:pt x="47625" y="0"/>
                </a:lnTo>
              </a:path>
            </a:pathLst>
          </a:custGeom>
          <a:noFill xmlns:a="http://schemas.openxmlformats.org/drawingml/2006/main"/>
          <a:ln xmlns:a="http://schemas.openxmlformats.org/drawingml/2006/main" w="9525">
            <a:solidFill>
              <a:srgbClr val="000000"/>
            </a:solidFill>
            <a:prstDash val="solid"/>
          </a:ln>
        </p:spPr>
      </p:sp>
      <p:sp>
        <p:nvSpPr>
          <p:cNvPr id="208" name="0.0">
            <a:extLst xmlns:a="http://schemas.openxmlformats.org/drawingml/2006/main">
              <a:ext uri="{FF2B5EF4-FFF2-40B4-BE49-F238E27FC236}">
                <a16:creationId xmlns:a16="http://schemas.microsoft.com/office/drawing/2014/main" id="{F60D66B2-D809-4689-A15E-903255DFB445}"/>
              </a:ext>
            </a:extLst>
          </p:cNvPr>
          <p:cNvSpPr>
            <a:spLocks xmlns:a="http://schemas.openxmlformats.org/drawingml/2006/main" noGrp="1"/>
          </p:cNvSpPr>
          <p:nvPr/>
        </p:nvSpPr>
        <p:spPr>
          <a:xfrm xmlns:a="http://schemas.openxmlformats.org/drawingml/2006/main">
            <a:off x="4124325" y="524827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350" b="0">
                <a:solidFill>
                  <a:srgbClr val="000000"/>
                </a:solidFill>
                <a:latin typeface="Arial"/>
                <a:ea typeface="Arial"/>
                <a:cs typeface="Arial"/>
              </a:defRPr>
            </a:defPPr>
            <a:lvl1pPr algn="r">
              <a:defRPr sz="1350" b="0">
                <a:solidFill>
                  <a:srgbClr val="000000"/>
                </a:solidFill>
                <a:latin typeface="Arial"/>
                <a:ea typeface="Arial"/>
                <a:cs typeface="Arial"/>
              </a:defRPr>
            </a:lvl1pPr>
            <a:lvl2pPr algn="r">
              <a:defRPr sz="1350" b="0">
                <a:solidFill>
                  <a:srgbClr val="000000"/>
                </a:solidFill>
                <a:latin typeface="Arial"/>
                <a:ea typeface="Arial"/>
                <a:cs typeface="Arial"/>
              </a:defRPr>
            </a:lvl2pPr>
            <a:lvl3pPr algn="r">
              <a:defRPr sz="1350" b="0">
                <a:solidFill>
                  <a:srgbClr val="000000"/>
                </a:solidFill>
                <a:latin typeface="Arial"/>
                <a:ea typeface="Arial"/>
                <a:cs typeface="Arial"/>
              </a:defRPr>
            </a:lvl3pPr>
            <a:lvl4pPr algn="r">
              <a:defRPr sz="1350" b="0">
                <a:solidFill>
                  <a:srgbClr val="000000"/>
                </a:solidFill>
                <a:latin typeface="Arial"/>
                <a:ea typeface="Arial"/>
                <a:cs typeface="Arial"/>
              </a:defRPr>
            </a:lvl4pPr>
            <a:lvl5pPr algn="r">
              <a:defRPr sz="1350" b="0">
                <a:solidFill>
                  <a:srgbClr val="000000"/>
                </a:solidFill>
                <a:latin typeface="Arial"/>
                <a:ea typeface="Arial"/>
                <a:cs typeface="Arial"/>
              </a:defRPr>
            </a:lvl5pPr>
            <a:lvl6pPr algn="r">
              <a:defRPr sz="1350" b="0">
                <a:solidFill>
                  <a:srgbClr val="000000"/>
                </a:solidFill>
                <a:latin typeface="Arial"/>
                <a:ea typeface="Arial"/>
                <a:cs typeface="Arial"/>
              </a:defRPr>
            </a:lvl6pPr>
            <a:lvl7pPr algn="r">
              <a:defRPr sz="1350" b="0">
                <a:solidFill>
                  <a:srgbClr val="000000"/>
                </a:solidFill>
                <a:latin typeface="Arial"/>
                <a:ea typeface="Arial"/>
                <a:cs typeface="Arial"/>
              </a:defRPr>
            </a:lvl7pPr>
            <a:lvl8pPr algn="r">
              <a:defRPr sz="1350" b="0">
                <a:solidFill>
                  <a:srgbClr val="000000"/>
                </a:solidFill>
                <a:latin typeface="Arial"/>
                <a:ea typeface="Arial"/>
                <a:cs typeface="Arial"/>
              </a:defRPr>
            </a:lvl8pPr>
            <a:lvl9pPr algn="r">
              <a:defRPr sz="1350" b="0">
                <a:solidFill>
                  <a:srgbClr val="000000"/>
                </a:solidFill>
                <a:latin typeface="Arial"/>
                <a:ea typeface="Arial"/>
                <a:cs typeface="Arial"/>
              </a:defRPr>
            </a:lvl9pPr>
          </a:lstStyle>
          <a:p xmlns:a="http://schemas.openxmlformats.org/drawingml/2006/main">
            <a:pPr algn="r">
              <a:defRPr sz="1350" b="0">
                <a:solidFill>
                  <a:srgbClr val="000000"/>
                </a:solidFill>
                <a:latin typeface="Arial"/>
                <a:ea typeface="Arial"/>
                <a:cs typeface="Arial"/>
              </a:defRPr>
            </a:pPr>
            <a:r>
              <a:rPr sz="1350" b="0">
                <a:solidFill>
                  <a:srgbClr val="000000"/>
                </a:solidFill>
                <a:latin typeface="Arial"/>
                <a:ea typeface="Arial"/>
                <a:cs typeface="Arial"/>
              </a:rPr>
              <a:t>0.0</a:t>
            </a:r>
          </a:p>
        </p:txBody>
      </p:sp>
      <p:sp>
        <p:nvSpPr>
          <p:cNvPr id="209" name="Scientific line">
            <a:extLst xmlns:a="http://schemas.openxmlformats.org/drawingml/2006/main">
              <a:ext uri="{FF2B5EF4-FFF2-40B4-BE49-F238E27FC236}">
                <a16:creationId xmlns:a16="http://schemas.microsoft.com/office/drawing/2014/main" id="{473A8B5B-0881-43E6-AE14-2B8A9167C88E}"/>
              </a:ext>
            </a:extLst>
          </p:cNvPr>
          <p:cNvSpPr>
            <a:spLocks xmlns:a="http://schemas.openxmlformats.org/drawingml/2006/main" noGrp="1"/>
          </p:cNvSpPr>
          <p:nvPr/>
        </p:nvSpPr>
        <p:spPr>
          <a:xfrm xmlns:a="http://schemas.openxmlformats.org/drawingml/2006/main">
            <a:off x="4648200" y="4457700"/>
            <a:ext cx="47625" cy="95"/>
          </a:xfrm>
          <a:custGeom xmlns:a="http://schemas.openxmlformats.org/drawingml/2006/main">
            <a:pathLst>
              <a:path w="47625" h="95">
                <a:moveTo>
                  <a:pt x="0" y="0"/>
                </a:moveTo>
                <a:lnTo>
                  <a:pt x="47625" y="0"/>
                </a:lnTo>
              </a:path>
            </a:pathLst>
          </a:custGeom>
          <a:noFill xmlns:a="http://schemas.openxmlformats.org/drawingml/2006/main"/>
          <a:ln xmlns:a="http://schemas.openxmlformats.org/drawingml/2006/main" w="9525">
            <a:solidFill>
              <a:srgbClr val="000000"/>
            </a:solidFill>
            <a:prstDash val="solid"/>
          </a:ln>
        </p:spPr>
      </p:sp>
      <p:sp>
        <p:nvSpPr>
          <p:cNvPr id="210" name="0.5">
            <a:extLst xmlns:a="http://schemas.openxmlformats.org/drawingml/2006/main">
              <a:ext uri="{FF2B5EF4-FFF2-40B4-BE49-F238E27FC236}">
                <a16:creationId xmlns:a16="http://schemas.microsoft.com/office/drawing/2014/main" id="{DADF3633-3879-4722-B107-21B888330D6B}"/>
              </a:ext>
            </a:extLst>
          </p:cNvPr>
          <p:cNvSpPr>
            <a:spLocks xmlns:a="http://schemas.openxmlformats.org/drawingml/2006/main" noGrp="1"/>
          </p:cNvSpPr>
          <p:nvPr/>
        </p:nvSpPr>
        <p:spPr>
          <a:xfrm xmlns:a="http://schemas.openxmlformats.org/drawingml/2006/main">
            <a:off x="4124325" y="43434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350" b="0">
                <a:solidFill>
                  <a:srgbClr val="000000"/>
                </a:solidFill>
                <a:latin typeface="Arial"/>
                <a:ea typeface="Arial"/>
                <a:cs typeface="Arial"/>
              </a:defRPr>
            </a:defPPr>
            <a:lvl1pPr algn="r">
              <a:defRPr sz="1350" b="0">
                <a:solidFill>
                  <a:srgbClr val="000000"/>
                </a:solidFill>
                <a:latin typeface="Arial"/>
                <a:ea typeface="Arial"/>
                <a:cs typeface="Arial"/>
              </a:defRPr>
            </a:lvl1pPr>
            <a:lvl2pPr algn="r">
              <a:defRPr sz="1350" b="0">
                <a:solidFill>
                  <a:srgbClr val="000000"/>
                </a:solidFill>
                <a:latin typeface="Arial"/>
                <a:ea typeface="Arial"/>
                <a:cs typeface="Arial"/>
              </a:defRPr>
            </a:lvl2pPr>
            <a:lvl3pPr algn="r">
              <a:defRPr sz="1350" b="0">
                <a:solidFill>
                  <a:srgbClr val="000000"/>
                </a:solidFill>
                <a:latin typeface="Arial"/>
                <a:ea typeface="Arial"/>
                <a:cs typeface="Arial"/>
              </a:defRPr>
            </a:lvl3pPr>
            <a:lvl4pPr algn="r">
              <a:defRPr sz="1350" b="0">
                <a:solidFill>
                  <a:srgbClr val="000000"/>
                </a:solidFill>
                <a:latin typeface="Arial"/>
                <a:ea typeface="Arial"/>
                <a:cs typeface="Arial"/>
              </a:defRPr>
            </a:lvl4pPr>
            <a:lvl5pPr algn="r">
              <a:defRPr sz="1350" b="0">
                <a:solidFill>
                  <a:srgbClr val="000000"/>
                </a:solidFill>
                <a:latin typeface="Arial"/>
                <a:ea typeface="Arial"/>
                <a:cs typeface="Arial"/>
              </a:defRPr>
            </a:lvl5pPr>
            <a:lvl6pPr algn="r">
              <a:defRPr sz="1350" b="0">
                <a:solidFill>
                  <a:srgbClr val="000000"/>
                </a:solidFill>
                <a:latin typeface="Arial"/>
                <a:ea typeface="Arial"/>
                <a:cs typeface="Arial"/>
              </a:defRPr>
            </a:lvl6pPr>
            <a:lvl7pPr algn="r">
              <a:defRPr sz="1350" b="0">
                <a:solidFill>
                  <a:srgbClr val="000000"/>
                </a:solidFill>
                <a:latin typeface="Arial"/>
                <a:ea typeface="Arial"/>
                <a:cs typeface="Arial"/>
              </a:defRPr>
            </a:lvl7pPr>
            <a:lvl8pPr algn="r">
              <a:defRPr sz="1350" b="0">
                <a:solidFill>
                  <a:srgbClr val="000000"/>
                </a:solidFill>
                <a:latin typeface="Arial"/>
                <a:ea typeface="Arial"/>
                <a:cs typeface="Arial"/>
              </a:defRPr>
            </a:lvl8pPr>
            <a:lvl9pPr algn="r">
              <a:defRPr sz="1350" b="0">
                <a:solidFill>
                  <a:srgbClr val="000000"/>
                </a:solidFill>
                <a:latin typeface="Arial"/>
                <a:ea typeface="Arial"/>
                <a:cs typeface="Arial"/>
              </a:defRPr>
            </a:lvl9pPr>
          </a:lstStyle>
          <a:p xmlns:a="http://schemas.openxmlformats.org/drawingml/2006/main">
            <a:pPr algn="r">
              <a:defRPr sz="1350" b="0">
                <a:solidFill>
                  <a:srgbClr val="000000"/>
                </a:solidFill>
                <a:latin typeface="Arial"/>
                <a:ea typeface="Arial"/>
                <a:cs typeface="Arial"/>
              </a:defRPr>
            </a:pPr>
            <a:r>
              <a:rPr sz="1350" b="0">
                <a:solidFill>
                  <a:srgbClr val="000000"/>
                </a:solidFill>
                <a:latin typeface="Arial"/>
                <a:ea typeface="Arial"/>
                <a:cs typeface="Arial"/>
              </a:rPr>
              <a:t>0.5</a:t>
            </a:r>
          </a:p>
        </p:txBody>
      </p:sp>
      <p:sp>
        <p:nvSpPr>
          <p:cNvPr id="211" name="Scientific line">
            <a:extLst xmlns:a="http://schemas.openxmlformats.org/drawingml/2006/main">
              <a:ext uri="{FF2B5EF4-FFF2-40B4-BE49-F238E27FC236}">
                <a16:creationId xmlns:a16="http://schemas.microsoft.com/office/drawing/2014/main" id="{AA13E681-BB68-43D4-B926-989A84EFC67E}"/>
              </a:ext>
            </a:extLst>
          </p:cNvPr>
          <p:cNvSpPr>
            <a:spLocks xmlns:a="http://schemas.openxmlformats.org/drawingml/2006/main" noGrp="1"/>
          </p:cNvSpPr>
          <p:nvPr/>
        </p:nvSpPr>
        <p:spPr>
          <a:xfrm xmlns:a="http://schemas.openxmlformats.org/drawingml/2006/main">
            <a:off x="4648200" y="3552825"/>
            <a:ext cx="47625" cy="95"/>
          </a:xfrm>
          <a:custGeom xmlns:a="http://schemas.openxmlformats.org/drawingml/2006/main">
            <a:pathLst>
              <a:path w="47625" h="95">
                <a:moveTo>
                  <a:pt x="0" y="0"/>
                </a:moveTo>
                <a:lnTo>
                  <a:pt x="47625" y="0"/>
                </a:lnTo>
              </a:path>
            </a:pathLst>
          </a:custGeom>
          <a:noFill xmlns:a="http://schemas.openxmlformats.org/drawingml/2006/main"/>
          <a:ln xmlns:a="http://schemas.openxmlformats.org/drawingml/2006/main" w="9525">
            <a:solidFill>
              <a:srgbClr val="000000"/>
            </a:solidFill>
            <a:prstDash val="solid"/>
          </a:ln>
        </p:spPr>
      </p:sp>
      <p:sp>
        <p:nvSpPr>
          <p:cNvPr id="212" name="1.0">
            <a:extLst xmlns:a="http://schemas.openxmlformats.org/drawingml/2006/main">
              <a:ext uri="{FF2B5EF4-FFF2-40B4-BE49-F238E27FC236}">
                <a16:creationId xmlns:a16="http://schemas.microsoft.com/office/drawing/2014/main" id="{BBC53668-96E3-4416-83BF-DF1EC800EAF5}"/>
              </a:ext>
            </a:extLst>
          </p:cNvPr>
          <p:cNvSpPr>
            <a:spLocks xmlns:a="http://schemas.openxmlformats.org/drawingml/2006/main" noGrp="1"/>
          </p:cNvSpPr>
          <p:nvPr/>
        </p:nvSpPr>
        <p:spPr>
          <a:xfrm xmlns:a="http://schemas.openxmlformats.org/drawingml/2006/main">
            <a:off x="4124325" y="343852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350" b="0">
                <a:solidFill>
                  <a:srgbClr val="000000"/>
                </a:solidFill>
                <a:latin typeface="Arial"/>
                <a:ea typeface="Arial"/>
                <a:cs typeface="Arial"/>
              </a:defRPr>
            </a:defPPr>
            <a:lvl1pPr algn="r">
              <a:defRPr sz="1350" b="0">
                <a:solidFill>
                  <a:srgbClr val="000000"/>
                </a:solidFill>
                <a:latin typeface="Arial"/>
                <a:ea typeface="Arial"/>
                <a:cs typeface="Arial"/>
              </a:defRPr>
            </a:lvl1pPr>
            <a:lvl2pPr algn="r">
              <a:defRPr sz="1350" b="0">
                <a:solidFill>
                  <a:srgbClr val="000000"/>
                </a:solidFill>
                <a:latin typeface="Arial"/>
                <a:ea typeface="Arial"/>
                <a:cs typeface="Arial"/>
              </a:defRPr>
            </a:lvl2pPr>
            <a:lvl3pPr algn="r">
              <a:defRPr sz="1350" b="0">
                <a:solidFill>
                  <a:srgbClr val="000000"/>
                </a:solidFill>
                <a:latin typeface="Arial"/>
                <a:ea typeface="Arial"/>
                <a:cs typeface="Arial"/>
              </a:defRPr>
            </a:lvl3pPr>
            <a:lvl4pPr algn="r">
              <a:defRPr sz="1350" b="0">
                <a:solidFill>
                  <a:srgbClr val="000000"/>
                </a:solidFill>
                <a:latin typeface="Arial"/>
                <a:ea typeface="Arial"/>
                <a:cs typeface="Arial"/>
              </a:defRPr>
            </a:lvl4pPr>
            <a:lvl5pPr algn="r">
              <a:defRPr sz="1350" b="0">
                <a:solidFill>
                  <a:srgbClr val="000000"/>
                </a:solidFill>
                <a:latin typeface="Arial"/>
                <a:ea typeface="Arial"/>
                <a:cs typeface="Arial"/>
              </a:defRPr>
            </a:lvl5pPr>
            <a:lvl6pPr algn="r">
              <a:defRPr sz="1350" b="0">
                <a:solidFill>
                  <a:srgbClr val="000000"/>
                </a:solidFill>
                <a:latin typeface="Arial"/>
                <a:ea typeface="Arial"/>
                <a:cs typeface="Arial"/>
              </a:defRPr>
            </a:lvl6pPr>
            <a:lvl7pPr algn="r">
              <a:defRPr sz="1350" b="0">
                <a:solidFill>
                  <a:srgbClr val="000000"/>
                </a:solidFill>
                <a:latin typeface="Arial"/>
                <a:ea typeface="Arial"/>
                <a:cs typeface="Arial"/>
              </a:defRPr>
            </a:lvl7pPr>
            <a:lvl8pPr algn="r">
              <a:defRPr sz="1350" b="0">
                <a:solidFill>
                  <a:srgbClr val="000000"/>
                </a:solidFill>
                <a:latin typeface="Arial"/>
                <a:ea typeface="Arial"/>
                <a:cs typeface="Arial"/>
              </a:defRPr>
            </a:lvl8pPr>
            <a:lvl9pPr algn="r">
              <a:defRPr sz="1350" b="0">
                <a:solidFill>
                  <a:srgbClr val="000000"/>
                </a:solidFill>
                <a:latin typeface="Arial"/>
                <a:ea typeface="Arial"/>
                <a:cs typeface="Arial"/>
              </a:defRPr>
            </a:lvl9pPr>
          </a:lstStyle>
          <a:p xmlns:a="http://schemas.openxmlformats.org/drawingml/2006/main">
            <a:pPr algn="r">
              <a:defRPr sz="1350" b="0">
                <a:solidFill>
                  <a:srgbClr val="000000"/>
                </a:solidFill>
                <a:latin typeface="Arial"/>
                <a:ea typeface="Arial"/>
                <a:cs typeface="Arial"/>
              </a:defRPr>
            </a:pPr>
            <a:r>
              <a:rPr sz="1350" b="0">
                <a:solidFill>
                  <a:srgbClr val="000000"/>
                </a:solidFill>
                <a:latin typeface="Arial"/>
                <a:ea typeface="Arial"/>
                <a:cs typeface="Arial"/>
              </a:rPr>
              <a:t>1.0</a:t>
            </a:r>
          </a:p>
        </p:txBody>
      </p:sp>
      <p:sp>
        <p:nvSpPr>
          <p:cNvPr id="213" name="Time">
            <a:extLst xmlns:a="http://schemas.openxmlformats.org/drawingml/2006/main">
              <a:ext uri="{FF2B5EF4-FFF2-40B4-BE49-F238E27FC236}">
                <a16:creationId xmlns:a16="http://schemas.microsoft.com/office/drawing/2014/main" id="{C8A610E6-7042-4639-92E7-C8D213C7F8F4}"/>
              </a:ext>
            </a:extLst>
          </p:cNvPr>
          <p:cNvSpPr>
            <a:spLocks xmlns:a="http://schemas.openxmlformats.org/drawingml/2006/main" noGrp="1"/>
          </p:cNvSpPr>
          <p:nvPr/>
        </p:nvSpPr>
        <p:spPr>
          <a:xfrm xmlns:a="http://schemas.openxmlformats.org/drawingml/2006/main">
            <a:off x="4695825" y="566737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00000"/>
                </a:solidFill>
                <a:latin typeface="Arial"/>
                <a:ea typeface="Arial"/>
                <a:cs typeface="Arial"/>
              </a:defRPr>
            </a:defPPr>
            <a:lvl1pPr algn="ctr">
              <a:defRPr sz="1500" b="0">
                <a:solidFill>
                  <a:srgbClr val="000000"/>
                </a:solidFill>
                <a:latin typeface="Arial"/>
                <a:ea typeface="Arial"/>
                <a:cs typeface="Arial"/>
              </a:defRPr>
            </a:lvl1pPr>
            <a:lvl2pPr algn="ctr">
              <a:defRPr sz="1500" b="0">
                <a:solidFill>
                  <a:srgbClr val="000000"/>
                </a:solidFill>
                <a:latin typeface="Arial"/>
                <a:ea typeface="Arial"/>
                <a:cs typeface="Arial"/>
              </a:defRPr>
            </a:lvl2pPr>
            <a:lvl3pPr algn="ctr">
              <a:defRPr sz="1500" b="0">
                <a:solidFill>
                  <a:srgbClr val="000000"/>
                </a:solidFill>
                <a:latin typeface="Arial"/>
                <a:ea typeface="Arial"/>
                <a:cs typeface="Arial"/>
              </a:defRPr>
            </a:lvl3pPr>
            <a:lvl4pPr algn="ctr">
              <a:defRPr sz="1500" b="0">
                <a:solidFill>
                  <a:srgbClr val="000000"/>
                </a:solidFill>
                <a:latin typeface="Arial"/>
                <a:ea typeface="Arial"/>
                <a:cs typeface="Arial"/>
              </a:defRPr>
            </a:lvl4pPr>
            <a:lvl5pPr algn="ctr">
              <a:defRPr sz="1500" b="0">
                <a:solidFill>
                  <a:srgbClr val="000000"/>
                </a:solidFill>
                <a:latin typeface="Arial"/>
                <a:ea typeface="Arial"/>
                <a:cs typeface="Arial"/>
              </a:defRPr>
            </a:lvl5pPr>
            <a:lvl6pPr algn="ctr">
              <a:defRPr sz="1500" b="0">
                <a:solidFill>
                  <a:srgbClr val="000000"/>
                </a:solidFill>
                <a:latin typeface="Arial"/>
                <a:ea typeface="Arial"/>
                <a:cs typeface="Arial"/>
              </a:defRPr>
            </a:lvl6pPr>
            <a:lvl7pPr algn="ctr">
              <a:defRPr sz="1500" b="0">
                <a:solidFill>
                  <a:srgbClr val="000000"/>
                </a:solidFill>
                <a:latin typeface="Arial"/>
                <a:ea typeface="Arial"/>
                <a:cs typeface="Arial"/>
              </a:defRPr>
            </a:lvl7pPr>
            <a:lvl8pPr algn="ctr">
              <a:defRPr sz="1500" b="0">
                <a:solidFill>
                  <a:srgbClr val="000000"/>
                </a:solidFill>
                <a:latin typeface="Arial"/>
                <a:ea typeface="Arial"/>
                <a:cs typeface="Arial"/>
              </a:defRPr>
            </a:lvl8pPr>
            <a:lvl9pPr algn="ctr">
              <a:defRPr sz="1500" b="0">
                <a:solidFill>
                  <a:srgbClr val="000000"/>
                </a:solidFill>
                <a:latin typeface="Arial"/>
                <a:ea typeface="Arial"/>
                <a:cs typeface="Arial"/>
              </a:defRPr>
            </a:lvl9pPr>
          </a:lstStyle>
          <a:p xmlns:a="http://schemas.openxmlformats.org/drawingml/2006/main">
            <a:pPr algn="ctr">
              <a:defRPr sz="1500" b="0">
                <a:solidFill>
                  <a:srgbClr val="000000"/>
                </a:solidFill>
                <a:latin typeface="Arial"/>
                <a:ea typeface="Arial"/>
                <a:cs typeface="Arial"/>
              </a:defRPr>
            </a:pPr>
            <a:r>
              <a:rPr sz="1500" b="0">
                <a:solidFill>
                  <a:srgbClr val="000000"/>
                </a:solidFill>
                <a:latin typeface="Arial"/>
                <a:ea typeface="Arial"/>
                <a:cs typeface="Arial"/>
              </a:rPr>
              <a:t>Time</a:t>
            </a:r>
          </a:p>
        </p:txBody>
      </p:sp>
      <p:sp>
        <p:nvSpPr>
          <p:cNvPr id="214" name="(d) RG-MTM-R">
            <a:extLst xmlns:a="http://schemas.openxmlformats.org/drawingml/2006/main">
              <a:ext uri="{FF2B5EF4-FFF2-40B4-BE49-F238E27FC236}">
                <a16:creationId xmlns:a16="http://schemas.microsoft.com/office/drawing/2014/main" id="{60D8A493-C588-4861-8712-C7AF9AA7000B}"/>
              </a:ext>
            </a:extLst>
          </p:cNvPr>
          <p:cNvSpPr>
            <a:spLocks xmlns:a="http://schemas.openxmlformats.org/drawingml/2006/main" noGrp="1"/>
          </p:cNvSpPr>
          <p:nvPr/>
        </p:nvSpPr>
        <p:spPr>
          <a:xfrm xmlns:a="http://schemas.openxmlformats.org/drawingml/2006/main">
            <a:off x="8782050" y="3067050"/>
            <a:ext cx="3143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00000"/>
                </a:solidFill>
                <a:latin typeface="Arial"/>
                <a:ea typeface="Arial"/>
                <a:cs typeface="Arial"/>
              </a:defRPr>
            </a:defPPr>
            <a:lvl1pPr algn="l">
              <a:defRPr sz="1725" b="1">
                <a:solidFill>
                  <a:srgbClr val="000000"/>
                </a:solidFill>
                <a:latin typeface="Arial"/>
                <a:ea typeface="Arial"/>
                <a:cs typeface="Arial"/>
              </a:defRPr>
            </a:lvl1pPr>
            <a:lvl2pPr algn="l">
              <a:defRPr sz="1725" b="1">
                <a:solidFill>
                  <a:srgbClr val="000000"/>
                </a:solidFill>
                <a:latin typeface="Arial"/>
                <a:ea typeface="Arial"/>
                <a:cs typeface="Arial"/>
              </a:defRPr>
            </a:lvl2pPr>
            <a:lvl3pPr algn="l">
              <a:defRPr sz="1725" b="1">
                <a:solidFill>
                  <a:srgbClr val="000000"/>
                </a:solidFill>
                <a:latin typeface="Arial"/>
                <a:ea typeface="Arial"/>
                <a:cs typeface="Arial"/>
              </a:defRPr>
            </a:lvl3pPr>
            <a:lvl4pPr algn="l">
              <a:defRPr sz="1725" b="1">
                <a:solidFill>
                  <a:srgbClr val="000000"/>
                </a:solidFill>
                <a:latin typeface="Arial"/>
                <a:ea typeface="Arial"/>
                <a:cs typeface="Arial"/>
              </a:defRPr>
            </a:lvl4pPr>
            <a:lvl5pPr algn="l">
              <a:defRPr sz="1725" b="1">
                <a:solidFill>
                  <a:srgbClr val="000000"/>
                </a:solidFill>
                <a:latin typeface="Arial"/>
                <a:ea typeface="Arial"/>
                <a:cs typeface="Arial"/>
              </a:defRPr>
            </a:lvl5pPr>
            <a:lvl6pPr algn="l">
              <a:defRPr sz="1725" b="1">
                <a:solidFill>
                  <a:srgbClr val="000000"/>
                </a:solidFill>
                <a:latin typeface="Arial"/>
                <a:ea typeface="Arial"/>
                <a:cs typeface="Arial"/>
              </a:defRPr>
            </a:lvl6pPr>
            <a:lvl7pPr algn="l">
              <a:defRPr sz="1725" b="1">
                <a:solidFill>
                  <a:srgbClr val="000000"/>
                </a:solidFill>
                <a:latin typeface="Arial"/>
                <a:ea typeface="Arial"/>
                <a:cs typeface="Arial"/>
              </a:defRPr>
            </a:lvl7pPr>
            <a:lvl8pPr algn="l">
              <a:defRPr sz="1725" b="1">
                <a:solidFill>
                  <a:srgbClr val="000000"/>
                </a:solidFill>
                <a:latin typeface="Arial"/>
                <a:ea typeface="Arial"/>
                <a:cs typeface="Arial"/>
              </a:defRPr>
            </a:lvl8pPr>
            <a:lvl9pPr algn="l">
              <a:defRPr sz="1725" b="1">
                <a:solidFill>
                  <a:srgbClr val="000000"/>
                </a:solidFill>
                <a:latin typeface="Arial"/>
                <a:ea typeface="Arial"/>
                <a:cs typeface="Arial"/>
              </a:defRPr>
            </a:lvl9pPr>
          </a:lstStyle>
          <a:p xmlns:a="http://schemas.openxmlformats.org/drawingml/2006/main">
            <a:pPr algn="l">
              <a:defRPr sz="1725" b="1">
                <a:solidFill>
                  <a:srgbClr val="000000"/>
                </a:solidFill>
                <a:latin typeface="Arial"/>
                <a:ea typeface="Arial"/>
                <a:cs typeface="Arial"/>
              </a:defRPr>
            </a:pPr>
            <a:r>
              <a:rPr sz="1725" b="1">
                <a:solidFill>
                  <a:srgbClr val="000000"/>
                </a:solidFill>
                <a:latin typeface="Arial"/>
                <a:ea typeface="Arial"/>
                <a:cs typeface="Arial"/>
              </a:rPr>
              <a:t>(d) RG-MTM-R</a:t>
            </a:r>
          </a:p>
        </p:txBody>
      </p:sp>
      <p:sp>
        <p:nvSpPr>
          <p:cNvPr id="215" name="Source x">
            <a:extLst xmlns:a="http://schemas.openxmlformats.org/drawingml/2006/main">
              <a:ext uri="{FF2B5EF4-FFF2-40B4-BE49-F238E27FC236}">
                <a16:creationId xmlns:a16="http://schemas.microsoft.com/office/drawing/2014/main" id="{2FA3B432-8946-4492-9AAB-C0B49F6CE34A}"/>
              </a:ext>
            </a:extLst>
          </p:cNvPr>
          <p:cNvSpPr>
            <a:spLocks xmlns:a="http://schemas.openxmlformats.org/drawingml/2006/main" noGrp="1"/>
          </p:cNvSpPr>
          <p:nvPr/>
        </p:nvSpPr>
        <p:spPr>
          <a:xfrm xmlns:a="http://schemas.openxmlformats.org/drawingml/2006/main">
            <a:off x="8782050" y="3324225"/>
            <a:ext cx="3143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Source x</a:t>
            </a:r>
          </a:p>
        </p:txBody>
      </p:sp>
      <p:pic>
        <p:nvPicPr>
          <p:cNvPr id="216" name="">
            <a:extLst xmlns:a="http://schemas.openxmlformats.org/drawingml/2006/main">
              <a:ext uri="{FF2B5EF4-FFF2-40B4-BE49-F238E27FC236}">
                <a16:creationId xmlns:a16="http://schemas.microsoft.com/office/drawing/2014/main" id="{8C4D08A5-160E-4598-A6DF-1444AEF37E8C}"/>
              </a:ext>
            </a:extLst>
          </p:cNvPr>
          <p:cNvPicPr>
            <a:picLocks xmlns:a="http://schemas.openxmlformats.org/drawingml/2006/main" noChangeAspect="1"/>
          </p:cNvPicPr>
          <p:nvPr/>
        </p:nvPicPr>
        <p:blipFill>
          <a:blip xmlns:r="http://schemas.openxmlformats.org/officeDocument/2006/relationships" xmlns:a="http://schemas.openxmlformats.org/drawingml/2006/main" r:embed="Rb3fbfaa126e04a30"/>
          <a:stretch xmlns:a="http://schemas.openxmlformats.org/drawingml/2006/main"/>
        </p:blipFill>
        <p:spPr>
          <a:xfrm xmlns:a="http://schemas.openxmlformats.org/drawingml/2006/main">
            <a:off x="8782050" y="3552825"/>
            <a:ext cx="3143250" cy="1809750"/>
          </a:xfrm>
          <a:prstGeom xmlns:a="http://schemas.openxmlformats.org/drawingml/2006/main" prst="rect">
            <a:avLst/>
          </a:prstGeom>
        </p:spPr>
      </p:pic>
      <p:sp>
        <p:nvSpPr>
          <p:cNvPr id="217" name="Snapshot time guide 12">
            <a:extLst xmlns:a="http://schemas.openxmlformats.org/drawingml/2006/main">
              <a:ext uri="{FF2B5EF4-FFF2-40B4-BE49-F238E27FC236}">
                <a16:creationId xmlns:a16="http://schemas.microsoft.com/office/drawing/2014/main" id="{7DE8B550-BEE5-4050-9529-6F8311420218}"/>
              </a:ext>
            </a:extLst>
          </p:cNvPr>
          <p:cNvSpPr>
            <a:spLocks xmlns:a="http://schemas.openxmlformats.org/drawingml/2006/main" noGrp="1"/>
          </p:cNvSpPr>
          <p:nvPr/>
        </p:nvSpPr>
        <p:spPr>
          <a:xfrm xmlns:a="http://schemas.openxmlformats.org/drawingml/2006/main">
            <a:off x="9380764" y="3552825"/>
            <a:ext cx="95" cy="1809750"/>
          </a:xfrm>
          <a:custGeom xmlns:a="http://schemas.openxmlformats.org/drawingml/2006/main">
            <a:pathLst>
              <a:path w="95" h="1809750">
                <a:moveTo>
                  <a:pt x="0" y="1809750"/>
                </a:moveTo>
                <a:lnTo>
                  <a:pt x="0" y="0"/>
                </a:lnTo>
              </a:path>
            </a:pathLst>
          </a:custGeom>
          <a:noFill xmlns:a="http://schemas.openxmlformats.org/drawingml/2006/main"/>
          <a:ln xmlns:a="http://schemas.openxmlformats.org/drawingml/2006/main" w="5715">
            <a:solidFill>
              <a:srgbClr val="91ADB2"/>
            </a:solidFill>
            <a:prstDash val="dash"/>
          </a:ln>
        </p:spPr>
      </p:sp>
      <p:sp>
        <p:nvSpPr>
          <p:cNvPr id="218" name="Snapshot time guide 25">
            <a:extLst xmlns:a="http://schemas.openxmlformats.org/drawingml/2006/main">
              <a:ext uri="{FF2B5EF4-FFF2-40B4-BE49-F238E27FC236}">
                <a16:creationId xmlns:a16="http://schemas.microsoft.com/office/drawing/2014/main" id="{E300E3F7-7F08-4709-AA8A-1749062C1DE2}"/>
              </a:ext>
            </a:extLst>
          </p:cNvPr>
          <p:cNvSpPr>
            <a:spLocks xmlns:a="http://schemas.openxmlformats.org/drawingml/2006/main" noGrp="1"/>
          </p:cNvSpPr>
          <p:nvPr/>
        </p:nvSpPr>
        <p:spPr>
          <a:xfrm xmlns:a="http://schemas.openxmlformats.org/drawingml/2006/main">
            <a:off x="10029371" y="3552825"/>
            <a:ext cx="95" cy="1809750"/>
          </a:xfrm>
          <a:custGeom xmlns:a="http://schemas.openxmlformats.org/drawingml/2006/main">
            <a:pathLst>
              <a:path w="95" h="1809750">
                <a:moveTo>
                  <a:pt x="0" y="1809750"/>
                </a:moveTo>
                <a:lnTo>
                  <a:pt x="0" y="0"/>
                </a:lnTo>
              </a:path>
            </a:pathLst>
          </a:custGeom>
          <a:noFill xmlns:a="http://schemas.openxmlformats.org/drawingml/2006/main"/>
          <a:ln xmlns:a="http://schemas.openxmlformats.org/drawingml/2006/main" w="5715">
            <a:solidFill>
              <a:srgbClr val="91ADB2"/>
            </a:solidFill>
            <a:prstDash val="dash"/>
          </a:ln>
        </p:spPr>
      </p:sp>
      <p:sp>
        <p:nvSpPr>
          <p:cNvPr id="219" name="Snapshot time guide 38">
            <a:extLst xmlns:a="http://schemas.openxmlformats.org/drawingml/2006/main">
              <a:ext uri="{FF2B5EF4-FFF2-40B4-BE49-F238E27FC236}">
                <a16:creationId xmlns:a16="http://schemas.microsoft.com/office/drawing/2014/main" id="{CE2A910B-F098-492B-9DC3-79B2FE5231B4}"/>
              </a:ext>
            </a:extLst>
          </p:cNvPr>
          <p:cNvSpPr>
            <a:spLocks xmlns:a="http://schemas.openxmlformats.org/drawingml/2006/main" noGrp="1"/>
          </p:cNvSpPr>
          <p:nvPr/>
        </p:nvSpPr>
        <p:spPr>
          <a:xfrm xmlns:a="http://schemas.openxmlformats.org/drawingml/2006/main">
            <a:off x="10677979" y="3552825"/>
            <a:ext cx="95" cy="1809750"/>
          </a:xfrm>
          <a:custGeom xmlns:a="http://schemas.openxmlformats.org/drawingml/2006/main">
            <a:pathLst>
              <a:path w="95" h="1809750">
                <a:moveTo>
                  <a:pt x="0" y="1809750"/>
                </a:moveTo>
                <a:lnTo>
                  <a:pt x="0" y="0"/>
                </a:lnTo>
              </a:path>
            </a:pathLst>
          </a:custGeom>
          <a:noFill xmlns:a="http://schemas.openxmlformats.org/drawingml/2006/main"/>
          <a:ln xmlns:a="http://schemas.openxmlformats.org/drawingml/2006/main" w="5715">
            <a:solidFill>
              <a:srgbClr val="91ADB2"/>
            </a:solidFill>
            <a:prstDash val="dash"/>
          </a:ln>
        </p:spPr>
      </p:sp>
      <p:sp>
        <p:nvSpPr>
          <p:cNvPr id="220" name="Snapshot time guide 51">
            <a:extLst xmlns:a="http://schemas.openxmlformats.org/drawingml/2006/main">
              <a:ext uri="{FF2B5EF4-FFF2-40B4-BE49-F238E27FC236}">
                <a16:creationId xmlns:a16="http://schemas.microsoft.com/office/drawing/2014/main" id="{42CBEA66-E729-465C-8A69-70AAD759E0A2}"/>
              </a:ext>
            </a:extLst>
          </p:cNvPr>
          <p:cNvSpPr>
            <a:spLocks xmlns:a="http://schemas.openxmlformats.org/drawingml/2006/main" noGrp="1"/>
          </p:cNvSpPr>
          <p:nvPr/>
        </p:nvSpPr>
        <p:spPr>
          <a:xfrm xmlns:a="http://schemas.openxmlformats.org/drawingml/2006/main">
            <a:off x="11326586" y="3552825"/>
            <a:ext cx="95" cy="1809750"/>
          </a:xfrm>
          <a:custGeom xmlns:a="http://schemas.openxmlformats.org/drawingml/2006/main">
            <a:pathLst>
              <a:path w="95" h="1809750">
                <a:moveTo>
                  <a:pt x="0" y="1809750"/>
                </a:moveTo>
                <a:lnTo>
                  <a:pt x="0" y="0"/>
                </a:lnTo>
              </a:path>
            </a:pathLst>
          </a:custGeom>
          <a:noFill xmlns:a="http://schemas.openxmlformats.org/drawingml/2006/main"/>
          <a:ln xmlns:a="http://schemas.openxmlformats.org/drawingml/2006/main" w="5715">
            <a:solidFill>
              <a:srgbClr val="91ADB2"/>
            </a:solidFill>
            <a:prstDash val="dash"/>
          </a:ln>
        </p:spPr>
      </p:sp>
      <p:sp>
        <p:nvSpPr>
          <p:cNvPr id="221" name="A fixed source-x reference">
            <a:extLst xmlns:a="http://schemas.openxmlformats.org/drawingml/2006/main">
              <a:ext uri="{FF2B5EF4-FFF2-40B4-BE49-F238E27FC236}">
                <a16:creationId xmlns:a16="http://schemas.microsoft.com/office/drawing/2014/main" id="{AF1A9A92-607B-4CB4-A925-7B39730E0E73}"/>
              </a:ext>
            </a:extLst>
          </p:cNvPr>
          <p:cNvSpPr>
            <a:spLocks xmlns:a="http://schemas.openxmlformats.org/drawingml/2006/main" noGrp="1"/>
          </p:cNvSpPr>
          <p:nvPr/>
        </p:nvSpPr>
        <p:spPr>
          <a:xfrm xmlns:a="http://schemas.openxmlformats.org/drawingml/2006/main">
            <a:off x="8782050" y="5060950"/>
            <a:ext cx="3143250" cy="95"/>
          </a:xfrm>
          <a:custGeom xmlns:a="http://schemas.openxmlformats.org/drawingml/2006/main">
            <a:pathLst>
              <a:path w="3143250" h="95">
                <a:moveTo>
                  <a:pt x="0" y="0"/>
                </a:moveTo>
                <a:lnTo>
                  <a:pt x="3143250" y="0"/>
                </a:lnTo>
              </a:path>
            </a:pathLst>
          </a:custGeom>
          <a:noFill xmlns:a="http://schemas.openxmlformats.org/drawingml/2006/main"/>
          <a:ln xmlns:a="http://schemas.openxmlformats.org/drawingml/2006/main" w="7620">
            <a:solidFill>
              <a:srgbClr val="D5E5E7"/>
            </a:solidFill>
            <a:prstDash val="dash"/>
          </a:ln>
        </p:spPr>
      </p:sp>
      <p:sp>
        <p:nvSpPr>
          <p:cNvPr id="222" name="C fixed source-x reference">
            <a:extLst xmlns:a="http://schemas.openxmlformats.org/drawingml/2006/main">
              <a:ext uri="{FF2B5EF4-FFF2-40B4-BE49-F238E27FC236}">
                <a16:creationId xmlns:a16="http://schemas.microsoft.com/office/drawing/2014/main" id="{6A685DB6-3212-41E1-B7FA-1F0AF9DA3E92}"/>
              </a:ext>
            </a:extLst>
          </p:cNvPr>
          <p:cNvSpPr>
            <a:spLocks xmlns:a="http://schemas.openxmlformats.org/drawingml/2006/main" noGrp="1"/>
          </p:cNvSpPr>
          <p:nvPr/>
        </p:nvSpPr>
        <p:spPr>
          <a:xfrm xmlns:a="http://schemas.openxmlformats.org/drawingml/2006/main">
            <a:off x="8782050" y="3854450"/>
            <a:ext cx="3143250" cy="95"/>
          </a:xfrm>
          <a:custGeom xmlns:a="http://schemas.openxmlformats.org/drawingml/2006/main">
            <a:pathLst>
              <a:path w="3143250" h="95">
                <a:moveTo>
                  <a:pt x="0" y="0"/>
                </a:moveTo>
                <a:lnTo>
                  <a:pt x="3143250" y="0"/>
                </a:lnTo>
              </a:path>
            </a:pathLst>
          </a:custGeom>
          <a:noFill xmlns:a="http://schemas.openxmlformats.org/drawingml/2006/main"/>
          <a:ln xmlns:a="http://schemas.openxmlformats.org/drawingml/2006/main" w="7620">
            <a:solidFill>
              <a:srgbClr val="D5E5E7"/>
            </a:solidFill>
            <a:prstDash val="dash"/>
          </a:ln>
        </p:spPr>
      </p:sp>
      <p:sp>
        <p:nvSpPr>
          <p:cNvPr id="223" name="RG-MTM-R A black label">
            <a:extLst xmlns:a="http://schemas.openxmlformats.org/drawingml/2006/main">
              <a:ext uri="{FF2B5EF4-FFF2-40B4-BE49-F238E27FC236}">
                <a16:creationId xmlns:a16="http://schemas.microsoft.com/office/drawing/2014/main" id="{22B4FA1A-26DE-4D27-8B3B-72F14B614596}"/>
              </a:ext>
            </a:extLst>
          </p:cNvPr>
          <p:cNvSpPr>
            <a:spLocks xmlns:a="http://schemas.openxmlformats.org/drawingml/2006/main" noGrp="1"/>
          </p:cNvSpPr>
          <p:nvPr/>
        </p:nvSpPr>
        <p:spPr>
          <a:xfrm xmlns:a="http://schemas.openxmlformats.org/drawingml/2006/main">
            <a:off x="12001500" y="4952372"/>
            <a:ext cx="2571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A</a:t>
            </a:r>
          </a:p>
        </p:txBody>
      </p:sp>
      <p:sp>
        <p:nvSpPr>
          <p:cNvPr id="224" name="RG-MTM-R B black label">
            <a:extLst xmlns:a="http://schemas.openxmlformats.org/drawingml/2006/main">
              <a:ext uri="{FF2B5EF4-FFF2-40B4-BE49-F238E27FC236}">
                <a16:creationId xmlns:a16="http://schemas.microsoft.com/office/drawing/2014/main" id="{F5712D55-CA6B-4256-8A5E-040766543E83}"/>
              </a:ext>
            </a:extLst>
          </p:cNvPr>
          <p:cNvSpPr>
            <a:spLocks xmlns:a="http://schemas.openxmlformats.org/drawingml/2006/main" noGrp="1"/>
          </p:cNvSpPr>
          <p:nvPr/>
        </p:nvSpPr>
        <p:spPr>
          <a:xfrm xmlns:a="http://schemas.openxmlformats.org/drawingml/2006/main">
            <a:off x="12001500" y="4047276"/>
            <a:ext cx="2571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B</a:t>
            </a:r>
          </a:p>
        </p:txBody>
      </p:sp>
      <p:sp>
        <p:nvSpPr>
          <p:cNvPr id="225" name="RG-MTM-R C black label">
            <a:extLst xmlns:a="http://schemas.openxmlformats.org/drawingml/2006/main">
              <a:ext uri="{FF2B5EF4-FFF2-40B4-BE49-F238E27FC236}">
                <a16:creationId xmlns:a16="http://schemas.microsoft.com/office/drawing/2014/main" id="{56DC61F4-BE6C-4682-AD76-6EFB791E78A2}"/>
              </a:ext>
            </a:extLst>
          </p:cNvPr>
          <p:cNvSpPr>
            <a:spLocks xmlns:a="http://schemas.openxmlformats.org/drawingml/2006/main" noGrp="1"/>
          </p:cNvSpPr>
          <p:nvPr/>
        </p:nvSpPr>
        <p:spPr>
          <a:xfrm xmlns:a="http://schemas.openxmlformats.org/drawingml/2006/main">
            <a:off x="12001500" y="3715378"/>
            <a:ext cx="2571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00000"/>
                </a:solidFill>
                <a:latin typeface="Arial"/>
                <a:ea typeface="Arial"/>
                <a:cs typeface="Arial"/>
              </a:defRPr>
            </a:defPPr>
            <a:lvl1pPr algn="l">
              <a:defRPr sz="1575" b="1">
                <a:solidFill>
                  <a:srgbClr val="000000"/>
                </a:solidFill>
                <a:latin typeface="Arial"/>
                <a:ea typeface="Arial"/>
                <a:cs typeface="Arial"/>
              </a:defRPr>
            </a:lvl1pPr>
            <a:lvl2pPr algn="l">
              <a:defRPr sz="1575" b="1">
                <a:solidFill>
                  <a:srgbClr val="000000"/>
                </a:solidFill>
                <a:latin typeface="Arial"/>
                <a:ea typeface="Arial"/>
                <a:cs typeface="Arial"/>
              </a:defRPr>
            </a:lvl2pPr>
            <a:lvl3pPr algn="l">
              <a:defRPr sz="1575" b="1">
                <a:solidFill>
                  <a:srgbClr val="000000"/>
                </a:solidFill>
                <a:latin typeface="Arial"/>
                <a:ea typeface="Arial"/>
                <a:cs typeface="Arial"/>
              </a:defRPr>
            </a:lvl3pPr>
            <a:lvl4pPr algn="l">
              <a:defRPr sz="1575" b="1">
                <a:solidFill>
                  <a:srgbClr val="000000"/>
                </a:solidFill>
                <a:latin typeface="Arial"/>
                <a:ea typeface="Arial"/>
                <a:cs typeface="Arial"/>
              </a:defRPr>
            </a:lvl4pPr>
            <a:lvl5pPr algn="l">
              <a:defRPr sz="1575" b="1">
                <a:solidFill>
                  <a:srgbClr val="000000"/>
                </a:solidFill>
                <a:latin typeface="Arial"/>
                <a:ea typeface="Arial"/>
                <a:cs typeface="Arial"/>
              </a:defRPr>
            </a:lvl5pPr>
            <a:lvl6pPr algn="l">
              <a:defRPr sz="1575" b="1">
                <a:solidFill>
                  <a:srgbClr val="000000"/>
                </a:solidFill>
                <a:latin typeface="Arial"/>
                <a:ea typeface="Arial"/>
                <a:cs typeface="Arial"/>
              </a:defRPr>
            </a:lvl6pPr>
            <a:lvl7pPr algn="l">
              <a:defRPr sz="1575" b="1">
                <a:solidFill>
                  <a:srgbClr val="000000"/>
                </a:solidFill>
                <a:latin typeface="Arial"/>
                <a:ea typeface="Arial"/>
                <a:cs typeface="Arial"/>
              </a:defRPr>
            </a:lvl7pPr>
            <a:lvl8pPr algn="l">
              <a:defRPr sz="1575" b="1">
                <a:solidFill>
                  <a:srgbClr val="000000"/>
                </a:solidFill>
                <a:latin typeface="Arial"/>
                <a:ea typeface="Arial"/>
                <a:cs typeface="Arial"/>
              </a:defRPr>
            </a:lvl8pPr>
            <a:lvl9pPr algn="l">
              <a:defRPr sz="1575" b="1">
                <a:solidFill>
                  <a:srgbClr val="000000"/>
                </a:solidFill>
                <a:latin typeface="Arial"/>
                <a:ea typeface="Arial"/>
                <a:cs typeface="Arial"/>
              </a:defRPr>
            </a:lvl9pPr>
          </a:lstStyle>
          <a:p xmlns:a="http://schemas.openxmlformats.org/drawingml/2006/main">
            <a:pPr algn="l">
              <a:defRPr sz="1575" b="1">
                <a:solidFill>
                  <a:srgbClr val="000000"/>
                </a:solidFill>
                <a:latin typeface="Arial"/>
                <a:ea typeface="Arial"/>
                <a:cs typeface="Arial"/>
              </a:defRPr>
            </a:pPr>
            <a:r>
              <a:rPr sz="1575" b="1">
                <a:solidFill>
                  <a:srgbClr val="000000"/>
                </a:solidFill>
                <a:latin typeface="Arial"/>
                <a:ea typeface="Arial"/>
                <a:cs typeface="Arial"/>
              </a:rPr>
              <a:t>C</a:t>
            </a:r>
          </a:p>
        </p:txBody>
      </p:sp>
      <p:sp>
        <p:nvSpPr>
          <p:cNvPr id="226" name="Scientific domain frame">
            <a:extLst xmlns:a="http://schemas.openxmlformats.org/drawingml/2006/main">
              <a:ext uri="{FF2B5EF4-FFF2-40B4-BE49-F238E27FC236}">
                <a16:creationId xmlns:a16="http://schemas.microsoft.com/office/drawing/2014/main" id="{DBDB5F33-4500-40C8-A86C-FE3E78570C26}"/>
              </a:ext>
            </a:extLst>
          </p:cNvPr>
          <p:cNvSpPr>
            <a:spLocks xmlns:a="http://schemas.openxmlformats.org/drawingml/2006/main" noGrp="1"/>
          </p:cNvSpPr>
          <p:nvPr/>
        </p:nvSpPr>
        <p:spPr>
          <a:xfrm xmlns:a="http://schemas.openxmlformats.org/drawingml/2006/main">
            <a:off x="8782050" y="3552825"/>
            <a:ext cx="3143250" cy="1809750"/>
          </a:xfrm>
          <a:prstGeom xmlns:a="http://schemas.openxmlformats.org/drawingml/2006/main" prst="rect">
            <a:avLst/>
          </a:prstGeom>
          <a:noFill xmlns:a="http://schemas.openxmlformats.org/drawingml/2006/main"/>
          <a:ln xmlns:a="http://schemas.openxmlformats.org/drawingml/2006/main" w="7620">
            <a:solidFill>
              <a:srgbClr val="000000"/>
            </a:solidFill>
          </a:ln>
        </p:spPr>
      </p:sp>
      <p:sp>
        <p:nvSpPr>
          <p:cNvPr id="227" name="Scientific line">
            <a:extLst xmlns:a="http://schemas.openxmlformats.org/drawingml/2006/main">
              <a:ext uri="{FF2B5EF4-FFF2-40B4-BE49-F238E27FC236}">
                <a16:creationId xmlns:a16="http://schemas.microsoft.com/office/drawing/2014/main" id="{B253335D-28A1-4E48-863B-B70812F37572}"/>
              </a:ext>
            </a:extLst>
          </p:cNvPr>
          <p:cNvSpPr>
            <a:spLocks xmlns:a="http://schemas.openxmlformats.org/drawingml/2006/main" noGrp="1"/>
          </p:cNvSpPr>
          <p:nvPr/>
        </p:nvSpPr>
        <p:spPr>
          <a:xfrm xmlns:a="http://schemas.openxmlformats.org/drawingml/2006/main">
            <a:off x="8782050" y="5362575"/>
            <a:ext cx="95" cy="47625"/>
          </a:xfrm>
          <a:custGeom xmlns:a="http://schemas.openxmlformats.org/drawingml/2006/main">
            <a:pathLst>
              <a:path w="95" h="47625">
                <a:moveTo>
                  <a:pt x="0" y="0"/>
                </a:moveTo>
                <a:lnTo>
                  <a:pt x="0" y="47625"/>
                </a:lnTo>
              </a:path>
            </a:pathLst>
          </a:custGeom>
          <a:noFill xmlns:a="http://schemas.openxmlformats.org/drawingml/2006/main"/>
          <a:ln xmlns:a="http://schemas.openxmlformats.org/drawingml/2006/main" w="9525">
            <a:solidFill>
              <a:srgbClr val="000000"/>
            </a:solidFill>
            <a:prstDash val="solid"/>
          </a:ln>
        </p:spPr>
      </p:sp>
      <p:sp>
        <p:nvSpPr>
          <p:cNvPr id="228" name="0">
            <a:extLst xmlns:a="http://schemas.openxmlformats.org/drawingml/2006/main">
              <a:ext uri="{FF2B5EF4-FFF2-40B4-BE49-F238E27FC236}">
                <a16:creationId xmlns:a16="http://schemas.microsoft.com/office/drawing/2014/main" id="{B75FE6CD-127D-4FF6-89FB-9920BA24D11A}"/>
              </a:ext>
            </a:extLst>
          </p:cNvPr>
          <p:cNvSpPr>
            <a:spLocks xmlns:a="http://schemas.openxmlformats.org/drawingml/2006/main" noGrp="1"/>
          </p:cNvSpPr>
          <p:nvPr/>
        </p:nvSpPr>
        <p:spPr>
          <a:xfrm xmlns:a="http://schemas.openxmlformats.org/drawingml/2006/main">
            <a:off x="8572500" y="54197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0</a:t>
            </a:r>
          </a:p>
        </p:txBody>
      </p:sp>
      <p:sp>
        <p:nvSpPr>
          <p:cNvPr id="229" name="Scientific line">
            <a:extLst xmlns:a="http://schemas.openxmlformats.org/drawingml/2006/main">
              <a:ext uri="{FF2B5EF4-FFF2-40B4-BE49-F238E27FC236}">
                <a16:creationId xmlns:a16="http://schemas.microsoft.com/office/drawing/2014/main" id="{617601DE-DC65-4498-A97A-19AD8ED0D82B}"/>
              </a:ext>
            </a:extLst>
          </p:cNvPr>
          <p:cNvSpPr>
            <a:spLocks xmlns:a="http://schemas.openxmlformats.org/drawingml/2006/main" noGrp="1"/>
          </p:cNvSpPr>
          <p:nvPr/>
        </p:nvSpPr>
        <p:spPr>
          <a:xfrm xmlns:a="http://schemas.openxmlformats.org/drawingml/2006/main">
            <a:off x="9380764" y="5362575"/>
            <a:ext cx="95" cy="47625"/>
          </a:xfrm>
          <a:custGeom xmlns:a="http://schemas.openxmlformats.org/drawingml/2006/main">
            <a:pathLst>
              <a:path w="95" h="47625">
                <a:moveTo>
                  <a:pt x="0" y="0"/>
                </a:moveTo>
                <a:lnTo>
                  <a:pt x="0" y="47625"/>
                </a:lnTo>
              </a:path>
            </a:pathLst>
          </a:custGeom>
          <a:noFill xmlns:a="http://schemas.openxmlformats.org/drawingml/2006/main"/>
          <a:ln xmlns:a="http://schemas.openxmlformats.org/drawingml/2006/main" w="9525">
            <a:solidFill>
              <a:srgbClr val="000000"/>
            </a:solidFill>
            <a:prstDash val="solid"/>
          </a:ln>
        </p:spPr>
      </p:sp>
      <p:sp>
        <p:nvSpPr>
          <p:cNvPr id="230" name="12">
            <a:extLst xmlns:a="http://schemas.openxmlformats.org/drawingml/2006/main">
              <a:ext uri="{FF2B5EF4-FFF2-40B4-BE49-F238E27FC236}">
                <a16:creationId xmlns:a16="http://schemas.microsoft.com/office/drawing/2014/main" id="{FCDC8B3B-BEE5-428F-BBEC-5A2E67558E20}"/>
              </a:ext>
            </a:extLst>
          </p:cNvPr>
          <p:cNvSpPr>
            <a:spLocks xmlns:a="http://schemas.openxmlformats.org/drawingml/2006/main" noGrp="1"/>
          </p:cNvSpPr>
          <p:nvPr/>
        </p:nvSpPr>
        <p:spPr>
          <a:xfrm xmlns:a="http://schemas.openxmlformats.org/drawingml/2006/main">
            <a:off x="9171214" y="54197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12</a:t>
            </a:r>
          </a:p>
        </p:txBody>
      </p:sp>
      <p:sp>
        <p:nvSpPr>
          <p:cNvPr id="231" name="Scientific line">
            <a:extLst xmlns:a="http://schemas.openxmlformats.org/drawingml/2006/main">
              <a:ext uri="{FF2B5EF4-FFF2-40B4-BE49-F238E27FC236}">
                <a16:creationId xmlns:a16="http://schemas.microsoft.com/office/drawing/2014/main" id="{02AC8854-0B30-490A-AD9A-FF336CBA67DC}"/>
              </a:ext>
            </a:extLst>
          </p:cNvPr>
          <p:cNvSpPr>
            <a:spLocks xmlns:a="http://schemas.openxmlformats.org/drawingml/2006/main" noGrp="1"/>
          </p:cNvSpPr>
          <p:nvPr/>
        </p:nvSpPr>
        <p:spPr>
          <a:xfrm xmlns:a="http://schemas.openxmlformats.org/drawingml/2006/main">
            <a:off x="10029371" y="5362575"/>
            <a:ext cx="95" cy="47625"/>
          </a:xfrm>
          <a:custGeom xmlns:a="http://schemas.openxmlformats.org/drawingml/2006/main">
            <a:pathLst>
              <a:path w="95" h="47625">
                <a:moveTo>
                  <a:pt x="0" y="0"/>
                </a:moveTo>
                <a:lnTo>
                  <a:pt x="0" y="47625"/>
                </a:lnTo>
              </a:path>
            </a:pathLst>
          </a:custGeom>
          <a:noFill xmlns:a="http://schemas.openxmlformats.org/drawingml/2006/main"/>
          <a:ln xmlns:a="http://schemas.openxmlformats.org/drawingml/2006/main" w="9525">
            <a:solidFill>
              <a:srgbClr val="000000"/>
            </a:solidFill>
            <a:prstDash val="solid"/>
          </a:ln>
        </p:spPr>
      </p:sp>
      <p:sp>
        <p:nvSpPr>
          <p:cNvPr id="232" name="25">
            <a:extLst xmlns:a="http://schemas.openxmlformats.org/drawingml/2006/main">
              <a:ext uri="{FF2B5EF4-FFF2-40B4-BE49-F238E27FC236}">
                <a16:creationId xmlns:a16="http://schemas.microsoft.com/office/drawing/2014/main" id="{07E645B6-054E-4421-8C2B-3DB845946ABD}"/>
              </a:ext>
            </a:extLst>
          </p:cNvPr>
          <p:cNvSpPr>
            <a:spLocks xmlns:a="http://schemas.openxmlformats.org/drawingml/2006/main" noGrp="1"/>
          </p:cNvSpPr>
          <p:nvPr/>
        </p:nvSpPr>
        <p:spPr>
          <a:xfrm xmlns:a="http://schemas.openxmlformats.org/drawingml/2006/main">
            <a:off x="9819821" y="54197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25</a:t>
            </a:r>
          </a:p>
        </p:txBody>
      </p:sp>
      <p:sp>
        <p:nvSpPr>
          <p:cNvPr id="233" name="Scientific line">
            <a:extLst xmlns:a="http://schemas.openxmlformats.org/drawingml/2006/main">
              <a:ext uri="{FF2B5EF4-FFF2-40B4-BE49-F238E27FC236}">
                <a16:creationId xmlns:a16="http://schemas.microsoft.com/office/drawing/2014/main" id="{2582A8B6-F5F2-43F3-9F6B-CEC1EB9AB5FE}"/>
              </a:ext>
            </a:extLst>
          </p:cNvPr>
          <p:cNvSpPr>
            <a:spLocks xmlns:a="http://schemas.openxmlformats.org/drawingml/2006/main" noGrp="1"/>
          </p:cNvSpPr>
          <p:nvPr/>
        </p:nvSpPr>
        <p:spPr>
          <a:xfrm xmlns:a="http://schemas.openxmlformats.org/drawingml/2006/main">
            <a:off x="10677979" y="5362575"/>
            <a:ext cx="95" cy="47625"/>
          </a:xfrm>
          <a:custGeom xmlns:a="http://schemas.openxmlformats.org/drawingml/2006/main">
            <a:pathLst>
              <a:path w="95" h="47625">
                <a:moveTo>
                  <a:pt x="0" y="0"/>
                </a:moveTo>
                <a:lnTo>
                  <a:pt x="0" y="47625"/>
                </a:lnTo>
              </a:path>
            </a:pathLst>
          </a:custGeom>
          <a:noFill xmlns:a="http://schemas.openxmlformats.org/drawingml/2006/main"/>
          <a:ln xmlns:a="http://schemas.openxmlformats.org/drawingml/2006/main" w="9525">
            <a:solidFill>
              <a:srgbClr val="000000"/>
            </a:solidFill>
            <a:prstDash val="solid"/>
          </a:ln>
        </p:spPr>
      </p:sp>
      <p:sp>
        <p:nvSpPr>
          <p:cNvPr id="234" name="38">
            <a:extLst xmlns:a="http://schemas.openxmlformats.org/drawingml/2006/main">
              <a:ext uri="{FF2B5EF4-FFF2-40B4-BE49-F238E27FC236}">
                <a16:creationId xmlns:a16="http://schemas.microsoft.com/office/drawing/2014/main" id="{8E424F05-ED7A-4608-80FD-E43BD3057010}"/>
              </a:ext>
            </a:extLst>
          </p:cNvPr>
          <p:cNvSpPr>
            <a:spLocks xmlns:a="http://schemas.openxmlformats.org/drawingml/2006/main" noGrp="1"/>
          </p:cNvSpPr>
          <p:nvPr/>
        </p:nvSpPr>
        <p:spPr>
          <a:xfrm xmlns:a="http://schemas.openxmlformats.org/drawingml/2006/main">
            <a:off x="10468429" y="54197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38</a:t>
            </a:r>
          </a:p>
        </p:txBody>
      </p:sp>
      <p:sp>
        <p:nvSpPr>
          <p:cNvPr id="235" name="Scientific line">
            <a:extLst xmlns:a="http://schemas.openxmlformats.org/drawingml/2006/main">
              <a:ext uri="{FF2B5EF4-FFF2-40B4-BE49-F238E27FC236}">
                <a16:creationId xmlns:a16="http://schemas.microsoft.com/office/drawing/2014/main" id="{57B6EC74-DC52-46A8-8CA1-B3206C387012}"/>
              </a:ext>
            </a:extLst>
          </p:cNvPr>
          <p:cNvSpPr>
            <a:spLocks xmlns:a="http://schemas.openxmlformats.org/drawingml/2006/main" noGrp="1"/>
          </p:cNvSpPr>
          <p:nvPr/>
        </p:nvSpPr>
        <p:spPr>
          <a:xfrm xmlns:a="http://schemas.openxmlformats.org/drawingml/2006/main">
            <a:off x="11326586" y="5362575"/>
            <a:ext cx="95" cy="47625"/>
          </a:xfrm>
          <a:custGeom xmlns:a="http://schemas.openxmlformats.org/drawingml/2006/main">
            <a:pathLst>
              <a:path w="95" h="47625">
                <a:moveTo>
                  <a:pt x="0" y="0"/>
                </a:moveTo>
                <a:lnTo>
                  <a:pt x="0" y="47625"/>
                </a:lnTo>
              </a:path>
            </a:pathLst>
          </a:custGeom>
          <a:noFill xmlns:a="http://schemas.openxmlformats.org/drawingml/2006/main"/>
          <a:ln xmlns:a="http://schemas.openxmlformats.org/drawingml/2006/main" w="9525">
            <a:solidFill>
              <a:srgbClr val="000000"/>
            </a:solidFill>
            <a:prstDash val="solid"/>
          </a:ln>
        </p:spPr>
      </p:sp>
      <p:sp>
        <p:nvSpPr>
          <p:cNvPr id="236" name="51">
            <a:extLst xmlns:a="http://schemas.openxmlformats.org/drawingml/2006/main">
              <a:ext uri="{FF2B5EF4-FFF2-40B4-BE49-F238E27FC236}">
                <a16:creationId xmlns:a16="http://schemas.microsoft.com/office/drawing/2014/main" id="{7D09DA47-F9C2-4434-8391-4C6FB1C1BA5C}"/>
              </a:ext>
            </a:extLst>
          </p:cNvPr>
          <p:cNvSpPr>
            <a:spLocks xmlns:a="http://schemas.openxmlformats.org/drawingml/2006/main" noGrp="1"/>
          </p:cNvSpPr>
          <p:nvPr/>
        </p:nvSpPr>
        <p:spPr>
          <a:xfrm xmlns:a="http://schemas.openxmlformats.org/drawingml/2006/main">
            <a:off x="11117036" y="54197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51</a:t>
            </a:r>
          </a:p>
        </p:txBody>
      </p:sp>
      <p:sp>
        <p:nvSpPr>
          <p:cNvPr id="237" name="Scientific line">
            <a:extLst xmlns:a="http://schemas.openxmlformats.org/drawingml/2006/main">
              <a:ext uri="{FF2B5EF4-FFF2-40B4-BE49-F238E27FC236}">
                <a16:creationId xmlns:a16="http://schemas.microsoft.com/office/drawing/2014/main" id="{E2F7DC48-8D9A-4337-ADC5-861334D6B2CF}"/>
              </a:ext>
            </a:extLst>
          </p:cNvPr>
          <p:cNvSpPr>
            <a:spLocks xmlns:a="http://schemas.openxmlformats.org/drawingml/2006/main" noGrp="1"/>
          </p:cNvSpPr>
          <p:nvPr/>
        </p:nvSpPr>
        <p:spPr>
          <a:xfrm xmlns:a="http://schemas.openxmlformats.org/drawingml/2006/main">
            <a:off x="11925300" y="5362575"/>
            <a:ext cx="95" cy="47625"/>
          </a:xfrm>
          <a:custGeom xmlns:a="http://schemas.openxmlformats.org/drawingml/2006/main">
            <a:pathLst>
              <a:path w="95" h="47625">
                <a:moveTo>
                  <a:pt x="0" y="0"/>
                </a:moveTo>
                <a:lnTo>
                  <a:pt x="0" y="47625"/>
                </a:lnTo>
              </a:path>
            </a:pathLst>
          </a:custGeom>
          <a:noFill xmlns:a="http://schemas.openxmlformats.org/drawingml/2006/main"/>
          <a:ln xmlns:a="http://schemas.openxmlformats.org/drawingml/2006/main" w="9525">
            <a:solidFill>
              <a:srgbClr val="000000"/>
            </a:solidFill>
            <a:prstDash val="solid"/>
          </a:ln>
        </p:spPr>
      </p:sp>
      <p:sp>
        <p:nvSpPr>
          <p:cNvPr id="238" name="63">
            <a:extLst xmlns:a="http://schemas.openxmlformats.org/drawingml/2006/main">
              <a:ext uri="{FF2B5EF4-FFF2-40B4-BE49-F238E27FC236}">
                <a16:creationId xmlns:a16="http://schemas.microsoft.com/office/drawing/2014/main" id="{0B8189E1-9B57-4C16-B528-0D117ACA69A5}"/>
              </a:ext>
            </a:extLst>
          </p:cNvPr>
          <p:cNvSpPr>
            <a:spLocks xmlns:a="http://schemas.openxmlformats.org/drawingml/2006/main" noGrp="1"/>
          </p:cNvSpPr>
          <p:nvPr/>
        </p:nvSpPr>
        <p:spPr>
          <a:xfrm xmlns:a="http://schemas.openxmlformats.org/drawingml/2006/main">
            <a:off x="11715750" y="5419725"/>
            <a:ext cx="4191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63</a:t>
            </a:r>
          </a:p>
        </p:txBody>
      </p:sp>
      <p:sp>
        <p:nvSpPr>
          <p:cNvPr id="239" name="Scientific line">
            <a:extLst xmlns:a="http://schemas.openxmlformats.org/drawingml/2006/main">
              <a:ext uri="{FF2B5EF4-FFF2-40B4-BE49-F238E27FC236}">
                <a16:creationId xmlns:a16="http://schemas.microsoft.com/office/drawing/2014/main" id="{F8CBF0F4-E59F-4C5F-AC54-30988121017E}"/>
              </a:ext>
            </a:extLst>
          </p:cNvPr>
          <p:cNvSpPr>
            <a:spLocks xmlns:a="http://schemas.openxmlformats.org/drawingml/2006/main" noGrp="1"/>
          </p:cNvSpPr>
          <p:nvPr/>
        </p:nvSpPr>
        <p:spPr>
          <a:xfrm xmlns:a="http://schemas.openxmlformats.org/drawingml/2006/main">
            <a:off x="8734425" y="5362575"/>
            <a:ext cx="47625" cy="95"/>
          </a:xfrm>
          <a:custGeom xmlns:a="http://schemas.openxmlformats.org/drawingml/2006/main">
            <a:pathLst>
              <a:path w="47625" h="95">
                <a:moveTo>
                  <a:pt x="0" y="0"/>
                </a:moveTo>
                <a:lnTo>
                  <a:pt x="47625" y="0"/>
                </a:lnTo>
              </a:path>
            </a:pathLst>
          </a:custGeom>
          <a:noFill xmlns:a="http://schemas.openxmlformats.org/drawingml/2006/main"/>
          <a:ln xmlns:a="http://schemas.openxmlformats.org/drawingml/2006/main" w="9525">
            <a:solidFill>
              <a:srgbClr val="000000"/>
            </a:solidFill>
            <a:prstDash val="solid"/>
          </a:ln>
        </p:spPr>
      </p:sp>
      <p:sp>
        <p:nvSpPr>
          <p:cNvPr id="240" name="0">
            <a:extLst xmlns:a="http://schemas.openxmlformats.org/drawingml/2006/main">
              <a:ext uri="{FF2B5EF4-FFF2-40B4-BE49-F238E27FC236}">
                <a16:creationId xmlns:a16="http://schemas.microsoft.com/office/drawing/2014/main" id="{7B96E30F-6307-4940-9DBF-C01F641628FC}"/>
              </a:ext>
            </a:extLst>
          </p:cNvPr>
          <p:cNvSpPr>
            <a:spLocks xmlns:a="http://schemas.openxmlformats.org/drawingml/2006/main" noGrp="1"/>
          </p:cNvSpPr>
          <p:nvPr/>
        </p:nvSpPr>
        <p:spPr>
          <a:xfrm xmlns:a="http://schemas.openxmlformats.org/drawingml/2006/main">
            <a:off x="8210550" y="524827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350" b="0">
                <a:solidFill>
                  <a:srgbClr val="000000"/>
                </a:solidFill>
                <a:latin typeface="Arial"/>
                <a:ea typeface="Arial"/>
                <a:cs typeface="Arial"/>
              </a:defRPr>
            </a:defPPr>
            <a:lvl1pPr algn="r">
              <a:defRPr sz="1350" b="0">
                <a:solidFill>
                  <a:srgbClr val="000000"/>
                </a:solidFill>
                <a:latin typeface="Arial"/>
                <a:ea typeface="Arial"/>
                <a:cs typeface="Arial"/>
              </a:defRPr>
            </a:lvl1pPr>
            <a:lvl2pPr algn="r">
              <a:defRPr sz="1350" b="0">
                <a:solidFill>
                  <a:srgbClr val="000000"/>
                </a:solidFill>
                <a:latin typeface="Arial"/>
                <a:ea typeface="Arial"/>
                <a:cs typeface="Arial"/>
              </a:defRPr>
            </a:lvl2pPr>
            <a:lvl3pPr algn="r">
              <a:defRPr sz="1350" b="0">
                <a:solidFill>
                  <a:srgbClr val="000000"/>
                </a:solidFill>
                <a:latin typeface="Arial"/>
                <a:ea typeface="Arial"/>
                <a:cs typeface="Arial"/>
              </a:defRPr>
            </a:lvl3pPr>
            <a:lvl4pPr algn="r">
              <a:defRPr sz="1350" b="0">
                <a:solidFill>
                  <a:srgbClr val="000000"/>
                </a:solidFill>
                <a:latin typeface="Arial"/>
                <a:ea typeface="Arial"/>
                <a:cs typeface="Arial"/>
              </a:defRPr>
            </a:lvl4pPr>
            <a:lvl5pPr algn="r">
              <a:defRPr sz="1350" b="0">
                <a:solidFill>
                  <a:srgbClr val="000000"/>
                </a:solidFill>
                <a:latin typeface="Arial"/>
                <a:ea typeface="Arial"/>
                <a:cs typeface="Arial"/>
              </a:defRPr>
            </a:lvl5pPr>
            <a:lvl6pPr algn="r">
              <a:defRPr sz="1350" b="0">
                <a:solidFill>
                  <a:srgbClr val="000000"/>
                </a:solidFill>
                <a:latin typeface="Arial"/>
                <a:ea typeface="Arial"/>
                <a:cs typeface="Arial"/>
              </a:defRPr>
            </a:lvl6pPr>
            <a:lvl7pPr algn="r">
              <a:defRPr sz="1350" b="0">
                <a:solidFill>
                  <a:srgbClr val="000000"/>
                </a:solidFill>
                <a:latin typeface="Arial"/>
                <a:ea typeface="Arial"/>
                <a:cs typeface="Arial"/>
              </a:defRPr>
            </a:lvl7pPr>
            <a:lvl8pPr algn="r">
              <a:defRPr sz="1350" b="0">
                <a:solidFill>
                  <a:srgbClr val="000000"/>
                </a:solidFill>
                <a:latin typeface="Arial"/>
                <a:ea typeface="Arial"/>
                <a:cs typeface="Arial"/>
              </a:defRPr>
            </a:lvl8pPr>
            <a:lvl9pPr algn="r">
              <a:defRPr sz="1350" b="0">
                <a:solidFill>
                  <a:srgbClr val="000000"/>
                </a:solidFill>
                <a:latin typeface="Arial"/>
                <a:ea typeface="Arial"/>
                <a:cs typeface="Arial"/>
              </a:defRPr>
            </a:lvl9pPr>
          </a:lstStyle>
          <a:p xmlns:a="http://schemas.openxmlformats.org/drawingml/2006/main">
            <a:pPr algn="r">
              <a:defRPr sz="1350" b="0">
                <a:solidFill>
                  <a:srgbClr val="000000"/>
                </a:solidFill>
                <a:latin typeface="Arial"/>
                <a:ea typeface="Arial"/>
                <a:cs typeface="Arial"/>
              </a:defRPr>
            </a:pPr>
            <a:r>
              <a:rPr sz="1350" b="0">
                <a:solidFill>
                  <a:srgbClr val="000000"/>
                </a:solidFill>
                <a:latin typeface="Arial"/>
                <a:ea typeface="Arial"/>
                <a:cs typeface="Arial"/>
              </a:rPr>
              <a:t>0</a:t>
            </a:r>
          </a:p>
        </p:txBody>
      </p:sp>
      <p:sp>
        <p:nvSpPr>
          <p:cNvPr id="241" name="Scientific line">
            <a:extLst xmlns:a="http://schemas.openxmlformats.org/drawingml/2006/main">
              <a:ext uri="{FF2B5EF4-FFF2-40B4-BE49-F238E27FC236}">
                <a16:creationId xmlns:a16="http://schemas.microsoft.com/office/drawing/2014/main" id="{62190CA1-5801-41C7-AAD5-1980FBD23346}"/>
              </a:ext>
            </a:extLst>
          </p:cNvPr>
          <p:cNvSpPr>
            <a:spLocks xmlns:a="http://schemas.openxmlformats.org/drawingml/2006/main" noGrp="1"/>
          </p:cNvSpPr>
          <p:nvPr/>
        </p:nvSpPr>
        <p:spPr>
          <a:xfrm xmlns:a="http://schemas.openxmlformats.org/drawingml/2006/main">
            <a:off x="8734425" y="4759325"/>
            <a:ext cx="47625" cy="95"/>
          </a:xfrm>
          <a:custGeom xmlns:a="http://schemas.openxmlformats.org/drawingml/2006/main">
            <a:pathLst>
              <a:path w="47625" h="95">
                <a:moveTo>
                  <a:pt x="0" y="0"/>
                </a:moveTo>
                <a:lnTo>
                  <a:pt x="47625" y="0"/>
                </a:lnTo>
              </a:path>
            </a:pathLst>
          </a:custGeom>
          <a:noFill xmlns:a="http://schemas.openxmlformats.org/drawingml/2006/main"/>
          <a:ln xmlns:a="http://schemas.openxmlformats.org/drawingml/2006/main" w="9525">
            <a:solidFill>
              <a:srgbClr val="000000"/>
            </a:solidFill>
            <a:prstDash val="solid"/>
          </a:ln>
        </p:spPr>
      </p:sp>
      <p:sp>
        <p:nvSpPr>
          <p:cNvPr id="242" name="40">
            <a:extLst xmlns:a="http://schemas.openxmlformats.org/drawingml/2006/main">
              <a:ext uri="{FF2B5EF4-FFF2-40B4-BE49-F238E27FC236}">
                <a16:creationId xmlns:a16="http://schemas.microsoft.com/office/drawing/2014/main" id="{CBF4E3B7-2345-4E44-83E1-B9A14627928F}"/>
              </a:ext>
            </a:extLst>
          </p:cNvPr>
          <p:cNvSpPr>
            <a:spLocks xmlns:a="http://schemas.openxmlformats.org/drawingml/2006/main" noGrp="1"/>
          </p:cNvSpPr>
          <p:nvPr/>
        </p:nvSpPr>
        <p:spPr>
          <a:xfrm xmlns:a="http://schemas.openxmlformats.org/drawingml/2006/main">
            <a:off x="8210550" y="464502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350" b="0">
                <a:solidFill>
                  <a:srgbClr val="000000"/>
                </a:solidFill>
                <a:latin typeface="Arial"/>
                <a:ea typeface="Arial"/>
                <a:cs typeface="Arial"/>
              </a:defRPr>
            </a:defPPr>
            <a:lvl1pPr algn="r">
              <a:defRPr sz="1350" b="0">
                <a:solidFill>
                  <a:srgbClr val="000000"/>
                </a:solidFill>
                <a:latin typeface="Arial"/>
                <a:ea typeface="Arial"/>
                <a:cs typeface="Arial"/>
              </a:defRPr>
            </a:lvl1pPr>
            <a:lvl2pPr algn="r">
              <a:defRPr sz="1350" b="0">
                <a:solidFill>
                  <a:srgbClr val="000000"/>
                </a:solidFill>
                <a:latin typeface="Arial"/>
                <a:ea typeface="Arial"/>
                <a:cs typeface="Arial"/>
              </a:defRPr>
            </a:lvl2pPr>
            <a:lvl3pPr algn="r">
              <a:defRPr sz="1350" b="0">
                <a:solidFill>
                  <a:srgbClr val="000000"/>
                </a:solidFill>
                <a:latin typeface="Arial"/>
                <a:ea typeface="Arial"/>
                <a:cs typeface="Arial"/>
              </a:defRPr>
            </a:lvl3pPr>
            <a:lvl4pPr algn="r">
              <a:defRPr sz="1350" b="0">
                <a:solidFill>
                  <a:srgbClr val="000000"/>
                </a:solidFill>
                <a:latin typeface="Arial"/>
                <a:ea typeface="Arial"/>
                <a:cs typeface="Arial"/>
              </a:defRPr>
            </a:lvl4pPr>
            <a:lvl5pPr algn="r">
              <a:defRPr sz="1350" b="0">
                <a:solidFill>
                  <a:srgbClr val="000000"/>
                </a:solidFill>
                <a:latin typeface="Arial"/>
                <a:ea typeface="Arial"/>
                <a:cs typeface="Arial"/>
              </a:defRPr>
            </a:lvl5pPr>
            <a:lvl6pPr algn="r">
              <a:defRPr sz="1350" b="0">
                <a:solidFill>
                  <a:srgbClr val="000000"/>
                </a:solidFill>
                <a:latin typeface="Arial"/>
                <a:ea typeface="Arial"/>
                <a:cs typeface="Arial"/>
              </a:defRPr>
            </a:lvl6pPr>
            <a:lvl7pPr algn="r">
              <a:defRPr sz="1350" b="0">
                <a:solidFill>
                  <a:srgbClr val="000000"/>
                </a:solidFill>
                <a:latin typeface="Arial"/>
                <a:ea typeface="Arial"/>
                <a:cs typeface="Arial"/>
              </a:defRPr>
            </a:lvl7pPr>
            <a:lvl8pPr algn="r">
              <a:defRPr sz="1350" b="0">
                <a:solidFill>
                  <a:srgbClr val="000000"/>
                </a:solidFill>
                <a:latin typeface="Arial"/>
                <a:ea typeface="Arial"/>
                <a:cs typeface="Arial"/>
              </a:defRPr>
            </a:lvl8pPr>
            <a:lvl9pPr algn="r">
              <a:defRPr sz="1350" b="0">
                <a:solidFill>
                  <a:srgbClr val="000000"/>
                </a:solidFill>
                <a:latin typeface="Arial"/>
                <a:ea typeface="Arial"/>
                <a:cs typeface="Arial"/>
              </a:defRPr>
            </a:lvl9pPr>
          </a:lstStyle>
          <a:p xmlns:a="http://schemas.openxmlformats.org/drawingml/2006/main">
            <a:pPr algn="r">
              <a:defRPr sz="1350" b="0">
                <a:solidFill>
                  <a:srgbClr val="000000"/>
                </a:solidFill>
                <a:latin typeface="Arial"/>
                <a:ea typeface="Arial"/>
                <a:cs typeface="Arial"/>
              </a:defRPr>
            </a:pPr>
            <a:r>
              <a:rPr sz="1350" b="0">
                <a:solidFill>
                  <a:srgbClr val="000000"/>
                </a:solidFill>
                <a:latin typeface="Arial"/>
                <a:ea typeface="Arial"/>
                <a:cs typeface="Arial"/>
              </a:rPr>
              <a:t>40</a:t>
            </a:r>
          </a:p>
        </p:txBody>
      </p:sp>
      <p:sp>
        <p:nvSpPr>
          <p:cNvPr id="243" name="Scientific line">
            <a:extLst xmlns:a="http://schemas.openxmlformats.org/drawingml/2006/main">
              <a:ext uri="{FF2B5EF4-FFF2-40B4-BE49-F238E27FC236}">
                <a16:creationId xmlns:a16="http://schemas.microsoft.com/office/drawing/2014/main" id="{94262B0A-7215-4612-BC88-918A02CBDC1C}"/>
              </a:ext>
            </a:extLst>
          </p:cNvPr>
          <p:cNvSpPr>
            <a:spLocks xmlns:a="http://schemas.openxmlformats.org/drawingml/2006/main" noGrp="1"/>
          </p:cNvSpPr>
          <p:nvPr/>
        </p:nvSpPr>
        <p:spPr>
          <a:xfrm xmlns:a="http://schemas.openxmlformats.org/drawingml/2006/main">
            <a:off x="8734425" y="4156075"/>
            <a:ext cx="47625" cy="95"/>
          </a:xfrm>
          <a:custGeom xmlns:a="http://schemas.openxmlformats.org/drawingml/2006/main">
            <a:pathLst>
              <a:path w="47625" h="95">
                <a:moveTo>
                  <a:pt x="0" y="0"/>
                </a:moveTo>
                <a:lnTo>
                  <a:pt x="47625" y="0"/>
                </a:lnTo>
              </a:path>
            </a:pathLst>
          </a:custGeom>
          <a:noFill xmlns:a="http://schemas.openxmlformats.org/drawingml/2006/main"/>
          <a:ln xmlns:a="http://schemas.openxmlformats.org/drawingml/2006/main" w="9525">
            <a:solidFill>
              <a:srgbClr val="000000"/>
            </a:solidFill>
            <a:prstDash val="solid"/>
          </a:ln>
        </p:spPr>
      </p:sp>
      <p:sp>
        <p:nvSpPr>
          <p:cNvPr id="244" name="80">
            <a:extLst xmlns:a="http://schemas.openxmlformats.org/drawingml/2006/main">
              <a:ext uri="{FF2B5EF4-FFF2-40B4-BE49-F238E27FC236}">
                <a16:creationId xmlns:a16="http://schemas.microsoft.com/office/drawing/2014/main" id="{03C88EDF-D262-43B0-96A0-A33B2C1B2A37}"/>
              </a:ext>
            </a:extLst>
          </p:cNvPr>
          <p:cNvSpPr>
            <a:spLocks xmlns:a="http://schemas.openxmlformats.org/drawingml/2006/main" noGrp="1"/>
          </p:cNvSpPr>
          <p:nvPr/>
        </p:nvSpPr>
        <p:spPr>
          <a:xfrm xmlns:a="http://schemas.openxmlformats.org/drawingml/2006/main">
            <a:off x="8210550" y="404177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350" b="0">
                <a:solidFill>
                  <a:srgbClr val="000000"/>
                </a:solidFill>
                <a:latin typeface="Arial"/>
                <a:ea typeface="Arial"/>
                <a:cs typeface="Arial"/>
              </a:defRPr>
            </a:defPPr>
            <a:lvl1pPr algn="r">
              <a:defRPr sz="1350" b="0">
                <a:solidFill>
                  <a:srgbClr val="000000"/>
                </a:solidFill>
                <a:latin typeface="Arial"/>
                <a:ea typeface="Arial"/>
                <a:cs typeface="Arial"/>
              </a:defRPr>
            </a:lvl1pPr>
            <a:lvl2pPr algn="r">
              <a:defRPr sz="1350" b="0">
                <a:solidFill>
                  <a:srgbClr val="000000"/>
                </a:solidFill>
                <a:latin typeface="Arial"/>
                <a:ea typeface="Arial"/>
                <a:cs typeface="Arial"/>
              </a:defRPr>
            </a:lvl2pPr>
            <a:lvl3pPr algn="r">
              <a:defRPr sz="1350" b="0">
                <a:solidFill>
                  <a:srgbClr val="000000"/>
                </a:solidFill>
                <a:latin typeface="Arial"/>
                <a:ea typeface="Arial"/>
                <a:cs typeface="Arial"/>
              </a:defRPr>
            </a:lvl3pPr>
            <a:lvl4pPr algn="r">
              <a:defRPr sz="1350" b="0">
                <a:solidFill>
                  <a:srgbClr val="000000"/>
                </a:solidFill>
                <a:latin typeface="Arial"/>
                <a:ea typeface="Arial"/>
                <a:cs typeface="Arial"/>
              </a:defRPr>
            </a:lvl4pPr>
            <a:lvl5pPr algn="r">
              <a:defRPr sz="1350" b="0">
                <a:solidFill>
                  <a:srgbClr val="000000"/>
                </a:solidFill>
                <a:latin typeface="Arial"/>
                <a:ea typeface="Arial"/>
                <a:cs typeface="Arial"/>
              </a:defRPr>
            </a:lvl5pPr>
            <a:lvl6pPr algn="r">
              <a:defRPr sz="1350" b="0">
                <a:solidFill>
                  <a:srgbClr val="000000"/>
                </a:solidFill>
                <a:latin typeface="Arial"/>
                <a:ea typeface="Arial"/>
                <a:cs typeface="Arial"/>
              </a:defRPr>
            </a:lvl6pPr>
            <a:lvl7pPr algn="r">
              <a:defRPr sz="1350" b="0">
                <a:solidFill>
                  <a:srgbClr val="000000"/>
                </a:solidFill>
                <a:latin typeface="Arial"/>
                <a:ea typeface="Arial"/>
                <a:cs typeface="Arial"/>
              </a:defRPr>
            </a:lvl7pPr>
            <a:lvl8pPr algn="r">
              <a:defRPr sz="1350" b="0">
                <a:solidFill>
                  <a:srgbClr val="000000"/>
                </a:solidFill>
                <a:latin typeface="Arial"/>
                <a:ea typeface="Arial"/>
                <a:cs typeface="Arial"/>
              </a:defRPr>
            </a:lvl8pPr>
            <a:lvl9pPr algn="r">
              <a:defRPr sz="1350" b="0">
                <a:solidFill>
                  <a:srgbClr val="000000"/>
                </a:solidFill>
                <a:latin typeface="Arial"/>
                <a:ea typeface="Arial"/>
                <a:cs typeface="Arial"/>
              </a:defRPr>
            </a:lvl9pPr>
          </a:lstStyle>
          <a:p xmlns:a="http://schemas.openxmlformats.org/drawingml/2006/main">
            <a:pPr algn="r">
              <a:defRPr sz="1350" b="0">
                <a:solidFill>
                  <a:srgbClr val="000000"/>
                </a:solidFill>
                <a:latin typeface="Arial"/>
                <a:ea typeface="Arial"/>
                <a:cs typeface="Arial"/>
              </a:defRPr>
            </a:pPr>
            <a:r>
              <a:rPr sz="1350" b="0">
                <a:solidFill>
                  <a:srgbClr val="000000"/>
                </a:solidFill>
                <a:latin typeface="Arial"/>
                <a:ea typeface="Arial"/>
                <a:cs typeface="Arial"/>
              </a:rPr>
              <a:t>80</a:t>
            </a:r>
          </a:p>
        </p:txBody>
      </p:sp>
      <p:sp>
        <p:nvSpPr>
          <p:cNvPr id="245" name="Scientific line">
            <a:extLst xmlns:a="http://schemas.openxmlformats.org/drawingml/2006/main">
              <a:ext uri="{FF2B5EF4-FFF2-40B4-BE49-F238E27FC236}">
                <a16:creationId xmlns:a16="http://schemas.microsoft.com/office/drawing/2014/main" id="{96D0EA47-47C9-4BF3-9261-FFE32C0EEC24}"/>
              </a:ext>
            </a:extLst>
          </p:cNvPr>
          <p:cNvSpPr>
            <a:spLocks xmlns:a="http://schemas.openxmlformats.org/drawingml/2006/main" noGrp="1"/>
          </p:cNvSpPr>
          <p:nvPr/>
        </p:nvSpPr>
        <p:spPr>
          <a:xfrm xmlns:a="http://schemas.openxmlformats.org/drawingml/2006/main">
            <a:off x="8734425" y="3552825"/>
            <a:ext cx="47625" cy="95"/>
          </a:xfrm>
          <a:custGeom xmlns:a="http://schemas.openxmlformats.org/drawingml/2006/main">
            <a:pathLst>
              <a:path w="47625" h="95">
                <a:moveTo>
                  <a:pt x="0" y="0"/>
                </a:moveTo>
                <a:lnTo>
                  <a:pt x="47625" y="0"/>
                </a:lnTo>
              </a:path>
            </a:pathLst>
          </a:custGeom>
          <a:noFill xmlns:a="http://schemas.openxmlformats.org/drawingml/2006/main"/>
          <a:ln xmlns:a="http://schemas.openxmlformats.org/drawingml/2006/main" w="9525">
            <a:solidFill>
              <a:srgbClr val="000000"/>
            </a:solidFill>
            <a:prstDash val="solid"/>
          </a:ln>
        </p:spPr>
      </p:sp>
      <p:sp>
        <p:nvSpPr>
          <p:cNvPr id="246" name="120">
            <a:extLst xmlns:a="http://schemas.openxmlformats.org/drawingml/2006/main">
              <a:ext uri="{FF2B5EF4-FFF2-40B4-BE49-F238E27FC236}">
                <a16:creationId xmlns:a16="http://schemas.microsoft.com/office/drawing/2014/main" id="{C0782F1F-8A84-4554-A6D7-73996CC326BB}"/>
              </a:ext>
            </a:extLst>
          </p:cNvPr>
          <p:cNvSpPr>
            <a:spLocks xmlns:a="http://schemas.openxmlformats.org/drawingml/2006/main" noGrp="1"/>
          </p:cNvSpPr>
          <p:nvPr/>
        </p:nvSpPr>
        <p:spPr>
          <a:xfrm xmlns:a="http://schemas.openxmlformats.org/drawingml/2006/main">
            <a:off x="8210550" y="3438525"/>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350" b="0">
                <a:solidFill>
                  <a:srgbClr val="000000"/>
                </a:solidFill>
                <a:latin typeface="Arial"/>
                <a:ea typeface="Arial"/>
                <a:cs typeface="Arial"/>
              </a:defRPr>
            </a:defPPr>
            <a:lvl1pPr algn="r">
              <a:defRPr sz="1350" b="0">
                <a:solidFill>
                  <a:srgbClr val="000000"/>
                </a:solidFill>
                <a:latin typeface="Arial"/>
                <a:ea typeface="Arial"/>
                <a:cs typeface="Arial"/>
              </a:defRPr>
            </a:lvl1pPr>
            <a:lvl2pPr algn="r">
              <a:defRPr sz="1350" b="0">
                <a:solidFill>
                  <a:srgbClr val="000000"/>
                </a:solidFill>
                <a:latin typeface="Arial"/>
                <a:ea typeface="Arial"/>
                <a:cs typeface="Arial"/>
              </a:defRPr>
            </a:lvl2pPr>
            <a:lvl3pPr algn="r">
              <a:defRPr sz="1350" b="0">
                <a:solidFill>
                  <a:srgbClr val="000000"/>
                </a:solidFill>
                <a:latin typeface="Arial"/>
                <a:ea typeface="Arial"/>
                <a:cs typeface="Arial"/>
              </a:defRPr>
            </a:lvl3pPr>
            <a:lvl4pPr algn="r">
              <a:defRPr sz="1350" b="0">
                <a:solidFill>
                  <a:srgbClr val="000000"/>
                </a:solidFill>
                <a:latin typeface="Arial"/>
                <a:ea typeface="Arial"/>
                <a:cs typeface="Arial"/>
              </a:defRPr>
            </a:lvl4pPr>
            <a:lvl5pPr algn="r">
              <a:defRPr sz="1350" b="0">
                <a:solidFill>
                  <a:srgbClr val="000000"/>
                </a:solidFill>
                <a:latin typeface="Arial"/>
                <a:ea typeface="Arial"/>
                <a:cs typeface="Arial"/>
              </a:defRPr>
            </a:lvl5pPr>
            <a:lvl6pPr algn="r">
              <a:defRPr sz="1350" b="0">
                <a:solidFill>
                  <a:srgbClr val="000000"/>
                </a:solidFill>
                <a:latin typeface="Arial"/>
                <a:ea typeface="Arial"/>
                <a:cs typeface="Arial"/>
              </a:defRPr>
            </a:lvl6pPr>
            <a:lvl7pPr algn="r">
              <a:defRPr sz="1350" b="0">
                <a:solidFill>
                  <a:srgbClr val="000000"/>
                </a:solidFill>
                <a:latin typeface="Arial"/>
                <a:ea typeface="Arial"/>
                <a:cs typeface="Arial"/>
              </a:defRPr>
            </a:lvl7pPr>
            <a:lvl8pPr algn="r">
              <a:defRPr sz="1350" b="0">
                <a:solidFill>
                  <a:srgbClr val="000000"/>
                </a:solidFill>
                <a:latin typeface="Arial"/>
                <a:ea typeface="Arial"/>
                <a:cs typeface="Arial"/>
              </a:defRPr>
            </a:lvl8pPr>
            <a:lvl9pPr algn="r">
              <a:defRPr sz="1350" b="0">
                <a:solidFill>
                  <a:srgbClr val="000000"/>
                </a:solidFill>
                <a:latin typeface="Arial"/>
                <a:ea typeface="Arial"/>
                <a:cs typeface="Arial"/>
              </a:defRPr>
            </a:lvl9pPr>
          </a:lstStyle>
          <a:p xmlns:a="http://schemas.openxmlformats.org/drawingml/2006/main">
            <a:pPr algn="r">
              <a:defRPr sz="1350" b="0">
                <a:solidFill>
                  <a:srgbClr val="000000"/>
                </a:solidFill>
                <a:latin typeface="Arial"/>
                <a:ea typeface="Arial"/>
                <a:cs typeface="Arial"/>
              </a:defRPr>
            </a:pPr>
            <a:r>
              <a:rPr sz="1350" b="0">
                <a:solidFill>
                  <a:srgbClr val="000000"/>
                </a:solidFill>
                <a:latin typeface="Arial"/>
                <a:ea typeface="Arial"/>
                <a:cs typeface="Arial"/>
              </a:rPr>
              <a:t>120</a:t>
            </a:r>
          </a:p>
        </p:txBody>
      </p:sp>
      <p:sp>
        <p:nvSpPr>
          <p:cNvPr id="247" name="Time">
            <a:extLst xmlns:a="http://schemas.openxmlformats.org/drawingml/2006/main">
              <a:ext uri="{FF2B5EF4-FFF2-40B4-BE49-F238E27FC236}">
                <a16:creationId xmlns:a16="http://schemas.microsoft.com/office/drawing/2014/main" id="{02445804-66B7-4182-90CD-22DFEC9F9DBB}"/>
              </a:ext>
            </a:extLst>
          </p:cNvPr>
          <p:cNvSpPr>
            <a:spLocks xmlns:a="http://schemas.openxmlformats.org/drawingml/2006/main" noGrp="1"/>
          </p:cNvSpPr>
          <p:nvPr/>
        </p:nvSpPr>
        <p:spPr>
          <a:xfrm xmlns:a="http://schemas.openxmlformats.org/drawingml/2006/main">
            <a:off x="8782050" y="5667375"/>
            <a:ext cx="3143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00000"/>
                </a:solidFill>
                <a:latin typeface="Arial"/>
                <a:ea typeface="Arial"/>
                <a:cs typeface="Arial"/>
              </a:defRPr>
            </a:defPPr>
            <a:lvl1pPr algn="ctr">
              <a:defRPr sz="1500" b="0">
                <a:solidFill>
                  <a:srgbClr val="000000"/>
                </a:solidFill>
                <a:latin typeface="Arial"/>
                <a:ea typeface="Arial"/>
                <a:cs typeface="Arial"/>
              </a:defRPr>
            </a:lvl1pPr>
            <a:lvl2pPr algn="ctr">
              <a:defRPr sz="1500" b="0">
                <a:solidFill>
                  <a:srgbClr val="000000"/>
                </a:solidFill>
                <a:latin typeface="Arial"/>
                <a:ea typeface="Arial"/>
                <a:cs typeface="Arial"/>
              </a:defRPr>
            </a:lvl2pPr>
            <a:lvl3pPr algn="ctr">
              <a:defRPr sz="1500" b="0">
                <a:solidFill>
                  <a:srgbClr val="000000"/>
                </a:solidFill>
                <a:latin typeface="Arial"/>
                <a:ea typeface="Arial"/>
                <a:cs typeface="Arial"/>
              </a:defRPr>
            </a:lvl3pPr>
            <a:lvl4pPr algn="ctr">
              <a:defRPr sz="1500" b="0">
                <a:solidFill>
                  <a:srgbClr val="000000"/>
                </a:solidFill>
                <a:latin typeface="Arial"/>
                <a:ea typeface="Arial"/>
                <a:cs typeface="Arial"/>
              </a:defRPr>
            </a:lvl4pPr>
            <a:lvl5pPr algn="ctr">
              <a:defRPr sz="1500" b="0">
                <a:solidFill>
                  <a:srgbClr val="000000"/>
                </a:solidFill>
                <a:latin typeface="Arial"/>
                <a:ea typeface="Arial"/>
                <a:cs typeface="Arial"/>
              </a:defRPr>
            </a:lvl5pPr>
            <a:lvl6pPr algn="ctr">
              <a:defRPr sz="1500" b="0">
                <a:solidFill>
                  <a:srgbClr val="000000"/>
                </a:solidFill>
                <a:latin typeface="Arial"/>
                <a:ea typeface="Arial"/>
                <a:cs typeface="Arial"/>
              </a:defRPr>
            </a:lvl6pPr>
            <a:lvl7pPr algn="ctr">
              <a:defRPr sz="1500" b="0">
                <a:solidFill>
                  <a:srgbClr val="000000"/>
                </a:solidFill>
                <a:latin typeface="Arial"/>
                <a:ea typeface="Arial"/>
                <a:cs typeface="Arial"/>
              </a:defRPr>
            </a:lvl7pPr>
            <a:lvl8pPr algn="ctr">
              <a:defRPr sz="1500" b="0">
                <a:solidFill>
                  <a:srgbClr val="000000"/>
                </a:solidFill>
                <a:latin typeface="Arial"/>
                <a:ea typeface="Arial"/>
                <a:cs typeface="Arial"/>
              </a:defRPr>
            </a:lvl8pPr>
            <a:lvl9pPr algn="ctr">
              <a:defRPr sz="1500" b="0">
                <a:solidFill>
                  <a:srgbClr val="000000"/>
                </a:solidFill>
                <a:latin typeface="Arial"/>
                <a:ea typeface="Arial"/>
                <a:cs typeface="Arial"/>
              </a:defRPr>
            </a:lvl9pPr>
          </a:lstStyle>
          <a:p xmlns:a="http://schemas.openxmlformats.org/drawingml/2006/main">
            <a:pPr algn="ctr">
              <a:defRPr sz="1500" b="0">
                <a:solidFill>
                  <a:srgbClr val="000000"/>
                </a:solidFill>
                <a:latin typeface="Arial"/>
                <a:ea typeface="Arial"/>
                <a:cs typeface="Arial"/>
              </a:defRPr>
            </a:pPr>
            <a:r>
              <a:rPr sz="1500" b="0">
                <a:solidFill>
                  <a:srgbClr val="000000"/>
                </a:solidFill>
                <a:latin typeface="Arial"/>
                <a:ea typeface="Arial"/>
                <a:cs typeface="Arial"/>
              </a:rPr>
              <a:t>Time</a:t>
            </a:r>
          </a:p>
        </p:txBody>
      </p:sp>
    </p:spTree>
    <p:extLst>
      <p:ext uri="{BB962C8B-B14F-4D97-AF65-F5344CB8AC3E}">
        <p14:creationId xmlns:p14="http://schemas.microsoft.com/office/powerpoint/2010/main" val="1169612716"/>
      </p:ext>
    </p:extLst>
  </p:cSld>
</p:sld>
</file>

<file path=ppt/main_figures/Fig6/ppt/tableStyles.xml><?xml version="1.0" encoding="utf-8"?>
<a:tblStyleLst xmlns:a="http://schemas.openxmlformats.org/drawingml/2006/main" def="{5C22544A-7EE6-4342-B048-85BDC9FD1C3A}"/>
</file>

<file path=ppt/main_figures/Fig6/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7/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ppt/main_figures/Fig7/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2026-10-23T10:09:31.7340000Z</dcterms:created>
  <dcterms:modified xsi:type="dcterms:W3CDTF">2026-10-23T10:09:31.7340000Z</dcterms:modified>
</coreProperties>
</file>

<file path=ppt/main_figures/Fig7/ppt/_rels/presentation.xml.rels><?xml version='1.0' encoding='utf-8'?>
<Relationships xmlns="http://schemas.openxmlformats.org/package/2006/relationships"><Relationship Type="http://schemas.openxmlformats.org/officeDocument/2006/relationships/theme" Target="/ppt/main_figures/Fig7/ppt/theme/theme1.xml" Id="Rc9ae573e6984468a" /><Relationship Type="http://schemas.openxmlformats.org/officeDocument/2006/relationships/slideMaster" Target="/ppt/main_figures/Fig7/ppt/slideMasters/slideMaster1.xml" Id="R2afc7065f7ee4c85" /><Relationship Type="http://schemas.openxmlformats.org/officeDocument/2006/relationships/notesMaster" Target="/ppt/main_figures/Fig7/ppt/notesMasters/notesMaster1.xml" Id="Rabe63f3a2c0345d2" /><Relationship Type="http://schemas.openxmlformats.org/officeDocument/2006/relationships/presProps" Target="/ppt/main_figures/Fig7/ppt/presProps.xml" Id="R251e2891f24346ed" /><Relationship Type="http://schemas.openxmlformats.org/officeDocument/2006/relationships/tableStyles" Target="/ppt/main_figures/Fig7/ppt/tableStyles.xml" Id="Rd52d9734acdf4668" /><Relationship Type="http://schemas.openxmlformats.org/officeDocument/2006/relationships/slide" Target="/ppt/main_figures/Fig7/ppt/slides/slide1.xml" Id="R8f78b8bfb8234d18" /></Relationships>
</file>

<file path=ppt/main_figures/Fig7/ppt/notesMasters/_rels/notesMaster1.xml.rels><?xml version='1.0' encoding='utf-8'?>
<Relationships xmlns="http://schemas.openxmlformats.org/package/2006/relationships"><Relationship Type="http://schemas.openxmlformats.org/officeDocument/2006/relationships/theme" Target="/ppt/main_figures/Fig7/ppt/notesMasters/theme/theme3.xml" Id="R3e685af9b8574221" /></Relationships>
</file>

<file path=ppt/main_figures/Fig7/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main_figures/Fig7/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7/ppt/notesSlides/_rels/notesSlide1.xml.rels><?xml version='1.0' encoding='utf-8'?>
<Relationships xmlns="http://schemas.openxmlformats.org/package/2006/relationships"><Relationship Type="http://schemas.openxmlformats.org/officeDocument/2006/relationships/slide" Target="/ppt/main_figures/Fig7/ppt/slides/slide1.xml" Id="Rdeff5212dd594cc0" /><Relationship Type="http://schemas.openxmlformats.org/officeDocument/2006/relationships/notesMaster" Target="/ppt/main_figures/Fig7/ppt/notesMasters/notesMaster1.xml" Id="Rd61fbf79d60c4007" /></Relationships>
</file>

<file path=ppt/main_figures/Fig7/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{"display_revision_only": true, "frames": [17, 18, 19], "tracks": [3, 48, 52], "source": "Franke et al., hierarchically aggregated satellite FRP, supplied 10 km cells", "source_sha256": {"/Users/lele/Desktop/MergeTreeMaps/RG-MTM/data/real/wildfire/wildfire.json": "2a8dd31bf6d222d7de673c7e7b2af94550660f1996b0a5db256d97f2b9c2ed9f", "/Users/lele/Desktop/MergeTreeMaps/RG-MTM/code/results/real_case_studies/evidence/wildfire.npz": "1bb6b2e907b8be9e4dd424ade3b3e68adbb70c806c675b08bc0ee99f65f93feb", "/Users/lele/Desktop/MergeTreeMaps/RG-MTM/code/results/real_case_studies/evidence/wildfire.json": "3d5f4cc0341749201e376f17191e6ab933a5906185626aaf6774d7adab099c80", "/Users/lele/Desktop/MergeTreeMaps/RG-MTM/code/results/real_case_studies/evidence/wildfire_event.json": "bc9a741be36faa9f21efd18c6bad53f36891d659b9e8b1d4de5f2626cd34f5b5", "/Users/lele/Desktop/MergeTreeMaps/RG-MTM/data/geo/wildfire_context/australia_admin1.geojson": "9baf965a96eef53004360b17e4ea2e3a85d1de83ee3c3eaedb31f0e0a8942b4e", "/Users/lele/Desktop/MergeTreeMaps/RG-MTM/data/geo/wildfire_context/source.json": "6734fd56bb68b2ee150c12b338c9b7f2941f55f79f2ed82a013d38662b076ba5"}, "projection": {"type": "existing equirectangular coordinates", "cos_phi0": 0.8428449975274017, "x0_km": 13160.951216013425, "y0_km": -4274.791808586651, "side_km": 1298.3527628070003, "extent_lonlat": [[140.2705074543924, -38.661407330981746], [154.10845867118266, -26.919047171743248]]}, "analysis": {"grid": 64, "cell_km": 20.28676191885938, "sigma_cells": 2.5, "sigma_km": 50.71690479714845, "background": "1e-3 * ptp(smoothed) * Gaussian(raw_log, sigma=16, truncate=50) / maximum", "raw_grid_exact": true, "processed_exact": true}, "snapshots": [{"frame": 17, "date_start": "2019-12-05", "date_end": "2019-12-06", "positive_source_cells": 283, "positive_64_grid_cells": 141}, {"frame": 18, "date_start": "2019-12-07", "date_end": "2019-12-08", "positive_source_cells": 221, "positive_64_grid_cells": 120}, {"frame": 19, "date_start": "2019-12-09", "date_end": "2019-12-10", "positive_source_cells": 206, "positive_64_grid_cells": 111}], "source_color_range": [0, 12.050886763399191], "analysis_color_range": [0, 4.207268782981147], "markers": [{"frame": 17, "analysis": false, "label": "A", "track": 3, "layout_xy": [105.9375, 90.9375], "lonlat": [152.48682376296503, -29.76290002280882], "slide_xy": [254.21875, 388.28125]}, {"frame": 17, "analysis": false, "label": "B", "track": 48, "layout_xy": [66.5625, 12.1875], "lonlat": [147.94624601995574, -37.468823877309084], "slide_xy": [182.03125, 532.65625]}, {"frame": 17, "analysis": false, "label": "C", "track": 52, "layout_xy": [40.3125, 96.5625], "lonlat": [144.91919419128286, -29.21247689034452], "slide_xy": [133.90625, 377.96875]}, {"frame": 18, "analysis": false, "label": "A", "track": 3, "layout_xy": [105.9375, 92.8125], "lonlat": [152.48682376296503, -29.579425645320722], "slide_xy": [537.21875, 384.84375]}, {"frame": 18, "analysis": false, "label": "B", "track": 48, "layout_xy": [66.5625, 12.1875], "lonlat": [147.94624601995574, -37.468823877309084], "slide_xy": [465.03125, 532.65625]}, {"frame": 18, "analysis": false, "label": "C", "track": 52, "layout_xy": [40.3125, 96.5625], "lonlat": [144.91919419128286, -29.21247689034452], "slide_xy": [416.90625, 377.96875]}, {"frame": 19, "analysis": false, "label": "A", "track": 3, "layout_xy": [102.1875, 77.8125], "lonlat": [152.05438778744036, -31.04722066522553], "slide_xy": [813.34375, 412.34375]}, {"frame": 19, "analysis": false, "label": "B", "track": 48, "layout_xy": [66.5625, 12.1875], "lonlat": [147.94624601995574, -37.468823877309084], "slide_xy": [748.03125, 532.65625]}, {"frame": 19, "analysis": false, "label": "C", "track": 52, "layout_xy": [40.3125, 96.5625], "lonlat": [144.91919419128286, -29.21247689034452], "slide_xy": [699.90625, 377.96875]}, {"frame": 17, "analysis": true, "label": "A", "track": 3, "layout_xy": [105.9375, 90.9375], "lonlat": [152.48682376296503, -29.76290002280882], "slide_xy": [254.21875, 733.28125]}, {"frame": 17, "analysis": true, "label": "B", "track": 48, "layout_xy": [66.5625, 12.1875], "lonlat": [147.94624601995574, -37.468823877309084], "slide_xy": [182.03125, 877.65625]}, {"frame": 17, "analysis": true, "label": "C", "track": 52, "layout_xy": [40.3125, 96.5625], "lonlat": [144.91919419128286, -29.21247689034452], "slide_xy": [133.90625, 722.96875]}, {"frame": 18, "analysis": true, "label": "A", "track": 3, "layout_xy": [105.9375, 92.8125], "lonlat": [152.48682376296503, -29.579425645320722], "slide_xy": [537.21875, 729.84375]}, {"frame": 18, "analysis": true, "label": "B", "track": 48, "layout_xy": [66.5625, 12.1875], "lonlat": [147.94624601995574, -37.468823877309084], "slide_xy": [465.03125, 877.65625]}, {"frame": 18, "analysis": true, "label": "C", "track": 52, "layout_xy": [40.3125, 96.5625], "lonlat": [144.91919419128286, -29.21247689034452], "slide_xy": [416.90625, 722.96875]}, {"frame": 19, "analysis": true, "label": "A", "track": 3, "layout_xy": [102.1875, 77.8125], "lonlat": [152.05438778744036, -31.04722066522553], "slide_xy": [813.34375, 757.34375]}, {"frame": 19, "analysis": true, "label": "B", "track": 48, "layout_xy": [66.5625, 12.1875], "lonlat": [147.94624601995574, -37.468823877309084], "slide_xy": [748.03125, 877.65625]}, {"frame": 19, "analysis": true, "label": "C", "track": 52, "layout_xy": [40.3125, 96.5625], "lonlat": [144.91919419128286, -29.21247689034452], "slide_xy": [699.90625, 722.96875]}], "pairs": [{"pair": "AB", "source": 0.060799693879450493, "P": 0.060799693879450493, "R": -0.5742620829234841}, {"pair": "AC", "source": 0.0036173000043960707, "P": 0.0036173000043960707, "R": 0.0011437994999446977}, {"pair": "BC", "source": 0.0036173000043960707, "P": 0.0036173000043960707, "R": -0.5742620829234841}], "interpretation": "Actual supplied cell polygons, no interpolation of source observations. Analysis smoothing is explicitly separate. Zero source cells are omitted. No fire boundary or burned area is inferred.", "basemap_source": {"source": "https://raw.githubusercontent.com/nvkelso/natural-earth-vector/master/geojson/ne_10m_admin_1_states_provinces.geojson", "description": "Natural Earth 1:10m admin-1 polygons, Australia subset", "license": "public domain", "download_sha256": "22d0e3ad85eb3e27f17cabf8ba2d50e554fbc27a87796ff891d958185da62fb5", "subset_sha256": "9baf965a96eef53004360b17e4ea2e3a85d1de83ee3c3eaedb31f0e0a8942b4e", "features": 11}}</a:t>
            </a:r>
          </a:p>
          <a:p>
            <a:r>
              <a:t>Temporal display revision: intermediate time columns interpolate existing saved profiles for display only. Integer-frame profiles, native extrema and metrics are unchanged before pixel integration. Broad bands and true order changes remain visible. See evidence/temporal_display20261023/provenance.json.</a:t>
            </a:r>
          </a:p>
        </p:txBody>
      </p:sp>
      <p:sp>
        <p:nvSpPr>
          <p:cNvPr id="4" name="Slide Number Placeholder 3"/>
          <p:cNvSpPr>
            <a:spLocks noGrp="1"/>
          </p:cNvSpPr>
          <p:nvPr>
            <p:ph type="sldNum" idx="5"/>
          </p:nvPr>
        </p:nvSpPr>
        <p:spPr/>
        <p:txBody>
          <a:bodyPr/>
          <a:lstStyle/>
          <a:p/>
        </p:txBody>
      </p:sp>
    </p:spTree>
  </p:cSld>
  <p:clrMapOvr>
    <a:masterClrMapping/>
  </p:clrMapOvr>
</p:notes>
</file>

<file path=ppt/main_figures/Fig7/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main_figures/Fig7/ppt/presentation.xml><?xml version="1.0" encoding="utf-8"?>
<p:presentation xmlns:p="http://schemas.openxmlformats.org/presentationml/2006/main">
  <p:sldMasterIdLst>
    <p:sldMasterId xmlns:r="http://schemas.openxmlformats.org/officeDocument/2006/relationships" id="2147483648" r:id="R2afc7065f7ee4c85"/>
  </p:sldMasterIdLst>
  <p:notesMasterIdLst>
    <p:notesMasterId xmlns:r="http://schemas.openxmlformats.org/officeDocument/2006/relationships" r:id="Rabe63f3a2c0345d2"/>
  </p:notesMasterIdLst>
  <p:sldIdLst>
    <p:sldId xmlns:r="http://schemas.openxmlformats.org/officeDocument/2006/relationships" id="256" r:id="R8f78b8bfb8234d18"/>
  </p:sldIdLst>
  <p:sldSz cx="12192000" cy="9810750"/>
  <p:notesSz cx="6858000" cy="9144000"/>
</p:presentation>
</file>

<file path=ppt/main_figures/Fig7/ppt/slideLayouts/_rels/slideLayout1.xml.rels><?xml version='1.0' encoding='utf-8'?>
<Relationships xmlns="http://schemas.openxmlformats.org/package/2006/relationships"><Relationship Type="http://schemas.openxmlformats.org/officeDocument/2006/relationships/slideMaster" Target="/ppt/main_figures/Fig7/ppt/slideMasters/slideMaster1.xml" Id="R65754458e19e44fe" /></Relationships>
</file>

<file path=ppt/main_figures/Fig7/ppt/slideLayouts/_rels/slideLayout2.xml.rels><?xml version='1.0' encoding='utf-8'?>
<Relationships xmlns="http://schemas.openxmlformats.org/package/2006/relationships"><Relationship Type="http://schemas.openxmlformats.org/officeDocument/2006/relationships/slideMaster" Target="/ppt/main_figures/Fig7/ppt/slideMasters/slideMaster1.xml" Id="R9450081cf4b74b77" /></Relationships>
</file>

<file path=ppt/main_figures/Fig7/ppt/slideLayouts/_rels/slideLayout3.xml.rels><?xml version='1.0' encoding='utf-8'?>
<Relationships xmlns="http://schemas.openxmlformats.org/package/2006/relationships"><Relationship Type="http://schemas.openxmlformats.org/officeDocument/2006/relationships/slideMaster" Target="/ppt/main_figures/Fig7/ppt/slideMasters/slideMaster1.xml" Id="R30003632348b42b4" /></Relationships>
</file>

<file path=ppt/main_figures/Fig7/ppt/slideLayouts/_rels/slideLayout4.xml.rels><?xml version='1.0' encoding='utf-8'?>
<Relationships xmlns="http://schemas.openxmlformats.org/package/2006/relationships"><Relationship Type="http://schemas.openxmlformats.org/officeDocument/2006/relationships/slideMaster" Target="/ppt/main_figures/Fig7/ppt/slideMasters/slideMaster1.xml" Id="R00bd57795ed74fb9" /></Relationships>
</file>

<file path=ppt/main_figures/Fig7/ppt/slideLayouts/_rels/slideLayout5.xml.rels><?xml version='1.0' encoding='utf-8'?>
<Relationships xmlns="http://schemas.openxmlformats.org/package/2006/relationships"><Relationship Type="http://schemas.openxmlformats.org/officeDocument/2006/relationships/slideMaster" Target="/ppt/main_figures/Fig7/ppt/slideMasters/slideMaster1.xml" Id="R0f412138d5db4f3b" /></Relationships>
</file>

<file path=ppt/main_figures/Fig7/ppt/slideLayouts/_rels/slideLayout6.xml.rels><?xml version='1.0' encoding='utf-8'?>
<Relationships xmlns="http://schemas.openxmlformats.org/package/2006/relationships"><Relationship Type="http://schemas.openxmlformats.org/officeDocument/2006/relationships/slideMaster" Target="/ppt/main_figures/Fig7/ppt/slideMasters/slideMaster1.xml" Id="R5ffe4034f88f458d" /></Relationships>
</file>

<file path=ppt/main_figures/Fig7/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B113AE-A485-4DA7-AC39-CA79BD8E0706}"/>
              </a:ext>
            </a:extLst>
          </p:cNvPr>
          <p:cNvSpPr>
            <a:spLocks xmlns:a="http://schemas.openxmlformats.org/drawingml/2006/main" noGrp="1"/>
          </p:cNvSpPr>
          <p:nvPr>
            <p:ph type="title" idx="0"/>
          </p:nvPr>
        </p:nvSpPr>
        <p:spPr>
          <a:xfrm xmlns:a="http://schemas.openxmlformats.org/drawingml/2006/main">
            <a:off x="1219200" y="3706283"/>
            <a:ext cx="9753600" cy="1417108"/>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E7E6753-24E4-438F-A013-3CBA8D422AA2}"/>
              </a:ext>
            </a:extLst>
          </p:cNvPr>
          <p:cNvSpPr>
            <a:spLocks xmlns:a="http://schemas.openxmlformats.org/drawingml/2006/main" noGrp="1"/>
          </p:cNvSpPr>
          <p:nvPr>
            <p:ph type="subTitle" idx="1"/>
          </p:nvPr>
        </p:nvSpPr>
        <p:spPr>
          <a:xfrm xmlns:a="http://schemas.openxmlformats.org/drawingml/2006/main">
            <a:off x="1828800" y="5395913"/>
            <a:ext cx="8534400" cy="109008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main_figures/Fig7/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9D3FE5C-6113-4D6A-82BF-48ACCA2CD2B1}"/>
              </a:ext>
            </a:extLst>
          </p:cNvPr>
          <p:cNvSpPr>
            <a:spLocks xmlns:a="http://schemas.openxmlformats.org/drawingml/2006/main" noGrp="1"/>
          </p:cNvSpPr>
          <p:nvPr>
            <p:ph type="title" idx="0"/>
          </p:nvPr>
        </p:nvSpPr>
        <p:spPr>
          <a:xfrm xmlns:a="http://schemas.openxmlformats.org/drawingml/2006/main">
            <a:off x="1219200" y="4087813"/>
            <a:ext cx="9753600" cy="1635125"/>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main_figures/Fig7/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2FDA7E7-4AD5-4CAE-83FE-63DF90F64D35}"/>
              </a:ext>
            </a:extLst>
          </p:cNvPr>
          <p:cNvSpPr>
            <a:spLocks xmlns:a="http://schemas.openxmlformats.org/drawingml/2006/main" noGrp="1"/>
          </p:cNvSpPr>
          <p:nvPr>
            <p:ph type="title" idx="0"/>
          </p:nvPr>
        </p:nvSpPr>
        <p:spPr>
          <a:xfrm xmlns:a="http://schemas.openxmlformats.org/drawingml/2006/main">
            <a:off x="685800" y="763058"/>
            <a:ext cx="10820400" cy="119909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7765B86-C61B-4C01-A696-B9817B9D8468}"/>
              </a:ext>
            </a:extLst>
          </p:cNvPr>
          <p:cNvSpPr>
            <a:spLocks xmlns:a="http://schemas.openxmlformats.org/drawingml/2006/main" noGrp="1"/>
          </p:cNvSpPr>
          <p:nvPr>
            <p:ph type="body" idx="1"/>
          </p:nvPr>
        </p:nvSpPr>
        <p:spPr>
          <a:xfrm xmlns:a="http://schemas.openxmlformats.org/drawingml/2006/main">
            <a:off x="685800" y="2725208"/>
            <a:ext cx="10820400" cy="61044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main_figures/Fig7/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7079DB9-DDEF-4A49-A863-86D98956F98F}"/>
              </a:ext>
            </a:extLst>
          </p:cNvPr>
          <p:cNvSpPr>
            <a:spLocks xmlns:a="http://schemas.openxmlformats.org/drawingml/2006/main" noGrp="1"/>
          </p:cNvSpPr>
          <p:nvPr>
            <p:ph type="title" idx="0"/>
          </p:nvPr>
        </p:nvSpPr>
        <p:spPr>
          <a:xfrm xmlns:a="http://schemas.openxmlformats.org/drawingml/2006/main">
            <a:off x="685800" y="763058"/>
            <a:ext cx="10820400" cy="119909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FF98914-DDDF-44FD-B7DB-781585D46C62}"/>
              </a:ext>
            </a:extLst>
          </p:cNvPr>
          <p:cNvSpPr>
            <a:spLocks xmlns:a="http://schemas.openxmlformats.org/drawingml/2006/main" noGrp="1"/>
          </p:cNvSpPr>
          <p:nvPr>
            <p:ph type="body" idx="1"/>
          </p:nvPr>
        </p:nvSpPr>
        <p:spPr>
          <a:xfrm xmlns:a="http://schemas.openxmlformats.org/drawingml/2006/main">
            <a:off x="685800" y="2725208"/>
            <a:ext cx="5029200" cy="61044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CA7C2E1-686A-4122-8321-F2997AAE7955}"/>
              </a:ext>
            </a:extLst>
          </p:cNvPr>
          <p:cNvSpPr>
            <a:spLocks xmlns:a="http://schemas.openxmlformats.org/drawingml/2006/main" noGrp="1"/>
          </p:cNvSpPr>
          <p:nvPr>
            <p:ph type="body" idx="2"/>
          </p:nvPr>
        </p:nvSpPr>
        <p:spPr>
          <a:xfrm xmlns:a="http://schemas.openxmlformats.org/drawingml/2006/main">
            <a:off x="6477000" y="2725208"/>
            <a:ext cx="5029200" cy="61044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main_figures/Fig7/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1D8ECA7-0FA7-488A-BD69-69E41B36D491}"/>
              </a:ext>
            </a:extLst>
          </p:cNvPr>
          <p:cNvSpPr>
            <a:spLocks xmlns:a="http://schemas.openxmlformats.org/drawingml/2006/main" noGrp="1"/>
          </p:cNvSpPr>
          <p:nvPr>
            <p:ph type="title" idx="0"/>
          </p:nvPr>
        </p:nvSpPr>
        <p:spPr>
          <a:xfrm xmlns:a="http://schemas.openxmlformats.org/drawingml/2006/main">
            <a:off x="685800" y="763058"/>
            <a:ext cx="10820400" cy="119909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A9C37BA-D961-47DE-BE9E-BE2FB3892445}"/>
              </a:ext>
            </a:extLst>
          </p:cNvPr>
          <p:cNvSpPr>
            <a:spLocks xmlns:a="http://schemas.openxmlformats.org/drawingml/2006/main" noGrp="1"/>
          </p:cNvSpPr>
          <p:nvPr>
            <p:ph type="body" idx="1"/>
          </p:nvPr>
        </p:nvSpPr>
        <p:spPr>
          <a:xfrm xmlns:a="http://schemas.openxmlformats.org/drawingml/2006/main">
            <a:off x="685800" y="2725208"/>
            <a:ext cx="5029200" cy="61044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main_figures/Fig7/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main_figures/Fig7/ppt/slideMasters/_rels/slideMaster1.xml.rels><?xml version='1.0' encoding='utf-8'?>
<Relationships xmlns="http://schemas.openxmlformats.org/package/2006/relationships"><Relationship Type="http://schemas.openxmlformats.org/officeDocument/2006/relationships/theme" Target="/ppt/main_figures/Fig7/ppt/slideMasters/theme/theme2.xml" Id="R90c4e0f9765b4227" /><Relationship Type="http://schemas.openxmlformats.org/officeDocument/2006/relationships/slideLayout" Target="/ppt/main_figures/Fig7/ppt/slideLayouts/slideLayout1.xml" Id="R316ce632ac794823" /><Relationship Type="http://schemas.openxmlformats.org/officeDocument/2006/relationships/slideLayout" Target="/ppt/main_figures/Fig7/ppt/slideLayouts/slideLayout2.xml" Id="R2beeda93d09b4687" /><Relationship Type="http://schemas.openxmlformats.org/officeDocument/2006/relationships/slideLayout" Target="/ppt/main_figures/Fig7/ppt/slideLayouts/slideLayout3.xml" Id="R0d8360a209464fcf" /><Relationship Type="http://schemas.openxmlformats.org/officeDocument/2006/relationships/slideLayout" Target="/ppt/main_figures/Fig7/ppt/slideLayouts/slideLayout4.xml" Id="Rc3d026e9cf934441" /><Relationship Type="http://schemas.openxmlformats.org/officeDocument/2006/relationships/slideLayout" Target="/ppt/main_figures/Fig7/ppt/slideLayouts/slideLayout5.xml" Id="R2072dde3be93418b" /><Relationship Type="http://schemas.openxmlformats.org/officeDocument/2006/relationships/slideLayout" Target="/ppt/main_figures/Fig7/ppt/slideLayouts/slideLayout6.xml" Id="R726c4ffd76884ff9" /></Relationships>
</file>

<file path=ppt/main_figures/Fig7/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16ce632ac794823"/>
    <p:sldLayoutId xmlns:r="http://schemas.openxmlformats.org/officeDocument/2006/relationships" id="2147483650" r:id="R2beeda93d09b4687"/>
    <p:sldLayoutId xmlns:r="http://schemas.openxmlformats.org/officeDocument/2006/relationships" id="2147483651" r:id="R0d8360a209464fcf"/>
    <p:sldLayoutId xmlns:r="http://schemas.openxmlformats.org/officeDocument/2006/relationships" id="2147483652" r:id="Rc3d026e9cf934441"/>
    <p:sldLayoutId xmlns:r="http://schemas.openxmlformats.org/officeDocument/2006/relationships" id="2147483653" r:id="R2072dde3be93418b"/>
    <p:sldLayoutId xmlns:r="http://schemas.openxmlformats.org/officeDocument/2006/relationships" id="2147483654" r:id="R726c4ffd76884ff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main_figures/Fig7/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7/ppt/slides/_rels/slide1.xml.rels><?xml version='1.0' encoding='utf-8'?>
<Relationships xmlns="http://schemas.openxmlformats.org/package/2006/relationships"><Relationship Type="http://schemas.openxmlformats.org/officeDocument/2006/relationships/slideLayout" Target="/ppt/main_figures/Fig7/ppt/slideLayouts/slideLayout6.xml" Id="Rb7467d7a3dc34bea" /><Relationship Type="http://schemas.openxmlformats.org/officeDocument/2006/relationships/image" Target="/ppt/main_figures/Fig7/ppt/media/image.png" Id="R253f900e88144a64" /><Relationship Type="http://schemas.openxmlformats.org/officeDocument/2006/relationships/image" Target="/ppt/main_figures/Fig7/ppt/media/image2.png" Id="R3f9694ddd87042f0" /><Relationship Type="http://schemas.openxmlformats.org/officeDocument/2006/relationships/image" Target="/ppt/main_figures/Fig7/ppt/media/image3.png" Id="R842c093534944c0a" /><Relationship Type="http://schemas.openxmlformats.org/officeDocument/2006/relationships/image" Target="/ppt/main_figures/Fig7/ppt/media/image4.png" Id="R4c9786d88bc04978" /><Relationship Type="http://schemas.openxmlformats.org/officeDocument/2006/relationships/image" Target="/ppt/main_figures/Fig7/ppt/media/image5.png" Id="R02134ba4bcbe44da" /><Relationship Type="http://schemas.openxmlformats.org/officeDocument/2006/relationships/image" Target="/ppt/main_figures/Fig7/ppt/media/image6.png" Id="Rf7d9d49a9e9648f9" /><Relationship Type="http://schemas.openxmlformats.org/officeDocument/2006/relationships/image" Target="/ppt/main_figures/Fig7/ppt/media/image7.png" Id="R670ed4927ad74cb9" /><Relationship Type="http://schemas.openxmlformats.org/officeDocument/2006/relationships/image" Target="/ppt/main_figures/Fig7/ppt/media/image8.png" Id="R8aa60bd01a5540b4" /><Relationship Type="http://schemas.openxmlformats.org/officeDocument/2006/relationships/notesSlide" Target="/ppt/main_figures/Fig7/ppt/notesSlides/notesSlide1.xml" Id="Rf094d94c42be4df6" /><Relationship Type="http://schemas.openxmlformats.org/officeDocument/2006/relationships/image" Target="/ppt/main_figures/Fig7/ppt/media/preserved_top_50001.png" Id="rId50001" /><Relationship Type="http://schemas.openxmlformats.org/officeDocument/2006/relationships/image" Target="/ppt/main_figures/Fig7/ppt/media/preserved_top_50002.png" Id="rId50002" /><Relationship Type="http://schemas.openxmlformats.org/officeDocument/2006/relationships/image" Target="/ppt/main_figures/Fig7/ppt/media/preserved_top_50003.png" Id="rId50003" /><Relationship Type="http://schemas.openxmlformats.org/officeDocument/2006/relationships/image" Target="/ppt/main_figures/Fig7/ppt/media/preserved_top_50004.png" Id="rId50004" /></Relationships>
</file>

<file path=ppt/main_figures/Fig7/ppt/slides/slide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224" name="text_000">
            <a:extLst>
              <a:ext uri="{FF2B5EF4-FFF2-40B4-BE49-F238E27FC236}">
                <ns2:creationId id="{79F9ACDB-08FE-4559-8C03-013CECEDAFFB}"/>
              </a:ext>
            </a:extLst>
          </p:cNvPr>
          <p:cNvSpPr>
            <a:spLocks noGrp="1"/>
          </p:cNvSpPr>
          <p:nvPr/>
        </p:nvSpPr>
        <p:spPr>
          <a:xfrm rot="0">
            <a:off x="171450" y="2305050"/>
            <a:ext cx="8191500" cy="295275"/>
          </a:xfrm>
          <a:prstGeom prst="rect">
            <a:avLst/>
          </a:prstGeom>
          <a:noFill/>
          <a:ln w="0">
            <a:noFill/>
            <a:prstDash val="solid"/>
          </a:ln>
        </p:spPr>
        <p:txBody>
          <a:bodyPr wrap="none" lIns="0" tIns="0" rIns="0" bIns="0" anchor="t">
            <a:noAutofit/>
          </a:bodyPr>
          <a:lstStyle>
            <a:defPPr algn="l">
              <a:defRPr sz="1725" b="1">
                <a:solidFill>
                  <a:srgbClr val="000000"/>
                </a:solidFill>
                <a:latin typeface="Arial"/>
                <a:ea typeface="Arial"/>
                <a:cs typeface="Arial"/>
              </a:defRPr>
            </a:defPPr>
            <a:lvl1pPr algn="l">
              <a:defRPr sz="1725" b="1">
                <a:solidFill>
                  <a:srgbClr val="000000"/>
                </a:solidFill>
                <a:latin typeface="Arial"/>
                <a:ea typeface="Arial"/>
                <a:cs typeface="Arial"/>
              </a:defRPr>
            </a:lvl1pPr>
            <a:lvl2pPr algn="l">
              <a:defRPr sz="1725" b="1">
                <a:solidFill>
                  <a:srgbClr val="000000"/>
                </a:solidFill>
                <a:latin typeface="Arial"/>
                <a:ea typeface="Arial"/>
                <a:cs typeface="Arial"/>
              </a:defRPr>
            </a:lvl2pPr>
            <a:lvl3pPr algn="l">
              <a:defRPr sz="1725" b="1">
                <a:solidFill>
                  <a:srgbClr val="000000"/>
                </a:solidFill>
                <a:latin typeface="Arial"/>
                <a:ea typeface="Arial"/>
                <a:cs typeface="Arial"/>
              </a:defRPr>
            </a:lvl3pPr>
            <a:lvl4pPr algn="l">
              <a:defRPr sz="1725" b="1">
                <a:solidFill>
                  <a:srgbClr val="000000"/>
                </a:solidFill>
                <a:latin typeface="Arial"/>
                <a:ea typeface="Arial"/>
                <a:cs typeface="Arial"/>
              </a:defRPr>
            </a:lvl4pPr>
            <a:lvl5pPr algn="l">
              <a:defRPr sz="1725" b="1">
                <a:solidFill>
                  <a:srgbClr val="000000"/>
                </a:solidFill>
                <a:latin typeface="Arial"/>
                <a:ea typeface="Arial"/>
                <a:cs typeface="Arial"/>
              </a:defRPr>
            </a:lvl5pPr>
            <a:lvl6pPr algn="l">
              <a:defRPr sz="1725" b="1">
                <a:solidFill>
                  <a:srgbClr val="000000"/>
                </a:solidFill>
                <a:latin typeface="Arial"/>
                <a:ea typeface="Arial"/>
                <a:cs typeface="Arial"/>
              </a:defRPr>
            </a:lvl6pPr>
            <a:lvl7pPr algn="l">
              <a:defRPr sz="1725" b="1">
                <a:solidFill>
                  <a:srgbClr val="000000"/>
                </a:solidFill>
                <a:latin typeface="Arial"/>
                <a:ea typeface="Arial"/>
                <a:cs typeface="Arial"/>
              </a:defRPr>
            </a:lvl7pPr>
            <a:lvl8pPr algn="l">
              <a:defRPr sz="1725" b="1">
                <a:solidFill>
                  <a:srgbClr val="000000"/>
                </a:solidFill>
                <a:latin typeface="Arial"/>
                <a:ea typeface="Arial"/>
                <a:cs typeface="Arial"/>
              </a:defRPr>
            </a:lvl8pPr>
            <a:lvl9pPr algn="l">
              <a:defRPr sz="1725" b="1">
                <a:solidFill>
                  <a:srgbClr val="000000"/>
                </a:solidFill>
                <a:latin typeface="Arial"/>
                <a:ea typeface="Arial"/>
                <a:cs typeface="Arial"/>
              </a:defRPr>
            </a:lvl9pPr>
          </a:lstStyle>
          <a:p>
            <a:pPr algn="l">
              <a:defRPr sz="1725" b="1">
                <a:solidFill>
                  <a:srgbClr val="000000"/>
                </a:solidFill>
                <a:latin typeface="Arial"/>
                <a:ea typeface="Arial"/>
                <a:cs typeface="Arial"/>
              </a:defRPr>
            </a:pPr>
            <a:r>
              <a:rPr sz="1725" b="1">
                <a:solidFill>
                  <a:srgbClr val="000000"/>
                </a:solidFill>
                <a:latin typeface="Arial"/>
                <a:ea typeface="Arial"/>
                <a:cs typeface="Arial"/>
              </a:rPr>
              <a:t>(c) Actual FRP records and corresponding analysis fields</a:t>
            </a:r>
          </a:p>
        </p:txBody>
      </p:sp>
      <p:sp>
        <p:nvSpPr>
          <p:cNvPr id="2" name="text_001">
            <a:extLst>
              <a:ext uri="{FF2B5EF4-FFF2-40B4-BE49-F238E27FC236}">
                <ns2:creationId id="{39A48F0A-74F3-46F5-8654-5CF936DF39C4}"/>
              </a:ext>
            </a:extLst>
          </p:cNvPr>
          <p:cNvSpPr>
            <a:spLocks noGrp="1"/>
          </p:cNvSpPr>
          <p:nvPr/>
        </p:nvSpPr>
        <p:spPr>
          <a:xfrm rot="0">
            <a:off x="571500" y="2657475"/>
            <a:ext cx="7620000" cy="247650"/>
          </a:xfrm>
          <a:prstGeom prst="rect">
            <a:avLst/>
          </a:prstGeom>
          <a:noFill/>
          <a:ln w="0">
            <a:noFill/>
            <a:prstDash val="solid"/>
          </a:ln>
        </p:spPr>
        <p:txBody>
          <a:bodyPr wrap="none" lIns="0" tIns="0" rIns="0" bIns="0" anchor="t">
            <a:noAutofit/>
          </a:bodyPr>
          <a:lstStyle>
            <a:defPPr algn="l">
              <a:defRPr sz="1500" b="1">
                <a:solidFill>
                  <a:srgbClr val="000000"/>
                </a:solidFill>
                <a:latin typeface="Arial"/>
                <a:ea typeface="Arial"/>
                <a:cs typeface="Arial"/>
              </a:defRPr>
            </a:defPPr>
            <a:lvl1pPr algn="l">
              <a:defRPr sz="1500" b="1">
                <a:solidFill>
                  <a:srgbClr val="000000"/>
                </a:solidFill>
                <a:latin typeface="Arial"/>
                <a:ea typeface="Arial"/>
                <a:cs typeface="Arial"/>
              </a:defRPr>
            </a:lvl1pPr>
            <a:lvl2pPr algn="l">
              <a:defRPr sz="1500" b="1">
                <a:solidFill>
                  <a:srgbClr val="000000"/>
                </a:solidFill>
                <a:latin typeface="Arial"/>
                <a:ea typeface="Arial"/>
                <a:cs typeface="Arial"/>
              </a:defRPr>
            </a:lvl2pPr>
            <a:lvl3pPr algn="l">
              <a:defRPr sz="1500" b="1">
                <a:solidFill>
                  <a:srgbClr val="000000"/>
                </a:solidFill>
                <a:latin typeface="Arial"/>
                <a:ea typeface="Arial"/>
                <a:cs typeface="Arial"/>
              </a:defRPr>
            </a:lvl3pPr>
            <a:lvl4pPr algn="l">
              <a:defRPr sz="1500" b="1">
                <a:solidFill>
                  <a:srgbClr val="000000"/>
                </a:solidFill>
                <a:latin typeface="Arial"/>
                <a:ea typeface="Arial"/>
                <a:cs typeface="Arial"/>
              </a:defRPr>
            </a:lvl4pPr>
            <a:lvl5pPr algn="l">
              <a:defRPr sz="1500" b="1">
                <a:solidFill>
                  <a:srgbClr val="000000"/>
                </a:solidFill>
                <a:latin typeface="Arial"/>
                <a:ea typeface="Arial"/>
                <a:cs typeface="Arial"/>
              </a:defRPr>
            </a:lvl5pPr>
            <a:lvl6pPr algn="l">
              <a:defRPr sz="1500" b="1">
                <a:solidFill>
                  <a:srgbClr val="000000"/>
                </a:solidFill>
                <a:latin typeface="Arial"/>
                <a:ea typeface="Arial"/>
                <a:cs typeface="Arial"/>
              </a:defRPr>
            </a:lvl6pPr>
            <a:lvl7pPr algn="l">
              <a:defRPr sz="1500" b="1">
                <a:solidFill>
                  <a:srgbClr val="000000"/>
                </a:solidFill>
                <a:latin typeface="Arial"/>
                <a:ea typeface="Arial"/>
                <a:cs typeface="Arial"/>
              </a:defRPr>
            </a:lvl7pPr>
            <a:lvl8pPr algn="l">
              <a:defRPr sz="1500" b="1">
                <a:solidFill>
                  <a:srgbClr val="000000"/>
                </a:solidFill>
                <a:latin typeface="Arial"/>
                <a:ea typeface="Arial"/>
                <a:cs typeface="Arial"/>
              </a:defRPr>
            </a:lvl8pPr>
            <a:lvl9pPr algn="l">
              <a:defRPr sz="1500" b="1">
                <a:solidFill>
                  <a:srgbClr val="000000"/>
                </a:solidFill>
                <a:latin typeface="Arial"/>
                <a:ea typeface="Arial"/>
                <a:cs typeface="Arial"/>
              </a:defRPr>
            </a:lvl9pPr>
          </a:lstStyle>
          <a:p>
            <a:pPr algn="l">
              <a:defRPr sz="1500" b="1">
                <a:solidFill>
                  <a:srgbClr val="000000"/>
                </a:solidFill>
                <a:latin typeface="Arial"/>
                <a:ea typeface="Arial"/>
                <a:cs typeface="Arial"/>
              </a:defRPr>
            </a:pPr>
            <a:r>
              <a:rPr sz="1500" b="1">
                <a:solidFill>
                  <a:srgbClr val="000000"/>
                </a:solidFill>
                <a:latin typeface="Arial"/>
                <a:ea typeface="Arial"/>
                <a:cs typeface="Arial"/>
              </a:rPr>
              <a:t>Supplied 10 km cells: two-date FRP sums</a:t>
            </a:r>
          </a:p>
        </p:txBody>
      </p:sp>
      <p:sp>
        <p:nvSpPr>
          <p:cNvPr id="3" name="text_002">
            <a:extLst>
              <a:ext uri="{FF2B5EF4-FFF2-40B4-BE49-F238E27FC236}">
                <ns2:creationId id="{BC836EA2-9223-4B06-8D4A-A73FD92FC1FB}"/>
              </a:ext>
            </a:extLst>
          </p:cNvPr>
          <p:cNvSpPr>
            <a:spLocks noGrp="1"/>
          </p:cNvSpPr>
          <p:nvPr/>
        </p:nvSpPr>
        <p:spPr>
          <a:xfrm rot="0">
            <a:off x="495300" y="2914650"/>
            <a:ext cx="2266950" cy="238125"/>
          </a:xfrm>
          <a:prstGeom prst="rect">
            <a:avLst/>
          </a:prstGeom>
          <a:noFill/>
          <a:ln w="0">
            <a:noFill/>
            <a:prstDash val="solid"/>
          </a:ln>
        </p:spPr>
        <p:txBody>
          <a:bodyPr wrap="none" lIns="0" tIns="0" rIns="0" bIns="0" anchor="t">
            <a:noAutofit/>
          </a:bodyPr>
          <a:lstStyle>
            <a:defPPr algn="ctr">
              <a:defRPr sz="1350" b="1">
                <a:solidFill>
                  <a:srgbClr val="000000"/>
                </a:solidFill>
                <a:latin typeface="Arial"/>
                <a:ea typeface="Arial"/>
                <a:cs typeface="Arial"/>
              </a:defRPr>
            </a:defPPr>
            <a:lvl1pPr algn="ctr">
              <a:defRPr sz="1350" b="1">
                <a:solidFill>
                  <a:srgbClr val="000000"/>
                </a:solidFill>
                <a:latin typeface="Arial"/>
                <a:ea typeface="Arial"/>
                <a:cs typeface="Arial"/>
              </a:defRPr>
            </a:lvl1pPr>
            <a:lvl2pPr algn="ctr">
              <a:defRPr sz="1350" b="1">
                <a:solidFill>
                  <a:srgbClr val="000000"/>
                </a:solidFill>
                <a:latin typeface="Arial"/>
                <a:ea typeface="Arial"/>
                <a:cs typeface="Arial"/>
              </a:defRPr>
            </a:lvl2pPr>
            <a:lvl3pPr algn="ctr">
              <a:defRPr sz="1350" b="1">
                <a:solidFill>
                  <a:srgbClr val="000000"/>
                </a:solidFill>
                <a:latin typeface="Arial"/>
                <a:ea typeface="Arial"/>
                <a:cs typeface="Arial"/>
              </a:defRPr>
            </a:lvl3pPr>
            <a:lvl4pPr algn="ctr">
              <a:defRPr sz="1350" b="1">
                <a:solidFill>
                  <a:srgbClr val="000000"/>
                </a:solidFill>
                <a:latin typeface="Arial"/>
                <a:ea typeface="Arial"/>
                <a:cs typeface="Arial"/>
              </a:defRPr>
            </a:lvl4pPr>
            <a:lvl5pPr algn="ctr">
              <a:defRPr sz="1350" b="1">
                <a:solidFill>
                  <a:srgbClr val="000000"/>
                </a:solidFill>
                <a:latin typeface="Arial"/>
                <a:ea typeface="Arial"/>
                <a:cs typeface="Arial"/>
              </a:defRPr>
            </a:lvl5pPr>
            <a:lvl6pPr algn="ctr">
              <a:defRPr sz="1350" b="1">
                <a:solidFill>
                  <a:srgbClr val="000000"/>
                </a:solidFill>
                <a:latin typeface="Arial"/>
                <a:ea typeface="Arial"/>
                <a:cs typeface="Arial"/>
              </a:defRPr>
            </a:lvl6pPr>
            <a:lvl7pPr algn="ctr">
              <a:defRPr sz="1350" b="1">
                <a:solidFill>
                  <a:srgbClr val="000000"/>
                </a:solidFill>
                <a:latin typeface="Arial"/>
                <a:ea typeface="Arial"/>
                <a:cs typeface="Arial"/>
              </a:defRPr>
            </a:lvl7pPr>
            <a:lvl8pPr algn="ctr">
              <a:defRPr sz="1350" b="1">
                <a:solidFill>
                  <a:srgbClr val="000000"/>
                </a:solidFill>
                <a:latin typeface="Arial"/>
                <a:ea typeface="Arial"/>
                <a:cs typeface="Arial"/>
              </a:defRPr>
            </a:lvl8pPr>
            <a:lvl9pPr algn="ctr">
              <a:defRPr sz="1350" b="1">
                <a:solidFill>
                  <a:srgbClr val="000000"/>
                </a:solidFill>
                <a:latin typeface="Arial"/>
                <a:ea typeface="Arial"/>
                <a:cs typeface="Arial"/>
              </a:defRPr>
            </a:lvl9pPr>
          </a:lstStyle>
          <a:p>
            <a:pPr algn="ctr">
              <a:defRPr sz="1350" b="1">
                <a:solidFill>
                  <a:srgbClr val="000000"/>
                </a:solidFill>
                <a:latin typeface="Arial"/>
                <a:ea typeface="Arial"/>
                <a:cs typeface="Arial"/>
              </a:defRPr>
            </a:pPr>
            <a:r>
              <a:rPr sz="1350" b="1">
                <a:solidFill>
                  <a:srgbClr val="000000"/>
                </a:solidFill>
                <a:latin typeface="Arial"/>
                <a:ea typeface="Arial"/>
                <a:cs typeface="Arial"/>
              </a:rPr>
              <a:t>f17: 12-05 to 12-06</a:t>
            </a:r>
          </a:p>
        </p:txBody>
      </p:sp>
      <p:pic>
        <p:nvPicPr>
          <p:cNvPr id="4" name="">
            <a:extLst>
              <a:ext uri="{FF2B5EF4-FFF2-40B4-BE49-F238E27FC236}">
                <ns2:creationId id="{C1DC5738-C74E-4AF2-AD40-52E3154A0D32}"/>
              </a:ext>
            </a:extLst>
          </p:cNvPr>
          <p:cNvPicPr>
            <a:picLocks noChangeAspect="1"/>
          </p:cNvPicPr>
          <p:nvPr/>
        </p:nvPicPr>
        <p:blipFill>
          <a:blip r:embed="R253f900e88144a64"/>
          <a:stretch/>
        </p:blipFill>
        <p:spPr>
          <a:xfrm>
            <a:off x="571500" y="3190875"/>
            <a:ext cx="2095500" cy="2095500"/>
          </a:xfrm>
          <a:prstGeom prst="rect">
            <a:avLst/>
          </a:prstGeom>
        </p:spPr>
      </p:pic>
      <p:sp>
        <p:nvSpPr>
          <p:cNvPr id="5" name="rect_004">
            <a:extLst>
              <a:ext uri="{FF2B5EF4-FFF2-40B4-BE49-F238E27FC236}">
                <ns2:creationId id="{07FFFC5C-6F76-41FB-AD8D-D2D6AE2B11D2}"/>
              </a:ext>
            </a:extLst>
          </p:cNvPr>
          <p:cNvSpPr>
            <a:spLocks noGrp="1"/>
          </p:cNvSpPr>
          <p:nvPr/>
        </p:nvSpPr>
        <p:spPr>
          <a:xfrm rot="0">
            <a:off x="571500" y="3190875"/>
            <a:ext cx="2095500" cy="2095500"/>
          </a:xfrm>
          <a:prstGeom prst="rect">
            <a:avLst/>
          </a:prstGeom>
          <a:noFill/>
          <a:ln w="6668">
            <a:solidFill>
              <a:srgbClr val="65727C"/>
            </a:solidFill>
            <a:prstDash val="solid"/>
          </a:ln>
        </p:spPr>
      </p:sp>
      <p:sp>
        <p:nvSpPr>
          <p:cNvPr id="6" name="line_005">
            <a:extLst>
              <a:ext uri="{FF2B5EF4-FFF2-40B4-BE49-F238E27FC236}">
                <ns2:creationId id="{B410D7BA-B290-472C-93D4-30ABE94ACD38}"/>
              </a:ext>
            </a:extLst>
          </p:cNvPr>
          <p:cNvSpPr>
            <a:spLocks noGrp="1"/>
          </p:cNvSpPr>
          <p:nvPr/>
        </p:nvSpPr>
        <p:spPr>
          <a:xfrm>
            <a:off x="833399" y="5286375"/>
            <a:ext cx="95" cy="38100"/>
          </a:xfrm>
          <a:custGeom>
            <a:pathLst>
              <a:path w="95" h="38100">
                <a:moveTo>
                  <a:pt x="0" y="0"/>
                </a:moveTo>
                <a:lnTo>
                  <a:pt x="0" y="38100"/>
                </a:lnTo>
              </a:path>
            </a:pathLst>
          </a:custGeom>
          <a:noFill/>
          <a:ln w="7620">
            <a:solidFill>
              <a:srgbClr val="65727C"/>
            </a:solidFill>
            <a:prstDash val="solid"/>
          </a:ln>
        </p:spPr>
      </p:sp>
      <p:sp>
        <p:nvSpPr>
          <p:cNvPr id="7" name="text_006">
            <a:extLst>
              <a:ext uri="{FF2B5EF4-FFF2-40B4-BE49-F238E27FC236}">
                <ns2:creationId id="{54DA675A-BAF6-4E5C-BBCA-9D5B23CFD5D3}"/>
              </a:ext>
            </a:extLst>
          </p:cNvPr>
          <p:cNvSpPr>
            <a:spLocks noGrp="1"/>
          </p:cNvSpPr>
          <p:nvPr/>
        </p:nvSpPr>
        <p:spPr>
          <a:xfrm rot="0">
            <a:off x="623849" y="5343525"/>
            <a:ext cx="419100" cy="219075"/>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142 E</a:t>
            </a:r>
          </a:p>
        </p:txBody>
      </p:sp>
      <p:sp>
        <p:nvSpPr>
          <p:cNvPr id="8" name="line_007">
            <a:extLst>
              <a:ext uri="{FF2B5EF4-FFF2-40B4-BE49-F238E27FC236}">
                <ns2:creationId id="{CCDC9C11-F682-4EDC-BBE0-DF039D237CC4}"/>
              </a:ext>
            </a:extLst>
          </p:cNvPr>
          <p:cNvSpPr>
            <a:spLocks noGrp="1"/>
          </p:cNvSpPr>
          <p:nvPr/>
        </p:nvSpPr>
        <p:spPr>
          <a:xfrm>
            <a:off x="1741988" y="5286375"/>
            <a:ext cx="95" cy="38100"/>
          </a:xfrm>
          <a:custGeom>
            <a:pathLst>
              <a:path w="95" h="38100">
                <a:moveTo>
                  <a:pt x="0" y="0"/>
                </a:moveTo>
                <a:lnTo>
                  <a:pt x="0" y="38100"/>
                </a:lnTo>
              </a:path>
            </a:pathLst>
          </a:custGeom>
          <a:noFill/>
          <a:ln w="7620">
            <a:solidFill>
              <a:srgbClr val="65727C"/>
            </a:solidFill>
            <a:prstDash val="solid"/>
          </a:ln>
        </p:spPr>
      </p:sp>
      <p:sp>
        <p:nvSpPr>
          <p:cNvPr id="9" name="text_008">
            <a:extLst>
              <a:ext uri="{FF2B5EF4-FFF2-40B4-BE49-F238E27FC236}">
                <ns2:creationId id="{5FDEE8B6-D880-4A81-BE78-1D3FFB10BAE6}"/>
              </a:ext>
            </a:extLst>
          </p:cNvPr>
          <p:cNvSpPr>
            <a:spLocks noGrp="1"/>
          </p:cNvSpPr>
          <p:nvPr/>
        </p:nvSpPr>
        <p:spPr>
          <a:xfrm rot="0">
            <a:off x="1532438" y="5343525"/>
            <a:ext cx="419100" cy="219075"/>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148 E</a:t>
            </a:r>
          </a:p>
        </p:txBody>
      </p:sp>
      <p:sp>
        <p:nvSpPr>
          <p:cNvPr id="10" name="line_009">
            <a:extLst>
              <a:ext uri="{FF2B5EF4-FFF2-40B4-BE49-F238E27FC236}">
                <ns2:creationId id="{3D0E2A87-26FB-4A9B-ADE3-7D907EB11967}"/>
              </a:ext>
            </a:extLst>
          </p:cNvPr>
          <p:cNvSpPr>
            <a:spLocks noGrp="1"/>
          </p:cNvSpPr>
          <p:nvPr/>
        </p:nvSpPr>
        <p:spPr>
          <a:xfrm>
            <a:off x="2650576" y="5286375"/>
            <a:ext cx="95" cy="38100"/>
          </a:xfrm>
          <a:custGeom>
            <a:pathLst>
              <a:path w="95" h="38100">
                <a:moveTo>
                  <a:pt x="0" y="0"/>
                </a:moveTo>
                <a:lnTo>
                  <a:pt x="0" y="38100"/>
                </a:lnTo>
              </a:path>
            </a:pathLst>
          </a:custGeom>
          <a:noFill/>
          <a:ln w="7620">
            <a:solidFill>
              <a:srgbClr val="65727C"/>
            </a:solidFill>
            <a:prstDash val="solid"/>
          </a:ln>
        </p:spPr>
      </p:sp>
      <p:sp>
        <p:nvSpPr>
          <p:cNvPr id="11" name="text_010">
            <a:extLst>
              <a:ext uri="{FF2B5EF4-FFF2-40B4-BE49-F238E27FC236}">
                <ns2:creationId id="{0CE2196A-F001-469B-8CB4-38D456B5F27F}"/>
              </a:ext>
            </a:extLst>
          </p:cNvPr>
          <p:cNvSpPr>
            <a:spLocks noGrp="1"/>
          </p:cNvSpPr>
          <p:nvPr/>
        </p:nvSpPr>
        <p:spPr>
          <a:xfrm rot="0">
            <a:off x="2441026" y="5343525"/>
            <a:ext cx="419100" cy="219075"/>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154 E</a:t>
            </a:r>
          </a:p>
        </p:txBody>
      </p:sp>
      <p:sp>
        <p:nvSpPr>
          <p:cNvPr id="12" name="line_011">
            <a:extLst>
              <a:ext uri="{FF2B5EF4-FFF2-40B4-BE49-F238E27FC236}">
                <ns2:creationId id="{55D2B453-CE0C-48C6-AC99-B6204C7B70A8}"/>
              </a:ext>
            </a:extLst>
          </p:cNvPr>
          <p:cNvSpPr>
            <a:spLocks noGrp="1"/>
          </p:cNvSpPr>
          <p:nvPr/>
        </p:nvSpPr>
        <p:spPr>
          <a:xfrm>
            <a:off x="533400" y="3383778"/>
            <a:ext cx="38100" cy="95"/>
          </a:xfrm>
          <a:custGeom>
            <a:pathLst>
              <a:path w="38100" h="95">
                <a:moveTo>
                  <a:pt x="0" y="0"/>
                </a:moveTo>
                <a:lnTo>
                  <a:pt x="38100" y="0"/>
                </a:lnTo>
              </a:path>
            </a:pathLst>
          </a:custGeom>
          <a:noFill/>
          <a:ln w="7620">
            <a:solidFill>
              <a:srgbClr val="65727C"/>
            </a:solidFill>
            <a:prstDash val="solid"/>
          </a:ln>
        </p:spPr>
      </p:sp>
      <p:sp>
        <p:nvSpPr>
          <p:cNvPr id="13" name="text_012">
            <a:extLst>
              <a:ext uri="{FF2B5EF4-FFF2-40B4-BE49-F238E27FC236}">
                <ns2:creationId id="{AD71C903-79AD-4CC3-8B0C-6062113ABF6B}"/>
              </a:ext>
            </a:extLst>
          </p:cNvPr>
          <p:cNvSpPr>
            <a:spLocks noGrp="1"/>
          </p:cNvSpPr>
          <p:nvPr/>
        </p:nvSpPr>
        <p:spPr>
          <a:xfrm rot="0">
            <a:off x="104775" y="3298053"/>
            <a:ext cx="381000" cy="219075"/>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28 S</a:t>
            </a:r>
          </a:p>
        </p:txBody>
      </p:sp>
      <p:sp>
        <p:nvSpPr>
          <p:cNvPr id="14" name="line_013">
            <a:extLst>
              <a:ext uri="{FF2B5EF4-FFF2-40B4-BE49-F238E27FC236}">
                <ns2:creationId id="{A85FE3A4-F936-4248-92A4-EEA84B18BDC4}"/>
              </a:ext>
            </a:extLst>
          </p:cNvPr>
          <p:cNvSpPr>
            <a:spLocks noGrp="1"/>
          </p:cNvSpPr>
          <p:nvPr/>
        </p:nvSpPr>
        <p:spPr>
          <a:xfrm>
            <a:off x="533400" y="4097604"/>
            <a:ext cx="38100" cy="95"/>
          </a:xfrm>
          <a:custGeom>
            <a:pathLst>
              <a:path w="38100" h="95">
                <a:moveTo>
                  <a:pt x="0" y="0"/>
                </a:moveTo>
                <a:lnTo>
                  <a:pt x="38100" y="0"/>
                </a:lnTo>
              </a:path>
            </a:pathLst>
          </a:custGeom>
          <a:noFill/>
          <a:ln w="7620">
            <a:solidFill>
              <a:srgbClr val="65727C"/>
            </a:solidFill>
            <a:prstDash val="solid"/>
          </a:ln>
        </p:spPr>
      </p:sp>
      <p:sp>
        <p:nvSpPr>
          <p:cNvPr id="15" name="text_014">
            <a:extLst>
              <a:ext uri="{FF2B5EF4-FFF2-40B4-BE49-F238E27FC236}">
                <ns2:creationId id="{82DB9AFD-64AF-4AE9-8528-6F08F1BCCC6F}"/>
              </a:ext>
            </a:extLst>
          </p:cNvPr>
          <p:cNvSpPr>
            <a:spLocks noGrp="1"/>
          </p:cNvSpPr>
          <p:nvPr/>
        </p:nvSpPr>
        <p:spPr>
          <a:xfrm rot="0">
            <a:off x="104775" y="4011879"/>
            <a:ext cx="381000" cy="219075"/>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32 S</a:t>
            </a:r>
          </a:p>
        </p:txBody>
      </p:sp>
      <p:sp>
        <p:nvSpPr>
          <p:cNvPr id="16" name="line_015">
            <a:extLst>
              <a:ext uri="{FF2B5EF4-FFF2-40B4-BE49-F238E27FC236}">
                <ns2:creationId id="{4CFF94A2-42EB-41E6-928E-8CBE0F469782}"/>
              </a:ext>
            </a:extLst>
          </p:cNvPr>
          <p:cNvSpPr>
            <a:spLocks noGrp="1"/>
          </p:cNvSpPr>
          <p:nvPr/>
        </p:nvSpPr>
        <p:spPr>
          <a:xfrm>
            <a:off x="533400" y="4811430"/>
            <a:ext cx="38100" cy="95"/>
          </a:xfrm>
          <a:custGeom>
            <a:pathLst>
              <a:path w="38100" h="95">
                <a:moveTo>
                  <a:pt x="0" y="0"/>
                </a:moveTo>
                <a:lnTo>
                  <a:pt x="38100" y="0"/>
                </a:lnTo>
              </a:path>
            </a:pathLst>
          </a:custGeom>
          <a:noFill/>
          <a:ln w="7620">
            <a:solidFill>
              <a:srgbClr val="65727C"/>
            </a:solidFill>
            <a:prstDash val="solid"/>
          </a:ln>
        </p:spPr>
      </p:sp>
      <p:sp>
        <p:nvSpPr>
          <p:cNvPr id="17" name="text_016">
            <a:extLst>
              <a:ext uri="{FF2B5EF4-FFF2-40B4-BE49-F238E27FC236}">
                <ns2:creationId id="{98F42BE9-0FC9-4D86-8A82-6C70566EA49E}"/>
              </a:ext>
            </a:extLst>
          </p:cNvPr>
          <p:cNvSpPr>
            <a:spLocks noGrp="1"/>
          </p:cNvSpPr>
          <p:nvPr/>
        </p:nvSpPr>
        <p:spPr>
          <a:xfrm rot="0">
            <a:off x="104775" y="4725705"/>
            <a:ext cx="381000" cy="219075"/>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36 S</a:t>
            </a:r>
          </a:p>
        </p:txBody>
      </p:sp>
      <p:sp>
        <p:nvSpPr>
          <p:cNvPr id="18" name="text_017">
            <a:extLst>
              <a:ext uri="{FF2B5EF4-FFF2-40B4-BE49-F238E27FC236}">
                <ns2:creationId id="{F886DA29-D44B-4EB1-A564-85053622C463}"/>
              </a:ext>
            </a:extLst>
          </p:cNvPr>
          <p:cNvSpPr>
            <a:spLocks noGrp="1"/>
          </p:cNvSpPr>
          <p:nvPr/>
        </p:nvSpPr>
        <p:spPr>
          <a:xfrm rot="0">
            <a:off x="919383" y="3377756"/>
            <a:ext cx="428625" cy="190500"/>
          </a:xfrm>
          <a:prstGeom prst="rect">
            <a:avLst/>
          </a:prstGeom>
          <a:noFill/>
          <a:ln w="0">
            <a:noFill/>
            <a:prstDash val="solid"/>
          </a:ln>
        </p:spPr>
        <p:txBody>
          <a:bodyPr wrap="none" lIns="0" tIns="0" rIns="0" bIns="0" anchor="t">
            <a:noAutofit/>
          </a:bodyPr>
          <a:lstStyle>
            <a:defPPr algn="l">
              <a:defRPr sz="900" b="0">
                <a:solidFill>
                  <a:srgbClr val="65727C"/>
                </a:solidFill>
                <a:latin typeface="Arial"/>
                <a:ea typeface="Arial"/>
                <a:cs typeface="Arial"/>
              </a:defRPr>
            </a:defPPr>
            <a:lvl1pPr algn="l">
              <a:defRPr sz="900" b="0">
                <a:solidFill>
                  <a:srgbClr val="65727C"/>
                </a:solidFill>
                <a:latin typeface="Arial"/>
                <a:ea typeface="Arial"/>
                <a:cs typeface="Arial"/>
              </a:defRPr>
            </a:lvl1pPr>
            <a:lvl2pPr algn="l">
              <a:defRPr sz="900" b="0">
                <a:solidFill>
                  <a:srgbClr val="65727C"/>
                </a:solidFill>
                <a:latin typeface="Arial"/>
                <a:ea typeface="Arial"/>
                <a:cs typeface="Arial"/>
              </a:defRPr>
            </a:lvl2pPr>
            <a:lvl3pPr algn="l">
              <a:defRPr sz="900" b="0">
                <a:solidFill>
                  <a:srgbClr val="65727C"/>
                </a:solidFill>
                <a:latin typeface="Arial"/>
                <a:ea typeface="Arial"/>
                <a:cs typeface="Arial"/>
              </a:defRPr>
            </a:lvl3pPr>
            <a:lvl4pPr algn="l">
              <a:defRPr sz="900" b="0">
                <a:solidFill>
                  <a:srgbClr val="65727C"/>
                </a:solidFill>
                <a:latin typeface="Arial"/>
                <a:ea typeface="Arial"/>
                <a:cs typeface="Arial"/>
              </a:defRPr>
            </a:lvl4pPr>
            <a:lvl5pPr algn="l">
              <a:defRPr sz="900" b="0">
                <a:solidFill>
                  <a:srgbClr val="65727C"/>
                </a:solidFill>
                <a:latin typeface="Arial"/>
                <a:ea typeface="Arial"/>
                <a:cs typeface="Arial"/>
              </a:defRPr>
            </a:lvl5pPr>
            <a:lvl6pPr algn="l">
              <a:defRPr sz="900" b="0">
                <a:solidFill>
                  <a:srgbClr val="65727C"/>
                </a:solidFill>
                <a:latin typeface="Arial"/>
                <a:ea typeface="Arial"/>
                <a:cs typeface="Arial"/>
              </a:defRPr>
            </a:lvl6pPr>
            <a:lvl7pPr algn="l">
              <a:defRPr sz="900" b="0">
                <a:solidFill>
                  <a:srgbClr val="65727C"/>
                </a:solidFill>
                <a:latin typeface="Arial"/>
                <a:ea typeface="Arial"/>
                <a:cs typeface="Arial"/>
              </a:defRPr>
            </a:lvl7pPr>
            <a:lvl8pPr algn="l">
              <a:defRPr sz="900" b="0">
                <a:solidFill>
                  <a:srgbClr val="65727C"/>
                </a:solidFill>
                <a:latin typeface="Arial"/>
                <a:ea typeface="Arial"/>
                <a:cs typeface="Arial"/>
              </a:defRPr>
            </a:lvl8pPr>
            <a:lvl9pPr algn="l">
              <a:defRPr sz="900" b="0">
                <a:solidFill>
                  <a:srgbClr val="65727C"/>
                </a:solidFill>
                <a:latin typeface="Arial"/>
                <a:ea typeface="Arial"/>
                <a:cs typeface="Arial"/>
              </a:defRPr>
            </a:lvl9pPr>
          </a:lstStyle>
          <a:p>
            <a:pPr algn="l">
              <a:defRPr sz="900" b="0">
                <a:solidFill>
                  <a:srgbClr val="65727C"/>
                </a:solidFill>
                <a:latin typeface="Arial"/>
                <a:ea typeface="Arial"/>
                <a:cs typeface="Arial"/>
              </a:defRPr>
            </a:pPr>
            <a:r>
              <a:rPr sz="900" b="0">
                <a:solidFill>
                  <a:srgbClr val="65727C"/>
                </a:solidFill>
                <a:latin typeface="Arial"/>
                <a:ea typeface="Arial"/>
                <a:cs typeface="Arial"/>
              </a:rPr>
              <a:t>QLD</a:t>
            </a:r>
          </a:p>
        </p:txBody>
      </p:sp>
      <p:sp>
        <p:nvSpPr>
          <p:cNvPr id="19" name="text_018">
            <a:extLst>
              <a:ext uri="{FF2B5EF4-FFF2-40B4-BE49-F238E27FC236}">
                <ns2:creationId id="{380B95C5-2139-45F6-AEB2-D0BA8CB7B382}"/>
              </a:ext>
            </a:extLst>
          </p:cNvPr>
          <p:cNvSpPr>
            <a:spLocks noGrp="1"/>
          </p:cNvSpPr>
          <p:nvPr/>
        </p:nvSpPr>
        <p:spPr>
          <a:xfrm rot="0">
            <a:off x="919383" y="4234347"/>
            <a:ext cx="428625" cy="190500"/>
          </a:xfrm>
          <a:prstGeom prst="rect">
            <a:avLst/>
          </a:prstGeom>
          <a:noFill/>
          <a:ln w="0">
            <a:noFill/>
            <a:prstDash val="solid"/>
          </a:ln>
        </p:spPr>
        <p:txBody>
          <a:bodyPr wrap="none" lIns="0" tIns="0" rIns="0" bIns="0" anchor="t">
            <a:noAutofit/>
          </a:bodyPr>
          <a:lstStyle>
            <a:defPPr algn="l">
              <a:defRPr sz="900" b="0">
                <a:solidFill>
                  <a:srgbClr val="65727C"/>
                </a:solidFill>
                <a:latin typeface="Arial"/>
                <a:ea typeface="Arial"/>
                <a:cs typeface="Arial"/>
              </a:defRPr>
            </a:defPPr>
            <a:lvl1pPr algn="l">
              <a:defRPr sz="900" b="0">
                <a:solidFill>
                  <a:srgbClr val="65727C"/>
                </a:solidFill>
                <a:latin typeface="Arial"/>
                <a:ea typeface="Arial"/>
                <a:cs typeface="Arial"/>
              </a:defRPr>
            </a:lvl1pPr>
            <a:lvl2pPr algn="l">
              <a:defRPr sz="900" b="0">
                <a:solidFill>
                  <a:srgbClr val="65727C"/>
                </a:solidFill>
                <a:latin typeface="Arial"/>
                <a:ea typeface="Arial"/>
                <a:cs typeface="Arial"/>
              </a:defRPr>
            </a:lvl2pPr>
            <a:lvl3pPr algn="l">
              <a:defRPr sz="900" b="0">
                <a:solidFill>
                  <a:srgbClr val="65727C"/>
                </a:solidFill>
                <a:latin typeface="Arial"/>
                <a:ea typeface="Arial"/>
                <a:cs typeface="Arial"/>
              </a:defRPr>
            </a:lvl3pPr>
            <a:lvl4pPr algn="l">
              <a:defRPr sz="900" b="0">
                <a:solidFill>
                  <a:srgbClr val="65727C"/>
                </a:solidFill>
                <a:latin typeface="Arial"/>
                <a:ea typeface="Arial"/>
                <a:cs typeface="Arial"/>
              </a:defRPr>
            </a:lvl4pPr>
            <a:lvl5pPr algn="l">
              <a:defRPr sz="900" b="0">
                <a:solidFill>
                  <a:srgbClr val="65727C"/>
                </a:solidFill>
                <a:latin typeface="Arial"/>
                <a:ea typeface="Arial"/>
                <a:cs typeface="Arial"/>
              </a:defRPr>
            </a:lvl5pPr>
            <a:lvl6pPr algn="l">
              <a:defRPr sz="900" b="0">
                <a:solidFill>
                  <a:srgbClr val="65727C"/>
                </a:solidFill>
                <a:latin typeface="Arial"/>
                <a:ea typeface="Arial"/>
                <a:cs typeface="Arial"/>
              </a:defRPr>
            </a:lvl6pPr>
            <a:lvl7pPr algn="l">
              <a:defRPr sz="900" b="0">
                <a:solidFill>
                  <a:srgbClr val="65727C"/>
                </a:solidFill>
                <a:latin typeface="Arial"/>
                <a:ea typeface="Arial"/>
                <a:cs typeface="Arial"/>
              </a:defRPr>
            </a:lvl7pPr>
            <a:lvl8pPr algn="l">
              <a:defRPr sz="900" b="0">
                <a:solidFill>
                  <a:srgbClr val="65727C"/>
                </a:solidFill>
                <a:latin typeface="Arial"/>
                <a:ea typeface="Arial"/>
                <a:cs typeface="Arial"/>
              </a:defRPr>
            </a:lvl8pPr>
            <a:lvl9pPr algn="l">
              <a:defRPr sz="900" b="0">
                <a:solidFill>
                  <a:srgbClr val="65727C"/>
                </a:solidFill>
                <a:latin typeface="Arial"/>
                <a:ea typeface="Arial"/>
                <a:cs typeface="Arial"/>
              </a:defRPr>
            </a:lvl9pPr>
          </a:lstStyle>
          <a:p>
            <a:pPr algn="l">
              <a:defRPr sz="900" b="0">
                <a:solidFill>
                  <a:srgbClr val="65727C"/>
                </a:solidFill>
                <a:latin typeface="Arial"/>
                <a:ea typeface="Arial"/>
                <a:cs typeface="Arial"/>
              </a:defRPr>
            </a:pPr>
            <a:r>
              <a:rPr sz="900" b="0">
                <a:solidFill>
                  <a:srgbClr val="65727C"/>
                </a:solidFill>
                <a:latin typeface="Arial"/>
                <a:ea typeface="Arial"/>
                <a:cs typeface="Arial"/>
              </a:rPr>
              <a:t>NSW</a:t>
            </a:r>
          </a:p>
        </p:txBody>
      </p:sp>
      <p:sp>
        <p:nvSpPr>
          <p:cNvPr id="20" name="text_019">
            <a:extLst>
              <a:ext uri="{FF2B5EF4-FFF2-40B4-BE49-F238E27FC236}">
                <ns2:creationId id="{BA9DCC3F-F407-4830-BC4C-15B624D5B660}"/>
              </a:ext>
            </a:extLst>
          </p:cNvPr>
          <p:cNvSpPr>
            <a:spLocks noGrp="1"/>
          </p:cNvSpPr>
          <p:nvPr/>
        </p:nvSpPr>
        <p:spPr>
          <a:xfrm rot="0">
            <a:off x="783095" y="4966019"/>
            <a:ext cx="428625" cy="190500"/>
          </a:xfrm>
          <a:prstGeom prst="rect">
            <a:avLst/>
          </a:prstGeom>
          <a:noFill/>
          <a:ln w="0">
            <a:noFill/>
            <a:prstDash val="solid"/>
          </a:ln>
        </p:spPr>
        <p:txBody>
          <a:bodyPr wrap="none" lIns="0" tIns="0" rIns="0" bIns="0" anchor="t">
            <a:noAutofit/>
          </a:bodyPr>
          <a:lstStyle>
            <a:defPPr algn="l">
              <a:defRPr sz="900" b="0">
                <a:solidFill>
                  <a:srgbClr val="65727C"/>
                </a:solidFill>
                <a:latin typeface="Arial"/>
                <a:ea typeface="Arial"/>
                <a:cs typeface="Arial"/>
              </a:defRPr>
            </a:defPPr>
            <a:lvl1pPr algn="l">
              <a:defRPr sz="900" b="0">
                <a:solidFill>
                  <a:srgbClr val="65727C"/>
                </a:solidFill>
                <a:latin typeface="Arial"/>
                <a:ea typeface="Arial"/>
                <a:cs typeface="Arial"/>
              </a:defRPr>
            </a:lvl1pPr>
            <a:lvl2pPr algn="l">
              <a:defRPr sz="900" b="0">
                <a:solidFill>
                  <a:srgbClr val="65727C"/>
                </a:solidFill>
                <a:latin typeface="Arial"/>
                <a:ea typeface="Arial"/>
                <a:cs typeface="Arial"/>
              </a:defRPr>
            </a:lvl2pPr>
            <a:lvl3pPr algn="l">
              <a:defRPr sz="900" b="0">
                <a:solidFill>
                  <a:srgbClr val="65727C"/>
                </a:solidFill>
                <a:latin typeface="Arial"/>
                <a:ea typeface="Arial"/>
                <a:cs typeface="Arial"/>
              </a:defRPr>
            </a:lvl3pPr>
            <a:lvl4pPr algn="l">
              <a:defRPr sz="900" b="0">
                <a:solidFill>
                  <a:srgbClr val="65727C"/>
                </a:solidFill>
                <a:latin typeface="Arial"/>
                <a:ea typeface="Arial"/>
                <a:cs typeface="Arial"/>
              </a:defRPr>
            </a:lvl4pPr>
            <a:lvl5pPr algn="l">
              <a:defRPr sz="900" b="0">
                <a:solidFill>
                  <a:srgbClr val="65727C"/>
                </a:solidFill>
                <a:latin typeface="Arial"/>
                <a:ea typeface="Arial"/>
                <a:cs typeface="Arial"/>
              </a:defRPr>
            </a:lvl5pPr>
            <a:lvl6pPr algn="l">
              <a:defRPr sz="900" b="0">
                <a:solidFill>
                  <a:srgbClr val="65727C"/>
                </a:solidFill>
                <a:latin typeface="Arial"/>
                <a:ea typeface="Arial"/>
                <a:cs typeface="Arial"/>
              </a:defRPr>
            </a:lvl6pPr>
            <a:lvl7pPr algn="l">
              <a:defRPr sz="900" b="0">
                <a:solidFill>
                  <a:srgbClr val="65727C"/>
                </a:solidFill>
                <a:latin typeface="Arial"/>
                <a:ea typeface="Arial"/>
                <a:cs typeface="Arial"/>
              </a:defRPr>
            </a:lvl7pPr>
            <a:lvl8pPr algn="l">
              <a:defRPr sz="900" b="0">
                <a:solidFill>
                  <a:srgbClr val="65727C"/>
                </a:solidFill>
                <a:latin typeface="Arial"/>
                <a:ea typeface="Arial"/>
                <a:cs typeface="Arial"/>
              </a:defRPr>
            </a:lvl8pPr>
            <a:lvl9pPr algn="l">
              <a:defRPr sz="900" b="0">
                <a:solidFill>
                  <a:srgbClr val="65727C"/>
                </a:solidFill>
                <a:latin typeface="Arial"/>
                <a:ea typeface="Arial"/>
                <a:cs typeface="Arial"/>
              </a:defRPr>
            </a:lvl9pPr>
          </a:lstStyle>
          <a:p>
            <a:pPr algn="l">
              <a:defRPr sz="900" b="0">
                <a:solidFill>
                  <a:srgbClr val="65727C"/>
                </a:solidFill>
                <a:latin typeface="Arial"/>
                <a:ea typeface="Arial"/>
                <a:cs typeface="Arial"/>
              </a:defRPr>
            </a:pPr>
            <a:r>
              <a:rPr sz="900" b="0">
                <a:solidFill>
                  <a:srgbClr val="65727C"/>
                </a:solidFill>
                <a:latin typeface="Arial"/>
                <a:ea typeface="Arial"/>
                <a:cs typeface="Arial"/>
              </a:rPr>
              <a:t>VIC</a:t>
            </a:r>
          </a:p>
        </p:txBody>
      </p:sp>
      <p:sp>
        <p:nvSpPr>
          <p:cNvPr id="21" name="line_020">
            <a:extLst>
              <a:ext uri="{FF2B5EF4-FFF2-40B4-BE49-F238E27FC236}">
                <ns2:creationId id="{DF09E98B-5AEE-48FB-97FC-DFD244A8F318}"/>
              </a:ext>
            </a:extLst>
          </p:cNvPr>
          <p:cNvSpPr>
            <a:spLocks noGrp="1"/>
          </p:cNvSpPr>
          <p:nvPr/>
        </p:nvSpPr>
        <p:spPr>
          <a:xfrm>
            <a:off x="2229906" y="5143500"/>
            <a:ext cx="322794" cy="95"/>
          </a:xfrm>
          <a:custGeom>
            <a:pathLst>
              <a:path w="322794" h="95">
                <a:moveTo>
                  <a:pt x="0" y="0"/>
                </a:moveTo>
                <a:lnTo>
                  <a:pt x="322794" y="0"/>
                </a:lnTo>
              </a:path>
            </a:pathLst>
          </a:custGeom>
          <a:noFill/>
          <a:ln w="15240">
            <a:solidFill>
              <a:srgbClr val="000000"/>
            </a:solidFill>
            <a:prstDash val="solid"/>
          </a:ln>
        </p:spPr>
      </p:sp>
      <p:sp>
        <p:nvSpPr>
          <p:cNvPr id="22" name="line_021">
            <a:extLst>
              <a:ext uri="{FF2B5EF4-FFF2-40B4-BE49-F238E27FC236}">
                <ns2:creationId id="{211A2BD8-381A-4EF3-9A18-237BD5E52557}"/>
              </a:ext>
            </a:extLst>
          </p:cNvPr>
          <p:cNvSpPr>
            <a:spLocks noGrp="1"/>
          </p:cNvSpPr>
          <p:nvPr/>
        </p:nvSpPr>
        <p:spPr>
          <a:xfrm>
            <a:off x="2229906" y="5114925"/>
            <a:ext cx="95" cy="57150"/>
          </a:xfrm>
          <a:custGeom>
            <a:pathLst>
              <a:path w="95" h="57150">
                <a:moveTo>
                  <a:pt x="0" y="0"/>
                </a:moveTo>
                <a:lnTo>
                  <a:pt x="0" y="57150"/>
                </a:lnTo>
              </a:path>
            </a:pathLst>
          </a:custGeom>
          <a:noFill/>
          <a:ln w="12383">
            <a:solidFill>
              <a:srgbClr val="000000"/>
            </a:solidFill>
            <a:prstDash val="solid"/>
          </a:ln>
        </p:spPr>
      </p:sp>
      <p:sp>
        <p:nvSpPr>
          <p:cNvPr id="23" name="line_022">
            <a:extLst>
              <a:ext uri="{FF2B5EF4-FFF2-40B4-BE49-F238E27FC236}">
                <ns2:creationId id="{88ED6B44-1482-4F52-A47A-FA08EF2D810B}"/>
              </a:ext>
            </a:extLst>
          </p:cNvPr>
          <p:cNvSpPr>
            <a:spLocks noGrp="1"/>
          </p:cNvSpPr>
          <p:nvPr/>
        </p:nvSpPr>
        <p:spPr>
          <a:xfrm>
            <a:off x="2552700" y="5114925"/>
            <a:ext cx="95" cy="57150"/>
          </a:xfrm>
          <a:custGeom>
            <a:pathLst>
              <a:path w="95" h="57150">
                <a:moveTo>
                  <a:pt x="0" y="0"/>
                </a:moveTo>
                <a:lnTo>
                  <a:pt x="0" y="57150"/>
                </a:lnTo>
              </a:path>
            </a:pathLst>
          </a:custGeom>
          <a:noFill/>
          <a:ln w="12383">
            <a:solidFill>
              <a:srgbClr val="000000"/>
            </a:solidFill>
            <a:prstDash val="solid"/>
          </a:ln>
        </p:spPr>
      </p:sp>
      <p:sp>
        <p:nvSpPr>
          <p:cNvPr id="24" name="text_023">
            <a:extLst>
              <a:ext uri="{FF2B5EF4-FFF2-40B4-BE49-F238E27FC236}">
                <ns2:creationId id="{D9719C74-EA56-4701-A5A2-F741C99ADB4A}"/>
              </a:ext>
            </a:extLst>
          </p:cNvPr>
          <p:cNvSpPr>
            <a:spLocks noGrp="1"/>
          </p:cNvSpPr>
          <p:nvPr/>
        </p:nvSpPr>
        <p:spPr>
          <a:xfrm rot="0">
            <a:off x="2163231" y="4943475"/>
            <a:ext cx="456144" cy="200025"/>
          </a:xfrm>
          <a:prstGeom prst="rect">
            <a:avLst/>
          </a:prstGeom>
          <a:noFill/>
          <a:ln w="0">
            <a:noFill/>
            <a:prstDash val="solid"/>
          </a:ln>
        </p:spPr>
        <p:txBody>
          <a:bodyPr wrap="none" lIns="0" tIns="0" rIns="0" bIns="0" anchor="t">
            <a:noAutofit/>
          </a:bodyPr>
          <a:lstStyle>
            <a:defPPr algn="ctr">
              <a:defRPr sz="900" b="0">
                <a:solidFill>
                  <a:srgbClr val="000000"/>
                </a:solidFill>
                <a:latin typeface="Arial"/>
                <a:ea typeface="Arial"/>
                <a:cs typeface="Arial"/>
              </a:defRPr>
            </a:defPPr>
            <a:lvl1pPr algn="ctr">
              <a:defRPr sz="900" b="0">
                <a:solidFill>
                  <a:srgbClr val="000000"/>
                </a:solidFill>
                <a:latin typeface="Arial"/>
                <a:ea typeface="Arial"/>
                <a:cs typeface="Arial"/>
              </a:defRPr>
            </a:lvl1pPr>
            <a:lvl2pPr algn="ctr">
              <a:defRPr sz="900" b="0">
                <a:solidFill>
                  <a:srgbClr val="000000"/>
                </a:solidFill>
                <a:latin typeface="Arial"/>
                <a:ea typeface="Arial"/>
                <a:cs typeface="Arial"/>
              </a:defRPr>
            </a:lvl2pPr>
            <a:lvl3pPr algn="ctr">
              <a:defRPr sz="900" b="0">
                <a:solidFill>
                  <a:srgbClr val="000000"/>
                </a:solidFill>
                <a:latin typeface="Arial"/>
                <a:ea typeface="Arial"/>
                <a:cs typeface="Arial"/>
              </a:defRPr>
            </a:lvl3pPr>
            <a:lvl4pPr algn="ctr">
              <a:defRPr sz="900" b="0">
                <a:solidFill>
                  <a:srgbClr val="000000"/>
                </a:solidFill>
                <a:latin typeface="Arial"/>
                <a:ea typeface="Arial"/>
                <a:cs typeface="Arial"/>
              </a:defRPr>
            </a:lvl4pPr>
            <a:lvl5pPr algn="ctr">
              <a:defRPr sz="900" b="0">
                <a:solidFill>
                  <a:srgbClr val="000000"/>
                </a:solidFill>
                <a:latin typeface="Arial"/>
                <a:ea typeface="Arial"/>
                <a:cs typeface="Arial"/>
              </a:defRPr>
            </a:lvl5pPr>
            <a:lvl6pPr algn="ctr">
              <a:defRPr sz="900" b="0">
                <a:solidFill>
                  <a:srgbClr val="000000"/>
                </a:solidFill>
                <a:latin typeface="Arial"/>
                <a:ea typeface="Arial"/>
                <a:cs typeface="Arial"/>
              </a:defRPr>
            </a:lvl6pPr>
            <a:lvl7pPr algn="ctr">
              <a:defRPr sz="900" b="0">
                <a:solidFill>
                  <a:srgbClr val="000000"/>
                </a:solidFill>
                <a:latin typeface="Arial"/>
                <a:ea typeface="Arial"/>
                <a:cs typeface="Arial"/>
              </a:defRPr>
            </a:lvl7pPr>
            <a:lvl8pPr algn="ctr">
              <a:defRPr sz="900" b="0">
                <a:solidFill>
                  <a:srgbClr val="000000"/>
                </a:solidFill>
                <a:latin typeface="Arial"/>
                <a:ea typeface="Arial"/>
                <a:cs typeface="Arial"/>
              </a:defRPr>
            </a:lvl8pPr>
            <a:lvl9pPr algn="ctr">
              <a:defRPr sz="900" b="0">
                <a:solidFill>
                  <a:srgbClr val="000000"/>
                </a:solidFill>
                <a:latin typeface="Arial"/>
                <a:ea typeface="Arial"/>
                <a:cs typeface="Arial"/>
              </a:defRPr>
            </a:lvl9pPr>
          </a:lstStyle>
          <a:p>
            <a:pPr algn="ctr">
              <a:defRPr sz="900" b="0">
                <a:solidFill>
                  <a:srgbClr val="000000"/>
                </a:solidFill>
                <a:latin typeface="Arial"/>
                <a:ea typeface="Arial"/>
                <a:cs typeface="Arial"/>
              </a:defRPr>
            </a:pPr>
            <a:r>
              <a:rPr sz="900" b="0">
                <a:solidFill>
                  <a:srgbClr val="000000"/>
                </a:solidFill>
                <a:latin typeface="Arial"/>
                <a:ea typeface="Arial"/>
                <a:cs typeface="Arial"/>
              </a:rPr>
              <a:t>200 km</a:t>
            </a:r>
          </a:p>
        </p:txBody>
      </p:sp>
      <p:sp>
        <p:nvSpPr>
          <p:cNvPr id="25" name="ellipse_024">
            <a:extLst>
              <a:ext uri="{FF2B5EF4-FFF2-40B4-BE49-F238E27FC236}">
                <ns2:creationId id="{746D2A9F-4EB2-4F60-9408-4718BF30B153}"/>
              </a:ext>
            </a:extLst>
          </p:cNvPr>
          <p:cNvSpPr>
            <a:spLocks noGrp="1"/>
          </p:cNvSpPr>
          <p:nvPr/>
        </p:nvSpPr>
        <p:spPr>
          <a:xfrm rot="0">
            <a:off x="2365236" y="3642181"/>
            <a:ext cx="112395" cy="112395"/>
          </a:xfrm>
          <a:prstGeom prst="ellipse">
            <a:avLst/>
          </a:prstGeom>
          <a:solidFill>
            <a:srgbClr val="FFFFFF"/>
          </a:solidFill>
          <a:ln w="17145">
            <a:solidFill>
              <a:srgbClr val="FFFFFF"/>
            </a:solidFill>
            <a:prstDash val="solid"/>
          </a:ln>
        </p:spPr>
      </p:sp>
      <p:sp>
        <p:nvSpPr>
          <p:cNvPr id="26" name="A_f17_False">
            <a:extLst>
              <a:ext uri="{FF2B5EF4-FFF2-40B4-BE49-F238E27FC236}">
                <ns2:creationId id="{8B1397F8-A2D6-459C-9CA4-773682C15D43}"/>
              </a:ext>
            </a:extLst>
          </p:cNvPr>
          <p:cNvSpPr>
            <a:spLocks noGrp="1"/>
          </p:cNvSpPr>
          <p:nvPr/>
        </p:nvSpPr>
        <p:spPr>
          <a:xfrm rot="0">
            <a:off x="2382381" y="3659326"/>
            <a:ext cx="78105" cy="78105"/>
          </a:xfrm>
          <a:prstGeom prst="ellipse">
            <a:avLst/>
          </a:prstGeom>
          <a:solidFill>
            <a:srgbClr val="FFFFFF"/>
          </a:solidFill>
          <a:ln w="17145">
            <a:solidFill>
              <a:srgbClr val="0072B2"/>
            </a:solidFill>
            <a:prstDash val="solid"/>
          </a:ln>
        </p:spPr>
      </p:sp>
      <p:sp>
        <p:nvSpPr>
          <p:cNvPr id="27" name="text_026">
            <a:extLst>
              <a:ext uri="{FF2B5EF4-FFF2-40B4-BE49-F238E27FC236}">
                <ns2:creationId id="{823984C7-3630-483E-A8AC-D46981D49DA9}"/>
              </a:ext>
            </a:extLst>
          </p:cNvPr>
          <p:cNvSpPr>
            <a:spLocks noGrp="1"/>
          </p:cNvSpPr>
          <p:nvPr/>
        </p:nvSpPr>
        <p:spPr>
          <a:xfrm rot="0">
            <a:off x="2164259" y="3469779"/>
            <a:ext cx="266700" cy="247650"/>
          </a:xfrm>
          <a:prstGeom prst="rect">
            <a:avLst/>
          </a:prstGeom>
          <a:noFill/>
          <a:ln w="0">
            <a:noFill/>
            <a:prstDash val="solid"/>
          </a:ln>
        </p:spPr>
        <p:txBody>
          <a:bodyPr wrap="none" lIns="0" tIns="0" rIns="0" bIns="0" anchor="t">
            <a:noAutofit/>
          </a:bodyPr>
          <a:lstStyle>
            <a:defPPr algn="l">
              <a:defRPr sz="1500" b="1">
                <a:solidFill>
                  <a:srgbClr val="0072B2"/>
                </a:solidFill>
                <a:latin typeface="Arial"/>
                <a:ea typeface="Arial"/>
                <a:cs typeface="Arial"/>
              </a:defRPr>
            </a:defPPr>
            <a:lvl1pPr algn="l">
              <a:defRPr sz="1500" b="1">
                <a:solidFill>
                  <a:srgbClr val="0072B2"/>
                </a:solidFill>
                <a:latin typeface="Arial"/>
                <a:ea typeface="Arial"/>
                <a:cs typeface="Arial"/>
              </a:defRPr>
            </a:lvl1pPr>
            <a:lvl2pPr algn="l">
              <a:defRPr sz="1500" b="1">
                <a:solidFill>
                  <a:srgbClr val="0072B2"/>
                </a:solidFill>
                <a:latin typeface="Arial"/>
                <a:ea typeface="Arial"/>
                <a:cs typeface="Arial"/>
              </a:defRPr>
            </a:lvl2pPr>
            <a:lvl3pPr algn="l">
              <a:defRPr sz="1500" b="1">
                <a:solidFill>
                  <a:srgbClr val="0072B2"/>
                </a:solidFill>
                <a:latin typeface="Arial"/>
                <a:ea typeface="Arial"/>
                <a:cs typeface="Arial"/>
              </a:defRPr>
            </a:lvl3pPr>
            <a:lvl4pPr algn="l">
              <a:defRPr sz="1500" b="1">
                <a:solidFill>
                  <a:srgbClr val="0072B2"/>
                </a:solidFill>
                <a:latin typeface="Arial"/>
                <a:ea typeface="Arial"/>
                <a:cs typeface="Arial"/>
              </a:defRPr>
            </a:lvl4pPr>
            <a:lvl5pPr algn="l">
              <a:defRPr sz="1500" b="1">
                <a:solidFill>
                  <a:srgbClr val="0072B2"/>
                </a:solidFill>
                <a:latin typeface="Arial"/>
                <a:ea typeface="Arial"/>
                <a:cs typeface="Arial"/>
              </a:defRPr>
            </a:lvl5pPr>
            <a:lvl6pPr algn="l">
              <a:defRPr sz="1500" b="1">
                <a:solidFill>
                  <a:srgbClr val="0072B2"/>
                </a:solidFill>
                <a:latin typeface="Arial"/>
                <a:ea typeface="Arial"/>
                <a:cs typeface="Arial"/>
              </a:defRPr>
            </a:lvl6pPr>
            <a:lvl7pPr algn="l">
              <a:defRPr sz="1500" b="1">
                <a:solidFill>
                  <a:srgbClr val="0072B2"/>
                </a:solidFill>
                <a:latin typeface="Arial"/>
                <a:ea typeface="Arial"/>
                <a:cs typeface="Arial"/>
              </a:defRPr>
            </a:lvl7pPr>
            <a:lvl8pPr algn="l">
              <a:defRPr sz="1500" b="1">
                <a:solidFill>
                  <a:srgbClr val="0072B2"/>
                </a:solidFill>
                <a:latin typeface="Arial"/>
                <a:ea typeface="Arial"/>
                <a:cs typeface="Arial"/>
              </a:defRPr>
            </a:lvl8pPr>
            <a:lvl9pPr algn="l">
              <a:defRPr sz="1500" b="1">
                <a:solidFill>
                  <a:srgbClr val="0072B2"/>
                </a:solidFill>
                <a:latin typeface="Arial"/>
                <a:ea typeface="Arial"/>
                <a:cs typeface="Arial"/>
              </a:defRPr>
            </a:lvl9pPr>
          </a:lstStyle>
          <a:p>
            <a:pPr algn="l">
              <a:defRPr sz="1500" b="1">
                <a:solidFill>
                  <a:srgbClr val="0072B2"/>
                </a:solidFill>
                <a:latin typeface="Arial"/>
                <a:ea typeface="Arial"/>
                <a:cs typeface="Arial"/>
              </a:defRPr>
            </a:pPr>
            <a:r>
              <a:rPr sz="1500" b="1">
                <a:solidFill>
                  <a:srgbClr val="0072B2"/>
                </a:solidFill>
                <a:latin typeface="Arial"/>
                <a:ea typeface="Arial"/>
                <a:cs typeface="Arial"/>
              </a:rPr>
              <a:t>A</a:t>
            </a:r>
          </a:p>
        </p:txBody>
      </p:sp>
      <p:sp>
        <p:nvSpPr>
          <p:cNvPr id="28" name="ellipse_027">
            <a:extLst>
              <a:ext uri="{FF2B5EF4-FFF2-40B4-BE49-F238E27FC236}">
                <ns2:creationId id="{FBA479B3-3AB8-4229-A44E-2E720E4A45E4}"/>
              </a:ext>
            </a:extLst>
          </p:cNvPr>
          <p:cNvSpPr>
            <a:spLocks noGrp="1"/>
          </p:cNvSpPr>
          <p:nvPr/>
        </p:nvSpPr>
        <p:spPr>
          <a:xfrm rot="0">
            <a:off x="1677650" y="5017353"/>
            <a:ext cx="112395" cy="112395"/>
          </a:xfrm>
          <a:prstGeom prst="ellipse">
            <a:avLst/>
          </a:prstGeom>
          <a:solidFill>
            <a:srgbClr val="FFFFFF"/>
          </a:solidFill>
          <a:ln w="17145">
            <a:solidFill>
              <a:srgbClr val="FFFFFF"/>
            </a:solidFill>
            <a:prstDash val="solid"/>
          </a:ln>
        </p:spPr>
      </p:sp>
      <p:sp>
        <p:nvSpPr>
          <p:cNvPr id="29" name="B_f17_False">
            <a:extLst>
              <a:ext uri="{FF2B5EF4-FFF2-40B4-BE49-F238E27FC236}">
                <ns2:creationId id="{8D95D539-10EA-4B68-8B1D-EB10230BF4B0}"/>
              </a:ext>
            </a:extLst>
          </p:cNvPr>
          <p:cNvSpPr>
            <a:spLocks noGrp="1"/>
          </p:cNvSpPr>
          <p:nvPr/>
        </p:nvSpPr>
        <p:spPr>
          <a:xfrm rot="0">
            <a:off x="1694795" y="5034498"/>
            <a:ext cx="78105" cy="78105"/>
          </a:xfrm>
          <a:prstGeom prst="ellipse">
            <a:avLst/>
          </a:prstGeom>
          <a:solidFill>
            <a:srgbClr val="FFFFFF"/>
          </a:solidFill>
          <a:ln w="17145">
            <a:solidFill>
              <a:srgbClr val="D55E00"/>
            </a:solidFill>
            <a:prstDash val="solid"/>
          </a:ln>
        </p:spPr>
      </p:sp>
      <p:sp>
        <p:nvSpPr>
          <p:cNvPr id="30" name="text_029">
            <a:extLst>
              <a:ext uri="{FF2B5EF4-FFF2-40B4-BE49-F238E27FC236}">
                <ns2:creationId id="{59C221D0-A406-4E23-85F9-3C0FC4D5EA71}"/>
              </a:ext>
            </a:extLst>
          </p:cNvPr>
          <p:cNvSpPr>
            <a:spLocks noGrp="1"/>
          </p:cNvSpPr>
          <p:nvPr/>
        </p:nvSpPr>
        <p:spPr>
          <a:xfrm rot="0">
            <a:off x="1810048" y="4844951"/>
            <a:ext cx="266700" cy="247650"/>
          </a:xfrm>
          <a:prstGeom prst="rect">
            <a:avLst/>
          </a:prstGeom>
          <a:noFill/>
          <a:ln w="0">
            <a:noFill/>
            <a:prstDash val="solid"/>
          </a:ln>
        </p:spPr>
        <p:txBody>
          <a:bodyPr wrap="none" lIns="0" tIns="0" rIns="0" bIns="0" anchor="t">
            <a:noAutofit/>
          </a:bodyPr>
          <a:lstStyle>
            <a:defPPr algn="l">
              <a:defRPr sz="1500" b="1">
                <a:solidFill>
                  <a:srgbClr val="D55E00"/>
                </a:solidFill>
                <a:latin typeface="Arial"/>
                <a:ea typeface="Arial"/>
                <a:cs typeface="Arial"/>
              </a:defRPr>
            </a:defPPr>
            <a:lvl1pPr algn="l">
              <a:defRPr sz="1500" b="1">
                <a:solidFill>
                  <a:srgbClr val="D55E00"/>
                </a:solidFill>
                <a:latin typeface="Arial"/>
                <a:ea typeface="Arial"/>
                <a:cs typeface="Arial"/>
              </a:defRPr>
            </a:lvl1pPr>
            <a:lvl2pPr algn="l">
              <a:defRPr sz="1500" b="1">
                <a:solidFill>
                  <a:srgbClr val="D55E00"/>
                </a:solidFill>
                <a:latin typeface="Arial"/>
                <a:ea typeface="Arial"/>
                <a:cs typeface="Arial"/>
              </a:defRPr>
            </a:lvl2pPr>
            <a:lvl3pPr algn="l">
              <a:defRPr sz="1500" b="1">
                <a:solidFill>
                  <a:srgbClr val="D55E00"/>
                </a:solidFill>
                <a:latin typeface="Arial"/>
                <a:ea typeface="Arial"/>
                <a:cs typeface="Arial"/>
              </a:defRPr>
            </a:lvl3pPr>
            <a:lvl4pPr algn="l">
              <a:defRPr sz="1500" b="1">
                <a:solidFill>
                  <a:srgbClr val="D55E00"/>
                </a:solidFill>
                <a:latin typeface="Arial"/>
                <a:ea typeface="Arial"/>
                <a:cs typeface="Arial"/>
              </a:defRPr>
            </a:lvl4pPr>
            <a:lvl5pPr algn="l">
              <a:defRPr sz="1500" b="1">
                <a:solidFill>
                  <a:srgbClr val="D55E00"/>
                </a:solidFill>
                <a:latin typeface="Arial"/>
                <a:ea typeface="Arial"/>
                <a:cs typeface="Arial"/>
              </a:defRPr>
            </a:lvl5pPr>
            <a:lvl6pPr algn="l">
              <a:defRPr sz="1500" b="1">
                <a:solidFill>
                  <a:srgbClr val="D55E00"/>
                </a:solidFill>
                <a:latin typeface="Arial"/>
                <a:ea typeface="Arial"/>
                <a:cs typeface="Arial"/>
              </a:defRPr>
            </a:lvl6pPr>
            <a:lvl7pPr algn="l">
              <a:defRPr sz="1500" b="1">
                <a:solidFill>
                  <a:srgbClr val="D55E00"/>
                </a:solidFill>
                <a:latin typeface="Arial"/>
                <a:ea typeface="Arial"/>
                <a:cs typeface="Arial"/>
              </a:defRPr>
            </a:lvl7pPr>
            <a:lvl8pPr algn="l">
              <a:defRPr sz="1500" b="1">
                <a:solidFill>
                  <a:srgbClr val="D55E00"/>
                </a:solidFill>
                <a:latin typeface="Arial"/>
                <a:ea typeface="Arial"/>
                <a:cs typeface="Arial"/>
              </a:defRPr>
            </a:lvl8pPr>
            <a:lvl9pPr algn="l">
              <a:defRPr sz="1500" b="1">
                <a:solidFill>
                  <a:srgbClr val="D55E00"/>
                </a:solidFill>
                <a:latin typeface="Arial"/>
                <a:ea typeface="Arial"/>
                <a:cs typeface="Arial"/>
              </a:defRPr>
            </a:lvl9pPr>
          </a:lstStyle>
          <a:p>
            <a:pPr algn="l">
              <a:defRPr sz="1500" b="1">
                <a:solidFill>
                  <a:srgbClr val="D55E00"/>
                </a:solidFill>
                <a:latin typeface="Arial"/>
                <a:ea typeface="Arial"/>
                <a:cs typeface="Arial"/>
              </a:defRPr>
            </a:pPr>
            <a:r>
              <a:rPr sz="1500" b="1">
                <a:solidFill>
                  <a:srgbClr val="D55E00"/>
                </a:solidFill>
                <a:latin typeface="Arial"/>
                <a:ea typeface="Arial"/>
                <a:cs typeface="Arial"/>
              </a:rPr>
              <a:t>B</a:t>
            </a:r>
          </a:p>
        </p:txBody>
      </p:sp>
      <p:sp>
        <p:nvSpPr>
          <p:cNvPr id="31" name="ellipse_030">
            <a:extLst>
              <a:ext uri="{FF2B5EF4-FFF2-40B4-BE49-F238E27FC236}">
                <ns2:creationId id="{716EB3A6-5718-41EE-B57A-7B9E1D11698D}"/>
              </a:ext>
            </a:extLst>
          </p:cNvPr>
          <p:cNvSpPr>
            <a:spLocks noGrp="1"/>
          </p:cNvSpPr>
          <p:nvPr/>
        </p:nvSpPr>
        <p:spPr>
          <a:xfrm rot="0">
            <a:off x="1219260" y="3543955"/>
            <a:ext cx="112395" cy="112395"/>
          </a:xfrm>
          <a:prstGeom prst="ellipse">
            <a:avLst/>
          </a:prstGeom>
          <a:solidFill>
            <a:srgbClr val="FFFFFF"/>
          </a:solidFill>
          <a:ln w="17145">
            <a:solidFill>
              <a:srgbClr val="FFFFFF"/>
            </a:solidFill>
            <a:prstDash val="solid"/>
          </a:ln>
        </p:spPr>
      </p:sp>
      <p:sp>
        <p:nvSpPr>
          <p:cNvPr id="32" name="C_f17_False">
            <a:extLst>
              <a:ext uri="{FF2B5EF4-FFF2-40B4-BE49-F238E27FC236}">
                <ns2:creationId id="{DC3C5F37-4C60-4A71-9CA1-65676059934A}"/>
              </a:ext>
            </a:extLst>
          </p:cNvPr>
          <p:cNvSpPr>
            <a:spLocks noGrp="1"/>
          </p:cNvSpPr>
          <p:nvPr/>
        </p:nvSpPr>
        <p:spPr>
          <a:xfrm rot="0">
            <a:off x="1236405" y="3561100"/>
            <a:ext cx="78105" cy="78105"/>
          </a:xfrm>
          <a:prstGeom prst="ellipse">
            <a:avLst/>
          </a:prstGeom>
          <a:solidFill>
            <a:srgbClr val="FFFFFF"/>
          </a:solidFill>
          <a:ln w="17145">
            <a:solidFill>
              <a:srgbClr val="009E73"/>
            </a:solidFill>
            <a:prstDash val="solid"/>
          </a:ln>
        </p:spPr>
      </p:sp>
      <p:sp>
        <p:nvSpPr>
          <p:cNvPr id="33" name="text_032">
            <a:extLst>
              <a:ext uri="{FF2B5EF4-FFF2-40B4-BE49-F238E27FC236}">
                <ns2:creationId id="{13C9D1A2-0C9D-4778-A163-1CB5F2D49951}"/>
              </a:ext>
            </a:extLst>
          </p:cNvPr>
          <p:cNvSpPr>
            <a:spLocks noGrp="1"/>
          </p:cNvSpPr>
          <p:nvPr/>
        </p:nvSpPr>
        <p:spPr>
          <a:xfrm rot="0">
            <a:off x="1351657" y="3371552"/>
            <a:ext cx="266700" cy="247650"/>
          </a:xfrm>
          <a:prstGeom prst="rect">
            <a:avLst/>
          </a:prstGeom>
          <a:noFill/>
          <a:ln w="0">
            <a:noFill/>
            <a:prstDash val="solid"/>
          </a:ln>
        </p:spPr>
        <p:txBody>
          <a:bodyPr wrap="none" lIns="0" tIns="0" rIns="0" bIns="0" anchor="t">
            <a:noAutofit/>
          </a:bodyPr>
          <a:lstStyle>
            <a:defPPr algn="l">
              <a:defRPr sz="1500" b="1">
                <a:solidFill>
                  <a:srgbClr val="009E73"/>
                </a:solidFill>
                <a:latin typeface="Arial"/>
                <a:ea typeface="Arial"/>
                <a:cs typeface="Arial"/>
              </a:defRPr>
            </a:defPPr>
            <a:lvl1pPr algn="l">
              <a:defRPr sz="1500" b="1">
                <a:solidFill>
                  <a:srgbClr val="009E73"/>
                </a:solidFill>
                <a:latin typeface="Arial"/>
                <a:ea typeface="Arial"/>
                <a:cs typeface="Arial"/>
              </a:defRPr>
            </a:lvl1pPr>
            <a:lvl2pPr algn="l">
              <a:defRPr sz="1500" b="1">
                <a:solidFill>
                  <a:srgbClr val="009E73"/>
                </a:solidFill>
                <a:latin typeface="Arial"/>
                <a:ea typeface="Arial"/>
                <a:cs typeface="Arial"/>
              </a:defRPr>
            </a:lvl2pPr>
            <a:lvl3pPr algn="l">
              <a:defRPr sz="1500" b="1">
                <a:solidFill>
                  <a:srgbClr val="009E73"/>
                </a:solidFill>
                <a:latin typeface="Arial"/>
                <a:ea typeface="Arial"/>
                <a:cs typeface="Arial"/>
              </a:defRPr>
            </a:lvl3pPr>
            <a:lvl4pPr algn="l">
              <a:defRPr sz="1500" b="1">
                <a:solidFill>
                  <a:srgbClr val="009E73"/>
                </a:solidFill>
                <a:latin typeface="Arial"/>
                <a:ea typeface="Arial"/>
                <a:cs typeface="Arial"/>
              </a:defRPr>
            </a:lvl4pPr>
            <a:lvl5pPr algn="l">
              <a:defRPr sz="1500" b="1">
                <a:solidFill>
                  <a:srgbClr val="009E73"/>
                </a:solidFill>
                <a:latin typeface="Arial"/>
                <a:ea typeface="Arial"/>
                <a:cs typeface="Arial"/>
              </a:defRPr>
            </a:lvl5pPr>
            <a:lvl6pPr algn="l">
              <a:defRPr sz="1500" b="1">
                <a:solidFill>
                  <a:srgbClr val="009E73"/>
                </a:solidFill>
                <a:latin typeface="Arial"/>
                <a:ea typeface="Arial"/>
                <a:cs typeface="Arial"/>
              </a:defRPr>
            </a:lvl6pPr>
            <a:lvl7pPr algn="l">
              <a:defRPr sz="1500" b="1">
                <a:solidFill>
                  <a:srgbClr val="009E73"/>
                </a:solidFill>
                <a:latin typeface="Arial"/>
                <a:ea typeface="Arial"/>
                <a:cs typeface="Arial"/>
              </a:defRPr>
            </a:lvl7pPr>
            <a:lvl8pPr algn="l">
              <a:defRPr sz="1500" b="1">
                <a:solidFill>
                  <a:srgbClr val="009E73"/>
                </a:solidFill>
                <a:latin typeface="Arial"/>
                <a:ea typeface="Arial"/>
                <a:cs typeface="Arial"/>
              </a:defRPr>
            </a:lvl8pPr>
            <a:lvl9pPr algn="l">
              <a:defRPr sz="1500" b="1">
                <a:solidFill>
                  <a:srgbClr val="009E73"/>
                </a:solidFill>
                <a:latin typeface="Arial"/>
                <a:ea typeface="Arial"/>
                <a:cs typeface="Arial"/>
              </a:defRPr>
            </a:lvl9pPr>
          </a:lstStyle>
          <a:p>
            <a:pPr algn="l">
              <a:defRPr sz="1500" b="1">
                <a:solidFill>
                  <a:srgbClr val="009E73"/>
                </a:solidFill>
                <a:latin typeface="Arial"/>
                <a:ea typeface="Arial"/>
                <a:cs typeface="Arial"/>
              </a:defRPr>
            </a:pPr>
            <a:r>
              <a:rPr sz="1500" b="1">
                <a:solidFill>
                  <a:srgbClr val="009E73"/>
                </a:solidFill>
                <a:latin typeface="Arial"/>
                <a:ea typeface="Arial"/>
                <a:cs typeface="Arial"/>
              </a:rPr>
              <a:t>C</a:t>
            </a:r>
          </a:p>
        </p:txBody>
      </p:sp>
      <p:sp>
        <p:nvSpPr>
          <p:cNvPr id="34" name="text_033">
            <a:extLst>
              <a:ext uri="{FF2B5EF4-FFF2-40B4-BE49-F238E27FC236}">
                <ns2:creationId id="{C85EFFF4-3274-4979-8811-E97528F33647}"/>
              </a:ext>
            </a:extLst>
          </p:cNvPr>
          <p:cNvSpPr>
            <a:spLocks noGrp="1"/>
          </p:cNvSpPr>
          <p:nvPr/>
        </p:nvSpPr>
        <p:spPr>
          <a:xfrm rot="0">
            <a:off x="457200" y="5600700"/>
            <a:ext cx="2324100" cy="22860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283 cells with positive FRP</a:t>
            </a:r>
          </a:p>
        </p:txBody>
      </p:sp>
      <p:sp>
        <p:nvSpPr>
          <p:cNvPr id="35" name="text_034">
            <a:extLst>
              <a:ext uri="{FF2B5EF4-FFF2-40B4-BE49-F238E27FC236}">
                <ns2:creationId id="{E75DFCD4-7B55-4AAD-8C20-9ABC6D4D1781}"/>
              </a:ext>
            </a:extLst>
          </p:cNvPr>
          <p:cNvSpPr>
            <a:spLocks noGrp="1"/>
          </p:cNvSpPr>
          <p:nvPr/>
        </p:nvSpPr>
        <p:spPr>
          <a:xfrm rot="0">
            <a:off x="3190875" y="2914650"/>
            <a:ext cx="2266950" cy="238125"/>
          </a:xfrm>
          <a:prstGeom prst="rect">
            <a:avLst/>
          </a:prstGeom>
          <a:noFill/>
          <a:ln w="0">
            <a:noFill/>
            <a:prstDash val="solid"/>
          </a:ln>
        </p:spPr>
        <p:txBody>
          <a:bodyPr wrap="none" lIns="0" tIns="0" rIns="0" bIns="0" anchor="t">
            <a:noAutofit/>
          </a:bodyPr>
          <a:lstStyle>
            <a:defPPr algn="ctr">
              <a:defRPr sz="1350" b="1">
                <a:solidFill>
                  <a:srgbClr val="000000"/>
                </a:solidFill>
                <a:latin typeface="Arial"/>
                <a:ea typeface="Arial"/>
                <a:cs typeface="Arial"/>
              </a:defRPr>
            </a:defPPr>
            <a:lvl1pPr algn="ctr">
              <a:defRPr sz="1350" b="1">
                <a:solidFill>
                  <a:srgbClr val="000000"/>
                </a:solidFill>
                <a:latin typeface="Arial"/>
                <a:ea typeface="Arial"/>
                <a:cs typeface="Arial"/>
              </a:defRPr>
            </a:lvl1pPr>
            <a:lvl2pPr algn="ctr">
              <a:defRPr sz="1350" b="1">
                <a:solidFill>
                  <a:srgbClr val="000000"/>
                </a:solidFill>
                <a:latin typeface="Arial"/>
                <a:ea typeface="Arial"/>
                <a:cs typeface="Arial"/>
              </a:defRPr>
            </a:lvl2pPr>
            <a:lvl3pPr algn="ctr">
              <a:defRPr sz="1350" b="1">
                <a:solidFill>
                  <a:srgbClr val="000000"/>
                </a:solidFill>
                <a:latin typeface="Arial"/>
                <a:ea typeface="Arial"/>
                <a:cs typeface="Arial"/>
              </a:defRPr>
            </a:lvl3pPr>
            <a:lvl4pPr algn="ctr">
              <a:defRPr sz="1350" b="1">
                <a:solidFill>
                  <a:srgbClr val="000000"/>
                </a:solidFill>
                <a:latin typeface="Arial"/>
                <a:ea typeface="Arial"/>
                <a:cs typeface="Arial"/>
              </a:defRPr>
            </a:lvl4pPr>
            <a:lvl5pPr algn="ctr">
              <a:defRPr sz="1350" b="1">
                <a:solidFill>
                  <a:srgbClr val="000000"/>
                </a:solidFill>
                <a:latin typeface="Arial"/>
                <a:ea typeface="Arial"/>
                <a:cs typeface="Arial"/>
              </a:defRPr>
            </a:lvl5pPr>
            <a:lvl6pPr algn="ctr">
              <a:defRPr sz="1350" b="1">
                <a:solidFill>
                  <a:srgbClr val="000000"/>
                </a:solidFill>
                <a:latin typeface="Arial"/>
                <a:ea typeface="Arial"/>
                <a:cs typeface="Arial"/>
              </a:defRPr>
            </a:lvl6pPr>
            <a:lvl7pPr algn="ctr">
              <a:defRPr sz="1350" b="1">
                <a:solidFill>
                  <a:srgbClr val="000000"/>
                </a:solidFill>
                <a:latin typeface="Arial"/>
                <a:ea typeface="Arial"/>
                <a:cs typeface="Arial"/>
              </a:defRPr>
            </a:lvl7pPr>
            <a:lvl8pPr algn="ctr">
              <a:defRPr sz="1350" b="1">
                <a:solidFill>
                  <a:srgbClr val="000000"/>
                </a:solidFill>
                <a:latin typeface="Arial"/>
                <a:ea typeface="Arial"/>
                <a:cs typeface="Arial"/>
              </a:defRPr>
            </a:lvl8pPr>
            <a:lvl9pPr algn="ctr">
              <a:defRPr sz="1350" b="1">
                <a:solidFill>
                  <a:srgbClr val="000000"/>
                </a:solidFill>
                <a:latin typeface="Arial"/>
                <a:ea typeface="Arial"/>
                <a:cs typeface="Arial"/>
              </a:defRPr>
            </a:lvl9pPr>
          </a:lstStyle>
          <a:p>
            <a:pPr algn="ctr">
              <a:defRPr sz="1350" b="1">
                <a:solidFill>
                  <a:srgbClr val="000000"/>
                </a:solidFill>
                <a:latin typeface="Arial"/>
                <a:ea typeface="Arial"/>
                <a:cs typeface="Arial"/>
              </a:defRPr>
            </a:pPr>
            <a:r>
              <a:rPr sz="1350" b="1">
                <a:solidFill>
                  <a:srgbClr val="000000"/>
                </a:solidFill>
                <a:latin typeface="Arial"/>
                <a:ea typeface="Arial"/>
                <a:cs typeface="Arial"/>
              </a:rPr>
              <a:t>f18: 12-07 to 12-08</a:t>
            </a:r>
          </a:p>
        </p:txBody>
      </p:sp>
      <p:pic>
        <p:nvPicPr>
          <p:cNvPr id="36" name="">
            <a:extLst>
              <a:ext uri="{FF2B5EF4-FFF2-40B4-BE49-F238E27FC236}">
                <ns2:creationId id="{FE1124F4-5274-4C98-A201-22973EA189BA}"/>
              </a:ext>
            </a:extLst>
          </p:cNvPr>
          <p:cNvPicPr>
            <a:picLocks noChangeAspect="1"/>
          </p:cNvPicPr>
          <p:nvPr/>
        </p:nvPicPr>
        <p:blipFill>
          <a:blip r:embed="R3f9694ddd87042f0"/>
          <a:stretch/>
        </p:blipFill>
        <p:spPr>
          <a:xfrm>
            <a:off x="3267075" y="3190875"/>
            <a:ext cx="2095500" cy="2095500"/>
          </a:xfrm>
          <a:prstGeom prst="rect">
            <a:avLst/>
          </a:prstGeom>
        </p:spPr>
      </p:pic>
      <p:sp>
        <p:nvSpPr>
          <p:cNvPr id="37" name="rect_036">
            <a:extLst>
              <a:ext uri="{FF2B5EF4-FFF2-40B4-BE49-F238E27FC236}">
                <ns2:creationId id="{2AB0F5DC-9319-4BAD-8025-66BF4C0351B5}"/>
              </a:ext>
            </a:extLst>
          </p:cNvPr>
          <p:cNvSpPr>
            <a:spLocks noGrp="1"/>
          </p:cNvSpPr>
          <p:nvPr/>
        </p:nvSpPr>
        <p:spPr>
          <a:xfrm rot="0">
            <a:off x="3267075" y="3190875"/>
            <a:ext cx="2095500" cy="2095500"/>
          </a:xfrm>
          <a:prstGeom prst="rect">
            <a:avLst/>
          </a:prstGeom>
          <a:noFill/>
          <a:ln w="6668">
            <a:solidFill>
              <a:srgbClr val="65727C"/>
            </a:solidFill>
            <a:prstDash val="solid"/>
          </a:ln>
        </p:spPr>
      </p:sp>
      <p:sp>
        <p:nvSpPr>
          <p:cNvPr id="38" name="line_037">
            <a:extLst>
              <a:ext uri="{FF2B5EF4-FFF2-40B4-BE49-F238E27FC236}">
                <ns2:creationId id="{2EAC6AE0-FFFD-41D2-BD14-6423A33FE28D}"/>
              </a:ext>
            </a:extLst>
          </p:cNvPr>
          <p:cNvSpPr>
            <a:spLocks noGrp="1"/>
          </p:cNvSpPr>
          <p:nvPr/>
        </p:nvSpPr>
        <p:spPr>
          <a:xfrm>
            <a:off x="3528974" y="5286375"/>
            <a:ext cx="95" cy="38100"/>
          </a:xfrm>
          <a:custGeom>
            <a:pathLst>
              <a:path w="95" h="38100">
                <a:moveTo>
                  <a:pt x="0" y="0"/>
                </a:moveTo>
                <a:lnTo>
                  <a:pt x="0" y="38100"/>
                </a:lnTo>
              </a:path>
            </a:pathLst>
          </a:custGeom>
          <a:noFill/>
          <a:ln w="7620">
            <a:solidFill>
              <a:srgbClr val="65727C"/>
            </a:solidFill>
            <a:prstDash val="solid"/>
          </a:ln>
        </p:spPr>
      </p:sp>
      <p:sp>
        <p:nvSpPr>
          <p:cNvPr id="39" name="text_038">
            <a:extLst>
              <a:ext uri="{FF2B5EF4-FFF2-40B4-BE49-F238E27FC236}">
                <ns2:creationId id="{F3176332-7CB5-4969-9A4D-4FBC1DBE6018}"/>
              </a:ext>
            </a:extLst>
          </p:cNvPr>
          <p:cNvSpPr>
            <a:spLocks noGrp="1"/>
          </p:cNvSpPr>
          <p:nvPr/>
        </p:nvSpPr>
        <p:spPr>
          <a:xfrm rot="0">
            <a:off x="3319424" y="5343525"/>
            <a:ext cx="419100" cy="219075"/>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142 E</a:t>
            </a:r>
          </a:p>
        </p:txBody>
      </p:sp>
      <p:sp>
        <p:nvSpPr>
          <p:cNvPr id="40" name="line_039">
            <a:extLst>
              <a:ext uri="{FF2B5EF4-FFF2-40B4-BE49-F238E27FC236}">
                <ns2:creationId id="{12295CFA-56B4-42CB-8E2E-A188076984EF}"/>
              </a:ext>
            </a:extLst>
          </p:cNvPr>
          <p:cNvSpPr>
            <a:spLocks noGrp="1"/>
          </p:cNvSpPr>
          <p:nvPr/>
        </p:nvSpPr>
        <p:spPr>
          <a:xfrm>
            <a:off x="4437563" y="5286375"/>
            <a:ext cx="95" cy="38100"/>
          </a:xfrm>
          <a:custGeom>
            <a:pathLst>
              <a:path w="95" h="38100">
                <a:moveTo>
                  <a:pt x="0" y="0"/>
                </a:moveTo>
                <a:lnTo>
                  <a:pt x="0" y="38100"/>
                </a:lnTo>
              </a:path>
            </a:pathLst>
          </a:custGeom>
          <a:noFill/>
          <a:ln w="7620">
            <a:solidFill>
              <a:srgbClr val="65727C"/>
            </a:solidFill>
            <a:prstDash val="solid"/>
          </a:ln>
        </p:spPr>
      </p:sp>
      <p:sp>
        <p:nvSpPr>
          <p:cNvPr id="41" name="text_040">
            <a:extLst>
              <a:ext uri="{FF2B5EF4-FFF2-40B4-BE49-F238E27FC236}">
                <ns2:creationId id="{57BC7822-983C-4A26-AB03-B9FFF2FAF364}"/>
              </a:ext>
            </a:extLst>
          </p:cNvPr>
          <p:cNvSpPr>
            <a:spLocks noGrp="1"/>
          </p:cNvSpPr>
          <p:nvPr/>
        </p:nvSpPr>
        <p:spPr>
          <a:xfrm rot="0">
            <a:off x="4228013" y="5343525"/>
            <a:ext cx="419100" cy="219075"/>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148 E</a:t>
            </a:r>
          </a:p>
        </p:txBody>
      </p:sp>
      <p:sp>
        <p:nvSpPr>
          <p:cNvPr id="42" name="line_041">
            <a:extLst>
              <a:ext uri="{FF2B5EF4-FFF2-40B4-BE49-F238E27FC236}">
                <ns2:creationId id="{106B9885-09B5-4534-B33A-43C5D845537A}"/>
              </a:ext>
            </a:extLst>
          </p:cNvPr>
          <p:cNvSpPr>
            <a:spLocks noGrp="1"/>
          </p:cNvSpPr>
          <p:nvPr/>
        </p:nvSpPr>
        <p:spPr>
          <a:xfrm>
            <a:off x="5346151" y="5286375"/>
            <a:ext cx="95" cy="38100"/>
          </a:xfrm>
          <a:custGeom>
            <a:pathLst>
              <a:path w="95" h="38100">
                <a:moveTo>
                  <a:pt x="0" y="0"/>
                </a:moveTo>
                <a:lnTo>
                  <a:pt x="0" y="38100"/>
                </a:lnTo>
              </a:path>
            </a:pathLst>
          </a:custGeom>
          <a:noFill/>
          <a:ln w="7620">
            <a:solidFill>
              <a:srgbClr val="65727C"/>
            </a:solidFill>
            <a:prstDash val="solid"/>
          </a:ln>
        </p:spPr>
      </p:sp>
      <p:sp>
        <p:nvSpPr>
          <p:cNvPr id="43" name="text_042">
            <a:extLst>
              <a:ext uri="{FF2B5EF4-FFF2-40B4-BE49-F238E27FC236}">
                <ns2:creationId id="{8552EF2B-6299-41C5-8E36-7FB5928EE1ED}"/>
              </a:ext>
            </a:extLst>
          </p:cNvPr>
          <p:cNvSpPr>
            <a:spLocks noGrp="1"/>
          </p:cNvSpPr>
          <p:nvPr/>
        </p:nvSpPr>
        <p:spPr>
          <a:xfrm rot="0">
            <a:off x="5136601" y="5343525"/>
            <a:ext cx="419100" cy="219075"/>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154 E</a:t>
            </a:r>
          </a:p>
        </p:txBody>
      </p:sp>
      <p:sp>
        <p:nvSpPr>
          <p:cNvPr id="44" name="text_043">
            <a:extLst>
              <a:ext uri="{FF2B5EF4-FFF2-40B4-BE49-F238E27FC236}">
                <ns2:creationId id="{4B46D6DD-8256-400D-AF0B-AEB465A4EBBE}"/>
              </a:ext>
            </a:extLst>
          </p:cNvPr>
          <p:cNvSpPr>
            <a:spLocks noGrp="1"/>
          </p:cNvSpPr>
          <p:nvPr/>
        </p:nvSpPr>
        <p:spPr>
          <a:xfrm rot="0">
            <a:off x="3614958" y="3377756"/>
            <a:ext cx="428625" cy="190500"/>
          </a:xfrm>
          <a:prstGeom prst="rect">
            <a:avLst/>
          </a:prstGeom>
          <a:noFill/>
          <a:ln w="0">
            <a:noFill/>
            <a:prstDash val="solid"/>
          </a:ln>
        </p:spPr>
        <p:txBody>
          <a:bodyPr wrap="none" lIns="0" tIns="0" rIns="0" bIns="0" anchor="t">
            <a:noAutofit/>
          </a:bodyPr>
          <a:lstStyle>
            <a:defPPr algn="l">
              <a:defRPr sz="900" b="0">
                <a:solidFill>
                  <a:srgbClr val="65727C"/>
                </a:solidFill>
                <a:latin typeface="Arial"/>
                <a:ea typeface="Arial"/>
                <a:cs typeface="Arial"/>
              </a:defRPr>
            </a:defPPr>
            <a:lvl1pPr algn="l">
              <a:defRPr sz="900" b="0">
                <a:solidFill>
                  <a:srgbClr val="65727C"/>
                </a:solidFill>
                <a:latin typeface="Arial"/>
                <a:ea typeface="Arial"/>
                <a:cs typeface="Arial"/>
              </a:defRPr>
            </a:lvl1pPr>
            <a:lvl2pPr algn="l">
              <a:defRPr sz="900" b="0">
                <a:solidFill>
                  <a:srgbClr val="65727C"/>
                </a:solidFill>
                <a:latin typeface="Arial"/>
                <a:ea typeface="Arial"/>
                <a:cs typeface="Arial"/>
              </a:defRPr>
            </a:lvl2pPr>
            <a:lvl3pPr algn="l">
              <a:defRPr sz="900" b="0">
                <a:solidFill>
                  <a:srgbClr val="65727C"/>
                </a:solidFill>
                <a:latin typeface="Arial"/>
                <a:ea typeface="Arial"/>
                <a:cs typeface="Arial"/>
              </a:defRPr>
            </a:lvl3pPr>
            <a:lvl4pPr algn="l">
              <a:defRPr sz="900" b="0">
                <a:solidFill>
                  <a:srgbClr val="65727C"/>
                </a:solidFill>
                <a:latin typeface="Arial"/>
                <a:ea typeface="Arial"/>
                <a:cs typeface="Arial"/>
              </a:defRPr>
            </a:lvl4pPr>
            <a:lvl5pPr algn="l">
              <a:defRPr sz="900" b="0">
                <a:solidFill>
                  <a:srgbClr val="65727C"/>
                </a:solidFill>
                <a:latin typeface="Arial"/>
                <a:ea typeface="Arial"/>
                <a:cs typeface="Arial"/>
              </a:defRPr>
            </a:lvl5pPr>
            <a:lvl6pPr algn="l">
              <a:defRPr sz="900" b="0">
                <a:solidFill>
                  <a:srgbClr val="65727C"/>
                </a:solidFill>
                <a:latin typeface="Arial"/>
                <a:ea typeface="Arial"/>
                <a:cs typeface="Arial"/>
              </a:defRPr>
            </a:lvl6pPr>
            <a:lvl7pPr algn="l">
              <a:defRPr sz="900" b="0">
                <a:solidFill>
                  <a:srgbClr val="65727C"/>
                </a:solidFill>
                <a:latin typeface="Arial"/>
                <a:ea typeface="Arial"/>
                <a:cs typeface="Arial"/>
              </a:defRPr>
            </a:lvl7pPr>
            <a:lvl8pPr algn="l">
              <a:defRPr sz="900" b="0">
                <a:solidFill>
                  <a:srgbClr val="65727C"/>
                </a:solidFill>
                <a:latin typeface="Arial"/>
                <a:ea typeface="Arial"/>
                <a:cs typeface="Arial"/>
              </a:defRPr>
            </a:lvl8pPr>
            <a:lvl9pPr algn="l">
              <a:defRPr sz="900" b="0">
                <a:solidFill>
                  <a:srgbClr val="65727C"/>
                </a:solidFill>
                <a:latin typeface="Arial"/>
                <a:ea typeface="Arial"/>
                <a:cs typeface="Arial"/>
              </a:defRPr>
            </a:lvl9pPr>
          </a:lstStyle>
          <a:p>
            <a:pPr algn="l">
              <a:defRPr sz="900" b="0">
                <a:solidFill>
                  <a:srgbClr val="65727C"/>
                </a:solidFill>
                <a:latin typeface="Arial"/>
                <a:ea typeface="Arial"/>
                <a:cs typeface="Arial"/>
              </a:defRPr>
            </a:pPr>
            <a:r>
              <a:rPr sz="900" b="0">
                <a:solidFill>
                  <a:srgbClr val="65727C"/>
                </a:solidFill>
                <a:latin typeface="Arial"/>
                <a:ea typeface="Arial"/>
                <a:cs typeface="Arial"/>
              </a:rPr>
              <a:t>QLD</a:t>
            </a:r>
          </a:p>
        </p:txBody>
      </p:sp>
      <p:sp>
        <p:nvSpPr>
          <p:cNvPr id="45" name="text_044">
            <a:extLst>
              <a:ext uri="{FF2B5EF4-FFF2-40B4-BE49-F238E27FC236}">
                <ns2:creationId id="{C1953BB8-309A-4DCA-AEC5-C8CAE1185F06}"/>
              </a:ext>
            </a:extLst>
          </p:cNvPr>
          <p:cNvSpPr>
            <a:spLocks noGrp="1"/>
          </p:cNvSpPr>
          <p:nvPr/>
        </p:nvSpPr>
        <p:spPr>
          <a:xfrm rot="0">
            <a:off x="3614958" y="4234347"/>
            <a:ext cx="428625" cy="190500"/>
          </a:xfrm>
          <a:prstGeom prst="rect">
            <a:avLst/>
          </a:prstGeom>
          <a:noFill/>
          <a:ln w="0">
            <a:noFill/>
            <a:prstDash val="solid"/>
          </a:ln>
        </p:spPr>
        <p:txBody>
          <a:bodyPr wrap="none" lIns="0" tIns="0" rIns="0" bIns="0" anchor="t">
            <a:noAutofit/>
          </a:bodyPr>
          <a:lstStyle>
            <a:defPPr algn="l">
              <a:defRPr sz="900" b="0">
                <a:solidFill>
                  <a:srgbClr val="65727C"/>
                </a:solidFill>
                <a:latin typeface="Arial"/>
                <a:ea typeface="Arial"/>
                <a:cs typeface="Arial"/>
              </a:defRPr>
            </a:defPPr>
            <a:lvl1pPr algn="l">
              <a:defRPr sz="900" b="0">
                <a:solidFill>
                  <a:srgbClr val="65727C"/>
                </a:solidFill>
                <a:latin typeface="Arial"/>
                <a:ea typeface="Arial"/>
                <a:cs typeface="Arial"/>
              </a:defRPr>
            </a:lvl1pPr>
            <a:lvl2pPr algn="l">
              <a:defRPr sz="900" b="0">
                <a:solidFill>
                  <a:srgbClr val="65727C"/>
                </a:solidFill>
                <a:latin typeface="Arial"/>
                <a:ea typeface="Arial"/>
                <a:cs typeface="Arial"/>
              </a:defRPr>
            </a:lvl2pPr>
            <a:lvl3pPr algn="l">
              <a:defRPr sz="900" b="0">
                <a:solidFill>
                  <a:srgbClr val="65727C"/>
                </a:solidFill>
                <a:latin typeface="Arial"/>
                <a:ea typeface="Arial"/>
                <a:cs typeface="Arial"/>
              </a:defRPr>
            </a:lvl3pPr>
            <a:lvl4pPr algn="l">
              <a:defRPr sz="900" b="0">
                <a:solidFill>
                  <a:srgbClr val="65727C"/>
                </a:solidFill>
                <a:latin typeface="Arial"/>
                <a:ea typeface="Arial"/>
                <a:cs typeface="Arial"/>
              </a:defRPr>
            </a:lvl4pPr>
            <a:lvl5pPr algn="l">
              <a:defRPr sz="900" b="0">
                <a:solidFill>
                  <a:srgbClr val="65727C"/>
                </a:solidFill>
                <a:latin typeface="Arial"/>
                <a:ea typeface="Arial"/>
                <a:cs typeface="Arial"/>
              </a:defRPr>
            </a:lvl5pPr>
            <a:lvl6pPr algn="l">
              <a:defRPr sz="900" b="0">
                <a:solidFill>
                  <a:srgbClr val="65727C"/>
                </a:solidFill>
                <a:latin typeface="Arial"/>
                <a:ea typeface="Arial"/>
                <a:cs typeface="Arial"/>
              </a:defRPr>
            </a:lvl6pPr>
            <a:lvl7pPr algn="l">
              <a:defRPr sz="900" b="0">
                <a:solidFill>
                  <a:srgbClr val="65727C"/>
                </a:solidFill>
                <a:latin typeface="Arial"/>
                <a:ea typeface="Arial"/>
                <a:cs typeface="Arial"/>
              </a:defRPr>
            </a:lvl7pPr>
            <a:lvl8pPr algn="l">
              <a:defRPr sz="900" b="0">
                <a:solidFill>
                  <a:srgbClr val="65727C"/>
                </a:solidFill>
                <a:latin typeface="Arial"/>
                <a:ea typeface="Arial"/>
                <a:cs typeface="Arial"/>
              </a:defRPr>
            </a:lvl8pPr>
            <a:lvl9pPr algn="l">
              <a:defRPr sz="900" b="0">
                <a:solidFill>
                  <a:srgbClr val="65727C"/>
                </a:solidFill>
                <a:latin typeface="Arial"/>
                <a:ea typeface="Arial"/>
                <a:cs typeface="Arial"/>
              </a:defRPr>
            </a:lvl9pPr>
          </a:lstStyle>
          <a:p>
            <a:pPr algn="l">
              <a:defRPr sz="900" b="0">
                <a:solidFill>
                  <a:srgbClr val="65727C"/>
                </a:solidFill>
                <a:latin typeface="Arial"/>
                <a:ea typeface="Arial"/>
                <a:cs typeface="Arial"/>
              </a:defRPr>
            </a:pPr>
            <a:r>
              <a:rPr sz="900" b="0">
                <a:solidFill>
                  <a:srgbClr val="65727C"/>
                </a:solidFill>
                <a:latin typeface="Arial"/>
                <a:ea typeface="Arial"/>
                <a:cs typeface="Arial"/>
              </a:rPr>
              <a:t>NSW</a:t>
            </a:r>
          </a:p>
        </p:txBody>
      </p:sp>
      <p:sp>
        <p:nvSpPr>
          <p:cNvPr id="46" name="text_045">
            <a:extLst>
              <a:ext uri="{FF2B5EF4-FFF2-40B4-BE49-F238E27FC236}">
                <ns2:creationId id="{1BF6A72E-BFDF-4A9A-B063-A0622A85D8E0}"/>
              </a:ext>
            </a:extLst>
          </p:cNvPr>
          <p:cNvSpPr>
            <a:spLocks noGrp="1"/>
          </p:cNvSpPr>
          <p:nvPr/>
        </p:nvSpPr>
        <p:spPr>
          <a:xfrm rot="0">
            <a:off x="3478670" y="4966019"/>
            <a:ext cx="428625" cy="190500"/>
          </a:xfrm>
          <a:prstGeom prst="rect">
            <a:avLst/>
          </a:prstGeom>
          <a:noFill/>
          <a:ln w="0">
            <a:noFill/>
            <a:prstDash val="solid"/>
          </a:ln>
        </p:spPr>
        <p:txBody>
          <a:bodyPr wrap="none" lIns="0" tIns="0" rIns="0" bIns="0" anchor="t">
            <a:noAutofit/>
          </a:bodyPr>
          <a:lstStyle>
            <a:defPPr algn="l">
              <a:defRPr sz="900" b="0">
                <a:solidFill>
                  <a:srgbClr val="65727C"/>
                </a:solidFill>
                <a:latin typeface="Arial"/>
                <a:ea typeface="Arial"/>
                <a:cs typeface="Arial"/>
              </a:defRPr>
            </a:defPPr>
            <a:lvl1pPr algn="l">
              <a:defRPr sz="900" b="0">
                <a:solidFill>
                  <a:srgbClr val="65727C"/>
                </a:solidFill>
                <a:latin typeface="Arial"/>
                <a:ea typeface="Arial"/>
                <a:cs typeface="Arial"/>
              </a:defRPr>
            </a:lvl1pPr>
            <a:lvl2pPr algn="l">
              <a:defRPr sz="900" b="0">
                <a:solidFill>
                  <a:srgbClr val="65727C"/>
                </a:solidFill>
                <a:latin typeface="Arial"/>
                <a:ea typeface="Arial"/>
                <a:cs typeface="Arial"/>
              </a:defRPr>
            </a:lvl2pPr>
            <a:lvl3pPr algn="l">
              <a:defRPr sz="900" b="0">
                <a:solidFill>
                  <a:srgbClr val="65727C"/>
                </a:solidFill>
                <a:latin typeface="Arial"/>
                <a:ea typeface="Arial"/>
                <a:cs typeface="Arial"/>
              </a:defRPr>
            </a:lvl3pPr>
            <a:lvl4pPr algn="l">
              <a:defRPr sz="900" b="0">
                <a:solidFill>
                  <a:srgbClr val="65727C"/>
                </a:solidFill>
                <a:latin typeface="Arial"/>
                <a:ea typeface="Arial"/>
                <a:cs typeface="Arial"/>
              </a:defRPr>
            </a:lvl4pPr>
            <a:lvl5pPr algn="l">
              <a:defRPr sz="900" b="0">
                <a:solidFill>
                  <a:srgbClr val="65727C"/>
                </a:solidFill>
                <a:latin typeface="Arial"/>
                <a:ea typeface="Arial"/>
                <a:cs typeface="Arial"/>
              </a:defRPr>
            </a:lvl5pPr>
            <a:lvl6pPr algn="l">
              <a:defRPr sz="900" b="0">
                <a:solidFill>
                  <a:srgbClr val="65727C"/>
                </a:solidFill>
                <a:latin typeface="Arial"/>
                <a:ea typeface="Arial"/>
                <a:cs typeface="Arial"/>
              </a:defRPr>
            </a:lvl6pPr>
            <a:lvl7pPr algn="l">
              <a:defRPr sz="900" b="0">
                <a:solidFill>
                  <a:srgbClr val="65727C"/>
                </a:solidFill>
                <a:latin typeface="Arial"/>
                <a:ea typeface="Arial"/>
                <a:cs typeface="Arial"/>
              </a:defRPr>
            </a:lvl7pPr>
            <a:lvl8pPr algn="l">
              <a:defRPr sz="900" b="0">
                <a:solidFill>
                  <a:srgbClr val="65727C"/>
                </a:solidFill>
                <a:latin typeface="Arial"/>
                <a:ea typeface="Arial"/>
                <a:cs typeface="Arial"/>
              </a:defRPr>
            </a:lvl8pPr>
            <a:lvl9pPr algn="l">
              <a:defRPr sz="900" b="0">
                <a:solidFill>
                  <a:srgbClr val="65727C"/>
                </a:solidFill>
                <a:latin typeface="Arial"/>
                <a:ea typeface="Arial"/>
                <a:cs typeface="Arial"/>
              </a:defRPr>
            </a:lvl9pPr>
          </a:lstStyle>
          <a:p>
            <a:pPr algn="l">
              <a:defRPr sz="900" b="0">
                <a:solidFill>
                  <a:srgbClr val="65727C"/>
                </a:solidFill>
                <a:latin typeface="Arial"/>
                <a:ea typeface="Arial"/>
                <a:cs typeface="Arial"/>
              </a:defRPr>
            </a:pPr>
            <a:r>
              <a:rPr sz="900" b="0">
                <a:solidFill>
                  <a:srgbClr val="65727C"/>
                </a:solidFill>
                <a:latin typeface="Arial"/>
                <a:ea typeface="Arial"/>
                <a:cs typeface="Arial"/>
              </a:rPr>
              <a:t>VIC</a:t>
            </a:r>
          </a:p>
        </p:txBody>
      </p:sp>
      <p:sp>
        <p:nvSpPr>
          <p:cNvPr id="47" name="line_046">
            <a:extLst>
              <a:ext uri="{FF2B5EF4-FFF2-40B4-BE49-F238E27FC236}">
                <ns2:creationId id="{404C9B2B-BD85-4A7B-80BB-B908C8D87CB4}"/>
              </a:ext>
            </a:extLst>
          </p:cNvPr>
          <p:cNvSpPr>
            <a:spLocks noGrp="1"/>
          </p:cNvSpPr>
          <p:nvPr/>
        </p:nvSpPr>
        <p:spPr>
          <a:xfrm>
            <a:off x="4925481" y="5143500"/>
            <a:ext cx="322794" cy="95"/>
          </a:xfrm>
          <a:custGeom>
            <a:pathLst>
              <a:path w="322794" h="95">
                <a:moveTo>
                  <a:pt x="0" y="0"/>
                </a:moveTo>
                <a:lnTo>
                  <a:pt x="322794" y="0"/>
                </a:lnTo>
              </a:path>
            </a:pathLst>
          </a:custGeom>
          <a:noFill/>
          <a:ln w="15240">
            <a:solidFill>
              <a:srgbClr val="000000"/>
            </a:solidFill>
            <a:prstDash val="solid"/>
          </a:ln>
        </p:spPr>
      </p:sp>
      <p:sp>
        <p:nvSpPr>
          <p:cNvPr id="48" name="line_047">
            <a:extLst>
              <a:ext uri="{FF2B5EF4-FFF2-40B4-BE49-F238E27FC236}">
                <ns2:creationId id="{3D2D9FF3-B4EB-473D-A8A1-FBF5BCC28E50}"/>
              </a:ext>
            </a:extLst>
          </p:cNvPr>
          <p:cNvSpPr>
            <a:spLocks noGrp="1"/>
          </p:cNvSpPr>
          <p:nvPr/>
        </p:nvSpPr>
        <p:spPr>
          <a:xfrm>
            <a:off x="4925481" y="5114925"/>
            <a:ext cx="95" cy="57150"/>
          </a:xfrm>
          <a:custGeom>
            <a:pathLst>
              <a:path w="95" h="57150">
                <a:moveTo>
                  <a:pt x="0" y="0"/>
                </a:moveTo>
                <a:lnTo>
                  <a:pt x="0" y="57150"/>
                </a:lnTo>
              </a:path>
            </a:pathLst>
          </a:custGeom>
          <a:noFill/>
          <a:ln w="12383">
            <a:solidFill>
              <a:srgbClr val="000000"/>
            </a:solidFill>
            <a:prstDash val="solid"/>
          </a:ln>
        </p:spPr>
      </p:sp>
      <p:sp>
        <p:nvSpPr>
          <p:cNvPr id="49" name="line_048">
            <a:extLst>
              <a:ext uri="{FF2B5EF4-FFF2-40B4-BE49-F238E27FC236}">
                <ns2:creationId id="{447D6A89-310C-4359-823C-8171D3B282BA}"/>
              </a:ext>
            </a:extLst>
          </p:cNvPr>
          <p:cNvSpPr>
            <a:spLocks noGrp="1"/>
          </p:cNvSpPr>
          <p:nvPr/>
        </p:nvSpPr>
        <p:spPr>
          <a:xfrm>
            <a:off x="5248275" y="5114925"/>
            <a:ext cx="95" cy="57150"/>
          </a:xfrm>
          <a:custGeom>
            <a:pathLst>
              <a:path w="95" h="57150">
                <a:moveTo>
                  <a:pt x="0" y="0"/>
                </a:moveTo>
                <a:lnTo>
                  <a:pt x="0" y="57150"/>
                </a:lnTo>
              </a:path>
            </a:pathLst>
          </a:custGeom>
          <a:noFill/>
          <a:ln w="12383">
            <a:solidFill>
              <a:srgbClr val="000000"/>
            </a:solidFill>
            <a:prstDash val="solid"/>
          </a:ln>
        </p:spPr>
      </p:sp>
      <p:sp>
        <p:nvSpPr>
          <p:cNvPr id="50" name="text_049">
            <a:extLst>
              <a:ext uri="{FF2B5EF4-FFF2-40B4-BE49-F238E27FC236}">
                <ns2:creationId id="{3A168DA3-1307-426A-9AC2-5740754BF94B}"/>
              </a:ext>
            </a:extLst>
          </p:cNvPr>
          <p:cNvSpPr>
            <a:spLocks noGrp="1"/>
          </p:cNvSpPr>
          <p:nvPr/>
        </p:nvSpPr>
        <p:spPr>
          <a:xfrm rot="0">
            <a:off x="4858806" y="4943475"/>
            <a:ext cx="456144" cy="200025"/>
          </a:xfrm>
          <a:prstGeom prst="rect">
            <a:avLst/>
          </a:prstGeom>
          <a:noFill/>
          <a:ln w="0">
            <a:noFill/>
            <a:prstDash val="solid"/>
          </a:ln>
        </p:spPr>
        <p:txBody>
          <a:bodyPr wrap="none" lIns="0" tIns="0" rIns="0" bIns="0" anchor="t">
            <a:noAutofit/>
          </a:bodyPr>
          <a:lstStyle>
            <a:defPPr algn="ctr">
              <a:defRPr sz="900" b="0">
                <a:solidFill>
                  <a:srgbClr val="000000"/>
                </a:solidFill>
                <a:latin typeface="Arial"/>
                <a:ea typeface="Arial"/>
                <a:cs typeface="Arial"/>
              </a:defRPr>
            </a:defPPr>
            <a:lvl1pPr algn="ctr">
              <a:defRPr sz="900" b="0">
                <a:solidFill>
                  <a:srgbClr val="000000"/>
                </a:solidFill>
                <a:latin typeface="Arial"/>
                <a:ea typeface="Arial"/>
                <a:cs typeface="Arial"/>
              </a:defRPr>
            </a:lvl1pPr>
            <a:lvl2pPr algn="ctr">
              <a:defRPr sz="900" b="0">
                <a:solidFill>
                  <a:srgbClr val="000000"/>
                </a:solidFill>
                <a:latin typeface="Arial"/>
                <a:ea typeface="Arial"/>
                <a:cs typeface="Arial"/>
              </a:defRPr>
            </a:lvl2pPr>
            <a:lvl3pPr algn="ctr">
              <a:defRPr sz="900" b="0">
                <a:solidFill>
                  <a:srgbClr val="000000"/>
                </a:solidFill>
                <a:latin typeface="Arial"/>
                <a:ea typeface="Arial"/>
                <a:cs typeface="Arial"/>
              </a:defRPr>
            </a:lvl3pPr>
            <a:lvl4pPr algn="ctr">
              <a:defRPr sz="900" b="0">
                <a:solidFill>
                  <a:srgbClr val="000000"/>
                </a:solidFill>
                <a:latin typeface="Arial"/>
                <a:ea typeface="Arial"/>
                <a:cs typeface="Arial"/>
              </a:defRPr>
            </a:lvl4pPr>
            <a:lvl5pPr algn="ctr">
              <a:defRPr sz="900" b="0">
                <a:solidFill>
                  <a:srgbClr val="000000"/>
                </a:solidFill>
                <a:latin typeface="Arial"/>
                <a:ea typeface="Arial"/>
                <a:cs typeface="Arial"/>
              </a:defRPr>
            </a:lvl5pPr>
            <a:lvl6pPr algn="ctr">
              <a:defRPr sz="900" b="0">
                <a:solidFill>
                  <a:srgbClr val="000000"/>
                </a:solidFill>
                <a:latin typeface="Arial"/>
                <a:ea typeface="Arial"/>
                <a:cs typeface="Arial"/>
              </a:defRPr>
            </a:lvl6pPr>
            <a:lvl7pPr algn="ctr">
              <a:defRPr sz="900" b="0">
                <a:solidFill>
                  <a:srgbClr val="000000"/>
                </a:solidFill>
                <a:latin typeface="Arial"/>
                <a:ea typeface="Arial"/>
                <a:cs typeface="Arial"/>
              </a:defRPr>
            </a:lvl7pPr>
            <a:lvl8pPr algn="ctr">
              <a:defRPr sz="900" b="0">
                <a:solidFill>
                  <a:srgbClr val="000000"/>
                </a:solidFill>
                <a:latin typeface="Arial"/>
                <a:ea typeface="Arial"/>
                <a:cs typeface="Arial"/>
              </a:defRPr>
            </a:lvl8pPr>
            <a:lvl9pPr algn="ctr">
              <a:defRPr sz="900" b="0">
                <a:solidFill>
                  <a:srgbClr val="000000"/>
                </a:solidFill>
                <a:latin typeface="Arial"/>
                <a:ea typeface="Arial"/>
                <a:cs typeface="Arial"/>
              </a:defRPr>
            </a:lvl9pPr>
          </a:lstStyle>
          <a:p>
            <a:pPr algn="ctr">
              <a:defRPr sz="900" b="0">
                <a:solidFill>
                  <a:srgbClr val="000000"/>
                </a:solidFill>
                <a:latin typeface="Arial"/>
                <a:ea typeface="Arial"/>
                <a:cs typeface="Arial"/>
              </a:defRPr>
            </a:pPr>
            <a:r>
              <a:rPr sz="900" b="0">
                <a:solidFill>
                  <a:srgbClr val="000000"/>
                </a:solidFill>
                <a:latin typeface="Arial"/>
                <a:ea typeface="Arial"/>
                <a:cs typeface="Arial"/>
              </a:rPr>
              <a:t>200 km</a:t>
            </a:r>
          </a:p>
        </p:txBody>
      </p:sp>
      <p:sp>
        <p:nvSpPr>
          <p:cNvPr id="51" name="ellipse_050">
            <a:extLst>
              <a:ext uri="{FF2B5EF4-FFF2-40B4-BE49-F238E27FC236}">
                <ns2:creationId id="{4C56DDDC-D208-4991-9F59-6ECD29F15659}"/>
              </a:ext>
            </a:extLst>
          </p:cNvPr>
          <p:cNvSpPr>
            <a:spLocks noGrp="1"/>
          </p:cNvSpPr>
          <p:nvPr/>
        </p:nvSpPr>
        <p:spPr>
          <a:xfrm rot="0">
            <a:off x="5060811" y="3609439"/>
            <a:ext cx="112395" cy="112395"/>
          </a:xfrm>
          <a:prstGeom prst="ellipse">
            <a:avLst/>
          </a:prstGeom>
          <a:solidFill>
            <a:srgbClr val="FFFFFF"/>
          </a:solidFill>
          <a:ln w="17145">
            <a:solidFill>
              <a:srgbClr val="FFFFFF"/>
            </a:solidFill>
            <a:prstDash val="solid"/>
          </a:ln>
        </p:spPr>
      </p:sp>
      <p:sp>
        <p:nvSpPr>
          <p:cNvPr id="52" name="A_f18_False">
            <a:extLst>
              <a:ext uri="{FF2B5EF4-FFF2-40B4-BE49-F238E27FC236}">
                <ns2:creationId id="{4B49C7CC-49CE-4DB2-93EB-CEE3BD4BE8D6}"/>
              </a:ext>
            </a:extLst>
          </p:cNvPr>
          <p:cNvSpPr>
            <a:spLocks noGrp="1"/>
          </p:cNvSpPr>
          <p:nvPr/>
        </p:nvSpPr>
        <p:spPr>
          <a:xfrm rot="0">
            <a:off x="5077956" y="3626584"/>
            <a:ext cx="78105" cy="78105"/>
          </a:xfrm>
          <a:prstGeom prst="ellipse">
            <a:avLst/>
          </a:prstGeom>
          <a:solidFill>
            <a:srgbClr val="FFFFFF"/>
          </a:solidFill>
          <a:ln w="17145">
            <a:solidFill>
              <a:srgbClr val="0072B2"/>
            </a:solidFill>
            <a:prstDash val="solid"/>
          </a:ln>
        </p:spPr>
      </p:sp>
      <p:sp>
        <p:nvSpPr>
          <p:cNvPr id="53" name="text_052">
            <a:extLst>
              <a:ext uri="{FF2B5EF4-FFF2-40B4-BE49-F238E27FC236}">
                <ns2:creationId id="{8B947249-2F73-456C-A0EC-6B18D6055A1C}"/>
              </a:ext>
            </a:extLst>
          </p:cNvPr>
          <p:cNvSpPr>
            <a:spLocks noGrp="1"/>
          </p:cNvSpPr>
          <p:nvPr/>
        </p:nvSpPr>
        <p:spPr>
          <a:xfrm rot="0">
            <a:off x="4859834" y="3437037"/>
            <a:ext cx="266700" cy="247650"/>
          </a:xfrm>
          <a:prstGeom prst="rect">
            <a:avLst/>
          </a:prstGeom>
          <a:noFill/>
          <a:ln w="0">
            <a:noFill/>
            <a:prstDash val="solid"/>
          </a:ln>
        </p:spPr>
        <p:txBody>
          <a:bodyPr wrap="none" lIns="0" tIns="0" rIns="0" bIns="0" anchor="t">
            <a:noAutofit/>
          </a:bodyPr>
          <a:lstStyle>
            <a:defPPr algn="l">
              <a:defRPr sz="1500" b="1">
                <a:solidFill>
                  <a:srgbClr val="0072B2"/>
                </a:solidFill>
                <a:latin typeface="Arial"/>
                <a:ea typeface="Arial"/>
                <a:cs typeface="Arial"/>
              </a:defRPr>
            </a:defPPr>
            <a:lvl1pPr algn="l">
              <a:defRPr sz="1500" b="1">
                <a:solidFill>
                  <a:srgbClr val="0072B2"/>
                </a:solidFill>
                <a:latin typeface="Arial"/>
                <a:ea typeface="Arial"/>
                <a:cs typeface="Arial"/>
              </a:defRPr>
            </a:lvl1pPr>
            <a:lvl2pPr algn="l">
              <a:defRPr sz="1500" b="1">
                <a:solidFill>
                  <a:srgbClr val="0072B2"/>
                </a:solidFill>
                <a:latin typeface="Arial"/>
                <a:ea typeface="Arial"/>
                <a:cs typeface="Arial"/>
              </a:defRPr>
            </a:lvl2pPr>
            <a:lvl3pPr algn="l">
              <a:defRPr sz="1500" b="1">
                <a:solidFill>
                  <a:srgbClr val="0072B2"/>
                </a:solidFill>
                <a:latin typeface="Arial"/>
                <a:ea typeface="Arial"/>
                <a:cs typeface="Arial"/>
              </a:defRPr>
            </a:lvl3pPr>
            <a:lvl4pPr algn="l">
              <a:defRPr sz="1500" b="1">
                <a:solidFill>
                  <a:srgbClr val="0072B2"/>
                </a:solidFill>
                <a:latin typeface="Arial"/>
                <a:ea typeface="Arial"/>
                <a:cs typeface="Arial"/>
              </a:defRPr>
            </a:lvl4pPr>
            <a:lvl5pPr algn="l">
              <a:defRPr sz="1500" b="1">
                <a:solidFill>
                  <a:srgbClr val="0072B2"/>
                </a:solidFill>
                <a:latin typeface="Arial"/>
                <a:ea typeface="Arial"/>
                <a:cs typeface="Arial"/>
              </a:defRPr>
            </a:lvl5pPr>
            <a:lvl6pPr algn="l">
              <a:defRPr sz="1500" b="1">
                <a:solidFill>
                  <a:srgbClr val="0072B2"/>
                </a:solidFill>
                <a:latin typeface="Arial"/>
                <a:ea typeface="Arial"/>
                <a:cs typeface="Arial"/>
              </a:defRPr>
            </a:lvl6pPr>
            <a:lvl7pPr algn="l">
              <a:defRPr sz="1500" b="1">
                <a:solidFill>
                  <a:srgbClr val="0072B2"/>
                </a:solidFill>
                <a:latin typeface="Arial"/>
                <a:ea typeface="Arial"/>
                <a:cs typeface="Arial"/>
              </a:defRPr>
            </a:lvl7pPr>
            <a:lvl8pPr algn="l">
              <a:defRPr sz="1500" b="1">
                <a:solidFill>
                  <a:srgbClr val="0072B2"/>
                </a:solidFill>
                <a:latin typeface="Arial"/>
                <a:ea typeface="Arial"/>
                <a:cs typeface="Arial"/>
              </a:defRPr>
            </a:lvl8pPr>
            <a:lvl9pPr algn="l">
              <a:defRPr sz="1500" b="1">
                <a:solidFill>
                  <a:srgbClr val="0072B2"/>
                </a:solidFill>
                <a:latin typeface="Arial"/>
                <a:ea typeface="Arial"/>
                <a:cs typeface="Arial"/>
              </a:defRPr>
            </a:lvl9pPr>
          </a:lstStyle>
          <a:p>
            <a:pPr algn="l">
              <a:defRPr sz="1500" b="1">
                <a:solidFill>
                  <a:srgbClr val="0072B2"/>
                </a:solidFill>
                <a:latin typeface="Arial"/>
                <a:ea typeface="Arial"/>
                <a:cs typeface="Arial"/>
              </a:defRPr>
            </a:pPr>
            <a:r>
              <a:rPr sz="1500" b="1">
                <a:solidFill>
                  <a:srgbClr val="0072B2"/>
                </a:solidFill>
                <a:latin typeface="Arial"/>
                <a:ea typeface="Arial"/>
                <a:cs typeface="Arial"/>
              </a:rPr>
              <a:t>A</a:t>
            </a:r>
          </a:p>
        </p:txBody>
      </p:sp>
      <p:sp>
        <p:nvSpPr>
          <p:cNvPr id="54" name="ellipse_053">
            <a:extLst>
              <a:ext uri="{FF2B5EF4-FFF2-40B4-BE49-F238E27FC236}">
                <ns2:creationId id="{5471A0FB-FD1E-47A2-8E79-87C32E3484FF}"/>
              </a:ext>
            </a:extLst>
          </p:cNvPr>
          <p:cNvSpPr>
            <a:spLocks noGrp="1"/>
          </p:cNvSpPr>
          <p:nvPr/>
        </p:nvSpPr>
        <p:spPr>
          <a:xfrm rot="0">
            <a:off x="4373225" y="5017353"/>
            <a:ext cx="112395" cy="112395"/>
          </a:xfrm>
          <a:prstGeom prst="ellipse">
            <a:avLst/>
          </a:prstGeom>
          <a:solidFill>
            <a:srgbClr val="FFFFFF"/>
          </a:solidFill>
          <a:ln w="17145">
            <a:solidFill>
              <a:srgbClr val="FFFFFF"/>
            </a:solidFill>
            <a:prstDash val="solid"/>
          </a:ln>
        </p:spPr>
      </p:sp>
      <p:sp>
        <p:nvSpPr>
          <p:cNvPr id="55" name="B_f18_False">
            <a:extLst>
              <a:ext uri="{FF2B5EF4-FFF2-40B4-BE49-F238E27FC236}">
                <ns2:creationId id="{2615423B-3CDA-422A-AD78-1FE30A876D6D}"/>
              </a:ext>
            </a:extLst>
          </p:cNvPr>
          <p:cNvSpPr>
            <a:spLocks noGrp="1"/>
          </p:cNvSpPr>
          <p:nvPr/>
        </p:nvSpPr>
        <p:spPr>
          <a:xfrm rot="0">
            <a:off x="4390370" y="5034498"/>
            <a:ext cx="78105" cy="78105"/>
          </a:xfrm>
          <a:prstGeom prst="ellipse">
            <a:avLst/>
          </a:prstGeom>
          <a:solidFill>
            <a:srgbClr val="FFFFFF"/>
          </a:solidFill>
          <a:ln w="17145">
            <a:solidFill>
              <a:srgbClr val="D55E00"/>
            </a:solidFill>
            <a:prstDash val="solid"/>
          </a:ln>
        </p:spPr>
      </p:sp>
      <p:sp>
        <p:nvSpPr>
          <p:cNvPr id="56" name="text_055">
            <a:extLst>
              <a:ext uri="{FF2B5EF4-FFF2-40B4-BE49-F238E27FC236}">
                <ns2:creationId id="{77848339-EAA3-44AB-A5EF-312FC52BA537}"/>
              </a:ext>
            </a:extLst>
          </p:cNvPr>
          <p:cNvSpPr>
            <a:spLocks noGrp="1"/>
          </p:cNvSpPr>
          <p:nvPr/>
        </p:nvSpPr>
        <p:spPr>
          <a:xfrm rot="0">
            <a:off x="4505623" y="4844951"/>
            <a:ext cx="266700" cy="247650"/>
          </a:xfrm>
          <a:prstGeom prst="rect">
            <a:avLst/>
          </a:prstGeom>
          <a:noFill/>
          <a:ln w="0">
            <a:noFill/>
            <a:prstDash val="solid"/>
          </a:ln>
        </p:spPr>
        <p:txBody>
          <a:bodyPr wrap="none" lIns="0" tIns="0" rIns="0" bIns="0" anchor="t">
            <a:noAutofit/>
          </a:bodyPr>
          <a:lstStyle>
            <a:defPPr algn="l">
              <a:defRPr sz="1500" b="1">
                <a:solidFill>
                  <a:srgbClr val="D55E00"/>
                </a:solidFill>
                <a:latin typeface="Arial"/>
                <a:ea typeface="Arial"/>
                <a:cs typeface="Arial"/>
              </a:defRPr>
            </a:defPPr>
            <a:lvl1pPr algn="l">
              <a:defRPr sz="1500" b="1">
                <a:solidFill>
                  <a:srgbClr val="D55E00"/>
                </a:solidFill>
                <a:latin typeface="Arial"/>
                <a:ea typeface="Arial"/>
                <a:cs typeface="Arial"/>
              </a:defRPr>
            </a:lvl1pPr>
            <a:lvl2pPr algn="l">
              <a:defRPr sz="1500" b="1">
                <a:solidFill>
                  <a:srgbClr val="D55E00"/>
                </a:solidFill>
                <a:latin typeface="Arial"/>
                <a:ea typeface="Arial"/>
                <a:cs typeface="Arial"/>
              </a:defRPr>
            </a:lvl2pPr>
            <a:lvl3pPr algn="l">
              <a:defRPr sz="1500" b="1">
                <a:solidFill>
                  <a:srgbClr val="D55E00"/>
                </a:solidFill>
                <a:latin typeface="Arial"/>
                <a:ea typeface="Arial"/>
                <a:cs typeface="Arial"/>
              </a:defRPr>
            </a:lvl3pPr>
            <a:lvl4pPr algn="l">
              <a:defRPr sz="1500" b="1">
                <a:solidFill>
                  <a:srgbClr val="D55E00"/>
                </a:solidFill>
                <a:latin typeface="Arial"/>
                <a:ea typeface="Arial"/>
                <a:cs typeface="Arial"/>
              </a:defRPr>
            </a:lvl4pPr>
            <a:lvl5pPr algn="l">
              <a:defRPr sz="1500" b="1">
                <a:solidFill>
                  <a:srgbClr val="D55E00"/>
                </a:solidFill>
                <a:latin typeface="Arial"/>
                <a:ea typeface="Arial"/>
                <a:cs typeface="Arial"/>
              </a:defRPr>
            </a:lvl5pPr>
            <a:lvl6pPr algn="l">
              <a:defRPr sz="1500" b="1">
                <a:solidFill>
                  <a:srgbClr val="D55E00"/>
                </a:solidFill>
                <a:latin typeface="Arial"/>
                <a:ea typeface="Arial"/>
                <a:cs typeface="Arial"/>
              </a:defRPr>
            </a:lvl6pPr>
            <a:lvl7pPr algn="l">
              <a:defRPr sz="1500" b="1">
                <a:solidFill>
                  <a:srgbClr val="D55E00"/>
                </a:solidFill>
                <a:latin typeface="Arial"/>
                <a:ea typeface="Arial"/>
                <a:cs typeface="Arial"/>
              </a:defRPr>
            </a:lvl7pPr>
            <a:lvl8pPr algn="l">
              <a:defRPr sz="1500" b="1">
                <a:solidFill>
                  <a:srgbClr val="D55E00"/>
                </a:solidFill>
                <a:latin typeface="Arial"/>
                <a:ea typeface="Arial"/>
                <a:cs typeface="Arial"/>
              </a:defRPr>
            </a:lvl8pPr>
            <a:lvl9pPr algn="l">
              <a:defRPr sz="1500" b="1">
                <a:solidFill>
                  <a:srgbClr val="D55E00"/>
                </a:solidFill>
                <a:latin typeface="Arial"/>
                <a:ea typeface="Arial"/>
                <a:cs typeface="Arial"/>
              </a:defRPr>
            </a:lvl9pPr>
          </a:lstStyle>
          <a:p>
            <a:pPr algn="l">
              <a:defRPr sz="1500" b="1">
                <a:solidFill>
                  <a:srgbClr val="D55E00"/>
                </a:solidFill>
                <a:latin typeface="Arial"/>
                <a:ea typeface="Arial"/>
                <a:cs typeface="Arial"/>
              </a:defRPr>
            </a:pPr>
            <a:r>
              <a:rPr sz="1500" b="1">
                <a:solidFill>
                  <a:srgbClr val="D55E00"/>
                </a:solidFill>
                <a:latin typeface="Arial"/>
                <a:ea typeface="Arial"/>
                <a:cs typeface="Arial"/>
              </a:rPr>
              <a:t>B</a:t>
            </a:r>
          </a:p>
        </p:txBody>
      </p:sp>
      <p:sp>
        <p:nvSpPr>
          <p:cNvPr id="57" name="ellipse_056">
            <a:extLst>
              <a:ext uri="{FF2B5EF4-FFF2-40B4-BE49-F238E27FC236}">
                <ns2:creationId id="{641E697B-62F4-449B-9FEA-7151278695E4}"/>
              </a:ext>
            </a:extLst>
          </p:cNvPr>
          <p:cNvSpPr>
            <a:spLocks noGrp="1"/>
          </p:cNvSpPr>
          <p:nvPr/>
        </p:nvSpPr>
        <p:spPr>
          <a:xfrm rot="0">
            <a:off x="3914835" y="3543955"/>
            <a:ext cx="112395" cy="112395"/>
          </a:xfrm>
          <a:prstGeom prst="ellipse">
            <a:avLst/>
          </a:prstGeom>
          <a:solidFill>
            <a:srgbClr val="FFFFFF"/>
          </a:solidFill>
          <a:ln w="17145">
            <a:solidFill>
              <a:srgbClr val="FFFFFF"/>
            </a:solidFill>
            <a:prstDash val="solid"/>
          </a:ln>
        </p:spPr>
      </p:sp>
      <p:sp>
        <p:nvSpPr>
          <p:cNvPr id="58" name="C_f18_False">
            <a:extLst>
              <a:ext uri="{FF2B5EF4-FFF2-40B4-BE49-F238E27FC236}">
                <ns2:creationId id="{68A6C6C8-688D-454C-86EA-F594DB0ECCC4}"/>
              </a:ext>
            </a:extLst>
          </p:cNvPr>
          <p:cNvSpPr>
            <a:spLocks noGrp="1"/>
          </p:cNvSpPr>
          <p:nvPr/>
        </p:nvSpPr>
        <p:spPr>
          <a:xfrm rot="0">
            <a:off x="3931980" y="3561100"/>
            <a:ext cx="78105" cy="78105"/>
          </a:xfrm>
          <a:prstGeom prst="ellipse">
            <a:avLst/>
          </a:prstGeom>
          <a:solidFill>
            <a:srgbClr val="FFFFFF"/>
          </a:solidFill>
          <a:ln w="17145">
            <a:solidFill>
              <a:srgbClr val="009E73"/>
            </a:solidFill>
            <a:prstDash val="solid"/>
          </a:ln>
        </p:spPr>
      </p:sp>
      <p:sp>
        <p:nvSpPr>
          <p:cNvPr id="59" name="text_058">
            <a:extLst>
              <a:ext uri="{FF2B5EF4-FFF2-40B4-BE49-F238E27FC236}">
                <ns2:creationId id="{F5ECBBE3-2576-4BF1-BE5D-75BC6BD1C411}"/>
              </a:ext>
            </a:extLst>
          </p:cNvPr>
          <p:cNvSpPr>
            <a:spLocks noGrp="1"/>
          </p:cNvSpPr>
          <p:nvPr/>
        </p:nvSpPr>
        <p:spPr>
          <a:xfrm rot="0">
            <a:off x="4047232" y="3371552"/>
            <a:ext cx="266700" cy="247650"/>
          </a:xfrm>
          <a:prstGeom prst="rect">
            <a:avLst/>
          </a:prstGeom>
          <a:noFill/>
          <a:ln w="0">
            <a:noFill/>
            <a:prstDash val="solid"/>
          </a:ln>
        </p:spPr>
        <p:txBody>
          <a:bodyPr wrap="none" lIns="0" tIns="0" rIns="0" bIns="0" anchor="t">
            <a:noAutofit/>
          </a:bodyPr>
          <a:lstStyle>
            <a:defPPr algn="l">
              <a:defRPr sz="1500" b="1">
                <a:solidFill>
                  <a:srgbClr val="009E73"/>
                </a:solidFill>
                <a:latin typeface="Arial"/>
                <a:ea typeface="Arial"/>
                <a:cs typeface="Arial"/>
              </a:defRPr>
            </a:defPPr>
            <a:lvl1pPr algn="l">
              <a:defRPr sz="1500" b="1">
                <a:solidFill>
                  <a:srgbClr val="009E73"/>
                </a:solidFill>
                <a:latin typeface="Arial"/>
                <a:ea typeface="Arial"/>
                <a:cs typeface="Arial"/>
              </a:defRPr>
            </a:lvl1pPr>
            <a:lvl2pPr algn="l">
              <a:defRPr sz="1500" b="1">
                <a:solidFill>
                  <a:srgbClr val="009E73"/>
                </a:solidFill>
                <a:latin typeface="Arial"/>
                <a:ea typeface="Arial"/>
                <a:cs typeface="Arial"/>
              </a:defRPr>
            </a:lvl2pPr>
            <a:lvl3pPr algn="l">
              <a:defRPr sz="1500" b="1">
                <a:solidFill>
                  <a:srgbClr val="009E73"/>
                </a:solidFill>
                <a:latin typeface="Arial"/>
                <a:ea typeface="Arial"/>
                <a:cs typeface="Arial"/>
              </a:defRPr>
            </a:lvl3pPr>
            <a:lvl4pPr algn="l">
              <a:defRPr sz="1500" b="1">
                <a:solidFill>
                  <a:srgbClr val="009E73"/>
                </a:solidFill>
                <a:latin typeface="Arial"/>
                <a:ea typeface="Arial"/>
                <a:cs typeface="Arial"/>
              </a:defRPr>
            </a:lvl4pPr>
            <a:lvl5pPr algn="l">
              <a:defRPr sz="1500" b="1">
                <a:solidFill>
                  <a:srgbClr val="009E73"/>
                </a:solidFill>
                <a:latin typeface="Arial"/>
                <a:ea typeface="Arial"/>
                <a:cs typeface="Arial"/>
              </a:defRPr>
            </a:lvl5pPr>
            <a:lvl6pPr algn="l">
              <a:defRPr sz="1500" b="1">
                <a:solidFill>
                  <a:srgbClr val="009E73"/>
                </a:solidFill>
                <a:latin typeface="Arial"/>
                <a:ea typeface="Arial"/>
                <a:cs typeface="Arial"/>
              </a:defRPr>
            </a:lvl6pPr>
            <a:lvl7pPr algn="l">
              <a:defRPr sz="1500" b="1">
                <a:solidFill>
                  <a:srgbClr val="009E73"/>
                </a:solidFill>
                <a:latin typeface="Arial"/>
                <a:ea typeface="Arial"/>
                <a:cs typeface="Arial"/>
              </a:defRPr>
            </a:lvl7pPr>
            <a:lvl8pPr algn="l">
              <a:defRPr sz="1500" b="1">
                <a:solidFill>
                  <a:srgbClr val="009E73"/>
                </a:solidFill>
                <a:latin typeface="Arial"/>
                <a:ea typeface="Arial"/>
                <a:cs typeface="Arial"/>
              </a:defRPr>
            </a:lvl8pPr>
            <a:lvl9pPr algn="l">
              <a:defRPr sz="1500" b="1">
                <a:solidFill>
                  <a:srgbClr val="009E73"/>
                </a:solidFill>
                <a:latin typeface="Arial"/>
                <a:ea typeface="Arial"/>
                <a:cs typeface="Arial"/>
              </a:defRPr>
            </a:lvl9pPr>
          </a:lstStyle>
          <a:p>
            <a:pPr algn="l">
              <a:defRPr sz="1500" b="1">
                <a:solidFill>
                  <a:srgbClr val="009E73"/>
                </a:solidFill>
                <a:latin typeface="Arial"/>
                <a:ea typeface="Arial"/>
                <a:cs typeface="Arial"/>
              </a:defRPr>
            </a:pPr>
            <a:r>
              <a:rPr sz="1500" b="1">
                <a:solidFill>
                  <a:srgbClr val="009E73"/>
                </a:solidFill>
                <a:latin typeface="Arial"/>
                <a:ea typeface="Arial"/>
                <a:cs typeface="Arial"/>
              </a:rPr>
              <a:t>C</a:t>
            </a:r>
          </a:p>
        </p:txBody>
      </p:sp>
      <p:sp>
        <p:nvSpPr>
          <p:cNvPr id="60" name="text_059">
            <a:extLst>
              <a:ext uri="{FF2B5EF4-FFF2-40B4-BE49-F238E27FC236}">
                <ns2:creationId id="{B185908D-5018-44C3-AF50-E351DDAE4F3F}"/>
              </a:ext>
            </a:extLst>
          </p:cNvPr>
          <p:cNvSpPr>
            <a:spLocks noGrp="1"/>
          </p:cNvSpPr>
          <p:nvPr/>
        </p:nvSpPr>
        <p:spPr>
          <a:xfrm rot="0">
            <a:off x="3152775" y="5600700"/>
            <a:ext cx="2324100" cy="22860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221 cells with positive FRP</a:t>
            </a:r>
          </a:p>
        </p:txBody>
      </p:sp>
      <p:sp>
        <p:nvSpPr>
          <p:cNvPr id="61" name="text_060">
            <a:extLst>
              <a:ext uri="{FF2B5EF4-FFF2-40B4-BE49-F238E27FC236}">
                <ns2:creationId id="{43DD710A-1269-4426-9591-3AC6C1113691}"/>
              </a:ext>
            </a:extLst>
          </p:cNvPr>
          <p:cNvSpPr>
            <a:spLocks noGrp="1"/>
          </p:cNvSpPr>
          <p:nvPr/>
        </p:nvSpPr>
        <p:spPr>
          <a:xfrm rot="0">
            <a:off x="5886450" y="2914650"/>
            <a:ext cx="2266950" cy="238125"/>
          </a:xfrm>
          <a:prstGeom prst="rect">
            <a:avLst/>
          </a:prstGeom>
          <a:noFill/>
          <a:ln w="0">
            <a:noFill/>
            <a:prstDash val="solid"/>
          </a:ln>
        </p:spPr>
        <p:txBody>
          <a:bodyPr wrap="none" lIns="0" tIns="0" rIns="0" bIns="0" anchor="t">
            <a:noAutofit/>
          </a:bodyPr>
          <a:lstStyle>
            <a:defPPr algn="ctr">
              <a:defRPr sz="1350" b="1">
                <a:solidFill>
                  <a:srgbClr val="000000"/>
                </a:solidFill>
                <a:latin typeface="Arial"/>
                <a:ea typeface="Arial"/>
                <a:cs typeface="Arial"/>
              </a:defRPr>
            </a:defPPr>
            <a:lvl1pPr algn="ctr">
              <a:defRPr sz="1350" b="1">
                <a:solidFill>
                  <a:srgbClr val="000000"/>
                </a:solidFill>
                <a:latin typeface="Arial"/>
                <a:ea typeface="Arial"/>
                <a:cs typeface="Arial"/>
              </a:defRPr>
            </a:lvl1pPr>
            <a:lvl2pPr algn="ctr">
              <a:defRPr sz="1350" b="1">
                <a:solidFill>
                  <a:srgbClr val="000000"/>
                </a:solidFill>
                <a:latin typeface="Arial"/>
                <a:ea typeface="Arial"/>
                <a:cs typeface="Arial"/>
              </a:defRPr>
            </a:lvl2pPr>
            <a:lvl3pPr algn="ctr">
              <a:defRPr sz="1350" b="1">
                <a:solidFill>
                  <a:srgbClr val="000000"/>
                </a:solidFill>
                <a:latin typeface="Arial"/>
                <a:ea typeface="Arial"/>
                <a:cs typeface="Arial"/>
              </a:defRPr>
            </a:lvl3pPr>
            <a:lvl4pPr algn="ctr">
              <a:defRPr sz="1350" b="1">
                <a:solidFill>
                  <a:srgbClr val="000000"/>
                </a:solidFill>
                <a:latin typeface="Arial"/>
                <a:ea typeface="Arial"/>
                <a:cs typeface="Arial"/>
              </a:defRPr>
            </a:lvl4pPr>
            <a:lvl5pPr algn="ctr">
              <a:defRPr sz="1350" b="1">
                <a:solidFill>
                  <a:srgbClr val="000000"/>
                </a:solidFill>
                <a:latin typeface="Arial"/>
                <a:ea typeface="Arial"/>
                <a:cs typeface="Arial"/>
              </a:defRPr>
            </a:lvl5pPr>
            <a:lvl6pPr algn="ctr">
              <a:defRPr sz="1350" b="1">
                <a:solidFill>
                  <a:srgbClr val="000000"/>
                </a:solidFill>
                <a:latin typeface="Arial"/>
                <a:ea typeface="Arial"/>
                <a:cs typeface="Arial"/>
              </a:defRPr>
            </a:lvl6pPr>
            <a:lvl7pPr algn="ctr">
              <a:defRPr sz="1350" b="1">
                <a:solidFill>
                  <a:srgbClr val="000000"/>
                </a:solidFill>
                <a:latin typeface="Arial"/>
                <a:ea typeface="Arial"/>
                <a:cs typeface="Arial"/>
              </a:defRPr>
            </a:lvl7pPr>
            <a:lvl8pPr algn="ctr">
              <a:defRPr sz="1350" b="1">
                <a:solidFill>
                  <a:srgbClr val="000000"/>
                </a:solidFill>
                <a:latin typeface="Arial"/>
                <a:ea typeface="Arial"/>
                <a:cs typeface="Arial"/>
              </a:defRPr>
            </a:lvl8pPr>
            <a:lvl9pPr algn="ctr">
              <a:defRPr sz="1350" b="1">
                <a:solidFill>
                  <a:srgbClr val="000000"/>
                </a:solidFill>
                <a:latin typeface="Arial"/>
                <a:ea typeface="Arial"/>
                <a:cs typeface="Arial"/>
              </a:defRPr>
            </a:lvl9pPr>
          </a:lstStyle>
          <a:p>
            <a:pPr algn="ctr">
              <a:defRPr sz="1350" b="1">
                <a:solidFill>
                  <a:srgbClr val="000000"/>
                </a:solidFill>
                <a:latin typeface="Arial"/>
                <a:ea typeface="Arial"/>
                <a:cs typeface="Arial"/>
              </a:defRPr>
            </a:pPr>
            <a:r>
              <a:rPr sz="1350" b="1">
                <a:solidFill>
                  <a:srgbClr val="000000"/>
                </a:solidFill>
                <a:latin typeface="Arial"/>
                <a:ea typeface="Arial"/>
                <a:cs typeface="Arial"/>
              </a:rPr>
              <a:t>f19: 12-09 to 12-10</a:t>
            </a:r>
          </a:p>
        </p:txBody>
      </p:sp>
      <p:pic>
        <p:nvPicPr>
          <p:cNvPr id="62" name="">
            <a:extLst>
              <a:ext uri="{FF2B5EF4-FFF2-40B4-BE49-F238E27FC236}">
                <ns2:creationId id="{F46C2190-FDFF-476F-B2C1-53F2D7FB1CCF}"/>
              </a:ext>
            </a:extLst>
          </p:cNvPr>
          <p:cNvPicPr>
            <a:picLocks noChangeAspect="1"/>
          </p:cNvPicPr>
          <p:nvPr/>
        </p:nvPicPr>
        <p:blipFill>
          <a:blip r:embed="R842c093534944c0a"/>
          <a:stretch/>
        </p:blipFill>
        <p:spPr>
          <a:xfrm>
            <a:off x="5962650" y="3190875"/>
            <a:ext cx="2095500" cy="2095500"/>
          </a:xfrm>
          <a:prstGeom prst="rect">
            <a:avLst/>
          </a:prstGeom>
        </p:spPr>
      </p:pic>
      <p:sp>
        <p:nvSpPr>
          <p:cNvPr id="63" name="rect_062">
            <a:extLst>
              <a:ext uri="{FF2B5EF4-FFF2-40B4-BE49-F238E27FC236}">
                <ns2:creationId id="{AC82321A-3555-46F3-A32F-5FDC78ACCA88}"/>
              </a:ext>
            </a:extLst>
          </p:cNvPr>
          <p:cNvSpPr>
            <a:spLocks noGrp="1"/>
          </p:cNvSpPr>
          <p:nvPr/>
        </p:nvSpPr>
        <p:spPr>
          <a:xfrm rot="0">
            <a:off x="5962650" y="3190875"/>
            <a:ext cx="2095500" cy="2095500"/>
          </a:xfrm>
          <a:prstGeom prst="rect">
            <a:avLst/>
          </a:prstGeom>
          <a:noFill/>
          <a:ln w="6668">
            <a:solidFill>
              <a:srgbClr val="65727C"/>
            </a:solidFill>
            <a:prstDash val="solid"/>
          </a:ln>
        </p:spPr>
      </p:sp>
      <p:sp>
        <p:nvSpPr>
          <p:cNvPr id="64" name="line_063">
            <a:extLst>
              <a:ext uri="{FF2B5EF4-FFF2-40B4-BE49-F238E27FC236}">
                <ns2:creationId id="{9BA6430E-0CC8-44B8-B160-A7D1D198C270}"/>
              </a:ext>
            </a:extLst>
          </p:cNvPr>
          <p:cNvSpPr>
            <a:spLocks noGrp="1"/>
          </p:cNvSpPr>
          <p:nvPr/>
        </p:nvSpPr>
        <p:spPr>
          <a:xfrm>
            <a:off x="6224549" y="5286375"/>
            <a:ext cx="95" cy="38100"/>
          </a:xfrm>
          <a:custGeom>
            <a:pathLst>
              <a:path w="95" h="38100">
                <a:moveTo>
                  <a:pt x="0" y="0"/>
                </a:moveTo>
                <a:lnTo>
                  <a:pt x="0" y="38100"/>
                </a:lnTo>
              </a:path>
            </a:pathLst>
          </a:custGeom>
          <a:noFill/>
          <a:ln w="7620">
            <a:solidFill>
              <a:srgbClr val="65727C"/>
            </a:solidFill>
            <a:prstDash val="solid"/>
          </a:ln>
        </p:spPr>
      </p:sp>
      <p:sp>
        <p:nvSpPr>
          <p:cNvPr id="65" name="text_064">
            <a:extLst>
              <a:ext uri="{FF2B5EF4-FFF2-40B4-BE49-F238E27FC236}">
                <ns2:creationId id="{03F40931-E86D-4784-8B19-A4BD556F6C4B}"/>
              </a:ext>
            </a:extLst>
          </p:cNvPr>
          <p:cNvSpPr>
            <a:spLocks noGrp="1"/>
          </p:cNvSpPr>
          <p:nvPr/>
        </p:nvSpPr>
        <p:spPr>
          <a:xfrm rot="0">
            <a:off x="6014999" y="5343525"/>
            <a:ext cx="419100" cy="219075"/>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142 E</a:t>
            </a:r>
          </a:p>
        </p:txBody>
      </p:sp>
      <p:sp>
        <p:nvSpPr>
          <p:cNvPr id="66" name="line_065">
            <a:extLst>
              <a:ext uri="{FF2B5EF4-FFF2-40B4-BE49-F238E27FC236}">
                <ns2:creationId id="{94A28221-86B9-4BED-AD50-39D4F90190DD}"/>
              </a:ext>
            </a:extLst>
          </p:cNvPr>
          <p:cNvSpPr>
            <a:spLocks noGrp="1"/>
          </p:cNvSpPr>
          <p:nvPr/>
        </p:nvSpPr>
        <p:spPr>
          <a:xfrm>
            <a:off x="7133138" y="5286375"/>
            <a:ext cx="95" cy="38100"/>
          </a:xfrm>
          <a:custGeom>
            <a:pathLst>
              <a:path w="95" h="38100">
                <a:moveTo>
                  <a:pt x="0" y="0"/>
                </a:moveTo>
                <a:lnTo>
                  <a:pt x="0" y="38100"/>
                </a:lnTo>
              </a:path>
            </a:pathLst>
          </a:custGeom>
          <a:noFill/>
          <a:ln w="7620">
            <a:solidFill>
              <a:srgbClr val="65727C"/>
            </a:solidFill>
            <a:prstDash val="solid"/>
          </a:ln>
        </p:spPr>
      </p:sp>
      <p:sp>
        <p:nvSpPr>
          <p:cNvPr id="67" name="text_066">
            <a:extLst>
              <a:ext uri="{FF2B5EF4-FFF2-40B4-BE49-F238E27FC236}">
                <ns2:creationId id="{7FDD3581-D755-4984-B77C-234ADD2061F9}"/>
              </a:ext>
            </a:extLst>
          </p:cNvPr>
          <p:cNvSpPr>
            <a:spLocks noGrp="1"/>
          </p:cNvSpPr>
          <p:nvPr/>
        </p:nvSpPr>
        <p:spPr>
          <a:xfrm rot="0">
            <a:off x="6923588" y="5343525"/>
            <a:ext cx="419100" cy="219075"/>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148 E</a:t>
            </a:r>
          </a:p>
        </p:txBody>
      </p:sp>
      <p:sp>
        <p:nvSpPr>
          <p:cNvPr id="68" name="line_067">
            <a:extLst>
              <a:ext uri="{FF2B5EF4-FFF2-40B4-BE49-F238E27FC236}">
                <ns2:creationId id="{45DCB70A-D32E-4E7C-8827-B460A122CFE5}"/>
              </a:ext>
            </a:extLst>
          </p:cNvPr>
          <p:cNvSpPr>
            <a:spLocks noGrp="1"/>
          </p:cNvSpPr>
          <p:nvPr/>
        </p:nvSpPr>
        <p:spPr>
          <a:xfrm>
            <a:off x="8041726" y="5286375"/>
            <a:ext cx="95" cy="38100"/>
          </a:xfrm>
          <a:custGeom>
            <a:pathLst>
              <a:path w="95" h="38100">
                <a:moveTo>
                  <a:pt x="0" y="0"/>
                </a:moveTo>
                <a:lnTo>
                  <a:pt x="0" y="38100"/>
                </a:lnTo>
              </a:path>
            </a:pathLst>
          </a:custGeom>
          <a:noFill/>
          <a:ln w="7620">
            <a:solidFill>
              <a:srgbClr val="65727C"/>
            </a:solidFill>
            <a:prstDash val="solid"/>
          </a:ln>
        </p:spPr>
      </p:sp>
      <p:sp>
        <p:nvSpPr>
          <p:cNvPr id="69" name="text_068">
            <a:extLst>
              <a:ext uri="{FF2B5EF4-FFF2-40B4-BE49-F238E27FC236}">
                <ns2:creationId id="{83709D06-7FE4-498B-BE06-96F761200894}"/>
              </a:ext>
            </a:extLst>
          </p:cNvPr>
          <p:cNvSpPr>
            <a:spLocks noGrp="1"/>
          </p:cNvSpPr>
          <p:nvPr/>
        </p:nvSpPr>
        <p:spPr>
          <a:xfrm rot="0">
            <a:off x="7832176" y="5343525"/>
            <a:ext cx="419100" cy="219075"/>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154 E</a:t>
            </a:r>
          </a:p>
        </p:txBody>
      </p:sp>
      <p:sp>
        <p:nvSpPr>
          <p:cNvPr id="70" name="text_069">
            <a:extLst>
              <a:ext uri="{FF2B5EF4-FFF2-40B4-BE49-F238E27FC236}">
                <ns2:creationId id="{704583AD-B69E-475C-BFE3-761A8E2F9418}"/>
              </a:ext>
            </a:extLst>
          </p:cNvPr>
          <p:cNvSpPr>
            <a:spLocks noGrp="1"/>
          </p:cNvSpPr>
          <p:nvPr/>
        </p:nvSpPr>
        <p:spPr>
          <a:xfrm rot="0">
            <a:off x="6310533" y="3377756"/>
            <a:ext cx="428625" cy="190500"/>
          </a:xfrm>
          <a:prstGeom prst="rect">
            <a:avLst/>
          </a:prstGeom>
          <a:noFill/>
          <a:ln w="0">
            <a:noFill/>
            <a:prstDash val="solid"/>
          </a:ln>
        </p:spPr>
        <p:txBody>
          <a:bodyPr wrap="none" lIns="0" tIns="0" rIns="0" bIns="0" anchor="t">
            <a:noAutofit/>
          </a:bodyPr>
          <a:lstStyle>
            <a:defPPr algn="l">
              <a:defRPr sz="900" b="0">
                <a:solidFill>
                  <a:srgbClr val="65727C"/>
                </a:solidFill>
                <a:latin typeface="Arial"/>
                <a:ea typeface="Arial"/>
                <a:cs typeface="Arial"/>
              </a:defRPr>
            </a:defPPr>
            <a:lvl1pPr algn="l">
              <a:defRPr sz="900" b="0">
                <a:solidFill>
                  <a:srgbClr val="65727C"/>
                </a:solidFill>
                <a:latin typeface="Arial"/>
                <a:ea typeface="Arial"/>
                <a:cs typeface="Arial"/>
              </a:defRPr>
            </a:lvl1pPr>
            <a:lvl2pPr algn="l">
              <a:defRPr sz="900" b="0">
                <a:solidFill>
                  <a:srgbClr val="65727C"/>
                </a:solidFill>
                <a:latin typeface="Arial"/>
                <a:ea typeface="Arial"/>
                <a:cs typeface="Arial"/>
              </a:defRPr>
            </a:lvl2pPr>
            <a:lvl3pPr algn="l">
              <a:defRPr sz="900" b="0">
                <a:solidFill>
                  <a:srgbClr val="65727C"/>
                </a:solidFill>
                <a:latin typeface="Arial"/>
                <a:ea typeface="Arial"/>
                <a:cs typeface="Arial"/>
              </a:defRPr>
            </a:lvl3pPr>
            <a:lvl4pPr algn="l">
              <a:defRPr sz="900" b="0">
                <a:solidFill>
                  <a:srgbClr val="65727C"/>
                </a:solidFill>
                <a:latin typeface="Arial"/>
                <a:ea typeface="Arial"/>
                <a:cs typeface="Arial"/>
              </a:defRPr>
            </a:lvl4pPr>
            <a:lvl5pPr algn="l">
              <a:defRPr sz="900" b="0">
                <a:solidFill>
                  <a:srgbClr val="65727C"/>
                </a:solidFill>
                <a:latin typeface="Arial"/>
                <a:ea typeface="Arial"/>
                <a:cs typeface="Arial"/>
              </a:defRPr>
            </a:lvl5pPr>
            <a:lvl6pPr algn="l">
              <a:defRPr sz="900" b="0">
                <a:solidFill>
                  <a:srgbClr val="65727C"/>
                </a:solidFill>
                <a:latin typeface="Arial"/>
                <a:ea typeface="Arial"/>
                <a:cs typeface="Arial"/>
              </a:defRPr>
            </a:lvl6pPr>
            <a:lvl7pPr algn="l">
              <a:defRPr sz="900" b="0">
                <a:solidFill>
                  <a:srgbClr val="65727C"/>
                </a:solidFill>
                <a:latin typeface="Arial"/>
                <a:ea typeface="Arial"/>
                <a:cs typeface="Arial"/>
              </a:defRPr>
            </a:lvl7pPr>
            <a:lvl8pPr algn="l">
              <a:defRPr sz="900" b="0">
                <a:solidFill>
                  <a:srgbClr val="65727C"/>
                </a:solidFill>
                <a:latin typeface="Arial"/>
                <a:ea typeface="Arial"/>
                <a:cs typeface="Arial"/>
              </a:defRPr>
            </a:lvl8pPr>
            <a:lvl9pPr algn="l">
              <a:defRPr sz="900" b="0">
                <a:solidFill>
                  <a:srgbClr val="65727C"/>
                </a:solidFill>
                <a:latin typeface="Arial"/>
                <a:ea typeface="Arial"/>
                <a:cs typeface="Arial"/>
              </a:defRPr>
            </a:lvl9pPr>
          </a:lstStyle>
          <a:p>
            <a:pPr algn="l">
              <a:defRPr sz="900" b="0">
                <a:solidFill>
                  <a:srgbClr val="65727C"/>
                </a:solidFill>
                <a:latin typeface="Arial"/>
                <a:ea typeface="Arial"/>
                <a:cs typeface="Arial"/>
              </a:defRPr>
            </a:pPr>
            <a:r>
              <a:rPr sz="900" b="0">
                <a:solidFill>
                  <a:srgbClr val="65727C"/>
                </a:solidFill>
                <a:latin typeface="Arial"/>
                <a:ea typeface="Arial"/>
                <a:cs typeface="Arial"/>
              </a:rPr>
              <a:t>QLD</a:t>
            </a:r>
          </a:p>
        </p:txBody>
      </p:sp>
      <p:sp>
        <p:nvSpPr>
          <p:cNvPr id="71" name="text_070">
            <a:extLst>
              <a:ext uri="{FF2B5EF4-FFF2-40B4-BE49-F238E27FC236}">
                <ns2:creationId id="{09B7F374-D4D6-42EB-8307-B938B30CE65D}"/>
              </a:ext>
            </a:extLst>
          </p:cNvPr>
          <p:cNvSpPr>
            <a:spLocks noGrp="1"/>
          </p:cNvSpPr>
          <p:nvPr/>
        </p:nvSpPr>
        <p:spPr>
          <a:xfrm rot="0">
            <a:off x="6310533" y="4234347"/>
            <a:ext cx="428625" cy="190500"/>
          </a:xfrm>
          <a:prstGeom prst="rect">
            <a:avLst/>
          </a:prstGeom>
          <a:noFill/>
          <a:ln w="0">
            <a:noFill/>
            <a:prstDash val="solid"/>
          </a:ln>
        </p:spPr>
        <p:txBody>
          <a:bodyPr wrap="none" lIns="0" tIns="0" rIns="0" bIns="0" anchor="t">
            <a:noAutofit/>
          </a:bodyPr>
          <a:lstStyle>
            <a:defPPr algn="l">
              <a:defRPr sz="900" b="0">
                <a:solidFill>
                  <a:srgbClr val="65727C"/>
                </a:solidFill>
                <a:latin typeface="Arial"/>
                <a:ea typeface="Arial"/>
                <a:cs typeface="Arial"/>
              </a:defRPr>
            </a:defPPr>
            <a:lvl1pPr algn="l">
              <a:defRPr sz="900" b="0">
                <a:solidFill>
                  <a:srgbClr val="65727C"/>
                </a:solidFill>
                <a:latin typeface="Arial"/>
                <a:ea typeface="Arial"/>
                <a:cs typeface="Arial"/>
              </a:defRPr>
            </a:lvl1pPr>
            <a:lvl2pPr algn="l">
              <a:defRPr sz="900" b="0">
                <a:solidFill>
                  <a:srgbClr val="65727C"/>
                </a:solidFill>
                <a:latin typeface="Arial"/>
                <a:ea typeface="Arial"/>
                <a:cs typeface="Arial"/>
              </a:defRPr>
            </a:lvl2pPr>
            <a:lvl3pPr algn="l">
              <a:defRPr sz="900" b="0">
                <a:solidFill>
                  <a:srgbClr val="65727C"/>
                </a:solidFill>
                <a:latin typeface="Arial"/>
                <a:ea typeface="Arial"/>
                <a:cs typeface="Arial"/>
              </a:defRPr>
            </a:lvl3pPr>
            <a:lvl4pPr algn="l">
              <a:defRPr sz="900" b="0">
                <a:solidFill>
                  <a:srgbClr val="65727C"/>
                </a:solidFill>
                <a:latin typeface="Arial"/>
                <a:ea typeface="Arial"/>
                <a:cs typeface="Arial"/>
              </a:defRPr>
            </a:lvl4pPr>
            <a:lvl5pPr algn="l">
              <a:defRPr sz="900" b="0">
                <a:solidFill>
                  <a:srgbClr val="65727C"/>
                </a:solidFill>
                <a:latin typeface="Arial"/>
                <a:ea typeface="Arial"/>
                <a:cs typeface="Arial"/>
              </a:defRPr>
            </a:lvl5pPr>
            <a:lvl6pPr algn="l">
              <a:defRPr sz="900" b="0">
                <a:solidFill>
                  <a:srgbClr val="65727C"/>
                </a:solidFill>
                <a:latin typeface="Arial"/>
                <a:ea typeface="Arial"/>
                <a:cs typeface="Arial"/>
              </a:defRPr>
            </a:lvl6pPr>
            <a:lvl7pPr algn="l">
              <a:defRPr sz="900" b="0">
                <a:solidFill>
                  <a:srgbClr val="65727C"/>
                </a:solidFill>
                <a:latin typeface="Arial"/>
                <a:ea typeface="Arial"/>
                <a:cs typeface="Arial"/>
              </a:defRPr>
            </a:lvl7pPr>
            <a:lvl8pPr algn="l">
              <a:defRPr sz="900" b="0">
                <a:solidFill>
                  <a:srgbClr val="65727C"/>
                </a:solidFill>
                <a:latin typeface="Arial"/>
                <a:ea typeface="Arial"/>
                <a:cs typeface="Arial"/>
              </a:defRPr>
            </a:lvl8pPr>
            <a:lvl9pPr algn="l">
              <a:defRPr sz="900" b="0">
                <a:solidFill>
                  <a:srgbClr val="65727C"/>
                </a:solidFill>
                <a:latin typeface="Arial"/>
                <a:ea typeface="Arial"/>
                <a:cs typeface="Arial"/>
              </a:defRPr>
            </a:lvl9pPr>
          </a:lstStyle>
          <a:p>
            <a:pPr algn="l">
              <a:defRPr sz="900" b="0">
                <a:solidFill>
                  <a:srgbClr val="65727C"/>
                </a:solidFill>
                <a:latin typeface="Arial"/>
                <a:ea typeface="Arial"/>
                <a:cs typeface="Arial"/>
              </a:defRPr>
            </a:pPr>
            <a:r>
              <a:rPr sz="900" b="0">
                <a:solidFill>
                  <a:srgbClr val="65727C"/>
                </a:solidFill>
                <a:latin typeface="Arial"/>
                <a:ea typeface="Arial"/>
                <a:cs typeface="Arial"/>
              </a:rPr>
              <a:t>NSW</a:t>
            </a:r>
          </a:p>
        </p:txBody>
      </p:sp>
      <p:sp>
        <p:nvSpPr>
          <p:cNvPr id="72" name="text_071">
            <a:extLst>
              <a:ext uri="{FF2B5EF4-FFF2-40B4-BE49-F238E27FC236}">
                <ns2:creationId id="{E8B9FC9B-3262-4ADC-A3AB-08EBDAB3BDBB}"/>
              </a:ext>
            </a:extLst>
          </p:cNvPr>
          <p:cNvSpPr>
            <a:spLocks noGrp="1"/>
          </p:cNvSpPr>
          <p:nvPr/>
        </p:nvSpPr>
        <p:spPr>
          <a:xfrm rot="0">
            <a:off x="6174245" y="4966019"/>
            <a:ext cx="428625" cy="190500"/>
          </a:xfrm>
          <a:prstGeom prst="rect">
            <a:avLst/>
          </a:prstGeom>
          <a:noFill/>
          <a:ln w="0">
            <a:noFill/>
            <a:prstDash val="solid"/>
          </a:ln>
        </p:spPr>
        <p:txBody>
          <a:bodyPr wrap="none" lIns="0" tIns="0" rIns="0" bIns="0" anchor="t">
            <a:noAutofit/>
          </a:bodyPr>
          <a:lstStyle>
            <a:defPPr algn="l">
              <a:defRPr sz="900" b="0">
                <a:solidFill>
                  <a:srgbClr val="65727C"/>
                </a:solidFill>
                <a:latin typeface="Arial"/>
                <a:ea typeface="Arial"/>
                <a:cs typeface="Arial"/>
              </a:defRPr>
            </a:defPPr>
            <a:lvl1pPr algn="l">
              <a:defRPr sz="900" b="0">
                <a:solidFill>
                  <a:srgbClr val="65727C"/>
                </a:solidFill>
                <a:latin typeface="Arial"/>
                <a:ea typeface="Arial"/>
                <a:cs typeface="Arial"/>
              </a:defRPr>
            </a:lvl1pPr>
            <a:lvl2pPr algn="l">
              <a:defRPr sz="900" b="0">
                <a:solidFill>
                  <a:srgbClr val="65727C"/>
                </a:solidFill>
                <a:latin typeface="Arial"/>
                <a:ea typeface="Arial"/>
                <a:cs typeface="Arial"/>
              </a:defRPr>
            </a:lvl2pPr>
            <a:lvl3pPr algn="l">
              <a:defRPr sz="900" b="0">
                <a:solidFill>
                  <a:srgbClr val="65727C"/>
                </a:solidFill>
                <a:latin typeface="Arial"/>
                <a:ea typeface="Arial"/>
                <a:cs typeface="Arial"/>
              </a:defRPr>
            </a:lvl3pPr>
            <a:lvl4pPr algn="l">
              <a:defRPr sz="900" b="0">
                <a:solidFill>
                  <a:srgbClr val="65727C"/>
                </a:solidFill>
                <a:latin typeface="Arial"/>
                <a:ea typeface="Arial"/>
                <a:cs typeface="Arial"/>
              </a:defRPr>
            </a:lvl4pPr>
            <a:lvl5pPr algn="l">
              <a:defRPr sz="900" b="0">
                <a:solidFill>
                  <a:srgbClr val="65727C"/>
                </a:solidFill>
                <a:latin typeface="Arial"/>
                <a:ea typeface="Arial"/>
                <a:cs typeface="Arial"/>
              </a:defRPr>
            </a:lvl5pPr>
            <a:lvl6pPr algn="l">
              <a:defRPr sz="900" b="0">
                <a:solidFill>
                  <a:srgbClr val="65727C"/>
                </a:solidFill>
                <a:latin typeface="Arial"/>
                <a:ea typeface="Arial"/>
                <a:cs typeface="Arial"/>
              </a:defRPr>
            </a:lvl6pPr>
            <a:lvl7pPr algn="l">
              <a:defRPr sz="900" b="0">
                <a:solidFill>
                  <a:srgbClr val="65727C"/>
                </a:solidFill>
                <a:latin typeface="Arial"/>
                <a:ea typeface="Arial"/>
                <a:cs typeface="Arial"/>
              </a:defRPr>
            </a:lvl7pPr>
            <a:lvl8pPr algn="l">
              <a:defRPr sz="900" b="0">
                <a:solidFill>
                  <a:srgbClr val="65727C"/>
                </a:solidFill>
                <a:latin typeface="Arial"/>
                <a:ea typeface="Arial"/>
                <a:cs typeface="Arial"/>
              </a:defRPr>
            </a:lvl8pPr>
            <a:lvl9pPr algn="l">
              <a:defRPr sz="900" b="0">
                <a:solidFill>
                  <a:srgbClr val="65727C"/>
                </a:solidFill>
                <a:latin typeface="Arial"/>
                <a:ea typeface="Arial"/>
                <a:cs typeface="Arial"/>
              </a:defRPr>
            </a:lvl9pPr>
          </a:lstStyle>
          <a:p>
            <a:pPr algn="l">
              <a:defRPr sz="900" b="0">
                <a:solidFill>
                  <a:srgbClr val="65727C"/>
                </a:solidFill>
                <a:latin typeface="Arial"/>
                <a:ea typeface="Arial"/>
                <a:cs typeface="Arial"/>
              </a:defRPr>
            </a:pPr>
            <a:r>
              <a:rPr sz="900" b="0">
                <a:solidFill>
                  <a:srgbClr val="65727C"/>
                </a:solidFill>
                <a:latin typeface="Arial"/>
                <a:ea typeface="Arial"/>
                <a:cs typeface="Arial"/>
              </a:rPr>
              <a:t>VIC</a:t>
            </a:r>
          </a:p>
        </p:txBody>
      </p:sp>
      <p:sp>
        <p:nvSpPr>
          <p:cNvPr id="73" name="line_072">
            <a:extLst>
              <a:ext uri="{FF2B5EF4-FFF2-40B4-BE49-F238E27FC236}">
                <ns2:creationId id="{86263711-0F6B-4F73-A907-50D3ED114E01}"/>
              </a:ext>
            </a:extLst>
          </p:cNvPr>
          <p:cNvSpPr>
            <a:spLocks noGrp="1"/>
          </p:cNvSpPr>
          <p:nvPr/>
        </p:nvSpPr>
        <p:spPr>
          <a:xfrm>
            <a:off x="7621056" y="5143500"/>
            <a:ext cx="322794" cy="95"/>
          </a:xfrm>
          <a:custGeom>
            <a:pathLst>
              <a:path w="322794" h="95">
                <a:moveTo>
                  <a:pt x="0" y="0"/>
                </a:moveTo>
                <a:lnTo>
                  <a:pt x="322794" y="0"/>
                </a:lnTo>
              </a:path>
            </a:pathLst>
          </a:custGeom>
          <a:noFill/>
          <a:ln w="15240">
            <a:solidFill>
              <a:srgbClr val="000000"/>
            </a:solidFill>
            <a:prstDash val="solid"/>
          </a:ln>
        </p:spPr>
      </p:sp>
      <p:sp>
        <p:nvSpPr>
          <p:cNvPr id="74" name="line_073">
            <a:extLst>
              <a:ext uri="{FF2B5EF4-FFF2-40B4-BE49-F238E27FC236}">
                <ns2:creationId id="{F82D8BB2-03B6-4212-8654-9EDC69EC6507}"/>
              </a:ext>
            </a:extLst>
          </p:cNvPr>
          <p:cNvSpPr>
            <a:spLocks noGrp="1"/>
          </p:cNvSpPr>
          <p:nvPr/>
        </p:nvSpPr>
        <p:spPr>
          <a:xfrm>
            <a:off x="7621056" y="5114925"/>
            <a:ext cx="95" cy="57150"/>
          </a:xfrm>
          <a:custGeom>
            <a:pathLst>
              <a:path w="95" h="57150">
                <a:moveTo>
                  <a:pt x="0" y="0"/>
                </a:moveTo>
                <a:lnTo>
                  <a:pt x="0" y="57150"/>
                </a:lnTo>
              </a:path>
            </a:pathLst>
          </a:custGeom>
          <a:noFill/>
          <a:ln w="12383">
            <a:solidFill>
              <a:srgbClr val="000000"/>
            </a:solidFill>
            <a:prstDash val="solid"/>
          </a:ln>
        </p:spPr>
      </p:sp>
      <p:sp>
        <p:nvSpPr>
          <p:cNvPr id="75" name="line_074">
            <a:extLst>
              <a:ext uri="{FF2B5EF4-FFF2-40B4-BE49-F238E27FC236}">
                <ns2:creationId id="{7A309D35-A411-48B2-A3A4-33721BD76428}"/>
              </a:ext>
            </a:extLst>
          </p:cNvPr>
          <p:cNvSpPr>
            <a:spLocks noGrp="1"/>
          </p:cNvSpPr>
          <p:nvPr/>
        </p:nvSpPr>
        <p:spPr>
          <a:xfrm>
            <a:off x="7943850" y="5114925"/>
            <a:ext cx="95" cy="57150"/>
          </a:xfrm>
          <a:custGeom>
            <a:pathLst>
              <a:path w="95" h="57150">
                <a:moveTo>
                  <a:pt x="0" y="0"/>
                </a:moveTo>
                <a:lnTo>
                  <a:pt x="0" y="57150"/>
                </a:lnTo>
              </a:path>
            </a:pathLst>
          </a:custGeom>
          <a:noFill/>
          <a:ln w="12383">
            <a:solidFill>
              <a:srgbClr val="000000"/>
            </a:solidFill>
            <a:prstDash val="solid"/>
          </a:ln>
        </p:spPr>
      </p:sp>
      <p:sp>
        <p:nvSpPr>
          <p:cNvPr id="76" name="text_075">
            <a:extLst>
              <a:ext uri="{FF2B5EF4-FFF2-40B4-BE49-F238E27FC236}">
                <ns2:creationId id="{768E0BB7-5799-459D-88BC-4B0F2FBFF244}"/>
              </a:ext>
            </a:extLst>
          </p:cNvPr>
          <p:cNvSpPr>
            <a:spLocks noGrp="1"/>
          </p:cNvSpPr>
          <p:nvPr/>
        </p:nvSpPr>
        <p:spPr>
          <a:xfrm rot="0">
            <a:off x="7554381" y="4943475"/>
            <a:ext cx="456144" cy="200025"/>
          </a:xfrm>
          <a:prstGeom prst="rect">
            <a:avLst/>
          </a:prstGeom>
          <a:noFill/>
          <a:ln w="0">
            <a:noFill/>
            <a:prstDash val="solid"/>
          </a:ln>
        </p:spPr>
        <p:txBody>
          <a:bodyPr wrap="none" lIns="0" tIns="0" rIns="0" bIns="0" anchor="t">
            <a:noAutofit/>
          </a:bodyPr>
          <a:lstStyle>
            <a:defPPr algn="ctr">
              <a:defRPr sz="900" b="0">
                <a:solidFill>
                  <a:srgbClr val="000000"/>
                </a:solidFill>
                <a:latin typeface="Arial"/>
                <a:ea typeface="Arial"/>
                <a:cs typeface="Arial"/>
              </a:defRPr>
            </a:defPPr>
            <a:lvl1pPr algn="ctr">
              <a:defRPr sz="900" b="0">
                <a:solidFill>
                  <a:srgbClr val="000000"/>
                </a:solidFill>
                <a:latin typeface="Arial"/>
                <a:ea typeface="Arial"/>
                <a:cs typeface="Arial"/>
              </a:defRPr>
            </a:lvl1pPr>
            <a:lvl2pPr algn="ctr">
              <a:defRPr sz="900" b="0">
                <a:solidFill>
                  <a:srgbClr val="000000"/>
                </a:solidFill>
                <a:latin typeface="Arial"/>
                <a:ea typeface="Arial"/>
                <a:cs typeface="Arial"/>
              </a:defRPr>
            </a:lvl2pPr>
            <a:lvl3pPr algn="ctr">
              <a:defRPr sz="900" b="0">
                <a:solidFill>
                  <a:srgbClr val="000000"/>
                </a:solidFill>
                <a:latin typeface="Arial"/>
                <a:ea typeface="Arial"/>
                <a:cs typeface="Arial"/>
              </a:defRPr>
            </a:lvl3pPr>
            <a:lvl4pPr algn="ctr">
              <a:defRPr sz="900" b="0">
                <a:solidFill>
                  <a:srgbClr val="000000"/>
                </a:solidFill>
                <a:latin typeface="Arial"/>
                <a:ea typeface="Arial"/>
                <a:cs typeface="Arial"/>
              </a:defRPr>
            </a:lvl4pPr>
            <a:lvl5pPr algn="ctr">
              <a:defRPr sz="900" b="0">
                <a:solidFill>
                  <a:srgbClr val="000000"/>
                </a:solidFill>
                <a:latin typeface="Arial"/>
                <a:ea typeface="Arial"/>
                <a:cs typeface="Arial"/>
              </a:defRPr>
            </a:lvl5pPr>
            <a:lvl6pPr algn="ctr">
              <a:defRPr sz="900" b="0">
                <a:solidFill>
                  <a:srgbClr val="000000"/>
                </a:solidFill>
                <a:latin typeface="Arial"/>
                <a:ea typeface="Arial"/>
                <a:cs typeface="Arial"/>
              </a:defRPr>
            </a:lvl6pPr>
            <a:lvl7pPr algn="ctr">
              <a:defRPr sz="900" b="0">
                <a:solidFill>
                  <a:srgbClr val="000000"/>
                </a:solidFill>
                <a:latin typeface="Arial"/>
                <a:ea typeface="Arial"/>
                <a:cs typeface="Arial"/>
              </a:defRPr>
            </a:lvl7pPr>
            <a:lvl8pPr algn="ctr">
              <a:defRPr sz="900" b="0">
                <a:solidFill>
                  <a:srgbClr val="000000"/>
                </a:solidFill>
                <a:latin typeface="Arial"/>
                <a:ea typeface="Arial"/>
                <a:cs typeface="Arial"/>
              </a:defRPr>
            </a:lvl8pPr>
            <a:lvl9pPr algn="ctr">
              <a:defRPr sz="900" b="0">
                <a:solidFill>
                  <a:srgbClr val="000000"/>
                </a:solidFill>
                <a:latin typeface="Arial"/>
                <a:ea typeface="Arial"/>
                <a:cs typeface="Arial"/>
              </a:defRPr>
            </a:lvl9pPr>
          </a:lstStyle>
          <a:p>
            <a:pPr algn="ctr">
              <a:defRPr sz="900" b="0">
                <a:solidFill>
                  <a:srgbClr val="000000"/>
                </a:solidFill>
                <a:latin typeface="Arial"/>
                <a:ea typeface="Arial"/>
                <a:cs typeface="Arial"/>
              </a:defRPr>
            </a:pPr>
            <a:r>
              <a:rPr sz="900" b="0">
                <a:solidFill>
                  <a:srgbClr val="000000"/>
                </a:solidFill>
                <a:latin typeface="Arial"/>
                <a:ea typeface="Arial"/>
                <a:cs typeface="Arial"/>
              </a:rPr>
              <a:t>200 km</a:t>
            </a:r>
          </a:p>
        </p:txBody>
      </p:sp>
      <p:sp>
        <p:nvSpPr>
          <p:cNvPr id="77" name="ellipse_076">
            <a:extLst>
              <a:ext uri="{FF2B5EF4-FFF2-40B4-BE49-F238E27FC236}">
                <ns2:creationId id="{DF0AB7D5-99BA-451A-9FAC-FA668E831FFD}"/>
              </a:ext>
            </a:extLst>
          </p:cNvPr>
          <p:cNvSpPr>
            <a:spLocks noGrp="1"/>
          </p:cNvSpPr>
          <p:nvPr/>
        </p:nvSpPr>
        <p:spPr>
          <a:xfrm rot="0">
            <a:off x="7690902" y="3871377"/>
            <a:ext cx="112395" cy="112395"/>
          </a:xfrm>
          <a:prstGeom prst="ellipse">
            <a:avLst/>
          </a:prstGeom>
          <a:solidFill>
            <a:srgbClr val="FFFFFF"/>
          </a:solidFill>
          <a:ln w="17145">
            <a:solidFill>
              <a:srgbClr val="FFFFFF"/>
            </a:solidFill>
            <a:prstDash val="solid"/>
          </a:ln>
        </p:spPr>
      </p:sp>
      <p:sp>
        <p:nvSpPr>
          <p:cNvPr id="78" name="A_f19_False">
            <a:extLst>
              <a:ext uri="{FF2B5EF4-FFF2-40B4-BE49-F238E27FC236}">
                <ns2:creationId id="{9D010B4B-D810-450F-8C95-5455912FCA77}"/>
              </a:ext>
            </a:extLst>
          </p:cNvPr>
          <p:cNvSpPr>
            <a:spLocks noGrp="1"/>
          </p:cNvSpPr>
          <p:nvPr/>
        </p:nvSpPr>
        <p:spPr>
          <a:xfrm rot="0">
            <a:off x="7708047" y="3888522"/>
            <a:ext cx="78105" cy="78105"/>
          </a:xfrm>
          <a:prstGeom prst="ellipse">
            <a:avLst/>
          </a:prstGeom>
          <a:solidFill>
            <a:srgbClr val="FFFFFF"/>
          </a:solidFill>
          <a:ln w="17145">
            <a:solidFill>
              <a:srgbClr val="0072B2"/>
            </a:solidFill>
            <a:prstDash val="solid"/>
          </a:ln>
        </p:spPr>
      </p:sp>
      <p:sp>
        <p:nvSpPr>
          <p:cNvPr id="79" name="text_078">
            <a:extLst>
              <a:ext uri="{FF2B5EF4-FFF2-40B4-BE49-F238E27FC236}">
                <ns2:creationId id="{5755E82D-6710-4EE7-8F8C-4C11F08A60B7}"/>
              </a:ext>
            </a:extLst>
          </p:cNvPr>
          <p:cNvSpPr>
            <a:spLocks noGrp="1"/>
          </p:cNvSpPr>
          <p:nvPr/>
        </p:nvSpPr>
        <p:spPr>
          <a:xfrm rot="0">
            <a:off x="7823299" y="3698974"/>
            <a:ext cx="266700" cy="247650"/>
          </a:xfrm>
          <a:prstGeom prst="rect">
            <a:avLst/>
          </a:prstGeom>
          <a:noFill/>
          <a:ln w="0">
            <a:noFill/>
            <a:prstDash val="solid"/>
          </a:ln>
        </p:spPr>
        <p:txBody>
          <a:bodyPr wrap="none" lIns="0" tIns="0" rIns="0" bIns="0" anchor="t">
            <a:noAutofit/>
          </a:bodyPr>
          <a:lstStyle>
            <a:defPPr algn="l">
              <a:defRPr sz="1500" b="1">
                <a:solidFill>
                  <a:srgbClr val="0072B2"/>
                </a:solidFill>
                <a:latin typeface="Arial"/>
                <a:ea typeface="Arial"/>
                <a:cs typeface="Arial"/>
              </a:defRPr>
            </a:defPPr>
            <a:lvl1pPr algn="l">
              <a:defRPr sz="1500" b="1">
                <a:solidFill>
                  <a:srgbClr val="0072B2"/>
                </a:solidFill>
                <a:latin typeface="Arial"/>
                <a:ea typeface="Arial"/>
                <a:cs typeface="Arial"/>
              </a:defRPr>
            </a:lvl1pPr>
            <a:lvl2pPr algn="l">
              <a:defRPr sz="1500" b="1">
                <a:solidFill>
                  <a:srgbClr val="0072B2"/>
                </a:solidFill>
                <a:latin typeface="Arial"/>
                <a:ea typeface="Arial"/>
                <a:cs typeface="Arial"/>
              </a:defRPr>
            </a:lvl2pPr>
            <a:lvl3pPr algn="l">
              <a:defRPr sz="1500" b="1">
                <a:solidFill>
                  <a:srgbClr val="0072B2"/>
                </a:solidFill>
                <a:latin typeface="Arial"/>
                <a:ea typeface="Arial"/>
                <a:cs typeface="Arial"/>
              </a:defRPr>
            </a:lvl3pPr>
            <a:lvl4pPr algn="l">
              <a:defRPr sz="1500" b="1">
                <a:solidFill>
                  <a:srgbClr val="0072B2"/>
                </a:solidFill>
                <a:latin typeface="Arial"/>
                <a:ea typeface="Arial"/>
                <a:cs typeface="Arial"/>
              </a:defRPr>
            </a:lvl4pPr>
            <a:lvl5pPr algn="l">
              <a:defRPr sz="1500" b="1">
                <a:solidFill>
                  <a:srgbClr val="0072B2"/>
                </a:solidFill>
                <a:latin typeface="Arial"/>
                <a:ea typeface="Arial"/>
                <a:cs typeface="Arial"/>
              </a:defRPr>
            </a:lvl5pPr>
            <a:lvl6pPr algn="l">
              <a:defRPr sz="1500" b="1">
                <a:solidFill>
                  <a:srgbClr val="0072B2"/>
                </a:solidFill>
                <a:latin typeface="Arial"/>
                <a:ea typeface="Arial"/>
                <a:cs typeface="Arial"/>
              </a:defRPr>
            </a:lvl6pPr>
            <a:lvl7pPr algn="l">
              <a:defRPr sz="1500" b="1">
                <a:solidFill>
                  <a:srgbClr val="0072B2"/>
                </a:solidFill>
                <a:latin typeface="Arial"/>
                <a:ea typeface="Arial"/>
                <a:cs typeface="Arial"/>
              </a:defRPr>
            </a:lvl7pPr>
            <a:lvl8pPr algn="l">
              <a:defRPr sz="1500" b="1">
                <a:solidFill>
                  <a:srgbClr val="0072B2"/>
                </a:solidFill>
                <a:latin typeface="Arial"/>
                <a:ea typeface="Arial"/>
                <a:cs typeface="Arial"/>
              </a:defRPr>
            </a:lvl8pPr>
            <a:lvl9pPr algn="l">
              <a:defRPr sz="1500" b="1">
                <a:solidFill>
                  <a:srgbClr val="0072B2"/>
                </a:solidFill>
                <a:latin typeface="Arial"/>
                <a:ea typeface="Arial"/>
                <a:cs typeface="Arial"/>
              </a:defRPr>
            </a:lvl9pPr>
          </a:lstStyle>
          <a:p>
            <a:pPr algn="l">
              <a:defRPr sz="1500" b="1">
                <a:solidFill>
                  <a:srgbClr val="0072B2"/>
                </a:solidFill>
                <a:latin typeface="Arial"/>
                <a:ea typeface="Arial"/>
                <a:cs typeface="Arial"/>
              </a:defRPr>
            </a:pPr>
            <a:r>
              <a:rPr sz="1500" b="1">
                <a:solidFill>
                  <a:srgbClr val="0072B2"/>
                </a:solidFill>
                <a:latin typeface="Arial"/>
                <a:ea typeface="Arial"/>
                <a:cs typeface="Arial"/>
              </a:rPr>
              <a:t>A</a:t>
            </a:r>
          </a:p>
        </p:txBody>
      </p:sp>
      <p:sp>
        <p:nvSpPr>
          <p:cNvPr id="80" name="ellipse_079">
            <a:extLst>
              <a:ext uri="{FF2B5EF4-FFF2-40B4-BE49-F238E27FC236}">
                <ns2:creationId id="{4BE1DE8B-EC57-4BBF-A50E-D07DCD89866E}"/>
              </a:ext>
            </a:extLst>
          </p:cNvPr>
          <p:cNvSpPr>
            <a:spLocks noGrp="1"/>
          </p:cNvSpPr>
          <p:nvPr/>
        </p:nvSpPr>
        <p:spPr>
          <a:xfrm rot="0">
            <a:off x="7068800" y="5017353"/>
            <a:ext cx="112395" cy="112395"/>
          </a:xfrm>
          <a:prstGeom prst="ellipse">
            <a:avLst/>
          </a:prstGeom>
          <a:solidFill>
            <a:srgbClr val="FFFFFF"/>
          </a:solidFill>
          <a:ln w="17145">
            <a:solidFill>
              <a:srgbClr val="FFFFFF"/>
            </a:solidFill>
            <a:prstDash val="solid"/>
          </a:ln>
        </p:spPr>
      </p:sp>
      <p:sp>
        <p:nvSpPr>
          <p:cNvPr id="81" name="B_f19_False">
            <a:extLst>
              <a:ext uri="{FF2B5EF4-FFF2-40B4-BE49-F238E27FC236}">
                <ns2:creationId id="{AE68B025-A123-4274-B12E-DBA4E7F06B6A}"/>
              </a:ext>
            </a:extLst>
          </p:cNvPr>
          <p:cNvSpPr>
            <a:spLocks noGrp="1"/>
          </p:cNvSpPr>
          <p:nvPr/>
        </p:nvSpPr>
        <p:spPr>
          <a:xfrm rot="0">
            <a:off x="7085945" y="5034498"/>
            <a:ext cx="78105" cy="78105"/>
          </a:xfrm>
          <a:prstGeom prst="ellipse">
            <a:avLst/>
          </a:prstGeom>
          <a:solidFill>
            <a:srgbClr val="FFFFFF"/>
          </a:solidFill>
          <a:ln w="17145">
            <a:solidFill>
              <a:srgbClr val="D55E00"/>
            </a:solidFill>
            <a:prstDash val="solid"/>
          </a:ln>
        </p:spPr>
      </p:sp>
      <p:sp>
        <p:nvSpPr>
          <p:cNvPr id="82" name="text_081">
            <a:extLst>
              <a:ext uri="{FF2B5EF4-FFF2-40B4-BE49-F238E27FC236}">
                <ns2:creationId id="{B282A654-AA3A-4C36-92B8-F59041D33E48}"/>
              </a:ext>
            </a:extLst>
          </p:cNvPr>
          <p:cNvSpPr>
            <a:spLocks noGrp="1"/>
          </p:cNvSpPr>
          <p:nvPr/>
        </p:nvSpPr>
        <p:spPr>
          <a:xfrm rot="0">
            <a:off x="7201198" y="4844951"/>
            <a:ext cx="266700" cy="247650"/>
          </a:xfrm>
          <a:prstGeom prst="rect">
            <a:avLst/>
          </a:prstGeom>
          <a:noFill/>
          <a:ln w="0">
            <a:noFill/>
            <a:prstDash val="solid"/>
          </a:ln>
        </p:spPr>
        <p:txBody>
          <a:bodyPr wrap="none" lIns="0" tIns="0" rIns="0" bIns="0" anchor="t">
            <a:noAutofit/>
          </a:bodyPr>
          <a:lstStyle>
            <a:defPPr algn="l">
              <a:defRPr sz="1500" b="1">
                <a:solidFill>
                  <a:srgbClr val="D55E00"/>
                </a:solidFill>
                <a:latin typeface="Arial"/>
                <a:ea typeface="Arial"/>
                <a:cs typeface="Arial"/>
              </a:defRPr>
            </a:defPPr>
            <a:lvl1pPr algn="l">
              <a:defRPr sz="1500" b="1">
                <a:solidFill>
                  <a:srgbClr val="D55E00"/>
                </a:solidFill>
                <a:latin typeface="Arial"/>
                <a:ea typeface="Arial"/>
                <a:cs typeface="Arial"/>
              </a:defRPr>
            </a:lvl1pPr>
            <a:lvl2pPr algn="l">
              <a:defRPr sz="1500" b="1">
                <a:solidFill>
                  <a:srgbClr val="D55E00"/>
                </a:solidFill>
                <a:latin typeface="Arial"/>
                <a:ea typeface="Arial"/>
                <a:cs typeface="Arial"/>
              </a:defRPr>
            </a:lvl2pPr>
            <a:lvl3pPr algn="l">
              <a:defRPr sz="1500" b="1">
                <a:solidFill>
                  <a:srgbClr val="D55E00"/>
                </a:solidFill>
                <a:latin typeface="Arial"/>
                <a:ea typeface="Arial"/>
                <a:cs typeface="Arial"/>
              </a:defRPr>
            </a:lvl3pPr>
            <a:lvl4pPr algn="l">
              <a:defRPr sz="1500" b="1">
                <a:solidFill>
                  <a:srgbClr val="D55E00"/>
                </a:solidFill>
                <a:latin typeface="Arial"/>
                <a:ea typeface="Arial"/>
                <a:cs typeface="Arial"/>
              </a:defRPr>
            </a:lvl4pPr>
            <a:lvl5pPr algn="l">
              <a:defRPr sz="1500" b="1">
                <a:solidFill>
                  <a:srgbClr val="D55E00"/>
                </a:solidFill>
                <a:latin typeface="Arial"/>
                <a:ea typeface="Arial"/>
                <a:cs typeface="Arial"/>
              </a:defRPr>
            </a:lvl5pPr>
            <a:lvl6pPr algn="l">
              <a:defRPr sz="1500" b="1">
                <a:solidFill>
                  <a:srgbClr val="D55E00"/>
                </a:solidFill>
                <a:latin typeface="Arial"/>
                <a:ea typeface="Arial"/>
                <a:cs typeface="Arial"/>
              </a:defRPr>
            </a:lvl6pPr>
            <a:lvl7pPr algn="l">
              <a:defRPr sz="1500" b="1">
                <a:solidFill>
                  <a:srgbClr val="D55E00"/>
                </a:solidFill>
                <a:latin typeface="Arial"/>
                <a:ea typeface="Arial"/>
                <a:cs typeface="Arial"/>
              </a:defRPr>
            </a:lvl7pPr>
            <a:lvl8pPr algn="l">
              <a:defRPr sz="1500" b="1">
                <a:solidFill>
                  <a:srgbClr val="D55E00"/>
                </a:solidFill>
                <a:latin typeface="Arial"/>
                <a:ea typeface="Arial"/>
                <a:cs typeface="Arial"/>
              </a:defRPr>
            </a:lvl8pPr>
            <a:lvl9pPr algn="l">
              <a:defRPr sz="1500" b="1">
                <a:solidFill>
                  <a:srgbClr val="D55E00"/>
                </a:solidFill>
                <a:latin typeface="Arial"/>
                <a:ea typeface="Arial"/>
                <a:cs typeface="Arial"/>
              </a:defRPr>
            </a:lvl9pPr>
          </a:lstStyle>
          <a:p>
            <a:pPr algn="l">
              <a:defRPr sz="1500" b="1">
                <a:solidFill>
                  <a:srgbClr val="D55E00"/>
                </a:solidFill>
                <a:latin typeface="Arial"/>
                <a:ea typeface="Arial"/>
                <a:cs typeface="Arial"/>
              </a:defRPr>
            </a:pPr>
            <a:r>
              <a:rPr sz="1500" b="1">
                <a:solidFill>
                  <a:srgbClr val="D55E00"/>
                </a:solidFill>
                <a:latin typeface="Arial"/>
                <a:ea typeface="Arial"/>
                <a:cs typeface="Arial"/>
              </a:rPr>
              <a:t>B</a:t>
            </a:r>
          </a:p>
        </p:txBody>
      </p:sp>
      <p:sp>
        <p:nvSpPr>
          <p:cNvPr id="83" name="ellipse_082">
            <a:extLst>
              <a:ext uri="{FF2B5EF4-FFF2-40B4-BE49-F238E27FC236}">
                <ns2:creationId id="{3292BD8F-8286-4F6E-923E-773A4AE50E90}"/>
              </a:ext>
            </a:extLst>
          </p:cNvPr>
          <p:cNvSpPr>
            <a:spLocks noGrp="1"/>
          </p:cNvSpPr>
          <p:nvPr/>
        </p:nvSpPr>
        <p:spPr>
          <a:xfrm rot="0">
            <a:off x="6610410" y="3543955"/>
            <a:ext cx="112395" cy="112395"/>
          </a:xfrm>
          <a:prstGeom prst="ellipse">
            <a:avLst/>
          </a:prstGeom>
          <a:solidFill>
            <a:srgbClr val="FFFFFF"/>
          </a:solidFill>
          <a:ln w="17145">
            <a:solidFill>
              <a:srgbClr val="FFFFFF"/>
            </a:solidFill>
            <a:prstDash val="solid"/>
          </a:ln>
        </p:spPr>
      </p:sp>
      <p:sp>
        <p:nvSpPr>
          <p:cNvPr id="84" name="C_f19_False">
            <a:extLst>
              <a:ext uri="{FF2B5EF4-FFF2-40B4-BE49-F238E27FC236}">
                <ns2:creationId id="{404A449F-0537-4991-B360-5A70E48A26AC}"/>
              </a:ext>
            </a:extLst>
          </p:cNvPr>
          <p:cNvSpPr>
            <a:spLocks noGrp="1"/>
          </p:cNvSpPr>
          <p:nvPr/>
        </p:nvSpPr>
        <p:spPr>
          <a:xfrm rot="0">
            <a:off x="6627555" y="3561100"/>
            <a:ext cx="78105" cy="78105"/>
          </a:xfrm>
          <a:prstGeom prst="ellipse">
            <a:avLst/>
          </a:prstGeom>
          <a:solidFill>
            <a:srgbClr val="FFFFFF"/>
          </a:solidFill>
          <a:ln w="17145">
            <a:solidFill>
              <a:srgbClr val="009E73"/>
            </a:solidFill>
            <a:prstDash val="solid"/>
          </a:ln>
        </p:spPr>
      </p:sp>
      <p:sp>
        <p:nvSpPr>
          <p:cNvPr id="85" name="text_084">
            <a:extLst>
              <a:ext uri="{FF2B5EF4-FFF2-40B4-BE49-F238E27FC236}">
                <ns2:creationId id="{D32BCD0E-9A2B-47E8-8D21-C40B32815D16}"/>
              </a:ext>
            </a:extLst>
          </p:cNvPr>
          <p:cNvSpPr>
            <a:spLocks noGrp="1"/>
          </p:cNvSpPr>
          <p:nvPr/>
        </p:nvSpPr>
        <p:spPr>
          <a:xfrm rot="0">
            <a:off x="6742807" y="3371552"/>
            <a:ext cx="266700" cy="247650"/>
          </a:xfrm>
          <a:prstGeom prst="rect">
            <a:avLst/>
          </a:prstGeom>
          <a:noFill/>
          <a:ln w="0">
            <a:noFill/>
            <a:prstDash val="solid"/>
          </a:ln>
        </p:spPr>
        <p:txBody>
          <a:bodyPr wrap="none" lIns="0" tIns="0" rIns="0" bIns="0" anchor="t">
            <a:noAutofit/>
          </a:bodyPr>
          <a:lstStyle>
            <a:defPPr algn="l">
              <a:defRPr sz="1500" b="1">
                <a:solidFill>
                  <a:srgbClr val="009E73"/>
                </a:solidFill>
                <a:latin typeface="Arial"/>
                <a:ea typeface="Arial"/>
                <a:cs typeface="Arial"/>
              </a:defRPr>
            </a:defPPr>
            <a:lvl1pPr algn="l">
              <a:defRPr sz="1500" b="1">
                <a:solidFill>
                  <a:srgbClr val="009E73"/>
                </a:solidFill>
                <a:latin typeface="Arial"/>
                <a:ea typeface="Arial"/>
                <a:cs typeface="Arial"/>
              </a:defRPr>
            </a:lvl1pPr>
            <a:lvl2pPr algn="l">
              <a:defRPr sz="1500" b="1">
                <a:solidFill>
                  <a:srgbClr val="009E73"/>
                </a:solidFill>
                <a:latin typeface="Arial"/>
                <a:ea typeface="Arial"/>
                <a:cs typeface="Arial"/>
              </a:defRPr>
            </a:lvl2pPr>
            <a:lvl3pPr algn="l">
              <a:defRPr sz="1500" b="1">
                <a:solidFill>
                  <a:srgbClr val="009E73"/>
                </a:solidFill>
                <a:latin typeface="Arial"/>
                <a:ea typeface="Arial"/>
                <a:cs typeface="Arial"/>
              </a:defRPr>
            </a:lvl3pPr>
            <a:lvl4pPr algn="l">
              <a:defRPr sz="1500" b="1">
                <a:solidFill>
                  <a:srgbClr val="009E73"/>
                </a:solidFill>
                <a:latin typeface="Arial"/>
                <a:ea typeface="Arial"/>
                <a:cs typeface="Arial"/>
              </a:defRPr>
            </a:lvl4pPr>
            <a:lvl5pPr algn="l">
              <a:defRPr sz="1500" b="1">
                <a:solidFill>
                  <a:srgbClr val="009E73"/>
                </a:solidFill>
                <a:latin typeface="Arial"/>
                <a:ea typeface="Arial"/>
                <a:cs typeface="Arial"/>
              </a:defRPr>
            </a:lvl5pPr>
            <a:lvl6pPr algn="l">
              <a:defRPr sz="1500" b="1">
                <a:solidFill>
                  <a:srgbClr val="009E73"/>
                </a:solidFill>
                <a:latin typeface="Arial"/>
                <a:ea typeface="Arial"/>
                <a:cs typeface="Arial"/>
              </a:defRPr>
            </a:lvl6pPr>
            <a:lvl7pPr algn="l">
              <a:defRPr sz="1500" b="1">
                <a:solidFill>
                  <a:srgbClr val="009E73"/>
                </a:solidFill>
                <a:latin typeface="Arial"/>
                <a:ea typeface="Arial"/>
                <a:cs typeface="Arial"/>
              </a:defRPr>
            </a:lvl7pPr>
            <a:lvl8pPr algn="l">
              <a:defRPr sz="1500" b="1">
                <a:solidFill>
                  <a:srgbClr val="009E73"/>
                </a:solidFill>
                <a:latin typeface="Arial"/>
                <a:ea typeface="Arial"/>
                <a:cs typeface="Arial"/>
              </a:defRPr>
            </a:lvl8pPr>
            <a:lvl9pPr algn="l">
              <a:defRPr sz="1500" b="1">
                <a:solidFill>
                  <a:srgbClr val="009E73"/>
                </a:solidFill>
                <a:latin typeface="Arial"/>
                <a:ea typeface="Arial"/>
                <a:cs typeface="Arial"/>
              </a:defRPr>
            </a:lvl9pPr>
          </a:lstStyle>
          <a:p>
            <a:pPr algn="l">
              <a:defRPr sz="1500" b="1">
                <a:solidFill>
                  <a:srgbClr val="009E73"/>
                </a:solidFill>
                <a:latin typeface="Arial"/>
                <a:ea typeface="Arial"/>
                <a:cs typeface="Arial"/>
              </a:defRPr>
            </a:pPr>
            <a:r>
              <a:rPr sz="1500" b="1">
                <a:solidFill>
                  <a:srgbClr val="009E73"/>
                </a:solidFill>
                <a:latin typeface="Arial"/>
                <a:ea typeface="Arial"/>
                <a:cs typeface="Arial"/>
              </a:rPr>
              <a:t>C</a:t>
            </a:r>
          </a:p>
        </p:txBody>
      </p:sp>
      <p:sp>
        <p:nvSpPr>
          <p:cNvPr id="86" name="text_085">
            <a:extLst>
              <a:ext uri="{FF2B5EF4-FFF2-40B4-BE49-F238E27FC236}">
                <ns2:creationId id="{154F820A-80E5-411E-A96F-3CB3F5485559}"/>
              </a:ext>
            </a:extLst>
          </p:cNvPr>
          <p:cNvSpPr>
            <a:spLocks noGrp="1"/>
          </p:cNvSpPr>
          <p:nvPr/>
        </p:nvSpPr>
        <p:spPr>
          <a:xfrm rot="0">
            <a:off x="5848350" y="5600700"/>
            <a:ext cx="2324100" cy="22860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206 cells with positive FRP</a:t>
            </a:r>
          </a:p>
        </p:txBody>
      </p:sp>
      <p:sp>
        <p:nvSpPr>
          <p:cNvPr id="87" name="text_086">
            <a:extLst>
              <a:ext uri="{FF2B5EF4-FFF2-40B4-BE49-F238E27FC236}">
                <ns2:creationId id="{A57B1E5D-0024-4E48-9254-A72A79F48BD9}"/>
              </a:ext>
            </a:extLst>
          </p:cNvPr>
          <p:cNvSpPr>
            <a:spLocks noGrp="1"/>
          </p:cNvSpPr>
          <p:nvPr/>
        </p:nvSpPr>
        <p:spPr>
          <a:xfrm rot="0">
            <a:off x="571500" y="6096000"/>
            <a:ext cx="7810500" cy="247650"/>
          </a:xfrm>
          <a:prstGeom prst="rect">
            <a:avLst/>
          </a:prstGeom>
          <a:noFill/>
          <a:ln w="0">
            <a:noFill/>
            <a:prstDash val="solid"/>
          </a:ln>
        </p:spPr>
        <p:txBody>
          <a:bodyPr wrap="none" lIns="0" tIns="0" rIns="0" bIns="0" anchor="t">
            <a:noAutofit/>
          </a:bodyPr>
          <a:lstStyle>
            <a:defPPr algn="l">
              <a:defRPr sz="1500" b="1">
                <a:solidFill>
                  <a:srgbClr val="000000"/>
                </a:solidFill>
                <a:latin typeface="Arial"/>
                <a:ea typeface="Arial"/>
                <a:cs typeface="Arial"/>
              </a:defRPr>
            </a:defPPr>
            <a:lvl1pPr algn="l">
              <a:defRPr sz="1500" b="1">
                <a:solidFill>
                  <a:srgbClr val="000000"/>
                </a:solidFill>
                <a:latin typeface="Arial"/>
                <a:ea typeface="Arial"/>
                <a:cs typeface="Arial"/>
              </a:defRPr>
            </a:lvl1pPr>
            <a:lvl2pPr algn="l">
              <a:defRPr sz="1500" b="1">
                <a:solidFill>
                  <a:srgbClr val="000000"/>
                </a:solidFill>
                <a:latin typeface="Arial"/>
                <a:ea typeface="Arial"/>
                <a:cs typeface="Arial"/>
              </a:defRPr>
            </a:lvl2pPr>
            <a:lvl3pPr algn="l">
              <a:defRPr sz="1500" b="1">
                <a:solidFill>
                  <a:srgbClr val="000000"/>
                </a:solidFill>
                <a:latin typeface="Arial"/>
                <a:ea typeface="Arial"/>
                <a:cs typeface="Arial"/>
              </a:defRPr>
            </a:lvl3pPr>
            <a:lvl4pPr algn="l">
              <a:defRPr sz="1500" b="1">
                <a:solidFill>
                  <a:srgbClr val="000000"/>
                </a:solidFill>
                <a:latin typeface="Arial"/>
                <a:ea typeface="Arial"/>
                <a:cs typeface="Arial"/>
              </a:defRPr>
            </a:lvl4pPr>
            <a:lvl5pPr algn="l">
              <a:defRPr sz="1500" b="1">
                <a:solidFill>
                  <a:srgbClr val="000000"/>
                </a:solidFill>
                <a:latin typeface="Arial"/>
                <a:ea typeface="Arial"/>
                <a:cs typeface="Arial"/>
              </a:defRPr>
            </a:lvl5pPr>
            <a:lvl6pPr algn="l">
              <a:defRPr sz="1500" b="1">
                <a:solidFill>
                  <a:srgbClr val="000000"/>
                </a:solidFill>
                <a:latin typeface="Arial"/>
                <a:ea typeface="Arial"/>
                <a:cs typeface="Arial"/>
              </a:defRPr>
            </a:lvl6pPr>
            <a:lvl7pPr algn="l">
              <a:defRPr sz="1500" b="1">
                <a:solidFill>
                  <a:srgbClr val="000000"/>
                </a:solidFill>
                <a:latin typeface="Arial"/>
                <a:ea typeface="Arial"/>
                <a:cs typeface="Arial"/>
              </a:defRPr>
            </a:lvl7pPr>
            <a:lvl8pPr algn="l">
              <a:defRPr sz="1500" b="1">
                <a:solidFill>
                  <a:srgbClr val="000000"/>
                </a:solidFill>
                <a:latin typeface="Arial"/>
                <a:ea typeface="Arial"/>
                <a:cs typeface="Arial"/>
              </a:defRPr>
            </a:lvl8pPr>
            <a:lvl9pPr algn="l">
              <a:defRPr sz="1500" b="1">
                <a:solidFill>
                  <a:srgbClr val="000000"/>
                </a:solidFill>
                <a:latin typeface="Arial"/>
                <a:ea typeface="Arial"/>
                <a:cs typeface="Arial"/>
              </a:defRPr>
            </a:lvl9pPr>
          </a:lstStyle>
          <a:p>
            <a:pPr algn="l">
              <a:defRPr sz="1500" b="1">
                <a:solidFill>
                  <a:srgbClr val="000000"/>
                </a:solidFill>
                <a:latin typeface="Arial"/>
                <a:ea typeface="Arial"/>
                <a:cs typeface="Arial"/>
              </a:defRPr>
            </a:pPr>
            <a:r>
              <a:rPr sz="1500" b="1">
                <a:solidFill>
                  <a:srgbClr val="000000"/>
                </a:solidFill>
                <a:latin typeface="Arial"/>
                <a:ea typeface="Arial"/>
                <a:cs typeface="Arial"/>
              </a:rPr>
              <a:t>Analysis input: 64 x 64 grid, 50.7 km Gaussian smoothing</a:t>
            </a:r>
          </a:p>
        </p:txBody>
      </p:sp>
      <p:pic>
        <p:nvPicPr>
          <p:cNvPr id="88" name="">
            <a:extLst>
              <a:ext uri="{FF2B5EF4-FFF2-40B4-BE49-F238E27FC236}">
                <ns2:creationId id="{51EC8641-EF0F-47DC-B13C-9FEFCD07960A}"/>
              </a:ext>
            </a:extLst>
          </p:cNvPr>
          <p:cNvPicPr>
            <a:picLocks noChangeAspect="1"/>
          </p:cNvPicPr>
          <p:nvPr/>
        </p:nvPicPr>
        <p:blipFill>
          <a:blip r:embed="R4c9786d88bc04978"/>
          <a:stretch/>
        </p:blipFill>
        <p:spPr>
          <a:xfrm>
            <a:off x="571500" y="6477000"/>
            <a:ext cx="2095500" cy="2095500"/>
          </a:xfrm>
          <a:prstGeom prst="rect">
            <a:avLst/>
          </a:prstGeom>
        </p:spPr>
      </p:pic>
      <p:sp>
        <p:nvSpPr>
          <p:cNvPr id="89" name="rect_088">
            <a:extLst>
              <a:ext uri="{FF2B5EF4-FFF2-40B4-BE49-F238E27FC236}">
                <ns2:creationId id="{A6B7663E-2639-4662-AB22-78113E5D414F}"/>
              </a:ext>
            </a:extLst>
          </p:cNvPr>
          <p:cNvSpPr>
            <a:spLocks noGrp="1"/>
          </p:cNvSpPr>
          <p:nvPr/>
        </p:nvSpPr>
        <p:spPr>
          <a:xfrm rot="0">
            <a:off x="571500" y="6477000"/>
            <a:ext cx="2095500" cy="2095500"/>
          </a:xfrm>
          <a:prstGeom prst="rect">
            <a:avLst/>
          </a:prstGeom>
          <a:noFill/>
          <a:ln w="6668">
            <a:solidFill>
              <a:srgbClr val="65727C"/>
            </a:solidFill>
            <a:prstDash val="solid"/>
          </a:ln>
        </p:spPr>
      </p:sp>
      <p:sp>
        <p:nvSpPr>
          <p:cNvPr id="90" name="line_089">
            <a:extLst>
              <a:ext uri="{FF2B5EF4-FFF2-40B4-BE49-F238E27FC236}">
                <ns2:creationId id="{B4509646-2E11-4FD6-8456-1ABC8E8253EE}"/>
              </a:ext>
            </a:extLst>
          </p:cNvPr>
          <p:cNvSpPr>
            <a:spLocks noGrp="1"/>
          </p:cNvSpPr>
          <p:nvPr/>
        </p:nvSpPr>
        <p:spPr>
          <a:xfrm>
            <a:off x="833399" y="8572500"/>
            <a:ext cx="95" cy="38100"/>
          </a:xfrm>
          <a:custGeom>
            <a:pathLst>
              <a:path w="95" h="38100">
                <a:moveTo>
                  <a:pt x="0" y="0"/>
                </a:moveTo>
                <a:lnTo>
                  <a:pt x="0" y="38100"/>
                </a:lnTo>
              </a:path>
            </a:pathLst>
          </a:custGeom>
          <a:noFill/>
          <a:ln w="7620">
            <a:solidFill>
              <a:srgbClr val="65727C"/>
            </a:solidFill>
            <a:prstDash val="solid"/>
          </a:ln>
        </p:spPr>
      </p:sp>
      <p:sp>
        <p:nvSpPr>
          <p:cNvPr id="91" name="text_090">
            <a:extLst>
              <a:ext uri="{FF2B5EF4-FFF2-40B4-BE49-F238E27FC236}">
                <ns2:creationId id="{6F941235-AF41-4038-9CB7-57DAC79695D9}"/>
              </a:ext>
            </a:extLst>
          </p:cNvPr>
          <p:cNvSpPr>
            <a:spLocks noGrp="1"/>
          </p:cNvSpPr>
          <p:nvPr/>
        </p:nvSpPr>
        <p:spPr>
          <a:xfrm rot="0">
            <a:off x="623849" y="8629650"/>
            <a:ext cx="419100" cy="219075"/>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142 E</a:t>
            </a:r>
          </a:p>
        </p:txBody>
      </p:sp>
      <p:sp>
        <p:nvSpPr>
          <p:cNvPr id="92" name="line_091">
            <a:extLst>
              <a:ext uri="{FF2B5EF4-FFF2-40B4-BE49-F238E27FC236}">
                <ns2:creationId id="{7FD3AC53-D90B-4185-A8D3-E010D3041E1A}"/>
              </a:ext>
            </a:extLst>
          </p:cNvPr>
          <p:cNvSpPr>
            <a:spLocks noGrp="1"/>
          </p:cNvSpPr>
          <p:nvPr/>
        </p:nvSpPr>
        <p:spPr>
          <a:xfrm>
            <a:off x="1741988" y="8572500"/>
            <a:ext cx="95" cy="38100"/>
          </a:xfrm>
          <a:custGeom>
            <a:pathLst>
              <a:path w="95" h="38100">
                <a:moveTo>
                  <a:pt x="0" y="0"/>
                </a:moveTo>
                <a:lnTo>
                  <a:pt x="0" y="38100"/>
                </a:lnTo>
              </a:path>
            </a:pathLst>
          </a:custGeom>
          <a:noFill/>
          <a:ln w="7620">
            <a:solidFill>
              <a:srgbClr val="65727C"/>
            </a:solidFill>
            <a:prstDash val="solid"/>
          </a:ln>
        </p:spPr>
      </p:sp>
      <p:sp>
        <p:nvSpPr>
          <p:cNvPr id="93" name="text_092">
            <a:extLst>
              <a:ext uri="{FF2B5EF4-FFF2-40B4-BE49-F238E27FC236}">
                <ns2:creationId id="{1F99F016-0C13-4967-B0FF-6B35016B9088}"/>
              </a:ext>
            </a:extLst>
          </p:cNvPr>
          <p:cNvSpPr>
            <a:spLocks noGrp="1"/>
          </p:cNvSpPr>
          <p:nvPr/>
        </p:nvSpPr>
        <p:spPr>
          <a:xfrm rot="0">
            <a:off x="1532438" y="8629650"/>
            <a:ext cx="419100" cy="219075"/>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148 E</a:t>
            </a:r>
          </a:p>
        </p:txBody>
      </p:sp>
      <p:sp>
        <p:nvSpPr>
          <p:cNvPr id="94" name="line_093">
            <a:extLst>
              <a:ext uri="{FF2B5EF4-FFF2-40B4-BE49-F238E27FC236}">
                <ns2:creationId id="{21CE2611-4175-4FCD-A00B-DA7DC9AF0132}"/>
              </a:ext>
            </a:extLst>
          </p:cNvPr>
          <p:cNvSpPr>
            <a:spLocks noGrp="1"/>
          </p:cNvSpPr>
          <p:nvPr/>
        </p:nvSpPr>
        <p:spPr>
          <a:xfrm>
            <a:off x="2650576" y="8572500"/>
            <a:ext cx="95" cy="38100"/>
          </a:xfrm>
          <a:custGeom>
            <a:pathLst>
              <a:path w="95" h="38100">
                <a:moveTo>
                  <a:pt x="0" y="0"/>
                </a:moveTo>
                <a:lnTo>
                  <a:pt x="0" y="38100"/>
                </a:lnTo>
              </a:path>
            </a:pathLst>
          </a:custGeom>
          <a:noFill/>
          <a:ln w="7620">
            <a:solidFill>
              <a:srgbClr val="65727C"/>
            </a:solidFill>
            <a:prstDash val="solid"/>
          </a:ln>
        </p:spPr>
      </p:sp>
      <p:sp>
        <p:nvSpPr>
          <p:cNvPr id="95" name="text_094">
            <a:extLst>
              <a:ext uri="{FF2B5EF4-FFF2-40B4-BE49-F238E27FC236}">
                <ns2:creationId id="{F72C05F6-A581-49DA-B785-5B2AB74F2ED7}"/>
              </a:ext>
            </a:extLst>
          </p:cNvPr>
          <p:cNvSpPr>
            <a:spLocks noGrp="1"/>
          </p:cNvSpPr>
          <p:nvPr/>
        </p:nvSpPr>
        <p:spPr>
          <a:xfrm rot="0">
            <a:off x="2441026" y="8629650"/>
            <a:ext cx="419100" cy="219075"/>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154 E</a:t>
            </a:r>
          </a:p>
        </p:txBody>
      </p:sp>
      <p:sp>
        <p:nvSpPr>
          <p:cNvPr id="96" name="line_095">
            <a:extLst>
              <a:ext uri="{FF2B5EF4-FFF2-40B4-BE49-F238E27FC236}">
                <ns2:creationId id="{7CDDDBA0-4161-4042-97A8-DECD5A330A58}"/>
              </a:ext>
            </a:extLst>
          </p:cNvPr>
          <p:cNvSpPr>
            <a:spLocks noGrp="1"/>
          </p:cNvSpPr>
          <p:nvPr/>
        </p:nvSpPr>
        <p:spPr>
          <a:xfrm>
            <a:off x="533400" y="6669903"/>
            <a:ext cx="38100" cy="95"/>
          </a:xfrm>
          <a:custGeom>
            <a:pathLst>
              <a:path w="38100" h="95">
                <a:moveTo>
                  <a:pt x="0" y="0"/>
                </a:moveTo>
                <a:lnTo>
                  <a:pt x="38100" y="0"/>
                </a:lnTo>
              </a:path>
            </a:pathLst>
          </a:custGeom>
          <a:noFill/>
          <a:ln w="7620">
            <a:solidFill>
              <a:srgbClr val="65727C"/>
            </a:solidFill>
            <a:prstDash val="solid"/>
          </a:ln>
        </p:spPr>
      </p:sp>
      <p:sp>
        <p:nvSpPr>
          <p:cNvPr id="97" name="text_096">
            <a:extLst>
              <a:ext uri="{FF2B5EF4-FFF2-40B4-BE49-F238E27FC236}">
                <ns2:creationId id="{D351394E-8AD1-408A-8A5B-38D26A5DF88C}"/>
              </a:ext>
            </a:extLst>
          </p:cNvPr>
          <p:cNvSpPr>
            <a:spLocks noGrp="1"/>
          </p:cNvSpPr>
          <p:nvPr/>
        </p:nvSpPr>
        <p:spPr>
          <a:xfrm rot="0">
            <a:off x="104775" y="6584178"/>
            <a:ext cx="381000" cy="219075"/>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28 S</a:t>
            </a:r>
          </a:p>
        </p:txBody>
      </p:sp>
      <p:sp>
        <p:nvSpPr>
          <p:cNvPr id="98" name="line_097">
            <a:extLst>
              <a:ext uri="{FF2B5EF4-FFF2-40B4-BE49-F238E27FC236}">
                <ns2:creationId id="{20BB03FE-B5F9-40F1-AA02-830C3871DE1B}"/>
              </a:ext>
            </a:extLst>
          </p:cNvPr>
          <p:cNvSpPr>
            <a:spLocks noGrp="1"/>
          </p:cNvSpPr>
          <p:nvPr/>
        </p:nvSpPr>
        <p:spPr>
          <a:xfrm>
            <a:off x="533400" y="7383729"/>
            <a:ext cx="38100" cy="95"/>
          </a:xfrm>
          <a:custGeom>
            <a:pathLst>
              <a:path w="38100" h="95">
                <a:moveTo>
                  <a:pt x="0" y="0"/>
                </a:moveTo>
                <a:lnTo>
                  <a:pt x="38100" y="0"/>
                </a:lnTo>
              </a:path>
            </a:pathLst>
          </a:custGeom>
          <a:noFill/>
          <a:ln w="7620">
            <a:solidFill>
              <a:srgbClr val="65727C"/>
            </a:solidFill>
            <a:prstDash val="solid"/>
          </a:ln>
        </p:spPr>
      </p:sp>
      <p:sp>
        <p:nvSpPr>
          <p:cNvPr id="99" name="text_098">
            <a:extLst>
              <a:ext uri="{FF2B5EF4-FFF2-40B4-BE49-F238E27FC236}">
                <ns2:creationId id="{A38B5177-9BF4-4BAC-9BD8-DFC6E125E35A}"/>
              </a:ext>
            </a:extLst>
          </p:cNvPr>
          <p:cNvSpPr>
            <a:spLocks noGrp="1"/>
          </p:cNvSpPr>
          <p:nvPr/>
        </p:nvSpPr>
        <p:spPr>
          <a:xfrm rot="0">
            <a:off x="104775" y="7298004"/>
            <a:ext cx="381000" cy="219075"/>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32 S</a:t>
            </a:r>
          </a:p>
        </p:txBody>
      </p:sp>
      <p:sp>
        <p:nvSpPr>
          <p:cNvPr id="100" name="line_099">
            <a:extLst>
              <a:ext uri="{FF2B5EF4-FFF2-40B4-BE49-F238E27FC236}">
                <ns2:creationId id="{FFF6D975-BFE8-4164-AB27-0D534004B179}"/>
              </a:ext>
            </a:extLst>
          </p:cNvPr>
          <p:cNvSpPr>
            <a:spLocks noGrp="1"/>
          </p:cNvSpPr>
          <p:nvPr/>
        </p:nvSpPr>
        <p:spPr>
          <a:xfrm>
            <a:off x="533400" y="8097555"/>
            <a:ext cx="38100" cy="95"/>
          </a:xfrm>
          <a:custGeom>
            <a:pathLst>
              <a:path w="38100" h="95">
                <a:moveTo>
                  <a:pt x="0" y="0"/>
                </a:moveTo>
                <a:lnTo>
                  <a:pt x="38100" y="0"/>
                </a:lnTo>
              </a:path>
            </a:pathLst>
          </a:custGeom>
          <a:noFill/>
          <a:ln w="7620">
            <a:solidFill>
              <a:srgbClr val="65727C"/>
            </a:solidFill>
            <a:prstDash val="solid"/>
          </a:ln>
        </p:spPr>
      </p:sp>
      <p:sp>
        <p:nvSpPr>
          <p:cNvPr id="101" name="text_100">
            <a:extLst>
              <a:ext uri="{FF2B5EF4-FFF2-40B4-BE49-F238E27FC236}">
                <ns2:creationId id="{B9D32C2B-BF10-4DB7-8DB1-F3896FB51772}"/>
              </a:ext>
            </a:extLst>
          </p:cNvPr>
          <p:cNvSpPr>
            <a:spLocks noGrp="1"/>
          </p:cNvSpPr>
          <p:nvPr/>
        </p:nvSpPr>
        <p:spPr>
          <a:xfrm rot="0">
            <a:off x="104775" y="8011830"/>
            <a:ext cx="381000" cy="219075"/>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36 S</a:t>
            </a:r>
          </a:p>
        </p:txBody>
      </p:sp>
      <p:sp>
        <p:nvSpPr>
          <p:cNvPr id="102" name="text_101">
            <a:extLst>
              <a:ext uri="{FF2B5EF4-FFF2-40B4-BE49-F238E27FC236}">
                <ns2:creationId id="{292F8474-EA6D-4330-90A2-9BD8E06F9B8F}"/>
              </a:ext>
            </a:extLst>
          </p:cNvPr>
          <p:cNvSpPr>
            <a:spLocks noGrp="1"/>
          </p:cNvSpPr>
          <p:nvPr/>
        </p:nvSpPr>
        <p:spPr>
          <a:xfrm rot="0">
            <a:off x="919383" y="6663881"/>
            <a:ext cx="428625" cy="190500"/>
          </a:xfrm>
          <a:prstGeom prst="rect">
            <a:avLst/>
          </a:prstGeom>
          <a:noFill/>
          <a:ln w="0">
            <a:noFill/>
            <a:prstDash val="solid"/>
          </a:ln>
        </p:spPr>
        <p:txBody>
          <a:bodyPr wrap="none" lIns="0" tIns="0" rIns="0" bIns="0" anchor="t">
            <a:noAutofit/>
          </a:bodyPr>
          <a:lstStyle>
            <a:defPPr algn="l">
              <a:defRPr sz="900" b="0">
                <a:solidFill>
                  <a:srgbClr val="65727C"/>
                </a:solidFill>
                <a:latin typeface="Arial"/>
                <a:ea typeface="Arial"/>
                <a:cs typeface="Arial"/>
              </a:defRPr>
            </a:defPPr>
            <a:lvl1pPr algn="l">
              <a:defRPr sz="900" b="0">
                <a:solidFill>
                  <a:srgbClr val="65727C"/>
                </a:solidFill>
                <a:latin typeface="Arial"/>
                <a:ea typeface="Arial"/>
                <a:cs typeface="Arial"/>
              </a:defRPr>
            </a:lvl1pPr>
            <a:lvl2pPr algn="l">
              <a:defRPr sz="900" b="0">
                <a:solidFill>
                  <a:srgbClr val="65727C"/>
                </a:solidFill>
                <a:latin typeface="Arial"/>
                <a:ea typeface="Arial"/>
                <a:cs typeface="Arial"/>
              </a:defRPr>
            </a:lvl2pPr>
            <a:lvl3pPr algn="l">
              <a:defRPr sz="900" b="0">
                <a:solidFill>
                  <a:srgbClr val="65727C"/>
                </a:solidFill>
                <a:latin typeface="Arial"/>
                <a:ea typeface="Arial"/>
                <a:cs typeface="Arial"/>
              </a:defRPr>
            </a:lvl3pPr>
            <a:lvl4pPr algn="l">
              <a:defRPr sz="900" b="0">
                <a:solidFill>
                  <a:srgbClr val="65727C"/>
                </a:solidFill>
                <a:latin typeface="Arial"/>
                <a:ea typeface="Arial"/>
                <a:cs typeface="Arial"/>
              </a:defRPr>
            </a:lvl4pPr>
            <a:lvl5pPr algn="l">
              <a:defRPr sz="900" b="0">
                <a:solidFill>
                  <a:srgbClr val="65727C"/>
                </a:solidFill>
                <a:latin typeface="Arial"/>
                <a:ea typeface="Arial"/>
                <a:cs typeface="Arial"/>
              </a:defRPr>
            </a:lvl5pPr>
            <a:lvl6pPr algn="l">
              <a:defRPr sz="900" b="0">
                <a:solidFill>
                  <a:srgbClr val="65727C"/>
                </a:solidFill>
                <a:latin typeface="Arial"/>
                <a:ea typeface="Arial"/>
                <a:cs typeface="Arial"/>
              </a:defRPr>
            </a:lvl6pPr>
            <a:lvl7pPr algn="l">
              <a:defRPr sz="900" b="0">
                <a:solidFill>
                  <a:srgbClr val="65727C"/>
                </a:solidFill>
                <a:latin typeface="Arial"/>
                <a:ea typeface="Arial"/>
                <a:cs typeface="Arial"/>
              </a:defRPr>
            </a:lvl7pPr>
            <a:lvl8pPr algn="l">
              <a:defRPr sz="900" b="0">
                <a:solidFill>
                  <a:srgbClr val="65727C"/>
                </a:solidFill>
                <a:latin typeface="Arial"/>
                <a:ea typeface="Arial"/>
                <a:cs typeface="Arial"/>
              </a:defRPr>
            </a:lvl8pPr>
            <a:lvl9pPr algn="l">
              <a:defRPr sz="900" b="0">
                <a:solidFill>
                  <a:srgbClr val="65727C"/>
                </a:solidFill>
                <a:latin typeface="Arial"/>
                <a:ea typeface="Arial"/>
                <a:cs typeface="Arial"/>
              </a:defRPr>
            </a:lvl9pPr>
          </a:lstStyle>
          <a:p>
            <a:pPr algn="l">
              <a:defRPr sz="900" b="0">
                <a:solidFill>
                  <a:srgbClr val="65727C"/>
                </a:solidFill>
                <a:latin typeface="Arial"/>
                <a:ea typeface="Arial"/>
                <a:cs typeface="Arial"/>
              </a:defRPr>
            </a:pPr>
            <a:r>
              <a:rPr sz="900" b="0">
                <a:solidFill>
                  <a:srgbClr val="65727C"/>
                </a:solidFill>
                <a:latin typeface="Arial"/>
                <a:ea typeface="Arial"/>
                <a:cs typeface="Arial"/>
              </a:rPr>
              <a:t>QLD</a:t>
            </a:r>
          </a:p>
        </p:txBody>
      </p:sp>
      <p:sp>
        <p:nvSpPr>
          <p:cNvPr id="103" name="text_102">
            <a:extLst>
              <a:ext uri="{FF2B5EF4-FFF2-40B4-BE49-F238E27FC236}">
                <ns2:creationId id="{474EE3DB-A9D8-4CCB-B780-CE86C1DB4C13}"/>
              </a:ext>
            </a:extLst>
          </p:cNvPr>
          <p:cNvSpPr>
            <a:spLocks noGrp="1"/>
          </p:cNvSpPr>
          <p:nvPr/>
        </p:nvSpPr>
        <p:spPr>
          <a:xfrm rot="0">
            <a:off x="919383" y="7520472"/>
            <a:ext cx="428625" cy="190500"/>
          </a:xfrm>
          <a:prstGeom prst="rect">
            <a:avLst/>
          </a:prstGeom>
          <a:noFill/>
          <a:ln w="0">
            <a:noFill/>
            <a:prstDash val="solid"/>
          </a:ln>
        </p:spPr>
        <p:txBody>
          <a:bodyPr wrap="none" lIns="0" tIns="0" rIns="0" bIns="0" anchor="t">
            <a:noAutofit/>
          </a:bodyPr>
          <a:lstStyle>
            <a:defPPr algn="l">
              <a:defRPr sz="900" b="0">
                <a:solidFill>
                  <a:srgbClr val="65727C"/>
                </a:solidFill>
                <a:latin typeface="Arial"/>
                <a:ea typeface="Arial"/>
                <a:cs typeface="Arial"/>
              </a:defRPr>
            </a:defPPr>
            <a:lvl1pPr algn="l">
              <a:defRPr sz="900" b="0">
                <a:solidFill>
                  <a:srgbClr val="65727C"/>
                </a:solidFill>
                <a:latin typeface="Arial"/>
                <a:ea typeface="Arial"/>
                <a:cs typeface="Arial"/>
              </a:defRPr>
            </a:lvl1pPr>
            <a:lvl2pPr algn="l">
              <a:defRPr sz="900" b="0">
                <a:solidFill>
                  <a:srgbClr val="65727C"/>
                </a:solidFill>
                <a:latin typeface="Arial"/>
                <a:ea typeface="Arial"/>
                <a:cs typeface="Arial"/>
              </a:defRPr>
            </a:lvl2pPr>
            <a:lvl3pPr algn="l">
              <a:defRPr sz="900" b="0">
                <a:solidFill>
                  <a:srgbClr val="65727C"/>
                </a:solidFill>
                <a:latin typeface="Arial"/>
                <a:ea typeface="Arial"/>
                <a:cs typeface="Arial"/>
              </a:defRPr>
            </a:lvl3pPr>
            <a:lvl4pPr algn="l">
              <a:defRPr sz="900" b="0">
                <a:solidFill>
                  <a:srgbClr val="65727C"/>
                </a:solidFill>
                <a:latin typeface="Arial"/>
                <a:ea typeface="Arial"/>
                <a:cs typeface="Arial"/>
              </a:defRPr>
            </a:lvl4pPr>
            <a:lvl5pPr algn="l">
              <a:defRPr sz="900" b="0">
                <a:solidFill>
                  <a:srgbClr val="65727C"/>
                </a:solidFill>
                <a:latin typeface="Arial"/>
                <a:ea typeface="Arial"/>
                <a:cs typeface="Arial"/>
              </a:defRPr>
            </a:lvl5pPr>
            <a:lvl6pPr algn="l">
              <a:defRPr sz="900" b="0">
                <a:solidFill>
                  <a:srgbClr val="65727C"/>
                </a:solidFill>
                <a:latin typeface="Arial"/>
                <a:ea typeface="Arial"/>
                <a:cs typeface="Arial"/>
              </a:defRPr>
            </a:lvl6pPr>
            <a:lvl7pPr algn="l">
              <a:defRPr sz="900" b="0">
                <a:solidFill>
                  <a:srgbClr val="65727C"/>
                </a:solidFill>
                <a:latin typeface="Arial"/>
                <a:ea typeface="Arial"/>
                <a:cs typeface="Arial"/>
              </a:defRPr>
            </a:lvl7pPr>
            <a:lvl8pPr algn="l">
              <a:defRPr sz="900" b="0">
                <a:solidFill>
                  <a:srgbClr val="65727C"/>
                </a:solidFill>
                <a:latin typeface="Arial"/>
                <a:ea typeface="Arial"/>
                <a:cs typeface="Arial"/>
              </a:defRPr>
            </a:lvl8pPr>
            <a:lvl9pPr algn="l">
              <a:defRPr sz="900" b="0">
                <a:solidFill>
                  <a:srgbClr val="65727C"/>
                </a:solidFill>
                <a:latin typeface="Arial"/>
                <a:ea typeface="Arial"/>
                <a:cs typeface="Arial"/>
              </a:defRPr>
            </a:lvl9pPr>
          </a:lstStyle>
          <a:p>
            <a:pPr algn="l">
              <a:defRPr sz="900" b="0">
                <a:solidFill>
                  <a:srgbClr val="65727C"/>
                </a:solidFill>
                <a:latin typeface="Arial"/>
                <a:ea typeface="Arial"/>
                <a:cs typeface="Arial"/>
              </a:defRPr>
            </a:pPr>
            <a:r>
              <a:rPr sz="900" b="0">
                <a:solidFill>
                  <a:srgbClr val="65727C"/>
                </a:solidFill>
                <a:latin typeface="Arial"/>
                <a:ea typeface="Arial"/>
                <a:cs typeface="Arial"/>
              </a:rPr>
              <a:t>NSW</a:t>
            </a:r>
          </a:p>
        </p:txBody>
      </p:sp>
      <p:sp>
        <p:nvSpPr>
          <p:cNvPr id="104" name="text_103">
            <a:extLst>
              <a:ext uri="{FF2B5EF4-FFF2-40B4-BE49-F238E27FC236}">
                <ns2:creationId id="{89699D6B-B19D-47DB-9091-F8022FD48CA3}"/>
              </a:ext>
            </a:extLst>
          </p:cNvPr>
          <p:cNvSpPr>
            <a:spLocks noGrp="1"/>
          </p:cNvSpPr>
          <p:nvPr/>
        </p:nvSpPr>
        <p:spPr>
          <a:xfrm rot="0">
            <a:off x="783095" y="8252144"/>
            <a:ext cx="428625" cy="190500"/>
          </a:xfrm>
          <a:prstGeom prst="rect">
            <a:avLst/>
          </a:prstGeom>
          <a:noFill/>
          <a:ln w="0">
            <a:noFill/>
            <a:prstDash val="solid"/>
          </a:ln>
        </p:spPr>
        <p:txBody>
          <a:bodyPr wrap="none" lIns="0" tIns="0" rIns="0" bIns="0" anchor="t">
            <a:noAutofit/>
          </a:bodyPr>
          <a:lstStyle>
            <a:defPPr algn="l">
              <a:defRPr sz="900" b="0">
                <a:solidFill>
                  <a:srgbClr val="65727C"/>
                </a:solidFill>
                <a:latin typeface="Arial"/>
                <a:ea typeface="Arial"/>
                <a:cs typeface="Arial"/>
              </a:defRPr>
            </a:defPPr>
            <a:lvl1pPr algn="l">
              <a:defRPr sz="900" b="0">
                <a:solidFill>
                  <a:srgbClr val="65727C"/>
                </a:solidFill>
                <a:latin typeface="Arial"/>
                <a:ea typeface="Arial"/>
                <a:cs typeface="Arial"/>
              </a:defRPr>
            </a:lvl1pPr>
            <a:lvl2pPr algn="l">
              <a:defRPr sz="900" b="0">
                <a:solidFill>
                  <a:srgbClr val="65727C"/>
                </a:solidFill>
                <a:latin typeface="Arial"/>
                <a:ea typeface="Arial"/>
                <a:cs typeface="Arial"/>
              </a:defRPr>
            </a:lvl2pPr>
            <a:lvl3pPr algn="l">
              <a:defRPr sz="900" b="0">
                <a:solidFill>
                  <a:srgbClr val="65727C"/>
                </a:solidFill>
                <a:latin typeface="Arial"/>
                <a:ea typeface="Arial"/>
                <a:cs typeface="Arial"/>
              </a:defRPr>
            </a:lvl3pPr>
            <a:lvl4pPr algn="l">
              <a:defRPr sz="900" b="0">
                <a:solidFill>
                  <a:srgbClr val="65727C"/>
                </a:solidFill>
                <a:latin typeface="Arial"/>
                <a:ea typeface="Arial"/>
                <a:cs typeface="Arial"/>
              </a:defRPr>
            </a:lvl4pPr>
            <a:lvl5pPr algn="l">
              <a:defRPr sz="900" b="0">
                <a:solidFill>
                  <a:srgbClr val="65727C"/>
                </a:solidFill>
                <a:latin typeface="Arial"/>
                <a:ea typeface="Arial"/>
                <a:cs typeface="Arial"/>
              </a:defRPr>
            </a:lvl5pPr>
            <a:lvl6pPr algn="l">
              <a:defRPr sz="900" b="0">
                <a:solidFill>
                  <a:srgbClr val="65727C"/>
                </a:solidFill>
                <a:latin typeface="Arial"/>
                <a:ea typeface="Arial"/>
                <a:cs typeface="Arial"/>
              </a:defRPr>
            </a:lvl6pPr>
            <a:lvl7pPr algn="l">
              <a:defRPr sz="900" b="0">
                <a:solidFill>
                  <a:srgbClr val="65727C"/>
                </a:solidFill>
                <a:latin typeface="Arial"/>
                <a:ea typeface="Arial"/>
                <a:cs typeface="Arial"/>
              </a:defRPr>
            </a:lvl7pPr>
            <a:lvl8pPr algn="l">
              <a:defRPr sz="900" b="0">
                <a:solidFill>
                  <a:srgbClr val="65727C"/>
                </a:solidFill>
                <a:latin typeface="Arial"/>
                <a:ea typeface="Arial"/>
                <a:cs typeface="Arial"/>
              </a:defRPr>
            </a:lvl8pPr>
            <a:lvl9pPr algn="l">
              <a:defRPr sz="900" b="0">
                <a:solidFill>
                  <a:srgbClr val="65727C"/>
                </a:solidFill>
                <a:latin typeface="Arial"/>
                <a:ea typeface="Arial"/>
                <a:cs typeface="Arial"/>
              </a:defRPr>
            </a:lvl9pPr>
          </a:lstStyle>
          <a:p>
            <a:pPr algn="l">
              <a:defRPr sz="900" b="0">
                <a:solidFill>
                  <a:srgbClr val="65727C"/>
                </a:solidFill>
                <a:latin typeface="Arial"/>
                <a:ea typeface="Arial"/>
                <a:cs typeface="Arial"/>
              </a:defRPr>
            </a:pPr>
            <a:r>
              <a:rPr sz="900" b="0">
                <a:solidFill>
                  <a:srgbClr val="65727C"/>
                </a:solidFill>
                <a:latin typeface="Arial"/>
                <a:ea typeface="Arial"/>
                <a:cs typeface="Arial"/>
              </a:rPr>
              <a:t>VIC</a:t>
            </a:r>
          </a:p>
        </p:txBody>
      </p:sp>
      <p:sp>
        <p:nvSpPr>
          <p:cNvPr id="105" name="line_104">
            <a:extLst>
              <a:ext uri="{FF2B5EF4-FFF2-40B4-BE49-F238E27FC236}">
                <ns2:creationId id="{6CEDE038-005D-4DEA-B67B-ECE2E99BDB93}"/>
              </a:ext>
            </a:extLst>
          </p:cNvPr>
          <p:cNvSpPr>
            <a:spLocks noGrp="1"/>
          </p:cNvSpPr>
          <p:nvPr/>
        </p:nvSpPr>
        <p:spPr>
          <a:xfrm>
            <a:off x="2229906" y="8429625"/>
            <a:ext cx="322794" cy="95"/>
          </a:xfrm>
          <a:custGeom>
            <a:pathLst>
              <a:path w="322794" h="95">
                <a:moveTo>
                  <a:pt x="0" y="0"/>
                </a:moveTo>
                <a:lnTo>
                  <a:pt x="322794" y="0"/>
                </a:lnTo>
              </a:path>
            </a:pathLst>
          </a:custGeom>
          <a:noFill/>
          <a:ln w="15240">
            <a:solidFill>
              <a:srgbClr val="000000"/>
            </a:solidFill>
            <a:prstDash val="solid"/>
          </a:ln>
        </p:spPr>
      </p:sp>
      <p:sp>
        <p:nvSpPr>
          <p:cNvPr id="106" name="line_105">
            <a:extLst>
              <a:ext uri="{FF2B5EF4-FFF2-40B4-BE49-F238E27FC236}">
                <ns2:creationId id="{17B74B16-5D8D-4CD7-8F2D-2ECDD654323A}"/>
              </a:ext>
            </a:extLst>
          </p:cNvPr>
          <p:cNvSpPr>
            <a:spLocks noGrp="1"/>
          </p:cNvSpPr>
          <p:nvPr/>
        </p:nvSpPr>
        <p:spPr>
          <a:xfrm>
            <a:off x="2229906" y="8401050"/>
            <a:ext cx="95" cy="57150"/>
          </a:xfrm>
          <a:custGeom>
            <a:pathLst>
              <a:path w="95" h="57150">
                <a:moveTo>
                  <a:pt x="0" y="0"/>
                </a:moveTo>
                <a:lnTo>
                  <a:pt x="0" y="57150"/>
                </a:lnTo>
              </a:path>
            </a:pathLst>
          </a:custGeom>
          <a:noFill/>
          <a:ln w="12383">
            <a:solidFill>
              <a:srgbClr val="000000"/>
            </a:solidFill>
            <a:prstDash val="solid"/>
          </a:ln>
        </p:spPr>
      </p:sp>
      <p:sp>
        <p:nvSpPr>
          <p:cNvPr id="107" name="line_106">
            <a:extLst>
              <a:ext uri="{FF2B5EF4-FFF2-40B4-BE49-F238E27FC236}">
                <ns2:creationId id="{93297108-060D-4980-A48F-F4C06DA3C0B7}"/>
              </a:ext>
            </a:extLst>
          </p:cNvPr>
          <p:cNvSpPr>
            <a:spLocks noGrp="1"/>
          </p:cNvSpPr>
          <p:nvPr/>
        </p:nvSpPr>
        <p:spPr>
          <a:xfrm>
            <a:off x="2552700" y="8401050"/>
            <a:ext cx="95" cy="57150"/>
          </a:xfrm>
          <a:custGeom>
            <a:pathLst>
              <a:path w="95" h="57150">
                <a:moveTo>
                  <a:pt x="0" y="0"/>
                </a:moveTo>
                <a:lnTo>
                  <a:pt x="0" y="57150"/>
                </a:lnTo>
              </a:path>
            </a:pathLst>
          </a:custGeom>
          <a:noFill/>
          <a:ln w="12383">
            <a:solidFill>
              <a:srgbClr val="000000"/>
            </a:solidFill>
            <a:prstDash val="solid"/>
          </a:ln>
        </p:spPr>
      </p:sp>
      <p:sp>
        <p:nvSpPr>
          <p:cNvPr id="108" name="text_107">
            <a:extLst>
              <a:ext uri="{FF2B5EF4-FFF2-40B4-BE49-F238E27FC236}">
                <ns2:creationId id="{C609B6DF-1B5A-420F-BAA9-877632B12B89}"/>
              </a:ext>
            </a:extLst>
          </p:cNvPr>
          <p:cNvSpPr>
            <a:spLocks noGrp="1"/>
          </p:cNvSpPr>
          <p:nvPr/>
        </p:nvSpPr>
        <p:spPr>
          <a:xfrm rot="0">
            <a:off x="2163231" y="8229600"/>
            <a:ext cx="456144" cy="200025"/>
          </a:xfrm>
          <a:prstGeom prst="rect">
            <a:avLst/>
          </a:prstGeom>
          <a:noFill/>
          <a:ln w="0">
            <a:noFill/>
            <a:prstDash val="solid"/>
          </a:ln>
        </p:spPr>
        <p:txBody>
          <a:bodyPr wrap="none" lIns="0" tIns="0" rIns="0" bIns="0" anchor="t">
            <a:noAutofit/>
          </a:bodyPr>
          <a:lstStyle>
            <a:defPPr algn="ctr">
              <a:defRPr sz="900" b="0">
                <a:solidFill>
                  <a:srgbClr val="000000"/>
                </a:solidFill>
                <a:latin typeface="Arial"/>
                <a:ea typeface="Arial"/>
                <a:cs typeface="Arial"/>
              </a:defRPr>
            </a:defPPr>
            <a:lvl1pPr algn="ctr">
              <a:defRPr sz="900" b="0">
                <a:solidFill>
                  <a:srgbClr val="000000"/>
                </a:solidFill>
                <a:latin typeface="Arial"/>
                <a:ea typeface="Arial"/>
                <a:cs typeface="Arial"/>
              </a:defRPr>
            </a:lvl1pPr>
            <a:lvl2pPr algn="ctr">
              <a:defRPr sz="900" b="0">
                <a:solidFill>
                  <a:srgbClr val="000000"/>
                </a:solidFill>
                <a:latin typeface="Arial"/>
                <a:ea typeface="Arial"/>
                <a:cs typeface="Arial"/>
              </a:defRPr>
            </a:lvl2pPr>
            <a:lvl3pPr algn="ctr">
              <a:defRPr sz="900" b="0">
                <a:solidFill>
                  <a:srgbClr val="000000"/>
                </a:solidFill>
                <a:latin typeface="Arial"/>
                <a:ea typeface="Arial"/>
                <a:cs typeface="Arial"/>
              </a:defRPr>
            </a:lvl3pPr>
            <a:lvl4pPr algn="ctr">
              <a:defRPr sz="900" b="0">
                <a:solidFill>
                  <a:srgbClr val="000000"/>
                </a:solidFill>
                <a:latin typeface="Arial"/>
                <a:ea typeface="Arial"/>
                <a:cs typeface="Arial"/>
              </a:defRPr>
            </a:lvl4pPr>
            <a:lvl5pPr algn="ctr">
              <a:defRPr sz="900" b="0">
                <a:solidFill>
                  <a:srgbClr val="000000"/>
                </a:solidFill>
                <a:latin typeface="Arial"/>
                <a:ea typeface="Arial"/>
                <a:cs typeface="Arial"/>
              </a:defRPr>
            </a:lvl5pPr>
            <a:lvl6pPr algn="ctr">
              <a:defRPr sz="900" b="0">
                <a:solidFill>
                  <a:srgbClr val="000000"/>
                </a:solidFill>
                <a:latin typeface="Arial"/>
                <a:ea typeface="Arial"/>
                <a:cs typeface="Arial"/>
              </a:defRPr>
            </a:lvl6pPr>
            <a:lvl7pPr algn="ctr">
              <a:defRPr sz="900" b="0">
                <a:solidFill>
                  <a:srgbClr val="000000"/>
                </a:solidFill>
                <a:latin typeface="Arial"/>
                <a:ea typeface="Arial"/>
                <a:cs typeface="Arial"/>
              </a:defRPr>
            </a:lvl7pPr>
            <a:lvl8pPr algn="ctr">
              <a:defRPr sz="900" b="0">
                <a:solidFill>
                  <a:srgbClr val="000000"/>
                </a:solidFill>
                <a:latin typeface="Arial"/>
                <a:ea typeface="Arial"/>
                <a:cs typeface="Arial"/>
              </a:defRPr>
            </a:lvl8pPr>
            <a:lvl9pPr algn="ctr">
              <a:defRPr sz="900" b="0">
                <a:solidFill>
                  <a:srgbClr val="000000"/>
                </a:solidFill>
                <a:latin typeface="Arial"/>
                <a:ea typeface="Arial"/>
                <a:cs typeface="Arial"/>
              </a:defRPr>
            </a:lvl9pPr>
          </a:lstStyle>
          <a:p>
            <a:pPr algn="ctr">
              <a:defRPr sz="900" b="0">
                <a:solidFill>
                  <a:srgbClr val="000000"/>
                </a:solidFill>
                <a:latin typeface="Arial"/>
                <a:ea typeface="Arial"/>
                <a:cs typeface="Arial"/>
              </a:defRPr>
            </a:pPr>
            <a:r>
              <a:rPr sz="900" b="0">
                <a:solidFill>
                  <a:srgbClr val="000000"/>
                </a:solidFill>
                <a:latin typeface="Arial"/>
                <a:ea typeface="Arial"/>
                <a:cs typeface="Arial"/>
              </a:rPr>
              <a:t>200 km</a:t>
            </a:r>
          </a:p>
        </p:txBody>
      </p:sp>
      <p:sp>
        <p:nvSpPr>
          <p:cNvPr id="109" name="ellipse_108">
            <a:extLst>
              <a:ext uri="{FF2B5EF4-FFF2-40B4-BE49-F238E27FC236}">
                <ns2:creationId id="{E16FD1E6-E573-4174-ACD0-4A3A869C67AA}"/>
              </a:ext>
            </a:extLst>
          </p:cNvPr>
          <p:cNvSpPr>
            <a:spLocks noGrp="1"/>
          </p:cNvSpPr>
          <p:nvPr/>
        </p:nvSpPr>
        <p:spPr>
          <a:xfrm rot="0">
            <a:off x="2365236" y="6928306"/>
            <a:ext cx="112395" cy="112395"/>
          </a:xfrm>
          <a:prstGeom prst="ellipse">
            <a:avLst/>
          </a:prstGeom>
          <a:solidFill>
            <a:srgbClr val="FFFFFF"/>
          </a:solidFill>
          <a:ln w="17145">
            <a:solidFill>
              <a:srgbClr val="FFFFFF"/>
            </a:solidFill>
            <a:prstDash val="solid"/>
          </a:ln>
        </p:spPr>
      </p:sp>
      <p:sp>
        <p:nvSpPr>
          <p:cNvPr id="110" name="A_f17_True">
            <a:extLst>
              <a:ext uri="{FF2B5EF4-FFF2-40B4-BE49-F238E27FC236}">
                <ns2:creationId id="{AF214C3F-3942-465A-AC59-D3679E591FDA}"/>
              </a:ext>
            </a:extLst>
          </p:cNvPr>
          <p:cNvSpPr>
            <a:spLocks noGrp="1"/>
          </p:cNvSpPr>
          <p:nvPr/>
        </p:nvSpPr>
        <p:spPr>
          <a:xfrm rot="0">
            <a:off x="2382381" y="6945451"/>
            <a:ext cx="78105" cy="78105"/>
          </a:xfrm>
          <a:prstGeom prst="ellipse">
            <a:avLst/>
          </a:prstGeom>
          <a:solidFill>
            <a:srgbClr val="FFFFFF"/>
          </a:solidFill>
          <a:ln w="17145">
            <a:solidFill>
              <a:srgbClr val="0072B2"/>
            </a:solidFill>
            <a:prstDash val="solid"/>
          </a:ln>
        </p:spPr>
      </p:sp>
      <p:sp>
        <p:nvSpPr>
          <p:cNvPr id="111" name="text_110">
            <a:extLst>
              <a:ext uri="{FF2B5EF4-FFF2-40B4-BE49-F238E27FC236}">
                <ns2:creationId id="{F44FF205-A55A-4FC9-AD78-450B78B2B530}"/>
              </a:ext>
            </a:extLst>
          </p:cNvPr>
          <p:cNvSpPr>
            <a:spLocks noGrp="1"/>
          </p:cNvSpPr>
          <p:nvPr/>
        </p:nvSpPr>
        <p:spPr>
          <a:xfrm rot="0">
            <a:off x="2164259" y="6755904"/>
            <a:ext cx="266700" cy="247650"/>
          </a:xfrm>
          <a:prstGeom prst="rect">
            <a:avLst/>
          </a:prstGeom>
          <a:noFill/>
          <a:ln w="0">
            <a:noFill/>
            <a:prstDash val="solid"/>
          </a:ln>
        </p:spPr>
        <p:txBody>
          <a:bodyPr wrap="none" lIns="0" tIns="0" rIns="0" bIns="0" anchor="t">
            <a:noAutofit/>
          </a:bodyPr>
          <a:lstStyle>
            <a:defPPr algn="l">
              <a:defRPr sz="1500" b="1">
                <a:solidFill>
                  <a:srgbClr val="0072B2"/>
                </a:solidFill>
                <a:latin typeface="Arial"/>
                <a:ea typeface="Arial"/>
                <a:cs typeface="Arial"/>
              </a:defRPr>
            </a:defPPr>
            <a:lvl1pPr algn="l">
              <a:defRPr sz="1500" b="1">
                <a:solidFill>
                  <a:srgbClr val="0072B2"/>
                </a:solidFill>
                <a:latin typeface="Arial"/>
                <a:ea typeface="Arial"/>
                <a:cs typeface="Arial"/>
              </a:defRPr>
            </a:lvl1pPr>
            <a:lvl2pPr algn="l">
              <a:defRPr sz="1500" b="1">
                <a:solidFill>
                  <a:srgbClr val="0072B2"/>
                </a:solidFill>
                <a:latin typeface="Arial"/>
                <a:ea typeface="Arial"/>
                <a:cs typeface="Arial"/>
              </a:defRPr>
            </a:lvl2pPr>
            <a:lvl3pPr algn="l">
              <a:defRPr sz="1500" b="1">
                <a:solidFill>
                  <a:srgbClr val="0072B2"/>
                </a:solidFill>
                <a:latin typeface="Arial"/>
                <a:ea typeface="Arial"/>
                <a:cs typeface="Arial"/>
              </a:defRPr>
            </a:lvl3pPr>
            <a:lvl4pPr algn="l">
              <a:defRPr sz="1500" b="1">
                <a:solidFill>
                  <a:srgbClr val="0072B2"/>
                </a:solidFill>
                <a:latin typeface="Arial"/>
                <a:ea typeface="Arial"/>
                <a:cs typeface="Arial"/>
              </a:defRPr>
            </a:lvl4pPr>
            <a:lvl5pPr algn="l">
              <a:defRPr sz="1500" b="1">
                <a:solidFill>
                  <a:srgbClr val="0072B2"/>
                </a:solidFill>
                <a:latin typeface="Arial"/>
                <a:ea typeface="Arial"/>
                <a:cs typeface="Arial"/>
              </a:defRPr>
            </a:lvl5pPr>
            <a:lvl6pPr algn="l">
              <a:defRPr sz="1500" b="1">
                <a:solidFill>
                  <a:srgbClr val="0072B2"/>
                </a:solidFill>
                <a:latin typeface="Arial"/>
                <a:ea typeface="Arial"/>
                <a:cs typeface="Arial"/>
              </a:defRPr>
            </a:lvl6pPr>
            <a:lvl7pPr algn="l">
              <a:defRPr sz="1500" b="1">
                <a:solidFill>
                  <a:srgbClr val="0072B2"/>
                </a:solidFill>
                <a:latin typeface="Arial"/>
                <a:ea typeface="Arial"/>
                <a:cs typeface="Arial"/>
              </a:defRPr>
            </a:lvl7pPr>
            <a:lvl8pPr algn="l">
              <a:defRPr sz="1500" b="1">
                <a:solidFill>
                  <a:srgbClr val="0072B2"/>
                </a:solidFill>
                <a:latin typeface="Arial"/>
                <a:ea typeface="Arial"/>
                <a:cs typeface="Arial"/>
              </a:defRPr>
            </a:lvl8pPr>
            <a:lvl9pPr algn="l">
              <a:defRPr sz="1500" b="1">
                <a:solidFill>
                  <a:srgbClr val="0072B2"/>
                </a:solidFill>
                <a:latin typeface="Arial"/>
                <a:ea typeface="Arial"/>
                <a:cs typeface="Arial"/>
              </a:defRPr>
            </a:lvl9pPr>
          </a:lstStyle>
          <a:p>
            <a:pPr algn="l">
              <a:defRPr sz="1500" b="1">
                <a:solidFill>
                  <a:srgbClr val="0072B2"/>
                </a:solidFill>
                <a:latin typeface="Arial"/>
                <a:ea typeface="Arial"/>
                <a:cs typeface="Arial"/>
              </a:defRPr>
            </a:pPr>
            <a:r>
              <a:rPr sz="1500" b="1">
                <a:solidFill>
                  <a:srgbClr val="0072B2"/>
                </a:solidFill>
                <a:latin typeface="Arial"/>
                <a:ea typeface="Arial"/>
                <a:cs typeface="Arial"/>
              </a:rPr>
              <a:t>A</a:t>
            </a:r>
          </a:p>
        </p:txBody>
      </p:sp>
      <p:sp>
        <p:nvSpPr>
          <p:cNvPr id="112" name="ellipse_111">
            <a:extLst>
              <a:ext uri="{FF2B5EF4-FFF2-40B4-BE49-F238E27FC236}">
                <ns2:creationId id="{02E360F4-1AE8-4AA7-80F7-DF0DCA30E5B4}"/>
              </a:ext>
            </a:extLst>
          </p:cNvPr>
          <p:cNvSpPr>
            <a:spLocks noGrp="1"/>
          </p:cNvSpPr>
          <p:nvPr/>
        </p:nvSpPr>
        <p:spPr>
          <a:xfrm rot="0">
            <a:off x="1677650" y="8303478"/>
            <a:ext cx="112395" cy="112395"/>
          </a:xfrm>
          <a:prstGeom prst="ellipse">
            <a:avLst/>
          </a:prstGeom>
          <a:solidFill>
            <a:srgbClr val="FFFFFF"/>
          </a:solidFill>
          <a:ln w="17145">
            <a:solidFill>
              <a:srgbClr val="FFFFFF"/>
            </a:solidFill>
            <a:prstDash val="solid"/>
          </a:ln>
        </p:spPr>
      </p:sp>
      <p:sp>
        <p:nvSpPr>
          <p:cNvPr id="113" name="B_f17_True">
            <a:extLst>
              <a:ext uri="{FF2B5EF4-FFF2-40B4-BE49-F238E27FC236}">
                <ns2:creationId id="{19407B4C-4161-49EA-A49D-C0E6C3ED264D}"/>
              </a:ext>
            </a:extLst>
          </p:cNvPr>
          <p:cNvSpPr>
            <a:spLocks noGrp="1"/>
          </p:cNvSpPr>
          <p:nvPr/>
        </p:nvSpPr>
        <p:spPr>
          <a:xfrm rot="0">
            <a:off x="1694795" y="8320623"/>
            <a:ext cx="78105" cy="78105"/>
          </a:xfrm>
          <a:prstGeom prst="ellipse">
            <a:avLst/>
          </a:prstGeom>
          <a:solidFill>
            <a:srgbClr val="FFFFFF"/>
          </a:solidFill>
          <a:ln w="17145">
            <a:solidFill>
              <a:srgbClr val="D55E00"/>
            </a:solidFill>
            <a:prstDash val="solid"/>
          </a:ln>
        </p:spPr>
      </p:sp>
      <p:sp>
        <p:nvSpPr>
          <p:cNvPr id="114" name="text_113">
            <a:extLst>
              <a:ext uri="{FF2B5EF4-FFF2-40B4-BE49-F238E27FC236}">
                <ns2:creationId id="{C5EC20E5-1509-444A-AAFD-BDFC08156365}"/>
              </a:ext>
            </a:extLst>
          </p:cNvPr>
          <p:cNvSpPr>
            <a:spLocks noGrp="1"/>
          </p:cNvSpPr>
          <p:nvPr/>
        </p:nvSpPr>
        <p:spPr>
          <a:xfrm rot="0">
            <a:off x="1810048" y="8131076"/>
            <a:ext cx="266700" cy="247650"/>
          </a:xfrm>
          <a:prstGeom prst="rect">
            <a:avLst/>
          </a:prstGeom>
          <a:noFill/>
          <a:ln w="0">
            <a:noFill/>
            <a:prstDash val="solid"/>
          </a:ln>
        </p:spPr>
        <p:txBody>
          <a:bodyPr wrap="none" lIns="0" tIns="0" rIns="0" bIns="0" anchor="t">
            <a:noAutofit/>
          </a:bodyPr>
          <a:lstStyle>
            <a:defPPr algn="l">
              <a:defRPr sz="1500" b="1">
                <a:solidFill>
                  <a:srgbClr val="D55E00"/>
                </a:solidFill>
                <a:latin typeface="Arial"/>
                <a:ea typeface="Arial"/>
                <a:cs typeface="Arial"/>
              </a:defRPr>
            </a:defPPr>
            <a:lvl1pPr algn="l">
              <a:defRPr sz="1500" b="1">
                <a:solidFill>
                  <a:srgbClr val="D55E00"/>
                </a:solidFill>
                <a:latin typeface="Arial"/>
                <a:ea typeface="Arial"/>
                <a:cs typeface="Arial"/>
              </a:defRPr>
            </a:lvl1pPr>
            <a:lvl2pPr algn="l">
              <a:defRPr sz="1500" b="1">
                <a:solidFill>
                  <a:srgbClr val="D55E00"/>
                </a:solidFill>
                <a:latin typeface="Arial"/>
                <a:ea typeface="Arial"/>
                <a:cs typeface="Arial"/>
              </a:defRPr>
            </a:lvl2pPr>
            <a:lvl3pPr algn="l">
              <a:defRPr sz="1500" b="1">
                <a:solidFill>
                  <a:srgbClr val="D55E00"/>
                </a:solidFill>
                <a:latin typeface="Arial"/>
                <a:ea typeface="Arial"/>
                <a:cs typeface="Arial"/>
              </a:defRPr>
            </a:lvl3pPr>
            <a:lvl4pPr algn="l">
              <a:defRPr sz="1500" b="1">
                <a:solidFill>
                  <a:srgbClr val="D55E00"/>
                </a:solidFill>
                <a:latin typeface="Arial"/>
                <a:ea typeface="Arial"/>
                <a:cs typeface="Arial"/>
              </a:defRPr>
            </a:lvl4pPr>
            <a:lvl5pPr algn="l">
              <a:defRPr sz="1500" b="1">
                <a:solidFill>
                  <a:srgbClr val="D55E00"/>
                </a:solidFill>
                <a:latin typeface="Arial"/>
                <a:ea typeface="Arial"/>
                <a:cs typeface="Arial"/>
              </a:defRPr>
            </a:lvl5pPr>
            <a:lvl6pPr algn="l">
              <a:defRPr sz="1500" b="1">
                <a:solidFill>
                  <a:srgbClr val="D55E00"/>
                </a:solidFill>
                <a:latin typeface="Arial"/>
                <a:ea typeface="Arial"/>
                <a:cs typeface="Arial"/>
              </a:defRPr>
            </a:lvl6pPr>
            <a:lvl7pPr algn="l">
              <a:defRPr sz="1500" b="1">
                <a:solidFill>
                  <a:srgbClr val="D55E00"/>
                </a:solidFill>
                <a:latin typeface="Arial"/>
                <a:ea typeface="Arial"/>
                <a:cs typeface="Arial"/>
              </a:defRPr>
            </a:lvl7pPr>
            <a:lvl8pPr algn="l">
              <a:defRPr sz="1500" b="1">
                <a:solidFill>
                  <a:srgbClr val="D55E00"/>
                </a:solidFill>
                <a:latin typeface="Arial"/>
                <a:ea typeface="Arial"/>
                <a:cs typeface="Arial"/>
              </a:defRPr>
            </a:lvl8pPr>
            <a:lvl9pPr algn="l">
              <a:defRPr sz="1500" b="1">
                <a:solidFill>
                  <a:srgbClr val="D55E00"/>
                </a:solidFill>
                <a:latin typeface="Arial"/>
                <a:ea typeface="Arial"/>
                <a:cs typeface="Arial"/>
              </a:defRPr>
            </a:lvl9pPr>
          </a:lstStyle>
          <a:p>
            <a:pPr algn="l">
              <a:defRPr sz="1500" b="1">
                <a:solidFill>
                  <a:srgbClr val="D55E00"/>
                </a:solidFill>
                <a:latin typeface="Arial"/>
                <a:ea typeface="Arial"/>
                <a:cs typeface="Arial"/>
              </a:defRPr>
            </a:pPr>
            <a:r>
              <a:rPr sz="1500" b="1">
                <a:solidFill>
                  <a:srgbClr val="D55E00"/>
                </a:solidFill>
                <a:latin typeface="Arial"/>
                <a:ea typeface="Arial"/>
                <a:cs typeface="Arial"/>
              </a:rPr>
              <a:t>B</a:t>
            </a:r>
          </a:p>
        </p:txBody>
      </p:sp>
      <p:sp>
        <p:nvSpPr>
          <p:cNvPr id="115" name="ellipse_114">
            <a:extLst>
              <a:ext uri="{FF2B5EF4-FFF2-40B4-BE49-F238E27FC236}">
                <ns2:creationId id="{2D0B4EB7-5737-446A-92F8-A274BDAEC480}"/>
              </a:ext>
            </a:extLst>
          </p:cNvPr>
          <p:cNvSpPr>
            <a:spLocks noGrp="1"/>
          </p:cNvSpPr>
          <p:nvPr/>
        </p:nvSpPr>
        <p:spPr>
          <a:xfrm rot="0">
            <a:off x="1219260" y="6830080"/>
            <a:ext cx="112395" cy="112395"/>
          </a:xfrm>
          <a:prstGeom prst="ellipse">
            <a:avLst/>
          </a:prstGeom>
          <a:solidFill>
            <a:srgbClr val="FFFFFF"/>
          </a:solidFill>
          <a:ln w="17145">
            <a:solidFill>
              <a:srgbClr val="FFFFFF"/>
            </a:solidFill>
            <a:prstDash val="solid"/>
          </a:ln>
        </p:spPr>
      </p:sp>
      <p:sp>
        <p:nvSpPr>
          <p:cNvPr id="116" name="C_f17_True">
            <a:extLst>
              <a:ext uri="{FF2B5EF4-FFF2-40B4-BE49-F238E27FC236}">
                <ns2:creationId id="{D251CFA4-1FEB-4ACF-853E-2C80DF895EE4}"/>
              </a:ext>
            </a:extLst>
          </p:cNvPr>
          <p:cNvSpPr>
            <a:spLocks noGrp="1"/>
          </p:cNvSpPr>
          <p:nvPr/>
        </p:nvSpPr>
        <p:spPr>
          <a:xfrm rot="0">
            <a:off x="1236405" y="6847225"/>
            <a:ext cx="78105" cy="78105"/>
          </a:xfrm>
          <a:prstGeom prst="ellipse">
            <a:avLst/>
          </a:prstGeom>
          <a:solidFill>
            <a:srgbClr val="FFFFFF"/>
          </a:solidFill>
          <a:ln w="17145">
            <a:solidFill>
              <a:srgbClr val="009E73"/>
            </a:solidFill>
            <a:prstDash val="solid"/>
          </a:ln>
        </p:spPr>
      </p:sp>
      <p:sp>
        <p:nvSpPr>
          <p:cNvPr id="117" name="text_116">
            <a:extLst>
              <a:ext uri="{FF2B5EF4-FFF2-40B4-BE49-F238E27FC236}">
                <ns2:creationId id="{0EAD6CE3-75BD-42AA-9A0B-F94C43157997}"/>
              </a:ext>
            </a:extLst>
          </p:cNvPr>
          <p:cNvSpPr>
            <a:spLocks noGrp="1"/>
          </p:cNvSpPr>
          <p:nvPr/>
        </p:nvSpPr>
        <p:spPr>
          <a:xfrm rot="0">
            <a:off x="1351657" y="6657677"/>
            <a:ext cx="266700" cy="247650"/>
          </a:xfrm>
          <a:prstGeom prst="rect">
            <a:avLst/>
          </a:prstGeom>
          <a:noFill/>
          <a:ln w="0">
            <a:noFill/>
            <a:prstDash val="solid"/>
          </a:ln>
        </p:spPr>
        <p:txBody>
          <a:bodyPr wrap="none" lIns="0" tIns="0" rIns="0" bIns="0" anchor="t">
            <a:noAutofit/>
          </a:bodyPr>
          <a:lstStyle>
            <a:defPPr algn="l">
              <a:defRPr sz="1500" b="1">
                <a:solidFill>
                  <a:srgbClr val="009E73"/>
                </a:solidFill>
                <a:latin typeface="Arial"/>
                <a:ea typeface="Arial"/>
                <a:cs typeface="Arial"/>
              </a:defRPr>
            </a:defPPr>
            <a:lvl1pPr algn="l">
              <a:defRPr sz="1500" b="1">
                <a:solidFill>
                  <a:srgbClr val="009E73"/>
                </a:solidFill>
                <a:latin typeface="Arial"/>
                <a:ea typeface="Arial"/>
                <a:cs typeface="Arial"/>
              </a:defRPr>
            </a:lvl1pPr>
            <a:lvl2pPr algn="l">
              <a:defRPr sz="1500" b="1">
                <a:solidFill>
                  <a:srgbClr val="009E73"/>
                </a:solidFill>
                <a:latin typeface="Arial"/>
                <a:ea typeface="Arial"/>
                <a:cs typeface="Arial"/>
              </a:defRPr>
            </a:lvl2pPr>
            <a:lvl3pPr algn="l">
              <a:defRPr sz="1500" b="1">
                <a:solidFill>
                  <a:srgbClr val="009E73"/>
                </a:solidFill>
                <a:latin typeface="Arial"/>
                <a:ea typeface="Arial"/>
                <a:cs typeface="Arial"/>
              </a:defRPr>
            </a:lvl3pPr>
            <a:lvl4pPr algn="l">
              <a:defRPr sz="1500" b="1">
                <a:solidFill>
                  <a:srgbClr val="009E73"/>
                </a:solidFill>
                <a:latin typeface="Arial"/>
                <a:ea typeface="Arial"/>
                <a:cs typeface="Arial"/>
              </a:defRPr>
            </a:lvl4pPr>
            <a:lvl5pPr algn="l">
              <a:defRPr sz="1500" b="1">
                <a:solidFill>
                  <a:srgbClr val="009E73"/>
                </a:solidFill>
                <a:latin typeface="Arial"/>
                <a:ea typeface="Arial"/>
                <a:cs typeface="Arial"/>
              </a:defRPr>
            </a:lvl5pPr>
            <a:lvl6pPr algn="l">
              <a:defRPr sz="1500" b="1">
                <a:solidFill>
                  <a:srgbClr val="009E73"/>
                </a:solidFill>
                <a:latin typeface="Arial"/>
                <a:ea typeface="Arial"/>
                <a:cs typeface="Arial"/>
              </a:defRPr>
            </a:lvl6pPr>
            <a:lvl7pPr algn="l">
              <a:defRPr sz="1500" b="1">
                <a:solidFill>
                  <a:srgbClr val="009E73"/>
                </a:solidFill>
                <a:latin typeface="Arial"/>
                <a:ea typeface="Arial"/>
                <a:cs typeface="Arial"/>
              </a:defRPr>
            </a:lvl7pPr>
            <a:lvl8pPr algn="l">
              <a:defRPr sz="1500" b="1">
                <a:solidFill>
                  <a:srgbClr val="009E73"/>
                </a:solidFill>
                <a:latin typeface="Arial"/>
                <a:ea typeface="Arial"/>
                <a:cs typeface="Arial"/>
              </a:defRPr>
            </a:lvl8pPr>
            <a:lvl9pPr algn="l">
              <a:defRPr sz="1500" b="1">
                <a:solidFill>
                  <a:srgbClr val="009E73"/>
                </a:solidFill>
                <a:latin typeface="Arial"/>
                <a:ea typeface="Arial"/>
                <a:cs typeface="Arial"/>
              </a:defRPr>
            </a:lvl9pPr>
          </a:lstStyle>
          <a:p>
            <a:pPr algn="l">
              <a:defRPr sz="1500" b="1">
                <a:solidFill>
                  <a:srgbClr val="009E73"/>
                </a:solidFill>
                <a:latin typeface="Arial"/>
                <a:ea typeface="Arial"/>
                <a:cs typeface="Arial"/>
              </a:defRPr>
            </a:pPr>
            <a:r>
              <a:rPr sz="1500" b="1">
                <a:solidFill>
                  <a:srgbClr val="009E73"/>
                </a:solidFill>
                <a:latin typeface="Arial"/>
                <a:ea typeface="Arial"/>
                <a:cs typeface="Arial"/>
              </a:rPr>
              <a:t>C</a:t>
            </a:r>
          </a:p>
        </p:txBody>
      </p:sp>
      <p:pic>
        <p:nvPicPr>
          <p:cNvPr id="118" name="">
            <a:extLst>
              <a:ext uri="{FF2B5EF4-FFF2-40B4-BE49-F238E27FC236}">
                <ns2:creationId id="{E061E859-F4A3-4F85-8B2D-6EB9D70CCBCD}"/>
              </a:ext>
            </a:extLst>
          </p:cNvPr>
          <p:cNvPicPr>
            <a:picLocks noChangeAspect="1"/>
          </p:cNvPicPr>
          <p:nvPr/>
        </p:nvPicPr>
        <p:blipFill>
          <a:blip r:embed="R02134ba4bcbe44da"/>
          <a:stretch/>
        </p:blipFill>
        <p:spPr>
          <a:xfrm>
            <a:off x="3267075" y="6477000"/>
            <a:ext cx="2095500" cy="2095500"/>
          </a:xfrm>
          <a:prstGeom prst="rect">
            <a:avLst/>
          </a:prstGeom>
        </p:spPr>
      </p:pic>
      <p:sp>
        <p:nvSpPr>
          <p:cNvPr id="119" name="rect_118">
            <a:extLst>
              <a:ext uri="{FF2B5EF4-FFF2-40B4-BE49-F238E27FC236}">
                <ns2:creationId id="{87DC1A6F-C77E-4700-BCDE-91A2842B641C}"/>
              </a:ext>
            </a:extLst>
          </p:cNvPr>
          <p:cNvSpPr>
            <a:spLocks noGrp="1"/>
          </p:cNvSpPr>
          <p:nvPr/>
        </p:nvSpPr>
        <p:spPr>
          <a:xfrm rot="0">
            <a:off x="3267075" y="6477000"/>
            <a:ext cx="2095500" cy="2095500"/>
          </a:xfrm>
          <a:prstGeom prst="rect">
            <a:avLst/>
          </a:prstGeom>
          <a:noFill/>
          <a:ln w="6668">
            <a:solidFill>
              <a:srgbClr val="65727C"/>
            </a:solidFill>
            <a:prstDash val="solid"/>
          </a:ln>
        </p:spPr>
      </p:sp>
      <p:sp>
        <p:nvSpPr>
          <p:cNvPr id="120" name="line_119">
            <a:extLst>
              <a:ext uri="{FF2B5EF4-FFF2-40B4-BE49-F238E27FC236}">
                <ns2:creationId id="{3748D290-8E99-4DF5-B2CC-10F7174DBB22}"/>
              </a:ext>
            </a:extLst>
          </p:cNvPr>
          <p:cNvSpPr>
            <a:spLocks noGrp="1"/>
          </p:cNvSpPr>
          <p:nvPr/>
        </p:nvSpPr>
        <p:spPr>
          <a:xfrm>
            <a:off x="3528974" y="8572500"/>
            <a:ext cx="95" cy="38100"/>
          </a:xfrm>
          <a:custGeom>
            <a:pathLst>
              <a:path w="95" h="38100">
                <a:moveTo>
                  <a:pt x="0" y="0"/>
                </a:moveTo>
                <a:lnTo>
                  <a:pt x="0" y="38100"/>
                </a:lnTo>
              </a:path>
            </a:pathLst>
          </a:custGeom>
          <a:noFill/>
          <a:ln w="7620">
            <a:solidFill>
              <a:srgbClr val="65727C"/>
            </a:solidFill>
            <a:prstDash val="solid"/>
          </a:ln>
        </p:spPr>
      </p:sp>
      <p:sp>
        <p:nvSpPr>
          <p:cNvPr id="121" name="text_120">
            <a:extLst>
              <a:ext uri="{FF2B5EF4-FFF2-40B4-BE49-F238E27FC236}">
                <ns2:creationId id="{7B9555E9-D400-471F-B6F1-1E85BAF69623}"/>
              </a:ext>
            </a:extLst>
          </p:cNvPr>
          <p:cNvSpPr>
            <a:spLocks noGrp="1"/>
          </p:cNvSpPr>
          <p:nvPr/>
        </p:nvSpPr>
        <p:spPr>
          <a:xfrm rot="0">
            <a:off x="3319424" y="8629650"/>
            <a:ext cx="419100" cy="219075"/>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142 E</a:t>
            </a:r>
          </a:p>
        </p:txBody>
      </p:sp>
      <p:sp>
        <p:nvSpPr>
          <p:cNvPr id="122" name="line_121">
            <a:extLst>
              <a:ext uri="{FF2B5EF4-FFF2-40B4-BE49-F238E27FC236}">
                <ns2:creationId id="{9D74359C-F3C6-46ED-AE24-C6207F111641}"/>
              </a:ext>
            </a:extLst>
          </p:cNvPr>
          <p:cNvSpPr>
            <a:spLocks noGrp="1"/>
          </p:cNvSpPr>
          <p:nvPr/>
        </p:nvSpPr>
        <p:spPr>
          <a:xfrm>
            <a:off x="4437563" y="8572500"/>
            <a:ext cx="95" cy="38100"/>
          </a:xfrm>
          <a:custGeom>
            <a:pathLst>
              <a:path w="95" h="38100">
                <a:moveTo>
                  <a:pt x="0" y="0"/>
                </a:moveTo>
                <a:lnTo>
                  <a:pt x="0" y="38100"/>
                </a:lnTo>
              </a:path>
            </a:pathLst>
          </a:custGeom>
          <a:noFill/>
          <a:ln w="7620">
            <a:solidFill>
              <a:srgbClr val="65727C"/>
            </a:solidFill>
            <a:prstDash val="solid"/>
          </a:ln>
        </p:spPr>
      </p:sp>
      <p:sp>
        <p:nvSpPr>
          <p:cNvPr id="123" name="text_122">
            <a:extLst>
              <a:ext uri="{FF2B5EF4-FFF2-40B4-BE49-F238E27FC236}">
                <ns2:creationId id="{1E430D7E-51C9-4E9E-BDC9-F7708B8B394A}"/>
              </a:ext>
            </a:extLst>
          </p:cNvPr>
          <p:cNvSpPr>
            <a:spLocks noGrp="1"/>
          </p:cNvSpPr>
          <p:nvPr/>
        </p:nvSpPr>
        <p:spPr>
          <a:xfrm rot="0">
            <a:off x="4228013" y="8629650"/>
            <a:ext cx="419100" cy="219075"/>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148 E</a:t>
            </a:r>
          </a:p>
        </p:txBody>
      </p:sp>
      <p:sp>
        <p:nvSpPr>
          <p:cNvPr id="124" name="line_123">
            <a:extLst>
              <a:ext uri="{FF2B5EF4-FFF2-40B4-BE49-F238E27FC236}">
                <ns2:creationId id="{4CE16485-A795-4512-B43E-C0DB49292E97}"/>
              </a:ext>
            </a:extLst>
          </p:cNvPr>
          <p:cNvSpPr>
            <a:spLocks noGrp="1"/>
          </p:cNvSpPr>
          <p:nvPr/>
        </p:nvSpPr>
        <p:spPr>
          <a:xfrm>
            <a:off x="5346151" y="8572500"/>
            <a:ext cx="95" cy="38100"/>
          </a:xfrm>
          <a:custGeom>
            <a:pathLst>
              <a:path w="95" h="38100">
                <a:moveTo>
                  <a:pt x="0" y="0"/>
                </a:moveTo>
                <a:lnTo>
                  <a:pt x="0" y="38100"/>
                </a:lnTo>
              </a:path>
            </a:pathLst>
          </a:custGeom>
          <a:noFill/>
          <a:ln w="7620">
            <a:solidFill>
              <a:srgbClr val="65727C"/>
            </a:solidFill>
            <a:prstDash val="solid"/>
          </a:ln>
        </p:spPr>
      </p:sp>
      <p:sp>
        <p:nvSpPr>
          <p:cNvPr id="125" name="text_124">
            <a:extLst>
              <a:ext uri="{FF2B5EF4-FFF2-40B4-BE49-F238E27FC236}">
                <ns2:creationId id="{94D1B1AA-1701-40F2-BE4D-0B2B7EEC069A}"/>
              </a:ext>
            </a:extLst>
          </p:cNvPr>
          <p:cNvSpPr>
            <a:spLocks noGrp="1"/>
          </p:cNvSpPr>
          <p:nvPr/>
        </p:nvSpPr>
        <p:spPr>
          <a:xfrm rot="0">
            <a:off x="5136601" y="8629650"/>
            <a:ext cx="419100" cy="219075"/>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154 E</a:t>
            </a:r>
          </a:p>
        </p:txBody>
      </p:sp>
      <p:sp>
        <p:nvSpPr>
          <p:cNvPr id="126" name="text_125">
            <a:extLst>
              <a:ext uri="{FF2B5EF4-FFF2-40B4-BE49-F238E27FC236}">
                <ns2:creationId id="{97719A44-B855-42FF-BDA8-488BF4A356BD}"/>
              </a:ext>
            </a:extLst>
          </p:cNvPr>
          <p:cNvSpPr>
            <a:spLocks noGrp="1"/>
          </p:cNvSpPr>
          <p:nvPr/>
        </p:nvSpPr>
        <p:spPr>
          <a:xfrm rot="0">
            <a:off x="3614958" y="6663881"/>
            <a:ext cx="428625" cy="190500"/>
          </a:xfrm>
          <a:prstGeom prst="rect">
            <a:avLst/>
          </a:prstGeom>
          <a:noFill/>
          <a:ln w="0">
            <a:noFill/>
            <a:prstDash val="solid"/>
          </a:ln>
        </p:spPr>
        <p:txBody>
          <a:bodyPr wrap="none" lIns="0" tIns="0" rIns="0" bIns="0" anchor="t">
            <a:noAutofit/>
          </a:bodyPr>
          <a:lstStyle>
            <a:defPPr algn="l">
              <a:defRPr sz="900" b="0">
                <a:solidFill>
                  <a:srgbClr val="65727C"/>
                </a:solidFill>
                <a:latin typeface="Arial"/>
                <a:ea typeface="Arial"/>
                <a:cs typeface="Arial"/>
              </a:defRPr>
            </a:defPPr>
            <a:lvl1pPr algn="l">
              <a:defRPr sz="900" b="0">
                <a:solidFill>
                  <a:srgbClr val="65727C"/>
                </a:solidFill>
                <a:latin typeface="Arial"/>
                <a:ea typeface="Arial"/>
                <a:cs typeface="Arial"/>
              </a:defRPr>
            </a:lvl1pPr>
            <a:lvl2pPr algn="l">
              <a:defRPr sz="900" b="0">
                <a:solidFill>
                  <a:srgbClr val="65727C"/>
                </a:solidFill>
                <a:latin typeface="Arial"/>
                <a:ea typeface="Arial"/>
                <a:cs typeface="Arial"/>
              </a:defRPr>
            </a:lvl2pPr>
            <a:lvl3pPr algn="l">
              <a:defRPr sz="900" b="0">
                <a:solidFill>
                  <a:srgbClr val="65727C"/>
                </a:solidFill>
                <a:latin typeface="Arial"/>
                <a:ea typeface="Arial"/>
                <a:cs typeface="Arial"/>
              </a:defRPr>
            </a:lvl3pPr>
            <a:lvl4pPr algn="l">
              <a:defRPr sz="900" b="0">
                <a:solidFill>
                  <a:srgbClr val="65727C"/>
                </a:solidFill>
                <a:latin typeface="Arial"/>
                <a:ea typeface="Arial"/>
                <a:cs typeface="Arial"/>
              </a:defRPr>
            </a:lvl4pPr>
            <a:lvl5pPr algn="l">
              <a:defRPr sz="900" b="0">
                <a:solidFill>
                  <a:srgbClr val="65727C"/>
                </a:solidFill>
                <a:latin typeface="Arial"/>
                <a:ea typeface="Arial"/>
                <a:cs typeface="Arial"/>
              </a:defRPr>
            </a:lvl5pPr>
            <a:lvl6pPr algn="l">
              <a:defRPr sz="900" b="0">
                <a:solidFill>
                  <a:srgbClr val="65727C"/>
                </a:solidFill>
                <a:latin typeface="Arial"/>
                <a:ea typeface="Arial"/>
                <a:cs typeface="Arial"/>
              </a:defRPr>
            </a:lvl6pPr>
            <a:lvl7pPr algn="l">
              <a:defRPr sz="900" b="0">
                <a:solidFill>
                  <a:srgbClr val="65727C"/>
                </a:solidFill>
                <a:latin typeface="Arial"/>
                <a:ea typeface="Arial"/>
                <a:cs typeface="Arial"/>
              </a:defRPr>
            </a:lvl7pPr>
            <a:lvl8pPr algn="l">
              <a:defRPr sz="900" b="0">
                <a:solidFill>
                  <a:srgbClr val="65727C"/>
                </a:solidFill>
                <a:latin typeface="Arial"/>
                <a:ea typeface="Arial"/>
                <a:cs typeface="Arial"/>
              </a:defRPr>
            </a:lvl8pPr>
            <a:lvl9pPr algn="l">
              <a:defRPr sz="900" b="0">
                <a:solidFill>
                  <a:srgbClr val="65727C"/>
                </a:solidFill>
                <a:latin typeface="Arial"/>
                <a:ea typeface="Arial"/>
                <a:cs typeface="Arial"/>
              </a:defRPr>
            </a:lvl9pPr>
          </a:lstStyle>
          <a:p>
            <a:pPr algn="l">
              <a:defRPr sz="900" b="0">
                <a:solidFill>
                  <a:srgbClr val="65727C"/>
                </a:solidFill>
                <a:latin typeface="Arial"/>
                <a:ea typeface="Arial"/>
                <a:cs typeface="Arial"/>
              </a:defRPr>
            </a:pPr>
            <a:r>
              <a:rPr sz="900" b="0">
                <a:solidFill>
                  <a:srgbClr val="65727C"/>
                </a:solidFill>
                <a:latin typeface="Arial"/>
                <a:ea typeface="Arial"/>
                <a:cs typeface="Arial"/>
              </a:rPr>
              <a:t>QLD</a:t>
            </a:r>
          </a:p>
        </p:txBody>
      </p:sp>
      <p:sp>
        <p:nvSpPr>
          <p:cNvPr id="127" name="text_126">
            <a:extLst>
              <a:ext uri="{FF2B5EF4-FFF2-40B4-BE49-F238E27FC236}">
                <ns2:creationId id="{DD767DB6-8599-49E9-B3A3-53A6C6547C5F}"/>
              </a:ext>
            </a:extLst>
          </p:cNvPr>
          <p:cNvSpPr>
            <a:spLocks noGrp="1"/>
          </p:cNvSpPr>
          <p:nvPr/>
        </p:nvSpPr>
        <p:spPr>
          <a:xfrm rot="0">
            <a:off x="3614958" y="7520472"/>
            <a:ext cx="428625" cy="190500"/>
          </a:xfrm>
          <a:prstGeom prst="rect">
            <a:avLst/>
          </a:prstGeom>
          <a:noFill/>
          <a:ln w="0">
            <a:noFill/>
            <a:prstDash val="solid"/>
          </a:ln>
        </p:spPr>
        <p:txBody>
          <a:bodyPr wrap="none" lIns="0" tIns="0" rIns="0" bIns="0" anchor="t">
            <a:noAutofit/>
          </a:bodyPr>
          <a:lstStyle>
            <a:defPPr algn="l">
              <a:defRPr sz="900" b="0">
                <a:solidFill>
                  <a:srgbClr val="65727C"/>
                </a:solidFill>
                <a:latin typeface="Arial"/>
                <a:ea typeface="Arial"/>
                <a:cs typeface="Arial"/>
              </a:defRPr>
            </a:defPPr>
            <a:lvl1pPr algn="l">
              <a:defRPr sz="900" b="0">
                <a:solidFill>
                  <a:srgbClr val="65727C"/>
                </a:solidFill>
                <a:latin typeface="Arial"/>
                <a:ea typeface="Arial"/>
                <a:cs typeface="Arial"/>
              </a:defRPr>
            </a:lvl1pPr>
            <a:lvl2pPr algn="l">
              <a:defRPr sz="900" b="0">
                <a:solidFill>
                  <a:srgbClr val="65727C"/>
                </a:solidFill>
                <a:latin typeface="Arial"/>
                <a:ea typeface="Arial"/>
                <a:cs typeface="Arial"/>
              </a:defRPr>
            </a:lvl2pPr>
            <a:lvl3pPr algn="l">
              <a:defRPr sz="900" b="0">
                <a:solidFill>
                  <a:srgbClr val="65727C"/>
                </a:solidFill>
                <a:latin typeface="Arial"/>
                <a:ea typeface="Arial"/>
                <a:cs typeface="Arial"/>
              </a:defRPr>
            </a:lvl3pPr>
            <a:lvl4pPr algn="l">
              <a:defRPr sz="900" b="0">
                <a:solidFill>
                  <a:srgbClr val="65727C"/>
                </a:solidFill>
                <a:latin typeface="Arial"/>
                <a:ea typeface="Arial"/>
                <a:cs typeface="Arial"/>
              </a:defRPr>
            </a:lvl4pPr>
            <a:lvl5pPr algn="l">
              <a:defRPr sz="900" b="0">
                <a:solidFill>
                  <a:srgbClr val="65727C"/>
                </a:solidFill>
                <a:latin typeface="Arial"/>
                <a:ea typeface="Arial"/>
                <a:cs typeface="Arial"/>
              </a:defRPr>
            </a:lvl5pPr>
            <a:lvl6pPr algn="l">
              <a:defRPr sz="900" b="0">
                <a:solidFill>
                  <a:srgbClr val="65727C"/>
                </a:solidFill>
                <a:latin typeface="Arial"/>
                <a:ea typeface="Arial"/>
                <a:cs typeface="Arial"/>
              </a:defRPr>
            </a:lvl6pPr>
            <a:lvl7pPr algn="l">
              <a:defRPr sz="900" b="0">
                <a:solidFill>
                  <a:srgbClr val="65727C"/>
                </a:solidFill>
                <a:latin typeface="Arial"/>
                <a:ea typeface="Arial"/>
                <a:cs typeface="Arial"/>
              </a:defRPr>
            </a:lvl7pPr>
            <a:lvl8pPr algn="l">
              <a:defRPr sz="900" b="0">
                <a:solidFill>
                  <a:srgbClr val="65727C"/>
                </a:solidFill>
                <a:latin typeface="Arial"/>
                <a:ea typeface="Arial"/>
                <a:cs typeface="Arial"/>
              </a:defRPr>
            </a:lvl8pPr>
            <a:lvl9pPr algn="l">
              <a:defRPr sz="900" b="0">
                <a:solidFill>
                  <a:srgbClr val="65727C"/>
                </a:solidFill>
                <a:latin typeface="Arial"/>
                <a:ea typeface="Arial"/>
                <a:cs typeface="Arial"/>
              </a:defRPr>
            </a:lvl9pPr>
          </a:lstStyle>
          <a:p>
            <a:pPr algn="l">
              <a:defRPr sz="900" b="0">
                <a:solidFill>
                  <a:srgbClr val="65727C"/>
                </a:solidFill>
                <a:latin typeface="Arial"/>
                <a:ea typeface="Arial"/>
                <a:cs typeface="Arial"/>
              </a:defRPr>
            </a:pPr>
            <a:r>
              <a:rPr sz="900" b="0">
                <a:solidFill>
                  <a:srgbClr val="65727C"/>
                </a:solidFill>
                <a:latin typeface="Arial"/>
                <a:ea typeface="Arial"/>
                <a:cs typeface="Arial"/>
              </a:rPr>
              <a:t>NSW</a:t>
            </a:r>
          </a:p>
        </p:txBody>
      </p:sp>
      <p:sp>
        <p:nvSpPr>
          <p:cNvPr id="128" name="text_127">
            <a:extLst>
              <a:ext uri="{FF2B5EF4-FFF2-40B4-BE49-F238E27FC236}">
                <ns2:creationId id="{C591B963-96AD-4499-B113-FA2529E2CE11}"/>
              </a:ext>
            </a:extLst>
          </p:cNvPr>
          <p:cNvSpPr>
            <a:spLocks noGrp="1"/>
          </p:cNvSpPr>
          <p:nvPr/>
        </p:nvSpPr>
        <p:spPr>
          <a:xfrm rot="0">
            <a:off x="3478670" y="8252144"/>
            <a:ext cx="428625" cy="190500"/>
          </a:xfrm>
          <a:prstGeom prst="rect">
            <a:avLst/>
          </a:prstGeom>
          <a:noFill/>
          <a:ln w="0">
            <a:noFill/>
            <a:prstDash val="solid"/>
          </a:ln>
        </p:spPr>
        <p:txBody>
          <a:bodyPr wrap="none" lIns="0" tIns="0" rIns="0" bIns="0" anchor="t">
            <a:noAutofit/>
          </a:bodyPr>
          <a:lstStyle>
            <a:defPPr algn="l">
              <a:defRPr sz="900" b="0">
                <a:solidFill>
                  <a:srgbClr val="65727C"/>
                </a:solidFill>
                <a:latin typeface="Arial"/>
                <a:ea typeface="Arial"/>
                <a:cs typeface="Arial"/>
              </a:defRPr>
            </a:defPPr>
            <a:lvl1pPr algn="l">
              <a:defRPr sz="900" b="0">
                <a:solidFill>
                  <a:srgbClr val="65727C"/>
                </a:solidFill>
                <a:latin typeface="Arial"/>
                <a:ea typeface="Arial"/>
                <a:cs typeface="Arial"/>
              </a:defRPr>
            </a:lvl1pPr>
            <a:lvl2pPr algn="l">
              <a:defRPr sz="900" b="0">
                <a:solidFill>
                  <a:srgbClr val="65727C"/>
                </a:solidFill>
                <a:latin typeface="Arial"/>
                <a:ea typeface="Arial"/>
                <a:cs typeface="Arial"/>
              </a:defRPr>
            </a:lvl2pPr>
            <a:lvl3pPr algn="l">
              <a:defRPr sz="900" b="0">
                <a:solidFill>
                  <a:srgbClr val="65727C"/>
                </a:solidFill>
                <a:latin typeface="Arial"/>
                <a:ea typeface="Arial"/>
                <a:cs typeface="Arial"/>
              </a:defRPr>
            </a:lvl3pPr>
            <a:lvl4pPr algn="l">
              <a:defRPr sz="900" b="0">
                <a:solidFill>
                  <a:srgbClr val="65727C"/>
                </a:solidFill>
                <a:latin typeface="Arial"/>
                <a:ea typeface="Arial"/>
                <a:cs typeface="Arial"/>
              </a:defRPr>
            </a:lvl4pPr>
            <a:lvl5pPr algn="l">
              <a:defRPr sz="900" b="0">
                <a:solidFill>
                  <a:srgbClr val="65727C"/>
                </a:solidFill>
                <a:latin typeface="Arial"/>
                <a:ea typeface="Arial"/>
                <a:cs typeface="Arial"/>
              </a:defRPr>
            </a:lvl5pPr>
            <a:lvl6pPr algn="l">
              <a:defRPr sz="900" b="0">
                <a:solidFill>
                  <a:srgbClr val="65727C"/>
                </a:solidFill>
                <a:latin typeface="Arial"/>
                <a:ea typeface="Arial"/>
                <a:cs typeface="Arial"/>
              </a:defRPr>
            </a:lvl6pPr>
            <a:lvl7pPr algn="l">
              <a:defRPr sz="900" b="0">
                <a:solidFill>
                  <a:srgbClr val="65727C"/>
                </a:solidFill>
                <a:latin typeface="Arial"/>
                <a:ea typeface="Arial"/>
                <a:cs typeface="Arial"/>
              </a:defRPr>
            </a:lvl7pPr>
            <a:lvl8pPr algn="l">
              <a:defRPr sz="900" b="0">
                <a:solidFill>
                  <a:srgbClr val="65727C"/>
                </a:solidFill>
                <a:latin typeface="Arial"/>
                <a:ea typeface="Arial"/>
                <a:cs typeface="Arial"/>
              </a:defRPr>
            </a:lvl8pPr>
            <a:lvl9pPr algn="l">
              <a:defRPr sz="900" b="0">
                <a:solidFill>
                  <a:srgbClr val="65727C"/>
                </a:solidFill>
                <a:latin typeface="Arial"/>
                <a:ea typeface="Arial"/>
                <a:cs typeface="Arial"/>
              </a:defRPr>
            </a:lvl9pPr>
          </a:lstStyle>
          <a:p>
            <a:pPr algn="l">
              <a:defRPr sz="900" b="0">
                <a:solidFill>
                  <a:srgbClr val="65727C"/>
                </a:solidFill>
                <a:latin typeface="Arial"/>
                <a:ea typeface="Arial"/>
                <a:cs typeface="Arial"/>
              </a:defRPr>
            </a:pPr>
            <a:r>
              <a:rPr sz="900" b="0">
                <a:solidFill>
                  <a:srgbClr val="65727C"/>
                </a:solidFill>
                <a:latin typeface="Arial"/>
                <a:ea typeface="Arial"/>
                <a:cs typeface="Arial"/>
              </a:rPr>
              <a:t>VIC</a:t>
            </a:r>
          </a:p>
        </p:txBody>
      </p:sp>
      <p:sp>
        <p:nvSpPr>
          <p:cNvPr id="129" name="line_128">
            <a:extLst>
              <a:ext uri="{FF2B5EF4-FFF2-40B4-BE49-F238E27FC236}">
                <ns2:creationId id="{F1B74BA2-8A94-4589-949D-66AAA4B03498}"/>
              </a:ext>
            </a:extLst>
          </p:cNvPr>
          <p:cNvSpPr>
            <a:spLocks noGrp="1"/>
          </p:cNvSpPr>
          <p:nvPr/>
        </p:nvSpPr>
        <p:spPr>
          <a:xfrm>
            <a:off x="4925481" y="8429625"/>
            <a:ext cx="322794" cy="95"/>
          </a:xfrm>
          <a:custGeom>
            <a:pathLst>
              <a:path w="322794" h="95">
                <a:moveTo>
                  <a:pt x="0" y="0"/>
                </a:moveTo>
                <a:lnTo>
                  <a:pt x="322794" y="0"/>
                </a:lnTo>
              </a:path>
            </a:pathLst>
          </a:custGeom>
          <a:noFill/>
          <a:ln w="15240">
            <a:solidFill>
              <a:srgbClr val="000000"/>
            </a:solidFill>
            <a:prstDash val="solid"/>
          </a:ln>
        </p:spPr>
      </p:sp>
      <p:sp>
        <p:nvSpPr>
          <p:cNvPr id="130" name="line_129">
            <a:extLst>
              <a:ext uri="{FF2B5EF4-FFF2-40B4-BE49-F238E27FC236}">
                <ns2:creationId id="{93C01116-D179-4757-8FF6-F108B375BA7A}"/>
              </a:ext>
            </a:extLst>
          </p:cNvPr>
          <p:cNvSpPr>
            <a:spLocks noGrp="1"/>
          </p:cNvSpPr>
          <p:nvPr/>
        </p:nvSpPr>
        <p:spPr>
          <a:xfrm>
            <a:off x="4925481" y="8401050"/>
            <a:ext cx="95" cy="57150"/>
          </a:xfrm>
          <a:custGeom>
            <a:pathLst>
              <a:path w="95" h="57150">
                <a:moveTo>
                  <a:pt x="0" y="0"/>
                </a:moveTo>
                <a:lnTo>
                  <a:pt x="0" y="57150"/>
                </a:lnTo>
              </a:path>
            </a:pathLst>
          </a:custGeom>
          <a:noFill/>
          <a:ln w="12383">
            <a:solidFill>
              <a:srgbClr val="000000"/>
            </a:solidFill>
            <a:prstDash val="solid"/>
          </a:ln>
        </p:spPr>
      </p:sp>
      <p:sp>
        <p:nvSpPr>
          <p:cNvPr id="131" name="line_130">
            <a:extLst>
              <a:ext uri="{FF2B5EF4-FFF2-40B4-BE49-F238E27FC236}">
                <ns2:creationId id="{E9AD0C92-B4F0-42A7-92AC-D464826A7E4B}"/>
              </a:ext>
            </a:extLst>
          </p:cNvPr>
          <p:cNvSpPr>
            <a:spLocks noGrp="1"/>
          </p:cNvSpPr>
          <p:nvPr/>
        </p:nvSpPr>
        <p:spPr>
          <a:xfrm>
            <a:off x="5248275" y="8401050"/>
            <a:ext cx="95" cy="57150"/>
          </a:xfrm>
          <a:custGeom>
            <a:pathLst>
              <a:path w="95" h="57150">
                <a:moveTo>
                  <a:pt x="0" y="0"/>
                </a:moveTo>
                <a:lnTo>
                  <a:pt x="0" y="57150"/>
                </a:lnTo>
              </a:path>
            </a:pathLst>
          </a:custGeom>
          <a:noFill/>
          <a:ln w="12383">
            <a:solidFill>
              <a:srgbClr val="000000"/>
            </a:solidFill>
            <a:prstDash val="solid"/>
          </a:ln>
        </p:spPr>
      </p:sp>
      <p:sp>
        <p:nvSpPr>
          <p:cNvPr id="132" name="text_131">
            <a:extLst>
              <a:ext uri="{FF2B5EF4-FFF2-40B4-BE49-F238E27FC236}">
                <ns2:creationId id="{AB438660-CBF5-4F95-AD52-E8197B02CA72}"/>
              </a:ext>
            </a:extLst>
          </p:cNvPr>
          <p:cNvSpPr>
            <a:spLocks noGrp="1"/>
          </p:cNvSpPr>
          <p:nvPr/>
        </p:nvSpPr>
        <p:spPr>
          <a:xfrm rot="0">
            <a:off x="4858806" y="8229600"/>
            <a:ext cx="456144" cy="200025"/>
          </a:xfrm>
          <a:prstGeom prst="rect">
            <a:avLst/>
          </a:prstGeom>
          <a:noFill/>
          <a:ln w="0">
            <a:noFill/>
            <a:prstDash val="solid"/>
          </a:ln>
        </p:spPr>
        <p:txBody>
          <a:bodyPr wrap="none" lIns="0" tIns="0" rIns="0" bIns="0" anchor="t">
            <a:noAutofit/>
          </a:bodyPr>
          <a:lstStyle>
            <a:defPPr algn="ctr">
              <a:defRPr sz="900" b="0">
                <a:solidFill>
                  <a:srgbClr val="000000"/>
                </a:solidFill>
                <a:latin typeface="Arial"/>
                <a:ea typeface="Arial"/>
                <a:cs typeface="Arial"/>
              </a:defRPr>
            </a:defPPr>
            <a:lvl1pPr algn="ctr">
              <a:defRPr sz="900" b="0">
                <a:solidFill>
                  <a:srgbClr val="000000"/>
                </a:solidFill>
                <a:latin typeface="Arial"/>
                <a:ea typeface="Arial"/>
                <a:cs typeface="Arial"/>
              </a:defRPr>
            </a:lvl1pPr>
            <a:lvl2pPr algn="ctr">
              <a:defRPr sz="900" b="0">
                <a:solidFill>
                  <a:srgbClr val="000000"/>
                </a:solidFill>
                <a:latin typeface="Arial"/>
                <a:ea typeface="Arial"/>
                <a:cs typeface="Arial"/>
              </a:defRPr>
            </a:lvl2pPr>
            <a:lvl3pPr algn="ctr">
              <a:defRPr sz="900" b="0">
                <a:solidFill>
                  <a:srgbClr val="000000"/>
                </a:solidFill>
                <a:latin typeface="Arial"/>
                <a:ea typeface="Arial"/>
                <a:cs typeface="Arial"/>
              </a:defRPr>
            </a:lvl3pPr>
            <a:lvl4pPr algn="ctr">
              <a:defRPr sz="900" b="0">
                <a:solidFill>
                  <a:srgbClr val="000000"/>
                </a:solidFill>
                <a:latin typeface="Arial"/>
                <a:ea typeface="Arial"/>
                <a:cs typeface="Arial"/>
              </a:defRPr>
            </a:lvl4pPr>
            <a:lvl5pPr algn="ctr">
              <a:defRPr sz="900" b="0">
                <a:solidFill>
                  <a:srgbClr val="000000"/>
                </a:solidFill>
                <a:latin typeface="Arial"/>
                <a:ea typeface="Arial"/>
                <a:cs typeface="Arial"/>
              </a:defRPr>
            </a:lvl5pPr>
            <a:lvl6pPr algn="ctr">
              <a:defRPr sz="900" b="0">
                <a:solidFill>
                  <a:srgbClr val="000000"/>
                </a:solidFill>
                <a:latin typeface="Arial"/>
                <a:ea typeface="Arial"/>
                <a:cs typeface="Arial"/>
              </a:defRPr>
            </a:lvl6pPr>
            <a:lvl7pPr algn="ctr">
              <a:defRPr sz="900" b="0">
                <a:solidFill>
                  <a:srgbClr val="000000"/>
                </a:solidFill>
                <a:latin typeface="Arial"/>
                <a:ea typeface="Arial"/>
                <a:cs typeface="Arial"/>
              </a:defRPr>
            </a:lvl7pPr>
            <a:lvl8pPr algn="ctr">
              <a:defRPr sz="900" b="0">
                <a:solidFill>
                  <a:srgbClr val="000000"/>
                </a:solidFill>
                <a:latin typeface="Arial"/>
                <a:ea typeface="Arial"/>
                <a:cs typeface="Arial"/>
              </a:defRPr>
            </a:lvl8pPr>
            <a:lvl9pPr algn="ctr">
              <a:defRPr sz="900" b="0">
                <a:solidFill>
                  <a:srgbClr val="000000"/>
                </a:solidFill>
                <a:latin typeface="Arial"/>
                <a:ea typeface="Arial"/>
                <a:cs typeface="Arial"/>
              </a:defRPr>
            </a:lvl9pPr>
          </a:lstStyle>
          <a:p>
            <a:pPr algn="ctr">
              <a:defRPr sz="900" b="0">
                <a:solidFill>
                  <a:srgbClr val="000000"/>
                </a:solidFill>
                <a:latin typeface="Arial"/>
                <a:ea typeface="Arial"/>
                <a:cs typeface="Arial"/>
              </a:defRPr>
            </a:pPr>
            <a:r>
              <a:rPr sz="900" b="0">
                <a:solidFill>
                  <a:srgbClr val="000000"/>
                </a:solidFill>
                <a:latin typeface="Arial"/>
                <a:ea typeface="Arial"/>
                <a:cs typeface="Arial"/>
              </a:rPr>
              <a:t>200 km</a:t>
            </a:r>
          </a:p>
        </p:txBody>
      </p:sp>
      <p:sp>
        <p:nvSpPr>
          <p:cNvPr id="133" name="ellipse_132">
            <a:extLst>
              <a:ext uri="{FF2B5EF4-FFF2-40B4-BE49-F238E27FC236}">
                <ns2:creationId id="{88838E96-7D35-4736-BFAC-AEF09809A92F}"/>
              </a:ext>
            </a:extLst>
          </p:cNvPr>
          <p:cNvSpPr>
            <a:spLocks noGrp="1"/>
          </p:cNvSpPr>
          <p:nvPr/>
        </p:nvSpPr>
        <p:spPr>
          <a:xfrm rot="0">
            <a:off x="5060811" y="6895564"/>
            <a:ext cx="112395" cy="112395"/>
          </a:xfrm>
          <a:prstGeom prst="ellipse">
            <a:avLst/>
          </a:prstGeom>
          <a:solidFill>
            <a:srgbClr val="FFFFFF"/>
          </a:solidFill>
          <a:ln w="17145">
            <a:solidFill>
              <a:srgbClr val="FFFFFF"/>
            </a:solidFill>
            <a:prstDash val="solid"/>
          </a:ln>
        </p:spPr>
      </p:sp>
      <p:sp>
        <p:nvSpPr>
          <p:cNvPr id="134" name="A_f18_True">
            <a:extLst>
              <a:ext uri="{FF2B5EF4-FFF2-40B4-BE49-F238E27FC236}">
                <ns2:creationId id="{6ACEE4AF-6533-4518-87CF-5198A3380D33}"/>
              </a:ext>
            </a:extLst>
          </p:cNvPr>
          <p:cNvSpPr>
            <a:spLocks noGrp="1"/>
          </p:cNvSpPr>
          <p:nvPr/>
        </p:nvSpPr>
        <p:spPr>
          <a:xfrm rot="0">
            <a:off x="5077956" y="6912709"/>
            <a:ext cx="78105" cy="78105"/>
          </a:xfrm>
          <a:prstGeom prst="ellipse">
            <a:avLst/>
          </a:prstGeom>
          <a:solidFill>
            <a:srgbClr val="FFFFFF"/>
          </a:solidFill>
          <a:ln w="17145">
            <a:solidFill>
              <a:srgbClr val="0072B2"/>
            </a:solidFill>
            <a:prstDash val="solid"/>
          </a:ln>
        </p:spPr>
      </p:sp>
      <p:sp>
        <p:nvSpPr>
          <p:cNvPr id="135" name="text_134">
            <a:extLst>
              <a:ext uri="{FF2B5EF4-FFF2-40B4-BE49-F238E27FC236}">
                <ns2:creationId id="{A66FD0AE-4854-4424-AC98-8A048C2AF490}"/>
              </a:ext>
            </a:extLst>
          </p:cNvPr>
          <p:cNvSpPr>
            <a:spLocks noGrp="1"/>
          </p:cNvSpPr>
          <p:nvPr/>
        </p:nvSpPr>
        <p:spPr>
          <a:xfrm rot="0">
            <a:off x="4859834" y="6723162"/>
            <a:ext cx="266700" cy="247650"/>
          </a:xfrm>
          <a:prstGeom prst="rect">
            <a:avLst/>
          </a:prstGeom>
          <a:noFill/>
          <a:ln w="0">
            <a:noFill/>
            <a:prstDash val="solid"/>
          </a:ln>
        </p:spPr>
        <p:txBody>
          <a:bodyPr wrap="none" lIns="0" tIns="0" rIns="0" bIns="0" anchor="t">
            <a:noAutofit/>
          </a:bodyPr>
          <a:lstStyle>
            <a:defPPr algn="l">
              <a:defRPr sz="1500" b="1">
                <a:solidFill>
                  <a:srgbClr val="0072B2"/>
                </a:solidFill>
                <a:latin typeface="Arial"/>
                <a:ea typeface="Arial"/>
                <a:cs typeface="Arial"/>
              </a:defRPr>
            </a:defPPr>
            <a:lvl1pPr algn="l">
              <a:defRPr sz="1500" b="1">
                <a:solidFill>
                  <a:srgbClr val="0072B2"/>
                </a:solidFill>
                <a:latin typeface="Arial"/>
                <a:ea typeface="Arial"/>
                <a:cs typeface="Arial"/>
              </a:defRPr>
            </a:lvl1pPr>
            <a:lvl2pPr algn="l">
              <a:defRPr sz="1500" b="1">
                <a:solidFill>
                  <a:srgbClr val="0072B2"/>
                </a:solidFill>
                <a:latin typeface="Arial"/>
                <a:ea typeface="Arial"/>
                <a:cs typeface="Arial"/>
              </a:defRPr>
            </a:lvl2pPr>
            <a:lvl3pPr algn="l">
              <a:defRPr sz="1500" b="1">
                <a:solidFill>
                  <a:srgbClr val="0072B2"/>
                </a:solidFill>
                <a:latin typeface="Arial"/>
                <a:ea typeface="Arial"/>
                <a:cs typeface="Arial"/>
              </a:defRPr>
            </a:lvl3pPr>
            <a:lvl4pPr algn="l">
              <a:defRPr sz="1500" b="1">
                <a:solidFill>
                  <a:srgbClr val="0072B2"/>
                </a:solidFill>
                <a:latin typeface="Arial"/>
                <a:ea typeface="Arial"/>
                <a:cs typeface="Arial"/>
              </a:defRPr>
            </a:lvl4pPr>
            <a:lvl5pPr algn="l">
              <a:defRPr sz="1500" b="1">
                <a:solidFill>
                  <a:srgbClr val="0072B2"/>
                </a:solidFill>
                <a:latin typeface="Arial"/>
                <a:ea typeface="Arial"/>
                <a:cs typeface="Arial"/>
              </a:defRPr>
            </a:lvl5pPr>
            <a:lvl6pPr algn="l">
              <a:defRPr sz="1500" b="1">
                <a:solidFill>
                  <a:srgbClr val="0072B2"/>
                </a:solidFill>
                <a:latin typeface="Arial"/>
                <a:ea typeface="Arial"/>
                <a:cs typeface="Arial"/>
              </a:defRPr>
            </a:lvl6pPr>
            <a:lvl7pPr algn="l">
              <a:defRPr sz="1500" b="1">
                <a:solidFill>
                  <a:srgbClr val="0072B2"/>
                </a:solidFill>
                <a:latin typeface="Arial"/>
                <a:ea typeface="Arial"/>
                <a:cs typeface="Arial"/>
              </a:defRPr>
            </a:lvl7pPr>
            <a:lvl8pPr algn="l">
              <a:defRPr sz="1500" b="1">
                <a:solidFill>
                  <a:srgbClr val="0072B2"/>
                </a:solidFill>
                <a:latin typeface="Arial"/>
                <a:ea typeface="Arial"/>
                <a:cs typeface="Arial"/>
              </a:defRPr>
            </a:lvl8pPr>
            <a:lvl9pPr algn="l">
              <a:defRPr sz="1500" b="1">
                <a:solidFill>
                  <a:srgbClr val="0072B2"/>
                </a:solidFill>
                <a:latin typeface="Arial"/>
                <a:ea typeface="Arial"/>
                <a:cs typeface="Arial"/>
              </a:defRPr>
            </a:lvl9pPr>
          </a:lstStyle>
          <a:p>
            <a:pPr algn="l">
              <a:defRPr sz="1500" b="1">
                <a:solidFill>
                  <a:srgbClr val="0072B2"/>
                </a:solidFill>
                <a:latin typeface="Arial"/>
                <a:ea typeface="Arial"/>
                <a:cs typeface="Arial"/>
              </a:defRPr>
            </a:pPr>
            <a:r>
              <a:rPr sz="1500" b="1">
                <a:solidFill>
                  <a:srgbClr val="0072B2"/>
                </a:solidFill>
                <a:latin typeface="Arial"/>
                <a:ea typeface="Arial"/>
                <a:cs typeface="Arial"/>
              </a:rPr>
              <a:t>A</a:t>
            </a:r>
          </a:p>
        </p:txBody>
      </p:sp>
      <p:sp>
        <p:nvSpPr>
          <p:cNvPr id="136" name="ellipse_135">
            <a:extLst>
              <a:ext uri="{FF2B5EF4-FFF2-40B4-BE49-F238E27FC236}">
                <ns2:creationId id="{03109C50-306A-4CAE-8456-FAB6BB02E563}"/>
              </a:ext>
            </a:extLst>
          </p:cNvPr>
          <p:cNvSpPr>
            <a:spLocks noGrp="1"/>
          </p:cNvSpPr>
          <p:nvPr/>
        </p:nvSpPr>
        <p:spPr>
          <a:xfrm rot="0">
            <a:off x="4373225" y="8303478"/>
            <a:ext cx="112395" cy="112395"/>
          </a:xfrm>
          <a:prstGeom prst="ellipse">
            <a:avLst/>
          </a:prstGeom>
          <a:solidFill>
            <a:srgbClr val="FFFFFF"/>
          </a:solidFill>
          <a:ln w="17145">
            <a:solidFill>
              <a:srgbClr val="FFFFFF"/>
            </a:solidFill>
            <a:prstDash val="solid"/>
          </a:ln>
        </p:spPr>
      </p:sp>
      <p:sp>
        <p:nvSpPr>
          <p:cNvPr id="137" name="B_f18_True">
            <a:extLst>
              <a:ext uri="{FF2B5EF4-FFF2-40B4-BE49-F238E27FC236}">
                <ns2:creationId id="{2CD5CC33-F7D8-44C6-BB70-2D8310D4880A}"/>
              </a:ext>
            </a:extLst>
          </p:cNvPr>
          <p:cNvSpPr>
            <a:spLocks noGrp="1"/>
          </p:cNvSpPr>
          <p:nvPr/>
        </p:nvSpPr>
        <p:spPr>
          <a:xfrm rot="0">
            <a:off x="4390370" y="8320623"/>
            <a:ext cx="78105" cy="78105"/>
          </a:xfrm>
          <a:prstGeom prst="ellipse">
            <a:avLst/>
          </a:prstGeom>
          <a:solidFill>
            <a:srgbClr val="FFFFFF"/>
          </a:solidFill>
          <a:ln w="17145">
            <a:solidFill>
              <a:srgbClr val="D55E00"/>
            </a:solidFill>
            <a:prstDash val="solid"/>
          </a:ln>
        </p:spPr>
      </p:sp>
      <p:sp>
        <p:nvSpPr>
          <p:cNvPr id="138" name="text_137">
            <a:extLst>
              <a:ext uri="{FF2B5EF4-FFF2-40B4-BE49-F238E27FC236}">
                <ns2:creationId id="{0E1DD1A7-97D1-459C-9725-F423311C4572}"/>
              </a:ext>
            </a:extLst>
          </p:cNvPr>
          <p:cNvSpPr>
            <a:spLocks noGrp="1"/>
          </p:cNvSpPr>
          <p:nvPr/>
        </p:nvSpPr>
        <p:spPr>
          <a:xfrm rot="0">
            <a:off x="4505623" y="8131076"/>
            <a:ext cx="266700" cy="247650"/>
          </a:xfrm>
          <a:prstGeom prst="rect">
            <a:avLst/>
          </a:prstGeom>
          <a:noFill/>
          <a:ln w="0">
            <a:noFill/>
            <a:prstDash val="solid"/>
          </a:ln>
        </p:spPr>
        <p:txBody>
          <a:bodyPr wrap="none" lIns="0" tIns="0" rIns="0" bIns="0" anchor="t">
            <a:noAutofit/>
          </a:bodyPr>
          <a:lstStyle>
            <a:defPPr algn="l">
              <a:defRPr sz="1500" b="1">
                <a:solidFill>
                  <a:srgbClr val="D55E00"/>
                </a:solidFill>
                <a:latin typeface="Arial"/>
                <a:ea typeface="Arial"/>
                <a:cs typeface="Arial"/>
              </a:defRPr>
            </a:defPPr>
            <a:lvl1pPr algn="l">
              <a:defRPr sz="1500" b="1">
                <a:solidFill>
                  <a:srgbClr val="D55E00"/>
                </a:solidFill>
                <a:latin typeface="Arial"/>
                <a:ea typeface="Arial"/>
                <a:cs typeface="Arial"/>
              </a:defRPr>
            </a:lvl1pPr>
            <a:lvl2pPr algn="l">
              <a:defRPr sz="1500" b="1">
                <a:solidFill>
                  <a:srgbClr val="D55E00"/>
                </a:solidFill>
                <a:latin typeface="Arial"/>
                <a:ea typeface="Arial"/>
                <a:cs typeface="Arial"/>
              </a:defRPr>
            </a:lvl2pPr>
            <a:lvl3pPr algn="l">
              <a:defRPr sz="1500" b="1">
                <a:solidFill>
                  <a:srgbClr val="D55E00"/>
                </a:solidFill>
                <a:latin typeface="Arial"/>
                <a:ea typeface="Arial"/>
                <a:cs typeface="Arial"/>
              </a:defRPr>
            </a:lvl3pPr>
            <a:lvl4pPr algn="l">
              <a:defRPr sz="1500" b="1">
                <a:solidFill>
                  <a:srgbClr val="D55E00"/>
                </a:solidFill>
                <a:latin typeface="Arial"/>
                <a:ea typeface="Arial"/>
                <a:cs typeface="Arial"/>
              </a:defRPr>
            </a:lvl4pPr>
            <a:lvl5pPr algn="l">
              <a:defRPr sz="1500" b="1">
                <a:solidFill>
                  <a:srgbClr val="D55E00"/>
                </a:solidFill>
                <a:latin typeface="Arial"/>
                <a:ea typeface="Arial"/>
                <a:cs typeface="Arial"/>
              </a:defRPr>
            </a:lvl5pPr>
            <a:lvl6pPr algn="l">
              <a:defRPr sz="1500" b="1">
                <a:solidFill>
                  <a:srgbClr val="D55E00"/>
                </a:solidFill>
                <a:latin typeface="Arial"/>
                <a:ea typeface="Arial"/>
                <a:cs typeface="Arial"/>
              </a:defRPr>
            </a:lvl6pPr>
            <a:lvl7pPr algn="l">
              <a:defRPr sz="1500" b="1">
                <a:solidFill>
                  <a:srgbClr val="D55E00"/>
                </a:solidFill>
                <a:latin typeface="Arial"/>
                <a:ea typeface="Arial"/>
                <a:cs typeface="Arial"/>
              </a:defRPr>
            </a:lvl7pPr>
            <a:lvl8pPr algn="l">
              <a:defRPr sz="1500" b="1">
                <a:solidFill>
                  <a:srgbClr val="D55E00"/>
                </a:solidFill>
                <a:latin typeface="Arial"/>
                <a:ea typeface="Arial"/>
                <a:cs typeface="Arial"/>
              </a:defRPr>
            </a:lvl8pPr>
            <a:lvl9pPr algn="l">
              <a:defRPr sz="1500" b="1">
                <a:solidFill>
                  <a:srgbClr val="D55E00"/>
                </a:solidFill>
                <a:latin typeface="Arial"/>
                <a:ea typeface="Arial"/>
                <a:cs typeface="Arial"/>
              </a:defRPr>
            </a:lvl9pPr>
          </a:lstStyle>
          <a:p>
            <a:pPr algn="l">
              <a:defRPr sz="1500" b="1">
                <a:solidFill>
                  <a:srgbClr val="D55E00"/>
                </a:solidFill>
                <a:latin typeface="Arial"/>
                <a:ea typeface="Arial"/>
                <a:cs typeface="Arial"/>
              </a:defRPr>
            </a:pPr>
            <a:r>
              <a:rPr sz="1500" b="1">
                <a:solidFill>
                  <a:srgbClr val="D55E00"/>
                </a:solidFill>
                <a:latin typeface="Arial"/>
                <a:ea typeface="Arial"/>
                <a:cs typeface="Arial"/>
              </a:rPr>
              <a:t>B</a:t>
            </a:r>
          </a:p>
        </p:txBody>
      </p:sp>
      <p:sp>
        <p:nvSpPr>
          <p:cNvPr id="139" name="ellipse_138">
            <a:extLst>
              <a:ext uri="{FF2B5EF4-FFF2-40B4-BE49-F238E27FC236}">
                <ns2:creationId id="{7E0BF7B8-FE92-4BDC-B39D-8404B4A47CF4}"/>
              </a:ext>
            </a:extLst>
          </p:cNvPr>
          <p:cNvSpPr>
            <a:spLocks noGrp="1"/>
          </p:cNvSpPr>
          <p:nvPr/>
        </p:nvSpPr>
        <p:spPr>
          <a:xfrm rot="0">
            <a:off x="3914835" y="6830080"/>
            <a:ext cx="112395" cy="112395"/>
          </a:xfrm>
          <a:prstGeom prst="ellipse">
            <a:avLst/>
          </a:prstGeom>
          <a:solidFill>
            <a:srgbClr val="FFFFFF"/>
          </a:solidFill>
          <a:ln w="17145">
            <a:solidFill>
              <a:srgbClr val="FFFFFF"/>
            </a:solidFill>
            <a:prstDash val="solid"/>
          </a:ln>
        </p:spPr>
      </p:sp>
      <p:sp>
        <p:nvSpPr>
          <p:cNvPr id="140" name="C_f18_True">
            <a:extLst>
              <a:ext uri="{FF2B5EF4-FFF2-40B4-BE49-F238E27FC236}">
                <ns2:creationId id="{E66680FA-C01A-4B0A-AB6D-94D50BECA8E3}"/>
              </a:ext>
            </a:extLst>
          </p:cNvPr>
          <p:cNvSpPr>
            <a:spLocks noGrp="1"/>
          </p:cNvSpPr>
          <p:nvPr/>
        </p:nvSpPr>
        <p:spPr>
          <a:xfrm rot="0">
            <a:off x="3931980" y="6847225"/>
            <a:ext cx="78105" cy="78105"/>
          </a:xfrm>
          <a:prstGeom prst="ellipse">
            <a:avLst/>
          </a:prstGeom>
          <a:solidFill>
            <a:srgbClr val="FFFFFF"/>
          </a:solidFill>
          <a:ln w="17145">
            <a:solidFill>
              <a:srgbClr val="009E73"/>
            </a:solidFill>
            <a:prstDash val="solid"/>
          </a:ln>
        </p:spPr>
      </p:sp>
      <p:sp>
        <p:nvSpPr>
          <p:cNvPr id="141" name="text_140">
            <a:extLst>
              <a:ext uri="{FF2B5EF4-FFF2-40B4-BE49-F238E27FC236}">
                <ns2:creationId id="{EEB25C82-7419-457A-BE1F-0AC76E2035A7}"/>
              </a:ext>
            </a:extLst>
          </p:cNvPr>
          <p:cNvSpPr>
            <a:spLocks noGrp="1"/>
          </p:cNvSpPr>
          <p:nvPr/>
        </p:nvSpPr>
        <p:spPr>
          <a:xfrm rot="0">
            <a:off x="4047232" y="6657677"/>
            <a:ext cx="266700" cy="247650"/>
          </a:xfrm>
          <a:prstGeom prst="rect">
            <a:avLst/>
          </a:prstGeom>
          <a:noFill/>
          <a:ln w="0">
            <a:noFill/>
            <a:prstDash val="solid"/>
          </a:ln>
        </p:spPr>
        <p:txBody>
          <a:bodyPr wrap="none" lIns="0" tIns="0" rIns="0" bIns="0" anchor="t">
            <a:noAutofit/>
          </a:bodyPr>
          <a:lstStyle>
            <a:defPPr algn="l">
              <a:defRPr sz="1500" b="1">
                <a:solidFill>
                  <a:srgbClr val="009E73"/>
                </a:solidFill>
                <a:latin typeface="Arial"/>
                <a:ea typeface="Arial"/>
                <a:cs typeface="Arial"/>
              </a:defRPr>
            </a:defPPr>
            <a:lvl1pPr algn="l">
              <a:defRPr sz="1500" b="1">
                <a:solidFill>
                  <a:srgbClr val="009E73"/>
                </a:solidFill>
                <a:latin typeface="Arial"/>
                <a:ea typeface="Arial"/>
                <a:cs typeface="Arial"/>
              </a:defRPr>
            </a:lvl1pPr>
            <a:lvl2pPr algn="l">
              <a:defRPr sz="1500" b="1">
                <a:solidFill>
                  <a:srgbClr val="009E73"/>
                </a:solidFill>
                <a:latin typeface="Arial"/>
                <a:ea typeface="Arial"/>
                <a:cs typeface="Arial"/>
              </a:defRPr>
            </a:lvl2pPr>
            <a:lvl3pPr algn="l">
              <a:defRPr sz="1500" b="1">
                <a:solidFill>
                  <a:srgbClr val="009E73"/>
                </a:solidFill>
                <a:latin typeface="Arial"/>
                <a:ea typeface="Arial"/>
                <a:cs typeface="Arial"/>
              </a:defRPr>
            </a:lvl3pPr>
            <a:lvl4pPr algn="l">
              <a:defRPr sz="1500" b="1">
                <a:solidFill>
                  <a:srgbClr val="009E73"/>
                </a:solidFill>
                <a:latin typeface="Arial"/>
                <a:ea typeface="Arial"/>
                <a:cs typeface="Arial"/>
              </a:defRPr>
            </a:lvl4pPr>
            <a:lvl5pPr algn="l">
              <a:defRPr sz="1500" b="1">
                <a:solidFill>
                  <a:srgbClr val="009E73"/>
                </a:solidFill>
                <a:latin typeface="Arial"/>
                <a:ea typeface="Arial"/>
                <a:cs typeface="Arial"/>
              </a:defRPr>
            </a:lvl5pPr>
            <a:lvl6pPr algn="l">
              <a:defRPr sz="1500" b="1">
                <a:solidFill>
                  <a:srgbClr val="009E73"/>
                </a:solidFill>
                <a:latin typeface="Arial"/>
                <a:ea typeface="Arial"/>
                <a:cs typeface="Arial"/>
              </a:defRPr>
            </a:lvl6pPr>
            <a:lvl7pPr algn="l">
              <a:defRPr sz="1500" b="1">
                <a:solidFill>
                  <a:srgbClr val="009E73"/>
                </a:solidFill>
                <a:latin typeface="Arial"/>
                <a:ea typeface="Arial"/>
                <a:cs typeface="Arial"/>
              </a:defRPr>
            </a:lvl7pPr>
            <a:lvl8pPr algn="l">
              <a:defRPr sz="1500" b="1">
                <a:solidFill>
                  <a:srgbClr val="009E73"/>
                </a:solidFill>
                <a:latin typeface="Arial"/>
                <a:ea typeface="Arial"/>
                <a:cs typeface="Arial"/>
              </a:defRPr>
            </a:lvl8pPr>
            <a:lvl9pPr algn="l">
              <a:defRPr sz="1500" b="1">
                <a:solidFill>
                  <a:srgbClr val="009E73"/>
                </a:solidFill>
                <a:latin typeface="Arial"/>
                <a:ea typeface="Arial"/>
                <a:cs typeface="Arial"/>
              </a:defRPr>
            </a:lvl9pPr>
          </a:lstStyle>
          <a:p>
            <a:pPr algn="l">
              <a:defRPr sz="1500" b="1">
                <a:solidFill>
                  <a:srgbClr val="009E73"/>
                </a:solidFill>
                <a:latin typeface="Arial"/>
                <a:ea typeface="Arial"/>
                <a:cs typeface="Arial"/>
              </a:defRPr>
            </a:pPr>
            <a:r>
              <a:rPr sz="1500" b="1">
                <a:solidFill>
                  <a:srgbClr val="009E73"/>
                </a:solidFill>
                <a:latin typeface="Arial"/>
                <a:ea typeface="Arial"/>
                <a:cs typeface="Arial"/>
              </a:rPr>
              <a:t>C</a:t>
            </a:r>
          </a:p>
        </p:txBody>
      </p:sp>
      <p:pic>
        <p:nvPicPr>
          <p:cNvPr id="142" name="">
            <a:extLst>
              <a:ext uri="{FF2B5EF4-FFF2-40B4-BE49-F238E27FC236}">
                <ns2:creationId id="{E0470E6C-2C1D-44EE-A0E8-936B55901516}"/>
              </a:ext>
            </a:extLst>
          </p:cNvPr>
          <p:cNvPicPr>
            <a:picLocks noChangeAspect="1"/>
          </p:cNvPicPr>
          <p:nvPr/>
        </p:nvPicPr>
        <p:blipFill>
          <a:blip r:embed="Rf7d9d49a9e9648f9"/>
          <a:stretch/>
        </p:blipFill>
        <p:spPr>
          <a:xfrm>
            <a:off x="5962650" y="6477000"/>
            <a:ext cx="2095500" cy="2095500"/>
          </a:xfrm>
          <a:prstGeom prst="rect">
            <a:avLst/>
          </a:prstGeom>
        </p:spPr>
      </p:pic>
      <p:sp>
        <p:nvSpPr>
          <p:cNvPr id="143" name="rect_142">
            <a:extLst>
              <a:ext uri="{FF2B5EF4-FFF2-40B4-BE49-F238E27FC236}">
                <ns2:creationId id="{408FD929-7EA5-4BF6-B640-E9E456DC4B8F}"/>
              </a:ext>
            </a:extLst>
          </p:cNvPr>
          <p:cNvSpPr>
            <a:spLocks noGrp="1"/>
          </p:cNvSpPr>
          <p:nvPr/>
        </p:nvSpPr>
        <p:spPr>
          <a:xfrm rot="0">
            <a:off x="5962650" y="6477000"/>
            <a:ext cx="2095500" cy="2095500"/>
          </a:xfrm>
          <a:prstGeom prst="rect">
            <a:avLst/>
          </a:prstGeom>
          <a:noFill/>
          <a:ln w="6668">
            <a:solidFill>
              <a:srgbClr val="65727C"/>
            </a:solidFill>
            <a:prstDash val="solid"/>
          </a:ln>
        </p:spPr>
      </p:sp>
      <p:sp>
        <p:nvSpPr>
          <p:cNvPr id="144" name="line_143">
            <a:extLst>
              <a:ext uri="{FF2B5EF4-FFF2-40B4-BE49-F238E27FC236}">
                <ns2:creationId id="{5AA2EA29-F3AE-42C8-A157-89E1F0A958AA}"/>
              </a:ext>
            </a:extLst>
          </p:cNvPr>
          <p:cNvSpPr>
            <a:spLocks noGrp="1"/>
          </p:cNvSpPr>
          <p:nvPr/>
        </p:nvSpPr>
        <p:spPr>
          <a:xfrm>
            <a:off x="6224549" y="8572500"/>
            <a:ext cx="95" cy="38100"/>
          </a:xfrm>
          <a:custGeom>
            <a:pathLst>
              <a:path w="95" h="38100">
                <a:moveTo>
                  <a:pt x="0" y="0"/>
                </a:moveTo>
                <a:lnTo>
                  <a:pt x="0" y="38100"/>
                </a:lnTo>
              </a:path>
            </a:pathLst>
          </a:custGeom>
          <a:noFill/>
          <a:ln w="7620">
            <a:solidFill>
              <a:srgbClr val="65727C"/>
            </a:solidFill>
            <a:prstDash val="solid"/>
          </a:ln>
        </p:spPr>
      </p:sp>
      <p:sp>
        <p:nvSpPr>
          <p:cNvPr id="145" name="text_144">
            <a:extLst>
              <a:ext uri="{FF2B5EF4-FFF2-40B4-BE49-F238E27FC236}">
                <ns2:creationId id="{87585F79-7F7B-4AC7-BFEE-39EE0C7FC927}"/>
              </a:ext>
            </a:extLst>
          </p:cNvPr>
          <p:cNvSpPr>
            <a:spLocks noGrp="1"/>
          </p:cNvSpPr>
          <p:nvPr/>
        </p:nvSpPr>
        <p:spPr>
          <a:xfrm rot="0">
            <a:off x="6014999" y="8629650"/>
            <a:ext cx="419100" cy="219075"/>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142 E</a:t>
            </a:r>
          </a:p>
        </p:txBody>
      </p:sp>
      <p:sp>
        <p:nvSpPr>
          <p:cNvPr id="146" name="line_145">
            <a:extLst>
              <a:ext uri="{FF2B5EF4-FFF2-40B4-BE49-F238E27FC236}">
                <ns2:creationId id="{F0A2E3C8-372C-4DE5-85C4-DDC7673C32D2}"/>
              </a:ext>
            </a:extLst>
          </p:cNvPr>
          <p:cNvSpPr>
            <a:spLocks noGrp="1"/>
          </p:cNvSpPr>
          <p:nvPr/>
        </p:nvSpPr>
        <p:spPr>
          <a:xfrm>
            <a:off x="7133138" y="8572500"/>
            <a:ext cx="95" cy="38100"/>
          </a:xfrm>
          <a:custGeom>
            <a:pathLst>
              <a:path w="95" h="38100">
                <a:moveTo>
                  <a:pt x="0" y="0"/>
                </a:moveTo>
                <a:lnTo>
                  <a:pt x="0" y="38100"/>
                </a:lnTo>
              </a:path>
            </a:pathLst>
          </a:custGeom>
          <a:noFill/>
          <a:ln w="7620">
            <a:solidFill>
              <a:srgbClr val="65727C"/>
            </a:solidFill>
            <a:prstDash val="solid"/>
          </a:ln>
        </p:spPr>
      </p:sp>
      <p:sp>
        <p:nvSpPr>
          <p:cNvPr id="147" name="text_146">
            <a:extLst>
              <a:ext uri="{FF2B5EF4-FFF2-40B4-BE49-F238E27FC236}">
                <ns2:creationId id="{08FC488F-D3F5-42C6-9EA1-4FED038692E8}"/>
              </a:ext>
            </a:extLst>
          </p:cNvPr>
          <p:cNvSpPr>
            <a:spLocks noGrp="1"/>
          </p:cNvSpPr>
          <p:nvPr/>
        </p:nvSpPr>
        <p:spPr>
          <a:xfrm rot="0">
            <a:off x="6923588" y="8629650"/>
            <a:ext cx="419100" cy="219075"/>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148 E</a:t>
            </a:r>
          </a:p>
        </p:txBody>
      </p:sp>
      <p:sp>
        <p:nvSpPr>
          <p:cNvPr id="148" name="line_147">
            <a:extLst>
              <a:ext uri="{FF2B5EF4-FFF2-40B4-BE49-F238E27FC236}">
                <ns2:creationId id="{0AF71C88-6BFC-45C3-AA7D-95592D91ADB3}"/>
              </a:ext>
            </a:extLst>
          </p:cNvPr>
          <p:cNvSpPr>
            <a:spLocks noGrp="1"/>
          </p:cNvSpPr>
          <p:nvPr/>
        </p:nvSpPr>
        <p:spPr>
          <a:xfrm>
            <a:off x="8041726" y="8572500"/>
            <a:ext cx="95" cy="38100"/>
          </a:xfrm>
          <a:custGeom>
            <a:pathLst>
              <a:path w="95" h="38100">
                <a:moveTo>
                  <a:pt x="0" y="0"/>
                </a:moveTo>
                <a:lnTo>
                  <a:pt x="0" y="38100"/>
                </a:lnTo>
              </a:path>
            </a:pathLst>
          </a:custGeom>
          <a:noFill/>
          <a:ln w="7620">
            <a:solidFill>
              <a:srgbClr val="65727C"/>
            </a:solidFill>
            <a:prstDash val="solid"/>
          </a:ln>
        </p:spPr>
      </p:sp>
      <p:sp>
        <p:nvSpPr>
          <p:cNvPr id="149" name="text_148">
            <a:extLst>
              <a:ext uri="{FF2B5EF4-FFF2-40B4-BE49-F238E27FC236}">
                <ns2:creationId id="{FD0F55EC-E66C-4608-9079-55C017B6859C}"/>
              </a:ext>
            </a:extLst>
          </p:cNvPr>
          <p:cNvSpPr>
            <a:spLocks noGrp="1"/>
          </p:cNvSpPr>
          <p:nvPr/>
        </p:nvSpPr>
        <p:spPr>
          <a:xfrm rot="0">
            <a:off x="7832176" y="8629650"/>
            <a:ext cx="419100" cy="219075"/>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154 E</a:t>
            </a:r>
          </a:p>
        </p:txBody>
      </p:sp>
      <p:sp>
        <p:nvSpPr>
          <p:cNvPr id="150" name="text_149">
            <a:extLst>
              <a:ext uri="{FF2B5EF4-FFF2-40B4-BE49-F238E27FC236}">
                <ns2:creationId id="{AF457AA2-4495-41EC-8571-079A1397B9C9}"/>
              </a:ext>
            </a:extLst>
          </p:cNvPr>
          <p:cNvSpPr>
            <a:spLocks noGrp="1"/>
          </p:cNvSpPr>
          <p:nvPr/>
        </p:nvSpPr>
        <p:spPr>
          <a:xfrm rot="0">
            <a:off x="6310533" y="6663881"/>
            <a:ext cx="428625" cy="190500"/>
          </a:xfrm>
          <a:prstGeom prst="rect">
            <a:avLst/>
          </a:prstGeom>
          <a:noFill/>
          <a:ln w="0">
            <a:noFill/>
            <a:prstDash val="solid"/>
          </a:ln>
        </p:spPr>
        <p:txBody>
          <a:bodyPr wrap="none" lIns="0" tIns="0" rIns="0" bIns="0" anchor="t">
            <a:noAutofit/>
          </a:bodyPr>
          <a:lstStyle>
            <a:defPPr algn="l">
              <a:defRPr sz="900" b="0">
                <a:solidFill>
                  <a:srgbClr val="65727C"/>
                </a:solidFill>
                <a:latin typeface="Arial"/>
                <a:ea typeface="Arial"/>
                <a:cs typeface="Arial"/>
              </a:defRPr>
            </a:defPPr>
            <a:lvl1pPr algn="l">
              <a:defRPr sz="900" b="0">
                <a:solidFill>
                  <a:srgbClr val="65727C"/>
                </a:solidFill>
                <a:latin typeface="Arial"/>
                <a:ea typeface="Arial"/>
                <a:cs typeface="Arial"/>
              </a:defRPr>
            </a:lvl1pPr>
            <a:lvl2pPr algn="l">
              <a:defRPr sz="900" b="0">
                <a:solidFill>
                  <a:srgbClr val="65727C"/>
                </a:solidFill>
                <a:latin typeface="Arial"/>
                <a:ea typeface="Arial"/>
                <a:cs typeface="Arial"/>
              </a:defRPr>
            </a:lvl2pPr>
            <a:lvl3pPr algn="l">
              <a:defRPr sz="900" b="0">
                <a:solidFill>
                  <a:srgbClr val="65727C"/>
                </a:solidFill>
                <a:latin typeface="Arial"/>
                <a:ea typeface="Arial"/>
                <a:cs typeface="Arial"/>
              </a:defRPr>
            </a:lvl3pPr>
            <a:lvl4pPr algn="l">
              <a:defRPr sz="900" b="0">
                <a:solidFill>
                  <a:srgbClr val="65727C"/>
                </a:solidFill>
                <a:latin typeface="Arial"/>
                <a:ea typeface="Arial"/>
                <a:cs typeface="Arial"/>
              </a:defRPr>
            </a:lvl4pPr>
            <a:lvl5pPr algn="l">
              <a:defRPr sz="900" b="0">
                <a:solidFill>
                  <a:srgbClr val="65727C"/>
                </a:solidFill>
                <a:latin typeface="Arial"/>
                <a:ea typeface="Arial"/>
                <a:cs typeface="Arial"/>
              </a:defRPr>
            </a:lvl5pPr>
            <a:lvl6pPr algn="l">
              <a:defRPr sz="900" b="0">
                <a:solidFill>
                  <a:srgbClr val="65727C"/>
                </a:solidFill>
                <a:latin typeface="Arial"/>
                <a:ea typeface="Arial"/>
                <a:cs typeface="Arial"/>
              </a:defRPr>
            </a:lvl6pPr>
            <a:lvl7pPr algn="l">
              <a:defRPr sz="900" b="0">
                <a:solidFill>
                  <a:srgbClr val="65727C"/>
                </a:solidFill>
                <a:latin typeface="Arial"/>
                <a:ea typeface="Arial"/>
                <a:cs typeface="Arial"/>
              </a:defRPr>
            </a:lvl7pPr>
            <a:lvl8pPr algn="l">
              <a:defRPr sz="900" b="0">
                <a:solidFill>
                  <a:srgbClr val="65727C"/>
                </a:solidFill>
                <a:latin typeface="Arial"/>
                <a:ea typeface="Arial"/>
                <a:cs typeface="Arial"/>
              </a:defRPr>
            </a:lvl8pPr>
            <a:lvl9pPr algn="l">
              <a:defRPr sz="900" b="0">
                <a:solidFill>
                  <a:srgbClr val="65727C"/>
                </a:solidFill>
                <a:latin typeface="Arial"/>
                <a:ea typeface="Arial"/>
                <a:cs typeface="Arial"/>
              </a:defRPr>
            </a:lvl9pPr>
          </a:lstStyle>
          <a:p>
            <a:pPr algn="l">
              <a:defRPr sz="900" b="0">
                <a:solidFill>
                  <a:srgbClr val="65727C"/>
                </a:solidFill>
                <a:latin typeface="Arial"/>
                <a:ea typeface="Arial"/>
                <a:cs typeface="Arial"/>
              </a:defRPr>
            </a:pPr>
            <a:r>
              <a:rPr sz="900" b="0">
                <a:solidFill>
                  <a:srgbClr val="65727C"/>
                </a:solidFill>
                <a:latin typeface="Arial"/>
                <a:ea typeface="Arial"/>
                <a:cs typeface="Arial"/>
              </a:rPr>
              <a:t>QLD</a:t>
            </a:r>
          </a:p>
        </p:txBody>
      </p:sp>
      <p:sp>
        <p:nvSpPr>
          <p:cNvPr id="151" name="text_150">
            <a:extLst>
              <a:ext uri="{FF2B5EF4-FFF2-40B4-BE49-F238E27FC236}">
                <ns2:creationId id="{6F8F17C2-0096-4006-B285-E05CDB20202B}"/>
              </a:ext>
            </a:extLst>
          </p:cNvPr>
          <p:cNvSpPr>
            <a:spLocks noGrp="1"/>
          </p:cNvSpPr>
          <p:nvPr/>
        </p:nvSpPr>
        <p:spPr>
          <a:xfrm rot="0">
            <a:off x="6310533" y="7520472"/>
            <a:ext cx="428625" cy="190500"/>
          </a:xfrm>
          <a:prstGeom prst="rect">
            <a:avLst/>
          </a:prstGeom>
          <a:noFill/>
          <a:ln w="0">
            <a:noFill/>
            <a:prstDash val="solid"/>
          </a:ln>
        </p:spPr>
        <p:txBody>
          <a:bodyPr wrap="none" lIns="0" tIns="0" rIns="0" bIns="0" anchor="t">
            <a:noAutofit/>
          </a:bodyPr>
          <a:lstStyle>
            <a:defPPr algn="l">
              <a:defRPr sz="900" b="0">
                <a:solidFill>
                  <a:srgbClr val="65727C"/>
                </a:solidFill>
                <a:latin typeface="Arial"/>
                <a:ea typeface="Arial"/>
                <a:cs typeface="Arial"/>
              </a:defRPr>
            </a:defPPr>
            <a:lvl1pPr algn="l">
              <a:defRPr sz="900" b="0">
                <a:solidFill>
                  <a:srgbClr val="65727C"/>
                </a:solidFill>
                <a:latin typeface="Arial"/>
                <a:ea typeface="Arial"/>
                <a:cs typeface="Arial"/>
              </a:defRPr>
            </a:lvl1pPr>
            <a:lvl2pPr algn="l">
              <a:defRPr sz="900" b="0">
                <a:solidFill>
                  <a:srgbClr val="65727C"/>
                </a:solidFill>
                <a:latin typeface="Arial"/>
                <a:ea typeface="Arial"/>
                <a:cs typeface="Arial"/>
              </a:defRPr>
            </a:lvl2pPr>
            <a:lvl3pPr algn="l">
              <a:defRPr sz="900" b="0">
                <a:solidFill>
                  <a:srgbClr val="65727C"/>
                </a:solidFill>
                <a:latin typeface="Arial"/>
                <a:ea typeface="Arial"/>
                <a:cs typeface="Arial"/>
              </a:defRPr>
            </a:lvl3pPr>
            <a:lvl4pPr algn="l">
              <a:defRPr sz="900" b="0">
                <a:solidFill>
                  <a:srgbClr val="65727C"/>
                </a:solidFill>
                <a:latin typeface="Arial"/>
                <a:ea typeface="Arial"/>
                <a:cs typeface="Arial"/>
              </a:defRPr>
            </a:lvl4pPr>
            <a:lvl5pPr algn="l">
              <a:defRPr sz="900" b="0">
                <a:solidFill>
                  <a:srgbClr val="65727C"/>
                </a:solidFill>
                <a:latin typeface="Arial"/>
                <a:ea typeface="Arial"/>
                <a:cs typeface="Arial"/>
              </a:defRPr>
            </a:lvl5pPr>
            <a:lvl6pPr algn="l">
              <a:defRPr sz="900" b="0">
                <a:solidFill>
                  <a:srgbClr val="65727C"/>
                </a:solidFill>
                <a:latin typeface="Arial"/>
                <a:ea typeface="Arial"/>
                <a:cs typeface="Arial"/>
              </a:defRPr>
            </a:lvl6pPr>
            <a:lvl7pPr algn="l">
              <a:defRPr sz="900" b="0">
                <a:solidFill>
                  <a:srgbClr val="65727C"/>
                </a:solidFill>
                <a:latin typeface="Arial"/>
                <a:ea typeface="Arial"/>
                <a:cs typeface="Arial"/>
              </a:defRPr>
            </a:lvl7pPr>
            <a:lvl8pPr algn="l">
              <a:defRPr sz="900" b="0">
                <a:solidFill>
                  <a:srgbClr val="65727C"/>
                </a:solidFill>
                <a:latin typeface="Arial"/>
                <a:ea typeface="Arial"/>
                <a:cs typeface="Arial"/>
              </a:defRPr>
            </a:lvl8pPr>
            <a:lvl9pPr algn="l">
              <a:defRPr sz="900" b="0">
                <a:solidFill>
                  <a:srgbClr val="65727C"/>
                </a:solidFill>
                <a:latin typeface="Arial"/>
                <a:ea typeface="Arial"/>
                <a:cs typeface="Arial"/>
              </a:defRPr>
            </a:lvl9pPr>
          </a:lstStyle>
          <a:p>
            <a:pPr algn="l">
              <a:defRPr sz="900" b="0">
                <a:solidFill>
                  <a:srgbClr val="65727C"/>
                </a:solidFill>
                <a:latin typeface="Arial"/>
                <a:ea typeface="Arial"/>
                <a:cs typeface="Arial"/>
              </a:defRPr>
            </a:pPr>
            <a:r>
              <a:rPr sz="900" b="0">
                <a:solidFill>
                  <a:srgbClr val="65727C"/>
                </a:solidFill>
                <a:latin typeface="Arial"/>
                <a:ea typeface="Arial"/>
                <a:cs typeface="Arial"/>
              </a:rPr>
              <a:t>NSW</a:t>
            </a:r>
          </a:p>
        </p:txBody>
      </p:sp>
      <p:sp>
        <p:nvSpPr>
          <p:cNvPr id="152" name="text_151">
            <a:extLst>
              <a:ext uri="{FF2B5EF4-FFF2-40B4-BE49-F238E27FC236}">
                <ns2:creationId id="{86C00508-D5E8-449D-AB15-DEE5912FFF6F}"/>
              </a:ext>
            </a:extLst>
          </p:cNvPr>
          <p:cNvSpPr>
            <a:spLocks noGrp="1"/>
          </p:cNvSpPr>
          <p:nvPr/>
        </p:nvSpPr>
        <p:spPr>
          <a:xfrm rot="0">
            <a:off x="6174245" y="8252144"/>
            <a:ext cx="428625" cy="190500"/>
          </a:xfrm>
          <a:prstGeom prst="rect">
            <a:avLst/>
          </a:prstGeom>
          <a:noFill/>
          <a:ln w="0">
            <a:noFill/>
            <a:prstDash val="solid"/>
          </a:ln>
        </p:spPr>
        <p:txBody>
          <a:bodyPr wrap="none" lIns="0" tIns="0" rIns="0" bIns="0" anchor="t">
            <a:noAutofit/>
          </a:bodyPr>
          <a:lstStyle>
            <a:defPPr algn="l">
              <a:defRPr sz="900" b="0">
                <a:solidFill>
                  <a:srgbClr val="65727C"/>
                </a:solidFill>
                <a:latin typeface="Arial"/>
                <a:ea typeface="Arial"/>
                <a:cs typeface="Arial"/>
              </a:defRPr>
            </a:defPPr>
            <a:lvl1pPr algn="l">
              <a:defRPr sz="900" b="0">
                <a:solidFill>
                  <a:srgbClr val="65727C"/>
                </a:solidFill>
                <a:latin typeface="Arial"/>
                <a:ea typeface="Arial"/>
                <a:cs typeface="Arial"/>
              </a:defRPr>
            </a:lvl1pPr>
            <a:lvl2pPr algn="l">
              <a:defRPr sz="900" b="0">
                <a:solidFill>
                  <a:srgbClr val="65727C"/>
                </a:solidFill>
                <a:latin typeface="Arial"/>
                <a:ea typeface="Arial"/>
                <a:cs typeface="Arial"/>
              </a:defRPr>
            </a:lvl2pPr>
            <a:lvl3pPr algn="l">
              <a:defRPr sz="900" b="0">
                <a:solidFill>
                  <a:srgbClr val="65727C"/>
                </a:solidFill>
                <a:latin typeface="Arial"/>
                <a:ea typeface="Arial"/>
                <a:cs typeface="Arial"/>
              </a:defRPr>
            </a:lvl3pPr>
            <a:lvl4pPr algn="l">
              <a:defRPr sz="900" b="0">
                <a:solidFill>
                  <a:srgbClr val="65727C"/>
                </a:solidFill>
                <a:latin typeface="Arial"/>
                <a:ea typeface="Arial"/>
                <a:cs typeface="Arial"/>
              </a:defRPr>
            </a:lvl4pPr>
            <a:lvl5pPr algn="l">
              <a:defRPr sz="900" b="0">
                <a:solidFill>
                  <a:srgbClr val="65727C"/>
                </a:solidFill>
                <a:latin typeface="Arial"/>
                <a:ea typeface="Arial"/>
                <a:cs typeface="Arial"/>
              </a:defRPr>
            </a:lvl5pPr>
            <a:lvl6pPr algn="l">
              <a:defRPr sz="900" b="0">
                <a:solidFill>
                  <a:srgbClr val="65727C"/>
                </a:solidFill>
                <a:latin typeface="Arial"/>
                <a:ea typeface="Arial"/>
                <a:cs typeface="Arial"/>
              </a:defRPr>
            </a:lvl6pPr>
            <a:lvl7pPr algn="l">
              <a:defRPr sz="900" b="0">
                <a:solidFill>
                  <a:srgbClr val="65727C"/>
                </a:solidFill>
                <a:latin typeface="Arial"/>
                <a:ea typeface="Arial"/>
                <a:cs typeface="Arial"/>
              </a:defRPr>
            </a:lvl7pPr>
            <a:lvl8pPr algn="l">
              <a:defRPr sz="900" b="0">
                <a:solidFill>
                  <a:srgbClr val="65727C"/>
                </a:solidFill>
                <a:latin typeface="Arial"/>
                <a:ea typeface="Arial"/>
                <a:cs typeface="Arial"/>
              </a:defRPr>
            </a:lvl8pPr>
            <a:lvl9pPr algn="l">
              <a:defRPr sz="900" b="0">
                <a:solidFill>
                  <a:srgbClr val="65727C"/>
                </a:solidFill>
                <a:latin typeface="Arial"/>
                <a:ea typeface="Arial"/>
                <a:cs typeface="Arial"/>
              </a:defRPr>
            </a:lvl9pPr>
          </a:lstStyle>
          <a:p>
            <a:pPr algn="l">
              <a:defRPr sz="900" b="0">
                <a:solidFill>
                  <a:srgbClr val="65727C"/>
                </a:solidFill>
                <a:latin typeface="Arial"/>
                <a:ea typeface="Arial"/>
                <a:cs typeface="Arial"/>
              </a:defRPr>
            </a:pPr>
            <a:r>
              <a:rPr sz="900" b="0">
                <a:solidFill>
                  <a:srgbClr val="65727C"/>
                </a:solidFill>
                <a:latin typeface="Arial"/>
                <a:ea typeface="Arial"/>
                <a:cs typeface="Arial"/>
              </a:rPr>
              <a:t>VIC</a:t>
            </a:r>
          </a:p>
        </p:txBody>
      </p:sp>
      <p:sp>
        <p:nvSpPr>
          <p:cNvPr id="153" name="line_152">
            <a:extLst>
              <a:ext uri="{FF2B5EF4-FFF2-40B4-BE49-F238E27FC236}">
                <ns2:creationId id="{BFB64A88-19B1-4C53-AA30-85481B1BEB81}"/>
              </a:ext>
            </a:extLst>
          </p:cNvPr>
          <p:cNvSpPr>
            <a:spLocks noGrp="1"/>
          </p:cNvSpPr>
          <p:nvPr/>
        </p:nvSpPr>
        <p:spPr>
          <a:xfrm>
            <a:off x="7621056" y="8429625"/>
            <a:ext cx="322794" cy="95"/>
          </a:xfrm>
          <a:custGeom>
            <a:pathLst>
              <a:path w="322794" h="95">
                <a:moveTo>
                  <a:pt x="0" y="0"/>
                </a:moveTo>
                <a:lnTo>
                  <a:pt x="322794" y="0"/>
                </a:lnTo>
              </a:path>
            </a:pathLst>
          </a:custGeom>
          <a:noFill/>
          <a:ln w="15240">
            <a:solidFill>
              <a:srgbClr val="000000"/>
            </a:solidFill>
            <a:prstDash val="solid"/>
          </a:ln>
        </p:spPr>
      </p:sp>
      <p:sp>
        <p:nvSpPr>
          <p:cNvPr id="154" name="line_153">
            <a:extLst>
              <a:ext uri="{FF2B5EF4-FFF2-40B4-BE49-F238E27FC236}">
                <ns2:creationId id="{9C14AE55-B9FF-4237-A646-2140EC1975C0}"/>
              </a:ext>
            </a:extLst>
          </p:cNvPr>
          <p:cNvSpPr>
            <a:spLocks noGrp="1"/>
          </p:cNvSpPr>
          <p:nvPr/>
        </p:nvSpPr>
        <p:spPr>
          <a:xfrm>
            <a:off x="7621056" y="8401050"/>
            <a:ext cx="95" cy="57150"/>
          </a:xfrm>
          <a:custGeom>
            <a:pathLst>
              <a:path w="95" h="57150">
                <a:moveTo>
                  <a:pt x="0" y="0"/>
                </a:moveTo>
                <a:lnTo>
                  <a:pt x="0" y="57150"/>
                </a:lnTo>
              </a:path>
            </a:pathLst>
          </a:custGeom>
          <a:noFill/>
          <a:ln w="12383">
            <a:solidFill>
              <a:srgbClr val="000000"/>
            </a:solidFill>
            <a:prstDash val="solid"/>
          </a:ln>
        </p:spPr>
      </p:sp>
      <p:sp>
        <p:nvSpPr>
          <p:cNvPr id="155" name="line_154">
            <a:extLst>
              <a:ext uri="{FF2B5EF4-FFF2-40B4-BE49-F238E27FC236}">
                <ns2:creationId id="{37AF3FA2-8C9C-4540-BDD0-C9C885BE2154}"/>
              </a:ext>
            </a:extLst>
          </p:cNvPr>
          <p:cNvSpPr>
            <a:spLocks noGrp="1"/>
          </p:cNvSpPr>
          <p:nvPr/>
        </p:nvSpPr>
        <p:spPr>
          <a:xfrm>
            <a:off x="7943850" y="8401050"/>
            <a:ext cx="95" cy="57150"/>
          </a:xfrm>
          <a:custGeom>
            <a:pathLst>
              <a:path w="95" h="57150">
                <a:moveTo>
                  <a:pt x="0" y="0"/>
                </a:moveTo>
                <a:lnTo>
                  <a:pt x="0" y="57150"/>
                </a:lnTo>
              </a:path>
            </a:pathLst>
          </a:custGeom>
          <a:noFill/>
          <a:ln w="12383">
            <a:solidFill>
              <a:srgbClr val="000000"/>
            </a:solidFill>
            <a:prstDash val="solid"/>
          </a:ln>
        </p:spPr>
      </p:sp>
      <p:sp>
        <p:nvSpPr>
          <p:cNvPr id="156" name="text_155">
            <a:extLst>
              <a:ext uri="{FF2B5EF4-FFF2-40B4-BE49-F238E27FC236}">
                <ns2:creationId id="{67D1DF7B-336A-47C0-B6C5-E9407E75F989}"/>
              </a:ext>
            </a:extLst>
          </p:cNvPr>
          <p:cNvSpPr>
            <a:spLocks noGrp="1"/>
          </p:cNvSpPr>
          <p:nvPr/>
        </p:nvSpPr>
        <p:spPr>
          <a:xfrm rot="0">
            <a:off x="7554381" y="8229600"/>
            <a:ext cx="456144" cy="200025"/>
          </a:xfrm>
          <a:prstGeom prst="rect">
            <a:avLst/>
          </a:prstGeom>
          <a:noFill/>
          <a:ln w="0">
            <a:noFill/>
            <a:prstDash val="solid"/>
          </a:ln>
        </p:spPr>
        <p:txBody>
          <a:bodyPr wrap="none" lIns="0" tIns="0" rIns="0" bIns="0" anchor="t">
            <a:noAutofit/>
          </a:bodyPr>
          <a:lstStyle>
            <a:defPPr algn="ctr">
              <a:defRPr sz="900" b="0">
                <a:solidFill>
                  <a:srgbClr val="000000"/>
                </a:solidFill>
                <a:latin typeface="Arial"/>
                <a:ea typeface="Arial"/>
                <a:cs typeface="Arial"/>
              </a:defRPr>
            </a:defPPr>
            <a:lvl1pPr algn="ctr">
              <a:defRPr sz="900" b="0">
                <a:solidFill>
                  <a:srgbClr val="000000"/>
                </a:solidFill>
                <a:latin typeface="Arial"/>
                <a:ea typeface="Arial"/>
                <a:cs typeface="Arial"/>
              </a:defRPr>
            </a:lvl1pPr>
            <a:lvl2pPr algn="ctr">
              <a:defRPr sz="900" b="0">
                <a:solidFill>
                  <a:srgbClr val="000000"/>
                </a:solidFill>
                <a:latin typeface="Arial"/>
                <a:ea typeface="Arial"/>
                <a:cs typeface="Arial"/>
              </a:defRPr>
            </a:lvl2pPr>
            <a:lvl3pPr algn="ctr">
              <a:defRPr sz="900" b="0">
                <a:solidFill>
                  <a:srgbClr val="000000"/>
                </a:solidFill>
                <a:latin typeface="Arial"/>
                <a:ea typeface="Arial"/>
                <a:cs typeface="Arial"/>
              </a:defRPr>
            </a:lvl3pPr>
            <a:lvl4pPr algn="ctr">
              <a:defRPr sz="900" b="0">
                <a:solidFill>
                  <a:srgbClr val="000000"/>
                </a:solidFill>
                <a:latin typeface="Arial"/>
                <a:ea typeface="Arial"/>
                <a:cs typeface="Arial"/>
              </a:defRPr>
            </a:lvl4pPr>
            <a:lvl5pPr algn="ctr">
              <a:defRPr sz="900" b="0">
                <a:solidFill>
                  <a:srgbClr val="000000"/>
                </a:solidFill>
                <a:latin typeface="Arial"/>
                <a:ea typeface="Arial"/>
                <a:cs typeface="Arial"/>
              </a:defRPr>
            </a:lvl5pPr>
            <a:lvl6pPr algn="ctr">
              <a:defRPr sz="900" b="0">
                <a:solidFill>
                  <a:srgbClr val="000000"/>
                </a:solidFill>
                <a:latin typeface="Arial"/>
                <a:ea typeface="Arial"/>
                <a:cs typeface="Arial"/>
              </a:defRPr>
            </a:lvl6pPr>
            <a:lvl7pPr algn="ctr">
              <a:defRPr sz="900" b="0">
                <a:solidFill>
                  <a:srgbClr val="000000"/>
                </a:solidFill>
                <a:latin typeface="Arial"/>
                <a:ea typeface="Arial"/>
                <a:cs typeface="Arial"/>
              </a:defRPr>
            </a:lvl7pPr>
            <a:lvl8pPr algn="ctr">
              <a:defRPr sz="900" b="0">
                <a:solidFill>
                  <a:srgbClr val="000000"/>
                </a:solidFill>
                <a:latin typeface="Arial"/>
                <a:ea typeface="Arial"/>
                <a:cs typeface="Arial"/>
              </a:defRPr>
            </a:lvl8pPr>
            <a:lvl9pPr algn="ctr">
              <a:defRPr sz="900" b="0">
                <a:solidFill>
                  <a:srgbClr val="000000"/>
                </a:solidFill>
                <a:latin typeface="Arial"/>
                <a:ea typeface="Arial"/>
                <a:cs typeface="Arial"/>
              </a:defRPr>
            </a:lvl9pPr>
          </a:lstStyle>
          <a:p>
            <a:pPr algn="ctr">
              <a:defRPr sz="900" b="0">
                <a:solidFill>
                  <a:srgbClr val="000000"/>
                </a:solidFill>
                <a:latin typeface="Arial"/>
                <a:ea typeface="Arial"/>
                <a:cs typeface="Arial"/>
              </a:defRPr>
            </a:pPr>
            <a:r>
              <a:rPr sz="900" b="0">
                <a:solidFill>
                  <a:srgbClr val="000000"/>
                </a:solidFill>
                <a:latin typeface="Arial"/>
                <a:ea typeface="Arial"/>
                <a:cs typeface="Arial"/>
              </a:rPr>
              <a:t>200 km</a:t>
            </a:r>
          </a:p>
        </p:txBody>
      </p:sp>
      <p:sp>
        <p:nvSpPr>
          <p:cNvPr id="157" name="ellipse_156">
            <a:extLst>
              <a:ext uri="{FF2B5EF4-FFF2-40B4-BE49-F238E27FC236}">
                <ns2:creationId id="{01BAD419-DE66-4677-9F5E-2C28137D728F}"/>
              </a:ext>
            </a:extLst>
          </p:cNvPr>
          <p:cNvSpPr>
            <a:spLocks noGrp="1"/>
          </p:cNvSpPr>
          <p:nvPr/>
        </p:nvSpPr>
        <p:spPr>
          <a:xfrm rot="0">
            <a:off x="7690902" y="7157502"/>
            <a:ext cx="112395" cy="112395"/>
          </a:xfrm>
          <a:prstGeom prst="ellipse">
            <a:avLst/>
          </a:prstGeom>
          <a:solidFill>
            <a:srgbClr val="FFFFFF"/>
          </a:solidFill>
          <a:ln w="17145">
            <a:solidFill>
              <a:srgbClr val="FFFFFF"/>
            </a:solidFill>
            <a:prstDash val="solid"/>
          </a:ln>
        </p:spPr>
      </p:sp>
      <p:sp>
        <p:nvSpPr>
          <p:cNvPr id="158" name="A_f19_True">
            <a:extLst>
              <a:ext uri="{FF2B5EF4-FFF2-40B4-BE49-F238E27FC236}">
                <ns2:creationId id="{3840C2BC-A1B1-4BF4-8BEA-7D65915A37A1}"/>
              </a:ext>
            </a:extLst>
          </p:cNvPr>
          <p:cNvSpPr>
            <a:spLocks noGrp="1"/>
          </p:cNvSpPr>
          <p:nvPr/>
        </p:nvSpPr>
        <p:spPr>
          <a:xfrm rot="0">
            <a:off x="7708047" y="7174647"/>
            <a:ext cx="78105" cy="78105"/>
          </a:xfrm>
          <a:prstGeom prst="ellipse">
            <a:avLst/>
          </a:prstGeom>
          <a:solidFill>
            <a:srgbClr val="FFFFFF"/>
          </a:solidFill>
          <a:ln w="17145">
            <a:solidFill>
              <a:srgbClr val="0072B2"/>
            </a:solidFill>
            <a:prstDash val="solid"/>
          </a:ln>
        </p:spPr>
      </p:sp>
      <p:sp>
        <p:nvSpPr>
          <p:cNvPr id="159" name="text_158">
            <a:extLst>
              <a:ext uri="{FF2B5EF4-FFF2-40B4-BE49-F238E27FC236}">
                <ns2:creationId id="{53B3ABF3-7A5D-4B9A-81D9-1C9125032B14}"/>
              </a:ext>
            </a:extLst>
          </p:cNvPr>
          <p:cNvSpPr>
            <a:spLocks noGrp="1"/>
          </p:cNvSpPr>
          <p:nvPr/>
        </p:nvSpPr>
        <p:spPr>
          <a:xfrm rot="0">
            <a:off x="7823299" y="6985099"/>
            <a:ext cx="266700" cy="247650"/>
          </a:xfrm>
          <a:prstGeom prst="rect">
            <a:avLst/>
          </a:prstGeom>
          <a:noFill/>
          <a:ln w="0">
            <a:noFill/>
            <a:prstDash val="solid"/>
          </a:ln>
        </p:spPr>
        <p:txBody>
          <a:bodyPr wrap="none" lIns="0" tIns="0" rIns="0" bIns="0" anchor="t">
            <a:noAutofit/>
          </a:bodyPr>
          <a:lstStyle>
            <a:defPPr algn="l">
              <a:defRPr sz="1500" b="1">
                <a:solidFill>
                  <a:srgbClr val="0072B2"/>
                </a:solidFill>
                <a:latin typeface="Arial"/>
                <a:ea typeface="Arial"/>
                <a:cs typeface="Arial"/>
              </a:defRPr>
            </a:defPPr>
            <a:lvl1pPr algn="l">
              <a:defRPr sz="1500" b="1">
                <a:solidFill>
                  <a:srgbClr val="0072B2"/>
                </a:solidFill>
                <a:latin typeface="Arial"/>
                <a:ea typeface="Arial"/>
                <a:cs typeface="Arial"/>
              </a:defRPr>
            </a:lvl1pPr>
            <a:lvl2pPr algn="l">
              <a:defRPr sz="1500" b="1">
                <a:solidFill>
                  <a:srgbClr val="0072B2"/>
                </a:solidFill>
                <a:latin typeface="Arial"/>
                <a:ea typeface="Arial"/>
                <a:cs typeface="Arial"/>
              </a:defRPr>
            </a:lvl2pPr>
            <a:lvl3pPr algn="l">
              <a:defRPr sz="1500" b="1">
                <a:solidFill>
                  <a:srgbClr val="0072B2"/>
                </a:solidFill>
                <a:latin typeface="Arial"/>
                <a:ea typeface="Arial"/>
                <a:cs typeface="Arial"/>
              </a:defRPr>
            </a:lvl3pPr>
            <a:lvl4pPr algn="l">
              <a:defRPr sz="1500" b="1">
                <a:solidFill>
                  <a:srgbClr val="0072B2"/>
                </a:solidFill>
                <a:latin typeface="Arial"/>
                <a:ea typeface="Arial"/>
                <a:cs typeface="Arial"/>
              </a:defRPr>
            </a:lvl4pPr>
            <a:lvl5pPr algn="l">
              <a:defRPr sz="1500" b="1">
                <a:solidFill>
                  <a:srgbClr val="0072B2"/>
                </a:solidFill>
                <a:latin typeface="Arial"/>
                <a:ea typeface="Arial"/>
                <a:cs typeface="Arial"/>
              </a:defRPr>
            </a:lvl5pPr>
            <a:lvl6pPr algn="l">
              <a:defRPr sz="1500" b="1">
                <a:solidFill>
                  <a:srgbClr val="0072B2"/>
                </a:solidFill>
                <a:latin typeface="Arial"/>
                <a:ea typeface="Arial"/>
                <a:cs typeface="Arial"/>
              </a:defRPr>
            </a:lvl6pPr>
            <a:lvl7pPr algn="l">
              <a:defRPr sz="1500" b="1">
                <a:solidFill>
                  <a:srgbClr val="0072B2"/>
                </a:solidFill>
                <a:latin typeface="Arial"/>
                <a:ea typeface="Arial"/>
                <a:cs typeface="Arial"/>
              </a:defRPr>
            </a:lvl7pPr>
            <a:lvl8pPr algn="l">
              <a:defRPr sz="1500" b="1">
                <a:solidFill>
                  <a:srgbClr val="0072B2"/>
                </a:solidFill>
                <a:latin typeface="Arial"/>
                <a:ea typeface="Arial"/>
                <a:cs typeface="Arial"/>
              </a:defRPr>
            </a:lvl8pPr>
            <a:lvl9pPr algn="l">
              <a:defRPr sz="1500" b="1">
                <a:solidFill>
                  <a:srgbClr val="0072B2"/>
                </a:solidFill>
                <a:latin typeface="Arial"/>
                <a:ea typeface="Arial"/>
                <a:cs typeface="Arial"/>
              </a:defRPr>
            </a:lvl9pPr>
          </a:lstStyle>
          <a:p>
            <a:pPr algn="l">
              <a:defRPr sz="1500" b="1">
                <a:solidFill>
                  <a:srgbClr val="0072B2"/>
                </a:solidFill>
                <a:latin typeface="Arial"/>
                <a:ea typeface="Arial"/>
                <a:cs typeface="Arial"/>
              </a:defRPr>
            </a:pPr>
            <a:r>
              <a:rPr sz="1500" b="1">
                <a:solidFill>
                  <a:srgbClr val="0072B2"/>
                </a:solidFill>
                <a:latin typeface="Arial"/>
                <a:ea typeface="Arial"/>
                <a:cs typeface="Arial"/>
              </a:rPr>
              <a:t>A</a:t>
            </a:r>
          </a:p>
        </p:txBody>
      </p:sp>
      <p:sp>
        <p:nvSpPr>
          <p:cNvPr id="160" name="ellipse_159">
            <a:extLst>
              <a:ext uri="{FF2B5EF4-FFF2-40B4-BE49-F238E27FC236}">
                <ns2:creationId id="{8CDAE30D-F069-4178-AB3C-16D84237A8F6}"/>
              </a:ext>
            </a:extLst>
          </p:cNvPr>
          <p:cNvSpPr>
            <a:spLocks noGrp="1"/>
          </p:cNvSpPr>
          <p:nvPr/>
        </p:nvSpPr>
        <p:spPr>
          <a:xfrm rot="0">
            <a:off x="7068800" y="8303478"/>
            <a:ext cx="112395" cy="112395"/>
          </a:xfrm>
          <a:prstGeom prst="ellipse">
            <a:avLst/>
          </a:prstGeom>
          <a:solidFill>
            <a:srgbClr val="FFFFFF"/>
          </a:solidFill>
          <a:ln w="17145">
            <a:solidFill>
              <a:srgbClr val="FFFFFF"/>
            </a:solidFill>
            <a:prstDash val="solid"/>
          </a:ln>
        </p:spPr>
      </p:sp>
      <p:sp>
        <p:nvSpPr>
          <p:cNvPr id="161" name="B_f19_True">
            <a:extLst>
              <a:ext uri="{FF2B5EF4-FFF2-40B4-BE49-F238E27FC236}">
                <ns2:creationId id="{F1DDCF57-1A39-47B5-BED4-D05A4CC9722A}"/>
              </a:ext>
            </a:extLst>
          </p:cNvPr>
          <p:cNvSpPr>
            <a:spLocks noGrp="1"/>
          </p:cNvSpPr>
          <p:nvPr/>
        </p:nvSpPr>
        <p:spPr>
          <a:xfrm rot="0">
            <a:off x="7085945" y="8320623"/>
            <a:ext cx="78105" cy="78105"/>
          </a:xfrm>
          <a:prstGeom prst="ellipse">
            <a:avLst/>
          </a:prstGeom>
          <a:solidFill>
            <a:srgbClr val="FFFFFF"/>
          </a:solidFill>
          <a:ln w="17145">
            <a:solidFill>
              <a:srgbClr val="D55E00"/>
            </a:solidFill>
            <a:prstDash val="solid"/>
          </a:ln>
        </p:spPr>
      </p:sp>
      <p:sp>
        <p:nvSpPr>
          <p:cNvPr id="162" name="text_161">
            <a:extLst>
              <a:ext uri="{FF2B5EF4-FFF2-40B4-BE49-F238E27FC236}">
                <ns2:creationId id="{AD23DF08-6F5D-41BA-AAEB-81725102788E}"/>
              </a:ext>
            </a:extLst>
          </p:cNvPr>
          <p:cNvSpPr>
            <a:spLocks noGrp="1"/>
          </p:cNvSpPr>
          <p:nvPr/>
        </p:nvSpPr>
        <p:spPr>
          <a:xfrm rot="0">
            <a:off x="7201198" y="8131076"/>
            <a:ext cx="266700" cy="247650"/>
          </a:xfrm>
          <a:prstGeom prst="rect">
            <a:avLst/>
          </a:prstGeom>
          <a:noFill/>
          <a:ln w="0">
            <a:noFill/>
            <a:prstDash val="solid"/>
          </a:ln>
        </p:spPr>
        <p:txBody>
          <a:bodyPr wrap="none" lIns="0" tIns="0" rIns="0" bIns="0" anchor="t">
            <a:noAutofit/>
          </a:bodyPr>
          <a:lstStyle>
            <a:defPPr algn="l">
              <a:defRPr sz="1500" b="1">
                <a:solidFill>
                  <a:srgbClr val="D55E00"/>
                </a:solidFill>
                <a:latin typeface="Arial"/>
                <a:ea typeface="Arial"/>
                <a:cs typeface="Arial"/>
              </a:defRPr>
            </a:defPPr>
            <a:lvl1pPr algn="l">
              <a:defRPr sz="1500" b="1">
                <a:solidFill>
                  <a:srgbClr val="D55E00"/>
                </a:solidFill>
                <a:latin typeface="Arial"/>
                <a:ea typeface="Arial"/>
                <a:cs typeface="Arial"/>
              </a:defRPr>
            </a:lvl1pPr>
            <a:lvl2pPr algn="l">
              <a:defRPr sz="1500" b="1">
                <a:solidFill>
                  <a:srgbClr val="D55E00"/>
                </a:solidFill>
                <a:latin typeface="Arial"/>
                <a:ea typeface="Arial"/>
                <a:cs typeface="Arial"/>
              </a:defRPr>
            </a:lvl2pPr>
            <a:lvl3pPr algn="l">
              <a:defRPr sz="1500" b="1">
                <a:solidFill>
                  <a:srgbClr val="D55E00"/>
                </a:solidFill>
                <a:latin typeface="Arial"/>
                <a:ea typeface="Arial"/>
                <a:cs typeface="Arial"/>
              </a:defRPr>
            </a:lvl3pPr>
            <a:lvl4pPr algn="l">
              <a:defRPr sz="1500" b="1">
                <a:solidFill>
                  <a:srgbClr val="D55E00"/>
                </a:solidFill>
                <a:latin typeface="Arial"/>
                <a:ea typeface="Arial"/>
                <a:cs typeface="Arial"/>
              </a:defRPr>
            </a:lvl4pPr>
            <a:lvl5pPr algn="l">
              <a:defRPr sz="1500" b="1">
                <a:solidFill>
                  <a:srgbClr val="D55E00"/>
                </a:solidFill>
                <a:latin typeface="Arial"/>
                <a:ea typeface="Arial"/>
                <a:cs typeface="Arial"/>
              </a:defRPr>
            </a:lvl5pPr>
            <a:lvl6pPr algn="l">
              <a:defRPr sz="1500" b="1">
                <a:solidFill>
                  <a:srgbClr val="D55E00"/>
                </a:solidFill>
                <a:latin typeface="Arial"/>
                <a:ea typeface="Arial"/>
                <a:cs typeface="Arial"/>
              </a:defRPr>
            </a:lvl6pPr>
            <a:lvl7pPr algn="l">
              <a:defRPr sz="1500" b="1">
                <a:solidFill>
                  <a:srgbClr val="D55E00"/>
                </a:solidFill>
                <a:latin typeface="Arial"/>
                <a:ea typeface="Arial"/>
                <a:cs typeface="Arial"/>
              </a:defRPr>
            </a:lvl7pPr>
            <a:lvl8pPr algn="l">
              <a:defRPr sz="1500" b="1">
                <a:solidFill>
                  <a:srgbClr val="D55E00"/>
                </a:solidFill>
                <a:latin typeface="Arial"/>
                <a:ea typeface="Arial"/>
                <a:cs typeface="Arial"/>
              </a:defRPr>
            </a:lvl8pPr>
            <a:lvl9pPr algn="l">
              <a:defRPr sz="1500" b="1">
                <a:solidFill>
                  <a:srgbClr val="D55E00"/>
                </a:solidFill>
                <a:latin typeface="Arial"/>
                <a:ea typeface="Arial"/>
                <a:cs typeface="Arial"/>
              </a:defRPr>
            </a:lvl9pPr>
          </a:lstStyle>
          <a:p>
            <a:pPr algn="l">
              <a:defRPr sz="1500" b="1">
                <a:solidFill>
                  <a:srgbClr val="D55E00"/>
                </a:solidFill>
                <a:latin typeface="Arial"/>
                <a:ea typeface="Arial"/>
                <a:cs typeface="Arial"/>
              </a:defRPr>
            </a:pPr>
            <a:r>
              <a:rPr sz="1500" b="1">
                <a:solidFill>
                  <a:srgbClr val="D55E00"/>
                </a:solidFill>
                <a:latin typeface="Arial"/>
                <a:ea typeface="Arial"/>
                <a:cs typeface="Arial"/>
              </a:rPr>
              <a:t>B</a:t>
            </a:r>
          </a:p>
        </p:txBody>
      </p:sp>
      <p:sp>
        <p:nvSpPr>
          <p:cNvPr id="163" name="ellipse_162">
            <a:extLst>
              <a:ext uri="{FF2B5EF4-FFF2-40B4-BE49-F238E27FC236}">
                <ns2:creationId id="{6D287420-15F8-4629-8055-2CF2A9ED71ED}"/>
              </a:ext>
            </a:extLst>
          </p:cNvPr>
          <p:cNvSpPr>
            <a:spLocks noGrp="1"/>
          </p:cNvSpPr>
          <p:nvPr/>
        </p:nvSpPr>
        <p:spPr>
          <a:xfrm rot="0">
            <a:off x="6610410" y="6830080"/>
            <a:ext cx="112395" cy="112395"/>
          </a:xfrm>
          <a:prstGeom prst="ellipse">
            <a:avLst/>
          </a:prstGeom>
          <a:solidFill>
            <a:srgbClr val="FFFFFF"/>
          </a:solidFill>
          <a:ln w="17145">
            <a:solidFill>
              <a:srgbClr val="FFFFFF"/>
            </a:solidFill>
            <a:prstDash val="solid"/>
          </a:ln>
        </p:spPr>
      </p:sp>
      <p:sp>
        <p:nvSpPr>
          <p:cNvPr id="164" name="C_f19_True">
            <a:extLst>
              <a:ext uri="{FF2B5EF4-FFF2-40B4-BE49-F238E27FC236}">
                <ns2:creationId id="{AD06BA79-BE9A-45F9-AA78-BE43E3AAF3E4}"/>
              </a:ext>
            </a:extLst>
          </p:cNvPr>
          <p:cNvSpPr>
            <a:spLocks noGrp="1"/>
          </p:cNvSpPr>
          <p:nvPr/>
        </p:nvSpPr>
        <p:spPr>
          <a:xfrm rot="0">
            <a:off x="6627555" y="6847225"/>
            <a:ext cx="78105" cy="78105"/>
          </a:xfrm>
          <a:prstGeom prst="ellipse">
            <a:avLst/>
          </a:prstGeom>
          <a:solidFill>
            <a:srgbClr val="FFFFFF"/>
          </a:solidFill>
          <a:ln w="17145">
            <a:solidFill>
              <a:srgbClr val="009E73"/>
            </a:solidFill>
            <a:prstDash val="solid"/>
          </a:ln>
        </p:spPr>
      </p:sp>
      <p:sp>
        <p:nvSpPr>
          <p:cNvPr id="165" name="text_164">
            <a:extLst>
              <a:ext uri="{FF2B5EF4-FFF2-40B4-BE49-F238E27FC236}">
                <ns2:creationId id="{A747BAD3-CD9C-4414-94C6-7F14B16762E4}"/>
              </a:ext>
            </a:extLst>
          </p:cNvPr>
          <p:cNvSpPr>
            <a:spLocks noGrp="1"/>
          </p:cNvSpPr>
          <p:nvPr/>
        </p:nvSpPr>
        <p:spPr>
          <a:xfrm rot="0">
            <a:off x="6742807" y="6657677"/>
            <a:ext cx="266700" cy="247650"/>
          </a:xfrm>
          <a:prstGeom prst="rect">
            <a:avLst/>
          </a:prstGeom>
          <a:noFill/>
          <a:ln w="0">
            <a:noFill/>
            <a:prstDash val="solid"/>
          </a:ln>
        </p:spPr>
        <p:txBody>
          <a:bodyPr wrap="none" lIns="0" tIns="0" rIns="0" bIns="0" anchor="t">
            <a:noAutofit/>
          </a:bodyPr>
          <a:lstStyle>
            <a:defPPr algn="l">
              <a:defRPr sz="1500" b="1">
                <a:solidFill>
                  <a:srgbClr val="009E73"/>
                </a:solidFill>
                <a:latin typeface="Arial"/>
                <a:ea typeface="Arial"/>
                <a:cs typeface="Arial"/>
              </a:defRPr>
            </a:defPPr>
            <a:lvl1pPr algn="l">
              <a:defRPr sz="1500" b="1">
                <a:solidFill>
                  <a:srgbClr val="009E73"/>
                </a:solidFill>
                <a:latin typeface="Arial"/>
                <a:ea typeface="Arial"/>
                <a:cs typeface="Arial"/>
              </a:defRPr>
            </a:lvl1pPr>
            <a:lvl2pPr algn="l">
              <a:defRPr sz="1500" b="1">
                <a:solidFill>
                  <a:srgbClr val="009E73"/>
                </a:solidFill>
                <a:latin typeface="Arial"/>
                <a:ea typeface="Arial"/>
                <a:cs typeface="Arial"/>
              </a:defRPr>
            </a:lvl2pPr>
            <a:lvl3pPr algn="l">
              <a:defRPr sz="1500" b="1">
                <a:solidFill>
                  <a:srgbClr val="009E73"/>
                </a:solidFill>
                <a:latin typeface="Arial"/>
                <a:ea typeface="Arial"/>
                <a:cs typeface="Arial"/>
              </a:defRPr>
            </a:lvl3pPr>
            <a:lvl4pPr algn="l">
              <a:defRPr sz="1500" b="1">
                <a:solidFill>
                  <a:srgbClr val="009E73"/>
                </a:solidFill>
                <a:latin typeface="Arial"/>
                <a:ea typeface="Arial"/>
                <a:cs typeface="Arial"/>
              </a:defRPr>
            </a:lvl4pPr>
            <a:lvl5pPr algn="l">
              <a:defRPr sz="1500" b="1">
                <a:solidFill>
                  <a:srgbClr val="009E73"/>
                </a:solidFill>
                <a:latin typeface="Arial"/>
                <a:ea typeface="Arial"/>
                <a:cs typeface="Arial"/>
              </a:defRPr>
            </a:lvl5pPr>
            <a:lvl6pPr algn="l">
              <a:defRPr sz="1500" b="1">
                <a:solidFill>
                  <a:srgbClr val="009E73"/>
                </a:solidFill>
                <a:latin typeface="Arial"/>
                <a:ea typeface="Arial"/>
                <a:cs typeface="Arial"/>
              </a:defRPr>
            </a:lvl6pPr>
            <a:lvl7pPr algn="l">
              <a:defRPr sz="1500" b="1">
                <a:solidFill>
                  <a:srgbClr val="009E73"/>
                </a:solidFill>
                <a:latin typeface="Arial"/>
                <a:ea typeface="Arial"/>
                <a:cs typeface="Arial"/>
              </a:defRPr>
            </a:lvl7pPr>
            <a:lvl8pPr algn="l">
              <a:defRPr sz="1500" b="1">
                <a:solidFill>
                  <a:srgbClr val="009E73"/>
                </a:solidFill>
                <a:latin typeface="Arial"/>
                <a:ea typeface="Arial"/>
                <a:cs typeface="Arial"/>
              </a:defRPr>
            </a:lvl8pPr>
            <a:lvl9pPr algn="l">
              <a:defRPr sz="1500" b="1">
                <a:solidFill>
                  <a:srgbClr val="009E73"/>
                </a:solidFill>
                <a:latin typeface="Arial"/>
                <a:ea typeface="Arial"/>
                <a:cs typeface="Arial"/>
              </a:defRPr>
            </a:lvl9pPr>
          </a:lstStyle>
          <a:p>
            <a:pPr algn="l">
              <a:defRPr sz="1500" b="1">
                <a:solidFill>
                  <a:srgbClr val="009E73"/>
                </a:solidFill>
                <a:latin typeface="Arial"/>
                <a:ea typeface="Arial"/>
                <a:cs typeface="Arial"/>
              </a:defRPr>
            </a:pPr>
            <a:r>
              <a:rPr sz="1500" b="1">
                <a:solidFill>
                  <a:srgbClr val="009E73"/>
                </a:solidFill>
                <a:latin typeface="Arial"/>
                <a:ea typeface="Arial"/>
                <a:cs typeface="Arial"/>
              </a:rPr>
              <a:t>C</a:t>
            </a:r>
          </a:p>
        </p:txBody>
      </p:sp>
      <p:pic>
        <p:nvPicPr>
          <p:cNvPr id="166" name="">
            <a:extLst>
              <a:ext uri="{FF2B5EF4-FFF2-40B4-BE49-F238E27FC236}">
                <ns2:creationId id="{67C205EA-EAD6-4B64-8E39-ACB18F8FFAEC}"/>
              </a:ext>
            </a:extLst>
          </p:cNvPr>
          <p:cNvPicPr>
            <a:picLocks noChangeAspect="1"/>
          </p:cNvPicPr>
          <p:nvPr/>
        </p:nvPicPr>
        <p:blipFill>
          <a:blip r:embed="R670ed4927ad74cb9"/>
          <a:stretch/>
        </p:blipFill>
        <p:spPr>
          <a:xfrm>
            <a:off x="3905250" y="5886450"/>
            <a:ext cx="3238500" cy="95250"/>
          </a:xfrm>
          <a:prstGeom prst="rect">
            <a:avLst/>
          </a:prstGeom>
        </p:spPr>
      </p:pic>
      <p:sp>
        <p:nvSpPr>
          <p:cNvPr id="167" name="text_166">
            <a:extLst>
              <a:ext uri="{FF2B5EF4-FFF2-40B4-BE49-F238E27FC236}">
                <ns2:creationId id="{8E8A771E-77B9-4A49-94A9-88015CC9BAFF}"/>
              </a:ext>
            </a:extLst>
          </p:cNvPr>
          <p:cNvSpPr>
            <a:spLocks noGrp="1"/>
          </p:cNvSpPr>
          <p:nvPr/>
        </p:nvSpPr>
        <p:spPr>
          <a:xfrm rot="0">
            <a:off x="571500" y="5829300"/>
            <a:ext cx="3143250" cy="228600"/>
          </a:xfrm>
          <a:prstGeom prst="rect">
            <a:avLst/>
          </a:prstGeom>
          <a:noFill/>
          <a:ln w="0">
            <a:noFill/>
            <a:prstDash val="solid"/>
          </a:ln>
        </p:spPr>
        <p:txBody>
          <a:bodyPr wrap="none" lIns="0" tIns="0" rIns="0" bIns="0" anchor="t">
            <a:noAutofit/>
          </a:bodyPr>
          <a:lstStyle>
            <a:defPPr algn="l">
              <a:defRPr sz="1275" b="0">
                <a:solidFill>
                  <a:srgbClr val="000000"/>
                </a:solidFill>
                <a:latin typeface="Arial"/>
                <a:ea typeface="Arial"/>
                <a:cs typeface="Arial"/>
              </a:defRPr>
            </a:defPPr>
            <a:lvl1pPr algn="l">
              <a:defRPr sz="1275" b="0">
                <a:solidFill>
                  <a:srgbClr val="000000"/>
                </a:solidFill>
                <a:latin typeface="Arial"/>
                <a:ea typeface="Arial"/>
                <a:cs typeface="Arial"/>
              </a:defRPr>
            </a:lvl1pPr>
            <a:lvl2pPr algn="l">
              <a:defRPr sz="1275" b="0">
                <a:solidFill>
                  <a:srgbClr val="000000"/>
                </a:solidFill>
                <a:latin typeface="Arial"/>
                <a:ea typeface="Arial"/>
                <a:cs typeface="Arial"/>
              </a:defRPr>
            </a:lvl2pPr>
            <a:lvl3pPr algn="l">
              <a:defRPr sz="1275" b="0">
                <a:solidFill>
                  <a:srgbClr val="000000"/>
                </a:solidFill>
                <a:latin typeface="Arial"/>
                <a:ea typeface="Arial"/>
                <a:cs typeface="Arial"/>
              </a:defRPr>
            </a:lvl3pPr>
            <a:lvl4pPr algn="l">
              <a:defRPr sz="1275" b="0">
                <a:solidFill>
                  <a:srgbClr val="000000"/>
                </a:solidFill>
                <a:latin typeface="Arial"/>
                <a:ea typeface="Arial"/>
                <a:cs typeface="Arial"/>
              </a:defRPr>
            </a:lvl4pPr>
            <a:lvl5pPr algn="l">
              <a:defRPr sz="1275" b="0">
                <a:solidFill>
                  <a:srgbClr val="000000"/>
                </a:solidFill>
                <a:latin typeface="Arial"/>
                <a:ea typeface="Arial"/>
                <a:cs typeface="Arial"/>
              </a:defRPr>
            </a:lvl5pPr>
            <a:lvl6pPr algn="l">
              <a:defRPr sz="1275" b="0">
                <a:solidFill>
                  <a:srgbClr val="000000"/>
                </a:solidFill>
                <a:latin typeface="Arial"/>
                <a:ea typeface="Arial"/>
                <a:cs typeface="Arial"/>
              </a:defRPr>
            </a:lvl6pPr>
            <a:lvl7pPr algn="l">
              <a:defRPr sz="1275" b="0">
                <a:solidFill>
                  <a:srgbClr val="000000"/>
                </a:solidFill>
                <a:latin typeface="Arial"/>
                <a:ea typeface="Arial"/>
                <a:cs typeface="Arial"/>
              </a:defRPr>
            </a:lvl7pPr>
            <a:lvl8pPr algn="l">
              <a:defRPr sz="1275" b="0">
                <a:solidFill>
                  <a:srgbClr val="000000"/>
                </a:solidFill>
                <a:latin typeface="Arial"/>
                <a:ea typeface="Arial"/>
                <a:cs typeface="Arial"/>
              </a:defRPr>
            </a:lvl8pPr>
            <a:lvl9pPr algn="l">
              <a:defRPr sz="1275" b="0">
                <a:solidFill>
                  <a:srgbClr val="000000"/>
                </a:solidFill>
                <a:latin typeface="Arial"/>
                <a:ea typeface="Arial"/>
                <a:cs typeface="Arial"/>
              </a:defRPr>
            </a:lvl9pPr>
          </a:lstStyle>
          <a:p>
            <a:pPr algn="l">
              <a:defRPr sz="1275" b="0">
                <a:solidFill>
                  <a:srgbClr val="000000"/>
                </a:solidFill>
                <a:latin typeface="Arial"/>
                <a:ea typeface="Arial"/>
                <a:cs typeface="Arial"/>
              </a:defRPr>
            </a:pPr>
            <a:r>
              <a:rPr sz="1275" b="0">
                <a:solidFill>
                  <a:srgbClr val="000000"/>
                </a:solidFill>
                <a:latin typeface="Arial"/>
                <a:ea typeface="Arial"/>
                <a:cs typeface="Arial"/>
              </a:rPr>
              <a:t>log(1 + FRP sum / MW)</a:t>
            </a:r>
          </a:p>
        </p:txBody>
      </p:sp>
      <p:sp>
        <p:nvSpPr>
          <p:cNvPr id="168" name="text_167">
            <a:extLst>
              <a:ext uri="{FF2B5EF4-FFF2-40B4-BE49-F238E27FC236}">
                <ns2:creationId id="{E822886D-8193-440D-A9D1-D5F620879F8C}"/>
              </a:ext>
            </a:extLst>
          </p:cNvPr>
          <p:cNvSpPr>
            <a:spLocks noGrp="1"/>
          </p:cNvSpPr>
          <p:nvPr/>
        </p:nvSpPr>
        <p:spPr>
          <a:xfrm rot="0">
            <a:off x="3648075" y="5829300"/>
            <a:ext cx="209550" cy="219075"/>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0</a:t>
            </a:r>
          </a:p>
        </p:txBody>
      </p:sp>
      <p:sp>
        <p:nvSpPr>
          <p:cNvPr id="169" name="text_168">
            <a:extLst>
              <a:ext uri="{FF2B5EF4-FFF2-40B4-BE49-F238E27FC236}">
                <ns2:creationId id="{211871FF-6336-4AE3-A66B-BEE5E1800E5E}"/>
              </a:ext>
            </a:extLst>
          </p:cNvPr>
          <p:cNvSpPr>
            <a:spLocks noGrp="1"/>
          </p:cNvSpPr>
          <p:nvPr/>
        </p:nvSpPr>
        <p:spPr>
          <a:xfrm rot="0">
            <a:off x="7229475" y="5829300"/>
            <a:ext cx="723900" cy="219075"/>
          </a:xfrm>
          <a:prstGeom prst="rect">
            <a:avLst/>
          </a:prstGeom>
          <a:noFill/>
          <a:ln w="0">
            <a:noFill/>
            <a:prstDash val="solid"/>
          </a:ln>
        </p:spPr>
        <p:txBody>
          <a:bodyPr wrap="none" lIns="0" tIns="0" rIns="0" bIns="0" anchor="t">
            <a:noAutofit/>
          </a:bodyPr>
          <a:lstStyle>
            <a:defPPr algn="l">
              <a:defRPr sz="1125" b="0">
                <a:solidFill>
                  <a:srgbClr val="000000"/>
                </a:solidFill>
                <a:latin typeface="Arial"/>
                <a:ea typeface="Arial"/>
                <a:cs typeface="Arial"/>
              </a:defRPr>
            </a:defPPr>
            <a:lvl1pPr algn="l">
              <a:defRPr sz="1125" b="0">
                <a:solidFill>
                  <a:srgbClr val="000000"/>
                </a:solidFill>
                <a:latin typeface="Arial"/>
                <a:ea typeface="Arial"/>
                <a:cs typeface="Arial"/>
              </a:defRPr>
            </a:lvl1pPr>
            <a:lvl2pPr algn="l">
              <a:defRPr sz="1125" b="0">
                <a:solidFill>
                  <a:srgbClr val="000000"/>
                </a:solidFill>
                <a:latin typeface="Arial"/>
                <a:ea typeface="Arial"/>
                <a:cs typeface="Arial"/>
              </a:defRPr>
            </a:lvl2pPr>
            <a:lvl3pPr algn="l">
              <a:defRPr sz="1125" b="0">
                <a:solidFill>
                  <a:srgbClr val="000000"/>
                </a:solidFill>
                <a:latin typeface="Arial"/>
                <a:ea typeface="Arial"/>
                <a:cs typeface="Arial"/>
              </a:defRPr>
            </a:lvl3pPr>
            <a:lvl4pPr algn="l">
              <a:defRPr sz="1125" b="0">
                <a:solidFill>
                  <a:srgbClr val="000000"/>
                </a:solidFill>
                <a:latin typeface="Arial"/>
                <a:ea typeface="Arial"/>
                <a:cs typeface="Arial"/>
              </a:defRPr>
            </a:lvl4pPr>
            <a:lvl5pPr algn="l">
              <a:defRPr sz="1125" b="0">
                <a:solidFill>
                  <a:srgbClr val="000000"/>
                </a:solidFill>
                <a:latin typeface="Arial"/>
                <a:ea typeface="Arial"/>
                <a:cs typeface="Arial"/>
              </a:defRPr>
            </a:lvl5pPr>
            <a:lvl6pPr algn="l">
              <a:defRPr sz="1125" b="0">
                <a:solidFill>
                  <a:srgbClr val="000000"/>
                </a:solidFill>
                <a:latin typeface="Arial"/>
                <a:ea typeface="Arial"/>
                <a:cs typeface="Arial"/>
              </a:defRPr>
            </a:lvl6pPr>
            <a:lvl7pPr algn="l">
              <a:defRPr sz="1125" b="0">
                <a:solidFill>
                  <a:srgbClr val="000000"/>
                </a:solidFill>
                <a:latin typeface="Arial"/>
                <a:ea typeface="Arial"/>
                <a:cs typeface="Arial"/>
              </a:defRPr>
            </a:lvl7pPr>
            <a:lvl8pPr algn="l">
              <a:defRPr sz="1125" b="0">
                <a:solidFill>
                  <a:srgbClr val="000000"/>
                </a:solidFill>
                <a:latin typeface="Arial"/>
                <a:ea typeface="Arial"/>
                <a:cs typeface="Arial"/>
              </a:defRPr>
            </a:lvl8pPr>
            <a:lvl9pPr algn="l">
              <a:defRPr sz="1125" b="0">
                <a:solidFill>
                  <a:srgbClr val="000000"/>
                </a:solidFill>
                <a:latin typeface="Arial"/>
                <a:ea typeface="Arial"/>
                <a:cs typeface="Arial"/>
              </a:defRPr>
            </a:lvl9pPr>
          </a:lstStyle>
          <a:p>
            <a:pPr algn="l">
              <a:defRPr sz="1125" b="0">
                <a:solidFill>
                  <a:srgbClr val="000000"/>
                </a:solidFill>
                <a:latin typeface="Arial"/>
                <a:ea typeface="Arial"/>
                <a:cs typeface="Arial"/>
              </a:defRPr>
            </a:pPr>
            <a:r>
              <a:rPr sz="1125" b="0">
                <a:solidFill>
                  <a:srgbClr val="000000"/>
                </a:solidFill>
                <a:latin typeface="Arial"/>
                <a:ea typeface="Arial"/>
                <a:cs typeface="Arial"/>
              </a:rPr>
              <a:t>12.05</a:t>
            </a:r>
          </a:p>
        </p:txBody>
      </p:sp>
      <p:pic>
        <p:nvPicPr>
          <p:cNvPr id="170" name="">
            <a:extLst>
              <a:ext uri="{FF2B5EF4-FFF2-40B4-BE49-F238E27FC236}">
                <ns2:creationId id="{7095E76E-5C62-47AD-9C13-0BA40C7BDCBC}"/>
              </a:ext>
            </a:extLst>
          </p:cNvPr>
          <p:cNvPicPr>
            <a:picLocks noChangeAspect="1"/>
          </p:cNvPicPr>
          <p:nvPr/>
        </p:nvPicPr>
        <p:blipFill>
          <a:blip r:embed="R8aa60bd01a5540b4"/>
          <a:stretch/>
        </p:blipFill>
        <p:spPr>
          <a:xfrm>
            <a:off x="3905250" y="9096375"/>
            <a:ext cx="3238500" cy="95250"/>
          </a:xfrm>
          <a:prstGeom prst="rect">
            <a:avLst/>
          </a:prstGeom>
        </p:spPr>
      </p:pic>
      <p:sp>
        <p:nvSpPr>
          <p:cNvPr id="171" name="text_170">
            <a:extLst>
              <a:ext uri="{FF2B5EF4-FFF2-40B4-BE49-F238E27FC236}">
                <ns2:creationId id="{E58A746B-C7DA-49E9-AB45-81FFBB9FD71E}"/>
              </a:ext>
            </a:extLst>
          </p:cNvPr>
          <p:cNvSpPr>
            <a:spLocks noGrp="1"/>
          </p:cNvSpPr>
          <p:nvPr/>
        </p:nvSpPr>
        <p:spPr>
          <a:xfrm rot="0">
            <a:off x="571500" y="9039225"/>
            <a:ext cx="3143250" cy="228600"/>
          </a:xfrm>
          <a:prstGeom prst="rect">
            <a:avLst/>
          </a:prstGeom>
          <a:noFill/>
          <a:ln w="0">
            <a:noFill/>
            <a:prstDash val="solid"/>
          </a:ln>
        </p:spPr>
        <p:txBody>
          <a:bodyPr wrap="none" lIns="0" tIns="0" rIns="0" bIns="0" anchor="t">
            <a:noAutofit/>
          </a:bodyPr>
          <a:lstStyle>
            <a:defPPr algn="l">
              <a:defRPr sz="1275" b="0">
                <a:solidFill>
                  <a:srgbClr val="000000"/>
                </a:solidFill>
                <a:latin typeface="Arial"/>
                <a:ea typeface="Arial"/>
                <a:cs typeface="Arial"/>
              </a:defRPr>
            </a:defPPr>
            <a:lvl1pPr algn="l">
              <a:defRPr sz="1275" b="0">
                <a:solidFill>
                  <a:srgbClr val="000000"/>
                </a:solidFill>
                <a:latin typeface="Arial"/>
                <a:ea typeface="Arial"/>
                <a:cs typeface="Arial"/>
              </a:defRPr>
            </a:lvl1pPr>
            <a:lvl2pPr algn="l">
              <a:defRPr sz="1275" b="0">
                <a:solidFill>
                  <a:srgbClr val="000000"/>
                </a:solidFill>
                <a:latin typeface="Arial"/>
                <a:ea typeface="Arial"/>
                <a:cs typeface="Arial"/>
              </a:defRPr>
            </a:lvl2pPr>
            <a:lvl3pPr algn="l">
              <a:defRPr sz="1275" b="0">
                <a:solidFill>
                  <a:srgbClr val="000000"/>
                </a:solidFill>
                <a:latin typeface="Arial"/>
                <a:ea typeface="Arial"/>
                <a:cs typeface="Arial"/>
              </a:defRPr>
            </a:lvl3pPr>
            <a:lvl4pPr algn="l">
              <a:defRPr sz="1275" b="0">
                <a:solidFill>
                  <a:srgbClr val="000000"/>
                </a:solidFill>
                <a:latin typeface="Arial"/>
                <a:ea typeface="Arial"/>
                <a:cs typeface="Arial"/>
              </a:defRPr>
            </a:lvl4pPr>
            <a:lvl5pPr algn="l">
              <a:defRPr sz="1275" b="0">
                <a:solidFill>
                  <a:srgbClr val="000000"/>
                </a:solidFill>
                <a:latin typeface="Arial"/>
                <a:ea typeface="Arial"/>
                <a:cs typeface="Arial"/>
              </a:defRPr>
            </a:lvl5pPr>
            <a:lvl6pPr algn="l">
              <a:defRPr sz="1275" b="0">
                <a:solidFill>
                  <a:srgbClr val="000000"/>
                </a:solidFill>
                <a:latin typeface="Arial"/>
                <a:ea typeface="Arial"/>
                <a:cs typeface="Arial"/>
              </a:defRPr>
            </a:lvl6pPr>
            <a:lvl7pPr algn="l">
              <a:defRPr sz="1275" b="0">
                <a:solidFill>
                  <a:srgbClr val="000000"/>
                </a:solidFill>
                <a:latin typeface="Arial"/>
                <a:ea typeface="Arial"/>
                <a:cs typeface="Arial"/>
              </a:defRPr>
            </a:lvl7pPr>
            <a:lvl8pPr algn="l">
              <a:defRPr sz="1275" b="0">
                <a:solidFill>
                  <a:srgbClr val="000000"/>
                </a:solidFill>
                <a:latin typeface="Arial"/>
                <a:ea typeface="Arial"/>
                <a:cs typeface="Arial"/>
              </a:defRPr>
            </a:lvl8pPr>
            <a:lvl9pPr algn="l">
              <a:defRPr sz="1275" b="0">
                <a:solidFill>
                  <a:srgbClr val="000000"/>
                </a:solidFill>
                <a:latin typeface="Arial"/>
                <a:ea typeface="Arial"/>
                <a:cs typeface="Arial"/>
              </a:defRPr>
            </a:lvl9pPr>
          </a:lstStyle>
          <a:p>
            <a:pPr algn="l">
              <a:defRPr sz="1275" b="0">
                <a:solidFill>
                  <a:srgbClr val="000000"/>
                </a:solidFill>
                <a:latin typeface="Arial"/>
                <a:ea typeface="Arial"/>
                <a:cs typeface="Arial"/>
              </a:defRPr>
            </a:pPr>
            <a:r>
              <a:rPr sz="1275" b="0">
                <a:solidFill>
                  <a:srgbClr val="000000"/>
                </a:solidFill>
                <a:latin typeface="Arial"/>
                <a:ea typeface="Arial"/>
                <a:cs typeface="Arial"/>
              </a:rPr>
              <a:t>Processed log-FRP</a:t>
            </a:r>
          </a:p>
        </p:txBody>
      </p:sp>
      <p:sp>
        <p:nvSpPr>
          <p:cNvPr id="172" name="text_171">
            <a:extLst>
              <a:ext uri="{FF2B5EF4-FFF2-40B4-BE49-F238E27FC236}">
                <ns2:creationId id="{0E051558-C936-42B4-9883-12EC4CD343A1}"/>
              </a:ext>
            </a:extLst>
          </p:cNvPr>
          <p:cNvSpPr>
            <a:spLocks noGrp="1"/>
          </p:cNvSpPr>
          <p:nvPr/>
        </p:nvSpPr>
        <p:spPr>
          <a:xfrm rot="0">
            <a:off x="3648075" y="9039225"/>
            <a:ext cx="209550" cy="219075"/>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0</a:t>
            </a:r>
          </a:p>
        </p:txBody>
      </p:sp>
      <p:sp>
        <p:nvSpPr>
          <p:cNvPr id="173" name="text_172">
            <a:extLst>
              <a:ext uri="{FF2B5EF4-FFF2-40B4-BE49-F238E27FC236}">
                <ns2:creationId id="{6A230775-3626-400A-B0C2-7C66A472A305}"/>
              </a:ext>
            </a:extLst>
          </p:cNvPr>
          <p:cNvSpPr>
            <a:spLocks noGrp="1"/>
          </p:cNvSpPr>
          <p:nvPr/>
        </p:nvSpPr>
        <p:spPr>
          <a:xfrm rot="0">
            <a:off x="7229475" y="9039225"/>
            <a:ext cx="723900" cy="219075"/>
          </a:xfrm>
          <a:prstGeom prst="rect">
            <a:avLst/>
          </a:prstGeom>
          <a:noFill/>
          <a:ln w="0">
            <a:noFill/>
            <a:prstDash val="solid"/>
          </a:ln>
        </p:spPr>
        <p:txBody>
          <a:bodyPr wrap="none" lIns="0" tIns="0" rIns="0" bIns="0" anchor="t">
            <a:noAutofit/>
          </a:bodyPr>
          <a:lstStyle>
            <a:defPPr algn="l">
              <a:defRPr sz="1125" b="0">
                <a:solidFill>
                  <a:srgbClr val="000000"/>
                </a:solidFill>
                <a:latin typeface="Arial"/>
                <a:ea typeface="Arial"/>
                <a:cs typeface="Arial"/>
              </a:defRPr>
            </a:defPPr>
            <a:lvl1pPr algn="l">
              <a:defRPr sz="1125" b="0">
                <a:solidFill>
                  <a:srgbClr val="000000"/>
                </a:solidFill>
                <a:latin typeface="Arial"/>
                <a:ea typeface="Arial"/>
                <a:cs typeface="Arial"/>
              </a:defRPr>
            </a:lvl1pPr>
            <a:lvl2pPr algn="l">
              <a:defRPr sz="1125" b="0">
                <a:solidFill>
                  <a:srgbClr val="000000"/>
                </a:solidFill>
                <a:latin typeface="Arial"/>
                <a:ea typeface="Arial"/>
                <a:cs typeface="Arial"/>
              </a:defRPr>
            </a:lvl2pPr>
            <a:lvl3pPr algn="l">
              <a:defRPr sz="1125" b="0">
                <a:solidFill>
                  <a:srgbClr val="000000"/>
                </a:solidFill>
                <a:latin typeface="Arial"/>
                <a:ea typeface="Arial"/>
                <a:cs typeface="Arial"/>
              </a:defRPr>
            </a:lvl3pPr>
            <a:lvl4pPr algn="l">
              <a:defRPr sz="1125" b="0">
                <a:solidFill>
                  <a:srgbClr val="000000"/>
                </a:solidFill>
                <a:latin typeface="Arial"/>
                <a:ea typeface="Arial"/>
                <a:cs typeface="Arial"/>
              </a:defRPr>
            </a:lvl4pPr>
            <a:lvl5pPr algn="l">
              <a:defRPr sz="1125" b="0">
                <a:solidFill>
                  <a:srgbClr val="000000"/>
                </a:solidFill>
                <a:latin typeface="Arial"/>
                <a:ea typeface="Arial"/>
                <a:cs typeface="Arial"/>
              </a:defRPr>
            </a:lvl5pPr>
            <a:lvl6pPr algn="l">
              <a:defRPr sz="1125" b="0">
                <a:solidFill>
                  <a:srgbClr val="000000"/>
                </a:solidFill>
                <a:latin typeface="Arial"/>
                <a:ea typeface="Arial"/>
                <a:cs typeface="Arial"/>
              </a:defRPr>
            </a:lvl6pPr>
            <a:lvl7pPr algn="l">
              <a:defRPr sz="1125" b="0">
                <a:solidFill>
                  <a:srgbClr val="000000"/>
                </a:solidFill>
                <a:latin typeface="Arial"/>
                <a:ea typeface="Arial"/>
                <a:cs typeface="Arial"/>
              </a:defRPr>
            </a:lvl7pPr>
            <a:lvl8pPr algn="l">
              <a:defRPr sz="1125" b="0">
                <a:solidFill>
                  <a:srgbClr val="000000"/>
                </a:solidFill>
                <a:latin typeface="Arial"/>
                <a:ea typeface="Arial"/>
                <a:cs typeface="Arial"/>
              </a:defRPr>
            </a:lvl8pPr>
            <a:lvl9pPr algn="l">
              <a:defRPr sz="1125" b="0">
                <a:solidFill>
                  <a:srgbClr val="000000"/>
                </a:solidFill>
                <a:latin typeface="Arial"/>
                <a:ea typeface="Arial"/>
                <a:cs typeface="Arial"/>
              </a:defRPr>
            </a:lvl9pPr>
          </a:lstStyle>
          <a:p>
            <a:pPr algn="l">
              <a:defRPr sz="1125" b="0">
                <a:solidFill>
                  <a:srgbClr val="000000"/>
                </a:solidFill>
                <a:latin typeface="Arial"/>
                <a:ea typeface="Arial"/>
                <a:cs typeface="Arial"/>
              </a:defRPr>
            </a:pPr>
            <a:r>
              <a:rPr sz="1125" b="0">
                <a:solidFill>
                  <a:srgbClr val="000000"/>
                </a:solidFill>
                <a:latin typeface="Arial"/>
                <a:ea typeface="Arial"/>
                <a:cs typeface="Arial"/>
              </a:rPr>
              <a:t>4.21</a:t>
            </a:r>
          </a:p>
        </p:txBody>
      </p:sp>
      <p:sp>
        <p:nvSpPr>
          <p:cNvPr id="174" name="text_173">
            <a:extLst>
              <a:ext uri="{FF2B5EF4-FFF2-40B4-BE49-F238E27FC236}">
                <ns2:creationId id="{34AD4E28-47C8-41C9-8D87-061E1E40BCBA}"/>
              </a:ext>
            </a:extLst>
          </p:cNvPr>
          <p:cNvSpPr>
            <a:spLocks noGrp="1"/>
          </p:cNvSpPr>
          <p:nvPr/>
        </p:nvSpPr>
        <p:spPr>
          <a:xfrm rot="0">
            <a:off x="8553450" y="2343150"/>
            <a:ext cx="3524250" cy="276225"/>
          </a:xfrm>
          <a:prstGeom prst="rect">
            <a:avLst/>
          </a:prstGeom>
          <a:noFill/>
          <a:ln w="0">
            <a:noFill/>
            <a:prstDash val="solid"/>
          </a:ln>
        </p:spPr>
        <p:txBody>
          <a:bodyPr wrap="none" lIns="0" tIns="0" rIns="0" bIns="0" anchor="t">
            <a:noAutofit/>
          </a:bodyPr>
          <a:lstStyle>
            <a:defPPr algn="l">
              <a:defRPr sz="1650" b="1">
                <a:solidFill>
                  <a:srgbClr val="000000"/>
                </a:solidFill>
                <a:latin typeface="Arial"/>
                <a:ea typeface="Arial"/>
                <a:cs typeface="Arial"/>
              </a:defRPr>
            </a:defPPr>
            <a:lvl1pPr algn="l">
              <a:defRPr sz="1650" b="1">
                <a:solidFill>
                  <a:srgbClr val="000000"/>
                </a:solidFill>
                <a:latin typeface="Arial"/>
                <a:ea typeface="Arial"/>
                <a:cs typeface="Arial"/>
              </a:defRPr>
            </a:lvl1pPr>
            <a:lvl2pPr algn="l">
              <a:defRPr sz="1650" b="1">
                <a:solidFill>
                  <a:srgbClr val="000000"/>
                </a:solidFill>
                <a:latin typeface="Arial"/>
                <a:ea typeface="Arial"/>
                <a:cs typeface="Arial"/>
              </a:defRPr>
            </a:lvl2pPr>
            <a:lvl3pPr algn="l">
              <a:defRPr sz="1650" b="1">
                <a:solidFill>
                  <a:srgbClr val="000000"/>
                </a:solidFill>
                <a:latin typeface="Arial"/>
                <a:ea typeface="Arial"/>
                <a:cs typeface="Arial"/>
              </a:defRPr>
            </a:lvl3pPr>
            <a:lvl4pPr algn="l">
              <a:defRPr sz="1650" b="1">
                <a:solidFill>
                  <a:srgbClr val="000000"/>
                </a:solidFill>
                <a:latin typeface="Arial"/>
                <a:ea typeface="Arial"/>
                <a:cs typeface="Arial"/>
              </a:defRPr>
            </a:lvl4pPr>
            <a:lvl5pPr algn="l">
              <a:defRPr sz="1650" b="1">
                <a:solidFill>
                  <a:srgbClr val="000000"/>
                </a:solidFill>
                <a:latin typeface="Arial"/>
                <a:ea typeface="Arial"/>
                <a:cs typeface="Arial"/>
              </a:defRPr>
            </a:lvl5pPr>
            <a:lvl6pPr algn="l">
              <a:defRPr sz="1650" b="1">
                <a:solidFill>
                  <a:srgbClr val="000000"/>
                </a:solidFill>
                <a:latin typeface="Arial"/>
                <a:ea typeface="Arial"/>
                <a:cs typeface="Arial"/>
              </a:defRPr>
            </a:lvl6pPr>
            <a:lvl7pPr algn="l">
              <a:defRPr sz="1650" b="1">
                <a:solidFill>
                  <a:srgbClr val="000000"/>
                </a:solidFill>
                <a:latin typeface="Arial"/>
                <a:ea typeface="Arial"/>
                <a:cs typeface="Arial"/>
              </a:defRPr>
            </a:lvl7pPr>
            <a:lvl8pPr algn="l">
              <a:defRPr sz="1650" b="1">
                <a:solidFill>
                  <a:srgbClr val="000000"/>
                </a:solidFill>
                <a:latin typeface="Arial"/>
                <a:ea typeface="Arial"/>
                <a:cs typeface="Arial"/>
              </a:defRPr>
            </a:lvl8pPr>
            <a:lvl9pPr algn="l">
              <a:defRPr sz="1650" b="1">
                <a:solidFill>
                  <a:srgbClr val="000000"/>
                </a:solidFill>
                <a:latin typeface="Arial"/>
                <a:ea typeface="Arial"/>
                <a:cs typeface="Arial"/>
              </a:defRPr>
            </a:lvl9pPr>
          </a:lstStyle>
          <a:p>
            <a:pPr algn="l">
              <a:defRPr sz="1650" b="1">
                <a:solidFill>
                  <a:srgbClr val="000000"/>
                </a:solidFill>
                <a:latin typeface="Arial"/>
                <a:ea typeface="Arial"/>
                <a:cs typeface="Arial"/>
              </a:defRPr>
            </a:pPr>
            <a:r>
              <a:rPr sz="1650" b="1">
                <a:solidFill>
                  <a:srgbClr val="000000"/>
                </a:solidFill>
                <a:latin typeface="Arial"/>
                <a:ea typeface="Arial"/>
                <a:cs typeface="Arial"/>
              </a:rPr>
              <a:t>(d) Frame 18: saved profiles</a:t>
            </a:r>
          </a:p>
        </p:txBody>
      </p:sp>
      <p:sp>
        <p:nvSpPr>
          <p:cNvPr id="175" name="text_174">
            <a:extLst>
              <a:ext uri="{FF2B5EF4-FFF2-40B4-BE49-F238E27FC236}">
                <ns2:creationId id="{FDB7C550-E6EB-44EF-AA20-A82C3CB66D96}"/>
              </a:ext>
            </a:extLst>
          </p:cNvPr>
          <p:cNvSpPr>
            <a:spLocks noGrp="1"/>
          </p:cNvSpPr>
          <p:nvPr/>
        </p:nvSpPr>
        <p:spPr>
          <a:xfrm rot="0">
            <a:off x="8905875" y="2790825"/>
            <a:ext cx="3048000" cy="228600"/>
          </a:xfrm>
          <a:prstGeom prst="rect">
            <a:avLst/>
          </a:prstGeom>
          <a:noFill/>
          <a:ln w="0">
            <a:noFill/>
            <a:prstDash val="solid"/>
          </a:ln>
        </p:spPr>
        <p:txBody>
          <a:bodyPr wrap="none" lIns="0" tIns="0" rIns="0" bIns="0" anchor="t">
            <a:noAutofit/>
          </a:bodyPr>
          <a:lstStyle>
            <a:defPPr algn="l">
              <a:defRPr sz="1275" b="0">
                <a:solidFill>
                  <a:srgbClr val="000000"/>
                </a:solidFill>
                <a:latin typeface="Arial"/>
                <a:ea typeface="Arial"/>
                <a:cs typeface="Arial"/>
              </a:defRPr>
            </a:defPPr>
            <a:lvl1pPr algn="l">
              <a:defRPr sz="1275" b="0">
                <a:solidFill>
                  <a:srgbClr val="000000"/>
                </a:solidFill>
                <a:latin typeface="Arial"/>
                <a:ea typeface="Arial"/>
                <a:cs typeface="Arial"/>
              </a:defRPr>
            </a:lvl1pPr>
            <a:lvl2pPr algn="l">
              <a:defRPr sz="1275" b="0">
                <a:solidFill>
                  <a:srgbClr val="000000"/>
                </a:solidFill>
                <a:latin typeface="Arial"/>
                <a:ea typeface="Arial"/>
                <a:cs typeface="Arial"/>
              </a:defRPr>
            </a:lvl2pPr>
            <a:lvl3pPr algn="l">
              <a:defRPr sz="1275" b="0">
                <a:solidFill>
                  <a:srgbClr val="000000"/>
                </a:solidFill>
                <a:latin typeface="Arial"/>
                <a:ea typeface="Arial"/>
                <a:cs typeface="Arial"/>
              </a:defRPr>
            </a:lvl3pPr>
            <a:lvl4pPr algn="l">
              <a:defRPr sz="1275" b="0">
                <a:solidFill>
                  <a:srgbClr val="000000"/>
                </a:solidFill>
                <a:latin typeface="Arial"/>
                <a:ea typeface="Arial"/>
                <a:cs typeface="Arial"/>
              </a:defRPr>
            </a:lvl4pPr>
            <a:lvl5pPr algn="l">
              <a:defRPr sz="1275" b="0">
                <a:solidFill>
                  <a:srgbClr val="000000"/>
                </a:solidFill>
                <a:latin typeface="Arial"/>
                <a:ea typeface="Arial"/>
                <a:cs typeface="Arial"/>
              </a:defRPr>
            </a:lvl5pPr>
            <a:lvl6pPr algn="l">
              <a:defRPr sz="1275" b="0">
                <a:solidFill>
                  <a:srgbClr val="000000"/>
                </a:solidFill>
                <a:latin typeface="Arial"/>
                <a:ea typeface="Arial"/>
                <a:cs typeface="Arial"/>
              </a:defRPr>
            </a:lvl6pPr>
            <a:lvl7pPr algn="l">
              <a:defRPr sz="1275" b="0">
                <a:solidFill>
                  <a:srgbClr val="000000"/>
                </a:solidFill>
                <a:latin typeface="Arial"/>
                <a:ea typeface="Arial"/>
                <a:cs typeface="Arial"/>
              </a:defRPr>
            </a:lvl7pPr>
            <a:lvl8pPr algn="l">
              <a:defRPr sz="1275" b="0">
                <a:solidFill>
                  <a:srgbClr val="000000"/>
                </a:solidFill>
                <a:latin typeface="Arial"/>
                <a:ea typeface="Arial"/>
                <a:cs typeface="Arial"/>
              </a:defRPr>
            </a:lvl8pPr>
            <a:lvl9pPr algn="l">
              <a:defRPr sz="1275" b="0">
                <a:solidFill>
                  <a:srgbClr val="000000"/>
                </a:solidFill>
                <a:latin typeface="Arial"/>
                <a:ea typeface="Arial"/>
                <a:cs typeface="Arial"/>
              </a:defRPr>
            </a:lvl9pPr>
          </a:lstStyle>
          <a:p>
            <a:pPr algn="l">
              <a:defRPr sz="1275" b="0">
                <a:solidFill>
                  <a:srgbClr val="000000"/>
                </a:solidFill>
                <a:latin typeface="Arial"/>
                <a:ea typeface="Arial"/>
                <a:cs typeface="Arial"/>
              </a:defRPr>
            </a:pPr>
            <a:r>
              <a:rPr sz="1275" b="0">
                <a:solidFill>
                  <a:srgbClr val="000000"/>
                </a:solidFill>
                <a:latin typeface="Arial"/>
                <a:ea typeface="Arial"/>
                <a:cs typeface="Arial"/>
              </a:rPr>
              <a:t>Processed log-FRP</a:t>
            </a:r>
          </a:p>
        </p:txBody>
      </p:sp>
      <p:sp>
        <p:nvSpPr>
          <p:cNvPr id="176" name="line_175">
            <a:extLst>
              <a:ext uri="{FF2B5EF4-FFF2-40B4-BE49-F238E27FC236}">
                <ns2:creationId id="{1D7E4962-F845-48B1-A6B6-41DA91B296AE}"/>
              </a:ext>
            </a:extLst>
          </p:cNvPr>
          <p:cNvSpPr>
            <a:spLocks noGrp="1"/>
          </p:cNvSpPr>
          <p:nvPr/>
        </p:nvSpPr>
        <p:spPr>
          <a:xfrm>
            <a:off x="8905875" y="4668012"/>
            <a:ext cx="2971800" cy="95"/>
          </a:xfrm>
          <a:custGeom>
            <a:pathLst>
              <a:path w="2971800" h="95">
                <a:moveTo>
                  <a:pt x="0" y="0"/>
                </a:moveTo>
                <a:lnTo>
                  <a:pt x="2971800" y="0"/>
                </a:lnTo>
              </a:path>
            </a:pathLst>
          </a:custGeom>
          <a:noFill/>
          <a:ln w="5715">
            <a:solidFill>
              <a:srgbClr val="DEE3E7"/>
            </a:solidFill>
            <a:prstDash val="solid"/>
          </a:ln>
        </p:spPr>
      </p:sp>
      <p:sp>
        <p:nvSpPr>
          <p:cNvPr id="177" name="text_176">
            <a:extLst>
              <a:ext uri="{FF2B5EF4-FFF2-40B4-BE49-F238E27FC236}">
                <ns2:creationId id="{554488CA-3356-474E-A427-B95CF18AB462}"/>
              </a:ext>
            </a:extLst>
          </p:cNvPr>
          <p:cNvSpPr>
            <a:spLocks noGrp="1"/>
          </p:cNvSpPr>
          <p:nvPr/>
        </p:nvSpPr>
        <p:spPr>
          <a:xfrm rot="0">
            <a:off x="8572500" y="4572762"/>
            <a:ext cx="257175" cy="228600"/>
          </a:xfrm>
          <a:prstGeom prst="rect">
            <a:avLst/>
          </a:prstGeom>
          <a:noFill/>
          <a:ln w="0">
            <a:noFill/>
            <a:prstDash val="solid"/>
          </a:ln>
        </p:spPr>
        <p:txBody>
          <a:bodyPr wrap="none" lIns="0" tIns="0" rIns="0" bIns="0" anchor="t">
            <a:noAutofit/>
          </a:bodyPr>
          <a:lstStyle>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a:pPr algn="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178" name="line_177">
            <a:extLst>
              <a:ext uri="{FF2B5EF4-FFF2-40B4-BE49-F238E27FC236}">
                <ns2:creationId id="{5F10A5EB-3311-45D1-8E4C-5377BA6EBE43}"/>
              </a:ext>
            </a:extLst>
          </p:cNvPr>
          <p:cNvSpPr>
            <a:spLocks noGrp="1"/>
          </p:cNvSpPr>
          <p:nvPr/>
        </p:nvSpPr>
        <p:spPr>
          <a:xfrm>
            <a:off x="8905875" y="3989832"/>
            <a:ext cx="2971800" cy="95"/>
          </a:xfrm>
          <a:custGeom>
            <a:pathLst>
              <a:path w="2971800" h="95">
                <a:moveTo>
                  <a:pt x="0" y="0"/>
                </a:moveTo>
                <a:lnTo>
                  <a:pt x="2971800" y="0"/>
                </a:lnTo>
              </a:path>
            </a:pathLst>
          </a:custGeom>
          <a:noFill/>
          <a:ln w="5715">
            <a:solidFill>
              <a:srgbClr val="DEE3E7"/>
            </a:solidFill>
            <a:prstDash val="solid"/>
          </a:ln>
        </p:spPr>
      </p:sp>
      <p:sp>
        <p:nvSpPr>
          <p:cNvPr id="179" name="text_178">
            <a:extLst>
              <a:ext uri="{FF2B5EF4-FFF2-40B4-BE49-F238E27FC236}">
                <ns2:creationId id="{7120484F-369E-4F85-8CA0-B8C7387341CD}"/>
              </a:ext>
            </a:extLst>
          </p:cNvPr>
          <p:cNvSpPr>
            <a:spLocks noGrp="1"/>
          </p:cNvSpPr>
          <p:nvPr/>
        </p:nvSpPr>
        <p:spPr>
          <a:xfrm rot="0">
            <a:off x="8572500" y="3894582"/>
            <a:ext cx="257175" cy="228600"/>
          </a:xfrm>
          <a:prstGeom prst="rect">
            <a:avLst/>
          </a:prstGeom>
          <a:noFill/>
          <a:ln w="0">
            <a:noFill/>
            <a:prstDash val="solid"/>
          </a:ln>
        </p:spPr>
        <p:txBody>
          <a:bodyPr wrap="none" lIns="0" tIns="0" rIns="0" bIns="0" anchor="t">
            <a:noAutofit/>
          </a:bodyPr>
          <a:lstStyle>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a:pPr algn="r">
              <a:defRPr sz="1200" b="0">
                <a:solidFill>
                  <a:srgbClr val="000000"/>
                </a:solidFill>
                <a:latin typeface="Arial"/>
                <a:ea typeface="Arial"/>
                <a:cs typeface="Arial"/>
              </a:defRPr>
            </a:pPr>
            <a:r>
              <a:rPr sz="1200" b="0">
                <a:solidFill>
                  <a:srgbClr val="000000"/>
                </a:solidFill>
                <a:latin typeface="Arial"/>
                <a:ea typeface="Arial"/>
                <a:cs typeface="Arial"/>
              </a:rPr>
              <a:t>2</a:t>
            </a:r>
          </a:p>
        </p:txBody>
      </p:sp>
      <p:sp>
        <p:nvSpPr>
          <p:cNvPr id="180" name="line_179">
            <a:extLst>
              <a:ext uri="{FF2B5EF4-FFF2-40B4-BE49-F238E27FC236}">
                <ns2:creationId id="{696D717B-E63A-4DDD-8AFA-FB051E46A1E2}"/>
              </a:ext>
            </a:extLst>
          </p:cNvPr>
          <p:cNvSpPr>
            <a:spLocks noGrp="1"/>
          </p:cNvSpPr>
          <p:nvPr/>
        </p:nvSpPr>
        <p:spPr>
          <a:xfrm>
            <a:off x="8905875" y="3311652"/>
            <a:ext cx="2971800" cy="95"/>
          </a:xfrm>
          <a:custGeom>
            <a:pathLst>
              <a:path w="2971800" h="95">
                <a:moveTo>
                  <a:pt x="0" y="0"/>
                </a:moveTo>
                <a:lnTo>
                  <a:pt x="2971800" y="0"/>
                </a:lnTo>
              </a:path>
            </a:pathLst>
          </a:custGeom>
          <a:noFill/>
          <a:ln w="5715">
            <a:solidFill>
              <a:srgbClr val="DEE3E7"/>
            </a:solidFill>
            <a:prstDash val="solid"/>
          </a:ln>
        </p:spPr>
      </p:sp>
      <p:sp>
        <p:nvSpPr>
          <p:cNvPr id="181" name="text_180">
            <a:extLst>
              <a:ext uri="{FF2B5EF4-FFF2-40B4-BE49-F238E27FC236}">
                <ns2:creationId id="{248997C0-DA06-4377-8A29-6014DBA4FCC4}"/>
              </a:ext>
            </a:extLst>
          </p:cNvPr>
          <p:cNvSpPr>
            <a:spLocks noGrp="1"/>
          </p:cNvSpPr>
          <p:nvPr/>
        </p:nvSpPr>
        <p:spPr>
          <a:xfrm rot="0">
            <a:off x="8572500" y="3216402"/>
            <a:ext cx="257175" cy="228600"/>
          </a:xfrm>
          <a:prstGeom prst="rect">
            <a:avLst/>
          </a:prstGeom>
          <a:noFill/>
          <a:ln w="0">
            <a:noFill/>
            <a:prstDash val="solid"/>
          </a:ln>
        </p:spPr>
        <p:txBody>
          <a:bodyPr wrap="none" lIns="0" tIns="0" rIns="0" bIns="0" anchor="t">
            <a:noAutofit/>
          </a:bodyPr>
          <a:lstStyle>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a:pPr algn="r">
              <a:defRPr sz="1200" b="0">
                <a:solidFill>
                  <a:srgbClr val="000000"/>
                </a:solidFill>
                <a:latin typeface="Arial"/>
                <a:ea typeface="Arial"/>
                <a:cs typeface="Arial"/>
              </a:defRPr>
            </a:pPr>
            <a:r>
              <a:rPr sz="1200" b="0">
                <a:solidFill>
                  <a:srgbClr val="000000"/>
                </a:solidFill>
                <a:latin typeface="Arial"/>
                <a:ea typeface="Arial"/>
                <a:cs typeface="Arial"/>
              </a:rPr>
              <a:t>4</a:t>
            </a:r>
          </a:p>
        </p:txBody>
      </p:sp>
      <p:sp>
        <p:nvSpPr>
          <p:cNvPr id="182" name="text_181">
            <a:extLst>
              <a:ext uri="{FF2B5EF4-FFF2-40B4-BE49-F238E27FC236}">
                <ns2:creationId id="{B002ABA5-A76F-45D5-8E99-6D1CF87B33D7}"/>
              </a:ext>
            </a:extLst>
          </p:cNvPr>
          <p:cNvSpPr>
            <a:spLocks noGrp="1"/>
          </p:cNvSpPr>
          <p:nvPr/>
        </p:nvSpPr>
        <p:spPr>
          <a:xfrm rot="0">
            <a:off x="8715375" y="4962525"/>
            <a:ext cx="381000" cy="22860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183" name="text_182">
            <a:extLst>
              <a:ext uri="{FF2B5EF4-FFF2-40B4-BE49-F238E27FC236}">
                <ns2:creationId id="{6BF6578A-BC20-46BE-83EC-F5C1477CE57C}"/>
              </a:ext>
            </a:extLst>
          </p:cNvPr>
          <p:cNvSpPr>
            <a:spLocks noGrp="1"/>
          </p:cNvSpPr>
          <p:nvPr/>
        </p:nvSpPr>
        <p:spPr>
          <a:xfrm rot="0">
            <a:off x="10201275" y="4962525"/>
            <a:ext cx="381000" cy="22860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0.5</a:t>
            </a:r>
          </a:p>
        </p:txBody>
      </p:sp>
      <p:sp>
        <p:nvSpPr>
          <p:cNvPr id="184" name="text_183">
            <a:extLst>
              <a:ext uri="{FF2B5EF4-FFF2-40B4-BE49-F238E27FC236}">
                <ns2:creationId id="{CA38C34E-8D5C-475C-A6F9-67CF71FC70F3}"/>
              </a:ext>
            </a:extLst>
          </p:cNvPr>
          <p:cNvSpPr>
            <a:spLocks noGrp="1"/>
          </p:cNvSpPr>
          <p:nvPr/>
        </p:nvSpPr>
        <p:spPr>
          <a:xfrm rot="0">
            <a:off x="11687175" y="4962525"/>
            <a:ext cx="381000" cy="22860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1</a:t>
            </a:r>
          </a:p>
        </p:txBody>
      </p:sp>
      <p:sp>
        <p:nvSpPr>
          <p:cNvPr id="185" name="rect_184">
            <a:extLst>
              <a:ext uri="{FF2B5EF4-FFF2-40B4-BE49-F238E27FC236}">
                <ns2:creationId id="{236ACB6C-794D-4A5E-984F-601C8E613E85}"/>
              </a:ext>
            </a:extLst>
          </p:cNvPr>
          <p:cNvSpPr>
            <a:spLocks noGrp="1"/>
          </p:cNvSpPr>
          <p:nvPr/>
        </p:nvSpPr>
        <p:spPr>
          <a:xfrm rot="0">
            <a:off x="8905875" y="3209925"/>
            <a:ext cx="2971800" cy="1695450"/>
          </a:xfrm>
          <a:prstGeom prst="rect">
            <a:avLst/>
          </a:prstGeom>
          <a:noFill/>
          <a:ln w="6668">
            <a:solidFill>
              <a:srgbClr val="65727C"/>
            </a:solidFill>
            <a:prstDash val="solid"/>
          </a:ln>
        </p:spPr>
      </p:sp>
      <p:sp>
        <p:nvSpPr>
          <p:cNvPr id="186" name="complete_saved_P_profile">
            <a:extLst>
              <a:ext uri="{FF2B5EF4-FFF2-40B4-BE49-F238E27FC236}">
                <ns2:creationId id="{88E86F9D-5F21-4D8F-A0C1-B143A3FD9E2C}"/>
              </a:ext>
            </a:extLst>
          </p:cNvPr>
          <p:cNvSpPr>
            <a:spLocks noGrp="1"/>
          </p:cNvSpPr>
          <p:nvPr/>
        </p:nvSpPr>
        <p:spPr>
          <a:xfrm>
            <a:off x="8905875" y="3612720"/>
            <a:ext cx="2971800" cy="1055271"/>
          </a:xfrm>
          <a:custGeom>
            <a:pathLst>
              <a:path w="2971800" h="1055271">
                <a:moveTo>
                  <a:pt x="0" y="1055271"/>
                </a:moveTo>
                <a:lnTo>
                  <a:pt x="1452" y="1055270"/>
                </a:lnTo>
                <a:lnTo>
                  <a:pt x="2904" y="1055270"/>
                </a:lnTo>
                <a:lnTo>
                  <a:pt x="4355" y="1055270"/>
                </a:lnTo>
                <a:lnTo>
                  <a:pt x="5807" y="1055269"/>
                </a:lnTo>
                <a:lnTo>
                  <a:pt x="7259" y="1055269"/>
                </a:lnTo>
                <a:lnTo>
                  <a:pt x="8711" y="1055268"/>
                </a:lnTo>
                <a:lnTo>
                  <a:pt x="10162" y="1055268"/>
                </a:lnTo>
                <a:lnTo>
                  <a:pt x="11614" y="1055268"/>
                </a:lnTo>
                <a:lnTo>
                  <a:pt x="13066" y="1055267"/>
                </a:lnTo>
                <a:lnTo>
                  <a:pt x="14518" y="1055267"/>
                </a:lnTo>
                <a:lnTo>
                  <a:pt x="15970" y="1055267"/>
                </a:lnTo>
                <a:lnTo>
                  <a:pt x="17421" y="1055267"/>
                </a:lnTo>
                <a:lnTo>
                  <a:pt x="18873" y="1055266"/>
                </a:lnTo>
                <a:lnTo>
                  <a:pt x="20325" y="1055266"/>
                </a:lnTo>
                <a:lnTo>
                  <a:pt x="21777" y="1055266"/>
                </a:lnTo>
                <a:lnTo>
                  <a:pt x="23229" y="1055266"/>
                </a:lnTo>
                <a:lnTo>
                  <a:pt x="24680" y="1055265"/>
                </a:lnTo>
                <a:lnTo>
                  <a:pt x="26132" y="1055265"/>
                </a:lnTo>
                <a:lnTo>
                  <a:pt x="27584" y="1055265"/>
                </a:lnTo>
                <a:lnTo>
                  <a:pt x="29036" y="1055265"/>
                </a:lnTo>
                <a:lnTo>
                  <a:pt x="30487" y="1055265"/>
                </a:lnTo>
                <a:lnTo>
                  <a:pt x="31939" y="1055264"/>
                </a:lnTo>
                <a:lnTo>
                  <a:pt x="33391" y="1055264"/>
                </a:lnTo>
                <a:lnTo>
                  <a:pt x="34843" y="1055264"/>
                </a:lnTo>
                <a:lnTo>
                  <a:pt x="36295" y="1055264"/>
                </a:lnTo>
                <a:lnTo>
                  <a:pt x="37746" y="1055264"/>
                </a:lnTo>
                <a:lnTo>
                  <a:pt x="39198" y="1055263"/>
                </a:lnTo>
                <a:lnTo>
                  <a:pt x="40650" y="1055263"/>
                </a:lnTo>
                <a:lnTo>
                  <a:pt x="42102" y="1055263"/>
                </a:lnTo>
                <a:lnTo>
                  <a:pt x="43553" y="1055263"/>
                </a:lnTo>
                <a:lnTo>
                  <a:pt x="45005" y="1055262"/>
                </a:lnTo>
                <a:lnTo>
                  <a:pt x="46457" y="1055262"/>
                </a:lnTo>
                <a:lnTo>
                  <a:pt x="47909" y="1055262"/>
                </a:lnTo>
                <a:lnTo>
                  <a:pt x="49361" y="1055262"/>
                </a:lnTo>
                <a:lnTo>
                  <a:pt x="50812" y="1055262"/>
                </a:lnTo>
                <a:lnTo>
                  <a:pt x="52264" y="1055261"/>
                </a:lnTo>
                <a:lnTo>
                  <a:pt x="53716" y="1055261"/>
                </a:lnTo>
                <a:lnTo>
                  <a:pt x="55168" y="1055261"/>
                </a:lnTo>
                <a:lnTo>
                  <a:pt x="56620" y="1055260"/>
                </a:lnTo>
                <a:lnTo>
                  <a:pt x="58071" y="1055260"/>
                </a:lnTo>
                <a:lnTo>
                  <a:pt x="59523" y="1055260"/>
                </a:lnTo>
                <a:lnTo>
                  <a:pt x="60975" y="1055260"/>
                </a:lnTo>
                <a:lnTo>
                  <a:pt x="62427" y="1055259"/>
                </a:lnTo>
                <a:lnTo>
                  <a:pt x="63878" y="1055259"/>
                </a:lnTo>
                <a:lnTo>
                  <a:pt x="65330" y="1055259"/>
                </a:lnTo>
                <a:lnTo>
                  <a:pt x="66782" y="1055258"/>
                </a:lnTo>
                <a:lnTo>
                  <a:pt x="68234" y="1055258"/>
                </a:lnTo>
                <a:lnTo>
                  <a:pt x="69686" y="1055258"/>
                </a:lnTo>
                <a:lnTo>
                  <a:pt x="71137" y="1055257"/>
                </a:lnTo>
                <a:lnTo>
                  <a:pt x="72589" y="1055257"/>
                </a:lnTo>
                <a:lnTo>
                  <a:pt x="74041" y="1055256"/>
                </a:lnTo>
                <a:lnTo>
                  <a:pt x="75493" y="1055256"/>
                </a:lnTo>
                <a:lnTo>
                  <a:pt x="76945" y="1055256"/>
                </a:lnTo>
                <a:lnTo>
                  <a:pt x="78396" y="1055255"/>
                </a:lnTo>
                <a:lnTo>
                  <a:pt x="79848" y="1055255"/>
                </a:lnTo>
                <a:lnTo>
                  <a:pt x="81300" y="1055254"/>
                </a:lnTo>
                <a:lnTo>
                  <a:pt x="82752" y="1055254"/>
                </a:lnTo>
                <a:lnTo>
                  <a:pt x="84203" y="1055253"/>
                </a:lnTo>
                <a:lnTo>
                  <a:pt x="85655" y="1055253"/>
                </a:lnTo>
                <a:lnTo>
                  <a:pt x="87107" y="1055252"/>
                </a:lnTo>
                <a:lnTo>
                  <a:pt x="88559" y="1055252"/>
                </a:lnTo>
                <a:lnTo>
                  <a:pt x="90011" y="1055251"/>
                </a:lnTo>
                <a:lnTo>
                  <a:pt x="91462" y="1055251"/>
                </a:lnTo>
                <a:lnTo>
                  <a:pt x="92914" y="1055250"/>
                </a:lnTo>
                <a:lnTo>
                  <a:pt x="94366" y="1055250"/>
                </a:lnTo>
                <a:lnTo>
                  <a:pt x="95818" y="1055249"/>
                </a:lnTo>
                <a:lnTo>
                  <a:pt x="97269" y="1055249"/>
                </a:lnTo>
                <a:lnTo>
                  <a:pt x="98721" y="1055248"/>
                </a:lnTo>
                <a:lnTo>
                  <a:pt x="100173" y="1055247"/>
                </a:lnTo>
                <a:lnTo>
                  <a:pt x="101625" y="1055247"/>
                </a:lnTo>
                <a:lnTo>
                  <a:pt x="103077" y="1055246"/>
                </a:lnTo>
                <a:lnTo>
                  <a:pt x="104528" y="1055246"/>
                </a:lnTo>
                <a:lnTo>
                  <a:pt x="105980" y="1055245"/>
                </a:lnTo>
                <a:lnTo>
                  <a:pt x="107432" y="1055244"/>
                </a:lnTo>
                <a:lnTo>
                  <a:pt x="108884" y="1055243"/>
                </a:lnTo>
                <a:lnTo>
                  <a:pt x="110336" y="1055242"/>
                </a:lnTo>
                <a:lnTo>
                  <a:pt x="111787" y="1055242"/>
                </a:lnTo>
                <a:lnTo>
                  <a:pt x="113239" y="1055241"/>
                </a:lnTo>
                <a:lnTo>
                  <a:pt x="114691" y="1055240"/>
                </a:lnTo>
                <a:lnTo>
                  <a:pt x="116143" y="1055238"/>
                </a:lnTo>
                <a:lnTo>
                  <a:pt x="117594" y="1055238"/>
                </a:lnTo>
                <a:lnTo>
                  <a:pt x="119046" y="1055237"/>
                </a:lnTo>
                <a:lnTo>
                  <a:pt x="120498" y="1055237"/>
                </a:lnTo>
                <a:lnTo>
                  <a:pt x="121950" y="1055236"/>
                </a:lnTo>
                <a:lnTo>
                  <a:pt x="123402" y="1055235"/>
                </a:lnTo>
                <a:lnTo>
                  <a:pt x="124853" y="1055233"/>
                </a:lnTo>
                <a:lnTo>
                  <a:pt x="126305" y="1055232"/>
                </a:lnTo>
                <a:lnTo>
                  <a:pt x="127757" y="1055232"/>
                </a:lnTo>
                <a:lnTo>
                  <a:pt x="129209" y="1055231"/>
                </a:lnTo>
                <a:lnTo>
                  <a:pt x="130660" y="1055230"/>
                </a:lnTo>
                <a:lnTo>
                  <a:pt x="132112" y="1055229"/>
                </a:lnTo>
                <a:lnTo>
                  <a:pt x="133564" y="1055227"/>
                </a:lnTo>
                <a:lnTo>
                  <a:pt x="135016" y="1055226"/>
                </a:lnTo>
                <a:lnTo>
                  <a:pt x="136468" y="1055226"/>
                </a:lnTo>
                <a:lnTo>
                  <a:pt x="137919" y="1055225"/>
                </a:lnTo>
                <a:lnTo>
                  <a:pt x="139371" y="1055225"/>
                </a:lnTo>
                <a:lnTo>
                  <a:pt x="140823" y="1055223"/>
                </a:lnTo>
                <a:lnTo>
                  <a:pt x="142275" y="1055221"/>
                </a:lnTo>
                <a:lnTo>
                  <a:pt x="143727" y="1055220"/>
                </a:lnTo>
                <a:lnTo>
                  <a:pt x="145178" y="1055219"/>
                </a:lnTo>
                <a:lnTo>
                  <a:pt x="146630" y="1055218"/>
                </a:lnTo>
                <a:lnTo>
                  <a:pt x="148082" y="1055217"/>
                </a:lnTo>
                <a:lnTo>
                  <a:pt x="149534" y="1055216"/>
                </a:lnTo>
                <a:lnTo>
                  <a:pt x="150985" y="1055214"/>
                </a:lnTo>
                <a:lnTo>
                  <a:pt x="152437" y="1055213"/>
                </a:lnTo>
                <a:lnTo>
                  <a:pt x="153889" y="1055211"/>
                </a:lnTo>
                <a:lnTo>
                  <a:pt x="155341" y="1055210"/>
                </a:lnTo>
                <a:lnTo>
                  <a:pt x="156793" y="1055209"/>
                </a:lnTo>
                <a:lnTo>
                  <a:pt x="158244" y="1055209"/>
                </a:lnTo>
                <a:lnTo>
                  <a:pt x="159696" y="1055207"/>
                </a:lnTo>
                <a:lnTo>
                  <a:pt x="161148" y="1055205"/>
                </a:lnTo>
                <a:lnTo>
                  <a:pt x="162600" y="1055204"/>
                </a:lnTo>
                <a:lnTo>
                  <a:pt x="164051" y="1055202"/>
                </a:lnTo>
                <a:lnTo>
                  <a:pt x="165503" y="1055201"/>
                </a:lnTo>
                <a:lnTo>
                  <a:pt x="166955" y="1055201"/>
                </a:lnTo>
                <a:lnTo>
                  <a:pt x="168407" y="1055200"/>
                </a:lnTo>
                <a:lnTo>
                  <a:pt x="169859" y="1055200"/>
                </a:lnTo>
                <a:lnTo>
                  <a:pt x="171310" y="1055199"/>
                </a:lnTo>
                <a:lnTo>
                  <a:pt x="172762" y="1055199"/>
                </a:lnTo>
                <a:lnTo>
                  <a:pt x="174214" y="1055197"/>
                </a:lnTo>
                <a:lnTo>
                  <a:pt x="175666" y="1055195"/>
                </a:lnTo>
                <a:lnTo>
                  <a:pt x="177118" y="1055193"/>
                </a:lnTo>
                <a:lnTo>
                  <a:pt x="178569" y="1055192"/>
                </a:lnTo>
                <a:lnTo>
                  <a:pt x="180021" y="1055191"/>
                </a:lnTo>
                <a:lnTo>
                  <a:pt x="181473" y="1055190"/>
                </a:lnTo>
                <a:lnTo>
                  <a:pt x="182925" y="1055190"/>
                </a:lnTo>
                <a:lnTo>
                  <a:pt x="184376" y="1055188"/>
                </a:lnTo>
                <a:lnTo>
                  <a:pt x="185828" y="1055186"/>
                </a:lnTo>
                <a:lnTo>
                  <a:pt x="187280" y="1055185"/>
                </a:lnTo>
                <a:lnTo>
                  <a:pt x="188732" y="1055183"/>
                </a:lnTo>
                <a:lnTo>
                  <a:pt x="190184" y="1055182"/>
                </a:lnTo>
                <a:lnTo>
                  <a:pt x="191635" y="1055180"/>
                </a:lnTo>
                <a:lnTo>
                  <a:pt x="193087" y="1055178"/>
                </a:lnTo>
                <a:lnTo>
                  <a:pt x="194539" y="1055177"/>
                </a:lnTo>
                <a:lnTo>
                  <a:pt x="195991" y="1055175"/>
                </a:lnTo>
                <a:lnTo>
                  <a:pt x="197443" y="1055173"/>
                </a:lnTo>
                <a:lnTo>
                  <a:pt x="198894" y="1055171"/>
                </a:lnTo>
                <a:lnTo>
                  <a:pt x="200346" y="1055170"/>
                </a:lnTo>
                <a:lnTo>
                  <a:pt x="201798" y="1055169"/>
                </a:lnTo>
                <a:lnTo>
                  <a:pt x="203250" y="1055168"/>
                </a:lnTo>
                <a:lnTo>
                  <a:pt x="204701" y="1055165"/>
                </a:lnTo>
                <a:lnTo>
                  <a:pt x="206153" y="1055163"/>
                </a:lnTo>
                <a:lnTo>
                  <a:pt x="207605" y="1055161"/>
                </a:lnTo>
                <a:lnTo>
                  <a:pt x="209057" y="1055159"/>
                </a:lnTo>
                <a:lnTo>
                  <a:pt x="210509" y="1055157"/>
                </a:lnTo>
                <a:lnTo>
                  <a:pt x="211960" y="1055155"/>
                </a:lnTo>
                <a:lnTo>
                  <a:pt x="213412" y="1055151"/>
                </a:lnTo>
                <a:lnTo>
                  <a:pt x="214864" y="1055148"/>
                </a:lnTo>
                <a:lnTo>
                  <a:pt x="216316" y="1055147"/>
                </a:lnTo>
                <a:lnTo>
                  <a:pt x="217767" y="1055142"/>
                </a:lnTo>
                <a:lnTo>
                  <a:pt x="219219" y="1055138"/>
                </a:lnTo>
                <a:lnTo>
                  <a:pt x="220671" y="1055135"/>
                </a:lnTo>
                <a:lnTo>
                  <a:pt x="222123" y="1055134"/>
                </a:lnTo>
                <a:lnTo>
                  <a:pt x="223575" y="1055130"/>
                </a:lnTo>
                <a:lnTo>
                  <a:pt x="225026" y="1055128"/>
                </a:lnTo>
                <a:lnTo>
                  <a:pt x="226478" y="1055124"/>
                </a:lnTo>
                <a:lnTo>
                  <a:pt x="227930" y="1055120"/>
                </a:lnTo>
                <a:lnTo>
                  <a:pt x="229382" y="1055113"/>
                </a:lnTo>
                <a:lnTo>
                  <a:pt x="230834" y="1055108"/>
                </a:lnTo>
                <a:lnTo>
                  <a:pt x="232285" y="1055101"/>
                </a:lnTo>
                <a:lnTo>
                  <a:pt x="233737" y="1055096"/>
                </a:lnTo>
                <a:lnTo>
                  <a:pt x="235189" y="1055091"/>
                </a:lnTo>
                <a:lnTo>
                  <a:pt x="236641" y="1055081"/>
                </a:lnTo>
                <a:lnTo>
                  <a:pt x="238092" y="1055077"/>
                </a:lnTo>
                <a:lnTo>
                  <a:pt x="239544" y="1055073"/>
                </a:lnTo>
                <a:lnTo>
                  <a:pt x="240996" y="1055065"/>
                </a:lnTo>
                <a:lnTo>
                  <a:pt x="242448" y="1055056"/>
                </a:lnTo>
                <a:lnTo>
                  <a:pt x="243900" y="1055048"/>
                </a:lnTo>
                <a:lnTo>
                  <a:pt x="245351" y="1055046"/>
                </a:lnTo>
                <a:lnTo>
                  <a:pt x="246803" y="1055044"/>
                </a:lnTo>
                <a:lnTo>
                  <a:pt x="248255" y="1055042"/>
                </a:lnTo>
                <a:lnTo>
                  <a:pt x="249707" y="1055039"/>
                </a:lnTo>
                <a:lnTo>
                  <a:pt x="251158" y="1055037"/>
                </a:lnTo>
                <a:lnTo>
                  <a:pt x="252610" y="1055035"/>
                </a:lnTo>
                <a:lnTo>
                  <a:pt x="254062" y="1055032"/>
                </a:lnTo>
                <a:lnTo>
                  <a:pt x="255514" y="1055030"/>
                </a:lnTo>
                <a:lnTo>
                  <a:pt x="256966" y="1055028"/>
                </a:lnTo>
                <a:lnTo>
                  <a:pt x="258417" y="1055026"/>
                </a:lnTo>
                <a:lnTo>
                  <a:pt x="259869" y="1055025"/>
                </a:lnTo>
                <a:lnTo>
                  <a:pt x="261321" y="1055023"/>
                </a:lnTo>
                <a:lnTo>
                  <a:pt x="262773" y="1055021"/>
                </a:lnTo>
                <a:lnTo>
                  <a:pt x="264225" y="1055020"/>
                </a:lnTo>
                <a:lnTo>
                  <a:pt x="265676" y="1055019"/>
                </a:lnTo>
                <a:lnTo>
                  <a:pt x="267128" y="1055017"/>
                </a:lnTo>
                <a:lnTo>
                  <a:pt x="268580" y="1055016"/>
                </a:lnTo>
                <a:lnTo>
                  <a:pt x="270032" y="1055014"/>
                </a:lnTo>
                <a:lnTo>
                  <a:pt x="271483" y="1055010"/>
                </a:lnTo>
                <a:lnTo>
                  <a:pt x="272935" y="1055009"/>
                </a:lnTo>
                <a:lnTo>
                  <a:pt x="274387" y="1055007"/>
                </a:lnTo>
                <a:lnTo>
                  <a:pt x="275839" y="1055005"/>
                </a:lnTo>
                <a:lnTo>
                  <a:pt x="277291" y="1055001"/>
                </a:lnTo>
                <a:lnTo>
                  <a:pt x="278742" y="1054998"/>
                </a:lnTo>
                <a:lnTo>
                  <a:pt x="280194" y="1054996"/>
                </a:lnTo>
                <a:lnTo>
                  <a:pt x="281646" y="1054993"/>
                </a:lnTo>
                <a:lnTo>
                  <a:pt x="283098" y="1054992"/>
                </a:lnTo>
                <a:lnTo>
                  <a:pt x="284549" y="1054990"/>
                </a:lnTo>
                <a:lnTo>
                  <a:pt x="286001" y="1054987"/>
                </a:lnTo>
                <a:lnTo>
                  <a:pt x="287453" y="1054983"/>
                </a:lnTo>
                <a:lnTo>
                  <a:pt x="288905" y="1054981"/>
                </a:lnTo>
                <a:lnTo>
                  <a:pt x="290357" y="1054978"/>
                </a:lnTo>
                <a:lnTo>
                  <a:pt x="291808" y="1054973"/>
                </a:lnTo>
                <a:lnTo>
                  <a:pt x="293260" y="1054969"/>
                </a:lnTo>
                <a:lnTo>
                  <a:pt x="294712" y="1054967"/>
                </a:lnTo>
                <a:lnTo>
                  <a:pt x="296164" y="1054964"/>
                </a:lnTo>
                <a:lnTo>
                  <a:pt x="297616" y="1054960"/>
                </a:lnTo>
                <a:lnTo>
                  <a:pt x="299067" y="1054957"/>
                </a:lnTo>
                <a:lnTo>
                  <a:pt x="300519" y="1054952"/>
                </a:lnTo>
                <a:lnTo>
                  <a:pt x="301971" y="1054950"/>
                </a:lnTo>
                <a:lnTo>
                  <a:pt x="303423" y="1054947"/>
                </a:lnTo>
                <a:lnTo>
                  <a:pt x="304874" y="1054943"/>
                </a:lnTo>
                <a:lnTo>
                  <a:pt x="306326" y="1054939"/>
                </a:lnTo>
                <a:lnTo>
                  <a:pt x="307778" y="1054932"/>
                </a:lnTo>
                <a:lnTo>
                  <a:pt x="309230" y="1054930"/>
                </a:lnTo>
                <a:lnTo>
                  <a:pt x="310682" y="1054928"/>
                </a:lnTo>
                <a:lnTo>
                  <a:pt x="312133" y="1054919"/>
                </a:lnTo>
                <a:lnTo>
                  <a:pt x="313585" y="1054914"/>
                </a:lnTo>
                <a:lnTo>
                  <a:pt x="315037" y="1054911"/>
                </a:lnTo>
                <a:lnTo>
                  <a:pt x="316489" y="1054907"/>
                </a:lnTo>
                <a:lnTo>
                  <a:pt x="317940" y="1054902"/>
                </a:lnTo>
                <a:lnTo>
                  <a:pt x="319392" y="1054894"/>
                </a:lnTo>
                <a:lnTo>
                  <a:pt x="320844" y="1054890"/>
                </a:lnTo>
                <a:lnTo>
                  <a:pt x="322296" y="1054887"/>
                </a:lnTo>
                <a:lnTo>
                  <a:pt x="323748" y="1054880"/>
                </a:lnTo>
                <a:lnTo>
                  <a:pt x="325199" y="1054872"/>
                </a:lnTo>
                <a:lnTo>
                  <a:pt x="326651" y="1054869"/>
                </a:lnTo>
                <a:lnTo>
                  <a:pt x="328103" y="1054867"/>
                </a:lnTo>
                <a:lnTo>
                  <a:pt x="329555" y="1054863"/>
                </a:lnTo>
                <a:lnTo>
                  <a:pt x="331007" y="1054853"/>
                </a:lnTo>
                <a:lnTo>
                  <a:pt x="332458" y="1054848"/>
                </a:lnTo>
                <a:lnTo>
                  <a:pt x="333910" y="1054843"/>
                </a:lnTo>
                <a:lnTo>
                  <a:pt x="335362" y="1054838"/>
                </a:lnTo>
                <a:lnTo>
                  <a:pt x="336814" y="1054827"/>
                </a:lnTo>
                <a:lnTo>
                  <a:pt x="338265" y="1054819"/>
                </a:lnTo>
                <a:lnTo>
                  <a:pt x="339717" y="1054813"/>
                </a:lnTo>
                <a:lnTo>
                  <a:pt x="341169" y="1054804"/>
                </a:lnTo>
                <a:lnTo>
                  <a:pt x="342621" y="1054794"/>
                </a:lnTo>
                <a:lnTo>
                  <a:pt x="344073" y="1054788"/>
                </a:lnTo>
                <a:lnTo>
                  <a:pt x="345524" y="1054770"/>
                </a:lnTo>
                <a:lnTo>
                  <a:pt x="346976" y="1054766"/>
                </a:lnTo>
                <a:lnTo>
                  <a:pt x="348428" y="1054754"/>
                </a:lnTo>
                <a:lnTo>
                  <a:pt x="349880" y="1054741"/>
                </a:lnTo>
                <a:lnTo>
                  <a:pt x="351332" y="1054734"/>
                </a:lnTo>
                <a:lnTo>
                  <a:pt x="352783" y="1054724"/>
                </a:lnTo>
                <a:lnTo>
                  <a:pt x="354235" y="1054714"/>
                </a:lnTo>
                <a:lnTo>
                  <a:pt x="355687" y="1054709"/>
                </a:lnTo>
                <a:lnTo>
                  <a:pt x="357139" y="1054700"/>
                </a:lnTo>
                <a:lnTo>
                  <a:pt x="358590" y="1054690"/>
                </a:lnTo>
                <a:lnTo>
                  <a:pt x="360042" y="1054683"/>
                </a:lnTo>
                <a:lnTo>
                  <a:pt x="361494" y="1054666"/>
                </a:lnTo>
                <a:lnTo>
                  <a:pt x="362946" y="1054657"/>
                </a:lnTo>
                <a:lnTo>
                  <a:pt x="364398" y="1054651"/>
                </a:lnTo>
                <a:lnTo>
                  <a:pt x="365849" y="1054635"/>
                </a:lnTo>
                <a:lnTo>
                  <a:pt x="367301" y="1054629"/>
                </a:lnTo>
                <a:lnTo>
                  <a:pt x="368753" y="1054620"/>
                </a:lnTo>
                <a:lnTo>
                  <a:pt x="370205" y="1054603"/>
                </a:lnTo>
                <a:lnTo>
                  <a:pt x="371656" y="1054597"/>
                </a:lnTo>
                <a:lnTo>
                  <a:pt x="373108" y="1054587"/>
                </a:lnTo>
                <a:lnTo>
                  <a:pt x="374560" y="1054572"/>
                </a:lnTo>
                <a:lnTo>
                  <a:pt x="376012" y="1054556"/>
                </a:lnTo>
                <a:lnTo>
                  <a:pt x="377464" y="1054542"/>
                </a:lnTo>
                <a:lnTo>
                  <a:pt x="378915" y="1054517"/>
                </a:lnTo>
                <a:lnTo>
                  <a:pt x="380367" y="1054502"/>
                </a:lnTo>
                <a:lnTo>
                  <a:pt x="381819" y="1054491"/>
                </a:lnTo>
                <a:lnTo>
                  <a:pt x="383271" y="1054474"/>
                </a:lnTo>
                <a:lnTo>
                  <a:pt x="384723" y="1054466"/>
                </a:lnTo>
                <a:lnTo>
                  <a:pt x="386174" y="1054451"/>
                </a:lnTo>
                <a:lnTo>
                  <a:pt x="387626" y="1054437"/>
                </a:lnTo>
                <a:lnTo>
                  <a:pt x="389078" y="1054420"/>
                </a:lnTo>
                <a:lnTo>
                  <a:pt x="390530" y="1054393"/>
                </a:lnTo>
                <a:lnTo>
                  <a:pt x="391981" y="1054364"/>
                </a:lnTo>
                <a:lnTo>
                  <a:pt x="393433" y="1054341"/>
                </a:lnTo>
                <a:lnTo>
                  <a:pt x="394885" y="1054307"/>
                </a:lnTo>
                <a:lnTo>
                  <a:pt x="396337" y="1054283"/>
                </a:lnTo>
                <a:lnTo>
                  <a:pt x="397789" y="1054263"/>
                </a:lnTo>
                <a:lnTo>
                  <a:pt x="399240" y="1054250"/>
                </a:lnTo>
                <a:lnTo>
                  <a:pt x="400692" y="1054201"/>
                </a:lnTo>
                <a:lnTo>
                  <a:pt x="402144" y="1054192"/>
                </a:lnTo>
                <a:lnTo>
                  <a:pt x="403596" y="1054169"/>
                </a:lnTo>
                <a:lnTo>
                  <a:pt x="405047" y="1054139"/>
                </a:lnTo>
                <a:lnTo>
                  <a:pt x="406499" y="1054126"/>
                </a:lnTo>
                <a:lnTo>
                  <a:pt x="407951" y="1054100"/>
                </a:lnTo>
                <a:lnTo>
                  <a:pt x="409403" y="1054068"/>
                </a:lnTo>
                <a:lnTo>
                  <a:pt x="410855" y="1054062"/>
                </a:lnTo>
                <a:lnTo>
                  <a:pt x="412306" y="1053984"/>
                </a:lnTo>
                <a:lnTo>
                  <a:pt x="413758" y="1053959"/>
                </a:lnTo>
                <a:lnTo>
                  <a:pt x="415210" y="1053910"/>
                </a:lnTo>
                <a:lnTo>
                  <a:pt x="416662" y="1053826"/>
                </a:lnTo>
                <a:lnTo>
                  <a:pt x="418114" y="1053777"/>
                </a:lnTo>
                <a:lnTo>
                  <a:pt x="419565" y="1053725"/>
                </a:lnTo>
                <a:lnTo>
                  <a:pt x="421017" y="1053636"/>
                </a:lnTo>
                <a:lnTo>
                  <a:pt x="422469" y="1053562"/>
                </a:lnTo>
                <a:lnTo>
                  <a:pt x="423921" y="1053468"/>
                </a:lnTo>
                <a:lnTo>
                  <a:pt x="425372" y="1053358"/>
                </a:lnTo>
                <a:lnTo>
                  <a:pt x="426824" y="1053259"/>
                </a:lnTo>
                <a:lnTo>
                  <a:pt x="428276" y="1053158"/>
                </a:lnTo>
                <a:lnTo>
                  <a:pt x="429728" y="1053060"/>
                </a:lnTo>
                <a:lnTo>
                  <a:pt x="431180" y="1052923"/>
                </a:lnTo>
                <a:lnTo>
                  <a:pt x="432631" y="1052877"/>
                </a:lnTo>
                <a:lnTo>
                  <a:pt x="434083" y="1052739"/>
                </a:lnTo>
                <a:lnTo>
                  <a:pt x="435535" y="1052649"/>
                </a:lnTo>
                <a:lnTo>
                  <a:pt x="436987" y="1052512"/>
                </a:lnTo>
                <a:lnTo>
                  <a:pt x="438438" y="1052293"/>
                </a:lnTo>
                <a:lnTo>
                  <a:pt x="439890" y="1052185"/>
                </a:lnTo>
                <a:lnTo>
                  <a:pt x="441342" y="1051985"/>
                </a:lnTo>
                <a:lnTo>
                  <a:pt x="442794" y="1051880"/>
                </a:lnTo>
                <a:lnTo>
                  <a:pt x="444246" y="1051688"/>
                </a:lnTo>
                <a:lnTo>
                  <a:pt x="445697" y="1051501"/>
                </a:lnTo>
                <a:lnTo>
                  <a:pt x="447149" y="1051381"/>
                </a:lnTo>
                <a:lnTo>
                  <a:pt x="448601" y="1051215"/>
                </a:lnTo>
                <a:lnTo>
                  <a:pt x="450053" y="1051044"/>
                </a:lnTo>
                <a:lnTo>
                  <a:pt x="451505" y="1050967"/>
                </a:lnTo>
                <a:lnTo>
                  <a:pt x="452956" y="1050612"/>
                </a:lnTo>
                <a:lnTo>
                  <a:pt x="454408" y="1050339"/>
                </a:lnTo>
                <a:lnTo>
                  <a:pt x="455860" y="1050119"/>
                </a:lnTo>
                <a:lnTo>
                  <a:pt x="457312" y="1049948"/>
                </a:lnTo>
                <a:lnTo>
                  <a:pt x="458763" y="1049730"/>
                </a:lnTo>
                <a:lnTo>
                  <a:pt x="460215" y="1049577"/>
                </a:lnTo>
                <a:lnTo>
                  <a:pt x="461667" y="1049248"/>
                </a:lnTo>
                <a:lnTo>
                  <a:pt x="463119" y="1048927"/>
                </a:lnTo>
                <a:lnTo>
                  <a:pt x="464571" y="1048627"/>
                </a:lnTo>
                <a:lnTo>
                  <a:pt x="466022" y="1048203"/>
                </a:lnTo>
                <a:lnTo>
                  <a:pt x="467474" y="1047790"/>
                </a:lnTo>
                <a:lnTo>
                  <a:pt x="468926" y="1047631"/>
                </a:lnTo>
                <a:lnTo>
                  <a:pt x="470378" y="1047400"/>
                </a:lnTo>
                <a:lnTo>
                  <a:pt x="471830" y="1047182"/>
                </a:lnTo>
                <a:lnTo>
                  <a:pt x="473281" y="1046874"/>
                </a:lnTo>
                <a:lnTo>
                  <a:pt x="474733" y="1046630"/>
                </a:lnTo>
                <a:lnTo>
                  <a:pt x="476185" y="1046312"/>
                </a:lnTo>
                <a:lnTo>
                  <a:pt x="477637" y="1045606"/>
                </a:lnTo>
                <a:lnTo>
                  <a:pt x="479088" y="1045149"/>
                </a:lnTo>
                <a:lnTo>
                  <a:pt x="480540" y="1044718"/>
                </a:lnTo>
                <a:lnTo>
                  <a:pt x="481992" y="1044500"/>
                </a:lnTo>
                <a:lnTo>
                  <a:pt x="483444" y="1043907"/>
                </a:lnTo>
                <a:lnTo>
                  <a:pt x="484896" y="1043549"/>
                </a:lnTo>
                <a:lnTo>
                  <a:pt x="486347" y="1043254"/>
                </a:lnTo>
                <a:lnTo>
                  <a:pt x="487799" y="1042875"/>
                </a:lnTo>
                <a:lnTo>
                  <a:pt x="489251" y="1042667"/>
                </a:lnTo>
                <a:lnTo>
                  <a:pt x="490703" y="1042008"/>
                </a:lnTo>
                <a:lnTo>
                  <a:pt x="492154" y="1041729"/>
                </a:lnTo>
                <a:lnTo>
                  <a:pt x="493606" y="1041038"/>
                </a:lnTo>
                <a:lnTo>
                  <a:pt x="495058" y="1040581"/>
                </a:lnTo>
                <a:lnTo>
                  <a:pt x="496510" y="1040249"/>
                </a:lnTo>
                <a:lnTo>
                  <a:pt x="497962" y="1039658"/>
                </a:lnTo>
                <a:lnTo>
                  <a:pt x="499413" y="1039155"/>
                </a:lnTo>
                <a:lnTo>
                  <a:pt x="500865" y="1038520"/>
                </a:lnTo>
                <a:lnTo>
                  <a:pt x="502317" y="1037633"/>
                </a:lnTo>
                <a:lnTo>
                  <a:pt x="503769" y="1037143"/>
                </a:lnTo>
                <a:lnTo>
                  <a:pt x="505221" y="1036741"/>
                </a:lnTo>
                <a:lnTo>
                  <a:pt x="506672" y="1036198"/>
                </a:lnTo>
                <a:lnTo>
                  <a:pt x="508124" y="1035781"/>
                </a:lnTo>
                <a:lnTo>
                  <a:pt x="509576" y="1035236"/>
                </a:lnTo>
                <a:lnTo>
                  <a:pt x="511028" y="1034734"/>
                </a:lnTo>
                <a:lnTo>
                  <a:pt x="512479" y="1034207"/>
                </a:lnTo>
                <a:lnTo>
                  <a:pt x="513931" y="1032607"/>
                </a:lnTo>
                <a:lnTo>
                  <a:pt x="515383" y="1031195"/>
                </a:lnTo>
                <a:lnTo>
                  <a:pt x="516835" y="1030274"/>
                </a:lnTo>
                <a:lnTo>
                  <a:pt x="518287" y="1029230"/>
                </a:lnTo>
                <a:lnTo>
                  <a:pt x="519738" y="1028497"/>
                </a:lnTo>
                <a:lnTo>
                  <a:pt x="521190" y="1027804"/>
                </a:lnTo>
                <a:lnTo>
                  <a:pt x="522642" y="1026483"/>
                </a:lnTo>
                <a:lnTo>
                  <a:pt x="524094" y="1025693"/>
                </a:lnTo>
                <a:lnTo>
                  <a:pt x="525545" y="1024508"/>
                </a:lnTo>
                <a:lnTo>
                  <a:pt x="526997" y="1024043"/>
                </a:lnTo>
                <a:lnTo>
                  <a:pt x="528449" y="1022698"/>
                </a:lnTo>
                <a:lnTo>
                  <a:pt x="529901" y="1020779"/>
                </a:lnTo>
                <a:lnTo>
                  <a:pt x="531353" y="1018981"/>
                </a:lnTo>
                <a:lnTo>
                  <a:pt x="532804" y="1017764"/>
                </a:lnTo>
                <a:lnTo>
                  <a:pt x="534256" y="1016256"/>
                </a:lnTo>
                <a:lnTo>
                  <a:pt x="535708" y="1015247"/>
                </a:lnTo>
                <a:lnTo>
                  <a:pt x="537160" y="1013560"/>
                </a:lnTo>
                <a:lnTo>
                  <a:pt x="538612" y="1011600"/>
                </a:lnTo>
                <a:lnTo>
                  <a:pt x="540063" y="1009612"/>
                </a:lnTo>
                <a:lnTo>
                  <a:pt x="541515" y="1008356"/>
                </a:lnTo>
                <a:lnTo>
                  <a:pt x="542967" y="1007059"/>
                </a:lnTo>
                <a:lnTo>
                  <a:pt x="544419" y="1005209"/>
                </a:lnTo>
                <a:lnTo>
                  <a:pt x="545870" y="1002834"/>
                </a:lnTo>
                <a:lnTo>
                  <a:pt x="547322" y="1001142"/>
                </a:lnTo>
                <a:lnTo>
                  <a:pt x="548774" y="999782"/>
                </a:lnTo>
                <a:lnTo>
                  <a:pt x="550226" y="998364"/>
                </a:lnTo>
                <a:lnTo>
                  <a:pt x="551678" y="997113"/>
                </a:lnTo>
                <a:lnTo>
                  <a:pt x="553129" y="996260"/>
                </a:lnTo>
                <a:lnTo>
                  <a:pt x="554581" y="994203"/>
                </a:lnTo>
                <a:lnTo>
                  <a:pt x="556033" y="992290"/>
                </a:lnTo>
                <a:lnTo>
                  <a:pt x="557485" y="991324"/>
                </a:lnTo>
                <a:lnTo>
                  <a:pt x="558936" y="990449"/>
                </a:lnTo>
                <a:lnTo>
                  <a:pt x="560388" y="991780"/>
                </a:lnTo>
                <a:lnTo>
                  <a:pt x="561840" y="991624"/>
                </a:lnTo>
                <a:lnTo>
                  <a:pt x="563292" y="937742"/>
                </a:lnTo>
                <a:lnTo>
                  <a:pt x="564744" y="840246"/>
                </a:lnTo>
                <a:lnTo>
                  <a:pt x="566195" y="839079"/>
                </a:lnTo>
                <a:lnTo>
                  <a:pt x="567647" y="774971"/>
                </a:lnTo>
                <a:lnTo>
                  <a:pt x="569099" y="445478"/>
                </a:lnTo>
                <a:lnTo>
                  <a:pt x="570551" y="369861"/>
                </a:lnTo>
                <a:lnTo>
                  <a:pt x="572003" y="298157"/>
                </a:lnTo>
                <a:lnTo>
                  <a:pt x="573454" y="246017"/>
                </a:lnTo>
                <a:lnTo>
                  <a:pt x="574906" y="238711"/>
                </a:lnTo>
                <a:lnTo>
                  <a:pt x="576358" y="281096"/>
                </a:lnTo>
                <a:lnTo>
                  <a:pt x="577810" y="339053"/>
                </a:lnTo>
                <a:lnTo>
                  <a:pt x="579261" y="388339"/>
                </a:lnTo>
                <a:lnTo>
                  <a:pt x="580713" y="411927"/>
                </a:lnTo>
                <a:lnTo>
                  <a:pt x="582165" y="428912"/>
                </a:lnTo>
                <a:lnTo>
                  <a:pt x="583617" y="441300"/>
                </a:lnTo>
                <a:lnTo>
                  <a:pt x="585069" y="441302"/>
                </a:lnTo>
                <a:lnTo>
                  <a:pt x="586520" y="441306"/>
                </a:lnTo>
                <a:lnTo>
                  <a:pt x="587972" y="441314"/>
                </a:lnTo>
                <a:lnTo>
                  <a:pt x="589424" y="441324"/>
                </a:lnTo>
                <a:lnTo>
                  <a:pt x="590876" y="441337"/>
                </a:lnTo>
                <a:lnTo>
                  <a:pt x="592328" y="441353"/>
                </a:lnTo>
                <a:lnTo>
                  <a:pt x="593779" y="441372"/>
                </a:lnTo>
                <a:lnTo>
                  <a:pt x="595231" y="441394"/>
                </a:lnTo>
                <a:lnTo>
                  <a:pt x="596683" y="441419"/>
                </a:lnTo>
                <a:lnTo>
                  <a:pt x="598135" y="441446"/>
                </a:lnTo>
                <a:lnTo>
                  <a:pt x="599586" y="441477"/>
                </a:lnTo>
                <a:lnTo>
                  <a:pt x="601038" y="441510"/>
                </a:lnTo>
                <a:lnTo>
                  <a:pt x="602490" y="441547"/>
                </a:lnTo>
                <a:lnTo>
                  <a:pt x="603942" y="441586"/>
                </a:lnTo>
                <a:lnTo>
                  <a:pt x="605394" y="441629"/>
                </a:lnTo>
                <a:lnTo>
                  <a:pt x="606845" y="441674"/>
                </a:lnTo>
                <a:lnTo>
                  <a:pt x="608297" y="441722"/>
                </a:lnTo>
                <a:lnTo>
                  <a:pt x="609749" y="441773"/>
                </a:lnTo>
                <a:lnTo>
                  <a:pt x="611201" y="441827"/>
                </a:lnTo>
                <a:lnTo>
                  <a:pt x="612652" y="441884"/>
                </a:lnTo>
                <a:lnTo>
                  <a:pt x="614104" y="441943"/>
                </a:lnTo>
                <a:lnTo>
                  <a:pt x="615556" y="442006"/>
                </a:lnTo>
                <a:lnTo>
                  <a:pt x="617008" y="442072"/>
                </a:lnTo>
                <a:lnTo>
                  <a:pt x="618460" y="442140"/>
                </a:lnTo>
                <a:lnTo>
                  <a:pt x="619911" y="442212"/>
                </a:lnTo>
                <a:lnTo>
                  <a:pt x="621363" y="442286"/>
                </a:lnTo>
                <a:lnTo>
                  <a:pt x="622815" y="442363"/>
                </a:lnTo>
                <a:lnTo>
                  <a:pt x="624267" y="442444"/>
                </a:lnTo>
                <a:lnTo>
                  <a:pt x="625719" y="442527"/>
                </a:lnTo>
                <a:lnTo>
                  <a:pt x="627170" y="442613"/>
                </a:lnTo>
                <a:lnTo>
                  <a:pt x="628622" y="442702"/>
                </a:lnTo>
                <a:lnTo>
                  <a:pt x="630074" y="442794"/>
                </a:lnTo>
                <a:lnTo>
                  <a:pt x="631526" y="442888"/>
                </a:lnTo>
                <a:lnTo>
                  <a:pt x="632977" y="442986"/>
                </a:lnTo>
                <a:lnTo>
                  <a:pt x="634429" y="443087"/>
                </a:lnTo>
                <a:lnTo>
                  <a:pt x="635881" y="443190"/>
                </a:lnTo>
                <a:lnTo>
                  <a:pt x="637333" y="443297"/>
                </a:lnTo>
                <a:lnTo>
                  <a:pt x="638785" y="443406"/>
                </a:lnTo>
                <a:lnTo>
                  <a:pt x="640236" y="443518"/>
                </a:lnTo>
                <a:lnTo>
                  <a:pt x="641688" y="443633"/>
                </a:lnTo>
                <a:lnTo>
                  <a:pt x="643140" y="443752"/>
                </a:lnTo>
                <a:lnTo>
                  <a:pt x="644592" y="443873"/>
                </a:lnTo>
                <a:lnTo>
                  <a:pt x="646043" y="443996"/>
                </a:lnTo>
                <a:lnTo>
                  <a:pt x="647495" y="444123"/>
                </a:lnTo>
                <a:lnTo>
                  <a:pt x="648947" y="444253"/>
                </a:lnTo>
                <a:lnTo>
                  <a:pt x="650399" y="444386"/>
                </a:lnTo>
                <a:lnTo>
                  <a:pt x="651851" y="444521"/>
                </a:lnTo>
                <a:lnTo>
                  <a:pt x="653302" y="444660"/>
                </a:lnTo>
                <a:lnTo>
                  <a:pt x="654754" y="444801"/>
                </a:lnTo>
                <a:lnTo>
                  <a:pt x="656206" y="444946"/>
                </a:lnTo>
                <a:lnTo>
                  <a:pt x="657658" y="445093"/>
                </a:lnTo>
                <a:lnTo>
                  <a:pt x="659110" y="445243"/>
                </a:lnTo>
                <a:lnTo>
                  <a:pt x="660561" y="445088"/>
                </a:lnTo>
                <a:lnTo>
                  <a:pt x="662013" y="444937"/>
                </a:lnTo>
                <a:lnTo>
                  <a:pt x="663465" y="444788"/>
                </a:lnTo>
                <a:lnTo>
                  <a:pt x="664917" y="444642"/>
                </a:lnTo>
                <a:lnTo>
                  <a:pt x="666368" y="444499"/>
                </a:lnTo>
                <a:lnTo>
                  <a:pt x="667820" y="444360"/>
                </a:lnTo>
                <a:lnTo>
                  <a:pt x="669272" y="444223"/>
                </a:lnTo>
                <a:lnTo>
                  <a:pt x="670724" y="444090"/>
                </a:lnTo>
                <a:lnTo>
                  <a:pt x="672176" y="443960"/>
                </a:lnTo>
                <a:lnTo>
                  <a:pt x="673627" y="443832"/>
                </a:lnTo>
                <a:lnTo>
                  <a:pt x="675079" y="443708"/>
                </a:lnTo>
                <a:lnTo>
                  <a:pt x="676531" y="443587"/>
                </a:lnTo>
                <a:lnTo>
                  <a:pt x="677983" y="443469"/>
                </a:lnTo>
                <a:lnTo>
                  <a:pt x="679434" y="443354"/>
                </a:lnTo>
                <a:lnTo>
                  <a:pt x="680886" y="443242"/>
                </a:lnTo>
                <a:lnTo>
                  <a:pt x="682338" y="443133"/>
                </a:lnTo>
                <a:lnTo>
                  <a:pt x="683790" y="443027"/>
                </a:lnTo>
                <a:lnTo>
                  <a:pt x="685242" y="442925"/>
                </a:lnTo>
                <a:lnTo>
                  <a:pt x="686693" y="442825"/>
                </a:lnTo>
                <a:lnTo>
                  <a:pt x="688145" y="442728"/>
                </a:lnTo>
                <a:lnTo>
                  <a:pt x="689597" y="442635"/>
                </a:lnTo>
                <a:lnTo>
                  <a:pt x="691049" y="442544"/>
                </a:lnTo>
                <a:lnTo>
                  <a:pt x="692501" y="442457"/>
                </a:lnTo>
                <a:lnTo>
                  <a:pt x="693952" y="442373"/>
                </a:lnTo>
                <a:lnTo>
                  <a:pt x="695404" y="442291"/>
                </a:lnTo>
                <a:lnTo>
                  <a:pt x="696856" y="442213"/>
                </a:lnTo>
                <a:lnTo>
                  <a:pt x="698308" y="442138"/>
                </a:lnTo>
                <a:lnTo>
                  <a:pt x="699759" y="442066"/>
                </a:lnTo>
                <a:lnTo>
                  <a:pt x="701211" y="441997"/>
                </a:lnTo>
                <a:lnTo>
                  <a:pt x="702663" y="441931"/>
                </a:lnTo>
                <a:lnTo>
                  <a:pt x="704115" y="441868"/>
                </a:lnTo>
                <a:lnTo>
                  <a:pt x="705567" y="441808"/>
                </a:lnTo>
                <a:lnTo>
                  <a:pt x="707018" y="441752"/>
                </a:lnTo>
                <a:lnTo>
                  <a:pt x="708470" y="441698"/>
                </a:lnTo>
                <a:lnTo>
                  <a:pt x="709922" y="441647"/>
                </a:lnTo>
                <a:lnTo>
                  <a:pt x="711374" y="441600"/>
                </a:lnTo>
                <a:lnTo>
                  <a:pt x="712826" y="441555"/>
                </a:lnTo>
                <a:lnTo>
                  <a:pt x="714277" y="441514"/>
                </a:lnTo>
                <a:lnTo>
                  <a:pt x="715729" y="441476"/>
                </a:lnTo>
                <a:lnTo>
                  <a:pt x="717181" y="441440"/>
                </a:lnTo>
                <a:lnTo>
                  <a:pt x="718633" y="441408"/>
                </a:lnTo>
                <a:lnTo>
                  <a:pt x="720084" y="441379"/>
                </a:lnTo>
                <a:lnTo>
                  <a:pt x="721536" y="441353"/>
                </a:lnTo>
                <a:lnTo>
                  <a:pt x="722988" y="441330"/>
                </a:lnTo>
                <a:lnTo>
                  <a:pt x="724440" y="441310"/>
                </a:lnTo>
                <a:lnTo>
                  <a:pt x="725892" y="441293"/>
                </a:lnTo>
                <a:lnTo>
                  <a:pt x="727343" y="441279"/>
                </a:lnTo>
                <a:lnTo>
                  <a:pt x="728795" y="441269"/>
                </a:lnTo>
                <a:lnTo>
                  <a:pt x="730247" y="441261"/>
                </a:lnTo>
                <a:lnTo>
                  <a:pt x="731699" y="441256"/>
                </a:lnTo>
                <a:lnTo>
                  <a:pt x="733150" y="441255"/>
                </a:lnTo>
                <a:lnTo>
                  <a:pt x="734602" y="445478"/>
                </a:lnTo>
                <a:lnTo>
                  <a:pt x="736054" y="447128"/>
                </a:lnTo>
                <a:lnTo>
                  <a:pt x="737506" y="447128"/>
                </a:lnTo>
                <a:lnTo>
                  <a:pt x="738958" y="448957"/>
                </a:lnTo>
                <a:lnTo>
                  <a:pt x="740409" y="448957"/>
                </a:lnTo>
                <a:lnTo>
                  <a:pt x="741861" y="451065"/>
                </a:lnTo>
                <a:lnTo>
                  <a:pt x="743313" y="451065"/>
                </a:lnTo>
                <a:lnTo>
                  <a:pt x="744765" y="453557"/>
                </a:lnTo>
                <a:lnTo>
                  <a:pt x="746217" y="453557"/>
                </a:lnTo>
                <a:lnTo>
                  <a:pt x="747668" y="455240"/>
                </a:lnTo>
                <a:lnTo>
                  <a:pt x="749120" y="455240"/>
                </a:lnTo>
                <a:lnTo>
                  <a:pt x="750572" y="456262"/>
                </a:lnTo>
                <a:lnTo>
                  <a:pt x="752024" y="456262"/>
                </a:lnTo>
                <a:lnTo>
                  <a:pt x="753475" y="459469"/>
                </a:lnTo>
                <a:lnTo>
                  <a:pt x="754927" y="459469"/>
                </a:lnTo>
                <a:lnTo>
                  <a:pt x="756379" y="463979"/>
                </a:lnTo>
                <a:lnTo>
                  <a:pt x="757831" y="463979"/>
                </a:lnTo>
                <a:lnTo>
                  <a:pt x="759283" y="466072"/>
                </a:lnTo>
                <a:lnTo>
                  <a:pt x="760734" y="466072"/>
                </a:lnTo>
                <a:lnTo>
                  <a:pt x="762186" y="472577"/>
                </a:lnTo>
                <a:lnTo>
                  <a:pt x="763638" y="472577"/>
                </a:lnTo>
                <a:lnTo>
                  <a:pt x="765090" y="479117"/>
                </a:lnTo>
                <a:lnTo>
                  <a:pt x="766541" y="479117"/>
                </a:lnTo>
                <a:lnTo>
                  <a:pt x="767993" y="481193"/>
                </a:lnTo>
                <a:lnTo>
                  <a:pt x="769445" y="481193"/>
                </a:lnTo>
                <a:lnTo>
                  <a:pt x="770897" y="482308"/>
                </a:lnTo>
                <a:lnTo>
                  <a:pt x="772349" y="482308"/>
                </a:lnTo>
                <a:lnTo>
                  <a:pt x="773800" y="486994"/>
                </a:lnTo>
                <a:lnTo>
                  <a:pt x="775252" y="486994"/>
                </a:lnTo>
                <a:lnTo>
                  <a:pt x="776704" y="493198"/>
                </a:lnTo>
                <a:lnTo>
                  <a:pt x="778156" y="493198"/>
                </a:lnTo>
                <a:lnTo>
                  <a:pt x="779608" y="493748"/>
                </a:lnTo>
                <a:lnTo>
                  <a:pt x="781059" y="493748"/>
                </a:lnTo>
                <a:lnTo>
                  <a:pt x="782511" y="496188"/>
                </a:lnTo>
                <a:lnTo>
                  <a:pt x="783963" y="496188"/>
                </a:lnTo>
                <a:lnTo>
                  <a:pt x="785415" y="497826"/>
                </a:lnTo>
                <a:lnTo>
                  <a:pt x="786866" y="497826"/>
                </a:lnTo>
                <a:lnTo>
                  <a:pt x="788318" y="498582"/>
                </a:lnTo>
                <a:lnTo>
                  <a:pt x="789770" y="498582"/>
                </a:lnTo>
                <a:lnTo>
                  <a:pt x="791222" y="501098"/>
                </a:lnTo>
                <a:lnTo>
                  <a:pt x="792674" y="501098"/>
                </a:lnTo>
                <a:lnTo>
                  <a:pt x="794125" y="503124"/>
                </a:lnTo>
                <a:lnTo>
                  <a:pt x="795577" y="503124"/>
                </a:lnTo>
                <a:lnTo>
                  <a:pt x="797029" y="506581"/>
                </a:lnTo>
                <a:lnTo>
                  <a:pt x="798481" y="506581"/>
                </a:lnTo>
                <a:lnTo>
                  <a:pt x="799932" y="507511"/>
                </a:lnTo>
                <a:lnTo>
                  <a:pt x="801384" y="510424"/>
                </a:lnTo>
                <a:lnTo>
                  <a:pt x="802836" y="510424"/>
                </a:lnTo>
                <a:lnTo>
                  <a:pt x="804288" y="512400"/>
                </a:lnTo>
                <a:lnTo>
                  <a:pt x="805740" y="512400"/>
                </a:lnTo>
                <a:lnTo>
                  <a:pt x="807191" y="513228"/>
                </a:lnTo>
                <a:lnTo>
                  <a:pt x="808643" y="513228"/>
                </a:lnTo>
                <a:lnTo>
                  <a:pt x="810095" y="514259"/>
                </a:lnTo>
                <a:lnTo>
                  <a:pt x="811547" y="514259"/>
                </a:lnTo>
                <a:lnTo>
                  <a:pt x="812999" y="518682"/>
                </a:lnTo>
                <a:lnTo>
                  <a:pt x="814450" y="518682"/>
                </a:lnTo>
                <a:lnTo>
                  <a:pt x="815902" y="522846"/>
                </a:lnTo>
                <a:lnTo>
                  <a:pt x="817354" y="522846"/>
                </a:lnTo>
                <a:lnTo>
                  <a:pt x="818806" y="525523"/>
                </a:lnTo>
                <a:lnTo>
                  <a:pt x="820257" y="525523"/>
                </a:lnTo>
                <a:lnTo>
                  <a:pt x="821709" y="530570"/>
                </a:lnTo>
                <a:lnTo>
                  <a:pt x="823161" y="530570"/>
                </a:lnTo>
                <a:lnTo>
                  <a:pt x="824613" y="533118"/>
                </a:lnTo>
                <a:lnTo>
                  <a:pt x="826065" y="533118"/>
                </a:lnTo>
                <a:lnTo>
                  <a:pt x="827516" y="543497"/>
                </a:lnTo>
                <a:lnTo>
                  <a:pt x="828968" y="543497"/>
                </a:lnTo>
                <a:lnTo>
                  <a:pt x="830420" y="545006"/>
                </a:lnTo>
                <a:lnTo>
                  <a:pt x="831872" y="545006"/>
                </a:lnTo>
                <a:lnTo>
                  <a:pt x="833323" y="546265"/>
                </a:lnTo>
                <a:lnTo>
                  <a:pt x="834775" y="546265"/>
                </a:lnTo>
                <a:lnTo>
                  <a:pt x="836227" y="559605"/>
                </a:lnTo>
                <a:lnTo>
                  <a:pt x="837679" y="559605"/>
                </a:lnTo>
                <a:lnTo>
                  <a:pt x="839131" y="563921"/>
                </a:lnTo>
                <a:lnTo>
                  <a:pt x="840582" y="563921"/>
                </a:lnTo>
                <a:lnTo>
                  <a:pt x="842034" y="565164"/>
                </a:lnTo>
                <a:lnTo>
                  <a:pt x="843486" y="565164"/>
                </a:lnTo>
                <a:lnTo>
                  <a:pt x="844938" y="567556"/>
                </a:lnTo>
                <a:lnTo>
                  <a:pt x="846390" y="567556"/>
                </a:lnTo>
                <a:lnTo>
                  <a:pt x="847841" y="569133"/>
                </a:lnTo>
                <a:lnTo>
                  <a:pt x="849293" y="569133"/>
                </a:lnTo>
                <a:lnTo>
                  <a:pt x="850745" y="571005"/>
                </a:lnTo>
                <a:lnTo>
                  <a:pt x="852197" y="571005"/>
                </a:lnTo>
                <a:lnTo>
                  <a:pt x="853648" y="573658"/>
                </a:lnTo>
                <a:lnTo>
                  <a:pt x="855100" y="573658"/>
                </a:lnTo>
                <a:lnTo>
                  <a:pt x="856552" y="574741"/>
                </a:lnTo>
                <a:lnTo>
                  <a:pt x="858004" y="574741"/>
                </a:lnTo>
                <a:lnTo>
                  <a:pt x="859456" y="582093"/>
                </a:lnTo>
                <a:lnTo>
                  <a:pt x="860907" y="582093"/>
                </a:lnTo>
                <a:lnTo>
                  <a:pt x="862359" y="582110"/>
                </a:lnTo>
                <a:lnTo>
                  <a:pt x="863811" y="584355"/>
                </a:lnTo>
                <a:lnTo>
                  <a:pt x="865263" y="584355"/>
                </a:lnTo>
                <a:lnTo>
                  <a:pt x="866715" y="586192"/>
                </a:lnTo>
                <a:lnTo>
                  <a:pt x="868166" y="586192"/>
                </a:lnTo>
                <a:lnTo>
                  <a:pt x="869618" y="586519"/>
                </a:lnTo>
                <a:lnTo>
                  <a:pt x="871070" y="586519"/>
                </a:lnTo>
                <a:lnTo>
                  <a:pt x="872522" y="588149"/>
                </a:lnTo>
                <a:lnTo>
                  <a:pt x="873973" y="588149"/>
                </a:lnTo>
                <a:lnTo>
                  <a:pt x="875425" y="594954"/>
                </a:lnTo>
                <a:lnTo>
                  <a:pt x="876877" y="594954"/>
                </a:lnTo>
                <a:lnTo>
                  <a:pt x="878329" y="596167"/>
                </a:lnTo>
                <a:lnTo>
                  <a:pt x="879781" y="596167"/>
                </a:lnTo>
                <a:lnTo>
                  <a:pt x="881232" y="597909"/>
                </a:lnTo>
                <a:lnTo>
                  <a:pt x="882684" y="597909"/>
                </a:lnTo>
                <a:lnTo>
                  <a:pt x="884136" y="598479"/>
                </a:lnTo>
                <a:lnTo>
                  <a:pt x="885588" y="598479"/>
                </a:lnTo>
                <a:lnTo>
                  <a:pt x="887039" y="599344"/>
                </a:lnTo>
                <a:lnTo>
                  <a:pt x="888491" y="599344"/>
                </a:lnTo>
                <a:lnTo>
                  <a:pt x="889943" y="601876"/>
                </a:lnTo>
                <a:lnTo>
                  <a:pt x="891395" y="601876"/>
                </a:lnTo>
                <a:lnTo>
                  <a:pt x="892847" y="603184"/>
                </a:lnTo>
                <a:lnTo>
                  <a:pt x="894298" y="603184"/>
                </a:lnTo>
                <a:lnTo>
                  <a:pt x="895750" y="606517"/>
                </a:lnTo>
                <a:lnTo>
                  <a:pt x="897202" y="606517"/>
                </a:lnTo>
                <a:lnTo>
                  <a:pt x="898654" y="606653"/>
                </a:lnTo>
                <a:lnTo>
                  <a:pt x="900106" y="606653"/>
                </a:lnTo>
                <a:lnTo>
                  <a:pt x="901557" y="609432"/>
                </a:lnTo>
                <a:lnTo>
                  <a:pt x="903009" y="609432"/>
                </a:lnTo>
                <a:lnTo>
                  <a:pt x="904461" y="613924"/>
                </a:lnTo>
                <a:lnTo>
                  <a:pt x="905913" y="613924"/>
                </a:lnTo>
                <a:lnTo>
                  <a:pt x="907364" y="614999"/>
                </a:lnTo>
                <a:lnTo>
                  <a:pt x="908816" y="614999"/>
                </a:lnTo>
                <a:lnTo>
                  <a:pt x="910268" y="619599"/>
                </a:lnTo>
                <a:lnTo>
                  <a:pt x="911720" y="619599"/>
                </a:lnTo>
                <a:lnTo>
                  <a:pt x="913172" y="622398"/>
                </a:lnTo>
                <a:lnTo>
                  <a:pt x="914623" y="622398"/>
                </a:lnTo>
                <a:lnTo>
                  <a:pt x="916075" y="625006"/>
                </a:lnTo>
                <a:lnTo>
                  <a:pt x="917527" y="625006"/>
                </a:lnTo>
                <a:lnTo>
                  <a:pt x="918979" y="626684"/>
                </a:lnTo>
                <a:lnTo>
                  <a:pt x="920430" y="626684"/>
                </a:lnTo>
                <a:lnTo>
                  <a:pt x="921882" y="636543"/>
                </a:lnTo>
                <a:lnTo>
                  <a:pt x="923334" y="636543"/>
                </a:lnTo>
                <a:lnTo>
                  <a:pt x="924786" y="640108"/>
                </a:lnTo>
                <a:lnTo>
                  <a:pt x="926238" y="640939"/>
                </a:lnTo>
                <a:lnTo>
                  <a:pt x="927689" y="640939"/>
                </a:lnTo>
                <a:lnTo>
                  <a:pt x="929141" y="641885"/>
                </a:lnTo>
                <a:lnTo>
                  <a:pt x="930593" y="641885"/>
                </a:lnTo>
                <a:lnTo>
                  <a:pt x="932045" y="643177"/>
                </a:lnTo>
                <a:lnTo>
                  <a:pt x="933497" y="643177"/>
                </a:lnTo>
                <a:lnTo>
                  <a:pt x="934948" y="644497"/>
                </a:lnTo>
                <a:lnTo>
                  <a:pt x="936400" y="644497"/>
                </a:lnTo>
                <a:lnTo>
                  <a:pt x="937852" y="653265"/>
                </a:lnTo>
                <a:lnTo>
                  <a:pt x="939304" y="653265"/>
                </a:lnTo>
                <a:lnTo>
                  <a:pt x="940755" y="657059"/>
                </a:lnTo>
                <a:lnTo>
                  <a:pt x="942207" y="657059"/>
                </a:lnTo>
                <a:lnTo>
                  <a:pt x="943659" y="662585"/>
                </a:lnTo>
                <a:lnTo>
                  <a:pt x="945111" y="662585"/>
                </a:lnTo>
                <a:lnTo>
                  <a:pt x="946563" y="665773"/>
                </a:lnTo>
                <a:lnTo>
                  <a:pt x="948014" y="665773"/>
                </a:lnTo>
                <a:lnTo>
                  <a:pt x="949466" y="668258"/>
                </a:lnTo>
                <a:lnTo>
                  <a:pt x="950918" y="668258"/>
                </a:lnTo>
                <a:lnTo>
                  <a:pt x="952370" y="668767"/>
                </a:lnTo>
                <a:lnTo>
                  <a:pt x="953821" y="668767"/>
                </a:lnTo>
                <a:lnTo>
                  <a:pt x="955273" y="671556"/>
                </a:lnTo>
                <a:lnTo>
                  <a:pt x="956725" y="671556"/>
                </a:lnTo>
                <a:lnTo>
                  <a:pt x="958177" y="672487"/>
                </a:lnTo>
                <a:lnTo>
                  <a:pt x="959629" y="672487"/>
                </a:lnTo>
                <a:lnTo>
                  <a:pt x="961080" y="674537"/>
                </a:lnTo>
                <a:lnTo>
                  <a:pt x="962532" y="674537"/>
                </a:lnTo>
                <a:lnTo>
                  <a:pt x="963984" y="678178"/>
                </a:lnTo>
                <a:lnTo>
                  <a:pt x="965436" y="678178"/>
                </a:lnTo>
                <a:lnTo>
                  <a:pt x="966888" y="681148"/>
                </a:lnTo>
                <a:lnTo>
                  <a:pt x="968339" y="681148"/>
                </a:lnTo>
                <a:lnTo>
                  <a:pt x="969791" y="684248"/>
                </a:lnTo>
                <a:lnTo>
                  <a:pt x="971243" y="684248"/>
                </a:lnTo>
                <a:lnTo>
                  <a:pt x="972695" y="685202"/>
                </a:lnTo>
                <a:lnTo>
                  <a:pt x="974146" y="685202"/>
                </a:lnTo>
                <a:lnTo>
                  <a:pt x="975598" y="685573"/>
                </a:lnTo>
                <a:lnTo>
                  <a:pt x="977050" y="685573"/>
                </a:lnTo>
                <a:lnTo>
                  <a:pt x="978502" y="687468"/>
                </a:lnTo>
                <a:lnTo>
                  <a:pt x="979954" y="687468"/>
                </a:lnTo>
                <a:lnTo>
                  <a:pt x="981405" y="687482"/>
                </a:lnTo>
                <a:lnTo>
                  <a:pt x="982857" y="687482"/>
                </a:lnTo>
                <a:lnTo>
                  <a:pt x="984309" y="688991"/>
                </a:lnTo>
                <a:lnTo>
                  <a:pt x="985761" y="688991"/>
                </a:lnTo>
                <a:lnTo>
                  <a:pt x="987213" y="689443"/>
                </a:lnTo>
                <a:lnTo>
                  <a:pt x="988664" y="689443"/>
                </a:lnTo>
                <a:lnTo>
                  <a:pt x="990116" y="689488"/>
                </a:lnTo>
                <a:lnTo>
                  <a:pt x="991568" y="692551"/>
                </a:lnTo>
                <a:lnTo>
                  <a:pt x="993020" y="692551"/>
                </a:lnTo>
                <a:lnTo>
                  <a:pt x="994471" y="699844"/>
                </a:lnTo>
                <a:lnTo>
                  <a:pt x="995923" y="699844"/>
                </a:lnTo>
                <a:lnTo>
                  <a:pt x="997375" y="700332"/>
                </a:lnTo>
                <a:lnTo>
                  <a:pt x="998827" y="700332"/>
                </a:lnTo>
                <a:lnTo>
                  <a:pt x="1000279" y="701195"/>
                </a:lnTo>
                <a:lnTo>
                  <a:pt x="1001730" y="701195"/>
                </a:lnTo>
                <a:lnTo>
                  <a:pt x="1003182" y="702765"/>
                </a:lnTo>
                <a:lnTo>
                  <a:pt x="1004634" y="702765"/>
                </a:lnTo>
                <a:lnTo>
                  <a:pt x="1006086" y="704717"/>
                </a:lnTo>
                <a:lnTo>
                  <a:pt x="1007537" y="704717"/>
                </a:lnTo>
                <a:lnTo>
                  <a:pt x="1008989" y="706763"/>
                </a:lnTo>
                <a:lnTo>
                  <a:pt x="1010441" y="706763"/>
                </a:lnTo>
                <a:lnTo>
                  <a:pt x="1011893" y="713237"/>
                </a:lnTo>
                <a:lnTo>
                  <a:pt x="1013345" y="713237"/>
                </a:lnTo>
                <a:lnTo>
                  <a:pt x="1014796" y="714031"/>
                </a:lnTo>
                <a:lnTo>
                  <a:pt x="1016248" y="714031"/>
                </a:lnTo>
                <a:lnTo>
                  <a:pt x="1017700" y="714824"/>
                </a:lnTo>
                <a:lnTo>
                  <a:pt x="1019152" y="714824"/>
                </a:lnTo>
                <a:lnTo>
                  <a:pt x="1020604" y="717304"/>
                </a:lnTo>
                <a:lnTo>
                  <a:pt x="1022055" y="717304"/>
                </a:lnTo>
                <a:lnTo>
                  <a:pt x="1023507" y="720494"/>
                </a:lnTo>
                <a:lnTo>
                  <a:pt x="1024959" y="720494"/>
                </a:lnTo>
                <a:lnTo>
                  <a:pt x="1026411" y="720895"/>
                </a:lnTo>
                <a:lnTo>
                  <a:pt x="1027862" y="720895"/>
                </a:lnTo>
                <a:lnTo>
                  <a:pt x="1029314" y="721750"/>
                </a:lnTo>
                <a:lnTo>
                  <a:pt x="1030766" y="721750"/>
                </a:lnTo>
                <a:lnTo>
                  <a:pt x="1032218" y="723580"/>
                </a:lnTo>
                <a:lnTo>
                  <a:pt x="1033670" y="723580"/>
                </a:lnTo>
                <a:lnTo>
                  <a:pt x="1035121" y="726017"/>
                </a:lnTo>
                <a:lnTo>
                  <a:pt x="1036573" y="726017"/>
                </a:lnTo>
                <a:lnTo>
                  <a:pt x="1038025" y="729837"/>
                </a:lnTo>
                <a:lnTo>
                  <a:pt x="1039477" y="729837"/>
                </a:lnTo>
                <a:lnTo>
                  <a:pt x="1040928" y="730991"/>
                </a:lnTo>
                <a:lnTo>
                  <a:pt x="1042380" y="730991"/>
                </a:lnTo>
                <a:lnTo>
                  <a:pt x="1043832" y="734028"/>
                </a:lnTo>
                <a:lnTo>
                  <a:pt x="1045284" y="734028"/>
                </a:lnTo>
                <a:lnTo>
                  <a:pt x="1046736" y="736569"/>
                </a:lnTo>
                <a:lnTo>
                  <a:pt x="1048187" y="736569"/>
                </a:lnTo>
                <a:lnTo>
                  <a:pt x="1049639" y="737385"/>
                </a:lnTo>
                <a:lnTo>
                  <a:pt x="1051091" y="737385"/>
                </a:lnTo>
                <a:lnTo>
                  <a:pt x="1052543" y="740767"/>
                </a:lnTo>
                <a:lnTo>
                  <a:pt x="1053995" y="740767"/>
                </a:lnTo>
                <a:lnTo>
                  <a:pt x="1055446" y="742687"/>
                </a:lnTo>
                <a:lnTo>
                  <a:pt x="1056898" y="742801"/>
                </a:lnTo>
                <a:lnTo>
                  <a:pt x="1058350" y="742801"/>
                </a:lnTo>
                <a:lnTo>
                  <a:pt x="1059802" y="745272"/>
                </a:lnTo>
                <a:lnTo>
                  <a:pt x="1061253" y="745272"/>
                </a:lnTo>
                <a:lnTo>
                  <a:pt x="1062705" y="746793"/>
                </a:lnTo>
                <a:lnTo>
                  <a:pt x="1064157" y="746793"/>
                </a:lnTo>
                <a:lnTo>
                  <a:pt x="1065609" y="747192"/>
                </a:lnTo>
                <a:lnTo>
                  <a:pt x="1067061" y="747192"/>
                </a:lnTo>
                <a:lnTo>
                  <a:pt x="1068512" y="747222"/>
                </a:lnTo>
                <a:lnTo>
                  <a:pt x="1069964" y="747222"/>
                </a:lnTo>
                <a:lnTo>
                  <a:pt x="1071416" y="747705"/>
                </a:lnTo>
                <a:lnTo>
                  <a:pt x="1072868" y="747705"/>
                </a:lnTo>
                <a:lnTo>
                  <a:pt x="1074319" y="749643"/>
                </a:lnTo>
                <a:lnTo>
                  <a:pt x="1075771" y="749643"/>
                </a:lnTo>
                <a:lnTo>
                  <a:pt x="1077223" y="752176"/>
                </a:lnTo>
                <a:lnTo>
                  <a:pt x="1078675" y="752176"/>
                </a:lnTo>
                <a:lnTo>
                  <a:pt x="1080127" y="752501"/>
                </a:lnTo>
                <a:lnTo>
                  <a:pt x="1081578" y="752501"/>
                </a:lnTo>
                <a:lnTo>
                  <a:pt x="1083030" y="753036"/>
                </a:lnTo>
                <a:lnTo>
                  <a:pt x="1084482" y="753036"/>
                </a:lnTo>
                <a:lnTo>
                  <a:pt x="1085934" y="757123"/>
                </a:lnTo>
                <a:lnTo>
                  <a:pt x="1087386" y="757123"/>
                </a:lnTo>
                <a:lnTo>
                  <a:pt x="1088837" y="757685"/>
                </a:lnTo>
                <a:lnTo>
                  <a:pt x="1090289" y="757685"/>
                </a:lnTo>
                <a:lnTo>
                  <a:pt x="1091741" y="758625"/>
                </a:lnTo>
                <a:lnTo>
                  <a:pt x="1093193" y="758625"/>
                </a:lnTo>
                <a:lnTo>
                  <a:pt x="1094644" y="764968"/>
                </a:lnTo>
                <a:lnTo>
                  <a:pt x="1096096" y="764968"/>
                </a:lnTo>
                <a:lnTo>
                  <a:pt x="1097548" y="769345"/>
                </a:lnTo>
                <a:lnTo>
                  <a:pt x="1099000" y="769345"/>
                </a:lnTo>
                <a:lnTo>
                  <a:pt x="1100452" y="771280"/>
                </a:lnTo>
                <a:lnTo>
                  <a:pt x="1101903" y="771280"/>
                </a:lnTo>
                <a:lnTo>
                  <a:pt x="1103355" y="772402"/>
                </a:lnTo>
                <a:lnTo>
                  <a:pt x="1104807" y="772402"/>
                </a:lnTo>
                <a:lnTo>
                  <a:pt x="1106259" y="773622"/>
                </a:lnTo>
                <a:lnTo>
                  <a:pt x="1107711" y="773622"/>
                </a:lnTo>
                <a:lnTo>
                  <a:pt x="1109162" y="773768"/>
                </a:lnTo>
                <a:lnTo>
                  <a:pt x="1110614" y="773768"/>
                </a:lnTo>
                <a:lnTo>
                  <a:pt x="1112066" y="774762"/>
                </a:lnTo>
                <a:lnTo>
                  <a:pt x="1113518" y="774762"/>
                </a:lnTo>
                <a:lnTo>
                  <a:pt x="1114969" y="774887"/>
                </a:lnTo>
                <a:lnTo>
                  <a:pt x="1116421" y="774887"/>
                </a:lnTo>
                <a:lnTo>
                  <a:pt x="1117873" y="774971"/>
                </a:lnTo>
                <a:lnTo>
                  <a:pt x="1119325" y="775106"/>
                </a:lnTo>
                <a:lnTo>
                  <a:pt x="1120777" y="774775"/>
                </a:lnTo>
                <a:lnTo>
                  <a:pt x="1122228" y="753197"/>
                </a:lnTo>
                <a:lnTo>
                  <a:pt x="1123680" y="707342"/>
                </a:lnTo>
                <a:lnTo>
                  <a:pt x="1125132" y="671103"/>
                </a:lnTo>
                <a:lnTo>
                  <a:pt x="1126584" y="643418"/>
                </a:lnTo>
                <a:lnTo>
                  <a:pt x="1128035" y="602199"/>
                </a:lnTo>
                <a:lnTo>
                  <a:pt x="1129487" y="543031"/>
                </a:lnTo>
                <a:lnTo>
                  <a:pt x="1130939" y="490990"/>
                </a:lnTo>
                <a:lnTo>
                  <a:pt x="1132391" y="429362"/>
                </a:lnTo>
                <a:lnTo>
                  <a:pt x="1133843" y="392797"/>
                </a:lnTo>
                <a:lnTo>
                  <a:pt x="1135294" y="301446"/>
                </a:lnTo>
                <a:lnTo>
                  <a:pt x="1136746" y="216524"/>
                </a:lnTo>
                <a:lnTo>
                  <a:pt x="1138198" y="125824"/>
                </a:lnTo>
                <a:lnTo>
                  <a:pt x="1139650" y="11081"/>
                </a:lnTo>
                <a:lnTo>
                  <a:pt x="1141102" y="0"/>
                </a:lnTo>
                <a:lnTo>
                  <a:pt x="1142553" y="71067"/>
                </a:lnTo>
                <a:lnTo>
                  <a:pt x="1144005" y="167510"/>
                </a:lnTo>
                <a:lnTo>
                  <a:pt x="1145457" y="260368"/>
                </a:lnTo>
                <a:lnTo>
                  <a:pt x="1146909" y="331459"/>
                </a:lnTo>
                <a:lnTo>
                  <a:pt x="1148360" y="412125"/>
                </a:lnTo>
                <a:lnTo>
                  <a:pt x="1149812" y="452709"/>
                </a:lnTo>
                <a:lnTo>
                  <a:pt x="1151264" y="532219"/>
                </a:lnTo>
                <a:lnTo>
                  <a:pt x="1152716" y="568645"/>
                </a:lnTo>
                <a:lnTo>
                  <a:pt x="1154168" y="617649"/>
                </a:lnTo>
                <a:lnTo>
                  <a:pt x="1155619" y="656146"/>
                </a:lnTo>
                <a:lnTo>
                  <a:pt x="1157071" y="694577"/>
                </a:lnTo>
                <a:lnTo>
                  <a:pt x="1158523" y="740197"/>
                </a:lnTo>
                <a:lnTo>
                  <a:pt x="1159975" y="760756"/>
                </a:lnTo>
                <a:lnTo>
                  <a:pt x="1161426" y="775724"/>
                </a:lnTo>
                <a:lnTo>
                  <a:pt x="1162878" y="775724"/>
                </a:lnTo>
                <a:lnTo>
                  <a:pt x="1164330" y="777020"/>
                </a:lnTo>
                <a:lnTo>
                  <a:pt x="1165782" y="777020"/>
                </a:lnTo>
                <a:lnTo>
                  <a:pt x="1167234" y="777020"/>
                </a:lnTo>
                <a:lnTo>
                  <a:pt x="1168685" y="777631"/>
                </a:lnTo>
                <a:lnTo>
                  <a:pt x="1170137" y="777631"/>
                </a:lnTo>
                <a:lnTo>
                  <a:pt x="1171589" y="777631"/>
                </a:lnTo>
                <a:lnTo>
                  <a:pt x="1173041" y="777631"/>
                </a:lnTo>
                <a:lnTo>
                  <a:pt x="1174493" y="778368"/>
                </a:lnTo>
                <a:lnTo>
                  <a:pt x="1175944" y="778368"/>
                </a:lnTo>
                <a:lnTo>
                  <a:pt x="1177396" y="778368"/>
                </a:lnTo>
                <a:lnTo>
                  <a:pt x="1178848" y="779815"/>
                </a:lnTo>
                <a:lnTo>
                  <a:pt x="1180300" y="779815"/>
                </a:lnTo>
                <a:lnTo>
                  <a:pt x="1181751" y="779815"/>
                </a:lnTo>
                <a:lnTo>
                  <a:pt x="1183203" y="780264"/>
                </a:lnTo>
                <a:lnTo>
                  <a:pt x="1184655" y="780264"/>
                </a:lnTo>
                <a:lnTo>
                  <a:pt x="1186107" y="780264"/>
                </a:lnTo>
                <a:lnTo>
                  <a:pt x="1187559" y="781706"/>
                </a:lnTo>
                <a:lnTo>
                  <a:pt x="1189010" y="781706"/>
                </a:lnTo>
                <a:lnTo>
                  <a:pt x="1190462" y="781706"/>
                </a:lnTo>
                <a:lnTo>
                  <a:pt x="1191914" y="781706"/>
                </a:lnTo>
                <a:lnTo>
                  <a:pt x="1193366" y="781905"/>
                </a:lnTo>
                <a:lnTo>
                  <a:pt x="1194817" y="781905"/>
                </a:lnTo>
                <a:lnTo>
                  <a:pt x="1196269" y="781905"/>
                </a:lnTo>
                <a:lnTo>
                  <a:pt x="1197721" y="783757"/>
                </a:lnTo>
                <a:lnTo>
                  <a:pt x="1199173" y="783757"/>
                </a:lnTo>
                <a:lnTo>
                  <a:pt x="1200625" y="783757"/>
                </a:lnTo>
                <a:lnTo>
                  <a:pt x="1202076" y="786462"/>
                </a:lnTo>
                <a:lnTo>
                  <a:pt x="1203528" y="786462"/>
                </a:lnTo>
                <a:lnTo>
                  <a:pt x="1204980" y="786462"/>
                </a:lnTo>
                <a:lnTo>
                  <a:pt x="1206432" y="787361"/>
                </a:lnTo>
                <a:lnTo>
                  <a:pt x="1207884" y="787361"/>
                </a:lnTo>
                <a:lnTo>
                  <a:pt x="1209335" y="787361"/>
                </a:lnTo>
                <a:lnTo>
                  <a:pt x="1210787" y="787361"/>
                </a:lnTo>
                <a:lnTo>
                  <a:pt x="1212239" y="787422"/>
                </a:lnTo>
                <a:lnTo>
                  <a:pt x="1213691" y="787422"/>
                </a:lnTo>
                <a:lnTo>
                  <a:pt x="1215142" y="787422"/>
                </a:lnTo>
                <a:lnTo>
                  <a:pt x="1216594" y="788194"/>
                </a:lnTo>
                <a:lnTo>
                  <a:pt x="1218046" y="788194"/>
                </a:lnTo>
                <a:lnTo>
                  <a:pt x="1219498" y="788194"/>
                </a:lnTo>
                <a:lnTo>
                  <a:pt x="1220950" y="789942"/>
                </a:lnTo>
                <a:lnTo>
                  <a:pt x="1222401" y="789942"/>
                </a:lnTo>
                <a:lnTo>
                  <a:pt x="1223853" y="789942"/>
                </a:lnTo>
                <a:lnTo>
                  <a:pt x="1225305" y="790361"/>
                </a:lnTo>
                <a:lnTo>
                  <a:pt x="1226757" y="790361"/>
                </a:lnTo>
                <a:lnTo>
                  <a:pt x="1228209" y="790361"/>
                </a:lnTo>
                <a:lnTo>
                  <a:pt x="1229660" y="790361"/>
                </a:lnTo>
                <a:lnTo>
                  <a:pt x="1231112" y="790453"/>
                </a:lnTo>
                <a:lnTo>
                  <a:pt x="1232564" y="790453"/>
                </a:lnTo>
                <a:lnTo>
                  <a:pt x="1234016" y="790453"/>
                </a:lnTo>
                <a:lnTo>
                  <a:pt x="1235467" y="790458"/>
                </a:lnTo>
                <a:lnTo>
                  <a:pt x="1236919" y="790458"/>
                </a:lnTo>
                <a:lnTo>
                  <a:pt x="1238371" y="790458"/>
                </a:lnTo>
                <a:lnTo>
                  <a:pt x="1239823" y="790996"/>
                </a:lnTo>
                <a:lnTo>
                  <a:pt x="1241275" y="790996"/>
                </a:lnTo>
                <a:lnTo>
                  <a:pt x="1242726" y="790996"/>
                </a:lnTo>
                <a:lnTo>
                  <a:pt x="1244178" y="791789"/>
                </a:lnTo>
                <a:lnTo>
                  <a:pt x="1245630" y="791789"/>
                </a:lnTo>
                <a:lnTo>
                  <a:pt x="1247082" y="791789"/>
                </a:lnTo>
                <a:lnTo>
                  <a:pt x="1248533" y="791789"/>
                </a:lnTo>
                <a:lnTo>
                  <a:pt x="1249985" y="792521"/>
                </a:lnTo>
                <a:lnTo>
                  <a:pt x="1251437" y="792521"/>
                </a:lnTo>
                <a:lnTo>
                  <a:pt x="1252889" y="792521"/>
                </a:lnTo>
                <a:lnTo>
                  <a:pt x="1254341" y="792935"/>
                </a:lnTo>
                <a:lnTo>
                  <a:pt x="1255792" y="792935"/>
                </a:lnTo>
                <a:lnTo>
                  <a:pt x="1257244" y="792935"/>
                </a:lnTo>
                <a:lnTo>
                  <a:pt x="1258696" y="793350"/>
                </a:lnTo>
                <a:lnTo>
                  <a:pt x="1260148" y="793350"/>
                </a:lnTo>
                <a:lnTo>
                  <a:pt x="1261600" y="793350"/>
                </a:lnTo>
                <a:lnTo>
                  <a:pt x="1263051" y="795397"/>
                </a:lnTo>
                <a:lnTo>
                  <a:pt x="1264503" y="795397"/>
                </a:lnTo>
                <a:lnTo>
                  <a:pt x="1265955" y="795397"/>
                </a:lnTo>
                <a:lnTo>
                  <a:pt x="1267407" y="795397"/>
                </a:lnTo>
                <a:lnTo>
                  <a:pt x="1268858" y="796842"/>
                </a:lnTo>
                <a:lnTo>
                  <a:pt x="1270310" y="796842"/>
                </a:lnTo>
                <a:lnTo>
                  <a:pt x="1271762" y="796842"/>
                </a:lnTo>
                <a:lnTo>
                  <a:pt x="1273214" y="797108"/>
                </a:lnTo>
                <a:lnTo>
                  <a:pt x="1274666" y="797108"/>
                </a:lnTo>
                <a:lnTo>
                  <a:pt x="1276117" y="797108"/>
                </a:lnTo>
                <a:lnTo>
                  <a:pt x="1277569" y="800173"/>
                </a:lnTo>
                <a:lnTo>
                  <a:pt x="1279021" y="800173"/>
                </a:lnTo>
                <a:lnTo>
                  <a:pt x="1280473" y="800173"/>
                </a:lnTo>
                <a:lnTo>
                  <a:pt x="1281924" y="800948"/>
                </a:lnTo>
                <a:lnTo>
                  <a:pt x="1283376" y="800948"/>
                </a:lnTo>
                <a:lnTo>
                  <a:pt x="1284828" y="800948"/>
                </a:lnTo>
                <a:lnTo>
                  <a:pt x="1286280" y="800948"/>
                </a:lnTo>
                <a:lnTo>
                  <a:pt x="1287732" y="801513"/>
                </a:lnTo>
                <a:lnTo>
                  <a:pt x="1289183" y="801513"/>
                </a:lnTo>
                <a:lnTo>
                  <a:pt x="1290635" y="801513"/>
                </a:lnTo>
                <a:lnTo>
                  <a:pt x="1292087" y="801977"/>
                </a:lnTo>
                <a:lnTo>
                  <a:pt x="1293539" y="801977"/>
                </a:lnTo>
                <a:lnTo>
                  <a:pt x="1294991" y="801977"/>
                </a:lnTo>
                <a:lnTo>
                  <a:pt x="1296442" y="804295"/>
                </a:lnTo>
                <a:lnTo>
                  <a:pt x="1297894" y="804295"/>
                </a:lnTo>
                <a:lnTo>
                  <a:pt x="1299346" y="804295"/>
                </a:lnTo>
                <a:lnTo>
                  <a:pt x="1300798" y="805165"/>
                </a:lnTo>
                <a:lnTo>
                  <a:pt x="1302249" y="805165"/>
                </a:lnTo>
                <a:lnTo>
                  <a:pt x="1303701" y="805165"/>
                </a:lnTo>
                <a:lnTo>
                  <a:pt x="1305153" y="805165"/>
                </a:lnTo>
                <a:lnTo>
                  <a:pt x="1306605" y="806405"/>
                </a:lnTo>
                <a:lnTo>
                  <a:pt x="1308057" y="806405"/>
                </a:lnTo>
                <a:lnTo>
                  <a:pt x="1309508" y="806405"/>
                </a:lnTo>
                <a:lnTo>
                  <a:pt x="1310960" y="807737"/>
                </a:lnTo>
                <a:lnTo>
                  <a:pt x="1312412" y="807737"/>
                </a:lnTo>
                <a:lnTo>
                  <a:pt x="1313864" y="807737"/>
                </a:lnTo>
                <a:lnTo>
                  <a:pt x="1315315" y="807838"/>
                </a:lnTo>
                <a:lnTo>
                  <a:pt x="1316767" y="807838"/>
                </a:lnTo>
                <a:lnTo>
                  <a:pt x="1318219" y="807838"/>
                </a:lnTo>
                <a:lnTo>
                  <a:pt x="1319671" y="807970"/>
                </a:lnTo>
                <a:lnTo>
                  <a:pt x="1321123" y="807970"/>
                </a:lnTo>
                <a:lnTo>
                  <a:pt x="1322574" y="807970"/>
                </a:lnTo>
                <a:lnTo>
                  <a:pt x="1324026" y="807970"/>
                </a:lnTo>
                <a:lnTo>
                  <a:pt x="1325478" y="808261"/>
                </a:lnTo>
                <a:lnTo>
                  <a:pt x="1326930" y="808261"/>
                </a:lnTo>
                <a:lnTo>
                  <a:pt x="1328382" y="808261"/>
                </a:lnTo>
                <a:lnTo>
                  <a:pt x="1329833" y="811520"/>
                </a:lnTo>
                <a:lnTo>
                  <a:pt x="1331285" y="811520"/>
                </a:lnTo>
                <a:lnTo>
                  <a:pt x="1332737" y="811520"/>
                </a:lnTo>
                <a:lnTo>
                  <a:pt x="1334189" y="812119"/>
                </a:lnTo>
                <a:lnTo>
                  <a:pt x="1335640" y="812119"/>
                </a:lnTo>
                <a:lnTo>
                  <a:pt x="1337092" y="812119"/>
                </a:lnTo>
                <a:lnTo>
                  <a:pt x="1338544" y="813210"/>
                </a:lnTo>
                <a:lnTo>
                  <a:pt x="1339996" y="813210"/>
                </a:lnTo>
                <a:lnTo>
                  <a:pt x="1341448" y="813210"/>
                </a:lnTo>
                <a:lnTo>
                  <a:pt x="1342899" y="813210"/>
                </a:lnTo>
                <a:lnTo>
                  <a:pt x="1344351" y="815082"/>
                </a:lnTo>
                <a:lnTo>
                  <a:pt x="1345803" y="815082"/>
                </a:lnTo>
                <a:lnTo>
                  <a:pt x="1347255" y="815082"/>
                </a:lnTo>
                <a:lnTo>
                  <a:pt x="1348706" y="816998"/>
                </a:lnTo>
                <a:lnTo>
                  <a:pt x="1350158" y="816998"/>
                </a:lnTo>
                <a:lnTo>
                  <a:pt x="1351610" y="816998"/>
                </a:lnTo>
                <a:lnTo>
                  <a:pt x="1353062" y="818979"/>
                </a:lnTo>
                <a:lnTo>
                  <a:pt x="1354514" y="818979"/>
                </a:lnTo>
                <a:lnTo>
                  <a:pt x="1355965" y="818979"/>
                </a:lnTo>
                <a:lnTo>
                  <a:pt x="1357417" y="819216"/>
                </a:lnTo>
                <a:lnTo>
                  <a:pt x="1358869" y="819216"/>
                </a:lnTo>
                <a:lnTo>
                  <a:pt x="1360321" y="819216"/>
                </a:lnTo>
                <a:lnTo>
                  <a:pt x="1361773" y="819216"/>
                </a:lnTo>
                <a:lnTo>
                  <a:pt x="1363224" y="819250"/>
                </a:lnTo>
                <a:lnTo>
                  <a:pt x="1364676" y="819250"/>
                </a:lnTo>
                <a:lnTo>
                  <a:pt x="1366128" y="819250"/>
                </a:lnTo>
                <a:lnTo>
                  <a:pt x="1367580" y="820026"/>
                </a:lnTo>
                <a:lnTo>
                  <a:pt x="1369031" y="820026"/>
                </a:lnTo>
                <a:lnTo>
                  <a:pt x="1370483" y="820026"/>
                </a:lnTo>
                <a:lnTo>
                  <a:pt x="1371935" y="820441"/>
                </a:lnTo>
                <a:lnTo>
                  <a:pt x="1373387" y="820441"/>
                </a:lnTo>
                <a:lnTo>
                  <a:pt x="1374839" y="820441"/>
                </a:lnTo>
                <a:lnTo>
                  <a:pt x="1376290" y="824980"/>
                </a:lnTo>
                <a:lnTo>
                  <a:pt x="1377742" y="824980"/>
                </a:lnTo>
                <a:lnTo>
                  <a:pt x="1379194" y="824980"/>
                </a:lnTo>
                <a:lnTo>
                  <a:pt x="1380646" y="824980"/>
                </a:lnTo>
                <a:lnTo>
                  <a:pt x="1382098" y="826244"/>
                </a:lnTo>
                <a:lnTo>
                  <a:pt x="1383549" y="826244"/>
                </a:lnTo>
                <a:lnTo>
                  <a:pt x="1385001" y="826244"/>
                </a:lnTo>
                <a:lnTo>
                  <a:pt x="1386453" y="827941"/>
                </a:lnTo>
                <a:lnTo>
                  <a:pt x="1387905" y="827941"/>
                </a:lnTo>
                <a:lnTo>
                  <a:pt x="1389356" y="827941"/>
                </a:lnTo>
                <a:lnTo>
                  <a:pt x="1390808" y="828492"/>
                </a:lnTo>
                <a:lnTo>
                  <a:pt x="1392260" y="828492"/>
                </a:lnTo>
                <a:lnTo>
                  <a:pt x="1393712" y="828492"/>
                </a:lnTo>
                <a:lnTo>
                  <a:pt x="1395164" y="829011"/>
                </a:lnTo>
                <a:lnTo>
                  <a:pt x="1396615" y="829011"/>
                </a:lnTo>
                <a:lnTo>
                  <a:pt x="1398067" y="829011"/>
                </a:lnTo>
                <a:lnTo>
                  <a:pt x="1399519" y="829011"/>
                </a:lnTo>
                <a:lnTo>
                  <a:pt x="1400971" y="829105"/>
                </a:lnTo>
                <a:lnTo>
                  <a:pt x="1402422" y="829105"/>
                </a:lnTo>
                <a:lnTo>
                  <a:pt x="1403874" y="829105"/>
                </a:lnTo>
                <a:lnTo>
                  <a:pt x="1405326" y="829596"/>
                </a:lnTo>
                <a:lnTo>
                  <a:pt x="1406778" y="829596"/>
                </a:lnTo>
                <a:lnTo>
                  <a:pt x="1408230" y="829596"/>
                </a:lnTo>
                <a:lnTo>
                  <a:pt x="1409681" y="829932"/>
                </a:lnTo>
                <a:lnTo>
                  <a:pt x="1411133" y="829932"/>
                </a:lnTo>
                <a:lnTo>
                  <a:pt x="1412585" y="829932"/>
                </a:lnTo>
                <a:lnTo>
                  <a:pt x="1414037" y="831167"/>
                </a:lnTo>
                <a:lnTo>
                  <a:pt x="1415489" y="831167"/>
                </a:lnTo>
                <a:lnTo>
                  <a:pt x="1416940" y="831167"/>
                </a:lnTo>
                <a:lnTo>
                  <a:pt x="1418392" y="831167"/>
                </a:lnTo>
                <a:lnTo>
                  <a:pt x="1419844" y="831475"/>
                </a:lnTo>
                <a:lnTo>
                  <a:pt x="1421296" y="831475"/>
                </a:lnTo>
                <a:lnTo>
                  <a:pt x="1422747" y="831475"/>
                </a:lnTo>
                <a:lnTo>
                  <a:pt x="1424199" y="833818"/>
                </a:lnTo>
                <a:lnTo>
                  <a:pt x="1425651" y="833818"/>
                </a:lnTo>
                <a:lnTo>
                  <a:pt x="1427103" y="833818"/>
                </a:lnTo>
                <a:lnTo>
                  <a:pt x="1428555" y="834105"/>
                </a:lnTo>
                <a:lnTo>
                  <a:pt x="1430006" y="834105"/>
                </a:lnTo>
                <a:lnTo>
                  <a:pt x="1431458" y="834105"/>
                </a:lnTo>
                <a:lnTo>
                  <a:pt x="1432910" y="835753"/>
                </a:lnTo>
                <a:lnTo>
                  <a:pt x="1434362" y="835753"/>
                </a:lnTo>
                <a:lnTo>
                  <a:pt x="1435813" y="835753"/>
                </a:lnTo>
                <a:lnTo>
                  <a:pt x="1437265" y="835753"/>
                </a:lnTo>
                <a:lnTo>
                  <a:pt x="1438717" y="836492"/>
                </a:lnTo>
                <a:lnTo>
                  <a:pt x="1440169" y="836492"/>
                </a:lnTo>
                <a:lnTo>
                  <a:pt x="1441621" y="836492"/>
                </a:lnTo>
                <a:lnTo>
                  <a:pt x="1443072" y="837210"/>
                </a:lnTo>
                <a:lnTo>
                  <a:pt x="1444524" y="837210"/>
                </a:lnTo>
                <a:lnTo>
                  <a:pt x="1445976" y="837210"/>
                </a:lnTo>
                <a:lnTo>
                  <a:pt x="1447428" y="837258"/>
                </a:lnTo>
                <a:lnTo>
                  <a:pt x="1448880" y="837258"/>
                </a:lnTo>
                <a:lnTo>
                  <a:pt x="1450331" y="837258"/>
                </a:lnTo>
                <a:lnTo>
                  <a:pt x="1451783" y="837367"/>
                </a:lnTo>
                <a:lnTo>
                  <a:pt x="1453235" y="837367"/>
                </a:lnTo>
                <a:lnTo>
                  <a:pt x="1454687" y="837367"/>
                </a:lnTo>
                <a:lnTo>
                  <a:pt x="1456138" y="837367"/>
                </a:lnTo>
                <a:lnTo>
                  <a:pt x="1457590" y="837742"/>
                </a:lnTo>
                <a:lnTo>
                  <a:pt x="1459042" y="837742"/>
                </a:lnTo>
                <a:lnTo>
                  <a:pt x="1460494" y="837742"/>
                </a:lnTo>
                <a:lnTo>
                  <a:pt x="1461946" y="839079"/>
                </a:lnTo>
                <a:lnTo>
                  <a:pt x="1463397" y="839079"/>
                </a:lnTo>
                <a:lnTo>
                  <a:pt x="1464849" y="839561"/>
                </a:lnTo>
                <a:lnTo>
                  <a:pt x="1466301" y="807100"/>
                </a:lnTo>
                <a:lnTo>
                  <a:pt x="1467753" y="803555"/>
                </a:lnTo>
                <a:lnTo>
                  <a:pt x="1469204" y="830450"/>
                </a:lnTo>
                <a:lnTo>
                  <a:pt x="1470656" y="840246"/>
                </a:lnTo>
                <a:lnTo>
                  <a:pt x="1472108" y="848720"/>
                </a:lnTo>
                <a:lnTo>
                  <a:pt x="1473560" y="851352"/>
                </a:lnTo>
                <a:lnTo>
                  <a:pt x="1475012" y="857232"/>
                </a:lnTo>
                <a:lnTo>
                  <a:pt x="1476463" y="862628"/>
                </a:lnTo>
                <a:lnTo>
                  <a:pt x="1477915" y="870703"/>
                </a:lnTo>
                <a:lnTo>
                  <a:pt x="1479367" y="879834"/>
                </a:lnTo>
                <a:lnTo>
                  <a:pt x="1480819" y="883492"/>
                </a:lnTo>
                <a:lnTo>
                  <a:pt x="1482271" y="891993"/>
                </a:lnTo>
                <a:lnTo>
                  <a:pt x="1483722" y="896508"/>
                </a:lnTo>
                <a:lnTo>
                  <a:pt x="1485174" y="902029"/>
                </a:lnTo>
                <a:lnTo>
                  <a:pt x="1486626" y="906065"/>
                </a:lnTo>
                <a:lnTo>
                  <a:pt x="1488078" y="912240"/>
                </a:lnTo>
                <a:lnTo>
                  <a:pt x="1489529" y="915504"/>
                </a:lnTo>
                <a:lnTo>
                  <a:pt x="1490981" y="923191"/>
                </a:lnTo>
                <a:lnTo>
                  <a:pt x="1492433" y="928249"/>
                </a:lnTo>
                <a:lnTo>
                  <a:pt x="1493885" y="932330"/>
                </a:lnTo>
                <a:lnTo>
                  <a:pt x="1495337" y="937742"/>
                </a:lnTo>
                <a:lnTo>
                  <a:pt x="1496788" y="942371"/>
                </a:lnTo>
                <a:lnTo>
                  <a:pt x="1498240" y="945125"/>
                </a:lnTo>
                <a:lnTo>
                  <a:pt x="1499692" y="950114"/>
                </a:lnTo>
                <a:lnTo>
                  <a:pt x="1501144" y="953928"/>
                </a:lnTo>
                <a:lnTo>
                  <a:pt x="1502596" y="957375"/>
                </a:lnTo>
                <a:lnTo>
                  <a:pt x="1504047" y="960601"/>
                </a:lnTo>
                <a:lnTo>
                  <a:pt x="1505499" y="964299"/>
                </a:lnTo>
                <a:lnTo>
                  <a:pt x="1506951" y="970484"/>
                </a:lnTo>
                <a:lnTo>
                  <a:pt x="1508403" y="971843"/>
                </a:lnTo>
                <a:lnTo>
                  <a:pt x="1509854" y="975172"/>
                </a:lnTo>
                <a:lnTo>
                  <a:pt x="1511306" y="979370"/>
                </a:lnTo>
                <a:lnTo>
                  <a:pt x="1512758" y="981019"/>
                </a:lnTo>
                <a:lnTo>
                  <a:pt x="1514210" y="984348"/>
                </a:lnTo>
                <a:lnTo>
                  <a:pt x="1515662" y="985561"/>
                </a:lnTo>
                <a:lnTo>
                  <a:pt x="1517113" y="987530"/>
                </a:lnTo>
                <a:lnTo>
                  <a:pt x="1518565" y="989841"/>
                </a:lnTo>
                <a:lnTo>
                  <a:pt x="1520017" y="991624"/>
                </a:lnTo>
                <a:lnTo>
                  <a:pt x="1521469" y="992290"/>
                </a:lnTo>
                <a:lnTo>
                  <a:pt x="1522920" y="994770"/>
                </a:lnTo>
                <a:lnTo>
                  <a:pt x="1524372" y="996592"/>
                </a:lnTo>
                <a:lnTo>
                  <a:pt x="1525824" y="998222"/>
                </a:lnTo>
                <a:lnTo>
                  <a:pt x="1527276" y="999926"/>
                </a:lnTo>
                <a:lnTo>
                  <a:pt x="1528728" y="1001142"/>
                </a:lnTo>
                <a:lnTo>
                  <a:pt x="1530179" y="1004361"/>
                </a:lnTo>
                <a:lnTo>
                  <a:pt x="1531631" y="1006422"/>
                </a:lnTo>
                <a:lnTo>
                  <a:pt x="1533083" y="1008356"/>
                </a:lnTo>
                <a:lnTo>
                  <a:pt x="1534535" y="1009809"/>
                </a:lnTo>
                <a:lnTo>
                  <a:pt x="1535987" y="1013351"/>
                </a:lnTo>
                <a:lnTo>
                  <a:pt x="1537438" y="1014991"/>
                </a:lnTo>
                <a:lnTo>
                  <a:pt x="1538890" y="1016217"/>
                </a:lnTo>
                <a:lnTo>
                  <a:pt x="1540342" y="1018115"/>
                </a:lnTo>
                <a:lnTo>
                  <a:pt x="1541794" y="1019347"/>
                </a:lnTo>
                <a:lnTo>
                  <a:pt x="1543245" y="1022433"/>
                </a:lnTo>
                <a:lnTo>
                  <a:pt x="1544697" y="1024043"/>
                </a:lnTo>
                <a:lnTo>
                  <a:pt x="1546149" y="1025092"/>
                </a:lnTo>
                <a:lnTo>
                  <a:pt x="1547601" y="1026133"/>
                </a:lnTo>
                <a:lnTo>
                  <a:pt x="1549053" y="1027793"/>
                </a:lnTo>
                <a:lnTo>
                  <a:pt x="1550504" y="1028527"/>
                </a:lnTo>
                <a:lnTo>
                  <a:pt x="1551956" y="1029399"/>
                </a:lnTo>
                <a:lnTo>
                  <a:pt x="1553408" y="1030573"/>
                </a:lnTo>
                <a:lnTo>
                  <a:pt x="1554860" y="1032317"/>
                </a:lnTo>
                <a:lnTo>
                  <a:pt x="1556311" y="1034207"/>
                </a:lnTo>
                <a:lnTo>
                  <a:pt x="1557763" y="1034676"/>
                </a:lnTo>
                <a:lnTo>
                  <a:pt x="1559215" y="1034467"/>
                </a:lnTo>
                <a:lnTo>
                  <a:pt x="1560667" y="1032111"/>
                </a:lnTo>
                <a:lnTo>
                  <a:pt x="1562119" y="1031171"/>
                </a:lnTo>
                <a:lnTo>
                  <a:pt x="1563570" y="1030635"/>
                </a:lnTo>
                <a:lnTo>
                  <a:pt x="1565022" y="1028520"/>
                </a:lnTo>
                <a:lnTo>
                  <a:pt x="1566474" y="1026681"/>
                </a:lnTo>
                <a:lnTo>
                  <a:pt x="1567926" y="1024218"/>
                </a:lnTo>
                <a:lnTo>
                  <a:pt x="1569378" y="1021556"/>
                </a:lnTo>
                <a:lnTo>
                  <a:pt x="1570829" y="1020909"/>
                </a:lnTo>
                <a:lnTo>
                  <a:pt x="1572281" y="1017220"/>
                </a:lnTo>
                <a:lnTo>
                  <a:pt x="1573733" y="1013483"/>
                </a:lnTo>
                <a:lnTo>
                  <a:pt x="1575185" y="1011320"/>
                </a:lnTo>
                <a:lnTo>
                  <a:pt x="1576636" y="1006783"/>
                </a:lnTo>
                <a:lnTo>
                  <a:pt x="1578088" y="1005449"/>
                </a:lnTo>
                <a:lnTo>
                  <a:pt x="1579540" y="1001470"/>
                </a:lnTo>
                <a:lnTo>
                  <a:pt x="1580992" y="996529"/>
                </a:lnTo>
                <a:lnTo>
                  <a:pt x="1582444" y="988681"/>
                </a:lnTo>
                <a:lnTo>
                  <a:pt x="1583895" y="972217"/>
                </a:lnTo>
                <a:lnTo>
                  <a:pt x="1585347" y="962911"/>
                </a:lnTo>
                <a:lnTo>
                  <a:pt x="1586799" y="947043"/>
                </a:lnTo>
                <a:lnTo>
                  <a:pt x="1588251" y="925950"/>
                </a:lnTo>
                <a:lnTo>
                  <a:pt x="1589702" y="906238"/>
                </a:lnTo>
                <a:lnTo>
                  <a:pt x="1591154" y="880266"/>
                </a:lnTo>
                <a:lnTo>
                  <a:pt x="1592606" y="843347"/>
                </a:lnTo>
                <a:lnTo>
                  <a:pt x="1594058" y="800003"/>
                </a:lnTo>
                <a:lnTo>
                  <a:pt x="1595510" y="795766"/>
                </a:lnTo>
                <a:lnTo>
                  <a:pt x="1596961" y="816434"/>
                </a:lnTo>
                <a:lnTo>
                  <a:pt x="1598413" y="854990"/>
                </a:lnTo>
                <a:lnTo>
                  <a:pt x="1599865" y="888535"/>
                </a:lnTo>
                <a:lnTo>
                  <a:pt x="1601317" y="916019"/>
                </a:lnTo>
                <a:lnTo>
                  <a:pt x="1602769" y="939494"/>
                </a:lnTo>
                <a:lnTo>
                  <a:pt x="1604220" y="953305"/>
                </a:lnTo>
                <a:lnTo>
                  <a:pt x="1605672" y="966829"/>
                </a:lnTo>
                <a:lnTo>
                  <a:pt x="1607124" y="980220"/>
                </a:lnTo>
                <a:lnTo>
                  <a:pt x="1608576" y="994216"/>
                </a:lnTo>
                <a:lnTo>
                  <a:pt x="1610027" y="1034734"/>
                </a:lnTo>
                <a:lnTo>
                  <a:pt x="1611479" y="1043392"/>
                </a:lnTo>
                <a:lnTo>
                  <a:pt x="1612931" y="1049442"/>
                </a:lnTo>
                <a:lnTo>
                  <a:pt x="1614383" y="1052610"/>
                </a:lnTo>
                <a:lnTo>
                  <a:pt x="1615835" y="1054062"/>
                </a:lnTo>
                <a:lnTo>
                  <a:pt x="1617286" y="1054066"/>
                </a:lnTo>
                <a:lnTo>
                  <a:pt x="1618738" y="1054065"/>
                </a:lnTo>
                <a:lnTo>
                  <a:pt x="1620190" y="1039572"/>
                </a:lnTo>
                <a:lnTo>
                  <a:pt x="1621642" y="1038308"/>
                </a:lnTo>
                <a:lnTo>
                  <a:pt x="1623094" y="1032061"/>
                </a:lnTo>
                <a:lnTo>
                  <a:pt x="1624545" y="1025779"/>
                </a:lnTo>
                <a:lnTo>
                  <a:pt x="1625997" y="1023284"/>
                </a:lnTo>
                <a:lnTo>
                  <a:pt x="1627449" y="1011328"/>
                </a:lnTo>
                <a:lnTo>
                  <a:pt x="1628901" y="1007642"/>
                </a:lnTo>
                <a:lnTo>
                  <a:pt x="1630352" y="994775"/>
                </a:lnTo>
                <a:lnTo>
                  <a:pt x="1631804" y="989760"/>
                </a:lnTo>
                <a:lnTo>
                  <a:pt x="1633256" y="999413"/>
                </a:lnTo>
                <a:lnTo>
                  <a:pt x="1634708" y="1011290"/>
                </a:lnTo>
                <a:lnTo>
                  <a:pt x="1636160" y="1020638"/>
                </a:lnTo>
                <a:lnTo>
                  <a:pt x="1637611" y="1025726"/>
                </a:lnTo>
                <a:lnTo>
                  <a:pt x="1639063" y="1031985"/>
                </a:lnTo>
                <a:lnTo>
                  <a:pt x="1640515" y="1036918"/>
                </a:lnTo>
                <a:lnTo>
                  <a:pt x="1641967" y="1038376"/>
                </a:lnTo>
                <a:lnTo>
                  <a:pt x="1643418" y="1041859"/>
                </a:lnTo>
                <a:lnTo>
                  <a:pt x="1644870" y="1041971"/>
                </a:lnTo>
                <a:lnTo>
                  <a:pt x="1646322" y="1046113"/>
                </a:lnTo>
                <a:lnTo>
                  <a:pt x="1647774" y="1046279"/>
                </a:lnTo>
                <a:lnTo>
                  <a:pt x="1649226" y="1046348"/>
                </a:lnTo>
                <a:lnTo>
                  <a:pt x="1650677" y="1046902"/>
                </a:lnTo>
                <a:lnTo>
                  <a:pt x="1652129" y="1046990"/>
                </a:lnTo>
                <a:lnTo>
                  <a:pt x="1653581" y="1048519"/>
                </a:lnTo>
                <a:lnTo>
                  <a:pt x="1655033" y="1048745"/>
                </a:lnTo>
                <a:lnTo>
                  <a:pt x="1656485" y="1049742"/>
                </a:lnTo>
                <a:lnTo>
                  <a:pt x="1657936" y="1050378"/>
                </a:lnTo>
                <a:lnTo>
                  <a:pt x="1659388" y="1050877"/>
                </a:lnTo>
                <a:lnTo>
                  <a:pt x="1660840" y="1051394"/>
                </a:lnTo>
                <a:lnTo>
                  <a:pt x="1662292" y="1051588"/>
                </a:lnTo>
                <a:lnTo>
                  <a:pt x="1663743" y="1051770"/>
                </a:lnTo>
                <a:lnTo>
                  <a:pt x="1665195" y="1051833"/>
                </a:lnTo>
                <a:lnTo>
                  <a:pt x="1666647" y="1051900"/>
                </a:lnTo>
                <a:lnTo>
                  <a:pt x="1668099" y="1051880"/>
                </a:lnTo>
                <a:lnTo>
                  <a:pt x="1669551" y="1050421"/>
                </a:lnTo>
                <a:lnTo>
                  <a:pt x="1671002" y="1047724"/>
                </a:lnTo>
                <a:lnTo>
                  <a:pt x="1672454" y="1043167"/>
                </a:lnTo>
                <a:lnTo>
                  <a:pt x="1673906" y="1038089"/>
                </a:lnTo>
                <a:lnTo>
                  <a:pt x="1675358" y="1031528"/>
                </a:lnTo>
                <a:lnTo>
                  <a:pt x="1676809" y="1008037"/>
                </a:lnTo>
                <a:lnTo>
                  <a:pt x="1678261" y="997701"/>
                </a:lnTo>
                <a:lnTo>
                  <a:pt x="1679713" y="984367"/>
                </a:lnTo>
                <a:lnTo>
                  <a:pt x="1681165" y="970403"/>
                </a:lnTo>
                <a:lnTo>
                  <a:pt x="1682617" y="967421"/>
                </a:lnTo>
                <a:lnTo>
                  <a:pt x="1684068" y="976890"/>
                </a:lnTo>
                <a:lnTo>
                  <a:pt x="1685520" y="991391"/>
                </a:lnTo>
                <a:lnTo>
                  <a:pt x="1686972" y="1003658"/>
                </a:lnTo>
                <a:lnTo>
                  <a:pt x="1688424" y="1012320"/>
                </a:lnTo>
                <a:lnTo>
                  <a:pt x="1689876" y="1013853"/>
                </a:lnTo>
                <a:lnTo>
                  <a:pt x="1691327" y="1016778"/>
                </a:lnTo>
                <a:lnTo>
                  <a:pt x="1692779" y="1020668"/>
                </a:lnTo>
                <a:lnTo>
                  <a:pt x="1694231" y="1024494"/>
                </a:lnTo>
                <a:lnTo>
                  <a:pt x="1695683" y="1025846"/>
                </a:lnTo>
                <a:lnTo>
                  <a:pt x="1697134" y="1030148"/>
                </a:lnTo>
                <a:lnTo>
                  <a:pt x="1698586" y="1031368"/>
                </a:lnTo>
                <a:lnTo>
                  <a:pt x="1700038" y="1031372"/>
                </a:lnTo>
                <a:lnTo>
                  <a:pt x="1701490" y="1031382"/>
                </a:lnTo>
                <a:lnTo>
                  <a:pt x="1702942" y="1031399"/>
                </a:lnTo>
                <a:lnTo>
                  <a:pt x="1704393" y="1031424"/>
                </a:lnTo>
                <a:lnTo>
                  <a:pt x="1705845" y="1031455"/>
                </a:lnTo>
                <a:lnTo>
                  <a:pt x="1707297" y="1029731"/>
                </a:lnTo>
                <a:lnTo>
                  <a:pt x="1708749" y="1028500"/>
                </a:lnTo>
                <a:lnTo>
                  <a:pt x="1710200" y="1027761"/>
                </a:lnTo>
                <a:lnTo>
                  <a:pt x="1711652" y="1027515"/>
                </a:lnTo>
                <a:lnTo>
                  <a:pt x="1713104" y="1026274"/>
                </a:lnTo>
                <a:lnTo>
                  <a:pt x="1714556" y="1029127"/>
                </a:lnTo>
                <a:lnTo>
                  <a:pt x="1716008" y="1031339"/>
                </a:lnTo>
                <a:lnTo>
                  <a:pt x="1717459" y="1031528"/>
                </a:lnTo>
                <a:lnTo>
                  <a:pt x="1718911" y="1031993"/>
                </a:lnTo>
                <a:lnTo>
                  <a:pt x="1720363" y="1032727"/>
                </a:lnTo>
                <a:lnTo>
                  <a:pt x="1721815" y="1033109"/>
                </a:lnTo>
                <a:lnTo>
                  <a:pt x="1723267" y="1033596"/>
                </a:lnTo>
                <a:lnTo>
                  <a:pt x="1724718" y="1034105"/>
                </a:lnTo>
                <a:lnTo>
                  <a:pt x="1726170" y="1034444"/>
                </a:lnTo>
                <a:lnTo>
                  <a:pt x="1727622" y="1034973"/>
                </a:lnTo>
                <a:lnTo>
                  <a:pt x="1729074" y="1035423"/>
                </a:lnTo>
                <a:lnTo>
                  <a:pt x="1730525" y="1035735"/>
                </a:lnTo>
                <a:lnTo>
                  <a:pt x="1731977" y="1035996"/>
                </a:lnTo>
                <a:lnTo>
                  <a:pt x="1733429" y="1036053"/>
                </a:lnTo>
                <a:lnTo>
                  <a:pt x="1734881" y="1036614"/>
                </a:lnTo>
                <a:lnTo>
                  <a:pt x="1736333" y="1037420"/>
                </a:lnTo>
                <a:lnTo>
                  <a:pt x="1737784" y="1038089"/>
                </a:lnTo>
                <a:lnTo>
                  <a:pt x="1739236" y="1039370"/>
                </a:lnTo>
                <a:lnTo>
                  <a:pt x="1740688" y="1039532"/>
                </a:lnTo>
                <a:lnTo>
                  <a:pt x="1742140" y="1040019"/>
                </a:lnTo>
                <a:lnTo>
                  <a:pt x="1743591" y="1040260"/>
                </a:lnTo>
                <a:lnTo>
                  <a:pt x="1745043" y="1040611"/>
                </a:lnTo>
                <a:lnTo>
                  <a:pt x="1746495" y="1040896"/>
                </a:lnTo>
                <a:lnTo>
                  <a:pt x="1747947" y="1041219"/>
                </a:lnTo>
                <a:lnTo>
                  <a:pt x="1749399" y="1041795"/>
                </a:lnTo>
                <a:lnTo>
                  <a:pt x="1750850" y="1042103"/>
                </a:lnTo>
                <a:lnTo>
                  <a:pt x="1752302" y="1042324"/>
                </a:lnTo>
                <a:lnTo>
                  <a:pt x="1753754" y="1042437"/>
                </a:lnTo>
                <a:lnTo>
                  <a:pt x="1755206" y="1042674"/>
                </a:lnTo>
                <a:lnTo>
                  <a:pt x="1756658" y="1042835"/>
                </a:lnTo>
                <a:lnTo>
                  <a:pt x="1758109" y="1043167"/>
                </a:lnTo>
                <a:lnTo>
                  <a:pt x="1759561" y="1043413"/>
                </a:lnTo>
                <a:lnTo>
                  <a:pt x="1761013" y="1044229"/>
                </a:lnTo>
                <a:lnTo>
                  <a:pt x="1762465" y="1044386"/>
                </a:lnTo>
                <a:lnTo>
                  <a:pt x="1763916" y="1044974"/>
                </a:lnTo>
                <a:lnTo>
                  <a:pt x="1765368" y="1045071"/>
                </a:lnTo>
                <a:lnTo>
                  <a:pt x="1766820" y="1045516"/>
                </a:lnTo>
                <a:lnTo>
                  <a:pt x="1768272" y="1046101"/>
                </a:lnTo>
                <a:lnTo>
                  <a:pt x="1769724" y="1046179"/>
                </a:lnTo>
                <a:lnTo>
                  <a:pt x="1771175" y="1046615"/>
                </a:lnTo>
                <a:lnTo>
                  <a:pt x="1772627" y="1046658"/>
                </a:lnTo>
                <a:lnTo>
                  <a:pt x="1774079" y="1046784"/>
                </a:lnTo>
                <a:lnTo>
                  <a:pt x="1775531" y="1047191"/>
                </a:lnTo>
                <a:lnTo>
                  <a:pt x="1776983" y="1047327"/>
                </a:lnTo>
                <a:lnTo>
                  <a:pt x="1778434" y="1047724"/>
                </a:lnTo>
                <a:lnTo>
                  <a:pt x="1779886" y="1047743"/>
                </a:lnTo>
                <a:lnTo>
                  <a:pt x="1781338" y="1047782"/>
                </a:lnTo>
                <a:lnTo>
                  <a:pt x="1782790" y="1047822"/>
                </a:lnTo>
                <a:lnTo>
                  <a:pt x="1784241" y="1047970"/>
                </a:lnTo>
                <a:lnTo>
                  <a:pt x="1785693" y="1048155"/>
                </a:lnTo>
                <a:lnTo>
                  <a:pt x="1787145" y="1048374"/>
                </a:lnTo>
                <a:lnTo>
                  <a:pt x="1788597" y="1049194"/>
                </a:lnTo>
                <a:lnTo>
                  <a:pt x="1790049" y="1049272"/>
                </a:lnTo>
                <a:lnTo>
                  <a:pt x="1791500" y="1049306"/>
                </a:lnTo>
                <a:lnTo>
                  <a:pt x="1792952" y="1049380"/>
                </a:lnTo>
                <a:lnTo>
                  <a:pt x="1794404" y="1049907"/>
                </a:lnTo>
                <a:lnTo>
                  <a:pt x="1795856" y="1050073"/>
                </a:lnTo>
                <a:lnTo>
                  <a:pt x="1797307" y="1050194"/>
                </a:lnTo>
                <a:lnTo>
                  <a:pt x="1798759" y="1050421"/>
                </a:lnTo>
                <a:lnTo>
                  <a:pt x="1800211" y="1050555"/>
                </a:lnTo>
                <a:lnTo>
                  <a:pt x="1801663" y="1050606"/>
                </a:lnTo>
                <a:lnTo>
                  <a:pt x="1803115" y="1050777"/>
                </a:lnTo>
                <a:lnTo>
                  <a:pt x="1804566" y="1050840"/>
                </a:lnTo>
                <a:lnTo>
                  <a:pt x="1806018" y="1051105"/>
                </a:lnTo>
                <a:lnTo>
                  <a:pt x="1807470" y="1051135"/>
                </a:lnTo>
                <a:lnTo>
                  <a:pt x="1808922" y="1051199"/>
                </a:lnTo>
                <a:lnTo>
                  <a:pt x="1810374" y="1051262"/>
                </a:lnTo>
                <a:lnTo>
                  <a:pt x="1811825" y="1051269"/>
                </a:lnTo>
                <a:lnTo>
                  <a:pt x="1813277" y="1051404"/>
                </a:lnTo>
                <a:lnTo>
                  <a:pt x="1814729" y="1051512"/>
                </a:lnTo>
                <a:lnTo>
                  <a:pt x="1816181" y="1051537"/>
                </a:lnTo>
                <a:lnTo>
                  <a:pt x="1817632" y="1051593"/>
                </a:lnTo>
                <a:lnTo>
                  <a:pt x="1819084" y="1051880"/>
                </a:lnTo>
                <a:lnTo>
                  <a:pt x="1820536" y="1051967"/>
                </a:lnTo>
                <a:lnTo>
                  <a:pt x="1821988" y="1052016"/>
                </a:lnTo>
                <a:lnTo>
                  <a:pt x="1823440" y="1052113"/>
                </a:lnTo>
                <a:lnTo>
                  <a:pt x="1824891" y="1052177"/>
                </a:lnTo>
                <a:lnTo>
                  <a:pt x="1826343" y="1052209"/>
                </a:lnTo>
                <a:lnTo>
                  <a:pt x="1827795" y="1052260"/>
                </a:lnTo>
                <a:lnTo>
                  <a:pt x="1829247" y="1052310"/>
                </a:lnTo>
                <a:lnTo>
                  <a:pt x="1830698" y="1052330"/>
                </a:lnTo>
                <a:lnTo>
                  <a:pt x="1832150" y="1052374"/>
                </a:lnTo>
                <a:lnTo>
                  <a:pt x="1833602" y="1052483"/>
                </a:lnTo>
                <a:lnTo>
                  <a:pt x="1835054" y="1052505"/>
                </a:lnTo>
                <a:lnTo>
                  <a:pt x="1836506" y="1052552"/>
                </a:lnTo>
                <a:lnTo>
                  <a:pt x="1837957" y="1052577"/>
                </a:lnTo>
                <a:lnTo>
                  <a:pt x="1839409" y="1052656"/>
                </a:lnTo>
                <a:lnTo>
                  <a:pt x="1840861" y="1052734"/>
                </a:lnTo>
                <a:lnTo>
                  <a:pt x="1842313" y="1052745"/>
                </a:lnTo>
                <a:lnTo>
                  <a:pt x="1843765" y="1052756"/>
                </a:lnTo>
                <a:lnTo>
                  <a:pt x="1845216" y="1052883"/>
                </a:lnTo>
                <a:lnTo>
                  <a:pt x="1846668" y="1052983"/>
                </a:lnTo>
                <a:lnTo>
                  <a:pt x="1848120" y="1053039"/>
                </a:lnTo>
                <a:lnTo>
                  <a:pt x="1849572" y="1053050"/>
                </a:lnTo>
                <a:lnTo>
                  <a:pt x="1851023" y="1053052"/>
                </a:lnTo>
                <a:lnTo>
                  <a:pt x="1852475" y="1053105"/>
                </a:lnTo>
                <a:lnTo>
                  <a:pt x="1853927" y="1053204"/>
                </a:lnTo>
                <a:lnTo>
                  <a:pt x="1855379" y="1053222"/>
                </a:lnTo>
                <a:lnTo>
                  <a:pt x="1856831" y="1053273"/>
                </a:lnTo>
                <a:lnTo>
                  <a:pt x="1858282" y="1053348"/>
                </a:lnTo>
                <a:lnTo>
                  <a:pt x="1859734" y="1053371"/>
                </a:lnTo>
                <a:lnTo>
                  <a:pt x="1861186" y="1053396"/>
                </a:lnTo>
                <a:lnTo>
                  <a:pt x="1862638" y="1053427"/>
                </a:lnTo>
                <a:lnTo>
                  <a:pt x="1864089" y="1053434"/>
                </a:lnTo>
                <a:lnTo>
                  <a:pt x="1865541" y="1053437"/>
                </a:lnTo>
                <a:lnTo>
                  <a:pt x="1866993" y="1053488"/>
                </a:lnTo>
                <a:lnTo>
                  <a:pt x="1868445" y="1053534"/>
                </a:lnTo>
                <a:lnTo>
                  <a:pt x="1869897" y="1053582"/>
                </a:lnTo>
                <a:lnTo>
                  <a:pt x="1871348" y="1053595"/>
                </a:lnTo>
                <a:lnTo>
                  <a:pt x="1872800" y="1053659"/>
                </a:lnTo>
                <a:lnTo>
                  <a:pt x="1874252" y="1053700"/>
                </a:lnTo>
                <a:lnTo>
                  <a:pt x="1875704" y="1053725"/>
                </a:lnTo>
                <a:lnTo>
                  <a:pt x="1877156" y="1053747"/>
                </a:lnTo>
                <a:lnTo>
                  <a:pt x="1878607" y="1053771"/>
                </a:lnTo>
                <a:lnTo>
                  <a:pt x="1880059" y="1053817"/>
                </a:lnTo>
                <a:lnTo>
                  <a:pt x="1881511" y="1053841"/>
                </a:lnTo>
                <a:lnTo>
                  <a:pt x="1882963" y="1053857"/>
                </a:lnTo>
                <a:lnTo>
                  <a:pt x="1884414" y="1053870"/>
                </a:lnTo>
                <a:lnTo>
                  <a:pt x="1885866" y="1053878"/>
                </a:lnTo>
                <a:lnTo>
                  <a:pt x="1887318" y="1053903"/>
                </a:lnTo>
                <a:lnTo>
                  <a:pt x="1888770" y="1053930"/>
                </a:lnTo>
                <a:lnTo>
                  <a:pt x="1890222" y="1053942"/>
                </a:lnTo>
                <a:lnTo>
                  <a:pt x="1891673" y="1053973"/>
                </a:lnTo>
                <a:lnTo>
                  <a:pt x="1893125" y="1053995"/>
                </a:lnTo>
                <a:lnTo>
                  <a:pt x="1894577" y="1054021"/>
                </a:lnTo>
                <a:lnTo>
                  <a:pt x="1896029" y="1054026"/>
                </a:lnTo>
                <a:lnTo>
                  <a:pt x="1897481" y="1054031"/>
                </a:lnTo>
                <a:lnTo>
                  <a:pt x="1898932" y="1054035"/>
                </a:lnTo>
                <a:lnTo>
                  <a:pt x="1900384" y="1054049"/>
                </a:lnTo>
                <a:lnTo>
                  <a:pt x="1901836" y="1054065"/>
                </a:lnTo>
                <a:lnTo>
                  <a:pt x="1903288" y="1054068"/>
                </a:lnTo>
                <a:lnTo>
                  <a:pt x="1904739" y="1054075"/>
                </a:lnTo>
                <a:lnTo>
                  <a:pt x="1906191" y="1054090"/>
                </a:lnTo>
                <a:lnTo>
                  <a:pt x="1907643" y="1054099"/>
                </a:lnTo>
                <a:lnTo>
                  <a:pt x="1909095" y="1054107"/>
                </a:lnTo>
                <a:lnTo>
                  <a:pt x="1910547" y="1054119"/>
                </a:lnTo>
                <a:lnTo>
                  <a:pt x="1911998" y="1054122"/>
                </a:lnTo>
                <a:lnTo>
                  <a:pt x="1913450" y="1054126"/>
                </a:lnTo>
                <a:lnTo>
                  <a:pt x="1914902" y="1054131"/>
                </a:lnTo>
                <a:lnTo>
                  <a:pt x="1916354" y="1054138"/>
                </a:lnTo>
                <a:lnTo>
                  <a:pt x="1917805" y="1054138"/>
                </a:lnTo>
                <a:lnTo>
                  <a:pt x="1919257" y="1054143"/>
                </a:lnTo>
                <a:lnTo>
                  <a:pt x="1920709" y="1054154"/>
                </a:lnTo>
                <a:lnTo>
                  <a:pt x="1922161" y="1054165"/>
                </a:lnTo>
                <a:lnTo>
                  <a:pt x="1923613" y="1054169"/>
                </a:lnTo>
                <a:lnTo>
                  <a:pt x="1925064" y="1054171"/>
                </a:lnTo>
                <a:lnTo>
                  <a:pt x="1926516" y="1054177"/>
                </a:lnTo>
                <a:lnTo>
                  <a:pt x="1927968" y="1054191"/>
                </a:lnTo>
                <a:lnTo>
                  <a:pt x="1929420" y="1054194"/>
                </a:lnTo>
                <a:lnTo>
                  <a:pt x="1930872" y="1054195"/>
                </a:lnTo>
                <a:lnTo>
                  <a:pt x="1932323" y="1054198"/>
                </a:lnTo>
                <a:lnTo>
                  <a:pt x="1933775" y="1054201"/>
                </a:lnTo>
                <a:lnTo>
                  <a:pt x="1935227" y="1054209"/>
                </a:lnTo>
                <a:lnTo>
                  <a:pt x="1936679" y="1054219"/>
                </a:lnTo>
                <a:lnTo>
                  <a:pt x="1938130" y="1054233"/>
                </a:lnTo>
                <a:lnTo>
                  <a:pt x="1939582" y="1054252"/>
                </a:lnTo>
                <a:lnTo>
                  <a:pt x="1941034" y="1054253"/>
                </a:lnTo>
                <a:lnTo>
                  <a:pt x="1942486" y="1054256"/>
                </a:lnTo>
                <a:lnTo>
                  <a:pt x="1943938" y="1054263"/>
                </a:lnTo>
                <a:lnTo>
                  <a:pt x="1945389" y="1054265"/>
                </a:lnTo>
                <a:lnTo>
                  <a:pt x="1946841" y="1054270"/>
                </a:lnTo>
                <a:lnTo>
                  <a:pt x="1948293" y="1054283"/>
                </a:lnTo>
                <a:lnTo>
                  <a:pt x="1949745" y="1054283"/>
                </a:lnTo>
                <a:lnTo>
                  <a:pt x="1951196" y="1054283"/>
                </a:lnTo>
                <a:lnTo>
                  <a:pt x="1952648" y="1054299"/>
                </a:lnTo>
                <a:lnTo>
                  <a:pt x="1954100" y="1054302"/>
                </a:lnTo>
                <a:lnTo>
                  <a:pt x="1955552" y="1054312"/>
                </a:lnTo>
                <a:lnTo>
                  <a:pt x="1957004" y="1054318"/>
                </a:lnTo>
                <a:lnTo>
                  <a:pt x="1958455" y="1054327"/>
                </a:lnTo>
                <a:lnTo>
                  <a:pt x="1959907" y="1054341"/>
                </a:lnTo>
                <a:lnTo>
                  <a:pt x="1961359" y="1054350"/>
                </a:lnTo>
                <a:lnTo>
                  <a:pt x="1962811" y="1054354"/>
                </a:lnTo>
                <a:lnTo>
                  <a:pt x="1964263" y="1054363"/>
                </a:lnTo>
                <a:lnTo>
                  <a:pt x="1965714" y="1054366"/>
                </a:lnTo>
                <a:lnTo>
                  <a:pt x="1967166" y="1054379"/>
                </a:lnTo>
                <a:lnTo>
                  <a:pt x="1968618" y="1054387"/>
                </a:lnTo>
                <a:lnTo>
                  <a:pt x="1970070" y="1054393"/>
                </a:lnTo>
                <a:lnTo>
                  <a:pt x="1971521" y="1054397"/>
                </a:lnTo>
                <a:lnTo>
                  <a:pt x="1972973" y="1054409"/>
                </a:lnTo>
                <a:lnTo>
                  <a:pt x="1974425" y="1054419"/>
                </a:lnTo>
                <a:lnTo>
                  <a:pt x="1975877" y="1054423"/>
                </a:lnTo>
                <a:lnTo>
                  <a:pt x="1977329" y="1054426"/>
                </a:lnTo>
                <a:lnTo>
                  <a:pt x="1978780" y="1054427"/>
                </a:lnTo>
                <a:lnTo>
                  <a:pt x="1980232" y="1054437"/>
                </a:lnTo>
                <a:lnTo>
                  <a:pt x="1981684" y="1054443"/>
                </a:lnTo>
                <a:lnTo>
                  <a:pt x="1983136" y="1054448"/>
                </a:lnTo>
                <a:lnTo>
                  <a:pt x="1984587" y="1054449"/>
                </a:lnTo>
                <a:lnTo>
                  <a:pt x="1986039" y="1054451"/>
                </a:lnTo>
                <a:lnTo>
                  <a:pt x="1987491" y="1054458"/>
                </a:lnTo>
                <a:lnTo>
                  <a:pt x="1988943" y="1054462"/>
                </a:lnTo>
                <a:lnTo>
                  <a:pt x="1990395" y="1054466"/>
                </a:lnTo>
                <a:lnTo>
                  <a:pt x="1991846" y="1054466"/>
                </a:lnTo>
                <a:lnTo>
                  <a:pt x="1993298" y="1054468"/>
                </a:lnTo>
                <a:lnTo>
                  <a:pt x="1994750" y="1054473"/>
                </a:lnTo>
                <a:lnTo>
                  <a:pt x="1996202" y="1054475"/>
                </a:lnTo>
                <a:lnTo>
                  <a:pt x="1997654" y="1054478"/>
                </a:lnTo>
                <a:lnTo>
                  <a:pt x="1999105" y="1054479"/>
                </a:lnTo>
                <a:lnTo>
                  <a:pt x="2000557" y="1054491"/>
                </a:lnTo>
                <a:lnTo>
                  <a:pt x="2002009" y="1054492"/>
                </a:lnTo>
                <a:lnTo>
                  <a:pt x="2003461" y="1054498"/>
                </a:lnTo>
                <a:lnTo>
                  <a:pt x="2004912" y="1054500"/>
                </a:lnTo>
                <a:lnTo>
                  <a:pt x="2006364" y="1054505"/>
                </a:lnTo>
                <a:lnTo>
                  <a:pt x="2007816" y="1054512"/>
                </a:lnTo>
                <a:lnTo>
                  <a:pt x="2009268" y="1054514"/>
                </a:lnTo>
                <a:lnTo>
                  <a:pt x="2010720" y="1054517"/>
                </a:lnTo>
                <a:lnTo>
                  <a:pt x="2012171" y="1054529"/>
                </a:lnTo>
                <a:lnTo>
                  <a:pt x="2013623" y="1054536"/>
                </a:lnTo>
                <a:lnTo>
                  <a:pt x="2015075" y="1054541"/>
                </a:lnTo>
                <a:lnTo>
                  <a:pt x="2016527" y="1054542"/>
                </a:lnTo>
                <a:lnTo>
                  <a:pt x="2017979" y="1054543"/>
                </a:lnTo>
                <a:lnTo>
                  <a:pt x="2019430" y="1054549"/>
                </a:lnTo>
                <a:lnTo>
                  <a:pt x="2020882" y="1054556"/>
                </a:lnTo>
                <a:lnTo>
                  <a:pt x="2022334" y="1054561"/>
                </a:lnTo>
                <a:lnTo>
                  <a:pt x="2023786" y="1054564"/>
                </a:lnTo>
                <a:lnTo>
                  <a:pt x="2025237" y="1054571"/>
                </a:lnTo>
                <a:lnTo>
                  <a:pt x="2026689" y="1054572"/>
                </a:lnTo>
                <a:lnTo>
                  <a:pt x="2028141" y="1054578"/>
                </a:lnTo>
                <a:lnTo>
                  <a:pt x="2029593" y="1054583"/>
                </a:lnTo>
                <a:lnTo>
                  <a:pt x="2031045" y="1054587"/>
                </a:lnTo>
                <a:lnTo>
                  <a:pt x="2032496" y="1054590"/>
                </a:lnTo>
                <a:lnTo>
                  <a:pt x="2033948" y="1054592"/>
                </a:lnTo>
                <a:lnTo>
                  <a:pt x="2035400" y="1054597"/>
                </a:lnTo>
                <a:lnTo>
                  <a:pt x="2036852" y="1054599"/>
                </a:lnTo>
                <a:lnTo>
                  <a:pt x="2038303" y="1054600"/>
                </a:lnTo>
                <a:lnTo>
                  <a:pt x="2039755" y="1054600"/>
                </a:lnTo>
                <a:lnTo>
                  <a:pt x="2041207" y="1054603"/>
                </a:lnTo>
                <a:lnTo>
                  <a:pt x="2042659" y="1054607"/>
                </a:lnTo>
                <a:lnTo>
                  <a:pt x="2044111" y="1054612"/>
                </a:lnTo>
                <a:lnTo>
                  <a:pt x="2045562" y="1054616"/>
                </a:lnTo>
                <a:lnTo>
                  <a:pt x="2047014" y="1054620"/>
                </a:lnTo>
                <a:lnTo>
                  <a:pt x="2048466" y="1054624"/>
                </a:lnTo>
                <a:lnTo>
                  <a:pt x="2049918" y="1054627"/>
                </a:lnTo>
                <a:lnTo>
                  <a:pt x="2051370" y="1054628"/>
                </a:lnTo>
                <a:lnTo>
                  <a:pt x="2052821" y="1054629"/>
                </a:lnTo>
                <a:lnTo>
                  <a:pt x="2054273" y="1054630"/>
                </a:lnTo>
                <a:lnTo>
                  <a:pt x="2055725" y="1054633"/>
                </a:lnTo>
                <a:lnTo>
                  <a:pt x="2057177" y="1054635"/>
                </a:lnTo>
                <a:lnTo>
                  <a:pt x="2058628" y="1054636"/>
                </a:lnTo>
                <a:lnTo>
                  <a:pt x="2060080" y="1054640"/>
                </a:lnTo>
                <a:lnTo>
                  <a:pt x="2061532" y="1054645"/>
                </a:lnTo>
                <a:lnTo>
                  <a:pt x="2062984" y="1054652"/>
                </a:lnTo>
                <a:lnTo>
                  <a:pt x="2064436" y="1054656"/>
                </a:lnTo>
                <a:lnTo>
                  <a:pt x="2065887" y="1054657"/>
                </a:lnTo>
                <a:lnTo>
                  <a:pt x="2067339" y="1054657"/>
                </a:lnTo>
                <a:lnTo>
                  <a:pt x="2068791" y="1054660"/>
                </a:lnTo>
                <a:lnTo>
                  <a:pt x="2070243" y="1054663"/>
                </a:lnTo>
                <a:lnTo>
                  <a:pt x="2071694" y="1054664"/>
                </a:lnTo>
                <a:lnTo>
                  <a:pt x="2073146" y="1054668"/>
                </a:lnTo>
                <a:lnTo>
                  <a:pt x="2074598" y="1054672"/>
                </a:lnTo>
                <a:lnTo>
                  <a:pt x="2076050" y="1054679"/>
                </a:lnTo>
                <a:lnTo>
                  <a:pt x="2077502" y="1054683"/>
                </a:lnTo>
                <a:lnTo>
                  <a:pt x="2078953" y="1054685"/>
                </a:lnTo>
                <a:lnTo>
                  <a:pt x="2080405" y="1054686"/>
                </a:lnTo>
                <a:lnTo>
                  <a:pt x="2081857" y="1054687"/>
                </a:lnTo>
                <a:lnTo>
                  <a:pt x="2083309" y="1054690"/>
                </a:lnTo>
                <a:lnTo>
                  <a:pt x="2084761" y="1054692"/>
                </a:lnTo>
                <a:lnTo>
                  <a:pt x="2086212" y="1054694"/>
                </a:lnTo>
                <a:lnTo>
                  <a:pt x="2087664" y="1054700"/>
                </a:lnTo>
                <a:lnTo>
                  <a:pt x="2089116" y="1054706"/>
                </a:lnTo>
                <a:lnTo>
                  <a:pt x="2090568" y="1054707"/>
                </a:lnTo>
                <a:lnTo>
                  <a:pt x="2092019" y="1054709"/>
                </a:lnTo>
                <a:lnTo>
                  <a:pt x="2093471" y="1054710"/>
                </a:lnTo>
                <a:lnTo>
                  <a:pt x="2094923" y="1054713"/>
                </a:lnTo>
                <a:lnTo>
                  <a:pt x="2096375" y="1054713"/>
                </a:lnTo>
                <a:lnTo>
                  <a:pt x="2097827" y="1054714"/>
                </a:lnTo>
                <a:lnTo>
                  <a:pt x="2099278" y="1054716"/>
                </a:lnTo>
                <a:lnTo>
                  <a:pt x="2100730" y="1054718"/>
                </a:lnTo>
                <a:lnTo>
                  <a:pt x="2102182" y="1054723"/>
                </a:lnTo>
                <a:lnTo>
                  <a:pt x="2103634" y="1054724"/>
                </a:lnTo>
                <a:lnTo>
                  <a:pt x="2105085" y="1054728"/>
                </a:lnTo>
                <a:lnTo>
                  <a:pt x="2106537" y="1054730"/>
                </a:lnTo>
                <a:lnTo>
                  <a:pt x="2107989" y="1054734"/>
                </a:lnTo>
                <a:lnTo>
                  <a:pt x="2109441" y="1054736"/>
                </a:lnTo>
                <a:lnTo>
                  <a:pt x="2110893" y="1054739"/>
                </a:lnTo>
                <a:lnTo>
                  <a:pt x="2112344" y="1054740"/>
                </a:lnTo>
                <a:lnTo>
                  <a:pt x="2113796" y="1054741"/>
                </a:lnTo>
                <a:lnTo>
                  <a:pt x="2115248" y="1054746"/>
                </a:lnTo>
                <a:lnTo>
                  <a:pt x="2116700" y="1054749"/>
                </a:lnTo>
                <a:lnTo>
                  <a:pt x="2118152" y="1054754"/>
                </a:lnTo>
                <a:lnTo>
                  <a:pt x="2119603" y="1054756"/>
                </a:lnTo>
                <a:lnTo>
                  <a:pt x="2121055" y="1054761"/>
                </a:lnTo>
                <a:lnTo>
                  <a:pt x="2122507" y="1054766"/>
                </a:lnTo>
                <a:lnTo>
                  <a:pt x="2123959" y="1054767"/>
                </a:lnTo>
                <a:lnTo>
                  <a:pt x="2125410" y="1054767"/>
                </a:lnTo>
                <a:lnTo>
                  <a:pt x="2126862" y="1054767"/>
                </a:lnTo>
                <a:lnTo>
                  <a:pt x="2128314" y="1054770"/>
                </a:lnTo>
                <a:lnTo>
                  <a:pt x="2129766" y="1054772"/>
                </a:lnTo>
                <a:lnTo>
                  <a:pt x="2131218" y="1054773"/>
                </a:lnTo>
                <a:lnTo>
                  <a:pt x="2132669" y="1054786"/>
                </a:lnTo>
                <a:lnTo>
                  <a:pt x="2134121" y="1054790"/>
                </a:lnTo>
                <a:lnTo>
                  <a:pt x="2135573" y="1054790"/>
                </a:lnTo>
                <a:lnTo>
                  <a:pt x="2137025" y="1054792"/>
                </a:lnTo>
                <a:lnTo>
                  <a:pt x="2138477" y="1054794"/>
                </a:lnTo>
                <a:lnTo>
                  <a:pt x="2139928" y="1054794"/>
                </a:lnTo>
                <a:lnTo>
                  <a:pt x="2141380" y="1054799"/>
                </a:lnTo>
                <a:lnTo>
                  <a:pt x="2142832" y="1054804"/>
                </a:lnTo>
                <a:lnTo>
                  <a:pt x="2144284" y="1054804"/>
                </a:lnTo>
                <a:lnTo>
                  <a:pt x="2145735" y="1054806"/>
                </a:lnTo>
                <a:lnTo>
                  <a:pt x="2147187" y="1054808"/>
                </a:lnTo>
                <a:lnTo>
                  <a:pt x="2148639" y="1054812"/>
                </a:lnTo>
                <a:lnTo>
                  <a:pt x="2150091" y="1054814"/>
                </a:lnTo>
                <a:lnTo>
                  <a:pt x="2151543" y="1054817"/>
                </a:lnTo>
                <a:lnTo>
                  <a:pt x="2152994" y="1054819"/>
                </a:lnTo>
                <a:lnTo>
                  <a:pt x="2154446" y="1054819"/>
                </a:lnTo>
                <a:lnTo>
                  <a:pt x="2155898" y="1054821"/>
                </a:lnTo>
                <a:lnTo>
                  <a:pt x="2157350" y="1054821"/>
                </a:lnTo>
                <a:lnTo>
                  <a:pt x="2158801" y="1054826"/>
                </a:lnTo>
                <a:lnTo>
                  <a:pt x="2160253" y="1054830"/>
                </a:lnTo>
                <a:lnTo>
                  <a:pt x="2161705" y="1054832"/>
                </a:lnTo>
                <a:lnTo>
                  <a:pt x="2163157" y="1054836"/>
                </a:lnTo>
                <a:lnTo>
                  <a:pt x="2164609" y="1054838"/>
                </a:lnTo>
                <a:lnTo>
                  <a:pt x="2166060" y="1054841"/>
                </a:lnTo>
                <a:lnTo>
                  <a:pt x="2167512" y="1054843"/>
                </a:lnTo>
                <a:lnTo>
                  <a:pt x="2168964" y="1054843"/>
                </a:lnTo>
                <a:lnTo>
                  <a:pt x="2170416" y="1054844"/>
                </a:lnTo>
                <a:lnTo>
                  <a:pt x="2171868" y="1054844"/>
                </a:lnTo>
                <a:lnTo>
                  <a:pt x="2173319" y="1054846"/>
                </a:lnTo>
                <a:lnTo>
                  <a:pt x="2174771" y="1054848"/>
                </a:lnTo>
                <a:lnTo>
                  <a:pt x="2176223" y="1054850"/>
                </a:lnTo>
                <a:lnTo>
                  <a:pt x="2177675" y="1054851"/>
                </a:lnTo>
                <a:lnTo>
                  <a:pt x="2179126" y="1054852"/>
                </a:lnTo>
                <a:lnTo>
                  <a:pt x="2180578" y="1054853"/>
                </a:lnTo>
                <a:lnTo>
                  <a:pt x="2182030" y="1054856"/>
                </a:lnTo>
                <a:lnTo>
                  <a:pt x="2183482" y="1054862"/>
                </a:lnTo>
                <a:lnTo>
                  <a:pt x="2184934" y="1054863"/>
                </a:lnTo>
                <a:lnTo>
                  <a:pt x="2186385" y="1054864"/>
                </a:lnTo>
                <a:lnTo>
                  <a:pt x="2187837" y="1054866"/>
                </a:lnTo>
                <a:lnTo>
                  <a:pt x="2189289" y="1054866"/>
                </a:lnTo>
                <a:lnTo>
                  <a:pt x="2190741" y="1054867"/>
                </a:lnTo>
                <a:lnTo>
                  <a:pt x="2192192" y="1054867"/>
                </a:lnTo>
                <a:lnTo>
                  <a:pt x="2193644" y="1054867"/>
                </a:lnTo>
                <a:lnTo>
                  <a:pt x="2195096" y="1054869"/>
                </a:lnTo>
                <a:lnTo>
                  <a:pt x="2196548" y="1054870"/>
                </a:lnTo>
                <a:lnTo>
                  <a:pt x="2198000" y="1054871"/>
                </a:lnTo>
                <a:lnTo>
                  <a:pt x="2199451" y="1054872"/>
                </a:lnTo>
                <a:lnTo>
                  <a:pt x="2200903" y="1054873"/>
                </a:lnTo>
                <a:lnTo>
                  <a:pt x="2202355" y="1054876"/>
                </a:lnTo>
                <a:lnTo>
                  <a:pt x="2203807" y="1054880"/>
                </a:lnTo>
                <a:lnTo>
                  <a:pt x="2205259" y="1054880"/>
                </a:lnTo>
                <a:lnTo>
                  <a:pt x="2206710" y="1054881"/>
                </a:lnTo>
                <a:lnTo>
                  <a:pt x="2208162" y="1054883"/>
                </a:lnTo>
                <a:lnTo>
                  <a:pt x="2209614" y="1054887"/>
                </a:lnTo>
                <a:lnTo>
                  <a:pt x="2211066" y="1054888"/>
                </a:lnTo>
                <a:lnTo>
                  <a:pt x="2212517" y="1054889"/>
                </a:lnTo>
                <a:lnTo>
                  <a:pt x="2213969" y="1054889"/>
                </a:lnTo>
                <a:lnTo>
                  <a:pt x="2215421" y="1054890"/>
                </a:lnTo>
                <a:lnTo>
                  <a:pt x="2216873" y="1054890"/>
                </a:lnTo>
                <a:lnTo>
                  <a:pt x="2218325" y="1054892"/>
                </a:lnTo>
                <a:lnTo>
                  <a:pt x="2219776" y="1054894"/>
                </a:lnTo>
                <a:lnTo>
                  <a:pt x="2221228" y="1054896"/>
                </a:lnTo>
                <a:lnTo>
                  <a:pt x="2222680" y="1054898"/>
                </a:lnTo>
                <a:lnTo>
                  <a:pt x="2224132" y="1054901"/>
                </a:lnTo>
                <a:lnTo>
                  <a:pt x="2225583" y="1054902"/>
                </a:lnTo>
                <a:lnTo>
                  <a:pt x="2227035" y="1054902"/>
                </a:lnTo>
                <a:lnTo>
                  <a:pt x="2228487" y="1054902"/>
                </a:lnTo>
                <a:lnTo>
                  <a:pt x="2229939" y="1054904"/>
                </a:lnTo>
                <a:lnTo>
                  <a:pt x="2231391" y="1054907"/>
                </a:lnTo>
                <a:lnTo>
                  <a:pt x="2232842" y="1054908"/>
                </a:lnTo>
                <a:lnTo>
                  <a:pt x="2234294" y="1054910"/>
                </a:lnTo>
                <a:lnTo>
                  <a:pt x="2235746" y="1054911"/>
                </a:lnTo>
                <a:lnTo>
                  <a:pt x="2237198" y="1054912"/>
                </a:lnTo>
                <a:lnTo>
                  <a:pt x="2238650" y="1054912"/>
                </a:lnTo>
                <a:lnTo>
                  <a:pt x="2240101" y="1054914"/>
                </a:lnTo>
                <a:lnTo>
                  <a:pt x="2241553" y="1054914"/>
                </a:lnTo>
                <a:lnTo>
                  <a:pt x="2243005" y="1054915"/>
                </a:lnTo>
                <a:lnTo>
                  <a:pt x="2244457" y="1054918"/>
                </a:lnTo>
                <a:lnTo>
                  <a:pt x="2245908" y="1054919"/>
                </a:lnTo>
                <a:lnTo>
                  <a:pt x="2247360" y="1054920"/>
                </a:lnTo>
                <a:lnTo>
                  <a:pt x="2248812" y="1054923"/>
                </a:lnTo>
                <a:lnTo>
                  <a:pt x="2250264" y="1054926"/>
                </a:lnTo>
                <a:lnTo>
                  <a:pt x="2251716" y="1054928"/>
                </a:lnTo>
                <a:lnTo>
                  <a:pt x="2253167" y="1054928"/>
                </a:lnTo>
                <a:lnTo>
                  <a:pt x="2254619" y="1054929"/>
                </a:lnTo>
                <a:lnTo>
                  <a:pt x="2256071" y="1054930"/>
                </a:lnTo>
                <a:lnTo>
                  <a:pt x="2257523" y="1054930"/>
                </a:lnTo>
                <a:lnTo>
                  <a:pt x="2258974" y="1054931"/>
                </a:lnTo>
                <a:lnTo>
                  <a:pt x="2260426" y="1054931"/>
                </a:lnTo>
                <a:lnTo>
                  <a:pt x="2261878" y="1054932"/>
                </a:lnTo>
                <a:lnTo>
                  <a:pt x="2263330" y="1054933"/>
                </a:lnTo>
                <a:lnTo>
                  <a:pt x="2264782" y="1054937"/>
                </a:lnTo>
                <a:lnTo>
                  <a:pt x="2266233" y="1054938"/>
                </a:lnTo>
                <a:lnTo>
                  <a:pt x="2267685" y="1054940"/>
                </a:lnTo>
                <a:lnTo>
                  <a:pt x="2269137" y="1054942"/>
                </a:lnTo>
                <a:lnTo>
                  <a:pt x="2270589" y="1054942"/>
                </a:lnTo>
                <a:lnTo>
                  <a:pt x="2272041" y="1054943"/>
                </a:lnTo>
                <a:lnTo>
                  <a:pt x="2273492" y="1054944"/>
                </a:lnTo>
                <a:lnTo>
                  <a:pt x="2274944" y="1054945"/>
                </a:lnTo>
                <a:lnTo>
                  <a:pt x="2276396" y="1054946"/>
                </a:lnTo>
                <a:lnTo>
                  <a:pt x="2277848" y="1054947"/>
                </a:lnTo>
                <a:lnTo>
                  <a:pt x="2279299" y="1054948"/>
                </a:lnTo>
                <a:lnTo>
                  <a:pt x="2280751" y="1054948"/>
                </a:lnTo>
                <a:lnTo>
                  <a:pt x="2282203" y="1054950"/>
                </a:lnTo>
                <a:lnTo>
                  <a:pt x="2283655" y="1054950"/>
                </a:lnTo>
                <a:lnTo>
                  <a:pt x="2285107" y="1054950"/>
                </a:lnTo>
                <a:lnTo>
                  <a:pt x="2286558" y="1054951"/>
                </a:lnTo>
                <a:lnTo>
                  <a:pt x="2288010" y="1054952"/>
                </a:lnTo>
                <a:lnTo>
                  <a:pt x="2289462" y="1054952"/>
                </a:lnTo>
                <a:lnTo>
                  <a:pt x="2290914" y="1054954"/>
                </a:lnTo>
                <a:lnTo>
                  <a:pt x="2292366" y="1054957"/>
                </a:lnTo>
                <a:lnTo>
                  <a:pt x="2293817" y="1054958"/>
                </a:lnTo>
                <a:lnTo>
                  <a:pt x="2295269" y="1054958"/>
                </a:lnTo>
                <a:lnTo>
                  <a:pt x="2296721" y="1054960"/>
                </a:lnTo>
                <a:lnTo>
                  <a:pt x="2298173" y="1054961"/>
                </a:lnTo>
                <a:lnTo>
                  <a:pt x="2299624" y="1054962"/>
                </a:lnTo>
                <a:lnTo>
                  <a:pt x="2301076" y="1054963"/>
                </a:lnTo>
                <a:lnTo>
                  <a:pt x="2302528" y="1054964"/>
                </a:lnTo>
                <a:lnTo>
                  <a:pt x="2303980" y="1054965"/>
                </a:lnTo>
                <a:lnTo>
                  <a:pt x="2305432" y="1054965"/>
                </a:lnTo>
                <a:lnTo>
                  <a:pt x="2306883" y="1054966"/>
                </a:lnTo>
                <a:lnTo>
                  <a:pt x="2308335" y="1054967"/>
                </a:lnTo>
                <a:lnTo>
                  <a:pt x="2309787" y="1054968"/>
                </a:lnTo>
                <a:lnTo>
                  <a:pt x="2311239" y="1054968"/>
                </a:lnTo>
                <a:lnTo>
                  <a:pt x="2312690" y="1054969"/>
                </a:lnTo>
                <a:lnTo>
                  <a:pt x="2314142" y="1054970"/>
                </a:lnTo>
                <a:lnTo>
                  <a:pt x="2315594" y="1054972"/>
                </a:lnTo>
                <a:lnTo>
                  <a:pt x="2317046" y="1054973"/>
                </a:lnTo>
                <a:lnTo>
                  <a:pt x="2318498" y="1054973"/>
                </a:lnTo>
                <a:lnTo>
                  <a:pt x="2319949" y="1054975"/>
                </a:lnTo>
                <a:lnTo>
                  <a:pt x="2321401" y="1054976"/>
                </a:lnTo>
                <a:lnTo>
                  <a:pt x="2322853" y="1054977"/>
                </a:lnTo>
                <a:lnTo>
                  <a:pt x="2324305" y="1054978"/>
                </a:lnTo>
                <a:lnTo>
                  <a:pt x="2325757" y="1054979"/>
                </a:lnTo>
                <a:lnTo>
                  <a:pt x="2327208" y="1054980"/>
                </a:lnTo>
                <a:lnTo>
                  <a:pt x="2328660" y="1054981"/>
                </a:lnTo>
                <a:lnTo>
                  <a:pt x="2330112" y="1054982"/>
                </a:lnTo>
                <a:lnTo>
                  <a:pt x="2331564" y="1054982"/>
                </a:lnTo>
                <a:lnTo>
                  <a:pt x="2333015" y="1054983"/>
                </a:lnTo>
                <a:lnTo>
                  <a:pt x="2334467" y="1054983"/>
                </a:lnTo>
                <a:lnTo>
                  <a:pt x="2335919" y="1054985"/>
                </a:lnTo>
                <a:lnTo>
                  <a:pt x="2337371" y="1054986"/>
                </a:lnTo>
                <a:lnTo>
                  <a:pt x="2338823" y="1054987"/>
                </a:lnTo>
                <a:lnTo>
                  <a:pt x="2340274" y="1054988"/>
                </a:lnTo>
                <a:lnTo>
                  <a:pt x="2341726" y="1054989"/>
                </a:lnTo>
                <a:lnTo>
                  <a:pt x="2343178" y="1054990"/>
                </a:lnTo>
                <a:lnTo>
                  <a:pt x="2344630" y="1054991"/>
                </a:lnTo>
                <a:lnTo>
                  <a:pt x="2346081" y="1054991"/>
                </a:lnTo>
                <a:lnTo>
                  <a:pt x="2347533" y="1054991"/>
                </a:lnTo>
                <a:lnTo>
                  <a:pt x="2348985" y="1054992"/>
                </a:lnTo>
                <a:lnTo>
                  <a:pt x="2350437" y="1054992"/>
                </a:lnTo>
                <a:lnTo>
                  <a:pt x="2351889" y="1054993"/>
                </a:lnTo>
                <a:lnTo>
                  <a:pt x="2353340" y="1054993"/>
                </a:lnTo>
                <a:lnTo>
                  <a:pt x="2354792" y="1054994"/>
                </a:lnTo>
                <a:lnTo>
                  <a:pt x="2356244" y="1054995"/>
                </a:lnTo>
                <a:lnTo>
                  <a:pt x="2357696" y="1054995"/>
                </a:lnTo>
                <a:lnTo>
                  <a:pt x="2359148" y="1054996"/>
                </a:lnTo>
                <a:lnTo>
                  <a:pt x="2360599" y="1054997"/>
                </a:lnTo>
                <a:lnTo>
                  <a:pt x="2362051" y="1054998"/>
                </a:lnTo>
                <a:lnTo>
                  <a:pt x="2363503" y="1054998"/>
                </a:lnTo>
                <a:lnTo>
                  <a:pt x="2364955" y="1054999"/>
                </a:lnTo>
                <a:lnTo>
                  <a:pt x="2366406" y="1055000"/>
                </a:lnTo>
                <a:lnTo>
                  <a:pt x="2367858" y="1055001"/>
                </a:lnTo>
                <a:lnTo>
                  <a:pt x="2369310" y="1055001"/>
                </a:lnTo>
                <a:lnTo>
                  <a:pt x="2370762" y="1055002"/>
                </a:lnTo>
                <a:lnTo>
                  <a:pt x="2372214" y="1055003"/>
                </a:lnTo>
                <a:lnTo>
                  <a:pt x="2373665" y="1055004"/>
                </a:lnTo>
                <a:lnTo>
                  <a:pt x="2375117" y="1055005"/>
                </a:lnTo>
                <a:lnTo>
                  <a:pt x="2376569" y="1055006"/>
                </a:lnTo>
                <a:lnTo>
                  <a:pt x="2378021" y="1055007"/>
                </a:lnTo>
                <a:lnTo>
                  <a:pt x="2379472" y="1055007"/>
                </a:lnTo>
                <a:lnTo>
                  <a:pt x="2380924" y="1055008"/>
                </a:lnTo>
                <a:lnTo>
                  <a:pt x="2382376" y="1055008"/>
                </a:lnTo>
                <a:lnTo>
                  <a:pt x="2383828" y="1055009"/>
                </a:lnTo>
                <a:lnTo>
                  <a:pt x="2385280" y="1055009"/>
                </a:lnTo>
                <a:lnTo>
                  <a:pt x="2386731" y="1055010"/>
                </a:lnTo>
                <a:lnTo>
                  <a:pt x="2388183" y="1055010"/>
                </a:lnTo>
                <a:lnTo>
                  <a:pt x="2389635" y="1055010"/>
                </a:lnTo>
                <a:lnTo>
                  <a:pt x="2391087" y="1055012"/>
                </a:lnTo>
                <a:lnTo>
                  <a:pt x="2392539" y="1055013"/>
                </a:lnTo>
                <a:lnTo>
                  <a:pt x="2393990" y="1055014"/>
                </a:lnTo>
                <a:lnTo>
                  <a:pt x="2395442" y="1055014"/>
                </a:lnTo>
                <a:lnTo>
                  <a:pt x="2396894" y="1055015"/>
                </a:lnTo>
                <a:lnTo>
                  <a:pt x="2398346" y="1055015"/>
                </a:lnTo>
                <a:lnTo>
                  <a:pt x="2399797" y="1055016"/>
                </a:lnTo>
                <a:lnTo>
                  <a:pt x="2401249" y="1055016"/>
                </a:lnTo>
                <a:lnTo>
                  <a:pt x="2402701" y="1055016"/>
                </a:lnTo>
                <a:lnTo>
                  <a:pt x="2404153" y="1055017"/>
                </a:lnTo>
                <a:lnTo>
                  <a:pt x="2405605" y="1055017"/>
                </a:lnTo>
                <a:lnTo>
                  <a:pt x="2407056" y="1055018"/>
                </a:lnTo>
                <a:lnTo>
                  <a:pt x="2408508" y="1055019"/>
                </a:lnTo>
                <a:lnTo>
                  <a:pt x="2409960" y="1055019"/>
                </a:lnTo>
                <a:lnTo>
                  <a:pt x="2411412" y="1055019"/>
                </a:lnTo>
                <a:lnTo>
                  <a:pt x="2412864" y="1055019"/>
                </a:lnTo>
                <a:lnTo>
                  <a:pt x="2414315" y="1055019"/>
                </a:lnTo>
                <a:lnTo>
                  <a:pt x="2415767" y="1055020"/>
                </a:lnTo>
                <a:lnTo>
                  <a:pt x="2417219" y="1055020"/>
                </a:lnTo>
                <a:lnTo>
                  <a:pt x="2418671" y="1055021"/>
                </a:lnTo>
                <a:lnTo>
                  <a:pt x="2420122" y="1055021"/>
                </a:lnTo>
                <a:lnTo>
                  <a:pt x="2421574" y="1055021"/>
                </a:lnTo>
                <a:lnTo>
                  <a:pt x="2423026" y="1055022"/>
                </a:lnTo>
                <a:lnTo>
                  <a:pt x="2424478" y="1055022"/>
                </a:lnTo>
                <a:lnTo>
                  <a:pt x="2425930" y="1055023"/>
                </a:lnTo>
                <a:lnTo>
                  <a:pt x="2427381" y="1055024"/>
                </a:lnTo>
                <a:lnTo>
                  <a:pt x="2428833" y="1055024"/>
                </a:lnTo>
                <a:lnTo>
                  <a:pt x="2430285" y="1055024"/>
                </a:lnTo>
                <a:lnTo>
                  <a:pt x="2431737" y="1055025"/>
                </a:lnTo>
                <a:lnTo>
                  <a:pt x="2433188" y="1055025"/>
                </a:lnTo>
                <a:lnTo>
                  <a:pt x="2434640" y="1055026"/>
                </a:lnTo>
                <a:lnTo>
                  <a:pt x="2436092" y="1055026"/>
                </a:lnTo>
                <a:lnTo>
                  <a:pt x="2437544" y="1055027"/>
                </a:lnTo>
                <a:lnTo>
                  <a:pt x="2438996" y="1055027"/>
                </a:lnTo>
                <a:lnTo>
                  <a:pt x="2440447" y="1055028"/>
                </a:lnTo>
                <a:lnTo>
                  <a:pt x="2441899" y="1055029"/>
                </a:lnTo>
                <a:lnTo>
                  <a:pt x="2443351" y="1055029"/>
                </a:lnTo>
                <a:lnTo>
                  <a:pt x="2444803" y="1055030"/>
                </a:lnTo>
                <a:lnTo>
                  <a:pt x="2446255" y="1055030"/>
                </a:lnTo>
                <a:lnTo>
                  <a:pt x="2447706" y="1055031"/>
                </a:lnTo>
                <a:lnTo>
                  <a:pt x="2449158" y="1055031"/>
                </a:lnTo>
                <a:lnTo>
                  <a:pt x="2450610" y="1055032"/>
                </a:lnTo>
                <a:lnTo>
                  <a:pt x="2452062" y="1055032"/>
                </a:lnTo>
                <a:lnTo>
                  <a:pt x="2453513" y="1055033"/>
                </a:lnTo>
                <a:lnTo>
                  <a:pt x="2454965" y="1055034"/>
                </a:lnTo>
                <a:lnTo>
                  <a:pt x="2456417" y="1055035"/>
                </a:lnTo>
                <a:lnTo>
                  <a:pt x="2457869" y="1055036"/>
                </a:lnTo>
                <a:lnTo>
                  <a:pt x="2459321" y="1055036"/>
                </a:lnTo>
                <a:lnTo>
                  <a:pt x="2460772" y="1055036"/>
                </a:lnTo>
                <a:lnTo>
                  <a:pt x="2462224" y="1055037"/>
                </a:lnTo>
                <a:lnTo>
                  <a:pt x="2463676" y="1055037"/>
                </a:lnTo>
                <a:lnTo>
                  <a:pt x="2465128" y="1055038"/>
                </a:lnTo>
                <a:lnTo>
                  <a:pt x="2466579" y="1055039"/>
                </a:lnTo>
                <a:lnTo>
                  <a:pt x="2468031" y="1055040"/>
                </a:lnTo>
                <a:lnTo>
                  <a:pt x="2469483" y="1055041"/>
                </a:lnTo>
                <a:lnTo>
                  <a:pt x="2470935" y="1055042"/>
                </a:lnTo>
                <a:lnTo>
                  <a:pt x="2472387" y="1055042"/>
                </a:lnTo>
                <a:lnTo>
                  <a:pt x="2473838" y="1055042"/>
                </a:lnTo>
                <a:lnTo>
                  <a:pt x="2475290" y="1055043"/>
                </a:lnTo>
                <a:lnTo>
                  <a:pt x="2476742" y="1055044"/>
                </a:lnTo>
                <a:lnTo>
                  <a:pt x="2478194" y="1055044"/>
                </a:lnTo>
                <a:lnTo>
                  <a:pt x="2479646" y="1055045"/>
                </a:lnTo>
                <a:lnTo>
                  <a:pt x="2481097" y="1055046"/>
                </a:lnTo>
                <a:lnTo>
                  <a:pt x="2482549" y="1055046"/>
                </a:lnTo>
                <a:lnTo>
                  <a:pt x="2484001" y="1055046"/>
                </a:lnTo>
                <a:lnTo>
                  <a:pt x="2485453" y="1055047"/>
                </a:lnTo>
                <a:lnTo>
                  <a:pt x="2486904" y="1055048"/>
                </a:lnTo>
                <a:lnTo>
                  <a:pt x="2488356" y="1055051"/>
                </a:lnTo>
                <a:lnTo>
                  <a:pt x="2489808" y="1055054"/>
                </a:lnTo>
                <a:lnTo>
                  <a:pt x="2491260" y="1055055"/>
                </a:lnTo>
                <a:lnTo>
                  <a:pt x="2492712" y="1055057"/>
                </a:lnTo>
                <a:lnTo>
                  <a:pt x="2494163" y="1055058"/>
                </a:lnTo>
                <a:lnTo>
                  <a:pt x="2495615" y="1055059"/>
                </a:lnTo>
                <a:lnTo>
                  <a:pt x="2497067" y="1055065"/>
                </a:lnTo>
                <a:lnTo>
                  <a:pt x="2498519" y="1055069"/>
                </a:lnTo>
                <a:lnTo>
                  <a:pt x="2499970" y="1055072"/>
                </a:lnTo>
                <a:lnTo>
                  <a:pt x="2501422" y="1055073"/>
                </a:lnTo>
                <a:lnTo>
                  <a:pt x="2502874" y="1055073"/>
                </a:lnTo>
                <a:lnTo>
                  <a:pt x="2504326" y="1055075"/>
                </a:lnTo>
                <a:lnTo>
                  <a:pt x="2505778" y="1055076"/>
                </a:lnTo>
                <a:lnTo>
                  <a:pt x="2507229" y="1055076"/>
                </a:lnTo>
                <a:lnTo>
                  <a:pt x="2508681" y="1055077"/>
                </a:lnTo>
                <a:lnTo>
                  <a:pt x="2510133" y="1055078"/>
                </a:lnTo>
                <a:lnTo>
                  <a:pt x="2511585" y="1055079"/>
                </a:lnTo>
                <a:lnTo>
                  <a:pt x="2513037" y="1055081"/>
                </a:lnTo>
                <a:lnTo>
                  <a:pt x="2514488" y="1055083"/>
                </a:lnTo>
                <a:lnTo>
                  <a:pt x="2515940" y="1055087"/>
                </a:lnTo>
                <a:lnTo>
                  <a:pt x="2517392" y="1055089"/>
                </a:lnTo>
                <a:lnTo>
                  <a:pt x="2518844" y="1055091"/>
                </a:lnTo>
                <a:lnTo>
                  <a:pt x="2520295" y="1055095"/>
                </a:lnTo>
                <a:lnTo>
                  <a:pt x="2521747" y="1055095"/>
                </a:lnTo>
                <a:lnTo>
                  <a:pt x="2523199" y="1055096"/>
                </a:lnTo>
                <a:lnTo>
                  <a:pt x="2524651" y="1055097"/>
                </a:lnTo>
                <a:lnTo>
                  <a:pt x="2526103" y="1055099"/>
                </a:lnTo>
                <a:lnTo>
                  <a:pt x="2527554" y="1055100"/>
                </a:lnTo>
                <a:lnTo>
                  <a:pt x="2529006" y="1055101"/>
                </a:lnTo>
                <a:lnTo>
                  <a:pt x="2530458" y="1055102"/>
                </a:lnTo>
                <a:lnTo>
                  <a:pt x="2531910" y="1055106"/>
                </a:lnTo>
                <a:lnTo>
                  <a:pt x="2533362" y="1055108"/>
                </a:lnTo>
                <a:lnTo>
                  <a:pt x="2534813" y="1055109"/>
                </a:lnTo>
                <a:lnTo>
                  <a:pt x="2536265" y="1055111"/>
                </a:lnTo>
                <a:lnTo>
                  <a:pt x="2537717" y="1055113"/>
                </a:lnTo>
                <a:lnTo>
                  <a:pt x="2539169" y="1055114"/>
                </a:lnTo>
                <a:lnTo>
                  <a:pt x="2540620" y="1055116"/>
                </a:lnTo>
                <a:lnTo>
                  <a:pt x="2542072" y="1055117"/>
                </a:lnTo>
                <a:lnTo>
                  <a:pt x="2543524" y="1055120"/>
                </a:lnTo>
                <a:lnTo>
                  <a:pt x="2544976" y="1055120"/>
                </a:lnTo>
                <a:lnTo>
                  <a:pt x="2546428" y="1055123"/>
                </a:lnTo>
                <a:lnTo>
                  <a:pt x="2547879" y="1055124"/>
                </a:lnTo>
                <a:lnTo>
                  <a:pt x="2549331" y="1055125"/>
                </a:lnTo>
                <a:lnTo>
                  <a:pt x="2550783" y="1055127"/>
                </a:lnTo>
                <a:lnTo>
                  <a:pt x="2552235" y="1055127"/>
                </a:lnTo>
                <a:lnTo>
                  <a:pt x="2553686" y="1055128"/>
                </a:lnTo>
                <a:lnTo>
                  <a:pt x="2555138" y="1055129"/>
                </a:lnTo>
                <a:lnTo>
                  <a:pt x="2556590" y="1055129"/>
                </a:lnTo>
                <a:lnTo>
                  <a:pt x="2558042" y="1055130"/>
                </a:lnTo>
                <a:lnTo>
                  <a:pt x="2559494" y="1055131"/>
                </a:lnTo>
                <a:lnTo>
                  <a:pt x="2560945" y="1055132"/>
                </a:lnTo>
                <a:lnTo>
                  <a:pt x="2562397" y="1055133"/>
                </a:lnTo>
                <a:lnTo>
                  <a:pt x="2563849" y="1055134"/>
                </a:lnTo>
                <a:lnTo>
                  <a:pt x="2565301" y="1055134"/>
                </a:lnTo>
                <a:lnTo>
                  <a:pt x="2566753" y="1055135"/>
                </a:lnTo>
                <a:lnTo>
                  <a:pt x="2568204" y="1055135"/>
                </a:lnTo>
                <a:lnTo>
                  <a:pt x="2569656" y="1055136"/>
                </a:lnTo>
                <a:lnTo>
                  <a:pt x="2571108" y="1055137"/>
                </a:lnTo>
                <a:lnTo>
                  <a:pt x="2572560" y="1055137"/>
                </a:lnTo>
                <a:lnTo>
                  <a:pt x="2574011" y="1055138"/>
                </a:lnTo>
                <a:lnTo>
                  <a:pt x="2575463" y="1055139"/>
                </a:lnTo>
                <a:lnTo>
                  <a:pt x="2576915" y="1055142"/>
                </a:lnTo>
                <a:lnTo>
                  <a:pt x="2578367" y="1055142"/>
                </a:lnTo>
                <a:lnTo>
                  <a:pt x="2579819" y="1055143"/>
                </a:lnTo>
                <a:lnTo>
                  <a:pt x="2581270" y="1055144"/>
                </a:lnTo>
                <a:lnTo>
                  <a:pt x="2582722" y="1055146"/>
                </a:lnTo>
                <a:lnTo>
                  <a:pt x="2584174" y="1055147"/>
                </a:lnTo>
                <a:lnTo>
                  <a:pt x="2585626" y="1055147"/>
                </a:lnTo>
                <a:lnTo>
                  <a:pt x="2587077" y="1055147"/>
                </a:lnTo>
                <a:lnTo>
                  <a:pt x="2588529" y="1055148"/>
                </a:lnTo>
                <a:lnTo>
                  <a:pt x="2589981" y="1055148"/>
                </a:lnTo>
                <a:lnTo>
                  <a:pt x="2591433" y="1055150"/>
                </a:lnTo>
                <a:lnTo>
                  <a:pt x="2592885" y="1055150"/>
                </a:lnTo>
                <a:lnTo>
                  <a:pt x="2594336" y="1055151"/>
                </a:lnTo>
                <a:lnTo>
                  <a:pt x="2595788" y="1055152"/>
                </a:lnTo>
                <a:lnTo>
                  <a:pt x="2597240" y="1055154"/>
                </a:lnTo>
                <a:lnTo>
                  <a:pt x="2598692" y="1055155"/>
                </a:lnTo>
                <a:lnTo>
                  <a:pt x="2600144" y="1055155"/>
                </a:lnTo>
                <a:lnTo>
                  <a:pt x="2601595" y="1055156"/>
                </a:lnTo>
                <a:lnTo>
                  <a:pt x="2603047" y="1055156"/>
                </a:lnTo>
                <a:lnTo>
                  <a:pt x="2604499" y="1055157"/>
                </a:lnTo>
                <a:lnTo>
                  <a:pt x="2605951" y="1055157"/>
                </a:lnTo>
                <a:lnTo>
                  <a:pt x="2607402" y="1055158"/>
                </a:lnTo>
                <a:lnTo>
                  <a:pt x="2608854" y="1055159"/>
                </a:lnTo>
                <a:lnTo>
                  <a:pt x="2610306" y="1055159"/>
                </a:lnTo>
                <a:lnTo>
                  <a:pt x="2611758" y="1055160"/>
                </a:lnTo>
                <a:lnTo>
                  <a:pt x="2613210" y="1055161"/>
                </a:lnTo>
                <a:lnTo>
                  <a:pt x="2614661" y="1055161"/>
                </a:lnTo>
                <a:lnTo>
                  <a:pt x="2616113" y="1055161"/>
                </a:lnTo>
                <a:lnTo>
                  <a:pt x="2617565" y="1055161"/>
                </a:lnTo>
                <a:lnTo>
                  <a:pt x="2619017" y="1055163"/>
                </a:lnTo>
                <a:lnTo>
                  <a:pt x="2620468" y="1055163"/>
                </a:lnTo>
                <a:lnTo>
                  <a:pt x="2621920" y="1055164"/>
                </a:lnTo>
                <a:lnTo>
                  <a:pt x="2623372" y="1055164"/>
                </a:lnTo>
                <a:lnTo>
                  <a:pt x="2624824" y="1055165"/>
                </a:lnTo>
                <a:lnTo>
                  <a:pt x="2626276" y="1055165"/>
                </a:lnTo>
                <a:lnTo>
                  <a:pt x="2627727" y="1055166"/>
                </a:lnTo>
                <a:lnTo>
                  <a:pt x="2629179" y="1055167"/>
                </a:lnTo>
                <a:lnTo>
                  <a:pt x="2630631" y="1055168"/>
                </a:lnTo>
                <a:lnTo>
                  <a:pt x="2632083" y="1055168"/>
                </a:lnTo>
                <a:lnTo>
                  <a:pt x="2633535" y="1055168"/>
                </a:lnTo>
                <a:lnTo>
                  <a:pt x="2634986" y="1055168"/>
                </a:lnTo>
                <a:lnTo>
                  <a:pt x="2636438" y="1055169"/>
                </a:lnTo>
                <a:lnTo>
                  <a:pt x="2637890" y="1055169"/>
                </a:lnTo>
                <a:lnTo>
                  <a:pt x="2639342" y="1055169"/>
                </a:lnTo>
                <a:lnTo>
                  <a:pt x="2640793" y="1055170"/>
                </a:lnTo>
                <a:lnTo>
                  <a:pt x="2642245" y="1055170"/>
                </a:lnTo>
                <a:lnTo>
                  <a:pt x="2643697" y="1055171"/>
                </a:lnTo>
                <a:lnTo>
                  <a:pt x="2645149" y="1055171"/>
                </a:lnTo>
                <a:lnTo>
                  <a:pt x="2646601" y="1055172"/>
                </a:lnTo>
                <a:lnTo>
                  <a:pt x="2648052" y="1055172"/>
                </a:lnTo>
                <a:lnTo>
                  <a:pt x="2649504" y="1055173"/>
                </a:lnTo>
                <a:lnTo>
                  <a:pt x="2650956" y="1055173"/>
                </a:lnTo>
                <a:lnTo>
                  <a:pt x="2652408" y="1055174"/>
                </a:lnTo>
                <a:lnTo>
                  <a:pt x="2653860" y="1055174"/>
                </a:lnTo>
                <a:lnTo>
                  <a:pt x="2655311" y="1055175"/>
                </a:lnTo>
                <a:lnTo>
                  <a:pt x="2656763" y="1055175"/>
                </a:lnTo>
                <a:lnTo>
                  <a:pt x="2658215" y="1055176"/>
                </a:lnTo>
                <a:lnTo>
                  <a:pt x="2659667" y="1055176"/>
                </a:lnTo>
                <a:lnTo>
                  <a:pt x="2661118" y="1055177"/>
                </a:lnTo>
                <a:lnTo>
                  <a:pt x="2662570" y="1055177"/>
                </a:lnTo>
                <a:lnTo>
                  <a:pt x="2664022" y="1055177"/>
                </a:lnTo>
                <a:lnTo>
                  <a:pt x="2665474" y="1055178"/>
                </a:lnTo>
                <a:lnTo>
                  <a:pt x="2666926" y="1055178"/>
                </a:lnTo>
                <a:lnTo>
                  <a:pt x="2668377" y="1055179"/>
                </a:lnTo>
                <a:lnTo>
                  <a:pt x="2669829" y="1055180"/>
                </a:lnTo>
                <a:lnTo>
                  <a:pt x="2671281" y="1055180"/>
                </a:lnTo>
                <a:lnTo>
                  <a:pt x="2672733" y="1055180"/>
                </a:lnTo>
                <a:lnTo>
                  <a:pt x="2674184" y="1055181"/>
                </a:lnTo>
                <a:lnTo>
                  <a:pt x="2675636" y="1055181"/>
                </a:lnTo>
                <a:lnTo>
                  <a:pt x="2677088" y="1055182"/>
                </a:lnTo>
                <a:lnTo>
                  <a:pt x="2678540" y="1055182"/>
                </a:lnTo>
                <a:lnTo>
                  <a:pt x="2679992" y="1055183"/>
                </a:lnTo>
                <a:lnTo>
                  <a:pt x="2681443" y="1055183"/>
                </a:lnTo>
                <a:lnTo>
                  <a:pt x="2682895" y="1055184"/>
                </a:lnTo>
                <a:lnTo>
                  <a:pt x="2684347" y="1055184"/>
                </a:lnTo>
                <a:lnTo>
                  <a:pt x="2685799" y="1055184"/>
                </a:lnTo>
                <a:lnTo>
                  <a:pt x="2687251" y="1055185"/>
                </a:lnTo>
                <a:lnTo>
                  <a:pt x="2688702" y="1055185"/>
                </a:lnTo>
                <a:lnTo>
                  <a:pt x="2690154" y="1055185"/>
                </a:lnTo>
                <a:lnTo>
                  <a:pt x="2691606" y="1055186"/>
                </a:lnTo>
                <a:lnTo>
                  <a:pt x="2693058" y="1055186"/>
                </a:lnTo>
                <a:lnTo>
                  <a:pt x="2694509" y="1055187"/>
                </a:lnTo>
                <a:lnTo>
                  <a:pt x="2695961" y="1055188"/>
                </a:lnTo>
                <a:lnTo>
                  <a:pt x="2697413" y="1055188"/>
                </a:lnTo>
                <a:lnTo>
                  <a:pt x="2698865" y="1055188"/>
                </a:lnTo>
                <a:lnTo>
                  <a:pt x="2700317" y="1055189"/>
                </a:lnTo>
                <a:lnTo>
                  <a:pt x="2701768" y="1055190"/>
                </a:lnTo>
                <a:lnTo>
                  <a:pt x="2703220" y="1055190"/>
                </a:lnTo>
                <a:lnTo>
                  <a:pt x="2704672" y="1055190"/>
                </a:lnTo>
                <a:lnTo>
                  <a:pt x="2706124" y="1055190"/>
                </a:lnTo>
                <a:lnTo>
                  <a:pt x="2707575" y="1055190"/>
                </a:lnTo>
                <a:lnTo>
                  <a:pt x="2709027" y="1055191"/>
                </a:lnTo>
                <a:lnTo>
                  <a:pt x="2710479" y="1055191"/>
                </a:lnTo>
                <a:lnTo>
                  <a:pt x="2711931" y="1055191"/>
                </a:lnTo>
                <a:lnTo>
                  <a:pt x="2713383" y="1055191"/>
                </a:lnTo>
                <a:lnTo>
                  <a:pt x="2714834" y="1055192"/>
                </a:lnTo>
                <a:lnTo>
                  <a:pt x="2716286" y="1055192"/>
                </a:lnTo>
                <a:lnTo>
                  <a:pt x="2717738" y="1055192"/>
                </a:lnTo>
                <a:lnTo>
                  <a:pt x="2719190" y="1055192"/>
                </a:lnTo>
                <a:lnTo>
                  <a:pt x="2720642" y="1055193"/>
                </a:lnTo>
                <a:lnTo>
                  <a:pt x="2722093" y="1055193"/>
                </a:lnTo>
                <a:lnTo>
                  <a:pt x="2723545" y="1055194"/>
                </a:lnTo>
                <a:lnTo>
                  <a:pt x="2724997" y="1055194"/>
                </a:lnTo>
                <a:lnTo>
                  <a:pt x="2726449" y="1055195"/>
                </a:lnTo>
                <a:lnTo>
                  <a:pt x="2727900" y="1055195"/>
                </a:lnTo>
                <a:lnTo>
                  <a:pt x="2729352" y="1055195"/>
                </a:lnTo>
                <a:lnTo>
                  <a:pt x="2730804" y="1055196"/>
                </a:lnTo>
                <a:lnTo>
                  <a:pt x="2732256" y="1055197"/>
                </a:lnTo>
                <a:lnTo>
                  <a:pt x="2733708" y="1055197"/>
                </a:lnTo>
                <a:lnTo>
                  <a:pt x="2735159" y="1055198"/>
                </a:lnTo>
                <a:lnTo>
                  <a:pt x="2736611" y="1055198"/>
                </a:lnTo>
                <a:lnTo>
                  <a:pt x="2738063" y="1055199"/>
                </a:lnTo>
                <a:lnTo>
                  <a:pt x="2739515" y="1055199"/>
                </a:lnTo>
                <a:lnTo>
                  <a:pt x="2740966" y="1055181"/>
                </a:lnTo>
                <a:lnTo>
                  <a:pt x="2742418" y="1055150"/>
                </a:lnTo>
                <a:lnTo>
                  <a:pt x="2743870" y="1055114"/>
                </a:lnTo>
                <a:lnTo>
                  <a:pt x="2745322" y="1055057"/>
                </a:lnTo>
                <a:lnTo>
                  <a:pt x="2746774" y="1054925"/>
                </a:lnTo>
                <a:lnTo>
                  <a:pt x="2748225" y="1054860"/>
                </a:lnTo>
                <a:lnTo>
                  <a:pt x="2749677" y="1054513"/>
                </a:lnTo>
                <a:lnTo>
                  <a:pt x="2751129" y="1054276"/>
                </a:lnTo>
                <a:lnTo>
                  <a:pt x="2752581" y="1054100"/>
                </a:lnTo>
                <a:lnTo>
                  <a:pt x="2754033" y="1053732"/>
                </a:lnTo>
                <a:lnTo>
                  <a:pt x="2755484" y="1053128"/>
                </a:lnTo>
                <a:lnTo>
                  <a:pt x="2756936" y="1052588"/>
                </a:lnTo>
                <a:lnTo>
                  <a:pt x="2758388" y="1051276"/>
                </a:lnTo>
                <a:lnTo>
                  <a:pt x="2759840" y="1050517"/>
                </a:lnTo>
                <a:lnTo>
                  <a:pt x="2761291" y="1049772"/>
                </a:lnTo>
                <a:lnTo>
                  <a:pt x="2762743" y="1047905"/>
                </a:lnTo>
                <a:lnTo>
                  <a:pt x="2764195" y="1045847"/>
                </a:lnTo>
                <a:lnTo>
                  <a:pt x="2765647" y="1042926"/>
                </a:lnTo>
                <a:lnTo>
                  <a:pt x="2767099" y="1041240"/>
                </a:lnTo>
                <a:lnTo>
                  <a:pt x="2768550" y="1038350"/>
                </a:lnTo>
                <a:lnTo>
                  <a:pt x="2770002" y="1035951"/>
                </a:lnTo>
                <a:lnTo>
                  <a:pt x="2771454" y="1035151"/>
                </a:lnTo>
                <a:lnTo>
                  <a:pt x="2772906" y="1037432"/>
                </a:lnTo>
                <a:lnTo>
                  <a:pt x="2774357" y="1040649"/>
                </a:lnTo>
                <a:lnTo>
                  <a:pt x="2775809" y="1041958"/>
                </a:lnTo>
                <a:lnTo>
                  <a:pt x="2777261" y="1044841"/>
                </a:lnTo>
                <a:lnTo>
                  <a:pt x="2778713" y="1046387"/>
                </a:lnTo>
                <a:lnTo>
                  <a:pt x="2780165" y="1048274"/>
                </a:lnTo>
                <a:lnTo>
                  <a:pt x="2781616" y="1050146"/>
                </a:lnTo>
                <a:lnTo>
                  <a:pt x="2783068" y="1051047"/>
                </a:lnTo>
                <a:lnTo>
                  <a:pt x="2784520" y="1052569"/>
                </a:lnTo>
                <a:lnTo>
                  <a:pt x="2785972" y="1052786"/>
                </a:lnTo>
                <a:lnTo>
                  <a:pt x="2787424" y="1053309"/>
                </a:lnTo>
                <a:lnTo>
                  <a:pt x="2788875" y="1053934"/>
                </a:lnTo>
                <a:lnTo>
                  <a:pt x="2790327" y="1054169"/>
                </a:lnTo>
                <a:lnTo>
                  <a:pt x="2791779" y="1054453"/>
                </a:lnTo>
                <a:lnTo>
                  <a:pt x="2793231" y="1054719"/>
                </a:lnTo>
                <a:lnTo>
                  <a:pt x="2794682" y="1054887"/>
                </a:lnTo>
                <a:lnTo>
                  <a:pt x="2796134" y="1054962"/>
                </a:lnTo>
                <a:lnTo>
                  <a:pt x="2797586" y="1055098"/>
                </a:lnTo>
                <a:lnTo>
                  <a:pt x="2799038" y="1055132"/>
                </a:lnTo>
                <a:lnTo>
                  <a:pt x="2800490" y="1055170"/>
                </a:lnTo>
                <a:lnTo>
                  <a:pt x="2801941" y="1055185"/>
                </a:lnTo>
                <a:lnTo>
                  <a:pt x="2803393" y="1055196"/>
                </a:lnTo>
                <a:lnTo>
                  <a:pt x="2804845" y="1055199"/>
                </a:lnTo>
                <a:lnTo>
                  <a:pt x="2806297" y="1055200"/>
                </a:lnTo>
                <a:lnTo>
                  <a:pt x="2807749" y="1055200"/>
                </a:lnTo>
                <a:lnTo>
                  <a:pt x="2809200" y="1055201"/>
                </a:lnTo>
                <a:lnTo>
                  <a:pt x="2810652" y="1055202"/>
                </a:lnTo>
                <a:lnTo>
                  <a:pt x="2812104" y="1055202"/>
                </a:lnTo>
                <a:lnTo>
                  <a:pt x="2813556" y="1055204"/>
                </a:lnTo>
                <a:lnTo>
                  <a:pt x="2815007" y="1055206"/>
                </a:lnTo>
                <a:lnTo>
                  <a:pt x="2816459" y="1055207"/>
                </a:lnTo>
                <a:lnTo>
                  <a:pt x="2817911" y="1055209"/>
                </a:lnTo>
                <a:lnTo>
                  <a:pt x="2819363" y="1055209"/>
                </a:lnTo>
                <a:lnTo>
                  <a:pt x="2820815" y="1055210"/>
                </a:lnTo>
                <a:lnTo>
                  <a:pt x="2822266" y="1055211"/>
                </a:lnTo>
                <a:lnTo>
                  <a:pt x="2823718" y="1055213"/>
                </a:lnTo>
                <a:lnTo>
                  <a:pt x="2825170" y="1055215"/>
                </a:lnTo>
                <a:lnTo>
                  <a:pt x="2826622" y="1055217"/>
                </a:lnTo>
                <a:lnTo>
                  <a:pt x="2828073" y="1055217"/>
                </a:lnTo>
                <a:lnTo>
                  <a:pt x="2829525" y="1055218"/>
                </a:lnTo>
                <a:lnTo>
                  <a:pt x="2830977" y="1055220"/>
                </a:lnTo>
                <a:lnTo>
                  <a:pt x="2832429" y="1055221"/>
                </a:lnTo>
                <a:lnTo>
                  <a:pt x="2833881" y="1055222"/>
                </a:lnTo>
                <a:lnTo>
                  <a:pt x="2835332" y="1055224"/>
                </a:lnTo>
                <a:lnTo>
                  <a:pt x="2836784" y="1055225"/>
                </a:lnTo>
                <a:lnTo>
                  <a:pt x="2838236" y="1055225"/>
                </a:lnTo>
                <a:lnTo>
                  <a:pt x="2839688" y="1055226"/>
                </a:lnTo>
                <a:lnTo>
                  <a:pt x="2841140" y="1055227"/>
                </a:lnTo>
                <a:lnTo>
                  <a:pt x="2842591" y="1055228"/>
                </a:lnTo>
                <a:lnTo>
                  <a:pt x="2844043" y="1055230"/>
                </a:lnTo>
                <a:lnTo>
                  <a:pt x="2845495" y="1055231"/>
                </a:lnTo>
                <a:lnTo>
                  <a:pt x="2846947" y="1055231"/>
                </a:lnTo>
                <a:lnTo>
                  <a:pt x="2848398" y="1055232"/>
                </a:lnTo>
                <a:lnTo>
                  <a:pt x="2849850" y="1055232"/>
                </a:lnTo>
                <a:lnTo>
                  <a:pt x="2851302" y="1055235"/>
                </a:lnTo>
                <a:lnTo>
                  <a:pt x="2852754" y="1055236"/>
                </a:lnTo>
                <a:lnTo>
                  <a:pt x="2854206" y="1055237"/>
                </a:lnTo>
                <a:lnTo>
                  <a:pt x="2855657" y="1055237"/>
                </a:lnTo>
                <a:lnTo>
                  <a:pt x="2857109" y="1055238"/>
                </a:lnTo>
                <a:lnTo>
                  <a:pt x="2858561" y="1055238"/>
                </a:lnTo>
                <a:lnTo>
                  <a:pt x="2860013" y="1055240"/>
                </a:lnTo>
                <a:lnTo>
                  <a:pt x="2861464" y="1055241"/>
                </a:lnTo>
                <a:lnTo>
                  <a:pt x="2862916" y="1055242"/>
                </a:lnTo>
                <a:lnTo>
                  <a:pt x="2864368" y="1055242"/>
                </a:lnTo>
                <a:lnTo>
                  <a:pt x="2865820" y="1055243"/>
                </a:lnTo>
                <a:lnTo>
                  <a:pt x="2867272" y="1055244"/>
                </a:lnTo>
                <a:lnTo>
                  <a:pt x="2868723" y="1055245"/>
                </a:lnTo>
                <a:lnTo>
                  <a:pt x="2870175" y="1055246"/>
                </a:lnTo>
                <a:lnTo>
                  <a:pt x="2871627" y="1055247"/>
                </a:lnTo>
                <a:lnTo>
                  <a:pt x="2873079" y="1055247"/>
                </a:lnTo>
                <a:lnTo>
                  <a:pt x="2874531" y="1055247"/>
                </a:lnTo>
                <a:lnTo>
                  <a:pt x="2875982" y="1055248"/>
                </a:lnTo>
                <a:lnTo>
                  <a:pt x="2877434" y="1055249"/>
                </a:lnTo>
                <a:lnTo>
                  <a:pt x="2878886" y="1055250"/>
                </a:lnTo>
                <a:lnTo>
                  <a:pt x="2880338" y="1055250"/>
                </a:lnTo>
                <a:lnTo>
                  <a:pt x="2881789" y="1055251"/>
                </a:lnTo>
                <a:lnTo>
                  <a:pt x="2883241" y="1055251"/>
                </a:lnTo>
                <a:lnTo>
                  <a:pt x="2884693" y="1055251"/>
                </a:lnTo>
                <a:lnTo>
                  <a:pt x="2886145" y="1055252"/>
                </a:lnTo>
                <a:lnTo>
                  <a:pt x="2887597" y="1055253"/>
                </a:lnTo>
                <a:lnTo>
                  <a:pt x="2889048" y="1055253"/>
                </a:lnTo>
                <a:lnTo>
                  <a:pt x="2890500" y="1055254"/>
                </a:lnTo>
                <a:lnTo>
                  <a:pt x="2891952" y="1055254"/>
                </a:lnTo>
                <a:lnTo>
                  <a:pt x="2893404" y="1055254"/>
                </a:lnTo>
                <a:lnTo>
                  <a:pt x="2894855" y="1055255"/>
                </a:lnTo>
                <a:lnTo>
                  <a:pt x="2896307" y="1055256"/>
                </a:lnTo>
                <a:lnTo>
                  <a:pt x="2897759" y="1055256"/>
                </a:lnTo>
                <a:lnTo>
                  <a:pt x="2899211" y="1055256"/>
                </a:lnTo>
                <a:lnTo>
                  <a:pt x="2900663" y="1055257"/>
                </a:lnTo>
                <a:lnTo>
                  <a:pt x="2902114" y="1055257"/>
                </a:lnTo>
                <a:lnTo>
                  <a:pt x="2903566" y="1055257"/>
                </a:lnTo>
                <a:lnTo>
                  <a:pt x="2905018" y="1055258"/>
                </a:lnTo>
                <a:lnTo>
                  <a:pt x="2906470" y="1055258"/>
                </a:lnTo>
                <a:lnTo>
                  <a:pt x="2907922" y="1055259"/>
                </a:lnTo>
                <a:lnTo>
                  <a:pt x="2909373" y="1055259"/>
                </a:lnTo>
                <a:lnTo>
                  <a:pt x="2910825" y="1055259"/>
                </a:lnTo>
                <a:lnTo>
                  <a:pt x="2912277" y="1055260"/>
                </a:lnTo>
                <a:lnTo>
                  <a:pt x="2913729" y="1055260"/>
                </a:lnTo>
                <a:lnTo>
                  <a:pt x="2915180" y="1055260"/>
                </a:lnTo>
                <a:lnTo>
                  <a:pt x="2916632" y="1055260"/>
                </a:lnTo>
                <a:lnTo>
                  <a:pt x="2918084" y="1055261"/>
                </a:lnTo>
                <a:lnTo>
                  <a:pt x="2919536" y="1055261"/>
                </a:lnTo>
                <a:lnTo>
                  <a:pt x="2920988" y="1055261"/>
                </a:lnTo>
                <a:lnTo>
                  <a:pt x="2922439" y="1055262"/>
                </a:lnTo>
                <a:lnTo>
                  <a:pt x="2923891" y="1055262"/>
                </a:lnTo>
                <a:lnTo>
                  <a:pt x="2925343" y="1055262"/>
                </a:lnTo>
                <a:lnTo>
                  <a:pt x="2926795" y="1055262"/>
                </a:lnTo>
                <a:lnTo>
                  <a:pt x="2928247" y="1055262"/>
                </a:lnTo>
                <a:lnTo>
                  <a:pt x="2929698" y="1055263"/>
                </a:lnTo>
                <a:lnTo>
                  <a:pt x="2931150" y="1055263"/>
                </a:lnTo>
                <a:lnTo>
                  <a:pt x="2932602" y="1055263"/>
                </a:lnTo>
                <a:lnTo>
                  <a:pt x="2934054" y="1055263"/>
                </a:lnTo>
                <a:lnTo>
                  <a:pt x="2935505" y="1055264"/>
                </a:lnTo>
                <a:lnTo>
                  <a:pt x="2936957" y="1055264"/>
                </a:lnTo>
                <a:lnTo>
                  <a:pt x="2938409" y="1055264"/>
                </a:lnTo>
                <a:lnTo>
                  <a:pt x="2939861" y="1055264"/>
                </a:lnTo>
                <a:lnTo>
                  <a:pt x="2941313" y="1055264"/>
                </a:lnTo>
                <a:lnTo>
                  <a:pt x="2942764" y="1055265"/>
                </a:lnTo>
                <a:lnTo>
                  <a:pt x="2944216" y="1055265"/>
                </a:lnTo>
                <a:lnTo>
                  <a:pt x="2945668" y="1055265"/>
                </a:lnTo>
                <a:lnTo>
                  <a:pt x="2947120" y="1055265"/>
                </a:lnTo>
                <a:lnTo>
                  <a:pt x="2948571" y="1055265"/>
                </a:lnTo>
                <a:lnTo>
                  <a:pt x="2950023" y="1055266"/>
                </a:lnTo>
                <a:lnTo>
                  <a:pt x="2951475" y="1055266"/>
                </a:lnTo>
                <a:lnTo>
                  <a:pt x="2952927" y="1055266"/>
                </a:lnTo>
                <a:lnTo>
                  <a:pt x="2954379" y="1055266"/>
                </a:lnTo>
                <a:lnTo>
                  <a:pt x="2955830" y="1055267"/>
                </a:lnTo>
                <a:lnTo>
                  <a:pt x="2957282" y="1055267"/>
                </a:lnTo>
                <a:lnTo>
                  <a:pt x="2958734" y="1055267"/>
                </a:lnTo>
                <a:lnTo>
                  <a:pt x="2960186" y="1055268"/>
                </a:lnTo>
                <a:lnTo>
                  <a:pt x="2961638" y="1055268"/>
                </a:lnTo>
                <a:lnTo>
                  <a:pt x="2963089" y="1055268"/>
                </a:lnTo>
                <a:lnTo>
                  <a:pt x="2964541" y="1055269"/>
                </a:lnTo>
                <a:lnTo>
                  <a:pt x="2965993" y="1055269"/>
                </a:lnTo>
                <a:lnTo>
                  <a:pt x="2967445" y="1055270"/>
                </a:lnTo>
                <a:lnTo>
                  <a:pt x="2968896" y="1055270"/>
                </a:lnTo>
                <a:lnTo>
                  <a:pt x="2970348" y="1055270"/>
                </a:lnTo>
                <a:lnTo>
                  <a:pt x="2971800" y="1055271"/>
                </a:lnTo>
              </a:path>
            </a:pathLst>
          </a:custGeom>
          <a:noFill/>
          <a:ln w="15240">
            <a:solidFill>
              <a:srgbClr val="0072B2"/>
            </a:solidFill>
            <a:prstDash val="dash"/>
          </a:ln>
        </p:spPr>
      </p:sp>
      <p:sp>
        <p:nvSpPr>
          <p:cNvPr id="187" name="ellipse_186">
            <a:extLst>
              <a:ext uri="{FF2B5EF4-FFF2-40B4-BE49-F238E27FC236}">
                <ns2:creationId id="{3F3554DD-630A-4A41-95EB-340B583D919C}"/>
              </a:ext>
            </a:extLst>
          </p:cNvPr>
          <p:cNvSpPr>
            <a:spLocks noGrp="1"/>
          </p:cNvSpPr>
          <p:nvPr/>
        </p:nvSpPr>
        <p:spPr>
          <a:xfrm rot="0">
            <a:off x="9447007" y="3818093"/>
            <a:ext cx="66675" cy="66675"/>
          </a:xfrm>
          <a:prstGeom prst="ellipse">
            <a:avLst/>
          </a:prstGeom>
          <a:solidFill>
            <a:srgbClr val="FFFFFF"/>
          </a:solidFill>
          <a:ln w="17145">
            <a:solidFill>
              <a:srgbClr val="0072B2"/>
            </a:solidFill>
            <a:prstDash val="solid"/>
          </a:ln>
        </p:spPr>
      </p:sp>
      <p:sp>
        <p:nvSpPr>
          <p:cNvPr id="188" name="text_187">
            <a:extLst>
              <a:ext uri="{FF2B5EF4-FFF2-40B4-BE49-F238E27FC236}">
                <ns2:creationId id="{A9D5E1D9-4974-473B-A143-F8AC2AD27DDC}"/>
              </a:ext>
            </a:extLst>
          </p:cNvPr>
          <p:cNvSpPr>
            <a:spLocks noGrp="1"/>
          </p:cNvSpPr>
          <p:nvPr/>
        </p:nvSpPr>
        <p:spPr>
          <a:xfrm rot="0">
            <a:off x="9527970" y="3641881"/>
            <a:ext cx="219075" cy="219075"/>
          </a:xfrm>
          <a:prstGeom prst="rect">
            <a:avLst/>
          </a:prstGeom>
          <a:noFill/>
          <a:ln w="0">
            <a:noFill/>
            <a:prstDash val="solid"/>
          </a:ln>
        </p:spPr>
        <p:txBody>
          <a:bodyPr wrap="none" lIns="0" tIns="0" rIns="0" bIns="0" anchor="t">
            <a:noAutofit/>
          </a:bodyPr>
          <a:lstStyle>
            <a:defPPr algn="l">
              <a:defRPr sz="1200" b="1">
                <a:solidFill>
                  <a:srgbClr val="0072B2"/>
                </a:solidFill>
                <a:latin typeface="Arial"/>
                <a:ea typeface="Arial"/>
                <a:cs typeface="Arial"/>
              </a:defRPr>
            </a:defPPr>
            <a:lvl1pPr algn="l">
              <a:defRPr sz="1200" b="1">
                <a:solidFill>
                  <a:srgbClr val="0072B2"/>
                </a:solidFill>
                <a:latin typeface="Arial"/>
                <a:ea typeface="Arial"/>
                <a:cs typeface="Arial"/>
              </a:defRPr>
            </a:lvl1pPr>
            <a:lvl2pPr algn="l">
              <a:defRPr sz="1200" b="1">
                <a:solidFill>
                  <a:srgbClr val="0072B2"/>
                </a:solidFill>
                <a:latin typeface="Arial"/>
                <a:ea typeface="Arial"/>
                <a:cs typeface="Arial"/>
              </a:defRPr>
            </a:lvl2pPr>
            <a:lvl3pPr algn="l">
              <a:defRPr sz="1200" b="1">
                <a:solidFill>
                  <a:srgbClr val="0072B2"/>
                </a:solidFill>
                <a:latin typeface="Arial"/>
                <a:ea typeface="Arial"/>
                <a:cs typeface="Arial"/>
              </a:defRPr>
            </a:lvl3pPr>
            <a:lvl4pPr algn="l">
              <a:defRPr sz="1200" b="1">
                <a:solidFill>
                  <a:srgbClr val="0072B2"/>
                </a:solidFill>
                <a:latin typeface="Arial"/>
                <a:ea typeface="Arial"/>
                <a:cs typeface="Arial"/>
              </a:defRPr>
            </a:lvl4pPr>
            <a:lvl5pPr algn="l">
              <a:defRPr sz="1200" b="1">
                <a:solidFill>
                  <a:srgbClr val="0072B2"/>
                </a:solidFill>
                <a:latin typeface="Arial"/>
                <a:ea typeface="Arial"/>
                <a:cs typeface="Arial"/>
              </a:defRPr>
            </a:lvl5pPr>
            <a:lvl6pPr algn="l">
              <a:defRPr sz="1200" b="1">
                <a:solidFill>
                  <a:srgbClr val="0072B2"/>
                </a:solidFill>
                <a:latin typeface="Arial"/>
                <a:ea typeface="Arial"/>
                <a:cs typeface="Arial"/>
              </a:defRPr>
            </a:lvl6pPr>
            <a:lvl7pPr algn="l">
              <a:defRPr sz="1200" b="1">
                <a:solidFill>
                  <a:srgbClr val="0072B2"/>
                </a:solidFill>
                <a:latin typeface="Arial"/>
                <a:ea typeface="Arial"/>
                <a:cs typeface="Arial"/>
              </a:defRPr>
            </a:lvl7pPr>
            <a:lvl8pPr algn="l">
              <a:defRPr sz="1200" b="1">
                <a:solidFill>
                  <a:srgbClr val="0072B2"/>
                </a:solidFill>
                <a:latin typeface="Arial"/>
                <a:ea typeface="Arial"/>
                <a:cs typeface="Arial"/>
              </a:defRPr>
            </a:lvl8pPr>
            <a:lvl9pPr algn="l">
              <a:defRPr sz="1200" b="1">
                <a:solidFill>
                  <a:srgbClr val="0072B2"/>
                </a:solidFill>
                <a:latin typeface="Arial"/>
                <a:ea typeface="Arial"/>
                <a:cs typeface="Arial"/>
              </a:defRPr>
            </a:lvl9pPr>
          </a:lstStyle>
          <a:p>
            <a:pPr algn="l">
              <a:defRPr sz="1200" b="1">
                <a:solidFill>
                  <a:srgbClr val="0072B2"/>
                </a:solidFill>
                <a:latin typeface="Arial"/>
                <a:ea typeface="Arial"/>
                <a:cs typeface="Arial"/>
              </a:defRPr>
            </a:pPr>
            <a:r>
              <a:rPr sz="1200" b="1">
                <a:solidFill>
                  <a:srgbClr val="0072B2"/>
                </a:solidFill>
                <a:latin typeface="Arial"/>
                <a:ea typeface="Arial"/>
                <a:cs typeface="Arial"/>
              </a:rPr>
              <a:t>A</a:t>
            </a:r>
          </a:p>
        </p:txBody>
      </p:sp>
      <p:sp>
        <p:nvSpPr>
          <p:cNvPr id="189" name="ellipse_188">
            <a:extLst>
              <a:ext uri="{FF2B5EF4-FFF2-40B4-BE49-F238E27FC236}">
                <ns2:creationId id="{5C1AD8EC-26D7-45A3-BF97-0F9926290B7D}"/>
              </a:ext>
            </a:extLst>
          </p:cNvPr>
          <p:cNvSpPr>
            <a:spLocks noGrp="1"/>
          </p:cNvSpPr>
          <p:nvPr/>
        </p:nvSpPr>
        <p:spPr>
          <a:xfrm rot="0">
            <a:off x="10468532" y="4375148"/>
            <a:ext cx="66675" cy="66675"/>
          </a:xfrm>
          <a:prstGeom prst="ellipse">
            <a:avLst/>
          </a:prstGeom>
          <a:solidFill>
            <a:srgbClr val="FFFFFF"/>
          </a:solidFill>
          <a:ln w="17145">
            <a:solidFill>
              <a:srgbClr val="D55E00"/>
            </a:solidFill>
            <a:prstDash val="solid"/>
          </a:ln>
        </p:spPr>
      </p:sp>
      <p:sp>
        <p:nvSpPr>
          <p:cNvPr id="190" name="text_189">
            <a:extLst>
              <a:ext uri="{FF2B5EF4-FFF2-40B4-BE49-F238E27FC236}">
                <ns2:creationId id="{B377E3F1-493C-4C6F-AB69-4C6DAC6FDB7C}"/>
              </a:ext>
            </a:extLst>
          </p:cNvPr>
          <p:cNvSpPr>
            <a:spLocks noGrp="1"/>
          </p:cNvSpPr>
          <p:nvPr/>
        </p:nvSpPr>
        <p:spPr>
          <a:xfrm rot="0">
            <a:off x="10549494" y="4198935"/>
            <a:ext cx="219075" cy="219075"/>
          </a:xfrm>
          <a:prstGeom prst="rect">
            <a:avLst/>
          </a:prstGeom>
          <a:noFill/>
          <a:ln w="0">
            <a:noFill/>
            <a:prstDash val="solid"/>
          </a:ln>
        </p:spPr>
        <p:txBody>
          <a:bodyPr wrap="none" lIns="0" tIns="0" rIns="0" bIns="0" anchor="t">
            <a:noAutofit/>
          </a:bodyPr>
          <a:lstStyle>
            <a:defPPr algn="l">
              <a:defRPr sz="1200" b="1">
                <a:solidFill>
                  <a:srgbClr val="D55E00"/>
                </a:solidFill>
                <a:latin typeface="Arial"/>
                <a:ea typeface="Arial"/>
                <a:cs typeface="Arial"/>
              </a:defRPr>
            </a:defPPr>
            <a:lvl1pPr algn="l">
              <a:defRPr sz="1200" b="1">
                <a:solidFill>
                  <a:srgbClr val="D55E00"/>
                </a:solidFill>
                <a:latin typeface="Arial"/>
                <a:ea typeface="Arial"/>
                <a:cs typeface="Arial"/>
              </a:defRPr>
            </a:lvl1pPr>
            <a:lvl2pPr algn="l">
              <a:defRPr sz="1200" b="1">
                <a:solidFill>
                  <a:srgbClr val="D55E00"/>
                </a:solidFill>
                <a:latin typeface="Arial"/>
                <a:ea typeface="Arial"/>
                <a:cs typeface="Arial"/>
              </a:defRPr>
            </a:lvl2pPr>
            <a:lvl3pPr algn="l">
              <a:defRPr sz="1200" b="1">
                <a:solidFill>
                  <a:srgbClr val="D55E00"/>
                </a:solidFill>
                <a:latin typeface="Arial"/>
                <a:ea typeface="Arial"/>
                <a:cs typeface="Arial"/>
              </a:defRPr>
            </a:lvl3pPr>
            <a:lvl4pPr algn="l">
              <a:defRPr sz="1200" b="1">
                <a:solidFill>
                  <a:srgbClr val="D55E00"/>
                </a:solidFill>
                <a:latin typeface="Arial"/>
                <a:ea typeface="Arial"/>
                <a:cs typeface="Arial"/>
              </a:defRPr>
            </a:lvl4pPr>
            <a:lvl5pPr algn="l">
              <a:defRPr sz="1200" b="1">
                <a:solidFill>
                  <a:srgbClr val="D55E00"/>
                </a:solidFill>
                <a:latin typeface="Arial"/>
                <a:ea typeface="Arial"/>
                <a:cs typeface="Arial"/>
              </a:defRPr>
            </a:lvl5pPr>
            <a:lvl6pPr algn="l">
              <a:defRPr sz="1200" b="1">
                <a:solidFill>
                  <a:srgbClr val="D55E00"/>
                </a:solidFill>
                <a:latin typeface="Arial"/>
                <a:ea typeface="Arial"/>
                <a:cs typeface="Arial"/>
              </a:defRPr>
            </a:lvl6pPr>
            <a:lvl7pPr algn="l">
              <a:defRPr sz="1200" b="1">
                <a:solidFill>
                  <a:srgbClr val="D55E00"/>
                </a:solidFill>
                <a:latin typeface="Arial"/>
                <a:ea typeface="Arial"/>
                <a:cs typeface="Arial"/>
              </a:defRPr>
            </a:lvl7pPr>
            <a:lvl8pPr algn="l">
              <a:defRPr sz="1200" b="1">
                <a:solidFill>
                  <a:srgbClr val="D55E00"/>
                </a:solidFill>
                <a:latin typeface="Arial"/>
                <a:ea typeface="Arial"/>
                <a:cs typeface="Arial"/>
              </a:defRPr>
            </a:lvl8pPr>
            <a:lvl9pPr algn="l">
              <a:defRPr sz="1200" b="1">
                <a:solidFill>
                  <a:srgbClr val="D55E00"/>
                </a:solidFill>
                <a:latin typeface="Arial"/>
                <a:ea typeface="Arial"/>
                <a:cs typeface="Arial"/>
              </a:defRPr>
            </a:lvl9pPr>
          </a:lstStyle>
          <a:p>
            <a:pPr algn="l">
              <a:defRPr sz="1200" b="1">
                <a:solidFill>
                  <a:srgbClr val="D55E00"/>
                </a:solidFill>
                <a:latin typeface="Arial"/>
                <a:ea typeface="Arial"/>
                <a:cs typeface="Arial"/>
              </a:defRPr>
            </a:pPr>
            <a:r>
              <a:rPr sz="1200" b="1">
                <a:solidFill>
                  <a:srgbClr val="D55E00"/>
                </a:solidFill>
                <a:latin typeface="Arial"/>
                <a:ea typeface="Arial"/>
                <a:cs typeface="Arial"/>
              </a:rPr>
              <a:t>B</a:t>
            </a:r>
          </a:p>
        </p:txBody>
      </p:sp>
      <p:sp>
        <p:nvSpPr>
          <p:cNvPr id="191" name="ellipse_190">
            <a:extLst>
              <a:ext uri="{FF2B5EF4-FFF2-40B4-BE49-F238E27FC236}">
                <ns2:creationId id="{5D71BD4C-8C28-4C7F-B8D4-345EDFF4842B}"/>
              </a:ext>
            </a:extLst>
          </p:cNvPr>
          <p:cNvSpPr>
            <a:spLocks noGrp="1"/>
          </p:cNvSpPr>
          <p:nvPr/>
        </p:nvSpPr>
        <p:spPr>
          <a:xfrm rot="0">
            <a:off x="10504404" y="4569142"/>
            <a:ext cx="66675" cy="66675"/>
          </a:xfrm>
          <a:prstGeom prst="ellipse">
            <a:avLst/>
          </a:prstGeom>
          <a:solidFill>
            <a:srgbClr val="FFFFFF"/>
          </a:solidFill>
          <a:ln w="17145">
            <a:solidFill>
              <a:srgbClr val="009E73"/>
            </a:solidFill>
            <a:prstDash val="solid"/>
          </a:ln>
        </p:spPr>
      </p:sp>
      <p:sp>
        <p:nvSpPr>
          <p:cNvPr id="192" name="text_191">
            <a:extLst>
              <a:ext uri="{FF2B5EF4-FFF2-40B4-BE49-F238E27FC236}">
                <ns2:creationId id="{6F973F7C-EB24-4A97-918A-CD6BB98FD21E}"/>
              </a:ext>
            </a:extLst>
          </p:cNvPr>
          <p:cNvSpPr>
            <a:spLocks noGrp="1"/>
          </p:cNvSpPr>
          <p:nvPr/>
        </p:nvSpPr>
        <p:spPr>
          <a:xfrm rot="0">
            <a:off x="10585366" y="4392929"/>
            <a:ext cx="219075" cy="219075"/>
          </a:xfrm>
          <a:prstGeom prst="rect">
            <a:avLst/>
          </a:prstGeom>
          <a:noFill/>
          <a:ln w="0">
            <a:noFill/>
            <a:prstDash val="solid"/>
          </a:ln>
        </p:spPr>
        <p:txBody>
          <a:bodyPr wrap="none" lIns="0" tIns="0" rIns="0" bIns="0" anchor="t">
            <a:noAutofit/>
          </a:bodyPr>
          <a:lstStyle>
            <a:defPPr algn="l">
              <a:defRPr sz="1200" b="1">
                <a:solidFill>
                  <a:srgbClr val="009E73"/>
                </a:solidFill>
                <a:latin typeface="Arial"/>
                <a:ea typeface="Arial"/>
                <a:cs typeface="Arial"/>
              </a:defRPr>
            </a:defPPr>
            <a:lvl1pPr algn="l">
              <a:defRPr sz="1200" b="1">
                <a:solidFill>
                  <a:srgbClr val="009E73"/>
                </a:solidFill>
                <a:latin typeface="Arial"/>
                <a:ea typeface="Arial"/>
                <a:cs typeface="Arial"/>
              </a:defRPr>
            </a:lvl1pPr>
            <a:lvl2pPr algn="l">
              <a:defRPr sz="1200" b="1">
                <a:solidFill>
                  <a:srgbClr val="009E73"/>
                </a:solidFill>
                <a:latin typeface="Arial"/>
                <a:ea typeface="Arial"/>
                <a:cs typeface="Arial"/>
              </a:defRPr>
            </a:lvl2pPr>
            <a:lvl3pPr algn="l">
              <a:defRPr sz="1200" b="1">
                <a:solidFill>
                  <a:srgbClr val="009E73"/>
                </a:solidFill>
                <a:latin typeface="Arial"/>
                <a:ea typeface="Arial"/>
                <a:cs typeface="Arial"/>
              </a:defRPr>
            </a:lvl3pPr>
            <a:lvl4pPr algn="l">
              <a:defRPr sz="1200" b="1">
                <a:solidFill>
                  <a:srgbClr val="009E73"/>
                </a:solidFill>
                <a:latin typeface="Arial"/>
                <a:ea typeface="Arial"/>
                <a:cs typeface="Arial"/>
              </a:defRPr>
            </a:lvl4pPr>
            <a:lvl5pPr algn="l">
              <a:defRPr sz="1200" b="1">
                <a:solidFill>
                  <a:srgbClr val="009E73"/>
                </a:solidFill>
                <a:latin typeface="Arial"/>
                <a:ea typeface="Arial"/>
                <a:cs typeface="Arial"/>
              </a:defRPr>
            </a:lvl5pPr>
            <a:lvl6pPr algn="l">
              <a:defRPr sz="1200" b="1">
                <a:solidFill>
                  <a:srgbClr val="009E73"/>
                </a:solidFill>
                <a:latin typeface="Arial"/>
                <a:ea typeface="Arial"/>
                <a:cs typeface="Arial"/>
              </a:defRPr>
            </a:lvl6pPr>
            <a:lvl7pPr algn="l">
              <a:defRPr sz="1200" b="1">
                <a:solidFill>
                  <a:srgbClr val="009E73"/>
                </a:solidFill>
                <a:latin typeface="Arial"/>
                <a:ea typeface="Arial"/>
                <a:cs typeface="Arial"/>
              </a:defRPr>
            </a:lvl7pPr>
            <a:lvl8pPr algn="l">
              <a:defRPr sz="1200" b="1">
                <a:solidFill>
                  <a:srgbClr val="009E73"/>
                </a:solidFill>
                <a:latin typeface="Arial"/>
                <a:ea typeface="Arial"/>
                <a:cs typeface="Arial"/>
              </a:defRPr>
            </a:lvl8pPr>
            <a:lvl9pPr algn="l">
              <a:defRPr sz="1200" b="1">
                <a:solidFill>
                  <a:srgbClr val="009E73"/>
                </a:solidFill>
                <a:latin typeface="Arial"/>
                <a:ea typeface="Arial"/>
                <a:cs typeface="Arial"/>
              </a:defRPr>
            </a:lvl9pPr>
          </a:lstStyle>
          <a:p>
            <a:pPr algn="l">
              <a:defRPr sz="1200" b="1">
                <a:solidFill>
                  <a:srgbClr val="009E73"/>
                </a:solidFill>
                <a:latin typeface="Arial"/>
                <a:ea typeface="Arial"/>
                <a:cs typeface="Arial"/>
              </a:defRPr>
            </a:pPr>
            <a:r>
              <a:rPr sz="1200" b="1">
                <a:solidFill>
                  <a:srgbClr val="009E73"/>
                </a:solidFill>
                <a:latin typeface="Arial"/>
                <a:ea typeface="Arial"/>
                <a:cs typeface="Arial"/>
              </a:rPr>
              <a:t>C</a:t>
            </a:r>
          </a:p>
        </p:txBody>
      </p:sp>
      <p:sp>
        <p:nvSpPr>
          <p:cNvPr id="193" name="complete_saved_R_profile">
            <a:extLst>
              <a:ext uri="{FF2B5EF4-FFF2-40B4-BE49-F238E27FC236}">
                <ns2:creationId id="{5206719B-78C1-44E3-AAC5-B3A89BBFDFF0}"/>
              </a:ext>
            </a:extLst>
          </p:cNvPr>
          <p:cNvSpPr>
            <a:spLocks noGrp="1"/>
          </p:cNvSpPr>
          <p:nvPr/>
        </p:nvSpPr>
        <p:spPr>
          <a:xfrm>
            <a:off x="8905875" y="3612720"/>
            <a:ext cx="2971800" cy="1270542"/>
          </a:xfrm>
          <a:custGeom>
            <a:pathLst>
              <a:path w="2971800" h="1270542">
                <a:moveTo>
                  <a:pt x="0" y="1055271"/>
                </a:moveTo>
                <a:lnTo>
                  <a:pt x="1452" y="1055270"/>
                </a:lnTo>
                <a:lnTo>
                  <a:pt x="2904" y="1055270"/>
                </a:lnTo>
                <a:lnTo>
                  <a:pt x="4355" y="1055269"/>
                </a:lnTo>
                <a:lnTo>
                  <a:pt x="5807" y="1055269"/>
                </a:lnTo>
                <a:lnTo>
                  <a:pt x="7259" y="1055268"/>
                </a:lnTo>
                <a:lnTo>
                  <a:pt x="8711" y="1055268"/>
                </a:lnTo>
                <a:lnTo>
                  <a:pt x="10162" y="1055267"/>
                </a:lnTo>
                <a:lnTo>
                  <a:pt x="11614" y="1055267"/>
                </a:lnTo>
                <a:lnTo>
                  <a:pt x="13066" y="1055266"/>
                </a:lnTo>
                <a:lnTo>
                  <a:pt x="14518" y="1055266"/>
                </a:lnTo>
                <a:lnTo>
                  <a:pt x="15970" y="1055266"/>
                </a:lnTo>
                <a:lnTo>
                  <a:pt x="17421" y="1055266"/>
                </a:lnTo>
                <a:lnTo>
                  <a:pt x="18873" y="1055265"/>
                </a:lnTo>
                <a:lnTo>
                  <a:pt x="20325" y="1055265"/>
                </a:lnTo>
                <a:lnTo>
                  <a:pt x="21777" y="1055265"/>
                </a:lnTo>
                <a:lnTo>
                  <a:pt x="23229" y="1055264"/>
                </a:lnTo>
                <a:lnTo>
                  <a:pt x="24680" y="1055264"/>
                </a:lnTo>
                <a:lnTo>
                  <a:pt x="26132" y="1055264"/>
                </a:lnTo>
                <a:lnTo>
                  <a:pt x="27584" y="1055264"/>
                </a:lnTo>
                <a:lnTo>
                  <a:pt x="29036" y="1055263"/>
                </a:lnTo>
                <a:lnTo>
                  <a:pt x="30487" y="1055263"/>
                </a:lnTo>
                <a:lnTo>
                  <a:pt x="31939" y="1055263"/>
                </a:lnTo>
                <a:lnTo>
                  <a:pt x="33391" y="1055262"/>
                </a:lnTo>
                <a:lnTo>
                  <a:pt x="34843" y="1055262"/>
                </a:lnTo>
                <a:lnTo>
                  <a:pt x="36295" y="1055262"/>
                </a:lnTo>
                <a:lnTo>
                  <a:pt x="37746" y="1055261"/>
                </a:lnTo>
                <a:lnTo>
                  <a:pt x="39198" y="1055261"/>
                </a:lnTo>
                <a:lnTo>
                  <a:pt x="40650" y="1055261"/>
                </a:lnTo>
                <a:lnTo>
                  <a:pt x="42102" y="1055260"/>
                </a:lnTo>
                <a:lnTo>
                  <a:pt x="43553" y="1055260"/>
                </a:lnTo>
                <a:lnTo>
                  <a:pt x="45005" y="1055260"/>
                </a:lnTo>
                <a:lnTo>
                  <a:pt x="46457" y="1055259"/>
                </a:lnTo>
                <a:lnTo>
                  <a:pt x="47909" y="1055259"/>
                </a:lnTo>
                <a:lnTo>
                  <a:pt x="49361" y="1055258"/>
                </a:lnTo>
                <a:lnTo>
                  <a:pt x="50812" y="1055258"/>
                </a:lnTo>
                <a:lnTo>
                  <a:pt x="52264" y="1055257"/>
                </a:lnTo>
                <a:lnTo>
                  <a:pt x="53716" y="1055257"/>
                </a:lnTo>
                <a:lnTo>
                  <a:pt x="55168" y="1055256"/>
                </a:lnTo>
                <a:lnTo>
                  <a:pt x="56620" y="1055256"/>
                </a:lnTo>
                <a:lnTo>
                  <a:pt x="58071" y="1055255"/>
                </a:lnTo>
                <a:lnTo>
                  <a:pt x="59523" y="1055254"/>
                </a:lnTo>
                <a:lnTo>
                  <a:pt x="60975" y="1055254"/>
                </a:lnTo>
                <a:lnTo>
                  <a:pt x="62427" y="1055253"/>
                </a:lnTo>
                <a:lnTo>
                  <a:pt x="63878" y="1055252"/>
                </a:lnTo>
                <a:lnTo>
                  <a:pt x="65330" y="1055252"/>
                </a:lnTo>
                <a:lnTo>
                  <a:pt x="66782" y="1055251"/>
                </a:lnTo>
                <a:lnTo>
                  <a:pt x="68234" y="1055251"/>
                </a:lnTo>
                <a:lnTo>
                  <a:pt x="69686" y="1055250"/>
                </a:lnTo>
                <a:lnTo>
                  <a:pt x="71137" y="1055249"/>
                </a:lnTo>
                <a:lnTo>
                  <a:pt x="72589" y="1055248"/>
                </a:lnTo>
                <a:lnTo>
                  <a:pt x="74041" y="1055247"/>
                </a:lnTo>
                <a:lnTo>
                  <a:pt x="75493" y="1055247"/>
                </a:lnTo>
                <a:lnTo>
                  <a:pt x="76945" y="1055246"/>
                </a:lnTo>
                <a:lnTo>
                  <a:pt x="78396" y="1055245"/>
                </a:lnTo>
                <a:lnTo>
                  <a:pt x="79848" y="1055243"/>
                </a:lnTo>
                <a:lnTo>
                  <a:pt x="81300" y="1055242"/>
                </a:lnTo>
                <a:lnTo>
                  <a:pt x="82752" y="1055242"/>
                </a:lnTo>
                <a:lnTo>
                  <a:pt x="84203" y="1055241"/>
                </a:lnTo>
                <a:lnTo>
                  <a:pt x="85655" y="1055238"/>
                </a:lnTo>
                <a:lnTo>
                  <a:pt x="87107" y="1055238"/>
                </a:lnTo>
                <a:lnTo>
                  <a:pt x="88559" y="1055237"/>
                </a:lnTo>
                <a:lnTo>
                  <a:pt x="90011" y="1055236"/>
                </a:lnTo>
                <a:lnTo>
                  <a:pt x="91462" y="1055234"/>
                </a:lnTo>
                <a:lnTo>
                  <a:pt x="92914" y="1055232"/>
                </a:lnTo>
                <a:lnTo>
                  <a:pt x="94366" y="1055231"/>
                </a:lnTo>
                <a:lnTo>
                  <a:pt x="95818" y="1055231"/>
                </a:lnTo>
                <a:lnTo>
                  <a:pt x="97269" y="1055229"/>
                </a:lnTo>
                <a:lnTo>
                  <a:pt x="98721" y="1055227"/>
                </a:lnTo>
                <a:lnTo>
                  <a:pt x="100173" y="1055226"/>
                </a:lnTo>
                <a:lnTo>
                  <a:pt x="101625" y="1055225"/>
                </a:lnTo>
                <a:lnTo>
                  <a:pt x="103077" y="1055224"/>
                </a:lnTo>
                <a:lnTo>
                  <a:pt x="104528" y="1055221"/>
                </a:lnTo>
                <a:lnTo>
                  <a:pt x="105980" y="1055220"/>
                </a:lnTo>
                <a:lnTo>
                  <a:pt x="107432" y="1055219"/>
                </a:lnTo>
                <a:lnTo>
                  <a:pt x="108884" y="1055217"/>
                </a:lnTo>
                <a:lnTo>
                  <a:pt x="110336" y="1055215"/>
                </a:lnTo>
                <a:lnTo>
                  <a:pt x="111787" y="1055214"/>
                </a:lnTo>
                <a:lnTo>
                  <a:pt x="113239" y="1055211"/>
                </a:lnTo>
                <a:lnTo>
                  <a:pt x="114691" y="1055210"/>
                </a:lnTo>
                <a:lnTo>
                  <a:pt x="116143" y="1055209"/>
                </a:lnTo>
                <a:lnTo>
                  <a:pt x="117594" y="1055207"/>
                </a:lnTo>
                <a:lnTo>
                  <a:pt x="119046" y="1055205"/>
                </a:lnTo>
                <a:lnTo>
                  <a:pt x="120498" y="1055203"/>
                </a:lnTo>
                <a:lnTo>
                  <a:pt x="121950" y="1055202"/>
                </a:lnTo>
                <a:lnTo>
                  <a:pt x="123402" y="1055201"/>
                </a:lnTo>
                <a:lnTo>
                  <a:pt x="124853" y="1055200"/>
                </a:lnTo>
                <a:lnTo>
                  <a:pt x="126305" y="1055199"/>
                </a:lnTo>
                <a:lnTo>
                  <a:pt x="127757" y="1055199"/>
                </a:lnTo>
                <a:lnTo>
                  <a:pt x="129209" y="1055196"/>
                </a:lnTo>
                <a:lnTo>
                  <a:pt x="130660" y="1055194"/>
                </a:lnTo>
                <a:lnTo>
                  <a:pt x="132112" y="1055192"/>
                </a:lnTo>
                <a:lnTo>
                  <a:pt x="133564" y="1055191"/>
                </a:lnTo>
                <a:lnTo>
                  <a:pt x="135016" y="1055190"/>
                </a:lnTo>
                <a:lnTo>
                  <a:pt x="136468" y="1055188"/>
                </a:lnTo>
                <a:lnTo>
                  <a:pt x="137919" y="1055185"/>
                </a:lnTo>
                <a:lnTo>
                  <a:pt x="139371" y="1055183"/>
                </a:lnTo>
                <a:lnTo>
                  <a:pt x="140823" y="1055181"/>
                </a:lnTo>
                <a:lnTo>
                  <a:pt x="142275" y="1055179"/>
                </a:lnTo>
                <a:lnTo>
                  <a:pt x="143727" y="1055177"/>
                </a:lnTo>
                <a:lnTo>
                  <a:pt x="145178" y="1055175"/>
                </a:lnTo>
                <a:lnTo>
                  <a:pt x="146630" y="1055172"/>
                </a:lnTo>
                <a:lnTo>
                  <a:pt x="148082" y="1055170"/>
                </a:lnTo>
                <a:lnTo>
                  <a:pt x="149534" y="1055168"/>
                </a:lnTo>
                <a:lnTo>
                  <a:pt x="150985" y="1055166"/>
                </a:lnTo>
                <a:lnTo>
                  <a:pt x="152437" y="1055163"/>
                </a:lnTo>
                <a:lnTo>
                  <a:pt x="153889" y="1055161"/>
                </a:lnTo>
                <a:lnTo>
                  <a:pt x="155341" y="1055157"/>
                </a:lnTo>
                <a:lnTo>
                  <a:pt x="156793" y="1055155"/>
                </a:lnTo>
                <a:lnTo>
                  <a:pt x="158244" y="1055150"/>
                </a:lnTo>
                <a:lnTo>
                  <a:pt x="159696" y="1055147"/>
                </a:lnTo>
                <a:lnTo>
                  <a:pt x="161148" y="1055142"/>
                </a:lnTo>
                <a:lnTo>
                  <a:pt x="162600" y="1055137"/>
                </a:lnTo>
                <a:lnTo>
                  <a:pt x="164051" y="1055134"/>
                </a:lnTo>
                <a:lnTo>
                  <a:pt x="165503" y="1055130"/>
                </a:lnTo>
                <a:lnTo>
                  <a:pt x="166955" y="1055126"/>
                </a:lnTo>
                <a:lnTo>
                  <a:pt x="168407" y="1055120"/>
                </a:lnTo>
                <a:lnTo>
                  <a:pt x="169859" y="1055111"/>
                </a:lnTo>
                <a:lnTo>
                  <a:pt x="171310" y="1055101"/>
                </a:lnTo>
                <a:lnTo>
                  <a:pt x="172762" y="1055096"/>
                </a:lnTo>
                <a:lnTo>
                  <a:pt x="174214" y="1055087"/>
                </a:lnTo>
                <a:lnTo>
                  <a:pt x="175666" y="1055077"/>
                </a:lnTo>
                <a:lnTo>
                  <a:pt x="177118" y="1055073"/>
                </a:lnTo>
                <a:lnTo>
                  <a:pt x="178569" y="1055058"/>
                </a:lnTo>
                <a:lnTo>
                  <a:pt x="180021" y="1055049"/>
                </a:lnTo>
                <a:lnTo>
                  <a:pt x="181473" y="1055045"/>
                </a:lnTo>
                <a:lnTo>
                  <a:pt x="182925" y="1055042"/>
                </a:lnTo>
                <a:lnTo>
                  <a:pt x="184376" y="1055039"/>
                </a:lnTo>
                <a:lnTo>
                  <a:pt x="185828" y="1055036"/>
                </a:lnTo>
                <a:lnTo>
                  <a:pt x="187280" y="1055033"/>
                </a:lnTo>
                <a:lnTo>
                  <a:pt x="188732" y="1055030"/>
                </a:lnTo>
                <a:lnTo>
                  <a:pt x="190184" y="1055027"/>
                </a:lnTo>
                <a:lnTo>
                  <a:pt x="191635" y="1055025"/>
                </a:lnTo>
                <a:lnTo>
                  <a:pt x="193087" y="1055022"/>
                </a:lnTo>
                <a:lnTo>
                  <a:pt x="194539" y="1055021"/>
                </a:lnTo>
                <a:lnTo>
                  <a:pt x="195991" y="1055019"/>
                </a:lnTo>
                <a:lnTo>
                  <a:pt x="197443" y="1055017"/>
                </a:lnTo>
                <a:lnTo>
                  <a:pt x="198894" y="1055015"/>
                </a:lnTo>
                <a:lnTo>
                  <a:pt x="200346" y="1055011"/>
                </a:lnTo>
                <a:lnTo>
                  <a:pt x="201798" y="1055009"/>
                </a:lnTo>
                <a:lnTo>
                  <a:pt x="203250" y="1055006"/>
                </a:lnTo>
                <a:lnTo>
                  <a:pt x="204701" y="1055001"/>
                </a:lnTo>
                <a:lnTo>
                  <a:pt x="206153" y="1054998"/>
                </a:lnTo>
                <a:lnTo>
                  <a:pt x="207605" y="1054995"/>
                </a:lnTo>
                <a:lnTo>
                  <a:pt x="209057" y="1054992"/>
                </a:lnTo>
                <a:lnTo>
                  <a:pt x="210509" y="1054989"/>
                </a:lnTo>
                <a:lnTo>
                  <a:pt x="211960" y="1054985"/>
                </a:lnTo>
                <a:lnTo>
                  <a:pt x="213412" y="1054981"/>
                </a:lnTo>
                <a:lnTo>
                  <a:pt x="214864" y="1054976"/>
                </a:lnTo>
                <a:lnTo>
                  <a:pt x="216316" y="1054970"/>
                </a:lnTo>
                <a:lnTo>
                  <a:pt x="217767" y="1054965"/>
                </a:lnTo>
                <a:lnTo>
                  <a:pt x="219219" y="1054962"/>
                </a:lnTo>
                <a:lnTo>
                  <a:pt x="220671" y="1054957"/>
                </a:lnTo>
                <a:lnTo>
                  <a:pt x="222123" y="1054951"/>
                </a:lnTo>
                <a:lnTo>
                  <a:pt x="223575" y="1054948"/>
                </a:lnTo>
                <a:lnTo>
                  <a:pt x="225026" y="1054943"/>
                </a:lnTo>
                <a:lnTo>
                  <a:pt x="226478" y="1054937"/>
                </a:lnTo>
                <a:lnTo>
                  <a:pt x="227930" y="1054930"/>
                </a:lnTo>
                <a:lnTo>
                  <a:pt x="229382" y="1054927"/>
                </a:lnTo>
                <a:lnTo>
                  <a:pt x="230834" y="1054918"/>
                </a:lnTo>
                <a:lnTo>
                  <a:pt x="232285" y="1054912"/>
                </a:lnTo>
                <a:lnTo>
                  <a:pt x="233737" y="1054907"/>
                </a:lnTo>
                <a:lnTo>
                  <a:pt x="235189" y="1054898"/>
                </a:lnTo>
                <a:lnTo>
                  <a:pt x="236641" y="1054890"/>
                </a:lnTo>
                <a:lnTo>
                  <a:pt x="238092" y="1054886"/>
                </a:lnTo>
                <a:lnTo>
                  <a:pt x="239544" y="1054876"/>
                </a:lnTo>
                <a:lnTo>
                  <a:pt x="240996" y="1054869"/>
                </a:lnTo>
                <a:lnTo>
                  <a:pt x="242448" y="1054866"/>
                </a:lnTo>
                <a:lnTo>
                  <a:pt x="243900" y="1054856"/>
                </a:lnTo>
                <a:lnTo>
                  <a:pt x="245351" y="1054848"/>
                </a:lnTo>
                <a:lnTo>
                  <a:pt x="246803" y="1054843"/>
                </a:lnTo>
                <a:lnTo>
                  <a:pt x="248255" y="1054831"/>
                </a:lnTo>
                <a:lnTo>
                  <a:pt x="249707" y="1054819"/>
                </a:lnTo>
                <a:lnTo>
                  <a:pt x="251158" y="1054808"/>
                </a:lnTo>
                <a:lnTo>
                  <a:pt x="252610" y="1054794"/>
                </a:lnTo>
                <a:lnTo>
                  <a:pt x="254062" y="1054786"/>
                </a:lnTo>
                <a:lnTo>
                  <a:pt x="255514" y="1054767"/>
                </a:lnTo>
                <a:lnTo>
                  <a:pt x="256966" y="1054755"/>
                </a:lnTo>
                <a:lnTo>
                  <a:pt x="258417" y="1054740"/>
                </a:lnTo>
                <a:lnTo>
                  <a:pt x="259869" y="1054728"/>
                </a:lnTo>
                <a:lnTo>
                  <a:pt x="261321" y="1054714"/>
                </a:lnTo>
                <a:lnTo>
                  <a:pt x="262773" y="1054708"/>
                </a:lnTo>
                <a:lnTo>
                  <a:pt x="264225" y="1054692"/>
                </a:lnTo>
                <a:lnTo>
                  <a:pt x="265676" y="1054683"/>
                </a:lnTo>
                <a:lnTo>
                  <a:pt x="267128" y="1054663"/>
                </a:lnTo>
                <a:lnTo>
                  <a:pt x="268580" y="1054656"/>
                </a:lnTo>
                <a:lnTo>
                  <a:pt x="270032" y="1054635"/>
                </a:lnTo>
                <a:lnTo>
                  <a:pt x="271483" y="1054627"/>
                </a:lnTo>
                <a:lnTo>
                  <a:pt x="272935" y="1054607"/>
                </a:lnTo>
                <a:lnTo>
                  <a:pt x="274387" y="1054597"/>
                </a:lnTo>
                <a:lnTo>
                  <a:pt x="275839" y="1054578"/>
                </a:lnTo>
                <a:lnTo>
                  <a:pt x="277291" y="1054559"/>
                </a:lnTo>
                <a:lnTo>
                  <a:pt x="278742" y="1054540"/>
                </a:lnTo>
                <a:lnTo>
                  <a:pt x="280194" y="1054512"/>
                </a:lnTo>
                <a:lnTo>
                  <a:pt x="281646" y="1054491"/>
                </a:lnTo>
                <a:lnTo>
                  <a:pt x="283098" y="1054470"/>
                </a:lnTo>
                <a:lnTo>
                  <a:pt x="284549" y="1054455"/>
                </a:lnTo>
                <a:lnTo>
                  <a:pt x="286001" y="1054437"/>
                </a:lnTo>
                <a:lnTo>
                  <a:pt x="287453" y="1054409"/>
                </a:lnTo>
                <a:lnTo>
                  <a:pt x="288905" y="1054376"/>
                </a:lnTo>
                <a:lnTo>
                  <a:pt x="290357" y="1054328"/>
                </a:lnTo>
                <a:lnTo>
                  <a:pt x="291808" y="1054299"/>
                </a:lnTo>
                <a:lnTo>
                  <a:pt x="293260" y="1054264"/>
                </a:lnTo>
                <a:lnTo>
                  <a:pt x="294712" y="1054233"/>
                </a:lnTo>
                <a:lnTo>
                  <a:pt x="296164" y="1054195"/>
                </a:lnTo>
                <a:lnTo>
                  <a:pt x="297616" y="1054169"/>
                </a:lnTo>
                <a:lnTo>
                  <a:pt x="299067" y="1054138"/>
                </a:lnTo>
                <a:lnTo>
                  <a:pt x="300519" y="1054119"/>
                </a:lnTo>
                <a:lnTo>
                  <a:pt x="301971" y="1054068"/>
                </a:lnTo>
                <a:lnTo>
                  <a:pt x="303423" y="1054062"/>
                </a:lnTo>
                <a:lnTo>
                  <a:pt x="304874" y="1053970"/>
                </a:lnTo>
                <a:lnTo>
                  <a:pt x="306326" y="1053916"/>
                </a:lnTo>
                <a:lnTo>
                  <a:pt x="307778" y="1053822"/>
                </a:lnTo>
                <a:lnTo>
                  <a:pt x="309230" y="1053756"/>
                </a:lnTo>
                <a:lnTo>
                  <a:pt x="310682" y="1053636"/>
                </a:lnTo>
                <a:lnTo>
                  <a:pt x="312133" y="1053520"/>
                </a:lnTo>
                <a:lnTo>
                  <a:pt x="313585" y="1053382"/>
                </a:lnTo>
                <a:lnTo>
                  <a:pt x="315037" y="1053259"/>
                </a:lnTo>
                <a:lnTo>
                  <a:pt x="316489" y="1053141"/>
                </a:lnTo>
                <a:lnTo>
                  <a:pt x="317940" y="1052974"/>
                </a:lnTo>
                <a:lnTo>
                  <a:pt x="319392" y="1052850"/>
                </a:lnTo>
                <a:lnTo>
                  <a:pt x="320844" y="1052673"/>
                </a:lnTo>
                <a:lnTo>
                  <a:pt x="322296" y="1052516"/>
                </a:lnTo>
                <a:lnTo>
                  <a:pt x="323748" y="1052269"/>
                </a:lnTo>
                <a:lnTo>
                  <a:pt x="325199" y="1052091"/>
                </a:lnTo>
                <a:lnTo>
                  <a:pt x="326651" y="1051873"/>
                </a:lnTo>
                <a:lnTo>
                  <a:pt x="328103" y="1051641"/>
                </a:lnTo>
                <a:lnTo>
                  <a:pt x="329555" y="1051408"/>
                </a:lnTo>
                <a:lnTo>
                  <a:pt x="331007" y="1051173"/>
                </a:lnTo>
                <a:lnTo>
                  <a:pt x="332458" y="1051010"/>
                </a:lnTo>
                <a:lnTo>
                  <a:pt x="333910" y="1050612"/>
                </a:lnTo>
                <a:lnTo>
                  <a:pt x="335362" y="1050267"/>
                </a:lnTo>
                <a:lnTo>
                  <a:pt x="336814" y="1049976"/>
                </a:lnTo>
                <a:lnTo>
                  <a:pt x="338265" y="1049730"/>
                </a:lnTo>
                <a:lnTo>
                  <a:pt x="339717" y="1049442"/>
                </a:lnTo>
                <a:lnTo>
                  <a:pt x="341169" y="1048938"/>
                </a:lnTo>
                <a:lnTo>
                  <a:pt x="342621" y="1048528"/>
                </a:lnTo>
                <a:lnTo>
                  <a:pt x="344073" y="1047862"/>
                </a:lnTo>
                <a:lnTo>
                  <a:pt x="345524" y="1047631"/>
                </a:lnTo>
                <a:lnTo>
                  <a:pt x="346976" y="1047328"/>
                </a:lnTo>
                <a:lnTo>
                  <a:pt x="348428" y="1046992"/>
                </a:lnTo>
                <a:lnTo>
                  <a:pt x="349880" y="1046565"/>
                </a:lnTo>
                <a:lnTo>
                  <a:pt x="351332" y="1045847"/>
                </a:lnTo>
                <a:lnTo>
                  <a:pt x="352783" y="1045193"/>
                </a:lnTo>
                <a:lnTo>
                  <a:pt x="354235" y="1044668"/>
                </a:lnTo>
                <a:lnTo>
                  <a:pt x="355687" y="1044026"/>
                </a:lnTo>
                <a:lnTo>
                  <a:pt x="357139" y="1043489"/>
                </a:lnTo>
                <a:lnTo>
                  <a:pt x="358590" y="1043153"/>
                </a:lnTo>
                <a:lnTo>
                  <a:pt x="360042" y="1042712"/>
                </a:lnTo>
                <a:lnTo>
                  <a:pt x="361494" y="1041930"/>
                </a:lnTo>
                <a:lnTo>
                  <a:pt x="362946" y="1041189"/>
                </a:lnTo>
                <a:lnTo>
                  <a:pt x="364398" y="1040647"/>
                </a:lnTo>
                <a:lnTo>
                  <a:pt x="365849" y="1040177"/>
                </a:lnTo>
                <a:lnTo>
                  <a:pt x="367301" y="1039366"/>
                </a:lnTo>
                <a:lnTo>
                  <a:pt x="368753" y="1038520"/>
                </a:lnTo>
                <a:lnTo>
                  <a:pt x="370205" y="1037290"/>
                </a:lnTo>
                <a:lnTo>
                  <a:pt x="371656" y="1036766"/>
                </a:lnTo>
                <a:lnTo>
                  <a:pt x="373108" y="1036139"/>
                </a:lnTo>
                <a:lnTo>
                  <a:pt x="374560" y="1035612"/>
                </a:lnTo>
                <a:lnTo>
                  <a:pt x="376012" y="1034734"/>
                </a:lnTo>
                <a:lnTo>
                  <a:pt x="377464" y="1034207"/>
                </a:lnTo>
                <a:lnTo>
                  <a:pt x="378915" y="1031985"/>
                </a:lnTo>
                <a:lnTo>
                  <a:pt x="380367" y="1030554"/>
                </a:lnTo>
                <a:lnTo>
                  <a:pt x="381819" y="1029200"/>
                </a:lnTo>
                <a:lnTo>
                  <a:pt x="383271" y="1028178"/>
                </a:lnTo>
                <a:lnTo>
                  <a:pt x="384723" y="1026843"/>
                </a:lnTo>
                <a:lnTo>
                  <a:pt x="386174" y="1025496"/>
                </a:lnTo>
                <a:lnTo>
                  <a:pt x="387626" y="1024243"/>
                </a:lnTo>
                <a:lnTo>
                  <a:pt x="389078" y="1022827"/>
                </a:lnTo>
                <a:lnTo>
                  <a:pt x="390530" y="1019960"/>
                </a:lnTo>
                <a:lnTo>
                  <a:pt x="391981" y="1018213"/>
                </a:lnTo>
                <a:lnTo>
                  <a:pt x="393433" y="1016256"/>
                </a:lnTo>
                <a:lnTo>
                  <a:pt x="394885" y="1014799"/>
                </a:lnTo>
                <a:lnTo>
                  <a:pt x="396337" y="1012813"/>
                </a:lnTo>
                <a:lnTo>
                  <a:pt x="397789" y="1009448"/>
                </a:lnTo>
                <a:lnTo>
                  <a:pt x="399240" y="1007796"/>
                </a:lnTo>
                <a:lnTo>
                  <a:pt x="400692" y="1005267"/>
                </a:lnTo>
                <a:lnTo>
                  <a:pt x="402144" y="1002494"/>
                </a:lnTo>
                <a:lnTo>
                  <a:pt x="403596" y="1000473"/>
                </a:lnTo>
                <a:lnTo>
                  <a:pt x="405047" y="998549"/>
                </a:lnTo>
                <a:lnTo>
                  <a:pt x="406499" y="996630"/>
                </a:lnTo>
                <a:lnTo>
                  <a:pt x="407951" y="995426"/>
                </a:lnTo>
                <a:lnTo>
                  <a:pt x="409403" y="992290"/>
                </a:lnTo>
                <a:lnTo>
                  <a:pt x="410855" y="991624"/>
                </a:lnTo>
                <a:lnTo>
                  <a:pt x="412306" y="989421"/>
                </a:lnTo>
                <a:lnTo>
                  <a:pt x="413758" y="987271"/>
                </a:lnTo>
                <a:lnTo>
                  <a:pt x="415210" y="984884"/>
                </a:lnTo>
                <a:lnTo>
                  <a:pt x="416662" y="983479"/>
                </a:lnTo>
                <a:lnTo>
                  <a:pt x="418114" y="979928"/>
                </a:lnTo>
                <a:lnTo>
                  <a:pt x="419565" y="975977"/>
                </a:lnTo>
                <a:lnTo>
                  <a:pt x="421017" y="973601"/>
                </a:lnTo>
                <a:lnTo>
                  <a:pt x="422469" y="970624"/>
                </a:lnTo>
                <a:lnTo>
                  <a:pt x="423921" y="964523"/>
                </a:lnTo>
                <a:lnTo>
                  <a:pt x="425372" y="960601"/>
                </a:lnTo>
                <a:lnTo>
                  <a:pt x="426824" y="957375"/>
                </a:lnTo>
                <a:lnTo>
                  <a:pt x="428276" y="953876"/>
                </a:lnTo>
                <a:lnTo>
                  <a:pt x="429728" y="948657"/>
                </a:lnTo>
                <a:lnTo>
                  <a:pt x="431180" y="944039"/>
                </a:lnTo>
                <a:lnTo>
                  <a:pt x="432631" y="940211"/>
                </a:lnTo>
                <a:lnTo>
                  <a:pt x="434083" y="933504"/>
                </a:lnTo>
                <a:lnTo>
                  <a:pt x="435535" y="930665"/>
                </a:lnTo>
                <a:lnTo>
                  <a:pt x="436987" y="923594"/>
                </a:lnTo>
                <a:lnTo>
                  <a:pt x="438438" y="916401"/>
                </a:lnTo>
                <a:lnTo>
                  <a:pt x="439890" y="912240"/>
                </a:lnTo>
                <a:lnTo>
                  <a:pt x="441342" y="906065"/>
                </a:lnTo>
                <a:lnTo>
                  <a:pt x="442794" y="900710"/>
                </a:lnTo>
                <a:lnTo>
                  <a:pt x="444246" y="895619"/>
                </a:lnTo>
                <a:lnTo>
                  <a:pt x="445697" y="890632"/>
                </a:lnTo>
                <a:lnTo>
                  <a:pt x="447149" y="881099"/>
                </a:lnTo>
                <a:lnTo>
                  <a:pt x="448601" y="874296"/>
                </a:lnTo>
                <a:lnTo>
                  <a:pt x="450053" y="866115"/>
                </a:lnTo>
                <a:lnTo>
                  <a:pt x="451505" y="859211"/>
                </a:lnTo>
                <a:lnTo>
                  <a:pt x="452956" y="851390"/>
                </a:lnTo>
                <a:lnTo>
                  <a:pt x="454408" y="849522"/>
                </a:lnTo>
                <a:lnTo>
                  <a:pt x="455860" y="840246"/>
                </a:lnTo>
                <a:lnTo>
                  <a:pt x="457312" y="839079"/>
                </a:lnTo>
                <a:lnTo>
                  <a:pt x="458763" y="829932"/>
                </a:lnTo>
                <a:lnTo>
                  <a:pt x="460215" y="819250"/>
                </a:lnTo>
                <a:lnTo>
                  <a:pt x="461667" y="807737"/>
                </a:lnTo>
                <a:lnTo>
                  <a:pt x="463119" y="793350"/>
                </a:lnTo>
                <a:lnTo>
                  <a:pt x="464571" y="787422"/>
                </a:lnTo>
                <a:lnTo>
                  <a:pt x="466022" y="775724"/>
                </a:lnTo>
                <a:lnTo>
                  <a:pt x="467474" y="774971"/>
                </a:lnTo>
                <a:lnTo>
                  <a:pt x="468926" y="757685"/>
                </a:lnTo>
                <a:lnTo>
                  <a:pt x="470378" y="742801"/>
                </a:lnTo>
                <a:lnTo>
                  <a:pt x="471830" y="721750"/>
                </a:lnTo>
                <a:lnTo>
                  <a:pt x="473281" y="700332"/>
                </a:lnTo>
                <a:lnTo>
                  <a:pt x="474733" y="684248"/>
                </a:lnTo>
                <a:lnTo>
                  <a:pt x="476185" y="657059"/>
                </a:lnTo>
                <a:lnTo>
                  <a:pt x="477637" y="619599"/>
                </a:lnTo>
                <a:lnTo>
                  <a:pt x="479088" y="597909"/>
                </a:lnTo>
                <a:lnTo>
                  <a:pt x="480540" y="573658"/>
                </a:lnTo>
                <a:lnTo>
                  <a:pt x="481992" y="530570"/>
                </a:lnTo>
                <a:lnTo>
                  <a:pt x="483444" y="503124"/>
                </a:lnTo>
                <a:lnTo>
                  <a:pt x="484896" y="472577"/>
                </a:lnTo>
                <a:lnTo>
                  <a:pt x="486347" y="445478"/>
                </a:lnTo>
                <a:lnTo>
                  <a:pt x="487799" y="411927"/>
                </a:lnTo>
                <a:lnTo>
                  <a:pt x="489251" y="369861"/>
                </a:lnTo>
                <a:lnTo>
                  <a:pt x="490703" y="298157"/>
                </a:lnTo>
                <a:lnTo>
                  <a:pt x="492154" y="246017"/>
                </a:lnTo>
                <a:lnTo>
                  <a:pt x="493606" y="238711"/>
                </a:lnTo>
                <a:lnTo>
                  <a:pt x="495058" y="281096"/>
                </a:lnTo>
                <a:lnTo>
                  <a:pt x="496510" y="339053"/>
                </a:lnTo>
                <a:lnTo>
                  <a:pt x="497962" y="388339"/>
                </a:lnTo>
                <a:lnTo>
                  <a:pt x="499413" y="428912"/>
                </a:lnTo>
                <a:lnTo>
                  <a:pt x="500865" y="441300"/>
                </a:lnTo>
                <a:lnTo>
                  <a:pt x="502317" y="441302"/>
                </a:lnTo>
                <a:lnTo>
                  <a:pt x="503769" y="441305"/>
                </a:lnTo>
                <a:lnTo>
                  <a:pt x="505221" y="441311"/>
                </a:lnTo>
                <a:lnTo>
                  <a:pt x="506672" y="441320"/>
                </a:lnTo>
                <a:lnTo>
                  <a:pt x="508124" y="441331"/>
                </a:lnTo>
                <a:lnTo>
                  <a:pt x="509576" y="441344"/>
                </a:lnTo>
                <a:lnTo>
                  <a:pt x="511028" y="441360"/>
                </a:lnTo>
                <a:lnTo>
                  <a:pt x="512479" y="441378"/>
                </a:lnTo>
                <a:lnTo>
                  <a:pt x="513931" y="441399"/>
                </a:lnTo>
                <a:lnTo>
                  <a:pt x="515383" y="441422"/>
                </a:lnTo>
                <a:lnTo>
                  <a:pt x="516835" y="441447"/>
                </a:lnTo>
                <a:lnTo>
                  <a:pt x="518287" y="441475"/>
                </a:lnTo>
                <a:lnTo>
                  <a:pt x="519738" y="441506"/>
                </a:lnTo>
                <a:lnTo>
                  <a:pt x="521190" y="441538"/>
                </a:lnTo>
                <a:lnTo>
                  <a:pt x="522642" y="441573"/>
                </a:lnTo>
                <a:lnTo>
                  <a:pt x="524094" y="441611"/>
                </a:lnTo>
                <a:lnTo>
                  <a:pt x="525545" y="441651"/>
                </a:lnTo>
                <a:lnTo>
                  <a:pt x="526997" y="441694"/>
                </a:lnTo>
                <a:lnTo>
                  <a:pt x="528449" y="441739"/>
                </a:lnTo>
                <a:lnTo>
                  <a:pt x="529901" y="441786"/>
                </a:lnTo>
                <a:lnTo>
                  <a:pt x="531353" y="441836"/>
                </a:lnTo>
                <a:lnTo>
                  <a:pt x="532804" y="441888"/>
                </a:lnTo>
                <a:lnTo>
                  <a:pt x="534256" y="441942"/>
                </a:lnTo>
                <a:lnTo>
                  <a:pt x="535708" y="441999"/>
                </a:lnTo>
                <a:lnTo>
                  <a:pt x="537160" y="442059"/>
                </a:lnTo>
                <a:lnTo>
                  <a:pt x="538612" y="442121"/>
                </a:lnTo>
                <a:lnTo>
                  <a:pt x="540063" y="442185"/>
                </a:lnTo>
                <a:lnTo>
                  <a:pt x="541515" y="442252"/>
                </a:lnTo>
                <a:lnTo>
                  <a:pt x="542967" y="442321"/>
                </a:lnTo>
                <a:lnTo>
                  <a:pt x="544419" y="442393"/>
                </a:lnTo>
                <a:lnTo>
                  <a:pt x="545870" y="442467"/>
                </a:lnTo>
                <a:lnTo>
                  <a:pt x="547322" y="442543"/>
                </a:lnTo>
                <a:lnTo>
                  <a:pt x="548774" y="442622"/>
                </a:lnTo>
                <a:lnTo>
                  <a:pt x="550226" y="442703"/>
                </a:lnTo>
                <a:lnTo>
                  <a:pt x="551678" y="442787"/>
                </a:lnTo>
                <a:lnTo>
                  <a:pt x="553129" y="442873"/>
                </a:lnTo>
                <a:lnTo>
                  <a:pt x="554581" y="442962"/>
                </a:lnTo>
                <a:lnTo>
                  <a:pt x="556033" y="443053"/>
                </a:lnTo>
                <a:lnTo>
                  <a:pt x="557485" y="443146"/>
                </a:lnTo>
                <a:lnTo>
                  <a:pt x="558936" y="443242"/>
                </a:lnTo>
                <a:lnTo>
                  <a:pt x="560388" y="443340"/>
                </a:lnTo>
                <a:lnTo>
                  <a:pt x="561840" y="443441"/>
                </a:lnTo>
                <a:lnTo>
                  <a:pt x="563292" y="443544"/>
                </a:lnTo>
                <a:lnTo>
                  <a:pt x="564744" y="443650"/>
                </a:lnTo>
                <a:lnTo>
                  <a:pt x="566195" y="443758"/>
                </a:lnTo>
                <a:lnTo>
                  <a:pt x="567647" y="443868"/>
                </a:lnTo>
                <a:lnTo>
                  <a:pt x="569099" y="443981"/>
                </a:lnTo>
                <a:lnTo>
                  <a:pt x="570551" y="444096"/>
                </a:lnTo>
                <a:lnTo>
                  <a:pt x="572003" y="444214"/>
                </a:lnTo>
                <a:lnTo>
                  <a:pt x="573454" y="444334"/>
                </a:lnTo>
                <a:lnTo>
                  <a:pt x="574906" y="444457"/>
                </a:lnTo>
                <a:lnTo>
                  <a:pt x="576358" y="444582"/>
                </a:lnTo>
                <a:lnTo>
                  <a:pt x="577810" y="444709"/>
                </a:lnTo>
                <a:lnTo>
                  <a:pt x="579261" y="444839"/>
                </a:lnTo>
                <a:lnTo>
                  <a:pt x="580713" y="444971"/>
                </a:lnTo>
                <a:lnTo>
                  <a:pt x="582165" y="445106"/>
                </a:lnTo>
                <a:lnTo>
                  <a:pt x="583617" y="660586"/>
                </a:lnTo>
                <a:lnTo>
                  <a:pt x="585069" y="445104"/>
                </a:lnTo>
                <a:lnTo>
                  <a:pt x="586520" y="444968"/>
                </a:lnTo>
                <a:lnTo>
                  <a:pt x="587972" y="444834"/>
                </a:lnTo>
                <a:lnTo>
                  <a:pt x="589424" y="444703"/>
                </a:lnTo>
                <a:lnTo>
                  <a:pt x="590876" y="444574"/>
                </a:lnTo>
                <a:lnTo>
                  <a:pt x="592328" y="444448"/>
                </a:lnTo>
                <a:lnTo>
                  <a:pt x="593779" y="444324"/>
                </a:lnTo>
                <a:lnTo>
                  <a:pt x="595231" y="444202"/>
                </a:lnTo>
                <a:lnTo>
                  <a:pt x="596683" y="444083"/>
                </a:lnTo>
                <a:lnTo>
                  <a:pt x="598135" y="443966"/>
                </a:lnTo>
                <a:lnTo>
                  <a:pt x="599586" y="443852"/>
                </a:lnTo>
                <a:lnTo>
                  <a:pt x="601038" y="443741"/>
                </a:lnTo>
                <a:lnTo>
                  <a:pt x="602490" y="443631"/>
                </a:lnTo>
                <a:lnTo>
                  <a:pt x="603942" y="443525"/>
                </a:lnTo>
                <a:lnTo>
                  <a:pt x="605394" y="443420"/>
                </a:lnTo>
                <a:lnTo>
                  <a:pt x="606845" y="443318"/>
                </a:lnTo>
                <a:lnTo>
                  <a:pt x="608297" y="443219"/>
                </a:lnTo>
                <a:lnTo>
                  <a:pt x="609749" y="443122"/>
                </a:lnTo>
                <a:lnTo>
                  <a:pt x="611201" y="443027"/>
                </a:lnTo>
                <a:lnTo>
                  <a:pt x="612652" y="442935"/>
                </a:lnTo>
                <a:lnTo>
                  <a:pt x="614104" y="442846"/>
                </a:lnTo>
                <a:lnTo>
                  <a:pt x="615556" y="442759"/>
                </a:lnTo>
                <a:lnTo>
                  <a:pt x="617008" y="442674"/>
                </a:lnTo>
                <a:lnTo>
                  <a:pt x="618460" y="442592"/>
                </a:lnTo>
                <a:lnTo>
                  <a:pt x="619911" y="442512"/>
                </a:lnTo>
                <a:lnTo>
                  <a:pt x="621363" y="442434"/>
                </a:lnTo>
                <a:lnTo>
                  <a:pt x="622815" y="442360"/>
                </a:lnTo>
                <a:lnTo>
                  <a:pt x="624267" y="442287"/>
                </a:lnTo>
                <a:lnTo>
                  <a:pt x="625719" y="442217"/>
                </a:lnTo>
                <a:lnTo>
                  <a:pt x="627170" y="442150"/>
                </a:lnTo>
                <a:lnTo>
                  <a:pt x="628622" y="442085"/>
                </a:lnTo>
                <a:lnTo>
                  <a:pt x="630074" y="442022"/>
                </a:lnTo>
                <a:lnTo>
                  <a:pt x="631526" y="441962"/>
                </a:lnTo>
                <a:lnTo>
                  <a:pt x="632977" y="441904"/>
                </a:lnTo>
                <a:lnTo>
                  <a:pt x="634429" y="441849"/>
                </a:lnTo>
                <a:lnTo>
                  <a:pt x="635881" y="441796"/>
                </a:lnTo>
                <a:lnTo>
                  <a:pt x="637333" y="441746"/>
                </a:lnTo>
                <a:lnTo>
                  <a:pt x="638785" y="441698"/>
                </a:lnTo>
                <a:lnTo>
                  <a:pt x="640236" y="441652"/>
                </a:lnTo>
                <a:lnTo>
                  <a:pt x="641688" y="441610"/>
                </a:lnTo>
                <a:lnTo>
                  <a:pt x="643140" y="441569"/>
                </a:lnTo>
                <a:lnTo>
                  <a:pt x="644592" y="441531"/>
                </a:lnTo>
                <a:lnTo>
                  <a:pt x="646043" y="441495"/>
                </a:lnTo>
                <a:lnTo>
                  <a:pt x="647495" y="441462"/>
                </a:lnTo>
                <a:lnTo>
                  <a:pt x="648947" y="441432"/>
                </a:lnTo>
                <a:lnTo>
                  <a:pt x="650399" y="441403"/>
                </a:lnTo>
                <a:lnTo>
                  <a:pt x="651851" y="441377"/>
                </a:lnTo>
                <a:lnTo>
                  <a:pt x="653302" y="441354"/>
                </a:lnTo>
                <a:lnTo>
                  <a:pt x="654754" y="441333"/>
                </a:lnTo>
                <a:lnTo>
                  <a:pt x="656206" y="441315"/>
                </a:lnTo>
                <a:lnTo>
                  <a:pt x="657658" y="441299"/>
                </a:lnTo>
                <a:lnTo>
                  <a:pt x="659110" y="441285"/>
                </a:lnTo>
                <a:lnTo>
                  <a:pt x="660561" y="441274"/>
                </a:lnTo>
                <a:lnTo>
                  <a:pt x="662013" y="441266"/>
                </a:lnTo>
                <a:lnTo>
                  <a:pt x="663465" y="441260"/>
                </a:lnTo>
                <a:lnTo>
                  <a:pt x="664917" y="441256"/>
                </a:lnTo>
                <a:lnTo>
                  <a:pt x="666368" y="441255"/>
                </a:lnTo>
                <a:lnTo>
                  <a:pt x="667820" y="445478"/>
                </a:lnTo>
                <a:lnTo>
                  <a:pt x="669272" y="774971"/>
                </a:lnTo>
                <a:lnTo>
                  <a:pt x="670724" y="775724"/>
                </a:lnTo>
                <a:lnTo>
                  <a:pt x="672176" y="840246"/>
                </a:lnTo>
                <a:lnTo>
                  <a:pt x="673627" y="937742"/>
                </a:lnTo>
                <a:lnTo>
                  <a:pt x="675079" y="990449"/>
                </a:lnTo>
                <a:lnTo>
                  <a:pt x="676531" y="990449"/>
                </a:lnTo>
                <a:lnTo>
                  <a:pt x="677983" y="990449"/>
                </a:lnTo>
                <a:lnTo>
                  <a:pt x="679434" y="990449"/>
                </a:lnTo>
                <a:lnTo>
                  <a:pt x="680886" y="990449"/>
                </a:lnTo>
                <a:lnTo>
                  <a:pt x="682338" y="990449"/>
                </a:lnTo>
                <a:lnTo>
                  <a:pt x="683790" y="990449"/>
                </a:lnTo>
                <a:lnTo>
                  <a:pt x="685242" y="990449"/>
                </a:lnTo>
                <a:lnTo>
                  <a:pt x="686693" y="990249"/>
                </a:lnTo>
                <a:lnTo>
                  <a:pt x="688145" y="990209"/>
                </a:lnTo>
                <a:lnTo>
                  <a:pt x="689597" y="990200"/>
                </a:lnTo>
                <a:lnTo>
                  <a:pt x="691049" y="989971"/>
                </a:lnTo>
                <a:lnTo>
                  <a:pt x="692501" y="989841"/>
                </a:lnTo>
                <a:lnTo>
                  <a:pt x="693952" y="989421"/>
                </a:lnTo>
                <a:lnTo>
                  <a:pt x="695404" y="989421"/>
                </a:lnTo>
                <a:lnTo>
                  <a:pt x="696856" y="989191"/>
                </a:lnTo>
                <a:lnTo>
                  <a:pt x="698308" y="988594"/>
                </a:lnTo>
                <a:lnTo>
                  <a:pt x="699759" y="988563"/>
                </a:lnTo>
                <a:lnTo>
                  <a:pt x="701211" y="987901"/>
                </a:lnTo>
                <a:lnTo>
                  <a:pt x="702663" y="987530"/>
                </a:lnTo>
                <a:lnTo>
                  <a:pt x="704115" y="987271"/>
                </a:lnTo>
                <a:lnTo>
                  <a:pt x="705567" y="987038"/>
                </a:lnTo>
                <a:lnTo>
                  <a:pt x="707018" y="986379"/>
                </a:lnTo>
                <a:lnTo>
                  <a:pt x="708470" y="986041"/>
                </a:lnTo>
                <a:lnTo>
                  <a:pt x="709922" y="985780"/>
                </a:lnTo>
                <a:lnTo>
                  <a:pt x="711374" y="985604"/>
                </a:lnTo>
                <a:lnTo>
                  <a:pt x="712826" y="985561"/>
                </a:lnTo>
                <a:lnTo>
                  <a:pt x="714277" y="984977"/>
                </a:lnTo>
                <a:lnTo>
                  <a:pt x="715729" y="984884"/>
                </a:lnTo>
                <a:lnTo>
                  <a:pt x="717181" y="984787"/>
                </a:lnTo>
                <a:lnTo>
                  <a:pt x="718633" y="984781"/>
                </a:lnTo>
                <a:lnTo>
                  <a:pt x="720084" y="984383"/>
                </a:lnTo>
                <a:lnTo>
                  <a:pt x="721536" y="984364"/>
                </a:lnTo>
                <a:lnTo>
                  <a:pt x="722988" y="984348"/>
                </a:lnTo>
                <a:lnTo>
                  <a:pt x="724440" y="984301"/>
                </a:lnTo>
                <a:lnTo>
                  <a:pt x="725892" y="984159"/>
                </a:lnTo>
                <a:lnTo>
                  <a:pt x="727343" y="983479"/>
                </a:lnTo>
                <a:lnTo>
                  <a:pt x="728795" y="983275"/>
                </a:lnTo>
                <a:lnTo>
                  <a:pt x="730247" y="982936"/>
                </a:lnTo>
                <a:lnTo>
                  <a:pt x="731699" y="982118"/>
                </a:lnTo>
                <a:lnTo>
                  <a:pt x="733150" y="981019"/>
                </a:lnTo>
                <a:lnTo>
                  <a:pt x="734602" y="980773"/>
                </a:lnTo>
                <a:lnTo>
                  <a:pt x="736054" y="980201"/>
                </a:lnTo>
                <a:lnTo>
                  <a:pt x="737506" y="979928"/>
                </a:lnTo>
                <a:lnTo>
                  <a:pt x="738958" y="979899"/>
                </a:lnTo>
                <a:lnTo>
                  <a:pt x="740409" y="979671"/>
                </a:lnTo>
                <a:lnTo>
                  <a:pt x="741861" y="979652"/>
                </a:lnTo>
                <a:lnTo>
                  <a:pt x="743313" y="979370"/>
                </a:lnTo>
                <a:lnTo>
                  <a:pt x="744765" y="978870"/>
                </a:lnTo>
                <a:lnTo>
                  <a:pt x="746217" y="978296"/>
                </a:lnTo>
                <a:lnTo>
                  <a:pt x="747668" y="977289"/>
                </a:lnTo>
                <a:lnTo>
                  <a:pt x="749120" y="975977"/>
                </a:lnTo>
                <a:lnTo>
                  <a:pt x="750572" y="975588"/>
                </a:lnTo>
                <a:lnTo>
                  <a:pt x="752024" y="975425"/>
                </a:lnTo>
                <a:lnTo>
                  <a:pt x="753475" y="975172"/>
                </a:lnTo>
                <a:lnTo>
                  <a:pt x="754927" y="974516"/>
                </a:lnTo>
                <a:lnTo>
                  <a:pt x="756379" y="974460"/>
                </a:lnTo>
                <a:lnTo>
                  <a:pt x="757831" y="974258"/>
                </a:lnTo>
                <a:lnTo>
                  <a:pt x="759283" y="973678"/>
                </a:lnTo>
                <a:lnTo>
                  <a:pt x="760734" y="973601"/>
                </a:lnTo>
                <a:lnTo>
                  <a:pt x="762186" y="973513"/>
                </a:lnTo>
                <a:lnTo>
                  <a:pt x="763638" y="972245"/>
                </a:lnTo>
                <a:lnTo>
                  <a:pt x="765090" y="971506"/>
                </a:lnTo>
                <a:lnTo>
                  <a:pt x="766541" y="971206"/>
                </a:lnTo>
                <a:lnTo>
                  <a:pt x="767993" y="970968"/>
                </a:lnTo>
                <a:lnTo>
                  <a:pt x="769445" y="970870"/>
                </a:lnTo>
                <a:lnTo>
                  <a:pt x="770897" y="970624"/>
                </a:lnTo>
                <a:lnTo>
                  <a:pt x="772349" y="970564"/>
                </a:lnTo>
                <a:lnTo>
                  <a:pt x="773800" y="970484"/>
                </a:lnTo>
                <a:lnTo>
                  <a:pt x="775252" y="969510"/>
                </a:lnTo>
                <a:lnTo>
                  <a:pt x="776704" y="966835"/>
                </a:lnTo>
                <a:lnTo>
                  <a:pt x="778156" y="966750"/>
                </a:lnTo>
                <a:lnTo>
                  <a:pt x="779608" y="966505"/>
                </a:lnTo>
                <a:lnTo>
                  <a:pt x="781059" y="965863"/>
                </a:lnTo>
                <a:lnTo>
                  <a:pt x="782511" y="964523"/>
                </a:lnTo>
                <a:lnTo>
                  <a:pt x="783963" y="964299"/>
                </a:lnTo>
                <a:lnTo>
                  <a:pt x="785415" y="963898"/>
                </a:lnTo>
                <a:lnTo>
                  <a:pt x="786866" y="962817"/>
                </a:lnTo>
                <a:lnTo>
                  <a:pt x="788318" y="962533"/>
                </a:lnTo>
                <a:lnTo>
                  <a:pt x="789770" y="962415"/>
                </a:lnTo>
                <a:lnTo>
                  <a:pt x="791222" y="961944"/>
                </a:lnTo>
                <a:lnTo>
                  <a:pt x="792674" y="961873"/>
                </a:lnTo>
                <a:lnTo>
                  <a:pt x="794125" y="960601"/>
                </a:lnTo>
                <a:lnTo>
                  <a:pt x="795577" y="960562"/>
                </a:lnTo>
                <a:lnTo>
                  <a:pt x="797029" y="960502"/>
                </a:lnTo>
                <a:lnTo>
                  <a:pt x="798481" y="960062"/>
                </a:lnTo>
                <a:lnTo>
                  <a:pt x="799932" y="957833"/>
                </a:lnTo>
                <a:lnTo>
                  <a:pt x="801384" y="957783"/>
                </a:lnTo>
                <a:lnTo>
                  <a:pt x="802836" y="957649"/>
                </a:lnTo>
                <a:lnTo>
                  <a:pt x="804288" y="957487"/>
                </a:lnTo>
                <a:lnTo>
                  <a:pt x="805740" y="956693"/>
                </a:lnTo>
                <a:lnTo>
                  <a:pt x="807191" y="956171"/>
                </a:lnTo>
                <a:lnTo>
                  <a:pt x="808643" y="955861"/>
                </a:lnTo>
                <a:lnTo>
                  <a:pt x="810095" y="955374"/>
                </a:lnTo>
                <a:lnTo>
                  <a:pt x="811547" y="954854"/>
                </a:lnTo>
                <a:lnTo>
                  <a:pt x="812999" y="954559"/>
                </a:lnTo>
                <a:lnTo>
                  <a:pt x="814450" y="954138"/>
                </a:lnTo>
                <a:lnTo>
                  <a:pt x="815902" y="953928"/>
                </a:lnTo>
                <a:lnTo>
                  <a:pt x="817354" y="952741"/>
                </a:lnTo>
                <a:lnTo>
                  <a:pt x="818806" y="952394"/>
                </a:lnTo>
                <a:lnTo>
                  <a:pt x="820257" y="952219"/>
                </a:lnTo>
                <a:lnTo>
                  <a:pt x="821709" y="951187"/>
                </a:lnTo>
                <a:lnTo>
                  <a:pt x="823161" y="950843"/>
                </a:lnTo>
                <a:lnTo>
                  <a:pt x="824613" y="950135"/>
                </a:lnTo>
                <a:lnTo>
                  <a:pt x="826065" y="950114"/>
                </a:lnTo>
                <a:lnTo>
                  <a:pt x="827516" y="948657"/>
                </a:lnTo>
                <a:lnTo>
                  <a:pt x="828968" y="948198"/>
                </a:lnTo>
                <a:lnTo>
                  <a:pt x="830420" y="946631"/>
                </a:lnTo>
                <a:lnTo>
                  <a:pt x="831872" y="946203"/>
                </a:lnTo>
                <a:lnTo>
                  <a:pt x="833323" y="945499"/>
                </a:lnTo>
                <a:lnTo>
                  <a:pt x="834775" y="945125"/>
                </a:lnTo>
                <a:lnTo>
                  <a:pt x="836227" y="944987"/>
                </a:lnTo>
                <a:lnTo>
                  <a:pt x="837679" y="944492"/>
                </a:lnTo>
                <a:lnTo>
                  <a:pt x="839131" y="943736"/>
                </a:lnTo>
                <a:lnTo>
                  <a:pt x="840582" y="942631"/>
                </a:lnTo>
                <a:lnTo>
                  <a:pt x="842034" y="942629"/>
                </a:lnTo>
                <a:lnTo>
                  <a:pt x="843486" y="942471"/>
                </a:lnTo>
                <a:lnTo>
                  <a:pt x="844938" y="942371"/>
                </a:lnTo>
                <a:lnTo>
                  <a:pt x="846390" y="941993"/>
                </a:lnTo>
                <a:lnTo>
                  <a:pt x="847841" y="941366"/>
                </a:lnTo>
                <a:lnTo>
                  <a:pt x="849293" y="941204"/>
                </a:lnTo>
                <a:lnTo>
                  <a:pt x="850745" y="940174"/>
                </a:lnTo>
                <a:lnTo>
                  <a:pt x="852197" y="940015"/>
                </a:lnTo>
                <a:lnTo>
                  <a:pt x="853648" y="939715"/>
                </a:lnTo>
                <a:lnTo>
                  <a:pt x="855100" y="939368"/>
                </a:lnTo>
                <a:lnTo>
                  <a:pt x="856552" y="937289"/>
                </a:lnTo>
                <a:lnTo>
                  <a:pt x="858004" y="937210"/>
                </a:lnTo>
                <a:lnTo>
                  <a:pt x="859456" y="936402"/>
                </a:lnTo>
                <a:lnTo>
                  <a:pt x="860907" y="934389"/>
                </a:lnTo>
                <a:lnTo>
                  <a:pt x="862359" y="933349"/>
                </a:lnTo>
                <a:lnTo>
                  <a:pt x="863811" y="933271"/>
                </a:lnTo>
                <a:lnTo>
                  <a:pt x="865263" y="932895"/>
                </a:lnTo>
                <a:lnTo>
                  <a:pt x="866715" y="932330"/>
                </a:lnTo>
                <a:lnTo>
                  <a:pt x="868166" y="931773"/>
                </a:lnTo>
                <a:lnTo>
                  <a:pt x="869618" y="931717"/>
                </a:lnTo>
                <a:lnTo>
                  <a:pt x="871070" y="931534"/>
                </a:lnTo>
                <a:lnTo>
                  <a:pt x="872522" y="931417"/>
                </a:lnTo>
                <a:lnTo>
                  <a:pt x="873973" y="930540"/>
                </a:lnTo>
                <a:lnTo>
                  <a:pt x="875425" y="928703"/>
                </a:lnTo>
                <a:lnTo>
                  <a:pt x="876877" y="928249"/>
                </a:lnTo>
                <a:lnTo>
                  <a:pt x="878329" y="928087"/>
                </a:lnTo>
                <a:lnTo>
                  <a:pt x="879781" y="926335"/>
                </a:lnTo>
                <a:lnTo>
                  <a:pt x="881232" y="926070"/>
                </a:lnTo>
                <a:lnTo>
                  <a:pt x="882684" y="924623"/>
                </a:lnTo>
                <a:lnTo>
                  <a:pt x="884136" y="923594"/>
                </a:lnTo>
                <a:lnTo>
                  <a:pt x="885588" y="923191"/>
                </a:lnTo>
                <a:lnTo>
                  <a:pt x="887039" y="923087"/>
                </a:lnTo>
                <a:lnTo>
                  <a:pt x="888491" y="922957"/>
                </a:lnTo>
                <a:lnTo>
                  <a:pt x="889943" y="922292"/>
                </a:lnTo>
                <a:lnTo>
                  <a:pt x="891395" y="920655"/>
                </a:lnTo>
                <a:lnTo>
                  <a:pt x="892847" y="918878"/>
                </a:lnTo>
                <a:lnTo>
                  <a:pt x="894298" y="916494"/>
                </a:lnTo>
                <a:lnTo>
                  <a:pt x="895750" y="915504"/>
                </a:lnTo>
                <a:lnTo>
                  <a:pt x="897202" y="915111"/>
                </a:lnTo>
                <a:lnTo>
                  <a:pt x="898654" y="914662"/>
                </a:lnTo>
                <a:lnTo>
                  <a:pt x="900106" y="914586"/>
                </a:lnTo>
                <a:lnTo>
                  <a:pt x="901557" y="914351"/>
                </a:lnTo>
                <a:lnTo>
                  <a:pt x="903009" y="914209"/>
                </a:lnTo>
                <a:lnTo>
                  <a:pt x="904461" y="912551"/>
                </a:lnTo>
                <a:lnTo>
                  <a:pt x="905913" y="912364"/>
                </a:lnTo>
                <a:lnTo>
                  <a:pt x="907364" y="910768"/>
                </a:lnTo>
                <a:lnTo>
                  <a:pt x="908816" y="909947"/>
                </a:lnTo>
                <a:lnTo>
                  <a:pt x="910268" y="909539"/>
                </a:lnTo>
                <a:lnTo>
                  <a:pt x="911720" y="908470"/>
                </a:lnTo>
                <a:lnTo>
                  <a:pt x="913172" y="907826"/>
                </a:lnTo>
                <a:lnTo>
                  <a:pt x="914623" y="907590"/>
                </a:lnTo>
                <a:lnTo>
                  <a:pt x="916075" y="907571"/>
                </a:lnTo>
                <a:lnTo>
                  <a:pt x="917527" y="906065"/>
                </a:lnTo>
                <a:lnTo>
                  <a:pt x="918979" y="905453"/>
                </a:lnTo>
                <a:lnTo>
                  <a:pt x="920430" y="904455"/>
                </a:lnTo>
                <a:lnTo>
                  <a:pt x="921882" y="904248"/>
                </a:lnTo>
                <a:lnTo>
                  <a:pt x="923334" y="903944"/>
                </a:lnTo>
                <a:lnTo>
                  <a:pt x="924786" y="903198"/>
                </a:lnTo>
                <a:lnTo>
                  <a:pt x="926238" y="902447"/>
                </a:lnTo>
                <a:lnTo>
                  <a:pt x="927689" y="902029"/>
                </a:lnTo>
                <a:lnTo>
                  <a:pt x="929141" y="900710"/>
                </a:lnTo>
                <a:lnTo>
                  <a:pt x="930593" y="900334"/>
                </a:lnTo>
                <a:lnTo>
                  <a:pt x="932045" y="900245"/>
                </a:lnTo>
                <a:lnTo>
                  <a:pt x="933497" y="899220"/>
                </a:lnTo>
                <a:lnTo>
                  <a:pt x="934948" y="897988"/>
                </a:lnTo>
                <a:lnTo>
                  <a:pt x="936400" y="897111"/>
                </a:lnTo>
                <a:lnTo>
                  <a:pt x="937852" y="896508"/>
                </a:lnTo>
                <a:lnTo>
                  <a:pt x="939304" y="895676"/>
                </a:lnTo>
                <a:lnTo>
                  <a:pt x="940755" y="895619"/>
                </a:lnTo>
                <a:lnTo>
                  <a:pt x="942207" y="894495"/>
                </a:lnTo>
                <a:lnTo>
                  <a:pt x="943659" y="894276"/>
                </a:lnTo>
                <a:lnTo>
                  <a:pt x="945111" y="894105"/>
                </a:lnTo>
                <a:lnTo>
                  <a:pt x="946563" y="892768"/>
                </a:lnTo>
                <a:lnTo>
                  <a:pt x="948014" y="890973"/>
                </a:lnTo>
                <a:lnTo>
                  <a:pt x="949466" y="890914"/>
                </a:lnTo>
                <a:lnTo>
                  <a:pt x="950918" y="890632"/>
                </a:lnTo>
                <a:lnTo>
                  <a:pt x="952370" y="890465"/>
                </a:lnTo>
                <a:lnTo>
                  <a:pt x="953821" y="887493"/>
                </a:lnTo>
                <a:lnTo>
                  <a:pt x="955273" y="887270"/>
                </a:lnTo>
                <a:lnTo>
                  <a:pt x="956725" y="885342"/>
                </a:lnTo>
                <a:lnTo>
                  <a:pt x="958177" y="883492"/>
                </a:lnTo>
                <a:lnTo>
                  <a:pt x="959629" y="883064"/>
                </a:lnTo>
                <a:lnTo>
                  <a:pt x="961080" y="882415"/>
                </a:lnTo>
                <a:lnTo>
                  <a:pt x="962532" y="881099"/>
                </a:lnTo>
                <a:lnTo>
                  <a:pt x="963984" y="880540"/>
                </a:lnTo>
                <a:lnTo>
                  <a:pt x="965436" y="880404"/>
                </a:lnTo>
                <a:lnTo>
                  <a:pt x="966888" y="879893"/>
                </a:lnTo>
                <a:lnTo>
                  <a:pt x="968339" y="879834"/>
                </a:lnTo>
                <a:lnTo>
                  <a:pt x="969791" y="877367"/>
                </a:lnTo>
                <a:lnTo>
                  <a:pt x="971243" y="876940"/>
                </a:lnTo>
                <a:lnTo>
                  <a:pt x="972695" y="875018"/>
                </a:lnTo>
                <a:lnTo>
                  <a:pt x="974146" y="874296"/>
                </a:lnTo>
                <a:lnTo>
                  <a:pt x="975598" y="872372"/>
                </a:lnTo>
                <a:lnTo>
                  <a:pt x="977050" y="870798"/>
                </a:lnTo>
                <a:lnTo>
                  <a:pt x="978502" y="870703"/>
                </a:lnTo>
                <a:lnTo>
                  <a:pt x="979954" y="870415"/>
                </a:lnTo>
                <a:lnTo>
                  <a:pt x="981405" y="867772"/>
                </a:lnTo>
                <a:lnTo>
                  <a:pt x="982857" y="866227"/>
                </a:lnTo>
                <a:lnTo>
                  <a:pt x="984309" y="866115"/>
                </a:lnTo>
                <a:lnTo>
                  <a:pt x="985761" y="864966"/>
                </a:lnTo>
                <a:lnTo>
                  <a:pt x="987213" y="863426"/>
                </a:lnTo>
                <a:lnTo>
                  <a:pt x="988664" y="862628"/>
                </a:lnTo>
                <a:lnTo>
                  <a:pt x="990116" y="862183"/>
                </a:lnTo>
                <a:lnTo>
                  <a:pt x="991568" y="862051"/>
                </a:lnTo>
                <a:lnTo>
                  <a:pt x="993020" y="860139"/>
                </a:lnTo>
                <a:lnTo>
                  <a:pt x="994471" y="859293"/>
                </a:lnTo>
                <a:lnTo>
                  <a:pt x="995923" y="859211"/>
                </a:lnTo>
                <a:lnTo>
                  <a:pt x="997375" y="858789"/>
                </a:lnTo>
                <a:lnTo>
                  <a:pt x="998827" y="857232"/>
                </a:lnTo>
                <a:lnTo>
                  <a:pt x="1000279" y="856812"/>
                </a:lnTo>
                <a:lnTo>
                  <a:pt x="1001730" y="856462"/>
                </a:lnTo>
                <a:lnTo>
                  <a:pt x="1003182" y="855102"/>
                </a:lnTo>
                <a:lnTo>
                  <a:pt x="1004634" y="853655"/>
                </a:lnTo>
                <a:lnTo>
                  <a:pt x="1006086" y="852369"/>
                </a:lnTo>
                <a:lnTo>
                  <a:pt x="1007537" y="851390"/>
                </a:lnTo>
                <a:lnTo>
                  <a:pt x="1008989" y="851352"/>
                </a:lnTo>
                <a:lnTo>
                  <a:pt x="1010441" y="850370"/>
                </a:lnTo>
                <a:lnTo>
                  <a:pt x="1011893" y="850203"/>
                </a:lnTo>
                <a:lnTo>
                  <a:pt x="1013345" y="849991"/>
                </a:lnTo>
                <a:lnTo>
                  <a:pt x="1014796" y="849920"/>
                </a:lnTo>
                <a:lnTo>
                  <a:pt x="1016248" y="849847"/>
                </a:lnTo>
                <a:lnTo>
                  <a:pt x="1017700" y="849522"/>
                </a:lnTo>
                <a:lnTo>
                  <a:pt x="1019152" y="848720"/>
                </a:lnTo>
                <a:lnTo>
                  <a:pt x="1020604" y="847653"/>
                </a:lnTo>
                <a:lnTo>
                  <a:pt x="1022055" y="845892"/>
                </a:lnTo>
                <a:lnTo>
                  <a:pt x="1023507" y="844588"/>
                </a:lnTo>
                <a:lnTo>
                  <a:pt x="1024959" y="844213"/>
                </a:lnTo>
                <a:lnTo>
                  <a:pt x="1026411" y="842775"/>
                </a:lnTo>
                <a:lnTo>
                  <a:pt x="1027862" y="841507"/>
                </a:lnTo>
                <a:lnTo>
                  <a:pt x="1029314" y="840246"/>
                </a:lnTo>
                <a:lnTo>
                  <a:pt x="1030766" y="839079"/>
                </a:lnTo>
                <a:lnTo>
                  <a:pt x="1032218" y="837742"/>
                </a:lnTo>
                <a:lnTo>
                  <a:pt x="1033670" y="837258"/>
                </a:lnTo>
                <a:lnTo>
                  <a:pt x="1035121" y="837210"/>
                </a:lnTo>
                <a:lnTo>
                  <a:pt x="1036573" y="836492"/>
                </a:lnTo>
                <a:lnTo>
                  <a:pt x="1038025" y="835753"/>
                </a:lnTo>
                <a:lnTo>
                  <a:pt x="1039477" y="833818"/>
                </a:lnTo>
                <a:lnTo>
                  <a:pt x="1040928" y="831475"/>
                </a:lnTo>
                <a:lnTo>
                  <a:pt x="1042380" y="831167"/>
                </a:lnTo>
                <a:lnTo>
                  <a:pt x="1043832" y="829932"/>
                </a:lnTo>
                <a:lnTo>
                  <a:pt x="1045284" y="829105"/>
                </a:lnTo>
                <a:lnTo>
                  <a:pt x="1046736" y="829011"/>
                </a:lnTo>
                <a:lnTo>
                  <a:pt x="1048187" y="828492"/>
                </a:lnTo>
                <a:lnTo>
                  <a:pt x="1049639" y="827941"/>
                </a:lnTo>
                <a:lnTo>
                  <a:pt x="1051091" y="824980"/>
                </a:lnTo>
                <a:lnTo>
                  <a:pt x="1052543" y="820441"/>
                </a:lnTo>
                <a:lnTo>
                  <a:pt x="1053995" y="820026"/>
                </a:lnTo>
                <a:lnTo>
                  <a:pt x="1055446" y="819250"/>
                </a:lnTo>
                <a:lnTo>
                  <a:pt x="1056898" y="818979"/>
                </a:lnTo>
                <a:lnTo>
                  <a:pt x="1058350" y="816998"/>
                </a:lnTo>
                <a:lnTo>
                  <a:pt x="1059802" y="815082"/>
                </a:lnTo>
                <a:lnTo>
                  <a:pt x="1061253" y="813210"/>
                </a:lnTo>
                <a:lnTo>
                  <a:pt x="1062705" y="811520"/>
                </a:lnTo>
                <a:lnTo>
                  <a:pt x="1064157" y="808261"/>
                </a:lnTo>
                <a:lnTo>
                  <a:pt x="1065609" y="807970"/>
                </a:lnTo>
                <a:lnTo>
                  <a:pt x="1067061" y="807838"/>
                </a:lnTo>
                <a:lnTo>
                  <a:pt x="1068512" y="806405"/>
                </a:lnTo>
                <a:lnTo>
                  <a:pt x="1069964" y="805165"/>
                </a:lnTo>
                <a:lnTo>
                  <a:pt x="1071416" y="804295"/>
                </a:lnTo>
                <a:lnTo>
                  <a:pt x="1072868" y="801977"/>
                </a:lnTo>
                <a:lnTo>
                  <a:pt x="1074319" y="800948"/>
                </a:lnTo>
                <a:lnTo>
                  <a:pt x="1075771" y="800173"/>
                </a:lnTo>
                <a:lnTo>
                  <a:pt x="1077223" y="797108"/>
                </a:lnTo>
                <a:lnTo>
                  <a:pt x="1078675" y="796842"/>
                </a:lnTo>
                <a:lnTo>
                  <a:pt x="1080127" y="793350"/>
                </a:lnTo>
                <a:lnTo>
                  <a:pt x="1081578" y="792935"/>
                </a:lnTo>
                <a:lnTo>
                  <a:pt x="1083030" y="792521"/>
                </a:lnTo>
                <a:lnTo>
                  <a:pt x="1084482" y="791789"/>
                </a:lnTo>
                <a:lnTo>
                  <a:pt x="1085934" y="790458"/>
                </a:lnTo>
                <a:lnTo>
                  <a:pt x="1087386" y="790453"/>
                </a:lnTo>
                <a:lnTo>
                  <a:pt x="1088837" y="790361"/>
                </a:lnTo>
                <a:lnTo>
                  <a:pt x="1090289" y="789942"/>
                </a:lnTo>
                <a:lnTo>
                  <a:pt x="1091741" y="787422"/>
                </a:lnTo>
                <a:lnTo>
                  <a:pt x="1093193" y="787361"/>
                </a:lnTo>
                <a:lnTo>
                  <a:pt x="1094644" y="786462"/>
                </a:lnTo>
                <a:lnTo>
                  <a:pt x="1096096" y="783757"/>
                </a:lnTo>
                <a:lnTo>
                  <a:pt x="1097548" y="781706"/>
                </a:lnTo>
                <a:lnTo>
                  <a:pt x="1099000" y="780264"/>
                </a:lnTo>
                <a:lnTo>
                  <a:pt x="1100452" y="779815"/>
                </a:lnTo>
                <a:lnTo>
                  <a:pt x="1101903" y="778368"/>
                </a:lnTo>
                <a:lnTo>
                  <a:pt x="1103355" y="777020"/>
                </a:lnTo>
                <a:lnTo>
                  <a:pt x="1104807" y="775724"/>
                </a:lnTo>
                <a:lnTo>
                  <a:pt x="1106259" y="760756"/>
                </a:lnTo>
                <a:lnTo>
                  <a:pt x="1107711" y="740197"/>
                </a:lnTo>
                <a:lnTo>
                  <a:pt x="1109162" y="695141"/>
                </a:lnTo>
                <a:lnTo>
                  <a:pt x="1110614" y="659490"/>
                </a:lnTo>
                <a:lnTo>
                  <a:pt x="1112066" y="627574"/>
                </a:lnTo>
                <a:lnTo>
                  <a:pt x="1113518" y="589975"/>
                </a:lnTo>
                <a:lnTo>
                  <a:pt x="1114969" y="539477"/>
                </a:lnTo>
                <a:lnTo>
                  <a:pt x="1116421" y="479284"/>
                </a:lnTo>
                <a:lnTo>
                  <a:pt x="1117873" y="424945"/>
                </a:lnTo>
                <a:lnTo>
                  <a:pt x="1119325" y="367806"/>
                </a:lnTo>
                <a:lnTo>
                  <a:pt x="1120777" y="287097"/>
                </a:lnTo>
                <a:lnTo>
                  <a:pt x="1122228" y="211267"/>
                </a:lnTo>
                <a:lnTo>
                  <a:pt x="1123680" y="125824"/>
                </a:lnTo>
                <a:lnTo>
                  <a:pt x="1125132" y="11081"/>
                </a:lnTo>
                <a:lnTo>
                  <a:pt x="1126584" y="0"/>
                </a:lnTo>
                <a:lnTo>
                  <a:pt x="1128035" y="71067"/>
                </a:lnTo>
                <a:lnTo>
                  <a:pt x="1129487" y="167510"/>
                </a:lnTo>
                <a:lnTo>
                  <a:pt x="1130939" y="247203"/>
                </a:lnTo>
                <a:lnTo>
                  <a:pt x="1132391" y="326315"/>
                </a:lnTo>
                <a:lnTo>
                  <a:pt x="1133843" y="409597"/>
                </a:lnTo>
                <a:lnTo>
                  <a:pt x="1135294" y="445849"/>
                </a:lnTo>
                <a:lnTo>
                  <a:pt x="1136746" y="524550"/>
                </a:lnTo>
                <a:lnTo>
                  <a:pt x="1138198" y="546466"/>
                </a:lnTo>
                <a:lnTo>
                  <a:pt x="1139650" y="612848"/>
                </a:lnTo>
                <a:lnTo>
                  <a:pt x="1141102" y="645496"/>
                </a:lnTo>
                <a:lnTo>
                  <a:pt x="1142553" y="675513"/>
                </a:lnTo>
                <a:lnTo>
                  <a:pt x="1144005" y="713503"/>
                </a:lnTo>
                <a:lnTo>
                  <a:pt x="1145457" y="753197"/>
                </a:lnTo>
                <a:lnTo>
                  <a:pt x="1146909" y="774775"/>
                </a:lnTo>
                <a:lnTo>
                  <a:pt x="1148360" y="775724"/>
                </a:lnTo>
                <a:lnTo>
                  <a:pt x="1149812" y="807737"/>
                </a:lnTo>
                <a:lnTo>
                  <a:pt x="1151264" y="839079"/>
                </a:lnTo>
                <a:lnTo>
                  <a:pt x="1152716" y="840246"/>
                </a:lnTo>
                <a:lnTo>
                  <a:pt x="1154168" y="853655"/>
                </a:lnTo>
                <a:lnTo>
                  <a:pt x="1155619" y="870415"/>
                </a:lnTo>
                <a:lnTo>
                  <a:pt x="1157071" y="887270"/>
                </a:lnTo>
                <a:lnTo>
                  <a:pt x="1158523" y="900676"/>
                </a:lnTo>
                <a:lnTo>
                  <a:pt x="1159975" y="912364"/>
                </a:lnTo>
                <a:lnTo>
                  <a:pt x="1161426" y="926335"/>
                </a:lnTo>
                <a:lnTo>
                  <a:pt x="1162878" y="937742"/>
                </a:lnTo>
                <a:lnTo>
                  <a:pt x="1164330" y="946203"/>
                </a:lnTo>
                <a:lnTo>
                  <a:pt x="1165782" y="956693"/>
                </a:lnTo>
                <a:lnTo>
                  <a:pt x="1167234" y="965242"/>
                </a:lnTo>
                <a:lnTo>
                  <a:pt x="1168685" y="974460"/>
                </a:lnTo>
                <a:lnTo>
                  <a:pt x="1170137" y="982118"/>
                </a:lnTo>
                <a:lnTo>
                  <a:pt x="1171589" y="986379"/>
                </a:lnTo>
                <a:lnTo>
                  <a:pt x="1173041" y="991624"/>
                </a:lnTo>
                <a:lnTo>
                  <a:pt x="1174493" y="992290"/>
                </a:lnTo>
                <a:lnTo>
                  <a:pt x="1175944" y="997808"/>
                </a:lnTo>
                <a:lnTo>
                  <a:pt x="1177396" y="1002437"/>
                </a:lnTo>
                <a:lnTo>
                  <a:pt x="1178848" y="1008356"/>
                </a:lnTo>
                <a:lnTo>
                  <a:pt x="1180300" y="1014160"/>
                </a:lnTo>
                <a:lnTo>
                  <a:pt x="1181751" y="1018448"/>
                </a:lnTo>
                <a:lnTo>
                  <a:pt x="1183203" y="1024043"/>
                </a:lnTo>
                <a:lnTo>
                  <a:pt x="1184655" y="1027206"/>
                </a:lnTo>
                <a:lnTo>
                  <a:pt x="1186107" y="1029556"/>
                </a:lnTo>
                <a:lnTo>
                  <a:pt x="1187559" y="1034207"/>
                </a:lnTo>
                <a:lnTo>
                  <a:pt x="1189010" y="1034734"/>
                </a:lnTo>
                <a:lnTo>
                  <a:pt x="1190462" y="1036208"/>
                </a:lnTo>
                <a:lnTo>
                  <a:pt x="1191914" y="1037998"/>
                </a:lnTo>
                <a:lnTo>
                  <a:pt x="1193366" y="1039959"/>
                </a:lnTo>
                <a:lnTo>
                  <a:pt x="1194817" y="1041304"/>
                </a:lnTo>
                <a:lnTo>
                  <a:pt x="1196269" y="1042785"/>
                </a:lnTo>
                <a:lnTo>
                  <a:pt x="1197721" y="1043874"/>
                </a:lnTo>
                <a:lnTo>
                  <a:pt x="1199173" y="1045149"/>
                </a:lnTo>
                <a:lnTo>
                  <a:pt x="1200625" y="1046644"/>
                </a:lnTo>
                <a:lnTo>
                  <a:pt x="1202076" y="1047476"/>
                </a:lnTo>
                <a:lnTo>
                  <a:pt x="1203528" y="1048365"/>
                </a:lnTo>
                <a:lnTo>
                  <a:pt x="1204980" y="1049442"/>
                </a:lnTo>
                <a:lnTo>
                  <a:pt x="1206432" y="1050058"/>
                </a:lnTo>
                <a:lnTo>
                  <a:pt x="1207884" y="1050894"/>
                </a:lnTo>
                <a:lnTo>
                  <a:pt x="1209335" y="1051381"/>
                </a:lnTo>
                <a:lnTo>
                  <a:pt x="1210787" y="1051880"/>
                </a:lnTo>
                <a:lnTo>
                  <a:pt x="1212239" y="1052320"/>
                </a:lnTo>
                <a:lnTo>
                  <a:pt x="1213691" y="1052791"/>
                </a:lnTo>
                <a:lnTo>
                  <a:pt x="1215142" y="1053122"/>
                </a:lnTo>
                <a:lnTo>
                  <a:pt x="1216594" y="1053399"/>
                </a:lnTo>
                <a:lnTo>
                  <a:pt x="1218046" y="1053705"/>
                </a:lnTo>
                <a:lnTo>
                  <a:pt x="1219498" y="1053907"/>
                </a:lnTo>
                <a:lnTo>
                  <a:pt x="1220950" y="1054062"/>
                </a:lnTo>
                <a:lnTo>
                  <a:pt x="1222401" y="1054904"/>
                </a:lnTo>
                <a:lnTo>
                  <a:pt x="1223853" y="1054065"/>
                </a:lnTo>
                <a:lnTo>
                  <a:pt x="1225305" y="1053841"/>
                </a:lnTo>
                <a:lnTo>
                  <a:pt x="1226757" y="1053396"/>
                </a:lnTo>
                <a:lnTo>
                  <a:pt x="1228209" y="1052734"/>
                </a:lnTo>
                <a:lnTo>
                  <a:pt x="1229660" y="1051967"/>
                </a:lnTo>
                <a:lnTo>
                  <a:pt x="1231112" y="1051833"/>
                </a:lnTo>
                <a:lnTo>
                  <a:pt x="1232564" y="1051588"/>
                </a:lnTo>
                <a:lnTo>
                  <a:pt x="1234016" y="1050877"/>
                </a:lnTo>
                <a:lnTo>
                  <a:pt x="1235467" y="1049742"/>
                </a:lnTo>
                <a:lnTo>
                  <a:pt x="1236919" y="1048519"/>
                </a:lnTo>
                <a:lnTo>
                  <a:pt x="1238371" y="1046902"/>
                </a:lnTo>
                <a:lnTo>
                  <a:pt x="1239823" y="1046279"/>
                </a:lnTo>
                <a:lnTo>
                  <a:pt x="1241275" y="1041971"/>
                </a:lnTo>
                <a:lnTo>
                  <a:pt x="1242726" y="1039572"/>
                </a:lnTo>
                <a:lnTo>
                  <a:pt x="1244178" y="1038308"/>
                </a:lnTo>
                <a:lnTo>
                  <a:pt x="1245630" y="1032061"/>
                </a:lnTo>
                <a:lnTo>
                  <a:pt x="1247082" y="1025779"/>
                </a:lnTo>
                <a:lnTo>
                  <a:pt x="1248533" y="1023284"/>
                </a:lnTo>
                <a:lnTo>
                  <a:pt x="1249985" y="1011328"/>
                </a:lnTo>
                <a:lnTo>
                  <a:pt x="1251437" y="1007642"/>
                </a:lnTo>
                <a:lnTo>
                  <a:pt x="1252889" y="994775"/>
                </a:lnTo>
                <a:lnTo>
                  <a:pt x="1254341" y="989760"/>
                </a:lnTo>
                <a:lnTo>
                  <a:pt x="1255792" y="999413"/>
                </a:lnTo>
                <a:lnTo>
                  <a:pt x="1257244" y="1011290"/>
                </a:lnTo>
                <a:lnTo>
                  <a:pt x="1258696" y="1020638"/>
                </a:lnTo>
                <a:lnTo>
                  <a:pt x="1260148" y="1025726"/>
                </a:lnTo>
                <a:lnTo>
                  <a:pt x="1261600" y="1031985"/>
                </a:lnTo>
                <a:lnTo>
                  <a:pt x="1263051" y="1036918"/>
                </a:lnTo>
                <a:lnTo>
                  <a:pt x="1264503" y="1038376"/>
                </a:lnTo>
                <a:lnTo>
                  <a:pt x="1265955" y="1041859"/>
                </a:lnTo>
                <a:lnTo>
                  <a:pt x="1267407" y="1046113"/>
                </a:lnTo>
                <a:lnTo>
                  <a:pt x="1268858" y="1046348"/>
                </a:lnTo>
                <a:lnTo>
                  <a:pt x="1270310" y="1046990"/>
                </a:lnTo>
                <a:lnTo>
                  <a:pt x="1271762" y="1048745"/>
                </a:lnTo>
                <a:lnTo>
                  <a:pt x="1273214" y="1050378"/>
                </a:lnTo>
                <a:lnTo>
                  <a:pt x="1274666" y="1051394"/>
                </a:lnTo>
                <a:lnTo>
                  <a:pt x="1276117" y="1051770"/>
                </a:lnTo>
                <a:lnTo>
                  <a:pt x="1277569" y="1054904"/>
                </a:lnTo>
                <a:lnTo>
                  <a:pt x="1279021" y="1051880"/>
                </a:lnTo>
                <a:lnTo>
                  <a:pt x="1280473" y="1051593"/>
                </a:lnTo>
                <a:lnTo>
                  <a:pt x="1281924" y="1051519"/>
                </a:lnTo>
                <a:lnTo>
                  <a:pt x="1283376" y="1051474"/>
                </a:lnTo>
                <a:lnTo>
                  <a:pt x="1284828" y="1051269"/>
                </a:lnTo>
                <a:lnTo>
                  <a:pt x="1286280" y="1051262"/>
                </a:lnTo>
                <a:lnTo>
                  <a:pt x="1287732" y="1051199"/>
                </a:lnTo>
                <a:lnTo>
                  <a:pt x="1289183" y="1051122"/>
                </a:lnTo>
                <a:lnTo>
                  <a:pt x="1290635" y="1050858"/>
                </a:lnTo>
                <a:lnTo>
                  <a:pt x="1292087" y="1050777"/>
                </a:lnTo>
                <a:lnTo>
                  <a:pt x="1293539" y="1050606"/>
                </a:lnTo>
                <a:lnTo>
                  <a:pt x="1294991" y="1050442"/>
                </a:lnTo>
                <a:lnTo>
                  <a:pt x="1296442" y="1050344"/>
                </a:lnTo>
                <a:lnTo>
                  <a:pt x="1297894" y="1050145"/>
                </a:lnTo>
                <a:lnTo>
                  <a:pt x="1299346" y="1049907"/>
                </a:lnTo>
                <a:lnTo>
                  <a:pt x="1300798" y="1049380"/>
                </a:lnTo>
                <a:lnTo>
                  <a:pt x="1302249" y="1049295"/>
                </a:lnTo>
                <a:lnTo>
                  <a:pt x="1303701" y="1049194"/>
                </a:lnTo>
                <a:lnTo>
                  <a:pt x="1305153" y="1049095"/>
                </a:lnTo>
                <a:lnTo>
                  <a:pt x="1306605" y="1048155"/>
                </a:lnTo>
                <a:lnTo>
                  <a:pt x="1308057" y="1047970"/>
                </a:lnTo>
                <a:lnTo>
                  <a:pt x="1309508" y="1047796"/>
                </a:lnTo>
                <a:lnTo>
                  <a:pt x="1310960" y="1047775"/>
                </a:lnTo>
                <a:lnTo>
                  <a:pt x="1312412" y="1047724"/>
                </a:lnTo>
                <a:lnTo>
                  <a:pt x="1313864" y="1047327"/>
                </a:lnTo>
                <a:lnTo>
                  <a:pt x="1315315" y="1047191"/>
                </a:lnTo>
                <a:lnTo>
                  <a:pt x="1316767" y="1046694"/>
                </a:lnTo>
                <a:lnTo>
                  <a:pt x="1318219" y="1046634"/>
                </a:lnTo>
                <a:lnTo>
                  <a:pt x="1319671" y="1046179"/>
                </a:lnTo>
                <a:lnTo>
                  <a:pt x="1321123" y="1046101"/>
                </a:lnTo>
                <a:lnTo>
                  <a:pt x="1322574" y="1045516"/>
                </a:lnTo>
                <a:lnTo>
                  <a:pt x="1324026" y="1045058"/>
                </a:lnTo>
                <a:lnTo>
                  <a:pt x="1325478" y="1044920"/>
                </a:lnTo>
                <a:lnTo>
                  <a:pt x="1326930" y="1044229"/>
                </a:lnTo>
                <a:lnTo>
                  <a:pt x="1328382" y="1043413"/>
                </a:lnTo>
                <a:lnTo>
                  <a:pt x="1329833" y="1043167"/>
                </a:lnTo>
                <a:lnTo>
                  <a:pt x="1331285" y="1042695"/>
                </a:lnTo>
                <a:lnTo>
                  <a:pt x="1332737" y="1042580"/>
                </a:lnTo>
                <a:lnTo>
                  <a:pt x="1334189" y="1042324"/>
                </a:lnTo>
                <a:lnTo>
                  <a:pt x="1335640" y="1042103"/>
                </a:lnTo>
                <a:lnTo>
                  <a:pt x="1337092" y="1041245"/>
                </a:lnTo>
                <a:lnTo>
                  <a:pt x="1338544" y="1041034"/>
                </a:lnTo>
                <a:lnTo>
                  <a:pt x="1339996" y="1040736"/>
                </a:lnTo>
                <a:lnTo>
                  <a:pt x="1341448" y="1040260"/>
                </a:lnTo>
                <a:lnTo>
                  <a:pt x="1342899" y="1040019"/>
                </a:lnTo>
                <a:lnTo>
                  <a:pt x="1344351" y="1039393"/>
                </a:lnTo>
                <a:lnTo>
                  <a:pt x="1345803" y="1038724"/>
                </a:lnTo>
                <a:lnTo>
                  <a:pt x="1347255" y="1037978"/>
                </a:lnTo>
                <a:lnTo>
                  <a:pt x="1348706" y="1036614"/>
                </a:lnTo>
                <a:lnTo>
                  <a:pt x="1350158" y="1036053"/>
                </a:lnTo>
                <a:lnTo>
                  <a:pt x="1351610" y="1035837"/>
                </a:lnTo>
                <a:lnTo>
                  <a:pt x="1353062" y="1035560"/>
                </a:lnTo>
                <a:lnTo>
                  <a:pt x="1354514" y="1034973"/>
                </a:lnTo>
                <a:lnTo>
                  <a:pt x="1355965" y="1034444"/>
                </a:lnTo>
                <a:lnTo>
                  <a:pt x="1357417" y="1034105"/>
                </a:lnTo>
                <a:lnTo>
                  <a:pt x="1358869" y="1033244"/>
                </a:lnTo>
                <a:lnTo>
                  <a:pt x="1360321" y="1032922"/>
                </a:lnTo>
                <a:lnTo>
                  <a:pt x="1361773" y="1031993"/>
                </a:lnTo>
                <a:lnTo>
                  <a:pt x="1363224" y="1031528"/>
                </a:lnTo>
                <a:lnTo>
                  <a:pt x="1364676" y="1030148"/>
                </a:lnTo>
                <a:lnTo>
                  <a:pt x="1366128" y="1024154"/>
                </a:lnTo>
                <a:lnTo>
                  <a:pt x="1367580" y="1016477"/>
                </a:lnTo>
                <a:lnTo>
                  <a:pt x="1369031" y="1009542"/>
                </a:lnTo>
                <a:lnTo>
                  <a:pt x="1370483" y="997737"/>
                </a:lnTo>
                <a:lnTo>
                  <a:pt x="1371935" y="984367"/>
                </a:lnTo>
                <a:lnTo>
                  <a:pt x="1373387" y="970403"/>
                </a:lnTo>
                <a:lnTo>
                  <a:pt x="1374839" y="967421"/>
                </a:lnTo>
                <a:lnTo>
                  <a:pt x="1376290" y="976890"/>
                </a:lnTo>
                <a:lnTo>
                  <a:pt x="1377742" y="993380"/>
                </a:lnTo>
                <a:lnTo>
                  <a:pt x="1379194" y="1003744"/>
                </a:lnTo>
                <a:lnTo>
                  <a:pt x="1380646" y="1013746"/>
                </a:lnTo>
                <a:lnTo>
                  <a:pt x="1382098" y="1020537"/>
                </a:lnTo>
                <a:lnTo>
                  <a:pt x="1383549" y="1025846"/>
                </a:lnTo>
                <a:lnTo>
                  <a:pt x="1385001" y="1031368"/>
                </a:lnTo>
                <a:lnTo>
                  <a:pt x="1386453" y="1031368"/>
                </a:lnTo>
                <a:lnTo>
                  <a:pt x="1387905" y="1031368"/>
                </a:lnTo>
                <a:lnTo>
                  <a:pt x="1389356" y="1031368"/>
                </a:lnTo>
                <a:lnTo>
                  <a:pt x="1390808" y="1031368"/>
                </a:lnTo>
                <a:lnTo>
                  <a:pt x="1392260" y="1031369"/>
                </a:lnTo>
                <a:lnTo>
                  <a:pt x="1393712" y="1031369"/>
                </a:lnTo>
                <a:lnTo>
                  <a:pt x="1395164" y="1031369"/>
                </a:lnTo>
                <a:lnTo>
                  <a:pt x="1396615" y="1031369"/>
                </a:lnTo>
                <a:lnTo>
                  <a:pt x="1398067" y="1031369"/>
                </a:lnTo>
                <a:lnTo>
                  <a:pt x="1399519" y="1031370"/>
                </a:lnTo>
                <a:lnTo>
                  <a:pt x="1400971" y="1031370"/>
                </a:lnTo>
                <a:lnTo>
                  <a:pt x="1402422" y="1031371"/>
                </a:lnTo>
                <a:lnTo>
                  <a:pt x="1403874" y="1031371"/>
                </a:lnTo>
                <a:lnTo>
                  <a:pt x="1405326" y="1031371"/>
                </a:lnTo>
                <a:lnTo>
                  <a:pt x="1406778" y="1031372"/>
                </a:lnTo>
                <a:lnTo>
                  <a:pt x="1408230" y="1031373"/>
                </a:lnTo>
                <a:lnTo>
                  <a:pt x="1409681" y="1031373"/>
                </a:lnTo>
                <a:lnTo>
                  <a:pt x="1411133" y="1031374"/>
                </a:lnTo>
                <a:lnTo>
                  <a:pt x="1412585" y="1031374"/>
                </a:lnTo>
                <a:lnTo>
                  <a:pt x="1414037" y="1031375"/>
                </a:lnTo>
                <a:lnTo>
                  <a:pt x="1415489" y="1031376"/>
                </a:lnTo>
                <a:lnTo>
                  <a:pt x="1416940" y="1031376"/>
                </a:lnTo>
                <a:lnTo>
                  <a:pt x="1418392" y="1031377"/>
                </a:lnTo>
                <a:lnTo>
                  <a:pt x="1419844" y="1031378"/>
                </a:lnTo>
                <a:lnTo>
                  <a:pt x="1421296" y="1031379"/>
                </a:lnTo>
                <a:lnTo>
                  <a:pt x="1422747" y="1031380"/>
                </a:lnTo>
                <a:lnTo>
                  <a:pt x="1424199" y="1031381"/>
                </a:lnTo>
                <a:lnTo>
                  <a:pt x="1425651" y="1031382"/>
                </a:lnTo>
                <a:lnTo>
                  <a:pt x="1427103" y="1031383"/>
                </a:lnTo>
                <a:lnTo>
                  <a:pt x="1428555" y="1031384"/>
                </a:lnTo>
                <a:lnTo>
                  <a:pt x="1430006" y="1031385"/>
                </a:lnTo>
                <a:lnTo>
                  <a:pt x="1431458" y="1031386"/>
                </a:lnTo>
                <a:lnTo>
                  <a:pt x="1432910" y="1031387"/>
                </a:lnTo>
                <a:lnTo>
                  <a:pt x="1434362" y="1031388"/>
                </a:lnTo>
                <a:lnTo>
                  <a:pt x="1435813" y="1031389"/>
                </a:lnTo>
                <a:lnTo>
                  <a:pt x="1437265" y="1031390"/>
                </a:lnTo>
                <a:lnTo>
                  <a:pt x="1438717" y="1031392"/>
                </a:lnTo>
                <a:lnTo>
                  <a:pt x="1440169" y="1031393"/>
                </a:lnTo>
                <a:lnTo>
                  <a:pt x="1441621" y="1031394"/>
                </a:lnTo>
                <a:lnTo>
                  <a:pt x="1443072" y="1031396"/>
                </a:lnTo>
                <a:lnTo>
                  <a:pt x="1444524" y="1031397"/>
                </a:lnTo>
                <a:lnTo>
                  <a:pt x="1445976" y="1031399"/>
                </a:lnTo>
                <a:lnTo>
                  <a:pt x="1447428" y="1031400"/>
                </a:lnTo>
                <a:lnTo>
                  <a:pt x="1448880" y="1031402"/>
                </a:lnTo>
                <a:lnTo>
                  <a:pt x="1450331" y="1031403"/>
                </a:lnTo>
                <a:lnTo>
                  <a:pt x="1451783" y="1031405"/>
                </a:lnTo>
                <a:lnTo>
                  <a:pt x="1453235" y="1031406"/>
                </a:lnTo>
                <a:lnTo>
                  <a:pt x="1454687" y="1031408"/>
                </a:lnTo>
                <a:lnTo>
                  <a:pt x="1456138" y="1031410"/>
                </a:lnTo>
                <a:lnTo>
                  <a:pt x="1457590" y="1031411"/>
                </a:lnTo>
                <a:lnTo>
                  <a:pt x="1459042" y="1031413"/>
                </a:lnTo>
                <a:lnTo>
                  <a:pt x="1460494" y="1031415"/>
                </a:lnTo>
                <a:lnTo>
                  <a:pt x="1461946" y="1031417"/>
                </a:lnTo>
                <a:lnTo>
                  <a:pt x="1463397" y="1031418"/>
                </a:lnTo>
                <a:lnTo>
                  <a:pt x="1464849" y="1031420"/>
                </a:lnTo>
                <a:lnTo>
                  <a:pt x="1466301" y="1031422"/>
                </a:lnTo>
                <a:lnTo>
                  <a:pt x="1467753" y="1031424"/>
                </a:lnTo>
                <a:lnTo>
                  <a:pt x="1469204" y="1031426"/>
                </a:lnTo>
                <a:lnTo>
                  <a:pt x="1470656" y="1031428"/>
                </a:lnTo>
                <a:lnTo>
                  <a:pt x="1472108" y="1031430"/>
                </a:lnTo>
                <a:lnTo>
                  <a:pt x="1473560" y="1031432"/>
                </a:lnTo>
                <a:lnTo>
                  <a:pt x="1475012" y="1031434"/>
                </a:lnTo>
                <a:lnTo>
                  <a:pt x="1476463" y="1031437"/>
                </a:lnTo>
                <a:lnTo>
                  <a:pt x="1477915" y="1031439"/>
                </a:lnTo>
                <a:lnTo>
                  <a:pt x="1479367" y="1031441"/>
                </a:lnTo>
                <a:lnTo>
                  <a:pt x="1480819" y="1031443"/>
                </a:lnTo>
                <a:lnTo>
                  <a:pt x="1482271" y="1031446"/>
                </a:lnTo>
                <a:lnTo>
                  <a:pt x="1483722" y="1031448"/>
                </a:lnTo>
                <a:lnTo>
                  <a:pt x="1485174" y="1031450"/>
                </a:lnTo>
                <a:lnTo>
                  <a:pt x="1486626" y="1031453"/>
                </a:lnTo>
                <a:lnTo>
                  <a:pt x="1488078" y="1054904"/>
                </a:lnTo>
                <a:lnTo>
                  <a:pt x="1489529" y="1031345"/>
                </a:lnTo>
                <a:lnTo>
                  <a:pt x="1490981" y="1031236"/>
                </a:lnTo>
                <a:lnTo>
                  <a:pt x="1492433" y="1031129"/>
                </a:lnTo>
                <a:lnTo>
                  <a:pt x="1493885" y="1031024"/>
                </a:lnTo>
                <a:lnTo>
                  <a:pt x="1495337" y="1030920"/>
                </a:lnTo>
                <a:lnTo>
                  <a:pt x="1496788" y="1030817"/>
                </a:lnTo>
                <a:lnTo>
                  <a:pt x="1498240" y="1030716"/>
                </a:lnTo>
                <a:lnTo>
                  <a:pt x="1499692" y="1030617"/>
                </a:lnTo>
                <a:lnTo>
                  <a:pt x="1501144" y="1030519"/>
                </a:lnTo>
                <a:lnTo>
                  <a:pt x="1502596" y="1030423"/>
                </a:lnTo>
                <a:lnTo>
                  <a:pt x="1504047" y="1030329"/>
                </a:lnTo>
                <a:lnTo>
                  <a:pt x="1505499" y="1030236"/>
                </a:lnTo>
                <a:lnTo>
                  <a:pt x="1506951" y="1030144"/>
                </a:lnTo>
                <a:lnTo>
                  <a:pt x="1508403" y="1030054"/>
                </a:lnTo>
                <a:lnTo>
                  <a:pt x="1509854" y="1029966"/>
                </a:lnTo>
                <a:lnTo>
                  <a:pt x="1511306" y="1029879"/>
                </a:lnTo>
                <a:lnTo>
                  <a:pt x="1512758" y="1029794"/>
                </a:lnTo>
                <a:lnTo>
                  <a:pt x="1514210" y="1029710"/>
                </a:lnTo>
                <a:lnTo>
                  <a:pt x="1515662" y="1029628"/>
                </a:lnTo>
                <a:lnTo>
                  <a:pt x="1517113" y="1029548"/>
                </a:lnTo>
                <a:lnTo>
                  <a:pt x="1518565" y="1029469"/>
                </a:lnTo>
                <a:lnTo>
                  <a:pt x="1520017" y="1029391"/>
                </a:lnTo>
                <a:lnTo>
                  <a:pt x="1521469" y="1029316"/>
                </a:lnTo>
                <a:lnTo>
                  <a:pt x="1522920" y="1029241"/>
                </a:lnTo>
                <a:lnTo>
                  <a:pt x="1524372" y="1029169"/>
                </a:lnTo>
                <a:lnTo>
                  <a:pt x="1525824" y="1029097"/>
                </a:lnTo>
                <a:lnTo>
                  <a:pt x="1527276" y="1029028"/>
                </a:lnTo>
                <a:lnTo>
                  <a:pt x="1528728" y="1028960"/>
                </a:lnTo>
                <a:lnTo>
                  <a:pt x="1530179" y="1028893"/>
                </a:lnTo>
                <a:lnTo>
                  <a:pt x="1531631" y="1028829"/>
                </a:lnTo>
                <a:lnTo>
                  <a:pt x="1533083" y="1028765"/>
                </a:lnTo>
                <a:lnTo>
                  <a:pt x="1534535" y="1028704"/>
                </a:lnTo>
                <a:lnTo>
                  <a:pt x="1535987" y="1028643"/>
                </a:lnTo>
                <a:lnTo>
                  <a:pt x="1537438" y="1028585"/>
                </a:lnTo>
                <a:lnTo>
                  <a:pt x="1538890" y="1028528"/>
                </a:lnTo>
                <a:lnTo>
                  <a:pt x="1540342" y="1028472"/>
                </a:lnTo>
                <a:lnTo>
                  <a:pt x="1541794" y="1028418"/>
                </a:lnTo>
                <a:lnTo>
                  <a:pt x="1543245" y="1028366"/>
                </a:lnTo>
                <a:lnTo>
                  <a:pt x="1544697" y="1028315"/>
                </a:lnTo>
                <a:lnTo>
                  <a:pt x="1546149" y="1028266"/>
                </a:lnTo>
                <a:lnTo>
                  <a:pt x="1547601" y="1028218"/>
                </a:lnTo>
                <a:lnTo>
                  <a:pt x="1549053" y="1028172"/>
                </a:lnTo>
                <a:lnTo>
                  <a:pt x="1550504" y="1028127"/>
                </a:lnTo>
                <a:lnTo>
                  <a:pt x="1551956" y="1028084"/>
                </a:lnTo>
                <a:lnTo>
                  <a:pt x="1553408" y="1028043"/>
                </a:lnTo>
                <a:lnTo>
                  <a:pt x="1554860" y="1028003"/>
                </a:lnTo>
                <a:lnTo>
                  <a:pt x="1556311" y="1027965"/>
                </a:lnTo>
                <a:lnTo>
                  <a:pt x="1557763" y="1027928"/>
                </a:lnTo>
                <a:lnTo>
                  <a:pt x="1559215" y="1027893"/>
                </a:lnTo>
                <a:lnTo>
                  <a:pt x="1560667" y="1027859"/>
                </a:lnTo>
                <a:lnTo>
                  <a:pt x="1562119" y="1027827"/>
                </a:lnTo>
                <a:lnTo>
                  <a:pt x="1563570" y="1027797"/>
                </a:lnTo>
                <a:lnTo>
                  <a:pt x="1565022" y="1027768"/>
                </a:lnTo>
                <a:lnTo>
                  <a:pt x="1566474" y="1027740"/>
                </a:lnTo>
                <a:lnTo>
                  <a:pt x="1567926" y="1027715"/>
                </a:lnTo>
                <a:lnTo>
                  <a:pt x="1569378" y="1027690"/>
                </a:lnTo>
                <a:lnTo>
                  <a:pt x="1570829" y="1027668"/>
                </a:lnTo>
                <a:lnTo>
                  <a:pt x="1572281" y="1027647"/>
                </a:lnTo>
                <a:lnTo>
                  <a:pt x="1573733" y="1027627"/>
                </a:lnTo>
                <a:lnTo>
                  <a:pt x="1575185" y="1027609"/>
                </a:lnTo>
                <a:lnTo>
                  <a:pt x="1576636" y="1027593"/>
                </a:lnTo>
                <a:lnTo>
                  <a:pt x="1578088" y="1027578"/>
                </a:lnTo>
                <a:lnTo>
                  <a:pt x="1579540" y="1027565"/>
                </a:lnTo>
                <a:lnTo>
                  <a:pt x="1580992" y="1027553"/>
                </a:lnTo>
                <a:lnTo>
                  <a:pt x="1582444" y="1027543"/>
                </a:lnTo>
                <a:lnTo>
                  <a:pt x="1583895" y="1027534"/>
                </a:lnTo>
                <a:lnTo>
                  <a:pt x="1585347" y="1027527"/>
                </a:lnTo>
                <a:lnTo>
                  <a:pt x="1586799" y="1027522"/>
                </a:lnTo>
                <a:lnTo>
                  <a:pt x="1588251" y="1027518"/>
                </a:lnTo>
                <a:lnTo>
                  <a:pt x="1589702" y="1027515"/>
                </a:lnTo>
                <a:lnTo>
                  <a:pt x="1591154" y="1027515"/>
                </a:lnTo>
                <a:lnTo>
                  <a:pt x="1592606" y="1026274"/>
                </a:lnTo>
                <a:lnTo>
                  <a:pt x="1594058" y="1029127"/>
                </a:lnTo>
                <a:lnTo>
                  <a:pt x="1595510" y="1031339"/>
                </a:lnTo>
                <a:lnTo>
                  <a:pt x="1596961" y="1031528"/>
                </a:lnTo>
                <a:lnTo>
                  <a:pt x="1598413" y="1051880"/>
                </a:lnTo>
                <a:lnTo>
                  <a:pt x="1599865" y="1051967"/>
                </a:lnTo>
                <a:lnTo>
                  <a:pt x="1601317" y="1054065"/>
                </a:lnTo>
                <a:lnTo>
                  <a:pt x="1602769" y="1054904"/>
                </a:lnTo>
                <a:lnTo>
                  <a:pt x="1604220" y="1054062"/>
                </a:lnTo>
                <a:lnTo>
                  <a:pt x="1605672" y="1053206"/>
                </a:lnTo>
                <a:lnTo>
                  <a:pt x="1607124" y="1051688"/>
                </a:lnTo>
                <a:lnTo>
                  <a:pt x="1608576" y="1049442"/>
                </a:lnTo>
                <a:lnTo>
                  <a:pt x="1610027" y="1045606"/>
                </a:lnTo>
                <a:lnTo>
                  <a:pt x="1611479" y="1040847"/>
                </a:lnTo>
                <a:lnTo>
                  <a:pt x="1612931" y="1034734"/>
                </a:lnTo>
                <a:lnTo>
                  <a:pt x="1614383" y="1034207"/>
                </a:lnTo>
                <a:lnTo>
                  <a:pt x="1615835" y="1016256"/>
                </a:lnTo>
                <a:lnTo>
                  <a:pt x="1617286" y="992290"/>
                </a:lnTo>
                <a:lnTo>
                  <a:pt x="1618738" y="991624"/>
                </a:lnTo>
                <a:lnTo>
                  <a:pt x="1620190" y="970870"/>
                </a:lnTo>
                <a:lnTo>
                  <a:pt x="1621642" y="937742"/>
                </a:lnTo>
                <a:lnTo>
                  <a:pt x="1623094" y="894495"/>
                </a:lnTo>
                <a:lnTo>
                  <a:pt x="1624545" y="840246"/>
                </a:lnTo>
                <a:lnTo>
                  <a:pt x="1625997" y="807100"/>
                </a:lnTo>
                <a:lnTo>
                  <a:pt x="1627449" y="803555"/>
                </a:lnTo>
                <a:lnTo>
                  <a:pt x="1628901" y="830450"/>
                </a:lnTo>
                <a:lnTo>
                  <a:pt x="1630352" y="840246"/>
                </a:lnTo>
                <a:lnTo>
                  <a:pt x="1631804" y="841585"/>
                </a:lnTo>
                <a:lnTo>
                  <a:pt x="1633256" y="842775"/>
                </a:lnTo>
                <a:lnTo>
                  <a:pt x="1634708" y="844588"/>
                </a:lnTo>
                <a:lnTo>
                  <a:pt x="1636160" y="847141"/>
                </a:lnTo>
                <a:lnTo>
                  <a:pt x="1637611" y="848720"/>
                </a:lnTo>
                <a:lnTo>
                  <a:pt x="1639063" y="849522"/>
                </a:lnTo>
                <a:lnTo>
                  <a:pt x="1640515" y="849898"/>
                </a:lnTo>
                <a:lnTo>
                  <a:pt x="1641967" y="849991"/>
                </a:lnTo>
                <a:lnTo>
                  <a:pt x="1643418" y="850203"/>
                </a:lnTo>
                <a:lnTo>
                  <a:pt x="1644870" y="851272"/>
                </a:lnTo>
                <a:lnTo>
                  <a:pt x="1646322" y="851390"/>
                </a:lnTo>
                <a:lnTo>
                  <a:pt x="1647774" y="853655"/>
                </a:lnTo>
                <a:lnTo>
                  <a:pt x="1649226" y="854438"/>
                </a:lnTo>
                <a:lnTo>
                  <a:pt x="1650677" y="856462"/>
                </a:lnTo>
                <a:lnTo>
                  <a:pt x="1652129" y="857232"/>
                </a:lnTo>
                <a:lnTo>
                  <a:pt x="1653581" y="857254"/>
                </a:lnTo>
                <a:lnTo>
                  <a:pt x="1655033" y="859211"/>
                </a:lnTo>
                <a:lnTo>
                  <a:pt x="1656485" y="860139"/>
                </a:lnTo>
                <a:lnTo>
                  <a:pt x="1657936" y="862051"/>
                </a:lnTo>
                <a:lnTo>
                  <a:pt x="1659388" y="862183"/>
                </a:lnTo>
                <a:lnTo>
                  <a:pt x="1660840" y="863426"/>
                </a:lnTo>
                <a:lnTo>
                  <a:pt x="1662292" y="864966"/>
                </a:lnTo>
                <a:lnTo>
                  <a:pt x="1663743" y="866115"/>
                </a:lnTo>
                <a:lnTo>
                  <a:pt x="1665195" y="867772"/>
                </a:lnTo>
                <a:lnTo>
                  <a:pt x="1666647" y="870415"/>
                </a:lnTo>
                <a:lnTo>
                  <a:pt x="1668099" y="870798"/>
                </a:lnTo>
                <a:lnTo>
                  <a:pt x="1669551" y="872372"/>
                </a:lnTo>
                <a:lnTo>
                  <a:pt x="1671002" y="874296"/>
                </a:lnTo>
                <a:lnTo>
                  <a:pt x="1672454" y="876940"/>
                </a:lnTo>
                <a:lnTo>
                  <a:pt x="1673906" y="877367"/>
                </a:lnTo>
                <a:lnTo>
                  <a:pt x="1675358" y="879834"/>
                </a:lnTo>
                <a:lnTo>
                  <a:pt x="1676809" y="880404"/>
                </a:lnTo>
                <a:lnTo>
                  <a:pt x="1678261" y="880645"/>
                </a:lnTo>
                <a:lnTo>
                  <a:pt x="1679713" y="881099"/>
                </a:lnTo>
                <a:lnTo>
                  <a:pt x="1681165" y="883064"/>
                </a:lnTo>
                <a:lnTo>
                  <a:pt x="1682617" y="883492"/>
                </a:lnTo>
                <a:lnTo>
                  <a:pt x="1684068" y="885342"/>
                </a:lnTo>
                <a:lnTo>
                  <a:pt x="1685520" y="887493"/>
                </a:lnTo>
                <a:lnTo>
                  <a:pt x="1686972" y="890465"/>
                </a:lnTo>
                <a:lnTo>
                  <a:pt x="1688424" y="890914"/>
                </a:lnTo>
                <a:lnTo>
                  <a:pt x="1689876" y="890973"/>
                </a:lnTo>
                <a:lnTo>
                  <a:pt x="1691327" y="892768"/>
                </a:lnTo>
                <a:lnTo>
                  <a:pt x="1692779" y="894276"/>
                </a:lnTo>
                <a:lnTo>
                  <a:pt x="1694231" y="894495"/>
                </a:lnTo>
                <a:lnTo>
                  <a:pt x="1695683" y="895619"/>
                </a:lnTo>
                <a:lnTo>
                  <a:pt x="1697134" y="896508"/>
                </a:lnTo>
                <a:lnTo>
                  <a:pt x="1698586" y="897585"/>
                </a:lnTo>
                <a:lnTo>
                  <a:pt x="1700038" y="897988"/>
                </a:lnTo>
                <a:lnTo>
                  <a:pt x="1701490" y="900245"/>
                </a:lnTo>
                <a:lnTo>
                  <a:pt x="1702942" y="900676"/>
                </a:lnTo>
                <a:lnTo>
                  <a:pt x="1704393" y="900710"/>
                </a:lnTo>
                <a:lnTo>
                  <a:pt x="1705845" y="902447"/>
                </a:lnTo>
                <a:lnTo>
                  <a:pt x="1707297" y="903504"/>
                </a:lnTo>
                <a:lnTo>
                  <a:pt x="1708749" y="904248"/>
                </a:lnTo>
                <a:lnTo>
                  <a:pt x="1710200" y="904455"/>
                </a:lnTo>
                <a:lnTo>
                  <a:pt x="1711652" y="905940"/>
                </a:lnTo>
                <a:lnTo>
                  <a:pt x="1713104" y="907571"/>
                </a:lnTo>
                <a:lnTo>
                  <a:pt x="1714556" y="907590"/>
                </a:lnTo>
                <a:lnTo>
                  <a:pt x="1716008" y="907840"/>
                </a:lnTo>
                <a:lnTo>
                  <a:pt x="1717459" y="909539"/>
                </a:lnTo>
                <a:lnTo>
                  <a:pt x="1718911" y="910768"/>
                </a:lnTo>
                <a:lnTo>
                  <a:pt x="1720363" y="912240"/>
                </a:lnTo>
                <a:lnTo>
                  <a:pt x="1721815" y="912551"/>
                </a:lnTo>
                <a:lnTo>
                  <a:pt x="1723267" y="914351"/>
                </a:lnTo>
                <a:lnTo>
                  <a:pt x="1724718" y="914516"/>
                </a:lnTo>
                <a:lnTo>
                  <a:pt x="1726170" y="914662"/>
                </a:lnTo>
                <a:lnTo>
                  <a:pt x="1727622" y="915504"/>
                </a:lnTo>
                <a:lnTo>
                  <a:pt x="1729074" y="916494"/>
                </a:lnTo>
                <a:lnTo>
                  <a:pt x="1730525" y="918878"/>
                </a:lnTo>
                <a:lnTo>
                  <a:pt x="1731977" y="921781"/>
                </a:lnTo>
                <a:lnTo>
                  <a:pt x="1733429" y="922957"/>
                </a:lnTo>
                <a:lnTo>
                  <a:pt x="1734881" y="923087"/>
                </a:lnTo>
                <a:lnTo>
                  <a:pt x="1736333" y="923320"/>
                </a:lnTo>
                <a:lnTo>
                  <a:pt x="1737784" y="924623"/>
                </a:lnTo>
                <a:lnTo>
                  <a:pt x="1739236" y="926335"/>
                </a:lnTo>
                <a:lnTo>
                  <a:pt x="1740688" y="927703"/>
                </a:lnTo>
                <a:lnTo>
                  <a:pt x="1742140" y="928249"/>
                </a:lnTo>
                <a:lnTo>
                  <a:pt x="1743591" y="930540"/>
                </a:lnTo>
                <a:lnTo>
                  <a:pt x="1745043" y="930665"/>
                </a:lnTo>
                <a:lnTo>
                  <a:pt x="1746495" y="931534"/>
                </a:lnTo>
                <a:lnTo>
                  <a:pt x="1747947" y="931773"/>
                </a:lnTo>
                <a:lnTo>
                  <a:pt x="1749399" y="932330"/>
                </a:lnTo>
                <a:lnTo>
                  <a:pt x="1750850" y="932895"/>
                </a:lnTo>
                <a:lnTo>
                  <a:pt x="1752302" y="933349"/>
                </a:lnTo>
                <a:lnTo>
                  <a:pt x="1753754" y="934389"/>
                </a:lnTo>
                <a:lnTo>
                  <a:pt x="1755206" y="936402"/>
                </a:lnTo>
                <a:lnTo>
                  <a:pt x="1756658" y="937289"/>
                </a:lnTo>
                <a:lnTo>
                  <a:pt x="1758109" y="939368"/>
                </a:lnTo>
                <a:lnTo>
                  <a:pt x="1759561" y="940015"/>
                </a:lnTo>
                <a:lnTo>
                  <a:pt x="1761013" y="940174"/>
                </a:lnTo>
                <a:lnTo>
                  <a:pt x="1762465" y="941204"/>
                </a:lnTo>
                <a:lnTo>
                  <a:pt x="1763916" y="941993"/>
                </a:lnTo>
                <a:lnTo>
                  <a:pt x="1765368" y="942371"/>
                </a:lnTo>
                <a:lnTo>
                  <a:pt x="1766820" y="942471"/>
                </a:lnTo>
                <a:lnTo>
                  <a:pt x="1768272" y="942631"/>
                </a:lnTo>
                <a:lnTo>
                  <a:pt x="1769724" y="944039"/>
                </a:lnTo>
                <a:lnTo>
                  <a:pt x="1771175" y="944492"/>
                </a:lnTo>
                <a:lnTo>
                  <a:pt x="1772627" y="945125"/>
                </a:lnTo>
                <a:lnTo>
                  <a:pt x="1774079" y="945691"/>
                </a:lnTo>
                <a:lnTo>
                  <a:pt x="1775531" y="946203"/>
                </a:lnTo>
                <a:lnTo>
                  <a:pt x="1776983" y="948198"/>
                </a:lnTo>
                <a:lnTo>
                  <a:pt x="1778434" y="949580"/>
                </a:lnTo>
                <a:lnTo>
                  <a:pt x="1779886" y="950135"/>
                </a:lnTo>
                <a:lnTo>
                  <a:pt x="1781338" y="950843"/>
                </a:lnTo>
                <a:lnTo>
                  <a:pt x="1782790" y="951815"/>
                </a:lnTo>
                <a:lnTo>
                  <a:pt x="1784241" y="952394"/>
                </a:lnTo>
                <a:lnTo>
                  <a:pt x="1785693" y="952741"/>
                </a:lnTo>
                <a:lnTo>
                  <a:pt x="1787145" y="953928"/>
                </a:lnTo>
                <a:lnTo>
                  <a:pt x="1788597" y="954559"/>
                </a:lnTo>
                <a:lnTo>
                  <a:pt x="1790049" y="955370"/>
                </a:lnTo>
                <a:lnTo>
                  <a:pt x="1791500" y="955374"/>
                </a:lnTo>
                <a:lnTo>
                  <a:pt x="1792952" y="956171"/>
                </a:lnTo>
                <a:lnTo>
                  <a:pt x="1794404" y="957375"/>
                </a:lnTo>
                <a:lnTo>
                  <a:pt x="1795856" y="957487"/>
                </a:lnTo>
                <a:lnTo>
                  <a:pt x="1797307" y="957783"/>
                </a:lnTo>
                <a:lnTo>
                  <a:pt x="1798759" y="959369"/>
                </a:lnTo>
                <a:lnTo>
                  <a:pt x="1800211" y="960502"/>
                </a:lnTo>
                <a:lnTo>
                  <a:pt x="1801663" y="960562"/>
                </a:lnTo>
                <a:lnTo>
                  <a:pt x="1803115" y="961493"/>
                </a:lnTo>
                <a:lnTo>
                  <a:pt x="1804566" y="961944"/>
                </a:lnTo>
                <a:lnTo>
                  <a:pt x="1806018" y="962415"/>
                </a:lnTo>
                <a:lnTo>
                  <a:pt x="1807470" y="962656"/>
                </a:lnTo>
                <a:lnTo>
                  <a:pt x="1808922" y="963898"/>
                </a:lnTo>
                <a:lnTo>
                  <a:pt x="1810374" y="964523"/>
                </a:lnTo>
                <a:lnTo>
                  <a:pt x="1811825" y="965242"/>
                </a:lnTo>
                <a:lnTo>
                  <a:pt x="1813277" y="966505"/>
                </a:lnTo>
                <a:lnTo>
                  <a:pt x="1814729" y="966835"/>
                </a:lnTo>
                <a:lnTo>
                  <a:pt x="1816181" y="969196"/>
                </a:lnTo>
                <a:lnTo>
                  <a:pt x="1817632" y="970484"/>
                </a:lnTo>
                <a:lnTo>
                  <a:pt x="1819084" y="970624"/>
                </a:lnTo>
                <a:lnTo>
                  <a:pt x="1820536" y="970870"/>
                </a:lnTo>
                <a:lnTo>
                  <a:pt x="1821988" y="970968"/>
                </a:lnTo>
                <a:lnTo>
                  <a:pt x="1823440" y="971506"/>
                </a:lnTo>
                <a:lnTo>
                  <a:pt x="1824891" y="972245"/>
                </a:lnTo>
                <a:lnTo>
                  <a:pt x="1826343" y="973513"/>
                </a:lnTo>
                <a:lnTo>
                  <a:pt x="1827795" y="973678"/>
                </a:lnTo>
                <a:lnTo>
                  <a:pt x="1829247" y="974258"/>
                </a:lnTo>
                <a:lnTo>
                  <a:pt x="1830698" y="974516"/>
                </a:lnTo>
                <a:lnTo>
                  <a:pt x="1832150" y="975172"/>
                </a:lnTo>
                <a:lnTo>
                  <a:pt x="1833602" y="975425"/>
                </a:lnTo>
                <a:lnTo>
                  <a:pt x="1835054" y="975977"/>
                </a:lnTo>
                <a:lnTo>
                  <a:pt x="1836506" y="976250"/>
                </a:lnTo>
                <a:lnTo>
                  <a:pt x="1837957" y="978296"/>
                </a:lnTo>
                <a:lnTo>
                  <a:pt x="1839409" y="979370"/>
                </a:lnTo>
                <a:lnTo>
                  <a:pt x="1840861" y="979652"/>
                </a:lnTo>
                <a:lnTo>
                  <a:pt x="1842313" y="979671"/>
                </a:lnTo>
                <a:lnTo>
                  <a:pt x="1843765" y="979928"/>
                </a:lnTo>
                <a:lnTo>
                  <a:pt x="1845216" y="980201"/>
                </a:lnTo>
                <a:lnTo>
                  <a:pt x="1846668" y="980773"/>
                </a:lnTo>
                <a:lnTo>
                  <a:pt x="1848120" y="982118"/>
                </a:lnTo>
                <a:lnTo>
                  <a:pt x="1849572" y="982936"/>
                </a:lnTo>
                <a:lnTo>
                  <a:pt x="1851023" y="983479"/>
                </a:lnTo>
                <a:lnTo>
                  <a:pt x="1852475" y="984159"/>
                </a:lnTo>
                <a:lnTo>
                  <a:pt x="1853927" y="984301"/>
                </a:lnTo>
                <a:lnTo>
                  <a:pt x="1855379" y="984364"/>
                </a:lnTo>
                <a:lnTo>
                  <a:pt x="1856831" y="984383"/>
                </a:lnTo>
                <a:lnTo>
                  <a:pt x="1858282" y="984781"/>
                </a:lnTo>
                <a:lnTo>
                  <a:pt x="1859734" y="984884"/>
                </a:lnTo>
                <a:lnTo>
                  <a:pt x="1861186" y="985486"/>
                </a:lnTo>
                <a:lnTo>
                  <a:pt x="1862638" y="985561"/>
                </a:lnTo>
                <a:lnTo>
                  <a:pt x="1864089" y="985780"/>
                </a:lnTo>
                <a:lnTo>
                  <a:pt x="1865541" y="986300"/>
                </a:lnTo>
                <a:lnTo>
                  <a:pt x="1866993" y="986379"/>
                </a:lnTo>
                <a:lnTo>
                  <a:pt x="1868445" y="987271"/>
                </a:lnTo>
                <a:lnTo>
                  <a:pt x="1869897" y="987544"/>
                </a:lnTo>
                <a:lnTo>
                  <a:pt x="1871348" y="988563"/>
                </a:lnTo>
                <a:lnTo>
                  <a:pt x="1872800" y="988594"/>
                </a:lnTo>
                <a:lnTo>
                  <a:pt x="1874252" y="989326"/>
                </a:lnTo>
                <a:lnTo>
                  <a:pt x="1875704" y="989421"/>
                </a:lnTo>
                <a:lnTo>
                  <a:pt x="1877156" y="989841"/>
                </a:lnTo>
                <a:lnTo>
                  <a:pt x="1878607" y="990179"/>
                </a:lnTo>
                <a:lnTo>
                  <a:pt x="1880059" y="990209"/>
                </a:lnTo>
                <a:lnTo>
                  <a:pt x="1881511" y="990756"/>
                </a:lnTo>
                <a:lnTo>
                  <a:pt x="1882963" y="990771"/>
                </a:lnTo>
                <a:lnTo>
                  <a:pt x="1884414" y="991624"/>
                </a:lnTo>
                <a:lnTo>
                  <a:pt x="1885866" y="992290"/>
                </a:lnTo>
                <a:lnTo>
                  <a:pt x="1887318" y="993106"/>
                </a:lnTo>
                <a:lnTo>
                  <a:pt x="1888770" y="993369"/>
                </a:lnTo>
                <a:lnTo>
                  <a:pt x="1890222" y="993670"/>
                </a:lnTo>
                <a:lnTo>
                  <a:pt x="1891673" y="994203"/>
                </a:lnTo>
                <a:lnTo>
                  <a:pt x="1893125" y="994770"/>
                </a:lnTo>
                <a:lnTo>
                  <a:pt x="1894577" y="995426"/>
                </a:lnTo>
                <a:lnTo>
                  <a:pt x="1896029" y="995916"/>
                </a:lnTo>
                <a:lnTo>
                  <a:pt x="1897481" y="996260"/>
                </a:lnTo>
                <a:lnTo>
                  <a:pt x="1898932" y="996459"/>
                </a:lnTo>
                <a:lnTo>
                  <a:pt x="1900384" y="996531"/>
                </a:lnTo>
                <a:lnTo>
                  <a:pt x="1901836" y="996630"/>
                </a:lnTo>
                <a:lnTo>
                  <a:pt x="1903288" y="997113"/>
                </a:lnTo>
                <a:lnTo>
                  <a:pt x="1904739" y="997282"/>
                </a:lnTo>
                <a:lnTo>
                  <a:pt x="1906191" y="997808"/>
                </a:lnTo>
                <a:lnTo>
                  <a:pt x="1907643" y="998020"/>
                </a:lnTo>
                <a:lnTo>
                  <a:pt x="1909095" y="998222"/>
                </a:lnTo>
                <a:lnTo>
                  <a:pt x="1910547" y="998549"/>
                </a:lnTo>
                <a:lnTo>
                  <a:pt x="1911998" y="998688"/>
                </a:lnTo>
                <a:lnTo>
                  <a:pt x="1913450" y="999551"/>
                </a:lnTo>
                <a:lnTo>
                  <a:pt x="1914902" y="999733"/>
                </a:lnTo>
                <a:lnTo>
                  <a:pt x="1916354" y="999926"/>
                </a:lnTo>
                <a:lnTo>
                  <a:pt x="1917805" y="1000273"/>
                </a:lnTo>
                <a:lnTo>
                  <a:pt x="1919257" y="1000615"/>
                </a:lnTo>
                <a:lnTo>
                  <a:pt x="1920709" y="1000858"/>
                </a:lnTo>
                <a:lnTo>
                  <a:pt x="1922161" y="1001142"/>
                </a:lnTo>
                <a:lnTo>
                  <a:pt x="1923613" y="1002085"/>
                </a:lnTo>
                <a:lnTo>
                  <a:pt x="1925064" y="1002104"/>
                </a:lnTo>
                <a:lnTo>
                  <a:pt x="1926516" y="1002494"/>
                </a:lnTo>
                <a:lnTo>
                  <a:pt x="1927968" y="1002834"/>
                </a:lnTo>
                <a:lnTo>
                  <a:pt x="1929420" y="1003437"/>
                </a:lnTo>
                <a:lnTo>
                  <a:pt x="1930872" y="1004361"/>
                </a:lnTo>
                <a:lnTo>
                  <a:pt x="1932323" y="1004466"/>
                </a:lnTo>
                <a:lnTo>
                  <a:pt x="1933775" y="1005209"/>
                </a:lnTo>
                <a:lnTo>
                  <a:pt x="1935227" y="1005267"/>
                </a:lnTo>
                <a:lnTo>
                  <a:pt x="1936679" y="1005587"/>
                </a:lnTo>
                <a:lnTo>
                  <a:pt x="1938130" y="1006422"/>
                </a:lnTo>
                <a:lnTo>
                  <a:pt x="1939582" y="1007059"/>
                </a:lnTo>
                <a:lnTo>
                  <a:pt x="1941034" y="1007175"/>
                </a:lnTo>
                <a:lnTo>
                  <a:pt x="1942486" y="1007766"/>
                </a:lnTo>
                <a:lnTo>
                  <a:pt x="1943938" y="1007930"/>
                </a:lnTo>
                <a:lnTo>
                  <a:pt x="1945389" y="1007978"/>
                </a:lnTo>
                <a:lnTo>
                  <a:pt x="1946841" y="1008389"/>
                </a:lnTo>
                <a:lnTo>
                  <a:pt x="1948293" y="1008443"/>
                </a:lnTo>
                <a:lnTo>
                  <a:pt x="1949745" y="1008980"/>
                </a:lnTo>
                <a:lnTo>
                  <a:pt x="1951196" y="1009448"/>
                </a:lnTo>
                <a:lnTo>
                  <a:pt x="1952648" y="1009787"/>
                </a:lnTo>
                <a:lnTo>
                  <a:pt x="1954100" y="1009955"/>
                </a:lnTo>
                <a:lnTo>
                  <a:pt x="1955552" y="1010182"/>
                </a:lnTo>
                <a:lnTo>
                  <a:pt x="1957004" y="1011119"/>
                </a:lnTo>
                <a:lnTo>
                  <a:pt x="1958455" y="1011832"/>
                </a:lnTo>
                <a:lnTo>
                  <a:pt x="1959907" y="1013049"/>
                </a:lnTo>
                <a:lnTo>
                  <a:pt x="1961359" y="1013351"/>
                </a:lnTo>
                <a:lnTo>
                  <a:pt x="1962811" y="1013525"/>
                </a:lnTo>
                <a:lnTo>
                  <a:pt x="1964263" y="1013982"/>
                </a:lnTo>
                <a:lnTo>
                  <a:pt x="1965714" y="1014015"/>
                </a:lnTo>
                <a:lnTo>
                  <a:pt x="1967166" y="1014366"/>
                </a:lnTo>
                <a:lnTo>
                  <a:pt x="1968618" y="1014991"/>
                </a:lnTo>
                <a:lnTo>
                  <a:pt x="1970070" y="1015329"/>
                </a:lnTo>
                <a:lnTo>
                  <a:pt x="1971521" y="1015402"/>
                </a:lnTo>
                <a:lnTo>
                  <a:pt x="1972973" y="1015865"/>
                </a:lnTo>
                <a:lnTo>
                  <a:pt x="1974425" y="1016114"/>
                </a:lnTo>
                <a:lnTo>
                  <a:pt x="1975877" y="1016217"/>
                </a:lnTo>
                <a:lnTo>
                  <a:pt x="1977329" y="1016272"/>
                </a:lnTo>
                <a:lnTo>
                  <a:pt x="1978780" y="1016734"/>
                </a:lnTo>
                <a:lnTo>
                  <a:pt x="1980232" y="1017192"/>
                </a:lnTo>
                <a:lnTo>
                  <a:pt x="1981684" y="1017317"/>
                </a:lnTo>
                <a:lnTo>
                  <a:pt x="1983136" y="1018115"/>
                </a:lnTo>
                <a:lnTo>
                  <a:pt x="1984587" y="1018219"/>
                </a:lnTo>
                <a:lnTo>
                  <a:pt x="1986039" y="1018704"/>
                </a:lnTo>
                <a:lnTo>
                  <a:pt x="1987491" y="1018772"/>
                </a:lnTo>
                <a:lnTo>
                  <a:pt x="1988943" y="1019011"/>
                </a:lnTo>
                <a:lnTo>
                  <a:pt x="1990395" y="1019347"/>
                </a:lnTo>
                <a:lnTo>
                  <a:pt x="1991846" y="1019523"/>
                </a:lnTo>
                <a:lnTo>
                  <a:pt x="1993298" y="1020509"/>
                </a:lnTo>
                <a:lnTo>
                  <a:pt x="1994750" y="1021506"/>
                </a:lnTo>
                <a:lnTo>
                  <a:pt x="1996202" y="1022196"/>
                </a:lnTo>
                <a:lnTo>
                  <a:pt x="1997654" y="1022216"/>
                </a:lnTo>
                <a:lnTo>
                  <a:pt x="1999105" y="1022546"/>
                </a:lnTo>
                <a:lnTo>
                  <a:pt x="2000557" y="1022827"/>
                </a:lnTo>
                <a:lnTo>
                  <a:pt x="2002009" y="1023060"/>
                </a:lnTo>
                <a:lnTo>
                  <a:pt x="2003461" y="1023554"/>
                </a:lnTo>
                <a:lnTo>
                  <a:pt x="2004912" y="1024006"/>
                </a:lnTo>
                <a:lnTo>
                  <a:pt x="2006364" y="1024141"/>
                </a:lnTo>
                <a:lnTo>
                  <a:pt x="2007816" y="1024177"/>
                </a:lnTo>
                <a:lnTo>
                  <a:pt x="2009268" y="1024356"/>
                </a:lnTo>
                <a:lnTo>
                  <a:pt x="2010720" y="1024479"/>
                </a:lnTo>
                <a:lnTo>
                  <a:pt x="2012171" y="1024508"/>
                </a:lnTo>
                <a:lnTo>
                  <a:pt x="2013623" y="1025092"/>
                </a:lnTo>
                <a:lnTo>
                  <a:pt x="2015075" y="1025204"/>
                </a:lnTo>
                <a:lnTo>
                  <a:pt x="2016527" y="1025496"/>
                </a:lnTo>
                <a:lnTo>
                  <a:pt x="2017979" y="1025693"/>
                </a:lnTo>
                <a:lnTo>
                  <a:pt x="2019430" y="1025864"/>
                </a:lnTo>
                <a:lnTo>
                  <a:pt x="2020882" y="1026133"/>
                </a:lnTo>
                <a:lnTo>
                  <a:pt x="2022334" y="1026148"/>
                </a:lnTo>
                <a:lnTo>
                  <a:pt x="2023786" y="1026483"/>
                </a:lnTo>
                <a:lnTo>
                  <a:pt x="2025237" y="1026843"/>
                </a:lnTo>
                <a:lnTo>
                  <a:pt x="2026689" y="1027492"/>
                </a:lnTo>
                <a:lnTo>
                  <a:pt x="2028141" y="1027540"/>
                </a:lnTo>
                <a:lnTo>
                  <a:pt x="2029593" y="1027804"/>
                </a:lnTo>
                <a:lnTo>
                  <a:pt x="2031045" y="1028111"/>
                </a:lnTo>
                <a:lnTo>
                  <a:pt x="2032496" y="1028150"/>
                </a:lnTo>
                <a:lnTo>
                  <a:pt x="2033948" y="1028327"/>
                </a:lnTo>
                <a:lnTo>
                  <a:pt x="2035400" y="1028497"/>
                </a:lnTo>
                <a:lnTo>
                  <a:pt x="2036852" y="1028641"/>
                </a:lnTo>
                <a:lnTo>
                  <a:pt x="2038303" y="1028693"/>
                </a:lnTo>
                <a:lnTo>
                  <a:pt x="2039755" y="1028989"/>
                </a:lnTo>
                <a:lnTo>
                  <a:pt x="2041207" y="1029200"/>
                </a:lnTo>
                <a:lnTo>
                  <a:pt x="2042659" y="1029399"/>
                </a:lnTo>
                <a:lnTo>
                  <a:pt x="2044111" y="1029452"/>
                </a:lnTo>
                <a:lnTo>
                  <a:pt x="2045562" y="1029556"/>
                </a:lnTo>
                <a:lnTo>
                  <a:pt x="2047014" y="1030068"/>
                </a:lnTo>
                <a:lnTo>
                  <a:pt x="2048466" y="1030274"/>
                </a:lnTo>
                <a:lnTo>
                  <a:pt x="2049918" y="1030554"/>
                </a:lnTo>
                <a:lnTo>
                  <a:pt x="2051370" y="1030771"/>
                </a:lnTo>
                <a:lnTo>
                  <a:pt x="2052821" y="1030921"/>
                </a:lnTo>
                <a:lnTo>
                  <a:pt x="2054273" y="1031195"/>
                </a:lnTo>
                <a:lnTo>
                  <a:pt x="2055725" y="1031656"/>
                </a:lnTo>
                <a:lnTo>
                  <a:pt x="2057177" y="1031985"/>
                </a:lnTo>
                <a:lnTo>
                  <a:pt x="2058628" y="1032317"/>
                </a:lnTo>
                <a:lnTo>
                  <a:pt x="2060080" y="1032607"/>
                </a:lnTo>
                <a:lnTo>
                  <a:pt x="2061532" y="1032805"/>
                </a:lnTo>
                <a:lnTo>
                  <a:pt x="2062984" y="1033358"/>
                </a:lnTo>
                <a:lnTo>
                  <a:pt x="2064436" y="1033369"/>
                </a:lnTo>
                <a:lnTo>
                  <a:pt x="2065887" y="1034207"/>
                </a:lnTo>
                <a:lnTo>
                  <a:pt x="2067339" y="1250019"/>
                </a:lnTo>
                <a:lnTo>
                  <a:pt x="2068791" y="1032111"/>
                </a:lnTo>
                <a:lnTo>
                  <a:pt x="2070243" y="1030635"/>
                </a:lnTo>
                <a:lnTo>
                  <a:pt x="2071694" y="1026681"/>
                </a:lnTo>
                <a:lnTo>
                  <a:pt x="2073146" y="1021556"/>
                </a:lnTo>
                <a:lnTo>
                  <a:pt x="2074598" y="1017220"/>
                </a:lnTo>
                <a:lnTo>
                  <a:pt x="2076050" y="1011320"/>
                </a:lnTo>
                <a:lnTo>
                  <a:pt x="2077502" y="1005449"/>
                </a:lnTo>
                <a:lnTo>
                  <a:pt x="2078953" y="996529"/>
                </a:lnTo>
                <a:lnTo>
                  <a:pt x="2080405" y="988681"/>
                </a:lnTo>
                <a:lnTo>
                  <a:pt x="2081857" y="972217"/>
                </a:lnTo>
                <a:lnTo>
                  <a:pt x="2083309" y="962911"/>
                </a:lnTo>
                <a:lnTo>
                  <a:pt x="2084761" y="947043"/>
                </a:lnTo>
                <a:lnTo>
                  <a:pt x="2086212" y="925950"/>
                </a:lnTo>
                <a:lnTo>
                  <a:pt x="2087664" y="906238"/>
                </a:lnTo>
                <a:lnTo>
                  <a:pt x="2089116" y="880266"/>
                </a:lnTo>
                <a:lnTo>
                  <a:pt x="2090568" y="843347"/>
                </a:lnTo>
                <a:lnTo>
                  <a:pt x="2092019" y="800003"/>
                </a:lnTo>
                <a:lnTo>
                  <a:pt x="2093471" y="795766"/>
                </a:lnTo>
                <a:lnTo>
                  <a:pt x="2094923" y="816434"/>
                </a:lnTo>
                <a:lnTo>
                  <a:pt x="2096375" y="854990"/>
                </a:lnTo>
                <a:lnTo>
                  <a:pt x="2097827" y="888535"/>
                </a:lnTo>
                <a:lnTo>
                  <a:pt x="2099278" y="916019"/>
                </a:lnTo>
                <a:lnTo>
                  <a:pt x="2100730" y="939494"/>
                </a:lnTo>
                <a:lnTo>
                  <a:pt x="2102182" y="953305"/>
                </a:lnTo>
                <a:lnTo>
                  <a:pt x="2103634" y="966829"/>
                </a:lnTo>
                <a:lnTo>
                  <a:pt x="2105085" y="980220"/>
                </a:lnTo>
                <a:lnTo>
                  <a:pt x="2106537" y="994216"/>
                </a:lnTo>
                <a:lnTo>
                  <a:pt x="2107989" y="1001470"/>
                </a:lnTo>
                <a:lnTo>
                  <a:pt x="2109441" y="1006783"/>
                </a:lnTo>
                <a:lnTo>
                  <a:pt x="2110893" y="1013483"/>
                </a:lnTo>
                <a:lnTo>
                  <a:pt x="2112344" y="1020909"/>
                </a:lnTo>
                <a:lnTo>
                  <a:pt x="2113796" y="1024218"/>
                </a:lnTo>
                <a:lnTo>
                  <a:pt x="2115248" y="1028520"/>
                </a:lnTo>
                <a:lnTo>
                  <a:pt x="2116700" y="1031171"/>
                </a:lnTo>
                <a:lnTo>
                  <a:pt x="2118152" y="1034467"/>
                </a:lnTo>
                <a:lnTo>
                  <a:pt x="2119603" y="1034734"/>
                </a:lnTo>
                <a:lnTo>
                  <a:pt x="2121055" y="1035129"/>
                </a:lnTo>
                <a:lnTo>
                  <a:pt x="2122507" y="1035302"/>
                </a:lnTo>
                <a:lnTo>
                  <a:pt x="2123959" y="1035633"/>
                </a:lnTo>
                <a:lnTo>
                  <a:pt x="2125410" y="1035948"/>
                </a:lnTo>
                <a:lnTo>
                  <a:pt x="2126862" y="1036139"/>
                </a:lnTo>
                <a:lnTo>
                  <a:pt x="2128314" y="1036226"/>
                </a:lnTo>
                <a:lnTo>
                  <a:pt x="2129766" y="1036610"/>
                </a:lnTo>
                <a:lnTo>
                  <a:pt x="2131218" y="1036920"/>
                </a:lnTo>
                <a:lnTo>
                  <a:pt x="2132669" y="1037143"/>
                </a:lnTo>
                <a:lnTo>
                  <a:pt x="2134121" y="1037290"/>
                </a:lnTo>
                <a:lnTo>
                  <a:pt x="2135573" y="1037867"/>
                </a:lnTo>
                <a:lnTo>
                  <a:pt x="2137025" y="1038493"/>
                </a:lnTo>
                <a:lnTo>
                  <a:pt x="2138477" y="1038684"/>
                </a:lnTo>
                <a:lnTo>
                  <a:pt x="2139928" y="1039055"/>
                </a:lnTo>
                <a:lnTo>
                  <a:pt x="2141380" y="1039366"/>
                </a:lnTo>
                <a:lnTo>
                  <a:pt x="2142832" y="1039547"/>
                </a:lnTo>
                <a:lnTo>
                  <a:pt x="2144284" y="1039959"/>
                </a:lnTo>
                <a:lnTo>
                  <a:pt x="2145735" y="1040249"/>
                </a:lnTo>
                <a:lnTo>
                  <a:pt x="2147187" y="1040501"/>
                </a:lnTo>
                <a:lnTo>
                  <a:pt x="2148639" y="1040647"/>
                </a:lnTo>
                <a:lnTo>
                  <a:pt x="2150091" y="1040877"/>
                </a:lnTo>
                <a:lnTo>
                  <a:pt x="2151543" y="1041051"/>
                </a:lnTo>
                <a:lnTo>
                  <a:pt x="2152994" y="1041381"/>
                </a:lnTo>
                <a:lnTo>
                  <a:pt x="2154446" y="1041740"/>
                </a:lnTo>
                <a:lnTo>
                  <a:pt x="2155898" y="1041930"/>
                </a:lnTo>
                <a:lnTo>
                  <a:pt x="2157350" y="1042082"/>
                </a:lnTo>
                <a:lnTo>
                  <a:pt x="2158801" y="1042505"/>
                </a:lnTo>
                <a:lnTo>
                  <a:pt x="2160253" y="1042748"/>
                </a:lnTo>
                <a:lnTo>
                  <a:pt x="2161705" y="1042875"/>
                </a:lnTo>
                <a:lnTo>
                  <a:pt x="2163157" y="1043153"/>
                </a:lnTo>
                <a:lnTo>
                  <a:pt x="2164609" y="1043258"/>
                </a:lnTo>
                <a:lnTo>
                  <a:pt x="2166060" y="1043476"/>
                </a:lnTo>
                <a:lnTo>
                  <a:pt x="2167512" y="1043646"/>
                </a:lnTo>
                <a:lnTo>
                  <a:pt x="2168964" y="1043841"/>
                </a:lnTo>
                <a:lnTo>
                  <a:pt x="2170416" y="1044026"/>
                </a:lnTo>
                <a:lnTo>
                  <a:pt x="2171868" y="1044471"/>
                </a:lnTo>
                <a:lnTo>
                  <a:pt x="2173319" y="1044622"/>
                </a:lnTo>
                <a:lnTo>
                  <a:pt x="2174771" y="1044718"/>
                </a:lnTo>
                <a:lnTo>
                  <a:pt x="2176223" y="1044952"/>
                </a:lnTo>
                <a:lnTo>
                  <a:pt x="2177675" y="1045193"/>
                </a:lnTo>
                <a:lnTo>
                  <a:pt x="2179126" y="1045315"/>
                </a:lnTo>
                <a:lnTo>
                  <a:pt x="2180578" y="1045772"/>
                </a:lnTo>
                <a:lnTo>
                  <a:pt x="2182030" y="1046017"/>
                </a:lnTo>
                <a:lnTo>
                  <a:pt x="2183482" y="1046439"/>
                </a:lnTo>
                <a:lnTo>
                  <a:pt x="2184934" y="1046565"/>
                </a:lnTo>
                <a:lnTo>
                  <a:pt x="2186385" y="1046678"/>
                </a:lnTo>
                <a:lnTo>
                  <a:pt x="2187837" y="1046874"/>
                </a:lnTo>
                <a:lnTo>
                  <a:pt x="2189289" y="1047037"/>
                </a:lnTo>
                <a:lnTo>
                  <a:pt x="2190741" y="1047312"/>
                </a:lnTo>
                <a:lnTo>
                  <a:pt x="2192192" y="1047328"/>
                </a:lnTo>
                <a:lnTo>
                  <a:pt x="2193644" y="1047471"/>
                </a:lnTo>
                <a:lnTo>
                  <a:pt x="2195096" y="1047514"/>
                </a:lnTo>
                <a:lnTo>
                  <a:pt x="2196548" y="1047697"/>
                </a:lnTo>
                <a:lnTo>
                  <a:pt x="2198000" y="1047760"/>
                </a:lnTo>
                <a:lnTo>
                  <a:pt x="2199451" y="1047862"/>
                </a:lnTo>
                <a:lnTo>
                  <a:pt x="2200903" y="1048203"/>
                </a:lnTo>
                <a:lnTo>
                  <a:pt x="2202355" y="1048371"/>
                </a:lnTo>
                <a:lnTo>
                  <a:pt x="2203807" y="1048634"/>
                </a:lnTo>
                <a:lnTo>
                  <a:pt x="2205259" y="1048790"/>
                </a:lnTo>
                <a:lnTo>
                  <a:pt x="2206710" y="1048938"/>
                </a:lnTo>
                <a:lnTo>
                  <a:pt x="2208162" y="1049063"/>
                </a:lnTo>
                <a:lnTo>
                  <a:pt x="2209614" y="1049336"/>
                </a:lnTo>
                <a:lnTo>
                  <a:pt x="2211066" y="1049450"/>
                </a:lnTo>
                <a:lnTo>
                  <a:pt x="2212517" y="1049648"/>
                </a:lnTo>
                <a:lnTo>
                  <a:pt x="2213969" y="1049730"/>
                </a:lnTo>
                <a:lnTo>
                  <a:pt x="2215421" y="1049841"/>
                </a:lnTo>
                <a:lnTo>
                  <a:pt x="2216873" y="1049934"/>
                </a:lnTo>
                <a:lnTo>
                  <a:pt x="2218325" y="1050011"/>
                </a:lnTo>
                <a:lnTo>
                  <a:pt x="2219776" y="1050119"/>
                </a:lnTo>
                <a:lnTo>
                  <a:pt x="2221228" y="1050267"/>
                </a:lnTo>
                <a:lnTo>
                  <a:pt x="2222680" y="1050347"/>
                </a:lnTo>
                <a:lnTo>
                  <a:pt x="2224132" y="1050423"/>
                </a:lnTo>
                <a:lnTo>
                  <a:pt x="2225583" y="1050769"/>
                </a:lnTo>
                <a:lnTo>
                  <a:pt x="2227035" y="1050967"/>
                </a:lnTo>
                <a:lnTo>
                  <a:pt x="2228487" y="1051010"/>
                </a:lnTo>
                <a:lnTo>
                  <a:pt x="2229939" y="1051026"/>
                </a:lnTo>
                <a:lnTo>
                  <a:pt x="2231391" y="1051112"/>
                </a:lnTo>
                <a:lnTo>
                  <a:pt x="2232842" y="1051215"/>
                </a:lnTo>
                <a:lnTo>
                  <a:pt x="2234294" y="1051307"/>
                </a:lnTo>
                <a:lnTo>
                  <a:pt x="2235746" y="1051408"/>
                </a:lnTo>
                <a:lnTo>
                  <a:pt x="2237198" y="1051477"/>
                </a:lnTo>
                <a:lnTo>
                  <a:pt x="2238650" y="1051517"/>
                </a:lnTo>
                <a:lnTo>
                  <a:pt x="2240101" y="1051686"/>
                </a:lnTo>
                <a:lnTo>
                  <a:pt x="2241553" y="1051822"/>
                </a:lnTo>
                <a:lnTo>
                  <a:pt x="2243005" y="1051873"/>
                </a:lnTo>
                <a:lnTo>
                  <a:pt x="2244457" y="1051932"/>
                </a:lnTo>
                <a:lnTo>
                  <a:pt x="2245908" y="1051985"/>
                </a:lnTo>
                <a:lnTo>
                  <a:pt x="2247360" y="1052118"/>
                </a:lnTo>
                <a:lnTo>
                  <a:pt x="2248812" y="1052218"/>
                </a:lnTo>
                <a:lnTo>
                  <a:pt x="2250264" y="1052269"/>
                </a:lnTo>
                <a:lnTo>
                  <a:pt x="2251716" y="1052323"/>
                </a:lnTo>
                <a:lnTo>
                  <a:pt x="2253167" y="1052353"/>
                </a:lnTo>
                <a:lnTo>
                  <a:pt x="2254619" y="1052596"/>
                </a:lnTo>
                <a:lnTo>
                  <a:pt x="2256071" y="1052619"/>
                </a:lnTo>
                <a:lnTo>
                  <a:pt x="2257523" y="1052673"/>
                </a:lnTo>
                <a:lnTo>
                  <a:pt x="2258974" y="1052739"/>
                </a:lnTo>
                <a:lnTo>
                  <a:pt x="2260426" y="1052794"/>
                </a:lnTo>
                <a:lnTo>
                  <a:pt x="2261878" y="1052889"/>
                </a:lnTo>
                <a:lnTo>
                  <a:pt x="2263330" y="1052907"/>
                </a:lnTo>
                <a:lnTo>
                  <a:pt x="2264782" y="1052974"/>
                </a:lnTo>
                <a:lnTo>
                  <a:pt x="2266233" y="1053040"/>
                </a:lnTo>
                <a:lnTo>
                  <a:pt x="2267685" y="1053108"/>
                </a:lnTo>
                <a:lnTo>
                  <a:pt x="2269137" y="1053142"/>
                </a:lnTo>
                <a:lnTo>
                  <a:pt x="2270589" y="1053196"/>
                </a:lnTo>
                <a:lnTo>
                  <a:pt x="2272041" y="1053259"/>
                </a:lnTo>
                <a:lnTo>
                  <a:pt x="2273492" y="1053316"/>
                </a:lnTo>
                <a:lnTo>
                  <a:pt x="2274944" y="1053358"/>
                </a:lnTo>
                <a:lnTo>
                  <a:pt x="2276396" y="1053399"/>
                </a:lnTo>
                <a:lnTo>
                  <a:pt x="2277848" y="1053470"/>
                </a:lnTo>
                <a:lnTo>
                  <a:pt x="2279299" y="1053520"/>
                </a:lnTo>
                <a:lnTo>
                  <a:pt x="2280751" y="1053588"/>
                </a:lnTo>
                <a:lnTo>
                  <a:pt x="2282203" y="1053617"/>
                </a:lnTo>
                <a:lnTo>
                  <a:pt x="2283655" y="1053659"/>
                </a:lnTo>
                <a:lnTo>
                  <a:pt x="2285107" y="1053708"/>
                </a:lnTo>
                <a:lnTo>
                  <a:pt x="2286558" y="1053756"/>
                </a:lnTo>
                <a:lnTo>
                  <a:pt x="2288010" y="1053777"/>
                </a:lnTo>
                <a:lnTo>
                  <a:pt x="2289462" y="1053802"/>
                </a:lnTo>
                <a:lnTo>
                  <a:pt x="2290914" y="1053840"/>
                </a:lnTo>
                <a:lnTo>
                  <a:pt x="2292366" y="1053899"/>
                </a:lnTo>
                <a:lnTo>
                  <a:pt x="2293817" y="1053916"/>
                </a:lnTo>
                <a:lnTo>
                  <a:pt x="2295269" y="1053926"/>
                </a:lnTo>
                <a:lnTo>
                  <a:pt x="2296721" y="1053965"/>
                </a:lnTo>
                <a:lnTo>
                  <a:pt x="2298173" y="1053982"/>
                </a:lnTo>
                <a:lnTo>
                  <a:pt x="2299624" y="1054015"/>
                </a:lnTo>
                <a:lnTo>
                  <a:pt x="2301076" y="1054062"/>
                </a:lnTo>
                <a:lnTo>
                  <a:pt x="2302528" y="1054068"/>
                </a:lnTo>
                <a:lnTo>
                  <a:pt x="2303980" y="1054090"/>
                </a:lnTo>
                <a:lnTo>
                  <a:pt x="2305432" y="1054107"/>
                </a:lnTo>
                <a:lnTo>
                  <a:pt x="2306883" y="1054122"/>
                </a:lnTo>
                <a:lnTo>
                  <a:pt x="2308335" y="1054131"/>
                </a:lnTo>
                <a:lnTo>
                  <a:pt x="2309787" y="1054138"/>
                </a:lnTo>
                <a:lnTo>
                  <a:pt x="2311239" y="1054144"/>
                </a:lnTo>
                <a:lnTo>
                  <a:pt x="2312690" y="1054168"/>
                </a:lnTo>
                <a:lnTo>
                  <a:pt x="2314142" y="1054173"/>
                </a:lnTo>
                <a:lnTo>
                  <a:pt x="2315594" y="1054192"/>
                </a:lnTo>
                <a:lnTo>
                  <a:pt x="2317046" y="1054197"/>
                </a:lnTo>
                <a:lnTo>
                  <a:pt x="2318498" y="1054205"/>
                </a:lnTo>
                <a:lnTo>
                  <a:pt x="2319949" y="1054219"/>
                </a:lnTo>
                <a:lnTo>
                  <a:pt x="2321401" y="1054252"/>
                </a:lnTo>
                <a:lnTo>
                  <a:pt x="2322853" y="1054256"/>
                </a:lnTo>
                <a:lnTo>
                  <a:pt x="2324305" y="1054265"/>
                </a:lnTo>
                <a:lnTo>
                  <a:pt x="2325757" y="1054283"/>
                </a:lnTo>
                <a:lnTo>
                  <a:pt x="2327208" y="1054287"/>
                </a:lnTo>
                <a:lnTo>
                  <a:pt x="2328660" y="1054307"/>
                </a:lnTo>
                <a:lnTo>
                  <a:pt x="2330112" y="1054318"/>
                </a:lnTo>
                <a:lnTo>
                  <a:pt x="2331564" y="1054341"/>
                </a:lnTo>
                <a:lnTo>
                  <a:pt x="2333015" y="1054354"/>
                </a:lnTo>
                <a:lnTo>
                  <a:pt x="2334467" y="1054366"/>
                </a:lnTo>
                <a:lnTo>
                  <a:pt x="2335919" y="1054387"/>
                </a:lnTo>
                <a:lnTo>
                  <a:pt x="2337371" y="1054397"/>
                </a:lnTo>
                <a:lnTo>
                  <a:pt x="2338823" y="1054419"/>
                </a:lnTo>
                <a:lnTo>
                  <a:pt x="2340274" y="1054426"/>
                </a:lnTo>
                <a:lnTo>
                  <a:pt x="2341726" y="1054430"/>
                </a:lnTo>
                <a:lnTo>
                  <a:pt x="2343178" y="1054447"/>
                </a:lnTo>
                <a:lnTo>
                  <a:pt x="2344630" y="1054451"/>
                </a:lnTo>
                <a:lnTo>
                  <a:pt x="2346081" y="1054458"/>
                </a:lnTo>
                <a:lnTo>
                  <a:pt x="2347533" y="1054466"/>
                </a:lnTo>
                <a:lnTo>
                  <a:pt x="2348985" y="1054470"/>
                </a:lnTo>
                <a:lnTo>
                  <a:pt x="2350437" y="1054475"/>
                </a:lnTo>
                <a:lnTo>
                  <a:pt x="2351889" y="1054489"/>
                </a:lnTo>
                <a:lnTo>
                  <a:pt x="2353340" y="1054492"/>
                </a:lnTo>
                <a:lnTo>
                  <a:pt x="2354792" y="1054500"/>
                </a:lnTo>
                <a:lnTo>
                  <a:pt x="2356244" y="1054512"/>
                </a:lnTo>
                <a:lnTo>
                  <a:pt x="2357696" y="1054517"/>
                </a:lnTo>
                <a:lnTo>
                  <a:pt x="2359148" y="1054536"/>
                </a:lnTo>
                <a:lnTo>
                  <a:pt x="2360599" y="1054542"/>
                </a:lnTo>
                <a:lnTo>
                  <a:pt x="2362051" y="1054549"/>
                </a:lnTo>
                <a:lnTo>
                  <a:pt x="2363503" y="1054559"/>
                </a:lnTo>
                <a:lnTo>
                  <a:pt x="2364955" y="1054569"/>
                </a:lnTo>
                <a:lnTo>
                  <a:pt x="2366406" y="1054574"/>
                </a:lnTo>
                <a:lnTo>
                  <a:pt x="2367858" y="1054586"/>
                </a:lnTo>
                <a:lnTo>
                  <a:pt x="2369310" y="1054591"/>
                </a:lnTo>
                <a:lnTo>
                  <a:pt x="2370762" y="1054597"/>
                </a:lnTo>
                <a:lnTo>
                  <a:pt x="2372214" y="1054600"/>
                </a:lnTo>
                <a:lnTo>
                  <a:pt x="2373665" y="1054607"/>
                </a:lnTo>
                <a:lnTo>
                  <a:pt x="2375117" y="1054616"/>
                </a:lnTo>
                <a:lnTo>
                  <a:pt x="2376569" y="1054623"/>
                </a:lnTo>
                <a:lnTo>
                  <a:pt x="2378021" y="1054627"/>
                </a:lnTo>
                <a:lnTo>
                  <a:pt x="2379472" y="1054629"/>
                </a:lnTo>
                <a:lnTo>
                  <a:pt x="2380924" y="1054635"/>
                </a:lnTo>
                <a:lnTo>
                  <a:pt x="2382376" y="1054637"/>
                </a:lnTo>
                <a:lnTo>
                  <a:pt x="2383828" y="1054651"/>
                </a:lnTo>
                <a:lnTo>
                  <a:pt x="2385280" y="1054656"/>
                </a:lnTo>
                <a:lnTo>
                  <a:pt x="2386731" y="1054657"/>
                </a:lnTo>
                <a:lnTo>
                  <a:pt x="2388183" y="1054663"/>
                </a:lnTo>
                <a:lnTo>
                  <a:pt x="2389635" y="1054668"/>
                </a:lnTo>
                <a:lnTo>
                  <a:pt x="2391087" y="1054679"/>
                </a:lnTo>
                <a:lnTo>
                  <a:pt x="2392539" y="1054685"/>
                </a:lnTo>
                <a:lnTo>
                  <a:pt x="2393990" y="1054687"/>
                </a:lnTo>
                <a:lnTo>
                  <a:pt x="2395442" y="1054692"/>
                </a:lnTo>
                <a:lnTo>
                  <a:pt x="2396894" y="1054697"/>
                </a:lnTo>
                <a:lnTo>
                  <a:pt x="2398346" y="1054706"/>
                </a:lnTo>
                <a:lnTo>
                  <a:pt x="2399797" y="1054709"/>
                </a:lnTo>
                <a:lnTo>
                  <a:pt x="2401249" y="1054713"/>
                </a:lnTo>
                <a:lnTo>
                  <a:pt x="2402701" y="1054715"/>
                </a:lnTo>
                <a:lnTo>
                  <a:pt x="2404153" y="1054721"/>
                </a:lnTo>
                <a:lnTo>
                  <a:pt x="2405605" y="1054726"/>
                </a:lnTo>
                <a:lnTo>
                  <a:pt x="2407056" y="1054730"/>
                </a:lnTo>
                <a:lnTo>
                  <a:pt x="2408508" y="1054736"/>
                </a:lnTo>
                <a:lnTo>
                  <a:pt x="2409960" y="1054740"/>
                </a:lnTo>
                <a:lnTo>
                  <a:pt x="2411412" y="1054746"/>
                </a:lnTo>
                <a:lnTo>
                  <a:pt x="2412864" y="1054754"/>
                </a:lnTo>
                <a:lnTo>
                  <a:pt x="2414315" y="1054761"/>
                </a:lnTo>
                <a:lnTo>
                  <a:pt x="2415767" y="1054767"/>
                </a:lnTo>
                <a:lnTo>
                  <a:pt x="2417219" y="1054767"/>
                </a:lnTo>
                <a:lnTo>
                  <a:pt x="2418671" y="1054771"/>
                </a:lnTo>
                <a:lnTo>
                  <a:pt x="2420122" y="1054780"/>
                </a:lnTo>
                <a:lnTo>
                  <a:pt x="2421574" y="1054790"/>
                </a:lnTo>
                <a:lnTo>
                  <a:pt x="2423026" y="1054794"/>
                </a:lnTo>
                <a:lnTo>
                  <a:pt x="2424478" y="1054799"/>
                </a:lnTo>
                <a:lnTo>
                  <a:pt x="2425930" y="1054804"/>
                </a:lnTo>
                <a:lnTo>
                  <a:pt x="2427381" y="1054808"/>
                </a:lnTo>
                <a:lnTo>
                  <a:pt x="2428833" y="1054813"/>
                </a:lnTo>
                <a:lnTo>
                  <a:pt x="2430285" y="1054819"/>
                </a:lnTo>
                <a:lnTo>
                  <a:pt x="2431737" y="1054819"/>
                </a:lnTo>
                <a:lnTo>
                  <a:pt x="2433188" y="1054821"/>
                </a:lnTo>
                <a:lnTo>
                  <a:pt x="2434640" y="1054831"/>
                </a:lnTo>
                <a:lnTo>
                  <a:pt x="2436092" y="1054838"/>
                </a:lnTo>
                <a:lnTo>
                  <a:pt x="2437544" y="1054842"/>
                </a:lnTo>
                <a:lnTo>
                  <a:pt x="2438996" y="1054843"/>
                </a:lnTo>
                <a:lnTo>
                  <a:pt x="2440447" y="1054844"/>
                </a:lnTo>
                <a:lnTo>
                  <a:pt x="2441899" y="1054848"/>
                </a:lnTo>
                <a:lnTo>
                  <a:pt x="2443351" y="1054851"/>
                </a:lnTo>
                <a:lnTo>
                  <a:pt x="2444803" y="1054853"/>
                </a:lnTo>
                <a:lnTo>
                  <a:pt x="2446255" y="1054862"/>
                </a:lnTo>
                <a:lnTo>
                  <a:pt x="2447706" y="1054864"/>
                </a:lnTo>
                <a:lnTo>
                  <a:pt x="2449158" y="1054866"/>
                </a:lnTo>
                <a:lnTo>
                  <a:pt x="2450610" y="1054867"/>
                </a:lnTo>
                <a:lnTo>
                  <a:pt x="2452062" y="1054868"/>
                </a:lnTo>
                <a:lnTo>
                  <a:pt x="2453513" y="1054871"/>
                </a:lnTo>
                <a:lnTo>
                  <a:pt x="2454965" y="1054872"/>
                </a:lnTo>
                <a:lnTo>
                  <a:pt x="2456417" y="1054877"/>
                </a:lnTo>
                <a:lnTo>
                  <a:pt x="2457869" y="1054881"/>
                </a:lnTo>
                <a:lnTo>
                  <a:pt x="2459321" y="1054886"/>
                </a:lnTo>
                <a:lnTo>
                  <a:pt x="2460772" y="1054888"/>
                </a:lnTo>
                <a:lnTo>
                  <a:pt x="2462224" y="1054889"/>
                </a:lnTo>
                <a:lnTo>
                  <a:pt x="2463676" y="1054890"/>
                </a:lnTo>
                <a:lnTo>
                  <a:pt x="2465128" y="1054894"/>
                </a:lnTo>
                <a:lnTo>
                  <a:pt x="2466579" y="1054898"/>
                </a:lnTo>
                <a:lnTo>
                  <a:pt x="2468031" y="1054902"/>
                </a:lnTo>
                <a:lnTo>
                  <a:pt x="2469483" y="1054903"/>
                </a:lnTo>
                <a:lnTo>
                  <a:pt x="2470935" y="1054907"/>
                </a:lnTo>
                <a:lnTo>
                  <a:pt x="2472387" y="1054910"/>
                </a:lnTo>
                <a:lnTo>
                  <a:pt x="2473838" y="1054912"/>
                </a:lnTo>
                <a:lnTo>
                  <a:pt x="2475290" y="1054914"/>
                </a:lnTo>
                <a:lnTo>
                  <a:pt x="2476742" y="1054915"/>
                </a:lnTo>
                <a:lnTo>
                  <a:pt x="2478194" y="1054919"/>
                </a:lnTo>
                <a:lnTo>
                  <a:pt x="2479646" y="1054923"/>
                </a:lnTo>
                <a:lnTo>
                  <a:pt x="2481097" y="1054928"/>
                </a:lnTo>
                <a:lnTo>
                  <a:pt x="2482549" y="1054929"/>
                </a:lnTo>
                <a:lnTo>
                  <a:pt x="2484001" y="1054930"/>
                </a:lnTo>
                <a:lnTo>
                  <a:pt x="2485453" y="1054931"/>
                </a:lnTo>
                <a:lnTo>
                  <a:pt x="2486904" y="1054932"/>
                </a:lnTo>
                <a:lnTo>
                  <a:pt x="2488356" y="1054938"/>
                </a:lnTo>
                <a:lnTo>
                  <a:pt x="2489808" y="1054942"/>
                </a:lnTo>
                <a:lnTo>
                  <a:pt x="2491260" y="1054943"/>
                </a:lnTo>
                <a:lnTo>
                  <a:pt x="2492712" y="1054945"/>
                </a:lnTo>
                <a:lnTo>
                  <a:pt x="2494163" y="1054947"/>
                </a:lnTo>
                <a:lnTo>
                  <a:pt x="2495615" y="1054948"/>
                </a:lnTo>
                <a:lnTo>
                  <a:pt x="2497067" y="1054950"/>
                </a:lnTo>
                <a:lnTo>
                  <a:pt x="2498519" y="1054950"/>
                </a:lnTo>
                <a:lnTo>
                  <a:pt x="2499970" y="1054952"/>
                </a:lnTo>
                <a:lnTo>
                  <a:pt x="2501422" y="1054954"/>
                </a:lnTo>
                <a:lnTo>
                  <a:pt x="2502874" y="1054958"/>
                </a:lnTo>
                <a:lnTo>
                  <a:pt x="2504326" y="1054960"/>
                </a:lnTo>
                <a:lnTo>
                  <a:pt x="2505778" y="1054962"/>
                </a:lnTo>
                <a:lnTo>
                  <a:pt x="2507229" y="1054964"/>
                </a:lnTo>
                <a:lnTo>
                  <a:pt x="2508681" y="1054965"/>
                </a:lnTo>
                <a:lnTo>
                  <a:pt x="2510133" y="1054967"/>
                </a:lnTo>
                <a:lnTo>
                  <a:pt x="2511585" y="1054968"/>
                </a:lnTo>
                <a:lnTo>
                  <a:pt x="2513037" y="1054970"/>
                </a:lnTo>
                <a:lnTo>
                  <a:pt x="2514488" y="1054973"/>
                </a:lnTo>
                <a:lnTo>
                  <a:pt x="2515940" y="1054974"/>
                </a:lnTo>
                <a:lnTo>
                  <a:pt x="2517392" y="1054976"/>
                </a:lnTo>
                <a:lnTo>
                  <a:pt x="2518844" y="1054978"/>
                </a:lnTo>
                <a:lnTo>
                  <a:pt x="2520295" y="1054981"/>
                </a:lnTo>
                <a:lnTo>
                  <a:pt x="2521747" y="1054982"/>
                </a:lnTo>
                <a:lnTo>
                  <a:pt x="2523199" y="1054983"/>
                </a:lnTo>
                <a:lnTo>
                  <a:pt x="2524651" y="1054985"/>
                </a:lnTo>
                <a:lnTo>
                  <a:pt x="2526103" y="1054988"/>
                </a:lnTo>
                <a:lnTo>
                  <a:pt x="2527554" y="1054989"/>
                </a:lnTo>
                <a:lnTo>
                  <a:pt x="2529006" y="1054991"/>
                </a:lnTo>
                <a:lnTo>
                  <a:pt x="2530458" y="1054991"/>
                </a:lnTo>
                <a:lnTo>
                  <a:pt x="2531910" y="1054992"/>
                </a:lnTo>
                <a:lnTo>
                  <a:pt x="2533362" y="1054993"/>
                </a:lnTo>
                <a:lnTo>
                  <a:pt x="2534813" y="1054995"/>
                </a:lnTo>
                <a:lnTo>
                  <a:pt x="2536265" y="1054996"/>
                </a:lnTo>
                <a:lnTo>
                  <a:pt x="2537717" y="1054998"/>
                </a:lnTo>
                <a:lnTo>
                  <a:pt x="2539169" y="1054998"/>
                </a:lnTo>
                <a:lnTo>
                  <a:pt x="2540620" y="1055000"/>
                </a:lnTo>
                <a:lnTo>
                  <a:pt x="2542072" y="1055001"/>
                </a:lnTo>
                <a:lnTo>
                  <a:pt x="2543524" y="1055003"/>
                </a:lnTo>
                <a:lnTo>
                  <a:pt x="2544976" y="1055006"/>
                </a:lnTo>
                <a:lnTo>
                  <a:pt x="2546428" y="1055007"/>
                </a:lnTo>
                <a:lnTo>
                  <a:pt x="2547879" y="1055008"/>
                </a:lnTo>
                <a:lnTo>
                  <a:pt x="2549331" y="1055009"/>
                </a:lnTo>
                <a:lnTo>
                  <a:pt x="2550783" y="1055010"/>
                </a:lnTo>
                <a:lnTo>
                  <a:pt x="2552235" y="1055010"/>
                </a:lnTo>
                <a:lnTo>
                  <a:pt x="2553686" y="1055013"/>
                </a:lnTo>
                <a:lnTo>
                  <a:pt x="2555138" y="1055014"/>
                </a:lnTo>
                <a:lnTo>
                  <a:pt x="2556590" y="1055015"/>
                </a:lnTo>
                <a:lnTo>
                  <a:pt x="2558042" y="1055016"/>
                </a:lnTo>
                <a:lnTo>
                  <a:pt x="2559494" y="1055017"/>
                </a:lnTo>
                <a:lnTo>
                  <a:pt x="2560945" y="1055018"/>
                </a:lnTo>
                <a:lnTo>
                  <a:pt x="2562397" y="1055019"/>
                </a:lnTo>
                <a:lnTo>
                  <a:pt x="2563849" y="1055019"/>
                </a:lnTo>
                <a:lnTo>
                  <a:pt x="2565301" y="1055020"/>
                </a:lnTo>
                <a:lnTo>
                  <a:pt x="2566753" y="1055021"/>
                </a:lnTo>
                <a:lnTo>
                  <a:pt x="2568204" y="1055021"/>
                </a:lnTo>
                <a:lnTo>
                  <a:pt x="2569656" y="1055022"/>
                </a:lnTo>
                <a:lnTo>
                  <a:pt x="2571108" y="1055024"/>
                </a:lnTo>
                <a:lnTo>
                  <a:pt x="2572560" y="1055024"/>
                </a:lnTo>
                <a:lnTo>
                  <a:pt x="2574011" y="1055025"/>
                </a:lnTo>
                <a:lnTo>
                  <a:pt x="2575463" y="1055026"/>
                </a:lnTo>
                <a:lnTo>
                  <a:pt x="2576915" y="1055027"/>
                </a:lnTo>
                <a:lnTo>
                  <a:pt x="2578367" y="1055028"/>
                </a:lnTo>
                <a:lnTo>
                  <a:pt x="2579819" y="1055030"/>
                </a:lnTo>
                <a:lnTo>
                  <a:pt x="2581270" y="1055031"/>
                </a:lnTo>
                <a:lnTo>
                  <a:pt x="2582722" y="1055031"/>
                </a:lnTo>
                <a:lnTo>
                  <a:pt x="2584174" y="1055032"/>
                </a:lnTo>
                <a:lnTo>
                  <a:pt x="2585626" y="1055034"/>
                </a:lnTo>
                <a:lnTo>
                  <a:pt x="2587077" y="1055036"/>
                </a:lnTo>
                <a:lnTo>
                  <a:pt x="2588529" y="1055036"/>
                </a:lnTo>
                <a:lnTo>
                  <a:pt x="2589981" y="1055037"/>
                </a:lnTo>
                <a:lnTo>
                  <a:pt x="2591433" y="1055039"/>
                </a:lnTo>
                <a:lnTo>
                  <a:pt x="2592885" y="1055041"/>
                </a:lnTo>
                <a:lnTo>
                  <a:pt x="2594336" y="1055042"/>
                </a:lnTo>
                <a:lnTo>
                  <a:pt x="2595788" y="1055042"/>
                </a:lnTo>
                <a:lnTo>
                  <a:pt x="2597240" y="1055044"/>
                </a:lnTo>
                <a:lnTo>
                  <a:pt x="2598692" y="1055045"/>
                </a:lnTo>
                <a:lnTo>
                  <a:pt x="2600144" y="1055046"/>
                </a:lnTo>
                <a:lnTo>
                  <a:pt x="2601595" y="1055047"/>
                </a:lnTo>
                <a:lnTo>
                  <a:pt x="2603047" y="1055052"/>
                </a:lnTo>
                <a:lnTo>
                  <a:pt x="2604499" y="1055056"/>
                </a:lnTo>
                <a:lnTo>
                  <a:pt x="2605951" y="1055058"/>
                </a:lnTo>
                <a:lnTo>
                  <a:pt x="2607402" y="1055065"/>
                </a:lnTo>
                <a:lnTo>
                  <a:pt x="2608854" y="1055072"/>
                </a:lnTo>
                <a:lnTo>
                  <a:pt x="2610306" y="1055073"/>
                </a:lnTo>
                <a:lnTo>
                  <a:pt x="2611758" y="1055076"/>
                </a:lnTo>
                <a:lnTo>
                  <a:pt x="2613210" y="1055077"/>
                </a:lnTo>
                <a:lnTo>
                  <a:pt x="2614661" y="1055081"/>
                </a:lnTo>
                <a:lnTo>
                  <a:pt x="2616113" y="1055083"/>
                </a:lnTo>
                <a:lnTo>
                  <a:pt x="2617565" y="1055089"/>
                </a:lnTo>
                <a:lnTo>
                  <a:pt x="2619017" y="1055095"/>
                </a:lnTo>
                <a:lnTo>
                  <a:pt x="2620468" y="1055096"/>
                </a:lnTo>
                <a:lnTo>
                  <a:pt x="2621920" y="1055099"/>
                </a:lnTo>
                <a:lnTo>
                  <a:pt x="2623372" y="1055101"/>
                </a:lnTo>
                <a:lnTo>
                  <a:pt x="2624824" y="1055106"/>
                </a:lnTo>
                <a:lnTo>
                  <a:pt x="2626276" y="1055109"/>
                </a:lnTo>
                <a:lnTo>
                  <a:pt x="2627727" y="1055112"/>
                </a:lnTo>
                <a:lnTo>
                  <a:pt x="2629179" y="1055116"/>
                </a:lnTo>
                <a:lnTo>
                  <a:pt x="2630631" y="1055118"/>
                </a:lnTo>
                <a:lnTo>
                  <a:pt x="2632083" y="1055121"/>
                </a:lnTo>
                <a:lnTo>
                  <a:pt x="2633535" y="1055124"/>
                </a:lnTo>
                <a:lnTo>
                  <a:pt x="2634986" y="1055127"/>
                </a:lnTo>
                <a:lnTo>
                  <a:pt x="2636438" y="1055128"/>
                </a:lnTo>
                <a:lnTo>
                  <a:pt x="2637890" y="1055129"/>
                </a:lnTo>
                <a:lnTo>
                  <a:pt x="2639342" y="1055131"/>
                </a:lnTo>
                <a:lnTo>
                  <a:pt x="2640793" y="1055133"/>
                </a:lnTo>
                <a:lnTo>
                  <a:pt x="2642245" y="1055134"/>
                </a:lnTo>
                <a:lnTo>
                  <a:pt x="2643697" y="1055135"/>
                </a:lnTo>
                <a:lnTo>
                  <a:pt x="2645149" y="1055137"/>
                </a:lnTo>
                <a:lnTo>
                  <a:pt x="2646601" y="1055138"/>
                </a:lnTo>
                <a:lnTo>
                  <a:pt x="2648052" y="1055142"/>
                </a:lnTo>
                <a:lnTo>
                  <a:pt x="2649504" y="1055142"/>
                </a:lnTo>
                <a:lnTo>
                  <a:pt x="2650956" y="1055146"/>
                </a:lnTo>
                <a:lnTo>
                  <a:pt x="2652408" y="1055147"/>
                </a:lnTo>
                <a:lnTo>
                  <a:pt x="2653860" y="1055147"/>
                </a:lnTo>
                <a:lnTo>
                  <a:pt x="2655311" y="1055148"/>
                </a:lnTo>
                <a:lnTo>
                  <a:pt x="2656763" y="1055151"/>
                </a:lnTo>
                <a:lnTo>
                  <a:pt x="2658215" y="1055154"/>
                </a:lnTo>
                <a:lnTo>
                  <a:pt x="2659667" y="1055155"/>
                </a:lnTo>
                <a:lnTo>
                  <a:pt x="2661118" y="1055156"/>
                </a:lnTo>
                <a:lnTo>
                  <a:pt x="2662570" y="1055157"/>
                </a:lnTo>
                <a:lnTo>
                  <a:pt x="2664022" y="1055158"/>
                </a:lnTo>
                <a:lnTo>
                  <a:pt x="2665474" y="1055160"/>
                </a:lnTo>
                <a:lnTo>
                  <a:pt x="2666926" y="1055161"/>
                </a:lnTo>
                <a:lnTo>
                  <a:pt x="2668377" y="1055161"/>
                </a:lnTo>
                <a:lnTo>
                  <a:pt x="2669829" y="1055163"/>
                </a:lnTo>
                <a:lnTo>
                  <a:pt x="2671281" y="1055164"/>
                </a:lnTo>
                <a:lnTo>
                  <a:pt x="2672733" y="1055165"/>
                </a:lnTo>
                <a:lnTo>
                  <a:pt x="2674184" y="1055166"/>
                </a:lnTo>
                <a:lnTo>
                  <a:pt x="2675636" y="1055168"/>
                </a:lnTo>
                <a:lnTo>
                  <a:pt x="2677088" y="1055168"/>
                </a:lnTo>
                <a:lnTo>
                  <a:pt x="2678540" y="1055169"/>
                </a:lnTo>
                <a:lnTo>
                  <a:pt x="2679992" y="1055169"/>
                </a:lnTo>
                <a:lnTo>
                  <a:pt x="2681443" y="1055170"/>
                </a:lnTo>
                <a:lnTo>
                  <a:pt x="2682895" y="1055171"/>
                </a:lnTo>
                <a:lnTo>
                  <a:pt x="2684347" y="1055172"/>
                </a:lnTo>
                <a:lnTo>
                  <a:pt x="2685799" y="1055173"/>
                </a:lnTo>
                <a:lnTo>
                  <a:pt x="2687251" y="1055174"/>
                </a:lnTo>
                <a:lnTo>
                  <a:pt x="2688702" y="1055175"/>
                </a:lnTo>
                <a:lnTo>
                  <a:pt x="2690154" y="1055176"/>
                </a:lnTo>
                <a:lnTo>
                  <a:pt x="2691606" y="1055177"/>
                </a:lnTo>
                <a:lnTo>
                  <a:pt x="2693058" y="1055177"/>
                </a:lnTo>
                <a:lnTo>
                  <a:pt x="2694509" y="1055178"/>
                </a:lnTo>
                <a:lnTo>
                  <a:pt x="2695961" y="1055180"/>
                </a:lnTo>
                <a:lnTo>
                  <a:pt x="2697413" y="1055180"/>
                </a:lnTo>
                <a:lnTo>
                  <a:pt x="2698865" y="1055181"/>
                </a:lnTo>
                <a:lnTo>
                  <a:pt x="2700317" y="1055182"/>
                </a:lnTo>
                <a:lnTo>
                  <a:pt x="2701768" y="1055183"/>
                </a:lnTo>
                <a:lnTo>
                  <a:pt x="2703220" y="1055184"/>
                </a:lnTo>
                <a:lnTo>
                  <a:pt x="2704672" y="1055185"/>
                </a:lnTo>
                <a:lnTo>
                  <a:pt x="2706124" y="1055185"/>
                </a:lnTo>
                <a:lnTo>
                  <a:pt x="2707575" y="1055186"/>
                </a:lnTo>
                <a:lnTo>
                  <a:pt x="2709027" y="1055188"/>
                </a:lnTo>
                <a:lnTo>
                  <a:pt x="2710479" y="1055188"/>
                </a:lnTo>
                <a:lnTo>
                  <a:pt x="2711931" y="1055190"/>
                </a:lnTo>
                <a:lnTo>
                  <a:pt x="2713383" y="1055190"/>
                </a:lnTo>
                <a:lnTo>
                  <a:pt x="2714834" y="1055190"/>
                </a:lnTo>
                <a:lnTo>
                  <a:pt x="2716286" y="1055191"/>
                </a:lnTo>
                <a:lnTo>
                  <a:pt x="2717738" y="1055191"/>
                </a:lnTo>
                <a:lnTo>
                  <a:pt x="2719190" y="1055192"/>
                </a:lnTo>
                <a:lnTo>
                  <a:pt x="2720642" y="1055192"/>
                </a:lnTo>
                <a:lnTo>
                  <a:pt x="2722093" y="1055193"/>
                </a:lnTo>
                <a:lnTo>
                  <a:pt x="2723545" y="1055194"/>
                </a:lnTo>
                <a:lnTo>
                  <a:pt x="2724997" y="1055195"/>
                </a:lnTo>
                <a:lnTo>
                  <a:pt x="2726449" y="1055195"/>
                </a:lnTo>
                <a:lnTo>
                  <a:pt x="2727900" y="1055197"/>
                </a:lnTo>
                <a:lnTo>
                  <a:pt x="2729352" y="1055198"/>
                </a:lnTo>
                <a:lnTo>
                  <a:pt x="2730804" y="1055199"/>
                </a:lnTo>
                <a:lnTo>
                  <a:pt x="2732256" y="1270542"/>
                </a:lnTo>
                <a:lnTo>
                  <a:pt x="2733708" y="1055196"/>
                </a:lnTo>
                <a:lnTo>
                  <a:pt x="2735159" y="1055181"/>
                </a:lnTo>
                <a:lnTo>
                  <a:pt x="2736611" y="1055150"/>
                </a:lnTo>
                <a:lnTo>
                  <a:pt x="2738063" y="1055114"/>
                </a:lnTo>
                <a:lnTo>
                  <a:pt x="2739515" y="1055057"/>
                </a:lnTo>
                <a:lnTo>
                  <a:pt x="2740966" y="1054925"/>
                </a:lnTo>
                <a:lnTo>
                  <a:pt x="2742418" y="1054860"/>
                </a:lnTo>
                <a:lnTo>
                  <a:pt x="2743870" y="1054513"/>
                </a:lnTo>
                <a:lnTo>
                  <a:pt x="2745322" y="1054276"/>
                </a:lnTo>
                <a:lnTo>
                  <a:pt x="2746774" y="1054100"/>
                </a:lnTo>
                <a:lnTo>
                  <a:pt x="2748225" y="1053732"/>
                </a:lnTo>
                <a:lnTo>
                  <a:pt x="2749677" y="1053128"/>
                </a:lnTo>
                <a:lnTo>
                  <a:pt x="2751129" y="1052588"/>
                </a:lnTo>
                <a:lnTo>
                  <a:pt x="2752581" y="1051276"/>
                </a:lnTo>
                <a:lnTo>
                  <a:pt x="2754033" y="1050517"/>
                </a:lnTo>
                <a:lnTo>
                  <a:pt x="2755484" y="1049772"/>
                </a:lnTo>
                <a:lnTo>
                  <a:pt x="2756936" y="1047905"/>
                </a:lnTo>
                <a:lnTo>
                  <a:pt x="2758388" y="1045847"/>
                </a:lnTo>
                <a:lnTo>
                  <a:pt x="2759840" y="1042926"/>
                </a:lnTo>
                <a:lnTo>
                  <a:pt x="2761291" y="1041240"/>
                </a:lnTo>
                <a:lnTo>
                  <a:pt x="2762743" y="1038350"/>
                </a:lnTo>
                <a:lnTo>
                  <a:pt x="2764195" y="1035951"/>
                </a:lnTo>
                <a:lnTo>
                  <a:pt x="2765647" y="1035151"/>
                </a:lnTo>
                <a:lnTo>
                  <a:pt x="2767099" y="1037432"/>
                </a:lnTo>
                <a:lnTo>
                  <a:pt x="2768550" y="1040649"/>
                </a:lnTo>
                <a:lnTo>
                  <a:pt x="2770002" y="1041958"/>
                </a:lnTo>
                <a:lnTo>
                  <a:pt x="2771454" y="1044841"/>
                </a:lnTo>
                <a:lnTo>
                  <a:pt x="2772906" y="1046387"/>
                </a:lnTo>
                <a:lnTo>
                  <a:pt x="2774357" y="1048274"/>
                </a:lnTo>
                <a:lnTo>
                  <a:pt x="2775809" y="1050146"/>
                </a:lnTo>
                <a:lnTo>
                  <a:pt x="2777261" y="1051047"/>
                </a:lnTo>
                <a:lnTo>
                  <a:pt x="2778713" y="1052569"/>
                </a:lnTo>
                <a:lnTo>
                  <a:pt x="2780165" y="1052786"/>
                </a:lnTo>
                <a:lnTo>
                  <a:pt x="2781616" y="1053309"/>
                </a:lnTo>
                <a:lnTo>
                  <a:pt x="2783068" y="1053934"/>
                </a:lnTo>
                <a:lnTo>
                  <a:pt x="2784520" y="1054169"/>
                </a:lnTo>
                <a:lnTo>
                  <a:pt x="2785972" y="1054453"/>
                </a:lnTo>
                <a:lnTo>
                  <a:pt x="2787424" y="1054719"/>
                </a:lnTo>
                <a:lnTo>
                  <a:pt x="2788875" y="1054887"/>
                </a:lnTo>
                <a:lnTo>
                  <a:pt x="2790327" y="1054962"/>
                </a:lnTo>
                <a:lnTo>
                  <a:pt x="2791779" y="1055098"/>
                </a:lnTo>
                <a:lnTo>
                  <a:pt x="2793231" y="1055132"/>
                </a:lnTo>
                <a:lnTo>
                  <a:pt x="2794682" y="1055170"/>
                </a:lnTo>
                <a:lnTo>
                  <a:pt x="2796134" y="1055185"/>
                </a:lnTo>
                <a:lnTo>
                  <a:pt x="2797586" y="1055199"/>
                </a:lnTo>
                <a:lnTo>
                  <a:pt x="2799038" y="1055200"/>
                </a:lnTo>
                <a:lnTo>
                  <a:pt x="2800490" y="1055200"/>
                </a:lnTo>
                <a:lnTo>
                  <a:pt x="2801941" y="1055201"/>
                </a:lnTo>
                <a:lnTo>
                  <a:pt x="2803393" y="1055201"/>
                </a:lnTo>
                <a:lnTo>
                  <a:pt x="2804845" y="1055202"/>
                </a:lnTo>
                <a:lnTo>
                  <a:pt x="2806297" y="1055204"/>
                </a:lnTo>
                <a:lnTo>
                  <a:pt x="2807749" y="1055205"/>
                </a:lnTo>
                <a:lnTo>
                  <a:pt x="2809200" y="1055207"/>
                </a:lnTo>
                <a:lnTo>
                  <a:pt x="2810652" y="1055208"/>
                </a:lnTo>
                <a:lnTo>
                  <a:pt x="2812104" y="1055209"/>
                </a:lnTo>
                <a:lnTo>
                  <a:pt x="2813556" y="1055210"/>
                </a:lnTo>
                <a:lnTo>
                  <a:pt x="2815007" y="1055210"/>
                </a:lnTo>
                <a:lnTo>
                  <a:pt x="2816459" y="1055212"/>
                </a:lnTo>
                <a:lnTo>
                  <a:pt x="2817911" y="1055214"/>
                </a:lnTo>
                <a:lnTo>
                  <a:pt x="2819363" y="1055215"/>
                </a:lnTo>
                <a:lnTo>
                  <a:pt x="2820815" y="1055217"/>
                </a:lnTo>
                <a:lnTo>
                  <a:pt x="2822266" y="1055218"/>
                </a:lnTo>
                <a:lnTo>
                  <a:pt x="2823718" y="1055219"/>
                </a:lnTo>
                <a:lnTo>
                  <a:pt x="2825170" y="1055220"/>
                </a:lnTo>
                <a:lnTo>
                  <a:pt x="2826622" y="1055221"/>
                </a:lnTo>
                <a:lnTo>
                  <a:pt x="2828073" y="1055222"/>
                </a:lnTo>
                <a:lnTo>
                  <a:pt x="2829525" y="1055224"/>
                </a:lnTo>
                <a:lnTo>
                  <a:pt x="2830977" y="1055225"/>
                </a:lnTo>
                <a:lnTo>
                  <a:pt x="2832429" y="1055225"/>
                </a:lnTo>
                <a:lnTo>
                  <a:pt x="2833881" y="1055226"/>
                </a:lnTo>
                <a:lnTo>
                  <a:pt x="2835332" y="1055227"/>
                </a:lnTo>
                <a:lnTo>
                  <a:pt x="2836784" y="1055228"/>
                </a:lnTo>
                <a:lnTo>
                  <a:pt x="2838236" y="1055230"/>
                </a:lnTo>
                <a:lnTo>
                  <a:pt x="2839688" y="1055231"/>
                </a:lnTo>
                <a:lnTo>
                  <a:pt x="2841140" y="1055231"/>
                </a:lnTo>
                <a:lnTo>
                  <a:pt x="2842591" y="1055232"/>
                </a:lnTo>
                <a:lnTo>
                  <a:pt x="2844043" y="1055232"/>
                </a:lnTo>
                <a:lnTo>
                  <a:pt x="2845495" y="1055233"/>
                </a:lnTo>
                <a:lnTo>
                  <a:pt x="2846947" y="1055235"/>
                </a:lnTo>
                <a:lnTo>
                  <a:pt x="2848398" y="1055237"/>
                </a:lnTo>
                <a:lnTo>
                  <a:pt x="2849850" y="1055237"/>
                </a:lnTo>
                <a:lnTo>
                  <a:pt x="2851302" y="1055238"/>
                </a:lnTo>
                <a:lnTo>
                  <a:pt x="2852754" y="1055238"/>
                </a:lnTo>
                <a:lnTo>
                  <a:pt x="2854206" y="1055239"/>
                </a:lnTo>
                <a:lnTo>
                  <a:pt x="2855657" y="1055241"/>
                </a:lnTo>
                <a:lnTo>
                  <a:pt x="2857109" y="1055242"/>
                </a:lnTo>
                <a:lnTo>
                  <a:pt x="2858561" y="1055242"/>
                </a:lnTo>
                <a:lnTo>
                  <a:pt x="2860013" y="1055242"/>
                </a:lnTo>
                <a:lnTo>
                  <a:pt x="2861464" y="1055243"/>
                </a:lnTo>
                <a:lnTo>
                  <a:pt x="2862916" y="1055244"/>
                </a:lnTo>
                <a:lnTo>
                  <a:pt x="2864368" y="1055245"/>
                </a:lnTo>
                <a:lnTo>
                  <a:pt x="2865820" y="1055246"/>
                </a:lnTo>
                <a:lnTo>
                  <a:pt x="2867272" y="1055247"/>
                </a:lnTo>
                <a:lnTo>
                  <a:pt x="2868723" y="1055247"/>
                </a:lnTo>
                <a:lnTo>
                  <a:pt x="2870175" y="1055247"/>
                </a:lnTo>
                <a:lnTo>
                  <a:pt x="2871627" y="1055248"/>
                </a:lnTo>
                <a:lnTo>
                  <a:pt x="2873079" y="1055249"/>
                </a:lnTo>
                <a:lnTo>
                  <a:pt x="2874531" y="1055249"/>
                </a:lnTo>
                <a:lnTo>
                  <a:pt x="2875982" y="1055250"/>
                </a:lnTo>
                <a:lnTo>
                  <a:pt x="2877434" y="1055250"/>
                </a:lnTo>
                <a:lnTo>
                  <a:pt x="2878886" y="1055251"/>
                </a:lnTo>
                <a:lnTo>
                  <a:pt x="2880338" y="1055251"/>
                </a:lnTo>
                <a:lnTo>
                  <a:pt x="2881789" y="1055252"/>
                </a:lnTo>
                <a:lnTo>
                  <a:pt x="2883241" y="1055252"/>
                </a:lnTo>
                <a:lnTo>
                  <a:pt x="2884693" y="1055253"/>
                </a:lnTo>
                <a:lnTo>
                  <a:pt x="2886145" y="1055253"/>
                </a:lnTo>
                <a:lnTo>
                  <a:pt x="2887597" y="1055254"/>
                </a:lnTo>
                <a:lnTo>
                  <a:pt x="2889048" y="1055254"/>
                </a:lnTo>
                <a:lnTo>
                  <a:pt x="2890500" y="1055255"/>
                </a:lnTo>
                <a:lnTo>
                  <a:pt x="2891952" y="1055255"/>
                </a:lnTo>
                <a:lnTo>
                  <a:pt x="2893404" y="1055256"/>
                </a:lnTo>
                <a:lnTo>
                  <a:pt x="2894855" y="1055256"/>
                </a:lnTo>
                <a:lnTo>
                  <a:pt x="2896307" y="1055256"/>
                </a:lnTo>
                <a:lnTo>
                  <a:pt x="2897759" y="1055257"/>
                </a:lnTo>
                <a:lnTo>
                  <a:pt x="2899211" y="1055257"/>
                </a:lnTo>
                <a:lnTo>
                  <a:pt x="2900663" y="1055257"/>
                </a:lnTo>
                <a:lnTo>
                  <a:pt x="2902114" y="1055258"/>
                </a:lnTo>
                <a:lnTo>
                  <a:pt x="2903566" y="1055258"/>
                </a:lnTo>
                <a:lnTo>
                  <a:pt x="2905018" y="1055258"/>
                </a:lnTo>
                <a:lnTo>
                  <a:pt x="2906470" y="1055259"/>
                </a:lnTo>
                <a:lnTo>
                  <a:pt x="2907922" y="1055259"/>
                </a:lnTo>
                <a:lnTo>
                  <a:pt x="2909373" y="1055259"/>
                </a:lnTo>
                <a:lnTo>
                  <a:pt x="2910825" y="1055260"/>
                </a:lnTo>
                <a:lnTo>
                  <a:pt x="2912277" y="1055260"/>
                </a:lnTo>
                <a:lnTo>
                  <a:pt x="2913729" y="1055260"/>
                </a:lnTo>
                <a:lnTo>
                  <a:pt x="2915180" y="1055261"/>
                </a:lnTo>
                <a:lnTo>
                  <a:pt x="2916632" y="1055261"/>
                </a:lnTo>
                <a:lnTo>
                  <a:pt x="2918084" y="1055261"/>
                </a:lnTo>
                <a:lnTo>
                  <a:pt x="2919536" y="1055261"/>
                </a:lnTo>
                <a:lnTo>
                  <a:pt x="2920988" y="1055262"/>
                </a:lnTo>
                <a:lnTo>
                  <a:pt x="2922439" y="1055262"/>
                </a:lnTo>
                <a:lnTo>
                  <a:pt x="2923891" y="1055262"/>
                </a:lnTo>
                <a:lnTo>
                  <a:pt x="2925343" y="1055262"/>
                </a:lnTo>
                <a:lnTo>
                  <a:pt x="2926795" y="1055263"/>
                </a:lnTo>
                <a:lnTo>
                  <a:pt x="2928247" y="1055263"/>
                </a:lnTo>
                <a:lnTo>
                  <a:pt x="2929698" y="1055263"/>
                </a:lnTo>
                <a:lnTo>
                  <a:pt x="2931150" y="1055263"/>
                </a:lnTo>
                <a:lnTo>
                  <a:pt x="2932602" y="1055263"/>
                </a:lnTo>
                <a:lnTo>
                  <a:pt x="2934054" y="1055264"/>
                </a:lnTo>
                <a:lnTo>
                  <a:pt x="2935505" y="1055264"/>
                </a:lnTo>
                <a:lnTo>
                  <a:pt x="2936957" y="1055264"/>
                </a:lnTo>
                <a:lnTo>
                  <a:pt x="2938409" y="1055264"/>
                </a:lnTo>
                <a:lnTo>
                  <a:pt x="2939861" y="1055264"/>
                </a:lnTo>
                <a:lnTo>
                  <a:pt x="2941313" y="1055265"/>
                </a:lnTo>
                <a:lnTo>
                  <a:pt x="2942764" y="1055265"/>
                </a:lnTo>
                <a:lnTo>
                  <a:pt x="2944216" y="1055265"/>
                </a:lnTo>
                <a:lnTo>
                  <a:pt x="2945668" y="1055265"/>
                </a:lnTo>
                <a:lnTo>
                  <a:pt x="2947120" y="1055265"/>
                </a:lnTo>
                <a:lnTo>
                  <a:pt x="2948571" y="1055266"/>
                </a:lnTo>
                <a:lnTo>
                  <a:pt x="2950023" y="1055266"/>
                </a:lnTo>
                <a:lnTo>
                  <a:pt x="2951475" y="1055266"/>
                </a:lnTo>
                <a:lnTo>
                  <a:pt x="2952927" y="1055266"/>
                </a:lnTo>
                <a:lnTo>
                  <a:pt x="2954379" y="1055267"/>
                </a:lnTo>
                <a:lnTo>
                  <a:pt x="2955830" y="1055267"/>
                </a:lnTo>
                <a:lnTo>
                  <a:pt x="2957282" y="1055267"/>
                </a:lnTo>
                <a:lnTo>
                  <a:pt x="2958734" y="1055268"/>
                </a:lnTo>
                <a:lnTo>
                  <a:pt x="2960186" y="1055268"/>
                </a:lnTo>
                <a:lnTo>
                  <a:pt x="2961638" y="1055268"/>
                </a:lnTo>
                <a:lnTo>
                  <a:pt x="2963089" y="1055268"/>
                </a:lnTo>
                <a:lnTo>
                  <a:pt x="2964541" y="1055269"/>
                </a:lnTo>
                <a:lnTo>
                  <a:pt x="2965993" y="1055269"/>
                </a:lnTo>
                <a:lnTo>
                  <a:pt x="2967445" y="1055270"/>
                </a:lnTo>
                <a:lnTo>
                  <a:pt x="2968896" y="1055270"/>
                </a:lnTo>
                <a:lnTo>
                  <a:pt x="2970348" y="1055270"/>
                </a:lnTo>
                <a:lnTo>
                  <a:pt x="2971800" y="1055271"/>
                </a:lnTo>
              </a:path>
            </a:pathLst>
          </a:custGeom>
          <a:noFill/>
          <a:ln w="15240">
            <a:solidFill>
              <a:srgbClr val="009E73"/>
            </a:solidFill>
            <a:prstDash val="solid"/>
          </a:ln>
        </p:spPr>
      </p:sp>
      <p:sp>
        <p:nvSpPr>
          <p:cNvPr id="194" name="ellipse_193">
            <a:extLst>
              <a:ext uri="{FF2B5EF4-FFF2-40B4-BE49-F238E27FC236}">
                <ns2:creationId id="{293396A8-5B5E-420E-AFB7-0F2CB3270075}"/>
              </a:ext>
            </a:extLst>
          </p:cNvPr>
          <p:cNvSpPr>
            <a:spLocks noGrp="1"/>
          </p:cNvSpPr>
          <p:nvPr/>
        </p:nvSpPr>
        <p:spPr>
          <a:xfrm rot="0">
            <a:off x="9366250" y="3818093"/>
            <a:ext cx="66675" cy="66675"/>
          </a:xfrm>
          <a:prstGeom prst="ellipse">
            <a:avLst/>
          </a:prstGeom>
          <a:solidFill>
            <a:srgbClr val="FFFFFF"/>
          </a:solidFill>
          <a:ln w="17145">
            <a:solidFill>
              <a:srgbClr val="0072B2"/>
            </a:solidFill>
            <a:prstDash val="solid"/>
          </a:ln>
        </p:spPr>
      </p:sp>
      <p:sp>
        <p:nvSpPr>
          <p:cNvPr id="195" name="text_194">
            <a:extLst>
              <a:ext uri="{FF2B5EF4-FFF2-40B4-BE49-F238E27FC236}">
                <ns2:creationId id="{24D02948-CF2C-494C-B195-A3E714E092A3}"/>
              </a:ext>
            </a:extLst>
          </p:cNvPr>
          <p:cNvSpPr>
            <a:spLocks noGrp="1"/>
          </p:cNvSpPr>
          <p:nvPr/>
        </p:nvSpPr>
        <p:spPr>
          <a:xfrm rot="0">
            <a:off x="9180513" y="3641881"/>
            <a:ext cx="219075" cy="219075"/>
          </a:xfrm>
          <a:prstGeom prst="rect">
            <a:avLst/>
          </a:prstGeom>
          <a:noFill/>
          <a:ln w="0">
            <a:noFill/>
            <a:prstDash val="solid"/>
          </a:ln>
        </p:spPr>
        <p:txBody>
          <a:bodyPr wrap="none" lIns="0" tIns="0" rIns="0" bIns="0" anchor="t">
            <a:noAutofit/>
          </a:bodyPr>
          <a:lstStyle>
            <a:defPPr algn="l">
              <a:defRPr sz="1200" b="1">
                <a:solidFill>
                  <a:srgbClr val="0072B2"/>
                </a:solidFill>
                <a:latin typeface="Arial"/>
                <a:ea typeface="Arial"/>
                <a:cs typeface="Arial"/>
              </a:defRPr>
            </a:defPPr>
            <a:lvl1pPr algn="l">
              <a:defRPr sz="1200" b="1">
                <a:solidFill>
                  <a:srgbClr val="0072B2"/>
                </a:solidFill>
                <a:latin typeface="Arial"/>
                <a:ea typeface="Arial"/>
                <a:cs typeface="Arial"/>
              </a:defRPr>
            </a:lvl1pPr>
            <a:lvl2pPr algn="l">
              <a:defRPr sz="1200" b="1">
                <a:solidFill>
                  <a:srgbClr val="0072B2"/>
                </a:solidFill>
                <a:latin typeface="Arial"/>
                <a:ea typeface="Arial"/>
                <a:cs typeface="Arial"/>
              </a:defRPr>
            </a:lvl2pPr>
            <a:lvl3pPr algn="l">
              <a:defRPr sz="1200" b="1">
                <a:solidFill>
                  <a:srgbClr val="0072B2"/>
                </a:solidFill>
                <a:latin typeface="Arial"/>
                <a:ea typeface="Arial"/>
                <a:cs typeface="Arial"/>
              </a:defRPr>
            </a:lvl3pPr>
            <a:lvl4pPr algn="l">
              <a:defRPr sz="1200" b="1">
                <a:solidFill>
                  <a:srgbClr val="0072B2"/>
                </a:solidFill>
                <a:latin typeface="Arial"/>
                <a:ea typeface="Arial"/>
                <a:cs typeface="Arial"/>
              </a:defRPr>
            </a:lvl4pPr>
            <a:lvl5pPr algn="l">
              <a:defRPr sz="1200" b="1">
                <a:solidFill>
                  <a:srgbClr val="0072B2"/>
                </a:solidFill>
                <a:latin typeface="Arial"/>
                <a:ea typeface="Arial"/>
                <a:cs typeface="Arial"/>
              </a:defRPr>
            </a:lvl5pPr>
            <a:lvl6pPr algn="l">
              <a:defRPr sz="1200" b="1">
                <a:solidFill>
                  <a:srgbClr val="0072B2"/>
                </a:solidFill>
                <a:latin typeface="Arial"/>
                <a:ea typeface="Arial"/>
                <a:cs typeface="Arial"/>
              </a:defRPr>
            </a:lvl6pPr>
            <a:lvl7pPr algn="l">
              <a:defRPr sz="1200" b="1">
                <a:solidFill>
                  <a:srgbClr val="0072B2"/>
                </a:solidFill>
                <a:latin typeface="Arial"/>
                <a:ea typeface="Arial"/>
                <a:cs typeface="Arial"/>
              </a:defRPr>
            </a:lvl7pPr>
            <a:lvl8pPr algn="l">
              <a:defRPr sz="1200" b="1">
                <a:solidFill>
                  <a:srgbClr val="0072B2"/>
                </a:solidFill>
                <a:latin typeface="Arial"/>
                <a:ea typeface="Arial"/>
                <a:cs typeface="Arial"/>
              </a:defRPr>
            </a:lvl8pPr>
            <a:lvl9pPr algn="l">
              <a:defRPr sz="1200" b="1">
                <a:solidFill>
                  <a:srgbClr val="0072B2"/>
                </a:solidFill>
                <a:latin typeface="Arial"/>
                <a:ea typeface="Arial"/>
                <a:cs typeface="Arial"/>
              </a:defRPr>
            </a:lvl9pPr>
          </a:lstStyle>
          <a:p>
            <a:pPr algn="l">
              <a:defRPr sz="1200" b="1">
                <a:solidFill>
                  <a:srgbClr val="0072B2"/>
                </a:solidFill>
                <a:latin typeface="Arial"/>
                <a:ea typeface="Arial"/>
                <a:cs typeface="Arial"/>
              </a:defRPr>
            </a:pPr>
            <a:r>
              <a:rPr sz="1200" b="1">
                <a:solidFill>
                  <a:srgbClr val="0072B2"/>
                </a:solidFill>
                <a:latin typeface="Arial"/>
                <a:ea typeface="Arial"/>
                <a:cs typeface="Arial"/>
              </a:rPr>
              <a:t>A</a:t>
            </a:r>
          </a:p>
        </p:txBody>
      </p:sp>
      <p:sp>
        <p:nvSpPr>
          <p:cNvPr id="196" name="ellipse_195">
            <a:extLst>
              <a:ext uri="{FF2B5EF4-FFF2-40B4-BE49-F238E27FC236}">
                <ns2:creationId id="{5FB314AD-FB37-4443-AB82-E317177EA37D}"/>
              </a:ext>
            </a:extLst>
          </p:cNvPr>
          <p:cNvSpPr>
            <a:spLocks noGrp="1"/>
          </p:cNvSpPr>
          <p:nvPr/>
        </p:nvSpPr>
        <p:spPr>
          <a:xfrm rot="0">
            <a:off x="10966405" y="4375148"/>
            <a:ext cx="66675" cy="66675"/>
          </a:xfrm>
          <a:prstGeom prst="ellipse">
            <a:avLst/>
          </a:prstGeom>
          <a:solidFill>
            <a:srgbClr val="FFFFFF"/>
          </a:solidFill>
          <a:ln w="17145">
            <a:solidFill>
              <a:srgbClr val="D55E00"/>
            </a:solidFill>
            <a:prstDash val="solid"/>
          </a:ln>
        </p:spPr>
      </p:sp>
      <p:sp>
        <p:nvSpPr>
          <p:cNvPr id="197" name="text_196">
            <a:extLst>
              <a:ext uri="{FF2B5EF4-FFF2-40B4-BE49-F238E27FC236}">
                <ns2:creationId id="{F317290C-2197-48D4-BC4A-B88DA100F043}"/>
              </a:ext>
            </a:extLst>
          </p:cNvPr>
          <p:cNvSpPr>
            <a:spLocks noGrp="1"/>
          </p:cNvSpPr>
          <p:nvPr/>
        </p:nvSpPr>
        <p:spPr>
          <a:xfrm rot="0">
            <a:off x="11047367" y="4198935"/>
            <a:ext cx="219075" cy="219075"/>
          </a:xfrm>
          <a:prstGeom prst="rect">
            <a:avLst/>
          </a:prstGeom>
          <a:noFill/>
          <a:ln w="0">
            <a:noFill/>
            <a:prstDash val="solid"/>
          </a:ln>
        </p:spPr>
        <p:txBody>
          <a:bodyPr wrap="none" lIns="0" tIns="0" rIns="0" bIns="0" anchor="t">
            <a:noAutofit/>
          </a:bodyPr>
          <a:lstStyle>
            <a:defPPr algn="l">
              <a:defRPr sz="1200" b="1">
                <a:solidFill>
                  <a:srgbClr val="D55E00"/>
                </a:solidFill>
                <a:latin typeface="Arial"/>
                <a:ea typeface="Arial"/>
                <a:cs typeface="Arial"/>
              </a:defRPr>
            </a:defPPr>
            <a:lvl1pPr algn="l">
              <a:defRPr sz="1200" b="1">
                <a:solidFill>
                  <a:srgbClr val="D55E00"/>
                </a:solidFill>
                <a:latin typeface="Arial"/>
                <a:ea typeface="Arial"/>
                <a:cs typeface="Arial"/>
              </a:defRPr>
            </a:lvl1pPr>
            <a:lvl2pPr algn="l">
              <a:defRPr sz="1200" b="1">
                <a:solidFill>
                  <a:srgbClr val="D55E00"/>
                </a:solidFill>
                <a:latin typeface="Arial"/>
                <a:ea typeface="Arial"/>
                <a:cs typeface="Arial"/>
              </a:defRPr>
            </a:lvl2pPr>
            <a:lvl3pPr algn="l">
              <a:defRPr sz="1200" b="1">
                <a:solidFill>
                  <a:srgbClr val="D55E00"/>
                </a:solidFill>
                <a:latin typeface="Arial"/>
                <a:ea typeface="Arial"/>
                <a:cs typeface="Arial"/>
              </a:defRPr>
            </a:lvl3pPr>
            <a:lvl4pPr algn="l">
              <a:defRPr sz="1200" b="1">
                <a:solidFill>
                  <a:srgbClr val="D55E00"/>
                </a:solidFill>
                <a:latin typeface="Arial"/>
                <a:ea typeface="Arial"/>
                <a:cs typeface="Arial"/>
              </a:defRPr>
            </a:lvl4pPr>
            <a:lvl5pPr algn="l">
              <a:defRPr sz="1200" b="1">
                <a:solidFill>
                  <a:srgbClr val="D55E00"/>
                </a:solidFill>
                <a:latin typeface="Arial"/>
                <a:ea typeface="Arial"/>
                <a:cs typeface="Arial"/>
              </a:defRPr>
            </a:lvl5pPr>
            <a:lvl6pPr algn="l">
              <a:defRPr sz="1200" b="1">
                <a:solidFill>
                  <a:srgbClr val="D55E00"/>
                </a:solidFill>
                <a:latin typeface="Arial"/>
                <a:ea typeface="Arial"/>
                <a:cs typeface="Arial"/>
              </a:defRPr>
            </a:lvl6pPr>
            <a:lvl7pPr algn="l">
              <a:defRPr sz="1200" b="1">
                <a:solidFill>
                  <a:srgbClr val="D55E00"/>
                </a:solidFill>
                <a:latin typeface="Arial"/>
                <a:ea typeface="Arial"/>
                <a:cs typeface="Arial"/>
              </a:defRPr>
            </a:lvl7pPr>
            <a:lvl8pPr algn="l">
              <a:defRPr sz="1200" b="1">
                <a:solidFill>
                  <a:srgbClr val="D55E00"/>
                </a:solidFill>
                <a:latin typeface="Arial"/>
                <a:ea typeface="Arial"/>
                <a:cs typeface="Arial"/>
              </a:defRPr>
            </a:lvl8pPr>
            <a:lvl9pPr algn="l">
              <a:defRPr sz="1200" b="1">
                <a:solidFill>
                  <a:srgbClr val="D55E00"/>
                </a:solidFill>
                <a:latin typeface="Arial"/>
                <a:ea typeface="Arial"/>
                <a:cs typeface="Arial"/>
              </a:defRPr>
            </a:lvl9pPr>
          </a:lstStyle>
          <a:p>
            <a:pPr algn="l">
              <a:defRPr sz="1200" b="1">
                <a:solidFill>
                  <a:srgbClr val="D55E00"/>
                </a:solidFill>
                <a:latin typeface="Arial"/>
                <a:ea typeface="Arial"/>
                <a:cs typeface="Arial"/>
              </a:defRPr>
            </a:pPr>
            <a:r>
              <a:rPr sz="1200" b="1">
                <a:solidFill>
                  <a:srgbClr val="D55E00"/>
                </a:solidFill>
                <a:latin typeface="Arial"/>
                <a:ea typeface="Arial"/>
                <a:cs typeface="Arial"/>
              </a:rPr>
              <a:t>B</a:t>
            </a:r>
          </a:p>
        </p:txBody>
      </p:sp>
      <p:sp>
        <p:nvSpPr>
          <p:cNvPr id="198" name="ellipse_197">
            <a:extLst>
              <a:ext uri="{FF2B5EF4-FFF2-40B4-BE49-F238E27FC236}">
                <ns2:creationId id="{5F0BE903-D4A6-4C3E-A401-278754BF7C78}"/>
              </a:ext>
            </a:extLst>
          </p:cNvPr>
          <p:cNvSpPr>
            <a:spLocks noGrp="1"/>
          </p:cNvSpPr>
          <p:nvPr/>
        </p:nvSpPr>
        <p:spPr>
          <a:xfrm rot="0">
            <a:off x="10126228" y="4569142"/>
            <a:ext cx="66675" cy="66675"/>
          </a:xfrm>
          <a:prstGeom prst="ellipse">
            <a:avLst/>
          </a:prstGeom>
          <a:solidFill>
            <a:srgbClr val="FFFFFF"/>
          </a:solidFill>
          <a:ln w="17145">
            <a:solidFill>
              <a:srgbClr val="009E73"/>
            </a:solidFill>
            <a:prstDash val="solid"/>
          </a:ln>
        </p:spPr>
      </p:sp>
      <p:sp>
        <p:nvSpPr>
          <p:cNvPr id="199" name="text_198">
            <a:extLst>
              <a:ext uri="{FF2B5EF4-FFF2-40B4-BE49-F238E27FC236}">
                <ns2:creationId id="{D13E7DAE-DED4-434C-BB36-CD020AE1A788}"/>
              </a:ext>
            </a:extLst>
          </p:cNvPr>
          <p:cNvSpPr>
            <a:spLocks noGrp="1"/>
          </p:cNvSpPr>
          <p:nvPr/>
        </p:nvSpPr>
        <p:spPr>
          <a:xfrm rot="0">
            <a:off x="10207190" y="4392929"/>
            <a:ext cx="219075" cy="219075"/>
          </a:xfrm>
          <a:prstGeom prst="rect">
            <a:avLst/>
          </a:prstGeom>
          <a:noFill/>
          <a:ln w="0">
            <a:noFill/>
            <a:prstDash val="solid"/>
          </a:ln>
        </p:spPr>
        <p:txBody>
          <a:bodyPr wrap="none" lIns="0" tIns="0" rIns="0" bIns="0" anchor="t">
            <a:noAutofit/>
          </a:bodyPr>
          <a:lstStyle>
            <a:defPPr algn="l">
              <a:defRPr sz="1200" b="1">
                <a:solidFill>
                  <a:srgbClr val="009E73"/>
                </a:solidFill>
                <a:latin typeface="Arial"/>
                <a:ea typeface="Arial"/>
                <a:cs typeface="Arial"/>
              </a:defRPr>
            </a:defPPr>
            <a:lvl1pPr algn="l">
              <a:defRPr sz="1200" b="1">
                <a:solidFill>
                  <a:srgbClr val="009E73"/>
                </a:solidFill>
                <a:latin typeface="Arial"/>
                <a:ea typeface="Arial"/>
                <a:cs typeface="Arial"/>
              </a:defRPr>
            </a:lvl1pPr>
            <a:lvl2pPr algn="l">
              <a:defRPr sz="1200" b="1">
                <a:solidFill>
                  <a:srgbClr val="009E73"/>
                </a:solidFill>
                <a:latin typeface="Arial"/>
                <a:ea typeface="Arial"/>
                <a:cs typeface="Arial"/>
              </a:defRPr>
            </a:lvl2pPr>
            <a:lvl3pPr algn="l">
              <a:defRPr sz="1200" b="1">
                <a:solidFill>
                  <a:srgbClr val="009E73"/>
                </a:solidFill>
                <a:latin typeface="Arial"/>
                <a:ea typeface="Arial"/>
                <a:cs typeface="Arial"/>
              </a:defRPr>
            </a:lvl3pPr>
            <a:lvl4pPr algn="l">
              <a:defRPr sz="1200" b="1">
                <a:solidFill>
                  <a:srgbClr val="009E73"/>
                </a:solidFill>
                <a:latin typeface="Arial"/>
                <a:ea typeface="Arial"/>
                <a:cs typeface="Arial"/>
              </a:defRPr>
            </a:lvl4pPr>
            <a:lvl5pPr algn="l">
              <a:defRPr sz="1200" b="1">
                <a:solidFill>
                  <a:srgbClr val="009E73"/>
                </a:solidFill>
                <a:latin typeface="Arial"/>
                <a:ea typeface="Arial"/>
                <a:cs typeface="Arial"/>
              </a:defRPr>
            </a:lvl5pPr>
            <a:lvl6pPr algn="l">
              <a:defRPr sz="1200" b="1">
                <a:solidFill>
                  <a:srgbClr val="009E73"/>
                </a:solidFill>
                <a:latin typeface="Arial"/>
                <a:ea typeface="Arial"/>
                <a:cs typeface="Arial"/>
              </a:defRPr>
            </a:lvl6pPr>
            <a:lvl7pPr algn="l">
              <a:defRPr sz="1200" b="1">
                <a:solidFill>
                  <a:srgbClr val="009E73"/>
                </a:solidFill>
                <a:latin typeface="Arial"/>
                <a:ea typeface="Arial"/>
                <a:cs typeface="Arial"/>
              </a:defRPr>
            </a:lvl7pPr>
            <a:lvl8pPr algn="l">
              <a:defRPr sz="1200" b="1">
                <a:solidFill>
                  <a:srgbClr val="009E73"/>
                </a:solidFill>
                <a:latin typeface="Arial"/>
                <a:ea typeface="Arial"/>
                <a:cs typeface="Arial"/>
              </a:defRPr>
            </a:lvl8pPr>
            <a:lvl9pPr algn="l">
              <a:defRPr sz="1200" b="1">
                <a:solidFill>
                  <a:srgbClr val="009E73"/>
                </a:solidFill>
                <a:latin typeface="Arial"/>
                <a:ea typeface="Arial"/>
                <a:cs typeface="Arial"/>
              </a:defRPr>
            </a:lvl9pPr>
          </a:lstStyle>
          <a:p>
            <a:pPr algn="l">
              <a:defRPr sz="1200" b="1">
                <a:solidFill>
                  <a:srgbClr val="009E73"/>
                </a:solidFill>
                <a:latin typeface="Arial"/>
                <a:ea typeface="Arial"/>
                <a:cs typeface="Arial"/>
              </a:defRPr>
            </a:pPr>
            <a:r>
              <a:rPr sz="1200" b="1">
                <a:solidFill>
                  <a:srgbClr val="009E73"/>
                </a:solidFill>
                <a:latin typeface="Arial"/>
                <a:ea typeface="Arial"/>
                <a:cs typeface="Arial"/>
              </a:rPr>
              <a:t>C</a:t>
            </a:r>
          </a:p>
        </p:txBody>
      </p:sp>
      <p:sp>
        <p:nvSpPr>
          <p:cNvPr id="200" name="text_199">
            <a:extLst>
              <a:ext uri="{FF2B5EF4-FFF2-40B4-BE49-F238E27FC236}">
                <ns2:creationId id="{F1A48117-7817-42BE-866C-FB3412915444}"/>
              </a:ext>
            </a:extLst>
          </p:cNvPr>
          <p:cNvSpPr>
            <a:spLocks noGrp="1"/>
          </p:cNvSpPr>
          <p:nvPr/>
        </p:nvSpPr>
        <p:spPr>
          <a:xfrm rot="0">
            <a:off x="8810625" y="5305425"/>
            <a:ext cx="3238500" cy="219075"/>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Normalized reference coordinate</a:t>
            </a:r>
          </a:p>
        </p:txBody>
      </p:sp>
      <p:sp>
        <p:nvSpPr>
          <p:cNvPr id="201" name="line_200">
            <a:extLst>
              <a:ext uri="{FF2B5EF4-FFF2-40B4-BE49-F238E27FC236}">
                <ns2:creationId id="{FF1C1433-DE9C-4744-A7E1-CD1E7C6F70E1}"/>
              </a:ext>
            </a:extLst>
          </p:cNvPr>
          <p:cNvSpPr>
            <a:spLocks noGrp="1"/>
          </p:cNvSpPr>
          <p:nvPr/>
        </p:nvSpPr>
        <p:spPr>
          <a:xfrm>
            <a:off x="9048750" y="5724525"/>
            <a:ext cx="295275" cy="95"/>
          </a:xfrm>
          <a:custGeom>
            <a:pathLst>
              <a:path w="295275" h="95">
                <a:moveTo>
                  <a:pt x="0" y="0"/>
                </a:moveTo>
                <a:lnTo>
                  <a:pt x="295275" y="0"/>
                </a:lnTo>
              </a:path>
            </a:pathLst>
          </a:custGeom>
          <a:noFill/>
          <a:ln w="17145">
            <a:solidFill>
              <a:srgbClr val="0072B2"/>
            </a:solidFill>
            <a:prstDash val="dash"/>
          </a:ln>
        </p:spPr>
      </p:sp>
      <p:sp>
        <p:nvSpPr>
          <p:cNvPr id="202" name="text_201">
            <a:extLst>
              <a:ext uri="{FF2B5EF4-FFF2-40B4-BE49-F238E27FC236}">
                <ns2:creationId id="{D704F683-F35F-4B0F-AEE3-EC1C2F0D8131}"/>
              </a:ext>
            </a:extLst>
          </p:cNvPr>
          <p:cNvSpPr>
            <a:spLocks noGrp="1"/>
          </p:cNvSpPr>
          <p:nvPr/>
        </p:nvSpPr>
        <p:spPr>
          <a:xfrm rot="0">
            <a:off x="9429750" y="5610225"/>
            <a:ext cx="428625" cy="228600"/>
          </a:xfrm>
          <a:prstGeom prst="rect">
            <a:avLst/>
          </a:prstGeom>
          <a:noFill/>
          <a:ln w="0">
            <a:noFill/>
            <a:prstDash val="solid"/>
          </a:ln>
        </p:spPr>
        <p:txBody>
          <a:bodyPr wrap="none" lIns="0" tIns="0" rIns="0" bIns="0" anchor="t">
            <a:noAutofit/>
          </a:bodyPr>
          <a:lstStyle>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a:pPr algn="l">
              <a:defRPr sz="1350" b="0">
                <a:solidFill>
                  <a:srgbClr val="000000"/>
                </a:solidFill>
                <a:latin typeface="Arial"/>
                <a:ea typeface="Arial"/>
                <a:cs typeface="Arial"/>
              </a:defRPr>
            </a:pPr>
            <a:r>
              <a:rPr sz="1350" b="0">
                <a:solidFill>
                  <a:srgbClr val="000000"/>
                </a:solidFill>
                <a:latin typeface="Arial"/>
                <a:ea typeface="Arial"/>
                <a:cs typeface="Arial"/>
              </a:rPr>
              <a:t>P</a:t>
            </a:r>
          </a:p>
        </p:txBody>
      </p:sp>
      <p:sp>
        <p:nvSpPr>
          <p:cNvPr id="203" name="line_202">
            <a:extLst>
              <a:ext uri="{FF2B5EF4-FFF2-40B4-BE49-F238E27FC236}">
                <ns2:creationId id="{0008262C-8313-4420-9DFD-CF54774C3627}"/>
              </a:ext>
            </a:extLst>
          </p:cNvPr>
          <p:cNvSpPr>
            <a:spLocks noGrp="1"/>
          </p:cNvSpPr>
          <p:nvPr/>
        </p:nvSpPr>
        <p:spPr>
          <a:xfrm>
            <a:off x="10287000" y="5724525"/>
            <a:ext cx="295275" cy="95"/>
          </a:xfrm>
          <a:custGeom>
            <a:pathLst>
              <a:path w="295275" h="95">
                <a:moveTo>
                  <a:pt x="0" y="0"/>
                </a:moveTo>
                <a:lnTo>
                  <a:pt x="295275" y="0"/>
                </a:lnTo>
              </a:path>
            </a:pathLst>
          </a:custGeom>
          <a:noFill/>
          <a:ln w="17145">
            <a:solidFill>
              <a:srgbClr val="009E73"/>
            </a:solidFill>
            <a:prstDash val="solid"/>
          </a:ln>
        </p:spPr>
      </p:sp>
      <p:sp>
        <p:nvSpPr>
          <p:cNvPr id="204" name="text_203">
            <a:extLst>
              <a:ext uri="{FF2B5EF4-FFF2-40B4-BE49-F238E27FC236}">
                <ns2:creationId id="{921D1B50-C1BD-4611-AE67-CCD1606EE27E}"/>
              </a:ext>
            </a:extLst>
          </p:cNvPr>
          <p:cNvSpPr>
            <a:spLocks noGrp="1"/>
          </p:cNvSpPr>
          <p:nvPr/>
        </p:nvSpPr>
        <p:spPr>
          <a:xfrm rot="0">
            <a:off x="10668000" y="5610225"/>
            <a:ext cx="952500" cy="228600"/>
          </a:xfrm>
          <a:prstGeom prst="rect">
            <a:avLst/>
          </a:prstGeom>
          <a:noFill/>
          <a:ln w="0">
            <a:noFill/>
            <a:prstDash val="solid"/>
          </a:ln>
        </p:spPr>
        <p:txBody>
          <a:bodyPr wrap="none" lIns="0" tIns="0" rIns="0" bIns="0" anchor="t">
            <a:noAutofit/>
          </a:bodyPr>
          <a:lstStyle>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a:pPr algn="l">
              <a:defRPr sz="1350" b="0">
                <a:solidFill>
                  <a:srgbClr val="000000"/>
                </a:solidFill>
                <a:latin typeface="Arial"/>
                <a:ea typeface="Arial"/>
                <a:cs typeface="Arial"/>
              </a:defRPr>
            </a:pPr>
            <a:r>
              <a:rPr sz="1350" b="0">
                <a:solidFill>
                  <a:srgbClr val="000000"/>
                </a:solidFill>
                <a:latin typeface="Arial"/>
                <a:ea typeface="Arial"/>
                <a:cs typeface="Arial"/>
              </a:rPr>
              <a:t>R20</a:t>
            </a:r>
          </a:p>
        </p:txBody>
      </p:sp>
      <p:sp>
        <p:nvSpPr>
          <p:cNvPr id="205" name="text_204">
            <a:extLst>
              <a:ext uri="{FF2B5EF4-FFF2-40B4-BE49-F238E27FC236}">
                <ns2:creationId id="{09782504-11B6-47FD-B769-234821A02166}"/>
              </a:ext>
            </a:extLst>
          </p:cNvPr>
          <p:cNvSpPr>
            <a:spLocks noGrp="1"/>
          </p:cNvSpPr>
          <p:nvPr/>
        </p:nvSpPr>
        <p:spPr>
          <a:xfrm rot="0">
            <a:off x="8553450" y="6105525"/>
            <a:ext cx="3524250" cy="276225"/>
          </a:xfrm>
          <a:prstGeom prst="rect">
            <a:avLst/>
          </a:prstGeom>
          <a:noFill/>
          <a:ln w="0">
            <a:noFill/>
            <a:prstDash val="solid"/>
          </a:ln>
        </p:spPr>
        <p:txBody>
          <a:bodyPr wrap="none" lIns="0" tIns="0" rIns="0" bIns="0" anchor="t">
            <a:noAutofit/>
          </a:bodyPr>
          <a:lstStyle>
            <a:defPPr algn="l">
              <a:defRPr sz="1650" b="1">
                <a:solidFill>
                  <a:srgbClr val="000000"/>
                </a:solidFill>
                <a:latin typeface="Arial"/>
                <a:ea typeface="Arial"/>
                <a:cs typeface="Arial"/>
              </a:defRPr>
            </a:defPPr>
            <a:lvl1pPr algn="l">
              <a:defRPr sz="1650" b="1">
                <a:solidFill>
                  <a:srgbClr val="000000"/>
                </a:solidFill>
                <a:latin typeface="Arial"/>
                <a:ea typeface="Arial"/>
                <a:cs typeface="Arial"/>
              </a:defRPr>
            </a:lvl1pPr>
            <a:lvl2pPr algn="l">
              <a:defRPr sz="1650" b="1">
                <a:solidFill>
                  <a:srgbClr val="000000"/>
                </a:solidFill>
                <a:latin typeface="Arial"/>
                <a:ea typeface="Arial"/>
                <a:cs typeface="Arial"/>
              </a:defRPr>
            </a:lvl2pPr>
            <a:lvl3pPr algn="l">
              <a:defRPr sz="1650" b="1">
                <a:solidFill>
                  <a:srgbClr val="000000"/>
                </a:solidFill>
                <a:latin typeface="Arial"/>
                <a:ea typeface="Arial"/>
                <a:cs typeface="Arial"/>
              </a:defRPr>
            </a:lvl3pPr>
            <a:lvl4pPr algn="l">
              <a:defRPr sz="1650" b="1">
                <a:solidFill>
                  <a:srgbClr val="000000"/>
                </a:solidFill>
                <a:latin typeface="Arial"/>
                <a:ea typeface="Arial"/>
                <a:cs typeface="Arial"/>
              </a:defRPr>
            </a:lvl4pPr>
            <a:lvl5pPr algn="l">
              <a:defRPr sz="1650" b="1">
                <a:solidFill>
                  <a:srgbClr val="000000"/>
                </a:solidFill>
                <a:latin typeface="Arial"/>
                <a:ea typeface="Arial"/>
                <a:cs typeface="Arial"/>
              </a:defRPr>
            </a:lvl5pPr>
            <a:lvl6pPr algn="l">
              <a:defRPr sz="1650" b="1">
                <a:solidFill>
                  <a:srgbClr val="000000"/>
                </a:solidFill>
                <a:latin typeface="Arial"/>
                <a:ea typeface="Arial"/>
                <a:cs typeface="Arial"/>
              </a:defRPr>
            </a:lvl6pPr>
            <a:lvl7pPr algn="l">
              <a:defRPr sz="1650" b="1">
                <a:solidFill>
                  <a:srgbClr val="000000"/>
                </a:solidFill>
                <a:latin typeface="Arial"/>
                <a:ea typeface="Arial"/>
                <a:cs typeface="Arial"/>
              </a:defRPr>
            </a:lvl7pPr>
            <a:lvl8pPr algn="l">
              <a:defRPr sz="1650" b="1">
                <a:solidFill>
                  <a:srgbClr val="000000"/>
                </a:solidFill>
                <a:latin typeface="Arial"/>
                <a:ea typeface="Arial"/>
                <a:cs typeface="Arial"/>
              </a:defRPr>
            </a:lvl8pPr>
            <a:lvl9pPr algn="l">
              <a:defRPr sz="1650" b="1">
                <a:solidFill>
                  <a:srgbClr val="000000"/>
                </a:solidFill>
                <a:latin typeface="Arial"/>
                <a:ea typeface="Arial"/>
                <a:cs typeface="Arial"/>
              </a:defRPr>
            </a:lvl9pPr>
          </a:lstStyle>
          <a:p>
            <a:pPr algn="l">
              <a:defRPr sz="1650" b="1">
                <a:solidFill>
                  <a:srgbClr val="000000"/>
                </a:solidFill>
                <a:latin typeface="Arial"/>
                <a:ea typeface="Arial"/>
                <a:cs typeface="Arial"/>
              </a:defRPr>
            </a:pPr>
            <a:r>
              <a:rPr sz="1650" b="1">
                <a:solidFill>
                  <a:srgbClr val="000000"/>
                </a:solidFill>
                <a:latin typeface="Arial"/>
                <a:ea typeface="Arial"/>
                <a:cs typeface="Arial"/>
              </a:rPr>
              <a:t>(e) Pair merge levels, frame 18</a:t>
            </a:r>
          </a:p>
        </p:txBody>
      </p:sp>
      <p:sp>
        <p:nvSpPr>
          <p:cNvPr id="206" name="text_205">
            <a:extLst>
              <a:ext uri="{FF2B5EF4-FFF2-40B4-BE49-F238E27FC236}">
                <ns2:creationId id="{F7959572-69FC-4F39-8B27-68B6FF0C4880}"/>
              </a:ext>
            </a:extLst>
          </p:cNvPr>
          <p:cNvSpPr>
            <a:spLocks noGrp="1"/>
          </p:cNvSpPr>
          <p:nvPr/>
        </p:nvSpPr>
        <p:spPr>
          <a:xfrm rot="0">
            <a:off x="8572500" y="6562725"/>
            <a:ext cx="571500" cy="228600"/>
          </a:xfrm>
          <a:prstGeom prst="rect">
            <a:avLst/>
          </a:prstGeom>
          <a:noFill/>
          <a:ln w="0">
            <a:noFill/>
            <a:prstDash val="solid"/>
          </a:ln>
        </p:spPr>
        <p:txBody>
          <a:bodyPr wrap="none" lIns="0" tIns="0" rIns="0" bIns="0" anchor="t">
            <a:noAutofit/>
          </a:bodyPr>
          <a:lstStyle>
            <a:defPPr algn="l">
              <a:defRPr sz="1350" b="1">
                <a:solidFill>
                  <a:srgbClr val="000000"/>
                </a:solidFill>
                <a:latin typeface="Arial"/>
                <a:ea typeface="Arial"/>
                <a:cs typeface="Arial"/>
              </a:defRPr>
            </a:defPPr>
            <a:lvl1pPr algn="l">
              <a:defRPr sz="1350" b="1">
                <a:solidFill>
                  <a:srgbClr val="000000"/>
                </a:solidFill>
                <a:latin typeface="Arial"/>
                <a:ea typeface="Arial"/>
                <a:cs typeface="Arial"/>
              </a:defRPr>
            </a:lvl1pPr>
            <a:lvl2pPr algn="l">
              <a:defRPr sz="1350" b="1">
                <a:solidFill>
                  <a:srgbClr val="000000"/>
                </a:solidFill>
                <a:latin typeface="Arial"/>
                <a:ea typeface="Arial"/>
                <a:cs typeface="Arial"/>
              </a:defRPr>
            </a:lvl2pPr>
            <a:lvl3pPr algn="l">
              <a:defRPr sz="1350" b="1">
                <a:solidFill>
                  <a:srgbClr val="000000"/>
                </a:solidFill>
                <a:latin typeface="Arial"/>
                <a:ea typeface="Arial"/>
                <a:cs typeface="Arial"/>
              </a:defRPr>
            </a:lvl3pPr>
            <a:lvl4pPr algn="l">
              <a:defRPr sz="1350" b="1">
                <a:solidFill>
                  <a:srgbClr val="000000"/>
                </a:solidFill>
                <a:latin typeface="Arial"/>
                <a:ea typeface="Arial"/>
                <a:cs typeface="Arial"/>
              </a:defRPr>
            </a:lvl4pPr>
            <a:lvl5pPr algn="l">
              <a:defRPr sz="1350" b="1">
                <a:solidFill>
                  <a:srgbClr val="000000"/>
                </a:solidFill>
                <a:latin typeface="Arial"/>
                <a:ea typeface="Arial"/>
                <a:cs typeface="Arial"/>
              </a:defRPr>
            </a:lvl5pPr>
            <a:lvl6pPr algn="l">
              <a:defRPr sz="1350" b="1">
                <a:solidFill>
                  <a:srgbClr val="000000"/>
                </a:solidFill>
                <a:latin typeface="Arial"/>
                <a:ea typeface="Arial"/>
                <a:cs typeface="Arial"/>
              </a:defRPr>
            </a:lvl6pPr>
            <a:lvl7pPr algn="l">
              <a:defRPr sz="1350" b="1">
                <a:solidFill>
                  <a:srgbClr val="000000"/>
                </a:solidFill>
                <a:latin typeface="Arial"/>
                <a:ea typeface="Arial"/>
                <a:cs typeface="Arial"/>
              </a:defRPr>
            </a:lvl7pPr>
            <a:lvl8pPr algn="l">
              <a:defRPr sz="1350" b="1">
                <a:solidFill>
                  <a:srgbClr val="000000"/>
                </a:solidFill>
                <a:latin typeface="Arial"/>
                <a:ea typeface="Arial"/>
                <a:cs typeface="Arial"/>
              </a:defRPr>
            </a:lvl8pPr>
            <a:lvl9pPr algn="l">
              <a:defRPr sz="1350" b="1">
                <a:solidFill>
                  <a:srgbClr val="000000"/>
                </a:solidFill>
                <a:latin typeface="Arial"/>
                <a:ea typeface="Arial"/>
                <a:cs typeface="Arial"/>
              </a:defRPr>
            </a:lvl9pPr>
          </a:lstStyle>
          <a:p>
            <a:pPr algn="l">
              <a:defRPr sz="1350" b="1">
                <a:solidFill>
                  <a:srgbClr val="000000"/>
                </a:solidFill>
                <a:latin typeface="Arial"/>
                <a:ea typeface="Arial"/>
                <a:cs typeface="Arial"/>
              </a:defRPr>
            </a:pPr>
            <a:r>
              <a:rPr sz="1350" b="1">
                <a:solidFill>
                  <a:srgbClr val="000000"/>
                </a:solidFill>
                <a:latin typeface="Arial"/>
                <a:ea typeface="Arial"/>
                <a:cs typeface="Arial"/>
              </a:rPr>
              <a:t>Pair</a:t>
            </a:r>
          </a:p>
        </p:txBody>
      </p:sp>
      <p:sp>
        <p:nvSpPr>
          <p:cNvPr id="207" name="text_206">
            <a:extLst>
              <a:ext uri="{FF2B5EF4-FFF2-40B4-BE49-F238E27FC236}">
                <ns2:creationId id="{211377A1-E52A-4FC4-B813-535F5CB6B834}"/>
              </a:ext>
            </a:extLst>
          </p:cNvPr>
          <p:cNvSpPr>
            <a:spLocks noGrp="1"/>
          </p:cNvSpPr>
          <p:nvPr/>
        </p:nvSpPr>
        <p:spPr>
          <a:xfrm rot="0">
            <a:off x="9229725" y="6562725"/>
            <a:ext cx="1238250" cy="228600"/>
          </a:xfrm>
          <a:prstGeom prst="rect">
            <a:avLst/>
          </a:prstGeom>
          <a:noFill/>
          <a:ln w="0">
            <a:noFill/>
            <a:prstDash val="solid"/>
          </a:ln>
        </p:spPr>
        <p:txBody>
          <a:bodyPr wrap="none" lIns="0" tIns="0" rIns="0" bIns="0" anchor="t">
            <a:noAutofit/>
          </a:bodyPr>
          <a:lstStyle>
            <a:defPPr algn="l">
              <a:defRPr sz="1350" b="1">
                <a:solidFill>
                  <a:srgbClr val="000000"/>
                </a:solidFill>
                <a:latin typeface="Arial"/>
                <a:ea typeface="Arial"/>
                <a:cs typeface="Arial"/>
              </a:defRPr>
            </a:defPPr>
            <a:lvl1pPr algn="l">
              <a:defRPr sz="1350" b="1">
                <a:solidFill>
                  <a:srgbClr val="000000"/>
                </a:solidFill>
                <a:latin typeface="Arial"/>
                <a:ea typeface="Arial"/>
                <a:cs typeface="Arial"/>
              </a:defRPr>
            </a:lvl1pPr>
            <a:lvl2pPr algn="l">
              <a:defRPr sz="1350" b="1">
                <a:solidFill>
                  <a:srgbClr val="000000"/>
                </a:solidFill>
                <a:latin typeface="Arial"/>
                <a:ea typeface="Arial"/>
                <a:cs typeface="Arial"/>
              </a:defRPr>
            </a:lvl2pPr>
            <a:lvl3pPr algn="l">
              <a:defRPr sz="1350" b="1">
                <a:solidFill>
                  <a:srgbClr val="000000"/>
                </a:solidFill>
                <a:latin typeface="Arial"/>
                <a:ea typeface="Arial"/>
                <a:cs typeface="Arial"/>
              </a:defRPr>
            </a:lvl3pPr>
            <a:lvl4pPr algn="l">
              <a:defRPr sz="1350" b="1">
                <a:solidFill>
                  <a:srgbClr val="000000"/>
                </a:solidFill>
                <a:latin typeface="Arial"/>
                <a:ea typeface="Arial"/>
                <a:cs typeface="Arial"/>
              </a:defRPr>
            </a:lvl4pPr>
            <a:lvl5pPr algn="l">
              <a:defRPr sz="1350" b="1">
                <a:solidFill>
                  <a:srgbClr val="000000"/>
                </a:solidFill>
                <a:latin typeface="Arial"/>
                <a:ea typeface="Arial"/>
                <a:cs typeface="Arial"/>
              </a:defRPr>
            </a:lvl5pPr>
            <a:lvl6pPr algn="l">
              <a:defRPr sz="1350" b="1">
                <a:solidFill>
                  <a:srgbClr val="000000"/>
                </a:solidFill>
                <a:latin typeface="Arial"/>
                <a:ea typeface="Arial"/>
                <a:cs typeface="Arial"/>
              </a:defRPr>
            </a:lvl6pPr>
            <a:lvl7pPr algn="l">
              <a:defRPr sz="1350" b="1">
                <a:solidFill>
                  <a:srgbClr val="000000"/>
                </a:solidFill>
                <a:latin typeface="Arial"/>
                <a:ea typeface="Arial"/>
                <a:cs typeface="Arial"/>
              </a:defRPr>
            </a:lvl7pPr>
            <a:lvl8pPr algn="l">
              <a:defRPr sz="1350" b="1">
                <a:solidFill>
                  <a:srgbClr val="000000"/>
                </a:solidFill>
                <a:latin typeface="Arial"/>
                <a:ea typeface="Arial"/>
                <a:cs typeface="Arial"/>
              </a:defRPr>
            </a:lvl8pPr>
            <a:lvl9pPr algn="l">
              <a:defRPr sz="1350" b="1">
                <a:solidFill>
                  <a:srgbClr val="000000"/>
                </a:solidFill>
                <a:latin typeface="Arial"/>
                <a:ea typeface="Arial"/>
                <a:cs typeface="Arial"/>
              </a:defRPr>
            </a:lvl9pPr>
          </a:lstStyle>
          <a:p>
            <a:pPr algn="l">
              <a:defRPr sz="1350" b="1">
                <a:solidFill>
                  <a:srgbClr val="000000"/>
                </a:solidFill>
                <a:latin typeface="Arial"/>
                <a:ea typeface="Arial"/>
                <a:cs typeface="Arial"/>
              </a:defRPr>
            </a:pPr>
            <a:r>
              <a:rPr sz="1350" b="1">
                <a:solidFill>
                  <a:srgbClr val="000000"/>
                </a:solidFill>
                <a:latin typeface="Arial"/>
                <a:ea typeface="Arial"/>
                <a:cs typeface="Arial"/>
              </a:rPr>
              <a:t>Source = P</a:t>
            </a:r>
          </a:p>
        </p:txBody>
      </p:sp>
      <p:sp>
        <p:nvSpPr>
          <p:cNvPr id="208" name="text_207">
            <a:extLst>
              <a:ext uri="{FF2B5EF4-FFF2-40B4-BE49-F238E27FC236}">
                <ns2:creationId id="{0A4AFB70-36B6-4355-8EA9-A8CEC73C6995}"/>
              </a:ext>
            </a:extLst>
          </p:cNvPr>
          <p:cNvSpPr>
            <a:spLocks noGrp="1"/>
          </p:cNvSpPr>
          <p:nvPr/>
        </p:nvSpPr>
        <p:spPr>
          <a:xfrm rot="0">
            <a:off x="10715625" y="6562725"/>
            <a:ext cx="1095375" cy="228600"/>
          </a:xfrm>
          <a:prstGeom prst="rect">
            <a:avLst/>
          </a:prstGeom>
          <a:noFill/>
          <a:ln w="0">
            <a:noFill/>
            <a:prstDash val="solid"/>
          </a:ln>
        </p:spPr>
        <p:txBody>
          <a:bodyPr wrap="none" lIns="0" tIns="0" rIns="0" bIns="0" anchor="t">
            <a:noAutofit/>
          </a:bodyPr>
          <a:lstStyle>
            <a:defPPr algn="l">
              <a:defRPr sz="1350" b="1">
                <a:solidFill>
                  <a:srgbClr val="000000"/>
                </a:solidFill>
                <a:latin typeface="Arial"/>
                <a:ea typeface="Arial"/>
                <a:cs typeface="Arial"/>
              </a:defRPr>
            </a:defPPr>
            <a:lvl1pPr algn="l">
              <a:defRPr sz="1350" b="1">
                <a:solidFill>
                  <a:srgbClr val="000000"/>
                </a:solidFill>
                <a:latin typeface="Arial"/>
                <a:ea typeface="Arial"/>
                <a:cs typeface="Arial"/>
              </a:defRPr>
            </a:lvl1pPr>
            <a:lvl2pPr algn="l">
              <a:defRPr sz="1350" b="1">
                <a:solidFill>
                  <a:srgbClr val="000000"/>
                </a:solidFill>
                <a:latin typeface="Arial"/>
                <a:ea typeface="Arial"/>
                <a:cs typeface="Arial"/>
              </a:defRPr>
            </a:lvl2pPr>
            <a:lvl3pPr algn="l">
              <a:defRPr sz="1350" b="1">
                <a:solidFill>
                  <a:srgbClr val="000000"/>
                </a:solidFill>
                <a:latin typeface="Arial"/>
                <a:ea typeface="Arial"/>
                <a:cs typeface="Arial"/>
              </a:defRPr>
            </a:lvl3pPr>
            <a:lvl4pPr algn="l">
              <a:defRPr sz="1350" b="1">
                <a:solidFill>
                  <a:srgbClr val="000000"/>
                </a:solidFill>
                <a:latin typeface="Arial"/>
                <a:ea typeface="Arial"/>
                <a:cs typeface="Arial"/>
              </a:defRPr>
            </a:lvl4pPr>
            <a:lvl5pPr algn="l">
              <a:defRPr sz="1350" b="1">
                <a:solidFill>
                  <a:srgbClr val="000000"/>
                </a:solidFill>
                <a:latin typeface="Arial"/>
                <a:ea typeface="Arial"/>
                <a:cs typeface="Arial"/>
              </a:defRPr>
            </a:lvl5pPr>
            <a:lvl6pPr algn="l">
              <a:defRPr sz="1350" b="1">
                <a:solidFill>
                  <a:srgbClr val="000000"/>
                </a:solidFill>
                <a:latin typeface="Arial"/>
                <a:ea typeface="Arial"/>
                <a:cs typeface="Arial"/>
              </a:defRPr>
            </a:lvl6pPr>
            <a:lvl7pPr algn="l">
              <a:defRPr sz="1350" b="1">
                <a:solidFill>
                  <a:srgbClr val="000000"/>
                </a:solidFill>
                <a:latin typeface="Arial"/>
                <a:ea typeface="Arial"/>
                <a:cs typeface="Arial"/>
              </a:defRPr>
            </a:lvl7pPr>
            <a:lvl8pPr algn="l">
              <a:defRPr sz="1350" b="1">
                <a:solidFill>
                  <a:srgbClr val="000000"/>
                </a:solidFill>
                <a:latin typeface="Arial"/>
                <a:ea typeface="Arial"/>
                <a:cs typeface="Arial"/>
              </a:defRPr>
            </a:lvl8pPr>
            <a:lvl9pPr algn="l">
              <a:defRPr sz="1350" b="1">
                <a:solidFill>
                  <a:srgbClr val="000000"/>
                </a:solidFill>
                <a:latin typeface="Arial"/>
                <a:ea typeface="Arial"/>
                <a:cs typeface="Arial"/>
              </a:defRPr>
            </a:lvl9pPr>
          </a:lstStyle>
          <a:p>
            <a:pPr algn="l">
              <a:defRPr sz="1350" b="1">
                <a:solidFill>
                  <a:srgbClr val="000000"/>
                </a:solidFill>
                <a:latin typeface="Arial"/>
                <a:ea typeface="Arial"/>
                <a:cs typeface="Arial"/>
              </a:defRPr>
            </a:pPr>
            <a:r>
              <a:rPr sz="1350" b="1">
                <a:solidFill>
                  <a:srgbClr val="000000"/>
                </a:solidFill>
                <a:latin typeface="Arial"/>
                <a:ea typeface="Arial"/>
                <a:cs typeface="Arial"/>
              </a:rPr>
              <a:t>R20</a:t>
            </a:r>
          </a:p>
        </p:txBody>
      </p:sp>
      <p:sp>
        <p:nvSpPr>
          <p:cNvPr id="209" name="line_208">
            <a:extLst>
              <a:ext uri="{FF2B5EF4-FFF2-40B4-BE49-F238E27FC236}">
                <ns2:creationId id="{909E3B03-83D1-494E-9904-712C9EAFE25F}"/>
              </a:ext>
            </a:extLst>
          </p:cNvPr>
          <p:cNvSpPr>
            <a:spLocks noGrp="1"/>
          </p:cNvSpPr>
          <p:nvPr/>
        </p:nvSpPr>
        <p:spPr>
          <a:xfrm>
            <a:off x="8572500" y="6877050"/>
            <a:ext cx="3333750" cy="95"/>
          </a:xfrm>
          <a:custGeom>
            <a:pathLst>
              <a:path w="3333750" h="95">
                <a:moveTo>
                  <a:pt x="0" y="0"/>
                </a:moveTo>
                <a:lnTo>
                  <a:pt x="3333750" y="0"/>
                </a:lnTo>
              </a:path>
            </a:pathLst>
          </a:custGeom>
          <a:noFill/>
          <a:ln w="7620">
            <a:solidFill>
              <a:srgbClr val="65727C"/>
            </a:solidFill>
            <a:prstDash val="solid"/>
          </a:ln>
        </p:spPr>
      </p:sp>
      <p:sp>
        <p:nvSpPr>
          <p:cNvPr id="210" name="text_209">
            <a:extLst>
              <a:ext uri="{FF2B5EF4-FFF2-40B4-BE49-F238E27FC236}">
                <ns2:creationId id="{4AB5C39D-C9D9-4907-8855-1E31D0B08D95}"/>
              </a:ext>
            </a:extLst>
          </p:cNvPr>
          <p:cNvSpPr>
            <a:spLocks noGrp="1"/>
          </p:cNvSpPr>
          <p:nvPr/>
        </p:nvSpPr>
        <p:spPr>
          <a:xfrm rot="0">
            <a:off x="8572500" y="7048500"/>
            <a:ext cx="571500" cy="238125"/>
          </a:xfrm>
          <a:prstGeom prst="rect">
            <a:avLst/>
          </a:prstGeom>
          <a:noFill/>
          <a:ln w="0">
            <a:noFill/>
            <a:prstDash val="solid"/>
          </a:ln>
        </p:spPr>
        <p:txBody>
          <a:bodyPr wrap="none" lIns="0" tIns="0" rIns="0" bIns="0" anchor="t">
            <a:noAutofit/>
          </a:bodyPr>
          <a:lstStyle>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a:pPr algn="l">
              <a:defRPr sz="1350" b="0">
                <a:solidFill>
                  <a:srgbClr val="000000"/>
                </a:solidFill>
                <a:latin typeface="Arial"/>
                <a:ea typeface="Arial"/>
                <a:cs typeface="Arial"/>
              </a:defRPr>
            </a:pPr>
            <a:r>
              <a:rPr sz="1350" b="0">
                <a:solidFill>
                  <a:srgbClr val="000000"/>
                </a:solidFill>
                <a:latin typeface="Arial"/>
                <a:ea typeface="Arial"/>
                <a:cs typeface="Arial"/>
              </a:rPr>
              <a:t>AB</a:t>
            </a:r>
          </a:p>
        </p:txBody>
      </p:sp>
      <p:sp>
        <p:nvSpPr>
          <p:cNvPr id="211" name="text_210">
            <a:extLst>
              <a:ext uri="{FF2B5EF4-FFF2-40B4-BE49-F238E27FC236}">
                <ns2:creationId id="{A27FA98B-6525-4ABA-9EB4-761B3355C47C}"/>
              </a:ext>
            </a:extLst>
          </p:cNvPr>
          <p:cNvSpPr>
            <a:spLocks noGrp="1"/>
          </p:cNvSpPr>
          <p:nvPr/>
        </p:nvSpPr>
        <p:spPr>
          <a:xfrm rot="0">
            <a:off x="9229725" y="7048500"/>
            <a:ext cx="1238250" cy="238125"/>
          </a:xfrm>
          <a:prstGeom prst="rect">
            <a:avLst/>
          </a:prstGeom>
          <a:noFill/>
          <a:ln w="0">
            <a:noFill/>
            <a:prstDash val="solid"/>
          </a:ln>
        </p:spPr>
        <p:txBody>
          <a:bodyPr wrap="none" lIns="0" tIns="0" rIns="0" bIns="0" anchor="t">
            <a:noAutofit/>
          </a:bodyPr>
          <a:lstStyle>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a:pPr algn="l">
              <a:defRPr sz="1350" b="0">
                <a:solidFill>
                  <a:srgbClr val="000000"/>
                </a:solidFill>
                <a:latin typeface="Arial"/>
                <a:ea typeface="Arial"/>
                <a:cs typeface="Arial"/>
              </a:defRPr>
            </a:pPr>
            <a:r>
              <a:rPr sz="1350" b="0">
                <a:solidFill>
                  <a:srgbClr val="000000"/>
                </a:solidFill>
                <a:latin typeface="Arial"/>
                <a:ea typeface="Arial"/>
                <a:cs typeface="Arial"/>
              </a:rPr>
              <a:t>0.0608</a:t>
            </a:r>
          </a:p>
        </p:txBody>
      </p:sp>
      <p:sp>
        <p:nvSpPr>
          <p:cNvPr id="212" name="text_211">
            <a:extLst>
              <a:ext uri="{FF2B5EF4-FFF2-40B4-BE49-F238E27FC236}">
                <ns2:creationId id="{8EA55C37-EA65-4F95-B70F-3D8EBE480E3D}"/>
              </a:ext>
            </a:extLst>
          </p:cNvPr>
          <p:cNvSpPr>
            <a:spLocks noGrp="1"/>
          </p:cNvSpPr>
          <p:nvPr/>
        </p:nvSpPr>
        <p:spPr>
          <a:xfrm rot="0">
            <a:off x="10715625" y="7048500"/>
            <a:ext cx="1143000" cy="238125"/>
          </a:xfrm>
          <a:prstGeom prst="rect">
            <a:avLst/>
          </a:prstGeom>
          <a:noFill/>
          <a:ln w="0">
            <a:noFill/>
            <a:prstDash val="solid"/>
          </a:ln>
        </p:spPr>
        <p:txBody>
          <a:bodyPr wrap="none" lIns="0" tIns="0" rIns="0" bIns="0" anchor="t">
            <a:noAutofit/>
          </a:bodyPr>
          <a:lstStyle>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a:pPr algn="l">
              <a:defRPr sz="1350" b="0">
                <a:solidFill>
                  <a:srgbClr val="000000"/>
                </a:solidFill>
                <a:latin typeface="Arial"/>
                <a:ea typeface="Arial"/>
                <a:cs typeface="Arial"/>
              </a:defRPr>
            </a:pPr>
            <a:r>
              <a:rPr sz="1350" b="0">
                <a:solidFill>
                  <a:srgbClr val="000000"/>
                </a:solidFill>
                <a:latin typeface="Arial"/>
                <a:ea typeface="Arial"/>
                <a:cs typeface="Arial"/>
              </a:rPr>
              <a:t>-0.5743</a:t>
            </a:r>
          </a:p>
        </p:txBody>
      </p:sp>
      <p:sp>
        <p:nvSpPr>
          <p:cNvPr id="213" name="text_212">
            <a:extLst>
              <a:ext uri="{FF2B5EF4-FFF2-40B4-BE49-F238E27FC236}">
                <ns2:creationId id="{EFDF4114-F084-4211-B1DE-17A3E4B49354}"/>
              </a:ext>
            </a:extLst>
          </p:cNvPr>
          <p:cNvSpPr>
            <a:spLocks noGrp="1"/>
          </p:cNvSpPr>
          <p:nvPr/>
        </p:nvSpPr>
        <p:spPr>
          <a:xfrm rot="0">
            <a:off x="8572500" y="7400925"/>
            <a:ext cx="571500" cy="238125"/>
          </a:xfrm>
          <a:prstGeom prst="rect">
            <a:avLst/>
          </a:prstGeom>
          <a:noFill/>
          <a:ln w="0">
            <a:noFill/>
            <a:prstDash val="solid"/>
          </a:ln>
        </p:spPr>
        <p:txBody>
          <a:bodyPr wrap="none" lIns="0" tIns="0" rIns="0" bIns="0" anchor="t">
            <a:noAutofit/>
          </a:bodyPr>
          <a:lstStyle>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a:pPr algn="l">
              <a:defRPr sz="1350" b="0">
                <a:solidFill>
                  <a:srgbClr val="000000"/>
                </a:solidFill>
                <a:latin typeface="Arial"/>
                <a:ea typeface="Arial"/>
                <a:cs typeface="Arial"/>
              </a:defRPr>
            </a:pPr>
            <a:r>
              <a:rPr sz="1350" b="0">
                <a:solidFill>
                  <a:srgbClr val="000000"/>
                </a:solidFill>
                <a:latin typeface="Arial"/>
                <a:ea typeface="Arial"/>
                <a:cs typeface="Arial"/>
              </a:rPr>
              <a:t>AC</a:t>
            </a:r>
          </a:p>
        </p:txBody>
      </p:sp>
      <p:sp>
        <p:nvSpPr>
          <p:cNvPr id="214" name="text_213">
            <a:extLst>
              <a:ext uri="{FF2B5EF4-FFF2-40B4-BE49-F238E27FC236}">
                <ns2:creationId id="{C4D42842-6A84-4818-80FB-268D7CF92AD4}"/>
              </a:ext>
            </a:extLst>
          </p:cNvPr>
          <p:cNvSpPr>
            <a:spLocks noGrp="1"/>
          </p:cNvSpPr>
          <p:nvPr/>
        </p:nvSpPr>
        <p:spPr>
          <a:xfrm rot="0">
            <a:off x="9229725" y="7400925"/>
            <a:ext cx="1238250" cy="238125"/>
          </a:xfrm>
          <a:prstGeom prst="rect">
            <a:avLst/>
          </a:prstGeom>
          <a:noFill/>
          <a:ln w="0">
            <a:noFill/>
            <a:prstDash val="solid"/>
          </a:ln>
        </p:spPr>
        <p:txBody>
          <a:bodyPr wrap="none" lIns="0" tIns="0" rIns="0" bIns="0" anchor="t">
            <a:noAutofit/>
          </a:bodyPr>
          <a:lstStyle>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a:pPr algn="l">
              <a:defRPr sz="1350" b="0">
                <a:solidFill>
                  <a:srgbClr val="000000"/>
                </a:solidFill>
                <a:latin typeface="Arial"/>
                <a:ea typeface="Arial"/>
                <a:cs typeface="Arial"/>
              </a:defRPr>
            </a:pPr>
            <a:r>
              <a:rPr sz="1350" b="0">
                <a:solidFill>
                  <a:srgbClr val="000000"/>
                </a:solidFill>
                <a:latin typeface="Arial"/>
                <a:ea typeface="Arial"/>
                <a:cs typeface="Arial"/>
              </a:rPr>
              <a:t>0.0036</a:t>
            </a:r>
          </a:p>
        </p:txBody>
      </p:sp>
      <p:sp>
        <p:nvSpPr>
          <p:cNvPr id="215" name="text_214">
            <a:extLst>
              <a:ext uri="{FF2B5EF4-FFF2-40B4-BE49-F238E27FC236}">
                <ns2:creationId id="{1245521B-61EC-4501-A209-76EF066BA1F2}"/>
              </a:ext>
            </a:extLst>
          </p:cNvPr>
          <p:cNvSpPr>
            <a:spLocks noGrp="1"/>
          </p:cNvSpPr>
          <p:nvPr/>
        </p:nvSpPr>
        <p:spPr>
          <a:xfrm rot="0">
            <a:off x="10715625" y="7400925"/>
            <a:ext cx="1143000" cy="238125"/>
          </a:xfrm>
          <a:prstGeom prst="rect">
            <a:avLst/>
          </a:prstGeom>
          <a:noFill/>
          <a:ln w="0">
            <a:noFill/>
            <a:prstDash val="solid"/>
          </a:ln>
        </p:spPr>
        <p:txBody>
          <a:bodyPr wrap="none" lIns="0" tIns="0" rIns="0" bIns="0" anchor="t">
            <a:noAutofit/>
          </a:bodyPr>
          <a:lstStyle>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a:pPr algn="l">
              <a:defRPr sz="1350" b="0">
                <a:solidFill>
                  <a:srgbClr val="000000"/>
                </a:solidFill>
                <a:latin typeface="Arial"/>
                <a:ea typeface="Arial"/>
                <a:cs typeface="Arial"/>
              </a:defRPr>
            </a:pPr>
            <a:r>
              <a:rPr sz="1350" b="0">
                <a:solidFill>
                  <a:srgbClr val="000000"/>
                </a:solidFill>
                <a:latin typeface="Arial"/>
                <a:ea typeface="Arial"/>
                <a:cs typeface="Arial"/>
              </a:rPr>
              <a:t>0.0011</a:t>
            </a:r>
          </a:p>
        </p:txBody>
      </p:sp>
      <p:sp>
        <p:nvSpPr>
          <p:cNvPr id="216" name="text_215">
            <a:extLst>
              <a:ext uri="{FF2B5EF4-FFF2-40B4-BE49-F238E27FC236}">
                <ns2:creationId id="{1412EFFC-7DCA-4674-AE25-E3557C66D341}"/>
              </a:ext>
            </a:extLst>
          </p:cNvPr>
          <p:cNvSpPr>
            <a:spLocks noGrp="1"/>
          </p:cNvSpPr>
          <p:nvPr/>
        </p:nvSpPr>
        <p:spPr>
          <a:xfrm rot="0">
            <a:off x="8572500" y="7753350"/>
            <a:ext cx="571500" cy="238125"/>
          </a:xfrm>
          <a:prstGeom prst="rect">
            <a:avLst/>
          </a:prstGeom>
          <a:noFill/>
          <a:ln w="0">
            <a:noFill/>
            <a:prstDash val="solid"/>
          </a:ln>
        </p:spPr>
        <p:txBody>
          <a:bodyPr wrap="none" lIns="0" tIns="0" rIns="0" bIns="0" anchor="t">
            <a:noAutofit/>
          </a:bodyPr>
          <a:lstStyle>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a:pPr algn="l">
              <a:defRPr sz="1350" b="0">
                <a:solidFill>
                  <a:srgbClr val="000000"/>
                </a:solidFill>
                <a:latin typeface="Arial"/>
                <a:ea typeface="Arial"/>
                <a:cs typeface="Arial"/>
              </a:defRPr>
            </a:pPr>
            <a:r>
              <a:rPr sz="1350" b="0">
                <a:solidFill>
                  <a:srgbClr val="000000"/>
                </a:solidFill>
                <a:latin typeface="Arial"/>
                <a:ea typeface="Arial"/>
                <a:cs typeface="Arial"/>
              </a:rPr>
              <a:t>BC</a:t>
            </a:r>
          </a:p>
        </p:txBody>
      </p:sp>
      <p:sp>
        <p:nvSpPr>
          <p:cNvPr id="217" name="text_216">
            <a:extLst>
              <a:ext uri="{FF2B5EF4-FFF2-40B4-BE49-F238E27FC236}">
                <ns2:creationId id="{5974BBF0-01BB-4B62-ABE0-FBFB3034913E}"/>
              </a:ext>
            </a:extLst>
          </p:cNvPr>
          <p:cNvSpPr>
            <a:spLocks noGrp="1"/>
          </p:cNvSpPr>
          <p:nvPr/>
        </p:nvSpPr>
        <p:spPr>
          <a:xfrm rot="0">
            <a:off x="9229725" y="7753350"/>
            <a:ext cx="1238250" cy="238125"/>
          </a:xfrm>
          <a:prstGeom prst="rect">
            <a:avLst/>
          </a:prstGeom>
          <a:noFill/>
          <a:ln w="0">
            <a:noFill/>
            <a:prstDash val="solid"/>
          </a:ln>
        </p:spPr>
        <p:txBody>
          <a:bodyPr wrap="none" lIns="0" tIns="0" rIns="0" bIns="0" anchor="t">
            <a:noAutofit/>
          </a:bodyPr>
          <a:lstStyle>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a:pPr algn="l">
              <a:defRPr sz="1350" b="0">
                <a:solidFill>
                  <a:srgbClr val="000000"/>
                </a:solidFill>
                <a:latin typeface="Arial"/>
                <a:ea typeface="Arial"/>
                <a:cs typeface="Arial"/>
              </a:defRPr>
            </a:pPr>
            <a:r>
              <a:rPr sz="1350" b="0">
                <a:solidFill>
                  <a:srgbClr val="000000"/>
                </a:solidFill>
                <a:latin typeface="Arial"/>
                <a:ea typeface="Arial"/>
                <a:cs typeface="Arial"/>
              </a:rPr>
              <a:t>0.0036</a:t>
            </a:r>
          </a:p>
        </p:txBody>
      </p:sp>
      <p:sp>
        <p:nvSpPr>
          <p:cNvPr id="218" name="text_217">
            <a:extLst>
              <a:ext uri="{FF2B5EF4-FFF2-40B4-BE49-F238E27FC236}">
                <ns2:creationId id="{71C00B7B-9F84-401C-84D1-BA6ACC27F840}"/>
              </a:ext>
            </a:extLst>
          </p:cNvPr>
          <p:cNvSpPr>
            <a:spLocks noGrp="1"/>
          </p:cNvSpPr>
          <p:nvPr/>
        </p:nvSpPr>
        <p:spPr>
          <a:xfrm rot="0">
            <a:off x="10715625" y="7753350"/>
            <a:ext cx="1143000" cy="238125"/>
          </a:xfrm>
          <a:prstGeom prst="rect">
            <a:avLst/>
          </a:prstGeom>
          <a:noFill/>
          <a:ln w="0">
            <a:noFill/>
            <a:prstDash val="solid"/>
          </a:ln>
        </p:spPr>
        <p:txBody>
          <a:bodyPr wrap="none" lIns="0" tIns="0" rIns="0" bIns="0" anchor="t">
            <a:noAutofit/>
          </a:bodyPr>
          <a:lstStyle>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a:pPr algn="l">
              <a:defRPr sz="1350" b="0">
                <a:solidFill>
                  <a:srgbClr val="000000"/>
                </a:solidFill>
                <a:latin typeface="Arial"/>
                <a:ea typeface="Arial"/>
                <a:cs typeface="Arial"/>
              </a:defRPr>
            </a:pPr>
            <a:r>
              <a:rPr sz="1350" b="0">
                <a:solidFill>
                  <a:srgbClr val="000000"/>
                </a:solidFill>
                <a:latin typeface="Arial"/>
                <a:ea typeface="Arial"/>
                <a:cs typeface="Arial"/>
              </a:rPr>
              <a:t>-0.5743</a:t>
            </a:r>
          </a:p>
        </p:txBody>
      </p:sp>
      <p:sp>
        <p:nvSpPr>
          <p:cNvPr id="219" name="text_218">
            <a:extLst>
              <a:ext uri="{FF2B5EF4-FFF2-40B4-BE49-F238E27FC236}">
                <ns2:creationId id="{3EB9088F-2596-4219-9C5F-55CFDFFC8030}"/>
              </a:ext>
            </a:extLst>
          </p:cNvPr>
          <p:cNvSpPr>
            <a:spLocks noGrp="1"/>
          </p:cNvSpPr>
          <p:nvPr/>
        </p:nvSpPr>
        <p:spPr>
          <a:xfrm rot="0">
            <a:off x="8572500" y="8229600"/>
            <a:ext cx="3524250" cy="238125"/>
          </a:xfrm>
          <a:prstGeom prst="rect">
            <a:avLst/>
          </a:prstGeom>
          <a:noFill/>
          <a:ln w="0">
            <a:noFill/>
            <a:prstDash val="solid"/>
          </a:ln>
        </p:spPr>
        <p:txBody>
          <a:bodyPr wrap="none" lIns="0" tIns="0" rIns="0" bIns="0" anchor="t">
            <a:noAutofit/>
          </a:bodyPr>
          <a:lstStyle>
            <a:defPPr algn="l">
              <a:defRPr sz="1350" b="1">
                <a:solidFill>
                  <a:srgbClr val="000000"/>
                </a:solidFill>
                <a:latin typeface="Arial"/>
                <a:ea typeface="Arial"/>
                <a:cs typeface="Arial"/>
              </a:defRPr>
            </a:defPPr>
            <a:lvl1pPr algn="l">
              <a:defRPr sz="1350" b="1">
                <a:solidFill>
                  <a:srgbClr val="000000"/>
                </a:solidFill>
                <a:latin typeface="Arial"/>
                <a:ea typeface="Arial"/>
                <a:cs typeface="Arial"/>
              </a:defRPr>
            </a:lvl1pPr>
            <a:lvl2pPr algn="l">
              <a:defRPr sz="1350" b="1">
                <a:solidFill>
                  <a:srgbClr val="000000"/>
                </a:solidFill>
                <a:latin typeface="Arial"/>
                <a:ea typeface="Arial"/>
                <a:cs typeface="Arial"/>
              </a:defRPr>
            </a:lvl2pPr>
            <a:lvl3pPr algn="l">
              <a:defRPr sz="1350" b="1">
                <a:solidFill>
                  <a:srgbClr val="000000"/>
                </a:solidFill>
                <a:latin typeface="Arial"/>
                <a:ea typeface="Arial"/>
                <a:cs typeface="Arial"/>
              </a:defRPr>
            </a:lvl3pPr>
            <a:lvl4pPr algn="l">
              <a:defRPr sz="1350" b="1">
                <a:solidFill>
                  <a:srgbClr val="000000"/>
                </a:solidFill>
                <a:latin typeface="Arial"/>
                <a:ea typeface="Arial"/>
                <a:cs typeface="Arial"/>
              </a:defRPr>
            </a:lvl4pPr>
            <a:lvl5pPr algn="l">
              <a:defRPr sz="1350" b="1">
                <a:solidFill>
                  <a:srgbClr val="000000"/>
                </a:solidFill>
                <a:latin typeface="Arial"/>
                <a:ea typeface="Arial"/>
                <a:cs typeface="Arial"/>
              </a:defRPr>
            </a:lvl5pPr>
            <a:lvl6pPr algn="l">
              <a:defRPr sz="1350" b="1">
                <a:solidFill>
                  <a:srgbClr val="000000"/>
                </a:solidFill>
                <a:latin typeface="Arial"/>
                <a:ea typeface="Arial"/>
                <a:cs typeface="Arial"/>
              </a:defRPr>
            </a:lvl6pPr>
            <a:lvl7pPr algn="l">
              <a:defRPr sz="1350" b="1">
                <a:solidFill>
                  <a:srgbClr val="000000"/>
                </a:solidFill>
                <a:latin typeface="Arial"/>
                <a:ea typeface="Arial"/>
                <a:cs typeface="Arial"/>
              </a:defRPr>
            </a:lvl7pPr>
            <a:lvl8pPr algn="l">
              <a:defRPr sz="1350" b="1">
                <a:solidFill>
                  <a:srgbClr val="000000"/>
                </a:solidFill>
                <a:latin typeface="Arial"/>
                <a:ea typeface="Arial"/>
                <a:cs typeface="Arial"/>
              </a:defRPr>
            </a:lvl8pPr>
            <a:lvl9pPr algn="l">
              <a:defRPr sz="1350" b="1">
                <a:solidFill>
                  <a:srgbClr val="000000"/>
                </a:solidFill>
                <a:latin typeface="Arial"/>
                <a:ea typeface="Arial"/>
                <a:cs typeface="Arial"/>
              </a:defRPr>
            </a:lvl9pPr>
          </a:lstStyle>
          <a:p>
            <a:pPr algn="l">
              <a:defRPr sz="1350" b="1">
                <a:solidFill>
                  <a:srgbClr val="000000"/>
                </a:solidFill>
                <a:latin typeface="Arial"/>
                <a:ea typeface="Arial"/>
                <a:cs typeface="Arial"/>
              </a:defRPr>
            </a:pPr>
            <a:r>
              <a:rPr sz="1350" b="1">
                <a:solidFill>
                  <a:srgbClr val="000000"/>
                </a:solidFill>
                <a:latin typeface="Arial"/>
                <a:ea typeface="Arial"/>
                <a:cs typeface="Arial"/>
              </a:rPr>
              <a:t>Measured NMLE: 15.09% of range</a:t>
            </a:r>
          </a:p>
        </p:txBody>
      </p:sp>
      <p:sp>
        <p:nvSpPr>
          <p:cNvPr id="220" name="text_219">
            <a:extLst>
              <a:ext uri="{FF2B5EF4-FFF2-40B4-BE49-F238E27FC236}">
                <ns2:creationId id="{3960930B-1741-4049-8E90-5F24E1E3894B}"/>
              </a:ext>
            </a:extLst>
          </p:cNvPr>
          <p:cNvSpPr>
            <a:spLocks noGrp="1"/>
          </p:cNvSpPr>
          <p:nvPr/>
        </p:nvSpPr>
        <p:spPr>
          <a:xfrm rot="0">
            <a:off x="8572500" y="8572500"/>
            <a:ext cx="3524250" cy="238125"/>
          </a:xfrm>
          <a:prstGeom prst="rect">
            <a:avLst/>
          </a:prstGeom>
          <a:noFill/>
          <a:ln w="0">
            <a:noFill/>
            <a:prstDash val="solid"/>
          </a:ln>
        </p:spPr>
        <p:txBody>
          <a:bodyPr wrap="none" lIns="0" tIns="0" rIns="0" bIns="0" anchor="t">
            <a:noAutofit/>
          </a:bodyPr>
          <a:lstStyle>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a:pPr algn="l">
              <a:defRPr sz="1350" b="0">
                <a:solidFill>
                  <a:srgbClr val="000000"/>
                </a:solidFill>
                <a:latin typeface="Arial"/>
                <a:ea typeface="Arial"/>
                <a:cs typeface="Arial"/>
              </a:defRPr>
            </a:pPr>
            <a:r>
              <a:rPr sz="1350" b="0">
                <a:solidFill>
                  <a:srgbClr val="000000"/>
                </a:solidFill>
                <a:latin typeface="Arial"/>
                <a:ea typeface="Arial"/>
                <a:cs typeface="Arial"/>
              </a:rPr>
              <a:t>Max anchor error: 14.75% to 2.63% L</a:t>
            </a:r>
          </a:p>
        </p:txBody>
      </p:sp>
      <p:sp>
        <p:nvSpPr>
          <p:cNvPr id="221" name="text_220">
            <a:extLst>
              <a:ext uri="{FF2B5EF4-FFF2-40B4-BE49-F238E27FC236}">
                <ns2:creationId id="{1091A893-5EBA-46F6-92C5-B161EA2C62A1}"/>
              </a:ext>
            </a:extLst>
          </p:cNvPr>
          <p:cNvSpPr>
            <a:spLocks noGrp="1"/>
          </p:cNvSpPr>
          <p:nvPr/>
        </p:nvSpPr>
        <p:spPr>
          <a:xfrm rot="0">
            <a:off x="8572500" y="8953500"/>
            <a:ext cx="3524250" cy="228600"/>
          </a:xfrm>
          <a:prstGeom prst="rect">
            <a:avLst/>
          </a:prstGeom>
          <a:noFill/>
          <a:ln w="0">
            <a:noFill/>
            <a:prstDash val="solid"/>
          </a:ln>
        </p:spPr>
        <p:txBody>
          <a:bodyPr wrap="none" lIns="0" tIns="0" rIns="0" bIns="0" anchor="t">
            <a:noAutofit/>
          </a:bodyPr>
          <a:lstStyle>
            <a:defPPr algn="l">
              <a:defRPr sz="1275" b="0">
                <a:solidFill>
                  <a:srgbClr val="000000"/>
                </a:solidFill>
                <a:latin typeface="Arial"/>
                <a:ea typeface="Arial"/>
                <a:cs typeface="Arial"/>
              </a:defRPr>
            </a:defPPr>
            <a:lvl1pPr algn="l">
              <a:defRPr sz="1275" b="0">
                <a:solidFill>
                  <a:srgbClr val="000000"/>
                </a:solidFill>
                <a:latin typeface="Arial"/>
                <a:ea typeface="Arial"/>
                <a:cs typeface="Arial"/>
              </a:defRPr>
            </a:lvl1pPr>
            <a:lvl2pPr algn="l">
              <a:defRPr sz="1275" b="0">
                <a:solidFill>
                  <a:srgbClr val="000000"/>
                </a:solidFill>
                <a:latin typeface="Arial"/>
                <a:ea typeface="Arial"/>
                <a:cs typeface="Arial"/>
              </a:defRPr>
            </a:lvl2pPr>
            <a:lvl3pPr algn="l">
              <a:defRPr sz="1275" b="0">
                <a:solidFill>
                  <a:srgbClr val="000000"/>
                </a:solidFill>
                <a:latin typeface="Arial"/>
                <a:ea typeface="Arial"/>
                <a:cs typeface="Arial"/>
              </a:defRPr>
            </a:lvl3pPr>
            <a:lvl4pPr algn="l">
              <a:defRPr sz="1275" b="0">
                <a:solidFill>
                  <a:srgbClr val="000000"/>
                </a:solidFill>
                <a:latin typeface="Arial"/>
                <a:ea typeface="Arial"/>
                <a:cs typeface="Arial"/>
              </a:defRPr>
            </a:lvl4pPr>
            <a:lvl5pPr algn="l">
              <a:defRPr sz="1275" b="0">
                <a:solidFill>
                  <a:srgbClr val="000000"/>
                </a:solidFill>
                <a:latin typeface="Arial"/>
                <a:ea typeface="Arial"/>
                <a:cs typeface="Arial"/>
              </a:defRPr>
            </a:lvl5pPr>
            <a:lvl6pPr algn="l">
              <a:defRPr sz="1275" b="0">
                <a:solidFill>
                  <a:srgbClr val="000000"/>
                </a:solidFill>
                <a:latin typeface="Arial"/>
                <a:ea typeface="Arial"/>
                <a:cs typeface="Arial"/>
              </a:defRPr>
            </a:lvl6pPr>
            <a:lvl7pPr algn="l">
              <a:defRPr sz="1275" b="0">
                <a:solidFill>
                  <a:srgbClr val="000000"/>
                </a:solidFill>
                <a:latin typeface="Arial"/>
                <a:ea typeface="Arial"/>
                <a:cs typeface="Arial"/>
              </a:defRPr>
            </a:lvl7pPr>
            <a:lvl8pPr algn="l">
              <a:defRPr sz="1275" b="0">
                <a:solidFill>
                  <a:srgbClr val="000000"/>
                </a:solidFill>
                <a:latin typeface="Arial"/>
                <a:ea typeface="Arial"/>
                <a:cs typeface="Arial"/>
              </a:defRPr>
            </a:lvl8pPr>
            <a:lvl9pPr algn="l">
              <a:defRPr sz="1275" b="0">
                <a:solidFill>
                  <a:srgbClr val="000000"/>
                </a:solidFill>
                <a:latin typeface="Arial"/>
                <a:ea typeface="Arial"/>
                <a:cs typeface="Arial"/>
              </a:defRPr>
            </a:lvl9pPr>
          </a:lstStyle>
          <a:p>
            <a:pPr algn="l">
              <a:defRPr sz="1275" b="0">
                <a:solidFill>
                  <a:srgbClr val="000000"/>
                </a:solidFill>
                <a:latin typeface="Arial"/>
                <a:ea typeface="Arial"/>
                <a:cs typeface="Arial"/>
              </a:defRPr>
            </a:pPr>
            <a:r>
              <a:rPr sz="1275" b="0">
                <a:solidFill>
                  <a:srgbClr val="000000"/>
                </a:solidFill>
                <a:latin typeface="Arial"/>
                <a:ea typeface="Arial"/>
                <a:cs typeface="Arial"/>
              </a:rPr>
              <a:t>Negative R connections are artificial</a:t>
            </a:r>
          </a:p>
        </p:txBody>
      </p:sp>
      <p:sp>
        <p:nvSpPr>
          <p:cNvPr id="222" name="text_221">
            <a:extLst>
              <a:ext uri="{FF2B5EF4-FFF2-40B4-BE49-F238E27FC236}">
                <ns2:creationId id="{BAA2ABD0-498D-4D6D-9B7F-3328ECEBECCF}"/>
              </a:ext>
            </a:extLst>
          </p:cNvPr>
          <p:cNvSpPr>
            <a:spLocks noGrp="1"/>
          </p:cNvSpPr>
          <p:nvPr/>
        </p:nvSpPr>
        <p:spPr>
          <a:xfrm rot="0">
            <a:off x="8572500" y="9172575"/>
            <a:ext cx="3524250" cy="228600"/>
          </a:xfrm>
          <a:prstGeom prst="rect">
            <a:avLst/>
          </a:prstGeom>
          <a:noFill/>
          <a:ln w="0">
            <a:noFill/>
            <a:prstDash val="solid"/>
          </a:ln>
        </p:spPr>
        <p:txBody>
          <a:bodyPr wrap="none" lIns="0" tIns="0" rIns="0" bIns="0" anchor="t">
            <a:noAutofit/>
          </a:bodyPr>
          <a:lstStyle>
            <a:defPPr algn="l">
              <a:defRPr sz="1275" b="0">
                <a:solidFill>
                  <a:srgbClr val="000000"/>
                </a:solidFill>
                <a:latin typeface="Arial"/>
                <a:ea typeface="Arial"/>
                <a:cs typeface="Arial"/>
              </a:defRPr>
            </a:defPPr>
            <a:lvl1pPr algn="l">
              <a:defRPr sz="1275" b="0">
                <a:solidFill>
                  <a:srgbClr val="000000"/>
                </a:solidFill>
                <a:latin typeface="Arial"/>
                <a:ea typeface="Arial"/>
                <a:cs typeface="Arial"/>
              </a:defRPr>
            </a:lvl1pPr>
            <a:lvl2pPr algn="l">
              <a:defRPr sz="1275" b="0">
                <a:solidFill>
                  <a:srgbClr val="000000"/>
                </a:solidFill>
                <a:latin typeface="Arial"/>
                <a:ea typeface="Arial"/>
                <a:cs typeface="Arial"/>
              </a:defRPr>
            </a:lvl2pPr>
            <a:lvl3pPr algn="l">
              <a:defRPr sz="1275" b="0">
                <a:solidFill>
                  <a:srgbClr val="000000"/>
                </a:solidFill>
                <a:latin typeface="Arial"/>
                <a:ea typeface="Arial"/>
                <a:cs typeface="Arial"/>
              </a:defRPr>
            </a:lvl3pPr>
            <a:lvl4pPr algn="l">
              <a:defRPr sz="1275" b="0">
                <a:solidFill>
                  <a:srgbClr val="000000"/>
                </a:solidFill>
                <a:latin typeface="Arial"/>
                <a:ea typeface="Arial"/>
                <a:cs typeface="Arial"/>
              </a:defRPr>
            </a:lvl4pPr>
            <a:lvl5pPr algn="l">
              <a:defRPr sz="1275" b="0">
                <a:solidFill>
                  <a:srgbClr val="000000"/>
                </a:solidFill>
                <a:latin typeface="Arial"/>
                <a:ea typeface="Arial"/>
                <a:cs typeface="Arial"/>
              </a:defRPr>
            </a:lvl5pPr>
            <a:lvl6pPr algn="l">
              <a:defRPr sz="1275" b="0">
                <a:solidFill>
                  <a:srgbClr val="000000"/>
                </a:solidFill>
                <a:latin typeface="Arial"/>
                <a:ea typeface="Arial"/>
                <a:cs typeface="Arial"/>
              </a:defRPr>
            </a:lvl6pPr>
            <a:lvl7pPr algn="l">
              <a:defRPr sz="1275" b="0">
                <a:solidFill>
                  <a:srgbClr val="000000"/>
                </a:solidFill>
                <a:latin typeface="Arial"/>
                <a:ea typeface="Arial"/>
                <a:cs typeface="Arial"/>
              </a:defRPr>
            </a:lvl7pPr>
            <a:lvl8pPr algn="l">
              <a:defRPr sz="1275" b="0">
                <a:solidFill>
                  <a:srgbClr val="000000"/>
                </a:solidFill>
                <a:latin typeface="Arial"/>
                <a:ea typeface="Arial"/>
                <a:cs typeface="Arial"/>
              </a:defRPr>
            </a:lvl8pPr>
            <a:lvl9pPr algn="l">
              <a:defRPr sz="1275" b="0">
                <a:solidFill>
                  <a:srgbClr val="000000"/>
                </a:solidFill>
                <a:latin typeface="Arial"/>
                <a:ea typeface="Arial"/>
                <a:cs typeface="Arial"/>
              </a:defRPr>
            </a:lvl9pPr>
          </a:lstStyle>
          <a:p>
            <a:pPr algn="l">
              <a:defRPr sz="1275" b="0">
                <a:solidFill>
                  <a:srgbClr val="000000"/>
                </a:solidFill>
                <a:latin typeface="Arial"/>
                <a:ea typeface="Arial"/>
                <a:cs typeface="Arial"/>
              </a:defRPr>
            </a:pPr>
            <a:r>
              <a:rPr sz="1275" b="0">
                <a:solidFill>
                  <a:srgbClr val="000000"/>
                </a:solidFill>
                <a:latin typeface="Arial"/>
                <a:ea typeface="Arial"/>
                <a:cs typeface="Arial"/>
              </a:rPr>
              <a:t>values in the one-dimensional map.</a:t>
            </a:r>
          </a:p>
        </p:txBody>
      </p:sp>
      <p:sp>
        <p:nvSpPr>
          <p:cNvPr id="223" name="text_222">
            <a:extLst>
              <a:ext uri="{FF2B5EF4-FFF2-40B4-BE49-F238E27FC236}">
                <ns2:creationId id="{E29F443A-8CD2-48D3-B606-6E7E2E1AA0D8}"/>
              </a:ext>
            </a:extLst>
          </p:cNvPr>
          <p:cNvSpPr>
            <a:spLocks noGrp="1"/>
          </p:cNvSpPr>
          <p:nvPr/>
        </p:nvSpPr>
        <p:spPr>
          <a:xfrm rot="0">
            <a:off x="571500" y="9486900"/>
            <a:ext cx="11430000" cy="238125"/>
          </a:xfrm>
          <a:prstGeom prst="rect">
            <a:avLst/>
          </a:prstGeom>
          <a:noFill/>
          <a:ln w="0">
            <a:noFill/>
            <a:prstDash val="solid"/>
          </a:ln>
        </p:spPr>
        <p:txBody>
          <a:bodyPr wrap="none" lIns="0" tIns="0" rIns="0" bIns="0" anchor="t">
            <a:noAutofit/>
          </a:bodyPr>
          <a:lstStyle>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a:pPr algn="l">
              <a:defRPr sz="1350" b="0">
                <a:solidFill>
                  <a:srgbClr val="000000"/>
                </a:solidFill>
                <a:latin typeface="Arial"/>
                <a:ea typeface="Arial"/>
                <a:cs typeface="Arial"/>
              </a:defRPr>
            </a:pPr>
            <a:r>
              <a:rPr sz="1350" b="0">
                <a:solidFill>
                  <a:srgbClr val="000000"/>
                </a:solidFill>
                <a:latin typeface="Arial"/>
                <a:ea typeface="Arial"/>
                <a:cs typeface="Arial"/>
              </a:rPr>
              <a:t>A/B/C: extrema of the analysis field, located on both rows. Positive FRP cells describe detections, not a burn perimeter.</a:t>
            </a:r>
          </a:p>
        </p:txBody>
      </p:sp>
      <p:sp>
        <p:nvSpPr>
          <p:cNvPr id="225" name="text_001">
            <a:extLst>
              <a:ext uri="{FF2B5EF4-FFF2-40B4-BE49-F238E27FC236}">
                <ns2:creationId id="{585F1D43-407E-4EBF-A5F2-BBCADEFA9B9E}"/>
              </a:ext>
            </a:extLst>
          </p:cNvPr>
          <p:cNvSpPr>
            <a:spLocks noGrp="1"/>
          </p:cNvSpPr>
          <p:nvPr/>
        </p:nvSpPr>
        <p:spPr>
          <a:xfrm>
            <a:off x="1266825" y="0"/>
            <a:ext cx="6191250" cy="247650"/>
          </a:xfrm>
          <a:prstGeom prst="rect">
            <a:avLst/>
          </a:prstGeom>
          <a:noFill/>
          <a:ln w="0">
            <a:noFill/>
            <a:prstDash val="solid"/>
          </a:ln>
        </p:spPr>
        <p:txBody>
          <a:bodyPr wrap="none" lIns="0" tIns="0" rIns="0" bIns="0" anchor="t">
            <a:noAutofit/>
          </a:bodyPr>
          <a:lstStyle>
            <a:defPPr algn="l">
              <a:defRPr sz="1800" b="1">
                <a:solidFill>
                  <a:srgbClr val="000000"/>
                </a:solidFill>
                <a:latin typeface="Arial"/>
                <a:ea typeface="Arial"/>
                <a:cs typeface="Arial"/>
              </a:defRPr>
            </a:defPPr>
            <a:lvl1pPr algn="l">
              <a:defRPr sz="1800" b="1">
                <a:solidFill>
                  <a:srgbClr val="000000"/>
                </a:solidFill>
                <a:latin typeface="Arial"/>
                <a:ea typeface="Arial"/>
                <a:cs typeface="Arial"/>
              </a:defRPr>
            </a:lvl1pPr>
            <a:lvl2pPr algn="l">
              <a:defRPr sz="1800" b="1">
                <a:solidFill>
                  <a:srgbClr val="000000"/>
                </a:solidFill>
                <a:latin typeface="Arial"/>
                <a:ea typeface="Arial"/>
                <a:cs typeface="Arial"/>
              </a:defRPr>
            </a:lvl2pPr>
            <a:lvl3pPr algn="l">
              <a:defRPr sz="1800" b="1">
                <a:solidFill>
                  <a:srgbClr val="000000"/>
                </a:solidFill>
                <a:latin typeface="Arial"/>
                <a:ea typeface="Arial"/>
                <a:cs typeface="Arial"/>
              </a:defRPr>
            </a:lvl3pPr>
            <a:lvl4pPr algn="l">
              <a:defRPr sz="1800" b="1">
                <a:solidFill>
                  <a:srgbClr val="000000"/>
                </a:solidFill>
                <a:latin typeface="Arial"/>
                <a:ea typeface="Arial"/>
                <a:cs typeface="Arial"/>
              </a:defRPr>
            </a:lvl4pPr>
            <a:lvl5pPr algn="l">
              <a:defRPr sz="1800" b="1">
                <a:solidFill>
                  <a:srgbClr val="000000"/>
                </a:solidFill>
                <a:latin typeface="Arial"/>
                <a:ea typeface="Arial"/>
                <a:cs typeface="Arial"/>
              </a:defRPr>
            </a:lvl5pPr>
            <a:lvl6pPr algn="l">
              <a:defRPr sz="1800" b="1">
                <a:solidFill>
                  <a:srgbClr val="000000"/>
                </a:solidFill>
                <a:latin typeface="Arial"/>
                <a:ea typeface="Arial"/>
                <a:cs typeface="Arial"/>
              </a:defRPr>
            </a:lvl6pPr>
            <a:lvl7pPr algn="l">
              <a:defRPr sz="1800" b="1">
                <a:solidFill>
                  <a:srgbClr val="000000"/>
                </a:solidFill>
                <a:latin typeface="Arial"/>
                <a:ea typeface="Arial"/>
                <a:cs typeface="Arial"/>
              </a:defRPr>
            </a:lvl7pPr>
            <a:lvl8pPr algn="l">
              <a:defRPr sz="1800" b="1">
                <a:solidFill>
                  <a:srgbClr val="000000"/>
                </a:solidFill>
                <a:latin typeface="Arial"/>
                <a:ea typeface="Arial"/>
                <a:cs typeface="Arial"/>
              </a:defRPr>
            </a:lvl8pPr>
            <a:lvl9pPr algn="l">
              <a:defRPr sz="1800" b="1">
                <a:solidFill>
                  <a:srgbClr val="000000"/>
                </a:solidFill>
                <a:latin typeface="Arial"/>
                <a:ea typeface="Arial"/>
                <a:cs typeface="Arial"/>
              </a:defRPr>
            </a:lvl9pPr>
          </a:lstStyle>
          <a:p>
            <a:pPr algn="l">
              <a:defRPr sz="1800" b="1">
                <a:solidFill>
                  <a:srgbClr val="000000"/>
                </a:solidFill>
                <a:latin typeface="Arial"/>
                <a:ea typeface="Arial"/>
                <a:cs typeface="Arial"/>
              </a:defRPr>
            </a:pPr>
            <a:r>
              <a:rPr sz="1800" b="1">
                <a:solidFill>
                  <a:srgbClr val="000000"/>
                </a:solidFill>
                <a:latin typeface="Arial"/>
                <a:ea typeface="Arial"/>
                <a:cs typeface="Arial"/>
              </a:rPr>
              <a:t>(a) Full sequence</a:t>
            </a:r>
          </a:p>
        </p:txBody>
      </p:sp>
      <p:sp>
        <p:nvSpPr>
          <p:cNvPr id="226" name="text_002">
            <a:extLst>
              <a:ext uri="{FF2B5EF4-FFF2-40B4-BE49-F238E27FC236}">
                <ns2:creationId id="{31CC7CDF-1880-42AF-8D17-585E6F44C054}"/>
              </a:ext>
            </a:extLst>
          </p:cNvPr>
          <p:cNvSpPr>
            <a:spLocks noGrp="1"/>
          </p:cNvSpPr>
          <p:nvPr/>
        </p:nvSpPr>
        <p:spPr>
          <a:xfrm>
            <a:off x="7886700" y="0"/>
            <a:ext cx="4191000" cy="247650"/>
          </a:xfrm>
          <a:prstGeom prst="rect">
            <a:avLst/>
          </a:prstGeom>
          <a:noFill/>
          <a:ln w="0">
            <a:noFill/>
            <a:prstDash val="solid"/>
          </a:ln>
        </p:spPr>
        <p:txBody>
          <a:bodyPr wrap="none" lIns="0" tIns="0" rIns="0" bIns="0" anchor="t">
            <a:noAutofit/>
          </a:bodyPr>
          <a:lstStyle>
            <a:defPPr algn="l">
              <a:defRPr sz="1800" b="1">
                <a:solidFill>
                  <a:srgbClr val="000000"/>
                </a:solidFill>
                <a:latin typeface="Arial"/>
                <a:ea typeface="Arial"/>
                <a:cs typeface="Arial"/>
              </a:defRPr>
            </a:defPPr>
            <a:lvl1pPr algn="l">
              <a:defRPr sz="1800" b="1">
                <a:solidFill>
                  <a:srgbClr val="000000"/>
                </a:solidFill>
                <a:latin typeface="Arial"/>
                <a:ea typeface="Arial"/>
                <a:cs typeface="Arial"/>
              </a:defRPr>
            </a:lvl1pPr>
            <a:lvl2pPr algn="l">
              <a:defRPr sz="1800" b="1">
                <a:solidFill>
                  <a:srgbClr val="000000"/>
                </a:solidFill>
                <a:latin typeface="Arial"/>
                <a:ea typeface="Arial"/>
                <a:cs typeface="Arial"/>
              </a:defRPr>
            </a:lvl2pPr>
            <a:lvl3pPr algn="l">
              <a:defRPr sz="1800" b="1">
                <a:solidFill>
                  <a:srgbClr val="000000"/>
                </a:solidFill>
                <a:latin typeface="Arial"/>
                <a:ea typeface="Arial"/>
                <a:cs typeface="Arial"/>
              </a:defRPr>
            </a:lvl3pPr>
            <a:lvl4pPr algn="l">
              <a:defRPr sz="1800" b="1">
                <a:solidFill>
                  <a:srgbClr val="000000"/>
                </a:solidFill>
                <a:latin typeface="Arial"/>
                <a:ea typeface="Arial"/>
                <a:cs typeface="Arial"/>
              </a:defRPr>
            </a:lvl4pPr>
            <a:lvl5pPr algn="l">
              <a:defRPr sz="1800" b="1">
                <a:solidFill>
                  <a:srgbClr val="000000"/>
                </a:solidFill>
                <a:latin typeface="Arial"/>
                <a:ea typeface="Arial"/>
                <a:cs typeface="Arial"/>
              </a:defRPr>
            </a:lvl5pPr>
            <a:lvl6pPr algn="l">
              <a:defRPr sz="1800" b="1">
                <a:solidFill>
                  <a:srgbClr val="000000"/>
                </a:solidFill>
                <a:latin typeface="Arial"/>
                <a:ea typeface="Arial"/>
                <a:cs typeface="Arial"/>
              </a:defRPr>
            </a:lvl6pPr>
            <a:lvl7pPr algn="l">
              <a:defRPr sz="1800" b="1">
                <a:solidFill>
                  <a:srgbClr val="000000"/>
                </a:solidFill>
                <a:latin typeface="Arial"/>
                <a:ea typeface="Arial"/>
                <a:cs typeface="Arial"/>
              </a:defRPr>
            </a:lvl7pPr>
            <a:lvl8pPr algn="l">
              <a:defRPr sz="1800" b="1">
                <a:solidFill>
                  <a:srgbClr val="000000"/>
                </a:solidFill>
                <a:latin typeface="Arial"/>
                <a:ea typeface="Arial"/>
                <a:cs typeface="Arial"/>
              </a:defRPr>
            </a:lvl8pPr>
            <a:lvl9pPr algn="l">
              <a:defRPr sz="1800" b="1">
                <a:solidFill>
                  <a:srgbClr val="000000"/>
                </a:solidFill>
                <a:latin typeface="Arial"/>
                <a:ea typeface="Arial"/>
                <a:cs typeface="Arial"/>
              </a:defRPr>
            </a:lvl9pPr>
          </a:lstStyle>
          <a:p>
            <a:pPr algn="l">
              <a:defRPr sz="1800" b="1">
                <a:solidFill>
                  <a:srgbClr val="000000"/>
                </a:solidFill>
                <a:latin typeface="Arial"/>
                <a:ea typeface="Arial"/>
                <a:cs typeface="Arial"/>
              </a:defRPr>
            </a:pPr>
            <a:r>
              <a:rPr sz="1800" b="1">
                <a:solidFill>
                  <a:srgbClr val="000000"/>
                </a:solidFill>
                <a:latin typeface="Arial"/>
                <a:ea typeface="Arial"/>
                <a:cs typeface="Arial"/>
              </a:rPr>
              <a:t>(b) Local window</a:t>
            </a:r>
          </a:p>
        </p:txBody>
      </p:sp>
      <p:sp>
        <p:nvSpPr>
          <p:cNvPr id="227" name="text_045">
            <a:extLst>
              <a:ext uri="{FF2B5EF4-FFF2-40B4-BE49-F238E27FC236}">
                <ns2:creationId id="{0FC56281-22D7-45BC-B560-B1044754F00A}"/>
              </a:ext>
            </a:extLst>
          </p:cNvPr>
          <p:cNvSpPr>
            <a:spLocks noGrp="1"/>
          </p:cNvSpPr>
          <p:nvPr/>
        </p:nvSpPr>
        <p:spPr>
          <a:xfrm>
            <a:off x="1172585" y="215265"/>
            <a:ext cx="388620" cy="213741"/>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228" name="text_046">
            <a:extLst>
              <a:ext uri="{FF2B5EF4-FFF2-40B4-BE49-F238E27FC236}">
                <ns2:creationId id="{7A6A70E8-61FE-476F-90D7-07D1A85BF0D0}"/>
              </a:ext>
            </a:extLst>
          </p:cNvPr>
          <p:cNvSpPr>
            <a:spLocks noGrp="1"/>
          </p:cNvSpPr>
          <p:nvPr/>
        </p:nvSpPr>
        <p:spPr>
          <a:xfrm>
            <a:off x="6976624" y="215265"/>
            <a:ext cx="388620" cy="213741"/>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29</a:t>
            </a:r>
          </a:p>
        </p:txBody>
      </p:sp>
      <p:sp>
        <p:nvSpPr>
          <p:cNvPr id="229" name="text_055">
            <a:extLst>
              <a:ext uri="{FF2B5EF4-FFF2-40B4-BE49-F238E27FC236}">
                <ns2:creationId id="{10177CAC-EBE5-425E-BAF9-5F6F7B51A30B}"/>
              </a:ext>
            </a:extLst>
          </p:cNvPr>
          <p:cNvSpPr>
            <a:spLocks noGrp="1"/>
          </p:cNvSpPr>
          <p:nvPr/>
        </p:nvSpPr>
        <p:spPr>
          <a:xfrm>
            <a:off x="7867269" y="215265"/>
            <a:ext cx="388620" cy="213741"/>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13</a:t>
            </a:r>
          </a:p>
        </p:txBody>
      </p:sp>
      <p:sp>
        <p:nvSpPr>
          <p:cNvPr id="230" name="text_056">
            <a:extLst>
              <a:ext uri="{FF2B5EF4-FFF2-40B4-BE49-F238E27FC236}">
                <ns2:creationId id="{000B9C79-A3D7-4416-BDD4-D6E4BD106782}"/>
              </a:ext>
            </a:extLst>
          </p:cNvPr>
          <p:cNvSpPr>
            <a:spLocks noGrp="1"/>
          </p:cNvSpPr>
          <p:nvPr/>
        </p:nvSpPr>
        <p:spPr>
          <a:xfrm>
            <a:off x="11364849" y="215265"/>
            <a:ext cx="388620" cy="213741"/>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23</a:t>
            </a:r>
          </a:p>
        </p:txBody>
      </p:sp>
      <p:sp>
        <p:nvSpPr>
          <p:cNvPr id="231" name="text_073">
            <a:extLst>
              <a:ext uri="{FF2B5EF4-FFF2-40B4-BE49-F238E27FC236}">
                <ns2:creationId id="{B9E26A93-8825-48AE-89BC-8B6D2C4FE17E}"/>
              </a:ext>
            </a:extLst>
          </p:cNvPr>
          <p:cNvSpPr>
            <a:spLocks noGrp="1"/>
          </p:cNvSpPr>
          <p:nvPr/>
        </p:nvSpPr>
        <p:spPr>
          <a:xfrm>
            <a:off x="114300" y="457200"/>
            <a:ext cx="1057275" cy="247650"/>
          </a:xfrm>
          <a:prstGeom prst="rect">
            <a:avLst/>
          </a:prstGeom>
          <a:noFill/>
          <a:ln w="0">
            <a:noFill/>
            <a:prstDash val="solid"/>
          </a:ln>
        </p:spPr>
        <p:txBody>
          <a:bodyPr wrap="none" lIns="0" tIns="0" rIns="0" bIns="0" anchor="t">
            <a:noAutofit/>
          </a:bodyPr>
          <a:lstStyle>
            <a:defPPr algn="l">
              <a:defRPr sz="1500" b="1">
                <a:solidFill>
                  <a:srgbClr val="000000"/>
                </a:solidFill>
                <a:latin typeface="Arial"/>
                <a:ea typeface="Arial"/>
                <a:cs typeface="Arial"/>
              </a:defRPr>
            </a:defPPr>
            <a:lvl1pPr algn="l">
              <a:defRPr sz="1500" b="1">
                <a:solidFill>
                  <a:srgbClr val="000000"/>
                </a:solidFill>
                <a:latin typeface="Arial"/>
                <a:ea typeface="Arial"/>
                <a:cs typeface="Arial"/>
              </a:defRPr>
            </a:lvl1pPr>
            <a:lvl2pPr algn="l">
              <a:defRPr sz="1500" b="1">
                <a:solidFill>
                  <a:srgbClr val="000000"/>
                </a:solidFill>
                <a:latin typeface="Arial"/>
                <a:ea typeface="Arial"/>
                <a:cs typeface="Arial"/>
              </a:defRPr>
            </a:lvl2pPr>
            <a:lvl3pPr algn="l">
              <a:defRPr sz="1500" b="1">
                <a:solidFill>
                  <a:srgbClr val="000000"/>
                </a:solidFill>
                <a:latin typeface="Arial"/>
                <a:ea typeface="Arial"/>
                <a:cs typeface="Arial"/>
              </a:defRPr>
            </a:lvl3pPr>
            <a:lvl4pPr algn="l">
              <a:defRPr sz="1500" b="1">
                <a:solidFill>
                  <a:srgbClr val="000000"/>
                </a:solidFill>
                <a:latin typeface="Arial"/>
                <a:ea typeface="Arial"/>
                <a:cs typeface="Arial"/>
              </a:defRPr>
            </a:lvl4pPr>
            <a:lvl5pPr algn="l">
              <a:defRPr sz="1500" b="1">
                <a:solidFill>
                  <a:srgbClr val="000000"/>
                </a:solidFill>
                <a:latin typeface="Arial"/>
                <a:ea typeface="Arial"/>
                <a:cs typeface="Arial"/>
              </a:defRPr>
            </a:lvl5pPr>
            <a:lvl6pPr algn="l">
              <a:defRPr sz="1500" b="1">
                <a:solidFill>
                  <a:srgbClr val="000000"/>
                </a:solidFill>
                <a:latin typeface="Arial"/>
                <a:ea typeface="Arial"/>
                <a:cs typeface="Arial"/>
              </a:defRPr>
            </a:lvl6pPr>
            <a:lvl7pPr algn="l">
              <a:defRPr sz="1500" b="1">
                <a:solidFill>
                  <a:srgbClr val="000000"/>
                </a:solidFill>
                <a:latin typeface="Arial"/>
                <a:ea typeface="Arial"/>
                <a:cs typeface="Arial"/>
              </a:defRPr>
            </a:lvl7pPr>
            <a:lvl8pPr algn="l">
              <a:defRPr sz="1500" b="1">
                <a:solidFill>
                  <a:srgbClr val="000000"/>
                </a:solidFill>
                <a:latin typeface="Arial"/>
                <a:ea typeface="Arial"/>
                <a:cs typeface="Arial"/>
              </a:defRPr>
            </a:lvl8pPr>
            <a:lvl9pPr algn="l">
              <a:defRPr sz="1500" b="1">
                <a:solidFill>
                  <a:srgbClr val="000000"/>
                </a:solidFill>
                <a:latin typeface="Arial"/>
                <a:ea typeface="Arial"/>
                <a:cs typeface="Arial"/>
              </a:defRPr>
            </a:lvl9pPr>
          </a:lstStyle>
          <a:p>
            <a:pPr algn="l">
              <a:defRPr sz="1500" b="1">
                <a:solidFill>
                  <a:srgbClr val="000000"/>
                </a:solidFill>
                <a:latin typeface="Arial"/>
                <a:ea typeface="Arial"/>
                <a:cs typeface="Arial"/>
              </a:defRPr>
            </a:pPr>
            <a:r>
              <a:rPr sz="1500" b="1">
                <a:solidFill>
                  <a:srgbClr val="000000"/>
                </a:solidFill>
                <a:latin typeface="Arial"/>
                <a:ea typeface="Arial"/>
                <a:cs typeface="Arial"/>
              </a:rPr>
              <a:t>RG-P</a:t>
            </a:r>
          </a:p>
        </p:txBody>
      </p:sp>
      <p:pic>
        <p:nvPicPr>
          <p:cNvPr id="232" name="">
            <a:extLst>
              <a:ext uri="{FF2B5EF4-FFF2-40B4-BE49-F238E27FC236}">
                <ns2:creationId id="{5398122F-2ECF-4D5F-9106-57EC8DE80AC9}"/>
              </a:ext>
            </a:extLst>
          </p:cNvPr>
          <p:cNvPicPr>
            <a:picLocks noChangeAspect="1"/>
          </p:cNvPicPr>
          <p:nvPr/>
        </p:nvPicPr>
        <p:blipFill>
          <a:blip r:embed="rId50001"/>
          <a:stretch/>
        </p:blipFill>
        <p:spPr>
          <a:xfrm>
            <a:off x="1266825" y="409575"/>
            <a:ext cx="6004179" cy="680085"/>
          </a:xfrm>
          <a:prstGeom prst="rect">
            <a:avLst/>
          </a:prstGeom>
        </p:spPr>
      </p:pic>
      <p:sp>
        <p:nvSpPr>
          <p:cNvPr id="233" name="line_076">
            <a:extLst>
              <a:ext uri="{FF2B5EF4-FFF2-40B4-BE49-F238E27FC236}">
                <ns2:creationId id="{297CE8D5-059E-4F81-865B-4082B7601DF0}"/>
              </a:ext>
            </a:extLst>
          </p:cNvPr>
          <p:cNvSpPr>
            <a:spLocks noGrp="1"/>
          </p:cNvSpPr>
          <p:nvPr/>
        </p:nvSpPr>
        <p:spPr>
          <a:xfrm>
            <a:off x="4969403" y="409575"/>
            <a:ext cx="97" cy="680085"/>
          </a:xfrm>
          <a:custGeom>
            <a:pathLst>
              <a:path w="95" h="666750">
                <a:moveTo>
                  <a:pt x="0" y="0"/>
                </a:moveTo>
                <a:lnTo>
                  <a:pt x="0" y="666750"/>
                </a:lnTo>
              </a:path>
            </a:pathLst>
          </a:custGeom>
          <a:noFill/>
          <a:ln w="9525">
            <a:solidFill>
              <a:srgbClr val="263238"/>
            </a:solidFill>
            <a:prstDash val="dash"/>
          </a:ln>
        </p:spPr>
      </p:sp>
      <p:sp>
        <p:nvSpPr>
          <p:cNvPr id="234" name="rect_077">
            <a:extLst>
              <a:ext uri="{FF2B5EF4-FFF2-40B4-BE49-F238E27FC236}">
                <ns2:creationId id="{B678553D-9039-4FC4-816D-21DB1B8AF8CD}"/>
              </a:ext>
            </a:extLst>
          </p:cNvPr>
          <p:cNvSpPr>
            <a:spLocks noGrp="1"/>
          </p:cNvSpPr>
          <p:nvPr/>
        </p:nvSpPr>
        <p:spPr>
          <a:xfrm>
            <a:off x="1266825" y="409575"/>
            <a:ext cx="6004179" cy="680085"/>
          </a:xfrm>
          <a:prstGeom prst="rect">
            <a:avLst/>
          </a:prstGeom>
          <a:noFill/>
          <a:ln w="6668">
            <a:solidFill>
              <a:srgbClr val="7B8790"/>
            </a:solidFill>
            <a:prstDash val="solid"/>
          </a:ln>
        </p:spPr>
      </p:sp>
      <p:sp>
        <p:nvSpPr>
          <p:cNvPr id="235" name="text_078">
            <a:extLst>
              <a:ext uri="{FF2B5EF4-FFF2-40B4-BE49-F238E27FC236}">
                <ns2:creationId id="{02C5B329-8E4C-4174-8E81-67232211D89A}"/>
              </a:ext>
            </a:extLst>
          </p:cNvPr>
          <p:cNvSpPr>
            <a:spLocks noGrp="1"/>
          </p:cNvSpPr>
          <p:nvPr/>
        </p:nvSpPr>
        <p:spPr>
          <a:xfrm>
            <a:off x="887920" y="992505"/>
            <a:ext cx="320612" cy="204026"/>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0</a:t>
            </a:r>
          </a:p>
        </p:txBody>
      </p:sp>
      <p:sp>
        <p:nvSpPr>
          <p:cNvPr id="236" name="text_079">
            <a:extLst>
              <a:ext uri="{FF2B5EF4-FFF2-40B4-BE49-F238E27FC236}">
                <ns2:creationId id="{EBCCB282-8E4A-4A41-83A4-A9102E2B09AE}"/>
              </a:ext>
            </a:extLst>
          </p:cNvPr>
          <p:cNvSpPr>
            <a:spLocks noGrp="1"/>
          </p:cNvSpPr>
          <p:nvPr/>
        </p:nvSpPr>
        <p:spPr>
          <a:xfrm>
            <a:off x="887920" y="312420"/>
            <a:ext cx="320612" cy="204026"/>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1</a:t>
            </a:r>
          </a:p>
        </p:txBody>
      </p:sp>
      <p:sp>
        <p:nvSpPr>
          <p:cNvPr id="237" name="wildfire_P_3_exact_anchor">
            <a:extLst>
              <a:ext uri="{FF2B5EF4-FFF2-40B4-BE49-F238E27FC236}">
                <ns2:creationId id="{9904228B-620A-4E07-A880-732E6BBC7DF0}"/>
              </a:ext>
            </a:extLst>
          </p:cNvPr>
          <p:cNvSpPr>
            <a:spLocks noGrp="1"/>
          </p:cNvSpPr>
          <p:nvPr/>
        </p:nvSpPr>
        <p:spPr>
          <a:xfrm>
            <a:off x="4930541" y="919333"/>
            <a:ext cx="77724" cy="77724"/>
          </a:xfrm>
          <a:prstGeom prst="ellipse">
            <a:avLst/>
          </a:prstGeom>
          <a:solidFill>
            <a:srgbClr val="FFFFFF"/>
          </a:solidFill>
          <a:ln w="17145">
            <a:solidFill>
              <a:srgbClr val="0072B2"/>
            </a:solidFill>
            <a:prstDash val="solid"/>
          </a:ln>
        </p:spPr>
      </p:sp>
      <p:sp>
        <p:nvSpPr>
          <p:cNvPr id="238" name="wildfire_P_48_exact_anchor">
            <a:extLst>
              <a:ext uri="{FF2B5EF4-FFF2-40B4-BE49-F238E27FC236}">
                <ns2:creationId id="{2EE65550-3A5B-43DE-8749-FBA2E65F5BC6}"/>
              </a:ext>
            </a:extLst>
          </p:cNvPr>
          <p:cNvSpPr>
            <a:spLocks noGrp="1"/>
          </p:cNvSpPr>
          <p:nvPr/>
        </p:nvSpPr>
        <p:spPr>
          <a:xfrm>
            <a:off x="4930541" y="685560"/>
            <a:ext cx="77724" cy="77724"/>
          </a:xfrm>
          <a:prstGeom prst="ellipse">
            <a:avLst/>
          </a:prstGeom>
          <a:solidFill>
            <a:srgbClr val="FFFFFF"/>
          </a:solidFill>
          <a:ln w="17145">
            <a:solidFill>
              <a:srgbClr val="D55E00"/>
            </a:solidFill>
            <a:prstDash val="solid"/>
          </a:ln>
        </p:spPr>
      </p:sp>
      <p:sp>
        <p:nvSpPr>
          <p:cNvPr id="239" name="wildfire_P_52_exact_anchor">
            <a:extLst>
              <a:ext uri="{FF2B5EF4-FFF2-40B4-BE49-F238E27FC236}">
                <ns2:creationId id="{64100E6A-273F-4404-A2E8-606114936761}"/>
              </a:ext>
            </a:extLst>
          </p:cNvPr>
          <p:cNvSpPr>
            <a:spLocks noGrp="1"/>
          </p:cNvSpPr>
          <p:nvPr/>
        </p:nvSpPr>
        <p:spPr>
          <a:xfrm>
            <a:off x="4930541" y="677352"/>
            <a:ext cx="77724" cy="77724"/>
          </a:xfrm>
          <a:prstGeom prst="ellipse">
            <a:avLst/>
          </a:prstGeom>
          <a:solidFill>
            <a:srgbClr val="FFFFFF"/>
          </a:solidFill>
          <a:ln w="17145">
            <a:solidFill>
              <a:srgbClr val="009E73"/>
            </a:solidFill>
            <a:prstDash val="solid"/>
          </a:ln>
        </p:spPr>
      </p:sp>
      <p:pic>
        <p:nvPicPr>
          <p:cNvPr id="240" name="">
            <a:extLst>
              <a:ext uri="{FF2B5EF4-FFF2-40B4-BE49-F238E27FC236}">
                <ns2:creationId id="{39C48359-BDE7-4E22-8EAA-BF7C213BF4C7}"/>
              </a:ext>
            </a:extLst>
          </p:cNvPr>
          <p:cNvPicPr>
            <a:picLocks noChangeAspect="1"/>
          </p:cNvPicPr>
          <p:nvPr/>
        </p:nvPicPr>
        <p:blipFill>
          <a:blip r:embed="rId50002"/>
          <a:stretch/>
        </p:blipFill>
        <p:spPr>
          <a:xfrm>
            <a:off x="7886700" y="409575"/>
            <a:ext cx="3847338" cy="680085"/>
          </a:xfrm>
          <a:prstGeom prst="rect">
            <a:avLst/>
          </a:prstGeom>
        </p:spPr>
      </p:pic>
      <p:sp>
        <p:nvSpPr>
          <p:cNvPr id="241" name="line_086">
            <a:extLst>
              <a:ext uri="{FF2B5EF4-FFF2-40B4-BE49-F238E27FC236}">
                <ns2:creationId id="{1453586D-44B0-4DB2-B599-3B58DDE21A28}"/>
              </a:ext>
            </a:extLst>
          </p:cNvPr>
          <p:cNvSpPr>
            <a:spLocks noGrp="1"/>
          </p:cNvSpPr>
          <p:nvPr/>
        </p:nvSpPr>
        <p:spPr>
          <a:xfrm>
            <a:off x="9810369" y="409575"/>
            <a:ext cx="97" cy="680085"/>
          </a:xfrm>
          <a:custGeom>
            <a:pathLst>
              <a:path w="95" h="666750">
                <a:moveTo>
                  <a:pt x="0" y="0"/>
                </a:moveTo>
                <a:lnTo>
                  <a:pt x="0" y="666750"/>
                </a:lnTo>
              </a:path>
            </a:pathLst>
          </a:custGeom>
          <a:noFill/>
          <a:ln w="9525">
            <a:solidFill>
              <a:srgbClr val="263238"/>
            </a:solidFill>
            <a:prstDash val="dash"/>
          </a:ln>
        </p:spPr>
      </p:sp>
      <p:sp>
        <p:nvSpPr>
          <p:cNvPr id="242" name="rect_087">
            <a:extLst>
              <a:ext uri="{FF2B5EF4-FFF2-40B4-BE49-F238E27FC236}">
                <ns2:creationId id="{CC3829C7-951D-4634-9900-0B896C91E53E}"/>
              </a:ext>
            </a:extLst>
          </p:cNvPr>
          <p:cNvSpPr>
            <a:spLocks noGrp="1"/>
          </p:cNvSpPr>
          <p:nvPr/>
        </p:nvSpPr>
        <p:spPr>
          <a:xfrm>
            <a:off x="7886700" y="409575"/>
            <a:ext cx="3847338" cy="680085"/>
          </a:xfrm>
          <a:prstGeom prst="rect">
            <a:avLst/>
          </a:prstGeom>
          <a:noFill/>
          <a:ln w="6668">
            <a:solidFill>
              <a:srgbClr val="7B8790"/>
            </a:solidFill>
            <a:prstDash val="solid"/>
          </a:ln>
        </p:spPr>
      </p:sp>
      <p:sp>
        <p:nvSpPr>
          <p:cNvPr id="243" name="text_088">
            <a:extLst>
              <a:ext uri="{FF2B5EF4-FFF2-40B4-BE49-F238E27FC236}">
                <ns2:creationId id="{CE6FD94A-6EDA-48A2-BFD6-67440AF5FC07}"/>
              </a:ext>
            </a:extLst>
          </p:cNvPr>
          <p:cNvSpPr>
            <a:spLocks noGrp="1"/>
          </p:cNvSpPr>
          <p:nvPr/>
        </p:nvSpPr>
        <p:spPr>
          <a:xfrm>
            <a:off x="7507796" y="992505"/>
            <a:ext cx="320612" cy="204026"/>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0.10</a:t>
            </a:r>
          </a:p>
        </p:txBody>
      </p:sp>
      <p:sp>
        <p:nvSpPr>
          <p:cNvPr id="244" name="text_089">
            <a:extLst>
              <a:ext uri="{FF2B5EF4-FFF2-40B4-BE49-F238E27FC236}">
                <ns2:creationId id="{328CAAB9-F3B5-4907-BBA9-477627FE5B50}"/>
              </a:ext>
            </a:extLst>
          </p:cNvPr>
          <p:cNvSpPr>
            <a:spLocks noGrp="1"/>
          </p:cNvSpPr>
          <p:nvPr/>
        </p:nvSpPr>
        <p:spPr>
          <a:xfrm>
            <a:off x="7507796" y="312420"/>
            <a:ext cx="320612" cy="204026"/>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0.75</a:t>
            </a:r>
          </a:p>
        </p:txBody>
      </p:sp>
      <p:sp>
        <p:nvSpPr>
          <p:cNvPr id="245" name="path_092">
            <a:extLst>
              <a:ext uri="{FF2B5EF4-FFF2-40B4-BE49-F238E27FC236}">
                <ns2:creationId id="{B0E38D21-FAD1-414E-ABA7-6B7426371442}"/>
              </a:ext>
            </a:extLst>
          </p:cNvPr>
          <p:cNvSpPr>
            <a:spLocks noGrp="1"/>
          </p:cNvSpPr>
          <p:nvPr/>
        </p:nvSpPr>
        <p:spPr>
          <a:xfrm>
            <a:off x="8061579" y="818561"/>
            <a:ext cx="3497580" cy="201197"/>
          </a:xfrm>
          <a:custGeom>
            <a:pathLst>
              <a:path w="3429000" h="197252">
                <a:moveTo>
                  <a:pt x="0" y="128335"/>
                </a:moveTo>
                <a:lnTo>
                  <a:pt x="342900" y="197252"/>
                </a:lnTo>
                <a:lnTo>
                  <a:pt x="685800" y="147638"/>
                </a:lnTo>
                <a:lnTo>
                  <a:pt x="1028700" y="115543"/>
                </a:lnTo>
                <a:lnTo>
                  <a:pt x="1371600" y="64365"/>
                </a:lnTo>
                <a:lnTo>
                  <a:pt x="1714500" y="171474"/>
                </a:lnTo>
                <a:lnTo>
                  <a:pt x="2057400" y="0"/>
                </a:lnTo>
                <a:lnTo>
                  <a:pt x="2400300" y="74260"/>
                </a:lnTo>
                <a:lnTo>
                  <a:pt x="2743200" y="148736"/>
                </a:lnTo>
                <a:lnTo>
                  <a:pt x="3086100" y="175215"/>
                </a:lnTo>
                <a:lnTo>
                  <a:pt x="3429000" y="195500"/>
                </a:lnTo>
              </a:path>
            </a:pathLst>
          </a:custGeom>
          <a:noFill/>
          <a:ln w="28575">
            <a:solidFill>
              <a:srgbClr val="FFFFFF"/>
            </a:solidFill>
            <a:prstDash val="solid"/>
          </a:ln>
        </p:spPr>
      </p:sp>
      <p:sp>
        <p:nvSpPr>
          <p:cNvPr id="246" name="wildfire_P_track_3_trace">
            <a:extLst>
              <a:ext uri="{FF2B5EF4-FFF2-40B4-BE49-F238E27FC236}">
                <ns2:creationId id="{C102D3EC-2DBD-4EC9-9BA8-F6AB7EAA45A1}"/>
              </a:ext>
            </a:extLst>
          </p:cNvPr>
          <p:cNvSpPr>
            <a:spLocks noGrp="1"/>
          </p:cNvSpPr>
          <p:nvPr/>
        </p:nvSpPr>
        <p:spPr>
          <a:xfrm>
            <a:off x="8061579" y="818561"/>
            <a:ext cx="3497580" cy="201197"/>
          </a:xfrm>
          <a:custGeom>
            <a:pathLst>
              <a:path w="3429000" h="197252">
                <a:moveTo>
                  <a:pt x="0" y="128335"/>
                </a:moveTo>
                <a:lnTo>
                  <a:pt x="342900" y="197252"/>
                </a:lnTo>
                <a:lnTo>
                  <a:pt x="685800" y="147638"/>
                </a:lnTo>
                <a:lnTo>
                  <a:pt x="1028700" y="115543"/>
                </a:lnTo>
                <a:lnTo>
                  <a:pt x="1371600" y="64365"/>
                </a:lnTo>
                <a:lnTo>
                  <a:pt x="1714500" y="171474"/>
                </a:lnTo>
                <a:lnTo>
                  <a:pt x="2057400" y="0"/>
                </a:lnTo>
                <a:lnTo>
                  <a:pt x="2400300" y="74260"/>
                </a:lnTo>
                <a:lnTo>
                  <a:pt x="2743200" y="148736"/>
                </a:lnTo>
                <a:lnTo>
                  <a:pt x="3086100" y="175215"/>
                </a:lnTo>
                <a:lnTo>
                  <a:pt x="3429000" y="195500"/>
                </a:lnTo>
              </a:path>
            </a:pathLst>
          </a:custGeom>
          <a:noFill/>
          <a:ln w="17145">
            <a:solidFill>
              <a:srgbClr val="0072B2"/>
            </a:solidFill>
            <a:prstDash val="solid"/>
          </a:ln>
        </p:spPr>
      </p:sp>
      <p:sp>
        <p:nvSpPr>
          <p:cNvPr id="247" name="wildfire_P_true_reference_3">
            <a:extLst>
              <a:ext uri="{FF2B5EF4-FFF2-40B4-BE49-F238E27FC236}">
                <ns2:creationId id="{610DA25C-6958-4B7A-A924-897BF490E013}"/>
              </a:ext>
            </a:extLst>
          </p:cNvPr>
          <p:cNvSpPr>
            <a:spLocks noGrp="1"/>
          </p:cNvSpPr>
          <p:nvPr/>
        </p:nvSpPr>
        <p:spPr>
          <a:xfrm>
            <a:off x="8061579" y="933454"/>
            <a:ext cx="3497580" cy="103526"/>
          </a:xfrm>
          <a:custGeom>
            <a:pathLst>
              <a:path w="3429000" h="101496">
                <a:moveTo>
                  <a:pt x="0" y="83753"/>
                </a:moveTo>
                <a:lnTo>
                  <a:pt x="342900" y="84462"/>
                </a:lnTo>
                <a:lnTo>
                  <a:pt x="685800" y="83753"/>
                </a:lnTo>
                <a:lnTo>
                  <a:pt x="1028700" y="67428"/>
                </a:lnTo>
                <a:lnTo>
                  <a:pt x="1371600" y="75236"/>
                </a:lnTo>
                <a:lnTo>
                  <a:pt x="1714500" y="83753"/>
                </a:lnTo>
                <a:lnTo>
                  <a:pt x="2057400" y="0"/>
                </a:lnTo>
                <a:lnTo>
                  <a:pt x="2400300" y="59619"/>
                </a:lnTo>
                <a:lnTo>
                  <a:pt x="2743200" y="101496"/>
                </a:lnTo>
                <a:lnTo>
                  <a:pt x="3086100" y="68136"/>
                </a:lnTo>
                <a:lnTo>
                  <a:pt x="3429000" y="76653"/>
                </a:lnTo>
              </a:path>
            </a:pathLst>
          </a:custGeom>
          <a:noFill/>
          <a:ln w="9525">
            <a:solidFill>
              <a:srgbClr val="0072B2"/>
            </a:solidFill>
            <a:prstDash val="dash"/>
          </a:ln>
        </p:spPr>
      </p:sp>
      <p:sp>
        <p:nvSpPr>
          <p:cNvPr id="248" name="wildfire_P_3_exact_anchor">
            <a:extLst>
              <a:ext uri="{FF2B5EF4-FFF2-40B4-BE49-F238E27FC236}">
                <ns2:creationId id="{30862062-DCAD-4DB7-95A8-F6F0611884F0}"/>
              </a:ext>
            </a:extLst>
          </p:cNvPr>
          <p:cNvSpPr>
            <a:spLocks noGrp="1"/>
          </p:cNvSpPr>
          <p:nvPr/>
        </p:nvSpPr>
        <p:spPr>
          <a:xfrm>
            <a:off x="9771507" y="954603"/>
            <a:ext cx="77724" cy="77724"/>
          </a:xfrm>
          <a:prstGeom prst="ellipse">
            <a:avLst/>
          </a:prstGeom>
          <a:solidFill>
            <a:srgbClr val="FFFFFF"/>
          </a:solidFill>
          <a:ln w="17145">
            <a:solidFill>
              <a:srgbClr val="0072B2"/>
            </a:solidFill>
            <a:prstDash val="solid"/>
          </a:ln>
        </p:spPr>
      </p:sp>
      <p:sp>
        <p:nvSpPr>
          <p:cNvPr id="249" name="path_098">
            <a:extLst>
              <a:ext uri="{FF2B5EF4-FFF2-40B4-BE49-F238E27FC236}">
                <ns2:creationId id="{99B838E2-5526-429C-9A39-FC2234D1E59A}"/>
              </a:ext>
            </a:extLst>
          </p:cNvPr>
          <p:cNvSpPr>
            <a:spLocks noGrp="1"/>
          </p:cNvSpPr>
          <p:nvPr/>
        </p:nvSpPr>
        <p:spPr>
          <a:xfrm>
            <a:off x="9110853" y="462399"/>
            <a:ext cx="2448306" cy="170454"/>
          </a:xfrm>
          <a:custGeom>
            <a:pathLst>
              <a:path w="2400300" h="167112">
                <a:moveTo>
                  <a:pt x="0" y="6877"/>
                </a:moveTo>
                <a:lnTo>
                  <a:pt x="342900" y="136488"/>
                </a:lnTo>
                <a:lnTo>
                  <a:pt x="685800" y="167112"/>
                </a:lnTo>
                <a:lnTo>
                  <a:pt x="1028700" y="18674"/>
                </a:lnTo>
                <a:lnTo>
                  <a:pt x="1371600" y="15271"/>
                </a:lnTo>
                <a:lnTo>
                  <a:pt x="1714500" y="0"/>
                </a:lnTo>
                <a:lnTo>
                  <a:pt x="2057400" y="119168"/>
                </a:lnTo>
                <a:lnTo>
                  <a:pt x="2400300" y="143015"/>
                </a:lnTo>
              </a:path>
            </a:pathLst>
          </a:custGeom>
          <a:noFill/>
          <a:ln w="28575">
            <a:solidFill>
              <a:srgbClr val="FFFFFF"/>
            </a:solidFill>
            <a:prstDash val="solid"/>
          </a:ln>
        </p:spPr>
      </p:sp>
      <p:sp>
        <p:nvSpPr>
          <p:cNvPr id="250" name="wildfire_P_track_48_trace">
            <a:extLst>
              <a:ext uri="{FF2B5EF4-FFF2-40B4-BE49-F238E27FC236}">
                <ns2:creationId id="{89CB6B32-DD69-438A-BB2B-39113E66EF75}"/>
              </a:ext>
            </a:extLst>
          </p:cNvPr>
          <p:cNvSpPr>
            <a:spLocks noGrp="1"/>
          </p:cNvSpPr>
          <p:nvPr/>
        </p:nvSpPr>
        <p:spPr>
          <a:xfrm>
            <a:off x="9110853" y="462399"/>
            <a:ext cx="2448306" cy="170454"/>
          </a:xfrm>
          <a:custGeom>
            <a:pathLst>
              <a:path w="2400300" h="167112">
                <a:moveTo>
                  <a:pt x="0" y="6877"/>
                </a:moveTo>
                <a:lnTo>
                  <a:pt x="342900" y="136488"/>
                </a:lnTo>
                <a:lnTo>
                  <a:pt x="685800" y="167112"/>
                </a:lnTo>
                <a:lnTo>
                  <a:pt x="1028700" y="18674"/>
                </a:lnTo>
                <a:lnTo>
                  <a:pt x="1371600" y="15271"/>
                </a:lnTo>
                <a:lnTo>
                  <a:pt x="1714500" y="0"/>
                </a:lnTo>
                <a:lnTo>
                  <a:pt x="2057400" y="119168"/>
                </a:lnTo>
                <a:lnTo>
                  <a:pt x="2400300" y="143015"/>
                </a:lnTo>
              </a:path>
            </a:pathLst>
          </a:custGeom>
          <a:noFill/>
          <a:ln w="17145">
            <a:solidFill>
              <a:srgbClr val="D55E00"/>
            </a:solidFill>
            <a:prstDash val="solid"/>
          </a:ln>
        </p:spPr>
      </p:sp>
      <p:sp>
        <p:nvSpPr>
          <p:cNvPr id="251" name="wildfire_P_true_reference_48">
            <a:extLst>
              <a:ext uri="{FF2B5EF4-FFF2-40B4-BE49-F238E27FC236}">
                <ns2:creationId id="{9ACBC3E4-9E09-4CB2-A3AB-C96E2ED3F4BF}"/>
              </a:ext>
            </a:extLst>
          </p:cNvPr>
          <p:cNvSpPr>
            <a:spLocks noGrp="1"/>
          </p:cNvSpPr>
          <p:nvPr/>
        </p:nvSpPr>
        <p:spPr>
          <a:xfrm>
            <a:off x="9110853" y="478066"/>
            <a:ext cx="2448306" cy="8687"/>
          </a:xfrm>
          <a:custGeom>
            <a:pathLst>
              <a:path w="2400300" h="8517">
                <a:moveTo>
                  <a:pt x="0" y="0"/>
                </a:moveTo>
                <a:lnTo>
                  <a:pt x="342900" y="0"/>
                </a:lnTo>
                <a:lnTo>
                  <a:pt x="685800" y="0"/>
                </a:lnTo>
                <a:lnTo>
                  <a:pt x="1028700" y="0"/>
                </a:lnTo>
                <a:lnTo>
                  <a:pt x="1371600" y="8517"/>
                </a:lnTo>
                <a:lnTo>
                  <a:pt x="1714500" y="0"/>
                </a:lnTo>
                <a:lnTo>
                  <a:pt x="2057400" y="0"/>
                </a:lnTo>
                <a:lnTo>
                  <a:pt x="2400300" y="0"/>
                </a:lnTo>
              </a:path>
            </a:pathLst>
          </a:custGeom>
          <a:noFill/>
          <a:ln w="9525">
            <a:solidFill>
              <a:srgbClr val="D55E00"/>
            </a:solidFill>
            <a:prstDash val="dash"/>
          </a:ln>
        </p:spPr>
      </p:sp>
      <p:sp>
        <p:nvSpPr>
          <p:cNvPr id="252" name="wildfire_P_48_exact_anchor">
            <a:extLst>
              <a:ext uri="{FF2B5EF4-FFF2-40B4-BE49-F238E27FC236}">
                <ns2:creationId id="{4F83D95F-F3A1-4DFF-A91C-AFCF2DF2E56E}"/>
              </a:ext>
            </a:extLst>
          </p:cNvPr>
          <p:cNvSpPr>
            <a:spLocks noGrp="1"/>
          </p:cNvSpPr>
          <p:nvPr/>
        </p:nvSpPr>
        <p:spPr>
          <a:xfrm>
            <a:off x="9771507" y="593991"/>
            <a:ext cx="77724" cy="77724"/>
          </a:xfrm>
          <a:prstGeom prst="ellipse">
            <a:avLst/>
          </a:prstGeom>
          <a:solidFill>
            <a:srgbClr val="FFFFFF"/>
          </a:solidFill>
          <a:ln w="17145">
            <a:solidFill>
              <a:srgbClr val="D55E00"/>
            </a:solidFill>
            <a:prstDash val="solid"/>
          </a:ln>
        </p:spPr>
      </p:sp>
      <p:sp>
        <p:nvSpPr>
          <p:cNvPr id="253" name="path_104">
            <a:extLst>
              <a:ext uri="{FF2B5EF4-FFF2-40B4-BE49-F238E27FC236}">
                <ns2:creationId id="{39AEC1A6-EAC7-48D8-8276-A7FDCE062F4A}"/>
              </a:ext>
            </a:extLst>
          </p:cNvPr>
          <p:cNvSpPr>
            <a:spLocks noGrp="1"/>
          </p:cNvSpPr>
          <p:nvPr/>
        </p:nvSpPr>
        <p:spPr>
          <a:xfrm>
            <a:off x="9460611" y="620190"/>
            <a:ext cx="699516" cy="280769"/>
          </a:xfrm>
          <a:custGeom>
            <a:pathLst>
              <a:path w="685800" h="275264">
                <a:moveTo>
                  <a:pt x="0" y="275264"/>
                </a:moveTo>
                <a:lnTo>
                  <a:pt x="342900" y="0"/>
                </a:lnTo>
                <a:lnTo>
                  <a:pt x="685800" y="230109"/>
                </a:lnTo>
              </a:path>
            </a:pathLst>
          </a:custGeom>
          <a:noFill/>
          <a:ln w="28575">
            <a:solidFill>
              <a:srgbClr val="FFFFFF"/>
            </a:solidFill>
            <a:prstDash val="solid"/>
          </a:ln>
        </p:spPr>
      </p:sp>
      <p:sp>
        <p:nvSpPr>
          <p:cNvPr id="254" name="wildfire_P_track_52_trace">
            <a:extLst>
              <a:ext uri="{FF2B5EF4-FFF2-40B4-BE49-F238E27FC236}">
                <ns2:creationId id="{2EA98CCE-BE7A-4335-9940-93D011243F5C}"/>
              </a:ext>
            </a:extLst>
          </p:cNvPr>
          <p:cNvSpPr>
            <a:spLocks noGrp="1"/>
          </p:cNvSpPr>
          <p:nvPr/>
        </p:nvSpPr>
        <p:spPr>
          <a:xfrm>
            <a:off x="9460611" y="620190"/>
            <a:ext cx="699516" cy="280769"/>
          </a:xfrm>
          <a:custGeom>
            <a:pathLst>
              <a:path w="685800" h="275264">
                <a:moveTo>
                  <a:pt x="0" y="275264"/>
                </a:moveTo>
                <a:lnTo>
                  <a:pt x="342900" y="0"/>
                </a:lnTo>
                <a:lnTo>
                  <a:pt x="685800" y="230109"/>
                </a:lnTo>
              </a:path>
            </a:pathLst>
          </a:custGeom>
          <a:noFill/>
          <a:ln w="17145">
            <a:solidFill>
              <a:srgbClr val="009E73"/>
            </a:solidFill>
            <a:prstDash val="solid"/>
          </a:ln>
        </p:spPr>
      </p:sp>
      <p:sp>
        <p:nvSpPr>
          <p:cNvPr id="255" name="wildfire_P_true_reference_52">
            <a:extLst>
              <a:ext uri="{FF2B5EF4-FFF2-40B4-BE49-F238E27FC236}">
                <ns2:creationId id="{19D9F92C-300C-4DFF-AD83-89E039A35F6B}"/>
              </a:ext>
            </a:extLst>
          </p:cNvPr>
          <p:cNvSpPr>
            <a:spLocks noGrp="1"/>
          </p:cNvSpPr>
          <p:nvPr/>
        </p:nvSpPr>
        <p:spPr>
          <a:xfrm>
            <a:off x="9460611" y="757492"/>
            <a:ext cx="699516" cy="97"/>
          </a:xfrm>
          <a:custGeom>
            <a:pathLst>
              <a:path w="685800" h="95">
                <a:moveTo>
                  <a:pt x="0" y="0"/>
                </a:moveTo>
                <a:lnTo>
                  <a:pt x="342900" y="0"/>
                </a:lnTo>
                <a:lnTo>
                  <a:pt x="685800" y="0"/>
                </a:lnTo>
              </a:path>
            </a:pathLst>
          </a:custGeom>
          <a:noFill/>
          <a:ln w="9525">
            <a:solidFill>
              <a:srgbClr val="009E73"/>
            </a:solidFill>
            <a:prstDash val="dash"/>
          </a:ln>
        </p:spPr>
      </p:sp>
      <p:sp>
        <p:nvSpPr>
          <p:cNvPr id="256" name="wildfire_P_52_exact_anchor">
            <a:extLst>
              <a:ext uri="{FF2B5EF4-FFF2-40B4-BE49-F238E27FC236}">
                <ns2:creationId id="{95A58A93-C056-435B-8B3F-14817B85E026}"/>
              </a:ext>
            </a:extLst>
          </p:cNvPr>
          <p:cNvSpPr>
            <a:spLocks noGrp="1"/>
          </p:cNvSpPr>
          <p:nvPr/>
        </p:nvSpPr>
        <p:spPr>
          <a:xfrm>
            <a:off x="9771507" y="581328"/>
            <a:ext cx="77724" cy="77724"/>
          </a:xfrm>
          <a:prstGeom prst="ellipse">
            <a:avLst/>
          </a:prstGeom>
          <a:solidFill>
            <a:srgbClr val="FFFFFF"/>
          </a:solidFill>
          <a:ln w="17145">
            <a:solidFill>
              <a:srgbClr val="009E73"/>
            </a:solidFill>
            <a:prstDash val="solid"/>
          </a:ln>
        </p:spPr>
      </p:sp>
      <p:sp>
        <p:nvSpPr>
          <p:cNvPr id="257" name="rect_110">
            <a:extLst>
              <a:ext uri="{FF2B5EF4-FFF2-40B4-BE49-F238E27FC236}">
                <ns2:creationId id="{9D197AE9-1D16-4092-BFB9-C2BA6925FF8A}"/>
              </a:ext>
            </a:extLst>
          </p:cNvPr>
          <p:cNvSpPr>
            <a:spLocks noGrp="1"/>
          </p:cNvSpPr>
          <p:nvPr/>
        </p:nvSpPr>
        <p:spPr>
          <a:xfrm>
            <a:off x="3868636" y="409575"/>
            <a:ext cx="2201532" cy="680085"/>
          </a:xfrm>
          <a:prstGeom prst="rect">
            <a:avLst/>
          </a:prstGeom>
          <a:noFill/>
          <a:ln w="11430">
            <a:solidFill>
              <a:srgbClr val="263238"/>
            </a:solidFill>
            <a:prstDash val="solid"/>
          </a:ln>
        </p:spPr>
      </p:sp>
      <p:sp>
        <p:nvSpPr>
          <p:cNvPr id="258" name="text_111">
            <a:extLst>
              <a:ext uri="{FF2B5EF4-FFF2-40B4-BE49-F238E27FC236}">
                <ns2:creationId id="{484E251D-F240-4B89-B225-E9030BABB394}"/>
              </a:ext>
            </a:extLst>
          </p:cNvPr>
          <p:cNvSpPr>
            <a:spLocks noGrp="1"/>
          </p:cNvSpPr>
          <p:nvPr/>
        </p:nvSpPr>
        <p:spPr>
          <a:xfrm>
            <a:off x="114300" y="1352550"/>
            <a:ext cx="1057275" cy="247650"/>
          </a:xfrm>
          <a:prstGeom prst="rect">
            <a:avLst/>
          </a:prstGeom>
          <a:noFill/>
          <a:ln w="0">
            <a:noFill/>
            <a:prstDash val="solid"/>
          </a:ln>
        </p:spPr>
        <p:txBody>
          <a:bodyPr wrap="none" lIns="0" tIns="0" rIns="0" bIns="0" anchor="t">
            <a:noAutofit/>
          </a:bodyPr>
          <a:lstStyle>
            <a:defPPr algn="l">
              <a:defRPr sz="1500" b="1">
                <a:solidFill>
                  <a:srgbClr val="000000"/>
                </a:solidFill>
                <a:latin typeface="Arial"/>
                <a:ea typeface="Arial"/>
                <a:cs typeface="Arial"/>
              </a:defRPr>
            </a:defPPr>
            <a:lvl1pPr algn="l">
              <a:defRPr sz="1500" b="1">
                <a:solidFill>
                  <a:srgbClr val="000000"/>
                </a:solidFill>
                <a:latin typeface="Arial"/>
                <a:ea typeface="Arial"/>
                <a:cs typeface="Arial"/>
              </a:defRPr>
            </a:lvl1pPr>
            <a:lvl2pPr algn="l">
              <a:defRPr sz="1500" b="1">
                <a:solidFill>
                  <a:srgbClr val="000000"/>
                </a:solidFill>
                <a:latin typeface="Arial"/>
                <a:ea typeface="Arial"/>
                <a:cs typeface="Arial"/>
              </a:defRPr>
            </a:lvl2pPr>
            <a:lvl3pPr algn="l">
              <a:defRPr sz="1500" b="1">
                <a:solidFill>
                  <a:srgbClr val="000000"/>
                </a:solidFill>
                <a:latin typeface="Arial"/>
                <a:ea typeface="Arial"/>
                <a:cs typeface="Arial"/>
              </a:defRPr>
            </a:lvl3pPr>
            <a:lvl4pPr algn="l">
              <a:defRPr sz="1500" b="1">
                <a:solidFill>
                  <a:srgbClr val="000000"/>
                </a:solidFill>
                <a:latin typeface="Arial"/>
                <a:ea typeface="Arial"/>
                <a:cs typeface="Arial"/>
              </a:defRPr>
            </a:lvl4pPr>
            <a:lvl5pPr algn="l">
              <a:defRPr sz="1500" b="1">
                <a:solidFill>
                  <a:srgbClr val="000000"/>
                </a:solidFill>
                <a:latin typeface="Arial"/>
                <a:ea typeface="Arial"/>
                <a:cs typeface="Arial"/>
              </a:defRPr>
            </a:lvl5pPr>
            <a:lvl6pPr algn="l">
              <a:defRPr sz="1500" b="1">
                <a:solidFill>
                  <a:srgbClr val="000000"/>
                </a:solidFill>
                <a:latin typeface="Arial"/>
                <a:ea typeface="Arial"/>
                <a:cs typeface="Arial"/>
              </a:defRPr>
            </a:lvl6pPr>
            <a:lvl7pPr algn="l">
              <a:defRPr sz="1500" b="1">
                <a:solidFill>
                  <a:srgbClr val="000000"/>
                </a:solidFill>
                <a:latin typeface="Arial"/>
                <a:ea typeface="Arial"/>
                <a:cs typeface="Arial"/>
              </a:defRPr>
            </a:lvl7pPr>
            <a:lvl8pPr algn="l">
              <a:defRPr sz="1500" b="1">
                <a:solidFill>
                  <a:srgbClr val="000000"/>
                </a:solidFill>
                <a:latin typeface="Arial"/>
                <a:ea typeface="Arial"/>
                <a:cs typeface="Arial"/>
              </a:defRPr>
            </a:lvl8pPr>
            <a:lvl9pPr algn="l">
              <a:defRPr sz="1500" b="1">
                <a:solidFill>
                  <a:srgbClr val="000000"/>
                </a:solidFill>
                <a:latin typeface="Arial"/>
                <a:ea typeface="Arial"/>
                <a:cs typeface="Arial"/>
              </a:defRPr>
            </a:lvl9pPr>
          </a:lstStyle>
          <a:p>
            <a:pPr algn="l">
              <a:defRPr sz="1500" b="1">
                <a:solidFill>
                  <a:srgbClr val="000000"/>
                </a:solidFill>
                <a:latin typeface="Arial"/>
                <a:ea typeface="Arial"/>
                <a:cs typeface="Arial"/>
              </a:defRPr>
            </a:pPr>
            <a:r>
              <a:rPr sz="1500" b="1">
                <a:solidFill>
                  <a:srgbClr val="000000"/>
                </a:solidFill>
                <a:latin typeface="Arial"/>
                <a:ea typeface="Arial"/>
                <a:cs typeface="Arial"/>
              </a:rPr>
              <a:t>RG-R20</a:t>
            </a:r>
          </a:p>
        </p:txBody>
      </p:sp>
      <p:pic>
        <p:nvPicPr>
          <p:cNvPr id="259" name="">
            <a:extLst>
              <a:ext uri="{FF2B5EF4-FFF2-40B4-BE49-F238E27FC236}">
                <ns2:creationId id="{B4695A5C-CF5A-4F78-9EC1-F7F4B462915F}"/>
              </a:ext>
            </a:extLst>
          </p:cNvPr>
          <p:cNvPicPr>
            <a:picLocks noChangeAspect="1"/>
          </p:cNvPicPr>
          <p:nvPr/>
        </p:nvPicPr>
        <p:blipFill>
          <a:blip r:embed="rId50003"/>
          <a:stretch/>
        </p:blipFill>
        <p:spPr>
          <a:xfrm>
            <a:off x="1266825" y="1304925"/>
            <a:ext cx="6004179" cy="680085"/>
          </a:xfrm>
          <a:prstGeom prst="rect">
            <a:avLst/>
          </a:prstGeom>
        </p:spPr>
      </p:pic>
      <p:sp>
        <p:nvSpPr>
          <p:cNvPr id="260" name="line_114">
            <a:extLst>
              <a:ext uri="{FF2B5EF4-FFF2-40B4-BE49-F238E27FC236}">
                <ns2:creationId id="{F344CAC8-67DF-463E-BC9D-DB1746B96CBF}"/>
              </a:ext>
            </a:extLst>
          </p:cNvPr>
          <p:cNvSpPr>
            <a:spLocks noGrp="1"/>
          </p:cNvSpPr>
          <p:nvPr/>
        </p:nvSpPr>
        <p:spPr>
          <a:xfrm>
            <a:off x="4969403" y="1304925"/>
            <a:ext cx="97" cy="680085"/>
          </a:xfrm>
          <a:custGeom>
            <a:pathLst>
              <a:path w="95" h="666750">
                <a:moveTo>
                  <a:pt x="0" y="0"/>
                </a:moveTo>
                <a:lnTo>
                  <a:pt x="0" y="666750"/>
                </a:lnTo>
              </a:path>
            </a:pathLst>
          </a:custGeom>
          <a:noFill/>
          <a:ln w="9525">
            <a:solidFill>
              <a:srgbClr val="263238"/>
            </a:solidFill>
            <a:prstDash val="dash"/>
          </a:ln>
        </p:spPr>
      </p:sp>
      <p:sp>
        <p:nvSpPr>
          <p:cNvPr id="261" name="rect_115">
            <a:extLst>
              <a:ext uri="{FF2B5EF4-FFF2-40B4-BE49-F238E27FC236}">
                <ns2:creationId id="{F86D4BF1-F53B-456D-8311-5B7A16CF4C7A}"/>
              </a:ext>
            </a:extLst>
          </p:cNvPr>
          <p:cNvSpPr>
            <a:spLocks noGrp="1"/>
          </p:cNvSpPr>
          <p:nvPr/>
        </p:nvSpPr>
        <p:spPr>
          <a:xfrm>
            <a:off x="1266825" y="1304925"/>
            <a:ext cx="6004179" cy="680085"/>
          </a:xfrm>
          <a:prstGeom prst="rect">
            <a:avLst/>
          </a:prstGeom>
          <a:noFill/>
          <a:ln w="6668">
            <a:solidFill>
              <a:srgbClr val="7B8790"/>
            </a:solidFill>
            <a:prstDash val="solid"/>
          </a:ln>
        </p:spPr>
      </p:sp>
      <p:sp>
        <p:nvSpPr>
          <p:cNvPr id="262" name="text_116">
            <a:extLst>
              <a:ext uri="{FF2B5EF4-FFF2-40B4-BE49-F238E27FC236}">
                <ns2:creationId id="{E69135E4-C3C0-4172-961C-34D5732EF070}"/>
              </a:ext>
            </a:extLst>
          </p:cNvPr>
          <p:cNvSpPr>
            <a:spLocks noGrp="1"/>
          </p:cNvSpPr>
          <p:nvPr/>
        </p:nvSpPr>
        <p:spPr>
          <a:xfrm>
            <a:off x="887920" y="1887855"/>
            <a:ext cx="320612" cy="204026"/>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0</a:t>
            </a:r>
          </a:p>
        </p:txBody>
      </p:sp>
      <p:sp>
        <p:nvSpPr>
          <p:cNvPr id="263" name="text_117">
            <a:extLst>
              <a:ext uri="{FF2B5EF4-FFF2-40B4-BE49-F238E27FC236}">
                <ns2:creationId id="{F0FD17F9-12D9-4F00-9D21-3C2332A83041}"/>
              </a:ext>
            </a:extLst>
          </p:cNvPr>
          <p:cNvSpPr>
            <a:spLocks noGrp="1"/>
          </p:cNvSpPr>
          <p:nvPr/>
        </p:nvSpPr>
        <p:spPr>
          <a:xfrm>
            <a:off x="887920" y="1207770"/>
            <a:ext cx="320612" cy="204026"/>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1</a:t>
            </a:r>
          </a:p>
        </p:txBody>
      </p:sp>
      <p:sp>
        <p:nvSpPr>
          <p:cNvPr id="264" name="text_118">
            <a:extLst>
              <a:ext uri="{FF2B5EF4-FFF2-40B4-BE49-F238E27FC236}">
                <ns2:creationId id="{A2BA31B2-B52E-40F6-B2E8-601977E460EA}"/>
              </a:ext>
            </a:extLst>
          </p:cNvPr>
          <p:cNvSpPr>
            <a:spLocks noGrp="1"/>
          </p:cNvSpPr>
          <p:nvPr/>
        </p:nvSpPr>
        <p:spPr>
          <a:xfrm>
            <a:off x="1172585" y="2014156"/>
            <a:ext cx="388620" cy="213741"/>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265" name="text_119">
            <a:extLst>
              <a:ext uri="{FF2B5EF4-FFF2-40B4-BE49-F238E27FC236}">
                <ns2:creationId id="{78837675-5225-411C-9B24-7343CFF6B2FD}"/>
              </a:ext>
            </a:extLst>
          </p:cNvPr>
          <p:cNvSpPr>
            <a:spLocks noGrp="1"/>
          </p:cNvSpPr>
          <p:nvPr/>
        </p:nvSpPr>
        <p:spPr>
          <a:xfrm>
            <a:off x="6976624" y="2014156"/>
            <a:ext cx="388620" cy="213741"/>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29</a:t>
            </a:r>
          </a:p>
        </p:txBody>
      </p:sp>
      <p:sp>
        <p:nvSpPr>
          <p:cNvPr id="266" name="wildfire_R_3_exact_anchor">
            <a:extLst>
              <a:ext uri="{FF2B5EF4-FFF2-40B4-BE49-F238E27FC236}">
                <ns2:creationId id="{A2984D05-9919-4B90-B3B5-7279895961B0}"/>
              </a:ext>
            </a:extLst>
          </p:cNvPr>
          <p:cNvSpPr>
            <a:spLocks noGrp="1"/>
          </p:cNvSpPr>
          <p:nvPr/>
        </p:nvSpPr>
        <p:spPr>
          <a:xfrm>
            <a:off x="4930541" y="1833164"/>
            <a:ext cx="77724" cy="77724"/>
          </a:xfrm>
          <a:prstGeom prst="ellipse">
            <a:avLst/>
          </a:prstGeom>
          <a:solidFill>
            <a:srgbClr val="FFFFFF"/>
          </a:solidFill>
          <a:ln w="17145">
            <a:solidFill>
              <a:srgbClr val="0072B2"/>
            </a:solidFill>
            <a:prstDash val="solid"/>
          </a:ln>
        </p:spPr>
      </p:sp>
      <p:sp>
        <p:nvSpPr>
          <p:cNvPr id="267" name="wildfire_R_48_exact_anchor">
            <a:extLst>
              <a:ext uri="{FF2B5EF4-FFF2-40B4-BE49-F238E27FC236}">
                <ns2:creationId id="{7DD1E69A-B425-48C0-8A79-E4D5B742E7F9}"/>
              </a:ext>
            </a:extLst>
          </p:cNvPr>
          <p:cNvSpPr>
            <a:spLocks noGrp="1"/>
          </p:cNvSpPr>
          <p:nvPr/>
        </p:nvSpPr>
        <p:spPr>
          <a:xfrm>
            <a:off x="4930541" y="1466974"/>
            <a:ext cx="77724" cy="77724"/>
          </a:xfrm>
          <a:prstGeom prst="ellipse">
            <a:avLst/>
          </a:prstGeom>
          <a:solidFill>
            <a:srgbClr val="FFFFFF"/>
          </a:solidFill>
          <a:ln w="17145">
            <a:solidFill>
              <a:srgbClr val="D55E00"/>
            </a:solidFill>
            <a:prstDash val="solid"/>
          </a:ln>
        </p:spPr>
      </p:sp>
      <p:sp>
        <p:nvSpPr>
          <p:cNvPr id="268" name="wildfire_R_52_exact_anchor">
            <a:extLst>
              <a:ext uri="{FF2B5EF4-FFF2-40B4-BE49-F238E27FC236}">
                <ns2:creationId id="{AD123C6C-036D-4793-94FC-9E868B064571}"/>
              </a:ext>
            </a:extLst>
          </p:cNvPr>
          <p:cNvSpPr>
            <a:spLocks noGrp="1"/>
          </p:cNvSpPr>
          <p:nvPr/>
        </p:nvSpPr>
        <p:spPr>
          <a:xfrm>
            <a:off x="4930541" y="1659245"/>
            <a:ext cx="77724" cy="77724"/>
          </a:xfrm>
          <a:prstGeom prst="ellipse">
            <a:avLst/>
          </a:prstGeom>
          <a:solidFill>
            <a:srgbClr val="FFFFFF"/>
          </a:solidFill>
          <a:ln w="17145">
            <a:solidFill>
              <a:srgbClr val="009E73"/>
            </a:solidFill>
            <a:prstDash val="solid"/>
          </a:ln>
        </p:spPr>
      </p:sp>
      <p:pic>
        <p:nvPicPr>
          <p:cNvPr id="269" name="">
            <a:extLst>
              <a:ext uri="{FF2B5EF4-FFF2-40B4-BE49-F238E27FC236}">
                <ns2:creationId id="{272B4CFE-6BB6-421E-A97E-54A2B142E164}"/>
              </a:ext>
            </a:extLst>
          </p:cNvPr>
          <p:cNvPicPr>
            <a:picLocks noChangeAspect="1"/>
          </p:cNvPicPr>
          <p:nvPr/>
        </p:nvPicPr>
        <p:blipFill>
          <a:blip r:embed="rId50004"/>
          <a:stretch/>
        </p:blipFill>
        <p:spPr>
          <a:xfrm>
            <a:off x="7886700" y="1304925"/>
            <a:ext cx="3847338" cy="680085"/>
          </a:xfrm>
          <a:prstGeom prst="rect">
            <a:avLst/>
          </a:prstGeom>
        </p:spPr>
      </p:pic>
      <p:sp>
        <p:nvSpPr>
          <p:cNvPr id="270" name="line_124">
            <a:extLst>
              <a:ext uri="{FF2B5EF4-FFF2-40B4-BE49-F238E27FC236}">
                <ns2:creationId id="{ED67D55B-2A0C-411E-9A44-99C2252B0837}"/>
              </a:ext>
            </a:extLst>
          </p:cNvPr>
          <p:cNvSpPr>
            <a:spLocks noGrp="1"/>
          </p:cNvSpPr>
          <p:nvPr/>
        </p:nvSpPr>
        <p:spPr>
          <a:xfrm>
            <a:off x="9810369" y="1304925"/>
            <a:ext cx="97" cy="680085"/>
          </a:xfrm>
          <a:custGeom>
            <a:pathLst>
              <a:path w="95" h="666750">
                <a:moveTo>
                  <a:pt x="0" y="0"/>
                </a:moveTo>
                <a:lnTo>
                  <a:pt x="0" y="666750"/>
                </a:lnTo>
              </a:path>
            </a:pathLst>
          </a:custGeom>
          <a:noFill/>
          <a:ln w="9525">
            <a:solidFill>
              <a:srgbClr val="263238"/>
            </a:solidFill>
            <a:prstDash val="dash"/>
          </a:ln>
        </p:spPr>
      </p:sp>
      <p:sp>
        <p:nvSpPr>
          <p:cNvPr id="271" name="rect_125">
            <a:extLst>
              <a:ext uri="{FF2B5EF4-FFF2-40B4-BE49-F238E27FC236}">
                <ns2:creationId id="{84286569-BFCE-4409-A330-03E61D649F55}"/>
              </a:ext>
            </a:extLst>
          </p:cNvPr>
          <p:cNvSpPr>
            <a:spLocks noGrp="1"/>
          </p:cNvSpPr>
          <p:nvPr/>
        </p:nvSpPr>
        <p:spPr>
          <a:xfrm>
            <a:off x="7886700" y="1304925"/>
            <a:ext cx="3847338" cy="680085"/>
          </a:xfrm>
          <a:prstGeom prst="rect">
            <a:avLst/>
          </a:prstGeom>
          <a:noFill/>
          <a:ln w="6668">
            <a:solidFill>
              <a:srgbClr val="7B8790"/>
            </a:solidFill>
            <a:prstDash val="solid"/>
          </a:ln>
        </p:spPr>
      </p:sp>
      <p:sp>
        <p:nvSpPr>
          <p:cNvPr id="272" name="text_126">
            <a:extLst>
              <a:ext uri="{FF2B5EF4-FFF2-40B4-BE49-F238E27FC236}">
                <ns2:creationId id="{4350426D-561A-4046-A5D8-B77F93BDB99C}"/>
              </a:ext>
            </a:extLst>
          </p:cNvPr>
          <p:cNvSpPr>
            <a:spLocks noGrp="1"/>
          </p:cNvSpPr>
          <p:nvPr/>
        </p:nvSpPr>
        <p:spPr>
          <a:xfrm>
            <a:off x="7507796" y="1887855"/>
            <a:ext cx="320612" cy="204026"/>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0.10</a:t>
            </a:r>
          </a:p>
        </p:txBody>
      </p:sp>
      <p:sp>
        <p:nvSpPr>
          <p:cNvPr id="273" name="text_127">
            <a:extLst>
              <a:ext uri="{FF2B5EF4-FFF2-40B4-BE49-F238E27FC236}">
                <ns2:creationId id="{962C16BB-24CB-49E6-AB16-4E03C4252D0E}"/>
              </a:ext>
            </a:extLst>
          </p:cNvPr>
          <p:cNvSpPr>
            <a:spLocks noGrp="1"/>
          </p:cNvSpPr>
          <p:nvPr/>
        </p:nvSpPr>
        <p:spPr>
          <a:xfrm>
            <a:off x="7507796" y="1207770"/>
            <a:ext cx="320612" cy="204026"/>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0.76</a:t>
            </a:r>
          </a:p>
        </p:txBody>
      </p:sp>
      <p:sp>
        <p:nvSpPr>
          <p:cNvPr id="274" name="text_128">
            <a:extLst>
              <a:ext uri="{FF2B5EF4-FFF2-40B4-BE49-F238E27FC236}">
                <ns2:creationId id="{DBCA3741-658D-44E6-834B-64C95F369A1C}"/>
              </a:ext>
            </a:extLst>
          </p:cNvPr>
          <p:cNvSpPr>
            <a:spLocks noGrp="1"/>
          </p:cNvSpPr>
          <p:nvPr/>
        </p:nvSpPr>
        <p:spPr>
          <a:xfrm>
            <a:off x="7867269" y="2014156"/>
            <a:ext cx="388620" cy="213741"/>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13</a:t>
            </a:r>
          </a:p>
        </p:txBody>
      </p:sp>
      <p:sp>
        <p:nvSpPr>
          <p:cNvPr id="275" name="text_129">
            <a:extLst>
              <a:ext uri="{FF2B5EF4-FFF2-40B4-BE49-F238E27FC236}">
                <ns2:creationId id="{75D1CC35-BDCB-40BD-8485-2E55E578E600}"/>
              </a:ext>
            </a:extLst>
          </p:cNvPr>
          <p:cNvSpPr>
            <a:spLocks noGrp="1"/>
          </p:cNvSpPr>
          <p:nvPr/>
        </p:nvSpPr>
        <p:spPr>
          <a:xfrm>
            <a:off x="11364849" y="2014156"/>
            <a:ext cx="388620" cy="213741"/>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23</a:t>
            </a:r>
          </a:p>
        </p:txBody>
      </p:sp>
      <p:sp>
        <p:nvSpPr>
          <p:cNvPr id="276" name="path_130">
            <a:extLst>
              <a:ext uri="{FF2B5EF4-FFF2-40B4-BE49-F238E27FC236}">
                <ns2:creationId id="{2437DCA4-B46D-41C4-AB22-88306C97A440}"/>
              </a:ext>
            </a:extLst>
          </p:cNvPr>
          <p:cNvSpPr>
            <a:spLocks noGrp="1"/>
          </p:cNvSpPr>
          <p:nvPr/>
        </p:nvSpPr>
        <p:spPr>
          <a:xfrm>
            <a:off x="8061579" y="1836546"/>
            <a:ext cx="3497580" cy="97070"/>
          </a:xfrm>
          <a:custGeom>
            <a:pathLst>
              <a:path w="3429000" h="95167">
                <a:moveTo>
                  <a:pt x="0" y="80081"/>
                </a:moveTo>
                <a:lnTo>
                  <a:pt x="342900" y="79256"/>
                </a:lnTo>
                <a:lnTo>
                  <a:pt x="685800" y="77132"/>
                </a:lnTo>
                <a:lnTo>
                  <a:pt x="1028700" y="64077"/>
                </a:lnTo>
                <a:lnTo>
                  <a:pt x="1371600" y="14067"/>
                </a:lnTo>
                <a:lnTo>
                  <a:pt x="1714500" y="75076"/>
                </a:lnTo>
                <a:lnTo>
                  <a:pt x="2057400" y="0"/>
                </a:lnTo>
                <a:lnTo>
                  <a:pt x="2400300" y="54976"/>
                </a:lnTo>
                <a:lnTo>
                  <a:pt x="2743200" y="95167"/>
                </a:lnTo>
                <a:lnTo>
                  <a:pt x="3086100" y="57630"/>
                </a:lnTo>
                <a:lnTo>
                  <a:pt x="3429000" y="73040"/>
                </a:lnTo>
              </a:path>
            </a:pathLst>
          </a:custGeom>
          <a:noFill/>
          <a:ln w="28575">
            <a:solidFill>
              <a:srgbClr val="FFFFFF"/>
            </a:solidFill>
            <a:prstDash val="solid"/>
          </a:ln>
        </p:spPr>
      </p:sp>
      <p:sp>
        <p:nvSpPr>
          <p:cNvPr id="277" name="wildfire_R_track_3_trace">
            <a:extLst>
              <a:ext uri="{FF2B5EF4-FFF2-40B4-BE49-F238E27FC236}">
                <ns2:creationId id="{63A87208-0D83-41C1-B07C-09167A55F326}"/>
              </a:ext>
            </a:extLst>
          </p:cNvPr>
          <p:cNvSpPr>
            <a:spLocks noGrp="1"/>
          </p:cNvSpPr>
          <p:nvPr/>
        </p:nvSpPr>
        <p:spPr>
          <a:xfrm>
            <a:off x="8061579" y="1836546"/>
            <a:ext cx="3497580" cy="97070"/>
          </a:xfrm>
          <a:custGeom>
            <a:pathLst>
              <a:path w="3429000" h="95167">
                <a:moveTo>
                  <a:pt x="0" y="80081"/>
                </a:moveTo>
                <a:lnTo>
                  <a:pt x="342900" y="79256"/>
                </a:lnTo>
                <a:lnTo>
                  <a:pt x="685800" y="77132"/>
                </a:lnTo>
                <a:lnTo>
                  <a:pt x="1028700" y="64077"/>
                </a:lnTo>
                <a:lnTo>
                  <a:pt x="1371600" y="14067"/>
                </a:lnTo>
                <a:lnTo>
                  <a:pt x="1714500" y="75076"/>
                </a:lnTo>
                <a:lnTo>
                  <a:pt x="2057400" y="0"/>
                </a:lnTo>
                <a:lnTo>
                  <a:pt x="2400300" y="54976"/>
                </a:lnTo>
                <a:lnTo>
                  <a:pt x="2743200" y="95167"/>
                </a:lnTo>
                <a:lnTo>
                  <a:pt x="3086100" y="57630"/>
                </a:lnTo>
                <a:lnTo>
                  <a:pt x="3429000" y="73040"/>
                </a:lnTo>
              </a:path>
            </a:pathLst>
          </a:custGeom>
          <a:noFill/>
          <a:ln w="17145">
            <a:solidFill>
              <a:srgbClr val="0072B2"/>
            </a:solidFill>
            <a:prstDash val="solid"/>
          </a:ln>
        </p:spPr>
      </p:sp>
      <p:sp>
        <p:nvSpPr>
          <p:cNvPr id="278" name="wildfire_R_true_reference_3">
            <a:extLst>
              <a:ext uri="{FF2B5EF4-FFF2-40B4-BE49-F238E27FC236}">
                <ns2:creationId id="{558FDCE0-E5EA-4EA8-9FD1-A083FFBB98EF}"/>
              </a:ext>
            </a:extLst>
          </p:cNvPr>
          <p:cNvSpPr>
            <a:spLocks noGrp="1"/>
          </p:cNvSpPr>
          <p:nvPr/>
        </p:nvSpPr>
        <p:spPr>
          <a:xfrm>
            <a:off x="8061579" y="1826943"/>
            <a:ext cx="3497580" cy="100791"/>
          </a:xfrm>
          <a:custGeom>
            <a:pathLst>
              <a:path w="3429000" h="98815">
                <a:moveTo>
                  <a:pt x="0" y="81541"/>
                </a:moveTo>
                <a:lnTo>
                  <a:pt x="342900" y="82231"/>
                </a:lnTo>
                <a:lnTo>
                  <a:pt x="685800" y="81541"/>
                </a:lnTo>
                <a:lnTo>
                  <a:pt x="1028700" y="65647"/>
                </a:lnTo>
                <a:lnTo>
                  <a:pt x="1371600" y="73249"/>
                </a:lnTo>
                <a:lnTo>
                  <a:pt x="1714500" y="81541"/>
                </a:lnTo>
                <a:lnTo>
                  <a:pt x="2057400" y="0"/>
                </a:lnTo>
                <a:lnTo>
                  <a:pt x="2400300" y="58045"/>
                </a:lnTo>
                <a:lnTo>
                  <a:pt x="2743200" y="98815"/>
                </a:lnTo>
                <a:lnTo>
                  <a:pt x="3086100" y="66337"/>
                </a:lnTo>
                <a:lnTo>
                  <a:pt x="3429000" y="74629"/>
                </a:lnTo>
              </a:path>
            </a:pathLst>
          </a:custGeom>
          <a:noFill/>
          <a:ln w="9525">
            <a:solidFill>
              <a:srgbClr val="0072B2"/>
            </a:solidFill>
            <a:prstDash val="dash"/>
          </a:ln>
        </p:spPr>
      </p:sp>
      <p:sp>
        <p:nvSpPr>
          <p:cNvPr id="279" name="wildfire_R_3_exact_anchor">
            <a:extLst>
              <a:ext uri="{FF2B5EF4-FFF2-40B4-BE49-F238E27FC236}">
                <ns2:creationId id="{16171DBC-ACB0-4072-BA1F-FE610FA38706}"/>
              </a:ext>
            </a:extLst>
          </p:cNvPr>
          <p:cNvSpPr>
            <a:spLocks noGrp="1"/>
          </p:cNvSpPr>
          <p:nvPr/>
        </p:nvSpPr>
        <p:spPr>
          <a:xfrm>
            <a:off x="9771507" y="1874260"/>
            <a:ext cx="77724" cy="77724"/>
          </a:xfrm>
          <a:prstGeom prst="ellipse">
            <a:avLst/>
          </a:prstGeom>
          <a:solidFill>
            <a:srgbClr val="FFFFFF"/>
          </a:solidFill>
          <a:ln w="17145">
            <a:solidFill>
              <a:srgbClr val="0072B2"/>
            </a:solidFill>
            <a:prstDash val="solid"/>
          </a:ln>
        </p:spPr>
      </p:sp>
      <p:sp>
        <p:nvSpPr>
          <p:cNvPr id="280" name="path_136">
            <a:extLst>
              <a:ext uri="{FF2B5EF4-FFF2-40B4-BE49-F238E27FC236}">
                <ns2:creationId id="{D8E4015F-E51F-4E2E-8D89-F37DAFD74330}"/>
              </a:ext>
            </a:extLst>
          </p:cNvPr>
          <p:cNvSpPr>
            <a:spLocks noGrp="1"/>
          </p:cNvSpPr>
          <p:nvPr/>
        </p:nvSpPr>
        <p:spPr>
          <a:xfrm>
            <a:off x="9110853" y="1356070"/>
            <a:ext cx="2448306" cy="32366"/>
          </a:xfrm>
          <a:custGeom>
            <a:pathLst>
              <a:path w="2400300" h="31731">
                <a:moveTo>
                  <a:pt x="0" y="18754"/>
                </a:moveTo>
                <a:lnTo>
                  <a:pt x="342900" y="0"/>
                </a:lnTo>
                <a:lnTo>
                  <a:pt x="685800" y="6958"/>
                </a:lnTo>
                <a:lnTo>
                  <a:pt x="1028700" y="17558"/>
                </a:lnTo>
                <a:lnTo>
                  <a:pt x="1371600" y="31731"/>
                </a:lnTo>
                <a:lnTo>
                  <a:pt x="1714500" y="18628"/>
                </a:lnTo>
                <a:lnTo>
                  <a:pt x="2057400" y="28675"/>
                </a:lnTo>
                <a:lnTo>
                  <a:pt x="2400300" y="27525"/>
                </a:lnTo>
              </a:path>
            </a:pathLst>
          </a:custGeom>
          <a:noFill/>
          <a:ln w="28575">
            <a:solidFill>
              <a:srgbClr val="FFFFFF"/>
            </a:solidFill>
            <a:prstDash val="solid"/>
          </a:ln>
        </p:spPr>
      </p:sp>
      <p:sp>
        <p:nvSpPr>
          <p:cNvPr id="281" name="wildfire_R_track_48_trace">
            <a:extLst>
              <a:ext uri="{FF2B5EF4-FFF2-40B4-BE49-F238E27FC236}">
                <ns2:creationId id="{6F21D3A1-174B-42DD-8E8E-5296C41AF103}"/>
              </a:ext>
            </a:extLst>
          </p:cNvPr>
          <p:cNvSpPr>
            <a:spLocks noGrp="1"/>
          </p:cNvSpPr>
          <p:nvPr/>
        </p:nvSpPr>
        <p:spPr>
          <a:xfrm>
            <a:off x="9110853" y="1356070"/>
            <a:ext cx="2448306" cy="32366"/>
          </a:xfrm>
          <a:custGeom>
            <a:pathLst>
              <a:path w="2400300" h="31731">
                <a:moveTo>
                  <a:pt x="0" y="18754"/>
                </a:moveTo>
                <a:lnTo>
                  <a:pt x="342900" y="0"/>
                </a:lnTo>
                <a:lnTo>
                  <a:pt x="685800" y="6958"/>
                </a:lnTo>
                <a:lnTo>
                  <a:pt x="1028700" y="17558"/>
                </a:lnTo>
                <a:lnTo>
                  <a:pt x="1371600" y="31731"/>
                </a:lnTo>
                <a:lnTo>
                  <a:pt x="1714500" y="18628"/>
                </a:lnTo>
                <a:lnTo>
                  <a:pt x="2057400" y="28675"/>
                </a:lnTo>
                <a:lnTo>
                  <a:pt x="2400300" y="27525"/>
                </a:lnTo>
              </a:path>
            </a:pathLst>
          </a:custGeom>
          <a:noFill/>
          <a:ln w="17145">
            <a:solidFill>
              <a:srgbClr val="D55E00"/>
            </a:solidFill>
            <a:prstDash val="solid"/>
          </a:ln>
        </p:spPr>
      </p:sp>
      <p:sp>
        <p:nvSpPr>
          <p:cNvPr id="282" name="wildfire_R_true_reference_48">
            <a:extLst>
              <a:ext uri="{FF2B5EF4-FFF2-40B4-BE49-F238E27FC236}">
                <ns2:creationId id="{E7C0088A-BEB6-4F1B-BB6B-A280F57ACA53}"/>
              </a:ext>
            </a:extLst>
          </p:cNvPr>
          <p:cNvSpPr>
            <a:spLocks noGrp="1"/>
          </p:cNvSpPr>
          <p:nvPr/>
        </p:nvSpPr>
        <p:spPr>
          <a:xfrm>
            <a:off x="9110853" y="1383582"/>
            <a:ext cx="2448306" cy="8458"/>
          </a:xfrm>
          <a:custGeom>
            <a:pathLst>
              <a:path w="2400300" h="8292">
                <a:moveTo>
                  <a:pt x="0" y="0"/>
                </a:moveTo>
                <a:lnTo>
                  <a:pt x="342900" y="0"/>
                </a:lnTo>
                <a:lnTo>
                  <a:pt x="685800" y="0"/>
                </a:lnTo>
                <a:lnTo>
                  <a:pt x="1028700" y="0"/>
                </a:lnTo>
                <a:lnTo>
                  <a:pt x="1371600" y="8292"/>
                </a:lnTo>
                <a:lnTo>
                  <a:pt x="1714500" y="0"/>
                </a:lnTo>
                <a:lnTo>
                  <a:pt x="2057400" y="0"/>
                </a:lnTo>
                <a:lnTo>
                  <a:pt x="2400300" y="0"/>
                </a:lnTo>
              </a:path>
            </a:pathLst>
          </a:custGeom>
          <a:noFill/>
          <a:ln w="9525">
            <a:solidFill>
              <a:srgbClr val="D55E00"/>
            </a:solidFill>
            <a:prstDash val="dash"/>
          </a:ln>
        </p:spPr>
      </p:sp>
      <p:sp>
        <p:nvSpPr>
          <p:cNvPr id="283" name="wildfire_R_48_exact_anchor">
            <a:extLst>
              <a:ext uri="{FF2B5EF4-FFF2-40B4-BE49-F238E27FC236}">
                <ns2:creationId id="{868D62A8-2F70-437D-84C4-42F3389847B1}"/>
              </a:ext>
            </a:extLst>
          </p:cNvPr>
          <p:cNvSpPr>
            <a:spLocks noGrp="1"/>
          </p:cNvSpPr>
          <p:nvPr/>
        </p:nvSpPr>
        <p:spPr>
          <a:xfrm>
            <a:off x="9771507" y="1324305"/>
            <a:ext cx="77724" cy="77724"/>
          </a:xfrm>
          <a:prstGeom prst="ellipse">
            <a:avLst/>
          </a:prstGeom>
          <a:solidFill>
            <a:srgbClr val="FFFFFF"/>
          </a:solidFill>
          <a:ln w="17145">
            <a:solidFill>
              <a:srgbClr val="D55E00"/>
            </a:solidFill>
            <a:prstDash val="solid"/>
          </a:ln>
        </p:spPr>
      </p:sp>
      <p:sp>
        <p:nvSpPr>
          <p:cNvPr id="284" name="path_142">
            <a:extLst>
              <a:ext uri="{FF2B5EF4-FFF2-40B4-BE49-F238E27FC236}">
                <ns2:creationId id="{78178995-D39E-456F-97D0-35D9B1A45575}"/>
              </a:ext>
            </a:extLst>
          </p:cNvPr>
          <p:cNvSpPr>
            <a:spLocks noGrp="1"/>
          </p:cNvSpPr>
          <p:nvPr/>
        </p:nvSpPr>
        <p:spPr>
          <a:xfrm>
            <a:off x="9460611" y="1604961"/>
            <a:ext cx="699516" cy="60270"/>
          </a:xfrm>
          <a:custGeom>
            <a:pathLst>
              <a:path w="685800" h="59088">
                <a:moveTo>
                  <a:pt x="0" y="0"/>
                </a:moveTo>
                <a:lnTo>
                  <a:pt x="342900" y="46045"/>
                </a:lnTo>
                <a:lnTo>
                  <a:pt x="685800" y="59088"/>
                </a:lnTo>
              </a:path>
            </a:pathLst>
          </a:custGeom>
          <a:noFill/>
          <a:ln w="28575">
            <a:solidFill>
              <a:srgbClr val="FFFFFF"/>
            </a:solidFill>
            <a:prstDash val="solid"/>
          </a:ln>
        </p:spPr>
      </p:sp>
      <p:sp>
        <p:nvSpPr>
          <p:cNvPr id="285" name="wildfire_R_track_52_trace">
            <a:extLst>
              <a:ext uri="{FF2B5EF4-FFF2-40B4-BE49-F238E27FC236}">
                <ns2:creationId id="{A45B6052-8983-4BB1-AAF9-50F6A2425429}"/>
              </a:ext>
            </a:extLst>
          </p:cNvPr>
          <p:cNvSpPr>
            <a:spLocks noGrp="1"/>
          </p:cNvSpPr>
          <p:nvPr/>
        </p:nvSpPr>
        <p:spPr>
          <a:xfrm>
            <a:off x="9460611" y="1604961"/>
            <a:ext cx="699516" cy="60270"/>
          </a:xfrm>
          <a:custGeom>
            <a:pathLst>
              <a:path w="685800" h="59088">
                <a:moveTo>
                  <a:pt x="0" y="0"/>
                </a:moveTo>
                <a:lnTo>
                  <a:pt x="342900" y="46045"/>
                </a:lnTo>
                <a:lnTo>
                  <a:pt x="685800" y="59088"/>
                </a:lnTo>
              </a:path>
            </a:pathLst>
          </a:custGeom>
          <a:noFill/>
          <a:ln w="17145">
            <a:solidFill>
              <a:srgbClr val="009E73"/>
            </a:solidFill>
            <a:prstDash val="solid"/>
          </a:ln>
        </p:spPr>
      </p:sp>
      <p:sp>
        <p:nvSpPr>
          <p:cNvPr id="286" name="wildfire_R_true_reference_52">
            <a:extLst>
              <a:ext uri="{FF2B5EF4-FFF2-40B4-BE49-F238E27FC236}">
                <ns2:creationId id="{808D67F4-D9A2-4A2D-A4A7-DAD5C9F20EE2}"/>
              </a:ext>
            </a:extLst>
          </p:cNvPr>
          <p:cNvSpPr>
            <a:spLocks noGrp="1"/>
          </p:cNvSpPr>
          <p:nvPr/>
        </p:nvSpPr>
        <p:spPr>
          <a:xfrm>
            <a:off x="9460611" y="1655628"/>
            <a:ext cx="699516" cy="97"/>
          </a:xfrm>
          <a:custGeom>
            <a:pathLst>
              <a:path w="685800" h="95">
                <a:moveTo>
                  <a:pt x="0" y="0"/>
                </a:moveTo>
                <a:lnTo>
                  <a:pt x="342900" y="0"/>
                </a:lnTo>
                <a:lnTo>
                  <a:pt x="685800" y="0"/>
                </a:lnTo>
              </a:path>
            </a:pathLst>
          </a:custGeom>
          <a:noFill/>
          <a:ln w="9525">
            <a:solidFill>
              <a:srgbClr val="009E73"/>
            </a:solidFill>
            <a:prstDash val="dash"/>
          </a:ln>
        </p:spPr>
      </p:sp>
      <p:sp>
        <p:nvSpPr>
          <p:cNvPr id="287" name="wildfire_R_52_exact_anchor">
            <a:extLst>
              <a:ext uri="{FF2B5EF4-FFF2-40B4-BE49-F238E27FC236}">
                <ns2:creationId id="{74D189A4-1401-40A3-8A18-F7C6A7A01DEE}"/>
              </a:ext>
            </a:extLst>
          </p:cNvPr>
          <p:cNvSpPr>
            <a:spLocks noGrp="1"/>
          </p:cNvSpPr>
          <p:nvPr/>
        </p:nvSpPr>
        <p:spPr>
          <a:xfrm>
            <a:off x="9771507" y="1613065"/>
            <a:ext cx="77724" cy="77724"/>
          </a:xfrm>
          <a:prstGeom prst="ellipse">
            <a:avLst/>
          </a:prstGeom>
          <a:solidFill>
            <a:srgbClr val="FFFFFF"/>
          </a:solidFill>
          <a:ln w="17145">
            <a:solidFill>
              <a:srgbClr val="009E73"/>
            </a:solidFill>
            <a:prstDash val="solid"/>
          </a:ln>
        </p:spPr>
      </p:sp>
      <p:sp>
        <p:nvSpPr>
          <p:cNvPr id="288" name="rect_148">
            <a:extLst>
              <a:ext uri="{FF2B5EF4-FFF2-40B4-BE49-F238E27FC236}">
                <ns2:creationId id="{F30F036B-0B07-4EF2-8605-51B6025B4164}"/>
              </a:ext>
            </a:extLst>
          </p:cNvPr>
          <p:cNvSpPr>
            <a:spLocks noGrp="1"/>
          </p:cNvSpPr>
          <p:nvPr/>
        </p:nvSpPr>
        <p:spPr>
          <a:xfrm>
            <a:off x="3868636" y="1304925"/>
            <a:ext cx="2201532" cy="680085"/>
          </a:xfrm>
          <a:prstGeom prst="rect">
            <a:avLst/>
          </a:prstGeom>
          <a:noFill/>
          <a:ln w="11430">
            <a:solidFill>
              <a:srgbClr val="263238"/>
            </a:solidFill>
            <a:prstDash val="solid"/>
          </a:ln>
        </p:spPr>
      </p:sp>
      <p:sp>
        <p:nvSpPr>
          <p:cNvPr id="289" name="P A endpoint leader">
            <a:extLst>
              <a:ext uri="{FF2B5EF4-FFF2-40B4-BE49-F238E27FC236}">
                <ns2:creationId id="{BC5352A1-D420-4B95-A62D-4E5C612B2C2E}"/>
              </a:ext>
            </a:extLst>
          </p:cNvPr>
          <p:cNvSpPr>
            <a:spLocks noGrp="1"/>
          </p:cNvSpPr>
          <p:nvPr/>
        </p:nvSpPr>
        <p:spPr>
          <a:xfrm>
            <a:off x="11588305" y="1017970"/>
            <a:ext cx="204026" cy="97"/>
          </a:xfrm>
          <a:custGeom>
            <a:pathLst>
              <a:path w="200025" h="95">
                <a:moveTo>
                  <a:pt x="0" y="0"/>
                </a:moveTo>
                <a:lnTo>
                  <a:pt x="200025" y="0"/>
                </a:lnTo>
              </a:path>
            </a:pathLst>
          </a:custGeom>
          <a:noFill/>
          <a:ln w="8573">
            <a:solidFill>
              <a:srgbClr val="0072B2"/>
            </a:solidFill>
          </a:ln>
        </p:spPr>
      </p:sp>
      <p:sp>
        <p:nvSpPr>
          <p:cNvPr id="290" name="A">
            <a:extLst>
              <a:ext uri="{FF2B5EF4-FFF2-40B4-BE49-F238E27FC236}">
                <ns2:creationId id="{0C52274B-C778-485C-B07C-F5652F4FDE82}"/>
              </a:ext>
            </a:extLst>
          </p:cNvPr>
          <p:cNvSpPr>
            <a:spLocks noGrp="1"/>
          </p:cNvSpPr>
          <p:nvPr/>
        </p:nvSpPr>
        <p:spPr>
          <a:xfrm>
            <a:off x="11821478" y="911100"/>
            <a:ext cx="252603" cy="213741"/>
          </a:xfrm>
          <a:prstGeom prst="rect">
            <a:avLst/>
          </a:prstGeom>
          <a:noFill/>
          <a:ln w="0">
            <a:noFill/>
          </a:ln>
        </p:spPr>
        <p:txBody>
          <a:bodyPr wrap="none" lIns="0" tIns="0" rIns="0" bIns="0" anchor="ctr">
            <a:noAutofit/>
          </a:bodyPr>
          <a:lstStyle>
            <a:defPPr algn="l">
              <a:defRPr sz="1275" b="1">
                <a:solidFill>
                  <a:srgbClr val="0072B2"/>
                </a:solidFill>
                <a:latin typeface="Arial"/>
                <a:ea typeface="Arial"/>
                <a:cs typeface="Arial"/>
              </a:defRPr>
            </a:defPPr>
            <a:lvl1pPr algn="l">
              <a:defRPr sz="1275" b="1">
                <a:solidFill>
                  <a:srgbClr val="0072B2"/>
                </a:solidFill>
                <a:latin typeface="Arial"/>
                <a:ea typeface="Arial"/>
                <a:cs typeface="Arial"/>
              </a:defRPr>
            </a:lvl1pPr>
            <a:lvl2pPr algn="l">
              <a:defRPr sz="1275" b="1">
                <a:solidFill>
                  <a:srgbClr val="0072B2"/>
                </a:solidFill>
                <a:latin typeface="Arial"/>
                <a:ea typeface="Arial"/>
                <a:cs typeface="Arial"/>
              </a:defRPr>
            </a:lvl2pPr>
            <a:lvl3pPr algn="l">
              <a:defRPr sz="1275" b="1">
                <a:solidFill>
                  <a:srgbClr val="0072B2"/>
                </a:solidFill>
                <a:latin typeface="Arial"/>
                <a:ea typeface="Arial"/>
                <a:cs typeface="Arial"/>
              </a:defRPr>
            </a:lvl3pPr>
            <a:lvl4pPr algn="l">
              <a:defRPr sz="1275" b="1">
                <a:solidFill>
                  <a:srgbClr val="0072B2"/>
                </a:solidFill>
                <a:latin typeface="Arial"/>
                <a:ea typeface="Arial"/>
                <a:cs typeface="Arial"/>
              </a:defRPr>
            </a:lvl4pPr>
            <a:lvl5pPr algn="l">
              <a:defRPr sz="1275" b="1">
                <a:solidFill>
                  <a:srgbClr val="0072B2"/>
                </a:solidFill>
                <a:latin typeface="Arial"/>
                <a:ea typeface="Arial"/>
                <a:cs typeface="Arial"/>
              </a:defRPr>
            </a:lvl5pPr>
            <a:lvl6pPr algn="l">
              <a:defRPr sz="1275" b="1">
                <a:solidFill>
                  <a:srgbClr val="0072B2"/>
                </a:solidFill>
                <a:latin typeface="Arial"/>
                <a:ea typeface="Arial"/>
                <a:cs typeface="Arial"/>
              </a:defRPr>
            </a:lvl6pPr>
            <a:lvl7pPr algn="l">
              <a:defRPr sz="1275" b="1">
                <a:solidFill>
                  <a:srgbClr val="0072B2"/>
                </a:solidFill>
                <a:latin typeface="Arial"/>
                <a:ea typeface="Arial"/>
                <a:cs typeface="Arial"/>
              </a:defRPr>
            </a:lvl7pPr>
            <a:lvl8pPr algn="l">
              <a:defRPr sz="1275" b="1">
                <a:solidFill>
                  <a:srgbClr val="0072B2"/>
                </a:solidFill>
                <a:latin typeface="Arial"/>
                <a:ea typeface="Arial"/>
                <a:cs typeface="Arial"/>
              </a:defRPr>
            </a:lvl8pPr>
            <a:lvl9pPr algn="l">
              <a:defRPr sz="1275" b="1">
                <a:solidFill>
                  <a:srgbClr val="0072B2"/>
                </a:solidFill>
                <a:latin typeface="Arial"/>
                <a:ea typeface="Arial"/>
                <a:cs typeface="Arial"/>
              </a:defRPr>
            </a:lvl9pPr>
          </a:lstStyle>
          <a:p>
            <a:pPr algn="l">
              <a:defRPr sz="1275" b="1">
                <a:solidFill>
                  <a:srgbClr val="0072B2"/>
                </a:solidFill>
                <a:latin typeface="Arial"/>
                <a:ea typeface="Arial"/>
                <a:cs typeface="Arial"/>
              </a:defRPr>
            </a:pPr>
            <a:r>
              <a:rPr sz="1275" b="1">
                <a:solidFill>
                  <a:srgbClr val="0072B2"/>
                </a:solidFill>
                <a:latin typeface="Arial"/>
                <a:ea typeface="Arial"/>
                <a:cs typeface="Arial"/>
              </a:rPr>
              <a:t>A</a:t>
            </a:r>
          </a:p>
        </p:txBody>
      </p:sp>
      <p:sp>
        <p:nvSpPr>
          <p:cNvPr id="291" name="P B endpoint leader">
            <a:extLst>
              <a:ext uri="{FF2B5EF4-FFF2-40B4-BE49-F238E27FC236}">
                <ns2:creationId id="{93011C28-CD4E-442A-AA9B-900C2B25F984}"/>
              </a:ext>
            </a:extLst>
          </p:cNvPr>
          <p:cNvSpPr>
            <a:spLocks noGrp="1"/>
          </p:cNvSpPr>
          <p:nvPr/>
        </p:nvSpPr>
        <p:spPr>
          <a:xfrm>
            <a:off x="11588305" y="608274"/>
            <a:ext cx="204026" cy="97"/>
          </a:xfrm>
          <a:custGeom>
            <a:pathLst>
              <a:path w="200025" h="95">
                <a:moveTo>
                  <a:pt x="0" y="0"/>
                </a:moveTo>
                <a:lnTo>
                  <a:pt x="200025" y="0"/>
                </a:lnTo>
              </a:path>
            </a:pathLst>
          </a:custGeom>
          <a:noFill/>
          <a:ln w="8573">
            <a:solidFill>
              <a:srgbClr val="D55E00"/>
            </a:solidFill>
          </a:ln>
        </p:spPr>
      </p:sp>
      <p:sp>
        <p:nvSpPr>
          <p:cNvPr id="292" name="B">
            <a:extLst>
              <a:ext uri="{FF2B5EF4-FFF2-40B4-BE49-F238E27FC236}">
                <ns2:creationId id="{BA012CFE-AC02-4C61-A74B-C052527E1933}"/>
              </a:ext>
            </a:extLst>
          </p:cNvPr>
          <p:cNvSpPr>
            <a:spLocks noGrp="1"/>
          </p:cNvSpPr>
          <p:nvPr/>
        </p:nvSpPr>
        <p:spPr>
          <a:xfrm>
            <a:off x="11821478" y="501404"/>
            <a:ext cx="252603" cy="213741"/>
          </a:xfrm>
          <a:prstGeom prst="rect">
            <a:avLst/>
          </a:prstGeom>
          <a:noFill/>
          <a:ln w="0">
            <a:noFill/>
          </a:ln>
        </p:spPr>
        <p:txBody>
          <a:bodyPr wrap="none" lIns="0" tIns="0" rIns="0" bIns="0" anchor="ctr">
            <a:noAutofit/>
          </a:bodyPr>
          <a:lstStyle>
            <a:defPPr algn="l">
              <a:defRPr sz="1275" b="1">
                <a:solidFill>
                  <a:srgbClr val="D55E00"/>
                </a:solidFill>
                <a:latin typeface="Arial"/>
                <a:ea typeface="Arial"/>
                <a:cs typeface="Arial"/>
              </a:defRPr>
            </a:defPPr>
            <a:lvl1pPr algn="l">
              <a:defRPr sz="1275" b="1">
                <a:solidFill>
                  <a:srgbClr val="D55E00"/>
                </a:solidFill>
                <a:latin typeface="Arial"/>
                <a:ea typeface="Arial"/>
                <a:cs typeface="Arial"/>
              </a:defRPr>
            </a:lvl1pPr>
            <a:lvl2pPr algn="l">
              <a:defRPr sz="1275" b="1">
                <a:solidFill>
                  <a:srgbClr val="D55E00"/>
                </a:solidFill>
                <a:latin typeface="Arial"/>
                <a:ea typeface="Arial"/>
                <a:cs typeface="Arial"/>
              </a:defRPr>
            </a:lvl2pPr>
            <a:lvl3pPr algn="l">
              <a:defRPr sz="1275" b="1">
                <a:solidFill>
                  <a:srgbClr val="D55E00"/>
                </a:solidFill>
                <a:latin typeface="Arial"/>
                <a:ea typeface="Arial"/>
                <a:cs typeface="Arial"/>
              </a:defRPr>
            </a:lvl3pPr>
            <a:lvl4pPr algn="l">
              <a:defRPr sz="1275" b="1">
                <a:solidFill>
                  <a:srgbClr val="D55E00"/>
                </a:solidFill>
                <a:latin typeface="Arial"/>
                <a:ea typeface="Arial"/>
                <a:cs typeface="Arial"/>
              </a:defRPr>
            </a:lvl4pPr>
            <a:lvl5pPr algn="l">
              <a:defRPr sz="1275" b="1">
                <a:solidFill>
                  <a:srgbClr val="D55E00"/>
                </a:solidFill>
                <a:latin typeface="Arial"/>
                <a:ea typeface="Arial"/>
                <a:cs typeface="Arial"/>
              </a:defRPr>
            </a:lvl5pPr>
            <a:lvl6pPr algn="l">
              <a:defRPr sz="1275" b="1">
                <a:solidFill>
                  <a:srgbClr val="D55E00"/>
                </a:solidFill>
                <a:latin typeface="Arial"/>
                <a:ea typeface="Arial"/>
                <a:cs typeface="Arial"/>
              </a:defRPr>
            </a:lvl6pPr>
            <a:lvl7pPr algn="l">
              <a:defRPr sz="1275" b="1">
                <a:solidFill>
                  <a:srgbClr val="D55E00"/>
                </a:solidFill>
                <a:latin typeface="Arial"/>
                <a:ea typeface="Arial"/>
                <a:cs typeface="Arial"/>
              </a:defRPr>
            </a:lvl7pPr>
            <a:lvl8pPr algn="l">
              <a:defRPr sz="1275" b="1">
                <a:solidFill>
                  <a:srgbClr val="D55E00"/>
                </a:solidFill>
                <a:latin typeface="Arial"/>
                <a:ea typeface="Arial"/>
                <a:cs typeface="Arial"/>
              </a:defRPr>
            </a:lvl8pPr>
            <a:lvl9pPr algn="l">
              <a:defRPr sz="1275" b="1">
                <a:solidFill>
                  <a:srgbClr val="D55E00"/>
                </a:solidFill>
                <a:latin typeface="Arial"/>
                <a:ea typeface="Arial"/>
                <a:cs typeface="Arial"/>
              </a:defRPr>
            </a:lvl9pPr>
          </a:lstStyle>
          <a:p>
            <a:pPr algn="l">
              <a:defRPr sz="1275" b="1">
                <a:solidFill>
                  <a:srgbClr val="D55E00"/>
                </a:solidFill>
                <a:latin typeface="Arial"/>
                <a:ea typeface="Arial"/>
                <a:cs typeface="Arial"/>
              </a:defRPr>
            </a:pPr>
            <a:r>
              <a:rPr sz="1275" b="1">
                <a:solidFill>
                  <a:srgbClr val="D55E00"/>
                </a:solidFill>
                <a:latin typeface="Arial"/>
                <a:ea typeface="Arial"/>
                <a:cs typeface="Arial"/>
              </a:rPr>
              <a:t>B</a:t>
            </a:r>
          </a:p>
        </p:txBody>
      </p:sp>
      <p:sp>
        <p:nvSpPr>
          <p:cNvPr id="293" name="P C endpoint leader">
            <a:extLst>
              <a:ext uri="{FF2B5EF4-FFF2-40B4-BE49-F238E27FC236}">
                <ns2:creationId id="{4EF5E1A5-82C3-4E0A-B0B8-08DE4C91AAB4}"/>
              </a:ext>
            </a:extLst>
          </p:cNvPr>
          <p:cNvSpPr>
            <a:spLocks noGrp="1"/>
          </p:cNvSpPr>
          <p:nvPr/>
        </p:nvSpPr>
        <p:spPr>
          <a:xfrm>
            <a:off x="10189274" y="854901"/>
            <a:ext cx="68008" cy="97"/>
          </a:xfrm>
          <a:custGeom>
            <a:pathLst>
              <a:path w="66675" h="95">
                <a:moveTo>
                  <a:pt x="0" y="0"/>
                </a:moveTo>
                <a:lnTo>
                  <a:pt x="66675" y="0"/>
                </a:lnTo>
              </a:path>
            </a:pathLst>
          </a:custGeom>
          <a:noFill/>
          <a:ln w="8573">
            <a:solidFill>
              <a:srgbClr val="009E73"/>
            </a:solidFill>
          </a:ln>
        </p:spPr>
      </p:sp>
      <p:sp>
        <p:nvSpPr>
          <p:cNvPr id="294" name="C">
            <a:extLst>
              <a:ext uri="{FF2B5EF4-FFF2-40B4-BE49-F238E27FC236}">
                <ns2:creationId id="{DC096426-CBBC-4C78-B2B4-40E2747C7646}"/>
              </a:ext>
            </a:extLst>
          </p:cNvPr>
          <p:cNvSpPr>
            <a:spLocks noGrp="1"/>
          </p:cNvSpPr>
          <p:nvPr/>
        </p:nvSpPr>
        <p:spPr>
          <a:xfrm>
            <a:off x="10286428" y="748030"/>
            <a:ext cx="252603" cy="213741"/>
          </a:xfrm>
          <a:prstGeom prst="rect">
            <a:avLst/>
          </a:prstGeom>
          <a:noFill/>
          <a:ln w="0">
            <a:noFill/>
          </a:ln>
        </p:spPr>
        <p:txBody>
          <a:bodyPr wrap="none" lIns="0" tIns="0" rIns="0" bIns="0" anchor="ctr">
            <a:noAutofit/>
          </a:bodyPr>
          <a:lstStyle>
            <a:defPPr algn="l">
              <a:defRPr sz="1275" b="1">
                <a:solidFill>
                  <a:srgbClr val="009E73"/>
                </a:solidFill>
                <a:latin typeface="Arial"/>
                <a:ea typeface="Arial"/>
                <a:cs typeface="Arial"/>
              </a:defRPr>
            </a:defPPr>
            <a:lvl1pPr algn="l">
              <a:defRPr sz="1275" b="1">
                <a:solidFill>
                  <a:srgbClr val="009E73"/>
                </a:solidFill>
                <a:latin typeface="Arial"/>
                <a:ea typeface="Arial"/>
                <a:cs typeface="Arial"/>
              </a:defRPr>
            </a:lvl1pPr>
            <a:lvl2pPr algn="l">
              <a:defRPr sz="1275" b="1">
                <a:solidFill>
                  <a:srgbClr val="009E73"/>
                </a:solidFill>
                <a:latin typeface="Arial"/>
                <a:ea typeface="Arial"/>
                <a:cs typeface="Arial"/>
              </a:defRPr>
            </a:lvl2pPr>
            <a:lvl3pPr algn="l">
              <a:defRPr sz="1275" b="1">
                <a:solidFill>
                  <a:srgbClr val="009E73"/>
                </a:solidFill>
                <a:latin typeface="Arial"/>
                <a:ea typeface="Arial"/>
                <a:cs typeface="Arial"/>
              </a:defRPr>
            </a:lvl3pPr>
            <a:lvl4pPr algn="l">
              <a:defRPr sz="1275" b="1">
                <a:solidFill>
                  <a:srgbClr val="009E73"/>
                </a:solidFill>
                <a:latin typeface="Arial"/>
                <a:ea typeface="Arial"/>
                <a:cs typeface="Arial"/>
              </a:defRPr>
            </a:lvl4pPr>
            <a:lvl5pPr algn="l">
              <a:defRPr sz="1275" b="1">
                <a:solidFill>
                  <a:srgbClr val="009E73"/>
                </a:solidFill>
                <a:latin typeface="Arial"/>
                <a:ea typeface="Arial"/>
                <a:cs typeface="Arial"/>
              </a:defRPr>
            </a:lvl5pPr>
            <a:lvl6pPr algn="l">
              <a:defRPr sz="1275" b="1">
                <a:solidFill>
                  <a:srgbClr val="009E73"/>
                </a:solidFill>
                <a:latin typeface="Arial"/>
                <a:ea typeface="Arial"/>
                <a:cs typeface="Arial"/>
              </a:defRPr>
            </a:lvl6pPr>
            <a:lvl7pPr algn="l">
              <a:defRPr sz="1275" b="1">
                <a:solidFill>
                  <a:srgbClr val="009E73"/>
                </a:solidFill>
                <a:latin typeface="Arial"/>
                <a:ea typeface="Arial"/>
                <a:cs typeface="Arial"/>
              </a:defRPr>
            </a:lvl7pPr>
            <a:lvl8pPr algn="l">
              <a:defRPr sz="1275" b="1">
                <a:solidFill>
                  <a:srgbClr val="009E73"/>
                </a:solidFill>
                <a:latin typeface="Arial"/>
                <a:ea typeface="Arial"/>
                <a:cs typeface="Arial"/>
              </a:defRPr>
            </a:lvl8pPr>
            <a:lvl9pPr algn="l">
              <a:defRPr sz="1275" b="1">
                <a:solidFill>
                  <a:srgbClr val="009E73"/>
                </a:solidFill>
                <a:latin typeface="Arial"/>
                <a:ea typeface="Arial"/>
                <a:cs typeface="Arial"/>
              </a:defRPr>
            </a:lvl9pPr>
          </a:lstStyle>
          <a:p>
            <a:pPr algn="l">
              <a:defRPr sz="1275" b="1">
                <a:solidFill>
                  <a:srgbClr val="009E73"/>
                </a:solidFill>
                <a:latin typeface="Arial"/>
                <a:ea typeface="Arial"/>
                <a:cs typeface="Arial"/>
              </a:defRPr>
            </a:pPr>
            <a:r>
              <a:rPr sz="1275" b="1">
                <a:solidFill>
                  <a:srgbClr val="009E73"/>
                </a:solidFill>
                <a:latin typeface="Arial"/>
                <a:ea typeface="Arial"/>
                <a:cs typeface="Arial"/>
              </a:rPr>
              <a:t>C</a:t>
            </a:r>
          </a:p>
        </p:txBody>
      </p:sp>
      <p:sp>
        <p:nvSpPr>
          <p:cNvPr id="295" name="R A endpoint leader">
            <a:extLst>
              <a:ext uri="{FF2B5EF4-FFF2-40B4-BE49-F238E27FC236}">
                <ns2:creationId id="{4789B523-5AB2-4B2D-B469-B8296A15818E}"/>
              </a:ext>
            </a:extLst>
          </p:cNvPr>
          <p:cNvSpPr>
            <a:spLocks noGrp="1"/>
          </p:cNvSpPr>
          <p:nvPr/>
        </p:nvSpPr>
        <p:spPr>
          <a:xfrm>
            <a:off x="11588305" y="1911046"/>
            <a:ext cx="204026" cy="97"/>
          </a:xfrm>
          <a:custGeom>
            <a:pathLst>
              <a:path w="200025" h="95">
                <a:moveTo>
                  <a:pt x="0" y="0"/>
                </a:moveTo>
                <a:lnTo>
                  <a:pt x="200025" y="0"/>
                </a:lnTo>
              </a:path>
            </a:pathLst>
          </a:custGeom>
          <a:noFill/>
          <a:ln w="8573">
            <a:solidFill>
              <a:srgbClr val="0072B2"/>
            </a:solidFill>
          </a:ln>
        </p:spPr>
      </p:sp>
      <p:sp>
        <p:nvSpPr>
          <p:cNvPr id="296" name="A">
            <a:extLst>
              <a:ext uri="{FF2B5EF4-FFF2-40B4-BE49-F238E27FC236}">
                <ns2:creationId id="{6AC2726B-34B6-4D49-9D53-61BCD6C25CB9}"/>
              </a:ext>
            </a:extLst>
          </p:cNvPr>
          <p:cNvSpPr>
            <a:spLocks noGrp="1"/>
          </p:cNvSpPr>
          <p:nvPr/>
        </p:nvSpPr>
        <p:spPr>
          <a:xfrm>
            <a:off x="11821478" y="1804175"/>
            <a:ext cx="252603" cy="213741"/>
          </a:xfrm>
          <a:prstGeom prst="rect">
            <a:avLst/>
          </a:prstGeom>
          <a:noFill/>
          <a:ln w="0">
            <a:noFill/>
          </a:ln>
        </p:spPr>
        <p:txBody>
          <a:bodyPr wrap="none" lIns="0" tIns="0" rIns="0" bIns="0" anchor="ctr">
            <a:noAutofit/>
          </a:bodyPr>
          <a:lstStyle>
            <a:defPPr algn="l">
              <a:defRPr sz="1275" b="1">
                <a:solidFill>
                  <a:srgbClr val="0072B2"/>
                </a:solidFill>
                <a:latin typeface="Arial"/>
                <a:ea typeface="Arial"/>
                <a:cs typeface="Arial"/>
              </a:defRPr>
            </a:defPPr>
            <a:lvl1pPr algn="l">
              <a:defRPr sz="1275" b="1">
                <a:solidFill>
                  <a:srgbClr val="0072B2"/>
                </a:solidFill>
                <a:latin typeface="Arial"/>
                <a:ea typeface="Arial"/>
                <a:cs typeface="Arial"/>
              </a:defRPr>
            </a:lvl1pPr>
            <a:lvl2pPr algn="l">
              <a:defRPr sz="1275" b="1">
                <a:solidFill>
                  <a:srgbClr val="0072B2"/>
                </a:solidFill>
                <a:latin typeface="Arial"/>
                <a:ea typeface="Arial"/>
                <a:cs typeface="Arial"/>
              </a:defRPr>
            </a:lvl2pPr>
            <a:lvl3pPr algn="l">
              <a:defRPr sz="1275" b="1">
                <a:solidFill>
                  <a:srgbClr val="0072B2"/>
                </a:solidFill>
                <a:latin typeface="Arial"/>
                <a:ea typeface="Arial"/>
                <a:cs typeface="Arial"/>
              </a:defRPr>
            </a:lvl3pPr>
            <a:lvl4pPr algn="l">
              <a:defRPr sz="1275" b="1">
                <a:solidFill>
                  <a:srgbClr val="0072B2"/>
                </a:solidFill>
                <a:latin typeface="Arial"/>
                <a:ea typeface="Arial"/>
                <a:cs typeface="Arial"/>
              </a:defRPr>
            </a:lvl4pPr>
            <a:lvl5pPr algn="l">
              <a:defRPr sz="1275" b="1">
                <a:solidFill>
                  <a:srgbClr val="0072B2"/>
                </a:solidFill>
                <a:latin typeface="Arial"/>
                <a:ea typeface="Arial"/>
                <a:cs typeface="Arial"/>
              </a:defRPr>
            </a:lvl5pPr>
            <a:lvl6pPr algn="l">
              <a:defRPr sz="1275" b="1">
                <a:solidFill>
                  <a:srgbClr val="0072B2"/>
                </a:solidFill>
                <a:latin typeface="Arial"/>
                <a:ea typeface="Arial"/>
                <a:cs typeface="Arial"/>
              </a:defRPr>
            </a:lvl6pPr>
            <a:lvl7pPr algn="l">
              <a:defRPr sz="1275" b="1">
                <a:solidFill>
                  <a:srgbClr val="0072B2"/>
                </a:solidFill>
                <a:latin typeface="Arial"/>
                <a:ea typeface="Arial"/>
                <a:cs typeface="Arial"/>
              </a:defRPr>
            </a:lvl7pPr>
            <a:lvl8pPr algn="l">
              <a:defRPr sz="1275" b="1">
                <a:solidFill>
                  <a:srgbClr val="0072B2"/>
                </a:solidFill>
                <a:latin typeface="Arial"/>
                <a:ea typeface="Arial"/>
                <a:cs typeface="Arial"/>
              </a:defRPr>
            </a:lvl8pPr>
            <a:lvl9pPr algn="l">
              <a:defRPr sz="1275" b="1">
                <a:solidFill>
                  <a:srgbClr val="0072B2"/>
                </a:solidFill>
                <a:latin typeface="Arial"/>
                <a:ea typeface="Arial"/>
                <a:cs typeface="Arial"/>
              </a:defRPr>
            </a:lvl9pPr>
          </a:lstStyle>
          <a:p>
            <a:pPr algn="l">
              <a:defRPr sz="1275" b="1">
                <a:solidFill>
                  <a:srgbClr val="0072B2"/>
                </a:solidFill>
                <a:latin typeface="Arial"/>
                <a:ea typeface="Arial"/>
                <a:cs typeface="Arial"/>
              </a:defRPr>
            </a:pPr>
            <a:r>
              <a:rPr sz="1275" b="1">
                <a:solidFill>
                  <a:srgbClr val="0072B2"/>
                </a:solidFill>
                <a:latin typeface="Arial"/>
                <a:ea typeface="Arial"/>
                <a:cs typeface="Arial"/>
              </a:rPr>
              <a:t>A</a:t>
            </a:r>
          </a:p>
        </p:txBody>
      </p:sp>
      <p:sp>
        <p:nvSpPr>
          <p:cNvPr id="297" name="R B endpoint leader">
            <a:extLst>
              <a:ext uri="{FF2B5EF4-FFF2-40B4-BE49-F238E27FC236}">
                <ns2:creationId id="{BE2EEF9E-417C-4CBC-BC09-DDE37138C1E7}"/>
              </a:ext>
            </a:extLst>
          </p:cNvPr>
          <p:cNvSpPr>
            <a:spLocks noGrp="1"/>
          </p:cNvSpPr>
          <p:nvPr/>
        </p:nvSpPr>
        <p:spPr>
          <a:xfrm>
            <a:off x="11588305" y="1384146"/>
            <a:ext cx="204026" cy="97"/>
          </a:xfrm>
          <a:custGeom>
            <a:pathLst>
              <a:path w="200025" h="95">
                <a:moveTo>
                  <a:pt x="0" y="0"/>
                </a:moveTo>
                <a:lnTo>
                  <a:pt x="200025" y="0"/>
                </a:lnTo>
              </a:path>
            </a:pathLst>
          </a:custGeom>
          <a:noFill/>
          <a:ln w="8573">
            <a:solidFill>
              <a:srgbClr val="D55E00"/>
            </a:solidFill>
          </a:ln>
        </p:spPr>
      </p:sp>
      <p:sp>
        <p:nvSpPr>
          <p:cNvPr id="298" name="B">
            <a:extLst>
              <a:ext uri="{FF2B5EF4-FFF2-40B4-BE49-F238E27FC236}">
                <ns2:creationId id="{C3749B5D-E833-418E-AAA6-AC7280512908}"/>
              </a:ext>
            </a:extLst>
          </p:cNvPr>
          <p:cNvSpPr>
            <a:spLocks noGrp="1"/>
          </p:cNvSpPr>
          <p:nvPr/>
        </p:nvSpPr>
        <p:spPr>
          <a:xfrm>
            <a:off x="11821478" y="1277276"/>
            <a:ext cx="252603" cy="213741"/>
          </a:xfrm>
          <a:prstGeom prst="rect">
            <a:avLst/>
          </a:prstGeom>
          <a:noFill/>
          <a:ln w="0">
            <a:noFill/>
          </a:ln>
        </p:spPr>
        <p:txBody>
          <a:bodyPr wrap="none" lIns="0" tIns="0" rIns="0" bIns="0" anchor="ctr">
            <a:noAutofit/>
          </a:bodyPr>
          <a:lstStyle>
            <a:defPPr algn="l">
              <a:defRPr sz="1275" b="1">
                <a:solidFill>
                  <a:srgbClr val="D55E00"/>
                </a:solidFill>
                <a:latin typeface="Arial"/>
                <a:ea typeface="Arial"/>
                <a:cs typeface="Arial"/>
              </a:defRPr>
            </a:defPPr>
            <a:lvl1pPr algn="l">
              <a:defRPr sz="1275" b="1">
                <a:solidFill>
                  <a:srgbClr val="D55E00"/>
                </a:solidFill>
                <a:latin typeface="Arial"/>
                <a:ea typeface="Arial"/>
                <a:cs typeface="Arial"/>
              </a:defRPr>
            </a:lvl1pPr>
            <a:lvl2pPr algn="l">
              <a:defRPr sz="1275" b="1">
                <a:solidFill>
                  <a:srgbClr val="D55E00"/>
                </a:solidFill>
                <a:latin typeface="Arial"/>
                <a:ea typeface="Arial"/>
                <a:cs typeface="Arial"/>
              </a:defRPr>
            </a:lvl2pPr>
            <a:lvl3pPr algn="l">
              <a:defRPr sz="1275" b="1">
                <a:solidFill>
                  <a:srgbClr val="D55E00"/>
                </a:solidFill>
                <a:latin typeface="Arial"/>
                <a:ea typeface="Arial"/>
                <a:cs typeface="Arial"/>
              </a:defRPr>
            </a:lvl3pPr>
            <a:lvl4pPr algn="l">
              <a:defRPr sz="1275" b="1">
                <a:solidFill>
                  <a:srgbClr val="D55E00"/>
                </a:solidFill>
                <a:latin typeface="Arial"/>
                <a:ea typeface="Arial"/>
                <a:cs typeface="Arial"/>
              </a:defRPr>
            </a:lvl4pPr>
            <a:lvl5pPr algn="l">
              <a:defRPr sz="1275" b="1">
                <a:solidFill>
                  <a:srgbClr val="D55E00"/>
                </a:solidFill>
                <a:latin typeface="Arial"/>
                <a:ea typeface="Arial"/>
                <a:cs typeface="Arial"/>
              </a:defRPr>
            </a:lvl5pPr>
            <a:lvl6pPr algn="l">
              <a:defRPr sz="1275" b="1">
                <a:solidFill>
                  <a:srgbClr val="D55E00"/>
                </a:solidFill>
                <a:latin typeface="Arial"/>
                <a:ea typeface="Arial"/>
                <a:cs typeface="Arial"/>
              </a:defRPr>
            </a:lvl6pPr>
            <a:lvl7pPr algn="l">
              <a:defRPr sz="1275" b="1">
                <a:solidFill>
                  <a:srgbClr val="D55E00"/>
                </a:solidFill>
                <a:latin typeface="Arial"/>
                <a:ea typeface="Arial"/>
                <a:cs typeface="Arial"/>
              </a:defRPr>
            </a:lvl7pPr>
            <a:lvl8pPr algn="l">
              <a:defRPr sz="1275" b="1">
                <a:solidFill>
                  <a:srgbClr val="D55E00"/>
                </a:solidFill>
                <a:latin typeface="Arial"/>
                <a:ea typeface="Arial"/>
                <a:cs typeface="Arial"/>
              </a:defRPr>
            </a:lvl8pPr>
            <a:lvl9pPr algn="l">
              <a:defRPr sz="1275" b="1">
                <a:solidFill>
                  <a:srgbClr val="D55E00"/>
                </a:solidFill>
                <a:latin typeface="Arial"/>
                <a:ea typeface="Arial"/>
                <a:cs typeface="Arial"/>
              </a:defRPr>
            </a:lvl9pPr>
          </a:lstStyle>
          <a:p>
            <a:pPr algn="l">
              <a:defRPr sz="1275" b="1">
                <a:solidFill>
                  <a:srgbClr val="D55E00"/>
                </a:solidFill>
                <a:latin typeface="Arial"/>
                <a:ea typeface="Arial"/>
                <a:cs typeface="Arial"/>
              </a:defRPr>
            </a:pPr>
            <a:r>
              <a:rPr sz="1275" b="1">
                <a:solidFill>
                  <a:srgbClr val="D55E00"/>
                </a:solidFill>
                <a:latin typeface="Arial"/>
                <a:ea typeface="Arial"/>
                <a:cs typeface="Arial"/>
              </a:rPr>
              <a:t>B</a:t>
            </a:r>
          </a:p>
        </p:txBody>
      </p:sp>
      <p:sp>
        <p:nvSpPr>
          <p:cNvPr id="299" name="R C endpoint leader">
            <a:extLst>
              <a:ext uri="{FF2B5EF4-FFF2-40B4-BE49-F238E27FC236}">
                <ns2:creationId id="{263CC176-C4A7-4D0D-A3EA-81E86A0CFC7E}"/>
              </a:ext>
            </a:extLst>
          </p:cNvPr>
          <p:cNvSpPr>
            <a:spLocks noGrp="1"/>
          </p:cNvSpPr>
          <p:nvPr/>
        </p:nvSpPr>
        <p:spPr>
          <a:xfrm>
            <a:off x="10189274" y="1665231"/>
            <a:ext cx="68008" cy="97"/>
          </a:xfrm>
          <a:custGeom>
            <a:pathLst>
              <a:path w="66675" h="95">
                <a:moveTo>
                  <a:pt x="0" y="0"/>
                </a:moveTo>
                <a:lnTo>
                  <a:pt x="66675" y="0"/>
                </a:lnTo>
              </a:path>
            </a:pathLst>
          </a:custGeom>
          <a:noFill/>
          <a:ln w="8573">
            <a:solidFill>
              <a:srgbClr val="009E73"/>
            </a:solidFill>
          </a:ln>
        </p:spPr>
      </p:sp>
      <p:sp>
        <p:nvSpPr>
          <p:cNvPr id="300" name="C">
            <a:extLst>
              <a:ext uri="{FF2B5EF4-FFF2-40B4-BE49-F238E27FC236}">
                <ns2:creationId id="{D55B2F07-C45C-4861-8071-6375AEB1FBE4}"/>
              </a:ext>
            </a:extLst>
          </p:cNvPr>
          <p:cNvSpPr>
            <a:spLocks noGrp="1"/>
          </p:cNvSpPr>
          <p:nvPr/>
        </p:nvSpPr>
        <p:spPr>
          <a:xfrm>
            <a:off x="10286428" y="1558360"/>
            <a:ext cx="252603" cy="213741"/>
          </a:xfrm>
          <a:prstGeom prst="rect">
            <a:avLst/>
          </a:prstGeom>
          <a:noFill/>
          <a:ln w="0">
            <a:noFill/>
          </a:ln>
        </p:spPr>
        <p:txBody>
          <a:bodyPr wrap="none" lIns="0" tIns="0" rIns="0" bIns="0" anchor="ctr">
            <a:noAutofit/>
          </a:bodyPr>
          <a:lstStyle>
            <a:defPPr algn="l">
              <a:defRPr sz="1275" b="1">
                <a:solidFill>
                  <a:srgbClr val="009E73"/>
                </a:solidFill>
                <a:latin typeface="Arial"/>
                <a:ea typeface="Arial"/>
                <a:cs typeface="Arial"/>
              </a:defRPr>
            </a:defPPr>
            <a:lvl1pPr algn="l">
              <a:defRPr sz="1275" b="1">
                <a:solidFill>
                  <a:srgbClr val="009E73"/>
                </a:solidFill>
                <a:latin typeface="Arial"/>
                <a:ea typeface="Arial"/>
                <a:cs typeface="Arial"/>
              </a:defRPr>
            </a:lvl1pPr>
            <a:lvl2pPr algn="l">
              <a:defRPr sz="1275" b="1">
                <a:solidFill>
                  <a:srgbClr val="009E73"/>
                </a:solidFill>
                <a:latin typeface="Arial"/>
                <a:ea typeface="Arial"/>
                <a:cs typeface="Arial"/>
              </a:defRPr>
            </a:lvl2pPr>
            <a:lvl3pPr algn="l">
              <a:defRPr sz="1275" b="1">
                <a:solidFill>
                  <a:srgbClr val="009E73"/>
                </a:solidFill>
                <a:latin typeface="Arial"/>
                <a:ea typeface="Arial"/>
                <a:cs typeface="Arial"/>
              </a:defRPr>
            </a:lvl3pPr>
            <a:lvl4pPr algn="l">
              <a:defRPr sz="1275" b="1">
                <a:solidFill>
                  <a:srgbClr val="009E73"/>
                </a:solidFill>
                <a:latin typeface="Arial"/>
                <a:ea typeface="Arial"/>
                <a:cs typeface="Arial"/>
              </a:defRPr>
            </a:lvl4pPr>
            <a:lvl5pPr algn="l">
              <a:defRPr sz="1275" b="1">
                <a:solidFill>
                  <a:srgbClr val="009E73"/>
                </a:solidFill>
                <a:latin typeface="Arial"/>
                <a:ea typeface="Arial"/>
                <a:cs typeface="Arial"/>
              </a:defRPr>
            </a:lvl5pPr>
            <a:lvl6pPr algn="l">
              <a:defRPr sz="1275" b="1">
                <a:solidFill>
                  <a:srgbClr val="009E73"/>
                </a:solidFill>
                <a:latin typeface="Arial"/>
                <a:ea typeface="Arial"/>
                <a:cs typeface="Arial"/>
              </a:defRPr>
            </a:lvl6pPr>
            <a:lvl7pPr algn="l">
              <a:defRPr sz="1275" b="1">
                <a:solidFill>
                  <a:srgbClr val="009E73"/>
                </a:solidFill>
                <a:latin typeface="Arial"/>
                <a:ea typeface="Arial"/>
                <a:cs typeface="Arial"/>
              </a:defRPr>
            </a:lvl7pPr>
            <a:lvl8pPr algn="l">
              <a:defRPr sz="1275" b="1">
                <a:solidFill>
                  <a:srgbClr val="009E73"/>
                </a:solidFill>
                <a:latin typeface="Arial"/>
                <a:ea typeface="Arial"/>
                <a:cs typeface="Arial"/>
              </a:defRPr>
            </a:lvl8pPr>
            <a:lvl9pPr algn="l">
              <a:defRPr sz="1275" b="1">
                <a:solidFill>
                  <a:srgbClr val="009E73"/>
                </a:solidFill>
                <a:latin typeface="Arial"/>
                <a:ea typeface="Arial"/>
                <a:cs typeface="Arial"/>
              </a:defRPr>
            </a:lvl9pPr>
          </a:lstStyle>
          <a:p>
            <a:pPr algn="l">
              <a:defRPr sz="1275" b="1">
                <a:solidFill>
                  <a:srgbClr val="009E73"/>
                </a:solidFill>
                <a:latin typeface="Arial"/>
                <a:ea typeface="Arial"/>
                <a:cs typeface="Arial"/>
              </a:defRPr>
            </a:pPr>
            <a:r>
              <a:rPr sz="1275" b="1">
                <a:solidFill>
                  <a:srgbClr val="009E73"/>
                </a:solidFill>
                <a:latin typeface="Arial"/>
                <a:ea typeface="Arial"/>
                <a:cs typeface="Arial"/>
              </a:rPr>
              <a:t>C</a:t>
            </a:r>
          </a:p>
        </p:txBody>
      </p:sp>
    </p:spTree>
    <p:extLst>
      <p:ext uri="{BB962C8B-B14F-4D97-AF65-F5344CB8AC3E}">
        <ns4:creationId val="1670264619"/>
      </p:ext>
    </p:extLst>
  </p:cSld>
</p:sld>
</file>

<file path=ppt/main_figures/Fig7/ppt/tableStyles.xml><?xml version="1.0" encoding="utf-8"?>
<a:tblStyleLst xmlns:a="http://schemas.openxmlformats.org/drawingml/2006/main" def="{5C22544A-7EE6-4342-B048-85BDC9FD1C3A}"/>
</file>

<file path=ppt/main_figures/Fig7/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8/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ppt/main_figures/Fig8/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2026-10-22T02:10:40.0190000Z</dcterms:created>
  <dcterms:modified xsi:type="dcterms:W3CDTF">2026-10-22T02:10:40.0200000Z</dcterms:modified>
</coreProperties>
</file>

<file path=ppt/main_figures/Fig8/ppt/_rels/presentation.xml.rels><?xml version='1.0' encoding='utf-8'?>
<Relationships xmlns="http://schemas.openxmlformats.org/package/2006/relationships"><Relationship Type="http://schemas.openxmlformats.org/officeDocument/2006/relationships/theme" Target="/ppt/main_figures/Fig8/ppt/theme/theme1.xml" Id="Ra5d1a334ec2a40b9" /><Relationship Type="http://schemas.openxmlformats.org/officeDocument/2006/relationships/slideMaster" Target="/ppt/main_figures/Fig8/ppt/slideMasters/slideMaster1.xml" Id="R2c951ada8d064b03" /><Relationship Type="http://schemas.openxmlformats.org/officeDocument/2006/relationships/notesMaster" Target="/ppt/main_figures/Fig8/ppt/notesMasters/notesMaster1.xml" Id="Re0b67dcc600d412a" /><Relationship Type="http://schemas.openxmlformats.org/officeDocument/2006/relationships/presProps" Target="/ppt/main_figures/Fig8/ppt/presProps.xml" Id="R5005ae1196f84284" /><Relationship Type="http://schemas.openxmlformats.org/officeDocument/2006/relationships/tableStyles" Target="/ppt/main_figures/Fig8/ppt/tableStyles.xml" Id="R7d1f5c7b9d8c405d" /><Relationship Type="http://schemas.openxmlformats.org/officeDocument/2006/relationships/slide" Target="/ppt/main_figures/Fig8/ppt/slides/slide1.xml" Id="R7b93b7e54d1a4a8f" /></Relationships>
</file>

<file path=ppt/main_figures/Fig8/ppt/notesMasters/_rels/notesMaster1.xml.rels><?xml version='1.0' encoding='utf-8'?>
<Relationships xmlns="http://schemas.openxmlformats.org/package/2006/relationships"><Relationship Type="http://schemas.openxmlformats.org/officeDocument/2006/relationships/theme" Target="/ppt/main_figures/Fig8/ppt/notesMasters/theme/theme3.xml" Id="R8ea1fe6f8fbe40c1" /></Relationships>
</file>

<file path=ppt/main_figures/Fig8/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main_figures/Fig8/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8/ppt/notesSlides/_rels/notesSlide1.xml.rels><?xml version='1.0' encoding='utf-8'?>
<Relationships xmlns="http://schemas.openxmlformats.org/package/2006/relationships"><Relationship Type="http://schemas.openxmlformats.org/officeDocument/2006/relationships/slide" Target="/ppt/main_figures/Fig8/ppt/slides/slide1.xml" Id="R55b65328a9fe4fac" /><Relationship Type="http://schemas.openxmlformats.org/officeDocument/2006/relationships/notesMaster" Target="/ppt/main_figures/Fig8/ppt/notesMasters/notesMaster1.xml" Id="R967a58760e5c4822" /></Relationships>
</file>

<file path=ppt/main_figures/Fig8/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{"dataset": "Nucleon", "source": "TMTM author padded 64x64 uint8 scalar slice; author commit 2c75a10ed2cd55177a25ff751e0c0a8261200717.", "result": "02-RG-MTM/results/paper1_suite/nucleon; one static frame,13 leaves,26 nodes (reference table:28 nodes).", "profiles": "Full saved arrays; source scalar recovered by -profile*247. Native axes/text are editable, profile raster layers are scientific plots of all samples. TMTM profile has4096 samples; RG32768.", "coincident_R": "All three stored R arrays are byte-for-byte equal to P; the shared curve is labelled P/R.", "scope": "Static layout test; not temporal or volumetric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main_figures/Fig8/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main_figures/Fig8/ppt/presentation.xml><?xml version="1.0" encoding="utf-8"?>
<p:presentation xmlns:p="http://schemas.openxmlformats.org/presentationml/2006/main" xmlns:r="http://schemas.openxmlformats.org/officeDocument/2006/relationships">
  <p:sldMasterIdLst>
    <p:sldMasterId id="2147483648" r:id="R2c951ada8d064b03"/>
  </p:sldMasterIdLst>
  <p:notesMasterIdLst>
    <p:notesMasterId r:id="Re0b67dcc600d412a"/>
  </p:notesMasterIdLst>
  <p:sldIdLst>
    <p:sldId id="256" r:id="R7b93b7e54d1a4a8f"/>
  </p:sldIdLst>
  <p:sldSz cx="7658100" cy="3733800"/>
  <p:notesSz cx="6858000" cy="9144000"/>
</p:presentation>
</file>

<file path=ppt/main_figures/Fig8/ppt/slideLayouts/_rels/slideLayout1.xml.rels><?xml version='1.0' encoding='utf-8'?>
<Relationships xmlns="http://schemas.openxmlformats.org/package/2006/relationships"><Relationship Type="http://schemas.openxmlformats.org/officeDocument/2006/relationships/slideMaster" Target="/ppt/main_figures/Fig8/ppt/slideMasters/slideMaster1.xml" Id="R69eae450bc1e4731" /></Relationships>
</file>

<file path=ppt/main_figures/Fig8/ppt/slideLayouts/_rels/slideLayout2.xml.rels><?xml version='1.0' encoding='utf-8'?>
<Relationships xmlns="http://schemas.openxmlformats.org/package/2006/relationships"><Relationship Type="http://schemas.openxmlformats.org/officeDocument/2006/relationships/slideMaster" Target="/ppt/main_figures/Fig8/ppt/slideMasters/slideMaster1.xml" Id="R142e475567194a22" /></Relationships>
</file>

<file path=ppt/main_figures/Fig8/ppt/slideLayouts/_rels/slideLayout3.xml.rels><?xml version='1.0' encoding='utf-8'?>
<Relationships xmlns="http://schemas.openxmlformats.org/package/2006/relationships"><Relationship Type="http://schemas.openxmlformats.org/officeDocument/2006/relationships/slideMaster" Target="/ppt/main_figures/Fig8/ppt/slideMasters/slideMaster1.xml" Id="R5667716d457a404b" /></Relationships>
</file>

<file path=ppt/main_figures/Fig8/ppt/slideLayouts/_rels/slideLayout4.xml.rels><?xml version='1.0' encoding='utf-8'?>
<Relationships xmlns="http://schemas.openxmlformats.org/package/2006/relationships"><Relationship Type="http://schemas.openxmlformats.org/officeDocument/2006/relationships/slideMaster" Target="/ppt/main_figures/Fig8/ppt/slideMasters/slideMaster1.xml" Id="R292475cc69cb4b25" /></Relationships>
</file>

<file path=ppt/main_figures/Fig8/ppt/slideLayouts/_rels/slideLayout5.xml.rels><?xml version='1.0' encoding='utf-8'?>
<Relationships xmlns="http://schemas.openxmlformats.org/package/2006/relationships"><Relationship Type="http://schemas.openxmlformats.org/officeDocument/2006/relationships/slideMaster" Target="/ppt/main_figures/Fig8/ppt/slideMasters/slideMaster1.xml" Id="Re8a731c3fad24706" /></Relationships>
</file>

<file path=ppt/main_figures/Fig8/ppt/slideLayouts/_rels/slideLayout6.xml.rels><?xml version='1.0' encoding='utf-8'?>
<Relationships xmlns="http://schemas.openxmlformats.org/package/2006/relationships"><Relationship Type="http://schemas.openxmlformats.org/officeDocument/2006/relationships/slideMaster" Target="/ppt/main_figures/Fig8/ppt/slideMasters/slideMaster1.xml" Id="R985de9a284284cfe" /></Relationships>
</file>

<file path=ppt/main_figures/Fig8/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1412B15-48A4-47E5-B42E-346905469C71}"/>
              </a:ext>
            </a:extLst>
          </p:cNvPr>
          <p:cNvSpPr>
            <a:spLocks xmlns:a="http://schemas.openxmlformats.org/drawingml/2006/main" noGrp="1"/>
          </p:cNvSpPr>
          <p:nvPr>
            <p:ph type="title" idx="0"/>
          </p:nvPr>
        </p:nvSpPr>
        <p:spPr>
          <a:xfrm xmlns:a="http://schemas.openxmlformats.org/drawingml/2006/main">
            <a:off x="1280160" y="1547283"/>
            <a:ext cx="10241280" cy="591608"/>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867" b="1">
                <a:solidFill>
                  <a:schemeClr val="tx1"/>
                </a:solidFill>
                <a:latin typeface="+mj-lt"/>
                <a:ea typeface="+mj-lt"/>
                <a:cs typeface="+mj-lt"/>
              </a:defRPr>
            </a:defPPr>
            <a:lvl1pPr marL="0" indent="0" algn="ctr">
              <a:lnSpc>
                <a:spcPct val="110000"/>
              </a:lnSpc>
              <a:spcBef>
                <a:spcPts val="0"/>
              </a:spcBef>
              <a:spcAft>
                <a:spcPts val="0"/>
              </a:spcAft>
              <a:buNone/>
              <a:defRPr sz="2867" b="1">
                <a:solidFill>
                  <a:schemeClr val="tx1"/>
                </a:solidFill>
                <a:latin typeface="+mj-lt"/>
                <a:ea typeface="+mj-lt"/>
                <a:cs typeface="+mj-lt"/>
              </a:defRPr>
            </a:lvl1pPr>
            <a:lvl2pPr marL="0" indent="0" algn="ctr">
              <a:lnSpc>
                <a:spcPct val="110000"/>
              </a:lnSpc>
              <a:spcBef>
                <a:spcPts val="0"/>
              </a:spcBef>
              <a:spcAft>
                <a:spcPts val="0"/>
              </a:spcAft>
              <a:buNone/>
              <a:defRPr sz="2867" b="1">
                <a:solidFill>
                  <a:schemeClr val="tx1"/>
                </a:solidFill>
                <a:latin typeface="+mj-lt"/>
                <a:ea typeface="+mj-lt"/>
                <a:cs typeface="+mj-lt"/>
              </a:defRPr>
            </a:lvl2pPr>
            <a:lvl3pPr marL="0" indent="0" algn="ctr">
              <a:lnSpc>
                <a:spcPct val="110000"/>
              </a:lnSpc>
              <a:spcBef>
                <a:spcPts val="0"/>
              </a:spcBef>
              <a:spcAft>
                <a:spcPts val="0"/>
              </a:spcAft>
              <a:buNone/>
              <a:defRPr sz="2867" b="1">
                <a:solidFill>
                  <a:schemeClr val="tx1"/>
                </a:solidFill>
                <a:latin typeface="+mj-lt"/>
                <a:ea typeface="+mj-lt"/>
                <a:cs typeface="+mj-lt"/>
              </a:defRPr>
            </a:lvl3pPr>
            <a:lvl4pPr marL="0" indent="0" algn="ctr">
              <a:lnSpc>
                <a:spcPct val="110000"/>
              </a:lnSpc>
              <a:spcBef>
                <a:spcPts val="0"/>
              </a:spcBef>
              <a:spcAft>
                <a:spcPts val="0"/>
              </a:spcAft>
              <a:buNone/>
              <a:defRPr sz="2867" b="1">
                <a:solidFill>
                  <a:schemeClr val="tx1"/>
                </a:solidFill>
                <a:latin typeface="+mj-lt"/>
                <a:ea typeface="+mj-lt"/>
                <a:cs typeface="+mj-lt"/>
              </a:defRPr>
            </a:lvl4pPr>
            <a:lvl5pPr marL="0" indent="0" algn="ctr">
              <a:lnSpc>
                <a:spcPct val="110000"/>
              </a:lnSpc>
              <a:spcBef>
                <a:spcPts val="0"/>
              </a:spcBef>
              <a:spcAft>
                <a:spcPts val="0"/>
              </a:spcAft>
              <a:buNone/>
              <a:defRPr sz="2867" b="1">
                <a:solidFill>
                  <a:schemeClr val="tx1"/>
                </a:solidFill>
                <a:latin typeface="+mj-lt"/>
                <a:ea typeface="+mj-lt"/>
                <a:cs typeface="+mj-lt"/>
              </a:defRPr>
            </a:lvl5pPr>
            <a:lvl6pPr marL="0" indent="0" algn="ctr">
              <a:lnSpc>
                <a:spcPct val="110000"/>
              </a:lnSpc>
              <a:spcBef>
                <a:spcPts val="0"/>
              </a:spcBef>
              <a:spcAft>
                <a:spcPts val="0"/>
              </a:spcAft>
              <a:buNone/>
              <a:defRPr sz="2867" b="1">
                <a:solidFill>
                  <a:schemeClr val="tx1"/>
                </a:solidFill>
                <a:latin typeface="+mj-lt"/>
                <a:ea typeface="+mj-lt"/>
                <a:cs typeface="+mj-lt"/>
              </a:defRPr>
            </a:lvl6pPr>
            <a:lvl7pPr marL="0" indent="0" algn="ctr">
              <a:lnSpc>
                <a:spcPct val="110000"/>
              </a:lnSpc>
              <a:spcBef>
                <a:spcPts val="0"/>
              </a:spcBef>
              <a:spcAft>
                <a:spcPts val="0"/>
              </a:spcAft>
              <a:buNone/>
              <a:defRPr sz="2867" b="1">
                <a:solidFill>
                  <a:schemeClr val="tx1"/>
                </a:solidFill>
                <a:latin typeface="+mj-lt"/>
                <a:ea typeface="+mj-lt"/>
                <a:cs typeface="+mj-lt"/>
              </a:defRPr>
            </a:lvl7pPr>
            <a:lvl8pPr marL="0" indent="0" algn="ctr">
              <a:lnSpc>
                <a:spcPct val="110000"/>
              </a:lnSpc>
              <a:spcBef>
                <a:spcPts val="0"/>
              </a:spcBef>
              <a:spcAft>
                <a:spcPts val="0"/>
              </a:spcAft>
              <a:buNone/>
              <a:defRPr sz="2867" b="1">
                <a:solidFill>
                  <a:schemeClr val="tx1"/>
                </a:solidFill>
                <a:latin typeface="+mj-lt"/>
                <a:ea typeface="+mj-lt"/>
                <a:cs typeface="+mj-lt"/>
              </a:defRPr>
            </a:lvl8pPr>
            <a:lvl9pPr marL="0" indent="0" algn="ctr">
              <a:lnSpc>
                <a:spcPct val="110000"/>
              </a:lnSpc>
              <a:spcBef>
                <a:spcPts val="0"/>
              </a:spcBef>
              <a:spcAft>
                <a:spcPts val="0"/>
              </a:spcAft>
              <a:buNone/>
              <a:defRPr sz="2867"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A7BFD58-DC67-473C-A76B-95BC59217628}"/>
              </a:ext>
            </a:extLst>
          </p:cNvPr>
          <p:cNvSpPr>
            <a:spLocks xmlns:a="http://schemas.openxmlformats.org/drawingml/2006/main" noGrp="1"/>
          </p:cNvSpPr>
          <p:nvPr>
            <p:ph type="subTitle" idx="1"/>
          </p:nvPr>
        </p:nvSpPr>
        <p:spPr>
          <a:xfrm xmlns:a="http://schemas.openxmlformats.org/drawingml/2006/main">
            <a:off x="1920240" y="2252663"/>
            <a:ext cx="8961120" cy="45508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254" b="0">
                <a:solidFill>
                  <a:schemeClr val="tx1"/>
                </a:solidFill>
                <a:latin typeface="+mn-lt"/>
                <a:ea typeface="+mn-lt"/>
                <a:cs typeface="+mn-lt"/>
              </a:defRPr>
            </a:defPPr>
            <a:lvl1pPr marL="0" indent="0" algn="ctr">
              <a:lnSpc>
                <a:spcPct val="110000"/>
              </a:lnSpc>
              <a:spcBef>
                <a:spcPts val="0"/>
              </a:spcBef>
              <a:spcAft>
                <a:spcPts val="0"/>
              </a:spcAft>
              <a:buNone/>
              <a:defRPr sz="1254" b="0">
                <a:solidFill>
                  <a:schemeClr val="tx1"/>
                </a:solidFill>
                <a:latin typeface="+mn-lt"/>
                <a:ea typeface="+mn-lt"/>
                <a:cs typeface="+mn-lt"/>
              </a:defRPr>
            </a:lvl1pPr>
            <a:lvl2pPr marL="0" indent="0" algn="ctr">
              <a:lnSpc>
                <a:spcPct val="110000"/>
              </a:lnSpc>
              <a:spcBef>
                <a:spcPts val="0"/>
              </a:spcBef>
              <a:spcAft>
                <a:spcPts val="0"/>
              </a:spcAft>
              <a:buNone/>
              <a:defRPr sz="1254" b="0">
                <a:solidFill>
                  <a:schemeClr val="tx1"/>
                </a:solidFill>
                <a:latin typeface="+mn-lt"/>
                <a:ea typeface="+mn-lt"/>
                <a:cs typeface="+mn-lt"/>
              </a:defRPr>
            </a:lvl2pPr>
            <a:lvl3pPr marL="0" indent="0" algn="ctr">
              <a:lnSpc>
                <a:spcPct val="110000"/>
              </a:lnSpc>
              <a:spcBef>
                <a:spcPts val="0"/>
              </a:spcBef>
              <a:spcAft>
                <a:spcPts val="0"/>
              </a:spcAft>
              <a:buNone/>
              <a:defRPr sz="1254" b="0">
                <a:solidFill>
                  <a:schemeClr val="tx1"/>
                </a:solidFill>
                <a:latin typeface="+mn-lt"/>
                <a:ea typeface="+mn-lt"/>
                <a:cs typeface="+mn-lt"/>
              </a:defRPr>
            </a:lvl3pPr>
            <a:lvl4pPr marL="0" indent="0" algn="ctr">
              <a:lnSpc>
                <a:spcPct val="110000"/>
              </a:lnSpc>
              <a:spcBef>
                <a:spcPts val="0"/>
              </a:spcBef>
              <a:spcAft>
                <a:spcPts val="0"/>
              </a:spcAft>
              <a:buNone/>
              <a:defRPr sz="1254" b="0">
                <a:solidFill>
                  <a:schemeClr val="tx1"/>
                </a:solidFill>
                <a:latin typeface="+mn-lt"/>
                <a:ea typeface="+mn-lt"/>
                <a:cs typeface="+mn-lt"/>
              </a:defRPr>
            </a:lvl4pPr>
            <a:lvl5pPr marL="0" indent="0" algn="ctr">
              <a:lnSpc>
                <a:spcPct val="110000"/>
              </a:lnSpc>
              <a:spcBef>
                <a:spcPts val="0"/>
              </a:spcBef>
              <a:spcAft>
                <a:spcPts val="0"/>
              </a:spcAft>
              <a:buNone/>
              <a:defRPr sz="1254" b="0">
                <a:solidFill>
                  <a:schemeClr val="tx1"/>
                </a:solidFill>
                <a:latin typeface="+mn-lt"/>
                <a:ea typeface="+mn-lt"/>
                <a:cs typeface="+mn-lt"/>
              </a:defRPr>
            </a:lvl5pPr>
            <a:lvl6pPr marL="0" indent="0" algn="ctr">
              <a:lnSpc>
                <a:spcPct val="110000"/>
              </a:lnSpc>
              <a:spcBef>
                <a:spcPts val="0"/>
              </a:spcBef>
              <a:spcAft>
                <a:spcPts val="0"/>
              </a:spcAft>
              <a:buNone/>
              <a:defRPr sz="1254" b="0">
                <a:solidFill>
                  <a:schemeClr val="tx1"/>
                </a:solidFill>
                <a:latin typeface="+mn-lt"/>
                <a:ea typeface="+mn-lt"/>
                <a:cs typeface="+mn-lt"/>
              </a:defRPr>
            </a:lvl6pPr>
            <a:lvl7pPr marL="0" indent="0" algn="ctr">
              <a:lnSpc>
                <a:spcPct val="110000"/>
              </a:lnSpc>
              <a:spcBef>
                <a:spcPts val="0"/>
              </a:spcBef>
              <a:spcAft>
                <a:spcPts val="0"/>
              </a:spcAft>
              <a:buNone/>
              <a:defRPr sz="1254" b="0">
                <a:solidFill>
                  <a:schemeClr val="tx1"/>
                </a:solidFill>
                <a:latin typeface="+mn-lt"/>
                <a:ea typeface="+mn-lt"/>
                <a:cs typeface="+mn-lt"/>
              </a:defRPr>
            </a:lvl7pPr>
            <a:lvl8pPr marL="0" indent="0" algn="ctr">
              <a:lnSpc>
                <a:spcPct val="110000"/>
              </a:lnSpc>
              <a:spcBef>
                <a:spcPts val="0"/>
              </a:spcBef>
              <a:spcAft>
                <a:spcPts val="0"/>
              </a:spcAft>
              <a:buNone/>
              <a:defRPr sz="1254" b="0">
                <a:solidFill>
                  <a:schemeClr val="tx1"/>
                </a:solidFill>
                <a:latin typeface="+mn-lt"/>
                <a:ea typeface="+mn-lt"/>
                <a:cs typeface="+mn-lt"/>
              </a:defRPr>
            </a:lvl8pPr>
            <a:lvl9pPr marL="0" indent="0" algn="ctr">
              <a:lnSpc>
                <a:spcPct val="110000"/>
              </a:lnSpc>
              <a:spcBef>
                <a:spcPts val="0"/>
              </a:spcBef>
              <a:spcAft>
                <a:spcPts val="0"/>
              </a:spcAft>
              <a:buNone/>
              <a:defRPr sz="1254" b="0">
                <a:solidFill>
                  <a:schemeClr val="tx1"/>
                </a:solidFill>
                <a:latin typeface="+mn-lt"/>
                <a:ea typeface="+mn-lt"/>
                <a:cs typeface="+mn-lt"/>
              </a:defRPr>
            </a:lvl9pPr>
          </a:lstStyle>
          <a:p xmlns:a="http://schemas.openxmlformats.org/drawingml/2006/main"/>
        </p:txBody>
      </p:sp>
    </p:spTree>
  </p:cSld>
</p:sldLayout>
</file>

<file path=ppt/main_figures/Fig8/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AE14D43-5506-44B3-8169-853D8A1D0CE8}"/>
              </a:ext>
            </a:extLst>
          </p:cNvPr>
          <p:cNvSpPr>
            <a:spLocks xmlns:a="http://schemas.openxmlformats.org/drawingml/2006/main" noGrp="1"/>
          </p:cNvSpPr>
          <p:nvPr>
            <p:ph type="title" idx="0"/>
          </p:nvPr>
        </p:nvSpPr>
        <p:spPr>
          <a:xfrm xmlns:a="http://schemas.openxmlformats.org/drawingml/2006/main">
            <a:off x="1280160" y="1706563"/>
            <a:ext cx="10241280" cy="682625"/>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508" b="1">
                <a:solidFill>
                  <a:schemeClr val="tx1"/>
                </a:solidFill>
                <a:latin typeface="+mj-lt"/>
                <a:ea typeface="+mj-lt"/>
                <a:cs typeface="+mj-lt"/>
              </a:defRPr>
            </a:defPPr>
            <a:lvl1pPr marL="0" indent="0" algn="ctr">
              <a:lnSpc>
                <a:spcPct val="110000"/>
              </a:lnSpc>
              <a:spcBef>
                <a:spcPts val="0"/>
              </a:spcBef>
              <a:spcAft>
                <a:spcPts val="0"/>
              </a:spcAft>
              <a:buNone/>
              <a:defRPr sz="2508" b="1">
                <a:solidFill>
                  <a:schemeClr val="tx1"/>
                </a:solidFill>
                <a:latin typeface="+mj-lt"/>
                <a:ea typeface="+mj-lt"/>
                <a:cs typeface="+mj-lt"/>
              </a:defRPr>
            </a:lvl1pPr>
            <a:lvl2pPr marL="0" indent="0" algn="ctr">
              <a:lnSpc>
                <a:spcPct val="110000"/>
              </a:lnSpc>
              <a:spcBef>
                <a:spcPts val="0"/>
              </a:spcBef>
              <a:spcAft>
                <a:spcPts val="0"/>
              </a:spcAft>
              <a:buNone/>
              <a:defRPr sz="2508" b="1">
                <a:solidFill>
                  <a:schemeClr val="tx1"/>
                </a:solidFill>
                <a:latin typeface="+mj-lt"/>
                <a:ea typeface="+mj-lt"/>
                <a:cs typeface="+mj-lt"/>
              </a:defRPr>
            </a:lvl2pPr>
            <a:lvl3pPr marL="0" indent="0" algn="ctr">
              <a:lnSpc>
                <a:spcPct val="110000"/>
              </a:lnSpc>
              <a:spcBef>
                <a:spcPts val="0"/>
              </a:spcBef>
              <a:spcAft>
                <a:spcPts val="0"/>
              </a:spcAft>
              <a:buNone/>
              <a:defRPr sz="2508" b="1">
                <a:solidFill>
                  <a:schemeClr val="tx1"/>
                </a:solidFill>
                <a:latin typeface="+mj-lt"/>
                <a:ea typeface="+mj-lt"/>
                <a:cs typeface="+mj-lt"/>
              </a:defRPr>
            </a:lvl3pPr>
            <a:lvl4pPr marL="0" indent="0" algn="ctr">
              <a:lnSpc>
                <a:spcPct val="110000"/>
              </a:lnSpc>
              <a:spcBef>
                <a:spcPts val="0"/>
              </a:spcBef>
              <a:spcAft>
                <a:spcPts val="0"/>
              </a:spcAft>
              <a:buNone/>
              <a:defRPr sz="2508" b="1">
                <a:solidFill>
                  <a:schemeClr val="tx1"/>
                </a:solidFill>
                <a:latin typeface="+mj-lt"/>
                <a:ea typeface="+mj-lt"/>
                <a:cs typeface="+mj-lt"/>
              </a:defRPr>
            </a:lvl4pPr>
            <a:lvl5pPr marL="0" indent="0" algn="ctr">
              <a:lnSpc>
                <a:spcPct val="110000"/>
              </a:lnSpc>
              <a:spcBef>
                <a:spcPts val="0"/>
              </a:spcBef>
              <a:spcAft>
                <a:spcPts val="0"/>
              </a:spcAft>
              <a:buNone/>
              <a:defRPr sz="2508" b="1">
                <a:solidFill>
                  <a:schemeClr val="tx1"/>
                </a:solidFill>
                <a:latin typeface="+mj-lt"/>
                <a:ea typeface="+mj-lt"/>
                <a:cs typeface="+mj-lt"/>
              </a:defRPr>
            </a:lvl5pPr>
            <a:lvl6pPr marL="0" indent="0" algn="ctr">
              <a:lnSpc>
                <a:spcPct val="110000"/>
              </a:lnSpc>
              <a:spcBef>
                <a:spcPts val="0"/>
              </a:spcBef>
              <a:spcAft>
                <a:spcPts val="0"/>
              </a:spcAft>
              <a:buNone/>
              <a:defRPr sz="2508" b="1">
                <a:solidFill>
                  <a:schemeClr val="tx1"/>
                </a:solidFill>
                <a:latin typeface="+mj-lt"/>
                <a:ea typeface="+mj-lt"/>
                <a:cs typeface="+mj-lt"/>
              </a:defRPr>
            </a:lvl6pPr>
            <a:lvl7pPr marL="0" indent="0" algn="ctr">
              <a:lnSpc>
                <a:spcPct val="110000"/>
              </a:lnSpc>
              <a:spcBef>
                <a:spcPts val="0"/>
              </a:spcBef>
              <a:spcAft>
                <a:spcPts val="0"/>
              </a:spcAft>
              <a:buNone/>
              <a:defRPr sz="2508" b="1">
                <a:solidFill>
                  <a:schemeClr val="tx1"/>
                </a:solidFill>
                <a:latin typeface="+mj-lt"/>
                <a:ea typeface="+mj-lt"/>
                <a:cs typeface="+mj-lt"/>
              </a:defRPr>
            </a:lvl7pPr>
            <a:lvl8pPr marL="0" indent="0" algn="ctr">
              <a:lnSpc>
                <a:spcPct val="110000"/>
              </a:lnSpc>
              <a:spcBef>
                <a:spcPts val="0"/>
              </a:spcBef>
              <a:spcAft>
                <a:spcPts val="0"/>
              </a:spcAft>
              <a:buNone/>
              <a:defRPr sz="2508" b="1">
                <a:solidFill>
                  <a:schemeClr val="tx1"/>
                </a:solidFill>
                <a:latin typeface="+mj-lt"/>
                <a:ea typeface="+mj-lt"/>
                <a:cs typeface="+mj-lt"/>
              </a:defRPr>
            </a:lvl8pPr>
            <a:lvl9pPr marL="0" indent="0" algn="ctr">
              <a:lnSpc>
                <a:spcPct val="110000"/>
              </a:lnSpc>
              <a:spcBef>
                <a:spcPts val="0"/>
              </a:spcBef>
              <a:spcAft>
                <a:spcPts val="0"/>
              </a:spcAft>
              <a:buNone/>
              <a:defRPr sz="2508" b="1">
                <a:solidFill>
                  <a:schemeClr val="tx1"/>
                </a:solidFill>
                <a:latin typeface="+mj-lt"/>
                <a:ea typeface="+mj-lt"/>
                <a:cs typeface="+mj-lt"/>
              </a:defRPr>
            </a:lvl9pPr>
          </a:lstStyle>
          <a:p xmlns:a="http://schemas.openxmlformats.org/drawingml/2006/main"/>
        </p:txBody>
      </p:sp>
    </p:spTree>
  </p:cSld>
</p:sldLayout>
</file>

<file path=ppt/main_figures/Fig8/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52634C9-0764-4436-8EA6-A3CCC56DB3F2}"/>
              </a:ext>
            </a:extLst>
          </p:cNvPr>
          <p:cNvSpPr>
            <a:spLocks xmlns:a="http://schemas.openxmlformats.org/drawingml/2006/main" noGrp="1"/>
          </p:cNvSpPr>
          <p:nvPr>
            <p:ph type="title" idx="0"/>
          </p:nvPr>
        </p:nvSpPr>
        <p:spPr>
          <a:xfrm xmlns:a="http://schemas.openxmlformats.org/drawingml/2006/main">
            <a:off x="720090" y="318558"/>
            <a:ext cx="11361420" cy="50059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971" b="1">
                <a:solidFill>
                  <a:schemeClr val="tx1"/>
                </a:solidFill>
                <a:latin typeface="+mj-lt"/>
                <a:ea typeface="+mj-lt"/>
                <a:cs typeface="+mj-lt"/>
              </a:defRPr>
            </a:defPPr>
            <a:lvl1pPr marL="0" indent="0" algn="l">
              <a:lnSpc>
                <a:spcPct val="110000"/>
              </a:lnSpc>
              <a:spcBef>
                <a:spcPts val="0"/>
              </a:spcBef>
              <a:spcAft>
                <a:spcPts val="0"/>
              </a:spcAft>
              <a:buNone/>
              <a:defRPr sz="1971" b="1">
                <a:solidFill>
                  <a:schemeClr val="tx1"/>
                </a:solidFill>
                <a:latin typeface="+mj-lt"/>
                <a:ea typeface="+mj-lt"/>
                <a:cs typeface="+mj-lt"/>
              </a:defRPr>
            </a:lvl1pPr>
            <a:lvl2pPr marL="0" indent="0" algn="l">
              <a:lnSpc>
                <a:spcPct val="110000"/>
              </a:lnSpc>
              <a:spcBef>
                <a:spcPts val="0"/>
              </a:spcBef>
              <a:spcAft>
                <a:spcPts val="0"/>
              </a:spcAft>
              <a:buNone/>
              <a:defRPr sz="1971" b="1">
                <a:solidFill>
                  <a:schemeClr val="tx1"/>
                </a:solidFill>
                <a:latin typeface="+mj-lt"/>
                <a:ea typeface="+mj-lt"/>
                <a:cs typeface="+mj-lt"/>
              </a:defRPr>
            </a:lvl2pPr>
            <a:lvl3pPr marL="0" indent="0" algn="l">
              <a:lnSpc>
                <a:spcPct val="110000"/>
              </a:lnSpc>
              <a:spcBef>
                <a:spcPts val="0"/>
              </a:spcBef>
              <a:spcAft>
                <a:spcPts val="0"/>
              </a:spcAft>
              <a:buNone/>
              <a:defRPr sz="1971" b="1">
                <a:solidFill>
                  <a:schemeClr val="tx1"/>
                </a:solidFill>
                <a:latin typeface="+mj-lt"/>
                <a:ea typeface="+mj-lt"/>
                <a:cs typeface="+mj-lt"/>
              </a:defRPr>
            </a:lvl3pPr>
            <a:lvl4pPr marL="0" indent="0" algn="l">
              <a:lnSpc>
                <a:spcPct val="110000"/>
              </a:lnSpc>
              <a:spcBef>
                <a:spcPts val="0"/>
              </a:spcBef>
              <a:spcAft>
                <a:spcPts val="0"/>
              </a:spcAft>
              <a:buNone/>
              <a:defRPr sz="1971" b="1">
                <a:solidFill>
                  <a:schemeClr val="tx1"/>
                </a:solidFill>
                <a:latin typeface="+mj-lt"/>
                <a:ea typeface="+mj-lt"/>
                <a:cs typeface="+mj-lt"/>
              </a:defRPr>
            </a:lvl4pPr>
            <a:lvl5pPr marL="0" indent="0" algn="l">
              <a:lnSpc>
                <a:spcPct val="110000"/>
              </a:lnSpc>
              <a:spcBef>
                <a:spcPts val="0"/>
              </a:spcBef>
              <a:spcAft>
                <a:spcPts val="0"/>
              </a:spcAft>
              <a:buNone/>
              <a:defRPr sz="1971" b="1">
                <a:solidFill>
                  <a:schemeClr val="tx1"/>
                </a:solidFill>
                <a:latin typeface="+mj-lt"/>
                <a:ea typeface="+mj-lt"/>
                <a:cs typeface="+mj-lt"/>
              </a:defRPr>
            </a:lvl5pPr>
            <a:lvl6pPr marL="0" indent="0" algn="l">
              <a:lnSpc>
                <a:spcPct val="110000"/>
              </a:lnSpc>
              <a:spcBef>
                <a:spcPts val="0"/>
              </a:spcBef>
              <a:spcAft>
                <a:spcPts val="0"/>
              </a:spcAft>
              <a:buNone/>
              <a:defRPr sz="1971" b="1">
                <a:solidFill>
                  <a:schemeClr val="tx1"/>
                </a:solidFill>
                <a:latin typeface="+mj-lt"/>
                <a:ea typeface="+mj-lt"/>
                <a:cs typeface="+mj-lt"/>
              </a:defRPr>
            </a:lvl6pPr>
            <a:lvl7pPr marL="0" indent="0" algn="l">
              <a:lnSpc>
                <a:spcPct val="110000"/>
              </a:lnSpc>
              <a:spcBef>
                <a:spcPts val="0"/>
              </a:spcBef>
              <a:spcAft>
                <a:spcPts val="0"/>
              </a:spcAft>
              <a:buNone/>
              <a:defRPr sz="1971" b="1">
                <a:solidFill>
                  <a:schemeClr val="tx1"/>
                </a:solidFill>
                <a:latin typeface="+mj-lt"/>
                <a:ea typeface="+mj-lt"/>
                <a:cs typeface="+mj-lt"/>
              </a:defRPr>
            </a:lvl7pPr>
            <a:lvl8pPr marL="0" indent="0" algn="l">
              <a:lnSpc>
                <a:spcPct val="110000"/>
              </a:lnSpc>
              <a:spcBef>
                <a:spcPts val="0"/>
              </a:spcBef>
              <a:spcAft>
                <a:spcPts val="0"/>
              </a:spcAft>
              <a:buNone/>
              <a:defRPr sz="1971" b="1">
                <a:solidFill>
                  <a:schemeClr val="tx1"/>
                </a:solidFill>
                <a:latin typeface="+mj-lt"/>
                <a:ea typeface="+mj-lt"/>
                <a:cs typeface="+mj-lt"/>
              </a:defRPr>
            </a:lvl8pPr>
            <a:lvl9pPr marL="0" indent="0" algn="l">
              <a:lnSpc>
                <a:spcPct val="110000"/>
              </a:lnSpc>
              <a:spcBef>
                <a:spcPts val="0"/>
              </a:spcBef>
              <a:spcAft>
                <a:spcPts val="0"/>
              </a:spcAft>
              <a:buNone/>
              <a:defRPr sz="1971"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2006F82-F1C1-4631-A71B-298B0139B527}"/>
              </a:ext>
            </a:extLst>
          </p:cNvPr>
          <p:cNvSpPr>
            <a:spLocks xmlns:a="http://schemas.openxmlformats.org/drawingml/2006/main" noGrp="1"/>
          </p:cNvSpPr>
          <p:nvPr>
            <p:ph type="body" idx="1"/>
          </p:nvPr>
        </p:nvSpPr>
        <p:spPr>
          <a:xfrm xmlns:a="http://schemas.openxmlformats.org/drawingml/2006/main">
            <a:off x="720090" y="1137708"/>
            <a:ext cx="11361420" cy="25484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344" b="0">
                <a:solidFill>
                  <a:schemeClr val="tx1"/>
                </a:solidFill>
                <a:latin typeface="+mn-lt"/>
                <a:ea typeface="+mn-lt"/>
                <a:cs typeface="+mn-lt"/>
              </a:defRPr>
            </a:defPPr>
            <a:lvl1pPr marL="136525" indent="-136525" algn="l">
              <a:lnSpc>
                <a:spcPct val="110000"/>
              </a:lnSpc>
              <a:spcBef>
                <a:spcPts val="0"/>
              </a:spcBef>
              <a:spcAft>
                <a:spcPts val="717"/>
              </a:spcAft>
              <a:buChar char="•"/>
              <a:defRPr sz="1344" b="0">
                <a:solidFill>
                  <a:schemeClr val="tx1"/>
                </a:solidFill>
                <a:latin typeface="+mn-lt"/>
                <a:ea typeface="+mn-lt"/>
                <a:cs typeface="+mn-lt"/>
              </a:defRPr>
            </a:lvl1pPr>
            <a:lvl2pPr marL="318558" indent="-136525" algn="l">
              <a:lnSpc>
                <a:spcPct val="110000"/>
              </a:lnSpc>
              <a:spcBef>
                <a:spcPts val="0"/>
              </a:spcBef>
              <a:spcAft>
                <a:spcPts val="717"/>
              </a:spcAft>
              <a:buChar char="•"/>
              <a:defRPr sz="1344" b="0">
                <a:solidFill>
                  <a:schemeClr val="tx1"/>
                </a:solidFill>
                <a:latin typeface="+mn-lt"/>
                <a:ea typeface="+mn-lt"/>
                <a:cs typeface="+mn-lt"/>
              </a:defRPr>
            </a:lvl2pPr>
            <a:lvl3pPr marL="500592" indent="-136525" algn="l">
              <a:lnSpc>
                <a:spcPct val="110000"/>
              </a:lnSpc>
              <a:spcBef>
                <a:spcPts val="0"/>
              </a:spcBef>
              <a:spcAft>
                <a:spcPts val="717"/>
              </a:spcAft>
              <a:buChar char="•"/>
              <a:defRPr sz="1344" b="0">
                <a:solidFill>
                  <a:schemeClr val="tx1"/>
                </a:solidFill>
                <a:latin typeface="+mn-lt"/>
                <a:ea typeface="+mn-lt"/>
                <a:cs typeface="+mn-lt"/>
              </a:defRPr>
            </a:lvl3pPr>
            <a:lvl4pPr marL="682625" indent="-136525" algn="l">
              <a:lnSpc>
                <a:spcPct val="110000"/>
              </a:lnSpc>
              <a:spcBef>
                <a:spcPts val="0"/>
              </a:spcBef>
              <a:spcAft>
                <a:spcPts val="717"/>
              </a:spcAft>
              <a:buChar char="•"/>
              <a:defRPr sz="1344" b="0">
                <a:solidFill>
                  <a:schemeClr val="tx1"/>
                </a:solidFill>
                <a:latin typeface="+mn-lt"/>
                <a:ea typeface="+mn-lt"/>
                <a:cs typeface="+mn-lt"/>
              </a:defRPr>
            </a:lvl4pPr>
            <a:lvl5pPr marL="864658" indent="-136525" algn="l">
              <a:lnSpc>
                <a:spcPct val="110000"/>
              </a:lnSpc>
              <a:spcBef>
                <a:spcPts val="0"/>
              </a:spcBef>
              <a:spcAft>
                <a:spcPts val="717"/>
              </a:spcAft>
              <a:buChar char="•"/>
              <a:defRPr sz="1344" b="0">
                <a:solidFill>
                  <a:schemeClr val="tx1"/>
                </a:solidFill>
                <a:latin typeface="+mn-lt"/>
                <a:ea typeface="+mn-lt"/>
                <a:cs typeface="+mn-lt"/>
              </a:defRPr>
            </a:lvl5pPr>
            <a:lvl6pPr marL="1046692" indent="-136525" algn="l">
              <a:lnSpc>
                <a:spcPct val="110000"/>
              </a:lnSpc>
              <a:spcBef>
                <a:spcPts val="0"/>
              </a:spcBef>
              <a:spcAft>
                <a:spcPts val="717"/>
              </a:spcAft>
              <a:buChar char="•"/>
              <a:defRPr sz="1344" b="0">
                <a:solidFill>
                  <a:schemeClr val="tx1"/>
                </a:solidFill>
                <a:latin typeface="+mn-lt"/>
                <a:ea typeface="+mn-lt"/>
                <a:cs typeface="+mn-lt"/>
              </a:defRPr>
            </a:lvl6pPr>
            <a:lvl7pPr marL="1228725" indent="-136525" algn="l">
              <a:lnSpc>
                <a:spcPct val="110000"/>
              </a:lnSpc>
              <a:spcBef>
                <a:spcPts val="0"/>
              </a:spcBef>
              <a:spcAft>
                <a:spcPts val="717"/>
              </a:spcAft>
              <a:buChar char="•"/>
              <a:defRPr sz="1344" b="0">
                <a:solidFill>
                  <a:schemeClr val="tx1"/>
                </a:solidFill>
                <a:latin typeface="+mn-lt"/>
                <a:ea typeface="+mn-lt"/>
                <a:cs typeface="+mn-lt"/>
              </a:defRPr>
            </a:lvl7pPr>
            <a:lvl8pPr marL="1410758" indent="-136525" algn="l">
              <a:lnSpc>
                <a:spcPct val="110000"/>
              </a:lnSpc>
              <a:spcBef>
                <a:spcPts val="0"/>
              </a:spcBef>
              <a:spcAft>
                <a:spcPts val="717"/>
              </a:spcAft>
              <a:buChar char="•"/>
              <a:defRPr sz="1344" b="0">
                <a:solidFill>
                  <a:schemeClr val="tx1"/>
                </a:solidFill>
                <a:latin typeface="+mn-lt"/>
                <a:ea typeface="+mn-lt"/>
                <a:cs typeface="+mn-lt"/>
              </a:defRPr>
            </a:lvl8pPr>
            <a:lvl9pPr marL="1592792" indent="-136525" algn="l">
              <a:lnSpc>
                <a:spcPct val="110000"/>
              </a:lnSpc>
              <a:spcBef>
                <a:spcPts val="0"/>
              </a:spcBef>
              <a:spcAft>
                <a:spcPts val="717"/>
              </a:spcAft>
              <a:buChar char="•"/>
              <a:defRPr sz="1344" b="0">
                <a:solidFill>
                  <a:schemeClr val="tx1"/>
                </a:solidFill>
                <a:latin typeface="+mn-lt"/>
                <a:ea typeface="+mn-lt"/>
                <a:cs typeface="+mn-lt"/>
              </a:defRPr>
            </a:lvl9pPr>
          </a:lstStyle>
          <a:p xmlns:a="http://schemas.openxmlformats.org/drawingml/2006/main"/>
        </p:txBody>
      </p:sp>
    </p:spTree>
  </p:cSld>
</p:sldLayout>
</file>

<file path=ppt/main_figures/Fig8/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D975B92-63CE-4AEF-AD14-941BCE61CDB9}"/>
              </a:ext>
            </a:extLst>
          </p:cNvPr>
          <p:cNvSpPr>
            <a:spLocks xmlns:a="http://schemas.openxmlformats.org/drawingml/2006/main" noGrp="1"/>
          </p:cNvSpPr>
          <p:nvPr>
            <p:ph type="title" idx="0"/>
          </p:nvPr>
        </p:nvSpPr>
        <p:spPr>
          <a:xfrm xmlns:a="http://schemas.openxmlformats.org/drawingml/2006/main">
            <a:off x="720090" y="318558"/>
            <a:ext cx="11361420" cy="50059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971" b="1">
                <a:solidFill>
                  <a:schemeClr val="tx1"/>
                </a:solidFill>
                <a:latin typeface="+mj-lt"/>
                <a:ea typeface="+mj-lt"/>
                <a:cs typeface="+mj-lt"/>
              </a:defRPr>
            </a:defPPr>
            <a:lvl1pPr marL="0" indent="0" algn="l">
              <a:lnSpc>
                <a:spcPct val="110000"/>
              </a:lnSpc>
              <a:spcBef>
                <a:spcPts val="0"/>
              </a:spcBef>
              <a:spcAft>
                <a:spcPts val="0"/>
              </a:spcAft>
              <a:buNone/>
              <a:defRPr sz="1971" b="1">
                <a:solidFill>
                  <a:schemeClr val="tx1"/>
                </a:solidFill>
                <a:latin typeface="+mj-lt"/>
                <a:ea typeface="+mj-lt"/>
                <a:cs typeface="+mj-lt"/>
              </a:defRPr>
            </a:lvl1pPr>
            <a:lvl2pPr marL="0" indent="0" algn="l">
              <a:lnSpc>
                <a:spcPct val="110000"/>
              </a:lnSpc>
              <a:spcBef>
                <a:spcPts val="0"/>
              </a:spcBef>
              <a:spcAft>
                <a:spcPts val="0"/>
              </a:spcAft>
              <a:buNone/>
              <a:defRPr sz="1971" b="1">
                <a:solidFill>
                  <a:schemeClr val="tx1"/>
                </a:solidFill>
                <a:latin typeface="+mj-lt"/>
                <a:ea typeface="+mj-lt"/>
                <a:cs typeface="+mj-lt"/>
              </a:defRPr>
            </a:lvl2pPr>
            <a:lvl3pPr marL="0" indent="0" algn="l">
              <a:lnSpc>
                <a:spcPct val="110000"/>
              </a:lnSpc>
              <a:spcBef>
                <a:spcPts val="0"/>
              </a:spcBef>
              <a:spcAft>
                <a:spcPts val="0"/>
              </a:spcAft>
              <a:buNone/>
              <a:defRPr sz="1971" b="1">
                <a:solidFill>
                  <a:schemeClr val="tx1"/>
                </a:solidFill>
                <a:latin typeface="+mj-lt"/>
                <a:ea typeface="+mj-lt"/>
                <a:cs typeface="+mj-lt"/>
              </a:defRPr>
            </a:lvl3pPr>
            <a:lvl4pPr marL="0" indent="0" algn="l">
              <a:lnSpc>
                <a:spcPct val="110000"/>
              </a:lnSpc>
              <a:spcBef>
                <a:spcPts val="0"/>
              </a:spcBef>
              <a:spcAft>
                <a:spcPts val="0"/>
              </a:spcAft>
              <a:buNone/>
              <a:defRPr sz="1971" b="1">
                <a:solidFill>
                  <a:schemeClr val="tx1"/>
                </a:solidFill>
                <a:latin typeface="+mj-lt"/>
                <a:ea typeface="+mj-lt"/>
                <a:cs typeface="+mj-lt"/>
              </a:defRPr>
            </a:lvl4pPr>
            <a:lvl5pPr marL="0" indent="0" algn="l">
              <a:lnSpc>
                <a:spcPct val="110000"/>
              </a:lnSpc>
              <a:spcBef>
                <a:spcPts val="0"/>
              </a:spcBef>
              <a:spcAft>
                <a:spcPts val="0"/>
              </a:spcAft>
              <a:buNone/>
              <a:defRPr sz="1971" b="1">
                <a:solidFill>
                  <a:schemeClr val="tx1"/>
                </a:solidFill>
                <a:latin typeface="+mj-lt"/>
                <a:ea typeface="+mj-lt"/>
                <a:cs typeface="+mj-lt"/>
              </a:defRPr>
            </a:lvl5pPr>
            <a:lvl6pPr marL="0" indent="0" algn="l">
              <a:lnSpc>
                <a:spcPct val="110000"/>
              </a:lnSpc>
              <a:spcBef>
                <a:spcPts val="0"/>
              </a:spcBef>
              <a:spcAft>
                <a:spcPts val="0"/>
              </a:spcAft>
              <a:buNone/>
              <a:defRPr sz="1971" b="1">
                <a:solidFill>
                  <a:schemeClr val="tx1"/>
                </a:solidFill>
                <a:latin typeface="+mj-lt"/>
                <a:ea typeface="+mj-lt"/>
                <a:cs typeface="+mj-lt"/>
              </a:defRPr>
            </a:lvl6pPr>
            <a:lvl7pPr marL="0" indent="0" algn="l">
              <a:lnSpc>
                <a:spcPct val="110000"/>
              </a:lnSpc>
              <a:spcBef>
                <a:spcPts val="0"/>
              </a:spcBef>
              <a:spcAft>
                <a:spcPts val="0"/>
              </a:spcAft>
              <a:buNone/>
              <a:defRPr sz="1971" b="1">
                <a:solidFill>
                  <a:schemeClr val="tx1"/>
                </a:solidFill>
                <a:latin typeface="+mj-lt"/>
                <a:ea typeface="+mj-lt"/>
                <a:cs typeface="+mj-lt"/>
              </a:defRPr>
            </a:lvl7pPr>
            <a:lvl8pPr marL="0" indent="0" algn="l">
              <a:lnSpc>
                <a:spcPct val="110000"/>
              </a:lnSpc>
              <a:spcBef>
                <a:spcPts val="0"/>
              </a:spcBef>
              <a:spcAft>
                <a:spcPts val="0"/>
              </a:spcAft>
              <a:buNone/>
              <a:defRPr sz="1971" b="1">
                <a:solidFill>
                  <a:schemeClr val="tx1"/>
                </a:solidFill>
                <a:latin typeface="+mj-lt"/>
                <a:ea typeface="+mj-lt"/>
                <a:cs typeface="+mj-lt"/>
              </a:defRPr>
            </a:lvl8pPr>
            <a:lvl9pPr marL="0" indent="0" algn="l">
              <a:lnSpc>
                <a:spcPct val="110000"/>
              </a:lnSpc>
              <a:spcBef>
                <a:spcPts val="0"/>
              </a:spcBef>
              <a:spcAft>
                <a:spcPts val="0"/>
              </a:spcAft>
              <a:buNone/>
              <a:defRPr sz="1971"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D2AD95A-FC7C-4E35-98B4-FEF181FE7A45}"/>
              </a:ext>
            </a:extLst>
          </p:cNvPr>
          <p:cNvSpPr>
            <a:spLocks xmlns:a="http://schemas.openxmlformats.org/drawingml/2006/main" noGrp="1"/>
          </p:cNvSpPr>
          <p:nvPr>
            <p:ph type="body" idx="1"/>
          </p:nvPr>
        </p:nvSpPr>
        <p:spPr>
          <a:xfrm xmlns:a="http://schemas.openxmlformats.org/drawingml/2006/main">
            <a:off x="720090" y="1137708"/>
            <a:ext cx="5280660" cy="25484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254" b="0">
                <a:solidFill>
                  <a:schemeClr val="tx1"/>
                </a:solidFill>
                <a:latin typeface="+mn-lt"/>
                <a:ea typeface="+mn-lt"/>
                <a:cs typeface="+mn-lt"/>
              </a:defRPr>
            </a:defPPr>
            <a:lvl1pPr marL="136525" indent="-136525" algn="l">
              <a:lnSpc>
                <a:spcPct val="110000"/>
              </a:lnSpc>
              <a:spcBef>
                <a:spcPts val="0"/>
              </a:spcBef>
              <a:spcAft>
                <a:spcPts val="717"/>
              </a:spcAft>
              <a:buChar char="•"/>
              <a:defRPr sz="1254" b="0">
                <a:solidFill>
                  <a:schemeClr val="tx1"/>
                </a:solidFill>
                <a:latin typeface="+mn-lt"/>
                <a:ea typeface="+mn-lt"/>
                <a:cs typeface="+mn-lt"/>
              </a:defRPr>
            </a:lvl1pPr>
            <a:lvl2pPr marL="318558" indent="-136525" algn="l">
              <a:lnSpc>
                <a:spcPct val="110000"/>
              </a:lnSpc>
              <a:spcBef>
                <a:spcPts val="0"/>
              </a:spcBef>
              <a:spcAft>
                <a:spcPts val="717"/>
              </a:spcAft>
              <a:buChar char="•"/>
              <a:defRPr sz="1254" b="0">
                <a:solidFill>
                  <a:schemeClr val="tx1"/>
                </a:solidFill>
                <a:latin typeface="+mn-lt"/>
                <a:ea typeface="+mn-lt"/>
                <a:cs typeface="+mn-lt"/>
              </a:defRPr>
            </a:lvl2pPr>
            <a:lvl3pPr marL="500592" indent="-136525" algn="l">
              <a:lnSpc>
                <a:spcPct val="110000"/>
              </a:lnSpc>
              <a:spcBef>
                <a:spcPts val="0"/>
              </a:spcBef>
              <a:spcAft>
                <a:spcPts val="717"/>
              </a:spcAft>
              <a:buChar char="•"/>
              <a:defRPr sz="1254" b="0">
                <a:solidFill>
                  <a:schemeClr val="tx1"/>
                </a:solidFill>
                <a:latin typeface="+mn-lt"/>
                <a:ea typeface="+mn-lt"/>
                <a:cs typeface="+mn-lt"/>
              </a:defRPr>
            </a:lvl3pPr>
            <a:lvl4pPr marL="682625" indent="-136525" algn="l">
              <a:lnSpc>
                <a:spcPct val="110000"/>
              </a:lnSpc>
              <a:spcBef>
                <a:spcPts val="0"/>
              </a:spcBef>
              <a:spcAft>
                <a:spcPts val="717"/>
              </a:spcAft>
              <a:buChar char="•"/>
              <a:defRPr sz="1254" b="0">
                <a:solidFill>
                  <a:schemeClr val="tx1"/>
                </a:solidFill>
                <a:latin typeface="+mn-lt"/>
                <a:ea typeface="+mn-lt"/>
                <a:cs typeface="+mn-lt"/>
              </a:defRPr>
            </a:lvl4pPr>
            <a:lvl5pPr marL="864658" indent="-136525" algn="l">
              <a:lnSpc>
                <a:spcPct val="110000"/>
              </a:lnSpc>
              <a:spcBef>
                <a:spcPts val="0"/>
              </a:spcBef>
              <a:spcAft>
                <a:spcPts val="717"/>
              </a:spcAft>
              <a:buChar char="•"/>
              <a:defRPr sz="1254" b="0">
                <a:solidFill>
                  <a:schemeClr val="tx1"/>
                </a:solidFill>
                <a:latin typeface="+mn-lt"/>
                <a:ea typeface="+mn-lt"/>
                <a:cs typeface="+mn-lt"/>
              </a:defRPr>
            </a:lvl5pPr>
            <a:lvl6pPr marL="1046692" indent="-136525" algn="l">
              <a:lnSpc>
                <a:spcPct val="110000"/>
              </a:lnSpc>
              <a:spcBef>
                <a:spcPts val="0"/>
              </a:spcBef>
              <a:spcAft>
                <a:spcPts val="717"/>
              </a:spcAft>
              <a:buChar char="•"/>
              <a:defRPr sz="1254" b="0">
                <a:solidFill>
                  <a:schemeClr val="tx1"/>
                </a:solidFill>
                <a:latin typeface="+mn-lt"/>
                <a:ea typeface="+mn-lt"/>
                <a:cs typeface="+mn-lt"/>
              </a:defRPr>
            </a:lvl6pPr>
            <a:lvl7pPr marL="1228725" indent="-136525" algn="l">
              <a:lnSpc>
                <a:spcPct val="110000"/>
              </a:lnSpc>
              <a:spcBef>
                <a:spcPts val="0"/>
              </a:spcBef>
              <a:spcAft>
                <a:spcPts val="717"/>
              </a:spcAft>
              <a:buChar char="•"/>
              <a:defRPr sz="1254" b="0">
                <a:solidFill>
                  <a:schemeClr val="tx1"/>
                </a:solidFill>
                <a:latin typeface="+mn-lt"/>
                <a:ea typeface="+mn-lt"/>
                <a:cs typeface="+mn-lt"/>
              </a:defRPr>
            </a:lvl7pPr>
            <a:lvl8pPr marL="1410758" indent="-136525" algn="l">
              <a:lnSpc>
                <a:spcPct val="110000"/>
              </a:lnSpc>
              <a:spcBef>
                <a:spcPts val="0"/>
              </a:spcBef>
              <a:spcAft>
                <a:spcPts val="717"/>
              </a:spcAft>
              <a:buChar char="•"/>
              <a:defRPr sz="1254" b="0">
                <a:solidFill>
                  <a:schemeClr val="tx1"/>
                </a:solidFill>
                <a:latin typeface="+mn-lt"/>
                <a:ea typeface="+mn-lt"/>
                <a:cs typeface="+mn-lt"/>
              </a:defRPr>
            </a:lvl8pPr>
            <a:lvl9pPr marL="1592792" indent="-136525" algn="l">
              <a:lnSpc>
                <a:spcPct val="110000"/>
              </a:lnSpc>
              <a:spcBef>
                <a:spcPts val="0"/>
              </a:spcBef>
              <a:spcAft>
                <a:spcPts val="717"/>
              </a:spcAft>
              <a:buChar char="•"/>
              <a:defRPr sz="1254"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6745EC6-22E5-4F69-9B69-EE1D66682774}"/>
              </a:ext>
            </a:extLst>
          </p:cNvPr>
          <p:cNvSpPr>
            <a:spLocks xmlns:a="http://schemas.openxmlformats.org/drawingml/2006/main" noGrp="1"/>
          </p:cNvSpPr>
          <p:nvPr>
            <p:ph type="body" idx="2"/>
          </p:nvPr>
        </p:nvSpPr>
        <p:spPr>
          <a:xfrm xmlns:a="http://schemas.openxmlformats.org/drawingml/2006/main">
            <a:off x="6800850" y="1137708"/>
            <a:ext cx="5280660" cy="25484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254" b="0">
                <a:solidFill>
                  <a:schemeClr val="tx1"/>
                </a:solidFill>
                <a:latin typeface="+mn-lt"/>
                <a:ea typeface="+mn-lt"/>
                <a:cs typeface="+mn-lt"/>
              </a:defRPr>
            </a:defPPr>
            <a:lvl1pPr marL="136525" indent="-136525" algn="l">
              <a:lnSpc>
                <a:spcPct val="110000"/>
              </a:lnSpc>
              <a:spcBef>
                <a:spcPts val="0"/>
              </a:spcBef>
              <a:spcAft>
                <a:spcPts val="717"/>
              </a:spcAft>
              <a:buChar char="•"/>
              <a:defRPr sz="1254" b="0">
                <a:solidFill>
                  <a:schemeClr val="tx1"/>
                </a:solidFill>
                <a:latin typeface="+mn-lt"/>
                <a:ea typeface="+mn-lt"/>
                <a:cs typeface="+mn-lt"/>
              </a:defRPr>
            </a:lvl1pPr>
            <a:lvl2pPr marL="318558" indent="-136525" algn="l">
              <a:lnSpc>
                <a:spcPct val="110000"/>
              </a:lnSpc>
              <a:spcBef>
                <a:spcPts val="0"/>
              </a:spcBef>
              <a:spcAft>
                <a:spcPts val="717"/>
              </a:spcAft>
              <a:buChar char="•"/>
              <a:defRPr sz="1254" b="0">
                <a:solidFill>
                  <a:schemeClr val="tx1"/>
                </a:solidFill>
                <a:latin typeface="+mn-lt"/>
                <a:ea typeface="+mn-lt"/>
                <a:cs typeface="+mn-lt"/>
              </a:defRPr>
            </a:lvl2pPr>
            <a:lvl3pPr marL="500592" indent="-136525" algn="l">
              <a:lnSpc>
                <a:spcPct val="110000"/>
              </a:lnSpc>
              <a:spcBef>
                <a:spcPts val="0"/>
              </a:spcBef>
              <a:spcAft>
                <a:spcPts val="717"/>
              </a:spcAft>
              <a:buChar char="•"/>
              <a:defRPr sz="1254" b="0">
                <a:solidFill>
                  <a:schemeClr val="tx1"/>
                </a:solidFill>
                <a:latin typeface="+mn-lt"/>
                <a:ea typeface="+mn-lt"/>
                <a:cs typeface="+mn-lt"/>
              </a:defRPr>
            </a:lvl3pPr>
            <a:lvl4pPr marL="682625" indent="-136525" algn="l">
              <a:lnSpc>
                <a:spcPct val="110000"/>
              </a:lnSpc>
              <a:spcBef>
                <a:spcPts val="0"/>
              </a:spcBef>
              <a:spcAft>
                <a:spcPts val="717"/>
              </a:spcAft>
              <a:buChar char="•"/>
              <a:defRPr sz="1254" b="0">
                <a:solidFill>
                  <a:schemeClr val="tx1"/>
                </a:solidFill>
                <a:latin typeface="+mn-lt"/>
                <a:ea typeface="+mn-lt"/>
                <a:cs typeface="+mn-lt"/>
              </a:defRPr>
            </a:lvl4pPr>
            <a:lvl5pPr marL="864658" indent="-136525" algn="l">
              <a:lnSpc>
                <a:spcPct val="110000"/>
              </a:lnSpc>
              <a:spcBef>
                <a:spcPts val="0"/>
              </a:spcBef>
              <a:spcAft>
                <a:spcPts val="717"/>
              </a:spcAft>
              <a:buChar char="•"/>
              <a:defRPr sz="1254" b="0">
                <a:solidFill>
                  <a:schemeClr val="tx1"/>
                </a:solidFill>
                <a:latin typeface="+mn-lt"/>
                <a:ea typeface="+mn-lt"/>
                <a:cs typeface="+mn-lt"/>
              </a:defRPr>
            </a:lvl5pPr>
            <a:lvl6pPr marL="1046692" indent="-136525" algn="l">
              <a:lnSpc>
                <a:spcPct val="110000"/>
              </a:lnSpc>
              <a:spcBef>
                <a:spcPts val="0"/>
              </a:spcBef>
              <a:spcAft>
                <a:spcPts val="717"/>
              </a:spcAft>
              <a:buChar char="•"/>
              <a:defRPr sz="1254" b="0">
                <a:solidFill>
                  <a:schemeClr val="tx1"/>
                </a:solidFill>
                <a:latin typeface="+mn-lt"/>
                <a:ea typeface="+mn-lt"/>
                <a:cs typeface="+mn-lt"/>
              </a:defRPr>
            </a:lvl6pPr>
            <a:lvl7pPr marL="1228725" indent="-136525" algn="l">
              <a:lnSpc>
                <a:spcPct val="110000"/>
              </a:lnSpc>
              <a:spcBef>
                <a:spcPts val="0"/>
              </a:spcBef>
              <a:spcAft>
                <a:spcPts val="717"/>
              </a:spcAft>
              <a:buChar char="•"/>
              <a:defRPr sz="1254" b="0">
                <a:solidFill>
                  <a:schemeClr val="tx1"/>
                </a:solidFill>
                <a:latin typeface="+mn-lt"/>
                <a:ea typeface="+mn-lt"/>
                <a:cs typeface="+mn-lt"/>
              </a:defRPr>
            </a:lvl7pPr>
            <a:lvl8pPr marL="1410758" indent="-136525" algn="l">
              <a:lnSpc>
                <a:spcPct val="110000"/>
              </a:lnSpc>
              <a:spcBef>
                <a:spcPts val="0"/>
              </a:spcBef>
              <a:spcAft>
                <a:spcPts val="717"/>
              </a:spcAft>
              <a:buChar char="•"/>
              <a:defRPr sz="1254" b="0">
                <a:solidFill>
                  <a:schemeClr val="tx1"/>
                </a:solidFill>
                <a:latin typeface="+mn-lt"/>
                <a:ea typeface="+mn-lt"/>
                <a:cs typeface="+mn-lt"/>
              </a:defRPr>
            </a:lvl8pPr>
            <a:lvl9pPr marL="1592792" indent="-136525" algn="l">
              <a:lnSpc>
                <a:spcPct val="110000"/>
              </a:lnSpc>
              <a:spcBef>
                <a:spcPts val="0"/>
              </a:spcBef>
              <a:spcAft>
                <a:spcPts val="717"/>
              </a:spcAft>
              <a:buChar char="•"/>
              <a:defRPr sz="1254" b="0">
                <a:solidFill>
                  <a:schemeClr val="tx1"/>
                </a:solidFill>
                <a:latin typeface="+mn-lt"/>
                <a:ea typeface="+mn-lt"/>
                <a:cs typeface="+mn-lt"/>
              </a:defRPr>
            </a:lvl9pPr>
          </a:lstStyle>
          <a:p xmlns:a="http://schemas.openxmlformats.org/drawingml/2006/main"/>
        </p:txBody>
      </p:sp>
    </p:spTree>
  </p:cSld>
</p:sldLayout>
</file>

<file path=ppt/main_figures/Fig8/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FC402F7-A7F9-4552-8345-F5C39721C946}"/>
              </a:ext>
            </a:extLst>
          </p:cNvPr>
          <p:cNvSpPr>
            <a:spLocks xmlns:a="http://schemas.openxmlformats.org/drawingml/2006/main" noGrp="1"/>
          </p:cNvSpPr>
          <p:nvPr>
            <p:ph type="title" idx="0"/>
          </p:nvPr>
        </p:nvSpPr>
        <p:spPr>
          <a:xfrm xmlns:a="http://schemas.openxmlformats.org/drawingml/2006/main">
            <a:off x="720090" y="318558"/>
            <a:ext cx="11361420" cy="50059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971" b="1">
                <a:solidFill>
                  <a:schemeClr val="tx1"/>
                </a:solidFill>
                <a:latin typeface="+mj-lt"/>
                <a:ea typeface="+mj-lt"/>
                <a:cs typeface="+mj-lt"/>
              </a:defRPr>
            </a:defPPr>
            <a:lvl1pPr marL="0" indent="0" algn="l">
              <a:lnSpc>
                <a:spcPct val="110000"/>
              </a:lnSpc>
              <a:spcBef>
                <a:spcPts val="0"/>
              </a:spcBef>
              <a:spcAft>
                <a:spcPts val="0"/>
              </a:spcAft>
              <a:buNone/>
              <a:defRPr sz="1971" b="1">
                <a:solidFill>
                  <a:schemeClr val="tx1"/>
                </a:solidFill>
                <a:latin typeface="+mj-lt"/>
                <a:ea typeface="+mj-lt"/>
                <a:cs typeface="+mj-lt"/>
              </a:defRPr>
            </a:lvl1pPr>
            <a:lvl2pPr marL="0" indent="0" algn="l">
              <a:lnSpc>
                <a:spcPct val="110000"/>
              </a:lnSpc>
              <a:spcBef>
                <a:spcPts val="0"/>
              </a:spcBef>
              <a:spcAft>
                <a:spcPts val="0"/>
              </a:spcAft>
              <a:buNone/>
              <a:defRPr sz="1971" b="1">
                <a:solidFill>
                  <a:schemeClr val="tx1"/>
                </a:solidFill>
                <a:latin typeface="+mj-lt"/>
                <a:ea typeface="+mj-lt"/>
                <a:cs typeface="+mj-lt"/>
              </a:defRPr>
            </a:lvl2pPr>
            <a:lvl3pPr marL="0" indent="0" algn="l">
              <a:lnSpc>
                <a:spcPct val="110000"/>
              </a:lnSpc>
              <a:spcBef>
                <a:spcPts val="0"/>
              </a:spcBef>
              <a:spcAft>
                <a:spcPts val="0"/>
              </a:spcAft>
              <a:buNone/>
              <a:defRPr sz="1971" b="1">
                <a:solidFill>
                  <a:schemeClr val="tx1"/>
                </a:solidFill>
                <a:latin typeface="+mj-lt"/>
                <a:ea typeface="+mj-lt"/>
                <a:cs typeface="+mj-lt"/>
              </a:defRPr>
            </a:lvl3pPr>
            <a:lvl4pPr marL="0" indent="0" algn="l">
              <a:lnSpc>
                <a:spcPct val="110000"/>
              </a:lnSpc>
              <a:spcBef>
                <a:spcPts val="0"/>
              </a:spcBef>
              <a:spcAft>
                <a:spcPts val="0"/>
              </a:spcAft>
              <a:buNone/>
              <a:defRPr sz="1971" b="1">
                <a:solidFill>
                  <a:schemeClr val="tx1"/>
                </a:solidFill>
                <a:latin typeface="+mj-lt"/>
                <a:ea typeface="+mj-lt"/>
                <a:cs typeface="+mj-lt"/>
              </a:defRPr>
            </a:lvl4pPr>
            <a:lvl5pPr marL="0" indent="0" algn="l">
              <a:lnSpc>
                <a:spcPct val="110000"/>
              </a:lnSpc>
              <a:spcBef>
                <a:spcPts val="0"/>
              </a:spcBef>
              <a:spcAft>
                <a:spcPts val="0"/>
              </a:spcAft>
              <a:buNone/>
              <a:defRPr sz="1971" b="1">
                <a:solidFill>
                  <a:schemeClr val="tx1"/>
                </a:solidFill>
                <a:latin typeface="+mj-lt"/>
                <a:ea typeface="+mj-lt"/>
                <a:cs typeface="+mj-lt"/>
              </a:defRPr>
            </a:lvl5pPr>
            <a:lvl6pPr marL="0" indent="0" algn="l">
              <a:lnSpc>
                <a:spcPct val="110000"/>
              </a:lnSpc>
              <a:spcBef>
                <a:spcPts val="0"/>
              </a:spcBef>
              <a:spcAft>
                <a:spcPts val="0"/>
              </a:spcAft>
              <a:buNone/>
              <a:defRPr sz="1971" b="1">
                <a:solidFill>
                  <a:schemeClr val="tx1"/>
                </a:solidFill>
                <a:latin typeface="+mj-lt"/>
                <a:ea typeface="+mj-lt"/>
                <a:cs typeface="+mj-lt"/>
              </a:defRPr>
            </a:lvl6pPr>
            <a:lvl7pPr marL="0" indent="0" algn="l">
              <a:lnSpc>
                <a:spcPct val="110000"/>
              </a:lnSpc>
              <a:spcBef>
                <a:spcPts val="0"/>
              </a:spcBef>
              <a:spcAft>
                <a:spcPts val="0"/>
              </a:spcAft>
              <a:buNone/>
              <a:defRPr sz="1971" b="1">
                <a:solidFill>
                  <a:schemeClr val="tx1"/>
                </a:solidFill>
                <a:latin typeface="+mj-lt"/>
                <a:ea typeface="+mj-lt"/>
                <a:cs typeface="+mj-lt"/>
              </a:defRPr>
            </a:lvl7pPr>
            <a:lvl8pPr marL="0" indent="0" algn="l">
              <a:lnSpc>
                <a:spcPct val="110000"/>
              </a:lnSpc>
              <a:spcBef>
                <a:spcPts val="0"/>
              </a:spcBef>
              <a:spcAft>
                <a:spcPts val="0"/>
              </a:spcAft>
              <a:buNone/>
              <a:defRPr sz="1971" b="1">
                <a:solidFill>
                  <a:schemeClr val="tx1"/>
                </a:solidFill>
                <a:latin typeface="+mj-lt"/>
                <a:ea typeface="+mj-lt"/>
                <a:cs typeface="+mj-lt"/>
              </a:defRPr>
            </a:lvl8pPr>
            <a:lvl9pPr marL="0" indent="0" algn="l">
              <a:lnSpc>
                <a:spcPct val="110000"/>
              </a:lnSpc>
              <a:spcBef>
                <a:spcPts val="0"/>
              </a:spcBef>
              <a:spcAft>
                <a:spcPts val="0"/>
              </a:spcAft>
              <a:buNone/>
              <a:defRPr sz="1971"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63E4EE2-F5EB-4319-BAB9-82CA6AA59F24}"/>
              </a:ext>
            </a:extLst>
          </p:cNvPr>
          <p:cNvSpPr>
            <a:spLocks xmlns:a="http://schemas.openxmlformats.org/drawingml/2006/main" noGrp="1"/>
          </p:cNvSpPr>
          <p:nvPr>
            <p:ph type="body" idx="1"/>
          </p:nvPr>
        </p:nvSpPr>
        <p:spPr>
          <a:xfrm xmlns:a="http://schemas.openxmlformats.org/drawingml/2006/main">
            <a:off x="720090" y="1137708"/>
            <a:ext cx="5280660" cy="25484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344" b="0">
                <a:solidFill>
                  <a:schemeClr val="tx1"/>
                </a:solidFill>
                <a:latin typeface="+mn-lt"/>
                <a:ea typeface="+mn-lt"/>
                <a:cs typeface="+mn-lt"/>
              </a:defRPr>
            </a:defPPr>
            <a:lvl1pPr marL="136525" indent="-136525" algn="l">
              <a:lnSpc>
                <a:spcPct val="110000"/>
              </a:lnSpc>
              <a:spcBef>
                <a:spcPts val="0"/>
              </a:spcBef>
              <a:spcAft>
                <a:spcPts val="717"/>
              </a:spcAft>
              <a:buChar char="•"/>
              <a:defRPr sz="1344" b="0">
                <a:solidFill>
                  <a:schemeClr val="tx1"/>
                </a:solidFill>
                <a:latin typeface="+mn-lt"/>
                <a:ea typeface="+mn-lt"/>
                <a:cs typeface="+mn-lt"/>
              </a:defRPr>
            </a:lvl1pPr>
            <a:lvl2pPr marL="318558" indent="-136525" algn="l">
              <a:lnSpc>
                <a:spcPct val="110000"/>
              </a:lnSpc>
              <a:spcBef>
                <a:spcPts val="0"/>
              </a:spcBef>
              <a:spcAft>
                <a:spcPts val="717"/>
              </a:spcAft>
              <a:buChar char="•"/>
              <a:defRPr sz="1344" b="0">
                <a:solidFill>
                  <a:schemeClr val="tx1"/>
                </a:solidFill>
                <a:latin typeface="+mn-lt"/>
                <a:ea typeface="+mn-lt"/>
                <a:cs typeface="+mn-lt"/>
              </a:defRPr>
            </a:lvl2pPr>
            <a:lvl3pPr marL="500592" indent="-136525" algn="l">
              <a:lnSpc>
                <a:spcPct val="110000"/>
              </a:lnSpc>
              <a:spcBef>
                <a:spcPts val="0"/>
              </a:spcBef>
              <a:spcAft>
                <a:spcPts val="717"/>
              </a:spcAft>
              <a:buChar char="•"/>
              <a:defRPr sz="1344" b="0">
                <a:solidFill>
                  <a:schemeClr val="tx1"/>
                </a:solidFill>
                <a:latin typeface="+mn-lt"/>
                <a:ea typeface="+mn-lt"/>
                <a:cs typeface="+mn-lt"/>
              </a:defRPr>
            </a:lvl3pPr>
            <a:lvl4pPr marL="682625" indent="-136525" algn="l">
              <a:lnSpc>
                <a:spcPct val="110000"/>
              </a:lnSpc>
              <a:spcBef>
                <a:spcPts val="0"/>
              </a:spcBef>
              <a:spcAft>
                <a:spcPts val="717"/>
              </a:spcAft>
              <a:buChar char="•"/>
              <a:defRPr sz="1344" b="0">
                <a:solidFill>
                  <a:schemeClr val="tx1"/>
                </a:solidFill>
                <a:latin typeface="+mn-lt"/>
                <a:ea typeface="+mn-lt"/>
                <a:cs typeface="+mn-lt"/>
              </a:defRPr>
            </a:lvl4pPr>
            <a:lvl5pPr marL="864658" indent="-136525" algn="l">
              <a:lnSpc>
                <a:spcPct val="110000"/>
              </a:lnSpc>
              <a:spcBef>
                <a:spcPts val="0"/>
              </a:spcBef>
              <a:spcAft>
                <a:spcPts val="717"/>
              </a:spcAft>
              <a:buChar char="•"/>
              <a:defRPr sz="1344" b="0">
                <a:solidFill>
                  <a:schemeClr val="tx1"/>
                </a:solidFill>
                <a:latin typeface="+mn-lt"/>
                <a:ea typeface="+mn-lt"/>
                <a:cs typeface="+mn-lt"/>
              </a:defRPr>
            </a:lvl5pPr>
            <a:lvl6pPr marL="1046692" indent="-136525" algn="l">
              <a:lnSpc>
                <a:spcPct val="110000"/>
              </a:lnSpc>
              <a:spcBef>
                <a:spcPts val="0"/>
              </a:spcBef>
              <a:spcAft>
                <a:spcPts val="717"/>
              </a:spcAft>
              <a:buChar char="•"/>
              <a:defRPr sz="1344" b="0">
                <a:solidFill>
                  <a:schemeClr val="tx1"/>
                </a:solidFill>
                <a:latin typeface="+mn-lt"/>
                <a:ea typeface="+mn-lt"/>
                <a:cs typeface="+mn-lt"/>
              </a:defRPr>
            </a:lvl6pPr>
            <a:lvl7pPr marL="1228725" indent="-136525" algn="l">
              <a:lnSpc>
                <a:spcPct val="110000"/>
              </a:lnSpc>
              <a:spcBef>
                <a:spcPts val="0"/>
              </a:spcBef>
              <a:spcAft>
                <a:spcPts val="717"/>
              </a:spcAft>
              <a:buChar char="•"/>
              <a:defRPr sz="1344" b="0">
                <a:solidFill>
                  <a:schemeClr val="tx1"/>
                </a:solidFill>
                <a:latin typeface="+mn-lt"/>
                <a:ea typeface="+mn-lt"/>
                <a:cs typeface="+mn-lt"/>
              </a:defRPr>
            </a:lvl7pPr>
            <a:lvl8pPr marL="1410758" indent="-136525" algn="l">
              <a:lnSpc>
                <a:spcPct val="110000"/>
              </a:lnSpc>
              <a:spcBef>
                <a:spcPts val="0"/>
              </a:spcBef>
              <a:spcAft>
                <a:spcPts val="717"/>
              </a:spcAft>
              <a:buChar char="•"/>
              <a:defRPr sz="1344" b="0">
                <a:solidFill>
                  <a:schemeClr val="tx1"/>
                </a:solidFill>
                <a:latin typeface="+mn-lt"/>
                <a:ea typeface="+mn-lt"/>
                <a:cs typeface="+mn-lt"/>
              </a:defRPr>
            </a:lvl8pPr>
            <a:lvl9pPr marL="1592792" indent="-136525" algn="l">
              <a:lnSpc>
                <a:spcPct val="110000"/>
              </a:lnSpc>
              <a:spcBef>
                <a:spcPts val="0"/>
              </a:spcBef>
              <a:spcAft>
                <a:spcPts val="717"/>
              </a:spcAft>
              <a:buChar char="•"/>
              <a:defRPr sz="1344" b="0">
                <a:solidFill>
                  <a:schemeClr val="tx1"/>
                </a:solidFill>
                <a:latin typeface="+mn-lt"/>
                <a:ea typeface="+mn-lt"/>
                <a:cs typeface="+mn-lt"/>
              </a:defRPr>
            </a:lvl9pPr>
          </a:lstStyle>
          <a:p xmlns:a="http://schemas.openxmlformats.org/drawingml/2006/main"/>
        </p:txBody>
      </p:sp>
    </p:spTree>
  </p:cSld>
</p:sldLayout>
</file>

<file path=ppt/main_figures/Fig8/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main_figures/Fig8/ppt/slideMasters/_rels/slideMaster1.xml.rels><?xml version='1.0' encoding='utf-8'?>
<Relationships xmlns="http://schemas.openxmlformats.org/package/2006/relationships"><Relationship Type="http://schemas.openxmlformats.org/officeDocument/2006/relationships/theme" Target="/ppt/main_figures/Fig8/ppt/slideMasters/theme/theme2.xml" Id="R02f43607d1f548f5" /><Relationship Type="http://schemas.openxmlformats.org/officeDocument/2006/relationships/slideLayout" Target="/ppt/main_figures/Fig8/ppt/slideLayouts/slideLayout1.xml" Id="Redcbef25f7e444ff" /><Relationship Type="http://schemas.openxmlformats.org/officeDocument/2006/relationships/slideLayout" Target="/ppt/main_figures/Fig8/ppt/slideLayouts/slideLayout2.xml" Id="Rca44dc6e35f64037" /><Relationship Type="http://schemas.openxmlformats.org/officeDocument/2006/relationships/slideLayout" Target="/ppt/main_figures/Fig8/ppt/slideLayouts/slideLayout3.xml" Id="R542422ef9cee43da" /><Relationship Type="http://schemas.openxmlformats.org/officeDocument/2006/relationships/slideLayout" Target="/ppt/main_figures/Fig8/ppt/slideLayouts/slideLayout4.xml" Id="R8ae49ee68f194a1c" /><Relationship Type="http://schemas.openxmlformats.org/officeDocument/2006/relationships/slideLayout" Target="/ppt/main_figures/Fig8/ppt/slideLayouts/slideLayout5.xml" Id="Recfb994169dd423b" /><Relationship Type="http://schemas.openxmlformats.org/officeDocument/2006/relationships/slideLayout" Target="/ppt/main_figures/Fig8/ppt/slideLayouts/slideLayout6.xml" Id="Ra34972538adf43b7" /></Relationships>
</file>

<file path=ppt/main_figures/Fig8/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dcbef25f7e444ff"/>
    <p:sldLayoutId xmlns:r="http://schemas.openxmlformats.org/officeDocument/2006/relationships" id="2147483650" r:id="Rca44dc6e35f64037"/>
    <p:sldLayoutId xmlns:r="http://schemas.openxmlformats.org/officeDocument/2006/relationships" id="2147483651" r:id="R542422ef9cee43da"/>
    <p:sldLayoutId xmlns:r="http://schemas.openxmlformats.org/officeDocument/2006/relationships" id="2147483652" r:id="R8ae49ee68f194a1c"/>
    <p:sldLayoutId xmlns:r="http://schemas.openxmlformats.org/officeDocument/2006/relationships" id="2147483653" r:id="Recfb994169dd423b"/>
    <p:sldLayoutId xmlns:r="http://schemas.openxmlformats.org/officeDocument/2006/relationships" id="2147483654" r:id="Ra34972538adf43b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main_figures/Fig8/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8/ppt/slides/_rels/slide1.xml.rels><?xml version='1.0' encoding='utf-8'?>
<Relationships xmlns="http://schemas.openxmlformats.org/package/2006/relationships"><Relationship Type="http://schemas.openxmlformats.org/officeDocument/2006/relationships/slideLayout" Target="/ppt/main_figures/Fig8/ppt/slideLayouts/slideLayout6.xml" Id="Rd4839f1ff92e44f2" /><Relationship Type="http://schemas.openxmlformats.org/officeDocument/2006/relationships/image" Target="/ppt/main_figures/Fig8/ppt/media/image.png" Id="R7909abcff5c7491b" /><Relationship Type="http://schemas.openxmlformats.org/officeDocument/2006/relationships/image" Target="/ppt/main_figures/Fig8/ppt/media/image2.png" Id="R10a23993c09c4cb5" /><Relationship Type="http://schemas.openxmlformats.org/officeDocument/2006/relationships/image" Target="/ppt/main_figures/Fig8/ppt/media/image3.png" Id="R1f30348dfd8d424c" /><Relationship Type="http://schemas.openxmlformats.org/officeDocument/2006/relationships/image" Target="/ppt/main_figures/Fig8/ppt/media/image4.png" Id="R625fa0795ee244fa" /><Relationship Type="http://schemas.openxmlformats.org/officeDocument/2006/relationships/notesSlide" Target="/ppt/main_figures/Fig8/ppt/notesSlides/notesSlide1.xml" Id="R89127701e7614160" /><Relationship Id="addedSource100043" Type="http://schemas.openxmlformats.org/officeDocument/2006/relationships/image" Target="/ppt/main_figures/Fig8/ppt/media/added_source_100043.png" /><Relationship Id="addedSource100053" Type="http://schemas.openxmlformats.org/officeDocument/2006/relationships/image" Target="/ppt/main_figures/Fig8/ppt/media/added_source_100053.png" /></Relationships>
</file>

<file path=ppt/main_figures/Fig8/ppt/slides/slide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51" name="text_000">
            <a:extLst>
              <a:ext uri="{FF2B5EF4-FFF2-40B4-BE49-F238E27FC236}">
                <ns2:creationId id="{0AC77F5A-9A06-4E0A-96C4-2B3E96EB33E9}"/>
              </a:ext>
            </a:extLst>
          </p:cNvPr>
          <p:cNvSpPr>
            <a:spLocks noGrp="1"/>
          </p:cNvSpPr>
          <p:nvPr/>
        </p:nvSpPr>
        <p:spPr>
          <a:xfrm rot="0">
            <a:off x="171450" y="38100"/>
            <a:ext cx="3238500" cy="285750"/>
          </a:xfrm>
          <a:prstGeom prst="rect">
            <a:avLst/>
          </a:prstGeom>
          <a:noFill/>
          <a:ln w="0">
            <a:noFill/>
            <a:prstDash val="solid"/>
          </a:ln>
        </p:spPr>
        <p:txBody>
          <a:bodyPr wrap="none" lIns="0" tIns="0" rIns="0" bIns="0" anchor="t">
            <a:noAutofit/>
          </a:bodyPr>
          <a:lstStyle>
            <a:defPPr algn="l">
              <a:defRPr sz="1950" b="1">
                <a:solidFill>
                  <a:srgbClr val="000000"/>
                </a:solidFill>
                <a:latin typeface="Arial"/>
                <a:ea typeface="Arial"/>
                <a:cs typeface="Arial"/>
              </a:defRPr>
            </a:defPPr>
            <a:lvl1pPr algn="l">
              <a:defRPr sz="1950" b="1">
                <a:solidFill>
                  <a:srgbClr val="000000"/>
                </a:solidFill>
                <a:latin typeface="Arial"/>
                <a:ea typeface="Arial"/>
                <a:cs typeface="Arial"/>
              </a:defRPr>
            </a:lvl1pPr>
            <a:lvl2pPr algn="l">
              <a:defRPr sz="1950" b="1">
                <a:solidFill>
                  <a:srgbClr val="000000"/>
                </a:solidFill>
                <a:latin typeface="Arial"/>
                <a:ea typeface="Arial"/>
                <a:cs typeface="Arial"/>
              </a:defRPr>
            </a:lvl2pPr>
            <a:lvl3pPr algn="l">
              <a:defRPr sz="1950" b="1">
                <a:solidFill>
                  <a:srgbClr val="000000"/>
                </a:solidFill>
                <a:latin typeface="Arial"/>
                <a:ea typeface="Arial"/>
                <a:cs typeface="Arial"/>
              </a:defRPr>
            </a:lvl3pPr>
            <a:lvl4pPr algn="l">
              <a:defRPr sz="1950" b="1">
                <a:solidFill>
                  <a:srgbClr val="000000"/>
                </a:solidFill>
                <a:latin typeface="Arial"/>
                <a:ea typeface="Arial"/>
                <a:cs typeface="Arial"/>
              </a:defRPr>
            </a:lvl4pPr>
            <a:lvl5pPr algn="l">
              <a:defRPr sz="1950" b="1">
                <a:solidFill>
                  <a:srgbClr val="000000"/>
                </a:solidFill>
                <a:latin typeface="Arial"/>
                <a:ea typeface="Arial"/>
                <a:cs typeface="Arial"/>
              </a:defRPr>
            </a:lvl5pPr>
            <a:lvl6pPr algn="l">
              <a:defRPr sz="1950" b="1">
                <a:solidFill>
                  <a:srgbClr val="000000"/>
                </a:solidFill>
                <a:latin typeface="Arial"/>
                <a:ea typeface="Arial"/>
                <a:cs typeface="Arial"/>
              </a:defRPr>
            </a:lvl6pPr>
            <a:lvl7pPr algn="l">
              <a:defRPr sz="1950" b="1">
                <a:solidFill>
                  <a:srgbClr val="000000"/>
                </a:solidFill>
                <a:latin typeface="Arial"/>
                <a:ea typeface="Arial"/>
                <a:cs typeface="Arial"/>
              </a:defRPr>
            </a:lvl7pPr>
            <a:lvl8pPr algn="l">
              <a:defRPr sz="1950" b="1">
                <a:solidFill>
                  <a:srgbClr val="000000"/>
                </a:solidFill>
                <a:latin typeface="Arial"/>
                <a:ea typeface="Arial"/>
                <a:cs typeface="Arial"/>
              </a:defRPr>
            </a:lvl8pPr>
            <a:lvl9pPr algn="l">
              <a:defRPr sz="1950" b="1">
                <a:solidFill>
                  <a:srgbClr val="000000"/>
                </a:solidFill>
                <a:latin typeface="Arial"/>
                <a:ea typeface="Arial"/>
                <a:cs typeface="Arial"/>
              </a:defRPr>
            </a:lvl9pPr>
          </a:lstStyle>
          <a:p>
            <a:pPr algn="l">
              <a:defRPr sz="1950" b="1">
                <a:solidFill>
                  <a:srgbClr val="000000"/>
                </a:solidFill>
                <a:latin typeface="Arial"/>
                <a:ea typeface="Arial"/>
                <a:cs typeface="Arial"/>
              </a:defRPr>
            </a:pPr>
            <a:r>
              <a:rPr sz="1950" b="1">
                <a:solidFill>
                  <a:srgbClr val="000000"/>
                </a:solidFill>
                <a:latin typeface="Arial"/>
                <a:ea typeface="Arial"/>
                <a:cs typeface="Arial"/>
              </a:rPr>
              <a:t>(a) Source field</a:t>
            </a:r>
          </a:p>
        </p:txBody>
      </p:sp>
      <p:pic>
        <p:nvPicPr>
          <p:cNvPr id="2" name="">
            <a:extLst>
              <a:ext uri="{FF2B5EF4-FFF2-40B4-BE49-F238E27FC236}">
                <ns2:creationId id="{5193FAE8-72BF-4CB4-A7EB-AB4B4D1B5340}"/>
              </a:ext>
            </a:extLst>
          </p:cNvPr>
          <p:cNvPicPr>
            <a:picLocks noChangeAspect="1"/>
          </p:cNvPicPr>
          <p:nvPr/>
        </p:nvPicPr>
        <p:blipFill>
          <a:blip r:embed="R7909abcff5c7491b"/>
          <a:stretch/>
        </p:blipFill>
        <p:spPr>
          <a:xfrm>
            <a:off x="361950" y="438150"/>
            <a:ext cx="2571750" cy="2571750"/>
          </a:xfrm>
          <a:prstGeom prst="rect">
            <a:avLst/>
          </a:prstGeom>
        </p:spPr>
      </p:pic>
      <p:sp>
        <p:nvSpPr>
          <p:cNvPr id="3" name="text_004">
            <a:extLst>
              <a:ext uri="{FF2B5EF4-FFF2-40B4-BE49-F238E27FC236}">
                <ns2:creationId id="{5A763F24-84A7-4B8F-9A97-53786A12807F}"/>
              </a:ext>
            </a:extLst>
          </p:cNvPr>
          <p:cNvSpPr>
            <a:spLocks noGrp="1"/>
          </p:cNvSpPr>
          <p:nvPr/>
        </p:nvSpPr>
        <p:spPr>
          <a:xfrm rot="0">
            <a:off x="205895" y="3053937"/>
            <a:ext cx="352295" cy="193762"/>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4" name="text_005">
            <a:extLst>
              <a:ext uri="{FF2B5EF4-FFF2-40B4-BE49-F238E27FC236}">
                <ns2:creationId id="{91C070AE-0DBD-4232-8E8B-0C3601764661}"/>
              </a:ext>
            </a:extLst>
          </p:cNvPr>
          <p:cNvSpPr>
            <a:spLocks noGrp="1"/>
          </p:cNvSpPr>
          <p:nvPr/>
        </p:nvSpPr>
        <p:spPr>
          <a:xfrm rot="0">
            <a:off x="53692" y="2901734"/>
            <a:ext cx="255414" cy="193762"/>
          </a:xfrm>
          <a:prstGeom prst="rect">
            <a:avLst/>
          </a:prstGeom>
          <a:noFill/>
          <a:ln w="0">
            <a:noFill/>
            <a:prstDash val="solid"/>
          </a:ln>
        </p:spPr>
        <p:txBody>
          <a:bodyPr wrap="none" lIns="0" tIns="0" rIns="0" bIns="0" anchor="t">
            <a:noAutofit/>
          </a:bodyPr>
          <a:lstStyle>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a:pPr algn="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5" name="text_006">
            <a:extLst>
              <a:ext uri="{FF2B5EF4-FFF2-40B4-BE49-F238E27FC236}">
                <ns2:creationId id="{05D345CD-A414-4CD8-9EAB-BB1166F2BA34}"/>
              </a:ext>
            </a:extLst>
          </p:cNvPr>
          <p:cNvSpPr>
            <a:spLocks noGrp="1"/>
          </p:cNvSpPr>
          <p:nvPr/>
        </p:nvSpPr>
        <p:spPr>
          <a:xfrm rot="0">
            <a:off x="1491770" y="3053937"/>
            <a:ext cx="352295" cy="193762"/>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32</a:t>
            </a:r>
          </a:p>
        </p:txBody>
      </p:sp>
      <p:sp>
        <p:nvSpPr>
          <p:cNvPr id="6" name="text_007">
            <a:extLst>
              <a:ext uri="{FF2B5EF4-FFF2-40B4-BE49-F238E27FC236}">
                <ns2:creationId id="{73C1FAE7-F8D0-4646-8A1C-F4978DB659E7}"/>
              </a:ext>
            </a:extLst>
          </p:cNvPr>
          <p:cNvSpPr>
            <a:spLocks noGrp="1"/>
          </p:cNvSpPr>
          <p:nvPr/>
        </p:nvSpPr>
        <p:spPr>
          <a:xfrm rot="0">
            <a:off x="53692" y="1615859"/>
            <a:ext cx="255414" cy="193762"/>
          </a:xfrm>
          <a:prstGeom prst="rect">
            <a:avLst/>
          </a:prstGeom>
          <a:noFill/>
          <a:ln w="0">
            <a:noFill/>
            <a:prstDash val="solid"/>
          </a:ln>
        </p:spPr>
        <p:txBody>
          <a:bodyPr wrap="none" lIns="0" tIns="0" rIns="0" bIns="0" anchor="t">
            <a:noAutofit/>
          </a:bodyPr>
          <a:lstStyle>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a:pPr algn="r">
              <a:defRPr sz="1200" b="0">
                <a:solidFill>
                  <a:srgbClr val="000000"/>
                </a:solidFill>
                <a:latin typeface="Arial"/>
                <a:ea typeface="Arial"/>
                <a:cs typeface="Arial"/>
              </a:defRPr>
            </a:pPr>
            <a:r>
              <a:rPr sz="1200" b="0">
                <a:solidFill>
                  <a:srgbClr val="000000"/>
                </a:solidFill>
                <a:latin typeface="Arial"/>
                <a:ea typeface="Arial"/>
                <a:cs typeface="Arial"/>
              </a:rPr>
              <a:t>32</a:t>
            </a:r>
          </a:p>
        </p:txBody>
      </p:sp>
      <p:sp>
        <p:nvSpPr>
          <p:cNvPr id="7" name="text_008">
            <a:extLst>
              <a:ext uri="{FF2B5EF4-FFF2-40B4-BE49-F238E27FC236}">
                <ns2:creationId id="{39319DFF-3348-4C57-907C-DBAA645B400E}"/>
              </a:ext>
            </a:extLst>
          </p:cNvPr>
          <p:cNvSpPr>
            <a:spLocks noGrp="1"/>
          </p:cNvSpPr>
          <p:nvPr/>
        </p:nvSpPr>
        <p:spPr>
          <a:xfrm rot="0">
            <a:off x="2737461" y="3053937"/>
            <a:ext cx="352295" cy="193762"/>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63</a:t>
            </a:r>
          </a:p>
        </p:txBody>
      </p:sp>
      <p:sp>
        <p:nvSpPr>
          <p:cNvPr id="8" name="text_009">
            <a:extLst>
              <a:ext uri="{FF2B5EF4-FFF2-40B4-BE49-F238E27FC236}">
                <ns2:creationId id="{EC604D15-60DD-49DA-A498-B173728F0CE8}"/>
              </a:ext>
            </a:extLst>
          </p:cNvPr>
          <p:cNvSpPr>
            <a:spLocks noGrp="1"/>
          </p:cNvSpPr>
          <p:nvPr/>
        </p:nvSpPr>
        <p:spPr>
          <a:xfrm rot="0">
            <a:off x="53692" y="370168"/>
            <a:ext cx="255414" cy="193762"/>
          </a:xfrm>
          <a:prstGeom prst="rect">
            <a:avLst/>
          </a:prstGeom>
          <a:noFill/>
          <a:ln w="0">
            <a:noFill/>
            <a:prstDash val="solid"/>
          </a:ln>
        </p:spPr>
        <p:txBody>
          <a:bodyPr wrap="none" lIns="0" tIns="0" rIns="0" bIns="0" anchor="t">
            <a:noAutofit/>
          </a:bodyPr>
          <a:lstStyle>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a:pPr algn="r">
              <a:defRPr sz="1200" b="0">
                <a:solidFill>
                  <a:srgbClr val="000000"/>
                </a:solidFill>
                <a:latin typeface="Arial"/>
                <a:ea typeface="Arial"/>
                <a:cs typeface="Arial"/>
              </a:defRPr>
            </a:pPr>
            <a:r>
              <a:rPr sz="1200" b="0">
                <a:solidFill>
                  <a:srgbClr val="000000"/>
                </a:solidFill>
                <a:latin typeface="Arial"/>
                <a:ea typeface="Arial"/>
                <a:cs typeface="Arial"/>
              </a:rPr>
              <a:t>63</a:t>
            </a:r>
          </a:p>
        </p:txBody>
      </p:sp>
      <p:pic>
        <p:nvPicPr>
          <p:cNvPr id="9" name="">
            <a:extLst>
              <a:ext uri="{FF2B5EF4-FFF2-40B4-BE49-F238E27FC236}">
                <ns2:creationId id="{FFB52C66-5817-4019-8DFC-7ED2D3528F81}"/>
              </a:ext>
            </a:extLst>
          </p:cNvPr>
          <p:cNvPicPr>
            <a:picLocks noChangeAspect="1"/>
          </p:cNvPicPr>
          <p:nvPr/>
        </p:nvPicPr>
        <p:blipFill>
          <a:blip r:embed="R10a23993c09c4cb5"/>
          <a:stretch/>
        </p:blipFill>
        <p:spPr>
          <a:xfrm>
            <a:off x="361950" y="3371850"/>
            <a:ext cx="2571750" cy="88074"/>
          </a:xfrm>
          <a:prstGeom prst="rect">
            <a:avLst/>
          </a:prstGeom>
        </p:spPr>
      </p:pic>
      <p:sp>
        <p:nvSpPr>
          <p:cNvPr id="10" name="text_011">
            <a:extLst>
              <a:ext uri="{FF2B5EF4-FFF2-40B4-BE49-F238E27FC236}">
                <ns2:creationId id="{67E14256-951A-45CF-B181-ED7A64452ED2}"/>
              </a:ext>
            </a:extLst>
          </p:cNvPr>
          <p:cNvSpPr>
            <a:spLocks noGrp="1"/>
          </p:cNvSpPr>
          <p:nvPr/>
        </p:nvSpPr>
        <p:spPr>
          <a:xfrm rot="0">
            <a:off x="361950" y="3486150"/>
            <a:ext cx="381000" cy="171450"/>
          </a:xfrm>
          <a:prstGeom prst="rect">
            <a:avLst/>
          </a:prstGeom>
          <a:noFill/>
          <a:ln w="0">
            <a:noFill/>
            <a:prstDash val="solid"/>
          </a:ln>
        </p:spPr>
        <p:txBody>
          <a:bodyPr wrap="none" lIns="0" tIns="0" rIns="0" bIns="0" anchor="t">
            <a:noAutofit/>
          </a:bodyPr>
          <a:lstStyle>
            <a:defPPr algn="l">
              <a:defRPr sz="1050" b="0">
                <a:solidFill>
                  <a:srgbClr val="000000"/>
                </a:solidFill>
                <a:latin typeface="Arial"/>
                <a:ea typeface="Arial"/>
                <a:cs typeface="Arial"/>
              </a:defRPr>
            </a:defPPr>
            <a:lvl1pPr algn="l">
              <a:defRPr sz="1050" b="0">
                <a:solidFill>
                  <a:srgbClr val="000000"/>
                </a:solidFill>
                <a:latin typeface="Arial"/>
                <a:ea typeface="Arial"/>
                <a:cs typeface="Arial"/>
              </a:defRPr>
            </a:lvl1pPr>
            <a:lvl2pPr algn="l">
              <a:defRPr sz="1050" b="0">
                <a:solidFill>
                  <a:srgbClr val="000000"/>
                </a:solidFill>
                <a:latin typeface="Arial"/>
                <a:ea typeface="Arial"/>
                <a:cs typeface="Arial"/>
              </a:defRPr>
            </a:lvl2pPr>
            <a:lvl3pPr algn="l">
              <a:defRPr sz="1050" b="0">
                <a:solidFill>
                  <a:srgbClr val="000000"/>
                </a:solidFill>
                <a:latin typeface="Arial"/>
                <a:ea typeface="Arial"/>
                <a:cs typeface="Arial"/>
              </a:defRPr>
            </a:lvl3pPr>
            <a:lvl4pPr algn="l">
              <a:defRPr sz="1050" b="0">
                <a:solidFill>
                  <a:srgbClr val="000000"/>
                </a:solidFill>
                <a:latin typeface="Arial"/>
                <a:ea typeface="Arial"/>
                <a:cs typeface="Arial"/>
              </a:defRPr>
            </a:lvl4pPr>
            <a:lvl5pPr algn="l">
              <a:defRPr sz="1050" b="0">
                <a:solidFill>
                  <a:srgbClr val="000000"/>
                </a:solidFill>
                <a:latin typeface="Arial"/>
                <a:ea typeface="Arial"/>
                <a:cs typeface="Arial"/>
              </a:defRPr>
            </a:lvl5pPr>
            <a:lvl6pPr algn="l">
              <a:defRPr sz="1050" b="0">
                <a:solidFill>
                  <a:srgbClr val="000000"/>
                </a:solidFill>
                <a:latin typeface="Arial"/>
                <a:ea typeface="Arial"/>
                <a:cs typeface="Arial"/>
              </a:defRPr>
            </a:lvl6pPr>
            <a:lvl7pPr algn="l">
              <a:defRPr sz="1050" b="0">
                <a:solidFill>
                  <a:srgbClr val="000000"/>
                </a:solidFill>
                <a:latin typeface="Arial"/>
                <a:ea typeface="Arial"/>
                <a:cs typeface="Arial"/>
              </a:defRPr>
            </a:lvl7pPr>
            <a:lvl8pPr algn="l">
              <a:defRPr sz="1050" b="0">
                <a:solidFill>
                  <a:srgbClr val="000000"/>
                </a:solidFill>
                <a:latin typeface="Arial"/>
                <a:ea typeface="Arial"/>
                <a:cs typeface="Arial"/>
              </a:defRPr>
            </a:lvl8pPr>
            <a:lvl9pPr algn="l">
              <a:defRPr sz="1050" b="0">
                <a:solidFill>
                  <a:srgbClr val="000000"/>
                </a:solidFill>
                <a:latin typeface="Arial"/>
                <a:ea typeface="Arial"/>
                <a:cs typeface="Arial"/>
              </a:defRPr>
            </a:lvl9pPr>
          </a:lstStyle>
          <a:p>
            <a:pPr algn="l">
              <a:defRPr sz="1050" b="0">
                <a:solidFill>
                  <a:srgbClr val="000000"/>
                </a:solidFill>
                <a:latin typeface="Arial"/>
                <a:ea typeface="Arial"/>
                <a:cs typeface="Arial"/>
              </a:defRPr>
            </a:pPr>
            <a:r>
              <a:rPr sz="1050" b="0">
                <a:solidFill>
                  <a:srgbClr val="000000"/>
                </a:solidFill>
                <a:latin typeface="Arial"/>
                <a:ea typeface="Arial"/>
                <a:cs typeface="Arial"/>
              </a:rPr>
              <a:t>0</a:t>
            </a:r>
          </a:p>
        </p:txBody>
      </p:sp>
      <p:sp>
        <p:nvSpPr>
          <p:cNvPr id="11" name="text_012">
            <a:extLst>
              <a:ext uri="{FF2B5EF4-FFF2-40B4-BE49-F238E27FC236}">
                <ns2:creationId id="{37A9BB92-1788-4E52-ACE0-8E1DBC8D54CB}"/>
              </a:ext>
            </a:extLst>
          </p:cNvPr>
          <p:cNvSpPr>
            <a:spLocks noGrp="1"/>
          </p:cNvSpPr>
          <p:nvPr/>
        </p:nvSpPr>
        <p:spPr>
          <a:xfrm rot="0">
            <a:off x="2552700" y="3486150"/>
            <a:ext cx="381000" cy="171450"/>
          </a:xfrm>
          <a:prstGeom prst="rect">
            <a:avLst/>
          </a:prstGeom>
          <a:noFill/>
          <a:ln w="0">
            <a:noFill/>
            <a:prstDash val="solid"/>
          </a:ln>
        </p:spPr>
        <p:txBody>
          <a:bodyPr wrap="none" lIns="0" tIns="0" rIns="0" bIns="0" anchor="t">
            <a:noAutofit/>
          </a:bodyPr>
          <a:lstStyle>
            <a:defPPr algn="r">
              <a:defRPr sz="1050" b="0">
                <a:solidFill>
                  <a:srgbClr val="000000"/>
                </a:solidFill>
                <a:latin typeface="Arial"/>
                <a:ea typeface="Arial"/>
                <a:cs typeface="Arial"/>
              </a:defRPr>
            </a:defPPr>
            <a:lvl1pPr algn="r">
              <a:defRPr sz="1050" b="0">
                <a:solidFill>
                  <a:srgbClr val="000000"/>
                </a:solidFill>
                <a:latin typeface="Arial"/>
                <a:ea typeface="Arial"/>
                <a:cs typeface="Arial"/>
              </a:defRPr>
            </a:lvl1pPr>
            <a:lvl2pPr algn="r">
              <a:defRPr sz="1050" b="0">
                <a:solidFill>
                  <a:srgbClr val="000000"/>
                </a:solidFill>
                <a:latin typeface="Arial"/>
                <a:ea typeface="Arial"/>
                <a:cs typeface="Arial"/>
              </a:defRPr>
            </a:lvl2pPr>
            <a:lvl3pPr algn="r">
              <a:defRPr sz="1050" b="0">
                <a:solidFill>
                  <a:srgbClr val="000000"/>
                </a:solidFill>
                <a:latin typeface="Arial"/>
                <a:ea typeface="Arial"/>
                <a:cs typeface="Arial"/>
              </a:defRPr>
            </a:lvl3pPr>
            <a:lvl4pPr algn="r">
              <a:defRPr sz="1050" b="0">
                <a:solidFill>
                  <a:srgbClr val="000000"/>
                </a:solidFill>
                <a:latin typeface="Arial"/>
                <a:ea typeface="Arial"/>
                <a:cs typeface="Arial"/>
              </a:defRPr>
            </a:lvl4pPr>
            <a:lvl5pPr algn="r">
              <a:defRPr sz="1050" b="0">
                <a:solidFill>
                  <a:srgbClr val="000000"/>
                </a:solidFill>
                <a:latin typeface="Arial"/>
                <a:ea typeface="Arial"/>
                <a:cs typeface="Arial"/>
              </a:defRPr>
            </a:lvl5pPr>
            <a:lvl6pPr algn="r">
              <a:defRPr sz="1050" b="0">
                <a:solidFill>
                  <a:srgbClr val="000000"/>
                </a:solidFill>
                <a:latin typeface="Arial"/>
                <a:ea typeface="Arial"/>
                <a:cs typeface="Arial"/>
              </a:defRPr>
            </a:lvl6pPr>
            <a:lvl7pPr algn="r">
              <a:defRPr sz="1050" b="0">
                <a:solidFill>
                  <a:srgbClr val="000000"/>
                </a:solidFill>
                <a:latin typeface="Arial"/>
                <a:ea typeface="Arial"/>
                <a:cs typeface="Arial"/>
              </a:defRPr>
            </a:lvl7pPr>
            <a:lvl8pPr algn="r">
              <a:defRPr sz="1050" b="0">
                <a:solidFill>
                  <a:srgbClr val="000000"/>
                </a:solidFill>
                <a:latin typeface="Arial"/>
                <a:ea typeface="Arial"/>
                <a:cs typeface="Arial"/>
              </a:defRPr>
            </a:lvl8pPr>
            <a:lvl9pPr algn="r">
              <a:defRPr sz="1050" b="0">
                <a:solidFill>
                  <a:srgbClr val="000000"/>
                </a:solidFill>
                <a:latin typeface="Arial"/>
                <a:ea typeface="Arial"/>
                <a:cs typeface="Arial"/>
              </a:defRPr>
            </a:lvl9pPr>
          </a:lstStyle>
          <a:p>
            <a:pPr algn="r">
              <a:defRPr sz="1050" b="0">
                <a:solidFill>
                  <a:srgbClr val="000000"/>
                </a:solidFill>
                <a:latin typeface="Arial"/>
                <a:ea typeface="Arial"/>
                <a:cs typeface="Arial"/>
              </a:defRPr>
            </a:pPr>
            <a:r>
              <a:rPr sz="1050" b="0">
                <a:solidFill>
                  <a:srgbClr val="000000"/>
                </a:solidFill>
                <a:latin typeface="Arial"/>
                <a:ea typeface="Arial"/>
                <a:cs typeface="Arial"/>
              </a:rPr>
              <a:t>247</a:t>
            </a:r>
          </a:p>
        </p:txBody>
      </p:sp>
      <p:sp>
        <p:nvSpPr>
          <p:cNvPr id="31" name="text_032">
            <a:extLst>
              <a:ext uri="{FF2B5EF4-FFF2-40B4-BE49-F238E27FC236}">
                <ns2:creationId id="{ED61C8AC-C8D5-46AA-9CF5-C7DC4CA00CDA}"/>
              </a:ext>
            </a:extLst>
          </p:cNvPr>
          <p:cNvSpPr>
            <a:spLocks noGrp="1"/>
          </p:cNvSpPr>
          <p:nvPr/>
        </p:nvSpPr>
        <p:spPr>
          <a:xfrm rot="0">
            <a:off x="3333750" y="38100"/>
            <a:ext cx="4267200" cy="285750"/>
          </a:xfrm>
          <a:prstGeom prst="rect">
            <a:avLst/>
          </a:prstGeom>
          <a:noFill/>
          <a:ln w="0">
            <a:noFill/>
            <a:prstDash val="solid"/>
          </a:ln>
        </p:spPr>
        <p:txBody>
          <a:bodyPr wrap="none" lIns="0" tIns="0" rIns="0" bIns="0" anchor="t">
            <a:noAutofit/>
          </a:bodyPr>
          <a:lstStyle>
            <a:defPPr algn="l">
              <a:defRPr sz="1950" b="1">
                <a:solidFill>
                  <a:srgbClr val="000000"/>
                </a:solidFill>
                <a:latin typeface="Arial"/>
                <a:ea typeface="Arial"/>
                <a:cs typeface="Arial"/>
              </a:defRPr>
            </a:defPPr>
            <a:lvl1pPr algn="l">
              <a:defRPr sz="1950" b="1">
                <a:solidFill>
                  <a:srgbClr val="000000"/>
                </a:solidFill>
                <a:latin typeface="Arial"/>
                <a:ea typeface="Arial"/>
                <a:cs typeface="Arial"/>
              </a:defRPr>
            </a:lvl1pPr>
            <a:lvl2pPr algn="l">
              <a:defRPr sz="1950" b="1">
                <a:solidFill>
                  <a:srgbClr val="000000"/>
                </a:solidFill>
                <a:latin typeface="Arial"/>
                <a:ea typeface="Arial"/>
                <a:cs typeface="Arial"/>
              </a:defRPr>
            </a:lvl2pPr>
            <a:lvl3pPr algn="l">
              <a:defRPr sz="1950" b="1">
                <a:solidFill>
                  <a:srgbClr val="000000"/>
                </a:solidFill>
                <a:latin typeface="Arial"/>
                <a:ea typeface="Arial"/>
                <a:cs typeface="Arial"/>
              </a:defRPr>
            </a:lvl3pPr>
            <a:lvl4pPr algn="l">
              <a:defRPr sz="1950" b="1">
                <a:solidFill>
                  <a:srgbClr val="000000"/>
                </a:solidFill>
                <a:latin typeface="Arial"/>
                <a:ea typeface="Arial"/>
                <a:cs typeface="Arial"/>
              </a:defRPr>
            </a:lvl4pPr>
            <a:lvl5pPr algn="l">
              <a:defRPr sz="1950" b="1">
                <a:solidFill>
                  <a:srgbClr val="000000"/>
                </a:solidFill>
                <a:latin typeface="Arial"/>
                <a:ea typeface="Arial"/>
                <a:cs typeface="Arial"/>
              </a:defRPr>
            </a:lvl5pPr>
            <a:lvl6pPr algn="l">
              <a:defRPr sz="1950" b="1">
                <a:solidFill>
                  <a:srgbClr val="000000"/>
                </a:solidFill>
                <a:latin typeface="Arial"/>
                <a:ea typeface="Arial"/>
                <a:cs typeface="Arial"/>
              </a:defRPr>
            </a:lvl6pPr>
            <a:lvl7pPr algn="l">
              <a:defRPr sz="1950" b="1">
                <a:solidFill>
                  <a:srgbClr val="000000"/>
                </a:solidFill>
                <a:latin typeface="Arial"/>
                <a:ea typeface="Arial"/>
                <a:cs typeface="Arial"/>
              </a:defRPr>
            </a:lvl7pPr>
            <a:lvl8pPr algn="l">
              <a:defRPr sz="1950" b="1">
                <a:solidFill>
                  <a:srgbClr val="000000"/>
                </a:solidFill>
                <a:latin typeface="Arial"/>
                <a:ea typeface="Arial"/>
                <a:cs typeface="Arial"/>
              </a:defRPr>
            </a:lvl8pPr>
            <a:lvl9pPr algn="l">
              <a:defRPr sz="1950" b="1">
                <a:solidFill>
                  <a:srgbClr val="000000"/>
                </a:solidFill>
                <a:latin typeface="Arial"/>
                <a:ea typeface="Arial"/>
                <a:cs typeface="Arial"/>
              </a:defRPr>
            </a:lvl9pPr>
          </a:lstStyle>
          <a:p>
            <a:pPr algn="l">
              <a:defRPr sz="1950" b="1">
                <a:solidFill>
                  <a:srgbClr val="000000"/>
                </a:solidFill>
                <a:latin typeface="Arial"/>
                <a:ea typeface="Arial"/>
                <a:cs typeface="Arial"/>
              </a:defRPr>
            </a:pPr>
            <a:r>
              <a:rPr sz="1950" b="1">
                <a:solidFill>
                  <a:srgbClr val="000000"/>
                </a:solidFill>
                <a:latin typeface="Arial"/>
                <a:ea typeface="Arial"/>
                <a:cs typeface="Arial"/>
              </a:rPr>
              <a:t>(b) RG-MTM-P / R</a:t>
            </a:r>
          </a:p>
        </p:txBody>
      </p:sp>
      <p:sp>
        <p:nvSpPr>
          <p:cNvPr id="32" name="line_033">
            <a:extLst>
              <a:ext uri="{FF2B5EF4-FFF2-40B4-BE49-F238E27FC236}">
                <ns2:creationId id="{FD8CC60A-9665-4958-ABE9-6A16375FD998}"/>
              </a:ext>
            </a:extLst>
          </p:cNvPr>
          <p:cNvSpPr>
            <a:spLocks noGrp="1"/>
          </p:cNvSpPr>
          <p:nvPr/>
        </p:nvSpPr>
        <p:spPr>
          <a:xfrm>
            <a:off x="3600450" y="2846070"/>
            <a:ext cx="3781425" cy="95"/>
          </a:xfrm>
          <a:custGeom>
            <a:pathLst>
              <a:path w="3781425" h="95">
                <a:moveTo>
                  <a:pt x="0" y="0"/>
                </a:moveTo>
                <a:lnTo>
                  <a:pt x="3781425" y="0"/>
                </a:lnTo>
              </a:path>
            </a:pathLst>
          </a:custGeom>
          <a:noFill/>
          <a:ln w="6668">
            <a:solidFill>
              <a:srgbClr val="DFE4E8"/>
            </a:solidFill>
            <a:prstDash val="solid"/>
          </a:ln>
        </p:spPr>
      </p:sp>
      <p:sp>
        <p:nvSpPr>
          <p:cNvPr id="33" name="text_034">
            <a:extLst>
              <a:ext uri="{FF2B5EF4-FFF2-40B4-BE49-F238E27FC236}">
                <ns2:creationId id="{080F5D25-C13D-4532-A7FA-46F5B6886F1A}"/>
              </a:ext>
            </a:extLst>
          </p:cNvPr>
          <p:cNvSpPr>
            <a:spLocks noGrp="1"/>
          </p:cNvSpPr>
          <p:nvPr/>
        </p:nvSpPr>
        <p:spPr>
          <a:xfrm rot="0">
            <a:off x="3228975" y="2750820"/>
            <a:ext cx="304800" cy="209550"/>
          </a:xfrm>
          <a:prstGeom prst="rect">
            <a:avLst/>
          </a:prstGeom>
          <a:noFill/>
          <a:ln w="0">
            <a:noFill/>
            <a:prstDash val="solid"/>
          </a:ln>
        </p:spPr>
        <p:txBody>
          <a:bodyPr wrap="none" lIns="0" tIns="0" rIns="0" bIns="0" anchor="t">
            <a:noAutofit/>
          </a:bodyPr>
          <a:lstStyle>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a:pPr algn="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34" name="line_035">
            <a:extLst>
              <a:ext uri="{FF2B5EF4-FFF2-40B4-BE49-F238E27FC236}">
                <ns2:creationId id="{B4DDA56B-2129-4F76-8104-32114150C860}"/>
              </a:ext>
            </a:extLst>
          </p:cNvPr>
          <p:cNvSpPr>
            <a:spLocks noGrp="1"/>
          </p:cNvSpPr>
          <p:nvPr/>
        </p:nvSpPr>
        <p:spPr>
          <a:xfrm>
            <a:off x="3600450" y="1882140"/>
            <a:ext cx="3781425" cy="95"/>
          </a:xfrm>
          <a:custGeom>
            <a:pathLst>
              <a:path w="3781425" h="95">
                <a:moveTo>
                  <a:pt x="0" y="0"/>
                </a:moveTo>
                <a:lnTo>
                  <a:pt x="3781425" y="0"/>
                </a:lnTo>
              </a:path>
            </a:pathLst>
          </a:custGeom>
          <a:noFill/>
          <a:ln w="6668">
            <a:solidFill>
              <a:srgbClr val="DFE4E8"/>
            </a:solidFill>
            <a:prstDash val="solid"/>
          </a:ln>
        </p:spPr>
      </p:sp>
      <p:sp>
        <p:nvSpPr>
          <p:cNvPr id="35" name="text_036">
            <a:extLst>
              <a:ext uri="{FF2B5EF4-FFF2-40B4-BE49-F238E27FC236}">
                <ns2:creationId id="{69258BF1-4866-4956-A1DC-9F87B244C4ED}"/>
              </a:ext>
            </a:extLst>
          </p:cNvPr>
          <p:cNvSpPr>
            <a:spLocks noGrp="1"/>
          </p:cNvSpPr>
          <p:nvPr/>
        </p:nvSpPr>
        <p:spPr>
          <a:xfrm rot="0">
            <a:off x="3228975" y="1786890"/>
            <a:ext cx="304800" cy="209550"/>
          </a:xfrm>
          <a:prstGeom prst="rect">
            <a:avLst/>
          </a:prstGeom>
          <a:noFill/>
          <a:ln w="0">
            <a:noFill/>
            <a:prstDash val="solid"/>
          </a:ln>
        </p:spPr>
        <p:txBody>
          <a:bodyPr wrap="none" lIns="0" tIns="0" rIns="0" bIns="0" anchor="t">
            <a:noAutofit/>
          </a:bodyPr>
          <a:lstStyle>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a:pPr algn="r">
              <a:defRPr sz="1200" b="0">
                <a:solidFill>
                  <a:srgbClr val="000000"/>
                </a:solidFill>
                <a:latin typeface="Arial"/>
                <a:ea typeface="Arial"/>
                <a:cs typeface="Arial"/>
              </a:defRPr>
            </a:pPr>
            <a:r>
              <a:rPr sz="1200" b="0">
                <a:solidFill>
                  <a:srgbClr val="000000"/>
                </a:solidFill>
                <a:latin typeface="Arial"/>
                <a:ea typeface="Arial"/>
                <a:cs typeface="Arial"/>
              </a:rPr>
              <a:t>100</a:t>
            </a:r>
          </a:p>
        </p:txBody>
      </p:sp>
      <p:sp>
        <p:nvSpPr>
          <p:cNvPr id="36" name="line_037">
            <a:extLst>
              <a:ext uri="{FF2B5EF4-FFF2-40B4-BE49-F238E27FC236}">
                <ns2:creationId id="{9A20A311-6772-43CB-85E6-B52DB269C6AA}"/>
              </a:ext>
            </a:extLst>
          </p:cNvPr>
          <p:cNvSpPr>
            <a:spLocks noGrp="1"/>
          </p:cNvSpPr>
          <p:nvPr/>
        </p:nvSpPr>
        <p:spPr>
          <a:xfrm>
            <a:off x="3600450" y="918210"/>
            <a:ext cx="3781425" cy="95"/>
          </a:xfrm>
          <a:custGeom>
            <a:pathLst>
              <a:path w="3781425" h="95">
                <a:moveTo>
                  <a:pt x="0" y="0"/>
                </a:moveTo>
                <a:lnTo>
                  <a:pt x="3781425" y="0"/>
                </a:lnTo>
              </a:path>
            </a:pathLst>
          </a:custGeom>
          <a:noFill/>
          <a:ln w="6668">
            <a:solidFill>
              <a:srgbClr val="DFE4E8"/>
            </a:solidFill>
            <a:prstDash val="solid"/>
          </a:ln>
        </p:spPr>
      </p:sp>
      <p:sp>
        <p:nvSpPr>
          <p:cNvPr id="37" name="text_038">
            <a:extLst>
              <a:ext uri="{FF2B5EF4-FFF2-40B4-BE49-F238E27FC236}">
                <ns2:creationId id="{75529D16-202F-455D-AAEB-3F95182272C9}"/>
              </a:ext>
            </a:extLst>
          </p:cNvPr>
          <p:cNvSpPr>
            <a:spLocks noGrp="1"/>
          </p:cNvSpPr>
          <p:nvPr/>
        </p:nvSpPr>
        <p:spPr>
          <a:xfrm rot="0">
            <a:off x="3228975" y="822960"/>
            <a:ext cx="304800" cy="209550"/>
          </a:xfrm>
          <a:prstGeom prst="rect">
            <a:avLst/>
          </a:prstGeom>
          <a:noFill/>
          <a:ln w="0">
            <a:noFill/>
            <a:prstDash val="solid"/>
          </a:ln>
        </p:spPr>
        <p:txBody>
          <a:bodyPr wrap="none" lIns="0" tIns="0" rIns="0" bIns="0" anchor="t">
            <a:noAutofit/>
          </a:bodyPr>
          <a:lstStyle>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a:pPr algn="r">
              <a:defRPr sz="1200" b="0">
                <a:solidFill>
                  <a:srgbClr val="000000"/>
                </a:solidFill>
                <a:latin typeface="Arial"/>
                <a:ea typeface="Arial"/>
                <a:cs typeface="Arial"/>
              </a:defRPr>
            </a:pPr>
            <a:r>
              <a:rPr sz="1200" b="0">
                <a:solidFill>
                  <a:srgbClr val="000000"/>
                </a:solidFill>
                <a:latin typeface="Arial"/>
                <a:ea typeface="Arial"/>
                <a:cs typeface="Arial"/>
              </a:rPr>
              <a:t>200</a:t>
            </a:r>
          </a:p>
        </p:txBody>
      </p:sp>
      <p:pic>
        <p:nvPicPr>
          <p:cNvPr id="38" name="">
            <a:extLst>
              <a:ext uri="{FF2B5EF4-FFF2-40B4-BE49-F238E27FC236}">
                <ns2:creationId id="{F25D3E4A-BEFC-4E15-A375-3691C20E1F95}"/>
              </a:ext>
            </a:extLst>
          </p:cNvPr>
          <p:cNvPicPr>
            <a:picLocks noChangeAspect="1"/>
          </p:cNvPicPr>
          <p:nvPr/>
        </p:nvPicPr>
        <p:blipFill>
          <a:blip r:embed="R625fa0795ee244fa"/>
          <a:stretch/>
        </p:blipFill>
        <p:spPr>
          <a:xfrm>
            <a:off x="3600450" y="437833"/>
            <a:ext cx="3781425" cy="2406650"/>
          </a:xfrm>
          <a:prstGeom prst="rect">
            <a:avLst/>
          </a:prstGeom>
        </p:spPr>
      </p:pic>
      <p:sp>
        <p:nvSpPr>
          <p:cNvPr id="39" name="line_040">
            <a:extLst>
              <a:ext uri="{FF2B5EF4-FFF2-40B4-BE49-F238E27FC236}">
                <ns2:creationId id="{ED147446-8AC1-4050-9F85-D7327A3880FB}"/>
              </a:ext>
            </a:extLst>
          </p:cNvPr>
          <p:cNvSpPr>
            <a:spLocks noGrp="1"/>
          </p:cNvSpPr>
          <p:nvPr/>
        </p:nvSpPr>
        <p:spPr>
          <a:xfrm>
            <a:off x="3600450" y="436245"/>
            <a:ext cx="95" cy="2409825"/>
          </a:xfrm>
          <a:custGeom>
            <a:pathLst>
              <a:path w="95" h="2409825">
                <a:moveTo>
                  <a:pt x="0" y="0"/>
                </a:moveTo>
                <a:lnTo>
                  <a:pt x="0" y="2409825"/>
                </a:lnTo>
              </a:path>
            </a:pathLst>
          </a:custGeom>
          <a:noFill/>
          <a:ln w="7620">
            <a:solidFill>
              <a:srgbClr val="7B8790"/>
            </a:solidFill>
            <a:prstDash val="solid"/>
          </a:ln>
        </p:spPr>
      </p:sp>
      <p:sp>
        <p:nvSpPr>
          <p:cNvPr id="40" name="line_041">
            <a:extLst>
              <a:ext uri="{FF2B5EF4-FFF2-40B4-BE49-F238E27FC236}">
                <ns2:creationId id="{77EB5AA8-A9A0-4022-B405-961134B5BBEF}"/>
              </a:ext>
            </a:extLst>
          </p:cNvPr>
          <p:cNvSpPr>
            <a:spLocks noGrp="1"/>
          </p:cNvSpPr>
          <p:nvPr/>
        </p:nvSpPr>
        <p:spPr>
          <a:xfrm>
            <a:off x="3600450" y="2846070"/>
            <a:ext cx="3781425" cy="95"/>
          </a:xfrm>
          <a:custGeom>
            <a:pathLst>
              <a:path w="3781425" h="95">
                <a:moveTo>
                  <a:pt x="0" y="0"/>
                </a:moveTo>
                <a:lnTo>
                  <a:pt x="3781425" y="0"/>
                </a:lnTo>
              </a:path>
            </a:pathLst>
          </a:custGeom>
          <a:noFill/>
          <a:ln w="7620">
            <a:solidFill>
              <a:srgbClr val="7B8790"/>
            </a:solidFill>
            <a:prstDash val="solid"/>
          </a:ln>
        </p:spPr>
      </p:sp>
      <p:sp>
        <p:nvSpPr>
          <p:cNvPr id="41" name="line_042">
            <a:extLst>
              <a:ext uri="{FF2B5EF4-FFF2-40B4-BE49-F238E27FC236}">
                <ns2:creationId id="{C616442C-4755-4035-BFF3-0F2CC0E13EA6}"/>
              </a:ext>
            </a:extLst>
          </p:cNvPr>
          <p:cNvSpPr>
            <a:spLocks noGrp="1"/>
          </p:cNvSpPr>
          <p:nvPr/>
        </p:nvSpPr>
        <p:spPr>
          <a:xfrm>
            <a:off x="3600450" y="2846070"/>
            <a:ext cx="95" cy="38100"/>
          </a:xfrm>
          <a:custGeom>
            <a:pathLst>
              <a:path w="95" h="38100">
                <a:moveTo>
                  <a:pt x="0" y="0"/>
                </a:moveTo>
                <a:lnTo>
                  <a:pt x="0" y="38100"/>
                </a:lnTo>
              </a:path>
            </a:pathLst>
          </a:custGeom>
          <a:noFill/>
          <a:ln w="9525">
            <a:solidFill>
              <a:srgbClr val="7B8790"/>
            </a:solidFill>
            <a:prstDash val="solid"/>
          </a:ln>
        </p:spPr>
      </p:sp>
      <p:sp>
        <p:nvSpPr>
          <p:cNvPr id="42" name="text_043">
            <a:extLst>
              <a:ext uri="{FF2B5EF4-FFF2-40B4-BE49-F238E27FC236}">
                <ns2:creationId id="{DB3B2CB6-CE38-47EC-9A5F-4C6434E2AA8D}"/>
              </a:ext>
            </a:extLst>
          </p:cNvPr>
          <p:cNvSpPr>
            <a:spLocks noGrp="1"/>
          </p:cNvSpPr>
          <p:nvPr/>
        </p:nvSpPr>
        <p:spPr>
          <a:xfrm rot="0">
            <a:off x="3409950" y="2912745"/>
            <a:ext cx="381000" cy="20955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43" name="line_044">
            <a:extLst>
              <a:ext uri="{FF2B5EF4-FFF2-40B4-BE49-F238E27FC236}">
                <ns2:creationId id="{4CD89721-85F6-43C6-BFB9-8658691BED23}"/>
              </a:ext>
            </a:extLst>
          </p:cNvPr>
          <p:cNvSpPr>
            <a:spLocks noGrp="1"/>
          </p:cNvSpPr>
          <p:nvPr/>
        </p:nvSpPr>
        <p:spPr>
          <a:xfrm>
            <a:off x="5491163" y="2846070"/>
            <a:ext cx="95" cy="38100"/>
          </a:xfrm>
          <a:custGeom>
            <a:pathLst>
              <a:path w="95" h="38100">
                <a:moveTo>
                  <a:pt x="0" y="0"/>
                </a:moveTo>
                <a:lnTo>
                  <a:pt x="0" y="38100"/>
                </a:lnTo>
              </a:path>
            </a:pathLst>
          </a:custGeom>
          <a:noFill/>
          <a:ln w="9525">
            <a:solidFill>
              <a:srgbClr val="7B8790"/>
            </a:solidFill>
            <a:prstDash val="solid"/>
          </a:ln>
        </p:spPr>
      </p:sp>
      <p:sp>
        <p:nvSpPr>
          <p:cNvPr id="44" name="text_045">
            <a:extLst>
              <a:ext uri="{FF2B5EF4-FFF2-40B4-BE49-F238E27FC236}">
                <ns2:creationId id="{55B2F235-A529-449C-89C6-820DBC2EB05A}"/>
              </a:ext>
            </a:extLst>
          </p:cNvPr>
          <p:cNvSpPr>
            <a:spLocks noGrp="1"/>
          </p:cNvSpPr>
          <p:nvPr/>
        </p:nvSpPr>
        <p:spPr>
          <a:xfrm rot="0">
            <a:off x="5300663" y="2912745"/>
            <a:ext cx="381000" cy="20955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0.5</a:t>
            </a:r>
          </a:p>
        </p:txBody>
      </p:sp>
      <p:sp>
        <p:nvSpPr>
          <p:cNvPr id="45" name="line_046">
            <a:extLst>
              <a:ext uri="{FF2B5EF4-FFF2-40B4-BE49-F238E27FC236}">
                <ns2:creationId id="{93C0F6A3-2E7C-49FF-BD32-8EF9C692E271}"/>
              </a:ext>
            </a:extLst>
          </p:cNvPr>
          <p:cNvSpPr>
            <a:spLocks noGrp="1"/>
          </p:cNvSpPr>
          <p:nvPr/>
        </p:nvSpPr>
        <p:spPr>
          <a:xfrm>
            <a:off x="7381875" y="2846070"/>
            <a:ext cx="95" cy="38100"/>
          </a:xfrm>
          <a:custGeom>
            <a:pathLst>
              <a:path w="95" h="38100">
                <a:moveTo>
                  <a:pt x="0" y="0"/>
                </a:moveTo>
                <a:lnTo>
                  <a:pt x="0" y="38100"/>
                </a:lnTo>
              </a:path>
            </a:pathLst>
          </a:custGeom>
          <a:noFill/>
          <a:ln w="9525">
            <a:solidFill>
              <a:srgbClr val="7B8790"/>
            </a:solidFill>
            <a:prstDash val="solid"/>
          </a:ln>
        </p:spPr>
      </p:sp>
      <p:sp>
        <p:nvSpPr>
          <p:cNvPr id="46" name="text_047">
            <a:extLst>
              <a:ext uri="{FF2B5EF4-FFF2-40B4-BE49-F238E27FC236}">
                <ns2:creationId id="{83577E95-FF64-4CB7-82B6-55700A859AC4}"/>
              </a:ext>
            </a:extLst>
          </p:cNvPr>
          <p:cNvSpPr>
            <a:spLocks noGrp="1"/>
          </p:cNvSpPr>
          <p:nvPr/>
        </p:nvSpPr>
        <p:spPr>
          <a:xfrm rot="0">
            <a:off x="7191375" y="2912745"/>
            <a:ext cx="381000" cy="20955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1</a:t>
            </a:r>
          </a:p>
        </p:txBody>
      </p:sp>
    </p:spTree>
    <p:extLst>
      <p:ext uri="{BB962C8B-B14F-4D97-AF65-F5344CB8AC3E}">
        <ns4:creationId val="1440513678"/>
      </p:ext>
    </p:extLst>
  </p:cSld>
</p:sld>
</file>

<file path=ppt/main_figures/Fig8/ppt/tableStyles.xml><?xml version="1.0" encoding="utf-8"?>
<a:tblStyleLst xmlns:a="http://schemas.openxmlformats.org/drawingml/2006/main" def="{5C22544A-7EE6-4342-B048-85BDC9FD1C3A}"/>
</file>

<file path=ppt/main_figures/Fig8/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9/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ppt/main_figures/Fig9/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2026-10-22T02:08:00.0530000Z</dcterms:created>
  <dcterms:modified xsi:type="dcterms:W3CDTF">2026-10-22T02:08:00.0530000Z</dcterms:modified>
</coreProperties>
</file>

<file path=ppt/main_figures/Fig9/ppt/_rels/presentation.xml.rels><?xml version='1.0' encoding='utf-8'?>
<Relationships xmlns="http://schemas.openxmlformats.org/package/2006/relationships"><Relationship Type="http://schemas.openxmlformats.org/officeDocument/2006/relationships/theme" Target="/ppt/main_figures/Fig9/ppt/theme/theme1.xml" Id="R3da5d87718524fe9" /><Relationship Type="http://schemas.openxmlformats.org/officeDocument/2006/relationships/slideMaster" Target="/ppt/main_figures/Fig9/ppt/slideMasters/slideMaster1.xml" Id="R5f1af7187e974575" /><Relationship Type="http://schemas.openxmlformats.org/officeDocument/2006/relationships/notesMaster" Target="/ppt/main_figures/Fig9/ppt/notesMasters/notesMaster1.xml" Id="R8653614689a04db4" /><Relationship Type="http://schemas.openxmlformats.org/officeDocument/2006/relationships/presProps" Target="/ppt/main_figures/Fig9/ppt/presProps.xml" Id="R8c1617c4c0b1422a" /><Relationship Type="http://schemas.openxmlformats.org/officeDocument/2006/relationships/tableStyles" Target="/ppt/main_figures/Fig9/ppt/tableStyles.xml" Id="Re583186e2a5a4a34" /><Relationship Type="http://schemas.openxmlformats.org/officeDocument/2006/relationships/slide" Target="/ppt/main_figures/Fig9/ppt/slides/slide1.xml" Id="R448d58312ca34320" /></Relationships>
</file>

<file path=ppt/main_figures/Fig9/ppt/notesMasters/_rels/notesMaster1.xml.rels><?xml version='1.0' encoding='utf-8'?>
<Relationships xmlns="http://schemas.openxmlformats.org/package/2006/relationships"><Relationship Type="http://schemas.openxmlformats.org/officeDocument/2006/relationships/theme" Target="/ppt/main_figures/Fig9/ppt/notesMasters/theme/theme3.xml" Id="Rd0d555c282814c4d" /></Relationships>
</file>

<file path=ppt/main_figures/Fig9/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main_figures/Fig9/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9/ppt/notesSlides/_rels/notesSlide1.xml.rels><?xml version='1.0' encoding='utf-8'?>
<Relationships xmlns="http://schemas.openxmlformats.org/package/2006/relationships"><Relationship Type="http://schemas.openxmlformats.org/officeDocument/2006/relationships/slide" Target="/ppt/main_figures/Fig9/ppt/slides/slide1.xml" Id="Rbc91431b244645f9" /><Relationship Type="http://schemas.openxmlformats.org/officeDocument/2006/relationships/notesMaster" Target="/ppt/main_figures/Fig9/ppt/notesMasters/notesMaster1.xml" Id="R1817946fac6446b4" /></Relationships>
</file>

<file path=ppt/main_figures/Fig9/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{"dataset":"Benzene (reconstructed potential)","source":"02-RG-MTM/results/paper1_suite/benzene-potential-reconstructed2d","model":"OPLS-AA 12-site Coulomb potential; carbon -0.115e and hydrogen +0.115e; atomic geometry from the public Inviwo cube header. No density samples used.","charge_source":"https://zarbi.chem.yale.edu/doc/boss49.pdf, January 2013, Table1 p67.","geometry_source":"https://github.com/inviwo/modules/blob/6152a00ab100ec10c1eb36f078fb42dc949010ab/molvis/gaussian/data/volumes/benzene-dens.cube.xz","scope":"21 parallel 61x61 static 2-D sections, z=-2 to2 bohr. Section z is not physical time. Reconstructed model, not TMTM original potential or exact electronic structure.","maps":"Full saved profiles interpolated onto32768 common map coordinates, then rendered with nearest-neighbor display sampling. No artificial extremum or track overlays.","normalization":{"normalization":"shared symmetric logarithmic","linthresh_potential_au":0.07842339515686035,"vmin":-2.2076358795166016,"vmax":2.2076358795166016,"scalar_arrays_modified":false,"minima_markers":"all retained leaves, including boundary leaves","source_slice_indices":[0,5,10,15,20],"map_sampling":"full maps interpolated onto 32768 common display coordinates","physical_time":false},"all_leaves":"Includes four boundary extrema per section. Boundary sensitivity and internal-leaf diagnostics are in Supplement S9.","R_equivalence":"R2,R20,R100 have identical measured metrics. Fig12 shows R2; the complete table keeps all three."}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main_figures/Fig9/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main_figures/Fig9/ppt/presentation.xml><?xml version="1.0" encoding="utf-8"?>
<p:presentation xmlns:ns1="http://schemas.openxmlformats.org/officeDocument/2006/relationships" xmlns:p="http://schemas.openxmlformats.org/presentationml/2006/main">
  <p:sldMasterIdLst>
    <p:sldMasterId id="2147483648" ns1:id="R5f1af7187e974575"/>
  </p:sldMasterIdLst>
  <p:notesMasterIdLst>
    <p:notesMasterId ns1:id="R8653614689a04db4"/>
  </p:notesMasterIdLst>
  <p:sldIdLst>
    <p:sldId id="256" ns1:id="R448d58312ca34320"/>
  </p:sldIdLst>
  <p:sldSz cx="10953750" cy="5905500"/>
  <p:notesSz cx="6858000" cy="9144000"/>
</p:presentation>
</file>

<file path=ppt/main_figures/Fig9/ppt/slideLayouts/_rels/slideLayout1.xml.rels><?xml version='1.0' encoding='utf-8'?>
<Relationships xmlns="http://schemas.openxmlformats.org/package/2006/relationships"><Relationship Type="http://schemas.openxmlformats.org/officeDocument/2006/relationships/slideMaster" Target="/ppt/main_figures/Fig9/ppt/slideMasters/slideMaster1.xml" Id="R681bbbcaa1584505" /></Relationships>
</file>

<file path=ppt/main_figures/Fig9/ppt/slideLayouts/_rels/slideLayout2.xml.rels><?xml version='1.0' encoding='utf-8'?>
<Relationships xmlns="http://schemas.openxmlformats.org/package/2006/relationships"><Relationship Type="http://schemas.openxmlformats.org/officeDocument/2006/relationships/slideMaster" Target="/ppt/main_figures/Fig9/ppt/slideMasters/slideMaster1.xml" Id="Rea32a591ea8a4836" /></Relationships>
</file>

<file path=ppt/main_figures/Fig9/ppt/slideLayouts/_rels/slideLayout3.xml.rels><?xml version='1.0' encoding='utf-8'?>
<Relationships xmlns="http://schemas.openxmlformats.org/package/2006/relationships"><Relationship Type="http://schemas.openxmlformats.org/officeDocument/2006/relationships/slideMaster" Target="/ppt/main_figures/Fig9/ppt/slideMasters/slideMaster1.xml" Id="R9947a29fbe0e4253" /></Relationships>
</file>

<file path=ppt/main_figures/Fig9/ppt/slideLayouts/_rels/slideLayout4.xml.rels><?xml version='1.0' encoding='utf-8'?>
<Relationships xmlns="http://schemas.openxmlformats.org/package/2006/relationships"><Relationship Type="http://schemas.openxmlformats.org/officeDocument/2006/relationships/slideMaster" Target="/ppt/main_figures/Fig9/ppt/slideMasters/slideMaster1.xml" Id="R625623f6bd254804" /></Relationships>
</file>

<file path=ppt/main_figures/Fig9/ppt/slideLayouts/_rels/slideLayout5.xml.rels><?xml version='1.0' encoding='utf-8'?>
<Relationships xmlns="http://schemas.openxmlformats.org/package/2006/relationships"><Relationship Type="http://schemas.openxmlformats.org/officeDocument/2006/relationships/slideMaster" Target="/ppt/main_figures/Fig9/ppt/slideMasters/slideMaster1.xml" Id="Ra61070fa5d9a4ecd" /></Relationships>
</file>

<file path=ppt/main_figures/Fig9/ppt/slideLayouts/_rels/slideLayout6.xml.rels><?xml version='1.0' encoding='utf-8'?>
<Relationships xmlns="http://schemas.openxmlformats.org/package/2006/relationships"><Relationship Type="http://schemas.openxmlformats.org/officeDocument/2006/relationships/slideMaster" Target="/ppt/main_figures/Fig9/ppt/slideMasters/slideMaster1.xml" Id="R30c9f6fa9b3e44c2" /></Relationships>
</file>

<file path=ppt/main_figures/Fig9/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CBE60F2-573B-477F-8AEF-C55642B78D2F}"/>
              </a:ext>
            </a:extLst>
          </p:cNvPr>
          <p:cNvSpPr>
            <a:spLocks xmlns:a="http://schemas.openxmlformats.org/drawingml/2006/main" noGrp="1"/>
          </p:cNvSpPr>
          <p:nvPr>
            <p:ph type="title" idx="0"/>
          </p:nvPr>
        </p:nvSpPr>
        <p:spPr>
          <a:xfrm xmlns:a="http://schemas.openxmlformats.org/drawingml/2006/main">
            <a:off x="1280160" y="2705947"/>
            <a:ext cx="10241280" cy="103462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013" b="1">
                <a:solidFill>
                  <a:schemeClr val="tx1"/>
                </a:solidFill>
                <a:latin typeface="+mj-lt"/>
                <a:ea typeface="+mj-lt"/>
                <a:cs typeface="+mj-lt"/>
              </a:defRPr>
            </a:defPPr>
            <a:lvl1pPr marL="0" indent="0" algn="ctr">
              <a:lnSpc>
                <a:spcPct val="110000"/>
              </a:lnSpc>
              <a:spcBef>
                <a:spcPts val="0"/>
              </a:spcBef>
              <a:spcAft>
                <a:spcPts val="0"/>
              </a:spcAft>
              <a:buNone/>
              <a:defRPr sz="5013" b="1">
                <a:solidFill>
                  <a:schemeClr val="tx1"/>
                </a:solidFill>
                <a:latin typeface="+mj-lt"/>
                <a:ea typeface="+mj-lt"/>
                <a:cs typeface="+mj-lt"/>
              </a:defRPr>
            </a:lvl1pPr>
            <a:lvl2pPr marL="0" indent="0" algn="ctr">
              <a:lnSpc>
                <a:spcPct val="110000"/>
              </a:lnSpc>
              <a:spcBef>
                <a:spcPts val="0"/>
              </a:spcBef>
              <a:spcAft>
                <a:spcPts val="0"/>
              </a:spcAft>
              <a:buNone/>
              <a:defRPr sz="5013" b="1">
                <a:solidFill>
                  <a:schemeClr val="tx1"/>
                </a:solidFill>
                <a:latin typeface="+mj-lt"/>
                <a:ea typeface="+mj-lt"/>
                <a:cs typeface="+mj-lt"/>
              </a:defRPr>
            </a:lvl2pPr>
            <a:lvl3pPr marL="0" indent="0" algn="ctr">
              <a:lnSpc>
                <a:spcPct val="110000"/>
              </a:lnSpc>
              <a:spcBef>
                <a:spcPts val="0"/>
              </a:spcBef>
              <a:spcAft>
                <a:spcPts val="0"/>
              </a:spcAft>
              <a:buNone/>
              <a:defRPr sz="5013" b="1">
                <a:solidFill>
                  <a:schemeClr val="tx1"/>
                </a:solidFill>
                <a:latin typeface="+mj-lt"/>
                <a:ea typeface="+mj-lt"/>
                <a:cs typeface="+mj-lt"/>
              </a:defRPr>
            </a:lvl3pPr>
            <a:lvl4pPr marL="0" indent="0" algn="ctr">
              <a:lnSpc>
                <a:spcPct val="110000"/>
              </a:lnSpc>
              <a:spcBef>
                <a:spcPts val="0"/>
              </a:spcBef>
              <a:spcAft>
                <a:spcPts val="0"/>
              </a:spcAft>
              <a:buNone/>
              <a:defRPr sz="5013" b="1">
                <a:solidFill>
                  <a:schemeClr val="tx1"/>
                </a:solidFill>
                <a:latin typeface="+mj-lt"/>
                <a:ea typeface="+mj-lt"/>
                <a:cs typeface="+mj-lt"/>
              </a:defRPr>
            </a:lvl4pPr>
            <a:lvl5pPr marL="0" indent="0" algn="ctr">
              <a:lnSpc>
                <a:spcPct val="110000"/>
              </a:lnSpc>
              <a:spcBef>
                <a:spcPts val="0"/>
              </a:spcBef>
              <a:spcAft>
                <a:spcPts val="0"/>
              </a:spcAft>
              <a:buNone/>
              <a:defRPr sz="5013" b="1">
                <a:solidFill>
                  <a:schemeClr val="tx1"/>
                </a:solidFill>
                <a:latin typeface="+mj-lt"/>
                <a:ea typeface="+mj-lt"/>
                <a:cs typeface="+mj-lt"/>
              </a:defRPr>
            </a:lvl5pPr>
            <a:lvl6pPr marL="0" indent="0" algn="ctr">
              <a:lnSpc>
                <a:spcPct val="110000"/>
              </a:lnSpc>
              <a:spcBef>
                <a:spcPts val="0"/>
              </a:spcBef>
              <a:spcAft>
                <a:spcPts val="0"/>
              </a:spcAft>
              <a:buNone/>
              <a:defRPr sz="5013" b="1">
                <a:solidFill>
                  <a:schemeClr val="tx1"/>
                </a:solidFill>
                <a:latin typeface="+mj-lt"/>
                <a:ea typeface="+mj-lt"/>
                <a:cs typeface="+mj-lt"/>
              </a:defRPr>
            </a:lvl6pPr>
            <a:lvl7pPr marL="0" indent="0" algn="ctr">
              <a:lnSpc>
                <a:spcPct val="110000"/>
              </a:lnSpc>
              <a:spcBef>
                <a:spcPts val="0"/>
              </a:spcBef>
              <a:spcAft>
                <a:spcPts val="0"/>
              </a:spcAft>
              <a:buNone/>
              <a:defRPr sz="5013" b="1">
                <a:solidFill>
                  <a:schemeClr val="tx1"/>
                </a:solidFill>
                <a:latin typeface="+mj-lt"/>
                <a:ea typeface="+mj-lt"/>
                <a:cs typeface="+mj-lt"/>
              </a:defRPr>
            </a:lvl7pPr>
            <a:lvl8pPr marL="0" indent="0" algn="ctr">
              <a:lnSpc>
                <a:spcPct val="110000"/>
              </a:lnSpc>
              <a:spcBef>
                <a:spcPts val="0"/>
              </a:spcBef>
              <a:spcAft>
                <a:spcPts val="0"/>
              </a:spcAft>
              <a:buNone/>
              <a:defRPr sz="5013" b="1">
                <a:solidFill>
                  <a:schemeClr val="tx1"/>
                </a:solidFill>
                <a:latin typeface="+mj-lt"/>
                <a:ea typeface="+mj-lt"/>
                <a:cs typeface="+mj-lt"/>
              </a:defRPr>
            </a:lvl8pPr>
            <a:lvl9pPr marL="0" indent="0" algn="ctr">
              <a:lnSpc>
                <a:spcPct val="110000"/>
              </a:lnSpc>
              <a:spcBef>
                <a:spcPts val="0"/>
              </a:spcBef>
              <a:spcAft>
                <a:spcPts val="0"/>
              </a:spcAft>
              <a:buNone/>
              <a:defRPr sz="5013"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C829866-6AA9-48FA-9E58-1D3BFC0C9125}"/>
              </a:ext>
            </a:extLst>
          </p:cNvPr>
          <p:cNvSpPr>
            <a:spLocks xmlns:a="http://schemas.openxmlformats.org/drawingml/2006/main" noGrp="1"/>
          </p:cNvSpPr>
          <p:nvPr>
            <p:ph type="subTitle" idx="1"/>
          </p:nvPr>
        </p:nvSpPr>
        <p:spPr>
          <a:xfrm xmlns:a="http://schemas.openxmlformats.org/drawingml/2006/main">
            <a:off x="1920240" y="3939540"/>
            <a:ext cx="8961120" cy="7958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93" b="0">
                <a:solidFill>
                  <a:schemeClr val="tx1"/>
                </a:solidFill>
                <a:latin typeface="+mn-lt"/>
                <a:ea typeface="+mn-lt"/>
                <a:cs typeface="+mn-lt"/>
              </a:defRPr>
            </a:defPPr>
            <a:lvl1pPr marL="0" indent="0" algn="ctr">
              <a:lnSpc>
                <a:spcPct val="110000"/>
              </a:lnSpc>
              <a:spcBef>
                <a:spcPts val="0"/>
              </a:spcBef>
              <a:spcAft>
                <a:spcPts val="0"/>
              </a:spcAft>
              <a:buNone/>
              <a:defRPr sz="2193" b="0">
                <a:solidFill>
                  <a:schemeClr val="tx1"/>
                </a:solidFill>
                <a:latin typeface="+mn-lt"/>
                <a:ea typeface="+mn-lt"/>
                <a:cs typeface="+mn-lt"/>
              </a:defRPr>
            </a:lvl1pPr>
            <a:lvl2pPr marL="0" indent="0" algn="ctr">
              <a:lnSpc>
                <a:spcPct val="110000"/>
              </a:lnSpc>
              <a:spcBef>
                <a:spcPts val="0"/>
              </a:spcBef>
              <a:spcAft>
                <a:spcPts val="0"/>
              </a:spcAft>
              <a:buNone/>
              <a:defRPr sz="2193" b="0">
                <a:solidFill>
                  <a:schemeClr val="tx1"/>
                </a:solidFill>
                <a:latin typeface="+mn-lt"/>
                <a:ea typeface="+mn-lt"/>
                <a:cs typeface="+mn-lt"/>
              </a:defRPr>
            </a:lvl2pPr>
            <a:lvl3pPr marL="0" indent="0" algn="ctr">
              <a:lnSpc>
                <a:spcPct val="110000"/>
              </a:lnSpc>
              <a:spcBef>
                <a:spcPts val="0"/>
              </a:spcBef>
              <a:spcAft>
                <a:spcPts val="0"/>
              </a:spcAft>
              <a:buNone/>
              <a:defRPr sz="2193" b="0">
                <a:solidFill>
                  <a:schemeClr val="tx1"/>
                </a:solidFill>
                <a:latin typeface="+mn-lt"/>
                <a:ea typeface="+mn-lt"/>
                <a:cs typeface="+mn-lt"/>
              </a:defRPr>
            </a:lvl3pPr>
            <a:lvl4pPr marL="0" indent="0" algn="ctr">
              <a:lnSpc>
                <a:spcPct val="110000"/>
              </a:lnSpc>
              <a:spcBef>
                <a:spcPts val="0"/>
              </a:spcBef>
              <a:spcAft>
                <a:spcPts val="0"/>
              </a:spcAft>
              <a:buNone/>
              <a:defRPr sz="2193" b="0">
                <a:solidFill>
                  <a:schemeClr val="tx1"/>
                </a:solidFill>
                <a:latin typeface="+mn-lt"/>
                <a:ea typeface="+mn-lt"/>
                <a:cs typeface="+mn-lt"/>
              </a:defRPr>
            </a:lvl4pPr>
            <a:lvl5pPr marL="0" indent="0" algn="ctr">
              <a:lnSpc>
                <a:spcPct val="110000"/>
              </a:lnSpc>
              <a:spcBef>
                <a:spcPts val="0"/>
              </a:spcBef>
              <a:spcAft>
                <a:spcPts val="0"/>
              </a:spcAft>
              <a:buNone/>
              <a:defRPr sz="2193" b="0">
                <a:solidFill>
                  <a:schemeClr val="tx1"/>
                </a:solidFill>
                <a:latin typeface="+mn-lt"/>
                <a:ea typeface="+mn-lt"/>
                <a:cs typeface="+mn-lt"/>
              </a:defRPr>
            </a:lvl5pPr>
            <a:lvl6pPr marL="0" indent="0" algn="ctr">
              <a:lnSpc>
                <a:spcPct val="110000"/>
              </a:lnSpc>
              <a:spcBef>
                <a:spcPts val="0"/>
              </a:spcBef>
              <a:spcAft>
                <a:spcPts val="0"/>
              </a:spcAft>
              <a:buNone/>
              <a:defRPr sz="2193" b="0">
                <a:solidFill>
                  <a:schemeClr val="tx1"/>
                </a:solidFill>
                <a:latin typeface="+mn-lt"/>
                <a:ea typeface="+mn-lt"/>
                <a:cs typeface="+mn-lt"/>
              </a:defRPr>
            </a:lvl6pPr>
            <a:lvl7pPr marL="0" indent="0" algn="ctr">
              <a:lnSpc>
                <a:spcPct val="110000"/>
              </a:lnSpc>
              <a:spcBef>
                <a:spcPts val="0"/>
              </a:spcBef>
              <a:spcAft>
                <a:spcPts val="0"/>
              </a:spcAft>
              <a:buNone/>
              <a:defRPr sz="2193" b="0">
                <a:solidFill>
                  <a:schemeClr val="tx1"/>
                </a:solidFill>
                <a:latin typeface="+mn-lt"/>
                <a:ea typeface="+mn-lt"/>
                <a:cs typeface="+mn-lt"/>
              </a:defRPr>
            </a:lvl7pPr>
            <a:lvl8pPr marL="0" indent="0" algn="ctr">
              <a:lnSpc>
                <a:spcPct val="110000"/>
              </a:lnSpc>
              <a:spcBef>
                <a:spcPts val="0"/>
              </a:spcBef>
              <a:spcAft>
                <a:spcPts val="0"/>
              </a:spcAft>
              <a:buNone/>
              <a:defRPr sz="2193" b="0">
                <a:solidFill>
                  <a:schemeClr val="tx1"/>
                </a:solidFill>
                <a:latin typeface="+mn-lt"/>
                <a:ea typeface="+mn-lt"/>
                <a:cs typeface="+mn-lt"/>
              </a:defRPr>
            </a:lvl8pPr>
            <a:lvl9pPr marL="0" indent="0" algn="ctr">
              <a:lnSpc>
                <a:spcPct val="110000"/>
              </a:lnSpc>
              <a:spcBef>
                <a:spcPts val="0"/>
              </a:spcBef>
              <a:spcAft>
                <a:spcPts val="0"/>
              </a:spcAft>
              <a:buNone/>
              <a:defRPr sz="2193" b="0">
                <a:solidFill>
                  <a:schemeClr val="tx1"/>
                </a:solidFill>
                <a:latin typeface="+mn-lt"/>
                <a:ea typeface="+mn-lt"/>
                <a:cs typeface="+mn-lt"/>
              </a:defRPr>
            </a:lvl9pPr>
          </a:lstStyle>
          <a:p xmlns:a="http://schemas.openxmlformats.org/drawingml/2006/main"/>
        </p:txBody>
      </p:sp>
    </p:spTree>
  </p:cSld>
</p:sldLayout>
</file>

<file path=ppt/main_figures/Fig9/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99B9E35-A862-44C3-B1D6-ABA6E0E29CF4}"/>
              </a:ext>
            </a:extLst>
          </p:cNvPr>
          <p:cNvSpPr>
            <a:spLocks xmlns:a="http://schemas.openxmlformats.org/drawingml/2006/main" noGrp="1"/>
          </p:cNvSpPr>
          <p:nvPr>
            <p:ph type="title" idx="0"/>
          </p:nvPr>
        </p:nvSpPr>
        <p:spPr>
          <a:xfrm xmlns:a="http://schemas.openxmlformats.org/drawingml/2006/main">
            <a:off x="1280160" y="2984500"/>
            <a:ext cx="10241280" cy="1193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387" b="1">
                <a:solidFill>
                  <a:schemeClr val="tx1"/>
                </a:solidFill>
                <a:latin typeface="+mj-lt"/>
                <a:ea typeface="+mj-lt"/>
                <a:cs typeface="+mj-lt"/>
              </a:defRPr>
            </a:defPPr>
            <a:lvl1pPr marL="0" indent="0" algn="ctr">
              <a:lnSpc>
                <a:spcPct val="110000"/>
              </a:lnSpc>
              <a:spcBef>
                <a:spcPts val="0"/>
              </a:spcBef>
              <a:spcAft>
                <a:spcPts val="0"/>
              </a:spcAft>
              <a:buNone/>
              <a:defRPr sz="4387" b="1">
                <a:solidFill>
                  <a:schemeClr val="tx1"/>
                </a:solidFill>
                <a:latin typeface="+mj-lt"/>
                <a:ea typeface="+mj-lt"/>
                <a:cs typeface="+mj-lt"/>
              </a:defRPr>
            </a:lvl1pPr>
            <a:lvl2pPr marL="0" indent="0" algn="ctr">
              <a:lnSpc>
                <a:spcPct val="110000"/>
              </a:lnSpc>
              <a:spcBef>
                <a:spcPts val="0"/>
              </a:spcBef>
              <a:spcAft>
                <a:spcPts val="0"/>
              </a:spcAft>
              <a:buNone/>
              <a:defRPr sz="4387" b="1">
                <a:solidFill>
                  <a:schemeClr val="tx1"/>
                </a:solidFill>
                <a:latin typeface="+mj-lt"/>
                <a:ea typeface="+mj-lt"/>
                <a:cs typeface="+mj-lt"/>
              </a:defRPr>
            </a:lvl2pPr>
            <a:lvl3pPr marL="0" indent="0" algn="ctr">
              <a:lnSpc>
                <a:spcPct val="110000"/>
              </a:lnSpc>
              <a:spcBef>
                <a:spcPts val="0"/>
              </a:spcBef>
              <a:spcAft>
                <a:spcPts val="0"/>
              </a:spcAft>
              <a:buNone/>
              <a:defRPr sz="4387" b="1">
                <a:solidFill>
                  <a:schemeClr val="tx1"/>
                </a:solidFill>
                <a:latin typeface="+mj-lt"/>
                <a:ea typeface="+mj-lt"/>
                <a:cs typeface="+mj-lt"/>
              </a:defRPr>
            </a:lvl3pPr>
            <a:lvl4pPr marL="0" indent="0" algn="ctr">
              <a:lnSpc>
                <a:spcPct val="110000"/>
              </a:lnSpc>
              <a:spcBef>
                <a:spcPts val="0"/>
              </a:spcBef>
              <a:spcAft>
                <a:spcPts val="0"/>
              </a:spcAft>
              <a:buNone/>
              <a:defRPr sz="4387" b="1">
                <a:solidFill>
                  <a:schemeClr val="tx1"/>
                </a:solidFill>
                <a:latin typeface="+mj-lt"/>
                <a:ea typeface="+mj-lt"/>
                <a:cs typeface="+mj-lt"/>
              </a:defRPr>
            </a:lvl4pPr>
            <a:lvl5pPr marL="0" indent="0" algn="ctr">
              <a:lnSpc>
                <a:spcPct val="110000"/>
              </a:lnSpc>
              <a:spcBef>
                <a:spcPts val="0"/>
              </a:spcBef>
              <a:spcAft>
                <a:spcPts val="0"/>
              </a:spcAft>
              <a:buNone/>
              <a:defRPr sz="4387" b="1">
                <a:solidFill>
                  <a:schemeClr val="tx1"/>
                </a:solidFill>
                <a:latin typeface="+mj-lt"/>
                <a:ea typeface="+mj-lt"/>
                <a:cs typeface="+mj-lt"/>
              </a:defRPr>
            </a:lvl5pPr>
            <a:lvl6pPr marL="0" indent="0" algn="ctr">
              <a:lnSpc>
                <a:spcPct val="110000"/>
              </a:lnSpc>
              <a:spcBef>
                <a:spcPts val="0"/>
              </a:spcBef>
              <a:spcAft>
                <a:spcPts val="0"/>
              </a:spcAft>
              <a:buNone/>
              <a:defRPr sz="4387" b="1">
                <a:solidFill>
                  <a:schemeClr val="tx1"/>
                </a:solidFill>
                <a:latin typeface="+mj-lt"/>
                <a:ea typeface="+mj-lt"/>
                <a:cs typeface="+mj-lt"/>
              </a:defRPr>
            </a:lvl6pPr>
            <a:lvl7pPr marL="0" indent="0" algn="ctr">
              <a:lnSpc>
                <a:spcPct val="110000"/>
              </a:lnSpc>
              <a:spcBef>
                <a:spcPts val="0"/>
              </a:spcBef>
              <a:spcAft>
                <a:spcPts val="0"/>
              </a:spcAft>
              <a:buNone/>
              <a:defRPr sz="4387" b="1">
                <a:solidFill>
                  <a:schemeClr val="tx1"/>
                </a:solidFill>
                <a:latin typeface="+mj-lt"/>
                <a:ea typeface="+mj-lt"/>
                <a:cs typeface="+mj-lt"/>
              </a:defRPr>
            </a:lvl7pPr>
            <a:lvl8pPr marL="0" indent="0" algn="ctr">
              <a:lnSpc>
                <a:spcPct val="110000"/>
              </a:lnSpc>
              <a:spcBef>
                <a:spcPts val="0"/>
              </a:spcBef>
              <a:spcAft>
                <a:spcPts val="0"/>
              </a:spcAft>
              <a:buNone/>
              <a:defRPr sz="4387" b="1">
                <a:solidFill>
                  <a:schemeClr val="tx1"/>
                </a:solidFill>
                <a:latin typeface="+mj-lt"/>
                <a:ea typeface="+mj-lt"/>
                <a:cs typeface="+mj-lt"/>
              </a:defRPr>
            </a:lvl8pPr>
            <a:lvl9pPr marL="0" indent="0" algn="ctr">
              <a:lnSpc>
                <a:spcPct val="110000"/>
              </a:lnSpc>
              <a:spcBef>
                <a:spcPts val="0"/>
              </a:spcBef>
              <a:spcAft>
                <a:spcPts val="0"/>
              </a:spcAft>
              <a:buNone/>
              <a:defRPr sz="4387" b="1">
                <a:solidFill>
                  <a:schemeClr val="tx1"/>
                </a:solidFill>
                <a:latin typeface="+mj-lt"/>
                <a:ea typeface="+mj-lt"/>
                <a:cs typeface="+mj-lt"/>
              </a:defRPr>
            </a:lvl9pPr>
          </a:lstStyle>
          <a:p xmlns:a="http://schemas.openxmlformats.org/drawingml/2006/main"/>
        </p:txBody>
      </p:sp>
    </p:spTree>
  </p:cSld>
</p:sldLayout>
</file>

<file path=ppt/main_figures/Fig9/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B888E80-EA20-4205-988C-86D536269E48}"/>
              </a:ext>
            </a:extLst>
          </p:cNvPr>
          <p:cNvSpPr>
            <a:spLocks xmlns:a="http://schemas.openxmlformats.org/drawingml/2006/main" noGrp="1"/>
          </p:cNvSpPr>
          <p:nvPr>
            <p:ph type="title" idx="0"/>
          </p:nvPr>
        </p:nvSpPr>
        <p:spPr>
          <a:xfrm xmlns:a="http://schemas.openxmlformats.org/drawingml/2006/main">
            <a:off x="720090" y="557107"/>
            <a:ext cx="11361420" cy="87545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447" b="1">
                <a:solidFill>
                  <a:schemeClr val="tx1"/>
                </a:solidFill>
                <a:latin typeface="+mj-lt"/>
                <a:ea typeface="+mj-lt"/>
                <a:cs typeface="+mj-lt"/>
              </a:defRPr>
            </a:defPPr>
            <a:lvl1pPr marL="0" indent="0" algn="l">
              <a:lnSpc>
                <a:spcPct val="110000"/>
              </a:lnSpc>
              <a:spcBef>
                <a:spcPts val="0"/>
              </a:spcBef>
              <a:spcAft>
                <a:spcPts val="0"/>
              </a:spcAft>
              <a:buNone/>
              <a:defRPr sz="3447" b="1">
                <a:solidFill>
                  <a:schemeClr val="tx1"/>
                </a:solidFill>
                <a:latin typeface="+mj-lt"/>
                <a:ea typeface="+mj-lt"/>
                <a:cs typeface="+mj-lt"/>
              </a:defRPr>
            </a:lvl1pPr>
            <a:lvl2pPr marL="0" indent="0" algn="l">
              <a:lnSpc>
                <a:spcPct val="110000"/>
              </a:lnSpc>
              <a:spcBef>
                <a:spcPts val="0"/>
              </a:spcBef>
              <a:spcAft>
                <a:spcPts val="0"/>
              </a:spcAft>
              <a:buNone/>
              <a:defRPr sz="3447" b="1">
                <a:solidFill>
                  <a:schemeClr val="tx1"/>
                </a:solidFill>
                <a:latin typeface="+mj-lt"/>
                <a:ea typeface="+mj-lt"/>
                <a:cs typeface="+mj-lt"/>
              </a:defRPr>
            </a:lvl2pPr>
            <a:lvl3pPr marL="0" indent="0" algn="l">
              <a:lnSpc>
                <a:spcPct val="110000"/>
              </a:lnSpc>
              <a:spcBef>
                <a:spcPts val="0"/>
              </a:spcBef>
              <a:spcAft>
                <a:spcPts val="0"/>
              </a:spcAft>
              <a:buNone/>
              <a:defRPr sz="3447" b="1">
                <a:solidFill>
                  <a:schemeClr val="tx1"/>
                </a:solidFill>
                <a:latin typeface="+mj-lt"/>
                <a:ea typeface="+mj-lt"/>
                <a:cs typeface="+mj-lt"/>
              </a:defRPr>
            </a:lvl3pPr>
            <a:lvl4pPr marL="0" indent="0" algn="l">
              <a:lnSpc>
                <a:spcPct val="110000"/>
              </a:lnSpc>
              <a:spcBef>
                <a:spcPts val="0"/>
              </a:spcBef>
              <a:spcAft>
                <a:spcPts val="0"/>
              </a:spcAft>
              <a:buNone/>
              <a:defRPr sz="3447" b="1">
                <a:solidFill>
                  <a:schemeClr val="tx1"/>
                </a:solidFill>
                <a:latin typeface="+mj-lt"/>
                <a:ea typeface="+mj-lt"/>
                <a:cs typeface="+mj-lt"/>
              </a:defRPr>
            </a:lvl4pPr>
            <a:lvl5pPr marL="0" indent="0" algn="l">
              <a:lnSpc>
                <a:spcPct val="110000"/>
              </a:lnSpc>
              <a:spcBef>
                <a:spcPts val="0"/>
              </a:spcBef>
              <a:spcAft>
                <a:spcPts val="0"/>
              </a:spcAft>
              <a:buNone/>
              <a:defRPr sz="3447" b="1">
                <a:solidFill>
                  <a:schemeClr val="tx1"/>
                </a:solidFill>
                <a:latin typeface="+mj-lt"/>
                <a:ea typeface="+mj-lt"/>
                <a:cs typeface="+mj-lt"/>
              </a:defRPr>
            </a:lvl5pPr>
            <a:lvl6pPr marL="0" indent="0" algn="l">
              <a:lnSpc>
                <a:spcPct val="110000"/>
              </a:lnSpc>
              <a:spcBef>
                <a:spcPts val="0"/>
              </a:spcBef>
              <a:spcAft>
                <a:spcPts val="0"/>
              </a:spcAft>
              <a:buNone/>
              <a:defRPr sz="3447" b="1">
                <a:solidFill>
                  <a:schemeClr val="tx1"/>
                </a:solidFill>
                <a:latin typeface="+mj-lt"/>
                <a:ea typeface="+mj-lt"/>
                <a:cs typeface="+mj-lt"/>
              </a:defRPr>
            </a:lvl6pPr>
            <a:lvl7pPr marL="0" indent="0" algn="l">
              <a:lnSpc>
                <a:spcPct val="110000"/>
              </a:lnSpc>
              <a:spcBef>
                <a:spcPts val="0"/>
              </a:spcBef>
              <a:spcAft>
                <a:spcPts val="0"/>
              </a:spcAft>
              <a:buNone/>
              <a:defRPr sz="3447" b="1">
                <a:solidFill>
                  <a:schemeClr val="tx1"/>
                </a:solidFill>
                <a:latin typeface="+mj-lt"/>
                <a:ea typeface="+mj-lt"/>
                <a:cs typeface="+mj-lt"/>
              </a:defRPr>
            </a:lvl7pPr>
            <a:lvl8pPr marL="0" indent="0" algn="l">
              <a:lnSpc>
                <a:spcPct val="110000"/>
              </a:lnSpc>
              <a:spcBef>
                <a:spcPts val="0"/>
              </a:spcBef>
              <a:spcAft>
                <a:spcPts val="0"/>
              </a:spcAft>
              <a:buNone/>
              <a:defRPr sz="3447" b="1">
                <a:solidFill>
                  <a:schemeClr val="tx1"/>
                </a:solidFill>
                <a:latin typeface="+mj-lt"/>
                <a:ea typeface="+mj-lt"/>
                <a:cs typeface="+mj-lt"/>
              </a:defRPr>
            </a:lvl8pPr>
            <a:lvl9pPr marL="0" indent="0" algn="l">
              <a:lnSpc>
                <a:spcPct val="110000"/>
              </a:lnSpc>
              <a:spcBef>
                <a:spcPts val="0"/>
              </a:spcBef>
              <a:spcAft>
                <a:spcPts val="0"/>
              </a:spcAft>
              <a:buNone/>
              <a:defRPr sz="3447"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4A1E28E-0F9E-4767-89A1-A9319A564D80}"/>
              </a:ext>
            </a:extLst>
          </p:cNvPr>
          <p:cNvSpPr>
            <a:spLocks xmlns:a="http://schemas.openxmlformats.org/drawingml/2006/main" noGrp="1"/>
          </p:cNvSpPr>
          <p:nvPr>
            <p:ph type="body" idx="1"/>
          </p:nvPr>
        </p:nvSpPr>
        <p:spPr>
          <a:xfrm xmlns:a="http://schemas.openxmlformats.org/drawingml/2006/main">
            <a:off x="720090" y="1989667"/>
            <a:ext cx="11361420" cy="445685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350" b="0">
                <a:solidFill>
                  <a:schemeClr val="tx1"/>
                </a:solidFill>
                <a:latin typeface="+mn-lt"/>
                <a:ea typeface="+mn-lt"/>
                <a:cs typeface="+mn-lt"/>
              </a:defRPr>
            </a:defPPr>
            <a:lvl1pPr marL="238760" indent="-238760" algn="l">
              <a:lnSpc>
                <a:spcPct val="110000"/>
              </a:lnSpc>
              <a:spcBef>
                <a:spcPts val="0"/>
              </a:spcBef>
              <a:spcAft>
                <a:spcPts val="1253"/>
              </a:spcAft>
              <a:buChar char="•"/>
              <a:defRPr sz="2350" b="0">
                <a:solidFill>
                  <a:schemeClr val="tx1"/>
                </a:solidFill>
                <a:latin typeface="+mn-lt"/>
                <a:ea typeface="+mn-lt"/>
                <a:cs typeface="+mn-lt"/>
              </a:defRPr>
            </a:lvl1pPr>
            <a:lvl2pPr marL="557107" indent="-238760" algn="l">
              <a:lnSpc>
                <a:spcPct val="110000"/>
              </a:lnSpc>
              <a:spcBef>
                <a:spcPts val="0"/>
              </a:spcBef>
              <a:spcAft>
                <a:spcPts val="1253"/>
              </a:spcAft>
              <a:buChar char="•"/>
              <a:defRPr sz="2350" b="0">
                <a:solidFill>
                  <a:schemeClr val="tx1"/>
                </a:solidFill>
                <a:latin typeface="+mn-lt"/>
                <a:ea typeface="+mn-lt"/>
                <a:cs typeface="+mn-lt"/>
              </a:defRPr>
            </a:lvl2pPr>
            <a:lvl3pPr marL="875453" indent="-238760" algn="l">
              <a:lnSpc>
                <a:spcPct val="110000"/>
              </a:lnSpc>
              <a:spcBef>
                <a:spcPts val="0"/>
              </a:spcBef>
              <a:spcAft>
                <a:spcPts val="1253"/>
              </a:spcAft>
              <a:buChar char="•"/>
              <a:defRPr sz="2350" b="0">
                <a:solidFill>
                  <a:schemeClr val="tx1"/>
                </a:solidFill>
                <a:latin typeface="+mn-lt"/>
                <a:ea typeface="+mn-lt"/>
                <a:cs typeface="+mn-lt"/>
              </a:defRPr>
            </a:lvl3pPr>
            <a:lvl4pPr marL="1193800" indent="-238760" algn="l">
              <a:lnSpc>
                <a:spcPct val="110000"/>
              </a:lnSpc>
              <a:spcBef>
                <a:spcPts val="0"/>
              </a:spcBef>
              <a:spcAft>
                <a:spcPts val="1253"/>
              </a:spcAft>
              <a:buChar char="•"/>
              <a:defRPr sz="2350" b="0">
                <a:solidFill>
                  <a:schemeClr val="tx1"/>
                </a:solidFill>
                <a:latin typeface="+mn-lt"/>
                <a:ea typeface="+mn-lt"/>
                <a:cs typeface="+mn-lt"/>
              </a:defRPr>
            </a:lvl4pPr>
            <a:lvl5pPr marL="1512147" indent="-238760" algn="l">
              <a:lnSpc>
                <a:spcPct val="110000"/>
              </a:lnSpc>
              <a:spcBef>
                <a:spcPts val="0"/>
              </a:spcBef>
              <a:spcAft>
                <a:spcPts val="1253"/>
              </a:spcAft>
              <a:buChar char="•"/>
              <a:defRPr sz="2350" b="0">
                <a:solidFill>
                  <a:schemeClr val="tx1"/>
                </a:solidFill>
                <a:latin typeface="+mn-lt"/>
                <a:ea typeface="+mn-lt"/>
                <a:cs typeface="+mn-lt"/>
              </a:defRPr>
            </a:lvl5pPr>
            <a:lvl6pPr marL="1830493" indent="-238760" algn="l">
              <a:lnSpc>
                <a:spcPct val="110000"/>
              </a:lnSpc>
              <a:spcBef>
                <a:spcPts val="0"/>
              </a:spcBef>
              <a:spcAft>
                <a:spcPts val="1253"/>
              </a:spcAft>
              <a:buChar char="•"/>
              <a:defRPr sz="2350" b="0">
                <a:solidFill>
                  <a:schemeClr val="tx1"/>
                </a:solidFill>
                <a:latin typeface="+mn-lt"/>
                <a:ea typeface="+mn-lt"/>
                <a:cs typeface="+mn-lt"/>
              </a:defRPr>
            </a:lvl6pPr>
            <a:lvl7pPr marL="2148840" indent="-238760" algn="l">
              <a:lnSpc>
                <a:spcPct val="110000"/>
              </a:lnSpc>
              <a:spcBef>
                <a:spcPts val="0"/>
              </a:spcBef>
              <a:spcAft>
                <a:spcPts val="1253"/>
              </a:spcAft>
              <a:buChar char="•"/>
              <a:defRPr sz="2350" b="0">
                <a:solidFill>
                  <a:schemeClr val="tx1"/>
                </a:solidFill>
                <a:latin typeface="+mn-lt"/>
                <a:ea typeface="+mn-lt"/>
                <a:cs typeface="+mn-lt"/>
              </a:defRPr>
            </a:lvl7pPr>
            <a:lvl8pPr marL="2467187" indent="-238760" algn="l">
              <a:lnSpc>
                <a:spcPct val="110000"/>
              </a:lnSpc>
              <a:spcBef>
                <a:spcPts val="0"/>
              </a:spcBef>
              <a:spcAft>
                <a:spcPts val="1253"/>
              </a:spcAft>
              <a:buChar char="•"/>
              <a:defRPr sz="2350" b="0">
                <a:solidFill>
                  <a:schemeClr val="tx1"/>
                </a:solidFill>
                <a:latin typeface="+mn-lt"/>
                <a:ea typeface="+mn-lt"/>
                <a:cs typeface="+mn-lt"/>
              </a:defRPr>
            </a:lvl8pPr>
            <a:lvl9pPr marL="2785533" indent="-238760" algn="l">
              <a:lnSpc>
                <a:spcPct val="110000"/>
              </a:lnSpc>
              <a:spcBef>
                <a:spcPts val="0"/>
              </a:spcBef>
              <a:spcAft>
                <a:spcPts val="1253"/>
              </a:spcAft>
              <a:buChar char="•"/>
              <a:defRPr sz="2350" b="0">
                <a:solidFill>
                  <a:schemeClr val="tx1"/>
                </a:solidFill>
                <a:latin typeface="+mn-lt"/>
                <a:ea typeface="+mn-lt"/>
                <a:cs typeface="+mn-lt"/>
              </a:defRPr>
            </a:lvl9pPr>
          </a:lstStyle>
          <a:p xmlns:a="http://schemas.openxmlformats.org/drawingml/2006/main"/>
        </p:txBody>
      </p:sp>
    </p:spTree>
  </p:cSld>
</p:sldLayout>
</file>

<file path=ppt/main_figures/Fig9/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D30F557-81AC-4F55-A3CF-C275D8FA58D7}"/>
              </a:ext>
            </a:extLst>
          </p:cNvPr>
          <p:cNvSpPr>
            <a:spLocks xmlns:a="http://schemas.openxmlformats.org/drawingml/2006/main" noGrp="1"/>
          </p:cNvSpPr>
          <p:nvPr>
            <p:ph type="title" idx="0"/>
          </p:nvPr>
        </p:nvSpPr>
        <p:spPr>
          <a:xfrm xmlns:a="http://schemas.openxmlformats.org/drawingml/2006/main">
            <a:off x="720090" y="557107"/>
            <a:ext cx="11361420" cy="87545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447" b="1">
                <a:solidFill>
                  <a:schemeClr val="tx1"/>
                </a:solidFill>
                <a:latin typeface="+mj-lt"/>
                <a:ea typeface="+mj-lt"/>
                <a:cs typeface="+mj-lt"/>
              </a:defRPr>
            </a:defPPr>
            <a:lvl1pPr marL="0" indent="0" algn="l">
              <a:lnSpc>
                <a:spcPct val="110000"/>
              </a:lnSpc>
              <a:spcBef>
                <a:spcPts val="0"/>
              </a:spcBef>
              <a:spcAft>
                <a:spcPts val="0"/>
              </a:spcAft>
              <a:buNone/>
              <a:defRPr sz="3447" b="1">
                <a:solidFill>
                  <a:schemeClr val="tx1"/>
                </a:solidFill>
                <a:latin typeface="+mj-lt"/>
                <a:ea typeface="+mj-lt"/>
                <a:cs typeface="+mj-lt"/>
              </a:defRPr>
            </a:lvl1pPr>
            <a:lvl2pPr marL="0" indent="0" algn="l">
              <a:lnSpc>
                <a:spcPct val="110000"/>
              </a:lnSpc>
              <a:spcBef>
                <a:spcPts val="0"/>
              </a:spcBef>
              <a:spcAft>
                <a:spcPts val="0"/>
              </a:spcAft>
              <a:buNone/>
              <a:defRPr sz="3447" b="1">
                <a:solidFill>
                  <a:schemeClr val="tx1"/>
                </a:solidFill>
                <a:latin typeface="+mj-lt"/>
                <a:ea typeface="+mj-lt"/>
                <a:cs typeface="+mj-lt"/>
              </a:defRPr>
            </a:lvl2pPr>
            <a:lvl3pPr marL="0" indent="0" algn="l">
              <a:lnSpc>
                <a:spcPct val="110000"/>
              </a:lnSpc>
              <a:spcBef>
                <a:spcPts val="0"/>
              </a:spcBef>
              <a:spcAft>
                <a:spcPts val="0"/>
              </a:spcAft>
              <a:buNone/>
              <a:defRPr sz="3447" b="1">
                <a:solidFill>
                  <a:schemeClr val="tx1"/>
                </a:solidFill>
                <a:latin typeface="+mj-lt"/>
                <a:ea typeface="+mj-lt"/>
                <a:cs typeface="+mj-lt"/>
              </a:defRPr>
            </a:lvl3pPr>
            <a:lvl4pPr marL="0" indent="0" algn="l">
              <a:lnSpc>
                <a:spcPct val="110000"/>
              </a:lnSpc>
              <a:spcBef>
                <a:spcPts val="0"/>
              </a:spcBef>
              <a:spcAft>
                <a:spcPts val="0"/>
              </a:spcAft>
              <a:buNone/>
              <a:defRPr sz="3447" b="1">
                <a:solidFill>
                  <a:schemeClr val="tx1"/>
                </a:solidFill>
                <a:latin typeface="+mj-lt"/>
                <a:ea typeface="+mj-lt"/>
                <a:cs typeface="+mj-lt"/>
              </a:defRPr>
            </a:lvl4pPr>
            <a:lvl5pPr marL="0" indent="0" algn="l">
              <a:lnSpc>
                <a:spcPct val="110000"/>
              </a:lnSpc>
              <a:spcBef>
                <a:spcPts val="0"/>
              </a:spcBef>
              <a:spcAft>
                <a:spcPts val="0"/>
              </a:spcAft>
              <a:buNone/>
              <a:defRPr sz="3447" b="1">
                <a:solidFill>
                  <a:schemeClr val="tx1"/>
                </a:solidFill>
                <a:latin typeface="+mj-lt"/>
                <a:ea typeface="+mj-lt"/>
                <a:cs typeface="+mj-lt"/>
              </a:defRPr>
            </a:lvl5pPr>
            <a:lvl6pPr marL="0" indent="0" algn="l">
              <a:lnSpc>
                <a:spcPct val="110000"/>
              </a:lnSpc>
              <a:spcBef>
                <a:spcPts val="0"/>
              </a:spcBef>
              <a:spcAft>
                <a:spcPts val="0"/>
              </a:spcAft>
              <a:buNone/>
              <a:defRPr sz="3447" b="1">
                <a:solidFill>
                  <a:schemeClr val="tx1"/>
                </a:solidFill>
                <a:latin typeface="+mj-lt"/>
                <a:ea typeface="+mj-lt"/>
                <a:cs typeface="+mj-lt"/>
              </a:defRPr>
            </a:lvl6pPr>
            <a:lvl7pPr marL="0" indent="0" algn="l">
              <a:lnSpc>
                <a:spcPct val="110000"/>
              </a:lnSpc>
              <a:spcBef>
                <a:spcPts val="0"/>
              </a:spcBef>
              <a:spcAft>
                <a:spcPts val="0"/>
              </a:spcAft>
              <a:buNone/>
              <a:defRPr sz="3447" b="1">
                <a:solidFill>
                  <a:schemeClr val="tx1"/>
                </a:solidFill>
                <a:latin typeface="+mj-lt"/>
                <a:ea typeface="+mj-lt"/>
                <a:cs typeface="+mj-lt"/>
              </a:defRPr>
            </a:lvl7pPr>
            <a:lvl8pPr marL="0" indent="0" algn="l">
              <a:lnSpc>
                <a:spcPct val="110000"/>
              </a:lnSpc>
              <a:spcBef>
                <a:spcPts val="0"/>
              </a:spcBef>
              <a:spcAft>
                <a:spcPts val="0"/>
              </a:spcAft>
              <a:buNone/>
              <a:defRPr sz="3447" b="1">
                <a:solidFill>
                  <a:schemeClr val="tx1"/>
                </a:solidFill>
                <a:latin typeface="+mj-lt"/>
                <a:ea typeface="+mj-lt"/>
                <a:cs typeface="+mj-lt"/>
              </a:defRPr>
            </a:lvl8pPr>
            <a:lvl9pPr marL="0" indent="0" algn="l">
              <a:lnSpc>
                <a:spcPct val="110000"/>
              </a:lnSpc>
              <a:spcBef>
                <a:spcPts val="0"/>
              </a:spcBef>
              <a:spcAft>
                <a:spcPts val="0"/>
              </a:spcAft>
              <a:buNone/>
              <a:defRPr sz="3447"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BC4D8D9-9F6F-4AF1-974D-E0B3F41B9142}"/>
              </a:ext>
            </a:extLst>
          </p:cNvPr>
          <p:cNvSpPr>
            <a:spLocks xmlns:a="http://schemas.openxmlformats.org/drawingml/2006/main" noGrp="1"/>
          </p:cNvSpPr>
          <p:nvPr>
            <p:ph type="body" idx="1"/>
          </p:nvPr>
        </p:nvSpPr>
        <p:spPr>
          <a:xfrm xmlns:a="http://schemas.openxmlformats.org/drawingml/2006/main">
            <a:off x="720090" y="1989667"/>
            <a:ext cx="5280660" cy="445685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93" b="0">
                <a:solidFill>
                  <a:schemeClr val="tx1"/>
                </a:solidFill>
                <a:latin typeface="+mn-lt"/>
                <a:ea typeface="+mn-lt"/>
                <a:cs typeface="+mn-lt"/>
              </a:defRPr>
            </a:defPPr>
            <a:lvl1pPr marL="238760" indent="-238760" algn="l">
              <a:lnSpc>
                <a:spcPct val="110000"/>
              </a:lnSpc>
              <a:spcBef>
                <a:spcPts val="0"/>
              </a:spcBef>
              <a:spcAft>
                <a:spcPts val="1253"/>
              </a:spcAft>
              <a:buChar char="•"/>
              <a:defRPr sz="2193" b="0">
                <a:solidFill>
                  <a:schemeClr val="tx1"/>
                </a:solidFill>
                <a:latin typeface="+mn-lt"/>
                <a:ea typeface="+mn-lt"/>
                <a:cs typeface="+mn-lt"/>
              </a:defRPr>
            </a:lvl1pPr>
            <a:lvl2pPr marL="557107" indent="-238760" algn="l">
              <a:lnSpc>
                <a:spcPct val="110000"/>
              </a:lnSpc>
              <a:spcBef>
                <a:spcPts val="0"/>
              </a:spcBef>
              <a:spcAft>
                <a:spcPts val="1253"/>
              </a:spcAft>
              <a:buChar char="•"/>
              <a:defRPr sz="2193" b="0">
                <a:solidFill>
                  <a:schemeClr val="tx1"/>
                </a:solidFill>
                <a:latin typeface="+mn-lt"/>
                <a:ea typeface="+mn-lt"/>
                <a:cs typeface="+mn-lt"/>
              </a:defRPr>
            </a:lvl2pPr>
            <a:lvl3pPr marL="875453" indent="-238760" algn="l">
              <a:lnSpc>
                <a:spcPct val="110000"/>
              </a:lnSpc>
              <a:spcBef>
                <a:spcPts val="0"/>
              </a:spcBef>
              <a:spcAft>
                <a:spcPts val="1253"/>
              </a:spcAft>
              <a:buChar char="•"/>
              <a:defRPr sz="2193" b="0">
                <a:solidFill>
                  <a:schemeClr val="tx1"/>
                </a:solidFill>
                <a:latin typeface="+mn-lt"/>
                <a:ea typeface="+mn-lt"/>
                <a:cs typeface="+mn-lt"/>
              </a:defRPr>
            </a:lvl3pPr>
            <a:lvl4pPr marL="1193800" indent="-238760" algn="l">
              <a:lnSpc>
                <a:spcPct val="110000"/>
              </a:lnSpc>
              <a:spcBef>
                <a:spcPts val="0"/>
              </a:spcBef>
              <a:spcAft>
                <a:spcPts val="1253"/>
              </a:spcAft>
              <a:buChar char="•"/>
              <a:defRPr sz="2193" b="0">
                <a:solidFill>
                  <a:schemeClr val="tx1"/>
                </a:solidFill>
                <a:latin typeface="+mn-lt"/>
                <a:ea typeface="+mn-lt"/>
                <a:cs typeface="+mn-lt"/>
              </a:defRPr>
            </a:lvl4pPr>
            <a:lvl5pPr marL="1512147" indent="-238760" algn="l">
              <a:lnSpc>
                <a:spcPct val="110000"/>
              </a:lnSpc>
              <a:spcBef>
                <a:spcPts val="0"/>
              </a:spcBef>
              <a:spcAft>
                <a:spcPts val="1253"/>
              </a:spcAft>
              <a:buChar char="•"/>
              <a:defRPr sz="2193" b="0">
                <a:solidFill>
                  <a:schemeClr val="tx1"/>
                </a:solidFill>
                <a:latin typeface="+mn-lt"/>
                <a:ea typeface="+mn-lt"/>
                <a:cs typeface="+mn-lt"/>
              </a:defRPr>
            </a:lvl5pPr>
            <a:lvl6pPr marL="1830493" indent="-238760" algn="l">
              <a:lnSpc>
                <a:spcPct val="110000"/>
              </a:lnSpc>
              <a:spcBef>
                <a:spcPts val="0"/>
              </a:spcBef>
              <a:spcAft>
                <a:spcPts val="1253"/>
              </a:spcAft>
              <a:buChar char="•"/>
              <a:defRPr sz="2193" b="0">
                <a:solidFill>
                  <a:schemeClr val="tx1"/>
                </a:solidFill>
                <a:latin typeface="+mn-lt"/>
                <a:ea typeface="+mn-lt"/>
                <a:cs typeface="+mn-lt"/>
              </a:defRPr>
            </a:lvl6pPr>
            <a:lvl7pPr marL="2148840" indent="-238760" algn="l">
              <a:lnSpc>
                <a:spcPct val="110000"/>
              </a:lnSpc>
              <a:spcBef>
                <a:spcPts val="0"/>
              </a:spcBef>
              <a:spcAft>
                <a:spcPts val="1253"/>
              </a:spcAft>
              <a:buChar char="•"/>
              <a:defRPr sz="2193" b="0">
                <a:solidFill>
                  <a:schemeClr val="tx1"/>
                </a:solidFill>
                <a:latin typeface="+mn-lt"/>
                <a:ea typeface="+mn-lt"/>
                <a:cs typeface="+mn-lt"/>
              </a:defRPr>
            </a:lvl7pPr>
            <a:lvl8pPr marL="2467187" indent="-238760" algn="l">
              <a:lnSpc>
                <a:spcPct val="110000"/>
              </a:lnSpc>
              <a:spcBef>
                <a:spcPts val="0"/>
              </a:spcBef>
              <a:spcAft>
                <a:spcPts val="1253"/>
              </a:spcAft>
              <a:buChar char="•"/>
              <a:defRPr sz="2193" b="0">
                <a:solidFill>
                  <a:schemeClr val="tx1"/>
                </a:solidFill>
                <a:latin typeface="+mn-lt"/>
                <a:ea typeface="+mn-lt"/>
                <a:cs typeface="+mn-lt"/>
              </a:defRPr>
            </a:lvl8pPr>
            <a:lvl9pPr marL="2785533" indent="-238760" algn="l">
              <a:lnSpc>
                <a:spcPct val="110000"/>
              </a:lnSpc>
              <a:spcBef>
                <a:spcPts val="0"/>
              </a:spcBef>
              <a:spcAft>
                <a:spcPts val="1253"/>
              </a:spcAft>
              <a:buChar char="•"/>
              <a:defRPr sz="2193"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B05ED96-DF93-496E-9811-16802001FEE3}"/>
              </a:ext>
            </a:extLst>
          </p:cNvPr>
          <p:cNvSpPr>
            <a:spLocks xmlns:a="http://schemas.openxmlformats.org/drawingml/2006/main" noGrp="1"/>
          </p:cNvSpPr>
          <p:nvPr>
            <p:ph type="body" idx="2"/>
          </p:nvPr>
        </p:nvSpPr>
        <p:spPr>
          <a:xfrm xmlns:a="http://schemas.openxmlformats.org/drawingml/2006/main">
            <a:off x="6800850" y="1989667"/>
            <a:ext cx="5280660" cy="445685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93" b="0">
                <a:solidFill>
                  <a:schemeClr val="tx1"/>
                </a:solidFill>
                <a:latin typeface="+mn-lt"/>
                <a:ea typeface="+mn-lt"/>
                <a:cs typeface="+mn-lt"/>
              </a:defRPr>
            </a:defPPr>
            <a:lvl1pPr marL="238760" indent="-238760" algn="l">
              <a:lnSpc>
                <a:spcPct val="110000"/>
              </a:lnSpc>
              <a:spcBef>
                <a:spcPts val="0"/>
              </a:spcBef>
              <a:spcAft>
                <a:spcPts val="1253"/>
              </a:spcAft>
              <a:buChar char="•"/>
              <a:defRPr sz="2193" b="0">
                <a:solidFill>
                  <a:schemeClr val="tx1"/>
                </a:solidFill>
                <a:latin typeface="+mn-lt"/>
                <a:ea typeface="+mn-lt"/>
                <a:cs typeface="+mn-lt"/>
              </a:defRPr>
            </a:lvl1pPr>
            <a:lvl2pPr marL="557107" indent="-238760" algn="l">
              <a:lnSpc>
                <a:spcPct val="110000"/>
              </a:lnSpc>
              <a:spcBef>
                <a:spcPts val="0"/>
              </a:spcBef>
              <a:spcAft>
                <a:spcPts val="1253"/>
              </a:spcAft>
              <a:buChar char="•"/>
              <a:defRPr sz="2193" b="0">
                <a:solidFill>
                  <a:schemeClr val="tx1"/>
                </a:solidFill>
                <a:latin typeface="+mn-lt"/>
                <a:ea typeface="+mn-lt"/>
                <a:cs typeface="+mn-lt"/>
              </a:defRPr>
            </a:lvl2pPr>
            <a:lvl3pPr marL="875453" indent="-238760" algn="l">
              <a:lnSpc>
                <a:spcPct val="110000"/>
              </a:lnSpc>
              <a:spcBef>
                <a:spcPts val="0"/>
              </a:spcBef>
              <a:spcAft>
                <a:spcPts val="1253"/>
              </a:spcAft>
              <a:buChar char="•"/>
              <a:defRPr sz="2193" b="0">
                <a:solidFill>
                  <a:schemeClr val="tx1"/>
                </a:solidFill>
                <a:latin typeface="+mn-lt"/>
                <a:ea typeface="+mn-lt"/>
                <a:cs typeface="+mn-lt"/>
              </a:defRPr>
            </a:lvl3pPr>
            <a:lvl4pPr marL="1193800" indent="-238760" algn="l">
              <a:lnSpc>
                <a:spcPct val="110000"/>
              </a:lnSpc>
              <a:spcBef>
                <a:spcPts val="0"/>
              </a:spcBef>
              <a:spcAft>
                <a:spcPts val="1253"/>
              </a:spcAft>
              <a:buChar char="•"/>
              <a:defRPr sz="2193" b="0">
                <a:solidFill>
                  <a:schemeClr val="tx1"/>
                </a:solidFill>
                <a:latin typeface="+mn-lt"/>
                <a:ea typeface="+mn-lt"/>
                <a:cs typeface="+mn-lt"/>
              </a:defRPr>
            </a:lvl4pPr>
            <a:lvl5pPr marL="1512147" indent="-238760" algn="l">
              <a:lnSpc>
                <a:spcPct val="110000"/>
              </a:lnSpc>
              <a:spcBef>
                <a:spcPts val="0"/>
              </a:spcBef>
              <a:spcAft>
                <a:spcPts val="1253"/>
              </a:spcAft>
              <a:buChar char="•"/>
              <a:defRPr sz="2193" b="0">
                <a:solidFill>
                  <a:schemeClr val="tx1"/>
                </a:solidFill>
                <a:latin typeface="+mn-lt"/>
                <a:ea typeface="+mn-lt"/>
                <a:cs typeface="+mn-lt"/>
              </a:defRPr>
            </a:lvl5pPr>
            <a:lvl6pPr marL="1830493" indent="-238760" algn="l">
              <a:lnSpc>
                <a:spcPct val="110000"/>
              </a:lnSpc>
              <a:spcBef>
                <a:spcPts val="0"/>
              </a:spcBef>
              <a:spcAft>
                <a:spcPts val="1253"/>
              </a:spcAft>
              <a:buChar char="•"/>
              <a:defRPr sz="2193" b="0">
                <a:solidFill>
                  <a:schemeClr val="tx1"/>
                </a:solidFill>
                <a:latin typeface="+mn-lt"/>
                <a:ea typeface="+mn-lt"/>
                <a:cs typeface="+mn-lt"/>
              </a:defRPr>
            </a:lvl6pPr>
            <a:lvl7pPr marL="2148840" indent="-238760" algn="l">
              <a:lnSpc>
                <a:spcPct val="110000"/>
              </a:lnSpc>
              <a:spcBef>
                <a:spcPts val="0"/>
              </a:spcBef>
              <a:spcAft>
                <a:spcPts val="1253"/>
              </a:spcAft>
              <a:buChar char="•"/>
              <a:defRPr sz="2193" b="0">
                <a:solidFill>
                  <a:schemeClr val="tx1"/>
                </a:solidFill>
                <a:latin typeface="+mn-lt"/>
                <a:ea typeface="+mn-lt"/>
                <a:cs typeface="+mn-lt"/>
              </a:defRPr>
            </a:lvl7pPr>
            <a:lvl8pPr marL="2467187" indent="-238760" algn="l">
              <a:lnSpc>
                <a:spcPct val="110000"/>
              </a:lnSpc>
              <a:spcBef>
                <a:spcPts val="0"/>
              </a:spcBef>
              <a:spcAft>
                <a:spcPts val="1253"/>
              </a:spcAft>
              <a:buChar char="•"/>
              <a:defRPr sz="2193" b="0">
                <a:solidFill>
                  <a:schemeClr val="tx1"/>
                </a:solidFill>
                <a:latin typeface="+mn-lt"/>
                <a:ea typeface="+mn-lt"/>
                <a:cs typeface="+mn-lt"/>
              </a:defRPr>
            </a:lvl8pPr>
            <a:lvl9pPr marL="2785533" indent="-238760" algn="l">
              <a:lnSpc>
                <a:spcPct val="110000"/>
              </a:lnSpc>
              <a:spcBef>
                <a:spcPts val="0"/>
              </a:spcBef>
              <a:spcAft>
                <a:spcPts val="1253"/>
              </a:spcAft>
              <a:buChar char="•"/>
              <a:defRPr sz="2193" b="0">
                <a:solidFill>
                  <a:schemeClr val="tx1"/>
                </a:solidFill>
                <a:latin typeface="+mn-lt"/>
                <a:ea typeface="+mn-lt"/>
                <a:cs typeface="+mn-lt"/>
              </a:defRPr>
            </a:lvl9pPr>
          </a:lstStyle>
          <a:p xmlns:a="http://schemas.openxmlformats.org/drawingml/2006/main"/>
        </p:txBody>
      </p:sp>
    </p:spTree>
  </p:cSld>
</p:sldLayout>
</file>

<file path=ppt/main_figures/Fig9/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00D23E2-795C-4E78-AA9D-B6F00756C1A9}"/>
              </a:ext>
            </a:extLst>
          </p:cNvPr>
          <p:cNvSpPr>
            <a:spLocks xmlns:a="http://schemas.openxmlformats.org/drawingml/2006/main" noGrp="1"/>
          </p:cNvSpPr>
          <p:nvPr>
            <p:ph type="title" idx="0"/>
          </p:nvPr>
        </p:nvSpPr>
        <p:spPr>
          <a:xfrm xmlns:a="http://schemas.openxmlformats.org/drawingml/2006/main">
            <a:off x="720090" y="557107"/>
            <a:ext cx="11361420" cy="87545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447" b="1">
                <a:solidFill>
                  <a:schemeClr val="tx1"/>
                </a:solidFill>
                <a:latin typeface="+mj-lt"/>
                <a:ea typeface="+mj-lt"/>
                <a:cs typeface="+mj-lt"/>
              </a:defRPr>
            </a:defPPr>
            <a:lvl1pPr marL="0" indent="0" algn="l">
              <a:lnSpc>
                <a:spcPct val="110000"/>
              </a:lnSpc>
              <a:spcBef>
                <a:spcPts val="0"/>
              </a:spcBef>
              <a:spcAft>
                <a:spcPts val="0"/>
              </a:spcAft>
              <a:buNone/>
              <a:defRPr sz="3447" b="1">
                <a:solidFill>
                  <a:schemeClr val="tx1"/>
                </a:solidFill>
                <a:latin typeface="+mj-lt"/>
                <a:ea typeface="+mj-lt"/>
                <a:cs typeface="+mj-lt"/>
              </a:defRPr>
            </a:lvl1pPr>
            <a:lvl2pPr marL="0" indent="0" algn="l">
              <a:lnSpc>
                <a:spcPct val="110000"/>
              </a:lnSpc>
              <a:spcBef>
                <a:spcPts val="0"/>
              </a:spcBef>
              <a:spcAft>
                <a:spcPts val="0"/>
              </a:spcAft>
              <a:buNone/>
              <a:defRPr sz="3447" b="1">
                <a:solidFill>
                  <a:schemeClr val="tx1"/>
                </a:solidFill>
                <a:latin typeface="+mj-lt"/>
                <a:ea typeface="+mj-lt"/>
                <a:cs typeface="+mj-lt"/>
              </a:defRPr>
            </a:lvl2pPr>
            <a:lvl3pPr marL="0" indent="0" algn="l">
              <a:lnSpc>
                <a:spcPct val="110000"/>
              </a:lnSpc>
              <a:spcBef>
                <a:spcPts val="0"/>
              </a:spcBef>
              <a:spcAft>
                <a:spcPts val="0"/>
              </a:spcAft>
              <a:buNone/>
              <a:defRPr sz="3447" b="1">
                <a:solidFill>
                  <a:schemeClr val="tx1"/>
                </a:solidFill>
                <a:latin typeface="+mj-lt"/>
                <a:ea typeface="+mj-lt"/>
                <a:cs typeface="+mj-lt"/>
              </a:defRPr>
            </a:lvl3pPr>
            <a:lvl4pPr marL="0" indent="0" algn="l">
              <a:lnSpc>
                <a:spcPct val="110000"/>
              </a:lnSpc>
              <a:spcBef>
                <a:spcPts val="0"/>
              </a:spcBef>
              <a:spcAft>
                <a:spcPts val="0"/>
              </a:spcAft>
              <a:buNone/>
              <a:defRPr sz="3447" b="1">
                <a:solidFill>
                  <a:schemeClr val="tx1"/>
                </a:solidFill>
                <a:latin typeface="+mj-lt"/>
                <a:ea typeface="+mj-lt"/>
                <a:cs typeface="+mj-lt"/>
              </a:defRPr>
            </a:lvl4pPr>
            <a:lvl5pPr marL="0" indent="0" algn="l">
              <a:lnSpc>
                <a:spcPct val="110000"/>
              </a:lnSpc>
              <a:spcBef>
                <a:spcPts val="0"/>
              </a:spcBef>
              <a:spcAft>
                <a:spcPts val="0"/>
              </a:spcAft>
              <a:buNone/>
              <a:defRPr sz="3447" b="1">
                <a:solidFill>
                  <a:schemeClr val="tx1"/>
                </a:solidFill>
                <a:latin typeface="+mj-lt"/>
                <a:ea typeface="+mj-lt"/>
                <a:cs typeface="+mj-lt"/>
              </a:defRPr>
            </a:lvl5pPr>
            <a:lvl6pPr marL="0" indent="0" algn="l">
              <a:lnSpc>
                <a:spcPct val="110000"/>
              </a:lnSpc>
              <a:spcBef>
                <a:spcPts val="0"/>
              </a:spcBef>
              <a:spcAft>
                <a:spcPts val="0"/>
              </a:spcAft>
              <a:buNone/>
              <a:defRPr sz="3447" b="1">
                <a:solidFill>
                  <a:schemeClr val="tx1"/>
                </a:solidFill>
                <a:latin typeface="+mj-lt"/>
                <a:ea typeface="+mj-lt"/>
                <a:cs typeface="+mj-lt"/>
              </a:defRPr>
            </a:lvl6pPr>
            <a:lvl7pPr marL="0" indent="0" algn="l">
              <a:lnSpc>
                <a:spcPct val="110000"/>
              </a:lnSpc>
              <a:spcBef>
                <a:spcPts val="0"/>
              </a:spcBef>
              <a:spcAft>
                <a:spcPts val="0"/>
              </a:spcAft>
              <a:buNone/>
              <a:defRPr sz="3447" b="1">
                <a:solidFill>
                  <a:schemeClr val="tx1"/>
                </a:solidFill>
                <a:latin typeface="+mj-lt"/>
                <a:ea typeface="+mj-lt"/>
                <a:cs typeface="+mj-lt"/>
              </a:defRPr>
            </a:lvl7pPr>
            <a:lvl8pPr marL="0" indent="0" algn="l">
              <a:lnSpc>
                <a:spcPct val="110000"/>
              </a:lnSpc>
              <a:spcBef>
                <a:spcPts val="0"/>
              </a:spcBef>
              <a:spcAft>
                <a:spcPts val="0"/>
              </a:spcAft>
              <a:buNone/>
              <a:defRPr sz="3447" b="1">
                <a:solidFill>
                  <a:schemeClr val="tx1"/>
                </a:solidFill>
                <a:latin typeface="+mj-lt"/>
                <a:ea typeface="+mj-lt"/>
                <a:cs typeface="+mj-lt"/>
              </a:defRPr>
            </a:lvl8pPr>
            <a:lvl9pPr marL="0" indent="0" algn="l">
              <a:lnSpc>
                <a:spcPct val="110000"/>
              </a:lnSpc>
              <a:spcBef>
                <a:spcPts val="0"/>
              </a:spcBef>
              <a:spcAft>
                <a:spcPts val="0"/>
              </a:spcAft>
              <a:buNone/>
              <a:defRPr sz="3447"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BC10D42-C969-485A-B24A-D777D4726B77}"/>
              </a:ext>
            </a:extLst>
          </p:cNvPr>
          <p:cNvSpPr>
            <a:spLocks xmlns:a="http://schemas.openxmlformats.org/drawingml/2006/main" noGrp="1"/>
          </p:cNvSpPr>
          <p:nvPr>
            <p:ph type="body" idx="1"/>
          </p:nvPr>
        </p:nvSpPr>
        <p:spPr>
          <a:xfrm xmlns:a="http://schemas.openxmlformats.org/drawingml/2006/main">
            <a:off x="720090" y="1989667"/>
            <a:ext cx="5280660" cy="445685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350" b="0">
                <a:solidFill>
                  <a:schemeClr val="tx1"/>
                </a:solidFill>
                <a:latin typeface="+mn-lt"/>
                <a:ea typeface="+mn-lt"/>
                <a:cs typeface="+mn-lt"/>
              </a:defRPr>
            </a:defPPr>
            <a:lvl1pPr marL="238760" indent="-238760" algn="l">
              <a:lnSpc>
                <a:spcPct val="110000"/>
              </a:lnSpc>
              <a:spcBef>
                <a:spcPts val="0"/>
              </a:spcBef>
              <a:spcAft>
                <a:spcPts val="1253"/>
              </a:spcAft>
              <a:buChar char="•"/>
              <a:defRPr sz="2350" b="0">
                <a:solidFill>
                  <a:schemeClr val="tx1"/>
                </a:solidFill>
                <a:latin typeface="+mn-lt"/>
                <a:ea typeface="+mn-lt"/>
                <a:cs typeface="+mn-lt"/>
              </a:defRPr>
            </a:lvl1pPr>
            <a:lvl2pPr marL="557107" indent="-238760" algn="l">
              <a:lnSpc>
                <a:spcPct val="110000"/>
              </a:lnSpc>
              <a:spcBef>
                <a:spcPts val="0"/>
              </a:spcBef>
              <a:spcAft>
                <a:spcPts val="1253"/>
              </a:spcAft>
              <a:buChar char="•"/>
              <a:defRPr sz="2350" b="0">
                <a:solidFill>
                  <a:schemeClr val="tx1"/>
                </a:solidFill>
                <a:latin typeface="+mn-lt"/>
                <a:ea typeface="+mn-lt"/>
                <a:cs typeface="+mn-lt"/>
              </a:defRPr>
            </a:lvl2pPr>
            <a:lvl3pPr marL="875453" indent="-238760" algn="l">
              <a:lnSpc>
                <a:spcPct val="110000"/>
              </a:lnSpc>
              <a:spcBef>
                <a:spcPts val="0"/>
              </a:spcBef>
              <a:spcAft>
                <a:spcPts val="1253"/>
              </a:spcAft>
              <a:buChar char="•"/>
              <a:defRPr sz="2350" b="0">
                <a:solidFill>
                  <a:schemeClr val="tx1"/>
                </a:solidFill>
                <a:latin typeface="+mn-lt"/>
                <a:ea typeface="+mn-lt"/>
                <a:cs typeface="+mn-lt"/>
              </a:defRPr>
            </a:lvl3pPr>
            <a:lvl4pPr marL="1193800" indent="-238760" algn="l">
              <a:lnSpc>
                <a:spcPct val="110000"/>
              </a:lnSpc>
              <a:spcBef>
                <a:spcPts val="0"/>
              </a:spcBef>
              <a:spcAft>
                <a:spcPts val="1253"/>
              </a:spcAft>
              <a:buChar char="•"/>
              <a:defRPr sz="2350" b="0">
                <a:solidFill>
                  <a:schemeClr val="tx1"/>
                </a:solidFill>
                <a:latin typeface="+mn-lt"/>
                <a:ea typeface="+mn-lt"/>
                <a:cs typeface="+mn-lt"/>
              </a:defRPr>
            </a:lvl4pPr>
            <a:lvl5pPr marL="1512147" indent="-238760" algn="l">
              <a:lnSpc>
                <a:spcPct val="110000"/>
              </a:lnSpc>
              <a:spcBef>
                <a:spcPts val="0"/>
              </a:spcBef>
              <a:spcAft>
                <a:spcPts val="1253"/>
              </a:spcAft>
              <a:buChar char="•"/>
              <a:defRPr sz="2350" b="0">
                <a:solidFill>
                  <a:schemeClr val="tx1"/>
                </a:solidFill>
                <a:latin typeface="+mn-lt"/>
                <a:ea typeface="+mn-lt"/>
                <a:cs typeface="+mn-lt"/>
              </a:defRPr>
            </a:lvl5pPr>
            <a:lvl6pPr marL="1830493" indent="-238760" algn="l">
              <a:lnSpc>
                <a:spcPct val="110000"/>
              </a:lnSpc>
              <a:spcBef>
                <a:spcPts val="0"/>
              </a:spcBef>
              <a:spcAft>
                <a:spcPts val="1253"/>
              </a:spcAft>
              <a:buChar char="•"/>
              <a:defRPr sz="2350" b="0">
                <a:solidFill>
                  <a:schemeClr val="tx1"/>
                </a:solidFill>
                <a:latin typeface="+mn-lt"/>
                <a:ea typeface="+mn-lt"/>
                <a:cs typeface="+mn-lt"/>
              </a:defRPr>
            </a:lvl6pPr>
            <a:lvl7pPr marL="2148840" indent="-238760" algn="l">
              <a:lnSpc>
                <a:spcPct val="110000"/>
              </a:lnSpc>
              <a:spcBef>
                <a:spcPts val="0"/>
              </a:spcBef>
              <a:spcAft>
                <a:spcPts val="1253"/>
              </a:spcAft>
              <a:buChar char="•"/>
              <a:defRPr sz="2350" b="0">
                <a:solidFill>
                  <a:schemeClr val="tx1"/>
                </a:solidFill>
                <a:latin typeface="+mn-lt"/>
                <a:ea typeface="+mn-lt"/>
                <a:cs typeface="+mn-lt"/>
              </a:defRPr>
            </a:lvl7pPr>
            <a:lvl8pPr marL="2467187" indent="-238760" algn="l">
              <a:lnSpc>
                <a:spcPct val="110000"/>
              </a:lnSpc>
              <a:spcBef>
                <a:spcPts val="0"/>
              </a:spcBef>
              <a:spcAft>
                <a:spcPts val="1253"/>
              </a:spcAft>
              <a:buChar char="•"/>
              <a:defRPr sz="2350" b="0">
                <a:solidFill>
                  <a:schemeClr val="tx1"/>
                </a:solidFill>
                <a:latin typeface="+mn-lt"/>
                <a:ea typeface="+mn-lt"/>
                <a:cs typeface="+mn-lt"/>
              </a:defRPr>
            </a:lvl8pPr>
            <a:lvl9pPr marL="2785533" indent="-238760" algn="l">
              <a:lnSpc>
                <a:spcPct val="110000"/>
              </a:lnSpc>
              <a:spcBef>
                <a:spcPts val="0"/>
              </a:spcBef>
              <a:spcAft>
                <a:spcPts val="1253"/>
              </a:spcAft>
              <a:buChar char="•"/>
              <a:defRPr sz="2350" b="0">
                <a:solidFill>
                  <a:schemeClr val="tx1"/>
                </a:solidFill>
                <a:latin typeface="+mn-lt"/>
                <a:ea typeface="+mn-lt"/>
                <a:cs typeface="+mn-lt"/>
              </a:defRPr>
            </a:lvl9pPr>
          </a:lstStyle>
          <a:p xmlns:a="http://schemas.openxmlformats.org/drawingml/2006/main"/>
        </p:txBody>
      </p:sp>
    </p:spTree>
  </p:cSld>
</p:sldLayout>
</file>

<file path=ppt/main_figures/Fig9/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main_figures/Fig9/ppt/slideMasters/_rels/slideMaster1.xml.rels><?xml version='1.0' encoding='utf-8'?>
<Relationships xmlns="http://schemas.openxmlformats.org/package/2006/relationships"><Relationship Type="http://schemas.openxmlformats.org/officeDocument/2006/relationships/theme" Target="/ppt/main_figures/Fig9/ppt/slideMasters/theme/theme2.xml" Id="R29a03f62acb64ea7" /><Relationship Type="http://schemas.openxmlformats.org/officeDocument/2006/relationships/slideLayout" Target="/ppt/main_figures/Fig9/ppt/slideLayouts/slideLayout1.xml" Id="Rbf0ee5be009c4de4" /><Relationship Type="http://schemas.openxmlformats.org/officeDocument/2006/relationships/slideLayout" Target="/ppt/main_figures/Fig9/ppt/slideLayouts/slideLayout2.xml" Id="Rd58a26a9788e4f29" /><Relationship Type="http://schemas.openxmlformats.org/officeDocument/2006/relationships/slideLayout" Target="/ppt/main_figures/Fig9/ppt/slideLayouts/slideLayout3.xml" Id="Rbe6f0dc44f124cb4" /><Relationship Type="http://schemas.openxmlformats.org/officeDocument/2006/relationships/slideLayout" Target="/ppt/main_figures/Fig9/ppt/slideLayouts/slideLayout4.xml" Id="R20c56b678534464f" /><Relationship Type="http://schemas.openxmlformats.org/officeDocument/2006/relationships/slideLayout" Target="/ppt/main_figures/Fig9/ppt/slideLayouts/slideLayout5.xml" Id="Re9a7ff18e6ca4638" /><Relationship Type="http://schemas.openxmlformats.org/officeDocument/2006/relationships/slideLayout" Target="/ppt/main_figures/Fig9/ppt/slideLayouts/slideLayout6.xml" Id="R8d459480b0f6477e" /></Relationships>
</file>

<file path=ppt/main_figures/Fig9/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f0ee5be009c4de4"/>
    <p:sldLayoutId xmlns:r="http://schemas.openxmlformats.org/officeDocument/2006/relationships" id="2147483650" r:id="Rd58a26a9788e4f29"/>
    <p:sldLayoutId xmlns:r="http://schemas.openxmlformats.org/officeDocument/2006/relationships" id="2147483651" r:id="Rbe6f0dc44f124cb4"/>
    <p:sldLayoutId xmlns:r="http://schemas.openxmlformats.org/officeDocument/2006/relationships" id="2147483652" r:id="R20c56b678534464f"/>
    <p:sldLayoutId xmlns:r="http://schemas.openxmlformats.org/officeDocument/2006/relationships" id="2147483653" r:id="Re9a7ff18e6ca4638"/>
    <p:sldLayoutId xmlns:r="http://schemas.openxmlformats.org/officeDocument/2006/relationships" id="2147483654" r:id="R8d459480b0f6477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main_figures/Fig9/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9/ppt/slides/_rels/slide1.xml.rels><?xml version='1.0' encoding='utf-8'?>
<Relationships xmlns="http://schemas.openxmlformats.org/package/2006/relationships"><Relationship Type="http://schemas.openxmlformats.org/officeDocument/2006/relationships/slideLayout" Target="/ppt/main_figures/Fig9/ppt/slideLayouts/slideLayout6.xml" Id="Rd29a73450db741c6" /><Relationship Type="http://schemas.openxmlformats.org/officeDocument/2006/relationships/image" Target="/ppt/main_figures/Fig9/ppt/media/image.png" Id="R9ab9c0fb85204372" /><Relationship Type="http://schemas.openxmlformats.org/officeDocument/2006/relationships/image" Target="/ppt/main_figures/Fig9/ppt/media/image2.png" Id="R78fb98d9a8af476e" /><Relationship Type="http://schemas.openxmlformats.org/officeDocument/2006/relationships/image" Target="/ppt/main_figures/Fig9/ppt/media/image3.png" Id="R407d650ddf1440f5" /><Relationship Type="http://schemas.openxmlformats.org/officeDocument/2006/relationships/image" Target="/ppt/main_figures/Fig9/ppt/media/image4.png" Id="Rca544ad4d86345a5" /><Relationship Type="http://schemas.openxmlformats.org/officeDocument/2006/relationships/image" Target="/ppt/main_figures/Fig9/ppt/media/image5.png" Id="R9ff658b3385f4164" /><Relationship Type="http://schemas.openxmlformats.org/officeDocument/2006/relationships/image" Target="/ppt/main_figures/Fig9/ppt/media/image6.png" Id="R2004a92c0b3a4cac" /><Relationship Type="http://schemas.openxmlformats.org/officeDocument/2006/relationships/image" Target="/ppt/main_figures/Fig9/ppt/media/image7.png" Id="R355e38ca7c6b4f69" /><Relationship Type="http://schemas.openxmlformats.org/officeDocument/2006/relationships/image" Target="/ppt/main_figures/Fig9/ppt/media/image8.png" Id="R010b6224ce034ffe" /><Relationship Type="http://schemas.openxmlformats.org/officeDocument/2006/relationships/image" Target="/ppt/main_figures/Fig9/ppt/media/image9.png" Id="R0171dcdb745a43db" /><Relationship Type="http://schemas.openxmlformats.org/officeDocument/2006/relationships/notesSlide" Target="/ppt/main_figures/Fig9/ppt/notesSlides/notesSlide1.xml" Id="R9a6e1f0861cf459b" /><Relationship Id="addedSource100064" Type="http://schemas.openxmlformats.org/officeDocument/2006/relationships/image" Target="/ppt/main_figures/Fig9/ppt/media/added_source_100064.png" /><Relationship Id="addedSource100073" Type="http://schemas.openxmlformats.org/officeDocument/2006/relationships/image" Target="/ppt/main_figures/Fig9/ppt/media/added_source_100073.png" /><Relationship Id="addedSource100079" Type="http://schemas.openxmlformats.org/officeDocument/2006/relationships/image" Target="/ppt/main_figures/Fig9/ppt/media/added_source_100079.png" /><Relationship Id="addedSource100085" Type="http://schemas.openxmlformats.org/officeDocument/2006/relationships/image" Target="/ppt/main_figures/Fig9/ppt/media/added_source_100085.png" /><Relationship Id="addedSource100091" Type="http://schemas.openxmlformats.org/officeDocument/2006/relationships/image" Target="/ppt/main_figures/Fig9/ppt/media/added_source_100091.png" /></Relationships>
</file>

<file path=ppt/main_figures/Fig9/ppt/slides/slide1.xml><?xml version="1.0" encoding="utf-8"?>
<p:sld xmlns:a="http://schemas.openxmlformats.org/drawingml/2006/main" xmlns:ns2="http://schemas.microsoft.com/office/drawing/2014/main" xmlns:ns3="http://schemas.openxmlformats.org/officeDocument/2006/relationships" xmlns:ns4="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1" name="text_020">
            <a:extLst>
              <a:ext uri="{FF2B5EF4-FFF2-40B4-BE49-F238E27FC236}">
                <ns2:creationId id="{6A7B34B2-AE0C-44A0-8FBC-3A52CF9C01C0}"/>
              </a:ext>
            </a:extLst>
          </p:cNvPr>
          <p:cNvSpPr>
            <a:spLocks noGrp="1"/>
          </p:cNvSpPr>
          <p:nvPr/>
        </p:nvSpPr>
        <p:spPr>
          <a:xfrm rot="0">
            <a:off x="385645" y="57250"/>
            <a:ext cx="5231106" cy="190832"/>
          </a:xfrm>
          <a:prstGeom prst="rect">
            <a:avLst/>
          </a:prstGeom>
          <a:noFill/>
          <a:ln w="0">
            <a:noFill/>
            <a:prstDash val="solid"/>
          </a:ln>
        </p:spPr>
        <p:txBody>
          <a:bodyPr wrap="none" lIns="0" tIns="0" rIns="0" bIns="0" anchor="t">
            <a:noAutofit/>
          </a:bodyPr>
          <a:lstStyle>
            <a:defPPr algn="l">
              <a:defRPr sz="1950" b="1">
                <a:solidFill>
                  <a:srgbClr val="000000"/>
                </a:solidFill>
                <a:latin typeface="Arial"/>
                <a:ea typeface="Arial"/>
                <a:cs typeface="Arial"/>
              </a:defRPr>
            </a:defPPr>
            <a:lvl1pPr algn="l">
              <a:defRPr sz="1950" b="1">
                <a:solidFill>
                  <a:srgbClr val="000000"/>
                </a:solidFill>
                <a:latin typeface="Arial"/>
                <a:ea typeface="Arial"/>
                <a:cs typeface="Arial"/>
              </a:defRPr>
            </a:lvl1pPr>
            <a:lvl2pPr algn="l">
              <a:defRPr sz="1950" b="1">
                <a:solidFill>
                  <a:srgbClr val="000000"/>
                </a:solidFill>
                <a:latin typeface="Arial"/>
                <a:ea typeface="Arial"/>
                <a:cs typeface="Arial"/>
              </a:defRPr>
            </a:lvl2pPr>
            <a:lvl3pPr algn="l">
              <a:defRPr sz="1950" b="1">
                <a:solidFill>
                  <a:srgbClr val="000000"/>
                </a:solidFill>
                <a:latin typeface="Arial"/>
                <a:ea typeface="Arial"/>
                <a:cs typeface="Arial"/>
              </a:defRPr>
            </a:lvl3pPr>
            <a:lvl4pPr algn="l">
              <a:defRPr sz="1950" b="1">
                <a:solidFill>
                  <a:srgbClr val="000000"/>
                </a:solidFill>
                <a:latin typeface="Arial"/>
                <a:ea typeface="Arial"/>
                <a:cs typeface="Arial"/>
              </a:defRPr>
            </a:lvl4pPr>
            <a:lvl5pPr algn="l">
              <a:defRPr sz="1950" b="1">
                <a:solidFill>
                  <a:srgbClr val="000000"/>
                </a:solidFill>
                <a:latin typeface="Arial"/>
                <a:ea typeface="Arial"/>
                <a:cs typeface="Arial"/>
              </a:defRPr>
            </a:lvl5pPr>
            <a:lvl6pPr algn="l">
              <a:defRPr sz="1950" b="1">
                <a:solidFill>
                  <a:srgbClr val="000000"/>
                </a:solidFill>
                <a:latin typeface="Arial"/>
                <a:ea typeface="Arial"/>
                <a:cs typeface="Arial"/>
              </a:defRPr>
            </a:lvl6pPr>
            <a:lvl7pPr algn="l">
              <a:defRPr sz="1950" b="1">
                <a:solidFill>
                  <a:srgbClr val="000000"/>
                </a:solidFill>
                <a:latin typeface="Arial"/>
                <a:ea typeface="Arial"/>
                <a:cs typeface="Arial"/>
              </a:defRPr>
            </a:lvl7pPr>
            <a:lvl8pPr algn="l">
              <a:defRPr sz="1950" b="1">
                <a:solidFill>
                  <a:srgbClr val="000000"/>
                </a:solidFill>
                <a:latin typeface="Arial"/>
                <a:ea typeface="Arial"/>
                <a:cs typeface="Arial"/>
              </a:defRPr>
            </a:lvl8pPr>
            <a:lvl9pPr algn="l">
              <a:defRPr sz="1950" b="1">
                <a:solidFill>
                  <a:srgbClr val="000000"/>
                </a:solidFill>
                <a:latin typeface="Arial"/>
                <a:ea typeface="Arial"/>
                <a:cs typeface="Arial"/>
              </a:defRPr>
            </a:lvl9pPr>
          </a:lstStyle>
          <a:p>
            <a:pPr algn="l">
              <a:defRPr sz="1950" b="1">
                <a:solidFill>
                  <a:srgbClr val="000000"/>
                </a:solidFill>
                <a:latin typeface="Arial"/>
                <a:ea typeface="Arial"/>
                <a:cs typeface="Arial"/>
              </a:defRPr>
            </a:pPr>
            <a:r>
              <a:rPr sz="1950" b="1">
                <a:solidFill>
                  <a:srgbClr val="000000"/>
                </a:solidFill>
                <a:latin typeface="Arial"/>
                <a:ea typeface="Arial"/>
                <a:cs typeface="Arial"/>
              </a:rPr>
              <a:t>(a) RG-MTM-P</a:t>
            </a:r>
          </a:p>
        </p:txBody>
      </p:sp>
      <p:pic>
        <p:nvPicPr>
          <p:cNvPr id="22" name="">
            <a:extLst>
              <a:ext uri="{FF2B5EF4-FFF2-40B4-BE49-F238E27FC236}">
                <ns2:creationId id="{D3E264DE-009A-428C-B6ED-9BC0D8950F6C}"/>
              </a:ext>
            </a:extLst>
          </p:cNvPr>
          <p:cNvPicPr>
            <a:picLocks noChangeAspect="1"/>
          </p:cNvPicPr>
          <p:nvPr/>
        </p:nvPicPr>
        <p:blipFill>
          <a:blip ns3:embed="R78fb98d9a8af476e"/>
          <a:stretch/>
        </p:blipFill>
        <p:spPr>
          <a:xfrm>
            <a:off x="730133" y="362580"/>
            <a:ext cx="4299715" cy="1558455"/>
          </a:xfrm>
          <a:prstGeom prst="rect">
            <a:avLst/>
          </a:prstGeom>
        </p:spPr>
      </p:pic>
      <p:sp>
        <p:nvSpPr>
          <p:cNvPr id="24" name="line_023">
            <a:extLst>
              <a:ext uri="{FF2B5EF4-FFF2-40B4-BE49-F238E27FC236}">
                <ns2:creationId id="{483AE966-A424-467A-8AF0-1014DA5A9727}"/>
              </a:ext>
            </a:extLst>
          </p:cNvPr>
          <p:cNvSpPr>
            <a:spLocks noGrp="1"/>
          </p:cNvSpPr>
          <p:nvPr/>
        </p:nvSpPr>
        <p:spPr>
          <a:xfrm>
            <a:off x="679097" y="1921035"/>
            <a:ext cx="51035" cy="63"/>
          </a:xfrm>
          <a:custGeom>
            <a:pathLst>
              <a:path w="38100" h="95">
                <a:moveTo>
                  <a:pt x="0" y="0"/>
                </a:moveTo>
                <a:lnTo>
                  <a:pt x="38100" y="0"/>
                </a:lnTo>
              </a:path>
            </a:pathLst>
          </a:custGeom>
          <a:noFill/>
          <a:ln w="7620">
            <a:solidFill>
              <a:srgbClr val="7B8790"/>
            </a:solidFill>
            <a:prstDash val="solid"/>
          </a:ln>
        </p:spPr>
      </p:sp>
      <p:sp>
        <p:nvSpPr>
          <p:cNvPr id="25" name="text_024">
            <a:extLst>
              <a:ext uri="{FF2B5EF4-FFF2-40B4-BE49-F238E27FC236}">
                <ns2:creationId id="{3379A288-070A-46F9-815F-C58A53C95F25}"/>
              </a:ext>
            </a:extLst>
          </p:cNvPr>
          <p:cNvSpPr>
            <a:spLocks noGrp="1"/>
          </p:cNvSpPr>
          <p:nvPr/>
        </p:nvSpPr>
        <p:spPr>
          <a:xfrm rot="0">
            <a:off x="321851" y="1857424"/>
            <a:ext cx="318970" cy="139943"/>
          </a:xfrm>
          <a:prstGeom prst="rect">
            <a:avLst/>
          </a:prstGeom>
          <a:noFill/>
          <a:ln w="0">
            <a:noFill/>
            <a:prstDash val="solid"/>
          </a:ln>
        </p:spPr>
        <p:txBody>
          <a:bodyPr wrap="none" lIns="0" tIns="0" rIns="0" bIns="0" anchor="t">
            <a:noAutofit/>
          </a:bodyPr>
          <a:lstStyle>
            <a:defPPr algn="r">
              <a:defRPr sz="1350" b="0">
                <a:solidFill>
                  <a:srgbClr val="000000"/>
                </a:solidFill>
                <a:latin typeface="Arial"/>
                <a:ea typeface="Arial"/>
                <a:cs typeface="Arial"/>
              </a:defRPr>
            </a:defPPr>
            <a:lvl1pPr algn="r">
              <a:defRPr sz="1350" b="0">
                <a:solidFill>
                  <a:srgbClr val="000000"/>
                </a:solidFill>
                <a:latin typeface="Arial"/>
                <a:ea typeface="Arial"/>
                <a:cs typeface="Arial"/>
              </a:defRPr>
            </a:lvl1pPr>
            <a:lvl2pPr algn="r">
              <a:defRPr sz="1350" b="0">
                <a:solidFill>
                  <a:srgbClr val="000000"/>
                </a:solidFill>
                <a:latin typeface="Arial"/>
                <a:ea typeface="Arial"/>
                <a:cs typeface="Arial"/>
              </a:defRPr>
            </a:lvl2pPr>
            <a:lvl3pPr algn="r">
              <a:defRPr sz="1350" b="0">
                <a:solidFill>
                  <a:srgbClr val="000000"/>
                </a:solidFill>
                <a:latin typeface="Arial"/>
                <a:ea typeface="Arial"/>
                <a:cs typeface="Arial"/>
              </a:defRPr>
            </a:lvl3pPr>
            <a:lvl4pPr algn="r">
              <a:defRPr sz="1350" b="0">
                <a:solidFill>
                  <a:srgbClr val="000000"/>
                </a:solidFill>
                <a:latin typeface="Arial"/>
                <a:ea typeface="Arial"/>
                <a:cs typeface="Arial"/>
              </a:defRPr>
            </a:lvl4pPr>
            <a:lvl5pPr algn="r">
              <a:defRPr sz="1350" b="0">
                <a:solidFill>
                  <a:srgbClr val="000000"/>
                </a:solidFill>
                <a:latin typeface="Arial"/>
                <a:ea typeface="Arial"/>
                <a:cs typeface="Arial"/>
              </a:defRPr>
            </a:lvl5pPr>
            <a:lvl6pPr algn="r">
              <a:defRPr sz="1350" b="0">
                <a:solidFill>
                  <a:srgbClr val="000000"/>
                </a:solidFill>
                <a:latin typeface="Arial"/>
                <a:ea typeface="Arial"/>
                <a:cs typeface="Arial"/>
              </a:defRPr>
            </a:lvl6pPr>
            <a:lvl7pPr algn="r">
              <a:defRPr sz="1350" b="0">
                <a:solidFill>
                  <a:srgbClr val="000000"/>
                </a:solidFill>
                <a:latin typeface="Arial"/>
                <a:ea typeface="Arial"/>
                <a:cs typeface="Arial"/>
              </a:defRPr>
            </a:lvl7pPr>
            <a:lvl8pPr algn="r">
              <a:defRPr sz="1350" b="0">
                <a:solidFill>
                  <a:srgbClr val="000000"/>
                </a:solidFill>
                <a:latin typeface="Arial"/>
                <a:ea typeface="Arial"/>
                <a:cs typeface="Arial"/>
              </a:defRPr>
            </a:lvl8pPr>
            <a:lvl9pPr algn="r">
              <a:defRPr sz="1350" b="0">
                <a:solidFill>
                  <a:srgbClr val="000000"/>
                </a:solidFill>
                <a:latin typeface="Arial"/>
                <a:ea typeface="Arial"/>
                <a:cs typeface="Arial"/>
              </a:defRPr>
            </a:lvl9pPr>
          </a:lstStyle>
          <a:p>
            <a:pPr algn="r">
              <a:defRPr sz="1350" b="0">
                <a:solidFill>
                  <a:srgbClr val="000000"/>
                </a:solidFill>
                <a:latin typeface="Arial"/>
                <a:ea typeface="Arial"/>
                <a:cs typeface="Arial"/>
              </a:defRPr>
            </a:pPr>
            <a:r>
              <a:rPr sz="1350" b="0">
                <a:solidFill>
                  <a:srgbClr val="000000"/>
                </a:solidFill>
                <a:latin typeface="Arial"/>
                <a:ea typeface="Arial"/>
                <a:cs typeface="Arial"/>
              </a:rPr>
              <a:t>0</a:t>
            </a:r>
          </a:p>
        </p:txBody>
      </p:sp>
      <p:sp>
        <p:nvSpPr>
          <p:cNvPr id="26" name="line_025">
            <a:extLst>
              <a:ext uri="{FF2B5EF4-FFF2-40B4-BE49-F238E27FC236}">
                <ns2:creationId id="{F4DEA0C2-05BE-40C5-9299-6BA5CE0B6AFC}"/>
              </a:ext>
            </a:extLst>
          </p:cNvPr>
          <p:cNvSpPr>
            <a:spLocks noGrp="1"/>
          </p:cNvSpPr>
          <p:nvPr/>
        </p:nvSpPr>
        <p:spPr>
          <a:xfrm>
            <a:off x="679097" y="1141808"/>
            <a:ext cx="51035" cy="63"/>
          </a:xfrm>
          <a:custGeom>
            <a:pathLst>
              <a:path w="38100" h="95">
                <a:moveTo>
                  <a:pt x="0" y="0"/>
                </a:moveTo>
                <a:lnTo>
                  <a:pt x="38100" y="0"/>
                </a:lnTo>
              </a:path>
            </a:pathLst>
          </a:custGeom>
          <a:noFill/>
          <a:ln w="7620">
            <a:solidFill>
              <a:srgbClr val="7B8790"/>
            </a:solidFill>
            <a:prstDash val="solid"/>
          </a:ln>
        </p:spPr>
      </p:sp>
      <p:sp>
        <p:nvSpPr>
          <p:cNvPr id="27" name="text_026">
            <a:extLst>
              <a:ext uri="{FF2B5EF4-FFF2-40B4-BE49-F238E27FC236}">
                <ns2:creationId id="{CAEA8DE6-9157-48C4-A7FF-57F0245E8847}"/>
              </a:ext>
            </a:extLst>
          </p:cNvPr>
          <p:cNvSpPr>
            <a:spLocks noGrp="1"/>
          </p:cNvSpPr>
          <p:nvPr/>
        </p:nvSpPr>
        <p:spPr>
          <a:xfrm rot="0">
            <a:off x="321851" y="1078197"/>
            <a:ext cx="318970" cy="139943"/>
          </a:xfrm>
          <a:prstGeom prst="rect">
            <a:avLst/>
          </a:prstGeom>
          <a:noFill/>
          <a:ln w="0">
            <a:noFill/>
            <a:prstDash val="solid"/>
          </a:ln>
        </p:spPr>
        <p:txBody>
          <a:bodyPr wrap="none" lIns="0" tIns="0" rIns="0" bIns="0" anchor="t">
            <a:noAutofit/>
          </a:bodyPr>
          <a:lstStyle>
            <a:defPPr algn="r">
              <a:defRPr sz="1350" b="0">
                <a:solidFill>
                  <a:srgbClr val="000000"/>
                </a:solidFill>
                <a:latin typeface="Arial"/>
                <a:ea typeface="Arial"/>
                <a:cs typeface="Arial"/>
              </a:defRPr>
            </a:defPPr>
            <a:lvl1pPr algn="r">
              <a:defRPr sz="1350" b="0">
                <a:solidFill>
                  <a:srgbClr val="000000"/>
                </a:solidFill>
                <a:latin typeface="Arial"/>
                <a:ea typeface="Arial"/>
                <a:cs typeface="Arial"/>
              </a:defRPr>
            </a:lvl1pPr>
            <a:lvl2pPr algn="r">
              <a:defRPr sz="1350" b="0">
                <a:solidFill>
                  <a:srgbClr val="000000"/>
                </a:solidFill>
                <a:latin typeface="Arial"/>
                <a:ea typeface="Arial"/>
                <a:cs typeface="Arial"/>
              </a:defRPr>
            </a:lvl2pPr>
            <a:lvl3pPr algn="r">
              <a:defRPr sz="1350" b="0">
                <a:solidFill>
                  <a:srgbClr val="000000"/>
                </a:solidFill>
                <a:latin typeface="Arial"/>
                <a:ea typeface="Arial"/>
                <a:cs typeface="Arial"/>
              </a:defRPr>
            </a:lvl3pPr>
            <a:lvl4pPr algn="r">
              <a:defRPr sz="1350" b="0">
                <a:solidFill>
                  <a:srgbClr val="000000"/>
                </a:solidFill>
                <a:latin typeface="Arial"/>
                <a:ea typeface="Arial"/>
                <a:cs typeface="Arial"/>
              </a:defRPr>
            </a:lvl4pPr>
            <a:lvl5pPr algn="r">
              <a:defRPr sz="1350" b="0">
                <a:solidFill>
                  <a:srgbClr val="000000"/>
                </a:solidFill>
                <a:latin typeface="Arial"/>
                <a:ea typeface="Arial"/>
                <a:cs typeface="Arial"/>
              </a:defRPr>
            </a:lvl5pPr>
            <a:lvl6pPr algn="r">
              <a:defRPr sz="1350" b="0">
                <a:solidFill>
                  <a:srgbClr val="000000"/>
                </a:solidFill>
                <a:latin typeface="Arial"/>
                <a:ea typeface="Arial"/>
                <a:cs typeface="Arial"/>
              </a:defRPr>
            </a:lvl6pPr>
            <a:lvl7pPr algn="r">
              <a:defRPr sz="1350" b="0">
                <a:solidFill>
                  <a:srgbClr val="000000"/>
                </a:solidFill>
                <a:latin typeface="Arial"/>
                <a:ea typeface="Arial"/>
                <a:cs typeface="Arial"/>
              </a:defRPr>
            </a:lvl7pPr>
            <a:lvl8pPr algn="r">
              <a:defRPr sz="1350" b="0">
                <a:solidFill>
                  <a:srgbClr val="000000"/>
                </a:solidFill>
                <a:latin typeface="Arial"/>
                <a:ea typeface="Arial"/>
                <a:cs typeface="Arial"/>
              </a:defRPr>
            </a:lvl8pPr>
            <a:lvl9pPr algn="r">
              <a:defRPr sz="1350" b="0">
                <a:solidFill>
                  <a:srgbClr val="000000"/>
                </a:solidFill>
                <a:latin typeface="Arial"/>
                <a:ea typeface="Arial"/>
                <a:cs typeface="Arial"/>
              </a:defRPr>
            </a:lvl9pPr>
          </a:lstStyle>
          <a:p>
            <a:pPr algn="r">
              <a:defRPr sz="1350" b="0">
                <a:solidFill>
                  <a:srgbClr val="000000"/>
                </a:solidFill>
                <a:latin typeface="Arial"/>
                <a:ea typeface="Arial"/>
                <a:cs typeface="Arial"/>
              </a:defRPr>
            </a:pPr>
            <a:r>
              <a:rPr sz="1350" b="0">
                <a:solidFill>
                  <a:srgbClr val="000000"/>
                </a:solidFill>
                <a:latin typeface="Arial"/>
                <a:ea typeface="Arial"/>
                <a:cs typeface="Arial"/>
              </a:rPr>
              <a:t>0.5</a:t>
            </a:r>
          </a:p>
        </p:txBody>
      </p:sp>
      <p:sp>
        <p:nvSpPr>
          <p:cNvPr id="28" name="line_027">
            <a:extLst>
              <a:ext uri="{FF2B5EF4-FFF2-40B4-BE49-F238E27FC236}">
                <ns2:creationId id="{FD658DCD-7AA6-4CD6-9818-7D6BA8D90257}"/>
              </a:ext>
            </a:extLst>
          </p:cNvPr>
          <p:cNvSpPr>
            <a:spLocks noGrp="1"/>
          </p:cNvSpPr>
          <p:nvPr/>
        </p:nvSpPr>
        <p:spPr>
          <a:xfrm>
            <a:off x="679097" y="362580"/>
            <a:ext cx="51035" cy="63"/>
          </a:xfrm>
          <a:custGeom>
            <a:pathLst>
              <a:path w="38100" h="95">
                <a:moveTo>
                  <a:pt x="0" y="0"/>
                </a:moveTo>
                <a:lnTo>
                  <a:pt x="38100" y="0"/>
                </a:lnTo>
              </a:path>
            </a:pathLst>
          </a:custGeom>
          <a:noFill/>
          <a:ln w="7620">
            <a:solidFill>
              <a:srgbClr val="7B8790"/>
            </a:solidFill>
            <a:prstDash val="solid"/>
          </a:ln>
        </p:spPr>
      </p:sp>
      <p:sp>
        <p:nvSpPr>
          <p:cNvPr id="29" name="text_028">
            <a:extLst>
              <a:ext uri="{FF2B5EF4-FFF2-40B4-BE49-F238E27FC236}">
                <ns2:creationId id="{3608DAF3-32FF-4956-B05A-1E1E6487B266}"/>
              </a:ext>
            </a:extLst>
          </p:cNvPr>
          <p:cNvSpPr>
            <a:spLocks noGrp="1"/>
          </p:cNvSpPr>
          <p:nvPr/>
        </p:nvSpPr>
        <p:spPr>
          <a:xfrm rot="0">
            <a:off x="321851" y="298969"/>
            <a:ext cx="318970" cy="139943"/>
          </a:xfrm>
          <a:prstGeom prst="rect">
            <a:avLst/>
          </a:prstGeom>
          <a:noFill/>
          <a:ln w="0">
            <a:noFill/>
            <a:prstDash val="solid"/>
          </a:ln>
        </p:spPr>
        <p:txBody>
          <a:bodyPr wrap="none" lIns="0" tIns="0" rIns="0" bIns="0" anchor="t">
            <a:noAutofit/>
          </a:bodyPr>
          <a:lstStyle>
            <a:defPPr algn="r">
              <a:defRPr sz="1350" b="0">
                <a:solidFill>
                  <a:srgbClr val="000000"/>
                </a:solidFill>
                <a:latin typeface="Arial"/>
                <a:ea typeface="Arial"/>
                <a:cs typeface="Arial"/>
              </a:defRPr>
            </a:defPPr>
            <a:lvl1pPr algn="r">
              <a:defRPr sz="1350" b="0">
                <a:solidFill>
                  <a:srgbClr val="000000"/>
                </a:solidFill>
                <a:latin typeface="Arial"/>
                <a:ea typeface="Arial"/>
                <a:cs typeface="Arial"/>
              </a:defRPr>
            </a:lvl1pPr>
            <a:lvl2pPr algn="r">
              <a:defRPr sz="1350" b="0">
                <a:solidFill>
                  <a:srgbClr val="000000"/>
                </a:solidFill>
                <a:latin typeface="Arial"/>
                <a:ea typeface="Arial"/>
                <a:cs typeface="Arial"/>
              </a:defRPr>
            </a:lvl2pPr>
            <a:lvl3pPr algn="r">
              <a:defRPr sz="1350" b="0">
                <a:solidFill>
                  <a:srgbClr val="000000"/>
                </a:solidFill>
                <a:latin typeface="Arial"/>
                <a:ea typeface="Arial"/>
                <a:cs typeface="Arial"/>
              </a:defRPr>
            </a:lvl3pPr>
            <a:lvl4pPr algn="r">
              <a:defRPr sz="1350" b="0">
                <a:solidFill>
                  <a:srgbClr val="000000"/>
                </a:solidFill>
                <a:latin typeface="Arial"/>
                <a:ea typeface="Arial"/>
                <a:cs typeface="Arial"/>
              </a:defRPr>
            </a:lvl4pPr>
            <a:lvl5pPr algn="r">
              <a:defRPr sz="1350" b="0">
                <a:solidFill>
                  <a:srgbClr val="000000"/>
                </a:solidFill>
                <a:latin typeface="Arial"/>
                <a:ea typeface="Arial"/>
                <a:cs typeface="Arial"/>
              </a:defRPr>
            </a:lvl5pPr>
            <a:lvl6pPr algn="r">
              <a:defRPr sz="1350" b="0">
                <a:solidFill>
                  <a:srgbClr val="000000"/>
                </a:solidFill>
                <a:latin typeface="Arial"/>
                <a:ea typeface="Arial"/>
                <a:cs typeface="Arial"/>
              </a:defRPr>
            </a:lvl6pPr>
            <a:lvl7pPr algn="r">
              <a:defRPr sz="1350" b="0">
                <a:solidFill>
                  <a:srgbClr val="000000"/>
                </a:solidFill>
                <a:latin typeface="Arial"/>
                <a:ea typeface="Arial"/>
                <a:cs typeface="Arial"/>
              </a:defRPr>
            </a:lvl7pPr>
            <a:lvl8pPr algn="r">
              <a:defRPr sz="1350" b="0">
                <a:solidFill>
                  <a:srgbClr val="000000"/>
                </a:solidFill>
                <a:latin typeface="Arial"/>
                <a:ea typeface="Arial"/>
                <a:cs typeface="Arial"/>
              </a:defRPr>
            </a:lvl8pPr>
            <a:lvl9pPr algn="r">
              <a:defRPr sz="1350" b="0">
                <a:solidFill>
                  <a:srgbClr val="000000"/>
                </a:solidFill>
                <a:latin typeface="Arial"/>
                <a:ea typeface="Arial"/>
                <a:cs typeface="Arial"/>
              </a:defRPr>
            </a:lvl9pPr>
          </a:lstStyle>
          <a:p>
            <a:pPr algn="r">
              <a:defRPr sz="1350" b="0">
                <a:solidFill>
                  <a:srgbClr val="000000"/>
                </a:solidFill>
                <a:latin typeface="Arial"/>
                <a:ea typeface="Arial"/>
                <a:cs typeface="Arial"/>
              </a:defRPr>
            </a:pPr>
            <a:r>
              <a:rPr sz="1350" b="0">
                <a:solidFill>
                  <a:srgbClr val="000000"/>
                </a:solidFill>
                <a:latin typeface="Arial"/>
                <a:ea typeface="Arial"/>
                <a:cs typeface="Arial"/>
              </a:rPr>
              <a:t>1</a:t>
            </a:r>
          </a:p>
        </p:txBody>
      </p:sp>
      <p:sp>
        <p:nvSpPr>
          <p:cNvPr id="30" name="line_029">
            <a:extLst>
              <a:ext uri="{FF2B5EF4-FFF2-40B4-BE49-F238E27FC236}">
                <ns2:creationId id="{57FAFCB8-4792-452A-BB50-AD5DF858E68F}"/>
              </a:ext>
            </a:extLst>
          </p:cNvPr>
          <p:cNvSpPr>
            <a:spLocks noGrp="1"/>
          </p:cNvSpPr>
          <p:nvPr/>
        </p:nvSpPr>
        <p:spPr>
          <a:xfrm>
            <a:off x="832507" y="1921035"/>
            <a:ext cx="127" cy="25444"/>
          </a:xfrm>
          <a:custGeom>
            <a:pathLst>
              <a:path w="95" h="38100">
                <a:moveTo>
                  <a:pt x="0" y="0"/>
                </a:moveTo>
                <a:lnTo>
                  <a:pt x="0" y="38100"/>
                </a:lnTo>
              </a:path>
            </a:pathLst>
          </a:custGeom>
          <a:noFill/>
          <a:ln w="7620">
            <a:solidFill>
              <a:srgbClr val="7B8790"/>
            </a:solidFill>
            <a:prstDash val="solid"/>
          </a:ln>
        </p:spPr>
      </p:sp>
      <p:sp>
        <p:nvSpPr>
          <p:cNvPr id="31" name="text_030">
            <a:extLst>
              <a:ext uri="{FF2B5EF4-FFF2-40B4-BE49-F238E27FC236}">
                <ns2:creationId id="{F1EA7C36-5DA7-4B23-B01D-C8DC8565153D}"/>
              </a:ext>
            </a:extLst>
          </p:cNvPr>
          <p:cNvSpPr>
            <a:spLocks noGrp="1"/>
          </p:cNvSpPr>
          <p:nvPr/>
        </p:nvSpPr>
        <p:spPr>
          <a:xfrm rot="0">
            <a:off x="577331" y="1959202"/>
            <a:ext cx="510352" cy="139943"/>
          </a:xfrm>
          <a:prstGeom prst="rect">
            <a:avLst/>
          </a:prstGeom>
          <a:noFill/>
          <a:ln w="0">
            <a:noFill/>
            <a:prstDash val="solid"/>
          </a:ln>
        </p:spPr>
        <p:txBody>
          <a:bodyPr wrap="none" lIns="0" tIns="0" rIns="0" bIns="0" anchor="t">
            <a:noAutofit/>
          </a:bodyPr>
          <a:lstStyle>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a:pPr algn="ctr">
              <a:defRPr sz="1350" b="0">
                <a:solidFill>
                  <a:srgbClr val="000000"/>
                </a:solidFill>
                <a:latin typeface="Arial"/>
                <a:ea typeface="Arial"/>
                <a:cs typeface="Arial"/>
              </a:defRPr>
            </a:pPr>
            <a:r>
              <a:rPr sz="1350" b="0">
                <a:solidFill>
                  <a:srgbClr val="000000"/>
                </a:solidFill>
                <a:latin typeface="Arial"/>
                <a:ea typeface="Arial"/>
                <a:cs typeface="Arial"/>
              </a:rPr>
              <a:t>-2</a:t>
            </a:r>
          </a:p>
        </p:txBody>
      </p:sp>
      <p:sp>
        <p:nvSpPr>
          <p:cNvPr id="32" name="line_031">
            <a:extLst>
              <a:ext uri="{FF2B5EF4-FFF2-40B4-BE49-F238E27FC236}">
                <ns2:creationId id="{0B7D3F44-E28F-434A-8B1D-558D70BFBED6}"/>
              </a:ext>
            </a:extLst>
          </p:cNvPr>
          <p:cNvSpPr>
            <a:spLocks noGrp="1"/>
          </p:cNvSpPr>
          <p:nvPr/>
        </p:nvSpPr>
        <p:spPr>
          <a:xfrm>
            <a:off x="1856248" y="1921035"/>
            <a:ext cx="127" cy="25444"/>
          </a:xfrm>
          <a:custGeom>
            <a:pathLst>
              <a:path w="95" h="38100">
                <a:moveTo>
                  <a:pt x="0" y="0"/>
                </a:moveTo>
                <a:lnTo>
                  <a:pt x="0" y="38100"/>
                </a:lnTo>
              </a:path>
            </a:pathLst>
          </a:custGeom>
          <a:noFill/>
          <a:ln w="7620">
            <a:solidFill>
              <a:srgbClr val="7B8790"/>
            </a:solidFill>
            <a:prstDash val="solid"/>
          </a:ln>
        </p:spPr>
      </p:sp>
      <p:sp>
        <p:nvSpPr>
          <p:cNvPr id="33" name="text_032">
            <a:extLst>
              <a:ext uri="{FF2B5EF4-FFF2-40B4-BE49-F238E27FC236}">
                <ns2:creationId id="{AB1DA385-544D-4DD8-85D1-3EF6DF3EDC69}"/>
              </a:ext>
            </a:extLst>
          </p:cNvPr>
          <p:cNvSpPr>
            <a:spLocks noGrp="1"/>
          </p:cNvSpPr>
          <p:nvPr/>
        </p:nvSpPr>
        <p:spPr>
          <a:xfrm rot="0">
            <a:off x="1601073" y="1959202"/>
            <a:ext cx="510352" cy="139943"/>
          </a:xfrm>
          <a:prstGeom prst="rect">
            <a:avLst/>
          </a:prstGeom>
          <a:noFill/>
          <a:ln w="0">
            <a:noFill/>
            <a:prstDash val="solid"/>
          </a:ln>
        </p:spPr>
        <p:txBody>
          <a:bodyPr wrap="none" lIns="0" tIns="0" rIns="0" bIns="0" anchor="t">
            <a:noAutofit/>
          </a:bodyPr>
          <a:lstStyle>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a:pPr algn="ctr">
              <a:defRPr sz="1350" b="0">
                <a:solidFill>
                  <a:srgbClr val="000000"/>
                </a:solidFill>
                <a:latin typeface="Arial"/>
                <a:ea typeface="Arial"/>
                <a:cs typeface="Arial"/>
              </a:defRPr>
            </a:pPr>
            <a:r>
              <a:rPr sz="1350" b="0">
                <a:solidFill>
                  <a:srgbClr val="000000"/>
                </a:solidFill>
                <a:latin typeface="Arial"/>
                <a:ea typeface="Arial"/>
                <a:cs typeface="Arial"/>
              </a:rPr>
              <a:t>-1</a:t>
            </a:r>
          </a:p>
        </p:txBody>
      </p:sp>
      <p:sp>
        <p:nvSpPr>
          <p:cNvPr id="34" name="line_033">
            <a:extLst>
              <a:ext uri="{FF2B5EF4-FFF2-40B4-BE49-F238E27FC236}">
                <ns2:creationId id="{21454A42-885B-442C-8A79-BBAAD8E104CF}"/>
              </a:ext>
            </a:extLst>
          </p:cNvPr>
          <p:cNvSpPr>
            <a:spLocks noGrp="1"/>
          </p:cNvSpPr>
          <p:nvPr/>
        </p:nvSpPr>
        <p:spPr>
          <a:xfrm>
            <a:off x="2879990" y="1921035"/>
            <a:ext cx="127" cy="25444"/>
          </a:xfrm>
          <a:custGeom>
            <a:pathLst>
              <a:path w="95" h="38100">
                <a:moveTo>
                  <a:pt x="0" y="0"/>
                </a:moveTo>
                <a:lnTo>
                  <a:pt x="0" y="38100"/>
                </a:lnTo>
              </a:path>
            </a:pathLst>
          </a:custGeom>
          <a:noFill/>
          <a:ln w="7620">
            <a:solidFill>
              <a:srgbClr val="7B8790"/>
            </a:solidFill>
            <a:prstDash val="solid"/>
          </a:ln>
        </p:spPr>
      </p:sp>
      <p:sp>
        <p:nvSpPr>
          <p:cNvPr id="35" name="text_034">
            <a:extLst>
              <a:ext uri="{FF2B5EF4-FFF2-40B4-BE49-F238E27FC236}">
                <ns2:creationId id="{B0CDB234-5121-4ED5-8BD0-F608DF60034E}"/>
              </a:ext>
            </a:extLst>
          </p:cNvPr>
          <p:cNvSpPr>
            <a:spLocks noGrp="1"/>
          </p:cNvSpPr>
          <p:nvPr/>
        </p:nvSpPr>
        <p:spPr>
          <a:xfrm rot="0">
            <a:off x="2624814" y="1959202"/>
            <a:ext cx="510352" cy="139943"/>
          </a:xfrm>
          <a:prstGeom prst="rect">
            <a:avLst/>
          </a:prstGeom>
          <a:noFill/>
          <a:ln w="0">
            <a:noFill/>
            <a:prstDash val="solid"/>
          </a:ln>
        </p:spPr>
        <p:txBody>
          <a:bodyPr wrap="none" lIns="0" tIns="0" rIns="0" bIns="0" anchor="t">
            <a:noAutofit/>
          </a:bodyPr>
          <a:lstStyle>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a:pPr algn="ctr">
              <a:defRPr sz="1350" b="0">
                <a:solidFill>
                  <a:srgbClr val="000000"/>
                </a:solidFill>
                <a:latin typeface="Arial"/>
                <a:ea typeface="Arial"/>
                <a:cs typeface="Arial"/>
              </a:defRPr>
            </a:pPr>
            <a:r>
              <a:rPr sz="1350" b="0">
                <a:solidFill>
                  <a:srgbClr val="000000"/>
                </a:solidFill>
                <a:latin typeface="Arial"/>
                <a:ea typeface="Arial"/>
                <a:cs typeface="Arial"/>
              </a:rPr>
              <a:t>0</a:t>
            </a:r>
          </a:p>
        </p:txBody>
      </p:sp>
      <p:sp>
        <p:nvSpPr>
          <p:cNvPr id="36" name="line_035">
            <a:extLst>
              <a:ext uri="{FF2B5EF4-FFF2-40B4-BE49-F238E27FC236}">
                <ns2:creationId id="{4F23F330-F017-4795-952C-A4DCE89243A9}"/>
              </a:ext>
            </a:extLst>
          </p:cNvPr>
          <p:cNvSpPr>
            <a:spLocks noGrp="1"/>
          </p:cNvSpPr>
          <p:nvPr/>
        </p:nvSpPr>
        <p:spPr>
          <a:xfrm>
            <a:off x="3903731" y="1921035"/>
            <a:ext cx="127" cy="25444"/>
          </a:xfrm>
          <a:custGeom>
            <a:pathLst>
              <a:path w="95" h="38100">
                <a:moveTo>
                  <a:pt x="0" y="0"/>
                </a:moveTo>
                <a:lnTo>
                  <a:pt x="0" y="38100"/>
                </a:lnTo>
              </a:path>
            </a:pathLst>
          </a:custGeom>
          <a:noFill/>
          <a:ln w="7620">
            <a:solidFill>
              <a:srgbClr val="7B8790"/>
            </a:solidFill>
            <a:prstDash val="solid"/>
          </a:ln>
        </p:spPr>
      </p:sp>
      <p:sp>
        <p:nvSpPr>
          <p:cNvPr id="37" name="text_036">
            <a:extLst>
              <a:ext uri="{FF2B5EF4-FFF2-40B4-BE49-F238E27FC236}">
                <ns2:creationId id="{EDD1A34C-8A03-4235-9258-1F011F506450}"/>
              </a:ext>
            </a:extLst>
          </p:cNvPr>
          <p:cNvSpPr>
            <a:spLocks noGrp="1"/>
          </p:cNvSpPr>
          <p:nvPr/>
        </p:nvSpPr>
        <p:spPr>
          <a:xfrm rot="0">
            <a:off x="3648555" y="1959202"/>
            <a:ext cx="510352" cy="139943"/>
          </a:xfrm>
          <a:prstGeom prst="rect">
            <a:avLst/>
          </a:prstGeom>
          <a:noFill/>
          <a:ln w="0">
            <a:noFill/>
            <a:prstDash val="solid"/>
          </a:ln>
        </p:spPr>
        <p:txBody>
          <a:bodyPr wrap="none" lIns="0" tIns="0" rIns="0" bIns="0" anchor="t">
            <a:noAutofit/>
          </a:bodyPr>
          <a:lstStyle>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a:pPr algn="ctr">
              <a:defRPr sz="1350" b="0">
                <a:solidFill>
                  <a:srgbClr val="000000"/>
                </a:solidFill>
                <a:latin typeface="Arial"/>
                <a:ea typeface="Arial"/>
                <a:cs typeface="Arial"/>
              </a:defRPr>
            </a:pPr>
            <a:r>
              <a:rPr sz="1350" b="0">
                <a:solidFill>
                  <a:srgbClr val="000000"/>
                </a:solidFill>
                <a:latin typeface="Arial"/>
                <a:ea typeface="Arial"/>
                <a:cs typeface="Arial"/>
              </a:rPr>
              <a:t>1</a:t>
            </a:r>
          </a:p>
        </p:txBody>
      </p:sp>
      <p:sp>
        <p:nvSpPr>
          <p:cNvPr id="38" name="line_037">
            <a:extLst>
              <a:ext uri="{FF2B5EF4-FFF2-40B4-BE49-F238E27FC236}">
                <ns2:creationId id="{88A9C42A-0B03-4E63-8BE3-56A81C8A6C86}"/>
              </a:ext>
            </a:extLst>
          </p:cNvPr>
          <p:cNvSpPr>
            <a:spLocks noGrp="1"/>
          </p:cNvSpPr>
          <p:nvPr/>
        </p:nvSpPr>
        <p:spPr>
          <a:xfrm>
            <a:off x="4927472" y="1921035"/>
            <a:ext cx="127" cy="25444"/>
          </a:xfrm>
          <a:custGeom>
            <a:pathLst>
              <a:path w="95" h="38100">
                <a:moveTo>
                  <a:pt x="0" y="0"/>
                </a:moveTo>
                <a:lnTo>
                  <a:pt x="0" y="38100"/>
                </a:lnTo>
              </a:path>
            </a:pathLst>
          </a:custGeom>
          <a:noFill/>
          <a:ln w="7620">
            <a:solidFill>
              <a:srgbClr val="7B8790"/>
            </a:solidFill>
            <a:prstDash val="solid"/>
          </a:ln>
        </p:spPr>
      </p:sp>
      <p:sp>
        <p:nvSpPr>
          <p:cNvPr id="39" name="text_038">
            <a:extLst>
              <a:ext uri="{FF2B5EF4-FFF2-40B4-BE49-F238E27FC236}">
                <ns2:creationId id="{0F71FB9F-6685-48C0-B908-9A079F0FBFB8}"/>
              </a:ext>
            </a:extLst>
          </p:cNvPr>
          <p:cNvSpPr>
            <a:spLocks noGrp="1"/>
          </p:cNvSpPr>
          <p:nvPr/>
        </p:nvSpPr>
        <p:spPr>
          <a:xfrm rot="0">
            <a:off x="4672297" y="1959202"/>
            <a:ext cx="510352" cy="139943"/>
          </a:xfrm>
          <a:prstGeom prst="rect">
            <a:avLst/>
          </a:prstGeom>
          <a:noFill/>
          <a:ln w="0">
            <a:noFill/>
            <a:prstDash val="solid"/>
          </a:ln>
        </p:spPr>
        <p:txBody>
          <a:bodyPr wrap="none" lIns="0" tIns="0" rIns="0" bIns="0" anchor="t">
            <a:noAutofit/>
          </a:bodyPr>
          <a:lstStyle>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a:pPr algn="ctr">
              <a:defRPr sz="1350" b="0">
                <a:solidFill>
                  <a:srgbClr val="000000"/>
                </a:solidFill>
                <a:latin typeface="Arial"/>
                <a:ea typeface="Arial"/>
                <a:cs typeface="Arial"/>
              </a:defRPr>
            </a:pPr>
            <a:r>
              <a:rPr sz="1350" b="0">
                <a:solidFill>
                  <a:srgbClr val="000000"/>
                </a:solidFill>
                <a:latin typeface="Arial"/>
                <a:ea typeface="Arial"/>
                <a:cs typeface="Arial"/>
              </a:rPr>
              <a:t>2</a:t>
            </a:r>
          </a:p>
        </p:txBody>
      </p:sp>
      <p:sp>
        <p:nvSpPr>
          <p:cNvPr id="40" name="text_039">
            <a:extLst>
              <a:ext uri="{FF2B5EF4-FFF2-40B4-BE49-F238E27FC236}">
                <ns2:creationId id="{08DEFF67-DABD-4D8A-AB24-B726D65E263F}"/>
              </a:ext>
            </a:extLst>
          </p:cNvPr>
          <p:cNvSpPr>
            <a:spLocks noGrp="1"/>
          </p:cNvSpPr>
          <p:nvPr/>
        </p:nvSpPr>
        <p:spPr>
          <a:xfrm rot="0">
            <a:off x="730133" y="2111867"/>
            <a:ext cx="4299715" cy="152665"/>
          </a:xfrm>
          <a:prstGeom prst="rect">
            <a:avLst/>
          </a:prstGeom>
          <a:noFill/>
          <a:ln w="0">
            <a:noFill/>
            <a:prstDash val="solid"/>
          </a:ln>
        </p:spPr>
        <p:txBody>
          <a:bodyPr wrap="none" lIns="0" tIns="0" rIns="0" bIns="0" anchor="t">
            <a:noAutofit/>
          </a:bodyPr>
          <a:lstStyle>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a:pPr algn="ctr">
              <a:defRPr sz="1350" b="0">
                <a:solidFill>
                  <a:srgbClr val="000000"/>
                </a:solidFill>
                <a:latin typeface="Arial"/>
                <a:ea typeface="Arial"/>
                <a:cs typeface="Arial"/>
              </a:defRPr>
            </a:pPr>
            <a:r>
              <a:rPr sz="1350" b="0">
                <a:solidFill>
                  <a:srgbClr val="000000"/>
                </a:solidFill>
                <a:latin typeface="Arial"/>
                <a:ea typeface="Arial"/>
                <a:cs typeface="Arial"/>
              </a:rPr>
              <a:t>Section z (bohr)</a:t>
            </a:r>
          </a:p>
        </p:txBody>
      </p:sp>
      <p:sp>
        <p:nvSpPr>
          <p:cNvPr id="41" name="text_040">
            <a:extLst>
              <a:ext uri="{FF2B5EF4-FFF2-40B4-BE49-F238E27FC236}">
                <ns2:creationId id="{26995DD1-D47D-40B7-9F49-119A9A83A207}"/>
              </a:ext>
            </a:extLst>
          </p:cNvPr>
          <p:cNvSpPr>
            <a:spLocks noGrp="1"/>
          </p:cNvSpPr>
          <p:nvPr/>
        </p:nvSpPr>
        <p:spPr>
          <a:xfrm rot="0">
            <a:off x="5767270" y="57250"/>
            <a:ext cx="5000625" cy="190832"/>
          </a:xfrm>
          <a:prstGeom prst="rect">
            <a:avLst/>
          </a:prstGeom>
          <a:noFill/>
          <a:ln w="0">
            <a:noFill/>
            <a:prstDash val="solid"/>
          </a:ln>
        </p:spPr>
        <p:txBody>
          <a:bodyPr wrap="none" lIns="0" tIns="0" rIns="0" bIns="0" anchor="t">
            <a:noAutofit/>
          </a:bodyPr>
          <a:lstStyle>
            <a:defPPr algn="l">
              <a:defRPr sz="1950" b="1">
                <a:solidFill>
                  <a:srgbClr val="000000"/>
                </a:solidFill>
                <a:latin typeface="Arial"/>
                <a:ea typeface="Arial"/>
                <a:cs typeface="Arial"/>
              </a:defRPr>
            </a:defPPr>
            <a:lvl1pPr algn="l">
              <a:defRPr sz="1950" b="1">
                <a:solidFill>
                  <a:srgbClr val="000000"/>
                </a:solidFill>
                <a:latin typeface="Arial"/>
                <a:ea typeface="Arial"/>
                <a:cs typeface="Arial"/>
              </a:defRPr>
            </a:lvl1pPr>
            <a:lvl2pPr algn="l">
              <a:defRPr sz="1950" b="1">
                <a:solidFill>
                  <a:srgbClr val="000000"/>
                </a:solidFill>
                <a:latin typeface="Arial"/>
                <a:ea typeface="Arial"/>
                <a:cs typeface="Arial"/>
              </a:defRPr>
            </a:lvl2pPr>
            <a:lvl3pPr algn="l">
              <a:defRPr sz="1950" b="1">
                <a:solidFill>
                  <a:srgbClr val="000000"/>
                </a:solidFill>
                <a:latin typeface="Arial"/>
                <a:ea typeface="Arial"/>
                <a:cs typeface="Arial"/>
              </a:defRPr>
            </a:lvl3pPr>
            <a:lvl4pPr algn="l">
              <a:defRPr sz="1950" b="1">
                <a:solidFill>
                  <a:srgbClr val="000000"/>
                </a:solidFill>
                <a:latin typeface="Arial"/>
                <a:ea typeface="Arial"/>
                <a:cs typeface="Arial"/>
              </a:defRPr>
            </a:lvl4pPr>
            <a:lvl5pPr algn="l">
              <a:defRPr sz="1950" b="1">
                <a:solidFill>
                  <a:srgbClr val="000000"/>
                </a:solidFill>
                <a:latin typeface="Arial"/>
                <a:ea typeface="Arial"/>
                <a:cs typeface="Arial"/>
              </a:defRPr>
            </a:lvl5pPr>
            <a:lvl6pPr algn="l">
              <a:defRPr sz="1950" b="1">
                <a:solidFill>
                  <a:srgbClr val="000000"/>
                </a:solidFill>
                <a:latin typeface="Arial"/>
                <a:ea typeface="Arial"/>
                <a:cs typeface="Arial"/>
              </a:defRPr>
            </a:lvl6pPr>
            <a:lvl7pPr algn="l">
              <a:defRPr sz="1950" b="1">
                <a:solidFill>
                  <a:srgbClr val="000000"/>
                </a:solidFill>
                <a:latin typeface="Arial"/>
                <a:ea typeface="Arial"/>
                <a:cs typeface="Arial"/>
              </a:defRPr>
            </a:lvl7pPr>
            <a:lvl8pPr algn="l">
              <a:defRPr sz="1950" b="1">
                <a:solidFill>
                  <a:srgbClr val="000000"/>
                </a:solidFill>
                <a:latin typeface="Arial"/>
                <a:ea typeface="Arial"/>
                <a:cs typeface="Arial"/>
              </a:defRPr>
            </a:lvl8pPr>
            <a:lvl9pPr algn="l">
              <a:defRPr sz="1950" b="1">
                <a:solidFill>
                  <a:srgbClr val="000000"/>
                </a:solidFill>
                <a:latin typeface="Arial"/>
                <a:ea typeface="Arial"/>
                <a:cs typeface="Arial"/>
              </a:defRPr>
            </a:lvl9pPr>
          </a:lstStyle>
          <a:p>
            <a:pPr algn="l">
              <a:defRPr sz="1950" b="1">
                <a:solidFill>
                  <a:srgbClr val="000000"/>
                </a:solidFill>
                <a:latin typeface="Arial"/>
                <a:ea typeface="Arial"/>
                <a:cs typeface="Arial"/>
              </a:defRPr>
            </a:pPr>
            <a:r>
              <a:rPr sz="1950" b="1">
                <a:solidFill>
                  <a:srgbClr val="000000"/>
                </a:solidFill>
                <a:latin typeface="Arial"/>
                <a:ea typeface="Arial"/>
                <a:cs typeface="Arial"/>
              </a:rPr>
              <a:t>(b) RG-MTM-R</a:t>
            </a:r>
          </a:p>
        </p:txBody>
      </p:sp>
      <p:pic>
        <p:nvPicPr>
          <p:cNvPr id="42" name="">
            <a:extLst>
              <a:ext uri="{FF2B5EF4-FFF2-40B4-BE49-F238E27FC236}">
                <ns2:creationId id="{2C6C8430-A371-4E01-A108-61FFC06ED227}"/>
              </a:ext>
            </a:extLst>
          </p:cNvPr>
          <p:cNvPicPr>
            <a:picLocks noChangeAspect="1"/>
          </p:cNvPicPr>
          <p:nvPr/>
        </p:nvPicPr>
        <p:blipFill>
          <a:blip ns3:embed="R407d650ddf1440f5"/>
          <a:stretch/>
        </p:blipFill>
        <p:spPr>
          <a:xfrm>
            <a:off x="6111758" y="362580"/>
            <a:ext cx="4299715" cy="1558455"/>
          </a:xfrm>
          <a:prstGeom prst="rect">
            <a:avLst/>
          </a:prstGeom>
        </p:spPr>
      </p:pic>
      <p:sp>
        <p:nvSpPr>
          <p:cNvPr id="44" name="line_043">
            <a:extLst>
              <a:ext uri="{FF2B5EF4-FFF2-40B4-BE49-F238E27FC236}">
                <ns2:creationId id="{0D665376-1005-4D0A-950D-D0A534D8B805}"/>
              </a:ext>
            </a:extLst>
          </p:cNvPr>
          <p:cNvSpPr>
            <a:spLocks noGrp="1"/>
          </p:cNvSpPr>
          <p:nvPr/>
        </p:nvSpPr>
        <p:spPr>
          <a:xfrm>
            <a:off x="6060722" y="1921035"/>
            <a:ext cx="51035" cy="63"/>
          </a:xfrm>
          <a:custGeom>
            <a:pathLst>
              <a:path w="38100" h="95">
                <a:moveTo>
                  <a:pt x="0" y="0"/>
                </a:moveTo>
                <a:lnTo>
                  <a:pt x="38100" y="0"/>
                </a:lnTo>
              </a:path>
            </a:pathLst>
          </a:custGeom>
          <a:noFill/>
          <a:ln w="7620">
            <a:solidFill>
              <a:srgbClr val="7B8790"/>
            </a:solidFill>
            <a:prstDash val="solid"/>
          </a:ln>
        </p:spPr>
      </p:sp>
      <p:sp>
        <p:nvSpPr>
          <p:cNvPr id="45" name="text_044">
            <a:extLst>
              <a:ext uri="{FF2B5EF4-FFF2-40B4-BE49-F238E27FC236}">
                <ns2:creationId id="{DA8893A5-95C0-4E33-AB6C-09F2F4A0A31E}"/>
              </a:ext>
            </a:extLst>
          </p:cNvPr>
          <p:cNvSpPr>
            <a:spLocks noGrp="1"/>
          </p:cNvSpPr>
          <p:nvPr/>
        </p:nvSpPr>
        <p:spPr>
          <a:xfrm rot="0">
            <a:off x="5703476" y="1857424"/>
            <a:ext cx="318970" cy="139943"/>
          </a:xfrm>
          <a:prstGeom prst="rect">
            <a:avLst/>
          </a:prstGeom>
          <a:noFill/>
          <a:ln w="0">
            <a:noFill/>
            <a:prstDash val="solid"/>
          </a:ln>
        </p:spPr>
        <p:txBody>
          <a:bodyPr wrap="none" lIns="0" tIns="0" rIns="0" bIns="0" anchor="t">
            <a:noAutofit/>
          </a:bodyPr>
          <a:lstStyle>
            <a:defPPr algn="r">
              <a:defRPr sz="1350" b="0">
                <a:solidFill>
                  <a:srgbClr val="000000"/>
                </a:solidFill>
                <a:latin typeface="Arial"/>
                <a:ea typeface="Arial"/>
                <a:cs typeface="Arial"/>
              </a:defRPr>
            </a:defPPr>
            <a:lvl1pPr algn="r">
              <a:defRPr sz="1350" b="0">
                <a:solidFill>
                  <a:srgbClr val="000000"/>
                </a:solidFill>
                <a:latin typeface="Arial"/>
                <a:ea typeface="Arial"/>
                <a:cs typeface="Arial"/>
              </a:defRPr>
            </a:lvl1pPr>
            <a:lvl2pPr algn="r">
              <a:defRPr sz="1350" b="0">
                <a:solidFill>
                  <a:srgbClr val="000000"/>
                </a:solidFill>
                <a:latin typeface="Arial"/>
                <a:ea typeface="Arial"/>
                <a:cs typeface="Arial"/>
              </a:defRPr>
            </a:lvl2pPr>
            <a:lvl3pPr algn="r">
              <a:defRPr sz="1350" b="0">
                <a:solidFill>
                  <a:srgbClr val="000000"/>
                </a:solidFill>
                <a:latin typeface="Arial"/>
                <a:ea typeface="Arial"/>
                <a:cs typeface="Arial"/>
              </a:defRPr>
            </a:lvl3pPr>
            <a:lvl4pPr algn="r">
              <a:defRPr sz="1350" b="0">
                <a:solidFill>
                  <a:srgbClr val="000000"/>
                </a:solidFill>
                <a:latin typeface="Arial"/>
                <a:ea typeface="Arial"/>
                <a:cs typeface="Arial"/>
              </a:defRPr>
            </a:lvl4pPr>
            <a:lvl5pPr algn="r">
              <a:defRPr sz="1350" b="0">
                <a:solidFill>
                  <a:srgbClr val="000000"/>
                </a:solidFill>
                <a:latin typeface="Arial"/>
                <a:ea typeface="Arial"/>
                <a:cs typeface="Arial"/>
              </a:defRPr>
            </a:lvl5pPr>
            <a:lvl6pPr algn="r">
              <a:defRPr sz="1350" b="0">
                <a:solidFill>
                  <a:srgbClr val="000000"/>
                </a:solidFill>
                <a:latin typeface="Arial"/>
                <a:ea typeface="Arial"/>
                <a:cs typeface="Arial"/>
              </a:defRPr>
            </a:lvl6pPr>
            <a:lvl7pPr algn="r">
              <a:defRPr sz="1350" b="0">
                <a:solidFill>
                  <a:srgbClr val="000000"/>
                </a:solidFill>
                <a:latin typeface="Arial"/>
                <a:ea typeface="Arial"/>
                <a:cs typeface="Arial"/>
              </a:defRPr>
            </a:lvl7pPr>
            <a:lvl8pPr algn="r">
              <a:defRPr sz="1350" b="0">
                <a:solidFill>
                  <a:srgbClr val="000000"/>
                </a:solidFill>
                <a:latin typeface="Arial"/>
                <a:ea typeface="Arial"/>
                <a:cs typeface="Arial"/>
              </a:defRPr>
            </a:lvl8pPr>
            <a:lvl9pPr algn="r">
              <a:defRPr sz="1350" b="0">
                <a:solidFill>
                  <a:srgbClr val="000000"/>
                </a:solidFill>
                <a:latin typeface="Arial"/>
                <a:ea typeface="Arial"/>
                <a:cs typeface="Arial"/>
              </a:defRPr>
            </a:lvl9pPr>
          </a:lstStyle>
          <a:p>
            <a:pPr algn="r">
              <a:defRPr sz="1350" b="0">
                <a:solidFill>
                  <a:srgbClr val="000000"/>
                </a:solidFill>
                <a:latin typeface="Arial"/>
                <a:ea typeface="Arial"/>
                <a:cs typeface="Arial"/>
              </a:defRPr>
            </a:pPr>
            <a:r>
              <a:rPr sz="1350" b="0">
                <a:solidFill>
                  <a:srgbClr val="000000"/>
                </a:solidFill>
                <a:latin typeface="Arial"/>
                <a:ea typeface="Arial"/>
                <a:cs typeface="Arial"/>
              </a:rPr>
              <a:t>0</a:t>
            </a:r>
          </a:p>
        </p:txBody>
      </p:sp>
      <p:sp>
        <p:nvSpPr>
          <p:cNvPr id="46" name="line_045">
            <a:extLst>
              <a:ext uri="{FF2B5EF4-FFF2-40B4-BE49-F238E27FC236}">
                <ns2:creationId id="{7AE0F7E4-DD81-4C40-937E-F14C58E130D8}"/>
              </a:ext>
            </a:extLst>
          </p:cNvPr>
          <p:cNvSpPr>
            <a:spLocks noGrp="1"/>
          </p:cNvSpPr>
          <p:nvPr/>
        </p:nvSpPr>
        <p:spPr>
          <a:xfrm>
            <a:off x="6060722" y="1141808"/>
            <a:ext cx="51035" cy="63"/>
          </a:xfrm>
          <a:custGeom>
            <a:pathLst>
              <a:path w="38100" h="95">
                <a:moveTo>
                  <a:pt x="0" y="0"/>
                </a:moveTo>
                <a:lnTo>
                  <a:pt x="38100" y="0"/>
                </a:lnTo>
              </a:path>
            </a:pathLst>
          </a:custGeom>
          <a:noFill/>
          <a:ln w="7620">
            <a:solidFill>
              <a:srgbClr val="7B8790"/>
            </a:solidFill>
            <a:prstDash val="solid"/>
          </a:ln>
        </p:spPr>
      </p:sp>
      <p:sp>
        <p:nvSpPr>
          <p:cNvPr id="47" name="text_046">
            <a:extLst>
              <a:ext uri="{FF2B5EF4-FFF2-40B4-BE49-F238E27FC236}">
                <ns2:creationId id="{41B9AD45-9B7A-4CE5-8D33-16A3F959631D}"/>
              </a:ext>
            </a:extLst>
          </p:cNvPr>
          <p:cNvSpPr>
            <a:spLocks noGrp="1"/>
          </p:cNvSpPr>
          <p:nvPr/>
        </p:nvSpPr>
        <p:spPr>
          <a:xfrm rot="0">
            <a:off x="5703476" y="1078197"/>
            <a:ext cx="318970" cy="139943"/>
          </a:xfrm>
          <a:prstGeom prst="rect">
            <a:avLst/>
          </a:prstGeom>
          <a:noFill/>
          <a:ln w="0">
            <a:noFill/>
            <a:prstDash val="solid"/>
          </a:ln>
        </p:spPr>
        <p:txBody>
          <a:bodyPr wrap="none" lIns="0" tIns="0" rIns="0" bIns="0" anchor="t">
            <a:noAutofit/>
          </a:bodyPr>
          <a:lstStyle>
            <a:defPPr algn="r">
              <a:defRPr sz="1350" b="0">
                <a:solidFill>
                  <a:srgbClr val="000000"/>
                </a:solidFill>
                <a:latin typeface="Arial"/>
                <a:ea typeface="Arial"/>
                <a:cs typeface="Arial"/>
              </a:defRPr>
            </a:defPPr>
            <a:lvl1pPr algn="r">
              <a:defRPr sz="1350" b="0">
                <a:solidFill>
                  <a:srgbClr val="000000"/>
                </a:solidFill>
                <a:latin typeface="Arial"/>
                <a:ea typeface="Arial"/>
                <a:cs typeface="Arial"/>
              </a:defRPr>
            </a:lvl1pPr>
            <a:lvl2pPr algn="r">
              <a:defRPr sz="1350" b="0">
                <a:solidFill>
                  <a:srgbClr val="000000"/>
                </a:solidFill>
                <a:latin typeface="Arial"/>
                <a:ea typeface="Arial"/>
                <a:cs typeface="Arial"/>
              </a:defRPr>
            </a:lvl2pPr>
            <a:lvl3pPr algn="r">
              <a:defRPr sz="1350" b="0">
                <a:solidFill>
                  <a:srgbClr val="000000"/>
                </a:solidFill>
                <a:latin typeface="Arial"/>
                <a:ea typeface="Arial"/>
                <a:cs typeface="Arial"/>
              </a:defRPr>
            </a:lvl3pPr>
            <a:lvl4pPr algn="r">
              <a:defRPr sz="1350" b="0">
                <a:solidFill>
                  <a:srgbClr val="000000"/>
                </a:solidFill>
                <a:latin typeface="Arial"/>
                <a:ea typeface="Arial"/>
                <a:cs typeface="Arial"/>
              </a:defRPr>
            </a:lvl4pPr>
            <a:lvl5pPr algn="r">
              <a:defRPr sz="1350" b="0">
                <a:solidFill>
                  <a:srgbClr val="000000"/>
                </a:solidFill>
                <a:latin typeface="Arial"/>
                <a:ea typeface="Arial"/>
                <a:cs typeface="Arial"/>
              </a:defRPr>
            </a:lvl5pPr>
            <a:lvl6pPr algn="r">
              <a:defRPr sz="1350" b="0">
                <a:solidFill>
                  <a:srgbClr val="000000"/>
                </a:solidFill>
                <a:latin typeface="Arial"/>
                <a:ea typeface="Arial"/>
                <a:cs typeface="Arial"/>
              </a:defRPr>
            </a:lvl6pPr>
            <a:lvl7pPr algn="r">
              <a:defRPr sz="1350" b="0">
                <a:solidFill>
                  <a:srgbClr val="000000"/>
                </a:solidFill>
                <a:latin typeface="Arial"/>
                <a:ea typeface="Arial"/>
                <a:cs typeface="Arial"/>
              </a:defRPr>
            </a:lvl7pPr>
            <a:lvl8pPr algn="r">
              <a:defRPr sz="1350" b="0">
                <a:solidFill>
                  <a:srgbClr val="000000"/>
                </a:solidFill>
                <a:latin typeface="Arial"/>
                <a:ea typeface="Arial"/>
                <a:cs typeface="Arial"/>
              </a:defRPr>
            </a:lvl8pPr>
            <a:lvl9pPr algn="r">
              <a:defRPr sz="1350" b="0">
                <a:solidFill>
                  <a:srgbClr val="000000"/>
                </a:solidFill>
                <a:latin typeface="Arial"/>
                <a:ea typeface="Arial"/>
                <a:cs typeface="Arial"/>
              </a:defRPr>
            </a:lvl9pPr>
          </a:lstStyle>
          <a:p>
            <a:pPr algn="r">
              <a:defRPr sz="1350" b="0">
                <a:solidFill>
                  <a:srgbClr val="000000"/>
                </a:solidFill>
                <a:latin typeface="Arial"/>
                <a:ea typeface="Arial"/>
                <a:cs typeface="Arial"/>
              </a:defRPr>
            </a:pPr>
            <a:r>
              <a:rPr sz="1350" b="0">
                <a:solidFill>
                  <a:srgbClr val="000000"/>
                </a:solidFill>
                <a:latin typeface="Arial"/>
                <a:ea typeface="Arial"/>
                <a:cs typeface="Arial"/>
              </a:rPr>
              <a:t>0.5</a:t>
            </a:r>
          </a:p>
        </p:txBody>
      </p:sp>
      <p:sp>
        <p:nvSpPr>
          <p:cNvPr id="48" name="line_047">
            <a:extLst>
              <a:ext uri="{FF2B5EF4-FFF2-40B4-BE49-F238E27FC236}">
                <ns2:creationId id="{B7385921-282C-47E6-8F63-5FEDA79DBF5E}"/>
              </a:ext>
            </a:extLst>
          </p:cNvPr>
          <p:cNvSpPr>
            <a:spLocks noGrp="1"/>
          </p:cNvSpPr>
          <p:nvPr/>
        </p:nvSpPr>
        <p:spPr>
          <a:xfrm>
            <a:off x="6060722" y="362580"/>
            <a:ext cx="51035" cy="63"/>
          </a:xfrm>
          <a:custGeom>
            <a:pathLst>
              <a:path w="38100" h="95">
                <a:moveTo>
                  <a:pt x="0" y="0"/>
                </a:moveTo>
                <a:lnTo>
                  <a:pt x="38100" y="0"/>
                </a:lnTo>
              </a:path>
            </a:pathLst>
          </a:custGeom>
          <a:noFill/>
          <a:ln w="7620">
            <a:solidFill>
              <a:srgbClr val="7B8790"/>
            </a:solidFill>
            <a:prstDash val="solid"/>
          </a:ln>
        </p:spPr>
      </p:sp>
      <p:sp>
        <p:nvSpPr>
          <p:cNvPr id="49" name="text_048">
            <a:extLst>
              <a:ext uri="{FF2B5EF4-FFF2-40B4-BE49-F238E27FC236}">
                <ns2:creationId id="{6FFFB2E4-5473-4195-A595-90004DF505C4}"/>
              </a:ext>
            </a:extLst>
          </p:cNvPr>
          <p:cNvSpPr>
            <a:spLocks noGrp="1"/>
          </p:cNvSpPr>
          <p:nvPr/>
        </p:nvSpPr>
        <p:spPr>
          <a:xfrm rot="0">
            <a:off x="5703476" y="298969"/>
            <a:ext cx="318970" cy="139943"/>
          </a:xfrm>
          <a:prstGeom prst="rect">
            <a:avLst/>
          </a:prstGeom>
          <a:noFill/>
          <a:ln w="0">
            <a:noFill/>
            <a:prstDash val="solid"/>
          </a:ln>
        </p:spPr>
        <p:txBody>
          <a:bodyPr wrap="none" lIns="0" tIns="0" rIns="0" bIns="0" anchor="t">
            <a:noAutofit/>
          </a:bodyPr>
          <a:lstStyle>
            <a:defPPr algn="r">
              <a:defRPr sz="1350" b="0">
                <a:solidFill>
                  <a:srgbClr val="000000"/>
                </a:solidFill>
                <a:latin typeface="Arial"/>
                <a:ea typeface="Arial"/>
                <a:cs typeface="Arial"/>
              </a:defRPr>
            </a:defPPr>
            <a:lvl1pPr algn="r">
              <a:defRPr sz="1350" b="0">
                <a:solidFill>
                  <a:srgbClr val="000000"/>
                </a:solidFill>
                <a:latin typeface="Arial"/>
                <a:ea typeface="Arial"/>
                <a:cs typeface="Arial"/>
              </a:defRPr>
            </a:lvl1pPr>
            <a:lvl2pPr algn="r">
              <a:defRPr sz="1350" b="0">
                <a:solidFill>
                  <a:srgbClr val="000000"/>
                </a:solidFill>
                <a:latin typeface="Arial"/>
                <a:ea typeface="Arial"/>
                <a:cs typeface="Arial"/>
              </a:defRPr>
            </a:lvl2pPr>
            <a:lvl3pPr algn="r">
              <a:defRPr sz="1350" b="0">
                <a:solidFill>
                  <a:srgbClr val="000000"/>
                </a:solidFill>
                <a:latin typeface="Arial"/>
                <a:ea typeface="Arial"/>
                <a:cs typeface="Arial"/>
              </a:defRPr>
            </a:lvl3pPr>
            <a:lvl4pPr algn="r">
              <a:defRPr sz="1350" b="0">
                <a:solidFill>
                  <a:srgbClr val="000000"/>
                </a:solidFill>
                <a:latin typeface="Arial"/>
                <a:ea typeface="Arial"/>
                <a:cs typeface="Arial"/>
              </a:defRPr>
            </a:lvl4pPr>
            <a:lvl5pPr algn="r">
              <a:defRPr sz="1350" b="0">
                <a:solidFill>
                  <a:srgbClr val="000000"/>
                </a:solidFill>
                <a:latin typeface="Arial"/>
                <a:ea typeface="Arial"/>
                <a:cs typeface="Arial"/>
              </a:defRPr>
            </a:lvl5pPr>
            <a:lvl6pPr algn="r">
              <a:defRPr sz="1350" b="0">
                <a:solidFill>
                  <a:srgbClr val="000000"/>
                </a:solidFill>
                <a:latin typeface="Arial"/>
                <a:ea typeface="Arial"/>
                <a:cs typeface="Arial"/>
              </a:defRPr>
            </a:lvl6pPr>
            <a:lvl7pPr algn="r">
              <a:defRPr sz="1350" b="0">
                <a:solidFill>
                  <a:srgbClr val="000000"/>
                </a:solidFill>
                <a:latin typeface="Arial"/>
                <a:ea typeface="Arial"/>
                <a:cs typeface="Arial"/>
              </a:defRPr>
            </a:lvl7pPr>
            <a:lvl8pPr algn="r">
              <a:defRPr sz="1350" b="0">
                <a:solidFill>
                  <a:srgbClr val="000000"/>
                </a:solidFill>
                <a:latin typeface="Arial"/>
                <a:ea typeface="Arial"/>
                <a:cs typeface="Arial"/>
              </a:defRPr>
            </a:lvl8pPr>
            <a:lvl9pPr algn="r">
              <a:defRPr sz="1350" b="0">
                <a:solidFill>
                  <a:srgbClr val="000000"/>
                </a:solidFill>
                <a:latin typeface="Arial"/>
                <a:ea typeface="Arial"/>
                <a:cs typeface="Arial"/>
              </a:defRPr>
            </a:lvl9pPr>
          </a:lstStyle>
          <a:p>
            <a:pPr algn="r">
              <a:defRPr sz="1350" b="0">
                <a:solidFill>
                  <a:srgbClr val="000000"/>
                </a:solidFill>
                <a:latin typeface="Arial"/>
                <a:ea typeface="Arial"/>
                <a:cs typeface="Arial"/>
              </a:defRPr>
            </a:pPr>
            <a:r>
              <a:rPr sz="1350" b="0">
                <a:solidFill>
                  <a:srgbClr val="000000"/>
                </a:solidFill>
                <a:latin typeface="Arial"/>
                <a:ea typeface="Arial"/>
                <a:cs typeface="Arial"/>
              </a:rPr>
              <a:t>1</a:t>
            </a:r>
          </a:p>
        </p:txBody>
      </p:sp>
      <p:sp>
        <p:nvSpPr>
          <p:cNvPr id="50" name="line_049">
            <a:extLst>
              <a:ext uri="{FF2B5EF4-FFF2-40B4-BE49-F238E27FC236}">
                <ns2:creationId id="{6E4DC7FE-966F-43F1-8C20-688ED754606C}"/>
              </a:ext>
            </a:extLst>
          </p:cNvPr>
          <p:cNvSpPr>
            <a:spLocks noGrp="1"/>
          </p:cNvSpPr>
          <p:nvPr/>
        </p:nvSpPr>
        <p:spPr>
          <a:xfrm>
            <a:off x="6214132" y="1921035"/>
            <a:ext cx="127" cy="25444"/>
          </a:xfrm>
          <a:custGeom>
            <a:pathLst>
              <a:path w="95" h="38100">
                <a:moveTo>
                  <a:pt x="0" y="0"/>
                </a:moveTo>
                <a:lnTo>
                  <a:pt x="0" y="38100"/>
                </a:lnTo>
              </a:path>
            </a:pathLst>
          </a:custGeom>
          <a:noFill/>
          <a:ln w="7620">
            <a:solidFill>
              <a:srgbClr val="7B8790"/>
            </a:solidFill>
            <a:prstDash val="solid"/>
          </a:ln>
        </p:spPr>
      </p:sp>
      <p:sp>
        <p:nvSpPr>
          <p:cNvPr id="51" name="text_050">
            <a:extLst>
              <a:ext uri="{FF2B5EF4-FFF2-40B4-BE49-F238E27FC236}">
                <ns2:creationId id="{9FD13F13-45FF-496D-A5A6-3AD7FFED5666}"/>
              </a:ext>
            </a:extLst>
          </p:cNvPr>
          <p:cNvSpPr>
            <a:spLocks noGrp="1"/>
          </p:cNvSpPr>
          <p:nvPr/>
        </p:nvSpPr>
        <p:spPr>
          <a:xfrm rot="0">
            <a:off x="5958956" y="1959202"/>
            <a:ext cx="510352" cy="139943"/>
          </a:xfrm>
          <a:prstGeom prst="rect">
            <a:avLst/>
          </a:prstGeom>
          <a:noFill/>
          <a:ln w="0">
            <a:noFill/>
            <a:prstDash val="solid"/>
          </a:ln>
        </p:spPr>
        <p:txBody>
          <a:bodyPr wrap="none" lIns="0" tIns="0" rIns="0" bIns="0" anchor="t">
            <a:noAutofit/>
          </a:bodyPr>
          <a:lstStyle>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a:pPr algn="ctr">
              <a:defRPr sz="1350" b="0">
                <a:solidFill>
                  <a:srgbClr val="000000"/>
                </a:solidFill>
                <a:latin typeface="Arial"/>
                <a:ea typeface="Arial"/>
                <a:cs typeface="Arial"/>
              </a:defRPr>
            </a:pPr>
            <a:r>
              <a:rPr sz="1350" b="0">
                <a:solidFill>
                  <a:srgbClr val="000000"/>
                </a:solidFill>
                <a:latin typeface="Arial"/>
                <a:ea typeface="Arial"/>
                <a:cs typeface="Arial"/>
              </a:rPr>
              <a:t>-2</a:t>
            </a:r>
          </a:p>
        </p:txBody>
      </p:sp>
      <p:sp>
        <p:nvSpPr>
          <p:cNvPr id="52" name="line_051">
            <a:extLst>
              <a:ext uri="{FF2B5EF4-FFF2-40B4-BE49-F238E27FC236}">
                <ns2:creationId id="{F013F8F1-402C-4BB0-86DE-003CA54824C1}"/>
              </a:ext>
            </a:extLst>
          </p:cNvPr>
          <p:cNvSpPr>
            <a:spLocks noGrp="1"/>
          </p:cNvSpPr>
          <p:nvPr/>
        </p:nvSpPr>
        <p:spPr>
          <a:xfrm>
            <a:off x="7237873" y="1921035"/>
            <a:ext cx="127" cy="25444"/>
          </a:xfrm>
          <a:custGeom>
            <a:pathLst>
              <a:path w="95" h="38100">
                <a:moveTo>
                  <a:pt x="0" y="0"/>
                </a:moveTo>
                <a:lnTo>
                  <a:pt x="0" y="38100"/>
                </a:lnTo>
              </a:path>
            </a:pathLst>
          </a:custGeom>
          <a:noFill/>
          <a:ln w="7620">
            <a:solidFill>
              <a:srgbClr val="7B8790"/>
            </a:solidFill>
            <a:prstDash val="solid"/>
          </a:ln>
        </p:spPr>
      </p:sp>
      <p:sp>
        <p:nvSpPr>
          <p:cNvPr id="53" name="text_052">
            <a:extLst>
              <a:ext uri="{FF2B5EF4-FFF2-40B4-BE49-F238E27FC236}">
                <ns2:creationId id="{B098B61F-28E7-4819-BED9-D9093C1E677C}"/>
              </a:ext>
            </a:extLst>
          </p:cNvPr>
          <p:cNvSpPr>
            <a:spLocks noGrp="1"/>
          </p:cNvSpPr>
          <p:nvPr/>
        </p:nvSpPr>
        <p:spPr>
          <a:xfrm rot="0">
            <a:off x="6982698" y="1959202"/>
            <a:ext cx="510352" cy="139943"/>
          </a:xfrm>
          <a:prstGeom prst="rect">
            <a:avLst/>
          </a:prstGeom>
          <a:noFill/>
          <a:ln w="0">
            <a:noFill/>
            <a:prstDash val="solid"/>
          </a:ln>
        </p:spPr>
        <p:txBody>
          <a:bodyPr wrap="none" lIns="0" tIns="0" rIns="0" bIns="0" anchor="t">
            <a:noAutofit/>
          </a:bodyPr>
          <a:lstStyle>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a:pPr algn="ctr">
              <a:defRPr sz="1350" b="0">
                <a:solidFill>
                  <a:srgbClr val="000000"/>
                </a:solidFill>
                <a:latin typeface="Arial"/>
                <a:ea typeface="Arial"/>
                <a:cs typeface="Arial"/>
              </a:defRPr>
            </a:pPr>
            <a:r>
              <a:rPr sz="1350" b="0">
                <a:solidFill>
                  <a:srgbClr val="000000"/>
                </a:solidFill>
                <a:latin typeface="Arial"/>
                <a:ea typeface="Arial"/>
                <a:cs typeface="Arial"/>
              </a:rPr>
              <a:t>-1</a:t>
            </a:r>
          </a:p>
        </p:txBody>
      </p:sp>
      <p:sp>
        <p:nvSpPr>
          <p:cNvPr id="54" name="line_053">
            <a:extLst>
              <a:ext uri="{FF2B5EF4-FFF2-40B4-BE49-F238E27FC236}">
                <ns2:creationId id="{E94B1503-D08B-422E-A933-C72F1BE9E5C8}"/>
              </a:ext>
            </a:extLst>
          </p:cNvPr>
          <p:cNvSpPr>
            <a:spLocks noGrp="1"/>
          </p:cNvSpPr>
          <p:nvPr/>
        </p:nvSpPr>
        <p:spPr>
          <a:xfrm>
            <a:off x="8261615" y="1921035"/>
            <a:ext cx="127" cy="25444"/>
          </a:xfrm>
          <a:custGeom>
            <a:pathLst>
              <a:path w="95" h="38100">
                <a:moveTo>
                  <a:pt x="0" y="0"/>
                </a:moveTo>
                <a:lnTo>
                  <a:pt x="0" y="38100"/>
                </a:lnTo>
              </a:path>
            </a:pathLst>
          </a:custGeom>
          <a:noFill/>
          <a:ln w="7620">
            <a:solidFill>
              <a:srgbClr val="7B8790"/>
            </a:solidFill>
            <a:prstDash val="solid"/>
          </a:ln>
        </p:spPr>
      </p:sp>
      <p:sp>
        <p:nvSpPr>
          <p:cNvPr id="55" name="text_054">
            <a:extLst>
              <a:ext uri="{FF2B5EF4-FFF2-40B4-BE49-F238E27FC236}">
                <ns2:creationId id="{555E992E-50A6-407E-A6F1-E80DEC911201}"/>
              </a:ext>
            </a:extLst>
          </p:cNvPr>
          <p:cNvSpPr>
            <a:spLocks noGrp="1"/>
          </p:cNvSpPr>
          <p:nvPr/>
        </p:nvSpPr>
        <p:spPr>
          <a:xfrm rot="0">
            <a:off x="8006439" y="1959202"/>
            <a:ext cx="510352" cy="139943"/>
          </a:xfrm>
          <a:prstGeom prst="rect">
            <a:avLst/>
          </a:prstGeom>
          <a:noFill/>
          <a:ln w="0">
            <a:noFill/>
            <a:prstDash val="solid"/>
          </a:ln>
        </p:spPr>
        <p:txBody>
          <a:bodyPr wrap="none" lIns="0" tIns="0" rIns="0" bIns="0" anchor="t">
            <a:noAutofit/>
          </a:bodyPr>
          <a:lstStyle>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a:pPr algn="ctr">
              <a:defRPr sz="1350" b="0">
                <a:solidFill>
                  <a:srgbClr val="000000"/>
                </a:solidFill>
                <a:latin typeface="Arial"/>
                <a:ea typeface="Arial"/>
                <a:cs typeface="Arial"/>
              </a:defRPr>
            </a:pPr>
            <a:r>
              <a:rPr sz="1350" b="0">
                <a:solidFill>
                  <a:srgbClr val="000000"/>
                </a:solidFill>
                <a:latin typeface="Arial"/>
                <a:ea typeface="Arial"/>
                <a:cs typeface="Arial"/>
              </a:rPr>
              <a:t>0</a:t>
            </a:r>
          </a:p>
        </p:txBody>
      </p:sp>
      <p:sp>
        <p:nvSpPr>
          <p:cNvPr id="56" name="line_055">
            <a:extLst>
              <a:ext uri="{FF2B5EF4-FFF2-40B4-BE49-F238E27FC236}">
                <ns2:creationId id="{71C6774E-C907-4CCF-825C-638FDCF0315E}"/>
              </a:ext>
            </a:extLst>
          </p:cNvPr>
          <p:cNvSpPr>
            <a:spLocks noGrp="1"/>
          </p:cNvSpPr>
          <p:nvPr/>
        </p:nvSpPr>
        <p:spPr>
          <a:xfrm>
            <a:off x="9285356" y="1921035"/>
            <a:ext cx="127" cy="25444"/>
          </a:xfrm>
          <a:custGeom>
            <a:pathLst>
              <a:path w="95" h="38100">
                <a:moveTo>
                  <a:pt x="0" y="0"/>
                </a:moveTo>
                <a:lnTo>
                  <a:pt x="0" y="38100"/>
                </a:lnTo>
              </a:path>
            </a:pathLst>
          </a:custGeom>
          <a:noFill/>
          <a:ln w="7620">
            <a:solidFill>
              <a:srgbClr val="7B8790"/>
            </a:solidFill>
            <a:prstDash val="solid"/>
          </a:ln>
        </p:spPr>
      </p:sp>
      <p:sp>
        <p:nvSpPr>
          <p:cNvPr id="57" name="text_056">
            <a:extLst>
              <a:ext uri="{FF2B5EF4-FFF2-40B4-BE49-F238E27FC236}">
                <ns2:creationId id="{CB23701C-E65F-4550-AE50-78694E5B389A}"/>
              </a:ext>
            </a:extLst>
          </p:cNvPr>
          <p:cNvSpPr>
            <a:spLocks noGrp="1"/>
          </p:cNvSpPr>
          <p:nvPr/>
        </p:nvSpPr>
        <p:spPr>
          <a:xfrm rot="0">
            <a:off x="9030180" y="1959202"/>
            <a:ext cx="510352" cy="139943"/>
          </a:xfrm>
          <a:prstGeom prst="rect">
            <a:avLst/>
          </a:prstGeom>
          <a:noFill/>
          <a:ln w="0">
            <a:noFill/>
            <a:prstDash val="solid"/>
          </a:ln>
        </p:spPr>
        <p:txBody>
          <a:bodyPr wrap="none" lIns="0" tIns="0" rIns="0" bIns="0" anchor="t">
            <a:noAutofit/>
          </a:bodyPr>
          <a:lstStyle>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a:pPr algn="ctr">
              <a:defRPr sz="1350" b="0">
                <a:solidFill>
                  <a:srgbClr val="000000"/>
                </a:solidFill>
                <a:latin typeface="Arial"/>
                <a:ea typeface="Arial"/>
                <a:cs typeface="Arial"/>
              </a:defRPr>
            </a:pPr>
            <a:r>
              <a:rPr sz="1350" b="0">
                <a:solidFill>
                  <a:srgbClr val="000000"/>
                </a:solidFill>
                <a:latin typeface="Arial"/>
                <a:ea typeface="Arial"/>
                <a:cs typeface="Arial"/>
              </a:rPr>
              <a:t>1</a:t>
            </a:r>
          </a:p>
        </p:txBody>
      </p:sp>
      <p:sp>
        <p:nvSpPr>
          <p:cNvPr id="58" name="line_057">
            <a:extLst>
              <a:ext uri="{FF2B5EF4-FFF2-40B4-BE49-F238E27FC236}">
                <ns2:creationId id="{9FF01D34-BFB7-4C3D-8515-174898354709}"/>
              </a:ext>
            </a:extLst>
          </p:cNvPr>
          <p:cNvSpPr>
            <a:spLocks noGrp="1"/>
          </p:cNvSpPr>
          <p:nvPr/>
        </p:nvSpPr>
        <p:spPr>
          <a:xfrm>
            <a:off x="10309097" y="1921035"/>
            <a:ext cx="127" cy="25444"/>
          </a:xfrm>
          <a:custGeom>
            <a:pathLst>
              <a:path w="95" h="38100">
                <a:moveTo>
                  <a:pt x="0" y="0"/>
                </a:moveTo>
                <a:lnTo>
                  <a:pt x="0" y="38100"/>
                </a:lnTo>
              </a:path>
            </a:pathLst>
          </a:custGeom>
          <a:noFill/>
          <a:ln w="7620">
            <a:solidFill>
              <a:srgbClr val="7B8790"/>
            </a:solidFill>
            <a:prstDash val="solid"/>
          </a:ln>
        </p:spPr>
      </p:sp>
      <p:sp>
        <p:nvSpPr>
          <p:cNvPr id="59" name="text_058">
            <a:extLst>
              <a:ext uri="{FF2B5EF4-FFF2-40B4-BE49-F238E27FC236}">
                <ns2:creationId id="{74FD5164-A937-48C9-A634-7A9A3F43B374}"/>
              </a:ext>
            </a:extLst>
          </p:cNvPr>
          <p:cNvSpPr>
            <a:spLocks noGrp="1"/>
          </p:cNvSpPr>
          <p:nvPr/>
        </p:nvSpPr>
        <p:spPr>
          <a:xfrm rot="0">
            <a:off x="10053922" y="1959202"/>
            <a:ext cx="510352" cy="139943"/>
          </a:xfrm>
          <a:prstGeom prst="rect">
            <a:avLst/>
          </a:prstGeom>
          <a:noFill/>
          <a:ln w="0">
            <a:noFill/>
            <a:prstDash val="solid"/>
          </a:ln>
        </p:spPr>
        <p:txBody>
          <a:bodyPr wrap="none" lIns="0" tIns="0" rIns="0" bIns="0" anchor="t">
            <a:noAutofit/>
          </a:bodyPr>
          <a:lstStyle>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a:pPr algn="ctr">
              <a:defRPr sz="1350" b="0">
                <a:solidFill>
                  <a:srgbClr val="000000"/>
                </a:solidFill>
                <a:latin typeface="Arial"/>
                <a:ea typeface="Arial"/>
                <a:cs typeface="Arial"/>
              </a:defRPr>
            </a:pPr>
            <a:r>
              <a:rPr sz="1350" b="0">
                <a:solidFill>
                  <a:srgbClr val="000000"/>
                </a:solidFill>
                <a:latin typeface="Arial"/>
                <a:ea typeface="Arial"/>
                <a:cs typeface="Arial"/>
              </a:rPr>
              <a:t>2</a:t>
            </a:r>
          </a:p>
        </p:txBody>
      </p:sp>
      <p:sp>
        <p:nvSpPr>
          <p:cNvPr id="60" name="text_059">
            <a:extLst>
              <a:ext uri="{FF2B5EF4-FFF2-40B4-BE49-F238E27FC236}">
                <ns2:creationId id="{713A7F62-99E4-48BA-BEC7-8C50F83FBEF8}"/>
              </a:ext>
            </a:extLst>
          </p:cNvPr>
          <p:cNvSpPr>
            <a:spLocks noGrp="1"/>
          </p:cNvSpPr>
          <p:nvPr/>
        </p:nvSpPr>
        <p:spPr>
          <a:xfrm rot="0">
            <a:off x="6111758" y="2111867"/>
            <a:ext cx="4299715" cy="152665"/>
          </a:xfrm>
          <a:prstGeom prst="rect">
            <a:avLst/>
          </a:prstGeom>
          <a:noFill/>
          <a:ln w="0">
            <a:noFill/>
            <a:prstDash val="solid"/>
          </a:ln>
        </p:spPr>
        <p:txBody>
          <a:bodyPr wrap="none" lIns="0" tIns="0" rIns="0" bIns="0" anchor="t">
            <a:noAutofit/>
          </a:bodyPr>
          <a:lstStyle>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a:pPr algn="ctr">
              <a:defRPr sz="1350" b="0">
                <a:solidFill>
                  <a:srgbClr val="000000"/>
                </a:solidFill>
                <a:latin typeface="Arial"/>
                <a:ea typeface="Arial"/>
                <a:cs typeface="Arial"/>
              </a:defRPr>
            </a:pPr>
            <a:r>
              <a:rPr sz="1350" b="0">
                <a:solidFill>
                  <a:srgbClr val="000000"/>
                </a:solidFill>
                <a:latin typeface="Arial"/>
                <a:ea typeface="Arial"/>
                <a:cs typeface="Arial"/>
              </a:rPr>
              <a:t>Section z (bohr)</a:t>
            </a:r>
          </a:p>
        </p:txBody>
      </p:sp>
      <p:pic>
        <p:nvPicPr>
          <p:cNvPr id="61" name="">
            <a:extLst>
              <a:ext uri="{FF2B5EF4-FFF2-40B4-BE49-F238E27FC236}">
                <ns2:creationId id="{061DEA8B-6D72-4843-B11A-5B70452C3E56}"/>
              </a:ext>
            </a:extLst>
          </p:cNvPr>
          <p:cNvPicPr>
            <a:picLocks noChangeAspect="1"/>
          </p:cNvPicPr>
          <p:nvPr/>
        </p:nvPicPr>
        <p:blipFill>
          <a:blip ns3:embed="Rca544ad4d86345a5"/>
          <a:stretch/>
        </p:blipFill>
        <p:spPr>
          <a:xfrm>
            <a:off x="3769938" y="2381250"/>
            <a:ext cx="4482353" cy="104775"/>
          </a:xfrm>
          <a:prstGeom prst="rect">
            <a:avLst/>
          </a:prstGeom>
        </p:spPr>
      </p:pic>
      <p:sp>
        <p:nvSpPr>
          <p:cNvPr id="62" name="text_061">
            <a:extLst>
              <a:ext uri="{FF2B5EF4-FFF2-40B4-BE49-F238E27FC236}">
                <ns2:creationId id="{AABD7244-8303-4067-BA7A-6027E47884E7}"/>
              </a:ext>
            </a:extLst>
          </p:cNvPr>
          <p:cNvSpPr>
            <a:spLocks noGrp="1"/>
          </p:cNvSpPr>
          <p:nvPr/>
        </p:nvSpPr>
        <p:spPr>
          <a:xfrm rot="0">
            <a:off x="2496950" y="2276475"/>
            <a:ext cx="1183341" cy="266700"/>
          </a:xfrm>
          <a:prstGeom prst="rect">
            <a:avLst/>
          </a:prstGeom>
          <a:noFill/>
          <a:ln w="0">
            <a:noFill/>
            <a:prstDash val="solid"/>
          </a:ln>
        </p:spPr>
        <p:txBody>
          <a:bodyPr wrap="none" lIns="0" tIns="0" rIns="0" bIns="0" anchor="t">
            <a:noAutofit/>
          </a:bodyPr>
          <a:lstStyle>
            <a:defPPr algn="r">
              <a:defRPr sz="1350" b="1">
                <a:solidFill>
                  <a:srgbClr val="000000"/>
                </a:solidFill>
                <a:latin typeface="Arial"/>
                <a:ea typeface="Arial"/>
                <a:cs typeface="Arial"/>
              </a:defRPr>
            </a:defPPr>
            <a:lvl1pPr algn="r">
              <a:defRPr sz="1350" b="1">
                <a:solidFill>
                  <a:srgbClr val="000000"/>
                </a:solidFill>
                <a:latin typeface="Arial"/>
                <a:ea typeface="Arial"/>
                <a:cs typeface="Arial"/>
              </a:defRPr>
            </a:lvl1pPr>
            <a:lvl2pPr algn="r">
              <a:defRPr sz="1350" b="1">
                <a:solidFill>
                  <a:srgbClr val="000000"/>
                </a:solidFill>
                <a:latin typeface="Arial"/>
                <a:ea typeface="Arial"/>
                <a:cs typeface="Arial"/>
              </a:defRPr>
            </a:lvl2pPr>
            <a:lvl3pPr algn="r">
              <a:defRPr sz="1350" b="1">
                <a:solidFill>
                  <a:srgbClr val="000000"/>
                </a:solidFill>
                <a:latin typeface="Arial"/>
                <a:ea typeface="Arial"/>
                <a:cs typeface="Arial"/>
              </a:defRPr>
            </a:lvl3pPr>
            <a:lvl4pPr algn="r">
              <a:defRPr sz="1350" b="1">
                <a:solidFill>
                  <a:srgbClr val="000000"/>
                </a:solidFill>
                <a:latin typeface="Arial"/>
                <a:ea typeface="Arial"/>
                <a:cs typeface="Arial"/>
              </a:defRPr>
            </a:lvl4pPr>
            <a:lvl5pPr algn="r">
              <a:defRPr sz="1350" b="1">
                <a:solidFill>
                  <a:srgbClr val="000000"/>
                </a:solidFill>
                <a:latin typeface="Arial"/>
                <a:ea typeface="Arial"/>
                <a:cs typeface="Arial"/>
              </a:defRPr>
            </a:lvl5pPr>
            <a:lvl6pPr algn="r">
              <a:defRPr sz="1350" b="1">
                <a:solidFill>
                  <a:srgbClr val="000000"/>
                </a:solidFill>
                <a:latin typeface="Arial"/>
                <a:ea typeface="Arial"/>
                <a:cs typeface="Arial"/>
              </a:defRPr>
            </a:lvl6pPr>
            <a:lvl7pPr algn="r">
              <a:defRPr sz="1350" b="1">
                <a:solidFill>
                  <a:srgbClr val="000000"/>
                </a:solidFill>
                <a:latin typeface="Arial"/>
                <a:ea typeface="Arial"/>
                <a:cs typeface="Arial"/>
              </a:defRPr>
            </a:lvl7pPr>
            <a:lvl8pPr algn="r">
              <a:defRPr sz="1350" b="1">
                <a:solidFill>
                  <a:srgbClr val="000000"/>
                </a:solidFill>
                <a:latin typeface="Arial"/>
                <a:ea typeface="Arial"/>
                <a:cs typeface="Arial"/>
              </a:defRPr>
            </a:lvl8pPr>
            <a:lvl9pPr algn="r">
              <a:defRPr sz="1350" b="1">
                <a:solidFill>
                  <a:srgbClr val="000000"/>
                </a:solidFill>
                <a:latin typeface="Arial"/>
                <a:ea typeface="Arial"/>
                <a:cs typeface="Arial"/>
              </a:defRPr>
            </a:lvl9pPr>
          </a:lstStyle>
          <a:p>
            <a:pPr algn="r">
              <a:defRPr sz="1350" b="1">
                <a:solidFill>
                  <a:srgbClr val="000000"/>
                </a:solidFill>
                <a:latin typeface="Arial"/>
                <a:ea typeface="Arial"/>
                <a:cs typeface="Arial"/>
              </a:defRPr>
            </a:pPr>
            <a:r>
              <a:rPr sz="1350" b="1">
                <a:solidFill>
                  <a:srgbClr val="000000"/>
                </a:solidFill>
                <a:latin typeface="Arial"/>
                <a:ea typeface="Arial"/>
                <a:cs typeface="Arial"/>
              </a:rPr>
              <a:t>V (a.u.)</a:t>
            </a:r>
          </a:p>
        </p:txBody>
      </p:sp>
      <p:sp>
        <p:nvSpPr>
          <p:cNvPr id="63" name="line_062">
            <a:extLst>
              <a:ext uri="{FF2B5EF4-FFF2-40B4-BE49-F238E27FC236}">
                <ns2:creationId id="{B72413DC-30D0-4619-8659-380F5E036DCF}"/>
              </a:ext>
            </a:extLst>
          </p:cNvPr>
          <p:cNvSpPr>
            <a:spLocks noGrp="1"/>
          </p:cNvSpPr>
          <p:nvPr/>
        </p:nvSpPr>
        <p:spPr>
          <a:xfrm>
            <a:off x="3807486" y="2486025"/>
            <a:ext cx="89" cy="47625"/>
          </a:xfrm>
          <a:custGeom>
            <a:pathLst>
              <a:path w="95" h="47625">
                <a:moveTo>
                  <a:pt x="0" y="0"/>
                </a:moveTo>
                <a:lnTo>
                  <a:pt x="0" y="47625"/>
                </a:lnTo>
              </a:path>
            </a:pathLst>
          </a:custGeom>
          <a:noFill/>
          <a:ln w="7620">
            <a:solidFill>
              <a:srgbClr val="7B8790"/>
            </a:solidFill>
            <a:prstDash val="solid"/>
          </a:ln>
        </p:spPr>
      </p:sp>
      <p:sp>
        <p:nvSpPr>
          <p:cNvPr id="64" name="text_063">
            <a:extLst>
              <a:ext uri="{FF2B5EF4-FFF2-40B4-BE49-F238E27FC236}">
                <ns2:creationId id="{8AAA3D4A-8961-46A2-9E2B-FA6A3A8D39F4}"/>
              </a:ext>
            </a:extLst>
          </p:cNvPr>
          <p:cNvSpPr>
            <a:spLocks noGrp="1"/>
          </p:cNvSpPr>
          <p:nvPr/>
        </p:nvSpPr>
        <p:spPr>
          <a:xfrm rot="0">
            <a:off x="3565438" y="2571750"/>
            <a:ext cx="484094" cy="209550"/>
          </a:xfrm>
          <a:prstGeom prst="rect">
            <a:avLst/>
          </a:prstGeom>
          <a:noFill/>
          <a:ln w="0">
            <a:noFill/>
            <a:prstDash val="solid"/>
          </a:ln>
        </p:spPr>
        <p:txBody>
          <a:bodyPr wrap="none" lIns="0" tIns="0" rIns="0" bIns="0" anchor="t">
            <a:noAutofit/>
          </a:bodyPr>
          <a:lstStyle>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a:pPr algn="ctr">
              <a:defRPr sz="1350" b="0">
                <a:solidFill>
                  <a:srgbClr val="000000"/>
                </a:solidFill>
                <a:latin typeface="Arial"/>
                <a:ea typeface="Arial"/>
                <a:cs typeface="Arial"/>
              </a:defRPr>
            </a:pPr>
            <a:r>
              <a:rPr sz="1350" b="0">
                <a:solidFill>
                  <a:srgbClr val="000000"/>
                </a:solidFill>
                <a:latin typeface="Arial"/>
                <a:ea typeface="Arial"/>
                <a:cs typeface="Arial"/>
              </a:rPr>
              <a:t>-2</a:t>
            </a:r>
          </a:p>
        </p:txBody>
      </p:sp>
      <p:sp>
        <p:nvSpPr>
          <p:cNvPr id="65" name="line_064">
            <a:extLst>
              <a:ext uri="{FF2B5EF4-FFF2-40B4-BE49-F238E27FC236}">
                <ns2:creationId id="{D8C17690-5DA1-498A-A1CC-D5B897259F17}"/>
              </a:ext>
            </a:extLst>
          </p:cNvPr>
          <p:cNvSpPr>
            <a:spLocks noGrp="1"/>
          </p:cNvSpPr>
          <p:nvPr/>
        </p:nvSpPr>
        <p:spPr>
          <a:xfrm>
            <a:off x="4946220" y="2486025"/>
            <a:ext cx="89" cy="47625"/>
          </a:xfrm>
          <a:custGeom>
            <a:pathLst>
              <a:path w="95" h="47625">
                <a:moveTo>
                  <a:pt x="0" y="0"/>
                </a:moveTo>
                <a:lnTo>
                  <a:pt x="0" y="47625"/>
                </a:lnTo>
              </a:path>
            </a:pathLst>
          </a:custGeom>
          <a:noFill/>
          <a:ln w="7620">
            <a:solidFill>
              <a:srgbClr val="7B8790"/>
            </a:solidFill>
            <a:prstDash val="solid"/>
          </a:ln>
        </p:spPr>
      </p:sp>
      <p:sp>
        <p:nvSpPr>
          <p:cNvPr id="66" name="text_065">
            <a:extLst>
              <a:ext uri="{FF2B5EF4-FFF2-40B4-BE49-F238E27FC236}">
                <ns2:creationId id="{5847CCDC-9E95-4061-822F-36606AFA41D2}"/>
              </a:ext>
            </a:extLst>
          </p:cNvPr>
          <p:cNvSpPr>
            <a:spLocks noGrp="1"/>
          </p:cNvSpPr>
          <p:nvPr/>
        </p:nvSpPr>
        <p:spPr>
          <a:xfrm rot="0">
            <a:off x="4704174" y="2571750"/>
            <a:ext cx="484094" cy="209550"/>
          </a:xfrm>
          <a:prstGeom prst="rect">
            <a:avLst/>
          </a:prstGeom>
          <a:noFill/>
          <a:ln w="0">
            <a:noFill/>
            <a:prstDash val="solid"/>
          </a:ln>
        </p:spPr>
        <p:txBody>
          <a:bodyPr wrap="none" lIns="0" tIns="0" rIns="0" bIns="0" anchor="t">
            <a:noAutofit/>
          </a:bodyPr>
          <a:lstStyle>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a:pPr algn="ctr">
              <a:defRPr sz="1350" b="0">
                <a:solidFill>
                  <a:srgbClr val="000000"/>
                </a:solidFill>
                <a:latin typeface="Arial"/>
                <a:ea typeface="Arial"/>
                <a:cs typeface="Arial"/>
              </a:defRPr>
            </a:pPr>
            <a:r>
              <a:rPr sz="1350" b="0">
                <a:solidFill>
                  <a:srgbClr val="000000"/>
                </a:solidFill>
                <a:latin typeface="Arial"/>
                <a:ea typeface="Arial"/>
                <a:cs typeface="Arial"/>
              </a:rPr>
              <a:t>-0.1</a:t>
            </a:r>
          </a:p>
        </p:txBody>
      </p:sp>
      <p:sp>
        <p:nvSpPr>
          <p:cNvPr id="67" name="line_066">
            <a:extLst>
              <a:ext uri="{FF2B5EF4-FFF2-40B4-BE49-F238E27FC236}">
                <ns2:creationId id="{FC91B5B4-5245-4B52-9BF5-20F37BDE408A}"/>
              </a:ext>
            </a:extLst>
          </p:cNvPr>
          <p:cNvSpPr>
            <a:spLocks noGrp="1"/>
          </p:cNvSpPr>
          <p:nvPr/>
        </p:nvSpPr>
        <p:spPr>
          <a:xfrm>
            <a:off x="6011116" y="2486025"/>
            <a:ext cx="89" cy="47625"/>
          </a:xfrm>
          <a:custGeom>
            <a:pathLst>
              <a:path w="95" h="47625">
                <a:moveTo>
                  <a:pt x="0" y="0"/>
                </a:moveTo>
                <a:lnTo>
                  <a:pt x="0" y="47625"/>
                </a:lnTo>
              </a:path>
            </a:pathLst>
          </a:custGeom>
          <a:noFill/>
          <a:ln w="7620">
            <a:solidFill>
              <a:srgbClr val="7B8790"/>
            </a:solidFill>
            <a:prstDash val="solid"/>
          </a:ln>
        </p:spPr>
      </p:sp>
      <p:sp>
        <p:nvSpPr>
          <p:cNvPr id="68" name="text_067">
            <a:extLst>
              <a:ext uri="{FF2B5EF4-FFF2-40B4-BE49-F238E27FC236}">
                <ns2:creationId id="{3AB30FDA-7FAB-4118-8BB2-A58524A3BC55}"/>
              </a:ext>
            </a:extLst>
          </p:cNvPr>
          <p:cNvSpPr>
            <a:spLocks noGrp="1"/>
          </p:cNvSpPr>
          <p:nvPr/>
        </p:nvSpPr>
        <p:spPr>
          <a:xfrm rot="0">
            <a:off x="5769068" y="2571750"/>
            <a:ext cx="484094" cy="209550"/>
          </a:xfrm>
          <a:prstGeom prst="rect">
            <a:avLst/>
          </a:prstGeom>
          <a:noFill/>
          <a:ln w="0">
            <a:noFill/>
            <a:prstDash val="solid"/>
          </a:ln>
        </p:spPr>
        <p:txBody>
          <a:bodyPr wrap="none" lIns="0" tIns="0" rIns="0" bIns="0" anchor="t">
            <a:noAutofit/>
          </a:bodyPr>
          <a:lstStyle>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a:pPr algn="ctr">
              <a:defRPr sz="1350" b="0">
                <a:solidFill>
                  <a:srgbClr val="000000"/>
                </a:solidFill>
                <a:latin typeface="Arial"/>
                <a:ea typeface="Arial"/>
                <a:cs typeface="Arial"/>
              </a:defRPr>
            </a:pPr>
            <a:r>
              <a:rPr sz="1350" b="0">
                <a:solidFill>
                  <a:srgbClr val="000000"/>
                </a:solidFill>
                <a:latin typeface="Arial"/>
                <a:ea typeface="Arial"/>
                <a:cs typeface="Arial"/>
              </a:rPr>
              <a:t>0</a:t>
            </a:r>
          </a:p>
        </p:txBody>
      </p:sp>
      <p:sp>
        <p:nvSpPr>
          <p:cNvPr id="69" name="line_068">
            <a:extLst>
              <a:ext uri="{FF2B5EF4-FFF2-40B4-BE49-F238E27FC236}">
                <ns2:creationId id="{CA27A769-3072-4E6B-A336-DB929E900302}"/>
              </a:ext>
            </a:extLst>
          </p:cNvPr>
          <p:cNvSpPr>
            <a:spLocks noGrp="1"/>
          </p:cNvSpPr>
          <p:nvPr/>
        </p:nvSpPr>
        <p:spPr>
          <a:xfrm>
            <a:off x="7076010" y="2486025"/>
            <a:ext cx="89" cy="47625"/>
          </a:xfrm>
          <a:custGeom>
            <a:pathLst>
              <a:path w="95" h="47625">
                <a:moveTo>
                  <a:pt x="0" y="0"/>
                </a:moveTo>
                <a:lnTo>
                  <a:pt x="0" y="47625"/>
                </a:lnTo>
              </a:path>
            </a:pathLst>
          </a:custGeom>
          <a:noFill/>
          <a:ln w="7620">
            <a:solidFill>
              <a:srgbClr val="7B8790"/>
            </a:solidFill>
            <a:prstDash val="solid"/>
          </a:ln>
        </p:spPr>
      </p:sp>
      <p:sp>
        <p:nvSpPr>
          <p:cNvPr id="70" name="text_069">
            <a:extLst>
              <a:ext uri="{FF2B5EF4-FFF2-40B4-BE49-F238E27FC236}">
                <ns2:creationId id="{E4C82042-3FC5-49F9-A284-8458AC48638A}"/>
              </a:ext>
            </a:extLst>
          </p:cNvPr>
          <p:cNvSpPr>
            <a:spLocks noGrp="1"/>
          </p:cNvSpPr>
          <p:nvPr/>
        </p:nvSpPr>
        <p:spPr>
          <a:xfrm rot="0">
            <a:off x="6833964" y="2571750"/>
            <a:ext cx="484094" cy="209550"/>
          </a:xfrm>
          <a:prstGeom prst="rect">
            <a:avLst/>
          </a:prstGeom>
          <a:noFill/>
          <a:ln w="0">
            <a:noFill/>
            <a:prstDash val="solid"/>
          </a:ln>
        </p:spPr>
        <p:txBody>
          <a:bodyPr wrap="none" lIns="0" tIns="0" rIns="0" bIns="0" anchor="t">
            <a:noAutofit/>
          </a:bodyPr>
          <a:lstStyle>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a:pPr algn="ctr">
              <a:defRPr sz="1350" b="0">
                <a:solidFill>
                  <a:srgbClr val="000000"/>
                </a:solidFill>
                <a:latin typeface="Arial"/>
                <a:ea typeface="Arial"/>
                <a:cs typeface="Arial"/>
              </a:defRPr>
            </a:pPr>
            <a:r>
              <a:rPr sz="1350" b="0">
                <a:solidFill>
                  <a:srgbClr val="000000"/>
                </a:solidFill>
                <a:latin typeface="Arial"/>
                <a:ea typeface="Arial"/>
                <a:cs typeface="Arial"/>
              </a:rPr>
              <a:t>0.1</a:t>
            </a:r>
          </a:p>
        </p:txBody>
      </p:sp>
      <p:sp>
        <p:nvSpPr>
          <p:cNvPr id="71" name="line_070">
            <a:extLst>
              <a:ext uri="{FF2B5EF4-FFF2-40B4-BE49-F238E27FC236}">
                <ns2:creationId id="{C3E17595-7FA7-4C3C-8A74-C703492AAB2E}"/>
              </a:ext>
            </a:extLst>
          </p:cNvPr>
          <p:cNvSpPr>
            <a:spLocks noGrp="1"/>
          </p:cNvSpPr>
          <p:nvPr/>
        </p:nvSpPr>
        <p:spPr>
          <a:xfrm>
            <a:off x="8214746" y="2486025"/>
            <a:ext cx="89" cy="47625"/>
          </a:xfrm>
          <a:custGeom>
            <a:pathLst>
              <a:path w="95" h="47625">
                <a:moveTo>
                  <a:pt x="0" y="0"/>
                </a:moveTo>
                <a:lnTo>
                  <a:pt x="0" y="47625"/>
                </a:lnTo>
              </a:path>
            </a:pathLst>
          </a:custGeom>
          <a:noFill/>
          <a:ln w="7620">
            <a:solidFill>
              <a:srgbClr val="7B8790"/>
            </a:solidFill>
            <a:prstDash val="solid"/>
          </a:ln>
        </p:spPr>
      </p:sp>
      <p:sp>
        <p:nvSpPr>
          <p:cNvPr id="72" name="text_071">
            <a:extLst>
              <a:ext uri="{FF2B5EF4-FFF2-40B4-BE49-F238E27FC236}">
                <ns2:creationId id="{BD15E7F0-49B1-4EF0-88F0-9321C0124234}"/>
              </a:ext>
            </a:extLst>
          </p:cNvPr>
          <p:cNvSpPr>
            <a:spLocks noGrp="1"/>
          </p:cNvSpPr>
          <p:nvPr/>
        </p:nvSpPr>
        <p:spPr>
          <a:xfrm rot="0">
            <a:off x="7972698" y="2571750"/>
            <a:ext cx="484094" cy="209550"/>
          </a:xfrm>
          <a:prstGeom prst="rect">
            <a:avLst/>
          </a:prstGeom>
          <a:noFill/>
          <a:ln w="0">
            <a:noFill/>
            <a:prstDash val="solid"/>
          </a:ln>
        </p:spPr>
        <p:txBody>
          <a:bodyPr wrap="none" lIns="0" tIns="0" rIns="0" bIns="0" anchor="t">
            <a:noAutofit/>
          </a:bodyPr>
          <a:lstStyle>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a:pPr algn="ctr">
              <a:defRPr sz="1350" b="0">
                <a:solidFill>
                  <a:srgbClr val="000000"/>
                </a:solidFill>
                <a:latin typeface="Arial"/>
                <a:ea typeface="Arial"/>
                <a:cs typeface="Arial"/>
              </a:defRPr>
            </a:pPr>
            <a:r>
              <a:rPr sz="1350" b="0">
                <a:solidFill>
                  <a:srgbClr val="000000"/>
                </a:solidFill>
                <a:latin typeface="Arial"/>
                <a:ea typeface="Arial"/>
                <a:cs typeface="Arial"/>
              </a:rPr>
              <a:t>2</a:t>
            </a:r>
          </a:p>
        </p:txBody>
      </p:sp>
      <p:sp>
        <p:nvSpPr>
          <p:cNvPr id="100062" name="(c) Potential sections"/>
          <p:cNvSpPr/>
          <p:nvPr/>
        </p:nvSpPr>
        <p:spPr>
          <a:xfrm>
            <a:off x="190500" y="2828925"/>
            <a:ext cx="10572750" cy="295275"/>
          </a:xfrm>
          <a:prstGeom prst="rect">
            <a:avLst/>
          </a:prstGeom>
          <a:noFill/>
          <a:ln>
            <a:noFill/>
          </a:ln>
        </p:spPr>
        <p:txBody>
          <a:bodyPr wrap="none" lIns="0" rIns="0" tIns="0" bIns="0" anchor="ctr"/>
          <a:lstStyle/>
          <a:p>
            <a:pPr algn="l"/>
            <a:r>
              <a:rPr sz="1950" b="1" i="0">
                <a:solidFill>
                  <a:srgbClr val="000000"/>
                </a:solidFill>
                <a:latin typeface="Arial"/>
                <a:ea typeface="Arial"/>
                <a:cs typeface="Arial"/>
              </a:rPr>
              <a:t>(c) Potential sections</a:t>
            </a:r>
          </a:p>
        </p:txBody>
      </p:sp>
      <p:sp>
        <p:nvSpPr>
          <p:cNvPr id="100063" name="z = -2 bohr"/>
          <p:cNvSpPr/>
          <p:nvPr/>
        </p:nvSpPr>
        <p:spPr>
          <a:xfrm>
            <a:off x="285750" y="3143250"/>
            <a:ext cx="2162175" cy="266700"/>
          </a:xfrm>
          <a:prstGeom prst="rect">
            <a:avLst/>
          </a:prstGeom>
          <a:noFill/>
          <a:ln>
            <a:noFill/>
          </a:ln>
        </p:spPr>
        <p:txBody>
          <a:bodyPr wrap="none" lIns="0" rIns="0" tIns="0" bIns="0" anchor="ctr"/>
          <a:lstStyle/>
          <a:p>
            <a:pPr algn="ctr"/>
            <a:r>
              <a:rPr sz="1650" b="1" i="0">
                <a:solidFill>
                  <a:srgbClr val="000000"/>
                </a:solidFill>
                <a:latin typeface="Arial"/>
                <a:ea typeface="Arial"/>
                <a:cs typeface="Arial"/>
              </a:rPr>
              <a:t>z = -2 bohr</a:t>
            </a:r>
          </a:p>
        </p:txBody>
      </p:sp>
      <p:pic>
        <p:nvPicPr>
          <p:cNvPr id="100064" name="Benzene original reconstructed section 0"/>
          <p:cNvPicPr/>
          <p:nvPr/>
        </p:nvPicPr>
        <p:blipFill>
          <a:blip ns3:embed="addedSource100064"/>
          <a:stretch>
            <a:fillRect/>
          </a:stretch>
        </p:blipFill>
        <p:spPr>
          <a:xfrm>
            <a:off x="428625" y="3429000"/>
            <a:ext cx="1876425" cy="1876425"/>
          </a:xfrm>
          <a:prstGeom prst="rect">
            <a:avLst/>
          </a:prstGeom>
        </p:spPr>
      </p:pic>
      <p:sp>
        <p:nvSpPr>
          <p:cNvPr id="100065" name="-6"/>
          <p:cNvSpPr/>
          <p:nvPr/>
        </p:nvSpPr>
        <p:spPr>
          <a:xfrm>
            <a:off x="209550" y="5343525"/>
            <a:ext cx="438150" cy="228600"/>
          </a:xfrm>
          <a:prstGeom prst="rect">
            <a:avLst/>
          </a:prstGeom>
          <a:noFill/>
          <a:ln>
            <a:noFill/>
          </a:ln>
        </p:spPr>
        <p:txBody>
          <a:bodyPr wrap="none" lIns="0" rIns="0" tIns="0" bIns="0" anchor="ctr"/>
          <a:lstStyle/>
          <a:p>
            <a:pPr algn="ctr"/>
            <a:r>
              <a:rPr sz="1350" b="0" i="0">
                <a:solidFill>
                  <a:srgbClr val="000000"/>
                </a:solidFill>
                <a:latin typeface="Arial"/>
                <a:ea typeface="Arial"/>
                <a:cs typeface="Arial"/>
              </a:rPr>
              <a:t>-6</a:t>
            </a:r>
          </a:p>
        </p:txBody>
      </p:sp>
      <p:sp>
        <p:nvSpPr>
          <p:cNvPr id="100066" name="-6"/>
          <p:cNvSpPr/>
          <p:nvPr/>
        </p:nvSpPr>
        <p:spPr>
          <a:xfrm>
            <a:off x="57150" y="5191125"/>
            <a:ext cx="304800" cy="228600"/>
          </a:xfrm>
          <a:prstGeom prst="rect">
            <a:avLst/>
          </a:prstGeom>
          <a:noFill/>
          <a:ln>
            <a:noFill/>
          </a:ln>
        </p:spPr>
        <p:txBody>
          <a:bodyPr wrap="none" lIns="0" rIns="0" tIns="0" bIns="0" anchor="ctr"/>
          <a:lstStyle/>
          <a:p>
            <a:pPr algn="r"/>
            <a:r>
              <a:rPr sz="1350" b="0" i="0">
                <a:solidFill>
                  <a:srgbClr val="000000"/>
                </a:solidFill>
                <a:latin typeface="Arial"/>
                <a:ea typeface="Arial"/>
                <a:cs typeface="Arial"/>
              </a:rPr>
              <a:t>-6</a:t>
            </a:r>
          </a:p>
        </p:txBody>
      </p:sp>
      <p:sp>
        <p:nvSpPr>
          <p:cNvPr id="100067" name="0"/>
          <p:cNvSpPr/>
          <p:nvPr/>
        </p:nvSpPr>
        <p:spPr>
          <a:xfrm>
            <a:off x="1147763" y="5343525"/>
            <a:ext cx="438150" cy="228600"/>
          </a:xfrm>
          <a:prstGeom prst="rect">
            <a:avLst/>
          </a:prstGeom>
          <a:noFill/>
          <a:ln>
            <a:noFill/>
          </a:ln>
        </p:spPr>
        <p:txBody>
          <a:bodyPr wrap="none" lIns="0" rIns="0" tIns="0" bIns="0" anchor="ctr"/>
          <a:lstStyle/>
          <a:p>
            <a:pPr algn="ctr"/>
            <a:r>
              <a:rPr sz="1350" b="0" i="0">
                <a:solidFill>
                  <a:srgbClr val="000000"/>
                </a:solidFill>
                <a:latin typeface="Arial"/>
                <a:ea typeface="Arial"/>
                <a:cs typeface="Arial"/>
              </a:rPr>
              <a:t>0</a:t>
            </a:r>
          </a:p>
        </p:txBody>
      </p:sp>
      <p:sp>
        <p:nvSpPr>
          <p:cNvPr id="100068" name="0"/>
          <p:cNvSpPr/>
          <p:nvPr/>
        </p:nvSpPr>
        <p:spPr>
          <a:xfrm>
            <a:off x="57150" y="4252912"/>
            <a:ext cx="304800" cy="228600"/>
          </a:xfrm>
          <a:prstGeom prst="rect">
            <a:avLst/>
          </a:prstGeom>
          <a:noFill/>
          <a:ln>
            <a:noFill/>
          </a:ln>
        </p:spPr>
        <p:txBody>
          <a:bodyPr wrap="none" lIns="0" rIns="0" tIns="0" bIns="0" anchor="ctr"/>
          <a:lstStyle/>
          <a:p>
            <a:pPr algn="r"/>
            <a:r>
              <a:rPr sz="1350" b="0" i="0">
                <a:solidFill>
                  <a:srgbClr val="000000"/>
                </a:solidFill>
                <a:latin typeface="Arial"/>
                <a:ea typeface="Arial"/>
                <a:cs typeface="Arial"/>
              </a:rPr>
              <a:t>0</a:t>
            </a:r>
          </a:p>
        </p:txBody>
      </p:sp>
      <p:sp>
        <p:nvSpPr>
          <p:cNvPr id="100069" name="6"/>
          <p:cNvSpPr/>
          <p:nvPr/>
        </p:nvSpPr>
        <p:spPr>
          <a:xfrm>
            <a:off x="2085975" y="5343525"/>
            <a:ext cx="438150" cy="228600"/>
          </a:xfrm>
          <a:prstGeom prst="rect">
            <a:avLst/>
          </a:prstGeom>
          <a:noFill/>
          <a:ln>
            <a:noFill/>
          </a:ln>
        </p:spPr>
        <p:txBody>
          <a:bodyPr wrap="none" lIns="0" rIns="0" tIns="0" bIns="0" anchor="ctr"/>
          <a:lstStyle/>
          <a:p>
            <a:pPr algn="ctr"/>
            <a:r>
              <a:rPr sz="1350" b="0" i="0">
                <a:solidFill>
                  <a:srgbClr val="000000"/>
                </a:solidFill>
                <a:latin typeface="Arial"/>
                <a:ea typeface="Arial"/>
                <a:cs typeface="Arial"/>
              </a:rPr>
              <a:t>6</a:t>
            </a:r>
          </a:p>
        </p:txBody>
      </p:sp>
      <p:sp>
        <p:nvSpPr>
          <p:cNvPr id="100070" name="6"/>
          <p:cNvSpPr/>
          <p:nvPr/>
        </p:nvSpPr>
        <p:spPr>
          <a:xfrm>
            <a:off x="57150" y="3314700"/>
            <a:ext cx="304800" cy="228600"/>
          </a:xfrm>
          <a:prstGeom prst="rect">
            <a:avLst/>
          </a:prstGeom>
          <a:noFill/>
          <a:ln>
            <a:noFill/>
          </a:ln>
        </p:spPr>
        <p:txBody>
          <a:bodyPr wrap="none" lIns="0" rIns="0" tIns="0" bIns="0" anchor="ctr"/>
          <a:lstStyle/>
          <a:p>
            <a:pPr algn="r"/>
            <a:r>
              <a:rPr sz="1350" b="0" i="0">
                <a:solidFill>
                  <a:srgbClr val="000000"/>
                </a:solidFill>
                <a:latin typeface="Arial"/>
                <a:ea typeface="Arial"/>
                <a:cs typeface="Arial"/>
              </a:rPr>
              <a:t>6</a:t>
            </a:r>
          </a:p>
        </p:txBody>
      </p:sp>
      <p:sp>
        <p:nvSpPr>
          <p:cNvPr id="100071" name="x (bohr)"/>
          <p:cNvSpPr/>
          <p:nvPr/>
        </p:nvSpPr>
        <p:spPr>
          <a:xfrm>
            <a:off x="428625" y="5591175"/>
            <a:ext cx="1876425" cy="228600"/>
          </a:xfrm>
          <a:prstGeom prst="rect">
            <a:avLst/>
          </a:prstGeom>
          <a:noFill/>
          <a:ln>
            <a:noFill/>
          </a:ln>
        </p:spPr>
        <p:txBody>
          <a:bodyPr wrap="none" lIns="0" rIns="0" tIns="0" bIns="0" anchor="ctr"/>
          <a:lstStyle/>
          <a:p>
            <a:pPr algn="ctr"/>
            <a:r>
              <a:rPr sz="1425" b="0" i="0">
                <a:solidFill>
                  <a:srgbClr val="000000"/>
                </a:solidFill>
                <a:latin typeface="Arial"/>
                <a:ea typeface="Arial"/>
                <a:cs typeface="Arial"/>
              </a:rPr>
              <a:t>x (bohr)</a:t>
            </a:r>
          </a:p>
        </p:txBody>
      </p:sp>
      <p:sp>
        <p:nvSpPr>
          <p:cNvPr id="100072" name="z = -1 bohr"/>
          <p:cNvSpPr/>
          <p:nvPr/>
        </p:nvSpPr>
        <p:spPr>
          <a:xfrm>
            <a:off x="2381250" y="3143250"/>
            <a:ext cx="2162175" cy="266700"/>
          </a:xfrm>
          <a:prstGeom prst="rect">
            <a:avLst/>
          </a:prstGeom>
          <a:noFill/>
          <a:ln>
            <a:noFill/>
          </a:ln>
        </p:spPr>
        <p:txBody>
          <a:bodyPr wrap="none" lIns="0" rIns="0" tIns="0" bIns="0" anchor="ctr"/>
          <a:lstStyle/>
          <a:p>
            <a:pPr algn="ctr"/>
            <a:r>
              <a:rPr sz="1650" b="1" i="0">
                <a:solidFill>
                  <a:srgbClr val="000000"/>
                </a:solidFill>
                <a:latin typeface="Arial"/>
                <a:ea typeface="Arial"/>
                <a:cs typeface="Arial"/>
              </a:rPr>
              <a:t>z = -1 bohr</a:t>
            </a:r>
          </a:p>
        </p:txBody>
      </p:sp>
      <p:pic>
        <p:nvPicPr>
          <p:cNvPr id="100073" name="Benzene original reconstructed section 5"/>
          <p:cNvPicPr/>
          <p:nvPr/>
        </p:nvPicPr>
        <p:blipFill>
          <a:blip ns3:embed="addedSource100073"/>
          <a:stretch>
            <a:fillRect/>
          </a:stretch>
        </p:blipFill>
        <p:spPr>
          <a:xfrm>
            <a:off x="2524125" y="3429000"/>
            <a:ext cx="1876425" cy="1876425"/>
          </a:xfrm>
          <a:prstGeom prst="rect">
            <a:avLst/>
          </a:prstGeom>
        </p:spPr>
      </p:pic>
      <p:sp>
        <p:nvSpPr>
          <p:cNvPr id="100074" name="-6"/>
          <p:cNvSpPr/>
          <p:nvPr/>
        </p:nvSpPr>
        <p:spPr>
          <a:xfrm>
            <a:off x="2305050" y="5343525"/>
            <a:ext cx="438150" cy="228600"/>
          </a:xfrm>
          <a:prstGeom prst="rect">
            <a:avLst/>
          </a:prstGeom>
          <a:noFill/>
          <a:ln>
            <a:noFill/>
          </a:ln>
        </p:spPr>
        <p:txBody>
          <a:bodyPr wrap="none" lIns="0" rIns="0" tIns="0" bIns="0" anchor="ctr"/>
          <a:lstStyle/>
          <a:p>
            <a:pPr algn="ctr"/>
            <a:r>
              <a:rPr sz="1350" b="0" i="0">
                <a:solidFill>
                  <a:srgbClr val="000000"/>
                </a:solidFill>
                <a:latin typeface="Arial"/>
                <a:ea typeface="Arial"/>
                <a:cs typeface="Arial"/>
              </a:rPr>
              <a:t>-6</a:t>
            </a:r>
          </a:p>
        </p:txBody>
      </p:sp>
      <p:sp>
        <p:nvSpPr>
          <p:cNvPr id="100075" name="0"/>
          <p:cNvSpPr/>
          <p:nvPr/>
        </p:nvSpPr>
        <p:spPr>
          <a:xfrm>
            <a:off x="3243262" y="5343525"/>
            <a:ext cx="438150" cy="228600"/>
          </a:xfrm>
          <a:prstGeom prst="rect">
            <a:avLst/>
          </a:prstGeom>
          <a:noFill/>
          <a:ln>
            <a:noFill/>
          </a:ln>
        </p:spPr>
        <p:txBody>
          <a:bodyPr wrap="none" lIns="0" rIns="0" tIns="0" bIns="0" anchor="ctr"/>
          <a:lstStyle/>
          <a:p>
            <a:pPr algn="ctr"/>
            <a:r>
              <a:rPr sz="1350" b="0" i="0">
                <a:solidFill>
                  <a:srgbClr val="000000"/>
                </a:solidFill>
                <a:latin typeface="Arial"/>
                <a:ea typeface="Arial"/>
                <a:cs typeface="Arial"/>
              </a:rPr>
              <a:t>0</a:t>
            </a:r>
          </a:p>
        </p:txBody>
      </p:sp>
      <p:sp>
        <p:nvSpPr>
          <p:cNvPr id="100076" name="6"/>
          <p:cNvSpPr/>
          <p:nvPr/>
        </p:nvSpPr>
        <p:spPr>
          <a:xfrm>
            <a:off x="4181475" y="5343525"/>
            <a:ext cx="438150" cy="228600"/>
          </a:xfrm>
          <a:prstGeom prst="rect">
            <a:avLst/>
          </a:prstGeom>
          <a:noFill/>
          <a:ln>
            <a:noFill/>
          </a:ln>
        </p:spPr>
        <p:txBody>
          <a:bodyPr wrap="none" lIns="0" rIns="0" tIns="0" bIns="0" anchor="ctr"/>
          <a:lstStyle/>
          <a:p>
            <a:pPr algn="ctr"/>
            <a:r>
              <a:rPr sz="1350" b="0" i="0">
                <a:solidFill>
                  <a:srgbClr val="000000"/>
                </a:solidFill>
                <a:latin typeface="Arial"/>
                <a:ea typeface="Arial"/>
                <a:cs typeface="Arial"/>
              </a:rPr>
              <a:t>6</a:t>
            </a:r>
          </a:p>
        </p:txBody>
      </p:sp>
      <p:sp>
        <p:nvSpPr>
          <p:cNvPr id="100077" name="x (bohr)"/>
          <p:cNvSpPr/>
          <p:nvPr/>
        </p:nvSpPr>
        <p:spPr>
          <a:xfrm>
            <a:off x="2524125" y="5591175"/>
            <a:ext cx="1876425" cy="228600"/>
          </a:xfrm>
          <a:prstGeom prst="rect">
            <a:avLst/>
          </a:prstGeom>
          <a:noFill/>
          <a:ln>
            <a:noFill/>
          </a:ln>
        </p:spPr>
        <p:txBody>
          <a:bodyPr wrap="none" lIns="0" rIns="0" tIns="0" bIns="0" anchor="ctr"/>
          <a:lstStyle/>
          <a:p>
            <a:pPr algn="ctr"/>
            <a:r>
              <a:rPr sz="1425" b="0" i="0">
                <a:solidFill>
                  <a:srgbClr val="000000"/>
                </a:solidFill>
                <a:latin typeface="Arial"/>
                <a:ea typeface="Arial"/>
                <a:cs typeface="Arial"/>
              </a:rPr>
              <a:t>x (bohr)</a:t>
            </a:r>
          </a:p>
        </p:txBody>
      </p:sp>
      <p:sp>
        <p:nvSpPr>
          <p:cNvPr id="100078" name="z = 0 bohr"/>
          <p:cNvSpPr/>
          <p:nvPr/>
        </p:nvSpPr>
        <p:spPr>
          <a:xfrm>
            <a:off x="4476750" y="3143250"/>
            <a:ext cx="2162175" cy="266700"/>
          </a:xfrm>
          <a:prstGeom prst="rect">
            <a:avLst/>
          </a:prstGeom>
          <a:noFill/>
          <a:ln>
            <a:noFill/>
          </a:ln>
        </p:spPr>
        <p:txBody>
          <a:bodyPr wrap="none" lIns="0" rIns="0" tIns="0" bIns="0" anchor="ctr"/>
          <a:lstStyle/>
          <a:p>
            <a:pPr algn="ctr"/>
            <a:r>
              <a:rPr sz="1650" b="1" i="0">
                <a:solidFill>
                  <a:srgbClr val="000000"/>
                </a:solidFill>
                <a:latin typeface="Arial"/>
                <a:ea typeface="Arial"/>
                <a:cs typeface="Arial"/>
              </a:rPr>
              <a:t>z = 0 bohr</a:t>
            </a:r>
          </a:p>
        </p:txBody>
      </p:sp>
      <p:pic>
        <p:nvPicPr>
          <p:cNvPr id="100079" name="Benzene original reconstructed section 10"/>
          <p:cNvPicPr/>
          <p:nvPr/>
        </p:nvPicPr>
        <p:blipFill>
          <a:blip ns3:embed="addedSource100079"/>
          <a:stretch>
            <a:fillRect/>
          </a:stretch>
        </p:blipFill>
        <p:spPr>
          <a:xfrm>
            <a:off x="4619625" y="3429000"/>
            <a:ext cx="1876425" cy="1876425"/>
          </a:xfrm>
          <a:prstGeom prst="rect">
            <a:avLst/>
          </a:prstGeom>
        </p:spPr>
      </p:pic>
      <p:sp>
        <p:nvSpPr>
          <p:cNvPr id="100080" name="-6"/>
          <p:cNvSpPr/>
          <p:nvPr/>
        </p:nvSpPr>
        <p:spPr>
          <a:xfrm>
            <a:off x="4400550" y="5343525"/>
            <a:ext cx="438150" cy="228600"/>
          </a:xfrm>
          <a:prstGeom prst="rect">
            <a:avLst/>
          </a:prstGeom>
          <a:noFill/>
          <a:ln>
            <a:noFill/>
          </a:ln>
        </p:spPr>
        <p:txBody>
          <a:bodyPr wrap="none" lIns="0" rIns="0" tIns="0" bIns="0" anchor="ctr"/>
          <a:lstStyle/>
          <a:p>
            <a:pPr algn="ctr"/>
            <a:r>
              <a:rPr sz="1350" b="0" i="0">
                <a:solidFill>
                  <a:srgbClr val="000000"/>
                </a:solidFill>
                <a:latin typeface="Arial"/>
                <a:ea typeface="Arial"/>
                <a:cs typeface="Arial"/>
              </a:rPr>
              <a:t>-6</a:t>
            </a:r>
          </a:p>
        </p:txBody>
      </p:sp>
      <p:sp>
        <p:nvSpPr>
          <p:cNvPr id="100081" name="0"/>
          <p:cNvSpPr/>
          <p:nvPr/>
        </p:nvSpPr>
        <p:spPr>
          <a:xfrm>
            <a:off x="5338763" y="5343525"/>
            <a:ext cx="438150" cy="228600"/>
          </a:xfrm>
          <a:prstGeom prst="rect">
            <a:avLst/>
          </a:prstGeom>
          <a:noFill/>
          <a:ln>
            <a:noFill/>
          </a:ln>
        </p:spPr>
        <p:txBody>
          <a:bodyPr wrap="none" lIns="0" rIns="0" tIns="0" bIns="0" anchor="ctr"/>
          <a:lstStyle/>
          <a:p>
            <a:pPr algn="ctr"/>
            <a:r>
              <a:rPr sz="1350" b="0" i="0">
                <a:solidFill>
                  <a:srgbClr val="000000"/>
                </a:solidFill>
                <a:latin typeface="Arial"/>
                <a:ea typeface="Arial"/>
                <a:cs typeface="Arial"/>
              </a:rPr>
              <a:t>0</a:t>
            </a:r>
          </a:p>
        </p:txBody>
      </p:sp>
      <p:sp>
        <p:nvSpPr>
          <p:cNvPr id="100082" name="6"/>
          <p:cNvSpPr/>
          <p:nvPr/>
        </p:nvSpPr>
        <p:spPr>
          <a:xfrm>
            <a:off x="6276975" y="5343525"/>
            <a:ext cx="438150" cy="228600"/>
          </a:xfrm>
          <a:prstGeom prst="rect">
            <a:avLst/>
          </a:prstGeom>
          <a:noFill/>
          <a:ln>
            <a:noFill/>
          </a:ln>
        </p:spPr>
        <p:txBody>
          <a:bodyPr wrap="none" lIns="0" rIns="0" tIns="0" bIns="0" anchor="ctr"/>
          <a:lstStyle/>
          <a:p>
            <a:pPr algn="ctr"/>
            <a:r>
              <a:rPr sz="1350" b="0" i="0">
                <a:solidFill>
                  <a:srgbClr val="000000"/>
                </a:solidFill>
                <a:latin typeface="Arial"/>
                <a:ea typeface="Arial"/>
                <a:cs typeface="Arial"/>
              </a:rPr>
              <a:t>6</a:t>
            </a:r>
          </a:p>
        </p:txBody>
      </p:sp>
      <p:sp>
        <p:nvSpPr>
          <p:cNvPr id="100083" name="x (bohr)"/>
          <p:cNvSpPr/>
          <p:nvPr/>
        </p:nvSpPr>
        <p:spPr>
          <a:xfrm>
            <a:off x="4619625" y="5591175"/>
            <a:ext cx="1876425" cy="228600"/>
          </a:xfrm>
          <a:prstGeom prst="rect">
            <a:avLst/>
          </a:prstGeom>
          <a:noFill/>
          <a:ln>
            <a:noFill/>
          </a:ln>
        </p:spPr>
        <p:txBody>
          <a:bodyPr wrap="none" lIns="0" rIns="0" tIns="0" bIns="0" anchor="ctr"/>
          <a:lstStyle/>
          <a:p>
            <a:pPr algn="ctr"/>
            <a:r>
              <a:rPr sz="1425" b="0" i="0">
                <a:solidFill>
                  <a:srgbClr val="000000"/>
                </a:solidFill>
                <a:latin typeface="Arial"/>
                <a:ea typeface="Arial"/>
                <a:cs typeface="Arial"/>
              </a:rPr>
              <a:t>x (bohr)</a:t>
            </a:r>
          </a:p>
        </p:txBody>
      </p:sp>
      <p:sp>
        <p:nvSpPr>
          <p:cNvPr id="100084" name="z = 1 bohr"/>
          <p:cNvSpPr/>
          <p:nvPr/>
        </p:nvSpPr>
        <p:spPr>
          <a:xfrm>
            <a:off x="6572250" y="3143250"/>
            <a:ext cx="2162175" cy="266700"/>
          </a:xfrm>
          <a:prstGeom prst="rect">
            <a:avLst/>
          </a:prstGeom>
          <a:noFill/>
          <a:ln>
            <a:noFill/>
          </a:ln>
        </p:spPr>
        <p:txBody>
          <a:bodyPr wrap="none" lIns="0" rIns="0" tIns="0" bIns="0" anchor="ctr"/>
          <a:lstStyle/>
          <a:p>
            <a:pPr algn="ctr"/>
            <a:r>
              <a:rPr sz="1650" b="1" i="0">
                <a:solidFill>
                  <a:srgbClr val="000000"/>
                </a:solidFill>
                <a:latin typeface="Arial"/>
                <a:ea typeface="Arial"/>
                <a:cs typeface="Arial"/>
              </a:rPr>
              <a:t>z = 1 bohr</a:t>
            </a:r>
          </a:p>
        </p:txBody>
      </p:sp>
      <p:pic>
        <p:nvPicPr>
          <p:cNvPr id="100085" name="Benzene original reconstructed section 15"/>
          <p:cNvPicPr/>
          <p:nvPr/>
        </p:nvPicPr>
        <p:blipFill>
          <a:blip ns3:embed="addedSource100085"/>
          <a:stretch>
            <a:fillRect/>
          </a:stretch>
        </p:blipFill>
        <p:spPr>
          <a:xfrm>
            <a:off x="6715125" y="3429000"/>
            <a:ext cx="1876425" cy="1876425"/>
          </a:xfrm>
          <a:prstGeom prst="rect">
            <a:avLst/>
          </a:prstGeom>
        </p:spPr>
      </p:pic>
      <p:sp>
        <p:nvSpPr>
          <p:cNvPr id="100086" name="-6"/>
          <p:cNvSpPr/>
          <p:nvPr/>
        </p:nvSpPr>
        <p:spPr>
          <a:xfrm>
            <a:off x="6496050" y="5343525"/>
            <a:ext cx="438150" cy="228600"/>
          </a:xfrm>
          <a:prstGeom prst="rect">
            <a:avLst/>
          </a:prstGeom>
          <a:noFill/>
          <a:ln>
            <a:noFill/>
          </a:ln>
        </p:spPr>
        <p:txBody>
          <a:bodyPr wrap="none" lIns="0" rIns="0" tIns="0" bIns="0" anchor="ctr"/>
          <a:lstStyle/>
          <a:p>
            <a:pPr algn="ctr"/>
            <a:r>
              <a:rPr sz="1350" b="0" i="0">
                <a:solidFill>
                  <a:srgbClr val="000000"/>
                </a:solidFill>
                <a:latin typeface="Arial"/>
                <a:ea typeface="Arial"/>
                <a:cs typeface="Arial"/>
              </a:rPr>
              <a:t>-6</a:t>
            </a:r>
          </a:p>
        </p:txBody>
      </p:sp>
      <p:sp>
        <p:nvSpPr>
          <p:cNvPr id="100087" name="0"/>
          <p:cNvSpPr/>
          <p:nvPr/>
        </p:nvSpPr>
        <p:spPr>
          <a:xfrm>
            <a:off x="7434262" y="5343525"/>
            <a:ext cx="438150" cy="228600"/>
          </a:xfrm>
          <a:prstGeom prst="rect">
            <a:avLst/>
          </a:prstGeom>
          <a:noFill/>
          <a:ln>
            <a:noFill/>
          </a:ln>
        </p:spPr>
        <p:txBody>
          <a:bodyPr wrap="none" lIns="0" rIns="0" tIns="0" bIns="0" anchor="ctr"/>
          <a:lstStyle/>
          <a:p>
            <a:pPr algn="ctr"/>
            <a:r>
              <a:rPr sz="1350" b="0" i="0">
                <a:solidFill>
                  <a:srgbClr val="000000"/>
                </a:solidFill>
                <a:latin typeface="Arial"/>
                <a:ea typeface="Arial"/>
                <a:cs typeface="Arial"/>
              </a:rPr>
              <a:t>0</a:t>
            </a:r>
          </a:p>
        </p:txBody>
      </p:sp>
      <p:sp>
        <p:nvSpPr>
          <p:cNvPr id="100088" name="6"/>
          <p:cNvSpPr/>
          <p:nvPr/>
        </p:nvSpPr>
        <p:spPr>
          <a:xfrm>
            <a:off x="8372475" y="5343525"/>
            <a:ext cx="438150" cy="228600"/>
          </a:xfrm>
          <a:prstGeom prst="rect">
            <a:avLst/>
          </a:prstGeom>
          <a:noFill/>
          <a:ln>
            <a:noFill/>
          </a:ln>
        </p:spPr>
        <p:txBody>
          <a:bodyPr wrap="none" lIns="0" rIns="0" tIns="0" bIns="0" anchor="ctr"/>
          <a:lstStyle/>
          <a:p>
            <a:pPr algn="ctr"/>
            <a:r>
              <a:rPr sz="1350" b="0" i="0">
                <a:solidFill>
                  <a:srgbClr val="000000"/>
                </a:solidFill>
                <a:latin typeface="Arial"/>
                <a:ea typeface="Arial"/>
                <a:cs typeface="Arial"/>
              </a:rPr>
              <a:t>6</a:t>
            </a:r>
          </a:p>
        </p:txBody>
      </p:sp>
      <p:sp>
        <p:nvSpPr>
          <p:cNvPr id="100089" name="x (bohr)"/>
          <p:cNvSpPr/>
          <p:nvPr/>
        </p:nvSpPr>
        <p:spPr>
          <a:xfrm>
            <a:off x="6715125" y="5591175"/>
            <a:ext cx="1876425" cy="228600"/>
          </a:xfrm>
          <a:prstGeom prst="rect">
            <a:avLst/>
          </a:prstGeom>
          <a:noFill/>
          <a:ln>
            <a:noFill/>
          </a:ln>
        </p:spPr>
        <p:txBody>
          <a:bodyPr wrap="none" lIns="0" rIns="0" tIns="0" bIns="0" anchor="ctr"/>
          <a:lstStyle/>
          <a:p>
            <a:pPr algn="ctr"/>
            <a:r>
              <a:rPr sz="1425" b="0" i="0">
                <a:solidFill>
                  <a:srgbClr val="000000"/>
                </a:solidFill>
                <a:latin typeface="Arial"/>
                <a:ea typeface="Arial"/>
                <a:cs typeface="Arial"/>
              </a:rPr>
              <a:t>x (bohr)</a:t>
            </a:r>
          </a:p>
        </p:txBody>
      </p:sp>
      <p:sp>
        <p:nvSpPr>
          <p:cNvPr id="100090" name="z = 2 bohr"/>
          <p:cNvSpPr/>
          <p:nvPr/>
        </p:nvSpPr>
        <p:spPr>
          <a:xfrm>
            <a:off x="8667750" y="3143250"/>
            <a:ext cx="2162175" cy="266700"/>
          </a:xfrm>
          <a:prstGeom prst="rect">
            <a:avLst/>
          </a:prstGeom>
          <a:noFill/>
          <a:ln>
            <a:noFill/>
          </a:ln>
        </p:spPr>
        <p:txBody>
          <a:bodyPr wrap="none" lIns="0" rIns="0" tIns="0" bIns="0" anchor="ctr"/>
          <a:lstStyle/>
          <a:p>
            <a:pPr algn="ctr"/>
            <a:r>
              <a:rPr sz="1650" b="1" i="0">
                <a:solidFill>
                  <a:srgbClr val="000000"/>
                </a:solidFill>
                <a:latin typeface="Arial"/>
                <a:ea typeface="Arial"/>
                <a:cs typeface="Arial"/>
              </a:rPr>
              <a:t>z = 2 bohr</a:t>
            </a:r>
          </a:p>
        </p:txBody>
      </p:sp>
      <p:pic>
        <p:nvPicPr>
          <p:cNvPr id="100091" name="Benzene original reconstructed section 20"/>
          <p:cNvPicPr/>
          <p:nvPr/>
        </p:nvPicPr>
        <p:blipFill>
          <a:blip ns3:embed="addedSource100091"/>
          <a:stretch>
            <a:fillRect/>
          </a:stretch>
        </p:blipFill>
        <p:spPr>
          <a:xfrm>
            <a:off x="8810625" y="3429000"/>
            <a:ext cx="1876425" cy="1876425"/>
          </a:xfrm>
          <a:prstGeom prst="rect">
            <a:avLst/>
          </a:prstGeom>
        </p:spPr>
      </p:pic>
      <p:sp>
        <p:nvSpPr>
          <p:cNvPr id="100092" name="-6"/>
          <p:cNvSpPr/>
          <p:nvPr/>
        </p:nvSpPr>
        <p:spPr>
          <a:xfrm>
            <a:off x="8591550" y="5343525"/>
            <a:ext cx="438150" cy="228600"/>
          </a:xfrm>
          <a:prstGeom prst="rect">
            <a:avLst/>
          </a:prstGeom>
          <a:noFill/>
          <a:ln>
            <a:noFill/>
          </a:ln>
        </p:spPr>
        <p:txBody>
          <a:bodyPr wrap="none" lIns="0" rIns="0" tIns="0" bIns="0" anchor="ctr"/>
          <a:lstStyle/>
          <a:p>
            <a:pPr algn="ctr"/>
            <a:r>
              <a:rPr sz="1350" b="0" i="0">
                <a:solidFill>
                  <a:srgbClr val="000000"/>
                </a:solidFill>
                <a:latin typeface="Arial"/>
                <a:ea typeface="Arial"/>
                <a:cs typeface="Arial"/>
              </a:rPr>
              <a:t>-6</a:t>
            </a:r>
          </a:p>
        </p:txBody>
      </p:sp>
      <p:sp>
        <p:nvSpPr>
          <p:cNvPr id="100093" name="0"/>
          <p:cNvSpPr/>
          <p:nvPr/>
        </p:nvSpPr>
        <p:spPr>
          <a:xfrm>
            <a:off x="9529763" y="5343525"/>
            <a:ext cx="438150" cy="228600"/>
          </a:xfrm>
          <a:prstGeom prst="rect">
            <a:avLst/>
          </a:prstGeom>
          <a:noFill/>
          <a:ln>
            <a:noFill/>
          </a:ln>
        </p:spPr>
        <p:txBody>
          <a:bodyPr wrap="none" lIns="0" rIns="0" tIns="0" bIns="0" anchor="ctr"/>
          <a:lstStyle/>
          <a:p>
            <a:pPr algn="ctr"/>
            <a:r>
              <a:rPr sz="1350" b="0" i="0">
                <a:solidFill>
                  <a:srgbClr val="000000"/>
                </a:solidFill>
                <a:latin typeface="Arial"/>
                <a:ea typeface="Arial"/>
                <a:cs typeface="Arial"/>
              </a:rPr>
              <a:t>0</a:t>
            </a:r>
          </a:p>
        </p:txBody>
      </p:sp>
      <p:sp>
        <p:nvSpPr>
          <p:cNvPr id="100094" name="6"/>
          <p:cNvSpPr/>
          <p:nvPr/>
        </p:nvSpPr>
        <p:spPr>
          <a:xfrm>
            <a:off x="10467975" y="5343525"/>
            <a:ext cx="438150" cy="228600"/>
          </a:xfrm>
          <a:prstGeom prst="rect">
            <a:avLst/>
          </a:prstGeom>
          <a:noFill/>
          <a:ln>
            <a:noFill/>
          </a:ln>
        </p:spPr>
        <p:txBody>
          <a:bodyPr wrap="none" lIns="0" rIns="0" tIns="0" bIns="0" anchor="ctr"/>
          <a:lstStyle/>
          <a:p>
            <a:pPr algn="ctr"/>
            <a:r>
              <a:rPr sz="1350" b="0" i="0">
                <a:solidFill>
                  <a:srgbClr val="000000"/>
                </a:solidFill>
                <a:latin typeface="Arial"/>
                <a:ea typeface="Arial"/>
                <a:cs typeface="Arial"/>
              </a:rPr>
              <a:t>6</a:t>
            </a:r>
          </a:p>
        </p:txBody>
      </p:sp>
      <p:sp>
        <p:nvSpPr>
          <p:cNvPr id="100095" name="x (bohr)"/>
          <p:cNvSpPr/>
          <p:nvPr/>
        </p:nvSpPr>
        <p:spPr>
          <a:xfrm>
            <a:off x="8810625" y="5591175"/>
            <a:ext cx="1876425" cy="228600"/>
          </a:xfrm>
          <a:prstGeom prst="rect">
            <a:avLst/>
          </a:prstGeom>
          <a:noFill/>
          <a:ln>
            <a:noFill/>
          </a:ln>
        </p:spPr>
        <p:txBody>
          <a:bodyPr wrap="none" lIns="0" rIns="0" tIns="0" bIns="0" anchor="ctr"/>
          <a:lstStyle/>
          <a:p>
            <a:pPr algn="ctr"/>
            <a:r>
              <a:rPr sz="1425" b="0" i="0">
                <a:solidFill>
                  <a:srgbClr val="000000"/>
                </a:solidFill>
                <a:latin typeface="Arial"/>
                <a:ea typeface="Arial"/>
                <a:cs typeface="Arial"/>
              </a:rPr>
              <a:t>x (bohr)</a:t>
            </a:r>
          </a:p>
        </p:txBody>
      </p:sp>
    </p:spTree>
    <p:extLst>
      <p:ext uri="{BB962C8B-B14F-4D97-AF65-F5344CB8AC3E}">
        <ns4:creationId val="1464075205"/>
      </p:ext>
    </p:extLst>
  </p:cSld>
</p:sld>
</file>

<file path=ppt/main_figures/Fig9/ppt/tableStyles.xml><?xml version="1.0" encoding="utf-8"?>
<a:tblStyleLst xmlns:a="http://schemas.openxmlformats.org/drawingml/2006/main" def="{5C22544A-7EE6-4342-B048-85BDC9FD1C3A}"/>
</file>

<file path=ppt/main_figures/Fig9/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10/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ppt/main_figures/Fig10/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2026-10-19T02:13:20.1690000Z</dcterms:created>
  <dcterms:modified xsi:type="dcterms:W3CDTF">2026-10-19T02:13:20.1690000Z</dcterms:modified>
</coreProperties>
</file>

<file path=ppt/main_figures/Fig10/ppt/_rels/presentation.xml.rels><?xml version='1.0' encoding='utf-8'?>
<Relationships xmlns="http://schemas.openxmlformats.org/package/2006/relationships"><Relationship Type="http://schemas.openxmlformats.org/officeDocument/2006/relationships/theme" Target="/ppt/main_figures/Fig10/ppt/theme/theme1.xml" Id="R3d8267756c044cac" /><Relationship Type="http://schemas.openxmlformats.org/officeDocument/2006/relationships/slideMaster" Target="/ppt/main_figures/Fig10/ppt/slideMasters/slideMaster1.xml" Id="R1ccf1d7f1f684e23" /><Relationship Type="http://schemas.openxmlformats.org/officeDocument/2006/relationships/notesMaster" Target="/ppt/main_figures/Fig10/ppt/notesMasters/notesMaster1.xml" Id="R8a6dc0a3daba4b57" /><Relationship Type="http://schemas.openxmlformats.org/officeDocument/2006/relationships/presProps" Target="/ppt/main_figures/Fig10/ppt/presProps.xml" Id="R432523c4c1084d2a" /><Relationship Type="http://schemas.openxmlformats.org/officeDocument/2006/relationships/tableStyles" Target="/ppt/main_figures/Fig10/ppt/tableStyles.xml" Id="R4f7be802e44c4073" /><Relationship Type="http://schemas.openxmlformats.org/officeDocument/2006/relationships/slide" Target="/ppt/main_figures/Fig10/ppt/slides/slide1.xml" Id="R461a9b9cb5c84995" /></Relationships>
</file>

<file path=ppt/main_figures/Fig10/ppt/notesMasters/_rels/notesMaster1.xml.rels><?xml version='1.0' encoding='utf-8'?>
<Relationships xmlns="http://schemas.openxmlformats.org/package/2006/relationships"><Relationship Type="http://schemas.openxmlformats.org/officeDocument/2006/relationships/theme" Target="/ppt/main_figures/Fig10/ppt/notesMasters/theme/theme3.xml" Id="Rd4ea022ba3824d1b" /></Relationships>
</file>

<file path=ppt/main_figures/Fig10/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main_figures/Fig10/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10/ppt/notesSlides/_rels/notesSlide1.xml.rels><?xml version='1.0' encoding='utf-8'?>
<Relationships xmlns="http://schemas.openxmlformats.org/package/2006/relationships"><Relationship Type="http://schemas.openxmlformats.org/officeDocument/2006/relationships/slide" Target="/ppt/main_figures/Fig10/ppt/slides/slide1.xml" Id="R68fe529084bb4057" /><Relationship Type="http://schemas.openxmlformats.org/officeDocument/2006/relationships/notesMaster" Target="/ppt/main_figures/Fig10/ppt/notesMasters/notesMaster1.xml" Id="R90a6ee2f729044f1" /></Relationships>
</file>

<file path=ppt/main_figures/Fig10/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{"source": "saved real_case_studies/evidence", "case": "tangaroa", "selection": {"t": 140, "witness": [9, 16, 24], "node": 182010, "bound": 0.0854500980666667, "tracks": [432, 462, 388], "persistent_three_frames": true, "H": 0.1374416505655397, "gain": 0.13744130257793488, "errorP": 0.1476048264047157, "errorR": 0.010163523826780806, "delta": 0.2750041335821152, "rule": "Among H_lower&gt;2% frames with a three-frame matched witness triple and positive measured relaxation cost, choose largest achieved P-to-R max-error reduction (earliest tie). Descriptive selection biased toward visible relaxation benefit.", "snapshots": [139, 140, 141], "window": [135, 146]}, "identity": "computed positive-overlap Hungarian scalar-feature assignment; not physical entity truth", "baseline_vertical_semantics": "TMTM full native sample-rank domain; ST-MTM full shared discretized native domain; RG fixed physical directional reference domain. Baselines are not geographical coordinates.", "rendering": "exact saved anchors over native scalar maps; 3D display map is subsampled; no scientific values recomputed"}</a:t>
            </a:r>
          </a:p>
          <a:p>
            <a:r>
              <a:rPr lang="en-US" sz="1200">
                <a:solidFill>
                  <a:srgbClr val="000000"/>
                </a:solidFill>
                <a:latin typeface="Arial"/>
                <a:ea typeface="Arial"/>
                <a:cs typeface="Arial"/>
              </a:rPr>
              <a:t>Palette audit 2026-10-22: all six scalar map images exactly match the original TMTM author-workspace RGB transfer function. Three volume images match the original transfer-function renders and original scalar hashes. Low speed purple, central values white, high speed orange/brown; scalar range [0,2]. FAU source-provider thumbnail depicts vorticity, a different variable from the displayed velocity magnitude. Original author workspace: https://github.com/Wiebke/TemporalMergeTreeMaps/blob/2c75a10ed2cd55177a25ff751e0c0a8261200717/modules/mergetreemaps/data/workspaces/sequence_tangaroa_volRendering.inv</a:t>
            </a:r>
          </a:p>
          <a:p>
            <a:r>
              <a:t>Temporal display revision: intermediate time columns interpolate existing saved profiles for display only. Integer-frame profiles, native extrema and metrics are unchanged before pixel integration. Broad bands and true order changes remain visible. See evidence/temporal_display20261023/provenance.json.</a:t>
            </a:r>
          </a:p>
        </p:txBody>
      </p:sp>
      <p:sp>
        <p:nvSpPr>
          <p:cNvPr id="4" name="Slide Number Placeholder 3"/>
          <p:cNvSpPr>
            <a:spLocks noGrp="1"/>
          </p:cNvSpPr>
          <p:nvPr>
            <p:ph type="sldNum" idx="5"/>
          </p:nvPr>
        </p:nvSpPr>
        <p:spPr/>
        <p:txBody>
          <a:bodyPr/>
          <a:lstStyle/>
          <a:p/>
        </p:txBody>
      </p:sp>
    </p:spTree>
  </p:cSld>
  <p:clrMapOvr>
    <a:masterClrMapping/>
  </p:clrMapOvr>
</p:notes>
</file>

<file path=ppt/main_figures/Fig10/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main_figures/Fig10/ppt/presentation.xml><?xml version="1.0" encoding="utf-8"?>
<p:presentation xmlns:ns1="http://schemas.openxmlformats.org/officeDocument/2006/relationships" xmlns:p="http://schemas.openxmlformats.org/presentationml/2006/main">
  <p:sldMasterIdLst>
    <p:sldMasterId id="2147483648" ns1:id="R1ccf1d7f1f684e23"/>
  </p:sldMasterIdLst>
  <p:notesMasterIdLst>
    <p:notesMasterId ns1:id="R8a6dc0a3daba4b57"/>
  </p:notesMasterIdLst>
  <p:sldIdLst>
    <p:sldId id="256" ns1:id="R461a9b9cb5c84995"/>
  </p:sldIdLst>
  <p:sldSz cx="11887200" cy="4600575"/>
  <p:notesSz cx="6858000" cy="9144000"/>
</p:presentation>
</file>

<file path=ppt/main_figures/Fig10/ppt/slideLayouts/_rels/slideLayout1.xml.rels><?xml version='1.0' encoding='utf-8'?>
<Relationships xmlns="http://schemas.openxmlformats.org/package/2006/relationships"><Relationship Type="http://schemas.openxmlformats.org/officeDocument/2006/relationships/slideMaster" Target="/ppt/main_figures/Fig10/ppt/slideMasters/slideMaster1.xml" Id="R6b32ba2776e6459a" /></Relationships>
</file>

<file path=ppt/main_figures/Fig10/ppt/slideLayouts/_rels/slideLayout2.xml.rels><?xml version='1.0' encoding='utf-8'?>
<Relationships xmlns="http://schemas.openxmlformats.org/package/2006/relationships"><Relationship Type="http://schemas.openxmlformats.org/officeDocument/2006/relationships/slideMaster" Target="/ppt/main_figures/Fig10/ppt/slideMasters/slideMaster1.xml" Id="R127f7381ede44b05" /></Relationships>
</file>

<file path=ppt/main_figures/Fig10/ppt/slideLayouts/_rels/slideLayout3.xml.rels><?xml version='1.0' encoding='utf-8'?>
<Relationships xmlns="http://schemas.openxmlformats.org/package/2006/relationships"><Relationship Type="http://schemas.openxmlformats.org/officeDocument/2006/relationships/slideMaster" Target="/ppt/main_figures/Fig10/ppt/slideMasters/slideMaster1.xml" Id="R69fbe8d3661e435b" /></Relationships>
</file>

<file path=ppt/main_figures/Fig10/ppt/slideLayouts/_rels/slideLayout4.xml.rels><?xml version='1.0' encoding='utf-8'?>
<Relationships xmlns="http://schemas.openxmlformats.org/package/2006/relationships"><Relationship Type="http://schemas.openxmlformats.org/officeDocument/2006/relationships/slideMaster" Target="/ppt/main_figures/Fig10/ppt/slideMasters/slideMaster1.xml" Id="Rf19585b8d0834546" /></Relationships>
</file>

<file path=ppt/main_figures/Fig10/ppt/slideLayouts/_rels/slideLayout5.xml.rels><?xml version='1.0' encoding='utf-8'?>
<Relationships xmlns="http://schemas.openxmlformats.org/package/2006/relationships"><Relationship Type="http://schemas.openxmlformats.org/officeDocument/2006/relationships/slideMaster" Target="/ppt/main_figures/Fig10/ppt/slideMasters/slideMaster1.xml" Id="R367dee91fe89483e" /></Relationships>
</file>

<file path=ppt/main_figures/Fig10/ppt/slideLayouts/_rels/slideLayout6.xml.rels><?xml version='1.0' encoding='utf-8'?>
<Relationships xmlns="http://schemas.openxmlformats.org/package/2006/relationships"><Relationship Type="http://schemas.openxmlformats.org/officeDocument/2006/relationships/slideMaster" Target="/ppt/main_figures/Fig10/ppt/slideMasters/slideMaster1.xml" Id="R5f414412fff04c5c" /></Relationships>
</file>

<file path=ppt/main_figures/Fig10/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DC3B9D6-CD78-44D6-B435-D11029853000}"/>
              </a:ext>
            </a:extLst>
          </p:cNvPr>
          <p:cNvSpPr>
            <a:spLocks xmlns:a="http://schemas.openxmlformats.org/drawingml/2006/main" noGrp="1"/>
          </p:cNvSpPr>
          <p:nvPr>
            <p:ph type="title" idx="0"/>
          </p:nvPr>
        </p:nvSpPr>
        <p:spPr>
          <a:xfrm xmlns:a="http://schemas.openxmlformats.org/drawingml/2006/main">
            <a:off x="1280160" y="2302933"/>
            <a:ext cx="10241280" cy="88053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67" b="1">
                <a:solidFill>
                  <a:schemeClr val="tx1"/>
                </a:solidFill>
                <a:latin typeface="Arial"/>
                <a:ea typeface="Arial"/>
                <a:cs typeface="Arial"/>
              </a:defRPr>
            </a:defPPr>
            <a:lvl1pPr marL="0" indent="0" algn="ctr">
              <a:lnSpc>
                <a:spcPct val="110000"/>
              </a:lnSpc>
              <a:spcBef>
                <a:spcPts val="0"/>
              </a:spcBef>
              <a:spcAft>
                <a:spcPts val="0"/>
              </a:spcAft>
              <a:buNone/>
              <a:defRPr sz="4267" b="1">
                <a:solidFill>
                  <a:schemeClr val="tx1"/>
                </a:solidFill>
                <a:latin typeface="Arial"/>
                <a:ea typeface="Arial"/>
                <a:cs typeface="Arial"/>
              </a:defRPr>
            </a:lvl1pPr>
            <a:lvl2pPr marL="0" indent="0" algn="ctr">
              <a:lnSpc>
                <a:spcPct val="110000"/>
              </a:lnSpc>
              <a:spcBef>
                <a:spcPts val="0"/>
              </a:spcBef>
              <a:spcAft>
                <a:spcPts val="0"/>
              </a:spcAft>
              <a:buNone/>
              <a:defRPr sz="4267" b="1">
                <a:solidFill>
                  <a:schemeClr val="tx1"/>
                </a:solidFill>
                <a:latin typeface="Arial"/>
                <a:ea typeface="Arial"/>
                <a:cs typeface="Arial"/>
              </a:defRPr>
            </a:lvl2pPr>
            <a:lvl3pPr marL="0" indent="0" algn="ctr">
              <a:lnSpc>
                <a:spcPct val="110000"/>
              </a:lnSpc>
              <a:spcBef>
                <a:spcPts val="0"/>
              </a:spcBef>
              <a:spcAft>
                <a:spcPts val="0"/>
              </a:spcAft>
              <a:buNone/>
              <a:defRPr sz="4267" b="1">
                <a:solidFill>
                  <a:schemeClr val="tx1"/>
                </a:solidFill>
                <a:latin typeface="Arial"/>
                <a:ea typeface="Arial"/>
                <a:cs typeface="Arial"/>
              </a:defRPr>
            </a:lvl3pPr>
            <a:lvl4pPr marL="0" indent="0" algn="ctr">
              <a:lnSpc>
                <a:spcPct val="110000"/>
              </a:lnSpc>
              <a:spcBef>
                <a:spcPts val="0"/>
              </a:spcBef>
              <a:spcAft>
                <a:spcPts val="0"/>
              </a:spcAft>
              <a:buNone/>
              <a:defRPr sz="4267" b="1">
                <a:solidFill>
                  <a:schemeClr val="tx1"/>
                </a:solidFill>
                <a:latin typeface="Arial"/>
                <a:ea typeface="Arial"/>
                <a:cs typeface="Arial"/>
              </a:defRPr>
            </a:lvl4pPr>
            <a:lvl5pPr marL="0" indent="0" algn="ctr">
              <a:lnSpc>
                <a:spcPct val="110000"/>
              </a:lnSpc>
              <a:spcBef>
                <a:spcPts val="0"/>
              </a:spcBef>
              <a:spcAft>
                <a:spcPts val="0"/>
              </a:spcAft>
              <a:buNone/>
              <a:defRPr sz="4267" b="1">
                <a:solidFill>
                  <a:schemeClr val="tx1"/>
                </a:solidFill>
                <a:latin typeface="Arial"/>
                <a:ea typeface="Arial"/>
                <a:cs typeface="Arial"/>
              </a:defRPr>
            </a:lvl5pPr>
            <a:lvl6pPr marL="0" indent="0" algn="ctr">
              <a:lnSpc>
                <a:spcPct val="110000"/>
              </a:lnSpc>
              <a:spcBef>
                <a:spcPts val="0"/>
              </a:spcBef>
              <a:spcAft>
                <a:spcPts val="0"/>
              </a:spcAft>
              <a:buNone/>
              <a:defRPr sz="4267" b="1">
                <a:solidFill>
                  <a:schemeClr val="tx1"/>
                </a:solidFill>
                <a:latin typeface="Arial"/>
                <a:ea typeface="Arial"/>
                <a:cs typeface="Arial"/>
              </a:defRPr>
            </a:lvl6pPr>
            <a:lvl7pPr marL="0" indent="0" algn="ctr">
              <a:lnSpc>
                <a:spcPct val="110000"/>
              </a:lnSpc>
              <a:spcBef>
                <a:spcPts val="0"/>
              </a:spcBef>
              <a:spcAft>
                <a:spcPts val="0"/>
              </a:spcAft>
              <a:buNone/>
              <a:defRPr sz="4267" b="1">
                <a:solidFill>
                  <a:schemeClr val="tx1"/>
                </a:solidFill>
                <a:latin typeface="Arial"/>
                <a:ea typeface="Arial"/>
                <a:cs typeface="Arial"/>
              </a:defRPr>
            </a:lvl7pPr>
            <a:lvl8pPr marL="0" indent="0" algn="ctr">
              <a:lnSpc>
                <a:spcPct val="110000"/>
              </a:lnSpc>
              <a:spcBef>
                <a:spcPts val="0"/>
              </a:spcBef>
              <a:spcAft>
                <a:spcPts val="0"/>
              </a:spcAft>
              <a:buNone/>
              <a:defRPr sz="4267" b="1">
                <a:solidFill>
                  <a:schemeClr val="tx1"/>
                </a:solidFill>
                <a:latin typeface="Arial"/>
                <a:ea typeface="Arial"/>
                <a:cs typeface="Arial"/>
              </a:defRPr>
            </a:lvl8pPr>
            <a:lvl9pPr marL="0" indent="0" algn="ctr">
              <a:lnSpc>
                <a:spcPct val="110000"/>
              </a:lnSpc>
              <a:spcBef>
                <a:spcPts val="0"/>
              </a:spcBef>
              <a:spcAft>
                <a:spcPts val="0"/>
              </a:spcAft>
              <a:buNone/>
              <a:defRPr sz="4267" b="1">
                <a:solidFill>
                  <a:schemeClr val="tx1"/>
                </a:solidFill>
                <a:latin typeface="Arial"/>
                <a:ea typeface="Arial"/>
                <a:cs typeface="Arial"/>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AF5CE0A-8555-443D-86C7-533FF2309CC6}"/>
              </a:ext>
            </a:extLst>
          </p:cNvPr>
          <p:cNvSpPr>
            <a:spLocks xmlns:a="http://schemas.openxmlformats.org/drawingml/2006/main" noGrp="1"/>
          </p:cNvSpPr>
          <p:nvPr>
            <p:ph type="subTitle" idx="1"/>
          </p:nvPr>
        </p:nvSpPr>
        <p:spPr>
          <a:xfrm xmlns:a="http://schemas.openxmlformats.org/drawingml/2006/main">
            <a:off x="1920240" y="3352800"/>
            <a:ext cx="8961120" cy="67733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867" b="0">
                <a:solidFill>
                  <a:schemeClr val="tx1"/>
                </a:solidFill>
                <a:latin typeface="Arial"/>
                <a:ea typeface="Arial"/>
                <a:cs typeface="Arial"/>
              </a:defRPr>
            </a:defPPr>
            <a:lvl1pPr marL="0" indent="0" algn="ctr">
              <a:lnSpc>
                <a:spcPct val="110000"/>
              </a:lnSpc>
              <a:spcBef>
                <a:spcPts val="0"/>
              </a:spcBef>
              <a:spcAft>
                <a:spcPts val="0"/>
              </a:spcAft>
              <a:buNone/>
              <a:defRPr sz="1867" b="0">
                <a:solidFill>
                  <a:schemeClr val="tx1"/>
                </a:solidFill>
                <a:latin typeface="Arial"/>
                <a:ea typeface="Arial"/>
                <a:cs typeface="Arial"/>
              </a:defRPr>
            </a:lvl1pPr>
            <a:lvl2pPr marL="0" indent="0" algn="ctr">
              <a:lnSpc>
                <a:spcPct val="110000"/>
              </a:lnSpc>
              <a:spcBef>
                <a:spcPts val="0"/>
              </a:spcBef>
              <a:spcAft>
                <a:spcPts val="0"/>
              </a:spcAft>
              <a:buNone/>
              <a:defRPr sz="1867" b="0">
                <a:solidFill>
                  <a:schemeClr val="tx1"/>
                </a:solidFill>
                <a:latin typeface="Arial"/>
                <a:ea typeface="Arial"/>
                <a:cs typeface="Arial"/>
              </a:defRPr>
            </a:lvl2pPr>
            <a:lvl3pPr marL="0" indent="0" algn="ctr">
              <a:lnSpc>
                <a:spcPct val="110000"/>
              </a:lnSpc>
              <a:spcBef>
                <a:spcPts val="0"/>
              </a:spcBef>
              <a:spcAft>
                <a:spcPts val="0"/>
              </a:spcAft>
              <a:buNone/>
              <a:defRPr sz="1867" b="0">
                <a:solidFill>
                  <a:schemeClr val="tx1"/>
                </a:solidFill>
                <a:latin typeface="Arial"/>
                <a:ea typeface="Arial"/>
                <a:cs typeface="Arial"/>
              </a:defRPr>
            </a:lvl3pPr>
            <a:lvl4pPr marL="0" indent="0" algn="ctr">
              <a:lnSpc>
                <a:spcPct val="110000"/>
              </a:lnSpc>
              <a:spcBef>
                <a:spcPts val="0"/>
              </a:spcBef>
              <a:spcAft>
                <a:spcPts val="0"/>
              </a:spcAft>
              <a:buNone/>
              <a:defRPr sz="1867" b="0">
                <a:solidFill>
                  <a:schemeClr val="tx1"/>
                </a:solidFill>
                <a:latin typeface="Arial"/>
                <a:ea typeface="Arial"/>
                <a:cs typeface="Arial"/>
              </a:defRPr>
            </a:lvl4pPr>
            <a:lvl5pPr marL="0" indent="0" algn="ctr">
              <a:lnSpc>
                <a:spcPct val="110000"/>
              </a:lnSpc>
              <a:spcBef>
                <a:spcPts val="0"/>
              </a:spcBef>
              <a:spcAft>
                <a:spcPts val="0"/>
              </a:spcAft>
              <a:buNone/>
              <a:defRPr sz="1867" b="0">
                <a:solidFill>
                  <a:schemeClr val="tx1"/>
                </a:solidFill>
                <a:latin typeface="Arial"/>
                <a:ea typeface="Arial"/>
                <a:cs typeface="Arial"/>
              </a:defRPr>
            </a:lvl5pPr>
            <a:lvl6pPr marL="0" indent="0" algn="ctr">
              <a:lnSpc>
                <a:spcPct val="110000"/>
              </a:lnSpc>
              <a:spcBef>
                <a:spcPts val="0"/>
              </a:spcBef>
              <a:spcAft>
                <a:spcPts val="0"/>
              </a:spcAft>
              <a:buNone/>
              <a:defRPr sz="1867" b="0">
                <a:solidFill>
                  <a:schemeClr val="tx1"/>
                </a:solidFill>
                <a:latin typeface="Arial"/>
                <a:ea typeface="Arial"/>
                <a:cs typeface="Arial"/>
              </a:defRPr>
            </a:lvl6pPr>
            <a:lvl7pPr marL="0" indent="0" algn="ctr">
              <a:lnSpc>
                <a:spcPct val="110000"/>
              </a:lnSpc>
              <a:spcBef>
                <a:spcPts val="0"/>
              </a:spcBef>
              <a:spcAft>
                <a:spcPts val="0"/>
              </a:spcAft>
              <a:buNone/>
              <a:defRPr sz="1867" b="0">
                <a:solidFill>
                  <a:schemeClr val="tx1"/>
                </a:solidFill>
                <a:latin typeface="Arial"/>
                <a:ea typeface="Arial"/>
                <a:cs typeface="Arial"/>
              </a:defRPr>
            </a:lvl7pPr>
            <a:lvl8pPr marL="0" indent="0" algn="ctr">
              <a:lnSpc>
                <a:spcPct val="110000"/>
              </a:lnSpc>
              <a:spcBef>
                <a:spcPts val="0"/>
              </a:spcBef>
              <a:spcAft>
                <a:spcPts val="0"/>
              </a:spcAft>
              <a:buNone/>
              <a:defRPr sz="1867" b="0">
                <a:solidFill>
                  <a:schemeClr val="tx1"/>
                </a:solidFill>
                <a:latin typeface="Arial"/>
                <a:ea typeface="Arial"/>
                <a:cs typeface="Arial"/>
              </a:defRPr>
            </a:lvl8pPr>
            <a:lvl9pPr marL="0" indent="0" algn="ctr">
              <a:lnSpc>
                <a:spcPct val="110000"/>
              </a:lnSpc>
              <a:spcBef>
                <a:spcPts val="0"/>
              </a:spcBef>
              <a:spcAft>
                <a:spcPts val="0"/>
              </a:spcAft>
              <a:buNone/>
              <a:defRPr sz="1867" b="0">
                <a:solidFill>
                  <a:schemeClr val="tx1"/>
                </a:solidFill>
                <a:latin typeface="Arial"/>
                <a:ea typeface="Arial"/>
                <a:cs typeface="Arial"/>
              </a:defRPr>
            </a:lvl9pPr>
          </a:lstStyle>
          <a:p xmlns:a="http://schemas.openxmlformats.org/drawingml/2006/main"/>
        </p:txBody>
      </p:sp>
    </p:spTree>
  </p:cSld>
</p:sldLayout>
</file>

<file path=ppt/main_figures/Fig10/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23FE491-C7A9-40BB-9B11-6C3B9C248C15}"/>
              </a:ext>
            </a:extLst>
          </p:cNvPr>
          <p:cNvSpPr>
            <a:spLocks xmlns:a="http://schemas.openxmlformats.org/drawingml/2006/main" noGrp="1"/>
          </p:cNvSpPr>
          <p:nvPr>
            <p:ph type="title" idx="0"/>
          </p:nvPr>
        </p:nvSpPr>
        <p:spPr>
          <a:xfrm xmlns:a="http://schemas.openxmlformats.org/drawingml/2006/main">
            <a:off x="1280160" y="2540000"/>
            <a:ext cx="10241280" cy="1016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733" b="1">
                <a:solidFill>
                  <a:schemeClr val="tx1"/>
                </a:solidFill>
                <a:latin typeface="Arial"/>
                <a:ea typeface="Arial"/>
                <a:cs typeface="Arial"/>
              </a:defRPr>
            </a:defPPr>
            <a:lvl1pPr marL="0" indent="0" algn="ctr">
              <a:lnSpc>
                <a:spcPct val="110000"/>
              </a:lnSpc>
              <a:spcBef>
                <a:spcPts val="0"/>
              </a:spcBef>
              <a:spcAft>
                <a:spcPts val="0"/>
              </a:spcAft>
              <a:buNone/>
              <a:defRPr sz="3733" b="1">
                <a:solidFill>
                  <a:schemeClr val="tx1"/>
                </a:solidFill>
                <a:latin typeface="Arial"/>
                <a:ea typeface="Arial"/>
                <a:cs typeface="Arial"/>
              </a:defRPr>
            </a:lvl1pPr>
            <a:lvl2pPr marL="0" indent="0" algn="ctr">
              <a:lnSpc>
                <a:spcPct val="110000"/>
              </a:lnSpc>
              <a:spcBef>
                <a:spcPts val="0"/>
              </a:spcBef>
              <a:spcAft>
                <a:spcPts val="0"/>
              </a:spcAft>
              <a:buNone/>
              <a:defRPr sz="3733" b="1">
                <a:solidFill>
                  <a:schemeClr val="tx1"/>
                </a:solidFill>
                <a:latin typeface="Arial"/>
                <a:ea typeface="Arial"/>
                <a:cs typeface="Arial"/>
              </a:defRPr>
            </a:lvl2pPr>
            <a:lvl3pPr marL="0" indent="0" algn="ctr">
              <a:lnSpc>
                <a:spcPct val="110000"/>
              </a:lnSpc>
              <a:spcBef>
                <a:spcPts val="0"/>
              </a:spcBef>
              <a:spcAft>
                <a:spcPts val="0"/>
              </a:spcAft>
              <a:buNone/>
              <a:defRPr sz="3733" b="1">
                <a:solidFill>
                  <a:schemeClr val="tx1"/>
                </a:solidFill>
                <a:latin typeface="Arial"/>
                <a:ea typeface="Arial"/>
                <a:cs typeface="Arial"/>
              </a:defRPr>
            </a:lvl3pPr>
            <a:lvl4pPr marL="0" indent="0" algn="ctr">
              <a:lnSpc>
                <a:spcPct val="110000"/>
              </a:lnSpc>
              <a:spcBef>
                <a:spcPts val="0"/>
              </a:spcBef>
              <a:spcAft>
                <a:spcPts val="0"/>
              </a:spcAft>
              <a:buNone/>
              <a:defRPr sz="3733" b="1">
                <a:solidFill>
                  <a:schemeClr val="tx1"/>
                </a:solidFill>
                <a:latin typeface="Arial"/>
                <a:ea typeface="Arial"/>
                <a:cs typeface="Arial"/>
              </a:defRPr>
            </a:lvl4pPr>
            <a:lvl5pPr marL="0" indent="0" algn="ctr">
              <a:lnSpc>
                <a:spcPct val="110000"/>
              </a:lnSpc>
              <a:spcBef>
                <a:spcPts val="0"/>
              </a:spcBef>
              <a:spcAft>
                <a:spcPts val="0"/>
              </a:spcAft>
              <a:buNone/>
              <a:defRPr sz="3733" b="1">
                <a:solidFill>
                  <a:schemeClr val="tx1"/>
                </a:solidFill>
                <a:latin typeface="Arial"/>
                <a:ea typeface="Arial"/>
                <a:cs typeface="Arial"/>
              </a:defRPr>
            </a:lvl5pPr>
            <a:lvl6pPr marL="0" indent="0" algn="ctr">
              <a:lnSpc>
                <a:spcPct val="110000"/>
              </a:lnSpc>
              <a:spcBef>
                <a:spcPts val="0"/>
              </a:spcBef>
              <a:spcAft>
                <a:spcPts val="0"/>
              </a:spcAft>
              <a:buNone/>
              <a:defRPr sz="3733" b="1">
                <a:solidFill>
                  <a:schemeClr val="tx1"/>
                </a:solidFill>
                <a:latin typeface="Arial"/>
                <a:ea typeface="Arial"/>
                <a:cs typeface="Arial"/>
              </a:defRPr>
            </a:lvl6pPr>
            <a:lvl7pPr marL="0" indent="0" algn="ctr">
              <a:lnSpc>
                <a:spcPct val="110000"/>
              </a:lnSpc>
              <a:spcBef>
                <a:spcPts val="0"/>
              </a:spcBef>
              <a:spcAft>
                <a:spcPts val="0"/>
              </a:spcAft>
              <a:buNone/>
              <a:defRPr sz="3733" b="1">
                <a:solidFill>
                  <a:schemeClr val="tx1"/>
                </a:solidFill>
                <a:latin typeface="Arial"/>
                <a:ea typeface="Arial"/>
                <a:cs typeface="Arial"/>
              </a:defRPr>
            </a:lvl7pPr>
            <a:lvl8pPr marL="0" indent="0" algn="ctr">
              <a:lnSpc>
                <a:spcPct val="110000"/>
              </a:lnSpc>
              <a:spcBef>
                <a:spcPts val="0"/>
              </a:spcBef>
              <a:spcAft>
                <a:spcPts val="0"/>
              </a:spcAft>
              <a:buNone/>
              <a:defRPr sz="3733" b="1">
                <a:solidFill>
                  <a:schemeClr val="tx1"/>
                </a:solidFill>
                <a:latin typeface="Arial"/>
                <a:ea typeface="Arial"/>
                <a:cs typeface="Arial"/>
              </a:defRPr>
            </a:lvl8pPr>
            <a:lvl9pPr marL="0" indent="0" algn="ctr">
              <a:lnSpc>
                <a:spcPct val="110000"/>
              </a:lnSpc>
              <a:spcBef>
                <a:spcPts val="0"/>
              </a:spcBef>
              <a:spcAft>
                <a:spcPts val="0"/>
              </a:spcAft>
              <a:buNone/>
              <a:defRPr sz="3733" b="1">
                <a:solidFill>
                  <a:schemeClr val="tx1"/>
                </a:solidFill>
                <a:latin typeface="Arial"/>
                <a:ea typeface="Arial"/>
                <a:cs typeface="Arial"/>
              </a:defRPr>
            </a:lvl9pPr>
          </a:lstStyle>
          <a:p xmlns:a="http://schemas.openxmlformats.org/drawingml/2006/main"/>
        </p:txBody>
      </p:sp>
    </p:spTree>
  </p:cSld>
</p:sldLayout>
</file>

<file path=ppt/main_figures/Fig10/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8C72C68-762C-490B-BC43-19470E7CDE78}"/>
              </a:ext>
            </a:extLst>
          </p:cNvPr>
          <p:cNvSpPr>
            <a:spLocks xmlns:a="http://schemas.openxmlformats.org/drawingml/2006/main" noGrp="1"/>
          </p:cNvSpPr>
          <p:nvPr>
            <p:ph type="title" idx="0"/>
          </p:nvPr>
        </p:nvSpPr>
        <p:spPr>
          <a:xfrm xmlns:a="http://schemas.openxmlformats.org/drawingml/2006/main">
            <a:off x="720090" y="474133"/>
            <a:ext cx="11361420" cy="745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933" b="1">
                <a:solidFill>
                  <a:schemeClr val="tx1"/>
                </a:solidFill>
                <a:latin typeface="Arial"/>
                <a:ea typeface="Arial"/>
                <a:cs typeface="Arial"/>
              </a:defRPr>
            </a:defPPr>
            <a:lvl1pPr marL="0" indent="0" algn="l">
              <a:lnSpc>
                <a:spcPct val="110000"/>
              </a:lnSpc>
              <a:spcBef>
                <a:spcPts val="0"/>
              </a:spcBef>
              <a:spcAft>
                <a:spcPts val="0"/>
              </a:spcAft>
              <a:buNone/>
              <a:defRPr sz="2933" b="1">
                <a:solidFill>
                  <a:schemeClr val="tx1"/>
                </a:solidFill>
                <a:latin typeface="Arial"/>
                <a:ea typeface="Arial"/>
                <a:cs typeface="Arial"/>
              </a:defRPr>
            </a:lvl1pPr>
            <a:lvl2pPr marL="0" indent="0" algn="l">
              <a:lnSpc>
                <a:spcPct val="110000"/>
              </a:lnSpc>
              <a:spcBef>
                <a:spcPts val="0"/>
              </a:spcBef>
              <a:spcAft>
                <a:spcPts val="0"/>
              </a:spcAft>
              <a:buNone/>
              <a:defRPr sz="2933" b="1">
                <a:solidFill>
                  <a:schemeClr val="tx1"/>
                </a:solidFill>
                <a:latin typeface="Arial"/>
                <a:ea typeface="Arial"/>
                <a:cs typeface="Arial"/>
              </a:defRPr>
            </a:lvl2pPr>
            <a:lvl3pPr marL="0" indent="0" algn="l">
              <a:lnSpc>
                <a:spcPct val="110000"/>
              </a:lnSpc>
              <a:spcBef>
                <a:spcPts val="0"/>
              </a:spcBef>
              <a:spcAft>
                <a:spcPts val="0"/>
              </a:spcAft>
              <a:buNone/>
              <a:defRPr sz="2933" b="1">
                <a:solidFill>
                  <a:schemeClr val="tx1"/>
                </a:solidFill>
                <a:latin typeface="Arial"/>
                <a:ea typeface="Arial"/>
                <a:cs typeface="Arial"/>
              </a:defRPr>
            </a:lvl3pPr>
            <a:lvl4pPr marL="0" indent="0" algn="l">
              <a:lnSpc>
                <a:spcPct val="110000"/>
              </a:lnSpc>
              <a:spcBef>
                <a:spcPts val="0"/>
              </a:spcBef>
              <a:spcAft>
                <a:spcPts val="0"/>
              </a:spcAft>
              <a:buNone/>
              <a:defRPr sz="2933" b="1">
                <a:solidFill>
                  <a:schemeClr val="tx1"/>
                </a:solidFill>
                <a:latin typeface="Arial"/>
                <a:ea typeface="Arial"/>
                <a:cs typeface="Arial"/>
              </a:defRPr>
            </a:lvl4pPr>
            <a:lvl5pPr marL="0" indent="0" algn="l">
              <a:lnSpc>
                <a:spcPct val="110000"/>
              </a:lnSpc>
              <a:spcBef>
                <a:spcPts val="0"/>
              </a:spcBef>
              <a:spcAft>
                <a:spcPts val="0"/>
              </a:spcAft>
              <a:buNone/>
              <a:defRPr sz="2933" b="1">
                <a:solidFill>
                  <a:schemeClr val="tx1"/>
                </a:solidFill>
                <a:latin typeface="Arial"/>
                <a:ea typeface="Arial"/>
                <a:cs typeface="Arial"/>
              </a:defRPr>
            </a:lvl5pPr>
            <a:lvl6pPr marL="0" indent="0" algn="l">
              <a:lnSpc>
                <a:spcPct val="110000"/>
              </a:lnSpc>
              <a:spcBef>
                <a:spcPts val="0"/>
              </a:spcBef>
              <a:spcAft>
                <a:spcPts val="0"/>
              </a:spcAft>
              <a:buNone/>
              <a:defRPr sz="2933" b="1">
                <a:solidFill>
                  <a:schemeClr val="tx1"/>
                </a:solidFill>
                <a:latin typeface="Arial"/>
                <a:ea typeface="Arial"/>
                <a:cs typeface="Arial"/>
              </a:defRPr>
            </a:lvl6pPr>
            <a:lvl7pPr marL="0" indent="0" algn="l">
              <a:lnSpc>
                <a:spcPct val="110000"/>
              </a:lnSpc>
              <a:spcBef>
                <a:spcPts val="0"/>
              </a:spcBef>
              <a:spcAft>
                <a:spcPts val="0"/>
              </a:spcAft>
              <a:buNone/>
              <a:defRPr sz="2933" b="1">
                <a:solidFill>
                  <a:schemeClr val="tx1"/>
                </a:solidFill>
                <a:latin typeface="Arial"/>
                <a:ea typeface="Arial"/>
                <a:cs typeface="Arial"/>
              </a:defRPr>
            </a:lvl7pPr>
            <a:lvl8pPr marL="0" indent="0" algn="l">
              <a:lnSpc>
                <a:spcPct val="110000"/>
              </a:lnSpc>
              <a:spcBef>
                <a:spcPts val="0"/>
              </a:spcBef>
              <a:spcAft>
                <a:spcPts val="0"/>
              </a:spcAft>
              <a:buNone/>
              <a:defRPr sz="2933" b="1">
                <a:solidFill>
                  <a:schemeClr val="tx1"/>
                </a:solidFill>
                <a:latin typeface="Arial"/>
                <a:ea typeface="Arial"/>
                <a:cs typeface="Arial"/>
              </a:defRPr>
            </a:lvl8pPr>
            <a:lvl9pPr marL="0" indent="0" algn="l">
              <a:lnSpc>
                <a:spcPct val="110000"/>
              </a:lnSpc>
              <a:spcBef>
                <a:spcPts val="0"/>
              </a:spcBef>
              <a:spcAft>
                <a:spcPts val="0"/>
              </a:spcAft>
              <a:buNone/>
              <a:defRPr sz="2933" b="1">
                <a:solidFill>
                  <a:schemeClr val="tx1"/>
                </a:solidFill>
                <a:latin typeface="Arial"/>
                <a:ea typeface="Arial"/>
                <a:cs typeface="Arial"/>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3F8A950-70ED-4711-9304-04E0802E6D30}"/>
              </a:ext>
            </a:extLst>
          </p:cNvPr>
          <p:cNvSpPr>
            <a:spLocks xmlns:a="http://schemas.openxmlformats.org/drawingml/2006/main" noGrp="1"/>
          </p:cNvSpPr>
          <p:nvPr>
            <p:ph type="body" idx="1"/>
          </p:nvPr>
        </p:nvSpPr>
        <p:spPr>
          <a:xfrm xmlns:a="http://schemas.openxmlformats.org/drawingml/2006/main">
            <a:off x="720090" y="1693333"/>
            <a:ext cx="11361420" cy="3793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000" b="0">
                <a:solidFill>
                  <a:schemeClr val="tx1"/>
                </a:solidFill>
                <a:latin typeface="Arial"/>
                <a:ea typeface="Arial"/>
                <a:cs typeface="Arial"/>
              </a:defRPr>
            </a:defPPr>
            <a:lvl1pPr marL="203200" indent="-203200" algn="l">
              <a:lnSpc>
                <a:spcPct val="110000"/>
              </a:lnSpc>
              <a:spcBef>
                <a:spcPts val="0"/>
              </a:spcBef>
              <a:spcAft>
                <a:spcPts val="1067"/>
              </a:spcAft>
              <a:buChar char="•"/>
              <a:defRPr sz="2000" b="0">
                <a:solidFill>
                  <a:schemeClr val="tx1"/>
                </a:solidFill>
                <a:latin typeface="Arial"/>
                <a:ea typeface="Arial"/>
                <a:cs typeface="Arial"/>
              </a:defRPr>
            </a:lvl1pPr>
            <a:lvl2pPr marL="474133" indent="-203200" algn="l">
              <a:lnSpc>
                <a:spcPct val="110000"/>
              </a:lnSpc>
              <a:spcBef>
                <a:spcPts val="0"/>
              </a:spcBef>
              <a:spcAft>
                <a:spcPts val="1067"/>
              </a:spcAft>
              <a:buChar char="•"/>
              <a:defRPr sz="2000" b="0">
                <a:solidFill>
                  <a:schemeClr val="tx1"/>
                </a:solidFill>
                <a:latin typeface="Arial"/>
                <a:ea typeface="Arial"/>
                <a:cs typeface="Arial"/>
              </a:defRPr>
            </a:lvl2pPr>
            <a:lvl3pPr marL="745067" indent="-203200" algn="l">
              <a:lnSpc>
                <a:spcPct val="110000"/>
              </a:lnSpc>
              <a:spcBef>
                <a:spcPts val="0"/>
              </a:spcBef>
              <a:spcAft>
                <a:spcPts val="1067"/>
              </a:spcAft>
              <a:buChar char="•"/>
              <a:defRPr sz="2000" b="0">
                <a:solidFill>
                  <a:schemeClr val="tx1"/>
                </a:solidFill>
                <a:latin typeface="Arial"/>
                <a:ea typeface="Arial"/>
                <a:cs typeface="Arial"/>
              </a:defRPr>
            </a:lvl3pPr>
            <a:lvl4pPr marL="1016000" indent="-203200" algn="l">
              <a:lnSpc>
                <a:spcPct val="110000"/>
              </a:lnSpc>
              <a:spcBef>
                <a:spcPts val="0"/>
              </a:spcBef>
              <a:spcAft>
                <a:spcPts val="1067"/>
              </a:spcAft>
              <a:buChar char="•"/>
              <a:defRPr sz="2000" b="0">
                <a:solidFill>
                  <a:schemeClr val="tx1"/>
                </a:solidFill>
                <a:latin typeface="Arial"/>
                <a:ea typeface="Arial"/>
                <a:cs typeface="Arial"/>
              </a:defRPr>
            </a:lvl4pPr>
            <a:lvl5pPr marL="1286933" indent="-203200" algn="l">
              <a:lnSpc>
                <a:spcPct val="110000"/>
              </a:lnSpc>
              <a:spcBef>
                <a:spcPts val="0"/>
              </a:spcBef>
              <a:spcAft>
                <a:spcPts val="1067"/>
              </a:spcAft>
              <a:buChar char="•"/>
              <a:defRPr sz="2000" b="0">
                <a:solidFill>
                  <a:schemeClr val="tx1"/>
                </a:solidFill>
                <a:latin typeface="Arial"/>
                <a:ea typeface="Arial"/>
                <a:cs typeface="Arial"/>
              </a:defRPr>
            </a:lvl5pPr>
            <a:lvl6pPr marL="1557867" indent="-203200" algn="l">
              <a:lnSpc>
                <a:spcPct val="110000"/>
              </a:lnSpc>
              <a:spcBef>
                <a:spcPts val="0"/>
              </a:spcBef>
              <a:spcAft>
                <a:spcPts val="1067"/>
              </a:spcAft>
              <a:buChar char="•"/>
              <a:defRPr sz="2000" b="0">
                <a:solidFill>
                  <a:schemeClr val="tx1"/>
                </a:solidFill>
                <a:latin typeface="Arial"/>
                <a:ea typeface="Arial"/>
                <a:cs typeface="Arial"/>
              </a:defRPr>
            </a:lvl6pPr>
            <a:lvl7pPr marL="1828800" indent="-203200" algn="l">
              <a:lnSpc>
                <a:spcPct val="110000"/>
              </a:lnSpc>
              <a:spcBef>
                <a:spcPts val="0"/>
              </a:spcBef>
              <a:spcAft>
                <a:spcPts val="1067"/>
              </a:spcAft>
              <a:buChar char="•"/>
              <a:defRPr sz="2000" b="0">
                <a:solidFill>
                  <a:schemeClr val="tx1"/>
                </a:solidFill>
                <a:latin typeface="Arial"/>
                <a:ea typeface="Arial"/>
                <a:cs typeface="Arial"/>
              </a:defRPr>
            </a:lvl7pPr>
            <a:lvl8pPr marL="2099733" indent="-203200" algn="l">
              <a:lnSpc>
                <a:spcPct val="110000"/>
              </a:lnSpc>
              <a:spcBef>
                <a:spcPts val="0"/>
              </a:spcBef>
              <a:spcAft>
                <a:spcPts val="1067"/>
              </a:spcAft>
              <a:buChar char="•"/>
              <a:defRPr sz="2000" b="0">
                <a:solidFill>
                  <a:schemeClr val="tx1"/>
                </a:solidFill>
                <a:latin typeface="Arial"/>
                <a:ea typeface="Arial"/>
                <a:cs typeface="Arial"/>
              </a:defRPr>
            </a:lvl8pPr>
            <a:lvl9pPr marL="2370667" indent="-203200" algn="l">
              <a:lnSpc>
                <a:spcPct val="110000"/>
              </a:lnSpc>
              <a:spcBef>
                <a:spcPts val="0"/>
              </a:spcBef>
              <a:spcAft>
                <a:spcPts val="1067"/>
              </a:spcAft>
              <a:buChar char="•"/>
              <a:defRPr sz="2000" b="0">
                <a:solidFill>
                  <a:schemeClr val="tx1"/>
                </a:solidFill>
                <a:latin typeface="Arial"/>
                <a:ea typeface="Arial"/>
                <a:cs typeface="Arial"/>
              </a:defRPr>
            </a:lvl9pPr>
          </a:lstStyle>
          <a:p xmlns:a="http://schemas.openxmlformats.org/drawingml/2006/main"/>
        </p:txBody>
      </p:sp>
    </p:spTree>
  </p:cSld>
</p:sldLayout>
</file>

<file path=ppt/main_figures/Fig10/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D7D42C0-8D09-4DAE-8078-8408AE7AB8A7}"/>
              </a:ext>
            </a:extLst>
          </p:cNvPr>
          <p:cNvSpPr>
            <a:spLocks xmlns:a="http://schemas.openxmlformats.org/drawingml/2006/main" noGrp="1"/>
          </p:cNvSpPr>
          <p:nvPr>
            <p:ph type="title" idx="0"/>
          </p:nvPr>
        </p:nvSpPr>
        <p:spPr>
          <a:xfrm xmlns:a="http://schemas.openxmlformats.org/drawingml/2006/main">
            <a:off x="720090" y="474133"/>
            <a:ext cx="11361420" cy="745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933" b="1">
                <a:solidFill>
                  <a:schemeClr val="tx1"/>
                </a:solidFill>
                <a:latin typeface="Arial"/>
                <a:ea typeface="Arial"/>
                <a:cs typeface="Arial"/>
              </a:defRPr>
            </a:defPPr>
            <a:lvl1pPr marL="0" indent="0" algn="l">
              <a:lnSpc>
                <a:spcPct val="110000"/>
              </a:lnSpc>
              <a:spcBef>
                <a:spcPts val="0"/>
              </a:spcBef>
              <a:spcAft>
                <a:spcPts val="0"/>
              </a:spcAft>
              <a:buNone/>
              <a:defRPr sz="2933" b="1">
                <a:solidFill>
                  <a:schemeClr val="tx1"/>
                </a:solidFill>
                <a:latin typeface="Arial"/>
                <a:ea typeface="Arial"/>
                <a:cs typeface="Arial"/>
              </a:defRPr>
            </a:lvl1pPr>
            <a:lvl2pPr marL="0" indent="0" algn="l">
              <a:lnSpc>
                <a:spcPct val="110000"/>
              </a:lnSpc>
              <a:spcBef>
                <a:spcPts val="0"/>
              </a:spcBef>
              <a:spcAft>
                <a:spcPts val="0"/>
              </a:spcAft>
              <a:buNone/>
              <a:defRPr sz="2933" b="1">
                <a:solidFill>
                  <a:schemeClr val="tx1"/>
                </a:solidFill>
                <a:latin typeface="Arial"/>
                <a:ea typeface="Arial"/>
                <a:cs typeface="Arial"/>
              </a:defRPr>
            </a:lvl2pPr>
            <a:lvl3pPr marL="0" indent="0" algn="l">
              <a:lnSpc>
                <a:spcPct val="110000"/>
              </a:lnSpc>
              <a:spcBef>
                <a:spcPts val="0"/>
              </a:spcBef>
              <a:spcAft>
                <a:spcPts val="0"/>
              </a:spcAft>
              <a:buNone/>
              <a:defRPr sz="2933" b="1">
                <a:solidFill>
                  <a:schemeClr val="tx1"/>
                </a:solidFill>
                <a:latin typeface="Arial"/>
                <a:ea typeface="Arial"/>
                <a:cs typeface="Arial"/>
              </a:defRPr>
            </a:lvl3pPr>
            <a:lvl4pPr marL="0" indent="0" algn="l">
              <a:lnSpc>
                <a:spcPct val="110000"/>
              </a:lnSpc>
              <a:spcBef>
                <a:spcPts val="0"/>
              </a:spcBef>
              <a:spcAft>
                <a:spcPts val="0"/>
              </a:spcAft>
              <a:buNone/>
              <a:defRPr sz="2933" b="1">
                <a:solidFill>
                  <a:schemeClr val="tx1"/>
                </a:solidFill>
                <a:latin typeface="Arial"/>
                <a:ea typeface="Arial"/>
                <a:cs typeface="Arial"/>
              </a:defRPr>
            </a:lvl4pPr>
            <a:lvl5pPr marL="0" indent="0" algn="l">
              <a:lnSpc>
                <a:spcPct val="110000"/>
              </a:lnSpc>
              <a:spcBef>
                <a:spcPts val="0"/>
              </a:spcBef>
              <a:spcAft>
                <a:spcPts val="0"/>
              </a:spcAft>
              <a:buNone/>
              <a:defRPr sz="2933" b="1">
                <a:solidFill>
                  <a:schemeClr val="tx1"/>
                </a:solidFill>
                <a:latin typeface="Arial"/>
                <a:ea typeface="Arial"/>
                <a:cs typeface="Arial"/>
              </a:defRPr>
            </a:lvl5pPr>
            <a:lvl6pPr marL="0" indent="0" algn="l">
              <a:lnSpc>
                <a:spcPct val="110000"/>
              </a:lnSpc>
              <a:spcBef>
                <a:spcPts val="0"/>
              </a:spcBef>
              <a:spcAft>
                <a:spcPts val="0"/>
              </a:spcAft>
              <a:buNone/>
              <a:defRPr sz="2933" b="1">
                <a:solidFill>
                  <a:schemeClr val="tx1"/>
                </a:solidFill>
                <a:latin typeface="Arial"/>
                <a:ea typeface="Arial"/>
                <a:cs typeface="Arial"/>
              </a:defRPr>
            </a:lvl6pPr>
            <a:lvl7pPr marL="0" indent="0" algn="l">
              <a:lnSpc>
                <a:spcPct val="110000"/>
              </a:lnSpc>
              <a:spcBef>
                <a:spcPts val="0"/>
              </a:spcBef>
              <a:spcAft>
                <a:spcPts val="0"/>
              </a:spcAft>
              <a:buNone/>
              <a:defRPr sz="2933" b="1">
                <a:solidFill>
                  <a:schemeClr val="tx1"/>
                </a:solidFill>
                <a:latin typeface="Arial"/>
                <a:ea typeface="Arial"/>
                <a:cs typeface="Arial"/>
              </a:defRPr>
            </a:lvl7pPr>
            <a:lvl8pPr marL="0" indent="0" algn="l">
              <a:lnSpc>
                <a:spcPct val="110000"/>
              </a:lnSpc>
              <a:spcBef>
                <a:spcPts val="0"/>
              </a:spcBef>
              <a:spcAft>
                <a:spcPts val="0"/>
              </a:spcAft>
              <a:buNone/>
              <a:defRPr sz="2933" b="1">
                <a:solidFill>
                  <a:schemeClr val="tx1"/>
                </a:solidFill>
                <a:latin typeface="Arial"/>
                <a:ea typeface="Arial"/>
                <a:cs typeface="Arial"/>
              </a:defRPr>
            </a:lvl8pPr>
            <a:lvl9pPr marL="0" indent="0" algn="l">
              <a:lnSpc>
                <a:spcPct val="110000"/>
              </a:lnSpc>
              <a:spcBef>
                <a:spcPts val="0"/>
              </a:spcBef>
              <a:spcAft>
                <a:spcPts val="0"/>
              </a:spcAft>
              <a:buNone/>
              <a:defRPr sz="2933" b="1">
                <a:solidFill>
                  <a:schemeClr val="tx1"/>
                </a:solidFill>
                <a:latin typeface="Arial"/>
                <a:ea typeface="Arial"/>
                <a:cs typeface="Arial"/>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C2564D2-E984-4E84-8386-847D1BB6C86B}"/>
              </a:ext>
            </a:extLst>
          </p:cNvPr>
          <p:cNvSpPr>
            <a:spLocks xmlns:a="http://schemas.openxmlformats.org/drawingml/2006/main" noGrp="1"/>
          </p:cNvSpPr>
          <p:nvPr>
            <p:ph type="body" idx="1"/>
          </p:nvPr>
        </p:nvSpPr>
        <p:spPr>
          <a:xfrm xmlns:a="http://schemas.openxmlformats.org/drawingml/2006/main">
            <a:off x="720090" y="1693333"/>
            <a:ext cx="5280660" cy="3793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867" b="0">
                <a:solidFill>
                  <a:schemeClr val="tx1"/>
                </a:solidFill>
                <a:latin typeface="Arial"/>
                <a:ea typeface="Arial"/>
                <a:cs typeface="Arial"/>
              </a:defRPr>
            </a:defPPr>
            <a:lvl1pPr marL="203200" indent="-203200" algn="l">
              <a:lnSpc>
                <a:spcPct val="110000"/>
              </a:lnSpc>
              <a:spcBef>
                <a:spcPts val="0"/>
              </a:spcBef>
              <a:spcAft>
                <a:spcPts val="1067"/>
              </a:spcAft>
              <a:buChar char="•"/>
              <a:defRPr sz="1867" b="0">
                <a:solidFill>
                  <a:schemeClr val="tx1"/>
                </a:solidFill>
                <a:latin typeface="Arial"/>
                <a:ea typeface="Arial"/>
                <a:cs typeface="Arial"/>
              </a:defRPr>
            </a:lvl1pPr>
            <a:lvl2pPr marL="474133" indent="-203200" algn="l">
              <a:lnSpc>
                <a:spcPct val="110000"/>
              </a:lnSpc>
              <a:spcBef>
                <a:spcPts val="0"/>
              </a:spcBef>
              <a:spcAft>
                <a:spcPts val="1067"/>
              </a:spcAft>
              <a:buChar char="•"/>
              <a:defRPr sz="1867" b="0">
                <a:solidFill>
                  <a:schemeClr val="tx1"/>
                </a:solidFill>
                <a:latin typeface="Arial"/>
                <a:ea typeface="Arial"/>
                <a:cs typeface="Arial"/>
              </a:defRPr>
            </a:lvl2pPr>
            <a:lvl3pPr marL="745067" indent="-203200" algn="l">
              <a:lnSpc>
                <a:spcPct val="110000"/>
              </a:lnSpc>
              <a:spcBef>
                <a:spcPts val="0"/>
              </a:spcBef>
              <a:spcAft>
                <a:spcPts val="1067"/>
              </a:spcAft>
              <a:buChar char="•"/>
              <a:defRPr sz="1867" b="0">
                <a:solidFill>
                  <a:schemeClr val="tx1"/>
                </a:solidFill>
                <a:latin typeface="Arial"/>
                <a:ea typeface="Arial"/>
                <a:cs typeface="Arial"/>
              </a:defRPr>
            </a:lvl3pPr>
            <a:lvl4pPr marL="1016000" indent="-203200" algn="l">
              <a:lnSpc>
                <a:spcPct val="110000"/>
              </a:lnSpc>
              <a:spcBef>
                <a:spcPts val="0"/>
              </a:spcBef>
              <a:spcAft>
                <a:spcPts val="1067"/>
              </a:spcAft>
              <a:buChar char="•"/>
              <a:defRPr sz="1867" b="0">
                <a:solidFill>
                  <a:schemeClr val="tx1"/>
                </a:solidFill>
                <a:latin typeface="Arial"/>
                <a:ea typeface="Arial"/>
                <a:cs typeface="Arial"/>
              </a:defRPr>
            </a:lvl4pPr>
            <a:lvl5pPr marL="1286933" indent="-203200" algn="l">
              <a:lnSpc>
                <a:spcPct val="110000"/>
              </a:lnSpc>
              <a:spcBef>
                <a:spcPts val="0"/>
              </a:spcBef>
              <a:spcAft>
                <a:spcPts val="1067"/>
              </a:spcAft>
              <a:buChar char="•"/>
              <a:defRPr sz="1867" b="0">
                <a:solidFill>
                  <a:schemeClr val="tx1"/>
                </a:solidFill>
                <a:latin typeface="Arial"/>
                <a:ea typeface="Arial"/>
                <a:cs typeface="Arial"/>
              </a:defRPr>
            </a:lvl5pPr>
            <a:lvl6pPr marL="1557867" indent="-203200" algn="l">
              <a:lnSpc>
                <a:spcPct val="110000"/>
              </a:lnSpc>
              <a:spcBef>
                <a:spcPts val="0"/>
              </a:spcBef>
              <a:spcAft>
                <a:spcPts val="1067"/>
              </a:spcAft>
              <a:buChar char="•"/>
              <a:defRPr sz="1867" b="0">
                <a:solidFill>
                  <a:schemeClr val="tx1"/>
                </a:solidFill>
                <a:latin typeface="Arial"/>
                <a:ea typeface="Arial"/>
                <a:cs typeface="Arial"/>
              </a:defRPr>
            </a:lvl6pPr>
            <a:lvl7pPr marL="1828800" indent="-203200" algn="l">
              <a:lnSpc>
                <a:spcPct val="110000"/>
              </a:lnSpc>
              <a:spcBef>
                <a:spcPts val="0"/>
              </a:spcBef>
              <a:spcAft>
                <a:spcPts val="1067"/>
              </a:spcAft>
              <a:buChar char="•"/>
              <a:defRPr sz="1867" b="0">
                <a:solidFill>
                  <a:schemeClr val="tx1"/>
                </a:solidFill>
                <a:latin typeface="Arial"/>
                <a:ea typeface="Arial"/>
                <a:cs typeface="Arial"/>
              </a:defRPr>
            </a:lvl7pPr>
            <a:lvl8pPr marL="2099733" indent="-203200" algn="l">
              <a:lnSpc>
                <a:spcPct val="110000"/>
              </a:lnSpc>
              <a:spcBef>
                <a:spcPts val="0"/>
              </a:spcBef>
              <a:spcAft>
                <a:spcPts val="1067"/>
              </a:spcAft>
              <a:buChar char="•"/>
              <a:defRPr sz="1867" b="0">
                <a:solidFill>
                  <a:schemeClr val="tx1"/>
                </a:solidFill>
                <a:latin typeface="Arial"/>
                <a:ea typeface="Arial"/>
                <a:cs typeface="Arial"/>
              </a:defRPr>
            </a:lvl8pPr>
            <a:lvl9pPr marL="2370667" indent="-203200" algn="l">
              <a:lnSpc>
                <a:spcPct val="110000"/>
              </a:lnSpc>
              <a:spcBef>
                <a:spcPts val="0"/>
              </a:spcBef>
              <a:spcAft>
                <a:spcPts val="1067"/>
              </a:spcAft>
              <a:buChar char="•"/>
              <a:defRPr sz="1867" b="0">
                <a:solidFill>
                  <a:schemeClr val="tx1"/>
                </a:solidFill>
                <a:latin typeface="Arial"/>
                <a:ea typeface="Arial"/>
                <a:cs typeface="Arial"/>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303BD8F-9FC5-4427-A848-3726C7DBF16B}"/>
              </a:ext>
            </a:extLst>
          </p:cNvPr>
          <p:cNvSpPr>
            <a:spLocks xmlns:a="http://schemas.openxmlformats.org/drawingml/2006/main" noGrp="1"/>
          </p:cNvSpPr>
          <p:nvPr>
            <p:ph type="body" idx="2"/>
          </p:nvPr>
        </p:nvSpPr>
        <p:spPr>
          <a:xfrm xmlns:a="http://schemas.openxmlformats.org/drawingml/2006/main">
            <a:off x="6800850" y="1693333"/>
            <a:ext cx="5280660" cy="3793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867" b="0">
                <a:solidFill>
                  <a:schemeClr val="tx1"/>
                </a:solidFill>
                <a:latin typeface="Arial"/>
                <a:ea typeface="Arial"/>
                <a:cs typeface="Arial"/>
              </a:defRPr>
            </a:defPPr>
            <a:lvl1pPr marL="203200" indent="-203200" algn="l">
              <a:lnSpc>
                <a:spcPct val="110000"/>
              </a:lnSpc>
              <a:spcBef>
                <a:spcPts val="0"/>
              </a:spcBef>
              <a:spcAft>
                <a:spcPts val="1067"/>
              </a:spcAft>
              <a:buChar char="•"/>
              <a:defRPr sz="1867" b="0">
                <a:solidFill>
                  <a:schemeClr val="tx1"/>
                </a:solidFill>
                <a:latin typeface="Arial"/>
                <a:ea typeface="Arial"/>
                <a:cs typeface="Arial"/>
              </a:defRPr>
            </a:lvl1pPr>
            <a:lvl2pPr marL="474133" indent="-203200" algn="l">
              <a:lnSpc>
                <a:spcPct val="110000"/>
              </a:lnSpc>
              <a:spcBef>
                <a:spcPts val="0"/>
              </a:spcBef>
              <a:spcAft>
                <a:spcPts val="1067"/>
              </a:spcAft>
              <a:buChar char="•"/>
              <a:defRPr sz="1867" b="0">
                <a:solidFill>
                  <a:schemeClr val="tx1"/>
                </a:solidFill>
                <a:latin typeface="Arial"/>
                <a:ea typeface="Arial"/>
                <a:cs typeface="Arial"/>
              </a:defRPr>
            </a:lvl2pPr>
            <a:lvl3pPr marL="745067" indent="-203200" algn="l">
              <a:lnSpc>
                <a:spcPct val="110000"/>
              </a:lnSpc>
              <a:spcBef>
                <a:spcPts val="0"/>
              </a:spcBef>
              <a:spcAft>
                <a:spcPts val="1067"/>
              </a:spcAft>
              <a:buChar char="•"/>
              <a:defRPr sz="1867" b="0">
                <a:solidFill>
                  <a:schemeClr val="tx1"/>
                </a:solidFill>
                <a:latin typeface="Arial"/>
                <a:ea typeface="Arial"/>
                <a:cs typeface="Arial"/>
              </a:defRPr>
            </a:lvl3pPr>
            <a:lvl4pPr marL="1016000" indent="-203200" algn="l">
              <a:lnSpc>
                <a:spcPct val="110000"/>
              </a:lnSpc>
              <a:spcBef>
                <a:spcPts val="0"/>
              </a:spcBef>
              <a:spcAft>
                <a:spcPts val="1067"/>
              </a:spcAft>
              <a:buChar char="•"/>
              <a:defRPr sz="1867" b="0">
                <a:solidFill>
                  <a:schemeClr val="tx1"/>
                </a:solidFill>
                <a:latin typeface="Arial"/>
                <a:ea typeface="Arial"/>
                <a:cs typeface="Arial"/>
              </a:defRPr>
            </a:lvl4pPr>
            <a:lvl5pPr marL="1286933" indent="-203200" algn="l">
              <a:lnSpc>
                <a:spcPct val="110000"/>
              </a:lnSpc>
              <a:spcBef>
                <a:spcPts val="0"/>
              </a:spcBef>
              <a:spcAft>
                <a:spcPts val="1067"/>
              </a:spcAft>
              <a:buChar char="•"/>
              <a:defRPr sz="1867" b="0">
                <a:solidFill>
                  <a:schemeClr val="tx1"/>
                </a:solidFill>
                <a:latin typeface="Arial"/>
                <a:ea typeface="Arial"/>
                <a:cs typeface="Arial"/>
              </a:defRPr>
            </a:lvl5pPr>
            <a:lvl6pPr marL="1557867" indent="-203200" algn="l">
              <a:lnSpc>
                <a:spcPct val="110000"/>
              </a:lnSpc>
              <a:spcBef>
                <a:spcPts val="0"/>
              </a:spcBef>
              <a:spcAft>
                <a:spcPts val="1067"/>
              </a:spcAft>
              <a:buChar char="•"/>
              <a:defRPr sz="1867" b="0">
                <a:solidFill>
                  <a:schemeClr val="tx1"/>
                </a:solidFill>
                <a:latin typeface="Arial"/>
                <a:ea typeface="Arial"/>
                <a:cs typeface="Arial"/>
              </a:defRPr>
            </a:lvl6pPr>
            <a:lvl7pPr marL="1828800" indent="-203200" algn="l">
              <a:lnSpc>
                <a:spcPct val="110000"/>
              </a:lnSpc>
              <a:spcBef>
                <a:spcPts val="0"/>
              </a:spcBef>
              <a:spcAft>
                <a:spcPts val="1067"/>
              </a:spcAft>
              <a:buChar char="•"/>
              <a:defRPr sz="1867" b="0">
                <a:solidFill>
                  <a:schemeClr val="tx1"/>
                </a:solidFill>
                <a:latin typeface="Arial"/>
                <a:ea typeface="Arial"/>
                <a:cs typeface="Arial"/>
              </a:defRPr>
            </a:lvl7pPr>
            <a:lvl8pPr marL="2099733" indent="-203200" algn="l">
              <a:lnSpc>
                <a:spcPct val="110000"/>
              </a:lnSpc>
              <a:spcBef>
                <a:spcPts val="0"/>
              </a:spcBef>
              <a:spcAft>
                <a:spcPts val="1067"/>
              </a:spcAft>
              <a:buChar char="•"/>
              <a:defRPr sz="1867" b="0">
                <a:solidFill>
                  <a:schemeClr val="tx1"/>
                </a:solidFill>
                <a:latin typeface="Arial"/>
                <a:ea typeface="Arial"/>
                <a:cs typeface="Arial"/>
              </a:defRPr>
            </a:lvl8pPr>
            <a:lvl9pPr marL="2370667" indent="-203200" algn="l">
              <a:lnSpc>
                <a:spcPct val="110000"/>
              </a:lnSpc>
              <a:spcBef>
                <a:spcPts val="0"/>
              </a:spcBef>
              <a:spcAft>
                <a:spcPts val="1067"/>
              </a:spcAft>
              <a:buChar char="•"/>
              <a:defRPr sz="1867" b="0">
                <a:solidFill>
                  <a:schemeClr val="tx1"/>
                </a:solidFill>
                <a:latin typeface="Arial"/>
                <a:ea typeface="Arial"/>
                <a:cs typeface="Arial"/>
              </a:defRPr>
            </a:lvl9pPr>
          </a:lstStyle>
          <a:p xmlns:a="http://schemas.openxmlformats.org/drawingml/2006/main"/>
        </p:txBody>
      </p:sp>
    </p:spTree>
  </p:cSld>
</p:sldLayout>
</file>

<file path=ppt/main_figures/Fig10/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C51B373-5AC2-4821-B221-926B8D2218B2}"/>
              </a:ext>
            </a:extLst>
          </p:cNvPr>
          <p:cNvSpPr>
            <a:spLocks xmlns:a="http://schemas.openxmlformats.org/drawingml/2006/main" noGrp="1"/>
          </p:cNvSpPr>
          <p:nvPr>
            <p:ph type="title" idx="0"/>
          </p:nvPr>
        </p:nvSpPr>
        <p:spPr>
          <a:xfrm xmlns:a="http://schemas.openxmlformats.org/drawingml/2006/main">
            <a:off x="720090" y="474133"/>
            <a:ext cx="11361420" cy="745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933" b="1">
                <a:solidFill>
                  <a:schemeClr val="tx1"/>
                </a:solidFill>
                <a:latin typeface="Arial"/>
                <a:ea typeface="Arial"/>
                <a:cs typeface="Arial"/>
              </a:defRPr>
            </a:defPPr>
            <a:lvl1pPr marL="0" indent="0" algn="l">
              <a:lnSpc>
                <a:spcPct val="110000"/>
              </a:lnSpc>
              <a:spcBef>
                <a:spcPts val="0"/>
              </a:spcBef>
              <a:spcAft>
                <a:spcPts val="0"/>
              </a:spcAft>
              <a:buNone/>
              <a:defRPr sz="2933" b="1">
                <a:solidFill>
                  <a:schemeClr val="tx1"/>
                </a:solidFill>
                <a:latin typeface="Arial"/>
                <a:ea typeface="Arial"/>
                <a:cs typeface="Arial"/>
              </a:defRPr>
            </a:lvl1pPr>
            <a:lvl2pPr marL="0" indent="0" algn="l">
              <a:lnSpc>
                <a:spcPct val="110000"/>
              </a:lnSpc>
              <a:spcBef>
                <a:spcPts val="0"/>
              </a:spcBef>
              <a:spcAft>
                <a:spcPts val="0"/>
              </a:spcAft>
              <a:buNone/>
              <a:defRPr sz="2933" b="1">
                <a:solidFill>
                  <a:schemeClr val="tx1"/>
                </a:solidFill>
                <a:latin typeface="Arial"/>
                <a:ea typeface="Arial"/>
                <a:cs typeface="Arial"/>
              </a:defRPr>
            </a:lvl2pPr>
            <a:lvl3pPr marL="0" indent="0" algn="l">
              <a:lnSpc>
                <a:spcPct val="110000"/>
              </a:lnSpc>
              <a:spcBef>
                <a:spcPts val="0"/>
              </a:spcBef>
              <a:spcAft>
                <a:spcPts val="0"/>
              </a:spcAft>
              <a:buNone/>
              <a:defRPr sz="2933" b="1">
                <a:solidFill>
                  <a:schemeClr val="tx1"/>
                </a:solidFill>
                <a:latin typeface="Arial"/>
                <a:ea typeface="Arial"/>
                <a:cs typeface="Arial"/>
              </a:defRPr>
            </a:lvl3pPr>
            <a:lvl4pPr marL="0" indent="0" algn="l">
              <a:lnSpc>
                <a:spcPct val="110000"/>
              </a:lnSpc>
              <a:spcBef>
                <a:spcPts val="0"/>
              </a:spcBef>
              <a:spcAft>
                <a:spcPts val="0"/>
              </a:spcAft>
              <a:buNone/>
              <a:defRPr sz="2933" b="1">
                <a:solidFill>
                  <a:schemeClr val="tx1"/>
                </a:solidFill>
                <a:latin typeface="Arial"/>
                <a:ea typeface="Arial"/>
                <a:cs typeface="Arial"/>
              </a:defRPr>
            </a:lvl4pPr>
            <a:lvl5pPr marL="0" indent="0" algn="l">
              <a:lnSpc>
                <a:spcPct val="110000"/>
              </a:lnSpc>
              <a:spcBef>
                <a:spcPts val="0"/>
              </a:spcBef>
              <a:spcAft>
                <a:spcPts val="0"/>
              </a:spcAft>
              <a:buNone/>
              <a:defRPr sz="2933" b="1">
                <a:solidFill>
                  <a:schemeClr val="tx1"/>
                </a:solidFill>
                <a:latin typeface="Arial"/>
                <a:ea typeface="Arial"/>
                <a:cs typeface="Arial"/>
              </a:defRPr>
            </a:lvl5pPr>
            <a:lvl6pPr marL="0" indent="0" algn="l">
              <a:lnSpc>
                <a:spcPct val="110000"/>
              </a:lnSpc>
              <a:spcBef>
                <a:spcPts val="0"/>
              </a:spcBef>
              <a:spcAft>
                <a:spcPts val="0"/>
              </a:spcAft>
              <a:buNone/>
              <a:defRPr sz="2933" b="1">
                <a:solidFill>
                  <a:schemeClr val="tx1"/>
                </a:solidFill>
                <a:latin typeface="Arial"/>
                <a:ea typeface="Arial"/>
                <a:cs typeface="Arial"/>
              </a:defRPr>
            </a:lvl6pPr>
            <a:lvl7pPr marL="0" indent="0" algn="l">
              <a:lnSpc>
                <a:spcPct val="110000"/>
              </a:lnSpc>
              <a:spcBef>
                <a:spcPts val="0"/>
              </a:spcBef>
              <a:spcAft>
                <a:spcPts val="0"/>
              </a:spcAft>
              <a:buNone/>
              <a:defRPr sz="2933" b="1">
                <a:solidFill>
                  <a:schemeClr val="tx1"/>
                </a:solidFill>
                <a:latin typeface="Arial"/>
                <a:ea typeface="Arial"/>
                <a:cs typeface="Arial"/>
              </a:defRPr>
            </a:lvl7pPr>
            <a:lvl8pPr marL="0" indent="0" algn="l">
              <a:lnSpc>
                <a:spcPct val="110000"/>
              </a:lnSpc>
              <a:spcBef>
                <a:spcPts val="0"/>
              </a:spcBef>
              <a:spcAft>
                <a:spcPts val="0"/>
              </a:spcAft>
              <a:buNone/>
              <a:defRPr sz="2933" b="1">
                <a:solidFill>
                  <a:schemeClr val="tx1"/>
                </a:solidFill>
                <a:latin typeface="Arial"/>
                <a:ea typeface="Arial"/>
                <a:cs typeface="Arial"/>
              </a:defRPr>
            </a:lvl8pPr>
            <a:lvl9pPr marL="0" indent="0" algn="l">
              <a:lnSpc>
                <a:spcPct val="110000"/>
              </a:lnSpc>
              <a:spcBef>
                <a:spcPts val="0"/>
              </a:spcBef>
              <a:spcAft>
                <a:spcPts val="0"/>
              </a:spcAft>
              <a:buNone/>
              <a:defRPr sz="2933" b="1">
                <a:solidFill>
                  <a:schemeClr val="tx1"/>
                </a:solidFill>
                <a:latin typeface="Arial"/>
                <a:ea typeface="Arial"/>
                <a:cs typeface="Arial"/>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1E4492B-ADA9-49CD-83C1-29463B760E87}"/>
              </a:ext>
            </a:extLst>
          </p:cNvPr>
          <p:cNvSpPr>
            <a:spLocks xmlns:a="http://schemas.openxmlformats.org/drawingml/2006/main" noGrp="1"/>
          </p:cNvSpPr>
          <p:nvPr>
            <p:ph type="body" idx="1"/>
          </p:nvPr>
        </p:nvSpPr>
        <p:spPr>
          <a:xfrm xmlns:a="http://schemas.openxmlformats.org/drawingml/2006/main">
            <a:off x="720090" y="1693333"/>
            <a:ext cx="5280660" cy="3793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000" b="0">
                <a:solidFill>
                  <a:schemeClr val="tx1"/>
                </a:solidFill>
                <a:latin typeface="Arial"/>
                <a:ea typeface="Arial"/>
                <a:cs typeface="Arial"/>
              </a:defRPr>
            </a:defPPr>
            <a:lvl1pPr marL="203200" indent="-203200" algn="l">
              <a:lnSpc>
                <a:spcPct val="110000"/>
              </a:lnSpc>
              <a:spcBef>
                <a:spcPts val="0"/>
              </a:spcBef>
              <a:spcAft>
                <a:spcPts val="1067"/>
              </a:spcAft>
              <a:buChar char="•"/>
              <a:defRPr sz="2000" b="0">
                <a:solidFill>
                  <a:schemeClr val="tx1"/>
                </a:solidFill>
                <a:latin typeface="Arial"/>
                <a:ea typeface="Arial"/>
                <a:cs typeface="Arial"/>
              </a:defRPr>
            </a:lvl1pPr>
            <a:lvl2pPr marL="474133" indent="-203200" algn="l">
              <a:lnSpc>
                <a:spcPct val="110000"/>
              </a:lnSpc>
              <a:spcBef>
                <a:spcPts val="0"/>
              </a:spcBef>
              <a:spcAft>
                <a:spcPts val="1067"/>
              </a:spcAft>
              <a:buChar char="•"/>
              <a:defRPr sz="2000" b="0">
                <a:solidFill>
                  <a:schemeClr val="tx1"/>
                </a:solidFill>
                <a:latin typeface="Arial"/>
                <a:ea typeface="Arial"/>
                <a:cs typeface="Arial"/>
              </a:defRPr>
            </a:lvl2pPr>
            <a:lvl3pPr marL="745067" indent="-203200" algn="l">
              <a:lnSpc>
                <a:spcPct val="110000"/>
              </a:lnSpc>
              <a:spcBef>
                <a:spcPts val="0"/>
              </a:spcBef>
              <a:spcAft>
                <a:spcPts val="1067"/>
              </a:spcAft>
              <a:buChar char="•"/>
              <a:defRPr sz="2000" b="0">
                <a:solidFill>
                  <a:schemeClr val="tx1"/>
                </a:solidFill>
                <a:latin typeface="Arial"/>
                <a:ea typeface="Arial"/>
                <a:cs typeface="Arial"/>
              </a:defRPr>
            </a:lvl3pPr>
            <a:lvl4pPr marL="1016000" indent="-203200" algn="l">
              <a:lnSpc>
                <a:spcPct val="110000"/>
              </a:lnSpc>
              <a:spcBef>
                <a:spcPts val="0"/>
              </a:spcBef>
              <a:spcAft>
                <a:spcPts val="1067"/>
              </a:spcAft>
              <a:buChar char="•"/>
              <a:defRPr sz="2000" b="0">
                <a:solidFill>
                  <a:schemeClr val="tx1"/>
                </a:solidFill>
                <a:latin typeface="Arial"/>
                <a:ea typeface="Arial"/>
                <a:cs typeface="Arial"/>
              </a:defRPr>
            </a:lvl4pPr>
            <a:lvl5pPr marL="1286933" indent="-203200" algn="l">
              <a:lnSpc>
                <a:spcPct val="110000"/>
              </a:lnSpc>
              <a:spcBef>
                <a:spcPts val="0"/>
              </a:spcBef>
              <a:spcAft>
                <a:spcPts val="1067"/>
              </a:spcAft>
              <a:buChar char="•"/>
              <a:defRPr sz="2000" b="0">
                <a:solidFill>
                  <a:schemeClr val="tx1"/>
                </a:solidFill>
                <a:latin typeface="Arial"/>
                <a:ea typeface="Arial"/>
                <a:cs typeface="Arial"/>
              </a:defRPr>
            </a:lvl5pPr>
            <a:lvl6pPr marL="1557867" indent="-203200" algn="l">
              <a:lnSpc>
                <a:spcPct val="110000"/>
              </a:lnSpc>
              <a:spcBef>
                <a:spcPts val="0"/>
              </a:spcBef>
              <a:spcAft>
                <a:spcPts val="1067"/>
              </a:spcAft>
              <a:buChar char="•"/>
              <a:defRPr sz="2000" b="0">
                <a:solidFill>
                  <a:schemeClr val="tx1"/>
                </a:solidFill>
                <a:latin typeface="Arial"/>
                <a:ea typeface="Arial"/>
                <a:cs typeface="Arial"/>
              </a:defRPr>
            </a:lvl6pPr>
            <a:lvl7pPr marL="1828800" indent="-203200" algn="l">
              <a:lnSpc>
                <a:spcPct val="110000"/>
              </a:lnSpc>
              <a:spcBef>
                <a:spcPts val="0"/>
              </a:spcBef>
              <a:spcAft>
                <a:spcPts val="1067"/>
              </a:spcAft>
              <a:buChar char="•"/>
              <a:defRPr sz="2000" b="0">
                <a:solidFill>
                  <a:schemeClr val="tx1"/>
                </a:solidFill>
                <a:latin typeface="Arial"/>
                <a:ea typeface="Arial"/>
                <a:cs typeface="Arial"/>
              </a:defRPr>
            </a:lvl7pPr>
            <a:lvl8pPr marL="2099733" indent="-203200" algn="l">
              <a:lnSpc>
                <a:spcPct val="110000"/>
              </a:lnSpc>
              <a:spcBef>
                <a:spcPts val="0"/>
              </a:spcBef>
              <a:spcAft>
                <a:spcPts val="1067"/>
              </a:spcAft>
              <a:buChar char="•"/>
              <a:defRPr sz="2000" b="0">
                <a:solidFill>
                  <a:schemeClr val="tx1"/>
                </a:solidFill>
                <a:latin typeface="Arial"/>
                <a:ea typeface="Arial"/>
                <a:cs typeface="Arial"/>
              </a:defRPr>
            </a:lvl8pPr>
            <a:lvl9pPr marL="2370667" indent="-203200" algn="l">
              <a:lnSpc>
                <a:spcPct val="110000"/>
              </a:lnSpc>
              <a:spcBef>
                <a:spcPts val="0"/>
              </a:spcBef>
              <a:spcAft>
                <a:spcPts val="1067"/>
              </a:spcAft>
              <a:buChar char="•"/>
              <a:defRPr sz="2000" b="0">
                <a:solidFill>
                  <a:schemeClr val="tx1"/>
                </a:solidFill>
                <a:latin typeface="Arial"/>
                <a:ea typeface="Arial"/>
                <a:cs typeface="Arial"/>
              </a:defRPr>
            </a:lvl9pPr>
          </a:lstStyle>
          <a:p xmlns:a="http://schemas.openxmlformats.org/drawingml/2006/main"/>
        </p:txBody>
      </p:sp>
    </p:spTree>
  </p:cSld>
</p:sldLayout>
</file>

<file path=ppt/main_figures/Fig10/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main_figures/Fig10/ppt/slideMasters/_rels/slideMaster1.xml.rels><?xml version='1.0' encoding='utf-8'?>
<Relationships xmlns="http://schemas.openxmlformats.org/package/2006/relationships"><Relationship Type="http://schemas.openxmlformats.org/officeDocument/2006/relationships/theme" Target="/ppt/main_figures/Fig10/ppt/slideMasters/theme/theme2.xml" Id="R1ca39ff04c604448" /><Relationship Type="http://schemas.openxmlformats.org/officeDocument/2006/relationships/slideLayout" Target="/ppt/main_figures/Fig10/ppt/slideLayouts/slideLayout1.xml" Id="R10f7bde5f7ff4a2d" /><Relationship Type="http://schemas.openxmlformats.org/officeDocument/2006/relationships/slideLayout" Target="/ppt/main_figures/Fig10/ppt/slideLayouts/slideLayout2.xml" Id="R1ddfcb6ef4ec4761" /><Relationship Type="http://schemas.openxmlformats.org/officeDocument/2006/relationships/slideLayout" Target="/ppt/main_figures/Fig10/ppt/slideLayouts/slideLayout3.xml" Id="Rafa8af864d4b4c34" /><Relationship Type="http://schemas.openxmlformats.org/officeDocument/2006/relationships/slideLayout" Target="/ppt/main_figures/Fig10/ppt/slideLayouts/slideLayout4.xml" Id="Rf8b0a1cf9eb74e1e" /><Relationship Type="http://schemas.openxmlformats.org/officeDocument/2006/relationships/slideLayout" Target="/ppt/main_figures/Fig10/ppt/slideLayouts/slideLayout5.xml" Id="R5e3f95ffd3be4f13" /><Relationship Type="http://schemas.openxmlformats.org/officeDocument/2006/relationships/slideLayout" Target="/ppt/main_figures/Fig10/ppt/slideLayouts/slideLayout6.xml" Id="R3be420cd75504d51" /></Relationships>
</file>

<file path=ppt/main_figures/Fig10/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0f7bde5f7ff4a2d"/>
    <p:sldLayoutId xmlns:r="http://schemas.openxmlformats.org/officeDocument/2006/relationships" id="2147483650" r:id="R1ddfcb6ef4ec4761"/>
    <p:sldLayoutId xmlns:r="http://schemas.openxmlformats.org/officeDocument/2006/relationships" id="2147483651" r:id="Rafa8af864d4b4c34"/>
    <p:sldLayoutId xmlns:r="http://schemas.openxmlformats.org/officeDocument/2006/relationships" id="2147483652" r:id="Rf8b0a1cf9eb74e1e"/>
    <p:sldLayoutId xmlns:r="http://schemas.openxmlformats.org/officeDocument/2006/relationships" id="2147483653" r:id="R5e3f95ffd3be4f13"/>
    <p:sldLayoutId xmlns:r="http://schemas.openxmlformats.org/officeDocument/2006/relationships" id="2147483654" r:id="R3be420cd75504d51"/>
  </p:sldLayoutIdLst>
  <p:txStyles>
    <p:titleStyle>
      <a:lvl1pPr xmlns:a="http://schemas.openxmlformats.org/drawingml/2006/main" algn="l">
        <a:lnSpc>
          <a:spcPct val="90000"/>
        </a:lnSpc>
        <a:spcBef>
          <a:spcPts val="0"/>
        </a:spcBef>
        <a:buNone/>
        <a:defRPr sz="4400">
          <a:solidFill>
            <a:schemeClr val="tx1"/>
          </a:solidFill>
          <a:latin typeface="Arial"/>
          <a:ea typeface="Arial"/>
          <a:cs typeface="Arial"/>
        </a:defRPr>
      </a:lvl1pPr>
    </p:titleStyle>
    <p:bodyStyle>
      <a:lvl1pPr xmlns:a="http://schemas.openxmlformats.org/drawingml/2006/main" marL="228600" indent="-228600" algn="l">
        <a:lnSpc>
          <a:spcPct val="90000"/>
        </a:lnSpc>
        <a:spcBef>
          <a:spcPts val="1000"/>
        </a:spcBef>
        <a:buChar char="•"/>
        <a:defRPr sz="2800">
          <a:solidFill>
            <a:schemeClr val="tx1"/>
          </a:solidFill>
          <a:latin typeface="Arial"/>
          <a:ea typeface="Arial"/>
          <a:cs typeface="Arial"/>
        </a:defRPr>
      </a:lvl1pPr>
      <a:lvl2pPr xmlns:a="http://schemas.openxmlformats.org/drawingml/2006/main" marL="685800" indent="-228600" algn="l">
        <a:lnSpc>
          <a:spcPct val="90000"/>
        </a:lnSpc>
        <a:spcBef>
          <a:spcPts val="500"/>
        </a:spcBef>
        <a:buChar char="•"/>
        <a:defRPr sz="2400">
          <a:solidFill>
            <a:schemeClr val="tx1"/>
          </a:solidFill>
          <a:latin typeface="Arial"/>
          <a:ea typeface="Arial"/>
          <a:cs typeface="Arial"/>
        </a:defRPr>
      </a:lvl2pPr>
      <a:lvl3pPr xmlns:a="http://schemas.openxmlformats.org/drawingml/2006/main" marL="1143000" indent="-228600" algn="l">
        <a:lnSpc>
          <a:spcPct val="90000"/>
        </a:lnSpc>
        <a:spcBef>
          <a:spcPts val="500"/>
        </a:spcBef>
        <a:buChar char="•"/>
        <a:defRPr sz="2000">
          <a:solidFill>
            <a:schemeClr val="tx1"/>
          </a:solidFill>
          <a:latin typeface="Arial"/>
          <a:ea typeface="Arial"/>
          <a:cs typeface="Arial"/>
        </a:defRPr>
      </a:lvl3pPr>
      <a:lvl4pPr xmlns:a="http://schemas.openxmlformats.org/drawingml/2006/main" marL="1600200" indent="-228600" algn="l">
        <a:lnSpc>
          <a:spcPct val="90000"/>
        </a:lnSpc>
        <a:spcBef>
          <a:spcPts val="500"/>
        </a:spcBef>
        <a:buChar char="•"/>
        <a:defRPr sz="1800">
          <a:solidFill>
            <a:schemeClr val="tx1"/>
          </a:solidFill>
          <a:latin typeface="Arial"/>
          <a:ea typeface="Arial"/>
          <a:cs typeface="Arial"/>
        </a:defRPr>
      </a:lvl4pPr>
      <a:lvl5pPr xmlns:a="http://schemas.openxmlformats.org/drawingml/2006/main" marL="2057400" indent="-228600" algn="l">
        <a:lnSpc>
          <a:spcPct val="90000"/>
        </a:lnSpc>
        <a:spcBef>
          <a:spcPts val="500"/>
        </a:spcBef>
        <a:buChar char="•"/>
        <a:defRPr sz="1800">
          <a:solidFill>
            <a:schemeClr val="tx1"/>
          </a:solidFill>
          <a:latin typeface="Arial"/>
          <a:ea typeface="Arial"/>
          <a:cs typeface="Arial"/>
        </a:defRPr>
      </a:lvl5pPr>
      <a:lvl6pPr xmlns:a="http://schemas.openxmlformats.org/drawingml/2006/main" marL="2514600" indent="-228600" algn="l">
        <a:lnSpc>
          <a:spcPct val="90000"/>
        </a:lnSpc>
        <a:spcBef>
          <a:spcPts val="500"/>
        </a:spcBef>
        <a:buChar char="•"/>
        <a:defRPr sz="1800">
          <a:solidFill>
            <a:schemeClr val="tx1"/>
          </a:solidFill>
          <a:latin typeface="Arial"/>
          <a:ea typeface="Arial"/>
          <a:cs typeface="Arial"/>
        </a:defRPr>
      </a:lvl6pPr>
      <a:lvl7pPr xmlns:a="http://schemas.openxmlformats.org/drawingml/2006/main" marL="2971800" indent="-228600" algn="l">
        <a:lnSpc>
          <a:spcPct val="90000"/>
        </a:lnSpc>
        <a:spcBef>
          <a:spcPts val="500"/>
        </a:spcBef>
        <a:buChar char="•"/>
        <a:defRPr sz="1800">
          <a:solidFill>
            <a:schemeClr val="tx1"/>
          </a:solidFill>
          <a:latin typeface="Arial"/>
          <a:ea typeface="Arial"/>
          <a:cs typeface="Arial"/>
        </a:defRPr>
      </a:lvl7pPr>
      <a:lvl8pPr xmlns:a="http://schemas.openxmlformats.org/drawingml/2006/main" marL="3429000" indent="-228600" algn="l">
        <a:lnSpc>
          <a:spcPct val="90000"/>
        </a:lnSpc>
        <a:spcBef>
          <a:spcPts val="500"/>
        </a:spcBef>
        <a:buChar char="•"/>
        <a:defRPr sz="1800">
          <a:solidFill>
            <a:schemeClr val="tx1"/>
          </a:solidFill>
          <a:latin typeface="Arial"/>
          <a:ea typeface="Arial"/>
          <a:cs typeface="Arial"/>
        </a:defRPr>
      </a:lvl8pPr>
      <a:lvl9pPr xmlns:a="http://schemas.openxmlformats.org/drawingml/2006/main" marL="3886200" indent="-228600" algn="l">
        <a:lnSpc>
          <a:spcPct val="90000"/>
        </a:lnSpc>
        <a:spcBef>
          <a:spcPts val="500"/>
        </a:spcBef>
        <a:buChar char="•"/>
        <a:defRPr sz="1800">
          <a:solidFill>
            <a:schemeClr val="tx1"/>
          </a:solidFill>
          <a:latin typeface="Arial"/>
          <a:ea typeface="Arial"/>
          <a:cs typeface="Arial"/>
        </a:defRPr>
      </a:lvl9pPr>
    </p:bodyStyle>
    <p:otherStyle>
      <a:lvl1pPr xmlns:a="http://schemas.openxmlformats.org/drawingml/2006/main" marL="0" algn="l">
        <a:buNone/>
        <a:defRPr sz="1800">
          <a:solidFill>
            <a:schemeClr val="tx1"/>
          </a:solidFill>
          <a:latin typeface="Arial"/>
          <a:ea typeface="Arial"/>
          <a:cs typeface="Arial"/>
        </a:defRPr>
      </a:lvl1pPr>
      <a:lvl2pPr xmlns:a="http://schemas.openxmlformats.org/drawingml/2006/main" marL="457200" algn="l">
        <a:buNone/>
        <a:defRPr sz="1800">
          <a:solidFill>
            <a:schemeClr val="tx1"/>
          </a:solidFill>
          <a:latin typeface="Arial"/>
          <a:ea typeface="Arial"/>
          <a:cs typeface="Arial"/>
        </a:defRPr>
      </a:lvl2pPr>
      <a:lvl3pPr xmlns:a="http://schemas.openxmlformats.org/drawingml/2006/main" marL="914400" algn="l">
        <a:buNone/>
        <a:defRPr sz="1800">
          <a:solidFill>
            <a:schemeClr val="tx1"/>
          </a:solidFill>
          <a:latin typeface="Arial"/>
          <a:ea typeface="Arial"/>
          <a:cs typeface="Arial"/>
        </a:defRPr>
      </a:lvl3pPr>
      <a:lvl4pPr xmlns:a="http://schemas.openxmlformats.org/drawingml/2006/main" marL="1371600" algn="l">
        <a:buNone/>
        <a:defRPr sz="1800">
          <a:solidFill>
            <a:schemeClr val="tx1"/>
          </a:solidFill>
          <a:latin typeface="Arial"/>
          <a:ea typeface="Arial"/>
          <a:cs typeface="Arial"/>
        </a:defRPr>
      </a:lvl4pPr>
      <a:lvl5pPr xmlns:a="http://schemas.openxmlformats.org/drawingml/2006/main" marL="1828800" algn="l">
        <a:buNone/>
        <a:defRPr sz="1800">
          <a:solidFill>
            <a:schemeClr val="tx1"/>
          </a:solidFill>
          <a:latin typeface="Arial"/>
          <a:ea typeface="Arial"/>
          <a:cs typeface="Arial"/>
        </a:defRPr>
      </a:lvl5pPr>
      <a:lvl6pPr xmlns:a="http://schemas.openxmlformats.org/drawingml/2006/main" marL="2286000" algn="l">
        <a:buNone/>
        <a:defRPr sz="1800">
          <a:solidFill>
            <a:schemeClr val="tx1"/>
          </a:solidFill>
          <a:latin typeface="Arial"/>
          <a:ea typeface="Arial"/>
          <a:cs typeface="Arial"/>
        </a:defRPr>
      </a:lvl6pPr>
      <a:lvl7pPr xmlns:a="http://schemas.openxmlformats.org/drawingml/2006/main" marL="2743200" algn="l">
        <a:buNone/>
        <a:defRPr sz="1800">
          <a:solidFill>
            <a:schemeClr val="tx1"/>
          </a:solidFill>
          <a:latin typeface="Arial"/>
          <a:ea typeface="Arial"/>
          <a:cs typeface="Arial"/>
        </a:defRPr>
      </a:lvl7pPr>
      <a:lvl8pPr xmlns:a="http://schemas.openxmlformats.org/drawingml/2006/main" marL="3200400" algn="l">
        <a:buNone/>
        <a:defRPr sz="1800">
          <a:solidFill>
            <a:schemeClr val="tx1"/>
          </a:solidFill>
          <a:latin typeface="Arial"/>
          <a:ea typeface="Arial"/>
          <a:cs typeface="Arial"/>
        </a:defRPr>
      </a:lvl8pPr>
      <a:lvl9pPr xmlns:a="http://schemas.openxmlformats.org/drawingml/2006/main" marL="3657600" algn="l">
        <a:buNone/>
        <a:defRPr sz="1800">
          <a:solidFill>
            <a:schemeClr val="tx1"/>
          </a:solidFill>
          <a:latin typeface="Arial"/>
          <a:ea typeface="Arial"/>
          <a:cs typeface="Arial"/>
        </a:defRPr>
      </a:lvl9pPr>
    </p:otherStyle>
  </p:txStyles>
</p:sldMaster>
</file>

<file path=ppt/main_figures/Fig10/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10/ppt/slides/_rels/slide1.xml.rels><?xml version='1.0' encoding='utf-8'?>
<Relationships xmlns="http://schemas.openxmlformats.org/package/2006/relationships"><Relationship Type="http://schemas.openxmlformats.org/officeDocument/2006/relationships/slideLayout" Target="/ppt/main_figures/Fig10/ppt/slideLayouts/slideLayout6.xml" Id="Ra8e1e61b2a014cf7" /><Relationship Type="http://schemas.openxmlformats.org/officeDocument/2006/relationships/image" Target="/ppt/main_figures/Fig10/ppt/media/image.png" Id="R88c82fee6b904343" /><Relationship Type="http://schemas.openxmlformats.org/officeDocument/2006/relationships/image" Target="/ppt/main_figures/Fig10/ppt/media/image2.png" Id="Ref728bb9d1b34a1e" /><Relationship Type="http://schemas.openxmlformats.org/officeDocument/2006/relationships/image" Target="/ppt/main_figures/Fig10/ppt/media/image3.png" Id="R0ba9d93acb0b42af" /><Relationship Type="http://schemas.openxmlformats.org/officeDocument/2006/relationships/image" Target="/ppt/main_figures/Fig10/ppt/media/image4.png" Id="R5b6e7a7ac1cf4fc8" /><Relationship Type="http://schemas.openxmlformats.org/officeDocument/2006/relationships/image" Target="/ppt/main_figures/Fig10/ppt/media/image5.png" Id="Rc2276ab18d354289" /><Relationship Type="http://schemas.openxmlformats.org/officeDocument/2006/relationships/image" Target="/ppt/main_figures/Fig10/ppt/media/image6.png" Id="R6cac25e28d7144ea" /><Relationship Type="http://schemas.openxmlformats.org/officeDocument/2006/relationships/image" Target="/ppt/main_figures/Fig10/ppt/media/image7.png" Id="Rfeafa6675f064b04" /><Relationship Type="http://schemas.openxmlformats.org/officeDocument/2006/relationships/image" Target="/ppt/main_figures/Fig10/ppt/media/image8.png" Id="R577adeaa070c4096" /><Relationship Type="http://schemas.openxmlformats.org/officeDocument/2006/relationships/image" Target="/ppt/main_figures/Fig10/ppt/media/image9.png" Id="R832e4a261b0440af" /><Relationship Type="http://schemas.openxmlformats.org/officeDocument/2006/relationships/image" Target="/ppt/main_figures/Fig10/ppt/media/image10.png" Id="R102eae7f35704adc" /><Relationship Type="http://schemas.openxmlformats.org/officeDocument/2006/relationships/notesSlide" Target="/ppt/main_figures/Fig10/ppt/notesSlides/notesSlide1.xml" Id="R7177761404234967" /><Relationship Id="FrameView_R2a7a041d5050447c" Type="http://schemas.openxmlformats.org/officeDocument/2006/relationships/image" Target="/ppt/main_figures/Fig10/ppt/fig9_frame_media/image.png" /><Relationship Id="FrameView_R83e1c010b825496c" Type="http://schemas.openxmlformats.org/officeDocument/2006/relationships/image" Target="/ppt/main_figures/Fig10/ppt/fig9_frame_media/image2.png" /><Relationship Id="FrameView_Rf17f8bde6fe240f7" Type="http://schemas.openxmlformats.org/officeDocument/2006/relationships/image" Target="/ppt/main_figures/Fig10/ppt/fig9_frame_media/image3.png" /></Relationships>
</file>

<file path=ppt/main_figures/Fig10/ppt/slides/slide1.xml><?xml version="1.0" encoding="utf-8"?>
<p:sld xmlns:a="http://schemas.openxmlformats.org/drawingml/2006/main" xmlns:ns2="http://schemas.microsoft.com/office/drawing/2014/main" xmlns:ns3="http://schemas.openxmlformats.org/officeDocument/2006/relationships" xmlns:ns4="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 name="text_001">
            <a:extLst>
              <a:ext uri="{FF2B5EF4-FFF2-40B4-BE49-F238E27FC236}">
                <ns2:creationId id="{C838C582-4158-4C61-BEE3-488CA74B6602}"/>
              </a:ext>
            </a:extLst>
          </p:cNvPr>
          <p:cNvSpPr>
            <a:spLocks noGrp="1"/>
          </p:cNvSpPr>
          <p:nvPr/>
        </p:nvSpPr>
        <p:spPr>
          <a:xfrm>
            <a:off x="1057275" y="28575"/>
            <a:ext cx="6191250" cy="247650"/>
          </a:xfrm>
          <a:prstGeom prst="rect">
            <a:avLst/>
          </a:prstGeom>
          <a:noFill/>
          <a:ln w="0">
            <a:noFill/>
            <a:prstDash val="solid"/>
          </a:ln>
        </p:spPr>
        <p:txBody>
          <a:bodyPr wrap="none" lIns="0" tIns="0" rIns="0" bIns="0" anchor="t">
            <a:noAutofit/>
          </a:bodyPr>
          <a:lstStyle>
            <a:defPPr algn="l">
              <a:defRPr sz="1800" b="1">
                <a:solidFill>
                  <a:srgbClr val="000000"/>
                </a:solidFill>
                <a:latin typeface="Arial"/>
                <a:ea typeface="Arial"/>
                <a:cs typeface="Arial"/>
              </a:defRPr>
            </a:defPPr>
            <a:lvl1pPr algn="l">
              <a:defRPr sz="1800" b="1">
                <a:solidFill>
                  <a:srgbClr val="000000"/>
                </a:solidFill>
                <a:latin typeface="Arial"/>
                <a:ea typeface="Arial"/>
                <a:cs typeface="Arial"/>
              </a:defRPr>
            </a:lvl1pPr>
            <a:lvl2pPr algn="l">
              <a:defRPr sz="1800" b="1">
                <a:solidFill>
                  <a:srgbClr val="000000"/>
                </a:solidFill>
                <a:latin typeface="Arial"/>
                <a:ea typeface="Arial"/>
                <a:cs typeface="Arial"/>
              </a:defRPr>
            </a:lvl2pPr>
            <a:lvl3pPr algn="l">
              <a:defRPr sz="1800" b="1">
                <a:solidFill>
                  <a:srgbClr val="000000"/>
                </a:solidFill>
                <a:latin typeface="Arial"/>
                <a:ea typeface="Arial"/>
                <a:cs typeface="Arial"/>
              </a:defRPr>
            </a:lvl3pPr>
            <a:lvl4pPr algn="l">
              <a:defRPr sz="1800" b="1">
                <a:solidFill>
                  <a:srgbClr val="000000"/>
                </a:solidFill>
                <a:latin typeface="Arial"/>
                <a:ea typeface="Arial"/>
                <a:cs typeface="Arial"/>
              </a:defRPr>
            </a:lvl4pPr>
            <a:lvl5pPr algn="l">
              <a:defRPr sz="1800" b="1">
                <a:solidFill>
                  <a:srgbClr val="000000"/>
                </a:solidFill>
                <a:latin typeface="Arial"/>
                <a:ea typeface="Arial"/>
                <a:cs typeface="Arial"/>
              </a:defRPr>
            </a:lvl5pPr>
            <a:lvl6pPr algn="l">
              <a:defRPr sz="1800" b="1">
                <a:solidFill>
                  <a:srgbClr val="000000"/>
                </a:solidFill>
                <a:latin typeface="Arial"/>
                <a:ea typeface="Arial"/>
                <a:cs typeface="Arial"/>
              </a:defRPr>
            </a:lvl6pPr>
            <a:lvl7pPr algn="l">
              <a:defRPr sz="1800" b="1">
                <a:solidFill>
                  <a:srgbClr val="000000"/>
                </a:solidFill>
                <a:latin typeface="Arial"/>
                <a:ea typeface="Arial"/>
                <a:cs typeface="Arial"/>
              </a:defRPr>
            </a:lvl7pPr>
            <a:lvl8pPr algn="l">
              <a:defRPr sz="1800" b="1">
                <a:solidFill>
                  <a:srgbClr val="000000"/>
                </a:solidFill>
                <a:latin typeface="Arial"/>
                <a:ea typeface="Arial"/>
                <a:cs typeface="Arial"/>
              </a:defRPr>
            </a:lvl8pPr>
            <a:lvl9pPr algn="l">
              <a:defRPr sz="1800" b="1">
                <a:solidFill>
                  <a:srgbClr val="000000"/>
                </a:solidFill>
                <a:latin typeface="Arial"/>
                <a:ea typeface="Arial"/>
                <a:cs typeface="Arial"/>
              </a:defRPr>
            </a:lvl9pPr>
          </a:lstStyle>
          <a:p>
            <a:pPr algn="l">
              <a:defRPr sz="1800" b="1">
                <a:solidFill>
                  <a:srgbClr val="000000"/>
                </a:solidFill>
                <a:latin typeface="Arial"/>
                <a:ea typeface="Arial"/>
                <a:cs typeface="Arial"/>
              </a:defRPr>
            </a:pPr>
            <a:r>
              <a:rPr sz="1800" b="1">
                <a:solidFill>
                  <a:srgbClr val="000000"/>
                </a:solidFill>
                <a:latin typeface="Arial"/>
                <a:ea typeface="Arial"/>
                <a:cs typeface="Arial"/>
              </a:rPr>
              <a:t>(a) Full sequence</a:t>
            </a:r>
          </a:p>
        </p:txBody>
      </p:sp>
      <p:sp>
        <p:nvSpPr>
          <p:cNvPr id="3" name="text_002">
            <a:extLst>
              <a:ext uri="{FF2B5EF4-FFF2-40B4-BE49-F238E27FC236}">
                <ns2:creationId id="{76D55AC2-15E8-4673-B1AA-20147DEE7D7A}"/>
              </a:ext>
            </a:extLst>
          </p:cNvPr>
          <p:cNvSpPr>
            <a:spLocks noGrp="1"/>
          </p:cNvSpPr>
          <p:nvPr/>
        </p:nvSpPr>
        <p:spPr>
          <a:xfrm>
            <a:off x="7648575" y="28575"/>
            <a:ext cx="4143375" cy="247650"/>
          </a:xfrm>
          <a:prstGeom prst="rect">
            <a:avLst/>
          </a:prstGeom>
          <a:noFill/>
          <a:ln w="0">
            <a:noFill/>
            <a:prstDash val="solid"/>
          </a:ln>
        </p:spPr>
        <p:txBody>
          <a:bodyPr wrap="none" lIns="0" tIns="0" rIns="0" bIns="0" anchor="t">
            <a:noAutofit/>
          </a:bodyPr>
          <a:lstStyle>
            <a:defPPr algn="l">
              <a:defRPr sz="1800" b="1">
                <a:solidFill>
                  <a:srgbClr val="000000"/>
                </a:solidFill>
                <a:latin typeface="Arial"/>
                <a:ea typeface="Arial"/>
                <a:cs typeface="Arial"/>
              </a:defRPr>
            </a:defPPr>
            <a:lvl1pPr algn="l">
              <a:defRPr sz="1800" b="1">
                <a:solidFill>
                  <a:srgbClr val="000000"/>
                </a:solidFill>
                <a:latin typeface="Arial"/>
                <a:ea typeface="Arial"/>
                <a:cs typeface="Arial"/>
              </a:defRPr>
            </a:lvl1pPr>
            <a:lvl2pPr algn="l">
              <a:defRPr sz="1800" b="1">
                <a:solidFill>
                  <a:srgbClr val="000000"/>
                </a:solidFill>
                <a:latin typeface="Arial"/>
                <a:ea typeface="Arial"/>
                <a:cs typeface="Arial"/>
              </a:defRPr>
            </a:lvl2pPr>
            <a:lvl3pPr algn="l">
              <a:defRPr sz="1800" b="1">
                <a:solidFill>
                  <a:srgbClr val="000000"/>
                </a:solidFill>
                <a:latin typeface="Arial"/>
                <a:ea typeface="Arial"/>
                <a:cs typeface="Arial"/>
              </a:defRPr>
            </a:lvl3pPr>
            <a:lvl4pPr algn="l">
              <a:defRPr sz="1800" b="1">
                <a:solidFill>
                  <a:srgbClr val="000000"/>
                </a:solidFill>
                <a:latin typeface="Arial"/>
                <a:ea typeface="Arial"/>
                <a:cs typeface="Arial"/>
              </a:defRPr>
            </a:lvl4pPr>
            <a:lvl5pPr algn="l">
              <a:defRPr sz="1800" b="1">
                <a:solidFill>
                  <a:srgbClr val="000000"/>
                </a:solidFill>
                <a:latin typeface="Arial"/>
                <a:ea typeface="Arial"/>
                <a:cs typeface="Arial"/>
              </a:defRPr>
            </a:lvl5pPr>
            <a:lvl6pPr algn="l">
              <a:defRPr sz="1800" b="1">
                <a:solidFill>
                  <a:srgbClr val="000000"/>
                </a:solidFill>
                <a:latin typeface="Arial"/>
                <a:ea typeface="Arial"/>
                <a:cs typeface="Arial"/>
              </a:defRPr>
            </a:lvl6pPr>
            <a:lvl7pPr algn="l">
              <a:defRPr sz="1800" b="1">
                <a:solidFill>
                  <a:srgbClr val="000000"/>
                </a:solidFill>
                <a:latin typeface="Arial"/>
                <a:ea typeface="Arial"/>
                <a:cs typeface="Arial"/>
              </a:defRPr>
            </a:lvl7pPr>
            <a:lvl8pPr algn="l">
              <a:defRPr sz="1800" b="1">
                <a:solidFill>
                  <a:srgbClr val="000000"/>
                </a:solidFill>
                <a:latin typeface="Arial"/>
                <a:ea typeface="Arial"/>
                <a:cs typeface="Arial"/>
              </a:defRPr>
            </a:lvl8pPr>
            <a:lvl9pPr algn="l">
              <a:defRPr sz="1800" b="1">
                <a:solidFill>
                  <a:srgbClr val="000000"/>
                </a:solidFill>
                <a:latin typeface="Arial"/>
                <a:ea typeface="Arial"/>
                <a:cs typeface="Arial"/>
              </a:defRPr>
            </a:lvl9pPr>
          </a:lstStyle>
          <a:p>
            <a:pPr algn="l">
              <a:defRPr sz="1800" b="1">
                <a:solidFill>
                  <a:srgbClr val="000000"/>
                </a:solidFill>
                <a:latin typeface="Arial"/>
                <a:ea typeface="Arial"/>
                <a:cs typeface="Arial"/>
              </a:defRPr>
            </a:pPr>
            <a:r>
              <a:rPr sz="1800" b="1">
                <a:solidFill>
                  <a:srgbClr val="000000"/>
                </a:solidFill>
                <a:latin typeface="Arial"/>
                <a:ea typeface="Arial"/>
                <a:cs typeface="Arial"/>
              </a:rPr>
              <a:t>(b) Local window</a:t>
            </a:r>
          </a:p>
        </p:txBody>
      </p:sp>
      <p:sp>
        <p:nvSpPr>
          <p:cNvPr id="11" name="text_010">
            <a:extLst>
              <a:ext uri="{FF2B5EF4-FFF2-40B4-BE49-F238E27FC236}">
                <ns2:creationId id="{C93E34F0-2B64-4DB3-9567-25788C88A40A}"/>
              </a:ext>
            </a:extLst>
          </p:cNvPr>
          <p:cNvSpPr>
            <a:spLocks noGrp="1"/>
          </p:cNvSpPr>
          <p:nvPr/>
        </p:nvSpPr>
        <p:spPr>
          <a:xfrm>
            <a:off x="900468" y="209550"/>
            <a:ext cx="381000" cy="20955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12" name="text_011">
            <a:extLst>
              <a:ext uri="{FF2B5EF4-FFF2-40B4-BE49-F238E27FC236}">
                <ns2:creationId id="{BD4B0A5E-03A0-43E6-BC66-5481F6E6380B}"/>
              </a:ext>
            </a:extLst>
          </p:cNvPr>
          <p:cNvSpPr>
            <a:spLocks noGrp="1"/>
          </p:cNvSpPr>
          <p:nvPr/>
        </p:nvSpPr>
        <p:spPr>
          <a:xfrm>
            <a:off x="6757632" y="209550"/>
            <a:ext cx="381000" cy="20955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200</a:t>
            </a:r>
          </a:p>
        </p:txBody>
      </p:sp>
      <p:sp>
        <p:nvSpPr>
          <p:cNvPr id="21" name="text_020">
            <a:extLst>
              <a:ext uri="{FF2B5EF4-FFF2-40B4-BE49-F238E27FC236}">
                <ns2:creationId id="{B5EC9B1A-83DD-4E97-82EF-6BB2DA1F2A84}"/>
              </a:ext>
            </a:extLst>
          </p:cNvPr>
          <p:cNvSpPr>
            <a:spLocks noGrp="1"/>
          </p:cNvSpPr>
          <p:nvPr/>
        </p:nvSpPr>
        <p:spPr>
          <a:xfrm>
            <a:off x="7696200" y="209550"/>
            <a:ext cx="381000" cy="20955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135</a:t>
            </a:r>
          </a:p>
        </p:txBody>
      </p:sp>
      <p:sp>
        <p:nvSpPr>
          <p:cNvPr id="22" name="text_021">
            <a:extLst>
              <a:ext uri="{FF2B5EF4-FFF2-40B4-BE49-F238E27FC236}">
                <ns2:creationId id="{A471CCDC-7DF0-42FF-8A62-93D8B7B3226B}"/>
              </a:ext>
            </a:extLst>
          </p:cNvPr>
          <p:cNvSpPr>
            <a:spLocks noGrp="1"/>
          </p:cNvSpPr>
          <p:nvPr/>
        </p:nvSpPr>
        <p:spPr>
          <a:xfrm>
            <a:off x="11125200" y="209550"/>
            <a:ext cx="381000" cy="20955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145</a:t>
            </a:r>
          </a:p>
        </p:txBody>
      </p:sp>
      <p:sp>
        <p:nvSpPr>
          <p:cNvPr id="39" name="text_038">
            <a:extLst>
              <a:ext uri="{FF2B5EF4-FFF2-40B4-BE49-F238E27FC236}">
                <ns2:creationId id="{4C2FB60A-6500-44D7-8A67-BBDE1D5AA4D6}"/>
              </a:ext>
            </a:extLst>
          </p:cNvPr>
          <p:cNvSpPr>
            <a:spLocks noGrp="1"/>
          </p:cNvSpPr>
          <p:nvPr/>
        </p:nvSpPr>
        <p:spPr>
          <a:xfrm>
            <a:off x="38100" y="447675"/>
            <a:ext cx="914400" cy="247650"/>
          </a:xfrm>
          <a:prstGeom prst="rect">
            <a:avLst/>
          </a:prstGeom>
          <a:noFill/>
          <a:ln w="0">
            <a:noFill/>
            <a:prstDash val="solid"/>
          </a:ln>
        </p:spPr>
        <p:txBody>
          <a:bodyPr wrap="none" lIns="0" tIns="0" rIns="0" bIns="0" anchor="t">
            <a:noAutofit/>
          </a:bodyPr>
          <a:lstStyle>
            <a:defPPr algn="l">
              <a:defRPr sz="1500" b="1">
                <a:solidFill>
                  <a:srgbClr val="000000"/>
                </a:solidFill>
                <a:latin typeface="Arial"/>
                <a:ea typeface="Arial"/>
                <a:cs typeface="Arial"/>
              </a:defRPr>
            </a:defPPr>
            <a:lvl1pPr algn="l">
              <a:defRPr sz="1500" b="1">
                <a:solidFill>
                  <a:srgbClr val="000000"/>
                </a:solidFill>
                <a:latin typeface="Arial"/>
                <a:ea typeface="Arial"/>
                <a:cs typeface="Arial"/>
              </a:defRPr>
            </a:lvl1pPr>
            <a:lvl2pPr algn="l">
              <a:defRPr sz="1500" b="1">
                <a:solidFill>
                  <a:srgbClr val="000000"/>
                </a:solidFill>
                <a:latin typeface="Arial"/>
                <a:ea typeface="Arial"/>
                <a:cs typeface="Arial"/>
              </a:defRPr>
            </a:lvl2pPr>
            <a:lvl3pPr algn="l">
              <a:defRPr sz="1500" b="1">
                <a:solidFill>
                  <a:srgbClr val="000000"/>
                </a:solidFill>
                <a:latin typeface="Arial"/>
                <a:ea typeface="Arial"/>
                <a:cs typeface="Arial"/>
              </a:defRPr>
            </a:lvl3pPr>
            <a:lvl4pPr algn="l">
              <a:defRPr sz="1500" b="1">
                <a:solidFill>
                  <a:srgbClr val="000000"/>
                </a:solidFill>
                <a:latin typeface="Arial"/>
                <a:ea typeface="Arial"/>
                <a:cs typeface="Arial"/>
              </a:defRPr>
            </a:lvl4pPr>
            <a:lvl5pPr algn="l">
              <a:defRPr sz="1500" b="1">
                <a:solidFill>
                  <a:srgbClr val="000000"/>
                </a:solidFill>
                <a:latin typeface="Arial"/>
                <a:ea typeface="Arial"/>
                <a:cs typeface="Arial"/>
              </a:defRPr>
            </a:lvl5pPr>
            <a:lvl6pPr algn="l">
              <a:defRPr sz="1500" b="1">
                <a:solidFill>
                  <a:srgbClr val="000000"/>
                </a:solidFill>
                <a:latin typeface="Arial"/>
                <a:ea typeface="Arial"/>
                <a:cs typeface="Arial"/>
              </a:defRPr>
            </a:lvl6pPr>
            <a:lvl7pPr algn="l">
              <a:defRPr sz="1500" b="1">
                <a:solidFill>
                  <a:srgbClr val="000000"/>
                </a:solidFill>
                <a:latin typeface="Arial"/>
                <a:ea typeface="Arial"/>
                <a:cs typeface="Arial"/>
              </a:defRPr>
            </a:lvl7pPr>
            <a:lvl8pPr algn="l">
              <a:defRPr sz="1500" b="1">
                <a:solidFill>
                  <a:srgbClr val="000000"/>
                </a:solidFill>
                <a:latin typeface="Arial"/>
                <a:ea typeface="Arial"/>
                <a:cs typeface="Arial"/>
              </a:defRPr>
            </a:lvl8pPr>
            <a:lvl9pPr algn="l">
              <a:defRPr sz="1500" b="1">
                <a:solidFill>
                  <a:srgbClr val="000000"/>
                </a:solidFill>
                <a:latin typeface="Arial"/>
                <a:ea typeface="Arial"/>
                <a:cs typeface="Arial"/>
              </a:defRPr>
            </a:lvl9pPr>
          </a:lstStyle>
          <a:p>
            <a:pPr algn="l">
              <a:defRPr sz="1500" b="1">
                <a:solidFill>
                  <a:srgbClr val="000000"/>
                </a:solidFill>
                <a:latin typeface="Arial"/>
                <a:ea typeface="Arial"/>
                <a:cs typeface="Arial"/>
              </a:defRPr>
            </a:pPr>
            <a:r>
              <a:rPr sz="1500" b="1">
                <a:solidFill>
                  <a:srgbClr val="000000"/>
                </a:solidFill>
                <a:latin typeface="Arial"/>
                <a:ea typeface="Arial"/>
                <a:cs typeface="Arial"/>
              </a:rPr>
              <a:t>RG-P</a:t>
            </a:r>
          </a:p>
        </p:txBody>
      </p:sp>
      <p:pic>
        <p:nvPicPr>
          <p:cNvPr id="41" name="">
            <a:extLst>
              <a:ext uri="{FF2B5EF4-FFF2-40B4-BE49-F238E27FC236}">
                <ns2:creationId id="{8EFCBEAC-999B-4E95-921E-8DD2BC26C84F}"/>
              </a:ext>
            </a:extLst>
          </p:cNvPr>
          <p:cNvPicPr>
            <a:picLocks noChangeAspect="1"/>
          </p:cNvPicPr>
          <p:nvPr/>
        </p:nvPicPr>
        <p:blipFill>
          <a:blip ns3:embed="R0ba9d93acb0b42af"/>
          <a:stretch/>
        </p:blipFill>
        <p:spPr>
          <a:xfrm>
            <a:off x="1076325" y="400050"/>
            <a:ext cx="5886450" cy="895350"/>
          </a:xfrm>
          <a:prstGeom prst="rect">
            <a:avLst/>
          </a:prstGeom>
        </p:spPr>
      </p:pic>
      <p:sp>
        <p:nvSpPr>
          <p:cNvPr id="42" name="line_041">
            <a:extLst>
              <a:ext uri="{FF2B5EF4-FFF2-40B4-BE49-F238E27FC236}">
                <ns2:creationId id="{7A94C20C-E186-4792-A379-DE0D06105892}"/>
              </a:ext>
            </a:extLst>
          </p:cNvPr>
          <p:cNvSpPr>
            <a:spLocks noGrp="1"/>
          </p:cNvSpPr>
          <p:nvPr/>
        </p:nvSpPr>
        <p:spPr>
          <a:xfrm>
            <a:off x="5190983" y="400050"/>
            <a:ext cx="95" cy="895350"/>
          </a:xfrm>
          <a:custGeom>
            <a:pathLst>
              <a:path w="95" h="895350">
                <a:moveTo>
                  <a:pt x="0" y="0"/>
                </a:moveTo>
                <a:lnTo>
                  <a:pt x="0" y="895350"/>
                </a:lnTo>
              </a:path>
            </a:pathLst>
          </a:custGeom>
          <a:noFill/>
          <a:ln w="9525">
            <a:solidFill>
              <a:srgbClr val="263238"/>
            </a:solidFill>
            <a:prstDash val="dash"/>
          </a:ln>
        </p:spPr>
      </p:sp>
      <p:sp>
        <p:nvSpPr>
          <p:cNvPr id="43" name="rect_042">
            <a:extLst>
              <a:ext uri="{FF2B5EF4-FFF2-40B4-BE49-F238E27FC236}">
                <ns2:creationId id="{B3B4F009-6EF5-4689-85D2-75C0A5C73871}"/>
              </a:ext>
            </a:extLst>
          </p:cNvPr>
          <p:cNvSpPr>
            <a:spLocks noGrp="1"/>
          </p:cNvSpPr>
          <p:nvPr/>
        </p:nvSpPr>
        <p:spPr>
          <a:xfrm>
            <a:off x="1076325" y="400050"/>
            <a:ext cx="5886450" cy="895350"/>
          </a:xfrm>
          <a:prstGeom prst="rect">
            <a:avLst/>
          </a:prstGeom>
          <a:noFill/>
          <a:ln w="6668">
            <a:solidFill>
              <a:srgbClr val="7B8790"/>
            </a:solidFill>
            <a:prstDash val="solid"/>
          </a:ln>
        </p:spPr>
      </p:sp>
      <p:sp>
        <p:nvSpPr>
          <p:cNvPr id="44" name="text_043">
            <a:extLst>
              <a:ext uri="{FF2B5EF4-FFF2-40B4-BE49-F238E27FC236}">
                <ns2:creationId id="{85151FFD-961D-4EBE-8DF2-00B2FE03E8EA}"/>
              </a:ext>
            </a:extLst>
          </p:cNvPr>
          <p:cNvSpPr>
            <a:spLocks noGrp="1"/>
          </p:cNvSpPr>
          <p:nvPr/>
        </p:nvSpPr>
        <p:spPr>
          <a:xfrm>
            <a:off x="704850" y="1200150"/>
            <a:ext cx="314325" cy="200025"/>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0</a:t>
            </a:r>
          </a:p>
        </p:txBody>
      </p:sp>
      <p:sp>
        <p:nvSpPr>
          <p:cNvPr id="45" name="text_044">
            <a:extLst>
              <a:ext uri="{FF2B5EF4-FFF2-40B4-BE49-F238E27FC236}">
                <ns2:creationId id="{AEBD4CBB-C149-4717-90A2-C0983FFD48F5}"/>
              </a:ext>
            </a:extLst>
          </p:cNvPr>
          <p:cNvSpPr>
            <a:spLocks noGrp="1"/>
          </p:cNvSpPr>
          <p:nvPr/>
        </p:nvSpPr>
        <p:spPr>
          <a:xfrm>
            <a:off x="704850" y="304800"/>
            <a:ext cx="314325" cy="200025"/>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1</a:t>
            </a:r>
          </a:p>
        </p:txBody>
      </p:sp>
      <p:sp>
        <p:nvSpPr>
          <p:cNvPr id="46" name="text_045">
            <a:extLst>
              <a:ext uri="{FF2B5EF4-FFF2-40B4-BE49-F238E27FC236}">
                <ns2:creationId id="{C494BDAE-E571-476E-BA49-73852E7177F4}"/>
              </a:ext>
            </a:extLst>
          </p:cNvPr>
          <p:cNvSpPr>
            <a:spLocks noGrp="1"/>
          </p:cNvSpPr>
          <p:nvPr/>
        </p:nvSpPr>
        <p:spPr>
          <a:xfrm>
            <a:off x="900468" y="1323975"/>
            <a:ext cx="381000" cy="20955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47" name="text_046">
            <a:extLst>
              <a:ext uri="{FF2B5EF4-FFF2-40B4-BE49-F238E27FC236}">
                <ns2:creationId id="{DD26DAEA-2591-40C0-B381-51F5FCD52472}"/>
              </a:ext>
            </a:extLst>
          </p:cNvPr>
          <p:cNvSpPr>
            <a:spLocks noGrp="1"/>
          </p:cNvSpPr>
          <p:nvPr/>
        </p:nvSpPr>
        <p:spPr>
          <a:xfrm>
            <a:off x="6757632" y="1323975"/>
            <a:ext cx="381000" cy="20955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200</a:t>
            </a:r>
          </a:p>
        </p:txBody>
      </p:sp>
      <p:sp>
        <p:nvSpPr>
          <p:cNvPr id="48" name="tangaroa_P_432_exact_anchor">
            <a:extLst>
              <a:ext uri="{FF2B5EF4-FFF2-40B4-BE49-F238E27FC236}">
                <ns2:creationId id="{9EDDACA9-B57D-4410-9158-04712A00E7E5}"/>
              </a:ext>
            </a:extLst>
          </p:cNvPr>
          <p:cNvSpPr>
            <a:spLocks noGrp="1"/>
          </p:cNvSpPr>
          <p:nvPr/>
        </p:nvSpPr>
        <p:spPr>
          <a:xfrm>
            <a:off x="5152883" y="945785"/>
            <a:ext cx="76200" cy="76200"/>
          </a:xfrm>
          <a:prstGeom prst="ellipse">
            <a:avLst/>
          </a:prstGeom>
          <a:solidFill>
            <a:srgbClr val="FFFFFF"/>
          </a:solidFill>
          <a:ln w="17145">
            <a:solidFill>
              <a:srgbClr val="0072B2"/>
            </a:solidFill>
            <a:prstDash val="solid"/>
          </a:ln>
        </p:spPr>
      </p:sp>
      <p:sp>
        <p:nvSpPr>
          <p:cNvPr id="49" name="tangaroa_P_462_exact_anchor">
            <a:extLst>
              <a:ext uri="{FF2B5EF4-FFF2-40B4-BE49-F238E27FC236}">
                <ns2:creationId id="{1E719362-9632-49B7-B8DC-2FC7C5561621}"/>
              </a:ext>
            </a:extLst>
          </p:cNvPr>
          <p:cNvSpPr>
            <a:spLocks noGrp="1"/>
          </p:cNvSpPr>
          <p:nvPr/>
        </p:nvSpPr>
        <p:spPr>
          <a:xfrm>
            <a:off x="5152883" y="655056"/>
            <a:ext cx="76200" cy="76200"/>
          </a:xfrm>
          <a:prstGeom prst="ellipse">
            <a:avLst/>
          </a:prstGeom>
          <a:solidFill>
            <a:srgbClr val="FFFFFF"/>
          </a:solidFill>
          <a:ln w="17145">
            <a:solidFill>
              <a:srgbClr val="D55E00"/>
            </a:solidFill>
            <a:prstDash val="solid"/>
          </a:ln>
        </p:spPr>
      </p:sp>
      <p:sp>
        <p:nvSpPr>
          <p:cNvPr id="50" name="tangaroa_P_388_exact_anchor">
            <a:extLst>
              <a:ext uri="{FF2B5EF4-FFF2-40B4-BE49-F238E27FC236}">
                <ns2:creationId id="{E7CCCA47-21B8-4C1E-91CC-86BE29E328C8}"/>
              </a:ext>
            </a:extLst>
          </p:cNvPr>
          <p:cNvSpPr>
            <a:spLocks noGrp="1"/>
          </p:cNvSpPr>
          <p:nvPr/>
        </p:nvSpPr>
        <p:spPr>
          <a:xfrm>
            <a:off x="5152883" y="647323"/>
            <a:ext cx="76200" cy="76200"/>
          </a:xfrm>
          <a:prstGeom prst="ellipse">
            <a:avLst/>
          </a:prstGeom>
          <a:solidFill>
            <a:srgbClr val="FFFFFF"/>
          </a:solidFill>
          <a:ln w="17145">
            <a:solidFill>
              <a:srgbClr val="009E73"/>
            </a:solidFill>
            <a:prstDash val="solid"/>
          </a:ln>
        </p:spPr>
      </p:sp>
      <p:pic>
        <p:nvPicPr>
          <p:cNvPr id="51" name="">
            <a:extLst>
              <a:ext uri="{FF2B5EF4-FFF2-40B4-BE49-F238E27FC236}">
                <ns2:creationId id="{EADEF27F-3818-44C4-AB22-38B032079D66}"/>
              </a:ext>
            </a:extLst>
          </p:cNvPr>
          <p:cNvPicPr>
            <a:picLocks noChangeAspect="1"/>
          </p:cNvPicPr>
          <p:nvPr/>
        </p:nvPicPr>
        <p:blipFill>
          <a:blip ns3:embed="R5b6e7a7ac1cf4fc8"/>
          <a:stretch/>
        </p:blipFill>
        <p:spPr>
          <a:xfrm>
            <a:off x="7715250" y="400050"/>
            <a:ext cx="3771900" cy="895350"/>
          </a:xfrm>
          <a:prstGeom prst="rect">
            <a:avLst/>
          </a:prstGeom>
        </p:spPr>
      </p:pic>
      <p:sp>
        <p:nvSpPr>
          <p:cNvPr id="52" name="line_051">
            <a:extLst>
              <a:ext uri="{FF2B5EF4-FFF2-40B4-BE49-F238E27FC236}">
                <ns2:creationId id="{91C011F6-2C39-4824-B70A-9636C9D4F415}"/>
              </a:ext>
            </a:extLst>
          </p:cNvPr>
          <p:cNvSpPr>
            <a:spLocks noGrp="1"/>
          </p:cNvSpPr>
          <p:nvPr/>
        </p:nvSpPr>
        <p:spPr>
          <a:xfrm>
            <a:off x="9601200" y="400050"/>
            <a:ext cx="95" cy="895350"/>
          </a:xfrm>
          <a:custGeom>
            <a:pathLst>
              <a:path w="95" h="895350">
                <a:moveTo>
                  <a:pt x="0" y="0"/>
                </a:moveTo>
                <a:lnTo>
                  <a:pt x="0" y="895350"/>
                </a:lnTo>
              </a:path>
            </a:pathLst>
          </a:custGeom>
          <a:noFill/>
          <a:ln w="9525">
            <a:solidFill>
              <a:srgbClr val="263238"/>
            </a:solidFill>
            <a:prstDash val="dash"/>
          </a:ln>
        </p:spPr>
      </p:sp>
      <p:sp>
        <p:nvSpPr>
          <p:cNvPr id="53" name="rect_052">
            <a:extLst>
              <a:ext uri="{FF2B5EF4-FFF2-40B4-BE49-F238E27FC236}">
                <ns2:creationId id="{A5BA2B30-9DCD-42FB-AB95-EB3F5D945683}"/>
              </a:ext>
            </a:extLst>
          </p:cNvPr>
          <p:cNvSpPr>
            <a:spLocks noGrp="1"/>
          </p:cNvSpPr>
          <p:nvPr/>
        </p:nvSpPr>
        <p:spPr>
          <a:xfrm>
            <a:off x="7715250" y="400050"/>
            <a:ext cx="3771900" cy="895350"/>
          </a:xfrm>
          <a:prstGeom prst="rect">
            <a:avLst/>
          </a:prstGeom>
          <a:noFill/>
          <a:ln w="6668">
            <a:solidFill>
              <a:srgbClr val="7B8790"/>
            </a:solidFill>
            <a:prstDash val="solid"/>
          </a:ln>
        </p:spPr>
      </p:sp>
      <p:sp>
        <p:nvSpPr>
          <p:cNvPr id="54" name="text_053">
            <a:extLst>
              <a:ext uri="{FF2B5EF4-FFF2-40B4-BE49-F238E27FC236}">
                <ns2:creationId id="{A9D285AE-4095-41D5-B9CB-44728F815345}"/>
              </a:ext>
            </a:extLst>
          </p:cNvPr>
          <p:cNvSpPr>
            <a:spLocks noGrp="1"/>
          </p:cNvSpPr>
          <p:nvPr/>
        </p:nvSpPr>
        <p:spPr>
          <a:xfrm>
            <a:off x="7343775" y="1200150"/>
            <a:ext cx="314325" cy="200025"/>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0.24</a:t>
            </a:r>
          </a:p>
        </p:txBody>
      </p:sp>
      <p:sp>
        <p:nvSpPr>
          <p:cNvPr id="55" name="text_054">
            <a:extLst>
              <a:ext uri="{FF2B5EF4-FFF2-40B4-BE49-F238E27FC236}">
                <ns2:creationId id="{E11EF1F9-A27C-4A1B-A3AD-3648EEE78224}"/>
              </a:ext>
            </a:extLst>
          </p:cNvPr>
          <p:cNvSpPr>
            <a:spLocks noGrp="1"/>
          </p:cNvSpPr>
          <p:nvPr/>
        </p:nvSpPr>
        <p:spPr>
          <a:xfrm>
            <a:off x="7343775" y="304800"/>
            <a:ext cx="314325" cy="200025"/>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0.85</a:t>
            </a:r>
          </a:p>
        </p:txBody>
      </p:sp>
      <p:sp>
        <p:nvSpPr>
          <p:cNvPr id="56" name="text_055">
            <a:extLst>
              <a:ext uri="{FF2B5EF4-FFF2-40B4-BE49-F238E27FC236}">
                <ns2:creationId id="{5B244374-9E8C-41FE-9CDF-BDA8FCD3D595}"/>
              </a:ext>
            </a:extLst>
          </p:cNvPr>
          <p:cNvSpPr>
            <a:spLocks noGrp="1"/>
          </p:cNvSpPr>
          <p:nvPr/>
        </p:nvSpPr>
        <p:spPr>
          <a:xfrm>
            <a:off x="7696200" y="1323975"/>
            <a:ext cx="381000" cy="20955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135</a:t>
            </a:r>
          </a:p>
        </p:txBody>
      </p:sp>
      <p:sp>
        <p:nvSpPr>
          <p:cNvPr id="57" name="text_056">
            <a:extLst>
              <a:ext uri="{FF2B5EF4-FFF2-40B4-BE49-F238E27FC236}">
                <ns2:creationId id="{9B7FD3DE-914A-4C22-A6DB-0314B62A5D20}"/>
              </a:ext>
            </a:extLst>
          </p:cNvPr>
          <p:cNvSpPr>
            <a:spLocks noGrp="1"/>
          </p:cNvSpPr>
          <p:nvPr/>
        </p:nvSpPr>
        <p:spPr>
          <a:xfrm>
            <a:off x="11125200" y="1323975"/>
            <a:ext cx="381000" cy="20955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145</a:t>
            </a:r>
          </a:p>
        </p:txBody>
      </p:sp>
      <p:sp>
        <p:nvSpPr>
          <p:cNvPr id="58" name="path_057">
            <a:extLst>
              <a:ext uri="{FF2B5EF4-FFF2-40B4-BE49-F238E27FC236}">
                <ns2:creationId id="{B419904C-23A4-4F5A-BAFD-2F16504FE60B}"/>
              </a:ext>
            </a:extLst>
          </p:cNvPr>
          <p:cNvSpPr>
            <a:spLocks noGrp="1"/>
          </p:cNvSpPr>
          <p:nvPr/>
        </p:nvSpPr>
        <p:spPr>
          <a:xfrm>
            <a:off x="7886700" y="941420"/>
            <a:ext cx="3429000" cy="200622"/>
          </a:xfrm>
          <a:custGeom>
            <a:pathLst>
              <a:path w="3429000" h="200622">
                <a:moveTo>
                  <a:pt x="0" y="160606"/>
                </a:moveTo>
                <a:lnTo>
                  <a:pt x="342900" y="15009"/>
                </a:lnTo>
                <a:lnTo>
                  <a:pt x="685800" y="144309"/>
                </a:lnTo>
                <a:lnTo>
                  <a:pt x="1028700" y="187135"/>
                </a:lnTo>
                <a:lnTo>
                  <a:pt x="1371600" y="200622"/>
                </a:lnTo>
                <a:lnTo>
                  <a:pt x="1714500" y="195123"/>
                </a:lnTo>
                <a:lnTo>
                  <a:pt x="2057400" y="196189"/>
                </a:lnTo>
                <a:lnTo>
                  <a:pt x="2400300" y="166439"/>
                </a:lnTo>
                <a:lnTo>
                  <a:pt x="2743200" y="153052"/>
                </a:lnTo>
                <a:lnTo>
                  <a:pt x="3086100" y="0"/>
                </a:lnTo>
                <a:lnTo>
                  <a:pt x="3429000" y="46892"/>
                </a:lnTo>
              </a:path>
            </a:pathLst>
          </a:custGeom>
          <a:noFill/>
          <a:ln w="38100">
            <a:solidFill>
              <a:srgbClr val="FFFFFF"/>
            </a:solidFill>
            <a:prstDash val="solid"/>
          </a:ln>
        </p:spPr>
      </p:sp>
      <p:sp>
        <p:nvSpPr>
          <p:cNvPr id="59" name="tangaroa_P_track_432_trace">
            <a:extLst>
              <a:ext uri="{FF2B5EF4-FFF2-40B4-BE49-F238E27FC236}">
                <ns2:creationId id="{78C822EB-C20B-4B80-9C5C-10B98DE3D08C}"/>
              </a:ext>
            </a:extLst>
          </p:cNvPr>
          <p:cNvSpPr>
            <a:spLocks noGrp="1"/>
          </p:cNvSpPr>
          <p:nvPr/>
        </p:nvSpPr>
        <p:spPr>
          <a:xfrm>
            <a:off x="7886700" y="941420"/>
            <a:ext cx="3429000" cy="200622"/>
          </a:xfrm>
          <a:custGeom>
            <a:pathLst>
              <a:path w="3429000" h="200622">
                <a:moveTo>
                  <a:pt x="0" y="160606"/>
                </a:moveTo>
                <a:lnTo>
                  <a:pt x="342900" y="15009"/>
                </a:lnTo>
                <a:lnTo>
                  <a:pt x="685800" y="144309"/>
                </a:lnTo>
                <a:lnTo>
                  <a:pt x="1028700" y="187135"/>
                </a:lnTo>
                <a:lnTo>
                  <a:pt x="1371600" y="200622"/>
                </a:lnTo>
                <a:lnTo>
                  <a:pt x="1714500" y="195123"/>
                </a:lnTo>
                <a:lnTo>
                  <a:pt x="2057400" y="196189"/>
                </a:lnTo>
                <a:lnTo>
                  <a:pt x="2400300" y="166439"/>
                </a:lnTo>
                <a:lnTo>
                  <a:pt x="2743200" y="153052"/>
                </a:lnTo>
                <a:lnTo>
                  <a:pt x="3086100" y="0"/>
                </a:lnTo>
                <a:lnTo>
                  <a:pt x="3429000" y="46892"/>
                </a:lnTo>
              </a:path>
            </a:pathLst>
          </a:custGeom>
          <a:noFill/>
          <a:ln w="17145">
            <a:solidFill>
              <a:srgbClr val="0072B2"/>
            </a:solidFill>
            <a:prstDash val="solid"/>
          </a:ln>
        </p:spPr>
      </p:sp>
      <p:sp>
        <p:nvSpPr>
          <p:cNvPr id="60" name="tangaroa_P_true_reference_432">
            <a:extLst>
              <a:ext uri="{FF2B5EF4-FFF2-40B4-BE49-F238E27FC236}">
                <ns2:creationId id="{EC782FF6-D69E-489D-A0B1-B9DC23B55EA0}"/>
              </a:ext>
            </a:extLst>
          </p:cNvPr>
          <p:cNvSpPr>
            <a:spLocks noGrp="1"/>
          </p:cNvSpPr>
          <p:nvPr/>
        </p:nvSpPr>
        <p:spPr>
          <a:xfrm>
            <a:off x="7886700" y="1059976"/>
            <a:ext cx="3429000" cy="162475"/>
          </a:xfrm>
          <a:custGeom>
            <a:pathLst>
              <a:path w="3429000" h="162475">
                <a:moveTo>
                  <a:pt x="0" y="162475"/>
                </a:moveTo>
                <a:lnTo>
                  <a:pt x="342900" y="0"/>
                </a:lnTo>
                <a:lnTo>
                  <a:pt x="685800" y="96501"/>
                </a:lnTo>
                <a:lnTo>
                  <a:pt x="1028700" y="160204"/>
                </a:lnTo>
                <a:lnTo>
                  <a:pt x="1371600" y="160051"/>
                </a:lnTo>
                <a:lnTo>
                  <a:pt x="1714500" y="160051"/>
                </a:lnTo>
                <a:lnTo>
                  <a:pt x="2057400" y="160051"/>
                </a:lnTo>
                <a:lnTo>
                  <a:pt x="2400300" y="0"/>
                </a:lnTo>
                <a:lnTo>
                  <a:pt x="2743200" y="160757"/>
                </a:lnTo>
                <a:lnTo>
                  <a:pt x="3086100" y="0"/>
                </a:lnTo>
                <a:lnTo>
                  <a:pt x="3429000" y="0"/>
                </a:lnTo>
              </a:path>
            </a:pathLst>
          </a:custGeom>
          <a:noFill/>
          <a:ln w="9525">
            <a:solidFill>
              <a:srgbClr val="0072B2"/>
            </a:solidFill>
            <a:prstDash val="dash"/>
          </a:ln>
        </p:spPr>
      </p:sp>
      <p:sp>
        <p:nvSpPr>
          <p:cNvPr id="61" name="tangaroa_P_432_exact_anchor">
            <a:extLst>
              <a:ext uri="{FF2B5EF4-FFF2-40B4-BE49-F238E27FC236}">
                <ns2:creationId id="{74104BB6-7190-4D38-A859-FECB3C46FD4C}"/>
              </a:ext>
            </a:extLst>
          </p:cNvPr>
          <p:cNvSpPr>
            <a:spLocks noGrp="1"/>
          </p:cNvSpPr>
          <p:nvPr/>
        </p:nvSpPr>
        <p:spPr>
          <a:xfrm>
            <a:off x="9563100" y="1098442"/>
            <a:ext cx="76200" cy="76200"/>
          </a:xfrm>
          <a:prstGeom prst="ellipse">
            <a:avLst/>
          </a:prstGeom>
          <a:solidFill>
            <a:srgbClr val="FFFFFF"/>
          </a:solidFill>
          <a:ln w="17145">
            <a:solidFill>
              <a:srgbClr val="0072B2"/>
            </a:solidFill>
            <a:prstDash val="solid"/>
          </a:ln>
        </p:spPr>
      </p:sp>
      <p:sp>
        <p:nvSpPr>
          <p:cNvPr id="62" name="line_061">
            <a:extLst>
              <a:ext uri="{FF2B5EF4-FFF2-40B4-BE49-F238E27FC236}">
                <ns2:creationId id="{61A8EEA7-35F1-4A1B-9A6C-CA01A4F864D0}"/>
              </a:ext>
            </a:extLst>
          </p:cNvPr>
          <p:cNvSpPr>
            <a:spLocks noGrp="1"/>
          </p:cNvSpPr>
          <p:nvPr/>
        </p:nvSpPr>
        <p:spPr>
          <a:xfrm>
            <a:off x="9601200" y="542925"/>
            <a:ext cx="1943100" cy="593617"/>
          </a:xfrm>
          <a:custGeom>
            <a:pathLst>
              <a:path w="1943100" h="593617">
                <a:moveTo>
                  <a:pt x="0" y="593617"/>
                </a:moveTo>
                <a:lnTo>
                  <a:pt x="1943100" y="0"/>
                </a:lnTo>
              </a:path>
            </a:pathLst>
          </a:custGeom>
          <a:noFill/>
          <a:ln w="7620">
            <a:solidFill>
              <a:srgbClr val="0072B2"/>
            </a:solidFill>
            <a:prstDash val="solid"/>
          </a:ln>
        </p:spPr>
      </p:sp>
      <p:sp>
        <p:nvSpPr>
          <p:cNvPr id="63" name="text_062">
            <a:extLst>
              <a:ext uri="{FF2B5EF4-FFF2-40B4-BE49-F238E27FC236}">
                <ns2:creationId id="{D86BE573-D879-4E5E-97C6-36BDFE8A080F}"/>
              </a:ext>
            </a:extLst>
          </p:cNvPr>
          <p:cNvSpPr>
            <a:spLocks noGrp="1"/>
          </p:cNvSpPr>
          <p:nvPr/>
        </p:nvSpPr>
        <p:spPr>
          <a:xfrm>
            <a:off x="11572875" y="447675"/>
            <a:ext cx="266700" cy="209550"/>
          </a:xfrm>
          <a:prstGeom prst="rect">
            <a:avLst/>
          </a:prstGeom>
          <a:noFill/>
          <a:ln w="0">
            <a:noFill/>
            <a:prstDash val="solid"/>
          </a:ln>
        </p:spPr>
        <p:txBody>
          <a:bodyPr wrap="none" lIns="0" tIns="0" rIns="0" bIns="0" anchor="t">
            <a:noAutofit/>
          </a:bodyPr>
          <a:lstStyle>
            <a:defPPr algn="l">
              <a:defRPr sz="1275" b="1">
                <a:solidFill>
                  <a:srgbClr val="0072B2"/>
                </a:solidFill>
                <a:latin typeface="Arial"/>
                <a:ea typeface="Arial"/>
                <a:cs typeface="Arial"/>
              </a:defRPr>
            </a:defPPr>
            <a:lvl1pPr algn="l">
              <a:defRPr sz="1275" b="1">
                <a:solidFill>
                  <a:srgbClr val="0072B2"/>
                </a:solidFill>
                <a:latin typeface="Arial"/>
                <a:ea typeface="Arial"/>
                <a:cs typeface="Arial"/>
              </a:defRPr>
            </a:lvl1pPr>
            <a:lvl2pPr algn="l">
              <a:defRPr sz="1275" b="1">
                <a:solidFill>
                  <a:srgbClr val="0072B2"/>
                </a:solidFill>
                <a:latin typeface="Arial"/>
                <a:ea typeface="Arial"/>
                <a:cs typeface="Arial"/>
              </a:defRPr>
            </a:lvl2pPr>
            <a:lvl3pPr algn="l">
              <a:defRPr sz="1275" b="1">
                <a:solidFill>
                  <a:srgbClr val="0072B2"/>
                </a:solidFill>
                <a:latin typeface="Arial"/>
                <a:ea typeface="Arial"/>
                <a:cs typeface="Arial"/>
              </a:defRPr>
            </a:lvl3pPr>
            <a:lvl4pPr algn="l">
              <a:defRPr sz="1275" b="1">
                <a:solidFill>
                  <a:srgbClr val="0072B2"/>
                </a:solidFill>
                <a:latin typeface="Arial"/>
                <a:ea typeface="Arial"/>
                <a:cs typeface="Arial"/>
              </a:defRPr>
            </a:lvl4pPr>
            <a:lvl5pPr algn="l">
              <a:defRPr sz="1275" b="1">
                <a:solidFill>
                  <a:srgbClr val="0072B2"/>
                </a:solidFill>
                <a:latin typeface="Arial"/>
                <a:ea typeface="Arial"/>
                <a:cs typeface="Arial"/>
              </a:defRPr>
            </a:lvl5pPr>
            <a:lvl6pPr algn="l">
              <a:defRPr sz="1275" b="1">
                <a:solidFill>
                  <a:srgbClr val="0072B2"/>
                </a:solidFill>
                <a:latin typeface="Arial"/>
                <a:ea typeface="Arial"/>
                <a:cs typeface="Arial"/>
              </a:defRPr>
            </a:lvl6pPr>
            <a:lvl7pPr algn="l">
              <a:defRPr sz="1275" b="1">
                <a:solidFill>
                  <a:srgbClr val="0072B2"/>
                </a:solidFill>
                <a:latin typeface="Arial"/>
                <a:ea typeface="Arial"/>
                <a:cs typeface="Arial"/>
              </a:defRPr>
            </a:lvl7pPr>
            <a:lvl8pPr algn="l">
              <a:defRPr sz="1275" b="1">
                <a:solidFill>
                  <a:srgbClr val="0072B2"/>
                </a:solidFill>
                <a:latin typeface="Arial"/>
                <a:ea typeface="Arial"/>
                <a:cs typeface="Arial"/>
              </a:defRPr>
            </a:lvl8pPr>
            <a:lvl9pPr algn="l">
              <a:defRPr sz="1275" b="1">
                <a:solidFill>
                  <a:srgbClr val="0072B2"/>
                </a:solidFill>
                <a:latin typeface="Arial"/>
                <a:ea typeface="Arial"/>
                <a:cs typeface="Arial"/>
              </a:defRPr>
            </a:lvl9pPr>
          </a:lstStyle>
          <a:p>
            <a:pPr algn="l">
              <a:defRPr sz="1275" b="1">
                <a:solidFill>
                  <a:srgbClr val="0072B2"/>
                </a:solidFill>
                <a:latin typeface="Arial"/>
                <a:ea typeface="Arial"/>
                <a:cs typeface="Arial"/>
              </a:defRPr>
            </a:pPr>
            <a:r>
              <a:rPr sz="1275" b="1">
                <a:solidFill>
                  <a:srgbClr val="0072B2"/>
                </a:solidFill>
                <a:latin typeface="Arial"/>
                <a:ea typeface="Arial"/>
                <a:cs typeface="Arial"/>
              </a:rPr>
              <a:t>A</a:t>
            </a:r>
          </a:p>
        </p:txBody>
      </p:sp>
      <p:sp>
        <p:nvSpPr>
          <p:cNvPr id="64" name="path_063">
            <a:extLst>
              <a:ext uri="{FF2B5EF4-FFF2-40B4-BE49-F238E27FC236}">
                <ns2:creationId id="{F8E7B7BC-3ECA-4064-BBB5-0316671CABD0}"/>
              </a:ext>
            </a:extLst>
          </p:cNvPr>
          <p:cNvSpPr>
            <a:spLocks noGrp="1"/>
          </p:cNvSpPr>
          <p:nvPr/>
        </p:nvSpPr>
        <p:spPr>
          <a:xfrm>
            <a:off x="7886700" y="593267"/>
            <a:ext cx="2057400" cy="103583"/>
          </a:xfrm>
          <a:custGeom>
            <a:pathLst>
              <a:path w="2057400" h="103583">
                <a:moveTo>
                  <a:pt x="0" y="91762"/>
                </a:moveTo>
                <a:lnTo>
                  <a:pt x="342900" y="0"/>
                </a:lnTo>
                <a:lnTo>
                  <a:pt x="685800" y="83397"/>
                </a:lnTo>
                <a:lnTo>
                  <a:pt x="1028700" y="96395"/>
                </a:lnTo>
                <a:lnTo>
                  <a:pt x="1371600" y="103583"/>
                </a:lnTo>
                <a:lnTo>
                  <a:pt x="1714500" y="70466"/>
                </a:lnTo>
                <a:lnTo>
                  <a:pt x="2057400" y="93795"/>
                </a:lnTo>
              </a:path>
            </a:pathLst>
          </a:custGeom>
          <a:noFill/>
          <a:ln w="38100">
            <a:solidFill>
              <a:srgbClr val="FFFFFF"/>
            </a:solidFill>
            <a:prstDash val="solid"/>
          </a:ln>
        </p:spPr>
      </p:sp>
      <p:sp>
        <p:nvSpPr>
          <p:cNvPr id="65" name="tangaroa_P_track_462_trace">
            <a:extLst>
              <a:ext uri="{FF2B5EF4-FFF2-40B4-BE49-F238E27FC236}">
                <ns2:creationId id="{88EEBFDC-45D8-44F9-8511-827F098B97FB}"/>
              </a:ext>
            </a:extLst>
          </p:cNvPr>
          <p:cNvSpPr>
            <a:spLocks noGrp="1"/>
          </p:cNvSpPr>
          <p:nvPr/>
        </p:nvSpPr>
        <p:spPr>
          <a:xfrm>
            <a:off x="7886700" y="593267"/>
            <a:ext cx="2057400" cy="103583"/>
          </a:xfrm>
          <a:custGeom>
            <a:pathLst>
              <a:path w="2057400" h="103583">
                <a:moveTo>
                  <a:pt x="0" y="91762"/>
                </a:moveTo>
                <a:lnTo>
                  <a:pt x="342900" y="0"/>
                </a:lnTo>
                <a:lnTo>
                  <a:pt x="685800" y="83397"/>
                </a:lnTo>
                <a:lnTo>
                  <a:pt x="1028700" y="96395"/>
                </a:lnTo>
                <a:lnTo>
                  <a:pt x="1371600" y="103583"/>
                </a:lnTo>
                <a:lnTo>
                  <a:pt x="1714500" y="70466"/>
                </a:lnTo>
                <a:lnTo>
                  <a:pt x="2057400" y="93795"/>
                </a:lnTo>
              </a:path>
            </a:pathLst>
          </a:custGeom>
          <a:noFill/>
          <a:ln w="17145">
            <a:solidFill>
              <a:srgbClr val="D55E00"/>
            </a:solidFill>
            <a:prstDash val="solid"/>
          </a:ln>
        </p:spPr>
      </p:sp>
      <p:sp>
        <p:nvSpPr>
          <p:cNvPr id="66" name="tangaroa_P_true_reference_462">
            <a:extLst>
              <a:ext uri="{FF2B5EF4-FFF2-40B4-BE49-F238E27FC236}">
                <ns2:creationId id="{0C61BE02-ACFE-44A2-A4DB-42B23EA61803}"/>
              </a:ext>
            </a:extLst>
          </p:cNvPr>
          <p:cNvSpPr>
            <a:spLocks noGrp="1"/>
          </p:cNvSpPr>
          <p:nvPr/>
        </p:nvSpPr>
        <p:spPr>
          <a:xfrm>
            <a:off x="7886700" y="473083"/>
            <a:ext cx="2057400" cy="59223"/>
          </a:xfrm>
          <a:custGeom>
            <a:pathLst>
              <a:path w="2057400" h="59223">
                <a:moveTo>
                  <a:pt x="0" y="42136"/>
                </a:moveTo>
                <a:lnTo>
                  <a:pt x="342900" y="40724"/>
                </a:lnTo>
                <a:lnTo>
                  <a:pt x="685800" y="32331"/>
                </a:lnTo>
                <a:lnTo>
                  <a:pt x="1028700" y="59223"/>
                </a:lnTo>
                <a:lnTo>
                  <a:pt x="1371600" y="57811"/>
                </a:lnTo>
                <a:lnTo>
                  <a:pt x="1714500" y="0"/>
                </a:lnTo>
                <a:lnTo>
                  <a:pt x="2057400" y="47452"/>
                </a:lnTo>
              </a:path>
            </a:pathLst>
          </a:custGeom>
          <a:noFill/>
          <a:ln w="9525">
            <a:solidFill>
              <a:srgbClr val="D55E00"/>
            </a:solidFill>
            <a:prstDash val="dash"/>
          </a:ln>
        </p:spPr>
      </p:sp>
      <p:sp>
        <p:nvSpPr>
          <p:cNvPr id="67" name="tangaroa_P_462_exact_anchor">
            <a:extLst>
              <a:ext uri="{FF2B5EF4-FFF2-40B4-BE49-F238E27FC236}">
                <ns2:creationId id="{F3D07F22-CD4D-4EEF-996D-74F05F5B0B7E}"/>
              </a:ext>
            </a:extLst>
          </p:cNvPr>
          <p:cNvSpPr>
            <a:spLocks noGrp="1"/>
          </p:cNvSpPr>
          <p:nvPr/>
        </p:nvSpPr>
        <p:spPr>
          <a:xfrm>
            <a:off x="9563100" y="625633"/>
            <a:ext cx="76200" cy="76200"/>
          </a:xfrm>
          <a:prstGeom prst="ellipse">
            <a:avLst/>
          </a:prstGeom>
          <a:solidFill>
            <a:srgbClr val="FFFFFF"/>
          </a:solidFill>
          <a:ln w="17145">
            <a:solidFill>
              <a:srgbClr val="D55E00"/>
            </a:solidFill>
            <a:prstDash val="solid"/>
          </a:ln>
        </p:spPr>
      </p:sp>
      <p:sp>
        <p:nvSpPr>
          <p:cNvPr id="68" name="line_067">
            <a:extLst>
              <a:ext uri="{FF2B5EF4-FFF2-40B4-BE49-F238E27FC236}">
                <ns2:creationId id="{37DF8750-C5D3-4CE7-B561-A87A2641EC60}"/>
              </a:ext>
            </a:extLst>
          </p:cNvPr>
          <p:cNvSpPr>
            <a:spLocks noGrp="1"/>
          </p:cNvSpPr>
          <p:nvPr/>
        </p:nvSpPr>
        <p:spPr>
          <a:xfrm>
            <a:off x="9601200" y="663733"/>
            <a:ext cx="1943100" cy="114142"/>
          </a:xfrm>
          <a:custGeom>
            <a:pathLst>
              <a:path w="1943100" h="114142">
                <a:moveTo>
                  <a:pt x="0" y="0"/>
                </a:moveTo>
                <a:lnTo>
                  <a:pt x="1943100" y="114142"/>
                </a:lnTo>
              </a:path>
            </a:pathLst>
          </a:custGeom>
          <a:noFill/>
          <a:ln w="7620">
            <a:solidFill>
              <a:srgbClr val="D55E00"/>
            </a:solidFill>
            <a:prstDash val="solid"/>
          </a:ln>
        </p:spPr>
      </p:sp>
      <p:sp>
        <p:nvSpPr>
          <p:cNvPr id="69" name="text_068">
            <a:extLst>
              <a:ext uri="{FF2B5EF4-FFF2-40B4-BE49-F238E27FC236}">
                <ns2:creationId id="{00985B08-B082-4886-BA00-A70F8827FC38}"/>
              </a:ext>
            </a:extLst>
          </p:cNvPr>
          <p:cNvSpPr>
            <a:spLocks noGrp="1"/>
          </p:cNvSpPr>
          <p:nvPr/>
        </p:nvSpPr>
        <p:spPr>
          <a:xfrm>
            <a:off x="11572875" y="682625"/>
            <a:ext cx="266700" cy="209550"/>
          </a:xfrm>
          <a:prstGeom prst="rect">
            <a:avLst/>
          </a:prstGeom>
          <a:noFill/>
          <a:ln w="0">
            <a:noFill/>
            <a:prstDash val="solid"/>
          </a:ln>
        </p:spPr>
        <p:txBody>
          <a:bodyPr wrap="none" lIns="0" tIns="0" rIns="0" bIns="0" anchor="t">
            <a:noAutofit/>
          </a:bodyPr>
          <a:lstStyle>
            <a:defPPr algn="l">
              <a:defRPr sz="1275" b="1">
                <a:solidFill>
                  <a:srgbClr val="D55E00"/>
                </a:solidFill>
                <a:latin typeface="Arial"/>
                <a:ea typeface="Arial"/>
                <a:cs typeface="Arial"/>
              </a:defRPr>
            </a:defPPr>
            <a:lvl1pPr algn="l">
              <a:defRPr sz="1275" b="1">
                <a:solidFill>
                  <a:srgbClr val="D55E00"/>
                </a:solidFill>
                <a:latin typeface="Arial"/>
                <a:ea typeface="Arial"/>
                <a:cs typeface="Arial"/>
              </a:defRPr>
            </a:lvl1pPr>
            <a:lvl2pPr algn="l">
              <a:defRPr sz="1275" b="1">
                <a:solidFill>
                  <a:srgbClr val="D55E00"/>
                </a:solidFill>
                <a:latin typeface="Arial"/>
                <a:ea typeface="Arial"/>
                <a:cs typeface="Arial"/>
              </a:defRPr>
            </a:lvl2pPr>
            <a:lvl3pPr algn="l">
              <a:defRPr sz="1275" b="1">
                <a:solidFill>
                  <a:srgbClr val="D55E00"/>
                </a:solidFill>
                <a:latin typeface="Arial"/>
                <a:ea typeface="Arial"/>
                <a:cs typeface="Arial"/>
              </a:defRPr>
            </a:lvl3pPr>
            <a:lvl4pPr algn="l">
              <a:defRPr sz="1275" b="1">
                <a:solidFill>
                  <a:srgbClr val="D55E00"/>
                </a:solidFill>
                <a:latin typeface="Arial"/>
                <a:ea typeface="Arial"/>
                <a:cs typeface="Arial"/>
              </a:defRPr>
            </a:lvl4pPr>
            <a:lvl5pPr algn="l">
              <a:defRPr sz="1275" b="1">
                <a:solidFill>
                  <a:srgbClr val="D55E00"/>
                </a:solidFill>
                <a:latin typeface="Arial"/>
                <a:ea typeface="Arial"/>
                <a:cs typeface="Arial"/>
              </a:defRPr>
            </a:lvl5pPr>
            <a:lvl6pPr algn="l">
              <a:defRPr sz="1275" b="1">
                <a:solidFill>
                  <a:srgbClr val="D55E00"/>
                </a:solidFill>
                <a:latin typeface="Arial"/>
                <a:ea typeface="Arial"/>
                <a:cs typeface="Arial"/>
              </a:defRPr>
            </a:lvl6pPr>
            <a:lvl7pPr algn="l">
              <a:defRPr sz="1275" b="1">
                <a:solidFill>
                  <a:srgbClr val="D55E00"/>
                </a:solidFill>
                <a:latin typeface="Arial"/>
                <a:ea typeface="Arial"/>
                <a:cs typeface="Arial"/>
              </a:defRPr>
            </a:lvl7pPr>
            <a:lvl8pPr algn="l">
              <a:defRPr sz="1275" b="1">
                <a:solidFill>
                  <a:srgbClr val="D55E00"/>
                </a:solidFill>
                <a:latin typeface="Arial"/>
                <a:ea typeface="Arial"/>
                <a:cs typeface="Arial"/>
              </a:defRPr>
            </a:lvl8pPr>
            <a:lvl9pPr algn="l">
              <a:defRPr sz="1275" b="1">
                <a:solidFill>
                  <a:srgbClr val="D55E00"/>
                </a:solidFill>
                <a:latin typeface="Arial"/>
                <a:ea typeface="Arial"/>
                <a:cs typeface="Arial"/>
              </a:defRPr>
            </a:lvl9pPr>
          </a:lstStyle>
          <a:p>
            <a:pPr algn="l">
              <a:defRPr sz="1275" b="1">
                <a:solidFill>
                  <a:srgbClr val="D55E00"/>
                </a:solidFill>
                <a:latin typeface="Arial"/>
                <a:ea typeface="Arial"/>
                <a:cs typeface="Arial"/>
              </a:defRPr>
            </a:pPr>
            <a:r>
              <a:rPr sz="1275" b="1">
                <a:solidFill>
                  <a:srgbClr val="D55E00"/>
                </a:solidFill>
                <a:latin typeface="Arial"/>
                <a:ea typeface="Arial"/>
                <a:cs typeface="Arial"/>
              </a:rPr>
              <a:t>B</a:t>
            </a:r>
          </a:p>
        </p:txBody>
      </p:sp>
      <p:sp>
        <p:nvSpPr>
          <p:cNvPr id="70" name="path_069">
            <a:extLst>
              <a:ext uri="{FF2B5EF4-FFF2-40B4-BE49-F238E27FC236}">
                <ns2:creationId id="{3DF85B39-BD58-43A1-B9B2-43C942EE7DB2}"/>
              </a:ext>
            </a:extLst>
          </p:cNvPr>
          <p:cNvSpPr>
            <a:spLocks noGrp="1"/>
          </p:cNvSpPr>
          <p:nvPr/>
        </p:nvSpPr>
        <p:spPr>
          <a:xfrm>
            <a:off x="7886700" y="651157"/>
            <a:ext cx="3429000" cy="381947"/>
          </a:xfrm>
          <a:custGeom>
            <a:pathLst>
              <a:path w="3429000" h="381947">
                <a:moveTo>
                  <a:pt x="0" y="19530"/>
                </a:moveTo>
                <a:lnTo>
                  <a:pt x="342900" y="381947"/>
                </a:lnTo>
                <a:lnTo>
                  <a:pt x="685800" y="12509"/>
                </a:lnTo>
                <a:lnTo>
                  <a:pt x="1028700" y="25685"/>
                </a:lnTo>
                <a:lnTo>
                  <a:pt x="1371600" y="33017"/>
                </a:lnTo>
                <a:lnTo>
                  <a:pt x="1714500" y="0"/>
                </a:lnTo>
                <a:lnTo>
                  <a:pt x="2057400" y="23429"/>
                </a:lnTo>
                <a:lnTo>
                  <a:pt x="2400300" y="28095"/>
                </a:lnTo>
                <a:lnTo>
                  <a:pt x="2743200" y="1211"/>
                </a:lnTo>
                <a:lnTo>
                  <a:pt x="3086100" y="318835"/>
                </a:lnTo>
                <a:lnTo>
                  <a:pt x="3429000" y="365405"/>
                </a:lnTo>
              </a:path>
            </a:pathLst>
          </a:custGeom>
          <a:noFill/>
          <a:ln w="38100">
            <a:solidFill>
              <a:srgbClr val="FFFFFF"/>
            </a:solidFill>
            <a:prstDash val="solid"/>
          </a:ln>
        </p:spPr>
      </p:sp>
      <p:sp>
        <p:nvSpPr>
          <p:cNvPr id="71" name="tangaroa_P_track_388_trace">
            <a:extLst>
              <a:ext uri="{FF2B5EF4-FFF2-40B4-BE49-F238E27FC236}">
                <ns2:creationId id="{9D0CD2C8-8F1E-4E27-BC21-1570B5F98FD5}"/>
              </a:ext>
            </a:extLst>
          </p:cNvPr>
          <p:cNvSpPr>
            <a:spLocks noGrp="1"/>
          </p:cNvSpPr>
          <p:nvPr/>
        </p:nvSpPr>
        <p:spPr>
          <a:xfrm>
            <a:off x="7886700" y="651157"/>
            <a:ext cx="3429000" cy="381947"/>
          </a:xfrm>
          <a:custGeom>
            <a:pathLst>
              <a:path w="3429000" h="381947">
                <a:moveTo>
                  <a:pt x="0" y="19530"/>
                </a:moveTo>
                <a:lnTo>
                  <a:pt x="342900" y="381947"/>
                </a:lnTo>
                <a:lnTo>
                  <a:pt x="685800" y="12509"/>
                </a:lnTo>
                <a:lnTo>
                  <a:pt x="1028700" y="25685"/>
                </a:lnTo>
                <a:lnTo>
                  <a:pt x="1371600" y="33017"/>
                </a:lnTo>
                <a:lnTo>
                  <a:pt x="1714500" y="0"/>
                </a:lnTo>
                <a:lnTo>
                  <a:pt x="2057400" y="23429"/>
                </a:lnTo>
                <a:lnTo>
                  <a:pt x="2400300" y="28095"/>
                </a:lnTo>
                <a:lnTo>
                  <a:pt x="2743200" y="1211"/>
                </a:lnTo>
                <a:lnTo>
                  <a:pt x="3086100" y="318835"/>
                </a:lnTo>
                <a:lnTo>
                  <a:pt x="3429000" y="365405"/>
                </a:lnTo>
              </a:path>
            </a:pathLst>
          </a:custGeom>
          <a:noFill/>
          <a:ln w="17145">
            <a:solidFill>
              <a:srgbClr val="009E73"/>
            </a:solidFill>
            <a:prstDash val="solid"/>
          </a:ln>
        </p:spPr>
      </p:sp>
      <p:sp>
        <p:nvSpPr>
          <p:cNvPr id="72" name="tangaroa_P_true_reference_388">
            <a:extLst>
              <a:ext uri="{FF2B5EF4-FFF2-40B4-BE49-F238E27FC236}">
                <ns2:creationId id="{326AF0E9-0EB1-4719-A567-6275E93F0DAC}"/>
              </a:ext>
            </a:extLst>
          </p:cNvPr>
          <p:cNvSpPr>
            <a:spLocks noGrp="1"/>
          </p:cNvSpPr>
          <p:nvPr/>
        </p:nvSpPr>
        <p:spPr>
          <a:xfrm>
            <a:off x="7886700" y="806399"/>
            <a:ext cx="3429000" cy="68002"/>
          </a:xfrm>
          <a:custGeom>
            <a:pathLst>
              <a:path w="3429000" h="68002">
                <a:moveTo>
                  <a:pt x="0" y="54194"/>
                </a:moveTo>
                <a:lnTo>
                  <a:pt x="342900" y="53488"/>
                </a:lnTo>
                <a:lnTo>
                  <a:pt x="685800" y="52781"/>
                </a:lnTo>
                <a:lnTo>
                  <a:pt x="1028700" y="52075"/>
                </a:lnTo>
                <a:lnTo>
                  <a:pt x="1371600" y="68002"/>
                </a:lnTo>
                <a:lnTo>
                  <a:pt x="1714500" y="59686"/>
                </a:lnTo>
                <a:lnTo>
                  <a:pt x="2057400" y="58979"/>
                </a:lnTo>
                <a:lnTo>
                  <a:pt x="2400300" y="49403"/>
                </a:lnTo>
                <a:lnTo>
                  <a:pt x="2743200" y="0"/>
                </a:lnTo>
                <a:lnTo>
                  <a:pt x="3086100" y="20006"/>
                </a:lnTo>
                <a:lnTo>
                  <a:pt x="3429000" y="42838"/>
                </a:lnTo>
              </a:path>
            </a:pathLst>
          </a:custGeom>
          <a:noFill/>
          <a:ln w="9525">
            <a:solidFill>
              <a:srgbClr val="009E73"/>
            </a:solidFill>
            <a:prstDash val="dash"/>
          </a:ln>
        </p:spPr>
      </p:sp>
      <p:sp>
        <p:nvSpPr>
          <p:cNvPr id="73" name="tangaroa_P_388_exact_anchor">
            <a:extLst>
              <a:ext uri="{FF2B5EF4-FFF2-40B4-BE49-F238E27FC236}">
                <ns2:creationId id="{6F6602C0-F15F-4852-AD2B-3D993AEE1190}"/>
              </a:ext>
            </a:extLst>
          </p:cNvPr>
          <p:cNvSpPr>
            <a:spLocks noGrp="1"/>
          </p:cNvSpPr>
          <p:nvPr/>
        </p:nvSpPr>
        <p:spPr>
          <a:xfrm>
            <a:off x="9563100" y="613057"/>
            <a:ext cx="76200" cy="76200"/>
          </a:xfrm>
          <a:prstGeom prst="ellipse">
            <a:avLst/>
          </a:prstGeom>
          <a:solidFill>
            <a:srgbClr val="FFFFFF"/>
          </a:solidFill>
          <a:ln w="17145">
            <a:solidFill>
              <a:srgbClr val="009E73"/>
            </a:solidFill>
            <a:prstDash val="solid"/>
          </a:ln>
        </p:spPr>
      </p:sp>
      <p:sp>
        <p:nvSpPr>
          <p:cNvPr id="74" name="line_073">
            <a:extLst>
              <a:ext uri="{FF2B5EF4-FFF2-40B4-BE49-F238E27FC236}">
                <ns2:creationId id="{1960A54C-B212-45B5-9921-867D145A1498}"/>
              </a:ext>
            </a:extLst>
          </p:cNvPr>
          <p:cNvSpPr>
            <a:spLocks noGrp="1"/>
          </p:cNvSpPr>
          <p:nvPr/>
        </p:nvSpPr>
        <p:spPr>
          <a:xfrm>
            <a:off x="9601200" y="651157"/>
            <a:ext cx="1943100" cy="361668"/>
          </a:xfrm>
          <a:custGeom>
            <a:pathLst>
              <a:path w="1943100" h="361668">
                <a:moveTo>
                  <a:pt x="0" y="0"/>
                </a:moveTo>
                <a:lnTo>
                  <a:pt x="1943100" y="361668"/>
                </a:lnTo>
              </a:path>
            </a:pathLst>
          </a:custGeom>
          <a:noFill/>
          <a:ln w="7620">
            <a:solidFill>
              <a:srgbClr val="009E73"/>
            </a:solidFill>
            <a:prstDash val="solid"/>
          </a:ln>
        </p:spPr>
      </p:sp>
      <p:sp>
        <p:nvSpPr>
          <p:cNvPr id="75" name="text_074">
            <a:extLst>
              <a:ext uri="{FF2B5EF4-FFF2-40B4-BE49-F238E27FC236}">
                <ns2:creationId id="{82560859-A43B-438B-914B-85A0DB40761C}"/>
              </a:ext>
            </a:extLst>
          </p:cNvPr>
          <p:cNvSpPr>
            <a:spLocks noGrp="1"/>
          </p:cNvSpPr>
          <p:nvPr/>
        </p:nvSpPr>
        <p:spPr>
          <a:xfrm>
            <a:off x="11572875" y="917575"/>
            <a:ext cx="266700" cy="209550"/>
          </a:xfrm>
          <a:prstGeom prst="rect">
            <a:avLst/>
          </a:prstGeom>
          <a:noFill/>
          <a:ln w="0">
            <a:noFill/>
            <a:prstDash val="solid"/>
          </a:ln>
        </p:spPr>
        <p:txBody>
          <a:bodyPr wrap="none" lIns="0" tIns="0" rIns="0" bIns="0" anchor="t">
            <a:noAutofit/>
          </a:bodyPr>
          <a:lstStyle>
            <a:defPPr algn="l">
              <a:defRPr sz="1275" b="1">
                <a:solidFill>
                  <a:srgbClr val="009E73"/>
                </a:solidFill>
                <a:latin typeface="Arial"/>
                <a:ea typeface="Arial"/>
                <a:cs typeface="Arial"/>
              </a:defRPr>
            </a:defPPr>
            <a:lvl1pPr algn="l">
              <a:defRPr sz="1275" b="1">
                <a:solidFill>
                  <a:srgbClr val="009E73"/>
                </a:solidFill>
                <a:latin typeface="Arial"/>
                <a:ea typeface="Arial"/>
                <a:cs typeface="Arial"/>
              </a:defRPr>
            </a:lvl1pPr>
            <a:lvl2pPr algn="l">
              <a:defRPr sz="1275" b="1">
                <a:solidFill>
                  <a:srgbClr val="009E73"/>
                </a:solidFill>
                <a:latin typeface="Arial"/>
                <a:ea typeface="Arial"/>
                <a:cs typeface="Arial"/>
              </a:defRPr>
            </a:lvl2pPr>
            <a:lvl3pPr algn="l">
              <a:defRPr sz="1275" b="1">
                <a:solidFill>
                  <a:srgbClr val="009E73"/>
                </a:solidFill>
                <a:latin typeface="Arial"/>
                <a:ea typeface="Arial"/>
                <a:cs typeface="Arial"/>
              </a:defRPr>
            </a:lvl3pPr>
            <a:lvl4pPr algn="l">
              <a:defRPr sz="1275" b="1">
                <a:solidFill>
                  <a:srgbClr val="009E73"/>
                </a:solidFill>
                <a:latin typeface="Arial"/>
                <a:ea typeface="Arial"/>
                <a:cs typeface="Arial"/>
              </a:defRPr>
            </a:lvl4pPr>
            <a:lvl5pPr algn="l">
              <a:defRPr sz="1275" b="1">
                <a:solidFill>
                  <a:srgbClr val="009E73"/>
                </a:solidFill>
                <a:latin typeface="Arial"/>
                <a:ea typeface="Arial"/>
                <a:cs typeface="Arial"/>
              </a:defRPr>
            </a:lvl5pPr>
            <a:lvl6pPr algn="l">
              <a:defRPr sz="1275" b="1">
                <a:solidFill>
                  <a:srgbClr val="009E73"/>
                </a:solidFill>
                <a:latin typeface="Arial"/>
                <a:ea typeface="Arial"/>
                <a:cs typeface="Arial"/>
              </a:defRPr>
            </a:lvl6pPr>
            <a:lvl7pPr algn="l">
              <a:defRPr sz="1275" b="1">
                <a:solidFill>
                  <a:srgbClr val="009E73"/>
                </a:solidFill>
                <a:latin typeface="Arial"/>
                <a:ea typeface="Arial"/>
                <a:cs typeface="Arial"/>
              </a:defRPr>
            </a:lvl7pPr>
            <a:lvl8pPr algn="l">
              <a:defRPr sz="1275" b="1">
                <a:solidFill>
                  <a:srgbClr val="009E73"/>
                </a:solidFill>
                <a:latin typeface="Arial"/>
                <a:ea typeface="Arial"/>
                <a:cs typeface="Arial"/>
              </a:defRPr>
            </a:lvl8pPr>
            <a:lvl9pPr algn="l">
              <a:defRPr sz="1275" b="1">
                <a:solidFill>
                  <a:srgbClr val="009E73"/>
                </a:solidFill>
                <a:latin typeface="Arial"/>
                <a:ea typeface="Arial"/>
                <a:cs typeface="Arial"/>
              </a:defRPr>
            </a:lvl9pPr>
          </a:lstStyle>
          <a:p>
            <a:pPr algn="l">
              <a:defRPr sz="1275" b="1">
                <a:solidFill>
                  <a:srgbClr val="009E73"/>
                </a:solidFill>
                <a:latin typeface="Arial"/>
                <a:ea typeface="Arial"/>
                <a:cs typeface="Arial"/>
              </a:defRPr>
            </a:pPr>
            <a:r>
              <a:rPr sz="1275" b="1">
                <a:solidFill>
                  <a:srgbClr val="009E73"/>
                </a:solidFill>
                <a:latin typeface="Arial"/>
                <a:ea typeface="Arial"/>
                <a:cs typeface="Arial"/>
              </a:rPr>
              <a:t>C</a:t>
            </a:r>
          </a:p>
        </p:txBody>
      </p:sp>
      <p:sp>
        <p:nvSpPr>
          <p:cNvPr id="76" name="rect_075">
            <a:extLst>
              <a:ext uri="{FF2B5EF4-FFF2-40B4-BE49-F238E27FC236}">
                <ns2:creationId id="{818FE685-8CC7-452C-8C3F-59B9753975CE}"/>
              </a:ext>
            </a:extLst>
          </p:cNvPr>
          <p:cNvSpPr>
            <a:spLocks noGrp="1"/>
          </p:cNvSpPr>
          <p:nvPr/>
        </p:nvSpPr>
        <p:spPr>
          <a:xfrm>
            <a:off x="5029911" y="400050"/>
            <a:ext cx="322144" cy="895350"/>
          </a:xfrm>
          <a:prstGeom prst="rect">
            <a:avLst/>
          </a:prstGeom>
          <a:noFill/>
          <a:ln w="11430">
            <a:solidFill>
              <a:srgbClr val="263238"/>
            </a:solidFill>
            <a:prstDash val="solid"/>
          </a:ln>
        </p:spPr>
      </p:sp>
      <p:sp>
        <p:nvSpPr>
          <p:cNvPr id="77" name="text_076">
            <a:extLst>
              <a:ext uri="{FF2B5EF4-FFF2-40B4-BE49-F238E27FC236}">
                <ns2:creationId id="{A9F85A16-E606-46A1-8A21-6250596B147D}"/>
              </a:ext>
            </a:extLst>
          </p:cNvPr>
          <p:cNvSpPr>
            <a:spLocks noGrp="1"/>
          </p:cNvSpPr>
          <p:nvPr/>
        </p:nvSpPr>
        <p:spPr>
          <a:xfrm>
            <a:off x="38100" y="1524000"/>
            <a:ext cx="914400" cy="247650"/>
          </a:xfrm>
          <a:prstGeom prst="rect">
            <a:avLst/>
          </a:prstGeom>
          <a:noFill/>
          <a:ln w="0">
            <a:noFill/>
            <a:prstDash val="solid"/>
          </a:ln>
        </p:spPr>
        <p:txBody>
          <a:bodyPr wrap="none" lIns="0" tIns="0" rIns="0" bIns="0" anchor="t">
            <a:noAutofit/>
          </a:bodyPr>
          <a:lstStyle>
            <a:defPPr algn="l">
              <a:defRPr sz="1500" b="1">
                <a:solidFill>
                  <a:srgbClr val="000000"/>
                </a:solidFill>
                <a:latin typeface="Arial"/>
                <a:ea typeface="Arial"/>
                <a:cs typeface="Arial"/>
              </a:defRPr>
            </a:defPPr>
            <a:lvl1pPr algn="l">
              <a:defRPr sz="1500" b="1">
                <a:solidFill>
                  <a:srgbClr val="000000"/>
                </a:solidFill>
                <a:latin typeface="Arial"/>
                <a:ea typeface="Arial"/>
                <a:cs typeface="Arial"/>
              </a:defRPr>
            </a:lvl1pPr>
            <a:lvl2pPr algn="l">
              <a:defRPr sz="1500" b="1">
                <a:solidFill>
                  <a:srgbClr val="000000"/>
                </a:solidFill>
                <a:latin typeface="Arial"/>
                <a:ea typeface="Arial"/>
                <a:cs typeface="Arial"/>
              </a:defRPr>
            </a:lvl2pPr>
            <a:lvl3pPr algn="l">
              <a:defRPr sz="1500" b="1">
                <a:solidFill>
                  <a:srgbClr val="000000"/>
                </a:solidFill>
                <a:latin typeface="Arial"/>
                <a:ea typeface="Arial"/>
                <a:cs typeface="Arial"/>
              </a:defRPr>
            </a:lvl3pPr>
            <a:lvl4pPr algn="l">
              <a:defRPr sz="1500" b="1">
                <a:solidFill>
                  <a:srgbClr val="000000"/>
                </a:solidFill>
                <a:latin typeface="Arial"/>
                <a:ea typeface="Arial"/>
                <a:cs typeface="Arial"/>
              </a:defRPr>
            </a:lvl4pPr>
            <a:lvl5pPr algn="l">
              <a:defRPr sz="1500" b="1">
                <a:solidFill>
                  <a:srgbClr val="000000"/>
                </a:solidFill>
                <a:latin typeface="Arial"/>
                <a:ea typeface="Arial"/>
                <a:cs typeface="Arial"/>
              </a:defRPr>
            </a:lvl5pPr>
            <a:lvl6pPr algn="l">
              <a:defRPr sz="1500" b="1">
                <a:solidFill>
                  <a:srgbClr val="000000"/>
                </a:solidFill>
                <a:latin typeface="Arial"/>
                <a:ea typeface="Arial"/>
                <a:cs typeface="Arial"/>
              </a:defRPr>
            </a:lvl6pPr>
            <a:lvl7pPr algn="l">
              <a:defRPr sz="1500" b="1">
                <a:solidFill>
                  <a:srgbClr val="000000"/>
                </a:solidFill>
                <a:latin typeface="Arial"/>
                <a:ea typeface="Arial"/>
                <a:cs typeface="Arial"/>
              </a:defRPr>
            </a:lvl7pPr>
            <a:lvl8pPr algn="l">
              <a:defRPr sz="1500" b="1">
                <a:solidFill>
                  <a:srgbClr val="000000"/>
                </a:solidFill>
                <a:latin typeface="Arial"/>
                <a:ea typeface="Arial"/>
                <a:cs typeface="Arial"/>
              </a:defRPr>
            </a:lvl8pPr>
            <a:lvl9pPr algn="l">
              <a:defRPr sz="1500" b="1">
                <a:solidFill>
                  <a:srgbClr val="000000"/>
                </a:solidFill>
                <a:latin typeface="Arial"/>
                <a:ea typeface="Arial"/>
                <a:cs typeface="Arial"/>
              </a:defRPr>
            </a:lvl9pPr>
          </a:lstStyle>
          <a:p>
            <a:pPr algn="l">
              <a:defRPr sz="1500" b="1">
                <a:solidFill>
                  <a:srgbClr val="000000"/>
                </a:solidFill>
                <a:latin typeface="Arial"/>
                <a:ea typeface="Arial"/>
                <a:cs typeface="Arial"/>
              </a:defRPr>
            </a:pPr>
            <a:r>
              <a:rPr sz="1500" b="1">
                <a:solidFill>
                  <a:srgbClr val="000000"/>
                </a:solidFill>
                <a:latin typeface="Arial"/>
                <a:ea typeface="Arial"/>
                <a:cs typeface="Arial"/>
              </a:rPr>
              <a:t>RG-R20</a:t>
            </a:r>
          </a:p>
        </p:txBody>
      </p:sp>
      <p:pic>
        <p:nvPicPr>
          <p:cNvPr id="79" name="">
            <a:extLst>
              <a:ext uri="{FF2B5EF4-FFF2-40B4-BE49-F238E27FC236}">
                <ns2:creationId id="{8A1D2C30-34BE-4F20-8C62-BED93B34245E}"/>
              </a:ext>
            </a:extLst>
          </p:cNvPr>
          <p:cNvPicPr>
            <a:picLocks noChangeAspect="1"/>
          </p:cNvPicPr>
          <p:nvPr/>
        </p:nvPicPr>
        <p:blipFill>
          <a:blip ns3:embed="Rc2276ab18d354289"/>
          <a:stretch/>
        </p:blipFill>
        <p:spPr>
          <a:xfrm>
            <a:off x="1076325" y="1476375"/>
            <a:ext cx="5886450" cy="895350"/>
          </a:xfrm>
          <a:prstGeom prst="rect">
            <a:avLst/>
          </a:prstGeom>
        </p:spPr>
      </p:pic>
      <p:sp>
        <p:nvSpPr>
          <p:cNvPr id="80" name="line_079">
            <a:extLst>
              <a:ext uri="{FF2B5EF4-FFF2-40B4-BE49-F238E27FC236}">
                <ns2:creationId id="{C42A1567-E369-4C3A-8830-BFB95FAE7854}"/>
              </a:ext>
            </a:extLst>
          </p:cNvPr>
          <p:cNvSpPr>
            <a:spLocks noGrp="1"/>
          </p:cNvSpPr>
          <p:nvPr/>
        </p:nvSpPr>
        <p:spPr>
          <a:xfrm>
            <a:off x="5190983" y="1476375"/>
            <a:ext cx="95" cy="895350"/>
          </a:xfrm>
          <a:custGeom>
            <a:pathLst>
              <a:path w="95" h="895350">
                <a:moveTo>
                  <a:pt x="0" y="0"/>
                </a:moveTo>
                <a:lnTo>
                  <a:pt x="0" y="895350"/>
                </a:lnTo>
              </a:path>
            </a:pathLst>
          </a:custGeom>
          <a:noFill/>
          <a:ln w="9525">
            <a:solidFill>
              <a:srgbClr val="263238"/>
            </a:solidFill>
            <a:prstDash val="dash"/>
          </a:ln>
        </p:spPr>
      </p:sp>
      <p:sp>
        <p:nvSpPr>
          <p:cNvPr id="81" name="rect_080">
            <a:extLst>
              <a:ext uri="{FF2B5EF4-FFF2-40B4-BE49-F238E27FC236}">
                <ns2:creationId id="{C72C2DEE-B66F-440C-A75E-BA2CA1D3568F}"/>
              </a:ext>
            </a:extLst>
          </p:cNvPr>
          <p:cNvSpPr>
            <a:spLocks noGrp="1"/>
          </p:cNvSpPr>
          <p:nvPr/>
        </p:nvSpPr>
        <p:spPr>
          <a:xfrm>
            <a:off x="1076325" y="1476375"/>
            <a:ext cx="5886450" cy="895350"/>
          </a:xfrm>
          <a:prstGeom prst="rect">
            <a:avLst/>
          </a:prstGeom>
          <a:noFill/>
          <a:ln w="6668">
            <a:solidFill>
              <a:srgbClr val="7B8790"/>
            </a:solidFill>
            <a:prstDash val="solid"/>
          </a:ln>
        </p:spPr>
      </p:sp>
      <p:sp>
        <p:nvSpPr>
          <p:cNvPr id="82" name="text_081">
            <a:extLst>
              <a:ext uri="{FF2B5EF4-FFF2-40B4-BE49-F238E27FC236}">
                <ns2:creationId id="{5A4E3905-C8F4-446E-A05E-A71429303122}"/>
              </a:ext>
            </a:extLst>
          </p:cNvPr>
          <p:cNvSpPr>
            <a:spLocks noGrp="1"/>
          </p:cNvSpPr>
          <p:nvPr/>
        </p:nvSpPr>
        <p:spPr>
          <a:xfrm>
            <a:off x="704850" y="2276475"/>
            <a:ext cx="314325" cy="200025"/>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0</a:t>
            </a:r>
          </a:p>
        </p:txBody>
      </p:sp>
      <p:sp>
        <p:nvSpPr>
          <p:cNvPr id="83" name="text_082">
            <a:extLst>
              <a:ext uri="{FF2B5EF4-FFF2-40B4-BE49-F238E27FC236}">
                <ns2:creationId id="{3EE9EF07-B7B3-45B8-BFE8-6188DD5EC66E}"/>
              </a:ext>
            </a:extLst>
          </p:cNvPr>
          <p:cNvSpPr>
            <a:spLocks noGrp="1"/>
          </p:cNvSpPr>
          <p:nvPr/>
        </p:nvSpPr>
        <p:spPr>
          <a:xfrm>
            <a:off x="704850" y="1381125"/>
            <a:ext cx="314325" cy="200025"/>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1</a:t>
            </a:r>
          </a:p>
        </p:txBody>
      </p:sp>
      <p:sp>
        <p:nvSpPr>
          <p:cNvPr id="84" name="text_083">
            <a:extLst>
              <a:ext uri="{FF2B5EF4-FFF2-40B4-BE49-F238E27FC236}">
                <ns2:creationId id="{FEF068A3-A108-4487-825C-D50DE4837D53}"/>
              </a:ext>
            </a:extLst>
          </p:cNvPr>
          <p:cNvSpPr>
            <a:spLocks noGrp="1"/>
          </p:cNvSpPr>
          <p:nvPr/>
        </p:nvSpPr>
        <p:spPr>
          <a:xfrm>
            <a:off x="900468" y="2400300"/>
            <a:ext cx="381000" cy="20955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85" name="text_084">
            <a:extLst>
              <a:ext uri="{FF2B5EF4-FFF2-40B4-BE49-F238E27FC236}">
                <ns2:creationId id="{DE287BD3-E712-4D52-AF0E-EF65E2E04FEF}"/>
              </a:ext>
            </a:extLst>
          </p:cNvPr>
          <p:cNvSpPr>
            <a:spLocks noGrp="1"/>
          </p:cNvSpPr>
          <p:nvPr/>
        </p:nvSpPr>
        <p:spPr>
          <a:xfrm>
            <a:off x="6757632" y="2400300"/>
            <a:ext cx="381000" cy="20955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200</a:t>
            </a:r>
          </a:p>
        </p:txBody>
      </p:sp>
      <p:sp>
        <p:nvSpPr>
          <p:cNvPr id="86" name="tangaroa_R_432_exact_anchor">
            <a:extLst>
              <a:ext uri="{FF2B5EF4-FFF2-40B4-BE49-F238E27FC236}">
                <ns2:creationId id="{EB78B36D-5D49-4BB4-9C20-AFD3479F4ADC}"/>
              </a:ext>
            </a:extLst>
          </p:cNvPr>
          <p:cNvSpPr>
            <a:spLocks noGrp="1"/>
          </p:cNvSpPr>
          <p:nvPr/>
        </p:nvSpPr>
        <p:spPr>
          <a:xfrm>
            <a:off x="5152883" y="2082544"/>
            <a:ext cx="76200" cy="76200"/>
          </a:xfrm>
          <a:prstGeom prst="ellipse">
            <a:avLst/>
          </a:prstGeom>
          <a:solidFill>
            <a:srgbClr val="FFFFFF"/>
          </a:solidFill>
          <a:ln w="17145">
            <a:solidFill>
              <a:srgbClr val="0072B2"/>
            </a:solidFill>
            <a:prstDash val="solid"/>
          </a:ln>
        </p:spPr>
      </p:sp>
      <p:sp>
        <p:nvSpPr>
          <p:cNvPr id="87" name="tangaroa_R_462_exact_anchor">
            <a:extLst>
              <a:ext uri="{FF2B5EF4-FFF2-40B4-BE49-F238E27FC236}">
                <ns2:creationId id="{000EEA3C-531D-4572-9BB0-B304D00E84ED}"/>
              </a:ext>
            </a:extLst>
          </p:cNvPr>
          <p:cNvSpPr>
            <a:spLocks noGrp="1"/>
          </p:cNvSpPr>
          <p:nvPr/>
        </p:nvSpPr>
        <p:spPr>
          <a:xfrm>
            <a:off x="5152883" y="1605055"/>
            <a:ext cx="76200" cy="76200"/>
          </a:xfrm>
          <a:prstGeom prst="ellipse">
            <a:avLst/>
          </a:prstGeom>
          <a:solidFill>
            <a:srgbClr val="FFFFFF"/>
          </a:solidFill>
          <a:ln w="17145">
            <a:solidFill>
              <a:srgbClr val="D55E00"/>
            </a:solidFill>
            <a:prstDash val="solid"/>
          </a:ln>
        </p:spPr>
      </p:sp>
      <p:sp>
        <p:nvSpPr>
          <p:cNvPr id="88" name="tangaroa_R_388_exact_anchor">
            <a:extLst>
              <a:ext uri="{FF2B5EF4-FFF2-40B4-BE49-F238E27FC236}">
                <ns2:creationId id="{E1E62CF8-FB5B-442A-BEAF-8A241227B28F}"/>
              </a:ext>
            </a:extLst>
          </p:cNvPr>
          <p:cNvSpPr>
            <a:spLocks noGrp="1"/>
          </p:cNvSpPr>
          <p:nvPr/>
        </p:nvSpPr>
        <p:spPr>
          <a:xfrm>
            <a:off x="5152883" y="1846709"/>
            <a:ext cx="76200" cy="76200"/>
          </a:xfrm>
          <a:prstGeom prst="ellipse">
            <a:avLst/>
          </a:prstGeom>
          <a:solidFill>
            <a:srgbClr val="FFFFFF"/>
          </a:solidFill>
          <a:ln w="17145">
            <a:solidFill>
              <a:srgbClr val="009E73"/>
            </a:solidFill>
            <a:prstDash val="solid"/>
          </a:ln>
        </p:spPr>
      </p:sp>
      <p:pic>
        <p:nvPicPr>
          <p:cNvPr id="89" name="">
            <a:extLst>
              <a:ext uri="{FF2B5EF4-FFF2-40B4-BE49-F238E27FC236}">
                <ns2:creationId id="{F1502CA4-D8E8-4695-BAF2-3BB1217EAFB1}"/>
              </a:ext>
            </a:extLst>
          </p:cNvPr>
          <p:cNvPicPr>
            <a:picLocks noChangeAspect="1"/>
          </p:cNvPicPr>
          <p:nvPr/>
        </p:nvPicPr>
        <p:blipFill>
          <a:blip ns3:embed="R6cac25e28d7144ea"/>
          <a:stretch/>
        </p:blipFill>
        <p:spPr>
          <a:xfrm>
            <a:off x="7715250" y="1476375"/>
            <a:ext cx="3771900" cy="895350"/>
          </a:xfrm>
          <a:prstGeom prst="rect">
            <a:avLst/>
          </a:prstGeom>
        </p:spPr>
      </p:pic>
      <p:sp>
        <p:nvSpPr>
          <p:cNvPr id="90" name="line_089">
            <a:extLst>
              <a:ext uri="{FF2B5EF4-FFF2-40B4-BE49-F238E27FC236}">
                <ns2:creationId id="{5D7C6E5E-3671-40A4-B74F-5BCD8C3C613D}"/>
              </a:ext>
            </a:extLst>
          </p:cNvPr>
          <p:cNvSpPr>
            <a:spLocks noGrp="1"/>
          </p:cNvSpPr>
          <p:nvPr/>
        </p:nvSpPr>
        <p:spPr>
          <a:xfrm>
            <a:off x="9601200" y="1476375"/>
            <a:ext cx="95" cy="895350"/>
          </a:xfrm>
          <a:custGeom>
            <a:pathLst>
              <a:path w="95" h="895350">
                <a:moveTo>
                  <a:pt x="0" y="0"/>
                </a:moveTo>
                <a:lnTo>
                  <a:pt x="0" y="895350"/>
                </a:lnTo>
              </a:path>
            </a:pathLst>
          </a:custGeom>
          <a:noFill/>
          <a:ln w="9525">
            <a:solidFill>
              <a:srgbClr val="263238"/>
            </a:solidFill>
            <a:prstDash val="dash"/>
          </a:ln>
        </p:spPr>
      </p:sp>
      <p:sp>
        <p:nvSpPr>
          <p:cNvPr id="91" name="rect_090">
            <a:extLst>
              <a:ext uri="{FF2B5EF4-FFF2-40B4-BE49-F238E27FC236}">
                <ns2:creationId id="{8B089603-0D5B-4EF0-B478-0EFE062FA698}"/>
              </a:ext>
            </a:extLst>
          </p:cNvPr>
          <p:cNvSpPr>
            <a:spLocks noGrp="1"/>
          </p:cNvSpPr>
          <p:nvPr/>
        </p:nvSpPr>
        <p:spPr>
          <a:xfrm>
            <a:off x="7715250" y="1476375"/>
            <a:ext cx="3771900" cy="895350"/>
          </a:xfrm>
          <a:prstGeom prst="rect">
            <a:avLst/>
          </a:prstGeom>
          <a:noFill/>
          <a:ln w="6668">
            <a:solidFill>
              <a:srgbClr val="7B8790"/>
            </a:solidFill>
            <a:prstDash val="solid"/>
          </a:ln>
        </p:spPr>
      </p:sp>
      <p:sp>
        <p:nvSpPr>
          <p:cNvPr id="92" name="text_091">
            <a:extLst>
              <a:ext uri="{FF2B5EF4-FFF2-40B4-BE49-F238E27FC236}">
                <ns2:creationId id="{8971DD02-10A7-4DB1-B16F-3511FBD61D8E}"/>
              </a:ext>
            </a:extLst>
          </p:cNvPr>
          <p:cNvSpPr>
            <a:spLocks noGrp="1"/>
          </p:cNvSpPr>
          <p:nvPr/>
        </p:nvSpPr>
        <p:spPr>
          <a:xfrm>
            <a:off x="7343775" y="2276475"/>
            <a:ext cx="314325" cy="200025"/>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0.23</a:t>
            </a:r>
          </a:p>
        </p:txBody>
      </p:sp>
      <p:sp>
        <p:nvSpPr>
          <p:cNvPr id="93" name="text_092">
            <a:extLst>
              <a:ext uri="{FF2B5EF4-FFF2-40B4-BE49-F238E27FC236}">
                <ns2:creationId id="{CCF61F4F-24D9-4FBD-B050-F51941257B84}"/>
              </a:ext>
            </a:extLst>
          </p:cNvPr>
          <p:cNvSpPr>
            <a:spLocks noGrp="1"/>
          </p:cNvSpPr>
          <p:nvPr/>
        </p:nvSpPr>
        <p:spPr>
          <a:xfrm>
            <a:off x="7343775" y="1381125"/>
            <a:ext cx="314325" cy="200025"/>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0.86</a:t>
            </a:r>
          </a:p>
        </p:txBody>
      </p:sp>
      <p:sp>
        <p:nvSpPr>
          <p:cNvPr id="94" name="text_093">
            <a:extLst>
              <a:ext uri="{FF2B5EF4-FFF2-40B4-BE49-F238E27FC236}">
                <ns2:creationId id="{A91FF0F8-E2C7-47D8-BF18-B9621B5682D1}"/>
              </a:ext>
            </a:extLst>
          </p:cNvPr>
          <p:cNvSpPr>
            <a:spLocks noGrp="1"/>
          </p:cNvSpPr>
          <p:nvPr/>
        </p:nvSpPr>
        <p:spPr>
          <a:xfrm>
            <a:off x="7696200" y="2400300"/>
            <a:ext cx="381000" cy="20955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135</a:t>
            </a:r>
          </a:p>
        </p:txBody>
      </p:sp>
      <p:sp>
        <p:nvSpPr>
          <p:cNvPr id="95" name="text_094">
            <a:extLst>
              <a:ext uri="{FF2B5EF4-FFF2-40B4-BE49-F238E27FC236}">
                <ns2:creationId id="{5840AC1A-582E-4062-8A22-DCA1FF5E6BAE}"/>
              </a:ext>
            </a:extLst>
          </p:cNvPr>
          <p:cNvSpPr>
            <a:spLocks noGrp="1"/>
          </p:cNvSpPr>
          <p:nvPr/>
        </p:nvSpPr>
        <p:spPr>
          <a:xfrm>
            <a:off x="11125200" y="2400300"/>
            <a:ext cx="381000" cy="20955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145</a:t>
            </a:r>
          </a:p>
        </p:txBody>
      </p:sp>
      <p:sp>
        <p:nvSpPr>
          <p:cNvPr id="96" name="path_095">
            <a:extLst>
              <a:ext uri="{FF2B5EF4-FFF2-40B4-BE49-F238E27FC236}">
                <ns2:creationId id="{B632B7C6-AF60-4DA6-9B2D-08C00357D3C7}"/>
              </a:ext>
            </a:extLst>
          </p:cNvPr>
          <p:cNvSpPr>
            <a:spLocks noGrp="1"/>
          </p:cNvSpPr>
          <p:nvPr/>
        </p:nvSpPr>
        <p:spPr>
          <a:xfrm>
            <a:off x="7886700" y="2142998"/>
            <a:ext cx="3429000" cy="157973"/>
          </a:xfrm>
          <a:custGeom>
            <a:pathLst>
              <a:path w="3429000" h="157973">
                <a:moveTo>
                  <a:pt x="0" y="155373"/>
                </a:moveTo>
                <a:lnTo>
                  <a:pt x="342900" y="6480"/>
                </a:lnTo>
                <a:lnTo>
                  <a:pt x="685800" y="98287"/>
                </a:lnTo>
                <a:lnTo>
                  <a:pt x="1028700" y="157973"/>
                </a:lnTo>
                <a:lnTo>
                  <a:pt x="1371600" y="155029"/>
                </a:lnTo>
                <a:lnTo>
                  <a:pt x="1714500" y="154996"/>
                </a:lnTo>
                <a:lnTo>
                  <a:pt x="2057400" y="155534"/>
                </a:lnTo>
                <a:lnTo>
                  <a:pt x="2400300" y="742"/>
                </a:lnTo>
                <a:lnTo>
                  <a:pt x="2743200" y="155233"/>
                </a:lnTo>
                <a:lnTo>
                  <a:pt x="3086100" y="0"/>
                </a:lnTo>
                <a:lnTo>
                  <a:pt x="3429000" y="1494"/>
                </a:lnTo>
              </a:path>
            </a:pathLst>
          </a:custGeom>
          <a:noFill/>
          <a:ln w="38100">
            <a:solidFill>
              <a:srgbClr val="FFFFFF"/>
            </a:solidFill>
            <a:prstDash val="solid"/>
          </a:ln>
        </p:spPr>
      </p:sp>
      <p:sp>
        <p:nvSpPr>
          <p:cNvPr id="97" name="tangaroa_R_track_432_trace">
            <a:extLst>
              <a:ext uri="{FF2B5EF4-FFF2-40B4-BE49-F238E27FC236}">
                <ns2:creationId id="{5569838C-67D1-4F8F-B642-99C669724205}"/>
              </a:ext>
            </a:extLst>
          </p:cNvPr>
          <p:cNvSpPr>
            <a:spLocks noGrp="1"/>
          </p:cNvSpPr>
          <p:nvPr/>
        </p:nvSpPr>
        <p:spPr>
          <a:xfrm>
            <a:off x="7886700" y="2142998"/>
            <a:ext cx="3429000" cy="157973"/>
          </a:xfrm>
          <a:custGeom>
            <a:pathLst>
              <a:path w="3429000" h="157973">
                <a:moveTo>
                  <a:pt x="0" y="155373"/>
                </a:moveTo>
                <a:lnTo>
                  <a:pt x="342900" y="6480"/>
                </a:lnTo>
                <a:lnTo>
                  <a:pt x="685800" y="98287"/>
                </a:lnTo>
                <a:lnTo>
                  <a:pt x="1028700" y="157973"/>
                </a:lnTo>
                <a:lnTo>
                  <a:pt x="1371600" y="155029"/>
                </a:lnTo>
                <a:lnTo>
                  <a:pt x="1714500" y="154996"/>
                </a:lnTo>
                <a:lnTo>
                  <a:pt x="2057400" y="155534"/>
                </a:lnTo>
                <a:lnTo>
                  <a:pt x="2400300" y="742"/>
                </a:lnTo>
                <a:lnTo>
                  <a:pt x="2743200" y="155233"/>
                </a:lnTo>
                <a:lnTo>
                  <a:pt x="3086100" y="0"/>
                </a:lnTo>
                <a:lnTo>
                  <a:pt x="3429000" y="1494"/>
                </a:lnTo>
              </a:path>
            </a:pathLst>
          </a:custGeom>
          <a:noFill/>
          <a:ln w="17145">
            <a:solidFill>
              <a:srgbClr val="0072B2"/>
            </a:solidFill>
            <a:prstDash val="solid"/>
          </a:ln>
        </p:spPr>
      </p:sp>
      <p:sp>
        <p:nvSpPr>
          <p:cNvPr id="98" name="tangaroa_R_true_reference_432">
            <a:extLst>
              <a:ext uri="{FF2B5EF4-FFF2-40B4-BE49-F238E27FC236}">
                <ns2:creationId id="{998523A5-FB5F-4279-AC8B-F8B9B0EAABDB}"/>
              </a:ext>
            </a:extLst>
          </p:cNvPr>
          <p:cNvSpPr>
            <a:spLocks noGrp="1"/>
          </p:cNvSpPr>
          <p:nvPr/>
        </p:nvSpPr>
        <p:spPr>
          <a:xfrm>
            <a:off x="7886700" y="2128854"/>
            <a:ext cx="3429000" cy="157170"/>
          </a:xfrm>
          <a:custGeom>
            <a:pathLst>
              <a:path w="3429000" h="157170">
                <a:moveTo>
                  <a:pt x="0" y="157170"/>
                </a:moveTo>
                <a:lnTo>
                  <a:pt x="342900" y="0"/>
                </a:lnTo>
                <a:lnTo>
                  <a:pt x="685800" y="93350"/>
                </a:lnTo>
                <a:lnTo>
                  <a:pt x="1028700" y="154973"/>
                </a:lnTo>
                <a:lnTo>
                  <a:pt x="1371600" y="154825"/>
                </a:lnTo>
                <a:lnTo>
                  <a:pt x="1714500" y="154825"/>
                </a:lnTo>
                <a:lnTo>
                  <a:pt x="2057400" y="154825"/>
                </a:lnTo>
                <a:lnTo>
                  <a:pt x="2400300" y="0"/>
                </a:lnTo>
                <a:lnTo>
                  <a:pt x="2743200" y="155508"/>
                </a:lnTo>
                <a:lnTo>
                  <a:pt x="3086100" y="0"/>
                </a:lnTo>
                <a:lnTo>
                  <a:pt x="3429000" y="0"/>
                </a:lnTo>
              </a:path>
            </a:pathLst>
          </a:custGeom>
          <a:noFill/>
          <a:ln w="9525">
            <a:solidFill>
              <a:srgbClr val="0072B2"/>
            </a:solidFill>
            <a:prstDash val="dash"/>
          </a:ln>
        </p:spPr>
      </p:sp>
      <p:sp>
        <p:nvSpPr>
          <p:cNvPr id="99" name="tangaroa_R_432_exact_anchor">
            <a:extLst>
              <a:ext uri="{FF2B5EF4-FFF2-40B4-BE49-F238E27FC236}">
                <ns2:creationId id="{0CE4C2B4-ADD2-408F-AA96-8876D06B2419}"/>
              </a:ext>
            </a:extLst>
          </p:cNvPr>
          <p:cNvSpPr>
            <a:spLocks noGrp="1"/>
          </p:cNvSpPr>
          <p:nvPr/>
        </p:nvSpPr>
        <p:spPr>
          <a:xfrm>
            <a:off x="9563100" y="2259894"/>
            <a:ext cx="76200" cy="76200"/>
          </a:xfrm>
          <a:prstGeom prst="ellipse">
            <a:avLst/>
          </a:prstGeom>
          <a:solidFill>
            <a:srgbClr val="FFFFFF"/>
          </a:solidFill>
          <a:ln w="17145">
            <a:solidFill>
              <a:srgbClr val="0072B2"/>
            </a:solidFill>
            <a:prstDash val="solid"/>
          </a:ln>
        </p:spPr>
      </p:sp>
      <p:sp>
        <p:nvSpPr>
          <p:cNvPr id="100" name="line_099">
            <a:extLst>
              <a:ext uri="{FF2B5EF4-FFF2-40B4-BE49-F238E27FC236}">
                <ns2:creationId id="{14FA1B31-83FC-409D-85D5-D9310AA64C76}"/>
              </a:ext>
            </a:extLst>
          </p:cNvPr>
          <p:cNvSpPr>
            <a:spLocks noGrp="1"/>
          </p:cNvSpPr>
          <p:nvPr/>
        </p:nvSpPr>
        <p:spPr>
          <a:xfrm>
            <a:off x="9601200" y="1619250"/>
            <a:ext cx="1943100" cy="678744"/>
          </a:xfrm>
          <a:custGeom>
            <a:pathLst>
              <a:path w="1943100" h="678744">
                <a:moveTo>
                  <a:pt x="0" y="678744"/>
                </a:moveTo>
                <a:lnTo>
                  <a:pt x="1943100" y="0"/>
                </a:lnTo>
              </a:path>
            </a:pathLst>
          </a:custGeom>
          <a:noFill/>
          <a:ln w="7620">
            <a:solidFill>
              <a:srgbClr val="0072B2"/>
            </a:solidFill>
            <a:prstDash val="solid"/>
          </a:ln>
        </p:spPr>
      </p:sp>
      <p:sp>
        <p:nvSpPr>
          <p:cNvPr id="101" name="text_100">
            <a:extLst>
              <a:ext uri="{FF2B5EF4-FFF2-40B4-BE49-F238E27FC236}">
                <ns2:creationId id="{01C0B0BE-75B6-4DE4-9453-083548895463}"/>
              </a:ext>
            </a:extLst>
          </p:cNvPr>
          <p:cNvSpPr>
            <a:spLocks noGrp="1"/>
          </p:cNvSpPr>
          <p:nvPr/>
        </p:nvSpPr>
        <p:spPr>
          <a:xfrm>
            <a:off x="11572875" y="1524000"/>
            <a:ext cx="266700" cy="209550"/>
          </a:xfrm>
          <a:prstGeom prst="rect">
            <a:avLst/>
          </a:prstGeom>
          <a:noFill/>
          <a:ln w="0">
            <a:noFill/>
            <a:prstDash val="solid"/>
          </a:ln>
        </p:spPr>
        <p:txBody>
          <a:bodyPr wrap="none" lIns="0" tIns="0" rIns="0" bIns="0" anchor="t">
            <a:noAutofit/>
          </a:bodyPr>
          <a:lstStyle>
            <a:defPPr algn="l">
              <a:defRPr sz="1275" b="1">
                <a:solidFill>
                  <a:srgbClr val="0072B2"/>
                </a:solidFill>
                <a:latin typeface="Arial"/>
                <a:ea typeface="Arial"/>
                <a:cs typeface="Arial"/>
              </a:defRPr>
            </a:defPPr>
            <a:lvl1pPr algn="l">
              <a:defRPr sz="1275" b="1">
                <a:solidFill>
                  <a:srgbClr val="0072B2"/>
                </a:solidFill>
                <a:latin typeface="Arial"/>
                <a:ea typeface="Arial"/>
                <a:cs typeface="Arial"/>
              </a:defRPr>
            </a:lvl1pPr>
            <a:lvl2pPr algn="l">
              <a:defRPr sz="1275" b="1">
                <a:solidFill>
                  <a:srgbClr val="0072B2"/>
                </a:solidFill>
                <a:latin typeface="Arial"/>
                <a:ea typeface="Arial"/>
                <a:cs typeface="Arial"/>
              </a:defRPr>
            </a:lvl2pPr>
            <a:lvl3pPr algn="l">
              <a:defRPr sz="1275" b="1">
                <a:solidFill>
                  <a:srgbClr val="0072B2"/>
                </a:solidFill>
                <a:latin typeface="Arial"/>
                <a:ea typeface="Arial"/>
                <a:cs typeface="Arial"/>
              </a:defRPr>
            </a:lvl3pPr>
            <a:lvl4pPr algn="l">
              <a:defRPr sz="1275" b="1">
                <a:solidFill>
                  <a:srgbClr val="0072B2"/>
                </a:solidFill>
                <a:latin typeface="Arial"/>
                <a:ea typeface="Arial"/>
                <a:cs typeface="Arial"/>
              </a:defRPr>
            </a:lvl4pPr>
            <a:lvl5pPr algn="l">
              <a:defRPr sz="1275" b="1">
                <a:solidFill>
                  <a:srgbClr val="0072B2"/>
                </a:solidFill>
                <a:latin typeface="Arial"/>
                <a:ea typeface="Arial"/>
                <a:cs typeface="Arial"/>
              </a:defRPr>
            </a:lvl5pPr>
            <a:lvl6pPr algn="l">
              <a:defRPr sz="1275" b="1">
                <a:solidFill>
                  <a:srgbClr val="0072B2"/>
                </a:solidFill>
                <a:latin typeface="Arial"/>
                <a:ea typeface="Arial"/>
                <a:cs typeface="Arial"/>
              </a:defRPr>
            </a:lvl6pPr>
            <a:lvl7pPr algn="l">
              <a:defRPr sz="1275" b="1">
                <a:solidFill>
                  <a:srgbClr val="0072B2"/>
                </a:solidFill>
                <a:latin typeface="Arial"/>
                <a:ea typeface="Arial"/>
                <a:cs typeface="Arial"/>
              </a:defRPr>
            </a:lvl7pPr>
            <a:lvl8pPr algn="l">
              <a:defRPr sz="1275" b="1">
                <a:solidFill>
                  <a:srgbClr val="0072B2"/>
                </a:solidFill>
                <a:latin typeface="Arial"/>
                <a:ea typeface="Arial"/>
                <a:cs typeface="Arial"/>
              </a:defRPr>
            </a:lvl8pPr>
            <a:lvl9pPr algn="l">
              <a:defRPr sz="1275" b="1">
                <a:solidFill>
                  <a:srgbClr val="0072B2"/>
                </a:solidFill>
                <a:latin typeface="Arial"/>
                <a:ea typeface="Arial"/>
                <a:cs typeface="Arial"/>
              </a:defRPr>
            </a:lvl9pPr>
          </a:lstStyle>
          <a:p>
            <a:pPr algn="l">
              <a:defRPr sz="1275" b="1">
                <a:solidFill>
                  <a:srgbClr val="0072B2"/>
                </a:solidFill>
                <a:latin typeface="Arial"/>
                <a:ea typeface="Arial"/>
                <a:cs typeface="Arial"/>
              </a:defRPr>
            </a:pPr>
            <a:r>
              <a:rPr sz="1275" b="1">
                <a:solidFill>
                  <a:srgbClr val="0072B2"/>
                </a:solidFill>
                <a:latin typeface="Arial"/>
                <a:ea typeface="Arial"/>
                <a:cs typeface="Arial"/>
              </a:rPr>
              <a:t>A</a:t>
            </a:r>
          </a:p>
        </p:txBody>
      </p:sp>
      <p:sp>
        <p:nvSpPr>
          <p:cNvPr id="102" name="path_101">
            <a:extLst>
              <a:ext uri="{FF2B5EF4-FFF2-40B4-BE49-F238E27FC236}">
                <ns2:creationId id="{98CA9818-6C16-4453-832B-089A64742E4D}"/>
              </a:ext>
            </a:extLst>
          </p:cNvPr>
          <p:cNvSpPr>
            <a:spLocks noGrp="1"/>
          </p:cNvSpPr>
          <p:nvPr/>
        </p:nvSpPr>
        <p:spPr>
          <a:xfrm>
            <a:off x="7886700" y="1546816"/>
            <a:ext cx="2057400" cy="55882"/>
          </a:xfrm>
          <a:custGeom>
            <a:pathLst>
              <a:path w="2057400" h="55882">
                <a:moveTo>
                  <a:pt x="0" y="31380"/>
                </a:moveTo>
                <a:lnTo>
                  <a:pt x="342900" y="33078"/>
                </a:lnTo>
                <a:lnTo>
                  <a:pt x="685800" y="26501"/>
                </a:lnTo>
                <a:lnTo>
                  <a:pt x="1028700" y="53303"/>
                </a:lnTo>
                <a:lnTo>
                  <a:pt x="1371600" y="55882"/>
                </a:lnTo>
                <a:lnTo>
                  <a:pt x="1714500" y="0"/>
                </a:lnTo>
                <a:lnTo>
                  <a:pt x="2057400" y="45361"/>
                </a:lnTo>
              </a:path>
            </a:pathLst>
          </a:custGeom>
          <a:noFill/>
          <a:ln w="38100">
            <a:solidFill>
              <a:srgbClr val="FFFFFF"/>
            </a:solidFill>
            <a:prstDash val="solid"/>
          </a:ln>
        </p:spPr>
      </p:sp>
      <p:sp>
        <p:nvSpPr>
          <p:cNvPr id="103" name="tangaroa_R_track_462_trace">
            <a:extLst>
              <a:ext uri="{FF2B5EF4-FFF2-40B4-BE49-F238E27FC236}">
                <ns2:creationId id="{5F8E9FE9-729E-4FA5-92B6-7294E6B67C5F}"/>
              </a:ext>
            </a:extLst>
          </p:cNvPr>
          <p:cNvSpPr>
            <a:spLocks noGrp="1"/>
          </p:cNvSpPr>
          <p:nvPr/>
        </p:nvSpPr>
        <p:spPr>
          <a:xfrm>
            <a:off x="7886700" y="1546816"/>
            <a:ext cx="2057400" cy="55882"/>
          </a:xfrm>
          <a:custGeom>
            <a:pathLst>
              <a:path w="2057400" h="55882">
                <a:moveTo>
                  <a:pt x="0" y="31380"/>
                </a:moveTo>
                <a:lnTo>
                  <a:pt x="342900" y="33078"/>
                </a:lnTo>
                <a:lnTo>
                  <a:pt x="685800" y="26501"/>
                </a:lnTo>
                <a:lnTo>
                  <a:pt x="1028700" y="53303"/>
                </a:lnTo>
                <a:lnTo>
                  <a:pt x="1371600" y="55882"/>
                </a:lnTo>
                <a:lnTo>
                  <a:pt x="1714500" y="0"/>
                </a:lnTo>
                <a:lnTo>
                  <a:pt x="2057400" y="45361"/>
                </a:lnTo>
              </a:path>
            </a:pathLst>
          </a:custGeom>
          <a:noFill/>
          <a:ln w="17145">
            <a:solidFill>
              <a:srgbClr val="D55E00"/>
            </a:solidFill>
            <a:prstDash val="solid"/>
          </a:ln>
        </p:spPr>
      </p:sp>
      <p:sp>
        <p:nvSpPr>
          <p:cNvPr id="104" name="tangaroa_R_true_reference_462">
            <a:extLst>
              <a:ext uri="{FF2B5EF4-FFF2-40B4-BE49-F238E27FC236}">
                <ns2:creationId id="{AD9702D7-CA2B-408A-A6F7-ACB0066A513E}"/>
              </a:ext>
            </a:extLst>
          </p:cNvPr>
          <p:cNvSpPr>
            <a:spLocks noGrp="1"/>
          </p:cNvSpPr>
          <p:nvPr/>
        </p:nvSpPr>
        <p:spPr>
          <a:xfrm>
            <a:off x="7886700" y="1561126"/>
            <a:ext cx="2057400" cy="57289"/>
          </a:xfrm>
          <a:custGeom>
            <a:pathLst>
              <a:path w="2057400" h="57289">
                <a:moveTo>
                  <a:pt x="0" y="40760"/>
                </a:moveTo>
                <a:lnTo>
                  <a:pt x="342900" y="39394"/>
                </a:lnTo>
                <a:lnTo>
                  <a:pt x="685800" y="31275"/>
                </a:lnTo>
                <a:lnTo>
                  <a:pt x="1028700" y="57289"/>
                </a:lnTo>
                <a:lnTo>
                  <a:pt x="1371600" y="55923"/>
                </a:lnTo>
                <a:lnTo>
                  <a:pt x="1714500" y="0"/>
                </a:lnTo>
                <a:lnTo>
                  <a:pt x="2057400" y="45903"/>
                </a:lnTo>
              </a:path>
            </a:pathLst>
          </a:custGeom>
          <a:noFill/>
          <a:ln w="9525">
            <a:solidFill>
              <a:srgbClr val="D55E00"/>
            </a:solidFill>
            <a:prstDash val="dash"/>
          </a:ln>
        </p:spPr>
      </p:sp>
      <p:sp>
        <p:nvSpPr>
          <p:cNvPr id="105" name="tangaroa_R_462_exact_anchor">
            <a:extLst>
              <a:ext uri="{FF2B5EF4-FFF2-40B4-BE49-F238E27FC236}">
                <ns2:creationId id="{ADEFD815-01A5-4CF1-9BB7-E095C042488C}"/>
              </a:ext>
            </a:extLst>
          </p:cNvPr>
          <p:cNvSpPr>
            <a:spLocks noGrp="1"/>
          </p:cNvSpPr>
          <p:nvPr/>
        </p:nvSpPr>
        <p:spPr>
          <a:xfrm>
            <a:off x="9563100" y="1508716"/>
            <a:ext cx="76200" cy="76200"/>
          </a:xfrm>
          <a:prstGeom prst="ellipse">
            <a:avLst/>
          </a:prstGeom>
          <a:solidFill>
            <a:srgbClr val="FFFFFF"/>
          </a:solidFill>
          <a:ln w="17145">
            <a:solidFill>
              <a:srgbClr val="D55E00"/>
            </a:solidFill>
            <a:prstDash val="solid"/>
          </a:ln>
        </p:spPr>
      </p:sp>
      <p:sp>
        <p:nvSpPr>
          <p:cNvPr id="106" name="line_105">
            <a:extLst>
              <a:ext uri="{FF2B5EF4-FFF2-40B4-BE49-F238E27FC236}">
                <ns2:creationId id="{5F870E91-6FCE-4BEC-9536-016E1594817D}"/>
              </a:ext>
            </a:extLst>
          </p:cNvPr>
          <p:cNvSpPr>
            <a:spLocks noGrp="1"/>
          </p:cNvSpPr>
          <p:nvPr/>
        </p:nvSpPr>
        <p:spPr>
          <a:xfrm>
            <a:off x="9601200" y="1546816"/>
            <a:ext cx="1943100" cy="307384"/>
          </a:xfrm>
          <a:custGeom>
            <a:pathLst>
              <a:path w="1943100" h="307384">
                <a:moveTo>
                  <a:pt x="0" y="0"/>
                </a:moveTo>
                <a:lnTo>
                  <a:pt x="1943100" y="307384"/>
                </a:lnTo>
              </a:path>
            </a:pathLst>
          </a:custGeom>
          <a:noFill/>
          <a:ln w="7620">
            <a:solidFill>
              <a:srgbClr val="D55E00"/>
            </a:solidFill>
            <a:prstDash val="solid"/>
          </a:ln>
        </p:spPr>
      </p:sp>
      <p:sp>
        <p:nvSpPr>
          <p:cNvPr id="107" name="text_106">
            <a:extLst>
              <a:ext uri="{FF2B5EF4-FFF2-40B4-BE49-F238E27FC236}">
                <ns2:creationId id="{FDD40E62-DC9B-4D0C-84ED-8A587B127EAD}"/>
              </a:ext>
            </a:extLst>
          </p:cNvPr>
          <p:cNvSpPr>
            <a:spLocks noGrp="1"/>
          </p:cNvSpPr>
          <p:nvPr/>
        </p:nvSpPr>
        <p:spPr>
          <a:xfrm>
            <a:off x="11572875" y="1758950"/>
            <a:ext cx="266700" cy="209550"/>
          </a:xfrm>
          <a:prstGeom prst="rect">
            <a:avLst/>
          </a:prstGeom>
          <a:noFill/>
          <a:ln w="0">
            <a:noFill/>
            <a:prstDash val="solid"/>
          </a:ln>
        </p:spPr>
        <p:txBody>
          <a:bodyPr wrap="none" lIns="0" tIns="0" rIns="0" bIns="0" anchor="t">
            <a:noAutofit/>
          </a:bodyPr>
          <a:lstStyle>
            <a:defPPr algn="l">
              <a:defRPr sz="1275" b="1">
                <a:solidFill>
                  <a:srgbClr val="D55E00"/>
                </a:solidFill>
                <a:latin typeface="Arial"/>
                <a:ea typeface="Arial"/>
                <a:cs typeface="Arial"/>
              </a:defRPr>
            </a:defPPr>
            <a:lvl1pPr algn="l">
              <a:defRPr sz="1275" b="1">
                <a:solidFill>
                  <a:srgbClr val="D55E00"/>
                </a:solidFill>
                <a:latin typeface="Arial"/>
                <a:ea typeface="Arial"/>
                <a:cs typeface="Arial"/>
              </a:defRPr>
            </a:lvl1pPr>
            <a:lvl2pPr algn="l">
              <a:defRPr sz="1275" b="1">
                <a:solidFill>
                  <a:srgbClr val="D55E00"/>
                </a:solidFill>
                <a:latin typeface="Arial"/>
                <a:ea typeface="Arial"/>
                <a:cs typeface="Arial"/>
              </a:defRPr>
            </a:lvl2pPr>
            <a:lvl3pPr algn="l">
              <a:defRPr sz="1275" b="1">
                <a:solidFill>
                  <a:srgbClr val="D55E00"/>
                </a:solidFill>
                <a:latin typeface="Arial"/>
                <a:ea typeface="Arial"/>
                <a:cs typeface="Arial"/>
              </a:defRPr>
            </a:lvl3pPr>
            <a:lvl4pPr algn="l">
              <a:defRPr sz="1275" b="1">
                <a:solidFill>
                  <a:srgbClr val="D55E00"/>
                </a:solidFill>
                <a:latin typeface="Arial"/>
                <a:ea typeface="Arial"/>
                <a:cs typeface="Arial"/>
              </a:defRPr>
            </a:lvl4pPr>
            <a:lvl5pPr algn="l">
              <a:defRPr sz="1275" b="1">
                <a:solidFill>
                  <a:srgbClr val="D55E00"/>
                </a:solidFill>
                <a:latin typeface="Arial"/>
                <a:ea typeface="Arial"/>
                <a:cs typeface="Arial"/>
              </a:defRPr>
            </a:lvl5pPr>
            <a:lvl6pPr algn="l">
              <a:defRPr sz="1275" b="1">
                <a:solidFill>
                  <a:srgbClr val="D55E00"/>
                </a:solidFill>
                <a:latin typeface="Arial"/>
                <a:ea typeface="Arial"/>
                <a:cs typeface="Arial"/>
              </a:defRPr>
            </a:lvl6pPr>
            <a:lvl7pPr algn="l">
              <a:defRPr sz="1275" b="1">
                <a:solidFill>
                  <a:srgbClr val="D55E00"/>
                </a:solidFill>
                <a:latin typeface="Arial"/>
                <a:ea typeface="Arial"/>
                <a:cs typeface="Arial"/>
              </a:defRPr>
            </a:lvl7pPr>
            <a:lvl8pPr algn="l">
              <a:defRPr sz="1275" b="1">
                <a:solidFill>
                  <a:srgbClr val="D55E00"/>
                </a:solidFill>
                <a:latin typeface="Arial"/>
                <a:ea typeface="Arial"/>
                <a:cs typeface="Arial"/>
              </a:defRPr>
            </a:lvl8pPr>
            <a:lvl9pPr algn="l">
              <a:defRPr sz="1275" b="1">
                <a:solidFill>
                  <a:srgbClr val="D55E00"/>
                </a:solidFill>
                <a:latin typeface="Arial"/>
                <a:ea typeface="Arial"/>
                <a:cs typeface="Arial"/>
              </a:defRPr>
            </a:lvl9pPr>
          </a:lstStyle>
          <a:p>
            <a:pPr algn="l">
              <a:defRPr sz="1275" b="1">
                <a:solidFill>
                  <a:srgbClr val="D55E00"/>
                </a:solidFill>
                <a:latin typeface="Arial"/>
                <a:ea typeface="Arial"/>
                <a:cs typeface="Arial"/>
              </a:defRPr>
            </a:pPr>
            <a:r>
              <a:rPr sz="1275" b="1">
                <a:solidFill>
                  <a:srgbClr val="D55E00"/>
                </a:solidFill>
                <a:latin typeface="Arial"/>
                <a:ea typeface="Arial"/>
                <a:cs typeface="Arial"/>
              </a:rPr>
              <a:t>B</a:t>
            </a:r>
          </a:p>
        </p:txBody>
      </p:sp>
      <p:sp>
        <p:nvSpPr>
          <p:cNvPr id="108" name="path_107">
            <a:extLst>
              <a:ext uri="{FF2B5EF4-FFF2-40B4-BE49-F238E27FC236}">
                <ns2:creationId id="{8081C5B6-A520-488F-91F6-9254BA45A3A5}"/>
              </a:ext>
            </a:extLst>
          </p:cNvPr>
          <p:cNvSpPr>
            <a:spLocks noGrp="1"/>
          </p:cNvSpPr>
          <p:nvPr/>
        </p:nvSpPr>
        <p:spPr>
          <a:xfrm>
            <a:off x="7886700" y="1874669"/>
            <a:ext cx="3429000" cy="60320"/>
          </a:xfrm>
          <a:custGeom>
            <a:pathLst>
              <a:path w="3429000" h="60320">
                <a:moveTo>
                  <a:pt x="0" y="47521"/>
                </a:moveTo>
                <a:lnTo>
                  <a:pt x="342900" y="45382"/>
                </a:lnTo>
                <a:lnTo>
                  <a:pt x="685800" y="46919"/>
                </a:lnTo>
                <a:lnTo>
                  <a:pt x="1028700" y="40966"/>
                </a:lnTo>
                <a:lnTo>
                  <a:pt x="1371600" y="60320"/>
                </a:lnTo>
                <a:lnTo>
                  <a:pt x="1714500" y="52314"/>
                </a:lnTo>
                <a:lnTo>
                  <a:pt x="2057400" y="51089"/>
                </a:lnTo>
                <a:lnTo>
                  <a:pt x="2400300" y="41793"/>
                </a:lnTo>
                <a:lnTo>
                  <a:pt x="2743200" y="0"/>
                </a:lnTo>
                <a:lnTo>
                  <a:pt x="3086100" y="14099"/>
                </a:lnTo>
                <a:lnTo>
                  <a:pt x="3429000" y="34690"/>
                </a:lnTo>
              </a:path>
            </a:pathLst>
          </a:custGeom>
          <a:noFill/>
          <a:ln w="38100">
            <a:solidFill>
              <a:srgbClr val="FFFFFF"/>
            </a:solidFill>
            <a:prstDash val="solid"/>
          </a:ln>
        </p:spPr>
      </p:sp>
      <p:sp>
        <p:nvSpPr>
          <p:cNvPr id="109" name="tangaroa_R_track_388_trace">
            <a:extLst>
              <a:ext uri="{FF2B5EF4-FFF2-40B4-BE49-F238E27FC236}">
                <ns2:creationId id="{42BCE030-FAF9-44B4-B085-E445B64EF52B}"/>
              </a:ext>
            </a:extLst>
          </p:cNvPr>
          <p:cNvSpPr>
            <a:spLocks noGrp="1"/>
          </p:cNvSpPr>
          <p:nvPr/>
        </p:nvSpPr>
        <p:spPr>
          <a:xfrm>
            <a:off x="7886700" y="1874669"/>
            <a:ext cx="3429000" cy="60320"/>
          </a:xfrm>
          <a:custGeom>
            <a:pathLst>
              <a:path w="3429000" h="60320">
                <a:moveTo>
                  <a:pt x="0" y="47521"/>
                </a:moveTo>
                <a:lnTo>
                  <a:pt x="342900" y="45382"/>
                </a:lnTo>
                <a:lnTo>
                  <a:pt x="685800" y="46919"/>
                </a:lnTo>
                <a:lnTo>
                  <a:pt x="1028700" y="40966"/>
                </a:lnTo>
                <a:lnTo>
                  <a:pt x="1371600" y="60320"/>
                </a:lnTo>
                <a:lnTo>
                  <a:pt x="1714500" y="52314"/>
                </a:lnTo>
                <a:lnTo>
                  <a:pt x="2057400" y="51089"/>
                </a:lnTo>
                <a:lnTo>
                  <a:pt x="2400300" y="41793"/>
                </a:lnTo>
                <a:lnTo>
                  <a:pt x="2743200" y="0"/>
                </a:lnTo>
                <a:lnTo>
                  <a:pt x="3086100" y="14099"/>
                </a:lnTo>
                <a:lnTo>
                  <a:pt x="3429000" y="34690"/>
                </a:lnTo>
              </a:path>
            </a:pathLst>
          </a:custGeom>
          <a:noFill/>
          <a:ln w="17145">
            <a:solidFill>
              <a:srgbClr val="009E73"/>
            </a:solidFill>
            <a:prstDash val="solid"/>
          </a:ln>
        </p:spPr>
      </p:sp>
      <p:sp>
        <p:nvSpPr>
          <p:cNvPr id="110" name="tangaroa_R_true_reference_388">
            <a:extLst>
              <a:ext uri="{FF2B5EF4-FFF2-40B4-BE49-F238E27FC236}">
                <ns2:creationId id="{BFF28304-8C69-4564-BA04-AC325BF31586}"/>
              </a:ext>
            </a:extLst>
          </p:cNvPr>
          <p:cNvSpPr>
            <a:spLocks noGrp="1"/>
          </p:cNvSpPr>
          <p:nvPr/>
        </p:nvSpPr>
        <p:spPr>
          <a:xfrm>
            <a:off x="7886700" y="1883558"/>
            <a:ext cx="3429000" cy="65782"/>
          </a:xfrm>
          <a:custGeom>
            <a:pathLst>
              <a:path w="3429000" h="65782">
                <a:moveTo>
                  <a:pt x="0" y="52424"/>
                </a:moveTo>
                <a:lnTo>
                  <a:pt x="342900" y="51741"/>
                </a:lnTo>
                <a:lnTo>
                  <a:pt x="685800" y="51058"/>
                </a:lnTo>
                <a:lnTo>
                  <a:pt x="1028700" y="50375"/>
                </a:lnTo>
                <a:lnTo>
                  <a:pt x="1371600" y="65782"/>
                </a:lnTo>
                <a:lnTo>
                  <a:pt x="1714500" y="57737"/>
                </a:lnTo>
                <a:lnTo>
                  <a:pt x="2057400" y="57054"/>
                </a:lnTo>
                <a:lnTo>
                  <a:pt x="2400300" y="47790"/>
                </a:lnTo>
                <a:lnTo>
                  <a:pt x="2743200" y="0"/>
                </a:lnTo>
                <a:lnTo>
                  <a:pt x="3086100" y="19353"/>
                </a:lnTo>
                <a:lnTo>
                  <a:pt x="3429000" y="41439"/>
                </a:lnTo>
              </a:path>
            </a:pathLst>
          </a:custGeom>
          <a:noFill/>
          <a:ln w="9525">
            <a:solidFill>
              <a:srgbClr val="009E73"/>
            </a:solidFill>
            <a:prstDash val="dash"/>
          </a:ln>
        </p:spPr>
      </p:sp>
      <p:sp>
        <p:nvSpPr>
          <p:cNvPr id="111" name="tangaroa_R_388_exact_anchor">
            <a:extLst>
              <a:ext uri="{FF2B5EF4-FFF2-40B4-BE49-F238E27FC236}">
                <ns2:creationId id="{8E495272-4FAD-430E-8258-1041E078C542}"/>
              </a:ext>
            </a:extLst>
          </p:cNvPr>
          <p:cNvSpPr>
            <a:spLocks noGrp="1"/>
          </p:cNvSpPr>
          <p:nvPr/>
        </p:nvSpPr>
        <p:spPr>
          <a:xfrm>
            <a:off x="9563100" y="1888883"/>
            <a:ext cx="76200" cy="76200"/>
          </a:xfrm>
          <a:prstGeom prst="ellipse">
            <a:avLst/>
          </a:prstGeom>
          <a:solidFill>
            <a:srgbClr val="FFFFFF"/>
          </a:solidFill>
          <a:ln w="17145">
            <a:solidFill>
              <a:srgbClr val="009E73"/>
            </a:solidFill>
            <a:prstDash val="solid"/>
          </a:ln>
        </p:spPr>
      </p:sp>
      <p:sp>
        <p:nvSpPr>
          <p:cNvPr id="112" name="line_111">
            <a:extLst>
              <a:ext uri="{FF2B5EF4-FFF2-40B4-BE49-F238E27FC236}">
                <ns2:creationId id="{D63552CF-215F-4F29-B809-C4BEE771DE64}"/>
              </a:ext>
            </a:extLst>
          </p:cNvPr>
          <p:cNvSpPr>
            <a:spLocks noGrp="1"/>
          </p:cNvSpPr>
          <p:nvPr/>
        </p:nvSpPr>
        <p:spPr>
          <a:xfrm>
            <a:off x="9601200" y="1926983"/>
            <a:ext cx="1943100" cy="162167"/>
          </a:xfrm>
          <a:custGeom>
            <a:pathLst>
              <a:path w="1943100" h="162167">
                <a:moveTo>
                  <a:pt x="0" y="0"/>
                </a:moveTo>
                <a:lnTo>
                  <a:pt x="1943100" y="162167"/>
                </a:lnTo>
              </a:path>
            </a:pathLst>
          </a:custGeom>
          <a:noFill/>
          <a:ln w="7620">
            <a:solidFill>
              <a:srgbClr val="009E73"/>
            </a:solidFill>
            <a:prstDash val="solid"/>
          </a:ln>
        </p:spPr>
      </p:sp>
      <p:sp>
        <p:nvSpPr>
          <p:cNvPr id="113" name="text_112">
            <a:extLst>
              <a:ext uri="{FF2B5EF4-FFF2-40B4-BE49-F238E27FC236}">
                <ns2:creationId id="{13E02EFE-CCFC-480C-8C19-D6BE60A06DD8}"/>
              </a:ext>
            </a:extLst>
          </p:cNvPr>
          <p:cNvSpPr>
            <a:spLocks noGrp="1"/>
          </p:cNvSpPr>
          <p:nvPr/>
        </p:nvSpPr>
        <p:spPr>
          <a:xfrm>
            <a:off x="11572875" y="1993900"/>
            <a:ext cx="266700" cy="209550"/>
          </a:xfrm>
          <a:prstGeom prst="rect">
            <a:avLst/>
          </a:prstGeom>
          <a:noFill/>
          <a:ln w="0">
            <a:noFill/>
            <a:prstDash val="solid"/>
          </a:ln>
        </p:spPr>
        <p:txBody>
          <a:bodyPr wrap="none" lIns="0" tIns="0" rIns="0" bIns="0" anchor="t">
            <a:noAutofit/>
          </a:bodyPr>
          <a:lstStyle>
            <a:defPPr algn="l">
              <a:defRPr sz="1275" b="1">
                <a:solidFill>
                  <a:srgbClr val="009E73"/>
                </a:solidFill>
                <a:latin typeface="Arial"/>
                <a:ea typeface="Arial"/>
                <a:cs typeface="Arial"/>
              </a:defRPr>
            </a:defPPr>
            <a:lvl1pPr algn="l">
              <a:defRPr sz="1275" b="1">
                <a:solidFill>
                  <a:srgbClr val="009E73"/>
                </a:solidFill>
                <a:latin typeface="Arial"/>
                <a:ea typeface="Arial"/>
                <a:cs typeface="Arial"/>
              </a:defRPr>
            </a:lvl1pPr>
            <a:lvl2pPr algn="l">
              <a:defRPr sz="1275" b="1">
                <a:solidFill>
                  <a:srgbClr val="009E73"/>
                </a:solidFill>
                <a:latin typeface="Arial"/>
                <a:ea typeface="Arial"/>
                <a:cs typeface="Arial"/>
              </a:defRPr>
            </a:lvl2pPr>
            <a:lvl3pPr algn="l">
              <a:defRPr sz="1275" b="1">
                <a:solidFill>
                  <a:srgbClr val="009E73"/>
                </a:solidFill>
                <a:latin typeface="Arial"/>
                <a:ea typeface="Arial"/>
                <a:cs typeface="Arial"/>
              </a:defRPr>
            </a:lvl3pPr>
            <a:lvl4pPr algn="l">
              <a:defRPr sz="1275" b="1">
                <a:solidFill>
                  <a:srgbClr val="009E73"/>
                </a:solidFill>
                <a:latin typeface="Arial"/>
                <a:ea typeface="Arial"/>
                <a:cs typeface="Arial"/>
              </a:defRPr>
            </a:lvl4pPr>
            <a:lvl5pPr algn="l">
              <a:defRPr sz="1275" b="1">
                <a:solidFill>
                  <a:srgbClr val="009E73"/>
                </a:solidFill>
                <a:latin typeface="Arial"/>
                <a:ea typeface="Arial"/>
                <a:cs typeface="Arial"/>
              </a:defRPr>
            </a:lvl5pPr>
            <a:lvl6pPr algn="l">
              <a:defRPr sz="1275" b="1">
                <a:solidFill>
                  <a:srgbClr val="009E73"/>
                </a:solidFill>
                <a:latin typeface="Arial"/>
                <a:ea typeface="Arial"/>
                <a:cs typeface="Arial"/>
              </a:defRPr>
            </a:lvl6pPr>
            <a:lvl7pPr algn="l">
              <a:defRPr sz="1275" b="1">
                <a:solidFill>
                  <a:srgbClr val="009E73"/>
                </a:solidFill>
                <a:latin typeface="Arial"/>
                <a:ea typeface="Arial"/>
                <a:cs typeface="Arial"/>
              </a:defRPr>
            </a:lvl7pPr>
            <a:lvl8pPr algn="l">
              <a:defRPr sz="1275" b="1">
                <a:solidFill>
                  <a:srgbClr val="009E73"/>
                </a:solidFill>
                <a:latin typeface="Arial"/>
                <a:ea typeface="Arial"/>
                <a:cs typeface="Arial"/>
              </a:defRPr>
            </a:lvl8pPr>
            <a:lvl9pPr algn="l">
              <a:defRPr sz="1275" b="1">
                <a:solidFill>
                  <a:srgbClr val="009E73"/>
                </a:solidFill>
                <a:latin typeface="Arial"/>
                <a:ea typeface="Arial"/>
                <a:cs typeface="Arial"/>
              </a:defRPr>
            </a:lvl9pPr>
          </a:lstStyle>
          <a:p>
            <a:pPr algn="l">
              <a:defRPr sz="1275" b="1">
                <a:solidFill>
                  <a:srgbClr val="009E73"/>
                </a:solidFill>
                <a:latin typeface="Arial"/>
                <a:ea typeface="Arial"/>
                <a:cs typeface="Arial"/>
              </a:defRPr>
            </a:pPr>
            <a:r>
              <a:rPr sz="1275" b="1">
                <a:solidFill>
                  <a:srgbClr val="009E73"/>
                </a:solidFill>
                <a:latin typeface="Arial"/>
                <a:ea typeface="Arial"/>
                <a:cs typeface="Arial"/>
              </a:rPr>
              <a:t>C</a:t>
            </a:r>
          </a:p>
        </p:txBody>
      </p:sp>
      <p:sp>
        <p:nvSpPr>
          <p:cNvPr id="114" name="rect_113">
            <a:extLst>
              <a:ext uri="{FF2B5EF4-FFF2-40B4-BE49-F238E27FC236}">
                <ns2:creationId id="{9B44DECD-AC15-468F-8F3C-6C1B7D0D9266}"/>
              </a:ext>
            </a:extLst>
          </p:cNvPr>
          <p:cNvSpPr>
            <a:spLocks noGrp="1"/>
          </p:cNvSpPr>
          <p:nvPr/>
        </p:nvSpPr>
        <p:spPr>
          <a:xfrm>
            <a:off x="5029911" y="1476375"/>
            <a:ext cx="322144" cy="895350"/>
          </a:xfrm>
          <a:prstGeom prst="rect">
            <a:avLst/>
          </a:prstGeom>
          <a:noFill/>
          <a:ln w="11430">
            <a:solidFill>
              <a:srgbClr val="263238"/>
            </a:solidFill>
            <a:prstDash val="solid"/>
          </a:ln>
        </p:spPr>
      </p:sp>
      <p:sp>
        <p:nvSpPr>
          <p:cNvPr id="10000" name="Volume label: (c) 3D source snapshots">
            <a:extLst>
              <a:ext uri="{FF2B5EF4-FFF2-40B4-BE49-F238E27FC236}">
                <ns2:creationId id="{023834A2-F4E2-4CF9-A301-7D4E0569B22B}"/>
              </a:ext>
            </a:extLst>
          </p:cNvPr>
          <p:cNvSpPr>
            <a:spLocks noGrp="1"/>
          </p:cNvSpPr>
          <p:nvPr/>
        </p:nvSpPr>
        <p:spPr>
          <a:xfrm>
            <a:off x="76200" y="2647950"/>
            <a:ext cx="5715000" cy="247650"/>
          </a:xfrm>
          <a:prstGeom prst="rect">
            <a:avLst/>
          </a:prstGeom>
          <a:noFill/>
          <a:ln w="0">
            <a:noFill/>
          </a:ln>
        </p:spPr>
        <p:txBody>
          <a:bodyPr wrap="none" lIns="0" tIns="0" rIns="0" bIns="0" anchor="ctr">
            <a:noAutofit/>
          </a:bodyPr>
          <a:lstStyle>
            <a:defPPr algn="l">
              <a:defRPr sz="1425" b="1">
                <a:solidFill>
                  <a:srgbClr val="000000"/>
                </a:solidFill>
                <a:latin typeface="Arial"/>
                <a:ea typeface="Arial"/>
                <a:cs typeface="Arial"/>
              </a:defRPr>
            </a:defPPr>
            <a:lvl1pPr algn="l">
              <a:defRPr sz="1425" b="1">
                <a:solidFill>
                  <a:srgbClr val="000000"/>
                </a:solidFill>
                <a:latin typeface="Arial"/>
                <a:ea typeface="Arial"/>
                <a:cs typeface="Arial"/>
              </a:defRPr>
            </a:lvl1pPr>
            <a:lvl2pPr algn="l">
              <a:defRPr sz="1425" b="1">
                <a:solidFill>
                  <a:srgbClr val="000000"/>
                </a:solidFill>
                <a:latin typeface="Arial"/>
                <a:ea typeface="Arial"/>
                <a:cs typeface="Arial"/>
              </a:defRPr>
            </a:lvl2pPr>
            <a:lvl3pPr algn="l">
              <a:defRPr sz="1425" b="1">
                <a:solidFill>
                  <a:srgbClr val="000000"/>
                </a:solidFill>
                <a:latin typeface="Arial"/>
                <a:ea typeface="Arial"/>
                <a:cs typeface="Arial"/>
              </a:defRPr>
            </a:lvl3pPr>
            <a:lvl4pPr algn="l">
              <a:defRPr sz="1425" b="1">
                <a:solidFill>
                  <a:srgbClr val="000000"/>
                </a:solidFill>
                <a:latin typeface="Arial"/>
                <a:ea typeface="Arial"/>
                <a:cs typeface="Arial"/>
              </a:defRPr>
            </a:lvl4pPr>
            <a:lvl5pPr algn="l">
              <a:defRPr sz="1425" b="1">
                <a:solidFill>
                  <a:srgbClr val="000000"/>
                </a:solidFill>
                <a:latin typeface="Arial"/>
                <a:ea typeface="Arial"/>
                <a:cs typeface="Arial"/>
              </a:defRPr>
            </a:lvl5pPr>
            <a:lvl6pPr algn="l">
              <a:defRPr sz="1425" b="1">
                <a:solidFill>
                  <a:srgbClr val="000000"/>
                </a:solidFill>
                <a:latin typeface="Arial"/>
                <a:ea typeface="Arial"/>
                <a:cs typeface="Arial"/>
              </a:defRPr>
            </a:lvl6pPr>
            <a:lvl7pPr algn="l">
              <a:defRPr sz="1425" b="1">
                <a:solidFill>
                  <a:srgbClr val="000000"/>
                </a:solidFill>
                <a:latin typeface="Arial"/>
                <a:ea typeface="Arial"/>
                <a:cs typeface="Arial"/>
              </a:defRPr>
            </a:lvl7pPr>
            <a:lvl8pPr algn="l">
              <a:defRPr sz="1425" b="1">
                <a:solidFill>
                  <a:srgbClr val="000000"/>
                </a:solidFill>
                <a:latin typeface="Arial"/>
                <a:ea typeface="Arial"/>
                <a:cs typeface="Arial"/>
              </a:defRPr>
            </a:lvl8pPr>
            <a:lvl9pPr algn="l">
              <a:defRPr sz="1425" b="1">
                <a:solidFill>
                  <a:srgbClr val="000000"/>
                </a:solidFill>
                <a:latin typeface="Arial"/>
                <a:ea typeface="Arial"/>
                <a:cs typeface="Arial"/>
              </a:defRPr>
            </a:lvl9pPr>
          </a:lstStyle>
          <a:p>
            <a:pPr algn="l">
              <a:defRPr sz="1425" b="1">
                <a:solidFill>
                  <a:srgbClr val="000000"/>
                </a:solidFill>
                <a:latin typeface="Arial"/>
                <a:ea typeface="Arial"/>
                <a:cs typeface="Arial"/>
              </a:defRPr>
            </a:pPr>
            <a:r>
              <a:rPr sz="1425" b="1">
                <a:solidFill>
                  <a:srgbClr val="000000"/>
                </a:solidFill>
                <a:latin typeface="Arial"/>
                <a:ea typeface="Arial"/>
                <a:cs typeface="Arial"/>
              </a:rPr>
              <a:t>(c) 3D source snapshots</a:t>
            </a:r>
          </a:p>
        </p:txBody>
      </p:sp>
      <p:sp>
        <p:nvSpPr>
          <p:cNvPr id="10001" name="Volume label: f139   t = 1.39">
            <a:extLst>
              <a:ext uri="{FF2B5EF4-FFF2-40B4-BE49-F238E27FC236}">
                <ns2:creationId id="{B2328D20-DB62-42DC-96BA-4BD5DE02864D}"/>
              </a:ext>
            </a:extLst>
          </p:cNvPr>
          <p:cNvSpPr>
            <a:spLocks noGrp="1"/>
          </p:cNvSpPr>
          <p:nvPr/>
        </p:nvSpPr>
        <p:spPr>
          <a:xfrm>
            <a:off x="152400" y="2914650"/>
            <a:ext cx="3771900" cy="218661"/>
          </a:xfrm>
          <a:prstGeom prst="rect">
            <a:avLst/>
          </a:prstGeom>
          <a:noFill/>
          <a:ln w="0">
            <a:noFill/>
          </a:ln>
        </p:spPr>
        <p:txBody>
          <a:bodyPr wrap="none" lIns="0" tIns="0" rIns="0" bIns="0" anchor="ctr">
            <a:noAutofit/>
          </a:bodyPr>
          <a:lstStyle>
            <a:defPPr algn="l">
              <a:defRPr sz="1435" b="1">
                <a:solidFill>
                  <a:srgbClr val="000000"/>
                </a:solidFill>
                <a:latin typeface="Arial"/>
                <a:ea typeface="Arial"/>
                <a:cs typeface="Arial"/>
              </a:defRPr>
            </a:defPPr>
            <a:lvl1pPr algn="l">
              <a:defRPr sz="1435" b="1">
                <a:solidFill>
                  <a:srgbClr val="000000"/>
                </a:solidFill>
                <a:latin typeface="Arial"/>
                <a:ea typeface="Arial"/>
                <a:cs typeface="Arial"/>
              </a:defRPr>
            </a:lvl1pPr>
            <a:lvl2pPr algn="l">
              <a:defRPr sz="1435" b="1">
                <a:solidFill>
                  <a:srgbClr val="000000"/>
                </a:solidFill>
                <a:latin typeface="Arial"/>
                <a:ea typeface="Arial"/>
                <a:cs typeface="Arial"/>
              </a:defRPr>
            </a:lvl2pPr>
            <a:lvl3pPr algn="l">
              <a:defRPr sz="1435" b="1">
                <a:solidFill>
                  <a:srgbClr val="000000"/>
                </a:solidFill>
                <a:latin typeface="Arial"/>
                <a:ea typeface="Arial"/>
                <a:cs typeface="Arial"/>
              </a:defRPr>
            </a:lvl3pPr>
            <a:lvl4pPr algn="l">
              <a:defRPr sz="1435" b="1">
                <a:solidFill>
                  <a:srgbClr val="000000"/>
                </a:solidFill>
                <a:latin typeface="Arial"/>
                <a:ea typeface="Arial"/>
                <a:cs typeface="Arial"/>
              </a:defRPr>
            </a:lvl4pPr>
            <a:lvl5pPr algn="l">
              <a:defRPr sz="1435" b="1">
                <a:solidFill>
                  <a:srgbClr val="000000"/>
                </a:solidFill>
                <a:latin typeface="Arial"/>
                <a:ea typeface="Arial"/>
                <a:cs typeface="Arial"/>
              </a:defRPr>
            </a:lvl5pPr>
            <a:lvl6pPr algn="l">
              <a:defRPr sz="1435" b="1">
                <a:solidFill>
                  <a:srgbClr val="000000"/>
                </a:solidFill>
                <a:latin typeface="Arial"/>
                <a:ea typeface="Arial"/>
                <a:cs typeface="Arial"/>
              </a:defRPr>
            </a:lvl6pPr>
            <a:lvl7pPr algn="l">
              <a:defRPr sz="1435" b="1">
                <a:solidFill>
                  <a:srgbClr val="000000"/>
                </a:solidFill>
                <a:latin typeface="Arial"/>
                <a:ea typeface="Arial"/>
                <a:cs typeface="Arial"/>
              </a:defRPr>
            </a:lvl7pPr>
            <a:lvl8pPr algn="l">
              <a:defRPr sz="1435" b="1">
                <a:solidFill>
                  <a:srgbClr val="000000"/>
                </a:solidFill>
                <a:latin typeface="Arial"/>
                <a:ea typeface="Arial"/>
                <a:cs typeface="Arial"/>
              </a:defRPr>
            </a:lvl8pPr>
            <a:lvl9pPr algn="l">
              <a:defRPr sz="1435" b="1">
                <a:solidFill>
                  <a:srgbClr val="000000"/>
                </a:solidFill>
                <a:latin typeface="Arial"/>
                <a:ea typeface="Arial"/>
                <a:cs typeface="Arial"/>
              </a:defRPr>
            </a:lvl9pPr>
          </a:lstStyle>
          <a:p>
            <a:pPr algn="l">
              <a:defRPr sz="1435" b="1">
                <a:solidFill>
                  <a:srgbClr val="000000"/>
                </a:solidFill>
                <a:latin typeface="Arial"/>
                <a:ea typeface="Arial"/>
                <a:cs typeface="Arial"/>
              </a:defRPr>
            </a:pPr>
            <a:r>
              <a:rPr sz="1435" b="1">
                <a:solidFill>
                  <a:srgbClr val="000000"/>
                </a:solidFill>
                <a:latin typeface="Arial"/>
                <a:ea typeface="Arial"/>
                <a:cs typeface="Arial"/>
              </a:rPr>
              <a:t>Frame 139</a:t>
            </a:r>
          </a:p>
        </p:txBody>
      </p:sp>
      <p:pic>
        <p:nvPicPr>
          <p:cNvPr id="10002" name="">
            <a:extLst>
              <a:ext uri="{FF2B5EF4-FFF2-40B4-BE49-F238E27FC236}">
                <ns2:creationId id="{C41B4F29-2D4B-4330-8906-1FF04661916C}"/>
              </a:ext>
            </a:extLst>
          </p:cNvPr>
          <p:cNvPicPr>
            <a:picLocks noChangeAspect="1"/>
          </p:cNvPicPr>
          <p:nvPr/>
        </p:nvPicPr>
        <p:blipFill>
          <a:blip ns3:embed="FrameView_R2a7a041d5050447c"/>
          <a:stretch/>
        </p:blipFill>
        <p:spPr>
          <a:xfrm>
            <a:off x="152400" y="3169754"/>
            <a:ext cx="3771900" cy="1374648"/>
          </a:xfrm>
          <a:prstGeom prst="rect">
            <a:avLst/>
          </a:prstGeom>
        </p:spPr>
      </p:pic>
      <p:sp>
        <p:nvSpPr>
          <p:cNvPr id="10003" name="Domain frame f139: corner 0-1">
            <a:extLst>
              <a:ext uri="{FF2B5EF4-FFF2-40B4-BE49-F238E27FC236}">
                <ns2:creationId id="{B85115DD-497C-4AE5-A1E9-9CE95AF60BCB}"/>
              </a:ext>
            </a:extLst>
          </p:cNvPr>
          <p:cNvSpPr>
            <a:spLocks noGrp="1"/>
          </p:cNvSpPr>
          <p:nvPr/>
        </p:nvSpPr>
        <p:spPr>
          <a:xfrm>
            <a:off x="227838" y="3622784"/>
            <a:ext cx="91" cy="625805"/>
          </a:xfrm>
          <a:custGeom>
            <a:pathLst>
              <a:path w="95" h="654251">
                <a:moveTo>
                  <a:pt x="0" y="654251"/>
                </a:moveTo>
                <a:lnTo>
                  <a:pt x="0" y="0"/>
                </a:lnTo>
              </a:path>
            </a:pathLst>
          </a:custGeom>
          <a:noFill/>
          <a:ln w="10478">
            <a:solidFill>
              <a:srgbClr val="7B8790"/>
            </a:solidFill>
            <a:prstDash val="solid"/>
          </a:ln>
        </p:spPr>
      </p:sp>
      <p:sp>
        <p:nvSpPr>
          <p:cNvPr id="10004" name="Domain frame f139: corner 0-2">
            <a:extLst>
              <a:ext uri="{FF2B5EF4-FFF2-40B4-BE49-F238E27FC236}">
                <ns2:creationId id="{E13BE3B5-9677-4AB5-8CD1-D71156D2F09C}"/>
              </a:ext>
            </a:extLst>
          </p:cNvPr>
          <p:cNvSpPr>
            <a:spLocks noGrp="1"/>
          </p:cNvSpPr>
          <p:nvPr/>
        </p:nvSpPr>
        <p:spPr>
          <a:xfrm>
            <a:off x="227838" y="3905670"/>
            <a:ext cx="590756" cy="342920"/>
          </a:xfrm>
          <a:custGeom>
            <a:pathLst>
              <a:path w="617609" h="358507">
                <a:moveTo>
                  <a:pt x="0" y="358507"/>
                </a:moveTo>
                <a:lnTo>
                  <a:pt x="617609" y="0"/>
                </a:lnTo>
              </a:path>
            </a:pathLst>
          </a:custGeom>
          <a:noFill/>
          <a:ln w="10478">
            <a:solidFill>
              <a:srgbClr val="B3BDC4"/>
            </a:solidFill>
            <a:prstDash val="dash"/>
          </a:ln>
        </p:spPr>
      </p:sp>
      <p:sp>
        <p:nvSpPr>
          <p:cNvPr id="10005" name="Domain frame f139: corner 0-4">
            <a:extLst>
              <a:ext uri="{FF2B5EF4-FFF2-40B4-BE49-F238E27FC236}">
                <ns2:creationId id="{552EE0F1-38FB-4C37-AA45-5D19E5464AB9}"/>
              </a:ext>
            </a:extLst>
          </p:cNvPr>
          <p:cNvSpPr>
            <a:spLocks noGrp="1"/>
          </p:cNvSpPr>
          <p:nvPr/>
        </p:nvSpPr>
        <p:spPr>
          <a:xfrm>
            <a:off x="227838" y="4248589"/>
            <a:ext cx="3030268" cy="185702"/>
          </a:xfrm>
          <a:custGeom>
            <a:pathLst>
              <a:path w="3168007" h="194143">
                <a:moveTo>
                  <a:pt x="0" y="0"/>
                </a:moveTo>
                <a:lnTo>
                  <a:pt x="3168007" y="194143"/>
                </a:lnTo>
              </a:path>
            </a:pathLst>
          </a:custGeom>
          <a:noFill/>
          <a:ln w="10478">
            <a:solidFill>
              <a:srgbClr val="7B8790"/>
            </a:solidFill>
            <a:prstDash val="solid"/>
          </a:ln>
        </p:spPr>
      </p:sp>
      <p:sp>
        <p:nvSpPr>
          <p:cNvPr id="10006" name="Domain frame f139: corner 1-3">
            <a:extLst>
              <a:ext uri="{FF2B5EF4-FFF2-40B4-BE49-F238E27FC236}">
                <ns2:creationId id="{FFC23417-755E-4C05-BF9B-F0EA0EB17E84}"/>
              </a:ext>
            </a:extLst>
          </p:cNvPr>
          <p:cNvSpPr>
            <a:spLocks noGrp="1"/>
          </p:cNvSpPr>
          <p:nvPr/>
        </p:nvSpPr>
        <p:spPr>
          <a:xfrm>
            <a:off x="227838" y="3279864"/>
            <a:ext cx="590756" cy="342920"/>
          </a:xfrm>
          <a:custGeom>
            <a:pathLst>
              <a:path w="617609" h="358507">
                <a:moveTo>
                  <a:pt x="0" y="358507"/>
                </a:moveTo>
                <a:lnTo>
                  <a:pt x="617609" y="0"/>
                </a:lnTo>
              </a:path>
            </a:pathLst>
          </a:custGeom>
          <a:noFill/>
          <a:ln w="10478">
            <a:solidFill>
              <a:srgbClr val="7B8790"/>
            </a:solidFill>
            <a:prstDash val="solid"/>
          </a:ln>
        </p:spPr>
      </p:sp>
      <p:sp>
        <p:nvSpPr>
          <p:cNvPr id="10007" name="Domain frame f139: corner 1-5">
            <a:extLst>
              <a:ext uri="{FF2B5EF4-FFF2-40B4-BE49-F238E27FC236}">
                <ns2:creationId id="{6C0B0122-C87F-41BD-ABDA-98C4D26CEBB1}"/>
              </a:ext>
            </a:extLst>
          </p:cNvPr>
          <p:cNvSpPr>
            <a:spLocks noGrp="1"/>
          </p:cNvSpPr>
          <p:nvPr/>
        </p:nvSpPr>
        <p:spPr>
          <a:xfrm>
            <a:off x="227838" y="3622784"/>
            <a:ext cx="3030268" cy="185702"/>
          </a:xfrm>
          <a:custGeom>
            <a:pathLst>
              <a:path w="3168007" h="194143">
                <a:moveTo>
                  <a:pt x="0" y="0"/>
                </a:moveTo>
                <a:lnTo>
                  <a:pt x="3168007" y="194143"/>
                </a:lnTo>
              </a:path>
            </a:pathLst>
          </a:custGeom>
          <a:noFill/>
          <a:ln w="10478">
            <a:solidFill>
              <a:srgbClr val="7B8790"/>
            </a:solidFill>
            <a:prstDash val="solid"/>
          </a:ln>
        </p:spPr>
      </p:sp>
      <p:sp>
        <p:nvSpPr>
          <p:cNvPr id="10008" name="Domain frame f139: corner 2-3">
            <a:extLst>
              <a:ext uri="{FF2B5EF4-FFF2-40B4-BE49-F238E27FC236}">
                <ns2:creationId id="{760AF4FE-CFB3-43D0-A3EE-59ABA72D76D7}"/>
              </a:ext>
            </a:extLst>
          </p:cNvPr>
          <p:cNvSpPr>
            <a:spLocks noGrp="1"/>
          </p:cNvSpPr>
          <p:nvPr/>
        </p:nvSpPr>
        <p:spPr>
          <a:xfrm>
            <a:off x="818594" y="3279864"/>
            <a:ext cx="91" cy="625805"/>
          </a:xfrm>
          <a:custGeom>
            <a:pathLst>
              <a:path w="95" h="654251">
                <a:moveTo>
                  <a:pt x="0" y="654251"/>
                </a:moveTo>
                <a:lnTo>
                  <a:pt x="0" y="0"/>
                </a:lnTo>
              </a:path>
            </a:pathLst>
          </a:custGeom>
          <a:noFill/>
          <a:ln w="10478">
            <a:solidFill>
              <a:srgbClr val="B3BDC4"/>
            </a:solidFill>
            <a:prstDash val="dash"/>
          </a:ln>
        </p:spPr>
      </p:sp>
      <p:sp>
        <p:nvSpPr>
          <p:cNvPr id="10009" name="Domain frame f139: corner 2-6">
            <a:extLst>
              <a:ext uri="{FF2B5EF4-FFF2-40B4-BE49-F238E27FC236}">
                <ns2:creationId id="{A3CF4C14-51F8-4A64-8E24-731EBCFD41CB}"/>
              </a:ext>
            </a:extLst>
          </p:cNvPr>
          <p:cNvSpPr>
            <a:spLocks noGrp="1"/>
          </p:cNvSpPr>
          <p:nvPr/>
        </p:nvSpPr>
        <p:spPr>
          <a:xfrm>
            <a:off x="818594" y="3905670"/>
            <a:ext cx="3030268" cy="185702"/>
          </a:xfrm>
          <a:custGeom>
            <a:pathLst>
              <a:path w="3168007" h="194143">
                <a:moveTo>
                  <a:pt x="0" y="0"/>
                </a:moveTo>
                <a:lnTo>
                  <a:pt x="3168007" y="194143"/>
                </a:lnTo>
              </a:path>
            </a:pathLst>
          </a:custGeom>
          <a:noFill/>
          <a:ln w="10478">
            <a:solidFill>
              <a:srgbClr val="B3BDC4"/>
            </a:solidFill>
            <a:prstDash val="dash"/>
          </a:ln>
        </p:spPr>
      </p:sp>
      <p:sp>
        <p:nvSpPr>
          <p:cNvPr id="10010" name="Domain frame f139: corner 3-7">
            <a:extLst>
              <a:ext uri="{FF2B5EF4-FFF2-40B4-BE49-F238E27FC236}">
                <ns2:creationId id="{7CEEF146-F7ED-45D7-BD67-D0C2C3986D48}"/>
              </a:ext>
            </a:extLst>
          </p:cNvPr>
          <p:cNvSpPr>
            <a:spLocks noGrp="1"/>
          </p:cNvSpPr>
          <p:nvPr/>
        </p:nvSpPr>
        <p:spPr>
          <a:xfrm>
            <a:off x="818594" y="3279864"/>
            <a:ext cx="3030268" cy="185702"/>
          </a:xfrm>
          <a:custGeom>
            <a:pathLst>
              <a:path w="3168007" h="194143">
                <a:moveTo>
                  <a:pt x="0" y="0"/>
                </a:moveTo>
                <a:lnTo>
                  <a:pt x="3168007" y="194143"/>
                </a:lnTo>
              </a:path>
            </a:pathLst>
          </a:custGeom>
          <a:noFill/>
          <a:ln w="10478">
            <a:solidFill>
              <a:srgbClr val="7B8790"/>
            </a:solidFill>
            <a:prstDash val="solid"/>
          </a:ln>
        </p:spPr>
      </p:sp>
      <p:sp>
        <p:nvSpPr>
          <p:cNvPr id="10011" name="Domain frame f139: corner 4-5">
            <a:extLst>
              <a:ext uri="{FF2B5EF4-FFF2-40B4-BE49-F238E27FC236}">
                <ns2:creationId id="{36403992-702B-4554-BF40-24A8051C1DA2}"/>
              </a:ext>
            </a:extLst>
          </p:cNvPr>
          <p:cNvSpPr>
            <a:spLocks noGrp="1"/>
          </p:cNvSpPr>
          <p:nvPr/>
        </p:nvSpPr>
        <p:spPr>
          <a:xfrm>
            <a:off x="3258106" y="3808487"/>
            <a:ext cx="91" cy="625805"/>
          </a:xfrm>
          <a:custGeom>
            <a:pathLst>
              <a:path w="95" h="654251">
                <a:moveTo>
                  <a:pt x="0" y="654251"/>
                </a:moveTo>
                <a:lnTo>
                  <a:pt x="0" y="0"/>
                </a:lnTo>
              </a:path>
            </a:pathLst>
          </a:custGeom>
          <a:noFill/>
          <a:ln w="10478">
            <a:solidFill>
              <a:srgbClr val="7B8790"/>
            </a:solidFill>
            <a:prstDash val="solid"/>
          </a:ln>
        </p:spPr>
      </p:sp>
      <p:sp>
        <p:nvSpPr>
          <p:cNvPr id="10012" name="Domain frame f139: corner 4-6">
            <a:extLst>
              <a:ext uri="{FF2B5EF4-FFF2-40B4-BE49-F238E27FC236}">
                <ns2:creationId id="{78158B32-A230-4393-AB68-8F81A7572B8C}"/>
              </a:ext>
            </a:extLst>
          </p:cNvPr>
          <p:cNvSpPr>
            <a:spLocks noGrp="1"/>
          </p:cNvSpPr>
          <p:nvPr/>
        </p:nvSpPr>
        <p:spPr>
          <a:xfrm>
            <a:off x="3258106" y="4091373"/>
            <a:ext cx="590756" cy="342920"/>
          </a:xfrm>
          <a:custGeom>
            <a:pathLst>
              <a:path w="617609" h="358507">
                <a:moveTo>
                  <a:pt x="0" y="358507"/>
                </a:moveTo>
                <a:lnTo>
                  <a:pt x="617609" y="0"/>
                </a:lnTo>
              </a:path>
            </a:pathLst>
          </a:custGeom>
          <a:noFill/>
          <a:ln w="10478">
            <a:solidFill>
              <a:srgbClr val="7B8790"/>
            </a:solidFill>
            <a:prstDash val="solid"/>
          </a:ln>
        </p:spPr>
      </p:sp>
      <p:sp>
        <p:nvSpPr>
          <p:cNvPr id="10013" name="Domain frame f139: corner 5-7">
            <a:extLst>
              <a:ext uri="{FF2B5EF4-FFF2-40B4-BE49-F238E27FC236}">
                <ns2:creationId id="{BC63985A-2ABD-4B6F-86C7-108FFD6CC894}"/>
              </a:ext>
            </a:extLst>
          </p:cNvPr>
          <p:cNvSpPr>
            <a:spLocks noGrp="1"/>
          </p:cNvSpPr>
          <p:nvPr/>
        </p:nvSpPr>
        <p:spPr>
          <a:xfrm>
            <a:off x="3258106" y="3465567"/>
            <a:ext cx="590756" cy="342920"/>
          </a:xfrm>
          <a:custGeom>
            <a:pathLst>
              <a:path w="617609" h="358507">
                <a:moveTo>
                  <a:pt x="0" y="358507"/>
                </a:moveTo>
                <a:lnTo>
                  <a:pt x="617609" y="0"/>
                </a:lnTo>
              </a:path>
            </a:pathLst>
          </a:custGeom>
          <a:noFill/>
          <a:ln w="10478">
            <a:solidFill>
              <a:srgbClr val="7B8790"/>
            </a:solidFill>
            <a:prstDash val="solid"/>
          </a:ln>
        </p:spPr>
      </p:sp>
      <p:sp>
        <p:nvSpPr>
          <p:cNvPr id="10014" name="Domain frame f139: corner 6-7">
            <a:extLst>
              <a:ext uri="{FF2B5EF4-FFF2-40B4-BE49-F238E27FC236}">
                <ns2:creationId id="{E95F9BCA-90AA-4B46-87B7-503224B26963}"/>
              </a:ext>
            </a:extLst>
          </p:cNvPr>
          <p:cNvSpPr>
            <a:spLocks noGrp="1"/>
          </p:cNvSpPr>
          <p:nvPr/>
        </p:nvSpPr>
        <p:spPr>
          <a:xfrm>
            <a:off x="3848862" y="3465567"/>
            <a:ext cx="91" cy="625805"/>
          </a:xfrm>
          <a:custGeom>
            <a:pathLst>
              <a:path w="95" h="654251">
                <a:moveTo>
                  <a:pt x="0" y="654251"/>
                </a:moveTo>
                <a:lnTo>
                  <a:pt x="0" y="0"/>
                </a:lnTo>
              </a:path>
            </a:pathLst>
          </a:custGeom>
          <a:noFill/>
          <a:ln w="10478">
            <a:solidFill>
              <a:srgbClr val="7B8790"/>
            </a:solidFill>
            <a:prstDash val="solid"/>
          </a:ln>
        </p:spPr>
      </p:sp>
      <p:sp>
        <p:nvSpPr>
          <p:cNvPr id="10015" name="Exact 3D extremum A, track 432, f139">
            <a:extLst>
              <a:ext uri="{FF2B5EF4-FFF2-40B4-BE49-F238E27FC236}">
                <ns2:creationId id="{1E314E27-D925-43A1-ABC1-A356AC86DCE8}"/>
              </a:ext>
            </a:extLst>
          </p:cNvPr>
          <p:cNvSpPr>
            <a:spLocks noGrp="1"/>
          </p:cNvSpPr>
          <p:nvPr/>
        </p:nvSpPr>
        <p:spPr>
          <a:xfrm>
            <a:off x="1199147" y="3975035"/>
            <a:ext cx="78353" cy="78353"/>
          </a:xfrm>
          <a:prstGeom prst="ellipse">
            <a:avLst/>
          </a:prstGeom>
          <a:solidFill>
            <a:srgbClr val="FFFFFF"/>
          </a:solidFill>
          <a:ln w="16400">
            <a:solidFill>
              <a:srgbClr val="0072B2"/>
            </a:solidFill>
          </a:ln>
        </p:spPr>
      </p:sp>
      <p:sp>
        <p:nvSpPr>
          <p:cNvPr id="10016" name="Volume label: A">
            <a:extLst>
              <a:ext uri="{FF2B5EF4-FFF2-40B4-BE49-F238E27FC236}">
                <ns2:creationId id="{ACB35B37-7D42-4AE0-86E0-634B7874BE53}"/>
              </a:ext>
            </a:extLst>
          </p:cNvPr>
          <p:cNvSpPr>
            <a:spLocks noGrp="1"/>
          </p:cNvSpPr>
          <p:nvPr/>
        </p:nvSpPr>
        <p:spPr>
          <a:xfrm>
            <a:off x="1311210" y="3795550"/>
            <a:ext cx="255104" cy="227772"/>
          </a:xfrm>
          <a:prstGeom prst="rect">
            <a:avLst/>
          </a:prstGeom>
          <a:noFill/>
          <a:ln w="0">
            <a:noFill/>
          </a:ln>
        </p:spPr>
        <p:txBody>
          <a:bodyPr wrap="none" lIns="0" tIns="0" rIns="0" bIns="0" anchor="ctr">
            <a:noAutofit/>
          </a:bodyPr>
          <a:lstStyle>
            <a:defPPr algn="l">
              <a:defRPr sz="1291" b="1">
                <a:solidFill>
                  <a:srgbClr val="0072B2"/>
                </a:solidFill>
                <a:latin typeface="Arial"/>
                <a:ea typeface="Arial"/>
                <a:cs typeface="Arial"/>
              </a:defRPr>
            </a:defPPr>
            <a:lvl1pPr algn="l">
              <a:defRPr sz="1291" b="1">
                <a:solidFill>
                  <a:srgbClr val="0072B2"/>
                </a:solidFill>
                <a:latin typeface="Arial"/>
                <a:ea typeface="Arial"/>
                <a:cs typeface="Arial"/>
              </a:defRPr>
            </a:lvl1pPr>
            <a:lvl2pPr algn="l">
              <a:defRPr sz="1291" b="1">
                <a:solidFill>
                  <a:srgbClr val="0072B2"/>
                </a:solidFill>
                <a:latin typeface="Arial"/>
                <a:ea typeface="Arial"/>
                <a:cs typeface="Arial"/>
              </a:defRPr>
            </a:lvl2pPr>
            <a:lvl3pPr algn="l">
              <a:defRPr sz="1291" b="1">
                <a:solidFill>
                  <a:srgbClr val="0072B2"/>
                </a:solidFill>
                <a:latin typeface="Arial"/>
                <a:ea typeface="Arial"/>
                <a:cs typeface="Arial"/>
              </a:defRPr>
            </a:lvl3pPr>
            <a:lvl4pPr algn="l">
              <a:defRPr sz="1291" b="1">
                <a:solidFill>
                  <a:srgbClr val="0072B2"/>
                </a:solidFill>
                <a:latin typeface="Arial"/>
                <a:ea typeface="Arial"/>
                <a:cs typeface="Arial"/>
              </a:defRPr>
            </a:lvl4pPr>
            <a:lvl5pPr algn="l">
              <a:defRPr sz="1291" b="1">
                <a:solidFill>
                  <a:srgbClr val="0072B2"/>
                </a:solidFill>
                <a:latin typeface="Arial"/>
                <a:ea typeface="Arial"/>
                <a:cs typeface="Arial"/>
              </a:defRPr>
            </a:lvl5pPr>
            <a:lvl6pPr algn="l">
              <a:defRPr sz="1291" b="1">
                <a:solidFill>
                  <a:srgbClr val="0072B2"/>
                </a:solidFill>
                <a:latin typeface="Arial"/>
                <a:ea typeface="Arial"/>
                <a:cs typeface="Arial"/>
              </a:defRPr>
            </a:lvl6pPr>
            <a:lvl7pPr algn="l">
              <a:defRPr sz="1291" b="1">
                <a:solidFill>
                  <a:srgbClr val="0072B2"/>
                </a:solidFill>
                <a:latin typeface="Arial"/>
                <a:ea typeface="Arial"/>
                <a:cs typeface="Arial"/>
              </a:defRPr>
            </a:lvl7pPr>
            <a:lvl8pPr algn="l">
              <a:defRPr sz="1291" b="1">
                <a:solidFill>
                  <a:srgbClr val="0072B2"/>
                </a:solidFill>
                <a:latin typeface="Arial"/>
                <a:ea typeface="Arial"/>
                <a:cs typeface="Arial"/>
              </a:defRPr>
            </a:lvl8pPr>
            <a:lvl9pPr algn="l">
              <a:defRPr sz="1291" b="1">
                <a:solidFill>
                  <a:srgbClr val="0072B2"/>
                </a:solidFill>
                <a:latin typeface="Arial"/>
                <a:ea typeface="Arial"/>
                <a:cs typeface="Arial"/>
              </a:defRPr>
            </a:lvl9pPr>
          </a:lstStyle>
          <a:p>
            <a:pPr algn="l">
              <a:defRPr sz="1291" b="1">
                <a:solidFill>
                  <a:srgbClr val="0072B2"/>
                </a:solidFill>
                <a:latin typeface="Arial"/>
                <a:ea typeface="Arial"/>
                <a:cs typeface="Arial"/>
              </a:defRPr>
            </a:pPr>
            <a:r>
              <a:rPr sz="1291" b="1">
                <a:solidFill>
                  <a:srgbClr val="0072B2"/>
                </a:solidFill>
                <a:latin typeface="Arial"/>
                <a:ea typeface="Arial"/>
                <a:cs typeface="Arial"/>
              </a:rPr>
              <a:t>A</a:t>
            </a:r>
          </a:p>
        </p:txBody>
      </p:sp>
      <p:sp>
        <p:nvSpPr>
          <p:cNvPr id="10017" name="Exact 3D extremum B, track 462, f139">
            <a:extLst>
              <a:ext uri="{FF2B5EF4-FFF2-40B4-BE49-F238E27FC236}">
                <ns2:creationId id="{BDD2C7F6-8DB2-47ED-B8F1-8CD8252EBCE4}"/>
              </a:ext>
            </a:extLst>
          </p:cNvPr>
          <p:cNvSpPr>
            <a:spLocks noGrp="1"/>
          </p:cNvSpPr>
          <p:nvPr/>
        </p:nvSpPr>
        <p:spPr>
          <a:xfrm>
            <a:off x="2303769" y="4130217"/>
            <a:ext cx="78353" cy="78353"/>
          </a:xfrm>
          <a:prstGeom prst="ellipse">
            <a:avLst/>
          </a:prstGeom>
          <a:solidFill>
            <a:srgbClr val="FFFFFF"/>
          </a:solidFill>
          <a:ln w="16400">
            <a:solidFill>
              <a:srgbClr val="D55E00"/>
            </a:solidFill>
          </a:ln>
        </p:spPr>
      </p:sp>
      <p:sp>
        <p:nvSpPr>
          <p:cNvPr id="10018" name="Volume label: B">
            <a:extLst>
              <a:ext uri="{FF2B5EF4-FFF2-40B4-BE49-F238E27FC236}">
                <ns2:creationId id="{A055C73E-1983-48E7-A0BC-6C9048B8C968}"/>
              </a:ext>
            </a:extLst>
          </p:cNvPr>
          <p:cNvSpPr>
            <a:spLocks noGrp="1"/>
          </p:cNvSpPr>
          <p:nvPr/>
        </p:nvSpPr>
        <p:spPr>
          <a:xfrm>
            <a:off x="2415834" y="3950733"/>
            <a:ext cx="255104" cy="227772"/>
          </a:xfrm>
          <a:prstGeom prst="rect">
            <a:avLst/>
          </a:prstGeom>
          <a:noFill/>
          <a:ln w="0">
            <a:noFill/>
          </a:ln>
        </p:spPr>
        <p:txBody>
          <a:bodyPr wrap="none" lIns="0" tIns="0" rIns="0" bIns="0" anchor="ctr">
            <a:noAutofit/>
          </a:bodyPr>
          <a:lstStyle>
            <a:defPPr algn="l">
              <a:defRPr sz="1291" b="1">
                <a:solidFill>
                  <a:srgbClr val="D55E00"/>
                </a:solidFill>
                <a:latin typeface="Arial"/>
                <a:ea typeface="Arial"/>
                <a:cs typeface="Arial"/>
              </a:defRPr>
            </a:defPPr>
            <a:lvl1pPr algn="l">
              <a:defRPr sz="1291" b="1">
                <a:solidFill>
                  <a:srgbClr val="D55E00"/>
                </a:solidFill>
                <a:latin typeface="Arial"/>
                <a:ea typeface="Arial"/>
                <a:cs typeface="Arial"/>
              </a:defRPr>
            </a:lvl1pPr>
            <a:lvl2pPr algn="l">
              <a:defRPr sz="1291" b="1">
                <a:solidFill>
                  <a:srgbClr val="D55E00"/>
                </a:solidFill>
                <a:latin typeface="Arial"/>
                <a:ea typeface="Arial"/>
                <a:cs typeface="Arial"/>
              </a:defRPr>
            </a:lvl2pPr>
            <a:lvl3pPr algn="l">
              <a:defRPr sz="1291" b="1">
                <a:solidFill>
                  <a:srgbClr val="D55E00"/>
                </a:solidFill>
                <a:latin typeface="Arial"/>
                <a:ea typeface="Arial"/>
                <a:cs typeface="Arial"/>
              </a:defRPr>
            </a:lvl3pPr>
            <a:lvl4pPr algn="l">
              <a:defRPr sz="1291" b="1">
                <a:solidFill>
                  <a:srgbClr val="D55E00"/>
                </a:solidFill>
                <a:latin typeface="Arial"/>
                <a:ea typeface="Arial"/>
                <a:cs typeface="Arial"/>
              </a:defRPr>
            </a:lvl4pPr>
            <a:lvl5pPr algn="l">
              <a:defRPr sz="1291" b="1">
                <a:solidFill>
                  <a:srgbClr val="D55E00"/>
                </a:solidFill>
                <a:latin typeface="Arial"/>
                <a:ea typeface="Arial"/>
                <a:cs typeface="Arial"/>
              </a:defRPr>
            </a:lvl5pPr>
            <a:lvl6pPr algn="l">
              <a:defRPr sz="1291" b="1">
                <a:solidFill>
                  <a:srgbClr val="D55E00"/>
                </a:solidFill>
                <a:latin typeface="Arial"/>
                <a:ea typeface="Arial"/>
                <a:cs typeface="Arial"/>
              </a:defRPr>
            </a:lvl6pPr>
            <a:lvl7pPr algn="l">
              <a:defRPr sz="1291" b="1">
                <a:solidFill>
                  <a:srgbClr val="D55E00"/>
                </a:solidFill>
                <a:latin typeface="Arial"/>
                <a:ea typeface="Arial"/>
                <a:cs typeface="Arial"/>
              </a:defRPr>
            </a:lvl7pPr>
            <a:lvl8pPr algn="l">
              <a:defRPr sz="1291" b="1">
                <a:solidFill>
                  <a:srgbClr val="D55E00"/>
                </a:solidFill>
                <a:latin typeface="Arial"/>
                <a:ea typeface="Arial"/>
                <a:cs typeface="Arial"/>
              </a:defRPr>
            </a:lvl8pPr>
            <a:lvl9pPr algn="l">
              <a:defRPr sz="1291" b="1">
                <a:solidFill>
                  <a:srgbClr val="D55E00"/>
                </a:solidFill>
                <a:latin typeface="Arial"/>
                <a:ea typeface="Arial"/>
                <a:cs typeface="Arial"/>
              </a:defRPr>
            </a:lvl9pPr>
          </a:lstStyle>
          <a:p>
            <a:pPr algn="l">
              <a:defRPr sz="1291" b="1">
                <a:solidFill>
                  <a:srgbClr val="D55E00"/>
                </a:solidFill>
                <a:latin typeface="Arial"/>
                <a:ea typeface="Arial"/>
                <a:cs typeface="Arial"/>
              </a:defRPr>
            </a:pPr>
            <a:r>
              <a:rPr sz="1291" b="1">
                <a:solidFill>
                  <a:srgbClr val="D55E00"/>
                </a:solidFill>
                <a:latin typeface="Arial"/>
                <a:ea typeface="Arial"/>
                <a:cs typeface="Arial"/>
              </a:rPr>
              <a:t>B</a:t>
            </a:r>
          </a:p>
        </p:txBody>
      </p:sp>
      <p:sp>
        <p:nvSpPr>
          <p:cNvPr id="10019" name="Exact 3D extremum C, track 388, f139">
            <a:extLst>
              <a:ext uri="{FF2B5EF4-FFF2-40B4-BE49-F238E27FC236}">
                <ns2:creationId id="{7D9AD1A7-245B-4A12-91EA-1C2635B8EAF9}"/>
              </a:ext>
            </a:extLst>
          </p:cNvPr>
          <p:cNvSpPr>
            <a:spLocks noGrp="1"/>
          </p:cNvSpPr>
          <p:nvPr/>
        </p:nvSpPr>
        <p:spPr>
          <a:xfrm>
            <a:off x="3032560" y="3926917"/>
            <a:ext cx="78353" cy="78353"/>
          </a:xfrm>
          <a:prstGeom prst="ellipse">
            <a:avLst/>
          </a:prstGeom>
          <a:solidFill>
            <a:srgbClr val="FFFFFF"/>
          </a:solidFill>
          <a:ln w="16400">
            <a:solidFill>
              <a:srgbClr val="009E73"/>
            </a:solidFill>
          </a:ln>
        </p:spPr>
      </p:sp>
      <p:sp>
        <p:nvSpPr>
          <p:cNvPr id="10020" name="Volume label: C">
            <a:extLst>
              <a:ext uri="{FF2B5EF4-FFF2-40B4-BE49-F238E27FC236}">
                <ns2:creationId id="{20CABF31-3E3C-4B92-B45E-B74688EDDB0E}"/>
              </a:ext>
            </a:extLst>
          </p:cNvPr>
          <p:cNvSpPr>
            <a:spLocks noGrp="1"/>
          </p:cNvSpPr>
          <p:nvPr/>
        </p:nvSpPr>
        <p:spPr>
          <a:xfrm>
            <a:off x="3144623" y="3747433"/>
            <a:ext cx="255104" cy="227772"/>
          </a:xfrm>
          <a:prstGeom prst="rect">
            <a:avLst/>
          </a:prstGeom>
          <a:noFill/>
          <a:ln w="0">
            <a:noFill/>
          </a:ln>
        </p:spPr>
        <p:txBody>
          <a:bodyPr wrap="none" lIns="0" tIns="0" rIns="0" bIns="0" anchor="ctr">
            <a:noAutofit/>
          </a:bodyPr>
          <a:lstStyle>
            <a:defPPr algn="l">
              <a:defRPr sz="1291" b="1">
                <a:solidFill>
                  <a:srgbClr val="009E73"/>
                </a:solidFill>
                <a:latin typeface="Arial"/>
                <a:ea typeface="Arial"/>
                <a:cs typeface="Arial"/>
              </a:defRPr>
            </a:defPPr>
            <a:lvl1pPr algn="l">
              <a:defRPr sz="1291" b="1">
                <a:solidFill>
                  <a:srgbClr val="009E73"/>
                </a:solidFill>
                <a:latin typeface="Arial"/>
                <a:ea typeface="Arial"/>
                <a:cs typeface="Arial"/>
              </a:defRPr>
            </a:lvl1pPr>
            <a:lvl2pPr algn="l">
              <a:defRPr sz="1291" b="1">
                <a:solidFill>
                  <a:srgbClr val="009E73"/>
                </a:solidFill>
                <a:latin typeface="Arial"/>
                <a:ea typeface="Arial"/>
                <a:cs typeface="Arial"/>
              </a:defRPr>
            </a:lvl2pPr>
            <a:lvl3pPr algn="l">
              <a:defRPr sz="1291" b="1">
                <a:solidFill>
                  <a:srgbClr val="009E73"/>
                </a:solidFill>
                <a:latin typeface="Arial"/>
                <a:ea typeface="Arial"/>
                <a:cs typeface="Arial"/>
              </a:defRPr>
            </a:lvl3pPr>
            <a:lvl4pPr algn="l">
              <a:defRPr sz="1291" b="1">
                <a:solidFill>
                  <a:srgbClr val="009E73"/>
                </a:solidFill>
                <a:latin typeface="Arial"/>
                <a:ea typeface="Arial"/>
                <a:cs typeface="Arial"/>
              </a:defRPr>
            </a:lvl4pPr>
            <a:lvl5pPr algn="l">
              <a:defRPr sz="1291" b="1">
                <a:solidFill>
                  <a:srgbClr val="009E73"/>
                </a:solidFill>
                <a:latin typeface="Arial"/>
                <a:ea typeface="Arial"/>
                <a:cs typeface="Arial"/>
              </a:defRPr>
            </a:lvl5pPr>
            <a:lvl6pPr algn="l">
              <a:defRPr sz="1291" b="1">
                <a:solidFill>
                  <a:srgbClr val="009E73"/>
                </a:solidFill>
                <a:latin typeface="Arial"/>
                <a:ea typeface="Arial"/>
                <a:cs typeface="Arial"/>
              </a:defRPr>
            </a:lvl6pPr>
            <a:lvl7pPr algn="l">
              <a:defRPr sz="1291" b="1">
                <a:solidFill>
                  <a:srgbClr val="009E73"/>
                </a:solidFill>
                <a:latin typeface="Arial"/>
                <a:ea typeface="Arial"/>
                <a:cs typeface="Arial"/>
              </a:defRPr>
            </a:lvl7pPr>
            <a:lvl8pPr algn="l">
              <a:defRPr sz="1291" b="1">
                <a:solidFill>
                  <a:srgbClr val="009E73"/>
                </a:solidFill>
                <a:latin typeface="Arial"/>
                <a:ea typeface="Arial"/>
                <a:cs typeface="Arial"/>
              </a:defRPr>
            </a:lvl8pPr>
            <a:lvl9pPr algn="l">
              <a:defRPr sz="1291" b="1">
                <a:solidFill>
                  <a:srgbClr val="009E73"/>
                </a:solidFill>
                <a:latin typeface="Arial"/>
                <a:ea typeface="Arial"/>
                <a:cs typeface="Arial"/>
              </a:defRPr>
            </a:lvl9pPr>
          </a:lstStyle>
          <a:p>
            <a:pPr algn="l">
              <a:defRPr sz="1291" b="1">
                <a:solidFill>
                  <a:srgbClr val="009E73"/>
                </a:solidFill>
                <a:latin typeface="Arial"/>
                <a:ea typeface="Arial"/>
                <a:cs typeface="Arial"/>
              </a:defRPr>
            </a:pPr>
            <a:r>
              <a:rPr sz="1291" b="1">
                <a:solidFill>
                  <a:srgbClr val="009E73"/>
                </a:solidFill>
                <a:latin typeface="Arial"/>
                <a:ea typeface="Arial"/>
                <a:cs typeface="Arial"/>
              </a:rPr>
              <a:t>C</a:t>
            </a:r>
          </a:p>
        </p:txBody>
      </p:sp>
      <p:sp>
        <p:nvSpPr>
          <p:cNvPr id="10021" name="Volume label: x">
            <a:extLst>
              <a:ext uri="{FF2B5EF4-FFF2-40B4-BE49-F238E27FC236}">
                <ns2:creationId id="{50EFFA80-B469-4457-B21D-4088E1F7D8E1}"/>
              </a:ext>
            </a:extLst>
          </p:cNvPr>
          <p:cNvSpPr>
            <a:spLocks noGrp="1"/>
          </p:cNvSpPr>
          <p:nvPr/>
        </p:nvSpPr>
        <p:spPr>
          <a:xfrm>
            <a:off x="1742972" y="4368773"/>
            <a:ext cx="182217" cy="182217"/>
          </a:xfrm>
          <a:prstGeom prst="rect">
            <a:avLst/>
          </a:prstGeom>
          <a:noFill/>
          <a:ln w="0">
            <a:noFill/>
          </a:ln>
        </p:spPr>
        <p:txBody>
          <a:bodyPr wrap="none" lIns="0" tIns="0" rIns="0" bIns="0" anchor="ctr">
            <a:noAutofit/>
          </a:bodyPr>
          <a:lstStyle>
            <a:defPPr algn="l">
              <a:defRPr sz="1004" b="0">
                <a:solidFill>
                  <a:srgbClr val="000000"/>
                </a:solidFill>
                <a:latin typeface="Arial"/>
                <a:ea typeface="Arial"/>
                <a:cs typeface="Arial"/>
              </a:defRPr>
            </a:defPPr>
            <a:lvl1pPr algn="l">
              <a:defRPr sz="1004" b="0">
                <a:solidFill>
                  <a:srgbClr val="000000"/>
                </a:solidFill>
                <a:latin typeface="Arial"/>
                <a:ea typeface="Arial"/>
                <a:cs typeface="Arial"/>
              </a:defRPr>
            </a:lvl1pPr>
            <a:lvl2pPr algn="l">
              <a:defRPr sz="1004" b="0">
                <a:solidFill>
                  <a:srgbClr val="000000"/>
                </a:solidFill>
                <a:latin typeface="Arial"/>
                <a:ea typeface="Arial"/>
                <a:cs typeface="Arial"/>
              </a:defRPr>
            </a:lvl2pPr>
            <a:lvl3pPr algn="l">
              <a:defRPr sz="1004" b="0">
                <a:solidFill>
                  <a:srgbClr val="000000"/>
                </a:solidFill>
                <a:latin typeface="Arial"/>
                <a:ea typeface="Arial"/>
                <a:cs typeface="Arial"/>
              </a:defRPr>
            </a:lvl3pPr>
            <a:lvl4pPr algn="l">
              <a:defRPr sz="1004" b="0">
                <a:solidFill>
                  <a:srgbClr val="000000"/>
                </a:solidFill>
                <a:latin typeface="Arial"/>
                <a:ea typeface="Arial"/>
                <a:cs typeface="Arial"/>
              </a:defRPr>
            </a:lvl4pPr>
            <a:lvl5pPr algn="l">
              <a:defRPr sz="1004" b="0">
                <a:solidFill>
                  <a:srgbClr val="000000"/>
                </a:solidFill>
                <a:latin typeface="Arial"/>
                <a:ea typeface="Arial"/>
                <a:cs typeface="Arial"/>
              </a:defRPr>
            </a:lvl5pPr>
            <a:lvl6pPr algn="l">
              <a:defRPr sz="1004" b="0">
                <a:solidFill>
                  <a:srgbClr val="000000"/>
                </a:solidFill>
                <a:latin typeface="Arial"/>
                <a:ea typeface="Arial"/>
                <a:cs typeface="Arial"/>
              </a:defRPr>
            </a:lvl6pPr>
            <a:lvl7pPr algn="l">
              <a:defRPr sz="1004" b="0">
                <a:solidFill>
                  <a:srgbClr val="000000"/>
                </a:solidFill>
                <a:latin typeface="Arial"/>
                <a:ea typeface="Arial"/>
                <a:cs typeface="Arial"/>
              </a:defRPr>
            </a:lvl7pPr>
            <a:lvl8pPr algn="l">
              <a:defRPr sz="1004" b="0">
                <a:solidFill>
                  <a:srgbClr val="000000"/>
                </a:solidFill>
                <a:latin typeface="Arial"/>
                <a:ea typeface="Arial"/>
                <a:cs typeface="Arial"/>
              </a:defRPr>
            </a:lvl8pPr>
            <a:lvl9pPr algn="l">
              <a:defRPr sz="1004" b="0">
                <a:solidFill>
                  <a:srgbClr val="000000"/>
                </a:solidFill>
                <a:latin typeface="Arial"/>
                <a:ea typeface="Arial"/>
                <a:cs typeface="Arial"/>
              </a:defRPr>
            </a:lvl9pPr>
          </a:lstStyle>
          <a:p>
            <a:pPr algn="l">
              <a:defRPr sz="1004" b="0">
                <a:solidFill>
                  <a:srgbClr val="000000"/>
                </a:solidFill>
                <a:latin typeface="Arial"/>
                <a:ea typeface="Arial"/>
                <a:cs typeface="Arial"/>
              </a:defRPr>
            </a:pPr>
            <a:r>
              <a:rPr sz="1004" b="0">
                <a:solidFill>
                  <a:srgbClr val="000000"/>
                </a:solidFill>
                <a:latin typeface="Arial"/>
                <a:ea typeface="Arial"/>
                <a:cs typeface="Arial"/>
              </a:rPr>
              <a:t>x</a:t>
            </a:r>
          </a:p>
        </p:txBody>
      </p:sp>
      <p:sp>
        <p:nvSpPr>
          <p:cNvPr id="10022" name="Volume label: y">
            <a:extLst>
              <a:ext uri="{FF2B5EF4-FFF2-40B4-BE49-F238E27FC236}">
                <ns2:creationId id="{63711D5F-882A-45FB-B334-F402EEB311DE}"/>
              </a:ext>
            </a:extLst>
          </p:cNvPr>
          <p:cNvSpPr>
            <a:spLocks noGrp="1"/>
          </p:cNvSpPr>
          <p:nvPr/>
        </p:nvSpPr>
        <p:spPr>
          <a:xfrm>
            <a:off x="350109" y="4040687"/>
            <a:ext cx="182217" cy="182217"/>
          </a:xfrm>
          <a:prstGeom prst="rect">
            <a:avLst/>
          </a:prstGeom>
          <a:noFill/>
          <a:ln w="0">
            <a:noFill/>
          </a:ln>
        </p:spPr>
        <p:txBody>
          <a:bodyPr wrap="none" lIns="0" tIns="0" rIns="0" bIns="0" anchor="ctr">
            <a:noAutofit/>
          </a:bodyPr>
          <a:lstStyle>
            <a:defPPr algn="l">
              <a:defRPr sz="1004" b="0">
                <a:solidFill>
                  <a:srgbClr val="000000"/>
                </a:solidFill>
                <a:latin typeface="Arial"/>
                <a:ea typeface="Arial"/>
                <a:cs typeface="Arial"/>
              </a:defRPr>
            </a:defPPr>
            <a:lvl1pPr algn="l">
              <a:defRPr sz="1004" b="0">
                <a:solidFill>
                  <a:srgbClr val="000000"/>
                </a:solidFill>
                <a:latin typeface="Arial"/>
                <a:ea typeface="Arial"/>
                <a:cs typeface="Arial"/>
              </a:defRPr>
            </a:lvl1pPr>
            <a:lvl2pPr algn="l">
              <a:defRPr sz="1004" b="0">
                <a:solidFill>
                  <a:srgbClr val="000000"/>
                </a:solidFill>
                <a:latin typeface="Arial"/>
                <a:ea typeface="Arial"/>
                <a:cs typeface="Arial"/>
              </a:defRPr>
            </a:lvl2pPr>
            <a:lvl3pPr algn="l">
              <a:defRPr sz="1004" b="0">
                <a:solidFill>
                  <a:srgbClr val="000000"/>
                </a:solidFill>
                <a:latin typeface="Arial"/>
                <a:ea typeface="Arial"/>
                <a:cs typeface="Arial"/>
              </a:defRPr>
            </a:lvl3pPr>
            <a:lvl4pPr algn="l">
              <a:defRPr sz="1004" b="0">
                <a:solidFill>
                  <a:srgbClr val="000000"/>
                </a:solidFill>
                <a:latin typeface="Arial"/>
                <a:ea typeface="Arial"/>
                <a:cs typeface="Arial"/>
              </a:defRPr>
            </a:lvl4pPr>
            <a:lvl5pPr algn="l">
              <a:defRPr sz="1004" b="0">
                <a:solidFill>
                  <a:srgbClr val="000000"/>
                </a:solidFill>
                <a:latin typeface="Arial"/>
                <a:ea typeface="Arial"/>
                <a:cs typeface="Arial"/>
              </a:defRPr>
            </a:lvl5pPr>
            <a:lvl6pPr algn="l">
              <a:defRPr sz="1004" b="0">
                <a:solidFill>
                  <a:srgbClr val="000000"/>
                </a:solidFill>
                <a:latin typeface="Arial"/>
                <a:ea typeface="Arial"/>
                <a:cs typeface="Arial"/>
              </a:defRPr>
            </a:lvl6pPr>
            <a:lvl7pPr algn="l">
              <a:defRPr sz="1004" b="0">
                <a:solidFill>
                  <a:srgbClr val="000000"/>
                </a:solidFill>
                <a:latin typeface="Arial"/>
                <a:ea typeface="Arial"/>
                <a:cs typeface="Arial"/>
              </a:defRPr>
            </a:lvl7pPr>
            <a:lvl8pPr algn="l">
              <a:defRPr sz="1004" b="0">
                <a:solidFill>
                  <a:srgbClr val="000000"/>
                </a:solidFill>
                <a:latin typeface="Arial"/>
                <a:ea typeface="Arial"/>
                <a:cs typeface="Arial"/>
              </a:defRPr>
            </a:lvl8pPr>
            <a:lvl9pPr algn="l">
              <a:defRPr sz="1004" b="0">
                <a:solidFill>
                  <a:srgbClr val="000000"/>
                </a:solidFill>
                <a:latin typeface="Arial"/>
                <a:ea typeface="Arial"/>
                <a:cs typeface="Arial"/>
              </a:defRPr>
            </a:lvl9pPr>
          </a:lstStyle>
          <a:p>
            <a:pPr algn="l">
              <a:defRPr sz="1004" b="0">
                <a:solidFill>
                  <a:srgbClr val="000000"/>
                </a:solidFill>
                <a:latin typeface="Arial"/>
                <a:ea typeface="Arial"/>
                <a:cs typeface="Arial"/>
              </a:defRPr>
            </a:pPr>
            <a:r>
              <a:rPr sz="1004" b="0">
                <a:solidFill>
                  <a:srgbClr val="000000"/>
                </a:solidFill>
                <a:latin typeface="Arial"/>
                <a:ea typeface="Arial"/>
                <a:cs typeface="Arial"/>
              </a:rPr>
              <a:t>y</a:t>
            </a:r>
          </a:p>
        </p:txBody>
      </p:sp>
      <p:sp>
        <p:nvSpPr>
          <p:cNvPr id="10023" name="Volume label: z">
            <a:extLst>
              <a:ext uri="{FF2B5EF4-FFF2-40B4-BE49-F238E27FC236}">
                <ns2:creationId id="{CC9336A2-D52B-428F-AE2F-FFF49869A826}"/>
              </a:ext>
            </a:extLst>
          </p:cNvPr>
          <p:cNvSpPr>
            <a:spLocks noGrp="1"/>
          </p:cNvSpPr>
          <p:nvPr/>
        </p:nvSpPr>
        <p:spPr>
          <a:xfrm>
            <a:off x="45621" y="3881022"/>
            <a:ext cx="182217" cy="182217"/>
          </a:xfrm>
          <a:prstGeom prst="rect">
            <a:avLst/>
          </a:prstGeom>
          <a:noFill/>
          <a:ln w="0">
            <a:noFill/>
          </a:ln>
        </p:spPr>
        <p:txBody>
          <a:bodyPr wrap="none" lIns="0" tIns="0" rIns="0" bIns="0" anchor="ctr">
            <a:noAutofit/>
          </a:bodyPr>
          <a:lstStyle>
            <a:defPPr algn="l">
              <a:defRPr sz="1004" b="0">
                <a:solidFill>
                  <a:srgbClr val="000000"/>
                </a:solidFill>
                <a:latin typeface="Arial"/>
                <a:ea typeface="Arial"/>
                <a:cs typeface="Arial"/>
              </a:defRPr>
            </a:defPPr>
            <a:lvl1pPr algn="l">
              <a:defRPr sz="1004" b="0">
                <a:solidFill>
                  <a:srgbClr val="000000"/>
                </a:solidFill>
                <a:latin typeface="Arial"/>
                <a:ea typeface="Arial"/>
                <a:cs typeface="Arial"/>
              </a:defRPr>
            </a:lvl1pPr>
            <a:lvl2pPr algn="l">
              <a:defRPr sz="1004" b="0">
                <a:solidFill>
                  <a:srgbClr val="000000"/>
                </a:solidFill>
                <a:latin typeface="Arial"/>
                <a:ea typeface="Arial"/>
                <a:cs typeface="Arial"/>
              </a:defRPr>
            </a:lvl2pPr>
            <a:lvl3pPr algn="l">
              <a:defRPr sz="1004" b="0">
                <a:solidFill>
                  <a:srgbClr val="000000"/>
                </a:solidFill>
                <a:latin typeface="Arial"/>
                <a:ea typeface="Arial"/>
                <a:cs typeface="Arial"/>
              </a:defRPr>
            </a:lvl3pPr>
            <a:lvl4pPr algn="l">
              <a:defRPr sz="1004" b="0">
                <a:solidFill>
                  <a:srgbClr val="000000"/>
                </a:solidFill>
                <a:latin typeface="Arial"/>
                <a:ea typeface="Arial"/>
                <a:cs typeface="Arial"/>
              </a:defRPr>
            </a:lvl4pPr>
            <a:lvl5pPr algn="l">
              <a:defRPr sz="1004" b="0">
                <a:solidFill>
                  <a:srgbClr val="000000"/>
                </a:solidFill>
                <a:latin typeface="Arial"/>
                <a:ea typeface="Arial"/>
                <a:cs typeface="Arial"/>
              </a:defRPr>
            </a:lvl5pPr>
            <a:lvl6pPr algn="l">
              <a:defRPr sz="1004" b="0">
                <a:solidFill>
                  <a:srgbClr val="000000"/>
                </a:solidFill>
                <a:latin typeface="Arial"/>
                <a:ea typeface="Arial"/>
                <a:cs typeface="Arial"/>
              </a:defRPr>
            </a:lvl6pPr>
            <a:lvl7pPr algn="l">
              <a:defRPr sz="1004" b="0">
                <a:solidFill>
                  <a:srgbClr val="000000"/>
                </a:solidFill>
                <a:latin typeface="Arial"/>
                <a:ea typeface="Arial"/>
                <a:cs typeface="Arial"/>
              </a:defRPr>
            </a:lvl7pPr>
            <a:lvl8pPr algn="l">
              <a:defRPr sz="1004" b="0">
                <a:solidFill>
                  <a:srgbClr val="000000"/>
                </a:solidFill>
                <a:latin typeface="Arial"/>
                <a:ea typeface="Arial"/>
                <a:cs typeface="Arial"/>
              </a:defRPr>
            </a:lvl8pPr>
            <a:lvl9pPr algn="l">
              <a:defRPr sz="1004" b="0">
                <a:solidFill>
                  <a:srgbClr val="000000"/>
                </a:solidFill>
                <a:latin typeface="Arial"/>
                <a:ea typeface="Arial"/>
                <a:cs typeface="Arial"/>
              </a:defRPr>
            </a:lvl9pPr>
          </a:lstStyle>
          <a:p>
            <a:pPr algn="l">
              <a:defRPr sz="1004" b="0">
                <a:solidFill>
                  <a:srgbClr val="000000"/>
                </a:solidFill>
                <a:latin typeface="Arial"/>
                <a:ea typeface="Arial"/>
                <a:cs typeface="Arial"/>
              </a:defRPr>
            </a:pPr>
            <a:r>
              <a:rPr sz="1004" b="0">
                <a:solidFill>
                  <a:srgbClr val="000000"/>
                </a:solidFill>
                <a:latin typeface="Arial"/>
                <a:ea typeface="Arial"/>
                <a:cs typeface="Arial"/>
              </a:rPr>
              <a:t>z</a:t>
            </a:r>
          </a:p>
        </p:txBody>
      </p:sp>
      <p:sp>
        <p:nvSpPr>
          <p:cNvPr id="10024" name="Volume label: f140   t = 1.40">
            <a:extLst>
              <a:ext uri="{FF2B5EF4-FFF2-40B4-BE49-F238E27FC236}">
                <ns2:creationId id="{CDC1BA51-0946-4EB2-ADA9-BFB7A624167A}"/>
              </a:ext>
            </a:extLst>
          </p:cNvPr>
          <p:cNvSpPr>
            <a:spLocks noGrp="1"/>
          </p:cNvSpPr>
          <p:nvPr/>
        </p:nvSpPr>
        <p:spPr>
          <a:xfrm>
            <a:off x="4057650" y="2914650"/>
            <a:ext cx="3771900" cy="218661"/>
          </a:xfrm>
          <a:prstGeom prst="rect">
            <a:avLst/>
          </a:prstGeom>
          <a:noFill/>
          <a:ln w="0">
            <a:noFill/>
          </a:ln>
        </p:spPr>
        <p:txBody>
          <a:bodyPr wrap="none" lIns="0" tIns="0" rIns="0" bIns="0" anchor="ctr">
            <a:noAutofit/>
          </a:bodyPr>
          <a:lstStyle>
            <a:defPPr algn="l">
              <a:defRPr sz="1435" b="1">
                <a:solidFill>
                  <a:srgbClr val="000000"/>
                </a:solidFill>
                <a:latin typeface="Arial"/>
                <a:ea typeface="Arial"/>
                <a:cs typeface="Arial"/>
              </a:defRPr>
            </a:defPPr>
            <a:lvl1pPr algn="l">
              <a:defRPr sz="1435" b="1">
                <a:solidFill>
                  <a:srgbClr val="000000"/>
                </a:solidFill>
                <a:latin typeface="Arial"/>
                <a:ea typeface="Arial"/>
                <a:cs typeface="Arial"/>
              </a:defRPr>
            </a:lvl1pPr>
            <a:lvl2pPr algn="l">
              <a:defRPr sz="1435" b="1">
                <a:solidFill>
                  <a:srgbClr val="000000"/>
                </a:solidFill>
                <a:latin typeface="Arial"/>
                <a:ea typeface="Arial"/>
                <a:cs typeface="Arial"/>
              </a:defRPr>
            </a:lvl2pPr>
            <a:lvl3pPr algn="l">
              <a:defRPr sz="1435" b="1">
                <a:solidFill>
                  <a:srgbClr val="000000"/>
                </a:solidFill>
                <a:latin typeface="Arial"/>
                <a:ea typeface="Arial"/>
                <a:cs typeface="Arial"/>
              </a:defRPr>
            </a:lvl3pPr>
            <a:lvl4pPr algn="l">
              <a:defRPr sz="1435" b="1">
                <a:solidFill>
                  <a:srgbClr val="000000"/>
                </a:solidFill>
                <a:latin typeface="Arial"/>
                <a:ea typeface="Arial"/>
                <a:cs typeface="Arial"/>
              </a:defRPr>
            </a:lvl4pPr>
            <a:lvl5pPr algn="l">
              <a:defRPr sz="1435" b="1">
                <a:solidFill>
                  <a:srgbClr val="000000"/>
                </a:solidFill>
                <a:latin typeface="Arial"/>
                <a:ea typeface="Arial"/>
                <a:cs typeface="Arial"/>
              </a:defRPr>
            </a:lvl5pPr>
            <a:lvl6pPr algn="l">
              <a:defRPr sz="1435" b="1">
                <a:solidFill>
                  <a:srgbClr val="000000"/>
                </a:solidFill>
                <a:latin typeface="Arial"/>
                <a:ea typeface="Arial"/>
                <a:cs typeface="Arial"/>
              </a:defRPr>
            </a:lvl6pPr>
            <a:lvl7pPr algn="l">
              <a:defRPr sz="1435" b="1">
                <a:solidFill>
                  <a:srgbClr val="000000"/>
                </a:solidFill>
                <a:latin typeface="Arial"/>
                <a:ea typeface="Arial"/>
                <a:cs typeface="Arial"/>
              </a:defRPr>
            </a:lvl7pPr>
            <a:lvl8pPr algn="l">
              <a:defRPr sz="1435" b="1">
                <a:solidFill>
                  <a:srgbClr val="000000"/>
                </a:solidFill>
                <a:latin typeface="Arial"/>
                <a:ea typeface="Arial"/>
                <a:cs typeface="Arial"/>
              </a:defRPr>
            </a:lvl8pPr>
            <a:lvl9pPr algn="l">
              <a:defRPr sz="1435" b="1">
                <a:solidFill>
                  <a:srgbClr val="000000"/>
                </a:solidFill>
                <a:latin typeface="Arial"/>
                <a:ea typeface="Arial"/>
                <a:cs typeface="Arial"/>
              </a:defRPr>
            </a:lvl9pPr>
          </a:lstStyle>
          <a:p>
            <a:pPr algn="l">
              <a:defRPr sz="1435" b="1">
                <a:solidFill>
                  <a:srgbClr val="000000"/>
                </a:solidFill>
                <a:latin typeface="Arial"/>
                <a:ea typeface="Arial"/>
                <a:cs typeface="Arial"/>
              </a:defRPr>
            </a:pPr>
            <a:r>
              <a:rPr sz="1435" b="1">
                <a:solidFill>
                  <a:srgbClr val="000000"/>
                </a:solidFill>
                <a:latin typeface="Arial"/>
                <a:ea typeface="Arial"/>
                <a:cs typeface="Arial"/>
              </a:rPr>
              <a:t>Frame 140</a:t>
            </a:r>
          </a:p>
        </p:txBody>
      </p:sp>
      <p:pic>
        <p:nvPicPr>
          <p:cNvPr id="10025" name="">
            <a:extLst>
              <a:ext uri="{FF2B5EF4-FFF2-40B4-BE49-F238E27FC236}">
                <ns2:creationId id="{9BFD9306-FF12-47C2-A85E-699ED4213C9E}"/>
              </a:ext>
            </a:extLst>
          </p:cNvPr>
          <p:cNvPicPr>
            <a:picLocks noChangeAspect="1"/>
          </p:cNvPicPr>
          <p:nvPr/>
        </p:nvPicPr>
        <p:blipFill>
          <a:blip ns3:embed="FrameView_R83e1c010b825496c"/>
          <a:stretch/>
        </p:blipFill>
        <p:spPr>
          <a:xfrm>
            <a:off x="4057650" y="3169754"/>
            <a:ext cx="3771900" cy="1374648"/>
          </a:xfrm>
          <a:prstGeom prst="rect">
            <a:avLst/>
          </a:prstGeom>
        </p:spPr>
      </p:pic>
      <p:sp>
        <p:nvSpPr>
          <p:cNvPr id="10026" name="Domain frame f140: corner 0-1">
            <a:extLst>
              <a:ext uri="{FF2B5EF4-FFF2-40B4-BE49-F238E27FC236}">
                <ns2:creationId id="{A6450AE9-8DC9-4580-9FD9-4841FA7B1986}"/>
              </a:ext>
            </a:extLst>
          </p:cNvPr>
          <p:cNvSpPr>
            <a:spLocks noGrp="1"/>
          </p:cNvSpPr>
          <p:nvPr/>
        </p:nvSpPr>
        <p:spPr>
          <a:xfrm>
            <a:off x="4133088" y="3622784"/>
            <a:ext cx="91" cy="625805"/>
          </a:xfrm>
          <a:custGeom>
            <a:pathLst>
              <a:path w="95" h="654251">
                <a:moveTo>
                  <a:pt x="0" y="654251"/>
                </a:moveTo>
                <a:lnTo>
                  <a:pt x="0" y="0"/>
                </a:lnTo>
              </a:path>
            </a:pathLst>
          </a:custGeom>
          <a:noFill/>
          <a:ln w="10478">
            <a:solidFill>
              <a:srgbClr val="7B8790"/>
            </a:solidFill>
            <a:prstDash val="solid"/>
          </a:ln>
        </p:spPr>
      </p:sp>
      <p:sp>
        <p:nvSpPr>
          <p:cNvPr id="10027" name="Domain frame f140: corner 0-2">
            <a:extLst>
              <a:ext uri="{FF2B5EF4-FFF2-40B4-BE49-F238E27FC236}">
                <ns2:creationId id="{BAB0D9B3-3069-488D-867F-2F175B113126}"/>
              </a:ext>
            </a:extLst>
          </p:cNvPr>
          <p:cNvSpPr>
            <a:spLocks noGrp="1"/>
          </p:cNvSpPr>
          <p:nvPr/>
        </p:nvSpPr>
        <p:spPr>
          <a:xfrm>
            <a:off x="4133088" y="3905670"/>
            <a:ext cx="590756" cy="342920"/>
          </a:xfrm>
          <a:custGeom>
            <a:pathLst>
              <a:path w="617609" h="358507">
                <a:moveTo>
                  <a:pt x="0" y="358507"/>
                </a:moveTo>
                <a:lnTo>
                  <a:pt x="617609" y="0"/>
                </a:lnTo>
              </a:path>
            </a:pathLst>
          </a:custGeom>
          <a:noFill/>
          <a:ln w="10478">
            <a:solidFill>
              <a:srgbClr val="B3BDC4"/>
            </a:solidFill>
            <a:prstDash val="dash"/>
          </a:ln>
        </p:spPr>
      </p:sp>
      <p:sp>
        <p:nvSpPr>
          <p:cNvPr id="10028" name="Domain frame f140: corner 0-4">
            <a:extLst>
              <a:ext uri="{FF2B5EF4-FFF2-40B4-BE49-F238E27FC236}">
                <ns2:creationId id="{AF369697-DC8D-4FDB-911C-BFD6F7613A12}"/>
              </a:ext>
            </a:extLst>
          </p:cNvPr>
          <p:cNvSpPr>
            <a:spLocks noGrp="1"/>
          </p:cNvSpPr>
          <p:nvPr/>
        </p:nvSpPr>
        <p:spPr>
          <a:xfrm>
            <a:off x="4133088" y="4248589"/>
            <a:ext cx="3030268" cy="185702"/>
          </a:xfrm>
          <a:custGeom>
            <a:pathLst>
              <a:path w="3168007" h="194143">
                <a:moveTo>
                  <a:pt x="0" y="0"/>
                </a:moveTo>
                <a:lnTo>
                  <a:pt x="3168007" y="194143"/>
                </a:lnTo>
              </a:path>
            </a:pathLst>
          </a:custGeom>
          <a:noFill/>
          <a:ln w="10478">
            <a:solidFill>
              <a:srgbClr val="7B8790"/>
            </a:solidFill>
            <a:prstDash val="solid"/>
          </a:ln>
        </p:spPr>
      </p:sp>
      <p:sp>
        <p:nvSpPr>
          <p:cNvPr id="10029" name="Domain frame f140: corner 1-3">
            <a:extLst>
              <a:ext uri="{FF2B5EF4-FFF2-40B4-BE49-F238E27FC236}">
                <ns2:creationId id="{ADCDFDED-3C87-4B45-B1BD-2CE68DA94A46}"/>
              </a:ext>
            </a:extLst>
          </p:cNvPr>
          <p:cNvSpPr>
            <a:spLocks noGrp="1"/>
          </p:cNvSpPr>
          <p:nvPr/>
        </p:nvSpPr>
        <p:spPr>
          <a:xfrm>
            <a:off x="4133088" y="3279864"/>
            <a:ext cx="590756" cy="342920"/>
          </a:xfrm>
          <a:custGeom>
            <a:pathLst>
              <a:path w="617609" h="358507">
                <a:moveTo>
                  <a:pt x="0" y="358507"/>
                </a:moveTo>
                <a:lnTo>
                  <a:pt x="617609" y="0"/>
                </a:lnTo>
              </a:path>
            </a:pathLst>
          </a:custGeom>
          <a:noFill/>
          <a:ln w="10478">
            <a:solidFill>
              <a:srgbClr val="7B8790"/>
            </a:solidFill>
            <a:prstDash val="solid"/>
          </a:ln>
        </p:spPr>
      </p:sp>
      <p:sp>
        <p:nvSpPr>
          <p:cNvPr id="10030" name="Domain frame f140: corner 1-5">
            <a:extLst>
              <a:ext uri="{FF2B5EF4-FFF2-40B4-BE49-F238E27FC236}">
                <ns2:creationId id="{5675DB19-793E-4C58-A182-FEA6BE8CA5FE}"/>
              </a:ext>
            </a:extLst>
          </p:cNvPr>
          <p:cNvSpPr>
            <a:spLocks noGrp="1"/>
          </p:cNvSpPr>
          <p:nvPr/>
        </p:nvSpPr>
        <p:spPr>
          <a:xfrm>
            <a:off x="4133088" y="3622784"/>
            <a:ext cx="3030268" cy="185702"/>
          </a:xfrm>
          <a:custGeom>
            <a:pathLst>
              <a:path w="3168007" h="194143">
                <a:moveTo>
                  <a:pt x="0" y="0"/>
                </a:moveTo>
                <a:lnTo>
                  <a:pt x="3168007" y="194143"/>
                </a:lnTo>
              </a:path>
            </a:pathLst>
          </a:custGeom>
          <a:noFill/>
          <a:ln w="10478">
            <a:solidFill>
              <a:srgbClr val="7B8790"/>
            </a:solidFill>
            <a:prstDash val="solid"/>
          </a:ln>
        </p:spPr>
      </p:sp>
      <p:sp>
        <p:nvSpPr>
          <p:cNvPr id="10031" name="Domain frame f140: corner 2-3">
            <a:extLst>
              <a:ext uri="{FF2B5EF4-FFF2-40B4-BE49-F238E27FC236}">
                <ns2:creationId id="{F67E2609-F2BE-4908-BDE1-4014D42587A6}"/>
              </a:ext>
            </a:extLst>
          </p:cNvPr>
          <p:cNvSpPr>
            <a:spLocks noGrp="1"/>
          </p:cNvSpPr>
          <p:nvPr/>
        </p:nvSpPr>
        <p:spPr>
          <a:xfrm>
            <a:off x="4723844" y="3279864"/>
            <a:ext cx="91" cy="625805"/>
          </a:xfrm>
          <a:custGeom>
            <a:pathLst>
              <a:path w="95" h="654251">
                <a:moveTo>
                  <a:pt x="0" y="654251"/>
                </a:moveTo>
                <a:lnTo>
                  <a:pt x="0" y="0"/>
                </a:lnTo>
              </a:path>
            </a:pathLst>
          </a:custGeom>
          <a:noFill/>
          <a:ln w="10478">
            <a:solidFill>
              <a:srgbClr val="B3BDC4"/>
            </a:solidFill>
            <a:prstDash val="dash"/>
          </a:ln>
        </p:spPr>
      </p:sp>
      <p:sp>
        <p:nvSpPr>
          <p:cNvPr id="10032" name="Domain frame f140: corner 2-6">
            <a:extLst>
              <a:ext uri="{FF2B5EF4-FFF2-40B4-BE49-F238E27FC236}">
                <ns2:creationId id="{C82A9903-F8A4-4BE4-85C1-3D90718CFDC1}"/>
              </a:ext>
            </a:extLst>
          </p:cNvPr>
          <p:cNvSpPr>
            <a:spLocks noGrp="1"/>
          </p:cNvSpPr>
          <p:nvPr/>
        </p:nvSpPr>
        <p:spPr>
          <a:xfrm>
            <a:off x="4723844" y="3905670"/>
            <a:ext cx="3030268" cy="185702"/>
          </a:xfrm>
          <a:custGeom>
            <a:pathLst>
              <a:path w="3168007" h="194143">
                <a:moveTo>
                  <a:pt x="0" y="0"/>
                </a:moveTo>
                <a:lnTo>
                  <a:pt x="3168007" y="194143"/>
                </a:lnTo>
              </a:path>
            </a:pathLst>
          </a:custGeom>
          <a:noFill/>
          <a:ln w="10478">
            <a:solidFill>
              <a:srgbClr val="B3BDC4"/>
            </a:solidFill>
            <a:prstDash val="dash"/>
          </a:ln>
        </p:spPr>
      </p:sp>
      <p:sp>
        <p:nvSpPr>
          <p:cNvPr id="10033" name="Domain frame f140: corner 3-7">
            <a:extLst>
              <a:ext uri="{FF2B5EF4-FFF2-40B4-BE49-F238E27FC236}">
                <ns2:creationId id="{6BE832A8-0151-40F5-876E-F943356D1F3C}"/>
              </a:ext>
            </a:extLst>
          </p:cNvPr>
          <p:cNvSpPr>
            <a:spLocks noGrp="1"/>
          </p:cNvSpPr>
          <p:nvPr/>
        </p:nvSpPr>
        <p:spPr>
          <a:xfrm>
            <a:off x="4723844" y="3279864"/>
            <a:ext cx="3030268" cy="185702"/>
          </a:xfrm>
          <a:custGeom>
            <a:pathLst>
              <a:path w="3168007" h="194143">
                <a:moveTo>
                  <a:pt x="0" y="0"/>
                </a:moveTo>
                <a:lnTo>
                  <a:pt x="3168007" y="194143"/>
                </a:lnTo>
              </a:path>
            </a:pathLst>
          </a:custGeom>
          <a:noFill/>
          <a:ln w="10478">
            <a:solidFill>
              <a:srgbClr val="7B8790"/>
            </a:solidFill>
            <a:prstDash val="solid"/>
          </a:ln>
        </p:spPr>
      </p:sp>
      <p:sp>
        <p:nvSpPr>
          <p:cNvPr id="10034" name="Domain frame f140: corner 4-5">
            <a:extLst>
              <a:ext uri="{FF2B5EF4-FFF2-40B4-BE49-F238E27FC236}">
                <ns2:creationId id="{1974CBB3-9DCF-4B3B-8559-045978DBB7F1}"/>
              </a:ext>
            </a:extLst>
          </p:cNvPr>
          <p:cNvSpPr>
            <a:spLocks noGrp="1"/>
          </p:cNvSpPr>
          <p:nvPr/>
        </p:nvSpPr>
        <p:spPr>
          <a:xfrm>
            <a:off x="7163356" y="3808487"/>
            <a:ext cx="91" cy="625805"/>
          </a:xfrm>
          <a:custGeom>
            <a:pathLst>
              <a:path w="95" h="654251">
                <a:moveTo>
                  <a:pt x="0" y="654251"/>
                </a:moveTo>
                <a:lnTo>
                  <a:pt x="0" y="0"/>
                </a:lnTo>
              </a:path>
            </a:pathLst>
          </a:custGeom>
          <a:noFill/>
          <a:ln w="10478">
            <a:solidFill>
              <a:srgbClr val="7B8790"/>
            </a:solidFill>
            <a:prstDash val="solid"/>
          </a:ln>
        </p:spPr>
      </p:sp>
      <p:sp>
        <p:nvSpPr>
          <p:cNvPr id="10035" name="Domain frame f140: corner 4-6">
            <a:extLst>
              <a:ext uri="{FF2B5EF4-FFF2-40B4-BE49-F238E27FC236}">
                <ns2:creationId id="{3974FFAD-B76B-4C4E-8418-CF79527C9274}"/>
              </a:ext>
            </a:extLst>
          </p:cNvPr>
          <p:cNvSpPr>
            <a:spLocks noGrp="1"/>
          </p:cNvSpPr>
          <p:nvPr/>
        </p:nvSpPr>
        <p:spPr>
          <a:xfrm>
            <a:off x="7163356" y="4091373"/>
            <a:ext cx="590756" cy="342920"/>
          </a:xfrm>
          <a:custGeom>
            <a:pathLst>
              <a:path w="617609" h="358507">
                <a:moveTo>
                  <a:pt x="0" y="358507"/>
                </a:moveTo>
                <a:lnTo>
                  <a:pt x="617609" y="0"/>
                </a:lnTo>
              </a:path>
            </a:pathLst>
          </a:custGeom>
          <a:noFill/>
          <a:ln w="10478">
            <a:solidFill>
              <a:srgbClr val="7B8790"/>
            </a:solidFill>
            <a:prstDash val="solid"/>
          </a:ln>
        </p:spPr>
      </p:sp>
      <p:sp>
        <p:nvSpPr>
          <p:cNvPr id="10036" name="Domain frame f140: corner 5-7">
            <a:extLst>
              <a:ext uri="{FF2B5EF4-FFF2-40B4-BE49-F238E27FC236}">
                <ns2:creationId id="{D897732C-785A-41EF-8E0C-607933BA1EC4}"/>
              </a:ext>
            </a:extLst>
          </p:cNvPr>
          <p:cNvSpPr>
            <a:spLocks noGrp="1"/>
          </p:cNvSpPr>
          <p:nvPr/>
        </p:nvSpPr>
        <p:spPr>
          <a:xfrm>
            <a:off x="7163356" y="3465567"/>
            <a:ext cx="590756" cy="342920"/>
          </a:xfrm>
          <a:custGeom>
            <a:pathLst>
              <a:path w="617609" h="358507">
                <a:moveTo>
                  <a:pt x="0" y="358507"/>
                </a:moveTo>
                <a:lnTo>
                  <a:pt x="617609" y="0"/>
                </a:lnTo>
              </a:path>
            </a:pathLst>
          </a:custGeom>
          <a:noFill/>
          <a:ln w="10478">
            <a:solidFill>
              <a:srgbClr val="7B8790"/>
            </a:solidFill>
            <a:prstDash val="solid"/>
          </a:ln>
        </p:spPr>
      </p:sp>
      <p:sp>
        <p:nvSpPr>
          <p:cNvPr id="10037" name="Domain frame f140: corner 6-7">
            <a:extLst>
              <a:ext uri="{FF2B5EF4-FFF2-40B4-BE49-F238E27FC236}">
                <ns2:creationId id="{A6E0719B-B444-42CD-86DB-96AD6D870530}"/>
              </a:ext>
            </a:extLst>
          </p:cNvPr>
          <p:cNvSpPr>
            <a:spLocks noGrp="1"/>
          </p:cNvSpPr>
          <p:nvPr/>
        </p:nvSpPr>
        <p:spPr>
          <a:xfrm>
            <a:off x="7754112" y="3465567"/>
            <a:ext cx="91" cy="625805"/>
          </a:xfrm>
          <a:custGeom>
            <a:pathLst>
              <a:path w="95" h="654251">
                <a:moveTo>
                  <a:pt x="0" y="654251"/>
                </a:moveTo>
                <a:lnTo>
                  <a:pt x="0" y="0"/>
                </a:lnTo>
              </a:path>
            </a:pathLst>
          </a:custGeom>
          <a:noFill/>
          <a:ln w="10478">
            <a:solidFill>
              <a:srgbClr val="7B8790"/>
            </a:solidFill>
            <a:prstDash val="solid"/>
          </a:ln>
        </p:spPr>
      </p:sp>
      <p:sp>
        <p:nvSpPr>
          <p:cNvPr id="10038" name="Exact 3D extremum A, track 432, f140">
            <a:extLst>
              <a:ext uri="{FF2B5EF4-FFF2-40B4-BE49-F238E27FC236}">
                <ns2:creationId id="{C66DEFCB-C208-412B-B5FA-1C915D7CBFA3}"/>
              </a:ext>
            </a:extLst>
          </p:cNvPr>
          <p:cNvSpPr>
            <a:spLocks noGrp="1"/>
          </p:cNvSpPr>
          <p:nvPr/>
        </p:nvSpPr>
        <p:spPr>
          <a:xfrm>
            <a:off x="5104397" y="3975035"/>
            <a:ext cx="78353" cy="78353"/>
          </a:xfrm>
          <a:prstGeom prst="ellipse">
            <a:avLst/>
          </a:prstGeom>
          <a:solidFill>
            <a:srgbClr val="FFFFFF"/>
          </a:solidFill>
          <a:ln w="16400">
            <a:solidFill>
              <a:srgbClr val="0072B2"/>
            </a:solidFill>
          </a:ln>
        </p:spPr>
      </p:sp>
      <p:sp>
        <p:nvSpPr>
          <p:cNvPr id="10039" name="Volume label: A">
            <a:extLst>
              <a:ext uri="{FF2B5EF4-FFF2-40B4-BE49-F238E27FC236}">
                <ns2:creationId id="{DCF3FED9-7685-41FF-9A63-322CA4CA9DFE}"/>
              </a:ext>
            </a:extLst>
          </p:cNvPr>
          <p:cNvSpPr>
            <a:spLocks noGrp="1"/>
          </p:cNvSpPr>
          <p:nvPr/>
        </p:nvSpPr>
        <p:spPr>
          <a:xfrm>
            <a:off x="5216460" y="3795550"/>
            <a:ext cx="255104" cy="227772"/>
          </a:xfrm>
          <a:prstGeom prst="rect">
            <a:avLst/>
          </a:prstGeom>
          <a:noFill/>
          <a:ln w="0">
            <a:noFill/>
          </a:ln>
        </p:spPr>
        <p:txBody>
          <a:bodyPr wrap="none" lIns="0" tIns="0" rIns="0" bIns="0" anchor="ctr">
            <a:noAutofit/>
          </a:bodyPr>
          <a:lstStyle>
            <a:defPPr algn="l">
              <a:defRPr sz="1291" b="1">
                <a:solidFill>
                  <a:srgbClr val="0072B2"/>
                </a:solidFill>
                <a:latin typeface="Arial"/>
                <a:ea typeface="Arial"/>
                <a:cs typeface="Arial"/>
              </a:defRPr>
            </a:defPPr>
            <a:lvl1pPr algn="l">
              <a:defRPr sz="1291" b="1">
                <a:solidFill>
                  <a:srgbClr val="0072B2"/>
                </a:solidFill>
                <a:latin typeface="Arial"/>
                <a:ea typeface="Arial"/>
                <a:cs typeface="Arial"/>
              </a:defRPr>
            </a:lvl1pPr>
            <a:lvl2pPr algn="l">
              <a:defRPr sz="1291" b="1">
                <a:solidFill>
                  <a:srgbClr val="0072B2"/>
                </a:solidFill>
                <a:latin typeface="Arial"/>
                <a:ea typeface="Arial"/>
                <a:cs typeface="Arial"/>
              </a:defRPr>
            </a:lvl2pPr>
            <a:lvl3pPr algn="l">
              <a:defRPr sz="1291" b="1">
                <a:solidFill>
                  <a:srgbClr val="0072B2"/>
                </a:solidFill>
                <a:latin typeface="Arial"/>
                <a:ea typeface="Arial"/>
                <a:cs typeface="Arial"/>
              </a:defRPr>
            </a:lvl3pPr>
            <a:lvl4pPr algn="l">
              <a:defRPr sz="1291" b="1">
                <a:solidFill>
                  <a:srgbClr val="0072B2"/>
                </a:solidFill>
                <a:latin typeface="Arial"/>
                <a:ea typeface="Arial"/>
                <a:cs typeface="Arial"/>
              </a:defRPr>
            </a:lvl4pPr>
            <a:lvl5pPr algn="l">
              <a:defRPr sz="1291" b="1">
                <a:solidFill>
                  <a:srgbClr val="0072B2"/>
                </a:solidFill>
                <a:latin typeface="Arial"/>
                <a:ea typeface="Arial"/>
                <a:cs typeface="Arial"/>
              </a:defRPr>
            </a:lvl5pPr>
            <a:lvl6pPr algn="l">
              <a:defRPr sz="1291" b="1">
                <a:solidFill>
                  <a:srgbClr val="0072B2"/>
                </a:solidFill>
                <a:latin typeface="Arial"/>
                <a:ea typeface="Arial"/>
                <a:cs typeface="Arial"/>
              </a:defRPr>
            </a:lvl6pPr>
            <a:lvl7pPr algn="l">
              <a:defRPr sz="1291" b="1">
                <a:solidFill>
                  <a:srgbClr val="0072B2"/>
                </a:solidFill>
                <a:latin typeface="Arial"/>
                <a:ea typeface="Arial"/>
                <a:cs typeface="Arial"/>
              </a:defRPr>
            </a:lvl7pPr>
            <a:lvl8pPr algn="l">
              <a:defRPr sz="1291" b="1">
                <a:solidFill>
                  <a:srgbClr val="0072B2"/>
                </a:solidFill>
                <a:latin typeface="Arial"/>
                <a:ea typeface="Arial"/>
                <a:cs typeface="Arial"/>
              </a:defRPr>
            </a:lvl8pPr>
            <a:lvl9pPr algn="l">
              <a:defRPr sz="1291" b="1">
                <a:solidFill>
                  <a:srgbClr val="0072B2"/>
                </a:solidFill>
                <a:latin typeface="Arial"/>
                <a:ea typeface="Arial"/>
                <a:cs typeface="Arial"/>
              </a:defRPr>
            </a:lvl9pPr>
          </a:lstStyle>
          <a:p>
            <a:pPr algn="l">
              <a:defRPr sz="1291" b="1">
                <a:solidFill>
                  <a:srgbClr val="0072B2"/>
                </a:solidFill>
                <a:latin typeface="Arial"/>
                <a:ea typeface="Arial"/>
                <a:cs typeface="Arial"/>
              </a:defRPr>
            </a:pPr>
            <a:r>
              <a:rPr sz="1291" b="1">
                <a:solidFill>
                  <a:srgbClr val="0072B2"/>
                </a:solidFill>
                <a:latin typeface="Arial"/>
                <a:ea typeface="Arial"/>
                <a:cs typeface="Arial"/>
              </a:rPr>
              <a:t>A</a:t>
            </a:r>
          </a:p>
        </p:txBody>
      </p:sp>
      <p:sp>
        <p:nvSpPr>
          <p:cNvPr id="10040" name="Exact 3D extremum B, track 462, f140">
            <a:extLst>
              <a:ext uri="{FF2B5EF4-FFF2-40B4-BE49-F238E27FC236}">
                <ns2:creationId id="{696DEA51-9559-4676-BCA3-747AE05BCAF8}"/>
              </a:ext>
            </a:extLst>
          </p:cNvPr>
          <p:cNvSpPr>
            <a:spLocks noGrp="1"/>
          </p:cNvSpPr>
          <p:nvPr/>
        </p:nvSpPr>
        <p:spPr>
          <a:xfrm>
            <a:off x="6213022" y="4178959"/>
            <a:ext cx="78353" cy="78353"/>
          </a:xfrm>
          <a:prstGeom prst="ellipse">
            <a:avLst/>
          </a:prstGeom>
          <a:solidFill>
            <a:srgbClr val="FFFFFF"/>
          </a:solidFill>
          <a:ln w="16400">
            <a:solidFill>
              <a:srgbClr val="D55E00"/>
            </a:solidFill>
          </a:ln>
        </p:spPr>
      </p:sp>
      <p:sp>
        <p:nvSpPr>
          <p:cNvPr id="10041" name="Volume label: B">
            <a:extLst>
              <a:ext uri="{FF2B5EF4-FFF2-40B4-BE49-F238E27FC236}">
                <ns2:creationId id="{BBF2719A-02C9-44CB-82B3-969323CFA387}"/>
              </a:ext>
            </a:extLst>
          </p:cNvPr>
          <p:cNvSpPr>
            <a:spLocks noGrp="1"/>
          </p:cNvSpPr>
          <p:nvPr/>
        </p:nvSpPr>
        <p:spPr>
          <a:xfrm>
            <a:off x="6325085" y="3999476"/>
            <a:ext cx="255104" cy="227772"/>
          </a:xfrm>
          <a:prstGeom prst="rect">
            <a:avLst/>
          </a:prstGeom>
          <a:noFill/>
          <a:ln w="0">
            <a:noFill/>
          </a:ln>
        </p:spPr>
        <p:txBody>
          <a:bodyPr wrap="none" lIns="0" tIns="0" rIns="0" bIns="0" anchor="ctr">
            <a:noAutofit/>
          </a:bodyPr>
          <a:lstStyle>
            <a:defPPr algn="l">
              <a:defRPr sz="1291" b="1">
                <a:solidFill>
                  <a:srgbClr val="D55E00"/>
                </a:solidFill>
                <a:latin typeface="Arial"/>
                <a:ea typeface="Arial"/>
                <a:cs typeface="Arial"/>
              </a:defRPr>
            </a:defPPr>
            <a:lvl1pPr algn="l">
              <a:defRPr sz="1291" b="1">
                <a:solidFill>
                  <a:srgbClr val="D55E00"/>
                </a:solidFill>
                <a:latin typeface="Arial"/>
                <a:ea typeface="Arial"/>
                <a:cs typeface="Arial"/>
              </a:defRPr>
            </a:lvl1pPr>
            <a:lvl2pPr algn="l">
              <a:defRPr sz="1291" b="1">
                <a:solidFill>
                  <a:srgbClr val="D55E00"/>
                </a:solidFill>
                <a:latin typeface="Arial"/>
                <a:ea typeface="Arial"/>
                <a:cs typeface="Arial"/>
              </a:defRPr>
            </a:lvl2pPr>
            <a:lvl3pPr algn="l">
              <a:defRPr sz="1291" b="1">
                <a:solidFill>
                  <a:srgbClr val="D55E00"/>
                </a:solidFill>
                <a:latin typeface="Arial"/>
                <a:ea typeface="Arial"/>
                <a:cs typeface="Arial"/>
              </a:defRPr>
            </a:lvl3pPr>
            <a:lvl4pPr algn="l">
              <a:defRPr sz="1291" b="1">
                <a:solidFill>
                  <a:srgbClr val="D55E00"/>
                </a:solidFill>
                <a:latin typeface="Arial"/>
                <a:ea typeface="Arial"/>
                <a:cs typeface="Arial"/>
              </a:defRPr>
            </a:lvl4pPr>
            <a:lvl5pPr algn="l">
              <a:defRPr sz="1291" b="1">
                <a:solidFill>
                  <a:srgbClr val="D55E00"/>
                </a:solidFill>
                <a:latin typeface="Arial"/>
                <a:ea typeface="Arial"/>
                <a:cs typeface="Arial"/>
              </a:defRPr>
            </a:lvl5pPr>
            <a:lvl6pPr algn="l">
              <a:defRPr sz="1291" b="1">
                <a:solidFill>
                  <a:srgbClr val="D55E00"/>
                </a:solidFill>
                <a:latin typeface="Arial"/>
                <a:ea typeface="Arial"/>
                <a:cs typeface="Arial"/>
              </a:defRPr>
            </a:lvl6pPr>
            <a:lvl7pPr algn="l">
              <a:defRPr sz="1291" b="1">
                <a:solidFill>
                  <a:srgbClr val="D55E00"/>
                </a:solidFill>
                <a:latin typeface="Arial"/>
                <a:ea typeface="Arial"/>
                <a:cs typeface="Arial"/>
              </a:defRPr>
            </a:lvl7pPr>
            <a:lvl8pPr algn="l">
              <a:defRPr sz="1291" b="1">
                <a:solidFill>
                  <a:srgbClr val="D55E00"/>
                </a:solidFill>
                <a:latin typeface="Arial"/>
                <a:ea typeface="Arial"/>
                <a:cs typeface="Arial"/>
              </a:defRPr>
            </a:lvl8pPr>
            <a:lvl9pPr algn="l">
              <a:defRPr sz="1291" b="1">
                <a:solidFill>
                  <a:srgbClr val="D55E00"/>
                </a:solidFill>
                <a:latin typeface="Arial"/>
                <a:ea typeface="Arial"/>
                <a:cs typeface="Arial"/>
              </a:defRPr>
            </a:lvl9pPr>
          </a:lstStyle>
          <a:p>
            <a:pPr algn="l">
              <a:defRPr sz="1291" b="1">
                <a:solidFill>
                  <a:srgbClr val="D55E00"/>
                </a:solidFill>
                <a:latin typeface="Arial"/>
                <a:ea typeface="Arial"/>
                <a:cs typeface="Arial"/>
              </a:defRPr>
            </a:pPr>
            <a:r>
              <a:rPr sz="1291" b="1">
                <a:solidFill>
                  <a:srgbClr val="D55E00"/>
                </a:solidFill>
                <a:latin typeface="Arial"/>
                <a:ea typeface="Arial"/>
                <a:cs typeface="Arial"/>
              </a:rPr>
              <a:t>B</a:t>
            </a:r>
          </a:p>
        </p:txBody>
      </p:sp>
      <p:sp>
        <p:nvSpPr>
          <p:cNvPr id="10042" name="Exact 3D extremum C, track 388, f140">
            <a:extLst>
              <a:ext uri="{FF2B5EF4-FFF2-40B4-BE49-F238E27FC236}">
                <ns2:creationId id="{F2E2E272-4DCF-481D-B589-3F7B509C53E2}"/>
              </a:ext>
            </a:extLst>
          </p:cNvPr>
          <p:cNvSpPr>
            <a:spLocks noGrp="1"/>
          </p:cNvSpPr>
          <p:nvPr/>
        </p:nvSpPr>
        <p:spPr>
          <a:xfrm>
            <a:off x="6954778" y="3930075"/>
            <a:ext cx="78353" cy="78353"/>
          </a:xfrm>
          <a:prstGeom prst="ellipse">
            <a:avLst/>
          </a:prstGeom>
          <a:solidFill>
            <a:srgbClr val="FFFFFF"/>
          </a:solidFill>
          <a:ln w="16400">
            <a:solidFill>
              <a:srgbClr val="009E73"/>
            </a:solidFill>
          </a:ln>
        </p:spPr>
      </p:sp>
      <p:sp>
        <p:nvSpPr>
          <p:cNvPr id="10043" name="Volume label: C">
            <a:extLst>
              <a:ext uri="{FF2B5EF4-FFF2-40B4-BE49-F238E27FC236}">
                <ns2:creationId id="{E76031F2-C594-40E0-A3DE-46AA0B72C020}"/>
              </a:ext>
            </a:extLst>
          </p:cNvPr>
          <p:cNvSpPr>
            <a:spLocks noGrp="1"/>
          </p:cNvSpPr>
          <p:nvPr/>
        </p:nvSpPr>
        <p:spPr>
          <a:xfrm>
            <a:off x="7066843" y="3750591"/>
            <a:ext cx="255104" cy="227772"/>
          </a:xfrm>
          <a:prstGeom prst="rect">
            <a:avLst/>
          </a:prstGeom>
          <a:noFill/>
          <a:ln w="0">
            <a:noFill/>
          </a:ln>
        </p:spPr>
        <p:txBody>
          <a:bodyPr wrap="none" lIns="0" tIns="0" rIns="0" bIns="0" anchor="ctr">
            <a:noAutofit/>
          </a:bodyPr>
          <a:lstStyle>
            <a:defPPr algn="l">
              <a:defRPr sz="1291" b="1">
                <a:solidFill>
                  <a:srgbClr val="009E73"/>
                </a:solidFill>
                <a:latin typeface="Arial"/>
                <a:ea typeface="Arial"/>
                <a:cs typeface="Arial"/>
              </a:defRPr>
            </a:defPPr>
            <a:lvl1pPr algn="l">
              <a:defRPr sz="1291" b="1">
                <a:solidFill>
                  <a:srgbClr val="009E73"/>
                </a:solidFill>
                <a:latin typeface="Arial"/>
                <a:ea typeface="Arial"/>
                <a:cs typeface="Arial"/>
              </a:defRPr>
            </a:lvl1pPr>
            <a:lvl2pPr algn="l">
              <a:defRPr sz="1291" b="1">
                <a:solidFill>
                  <a:srgbClr val="009E73"/>
                </a:solidFill>
                <a:latin typeface="Arial"/>
                <a:ea typeface="Arial"/>
                <a:cs typeface="Arial"/>
              </a:defRPr>
            </a:lvl2pPr>
            <a:lvl3pPr algn="l">
              <a:defRPr sz="1291" b="1">
                <a:solidFill>
                  <a:srgbClr val="009E73"/>
                </a:solidFill>
                <a:latin typeface="Arial"/>
                <a:ea typeface="Arial"/>
                <a:cs typeface="Arial"/>
              </a:defRPr>
            </a:lvl3pPr>
            <a:lvl4pPr algn="l">
              <a:defRPr sz="1291" b="1">
                <a:solidFill>
                  <a:srgbClr val="009E73"/>
                </a:solidFill>
                <a:latin typeface="Arial"/>
                <a:ea typeface="Arial"/>
                <a:cs typeface="Arial"/>
              </a:defRPr>
            </a:lvl4pPr>
            <a:lvl5pPr algn="l">
              <a:defRPr sz="1291" b="1">
                <a:solidFill>
                  <a:srgbClr val="009E73"/>
                </a:solidFill>
                <a:latin typeface="Arial"/>
                <a:ea typeface="Arial"/>
                <a:cs typeface="Arial"/>
              </a:defRPr>
            </a:lvl5pPr>
            <a:lvl6pPr algn="l">
              <a:defRPr sz="1291" b="1">
                <a:solidFill>
                  <a:srgbClr val="009E73"/>
                </a:solidFill>
                <a:latin typeface="Arial"/>
                <a:ea typeface="Arial"/>
                <a:cs typeface="Arial"/>
              </a:defRPr>
            </a:lvl6pPr>
            <a:lvl7pPr algn="l">
              <a:defRPr sz="1291" b="1">
                <a:solidFill>
                  <a:srgbClr val="009E73"/>
                </a:solidFill>
                <a:latin typeface="Arial"/>
                <a:ea typeface="Arial"/>
                <a:cs typeface="Arial"/>
              </a:defRPr>
            </a:lvl7pPr>
            <a:lvl8pPr algn="l">
              <a:defRPr sz="1291" b="1">
                <a:solidFill>
                  <a:srgbClr val="009E73"/>
                </a:solidFill>
                <a:latin typeface="Arial"/>
                <a:ea typeface="Arial"/>
                <a:cs typeface="Arial"/>
              </a:defRPr>
            </a:lvl8pPr>
            <a:lvl9pPr algn="l">
              <a:defRPr sz="1291" b="1">
                <a:solidFill>
                  <a:srgbClr val="009E73"/>
                </a:solidFill>
                <a:latin typeface="Arial"/>
                <a:ea typeface="Arial"/>
                <a:cs typeface="Arial"/>
              </a:defRPr>
            </a:lvl9pPr>
          </a:lstStyle>
          <a:p>
            <a:pPr algn="l">
              <a:defRPr sz="1291" b="1">
                <a:solidFill>
                  <a:srgbClr val="009E73"/>
                </a:solidFill>
                <a:latin typeface="Arial"/>
                <a:ea typeface="Arial"/>
                <a:cs typeface="Arial"/>
              </a:defRPr>
            </a:pPr>
            <a:r>
              <a:rPr sz="1291" b="1">
                <a:solidFill>
                  <a:srgbClr val="009E73"/>
                </a:solidFill>
                <a:latin typeface="Arial"/>
                <a:ea typeface="Arial"/>
                <a:cs typeface="Arial"/>
              </a:rPr>
              <a:t>C</a:t>
            </a:r>
          </a:p>
        </p:txBody>
      </p:sp>
      <p:sp>
        <p:nvSpPr>
          <p:cNvPr id="10044" name="Volume label: f141   t = 1.41">
            <a:extLst>
              <a:ext uri="{FF2B5EF4-FFF2-40B4-BE49-F238E27FC236}">
                <ns2:creationId id="{086325EB-F5BD-4266-8669-2743E1C83862}"/>
              </a:ext>
            </a:extLst>
          </p:cNvPr>
          <p:cNvSpPr>
            <a:spLocks noGrp="1"/>
          </p:cNvSpPr>
          <p:nvPr/>
        </p:nvSpPr>
        <p:spPr>
          <a:xfrm>
            <a:off x="7962900" y="2914650"/>
            <a:ext cx="3771900" cy="218661"/>
          </a:xfrm>
          <a:prstGeom prst="rect">
            <a:avLst/>
          </a:prstGeom>
          <a:noFill/>
          <a:ln w="0">
            <a:noFill/>
          </a:ln>
        </p:spPr>
        <p:txBody>
          <a:bodyPr wrap="none" lIns="0" tIns="0" rIns="0" bIns="0" anchor="ctr">
            <a:noAutofit/>
          </a:bodyPr>
          <a:lstStyle>
            <a:defPPr algn="l">
              <a:defRPr sz="1435" b="1">
                <a:solidFill>
                  <a:srgbClr val="000000"/>
                </a:solidFill>
                <a:latin typeface="Arial"/>
                <a:ea typeface="Arial"/>
                <a:cs typeface="Arial"/>
              </a:defRPr>
            </a:defPPr>
            <a:lvl1pPr algn="l">
              <a:defRPr sz="1435" b="1">
                <a:solidFill>
                  <a:srgbClr val="000000"/>
                </a:solidFill>
                <a:latin typeface="Arial"/>
                <a:ea typeface="Arial"/>
                <a:cs typeface="Arial"/>
              </a:defRPr>
            </a:lvl1pPr>
            <a:lvl2pPr algn="l">
              <a:defRPr sz="1435" b="1">
                <a:solidFill>
                  <a:srgbClr val="000000"/>
                </a:solidFill>
                <a:latin typeface="Arial"/>
                <a:ea typeface="Arial"/>
                <a:cs typeface="Arial"/>
              </a:defRPr>
            </a:lvl2pPr>
            <a:lvl3pPr algn="l">
              <a:defRPr sz="1435" b="1">
                <a:solidFill>
                  <a:srgbClr val="000000"/>
                </a:solidFill>
                <a:latin typeface="Arial"/>
                <a:ea typeface="Arial"/>
                <a:cs typeface="Arial"/>
              </a:defRPr>
            </a:lvl3pPr>
            <a:lvl4pPr algn="l">
              <a:defRPr sz="1435" b="1">
                <a:solidFill>
                  <a:srgbClr val="000000"/>
                </a:solidFill>
                <a:latin typeface="Arial"/>
                <a:ea typeface="Arial"/>
                <a:cs typeface="Arial"/>
              </a:defRPr>
            </a:lvl4pPr>
            <a:lvl5pPr algn="l">
              <a:defRPr sz="1435" b="1">
                <a:solidFill>
                  <a:srgbClr val="000000"/>
                </a:solidFill>
                <a:latin typeface="Arial"/>
                <a:ea typeface="Arial"/>
                <a:cs typeface="Arial"/>
              </a:defRPr>
            </a:lvl5pPr>
            <a:lvl6pPr algn="l">
              <a:defRPr sz="1435" b="1">
                <a:solidFill>
                  <a:srgbClr val="000000"/>
                </a:solidFill>
                <a:latin typeface="Arial"/>
                <a:ea typeface="Arial"/>
                <a:cs typeface="Arial"/>
              </a:defRPr>
            </a:lvl6pPr>
            <a:lvl7pPr algn="l">
              <a:defRPr sz="1435" b="1">
                <a:solidFill>
                  <a:srgbClr val="000000"/>
                </a:solidFill>
                <a:latin typeface="Arial"/>
                <a:ea typeface="Arial"/>
                <a:cs typeface="Arial"/>
              </a:defRPr>
            </a:lvl7pPr>
            <a:lvl8pPr algn="l">
              <a:defRPr sz="1435" b="1">
                <a:solidFill>
                  <a:srgbClr val="000000"/>
                </a:solidFill>
                <a:latin typeface="Arial"/>
                <a:ea typeface="Arial"/>
                <a:cs typeface="Arial"/>
              </a:defRPr>
            </a:lvl8pPr>
            <a:lvl9pPr algn="l">
              <a:defRPr sz="1435" b="1">
                <a:solidFill>
                  <a:srgbClr val="000000"/>
                </a:solidFill>
                <a:latin typeface="Arial"/>
                <a:ea typeface="Arial"/>
                <a:cs typeface="Arial"/>
              </a:defRPr>
            </a:lvl9pPr>
          </a:lstStyle>
          <a:p>
            <a:pPr algn="l">
              <a:defRPr sz="1435" b="1">
                <a:solidFill>
                  <a:srgbClr val="000000"/>
                </a:solidFill>
                <a:latin typeface="Arial"/>
                <a:ea typeface="Arial"/>
                <a:cs typeface="Arial"/>
              </a:defRPr>
            </a:pPr>
            <a:r>
              <a:rPr sz="1435" b="1">
                <a:solidFill>
                  <a:srgbClr val="000000"/>
                </a:solidFill>
                <a:latin typeface="Arial"/>
                <a:ea typeface="Arial"/>
                <a:cs typeface="Arial"/>
              </a:rPr>
              <a:t>Frame 141</a:t>
            </a:r>
          </a:p>
        </p:txBody>
      </p:sp>
      <p:pic>
        <p:nvPicPr>
          <p:cNvPr id="10045" name="">
            <a:extLst>
              <a:ext uri="{FF2B5EF4-FFF2-40B4-BE49-F238E27FC236}">
                <ns2:creationId id="{BFB97EFB-746A-4614-9D97-F468B5175A84}"/>
              </a:ext>
            </a:extLst>
          </p:cNvPr>
          <p:cNvPicPr>
            <a:picLocks noChangeAspect="1"/>
          </p:cNvPicPr>
          <p:nvPr/>
        </p:nvPicPr>
        <p:blipFill>
          <a:blip ns3:embed="FrameView_Rf17f8bde6fe240f7"/>
          <a:stretch/>
        </p:blipFill>
        <p:spPr>
          <a:xfrm>
            <a:off x="7962900" y="3169754"/>
            <a:ext cx="3771900" cy="1374648"/>
          </a:xfrm>
          <a:prstGeom prst="rect">
            <a:avLst/>
          </a:prstGeom>
        </p:spPr>
      </p:pic>
      <p:sp>
        <p:nvSpPr>
          <p:cNvPr id="10046" name="Domain frame f141: corner 0-1">
            <a:extLst>
              <a:ext uri="{FF2B5EF4-FFF2-40B4-BE49-F238E27FC236}">
                <ns2:creationId id="{593F85A4-231A-4335-9969-A5560C6A11F0}"/>
              </a:ext>
            </a:extLst>
          </p:cNvPr>
          <p:cNvSpPr>
            <a:spLocks noGrp="1"/>
          </p:cNvSpPr>
          <p:nvPr/>
        </p:nvSpPr>
        <p:spPr>
          <a:xfrm>
            <a:off x="8038338" y="3622784"/>
            <a:ext cx="91" cy="625805"/>
          </a:xfrm>
          <a:custGeom>
            <a:pathLst>
              <a:path w="95" h="654251">
                <a:moveTo>
                  <a:pt x="0" y="654251"/>
                </a:moveTo>
                <a:lnTo>
                  <a:pt x="0" y="0"/>
                </a:lnTo>
              </a:path>
            </a:pathLst>
          </a:custGeom>
          <a:noFill/>
          <a:ln w="10478">
            <a:solidFill>
              <a:srgbClr val="7B8790"/>
            </a:solidFill>
            <a:prstDash val="solid"/>
          </a:ln>
        </p:spPr>
      </p:sp>
      <p:sp>
        <p:nvSpPr>
          <p:cNvPr id="10047" name="Domain frame f141: corner 0-2">
            <a:extLst>
              <a:ext uri="{FF2B5EF4-FFF2-40B4-BE49-F238E27FC236}">
                <ns2:creationId id="{CD9EFECA-4F2B-4AA3-8787-CCF9E83A1B14}"/>
              </a:ext>
            </a:extLst>
          </p:cNvPr>
          <p:cNvSpPr>
            <a:spLocks noGrp="1"/>
          </p:cNvSpPr>
          <p:nvPr/>
        </p:nvSpPr>
        <p:spPr>
          <a:xfrm>
            <a:off x="8038338" y="3905670"/>
            <a:ext cx="590756" cy="342920"/>
          </a:xfrm>
          <a:custGeom>
            <a:pathLst>
              <a:path w="617609" h="358507">
                <a:moveTo>
                  <a:pt x="0" y="358507"/>
                </a:moveTo>
                <a:lnTo>
                  <a:pt x="617609" y="0"/>
                </a:lnTo>
              </a:path>
            </a:pathLst>
          </a:custGeom>
          <a:noFill/>
          <a:ln w="10478">
            <a:solidFill>
              <a:srgbClr val="B3BDC4"/>
            </a:solidFill>
            <a:prstDash val="dash"/>
          </a:ln>
        </p:spPr>
      </p:sp>
      <p:sp>
        <p:nvSpPr>
          <p:cNvPr id="10048" name="Domain frame f141: corner 0-4">
            <a:extLst>
              <a:ext uri="{FF2B5EF4-FFF2-40B4-BE49-F238E27FC236}">
                <ns2:creationId id="{BAC4EE36-7D16-42BF-AF0D-FFF63EDB478A}"/>
              </a:ext>
            </a:extLst>
          </p:cNvPr>
          <p:cNvSpPr>
            <a:spLocks noGrp="1"/>
          </p:cNvSpPr>
          <p:nvPr/>
        </p:nvSpPr>
        <p:spPr>
          <a:xfrm>
            <a:off x="8038338" y="4248589"/>
            <a:ext cx="3030268" cy="185702"/>
          </a:xfrm>
          <a:custGeom>
            <a:pathLst>
              <a:path w="3168007" h="194143">
                <a:moveTo>
                  <a:pt x="0" y="0"/>
                </a:moveTo>
                <a:lnTo>
                  <a:pt x="3168007" y="194143"/>
                </a:lnTo>
              </a:path>
            </a:pathLst>
          </a:custGeom>
          <a:noFill/>
          <a:ln w="10478">
            <a:solidFill>
              <a:srgbClr val="7B8790"/>
            </a:solidFill>
            <a:prstDash val="solid"/>
          </a:ln>
        </p:spPr>
      </p:sp>
      <p:sp>
        <p:nvSpPr>
          <p:cNvPr id="10049" name="Domain frame f141: corner 1-3">
            <a:extLst>
              <a:ext uri="{FF2B5EF4-FFF2-40B4-BE49-F238E27FC236}">
                <ns2:creationId id="{CCCDD479-5B04-4DAF-BDFD-C2E5D1757C23}"/>
              </a:ext>
            </a:extLst>
          </p:cNvPr>
          <p:cNvSpPr>
            <a:spLocks noGrp="1"/>
          </p:cNvSpPr>
          <p:nvPr/>
        </p:nvSpPr>
        <p:spPr>
          <a:xfrm>
            <a:off x="8038338" y="3279864"/>
            <a:ext cx="590756" cy="342920"/>
          </a:xfrm>
          <a:custGeom>
            <a:pathLst>
              <a:path w="617609" h="358507">
                <a:moveTo>
                  <a:pt x="0" y="358507"/>
                </a:moveTo>
                <a:lnTo>
                  <a:pt x="617609" y="0"/>
                </a:lnTo>
              </a:path>
            </a:pathLst>
          </a:custGeom>
          <a:noFill/>
          <a:ln w="10478">
            <a:solidFill>
              <a:srgbClr val="7B8790"/>
            </a:solidFill>
            <a:prstDash val="solid"/>
          </a:ln>
        </p:spPr>
      </p:sp>
      <p:sp>
        <p:nvSpPr>
          <p:cNvPr id="10050" name="Domain frame f141: corner 1-5">
            <a:extLst>
              <a:ext uri="{FF2B5EF4-FFF2-40B4-BE49-F238E27FC236}">
                <ns2:creationId id="{95BC2DB6-D933-4915-BAE4-A0E88B7FFA90}"/>
              </a:ext>
            </a:extLst>
          </p:cNvPr>
          <p:cNvSpPr>
            <a:spLocks noGrp="1"/>
          </p:cNvSpPr>
          <p:nvPr/>
        </p:nvSpPr>
        <p:spPr>
          <a:xfrm>
            <a:off x="8038338" y="3622784"/>
            <a:ext cx="3030268" cy="185702"/>
          </a:xfrm>
          <a:custGeom>
            <a:pathLst>
              <a:path w="3168007" h="194143">
                <a:moveTo>
                  <a:pt x="0" y="0"/>
                </a:moveTo>
                <a:lnTo>
                  <a:pt x="3168007" y="194143"/>
                </a:lnTo>
              </a:path>
            </a:pathLst>
          </a:custGeom>
          <a:noFill/>
          <a:ln w="10478">
            <a:solidFill>
              <a:srgbClr val="7B8790"/>
            </a:solidFill>
            <a:prstDash val="solid"/>
          </a:ln>
        </p:spPr>
      </p:sp>
      <p:sp>
        <p:nvSpPr>
          <p:cNvPr id="10051" name="Domain frame f141: corner 2-3">
            <a:extLst>
              <a:ext uri="{FF2B5EF4-FFF2-40B4-BE49-F238E27FC236}">
                <ns2:creationId id="{72A2C911-0669-4936-9529-EBDD64FCC0DC}"/>
              </a:ext>
            </a:extLst>
          </p:cNvPr>
          <p:cNvSpPr>
            <a:spLocks noGrp="1"/>
          </p:cNvSpPr>
          <p:nvPr/>
        </p:nvSpPr>
        <p:spPr>
          <a:xfrm>
            <a:off x="8629094" y="3279864"/>
            <a:ext cx="91" cy="625805"/>
          </a:xfrm>
          <a:custGeom>
            <a:pathLst>
              <a:path w="95" h="654251">
                <a:moveTo>
                  <a:pt x="0" y="654251"/>
                </a:moveTo>
                <a:lnTo>
                  <a:pt x="0" y="0"/>
                </a:lnTo>
              </a:path>
            </a:pathLst>
          </a:custGeom>
          <a:noFill/>
          <a:ln w="10478">
            <a:solidFill>
              <a:srgbClr val="B3BDC4"/>
            </a:solidFill>
            <a:prstDash val="dash"/>
          </a:ln>
        </p:spPr>
      </p:sp>
      <p:sp>
        <p:nvSpPr>
          <p:cNvPr id="10052" name="Domain frame f141: corner 2-6">
            <a:extLst>
              <a:ext uri="{FF2B5EF4-FFF2-40B4-BE49-F238E27FC236}">
                <ns2:creationId id="{02B37E07-084E-4D5A-92BB-E1DBA996B883}"/>
              </a:ext>
            </a:extLst>
          </p:cNvPr>
          <p:cNvSpPr>
            <a:spLocks noGrp="1"/>
          </p:cNvSpPr>
          <p:nvPr/>
        </p:nvSpPr>
        <p:spPr>
          <a:xfrm>
            <a:off x="8629094" y="3905670"/>
            <a:ext cx="3030268" cy="185702"/>
          </a:xfrm>
          <a:custGeom>
            <a:pathLst>
              <a:path w="3168007" h="194143">
                <a:moveTo>
                  <a:pt x="0" y="0"/>
                </a:moveTo>
                <a:lnTo>
                  <a:pt x="3168007" y="194143"/>
                </a:lnTo>
              </a:path>
            </a:pathLst>
          </a:custGeom>
          <a:noFill/>
          <a:ln w="10478">
            <a:solidFill>
              <a:srgbClr val="B3BDC4"/>
            </a:solidFill>
            <a:prstDash val="dash"/>
          </a:ln>
        </p:spPr>
      </p:sp>
      <p:sp>
        <p:nvSpPr>
          <p:cNvPr id="10053" name="Domain frame f141: corner 3-7">
            <a:extLst>
              <a:ext uri="{FF2B5EF4-FFF2-40B4-BE49-F238E27FC236}">
                <ns2:creationId id="{2B53BDEE-ED28-48A2-8352-5AA2FE2A5E73}"/>
              </a:ext>
            </a:extLst>
          </p:cNvPr>
          <p:cNvSpPr>
            <a:spLocks noGrp="1"/>
          </p:cNvSpPr>
          <p:nvPr/>
        </p:nvSpPr>
        <p:spPr>
          <a:xfrm>
            <a:off x="8629094" y="3279864"/>
            <a:ext cx="3030268" cy="185702"/>
          </a:xfrm>
          <a:custGeom>
            <a:pathLst>
              <a:path w="3168007" h="194143">
                <a:moveTo>
                  <a:pt x="0" y="0"/>
                </a:moveTo>
                <a:lnTo>
                  <a:pt x="3168007" y="194143"/>
                </a:lnTo>
              </a:path>
            </a:pathLst>
          </a:custGeom>
          <a:noFill/>
          <a:ln w="10478">
            <a:solidFill>
              <a:srgbClr val="7B8790"/>
            </a:solidFill>
            <a:prstDash val="solid"/>
          </a:ln>
        </p:spPr>
      </p:sp>
      <p:sp>
        <p:nvSpPr>
          <p:cNvPr id="10054" name="Domain frame f141: corner 4-5">
            <a:extLst>
              <a:ext uri="{FF2B5EF4-FFF2-40B4-BE49-F238E27FC236}">
                <ns2:creationId id="{3D71D459-DE45-4E02-9563-856D80CECC86}"/>
              </a:ext>
            </a:extLst>
          </p:cNvPr>
          <p:cNvSpPr>
            <a:spLocks noGrp="1"/>
          </p:cNvSpPr>
          <p:nvPr/>
        </p:nvSpPr>
        <p:spPr>
          <a:xfrm>
            <a:off x="11068606" y="3808487"/>
            <a:ext cx="91" cy="625805"/>
          </a:xfrm>
          <a:custGeom>
            <a:pathLst>
              <a:path w="95" h="654251">
                <a:moveTo>
                  <a:pt x="0" y="654251"/>
                </a:moveTo>
                <a:lnTo>
                  <a:pt x="0" y="0"/>
                </a:lnTo>
              </a:path>
            </a:pathLst>
          </a:custGeom>
          <a:noFill/>
          <a:ln w="10478">
            <a:solidFill>
              <a:srgbClr val="7B8790"/>
            </a:solidFill>
            <a:prstDash val="solid"/>
          </a:ln>
        </p:spPr>
      </p:sp>
      <p:sp>
        <p:nvSpPr>
          <p:cNvPr id="10055" name="Domain frame f141: corner 4-6">
            <a:extLst>
              <a:ext uri="{FF2B5EF4-FFF2-40B4-BE49-F238E27FC236}">
                <ns2:creationId id="{2C8E17F5-93CC-4A27-AE42-1D376D8E376D}"/>
              </a:ext>
            </a:extLst>
          </p:cNvPr>
          <p:cNvSpPr>
            <a:spLocks noGrp="1"/>
          </p:cNvSpPr>
          <p:nvPr/>
        </p:nvSpPr>
        <p:spPr>
          <a:xfrm>
            <a:off x="11068606" y="4091373"/>
            <a:ext cx="590756" cy="342920"/>
          </a:xfrm>
          <a:custGeom>
            <a:pathLst>
              <a:path w="617609" h="358507">
                <a:moveTo>
                  <a:pt x="0" y="358507"/>
                </a:moveTo>
                <a:lnTo>
                  <a:pt x="617609" y="0"/>
                </a:lnTo>
              </a:path>
            </a:pathLst>
          </a:custGeom>
          <a:noFill/>
          <a:ln w="10478">
            <a:solidFill>
              <a:srgbClr val="7B8790"/>
            </a:solidFill>
            <a:prstDash val="solid"/>
          </a:ln>
        </p:spPr>
      </p:sp>
      <p:sp>
        <p:nvSpPr>
          <p:cNvPr id="10056" name="Domain frame f141: corner 5-7">
            <a:extLst>
              <a:ext uri="{FF2B5EF4-FFF2-40B4-BE49-F238E27FC236}">
                <ns2:creationId id="{9553A586-25E2-4E44-9D6E-597773D19B7F}"/>
              </a:ext>
            </a:extLst>
          </p:cNvPr>
          <p:cNvSpPr>
            <a:spLocks noGrp="1"/>
          </p:cNvSpPr>
          <p:nvPr/>
        </p:nvSpPr>
        <p:spPr>
          <a:xfrm>
            <a:off x="11068606" y="3465567"/>
            <a:ext cx="590756" cy="342920"/>
          </a:xfrm>
          <a:custGeom>
            <a:pathLst>
              <a:path w="617609" h="358507">
                <a:moveTo>
                  <a:pt x="0" y="358507"/>
                </a:moveTo>
                <a:lnTo>
                  <a:pt x="617609" y="0"/>
                </a:lnTo>
              </a:path>
            </a:pathLst>
          </a:custGeom>
          <a:noFill/>
          <a:ln w="10478">
            <a:solidFill>
              <a:srgbClr val="7B8790"/>
            </a:solidFill>
            <a:prstDash val="solid"/>
          </a:ln>
        </p:spPr>
      </p:sp>
      <p:sp>
        <p:nvSpPr>
          <p:cNvPr id="10057" name="Domain frame f141: corner 6-7">
            <a:extLst>
              <a:ext uri="{FF2B5EF4-FFF2-40B4-BE49-F238E27FC236}">
                <ns2:creationId id="{74CEA008-6B4D-4CB2-BC29-EF7F94A68084}"/>
              </a:ext>
            </a:extLst>
          </p:cNvPr>
          <p:cNvSpPr>
            <a:spLocks noGrp="1"/>
          </p:cNvSpPr>
          <p:nvPr/>
        </p:nvSpPr>
        <p:spPr>
          <a:xfrm>
            <a:off x="11659362" y="3465567"/>
            <a:ext cx="91" cy="625805"/>
          </a:xfrm>
          <a:custGeom>
            <a:pathLst>
              <a:path w="95" h="654251">
                <a:moveTo>
                  <a:pt x="0" y="654251"/>
                </a:moveTo>
                <a:lnTo>
                  <a:pt x="0" y="0"/>
                </a:lnTo>
              </a:path>
            </a:pathLst>
          </a:custGeom>
          <a:noFill/>
          <a:ln w="10478">
            <a:solidFill>
              <a:srgbClr val="7B8790"/>
            </a:solidFill>
            <a:prstDash val="solid"/>
          </a:ln>
        </p:spPr>
      </p:sp>
      <p:sp>
        <p:nvSpPr>
          <p:cNvPr id="10058" name="Exact 3D extremum A, track 432, f141">
            <a:extLst>
              <a:ext uri="{FF2B5EF4-FFF2-40B4-BE49-F238E27FC236}">
                <ns2:creationId id="{37C3C9E6-FD8B-4D84-81A4-C4EE63D18825}"/>
              </a:ext>
            </a:extLst>
          </p:cNvPr>
          <p:cNvSpPr>
            <a:spLocks noGrp="1"/>
          </p:cNvSpPr>
          <p:nvPr/>
        </p:nvSpPr>
        <p:spPr>
          <a:xfrm>
            <a:off x="9009647" y="3975035"/>
            <a:ext cx="78353" cy="78353"/>
          </a:xfrm>
          <a:prstGeom prst="ellipse">
            <a:avLst/>
          </a:prstGeom>
          <a:solidFill>
            <a:srgbClr val="FFFFFF"/>
          </a:solidFill>
          <a:ln w="16400">
            <a:solidFill>
              <a:srgbClr val="0072B2"/>
            </a:solidFill>
          </a:ln>
        </p:spPr>
      </p:sp>
      <p:sp>
        <p:nvSpPr>
          <p:cNvPr id="10059" name="Volume label: A">
            <a:extLst>
              <a:ext uri="{FF2B5EF4-FFF2-40B4-BE49-F238E27FC236}">
                <ns2:creationId id="{3CF9C991-29EF-47F8-B6B7-44CA4C0C61B1}"/>
              </a:ext>
            </a:extLst>
          </p:cNvPr>
          <p:cNvSpPr>
            <a:spLocks noGrp="1"/>
          </p:cNvSpPr>
          <p:nvPr/>
        </p:nvSpPr>
        <p:spPr>
          <a:xfrm>
            <a:off x="9121710" y="3795550"/>
            <a:ext cx="255104" cy="227772"/>
          </a:xfrm>
          <a:prstGeom prst="rect">
            <a:avLst/>
          </a:prstGeom>
          <a:noFill/>
          <a:ln w="0">
            <a:noFill/>
          </a:ln>
        </p:spPr>
        <p:txBody>
          <a:bodyPr wrap="none" lIns="0" tIns="0" rIns="0" bIns="0" anchor="ctr">
            <a:noAutofit/>
          </a:bodyPr>
          <a:lstStyle>
            <a:defPPr algn="l">
              <a:defRPr sz="1291" b="1">
                <a:solidFill>
                  <a:srgbClr val="0072B2"/>
                </a:solidFill>
                <a:latin typeface="Arial"/>
                <a:ea typeface="Arial"/>
                <a:cs typeface="Arial"/>
              </a:defRPr>
            </a:defPPr>
            <a:lvl1pPr algn="l">
              <a:defRPr sz="1291" b="1">
                <a:solidFill>
                  <a:srgbClr val="0072B2"/>
                </a:solidFill>
                <a:latin typeface="Arial"/>
                <a:ea typeface="Arial"/>
                <a:cs typeface="Arial"/>
              </a:defRPr>
            </a:lvl1pPr>
            <a:lvl2pPr algn="l">
              <a:defRPr sz="1291" b="1">
                <a:solidFill>
                  <a:srgbClr val="0072B2"/>
                </a:solidFill>
                <a:latin typeface="Arial"/>
                <a:ea typeface="Arial"/>
                <a:cs typeface="Arial"/>
              </a:defRPr>
            </a:lvl2pPr>
            <a:lvl3pPr algn="l">
              <a:defRPr sz="1291" b="1">
                <a:solidFill>
                  <a:srgbClr val="0072B2"/>
                </a:solidFill>
                <a:latin typeface="Arial"/>
                <a:ea typeface="Arial"/>
                <a:cs typeface="Arial"/>
              </a:defRPr>
            </a:lvl3pPr>
            <a:lvl4pPr algn="l">
              <a:defRPr sz="1291" b="1">
                <a:solidFill>
                  <a:srgbClr val="0072B2"/>
                </a:solidFill>
                <a:latin typeface="Arial"/>
                <a:ea typeface="Arial"/>
                <a:cs typeface="Arial"/>
              </a:defRPr>
            </a:lvl4pPr>
            <a:lvl5pPr algn="l">
              <a:defRPr sz="1291" b="1">
                <a:solidFill>
                  <a:srgbClr val="0072B2"/>
                </a:solidFill>
                <a:latin typeface="Arial"/>
                <a:ea typeface="Arial"/>
                <a:cs typeface="Arial"/>
              </a:defRPr>
            </a:lvl5pPr>
            <a:lvl6pPr algn="l">
              <a:defRPr sz="1291" b="1">
                <a:solidFill>
                  <a:srgbClr val="0072B2"/>
                </a:solidFill>
                <a:latin typeface="Arial"/>
                <a:ea typeface="Arial"/>
                <a:cs typeface="Arial"/>
              </a:defRPr>
            </a:lvl6pPr>
            <a:lvl7pPr algn="l">
              <a:defRPr sz="1291" b="1">
                <a:solidFill>
                  <a:srgbClr val="0072B2"/>
                </a:solidFill>
                <a:latin typeface="Arial"/>
                <a:ea typeface="Arial"/>
                <a:cs typeface="Arial"/>
              </a:defRPr>
            </a:lvl7pPr>
            <a:lvl8pPr algn="l">
              <a:defRPr sz="1291" b="1">
                <a:solidFill>
                  <a:srgbClr val="0072B2"/>
                </a:solidFill>
                <a:latin typeface="Arial"/>
                <a:ea typeface="Arial"/>
                <a:cs typeface="Arial"/>
              </a:defRPr>
            </a:lvl8pPr>
            <a:lvl9pPr algn="l">
              <a:defRPr sz="1291" b="1">
                <a:solidFill>
                  <a:srgbClr val="0072B2"/>
                </a:solidFill>
                <a:latin typeface="Arial"/>
                <a:ea typeface="Arial"/>
                <a:cs typeface="Arial"/>
              </a:defRPr>
            </a:lvl9pPr>
          </a:lstStyle>
          <a:p>
            <a:pPr algn="l">
              <a:defRPr sz="1291" b="1">
                <a:solidFill>
                  <a:srgbClr val="0072B2"/>
                </a:solidFill>
                <a:latin typeface="Arial"/>
                <a:ea typeface="Arial"/>
                <a:cs typeface="Arial"/>
              </a:defRPr>
            </a:pPr>
            <a:r>
              <a:rPr sz="1291" b="1">
                <a:solidFill>
                  <a:srgbClr val="0072B2"/>
                </a:solidFill>
                <a:latin typeface="Arial"/>
                <a:ea typeface="Arial"/>
                <a:cs typeface="Arial"/>
              </a:rPr>
              <a:t>A</a:t>
            </a:r>
          </a:p>
        </p:txBody>
      </p:sp>
      <p:sp>
        <p:nvSpPr>
          <p:cNvPr id="10060" name="Exact 3D extremum B, track 462, f141">
            <a:extLst>
              <a:ext uri="{FF2B5EF4-FFF2-40B4-BE49-F238E27FC236}">
                <ns2:creationId id="{878ACD74-1645-41E4-9AE0-B87A6E486E1D}"/>
              </a:ext>
            </a:extLst>
          </p:cNvPr>
          <p:cNvSpPr>
            <a:spLocks noGrp="1"/>
          </p:cNvSpPr>
          <p:nvPr/>
        </p:nvSpPr>
        <p:spPr>
          <a:xfrm>
            <a:off x="10161643" y="4129980"/>
            <a:ext cx="78353" cy="78353"/>
          </a:xfrm>
          <a:prstGeom prst="ellipse">
            <a:avLst/>
          </a:prstGeom>
          <a:solidFill>
            <a:srgbClr val="FFFFFF"/>
          </a:solidFill>
          <a:ln w="16400">
            <a:solidFill>
              <a:srgbClr val="D55E00"/>
            </a:solidFill>
          </a:ln>
        </p:spPr>
      </p:sp>
      <p:sp>
        <p:nvSpPr>
          <p:cNvPr id="10061" name="Volume label: B">
            <a:extLst>
              <a:ext uri="{FF2B5EF4-FFF2-40B4-BE49-F238E27FC236}">
                <ns2:creationId id="{18CE936B-2430-4FE2-B9D2-303EEF81D01D}"/>
              </a:ext>
            </a:extLst>
          </p:cNvPr>
          <p:cNvSpPr>
            <a:spLocks noGrp="1"/>
          </p:cNvSpPr>
          <p:nvPr/>
        </p:nvSpPr>
        <p:spPr>
          <a:xfrm>
            <a:off x="10273706" y="3950495"/>
            <a:ext cx="255104" cy="227772"/>
          </a:xfrm>
          <a:prstGeom prst="rect">
            <a:avLst/>
          </a:prstGeom>
          <a:noFill/>
          <a:ln w="0">
            <a:noFill/>
          </a:ln>
        </p:spPr>
        <p:txBody>
          <a:bodyPr wrap="none" lIns="0" tIns="0" rIns="0" bIns="0" anchor="ctr">
            <a:noAutofit/>
          </a:bodyPr>
          <a:lstStyle>
            <a:defPPr algn="l">
              <a:defRPr sz="1291" b="1">
                <a:solidFill>
                  <a:srgbClr val="D55E00"/>
                </a:solidFill>
                <a:latin typeface="Arial"/>
                <a:ea typeface="Arial"/>
                <a:cs typeface="Arial"/>
              </a:defRPr>
            </a:defPPr>
            <a:lvl1pPr algn="l">
              <a:defRPr sz="1291" b="1">
                <a:solidFill>
                  <a:srgbClr val="D55E00"/>
                </a:solidFill>
                <a:latin typeface="Arial"/>
                <a:ea typeface="Arial"/>
                <a:cs typeface="Arial"/>
              </a:defRPr>
            </a:lvl1pPr>
            <a:lvl2pPr algn="l">
              <a:defRPr sz="1291" b="1">
                <a:solidFill>
                  <a:srgbClr val="D55E00"/>
                </a:solidFill>
                <a:latin typeface="Arial"/>
                <a:ea typeface="Arial"/>
                <a:cs typeface="Arial"/>
              </a:defRPr>
            </a:lvl2pPr>
            <a:lvl3pPr algn="l">
              <a:defRPr sz="1291" b="1">
                <a:solidFill>
                  <a:srgbClr val="D55E00"/>
                </a:solidFill>
                <a:latin typeface="Arial"/>
                <a:ea typeface="Arial"/>
                <a:cs typeface="Arial"/>
              </a:defRPr>
            </a:lvl3pPr>
            <a:lvl4pPr algn="l">
              <a:defRPr sz="1291" b="1">
                <a:solidFill>
                  <a:srgbClr val="D55E00"/>
                </a:solidFill>
                <a:latin typeface="Arial"/>
                <a:ea typeface="Arial"/>
                <a:cs typeface="Arial"/>
              </a:defRPr>
            </a:lvl4pPr>
            <a:lvl5pPr algn="l">
              <a:defRPr sz="1291" b="1">
                <a:solidFill>
                  <a:srgbClr val="D55E00"/>
                </a:solidFill>
                <a:latin typeface="Arial"/>
                <a:ea typeface="Arial"/>
                <a:cs typeface="Arial"/>
              </a:defRPr>
            </a:lvl5pPr>
            <a:lvl6pPr algn="l">
              <a:defRPr sz="1291" b="1">
                <a:solidFill>
                  <a:srgbClr val="D55E00"/>
                </a:solidFill>
                <a:latin typeface="Arial"/>
                <a:ea typeface="Arial"/>
                <a:cs typeface="Arial"/>
              </a:defRPr>
            </a:lvl6pPr>
            <a:lvl7pPr algn="l">
              <a:defRPr sz="1291" b="1">
                <a:solidFill>
                  <a:srgbClr val="D55E00"/>
                </a:solidFill>
                <a:latin typeface="Arial"/>
                <a:ea typeface="Arial"/>
                <a:cs typeface="Arial"/>
              </a:defRPr>
            </a:lvl7pPr>
            <a:lvl8pPr algn="l">
              <a:defRPr sz="1291" b="1">
                <a:solidFill>
                  <a:srgbClr val="D55E00"/>
                </a:solidFill>
                <a:latin typeface="Arial"/>
                <a:ea typeface="Arial"/>
                <a:cs typeface="Arial"/>
              </a:defRPr>
            </a:lvl8pPr>
            <a:lvl9pPr algn="l">
              <a:defRPr sz="1291" b="1">
                <a:solidFill>
                  <a:srgbClr val="D55E00"/>
                </a:solidFill>
                <a:latin typeface="Arial"/>
                <a:ea typeface="Arial"/>
                <a:cs typeface="Arial"/>
              </a:defRPr>
            </a:lvl9pPr>
          </a:lstStyle>
          <a:p>
            <a:pPr algn="l">
              <a:defRPr sz="1291" b="1">
                <a:solidFill>
                  <a:srgbClr val="D55E00"/>
                </a:solidFill>
                <a:latin typeface="Arial"/>
                <a:ea typeface="Arial"/>
                <a:cs typeface="Arial"/>
              </a:defRPr>
            </a:pPr>
            <a:r>
              <a:rPr sz="1291" b="1">
                <a:solidFill>
                  <a:srgbClr val="D55E00"/>
                </a:solidFill>
                <a:latin typeface="Arial"/>
                <a:ea typeface="Arial"/>
                <a:cs typeface="Arial"/>
              </a:rPr>
              <a:t>B</a:t>
            </a:r>
          </a:p>
        </p:txBody>
      </p:sp>
      <p:sp>
        <p:nvSpPr>
          <p:cNvPr id="10062" name="Exact 3D extremum C, track 388, f141">
            <a:extLst>
              <a:ext uri="{FF2B5EF4-FFF2-40B4-BE49-F238E27FC236}">
                <ns2:creationId id="{161AA25D-5E51-427A-813A-312F3A42AD56}"/>
              </a:ext>
            </a:extLst>
          </p:cNvPr>
          <p:cNvSpPr>
            <a:spLocks noGrp="1"/>
          </p:cNvSpPr>
          <p:nvPr/>
        </p:nvSpPr>
        <p:spPr>
          <a:xfrm>
            <a:off x="10870164" y="3930696"/>
            <a:ext cx="78353" cy="78353"/>
          </a:xfrm>
          <a:prstGeom prst="ellipse">
            <a:avLst/>
          </a:prstGeom>
          <a:solidFill>
            <a:srgbClr val="FFFFFF"/>
          </a:solidFill>
          <a:ln w="16400">
            <a:solidFill>
              <a:srgbClr val="009E73"/>
            </a:solidFill>
          </a:ln>
        </p:spPr>
      </p:sp>
      <p:sp>
        <p:nvSpPr>
          <p:cNvPr id="10063" name="Volume label: C">
            <a:extLst>
              <a:ext uri="{FF2B5EF4-FFF2-40B4-BE49-F238E27FC236}">
                <ns2:creationId id="{C52BC52E-7F41-4403-8B4A-FCA0297D7DEA}"/>
              </a:ext>
            </a:extLst>
          </p:cNvPr>
          <p:cNvSpPr>
            <a:spLocks noGrp="1"/>
          </p:cNvSpPr>
          <p:nvPr/>
        </p:nvSpPr>
        <p:spPr>
          <a:xfrm>
            <a:off x="10982227" y="3751212"/>
            <a:ext cx="255104" cy="227772"/>
          </a:xfrm>
          <a:prstGeom prst="rect">
            <a:avLst/>
          </a:prstGeom>
          <a:noFill/>
          <a:ln w="0">
            <a:noFill/>
          </a:ln>
        </p:spPr>
        <p:txBody>
          <a:bodyPr wrap="none" lIns="0" tIns="0" rIns="0" bIns="0" anchor="ctr">
            <a:noAutofit/>
          </a:bodyPr>
          <a:lstStyle>
            <a:defPPr algn="l">
              <a:defRPr sz="1291" b="1">
                <a:solidFill>
                  <a:srgbClr val="009E73"/>
                </a:solidFill>
                <a:latin typeface="Arial"/>
                <a:ea typeface="Arial"/>
                <a:cs typeface="Arial"/>
              </a:defRPr>
            </a:defPPr>
            <a:lvl1pPr algn="l">
              <a:defRPr sz="1291" b="1">
                <a:solidFill>
                  <a:srgbClr val="009E73"/>
                </a:solidFill>
                <a:latin typeface="Arial"/>
                <a:ea typeface="Arial"/>
                <a:cs typeface="Arial"/>
              </a:defRPr>
            </a:lvl1pPr>
            <a:lvl2pPr algn="l">
              <a:defRPr sz="1291" b="1">
                <a:solidFill>
                  <a:srgbClr val="009E73"/>
                </a:solidFill>
                <a:latin typeface="Arial"/>
                <a:ea typeface="Arial"/>
                <a:cs typeface="Arial"/>
              </a:defRPr>
            </a:lvl2pPr>
            <a:lvl3pPr algn="l">
              <a:defRPr sz="1291" b="1">
                <a:solidFill>
                  <a:srgbClr val="009E73"/>
                </a:solidFill>
                <a:latin typeface="Arial"/>
                <a:ea typeface="Arial"/>
                <a:cs typeface="Arial"/>
              </a:defRPr>
            </a:lvl3pPr>
            <a:lvl4pPr algn="l">
              <a:defRPr sz="1291" b="1">
                <a:solidFill>
                  <a:srgbClr val="009E73"/>
                </a:solidFill>
                <a:latin typeface="Arial"/>
                <a:ea typeface="Arial"/>
                <a:cs typeface="Arial"/>
              </a:defRPr>
            </a:lvl4pPr>
            <a:lvl5pPr algn="l">
              <a:defRPr sz="1291" b="1">
                <a:solidFill>
                  <a:srgbClr val="009E73"/>
                </a:solidFill>
                <a:latin typeface="Arial"/>
                <a:ea typeface="Arial"/>
                <a:cs typeface="Arial"/>
              </a:defRPr>
            </a:lvl5pPr>
            <a:lvl6pPr algn="l">
              <a:defRPr sz="1291" b="1">
                <a:solidFill>
                  <a:srgbClr val="009E73"/>
                </a:solidFill>
                <a:latin typeface="Arial"/>
                <a:ea typeface="Arial"/>
                <a:cs typeface="Arial"/>
              </a:defRPr>
            </a:lvl6pPr>
            <a:lvl7pPr algn="l">
              <a:defRPr sz="1291" b="1">
                <a:solidFill>
                  <a:srgbClr val="009E73"/>
                </a:solidFill>
                <a:latin typeface="Arial"/>
                <a:ea typeface="Arial"/>
                <a:cs typeface="Arial"/>
              </a:defRPr>
            </a:lvl7pPr>
            <a:lvl8pPr algn="l">
              <a:defRPr sz="1291" b="1">
                <a:solidFill>
                  <a:srgbClr val="009E73"/>
                </a:solidFill>
                <a:latin typeface="Arial"/>
                <a:ea typeface="Arial"/>
                <a:cs typeface="Arial"/>
              </a:defRPr>
            </a:lvl8pPr>
            <a:lvl9pPr algn="l">
              <a:defRPr sz="1291" b="1">
                <a:solidFill>
                  <a:srgbClr val="009E73"/>
                </a:solidFill>
                <a:latin typeface="Arial"/>
                <a:ea typeface="Arial"/>
                <a:cs typeface="Arial"/>
              </a:defRPr>
            </a:lvl9pPr>
          </a:lstStyle>
          <a:p>
            <a:pPr algn="l">
              <a:defRPr sz="1291" b="1">
                <a:solidFill>
                  <a:srgbClr val="009E73"/>
                </a:solidFill>
                <a:latin typeface="Arial"/>
                <a:ea typeface="Arial"/>
                <a:cs typeface="Arial"/>
              </a:defRPr>
            </a:pPr>
            <a:r>
              <a:rPr sz="1291" b="1">
                <a:solidFill>
                  <a:srgbClr val="009E73"/>
                </a:solidFill>
                <a:latin typeface="Arial"/>
                <a:ea typeface="Arial"/>
                <a:cs typeface="Arial"/>
              </a:rPr>
              <a:t>C</a:t>
            </a:r>
          </a:p>
        </p:txBody>
      </p:sp>
    </p:spTree>
    <p:extLst>
      <p:ext uri="{BB962C8B-B14F-4D97-AF65-F5344CB8AC3E}">
        <ns4:creationId val="899364499"/>
      </p:ext>
    </p:extLst>
  </p:cSld>
</p:sld>
</file>

<file path=ppt/main_figures/Fig10/ppt/tableStyles.xml><?xml version="1.0" encoding="utf-8"?>
<a:tblStyleLst xmlns:a="http://schemas.openxmlformats.org/drawingml/2006/main" def="{5C22544A-7EE6-4342-B048-85BDC9FD1C3A}"/>
</file>

<file path=ppt/main_figures/Fig10/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Arial"/>
        <a:cs typeface="Arial"/>
      </a:majorFont>
      <a:minorFont>
        <a:latin typeface="Arial"/>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11/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ppt/main_figures/Fig11/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2026-10-22T02:07:57.6960000Z</dcterms:created>
  <dcterms:modified xsi:type="dcterms:W3CDTF">2026-10-22T02:07:57.6960000Z</dcterms:modified>
</coreProperties>
</file>

<file path=ppt/main_figures/Fig11/ppt/_rels/presentation.xml.rels><?xml version='1.0' encoding='utf-8'?>
<Relationships xmlns="http://schemas.openxmlformats.org/package/2006/relationships"><Relationship Type="http://schemas.openxmlformats.org/officeDocument/2006/relationships/theme" Target="/ppt/main_figures/Fig11/ppt/theme/theme1.xml" Id="Rff81e563b4724dad" /><Relationship Type="http://schemas.openxmlformats.org/officeDocument/2006/relationships/slideMaster" Target="/ppt/main_figures/Fig11/ppt/slideMasters/slideMaster1.xml" Id="Rf7a399c305bf4389" /><Relationship Type="http://schemas.openxmlformats.org/officeDocument/2006/relationships/notesMaster" Target="/ppt/main_figures/Fig11/ppt/notesMasters/notesMaster1.xml" Id="R1abdbaa634dc45b2" /><Relationship Type="http://schemas.openxmlformats.org/officeDocument/2006/relationships/presProps" Target="/ppt/main_figures/Fig11/ppt/presProps.xml" Id="Rcc0c4138d2c54cdd" /><Relationship Type="http://schemas.openxmlformats.org/officeDocument/2006/relationships/tableStyles" Target="/ppt/main_figures/Fig11/ppt/tableStyles.xml" Id="Rfd560b5ef93e4050" /><Relationship Type="http://schemas.openxmlformats.org/officeDocument/2006/relationships/slide" Target="/ppt/main_figures/Fig11/ppt/slides/slide1.xml" Id="R3ba1fd4769104db3" /></Relationships>
</file>

<file path=ppt/main_figures/Fig11/ppt/notesMasters/_rels/notesMaster1.xml.rels><?xml version='1.0' encoding='utf-8'?>
<Relationships xmlns="http://schemas.openxmlformats.org/package/2006/relationships"><Relationship Type="http://schemas.openxmlformats.org/officeDocument/2006/relationships/theme" Target="/ppt/main_figures/Fig11/ppt/notesMasters/theme/theme3.xml" Id="Ra1d1906dfa42480b" /></Relationships>
</file>

<file path=ppt/main_figures/Fig11/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main_figures/Fig11/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11/ppt/notesSlides/_rels/notesSlide1.xml.rels><?xml version='1.0' encoding='utf-8'?>
<Relationships xmlns="http://schemas.openxmlformats.org/package/2006/relationships"><Relationship Type="http://schemas.openxmlformats.org/officeDocument/2006/relationships/slide" Target="/ppt/main_figures/Fig11/ppt/slides/slide1.xml" Id="R83cf47a062284e87" /><Relationship Type="http://schemas.openxmlformats.org/officeDocument/2006/relationships/notesMaster" Target="/ppt/main_figures/Fig11/ppt/notesMasters/notesMaster1.xml" Id="Raf764dadd40e4bcb" /></Relationships>
</file>

<file path=ppt/main_figures/Fig11/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{"dataset": "Cylinder", "source": "02-RG-MTM/results/paper1_suite/square-cylinder3d", "source_page": "https://tinoweinkauf.net/notes/squarecylinder.html", "data_credit": "Camarri, Salvetti, Buffoni and Iollo (2005); uniform resampling by Tino Weinkauf, used by von Funck et al. (2008).", "frames": 102, "input_shape_xyz": [135, 64, 48], "maps": "Saved 2048-row previews, no artificial point or trajectory overlay. Metrics use complete saved maps.", "color": "coolwarm, common symmetric logarithmic normalization; linear within Q +/-0.02; fixed global range +/-20.46343994140625. This display transform does not change Q.", "volumes": "True three-dimensional isosurfaces from the original cropped Q arrays at frame 0,51,101. Q=0.1 translucent and Q=0.5 opaque; same physical aspect, orthographic camera, levels and opacity for all three. Native frame edges project the actual volume corners.", "reference": "fixed x direction. TMTM ordinate is native map coordinate; RG ordinate is normalized physical reference position."}</a:t>
            </a:r>
          </a:p>
          <a:p>
            <a:r>
              <a:t>Temporal display revision: intermediate time columns interpolate existing saved profiles for display only. Integer-frame profiles, native extrema and metrics are unchanged before pixel integration. Broad bands and true order changes remain visible. See evidence/temporal_display20261023/provenance.json.</a:t>
            </a:r>
          </a:p>
        </p:txBody>
      </p:sp>
      <p:sp>
        <p:nvSpPr>
          <p:cNvPr id="4" name="Slide Number Placeholder 3"/>
          <p:cNvSpPr>
            <a:spLocks noGrp="1"/>
          </p:cNvSpPr>
          <p:nvPr>
            <p:ph type="sldNum" idx="5"/>
          </p:nvPr>
        </p:nvSpPr>
        <p:spPr/>
        <p:txBody>
          <a:bodyPr/>
          <a:lstStyle/>
          <a:p/>
        </p:txBody>
      </p:sp>
    </p:spTree>
  </p:cSld>
  <p:clrMapOvr>
    <a:masterClrMapping/>
  </p:clrMapOvr>
</p:notes>
</file>

<file path=ppt/main_figures/Fig11/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main_figures/Fig11/ppt/presentation.xml><?xml version="1.0" encoding="utf-8"?>
<p:presentation xmlns:p="http://schemas.openxmlformats.org/presentationml/2006/main" xmlns:r="http://schemas.openxmlformats.org/officeDocument/2006/relationships">
  <p:sldMasterIdLst>
    <p:sldMasterId id="2147483648" r:id="Rf7a399c305bf4389"/>
  </p:sldMasterIdLst>
  <p:notesMasterIdLst>
    <p:notesMasterId r:id="R1abdbaa634dc45b2"/>
  </p:notesMasterIdLst>
  <p:sldIdLst>
    <p:sldId id="256" r:id="R3ba1fd4769104db3"/>
  </p:sldIdLst>
  <p:sldSz cx="11811000" cy="8858250"/>
  <p:notesSz cx="6858000" cy="9144000"/>
</p:presentation>
</file>

<file path=ppt/main_figures/Fig11/ppt/slideLayouts/_rels/slideLayout1.xml.rels><?xml version='1.0' encoding='utf-8'?>
<Relationships xmlns="http://schemas.openxmlformats.org/package/2006/relationships"><Relationship Type="http://schemas.openxmlformats.org/officeDocument/2006/relationships/slideMaster" Target="/ppt/main_figures/Fig11/ppt/slideMasters/slideMaster1.xml" Id="R2b8d05a4b3604305" /></Relationships>
</file>

<file path=ppt/main_figures/Fig11/ppt/slideLayouts/_rels/slideLayout2.xml.rels><?xml version='1.0' encoding='utf-8'?>
<Relationships xmlns="http://schemas.openxmlformats.org/package/2006/relationships"><Relationship Type="http://schemas.openxmlformats.org/officeDocument/2006/relationships/slideMaster" Target="/ppt/main_figures/Fig11/ppt/slideMasters/slideMaster1.xml" Id="Re14183fe789f45d1" /></Relationships>
</file>

<file path=ppt/main_figures/Fig11/ppt/slideLayouts/_rels/slideLayout3.xml.rels><?xml version='1.0' encoding='utf-8'?>
<Relationships xmlns="http://schemas.openxmlformats.org/package/2006/relationships"><Relationship Type="http://schemas.openxmlformats.org/officeDocument/2006/relationships/slideMaster" Target="/ppt/main_figures/Fig11/ppt/slideMasters/slideMaster1.xml" Id="R8eb4c73802c84ae6" /></Relationships>
</file>

<file path=ppt/main_figures/Fig11/ppt/slideLayouts/_rels/slideLayout4.xml.rels><?xml version='1.0' encoding='utf-8'?>
<Relationships xmlns="http://schemas.openxmlformats.org/package/2006/relationships"><Relationship Type="http://schemas.openxmlformats.org/officeDocument/2006/relationships/slideMaster" Target="/ppt/main_figures/Fig11/ppt/slideMasters/slideMaster1.xml" Id="Rf48f86f577634454" /></Relationships>
</file>

<file path=ppt/main_figures/Fig11/ppt/slideLayouts/_rels/slideLayout5.xml.rels><?xml version='1.0' encoding='utf-8'?>
<Relationships xmlns="http://schemas.openxmlformats.org/package/2006/relationships"><Relationship Type="http://schemas.openxmlformats.org/officeDocument/2006/relationships/slideMaster" Target="/ppt/main_figures/Fig11/ppt/slideMasters/slideMaster1.xml" Id="R54aad6e5ba1947ba" /></Relationships>
</file>

<file path=ppt/main_figures/Fig11/ppt/slideLayouts/_rels/slideLayout6.xml.rels><?xml version='1.0' encoding='utf-8'?>
<Relationships xmlns="http://schemas.openxmlformats.org/package/2006/relationships"><Relationship Type="http://schemas.openxmlformats.org/officeDocument/2006/relationships/slideMaster" Target="/ppt/main_figures/Fig11/ppt/slideMasters/slideMaster1.xml" Id="R0b615615f3e54e7f" /></Relationships>
</file>

<file path=ppt/main_figures/Fig11/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AAF8954-5708-4441-83CE-AFA81F01AE9D}"/>
              </a:ext>
            </a:extLst>
          </p:cNvPr>
          <p:cNvSpPr>
            <a:spLocks xmlns:a="http://schemas.openxmlformats.org/drawingml/2006/main" noGrp="1"/>
          </p:cNvSpPr>
          <p:nvPr>
            <p:ph type="title" idx="0"/>
          </p:nvPr>
        </p:nvSpPr>
        <p:spPr>
          <a:xfrm xmlns:a="http://schemas.openxmlformats.org/drawingml/2006/main">
            <a:off x="1280160" y="3058583"/>
            <a:ext cx="10241280" cy="1169458"/>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040" b="1">
                <a:solidFill>
                  <a:schemeClr val="tx1"/>
                </a:solidFill>
                <a:latin typeface="+mj-lt"/>
                <a:ea typeface="+mj-lt"/>
                <a:cs typeface="+mj-lt"/>
              </a:defRPr>
            </a:defPPr>
            <a:lvl1pPr marL="0" indent="0" algn="ctr">
              <a:lnSpc>
                <a:spcPct val="110000"/>
              </a:lnSpc>
              <a:spcBef>
                <a:spcPts val="0"/>
              </a:spcBef>
              <a:spcAft>
                <a:spcPts val="0"/>
              </a:spcAft>
              <a:buNone/>
              <a:defRPr sz="5040" b="1">
                <a:solidFill>
                  <a:schemeClr val="tx1"/>
                </a:solidFill>
                <a:latin typeface="+mj-lt"/>
                <a:ea typeface="+mj-lt"/>
                <a:cs typeface="+mj-lt"/>
              </a:defRPr>
            </a:lvl1pPr>
            <a:lvl2pPr marL="0" indent="0" algn="ctr">
              <a:lnSpc>
                <a:spcPct val="110000"/>
              </a:lnSpc>
              <a:spcBef>
                <a:spcPts val="0"/>
              </a:spcBef>
              <a:spcAft>
                <a:spcPts val="0"/>
              </a:spcAft>
              <a:buNone/>
              <a:defRPr sz="5040" b="1">
                <a:solidFill>
                  <a:schemeClr val="tx1"/>
                </a:solidFill>
                <a:latin typeface="+mj-lt"/>
                <a:ea typeface="+mj-lt"/>
                <a:cs typeface="+mj-lt"/>
              </a:defRPr>
            </a:lvl2pPr>
            <a:lvl3pPr marL="0" indent="0" algn="ctr">
              <a:lnSpc>
                <a:spcPct val="110000"/>
              </a:lnSpc>
              <a:spcBef>
                <a:spcPts val="0"/>
              </a:spcBef>
              <a:spcAft>
                <a:spcPts val="0"/>
              </a:spcAft>
              <a:buNone/>
              <a:defRPr sz="5040" b="1">
                <a:solidFill>
                  <a:schemeClr val="tx1"/>
                </a:solidFill>
                <a:latin typeface="+mj-lt"/>
                <a:ea typeface="+mj-lt"/>
                <a:cs typeface="+mj-lt"/>
              </a:defRPr>
            </a:lvl3pPr>
            <a:lvl4pPr marL="0" indent="0" algn="ctr">
              <a:lnSpc>
                <a:spcPct val="110000"/>
              </a:lnSpc>
              <a:spcBef>
                <a:spcPts val="0"/>
              </a:spcBef>
              <a:spcAft>
                <a:spcPts val="0"/>
              </a:spcAft>
              <a:buNone/>
              <a:defRPr sz="5040" b="1">
                <a:solidFill>
                  <a:schemeClr val="tx1"/>
                </a:solidFill>
                <a:latin typeface="+mj-lt"/>
                <a:ea typeface="+mj-lt"/>
                <a:cs typeface="+mj-lt"/>
              </a:defRPr>
            </a:lvl4pPr>
            <a:lvl5pPr marL="0" indent="0" algn="ctr">
              <a:lnSpc>
                <a:spcPct val="110000"/>
              </a:lnSpc>
              <a:spcBef>
                <a:spcPts val="0"/>
              </a:spcBef>
              <a:spcAft>
                <a:spcPts val="0"/>
              </a:spcAft>
              <a:buNone/>
              <a:defRPr sz="5040" b="1">
                <a:solidFill>
                  <a:schemeClr val="tx1"/>
                </a:solidFill>
                <a:latin typeface="+mj-lt"/>
                <a:ea typeface="+mj-lt"/>
                <a:cs typeface="+mj-lt"/>
              </a:defRPr>
            </a:lvl5pPr>
            <a:lvl6pPr marL="0" indent="0" algn="ctr">
              <a:lnSpc>
                <a:spcPct val="110000"/>
              </a:lnSpc>
              <a:spcBef>
                <a:spcPts val="0"/>
              </a:spcBef>
              <a:spcAft>
                <a:spcPts val="0"/>
              </a:spcAft>
              <a:buNone/>
              <a:defRPr sz="5040" b="1">
                <a:solidFill>
                  <a:schemeClr val="tx1"/>
                </a:solidFill>
                <a:latin typeface="+mj-lt"/>
                <a:ea typeface="+mj-lt"/>
                <a:cs typeface="+mj-lt"/>
              </a:defRPr>
            </a:lvl6pPr>
            <a:lvl7pPr marL="0" indent="0" algn="ctr">
              <a:lnSpc>
                <a:spcPct val="110000"/>
              </a:lnSpc>
              <a:spcBef>
                <a:spcPts val="0"/>
              </a:spcBef>
              <a:spcAft>
                <a:spcPts val="0"/>
              </a:spcAft>
              <a:buNone/>
              <a:defRPr sz="5040" b="1">
                <a:solidFill>
                  <a:schemeClr val="tx1"/>
                </a:solidFill>
                <a:latin typeface="+mj-lt"/>
                <a:ea typeface="+mj-lt"/>
                <a:cs typeface="+mj-lt"/>
              </a:defRPr>
            </a:lvl7pPr>
            <a:lvl8pPr marL="0" indent="0" algn="ctr">
              <a:lnSpc>
                <a:spcPct val="110000"/>
              </a:lnSpc>
              <a:spcBef>
                <a:spcPts val="0"/>
              </a:spcBef>
              <a:spcAft>
                <a:spcPts val="0"/>
              </a:spcAft>
              <a:buNone/>
              <a:defRPr sz="5040" b="1">
                <a:solidFill>
                  <a:schemeClr val="tx1"/>
                </a:solidFill>
                <a:latin typeface="+mj-lt"/>
                <a:ea typeface="+mj-lt"/>
                <a:cs typeface="+mj-lt"/>
              </a:defRPr>
            </a:lvl8pPr>
            <a:lvl9pPr marL="0" indent="0" algn="ctr">
              <a:lnSpc>
                <a:spcPct val="110000"/>
              </a:lnSpc>
              <a:spcBef>
                <a:spcPts val="0"/>
              </a:spcBef>
              <a:spcAft>
                <a:spcPts val="0"/>
              </a:spcAft>
              <a:buNone/>
              <a:defRPr sz="504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52A570A-5968-40FF-AAFA-ADE6AA9E745B}"/>
              </a:ext>
            </a:extLst>
          </p:cNvPr>
          <p:cNvSpPr>
            <a:spLocks xmlns:a="http://schemas.openxmlformats.org/drawingml/2006/main" noGrp="1"/>
          </p:cNvSpPr>
          <p:nvPr>
            <p:ph type="subTitle" idx="1"/>
          </p:nvPr>
        </p:nvSpPr>
        <p:spPr>
          <a:xfrm xmlns:a="http://schemas.openxmlformats.org/drawingml/2006/main">
            <a:off x="1920240" y="4452938"/>
            <a:ext cx="8961120" cy="89958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205" b="0">
                <a:solidFill>
                  <a:schemeClr val="tx1"/>
                </a:solidFill>
                <a:latin typeface="+mn-lt"/>
                <a:ea typeface="+mn-lt"/>
                <a:cs typeface="+mn-lt"/>
              </a:defRPr>
            </a:defPPr>
            <a:lvl1pPr marL="0" indent="0" algn="ctr">
              <a:lnSpc>
                <a:spcPct val="110000"/>
              </a:lnSpc>
              <a:spcBef>
                <a:spcPts val="0"/>
              </a:spcBef>
              <a:spcAft>
                <a:spcPts val="0"/>
              </a:spcAft>
              <a:buNone/>
              <a:defRPr sz="2205" b="0">
                <a:solidFill>
                  <a:schemeClr val="tx1"/>
                </a:solidFill>
                <a:latin typeface="+mn-lt"/>
                <a:ea typeface="+mn-lt"/>
                <a:cs typeface="+mn-lt"/>
              </a:defRPr>
            </a:lvl1pPr>
            <a:lvl2pPr marL="0" indent="0" algn="ctr">
              <a:lnSpc>
                <a:spcPct val="110000"/>
              </a:lnSpc>
              <a:spcBef>
                <a:spcPts val="0"/>
              </a:spcBef>
              <a:spcAft>
                <a:spcPts val="0"/>
              </a:spcAft>
              <a:buNone/>
              <a:defRPr sz="2205" b="0">
                <a:solidFill>
                  <a:schemeClr val="tx1"/>
                </a:solidFill>
                <a:latin typeface="+mn-lt"/>
                <a:ea typeface="+mn-lt"/>
                <a:cs typeface="+mn-lt"/>
              </a:defRPr>
            </a:lvl2pPr>
            <a:lvl3pPr marL="0" indent="0" algn="ctr">
              <a:lnSpc>
                <a:spcPct val="110000"/>
              </a:lnSpc>
              <a:spcBef>
                <a:spcPts val="0"/>
              </a:spcBef>
              <a:spcAft>
                <a:spcPts val="0"/>
              </a:spcAft>
              <a:buNone/>
              <a:defRPr sz="2205" b="0">
                <a:solidFill>
                  <a:schemeClr val="tx1"/>
                </a:solidFill>
                <a:latin typeface="+mn-lt"/>
                <a:ea typeface="+mn-lt"/>
                <a:cs typeface="+mn-lt"/>
              </a:defRPr>
            </a:lvl3pPr>
            <a:lvl4pPr marL="0" indent="0" algn="ctr">
              <a:lnSpc>
                <a:spcPct val="110000"/>
              </a:lnSpc>
              <a:spcBef>
                <a:spcPts val="0"/>
              </a:spcBef>
              <a:spcAft>
                <a:spcPts val="0"/>
              </a:spcAft>
              <a:buNone/>
              <a:defRPr sz="2205" b="0">
                <a:solidFill>
                  <a:schemeClr val="tx1"/>
                </a:solidFill>
                <a:latin typeface="+mn-lt"/>
                <a:ea typeface="+mn-lt"/>
                <a:cs typeface="+mn-lt"/>
              </a:defRPr>
            </a:lvl4pPr>
            <a:lvl5pPr marL="0" indent="0" algn="ctr">
              <a:lnSpc>
                <a:spcPct val="110000"/>
              </a:lnSpc>
              <a:spcBef>
                <a:spcPts val="0"/>
              </a:spcBef>
              <a:spcAft>
                <a:spcPts val="0"/>
              </a:spcAft>
              <a:buNone/>
              <a:defRPr sz="2205" b="0">
                <a:solidFill>
                  <a:schemeClr val="tx1"/>
                </a:solidFill>
                <a:latin typeface="+mn-lt"/>
                <a:ea typeface="+mn-lt"/>
                <a:cs typeface="+mn-lt"/>
              </a:defRPr>
            </a:lvl5pPr>
            <a:lvl6pPr marL="0" indent="0" algn="ctr">
              <a:lnSpc>
                <a:spcPct val="110000"/>
              </a:lnSpc>
              <a:spcBef>
                <a:spcPts val="0"/>
              </a:spcBef>
              <a:spcAft>
                <a:spcPts val="0"/>
              </a:spcAft>
              <a:buNone/>
              <a:defRPr sz="2205" b="0">
                <a:solidFill>
                  <a:schemeClr val="tx1"/>
                </a:solidFill>
                <a:latin typeface="+mn-lt"/>
                <a:ea typeface="+mn-lt"/>
                <a:cs typeface="+mn-lt"/>
              </a:defRPr>
            </a:lvl6pPr>
            <a:lvl7pPr marL="0" indent="0" algn="ctr">
              <a:lnSpc>
                <a:spcPct val="110000"/>
              </a:lnSpc>
              <a:spcBef>
                <a:spcPts val="0"/>
              </a:spcBef>
              <a:spcAft>
                <a:spcPts val="0"/>
              </a:spcAft>
              <a:buNone/>
              <a:defRPr sz="2205" b="0">
                <a:solidFill>
                  <a:schemeClr val="tx1"/>
                </a:solidFill>
                <a:latin typeface="+mn-lt"/>
                <a:ea typeface="+mn-lt"/>
                <a:cs typeface="+mn-lt"/>
              </a:defRPr>
            </a:lvl7pPr>
            <a:lvl8pPr marL="0" indent="0" algn="ctr">
              <a:lnSpc>
                <a:spcPct val="110000"/>
              </a:lnSpc>
              <a:spcBef>
                <a:spcPts val="0"/>
              </a:spcBef>
              <a:spcAft>
                <a:spcPts val="0"/>
              </a:spcAft>
              <a:buNone/>
              <a:defRPr sz="2205" b="0">
                <a:solidFill>
                  <a:schemeClr val="tx1"/>
                </a:solidFill>
                <a:latin typeface="+mn-lt"/>
                <a:ea typeface="+mn-lt"/>
                <a:cs typeface="+mn-lt"/>
              </a:defRPr>
            </a:lvl8pPr>
            <a:lvl9pPr marL="0" indent="0" algn="ctr">
              <a:lnSpc>
                <a:spcPct val="110000"/>
              </a:lnSpc>
              <a:spcBef>
                <a:spcPts val="0"/>
              </a:spcBef>
              <a:spcAft>
                <a:spcPts val="0"/>
              </a:spcAft>
              <a:buNone/>
              <a:defRPr sz="2205" b="0">
                <a:solidFill>
                  <a:schemeClr val="tx1"/>
                </a:solidFill>
                <a:latin typeface="+mn-lt"/>
                <a:ea typeface="+mn-lt"/>
                <a:cs typeface="+mn-lt"/>
              </a:defRPr>
            </a:lvl9pPr>
          </a:lstStyle>
          <a:p xmlns:a="http://schemas.openxmlformats.org/drawingml/2006/main"/>
        </p:txBody>
      </p:sp>
    </p:spTree>
  </p:cSld>
</p:sldLayout>
</file>

<file path=ppt/main_figures/Fig11/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02C9DFC-E080-4410-B402-BA83D3D5A03B}"/>
              </a:ext>
            </a:extLst>
          </p:cNvPr>
          <p:cNvSpPr>
            <a:spLocks xmlns:a="http://schemas.openxmlformats.org/drawingml/2006/main" noGrp="1"/>
          </p:cNvSpPr>
          <p:nvPr>
            <p:ph type="title" idx="0"/>
          </p:nvPr>
        </p:nvSpPr>
        <p:spPr>
          <a:xfrm xmlns:a="http://schemas.openxmlformats.org/drawingml/2006/main">
            <a:off x="1280160" y="3373438"/>
            <a:ext cx="10241280" cy="1349375"/>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410" b="1">
                <a:solidFill>
                  <a:schemeClr val="tx1"/>
                </a:solidFill>
                <a:latin typeface="+mj-lt"/>
                <a:ea typeface="+mj-lt"/>
                <a:cs typeface="+mj-lt"/>
              </a:defRPr>
            </a:defPPr>
            <a:lvl1pPr marL="0" indent="0" algn="ctr">
              <a:lnSpc>
                <a:spcPct val="110000"/>
              </a:lnSpc>
              <a:spcBef>
                <a:spcPts val="0"/>
              </a:spcBef>
              <a:spcAft>
                <a:spcPts val="0"/>
              </a:spcAft>
              <a:buNone/>
              <a:defRPr sz="4410" b="1">
                <a:solidFill>
                  <a:schemeClr val="tx1"/>
                </a:solidFill>
                <a:latin typeface="+mj-lt"/>
                <a:ea typeface="+mj-lt"/>
                <a:cs typeface="+mj-lt"/>
              </a:defRPr>
            </a:lvl1pPr>
            <a:lvl2pPr marL="0" indent="0" algn="ctr">
              <a:lnSpc>
                <a:spcPct val="110000"/>
              </a:lnSpc>
              <a:spcBef>
                <a:spcPts val="0"/>
              </a:spcBef>
              <a:spcAft>
                <a:spcPts val="0"/>
              </a:spcAft>
              <a:buNone/>
              <a:defRPr sz="4410" b="1">
                <a:solidFill>
                  <a:schemeClr val="tx1"/>
                </a:solidFill>
                <a:latin typeface="+mj-lt"/>
                <a:ea typeface="+mj-lt"/>
                <a:cs typeface="+mj-lt"/>
              </a:defRPr>
            </a:lvl2pPr>
            <a:lvl3pPr marL="0" indent="0" algn="ctr">
              <a:lnSpc>
                <a:spcPct val="110000"/>
              </a:lnSpc>
              <a:spcBef>
                <a:spcPts val="0"/>
              </a:spcBef>
              <a:spcAft>
                <a:spcPts val="0"/>
              </a:spcAft>
              <a:buNone/>
              <a:defRPr sz="4410" b="1">
                <a:solidFill>
                  <a:schemeClr val="tx1"/>
                </a:solidFill>
                <a:latin typeface="+mj-lt"/>
                <a:ea typeface="+mj-lt"/>
                <a:cs typeface="+mj-lt"/>
              </a:defRPr>
            </a:lvl3pPr>
            <a:lvl4pPr marL="0" indent="0" algn="ctr">
              <a:lnSpc>
                <a:spcPct val="110000"/>
              </a:lnSpc>
              <a:spcBef>
                <a:spcPts val="0"/>
              </a:spcBef>
              <a:spcAft>
                <a:spcPts val="0"/>
              </a:spcAft>
              <a:buNone/>
              <a:defRPr sz="4410" b="1">
                <a:solidFill>
                  <a:schemeClr val="tx1"/>
                </a:solidFill>
                <a:latin typeface="+mj-lt"/>
                <a:ea typeface="+mj-lt"/>
                <a:cs typeface="+mj-lt"/>
              </a:defRPr>
            </a:lvl4pPr>
            <a:lvl5pPr marL="0" indent="0" algn="ctr">
              <a:lnSpc>
                <a:spcPct val="110000"/>
              </a:lnSpc>
              <a:spcBef>
                <a:spcPts val="0"/>
              </a:spcBef>
              <a:spcAft>
                <a:spcPts val="0"/>
              </a:spcAft>
              <a:buNone/>
              <a:defRPr sz="4410" b="1">
                <a:solidFill>
                  <a:schemeClr val="tx1"/>
                </a:solidFill>
                <a:latin typeface="+mj-lt"/>
                <a:ea typeface="+mj-lt"/>
                <a:cs typeface="+mj-lt"/>
              </a:defRPr>
            </a:lvl5pPr>
            <a:lvl6pPr marL="0" indent="0" algn="ctr">
              <a:lnSpc>
                <a:spcPct val="110000"/>
              </a:lnSpc>
              <a:spcBef>
                <a:spcPts val="0"/>
              </a:spcBef>
              <a:spcAft>
                <a:spcPts val="0"/>
              </a:spcAft>
              <a:buNone/>
              <a:defRPr sz="4410" b="1">
                <a:solidFill>
                  <a:schemeClr val="tx1"/>
                </a:solidFill>
                <a:latin typeface="+mj-lt"/>
                <a:ea typeface="+mj-lt"/>
                <a:cs typeface="+mj-lt"/>
              </a:defRPr>
            </a:lvl6pPr>
            <a:lvl7pPr marL="0" indent="0" algn="ctr">
              <a:lnSpc>
                <a:spcPct val="110000"/>
              </a:lnSpc>
              <a:spcBef>
                <a:spcPts val="0"/>
              </a:spcBef>
              <a:spcAft>
                <a:spcPts val="0"/>
              </a:spcAft>
              <a:buNone/>
              <a:defRPr sz="4410" b="1">
                <a:solidFill>
                  <a:schemeClr val="tx1"/>
                </a:solidFill>
                <a:latin typeface="+mj-lt"/>
                <a:ea typeface="+mj-lt"/>
                <a:cs typeface="+mj-lt"/>
              </a:defRPr>
            </a:lvl7pPr>
            <a:lvl8pPr marL="0" indent="0" algn="ctr">
              <a:lnSpc>
                <a:spcPct val="110000"/>
              </a:lnSpc>
              <a:spcBef>
                <a:spcPts val="0"/>
              </a:spcBef>
              <a:spcAft>
                <a:spcPts val="0"/>
              </a:spcAft>
              <a:buNone/>
              <a:defRPr sz="4410" b="1">
                <a:solidFill>
                  <a:schemeClr val="tx1"/>
                </a:solidFill>
                <a:latin typeface="+mj-lt"/>
                <a:ea typeface="+mj-lt"/>
                <a:cs typeface="+mj-lt"/>
              </a:defRPr>
            </a:lvl8pPr>
            <a:lvl9pPr marL="0" indent="0" algn="ctr">
              <a:lnSpc>
                <a:spcPct val="110000"/>
              </a:lnSpc>
              <a:spcBef>
                <a:spcPts val="0"/>
              </a:spcBef>
              <a:spcAft>
                <a:spcPts val="0"/>
              </a:spcAft>
              <a:buNone/>
              <a:defRPr sz="4410" b="1">
                <a:solidFill>
                  <a:schemeClr val="tx1"/>
                </a:solidFill>
                <a:latin typeface="+mj-lt"/>
                <a:ea typeface="+mj-lt"/>
                <a:cs typeface="+mj-lt"/>
              </a:defRPr>
            </a:lvl9pPr>
          </a:lstStyle>
          <a:p xmlns:a="http://schemas.openxmlformats.org/drawingml/2006/main"/>
        </p:txBody>
      </p:sp>
    </p:spTree>
  </p:cSld>
</p:sldLayout>
</file>

<file path=ppt/main_figures/Fig11/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64B4E55-8579-4E3A-96FB-51AE9E056BDA}"/>
              </a:ext>
            </a:extLst>
          </p:cNvPr>
          <p:cNvSpPr>
            <a:spLocks xmlns:a="http://schemas.openxmlformats.org/drawingml/2006/main" noGrp="1"/>
          </p:cNvSpPr>
          <p:nvPr>
            <p:ph type="title" idx="0"/>
          </p:nvPr>
        </p:nvSpPr>
        <p:spPr>
          <a:xfrm xmlns:a="http://schemas.openxmlformats.org/drawingml/2006/main">
            <a:off x="720090" y="629708"/>
            <a:ext cx="11361420" cy="98954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465" b="1">
                <a:solidFill>
                  <a:schemeClr val="tx1"/>
                </a:solidFill>
                <a:latin typeface="+mj-lt"/>
                <a:ea typeface="+mj-lt"/>
                <a:cs typeface="+mj-lt"/>
              </a:defRPr>
            </a:defPPr>
            <a:lvl1pPr marL="0" indent="0" algn="l">
              <a:lnSpc>
                <a:spcPct val="110000"/>
              </a:lnSpc>
              <a:spcBef>
                <a:spcPts val="0"/>
              </a:spcBef>
              <a:spcAft>
                <a:spcPts val="0"/>
              </a:spcAft>
              <a:buNone/>
              <a:defRPr sz="3465" b="1">
                <a:solidFill>
                  <a:schemeClr val="tx1"/>
                </a:solidFill>
                <a:latin typeface="+mj-lt"/>
                <a:ea typeface="+mj-lt"/>
                <a:cs typeface="+mj-lt"/>
              </a:defRPr>
            </a:lvl1pPr>
            <a:lvl2pPr marL="0" indent="0" algn="l">
              <a:lnSpc>
                <a:spcPct val="110000"/>
              </a:lnSpc>
              <a:spcBef>
                <a:spcPts val="0"/>
              </a:spcBef>
              <a:spcAft>
                <a:spcPts val="0"/>
              </a:spcAft>
              <a:buNone/>
              <a:defRPr sz="3465" b="1">
                <a:solidFill>
                  <a:schemeClr val="tx1"/>
                </a:solidFill>
                <a:latin typeface="+mj-lt"/>
                <a:ea typeface="+mj-lt"/>
                <a:cs typeface="+mj-lt"/>
              </a:defRPr>
            </a:lvl2pPr>
            <a:lvl3pPr marL="0" indent="0" algn="l">
              <a:lnSpc>
                <a:spcPct val="110000"/>
              </a:lnSpc>
              <a:spcBef>
                <a:spcPts val="0"/>
              </a:spcBef>
              <a:spcAft>
                <a:spcPts val="0"/>
              </a:spcAft>
              <a:buNone/>
              <a:defRPr sz="3465" b="1">
                <a:solidFill>
                  <a:schemeClr val="tx1"/>
                </a:solidFill>
                <a:latin typeface="+mj-lt"/>
                <a:ea typeface="+mj-lt"/>
                <a:cs typeface="+mj-lt"/>
              </a:defRPr>
            </a:lvl3pPr>
            <a:lvl4pPr marL="0" indent="0" algn="l">
              <a:lnSpc>
                <a:spcPct val="110000"/>
              </a:lnSpc>
              <a:spcBef>
                <a:spcPts val="0"/>
              </a:spcBef>
              <a:spcAft>
                <a:spcPts val="0"/>
              </a:spcAft>
              <a:buNone/>
              <a:defRPr sz="3465" b="1">
                <a:solidFill>
                  <a:schemeClr val="tx1"/>
                </a:solidFill>
                <a:latin typeface="+mj-lt"/>
                <a:ea typeface="+mj-lt"/>
                <a:cs typeface="+mj-lt"/>
              </a:defRPr>
            </a:lvl4pPr>
            <a:lvl5pPr marL="0" indent="0" algn="l">
              <a:lnSpc>
                <a:spcPct val="110000"/>
              </a:lnSpc>
              <a:spcBef>
                <a:spcPts val="0"/>
              </a:spcBef>
              <a:spcAft>
                <a:spcPts val="0"/>
              </a:spcAft>
              <a:buNone/>
              <a:defRPr sz="3465" b="1">
                <a:solidFill>
                  <a:schemeClr val="tx1"/>
                </a:solidFill>
                <a:latin typeface="+mj-lt"/>
                <a:ea typeface="+mj-lt"/>
                <a:cs typeface="+mj-lt"/>
              </a:defRPr>
            </a:lvl5pPr>
            <a:lvl6pPr marL="0" indent="0" algn="l">
              <a:lnSpc>
                <a:spcPct val="110000"/>
              </a:lnSpc>
              <a:spcBef>
                <a:spcPts val="0"/>
              </a:spcBef>
              <a:spcAft>
                <a:spcPts val="0"/>
              </a:spcAft>
              <a:buNone/>
              <a:defRPr sz="3465" b="1">
                <a:solidFill>
                  <a:schemeClr val="tx1"/>
                </a:solidFill>
                <a:latin typeface="+mj-lt"/>
                <a:ea typeface="+mj-lt"/>
                <a:cs typeface="+mj-lt"/>
              </a:defRPr>
            </a:lvl6pPr>
            <a:lvl7pPr marL="0" indent="0" algn="l">
              <a:lnSpc>
                <a:spcPct val="110000"/>
              </a:lnSpc>
              <a:spcBef>
                <a:spcPts val="0"/>
              </a:spcBef>
              <a:spcAft>
                <a:spcPts val="0"/>
              </a:spcAft>
              <a:buNone/>
              <a:defRPr sz="3465" b="1">
                <a:solidFill>
                  <a:schemeClr val="tx1"/>
                </a:solidFill>
                <a:latin typeface="+mj-lt"/>
                <a:ea typeface="+mj-lt"/>
                <a:cs typeface="+mj-lt"/>
              </a:defRPr>
            </a:lvl7pPr>
            <a:lvl8pPr marL="0" indent="0" algn="l">
              <a:lnSpc>
                <a:spcPct val="110000"/>
              </a:lnSpc>
              <a:spcBef>
                <a:spcPts val="0"/>
              </a:spcBef>
              <a:spcAft>
                <a:spcPts val="0"/>
              </a:spcAft>
              <a:buNone/>
              <a:defRPr sz="3465" b="1">
                <a:solidFill>
                  <a:schemeClr val="tx1"/>
                </a:solidFill>
                <a:latin typeface="+mj-lt"/>
                <a:ea typeface="+mj-lt"/>
                <a:cs typeface="+mj-lt"/>
              </a:defRPr>
            </a:lvl8pPr>
            <a:lvl9pPr marL="0" indent="0" algn="l">
              <a:lnSpc>
                <a:spcPct val="110000"/>
              </a:lnSpc>
              <a:spcBef>
                <a:spcPts val="0"/>
              </a:spcBef>
              <a:spcAft>
                <a:spcPts val="0"/>
              </a:spcAft>
              <a:buNone/>
              <a:defRPr sz="346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8238939-E128-4381-BFFB-900CC996708C}"/>
              </a:ext>
            </a:extLst>
          </p:cNvPr>
          <p:cNvSpPr>
            <a:spLocks xmlns:a="http://schemas.openxmlformats.org/drawingml/2006/main" noGrp="1"/>
          </p:cNvSpPr>
          <p:nvPr>
            <p:ph type="body" idx="1"/>
          </p:nvPr>
        </p:nvSpPr>
        <p:spPr>
          <a:xfrm xmlns:a="http://schemas.openxmlformats.org/drawingml/2006/main">
            <a:off x="720090" y="2248958"/>
            <a:ext cx="11361420" cy="50376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363" b="0">
                <a:solidFill>
                  <a:schemeClr val="tx1"/>
                </a:solidFill>
                <a:latin typeface="+mn-lt"/>
                <a:ea typeface="+mn-lt"/>
                <a:cs typeface="+mn-lt"/>
              </a:defRPr>
            </a:defPPr>
            <a:lvl1pPr marL="240030" indent="-240030" algn="l">
              <a:lnSpc>
                <a:spcPct val="110000"/>
              </a:lnSpc>
              <a:spcBef>
                <a:spcPts val="0"/>
              </a:spcBef>
              <a:spcAft>
                <a:spcPts val="1260"/>
              </a:spcAft>
              <a:buChar char="•"/>
              <a:defRPr sz="2363" b="0">
                <a:solidFill>
                  <a:schemeClr val="tx1"/>
                </a:solidFill>
                <a:latin typeface="+mn-lt"/>
                <a:ea typeface="+mn-lt"/>
                <a:cs typeface="+mn-lt"/>
              </a:defRPr>
            </a:lvl1pPr>
            <a:lvl2pPr marL="560070" indent="-240030" algn="l">
              <a:lnSpc>
                <a:spcPct val="110000"/>
              </a:lnSpc>
              <a:spcBef>
                <a:spcPts val="0"/>
              </a:spcBef>
              <a:spcAft>
                <a:spcPts val="1260"/>
              </a:spcAft>
              <a:buChar char="•"/>
              <a:defRPr sz="2363" b="0">
                <a:solidFill>
                  <a:schemeClr val="tx1"/>
                </a:solidFill>
                <a:latin typeface="+mn-lt"/>
                <a:ea typeface="+mn-lt"/>
                <a:cs typeface="+mn-lt"/>
              </a:defRPr>
            </a:lvl2pPr>
            <a:lvl3pPr marL="880110" indent="-240030" algn="l">
              <a:lnSpc>
                <a:spcPct val="110000"/>
              </a:lnSpc>
              <a:spcBef>
                <a:spcPts val="0"/>
              </a:spcBef>
              <a:spcAft>
                <a:spcPts val="1260"/>
              </a:spcAft>
              <a:buChar char="•"/>
              <a:defRPr sz="2363" b="0">
                <a:solidFill>
                  <a:schemeClr val="tx1"/>
                </a:solidFill>
                <a:latin typeface="+mn-lt"/>
                <a:ea typeface="+mn-lt"/>
                <a:cs typeface="+mn-lt"/>
              </a:defRPr>
            </a:lvl3pPr>
            <a:lvl4pPr marL="1200150" indent="-240030" algn="l">
              <a:lnSpc>
                <a:spcPct val="110000"/>
              </a:lnSpc>
              <a:spcBef>
                <a:spcPts val="0"/>
              </a:spcBef>
              <a:spcAft>
                <a:spcPts val="1260"/>
              </a:spcAft>
              <a:buChar char="•"/>
              <a:defRPr sz="2363" b="0">
                <a:solidFill>
                  <a:schemeClr val="tx1"/>
                </a:solidFill>
                <a:latin typeface="+mn-lt"/>
                <a:ea typeface="+mn-lt"/>
                <a:cs typeface="+mn-lt"/>
              </a:defRPr>
            </a:lvl4pPr>
            <a:lvl5pPr marL="1520190" indent="-240030" algn="l">
              <a:lnSpc>
                <a:spcPct val="110000"/>
              </a:lnSpc>
              <a:spcBef>
                <a:spcPts val="0"/>
              </a:spcBef>
              <a:spcAft>
                <a:spcPts val="1260"/>
              </a:spcAft>
              <a:buChar char="•"/>
              <a:defRPr sz="2363" b="0">
                <a:solidFill>
                  <a:schemeClr val="tx1"/>
                </a:solidFill>
                <a:latin typeface="+mn-lt"/>
                <a:ea typeface="+mn-lt"/>
                <a:cs typeface="+mn-lt"/>
              </a:defRPr>
            </a:lvl5pPr>
            <a:lvl6pPr marL="1840230" indent="-240030" algn="l">
              <a:lnSpc>
                <a:spcPct val="110000"/>
              </a:lnSpc>
              <a:spcBef>
                <a:spcPts val="0"/>
              </a:spcBef>
              <a:spcAft>
                <a:spcPts val="1260"/>
              </a:spcAft>
              <a:buChar char="•"/>
              <a:defRPr sz="2363" b="0">
                <a:solidFill>
                  <a:schemeClr val="tx1"/>
                </a:solidFill>
                <a:latin typeface="+mn-lt"/>
                <a:ea typeface="+mn-lt"/>
                <a:cs typeface="+mn-lt"/>
              </a:defRPr>
            </a:lvl6pPr>
            <a:lvl7pPr marL="2160270" indent="-240030" algn="l">
              <a:lnSpc>
                <a:spcPct val="110000"/>
              </a:lnSpc>
              <a:spcBef>
                <a:spcPts val="0"/>
              </a:spcBef>
              <a:spcAft>
                <a:spcPts val="1260"/>
              </a:spcAft>
              <a:buChar char="•"/>
              <a:defRPr sz="2363" b="0">
                <a:solidFill>
                  <a:schemeClr val="tx1"/>
                </a:solidFill>
                <a:latin typeface="+mn-lt"/>
                <a:ea typeface="+mn-lt"/>
                <a:cs typeface="+mn-lt"/>
              </a:defRPr>
            </a:lvl7pPr>
            <a:lvl8pPr marL="2480310" indent="-240030" algn="l">
              <a:lnSpc>
                <a:spcPct val="110000"/>
              </a:lnSpc>
              <a:spcBef>
                <a:spcPts val="0"/>
              </a:spcBef>
              <a:spcAft>
                <a:spcPts val="1260"/>
              </a:spcAft>
              <a:buChar char="•"/>
              <a:defRPr sz="2363" b="0">
                <a:solidFill>
                  <a:schemeClr val="tx1"/>
                </a:solidFill>
                <a:latin typeface="+mn-lt"/>
                <a:ea typeface="+mn-lt"/>
                <a:cs typeface="+mn-lt"/>
              </a:defRPr>
            </a:lvl8pPr>
            <a:lvl9pPr marL="2800350" indent="-240030" algn="l">
              <a:lnSpc>
                <a:spcPct val="110000"/>
              </a:lnSpc>
              <a:spcBef>
                <a:spcPts val="0"/>
              </a:spcBef>
              <a:spcAft>
                <a:spcPts val="1260"/>
              </a:spcAft>
              <a:buChar char="•"/>
              <a:defRPr sz="2363" b="0">
                <a:solidFill>
                  <a:schemeClr val="tx1"/>
                </a:solidFill>
                <a:latin typeface="+mn-lt"/>
                <a:ea typeface="+mn-lt"/>
                <a:cs typeface="+mn-lt"/>
              </a:defRPr>
            </a:lvl9pPr>
          </a:lstStyle>
          <a:p xmlns:a="http://schemas.openxmlformats.org/drawingml/2006/main"/>
        </p:txBody>
      </p:sp>
    </p:spTree>
  </p:cSld>
</p:sldLayout>
</file>

<file path=ppt/main_figures/Fig11/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5D26522-6E2A-4497-8299-D58F950B8B56}"/>
              </a:ext>
            </a:extLst>
          </p:cNvPr>
          <p:cNvSpPr>
            <a:spLocks xmlns:a="http://schemas.openxmlformats.org/drawingml/2006/main" noGrp="1"/>
          </p:cNvSpPr>
          <p:nvPr>
            <p:ph type="title" idx="0"/>
          </p:nvPr>
        </p:nvSpPr>
        <p:spPr>
          <a:xfrm xmlns:a="http://schemas.openxmlformats.org/drawingml/2006/main">
            <a:off x="720090" y="629708"/>
            <a:ext cx="11361420" cy="98954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465" b="1">
                <a:solidFill>
                  <a:schemeClr val="tx1"/>
                </a:solidFill>
                <a:latin typeface="+mj-lt"/>
                <a:ea typeface="+mj-lt"/>
                <a:cs typeface="+mj-lt"/>
              </a:defRPr>
            </a:defPPr>
            <a:lvl1pPr marL="0" indent="0" algn="l">
              <a:lnSpc>
                <a:spcPct val="110000"/>
              </a:lnSpc>
              <a:spcBef>
                <a:spcPts val="0"/>
              </a:spcBef>
              <a:spcAft>
                <a:spcPts val="0"/>
              </a:spcAft>
              <a:buNone/>
              <a:defRPr sz="3465" b="1">
                <a:solidFill>
                  <a:schemeClr val="tx1"/>
                </a:solidFill>
                <a:latin typeface="+mj-lt"/>
                <a:ea typeface="+mj-lt"/>
                <a:cs typeface="+mj-lt"/>
              </a:defRPr>
            </a:lvl1pPr>
            <a:lvl2pPr marL="0" indent="0" algn="l">
              <a:lnSpc>
                <a:spcPct val="110000"/>
              </a:lnSpc>
              <a:spcBef>
                <a:spcPts val="0"/>
              </a:spcBef>
              <a:spcAft>
                <a:spcPts val="0"/>
              </a:spcAft>
              <a:buNone/>
              <a:defRPr sz="3465" b="1">
                <a:solidFill>
                  <a:schemeClr val="tx1"/>
                </a:solidFill>
                <a:latin typeface="+mj-lt"/>
                <a:ea typeface="+mj-lt"/>
                <a:cs typeface="+mj-lt"/>
              </a:defRPr>
            </a:lvl2pPr>
            <a:lvl3pPr marL="0" indent="0" algn="l">
              <a:lnSpc>
                <a:spcPct val="110000"/>
              </a:lnSpc>
              <a:spcBef>
                <a:spcPts val="0"/>
              </a:spcBef>
              <a:spcAft>
                <a:spcPts val="0"/>
              </a:spcAft>
              <a:buNone/>
              <a:defRPr sz="3465" b="1">
                <a:solidFill>
                  <a:schemeClr val="tx1"/>
                </a:solidFill>
                <a:latin typeface="+mj-lt"/>
                <a:ea typeface="+mj-lt"/>
                <a:cs typeface="+mj-lt"/>
              </a:defRPr>
            </a:lvl3pPr>
            <a:lvl4pPr marL="0" indent="0" algn="l">
              <a:lnSpc>
                <a:spcPct val="110000"/>
              </a:lnSpc>
              <a:spcBef>
                <a:spcPts val="0"/>
              </a:spcBef>
              <a:spcAft>
                <a:spcPts val="0"/>
              </a:spcAft>
              <a:buNone/>
              <a:defRPr sz="3465" b="1">
                <a:solidFill>
                  <a:schemeClr val="tx1"/>
                </a:solidFill>
                <a:latin typeface="+mj-lt"/>
                <a:ea typeface="+mj-lt"/>
                <a:cs typeface="+mj-lt"/>
              </a:defRPr>
            </a:lvl4pPr>
            <a:lvl5pPr marL="0" indent="0" algn="l">
              <a:lnSpc>
                <a:spcPct val="110000"/>
              </a:lnSpc>
              <a:spcBef>
                <a:spcPts val="0"/>
              </a:spcBef>
              <a:spcAft>
                <a:spcPts val="0"/>
              </a:spcAft>
              <a:buNone/>
              <a:defRPr sz="3465" b="1">
                <a:solidFill>
                  <a:schemeClr val="tx1"/>
                </a:solidFill>
                <a:latin typeface="+mj-lt"/>
                <a:ea typeface="+mj-lt"/>
                <a:cs typeface="+mj-lt"/>
              </a:defRPr>
            </a:lvl5pPr>
            <a:lvl6pPr marL="0" indent="0" algn="l">
              <a:lnSpc>
                <a:spcPct val="110000"/>
              </a:lnSpc>
              <a:spcBef>
                <a:spcPts val="0"/>
              </a:spcBef>
              <a:spcAft>
                <a:spcPts val="0"/>
              </a:spcAft>
              <a:buNone/>
              <a:defRPr sz="3465" b="1">
                <a:solidFill>
                  <a:schemeClr val="tx1"/>
                </a:solidFill>
                <a:latin typeface="+mj-lt"/>
                <a:ea typeface="+mj-lt"/>
                <a:cs typeface="+mj-lt"/>
              </a:defRPr>
            </a:lvl6pPr>
            <a:lvl7pPr marL="0" indent="0" algn="l">
              <a:lnSpc>
                <a:spcPct val="110000"/>
              </a:lnSpc>
              <a:spcBef>
                <a:spcPts val="0"/>
              </a:spcBef>
              <a:spcAft>
                <a:spcPts val="0"/>
              </a:spcAft>
              <a:buNone/>
              <a:defRPr sz="3465" b="1">
                <a:solidFill>
                  <a:schemeClr val="tx1"/>
                </a:solidFill>
                <a:latin typeface="+mj-lt"/>
                <a:ea typeface="+mj-lt"/>
                <a:cs typeface="+mj-lt"/>
              </a:defRPr>
            </a:lvl7pPr>
            <a:lvl8pPr marL="0" indent="0" algn="l">
              <a:lnSpc>
                <a:spcPct val="110000"/>
              </a:lnSpc>
              <a:spcBef>
                <a:spcPts val="0"/>
              </a:spcBef>
              <a:spcAft>
                <a:spcPts val="0"/>
              </a:spcAft>
              <a:buNone/>
              <a:defRPr sz="3465" b="1">
                <a:solidFill>
                  <a:schemeClr val="tx1"/>
                </a:solidFill>
                <a:latin typeface="+mj-lt"/>
                <a:ea typeface="+mj-lt"/>
                <a:cs typeface="+mj-lt"/>
              </a:defRPr>
            </a:lvl8pPr>
            <a:lvl9pPr marL="0" indent="0" algn="l">
              <a:lnSpc>
                <a:spcPct val="110000"/>
              </a:lnSpc>
              <a:spcBef>
                <a:spcPts val="0"/>
              </a:spcBef>
              <a:spcAft>
                <a:spcPts val="0"/>
              </a:spcAft>
              <a:buNone/>
              <a:defRPr sz="346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F3ECF15-5CAB-41E7-A59A-49A4AFCFE674}"/>
              </a:ext>
            </a:extLst>
          </p:cNvPr>
          <p:cNvSpPr>
            <a:spLocks xmlns:a="http://schemas.openxmlformats.org/drawingml/2006/main" noGrp="1"/>
          </p:cNvSpPr>
          <p:nvPr>
            <p:ph type="body" idx="1"/>
          </p:nvPr>
        </p:nvSpPr>
        <p:spPr>
          <a:xfrm xmlns:a="http://schemas.openxmlformats.org/drawingml/2006/main">
            <a:off x="720090" y="2248958"/>
            <a:ext cx="5280660" cy="50376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05" b="0">
                <a:solidFill>
                  <a:schemeClr val="tx1"/>
                </a:solidFill>
                <a:latin typeface="+mn-lt"/>
                <a:ea typeface="+mn-lt"/>
                <a:cs typeface="+mn-lt"/>
              </a:defRPr>
            </a:defPPr>
            <a:lvl1pPr marL="240030" indent="-240030" algn="l">
              <a:lnSpc>
                <a:spcPct val="110000"/>
              </a:lnSpc>
              <a:spcBef>
                <a:spcPts val="0"/>
              </a:spcBef>
              <a:spcAft>
                <a:spcPts val="1260"/>
              </a:spcAft>
              <a:buChar char="•"/>
              <a:defRPr sz="2205" b="0">
                <a:solidFill>
                  <a:schemeClr val="tx1"/>
                </a:solidFill>
                <a:latin typeface="+mn-lt"/>
                <a:ea typeface="+mn-lt"/>
                <a:cs typeface="+mn-lt"/>
              </a:defRPr>
            </a:lvl1pPr>
            <a:lvl2pPr marL="560070" indent="-240030" algn="l">
              <a:lnSpc>
                <a:spcPct val="110000"/>
              </a:lnSpc>
              <a:spcBef>
                <a:spcPts val="0"/>
              </a:spcBef>
              <a:spcAft>
                <a:spcPts val="1260"/>
              </a:spcAft>
              <a:buChar char="•"/>
              <a:defRPr sz="2205" b="0">
                <a:solidFill>
                  <a:schemeClr val="tx1"/>
                </a:solidFill>
                <a:latin typeface="+mn-lt"/>
                <a:ea typeface="+mn-lt"/>
                <a:cs typeface="+mn-lt"/>
              </a:defRPr>
            </a:lvl2pPr>
            <a:lvl3pPr marL="880110" indent="-240030" algn="l">
              <a:lnSpc>
                <a:spcPct val="110000"/>
              </a:lnSpc>
              <a:spcBef>
                <a:spcPts val="0"/>
              </a:spcBef>
              <a:spcAft>
                <a:spcPts val="1260"/>
              </a:spcAft>
              <a:buChar char="•"/>
              <a:defRPr sz="2205" b="0">
                <a:solidFill>
                  <a:schemeClr val="tx1"/>
                </a:solidFill>
                <a:latin typeface="+mn-lt"/>
                <a:ea typeface="+mn-lt"/>
                <a:cs typeface="+mn-lt"/>
              </a:defRPr>
            </a:lvl3pPr>
            <a:lvl4pPr marL="1200150" indent="-240030" algn="l">
              <a:lnSpc>
                <a:spcPct val="110000"/>
              </a:lnSpc>
              <a:spcBef>
                <a:spcPts val="0"/>
              </a:spcBef>
              <a:spcAft>
                <a:spcPts val="1260"/>
              </a:spcAft>
              <a:buChar char="•"/>
              <a:defRPr sz="2205" b="0">
                <a:solidFill>
                  <a:schemeClr val="tx1"/>
                </a:solidFill>
                <a:latin typeface="+mn-lt"/>
                <a:ea typeface="+mn-lt"/>
                <a:cs typeface="+mn-lt"/>
              </a:defRPr>
            </a:lvl4pPr>
            <a:lvl5pPr marL="1520190" indent="-240030" algn="l">
              <a:lnSpc>
                <a:spcPct val="110000"/>
              </a:lnSpc>
              <a:spcBef>
                <a:spcPts val="0"/>
              </a:spcBef>
              <a:spcAft>
                <a:spcPts val="1260"/>
              </a:spcAft>
              <a:buChar char="•"/>
              <a:defRPr sz="2205" b="0">
                <a:solidFill>
                  <a:schemeClr val="tx1"/>
                </a:solidFill>
                <a:latin typeface="+mn-lt"/>
                <a:ea typeface="+mn-lt"/>
                <a:cs typeface="+mn-lt"/>
              </a:defRPr>
            </a:lvl5pPr>
            <a:lvl6pPr marL="1840230" indent="-240030" algn="l">
              <a:lnSpc>
                <a:spcPct val="110000"/>
              </a:lnSpc>
              <a:spcBef>
                <a:spcPts val="0"/>
              </a:spcBef>
              <a:spcAft>
                <a:spcPts val="1260"/>
              </a:spcAft>
              <a:buChar char="•"/>
              <a:defRPr sz="2205" b="0">
                <a:solidFill>
                  <a:schemeClr val="tx1"/>
                </a:solidFill>
                <a:latin typeface="+mn-lt"/>
                <a:ea typeface="+mn-lt"/>
                <a:cs typeface="+mn-lt"/>
              </a:defRPr>
            </a:lvl6pPr>
            <a:lvl7pPr marL="2160270" indent="-240030" algn="l">
              <a:lnSpc>
                <a:spcPct val="110000"/>
              </a:lnSpc>
              <a:spcBef>
                <a:spcPts val="0"/>
              </a:spcBef>
              <a:spcAft>
                <a:spcPts val="1260"/>
              </a:spcAft>
              <a:buChar char="•"/>
              <a:defRPr sz="2205" b="0">
                <a:solidFill>
                  <a:schemeClr val="tx1"/>
                </a:solidFill>
                <a:latin typeface="+mn-lt"/>
                <a:ea typeface="+mn-lt"/>
                <a:cs typeface="+mn-lt"/>
              </a:defRPr>
            </a:lvl7pPr>
            <a:lvl8pPr marL="2480310" indent="-240030" algn="l">
              <a:lnSpc>
                <a:spcPct val="110000"/>
              </a:lnSpc>
              <a:spcBef>
                <a:spcPts val="0"/>
              </a:spcBef>
              <a:spcAft>
                <a:spcPts val="1260"/>
              </a:spcAft>
              <a:buChar char="•"/>
              <a:defRPr sz="2205" b="0">
                <a:solidFill>
                  <a:schemeClr val="tx1"/>
                </a:solidFill>
                <a:latin typeface="+mn-lt"/>
                <a:ea typeface="+mn-lt"/>
                <a:cs typeface="+mn-lt"/>
              </a:defRPr>
            </a:lvl8pPr>
            <a:lvl9pPr marL="2800350" indent="-240030" algn="l">
              <a:lnSpc>
                <a:spcPct val="110000"/>
              </a:lnSpc>
              <a:spcBef>
                <a:spcPts val="0"/>
              </a:spcBef>
              <a:spcAft>
                <a:spcPts val="1260"/>
              </a:spcAft>
              <a:buChar char="•"/>
              <a:defRPr sz="220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3A25704-83D3-43BB-BE76-4B71AFB0C4EB}"/>
              </a:ext>
            </a:extLst>
          </p:cNvPr>
          <p:cNvSpPr>
            <a:spLocks xmlns:a="http://schemas.openxmlformats.org/drawingml/2006/main" noGrp="1"/>
          </p:cNvSpPr>
          <p:nvPr>
            <p:ph type="body" idx="2"/>
          </p:nvPr>
        </p:nvSpPr>
        <p:spPr>
          <a:xfrm xmlns:a="http://schemas.openxmlformats.org/drawingml/2006/main">
            <a:off x="6800850" y="2248958"/>
            <a:ext cx="5280660" cy="50376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05" b="0">
                <a:solidFill>
                  <a:schemeClr val="tx1"/>
                </a:solidFill>
                <a:latin typeface="+mn-lt"/>
                <a:ea typeface="+mn-lt"/>
                <a:cs typeface="+mn-lt"/>
              </a:defRPr>
            </a:defPPr>
            <a:lvl1pPr marL="240030" indent="-240030" algn="l">
              <a:lnSpc>
                <a:spcPct val="110000"/>
              </a:lnSpc>
              <a:spcBef>
                <a:spcPts val="0"/>
              </a:spcBef>
              <a:spcAft>
                <a:spcPts val="1260"/>
              </a:spcAft>
              <a:buChar char="•"/>
              <a:defRPr sz="2205" b="0">
                <a:solidFill>
                  <a:schemeClr val="tx1"/>
                </a:solidFill>
                <a:latin typeface="+mn-lt"/>
                <a:ea typeface="+mn-lt"/>
                <a:cs typeface="+mn-lt"/>
              </a:defRPr>
            </a:lvl1pPr>
            <a:lvl2pPr marL="560070" indent="-240030" algn="l">
              <a:lnSpc>
                <a:spcPct val="110000"/>
              </a:lnSpc>
              <a:spcBef>
                <a:spcPts val="0"/>
              </a:spcBef>
              <a:spcAft>
                <a:spcPts val="1260"/>
              </a:spcAft>
              <a:buChar char="•"/>
              <a:defRPr sz="2205" b="0">
                <a:solidFill>
                  <a:schemeClr val="tx1"/>
                </a:solidFill>
                <a:latin typeface="+mn-lt"/>
                <a:ea typeface="+mn-lt"/>
                <a:cs typeface="+mn-lt"/>
              </a:defRPr>
            </a:lvl2pPr>
            <a:lvl3pPr marL="880110" indent="-240030" algn="l">
              <a:lnSpc>
                <a:spcPct val="110000"/>
              </a:lnSpc>
              <a:spcBef>
                <a:spcPts val="0"/>
              </a:spcBef>
              <a:spcAft>
                <a:spcPts val="1260"/>
              </a:spcAft>
              <a:buChar char="•"/>
              <a:defRPr sz="2205" b="0">
                <a:solidFill>
                  <a:schemeClr val="tx1"/>
                </a:solidFill>
                <a:latin typeface="+mn-lt"/>
                <a:ea typeface="+mn-lt"/>
                <a:cs typeface="+mn-lt"/>
              </a:defRPr>
            </a:lvl3pPr>
            <a:lvl4pPr marL="1200150" indent="-240030" algn="l">
              <a:lnSpc>
                <a:spcPct val="110000"/>
              </a:lnSpc>
              <a:spcBef>
                <a:spcPts val="0"/>
              </a:spcBef>
              <a:spcAft>
                <a:spcPts val="1260"/>
              </a:spcAft>
              <a:buChar char="•"/>
              <a:defRPr sz="2205" b="0">
                <a:solidFill>
                  <a:schemeClr val="tx1"/>
                </a:solidFill>
                <a:latin typeface="+mn-lt"/>
                <a:ea typeface="+mn-lt"/>
                <a:cs typeface="+mn-lt"/>
              </a:defRPr>
            </a:lvl4pPr>
            <a:lvl5pPr marL="1520190" indent="-240030" algn="l">
              <a:lnSpc>
                <a:spcPct val="110000"/>
              </a:lnSpc>
              <a:spcBef>
                <a:spcPts val="0"/>
              </a:spcBef>
              <a:spcAft>
                <a:spcPts val="1260"/>
              </a:spcAft>
              <a:buChar char="•"/>
              <a:defRPr sz="2205" b="0">
                <a:solidFill>
                  <a:schemeClr val="tx1"/>
                </a:solidFill>
                <a:latin typeface="+mn-lt"/>
                <a:ea typeface="+mn-lt"/>
                <a:cs typeface="+mn-lt"/>
              </a:defRPr>
            </a:lvl5pPr>
            <a:lvl6pPr marL="1840230" indent="-240030" algn="l">
              <a:lnSpc>
                <a:spcPct val="110000"/>
              </a:lnSpc>
              <a:spcBef>
                <a:spcPts val="0"/>
              </a:spcBef>
              <a:spcAft>
                <a:spcPts val="1260"/>
              </a:spcAft>
              <a:buChar char="•"/>
              <a:defRPr sz="2205" b="0">
                <a:solidFill>
                  <a:schemeClr val="tx1"/>
                </a:solidFill>
                <a:latin typeface="+mn-lt"/>
                <a:ea typeface="+mn-lt"/>
                <a:cs typeface="+mn-lt"/>
              </a:defRPr>
            </a:lvl6pPr>
            <a:lvl7pPr marL="2160270" indent="-240030" algn="l">
              <a:lnSpc>
                <a:spcPct val="110000"/>
              </a:lnSpc>
              <a:spcBef>
                <a:spcPts val="0"/>
              </a:spcBef>
              <a:spcAft>
                <a:spcPts val="1260"/>
              </a:spcAft>
              <a:buChar char="•"/>
              <a:defRPr sz="2205" b="0">
                <a:solidFill>
                  <a:schemeClr val="tx1"/>
                </a:solidFill>
                <a:latin typeface="+mn-lt"/>
                <a:ea typeface="+mn-lt"/>
                <a:cs typeface="+mn-lt"/>
              </a:defRPr>
            </a:lvl7pPr>
            <a:lvl8pPr marL="2480310" indent="-240030" algn="l">
              <a:lnSpc>
                <a:spcPct val="110000"/>
              </a:lnSpc>
              <a:spcBef>
                <a:spcPts val="0"/>
              </a:spcBef>
              <a:spcAft>
                <a:spcPts val="1260"/>
              </a:spcAft>
              <a:buChar char="•"/>
              <a:defRPr sz="2205" b="0">
                <a:solidFill>
                  <a:schemeClr val="tx1"/>
                </a:solidFill>
                <a:latin typeface="+mn-lt"/>
                <a:ea typeface="+mn-lt"/>
                <a:cs typeface="+mn-lt"/>
              </a:defRPr>
            </a:lvl8pPr>
            <a:lvl9pPr marL="2800350" indent="-240030" algn="l">
              <a:lnSpc>
                <a:spcPct val="110000"/>
              </a:lnSpc>
              <a:spcBef>
                <a:spcPts val="0"/>
              </a:spcBef>
              <a:spcAft>
                <a:spcPts val="1260"/>
              </a:spcAft>
              <a:buChar char="•"/>
              <a:defRPr sz="2205" b="0">
                <a:solidFill>
                  <a:schemeClr val="tx1"/>
                </a:solidFill>
                <a:latin typeface="+mn-lt"/>
                <a:ea typeface="+mn-lt"/>
                <a:cs typeface="+mn-lt"/>
              </a:defRPr>
            </a:lvl9pPr>
          </a:lstStyle>
          <a:p xmlns:a="http://schemas.openxmlformats.org/drawingml/2006/main"/>
        </p:txBody>
      </p:sp>
    </p:spTree>
  </p:cSld>
</p:sldLayout>
</file>

<file path=ppt/main_figures/Fig11/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1615682-E115-4601-8DBC-94492119E878}"/>
              </a:ext>
            </a:extLst>
          </p:cNvPr>
          <p:cNvSpPr>
            <a:spLocks xmlns:a="http://schemas.openxmlformats.org/drawingml/2006/main" noGrp="1"/>
          </p:cNvSpPr>
          <p:nvPr>
            <p:ph type="title" idx="0"/>
          </p:nvPr>
        </p:nvSpPr>
        <p:spPr>
          <a:xfrm xmlns:a="http://schemas.openxmlformats.org/drawingml/2006/main">
            <a:off x="720090" y="629708"/>
            <a:ext cx="11361420" cy="98954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465" b="1">
                <a:solidFill>
                  <a:schemeClr val="tx1"/>
                </a:solidFill>
                <a:latin typeface="+mj-lt"/>
                <a:ea typeface="+mj-lt"/>
                <a:cs typeface="+mj-lt"/>
              </a:defRPr>
            </a:defPPr>
            <a:lvl1pPr marL="0" indent="0" algn="l">
              <a:lnSpc>
                <a:spcPct val="110000"/>
              </a:lnSpc>
              <a:spcBef>
                <a:spcPts val="0"/>
              </a:spcBef>
              <a:spcAft>
                <a:spcPts val="0"/>
              </a:spcAft>
              <a:buNone/>
              <a:defRPr sz="3465" b="1">
                <a:solidFill>
                  <a:schemeClr val="tx1"/>
                </a:solidFill>
                <a:latin typeface="+mj-lt"/>
                <a:ea typeface="+mj-lt"/>
                <a:cs typeface="+mj-lt"/>
              </a:defRPr>
            </a:lvl1pPr>
            <a:lvl2pPr marL="0" indent="0" algn="l">
              <a:lnSpc>
                <a:spcPct val="110000"/>
              </a:lnSpc>
              <a:spcBef>
                <a:spcPts val="0"/>
              </a:spcBef>
              <a:spcAft>
                <a:spcPts val="0"/>
              </a:spcAft>
              <a:buNone/>
              <a:defRPr sz="3465" b="1">
                <a:solidFill>
                  <a:schemeClr val="tx1"/>
                </a:solidFill>
                <a:latin typeface="+mj-lt"/>
                <a:ea typeface="+mj-lt"/>
                <a:cs typeface="+mj-lt"/>
              </a:defRPr>
            </a:lvl2pPr>
            <a:lvl3pPr marL="0" indent="0" algn="l">
              <a:lnSpc>
                <a:spcPct val="110000"/>
              </a:lnSpc>
              <a:spcBef>
                <a:spcPts val="0"/>
              </a:spcBef>
              <a:spcAft>
                <a:spcPts val="0"/>
              </a:spcAft>
              <a:buNone/>
              <a:defRPr sz="3465" b="1">
                <a:solidFill>
                  <a:schemeClr val="tx1"/>
                </a:solidFill>
                <a:latin typeface="+mj-lt"/>
                <a:ea typeface="+mj-lt"/>
                <a:cs typeface="+mj-lt"/>
              </a:defRPr>
            </a:lvl3pPr>
            <a:lvl4pPr marL="0" indent="0" algn="l">
              <a:lnSpc>
                <a:spcPct val="110000"/>
              </a:lnSpc>
              <a:spcBef>
                <a:spcPts val="0"/>
              </a:spcBef>
              <a:spcAft>
                <a:spcPts val="0"/>
              </a:spcAft>
              <a:buNone/>
              <a:defRPr sz="3465" b="1">
                <a:solidFill>
                  <a:schemeClr val="tx1"/>
                </a:solidFill>
                <a:latin typeface="+mj-lt"/>
                <a:ea typeface="+mj-lt"/>
                <a:cs typeface="+mj-lt"/>
              </a:defRPr>
            </a:lvl4pPr>
            <a:lvl5pPr marL="0" indent="0" algn="l">
              <a:lnSpc>
                <a:spcPct val="110000"/>
              </a:lnSpc>
              <a:spcBef>
                <a:spcPts val="0"/>
              </a:spcBef>
              <a:spcAft>
                <a:spcPts val="0"/>
              </a:spcAft>
              <a:buNone/>
              <a:defRPr sz="3465" b="1">
                <a:solidFill>
                  <a:schemeClr val="tx1"/>
                </a:solidFill>
                <a:latin typeface="+mj-lt"/>
                <a:ea typeface="+mj-lt"/>
                <a:cs typeface="+mj-lt"/>
              </a:defRPr>
            </a:lvl5pPr>
            <a:lvl6pPr marL="0" indent="0" algn="l">
              <a:lnSpc>
                <a:spcPct val="110000"/>
              </a:lnSpc>
              <a:spcBef>
                <a:spcPts val="0"/>
              </a:spcBef>
              <a:spcAft>
                <a:spcPts val="0"/>
              </a:spcAft>
              <a:buNone/>
              <a:defRPr sz="3465" b="1">
                <a:solidFill>
                  <a:schemeClr val="tx1"/>
                </a:solidFill>
                <a:latin typeface="+mj-lt"/>
                <a:ea typeface="+mj-lt"/>
                <a:cs typeface="+mj-lt"/>
              </a:defRPr>
            </a:lvl6pPr>
            <a:lvl7pPr marL="0" indent="0" algn="l">
              <a:lnSpc>
                <a:spcPct val="110000"/>
              </a:lnSpc>
              <a:spcBef>
                <a:spcPts val="0"/>
              </a:spcBef>
              <a:spcAft>
                <a:spcPts val="0"/>
              </a:spcAft>
              <a:buNone/>
              <a:defRPr sz="3465" b="1">
                <a:solidFill>
                  <a:schemeClr val="tx1"/>
                </a:solidFill>
                <a:latin typeface="+mj-lt"/>
                <a:ea typeface="+mj-lt"/>
                <a:cs typeface="+mj-lt"/>
              </a:defRPr>
            </a:lvl7pPr>
            <a:lvl8pPr marL="0" indent="0" algn="l">
              <a:lnSpc>
                <a:spcPct val="110000"/>
              </a:lnSpc>
              <a:spcBef>
                <a:spcPts val="0"/>
              </a:spcBef>
              <a:spcAft>
                <a:spcPts val="0"/>
              </a:spcAft>
              <a:buNone/>
              <a:defRPr sz="3465" b="1">
                <a:solidFill>
                  <a:schemeClr val="tx1"/>
                </a:solidFill>
                <a:latin typeface="+mj-lt"/>
                <a:ea typeface="+mj-lt"/>
                <a:cs typeface="+mj-lt"/>
              </a:defRPr>
            </a:lvl8pPr>
            <a:lvl9pPr marL="0" indent="0" algn="l">
              <a:lnSpc>
                <a:spcPct val="110000"/>
              </a:lnSpc>
              <a:spcBef>
                <a:spcPts val="0"/>
              </a:spcBef>
              <a:spcAft>
                <a:spcPts val="0"/>
              </a:spcAft>
              <a:buNone/>
              <a:defRPr sz="346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1A838AB-6BD9-4AA0-B9C4-5C52D4EA3CD6}"/>
              </a:ext>
            </a:extLst>
          </p:cNvPr>
          <p:cNvSpPr>
            <a:spLocks xmlns:a="http://schemas.openxmlformats.org/drawingml/2006/main" noGrp="1"/>
          </p:cNvSpPr>
          <p:nvPr>
            <p:ph type="body" idx="1"/>
          </p:nvPr>
        </p:nvSpPr>
        <p:spPr>
          <a:xfrm xmlns:a="http://schemas.openxmlformats.org/drawingml/2006/main">
            <a:off x="720090" y="2248958"/>
            <a:ext cx="5280660" cy="50376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363" b="0">
                <a:solidFill>
                  <a:schemeClr val="tx1"/>
                </a:solidFill>
                <a:latin typeface="+mn-lt"/>
                <a:ea typeface="+mn-lt"/>
                <a:cs typeface="+mn-lt"/>
              </a:defRPr>
            </a:defPPr>
            <a:lvl1pPr marL="240030" indent="-240030" algn="l">
              <a:lnSpc>
                <a:spcPct val="110000"/>
              </a:lnSpc>
              <a:spcBef>
                <a:spcPts val="0"/>
              </a:spcBef>
              <a:spcAft>
                <a:spcPts val="1260"/>
              </a:spcAft>
              <a:buChar char="•"/>
              <a:defRPr sz="2363" b="0">
                <a:solidFill>
                  <a:schemeClr val="tx1"/>
                </a:solidFill>
                <a:latin typeface="+mn-lt"/>
                <a:ea typeface="+mn-lt"/>
                <a:cs typeface="+mn-lt"/>
              </a:defRPr>
            </a:lvl1pPr>
            <a:lvl2pPr marL="560070" indent="-240030" algn="l">
              <a:lnSpc>
                <a:spcPct val="110000"/>
              </a:lnSpc>
              <a:spcBef>
                <a:spcPts val="0"/>
              </a:spcBef>
              <a:spcAft>
                <a:spcPts val="1260"/>
              </a:spcAft>
              <a:buChar char="•"/>
              <a:defRPr sz="2363" b="0">
                <a:solidFill>
                  <a:schemeClr val="tx1"/>
                </a:solidFill>
                <a:latin typeface="+mn-lt"/>
                <a:ea typeface="+mn-lt"/>
                <a:cs typeface="+mn-lt"/>
              </a:defRPr>
            </a:lvl2pPr>
            <a:lvl3pPr marL="880110" indent="-240030" algn="l">
              <a:lnSpc>
                <a:spcPct val="110000"/>
              </a:lnSpc>
              <a:spcBef>
                <a:spcPts val="0"/>
              </a:spcBef>
              <a:spcAft>
                <a:spcPts val="1260"/>
              </a:spcAft>
              <a:buChar char="•"/>
              <a:defRPr sz="2363" b="0">
                <a:solidFill>
                  <a:schemeClr val="tx1"/>
                </a:solidFill>
                <a:latin typeface="+mn-lt"/>
                <a:ea typeface="+mn-lt"/>
                <a:cs typeface="+mn-lt"/>
              </a:defRPr>
            </a:lvl3pPr>
            <a:lvl4pPr marL="1200150" indent="-240030" algn="l">
              <a:lnSpc>
                <a:spcPct val="110000"/>
              </a:lnSpc>
              <a:spcBef>
                <a:spcPts val="0"/>
              </a:spcBef>
              <a:spcAft>
                <a:spcPts val="1260"/>
              </a:spcAft>
              <a:buChar char="•"/>
              <a:defRPr sz="2363" b="0">
                <a:solidFill>
                  <a:schemeClr val="tx1"/>
                </a:solidFill>
                <a:latin typeface="+mn-lt"/>
                <a:ea typeface="+mn-lt"/>
                <a:cs typeface="+mn-lt"/>
              </a:defRPr>
            </a:lvl4pPr>
            <a:lvl5pPr marL="1520190" indent="-240030" algn="l">
              <a:lnSpc>
                <a:spcPct val="110000"/>
              </a:lnSpc>
              <a:spcBef>
                <a:spcPts val="0"/>
              </a:spcBef>
              <a:spcAft>
                <a:spcPts val="1260"/>
              </a:spcAft>
              <a:buChar char="•"/>
              <a:defRPr sz="2363" b="0">
                <a:solidFill>
                  <a:schemeClr val="tx1"/>
                </a:solidFill>
                <a:latin typeface="+mn-lt"/>
                <a:ea typeface="+mn-lt"/>
                <a:cs typeface="+mn-lt"/>
              </a:defRPr>
            </a:lvl5pPr>
            <a:lvl6pPr marL="1840230" indent="-240030" algn="l">
              <a:lnSpc>
                <a:spcPct val="110000"/>
              </a:lnSpc>
              <a:spcBef>
                <a:spcPts val="0"/>
              </a:spcBef>
              <a:spcAft>
                <a:spcPts val="1260"/>
              </a:spcAft>
              <a:buChar char="•"/>
              <a:defRPr sz="2363" b="0">
                <a:solidFill>
                  <a:schemeClr val="tx1"/>
                </a:solidFill>
                <a:latin typeface="+mn-lt"/>
                <a:ea typeface="+mn-lt"/>
                <a:cs typeface="+mn-lt"/>
              </a:defRPr>
            </a:lvl6pPr>
            <a:lvl7pPr marL="2160270" indent="-240030" algn="l">
              <a:lnSpc>
                <a:spcPct val="110000"/>
              </a:lnSpc>
              <a:spcBef>
                <a:spcPts val="0"/>
              </a:spcBef>
              <a:spcAft>
                <a:spcPts val="1260"/>
              </a:spcAft>
              <a:buChar char="•"/>
              <a:defRPr sz="2363" b="0">
                <a:solidFill>
                  <a:schemeClr val="tx1"/>
                </a:solidFill>
                <a:latin typeface="+mn-lt"/>
                <a:ea typeface="+mn-lt"/>
                <a:cs typeface="+mn-lt"/>
              </a:defRPr>
            </a:lvl7pPr>
            <a:lvl8pPr marL="2480310" indent="-240030" algn="l">
              <a:lnSpc>
                <a:spcPct val="110000"/>
              </a:lnSpc>
              <a:spcBef>
                <a:spcPts val="0"/>
              </a:spcBef>
              <a:spcAft>
                <a:spcPts val="1260"/>
              </a:spcAft>
              <a:buChar char="•"/>
              <a:defRPr sz="2363" b="0">
                <a:solidFill>
                  <a:schemeClr val="tx1"/>
                </a:solidFill>
                <a:latin typeface="+mn-lt"/>
                <a:ea typeface="+mn-lt"/>
                <a:cs typeface="+mn-lt"/>
              </a:defRPr>
            </a:lvl8pPr>
            <a:lvl9pPr marL="2800350" indent="-240030" algn="l">
              <a:lnSpc>
                <a:spcPct val="110000"/>
              </a:lnSpc>
              <a:spcBef>
                <a:spcPts val="0"/>
              </a:spcBef>
              <a:spcAft>
                <a:spcPts val="1260"/>
              </a:spcAft>
              <a:buChar char="•"/>
              <a:defRPr sz="2363" b="0">
                <a:solidFill>
                  <a:schemeClr val="tx1"/>
                </a:solidFill>
                <a:latin typeface="+mn-lt"/>
                <a:ea typeface="+mn-lt"/>
                <a:cs typeface="+mn-lt"/>
              </a:defRPr>
            </a:lvl9pPr>
          </a:lstStyle>
          <a:p xmlns:a="http://schemas.openxmlformats.org/drawingml/2006/main"/>
        </p:txBody>
      </p:sp>
    </p:spTree>
  </p:cSld>
</p:sldLayout>
</file>

<file path=ppt/main_figures/Fig11/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main_figures/Fig11/ppt/slideMasters/_rels/slideMaster1.xml.rels><?xml version='1.0' encoding='utf-8'?>
<Relationships xmlns="http://schemas.openxmlformats.org/package/2006/relationships"><Relationship Type="http://schemas.openxmlformats.org/officeDocument/2006/relationships/theme" Target="/ppt/main_figures/Fig11/ppt/slideMasters/theme/theme2.xml" Id="R88b9171635634217" /><Relationship Type="http://schemas.openxmlformats.org/officeDocument/2006/relationships/slideLayout" Target="/ppt/main_figures/Fig11/ppt/slideLayouts/slideLayout1.xml" Id="Re5b79948d8fa48f4" /><Relationship Type="http://schemas.openxmlformats.org/officeDocument/2006/relationships/slideLayout" Target="/ppt/main_figures/Fig11/ppt/slideLayouts/slideLayout2.xml" Id="Rfe8b05b103424f44" /><Relationship Type="http://schemas.openxmlformats.org/officeDocument/2006/relationships/slideLayout" Target="/ppt/main_figures/Fig11/ppt/slideLayouts/slideLayout3.xml" Id="R5cd74810b3ef4d07" /><Relationship Type="http://schemas.openxmlformats.org/officeDocument/2006/relationships/slideLayout" Target="/ppt/main_figures/Fig11/ppt/slideLayouts/slideLayout4.xml" Id="Re2b4c453c86346d3" /><Relationship Type="http://schemas.openxmlformats.org/officeDocument/2006/relationships/slideLayout" Target="/ppt/main_figures/Fig11/ppt/slideLayouts/slideLayout5.xml" Id="R11ee15471e554774" /><Relationship Type="http://schemas.openxmlformats.org/officeDocument/2006/relationships/slideLayout" Target="/ppt/main_figures/Fig11/ppt/slideLayouts/slideLayout6.xml" Id="Ra200ff03db5f4222" /></Relationships>
</file>

<file path=ppt/main_figures/Fig11/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5b79948d8fa48f4"/>
    <p:sldLayoutId xmlns:r="http://schemas.openxmlformats.org/officeDocument/2006/relationships" id="2147483650" r:id="Rfe8b05b103424f44"/>
    <p:sldLayoutId xmlns:r="http://schemas.openxmlformats.org/officeDocument/2006/relationships" id="2147483651" r:id="R5cd74810b3ef4d07"/>
    <p:sldLayoutId xmlns:r="http://schemas.openxmlformats.org/officeDocument/2006/relationships" id="2147483652" r:id="Re2b4c453c86346d3"/>
    <p:sldLayoutId xmlns:r="http://schemas.openxmlformats.org/officeDocument/2006/relationships" id="2147483653" r:id="R11ee15471e554774"/>
    <p:sldLayoutId xmlns:r="http://schemas.openxmlformats.org/officeDocument/2006/relationships" id="2147483654" r:id="Ra200ff03db5f422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main_figures/Fig11/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11/ppt/slides/_rels/slide1.xml.rels><?xml version='1.0' encoding='utf-8'?>
<Relationships xmlns="http://schemas.openxmlformats.org/package/2006/relationships"><Relationship Type="http://schemas.openxmlformats.org/officeDocument/2006/relationships/slideLayout" Target="/ppt/main_figures/Fig11/ppt/slideLayouts/slideLayout6.xml" Id="R9748401bc63240ee" /><Relationship Type="http://schemas.openxmlformats.org/officeDocument/2006/relationships/image" Target="/ppt/main_figures/Fig11/ppt/media/image.png" Id="R8e3dec1e95f9483e" /><Relationship Type="http://schemas.openxmlformats.org/officeDocument/2006/relationships/image" Target="/ppt/main_figures/Fig11/ppt/media/image2.png" Id="Rc89e92be5cdc423c" /><Relationship Type="http://schemas.openxmlformats.org/officeDocument/2006/relationships/image" Target="/ppt/main_figures/Fig11/ppt/media/image3.png" Id="Rb8703c6751794a98" /><Relationship Type="http://schemas.openxmlformats.org/officeDocument/2006/relationships/image" Target="/ppt/main_figures/Fig11/ppt/media/image4.png" Id="R138068ddb6b5406d" /><Relationship Type="http://schemas.openxmlformats.org/officeDocument/2006/relationships/image" Target="/ppt/main_figures/Fig11/ppt/media/image5.png" Id="R2b4eca6935d043f3" /><Relationship Type="http://schemas.openxmlformats.org/officeDocument/2006/relationships/image" Target="/ppt/main_figures/Fig11/ppt/media/image6.png" Id="R17bff3a3749c4f88" /><Relationship Type="http://schemas.openxmlformats.org/officeDocument/2006/relationships/image" Target="/ppt/main_figures/Fig11/ppt/media/image7.png" Id="Re4e1a71f2c4345da" /><Relationship Type="http://schemas.openxmlformats.org/officeDocument/2006/relationships/image" Target="/ppt/main_figures/Fig11/ppt/media/image8.png" Id="R64c7f2824b0b4d00" /><Relationship Type="http://schemas.openxmlformats.org/officeDocument/2006/relationships/notesSlide" Target="/ppt/main_figures/Fig11/ppt/notesSlides/notesSlide1.xml" Id="R7c2aaec7c99f4f08" /><Relationship Type="http://schemas.openxmlformats.org/officeDocument/2006/relationships/image" Target="/ppt/main_figures/Fig11/ppt/submission_case/ppt/media/image.png" Id="submission_R491d89be41e84fb6" /></Relationships>
</file>

<file path=ppt/main_figures/Fig11/ppt/slides/slide1.xml><?xml version="1.0" encoding="utf-8"?>
<p:sld xmlns:a="http://schemas.openxmlformats.org/drawingml/2006/main" xmlns:ns2="http://schemas.microsoft.com/office/drawing/2014/main" xmlns:ns3="http://schemas.openxmlformats.org/officeDocument/2006/relationships" xmlns:ns4="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24" name="text_023">
            <a:extLst>
              <a:ext uri="{FF2B5EF4-FFF2-40B4-BE49-F238E27FC236}">
                <ns2:creationId id="{B144289B-0190-43E7-B756-3C4740512633}"/>
              </a:ext>
            </a:extLst>
          </p:cNvPr>
          <p:cNvSpPr>
            <a:spLocks noGrp="1"/>
          </p:cNvSpPr>
          <p:nvPr/>
        </p:nvSpPr>
        <p:spPr>
          <a:xfrm rot="0">
            <a:off x="255270" y="57150"/>
            <a:ext cx="5169877" cy="285750"/>
          </a:xfrm>
          <a:prstGeom prst="rect">
            <a:avLst/>
          </a:prstGeom>
          <a:noFill/>
          <a:ln w="0">
            <a:noFill/>
            <a:prstDash val="solid"/>
          </a:ln>
        </p:spPr>
        <p:txBody>
          <a:bodyPr wrap="none" lIns="0" tIns="0" rIns="0" bIns="0" anchor="t">
            <a:noAutofit/>
          </a:bodyPr>
          <a:lstStyle>
            <a:defPPr algn="l">
              <a:defRPr sz="1800" b="1">
                <a:solidFill>
                  <a:srgbClr val="000000"/>
                </a:solidFill>
                <a:latin typeface="Arial"/>
                <a:ea typeface="Arial"/>
                <a:cs typeface="Arial"/>
              </a:defRPr>
            </a:defPPr>
            <a:lvl1pPr algn="l">
              <a:defRPr sz="1800" b="1">
                <a:solidFill>
                  <a:srgbClr val="000000"/>
                </a:solidFill>
                <a:latin typeface="Arial"/>
                <a:ea typeface="Arial"/>
                <a:cs typeface="Arial"/>
              </a:defRPr>
            </a:lvl1pPr>
            <a:lvl2pPr algn="l">
              <a:defRPr sz="1800" b="1">
                <a:solidFill>
                  <a:srgbClr val="000000"/>
                </a:solidFill>
                <a:latin typeface="Arial"/>
                <a:ea typeface="Arial"/>
                <a:cs typeface="Arial"/>
              </a:defRPr>
            </a:lvl2pPr>
            <a:lvl3pPr algn="l">
              <a:defRPr sz="1800" b="1">
                <a:solidFill>
                  <a:srgbClr val="000000"/>
                </a:solidFill>
                <a:latin typeface="Arial"/>
                <a:ea typeface="Arial"/>
                <a:cs typeface="Arial"/>
              </a:defRPr>
            </a:lvl3pPr>
            <a:lvl4pPr algn="l">
              <a:defRPr sz="1800" b="1">
                <a:solidFill>
                  <a:srgbClr val="000000"/>
                </a:solidFill>
                <a:latin typeface="Arial"/>
                <a:ea typeface="Arial"/>
                <a:cs typeface="Arial"/>
              </a:defRPr>
            </a:lvl4pPr>
            <a:lvl5pPr algn="l">
              <a:defRPr sz="1800" b="1">
                <a:solidFill>
                  <a:srgbClr val="000000"/>
                </a:solidFill>
                <a:latin typeface="Arial"/>
                <a:ea typeface="Arial"/>
                <a:cs typeface="Arial"/>
              </a:defRPr>
            </a:lvl5pPr>
            <a:lvl6pPr algn="l">
              <a:defRPr sz="1800" b="1">
                <a:solidFill>
                  <a:srgbClr val="000000"/>
                </a:solidFill>
                <a:latin typeface="Arial"/>
                <a:ea typeface="Arial"/>
                <a:cs typeface="Arial"/>
              </a:defRPr>
            </a:lvl6pPr>
            <a:lvl7pPr algn="l">
              <a:defRPr sz="1800" b="1">
                <a:solidFill>
                  <a:srgbClr val="000000"/>
                </a:solidFill>
                <a:latin typeface="Arial"/>
                <a:ea typeface="Arial"/>
                <a:cs typeface="Arial"/>
              </a:defRPr>
            </a:lvl7pPr>
            <a:lvl8pPr algn="l">
              <a:defRPr sz="1800" b="1">
                <a:solidFill>
                  <a:srgbClr val="000000"/>
                </a:solidFill>
                <a:latin typeface="Arial"/>
                <a:ea typeface="Arial"/>
                <a:cs typeface="Arial"/>
              </a:defRPr>
            </a:lvl8pPr>
            <a:lvl9pPr algn="l">
              <a:defRPr sz="1800" b="1">
                <a:solidFill>
                  <a:srgbClr val="000000"/>
                </a:solidFill>
                <a:latin typeface="Arial"/>
                <a:ea typeface="Arial"/>
                <a:cs typeface="Arial"/>
              </a:defRPr>
            </a:lvl9pPr>
          </a:lstStyle>
          <a:p>
            <a:pPr algn="l">
              <a:defRPr sz="1800" b="1">
                <a:solidFill>
                  <a:srgbClr val="000000"/>
                </a:solidFill>
                <a:latin typeface="Arial"/>
                <a:ea typeface="Arial"/>
                <a:cs typeface="Arial"/>
              </a:defRPr>
            </a:pPr>
            <a:r>
              <a:rPr sz="1800" b="1">
                <a:solidFill>
                  <a:srgbClr val="000000"/>
                </a:solidFill>
                <a:latin typeface="Arial"/>
                <a:ea typeface="Arial"/>
                <a:cs typeface="Arial"/>
              </a:rPr>
              <a:t>(a) RG-MTM-P</a:t>
            </a:r>
          </a:p>
        </p:txBody>
      </p:sp>
      <p:pic>
        <p:nvPicPr>
          <p:cNvPr id="25" name="">
            <a:extLst>
              <a:ext uri="{FF2B5EF4-FFF2-40B4-BE49-F238E27FC236}">
                <ns2:creationId id="{83617B4F-7EA8-487B-99BB-67548F2B8777}"/>
              </a:ext>
            </a:extLst>
          </p:cNvPr>
          <p:cNvPicPr>
            <a:picLocks noChangeAspect="1"/>
          </p:cNvPicPr>
          <p:nvPr/>
        </p:nvPicPr>
        <p:blipFill>
          <a:blip ns3:embed="Rc89e92be5cdc423c"/>
          <a:stretch/>
        </p:blipFill>
        <p:spPr>
          <a:xfrm>
            <a:off x="532228" y="438150"/>
            <a:ext cx="4892919" cy="1352550"/>
          </a:xfrm>
          <a:prstGeom prst="rect">
            <a:avLst/>
          </a:prstGeom>
        </p:spPr>
      </p:pic>
      <p:sp>
        <p:nvSpPr>
          <p:cNvPr id="26" name="line_025">
            <a:extLst>
              <a:ext uri="{FF2B5EF4-FFF2-40B4-BE49-F238E27FC236}">
                <ns2:creationId id="{FEB4A91D-A822-4538-A917-51D3851DC589}"/>
              </a:ext>
            </a:extLst>
          </p:cNvPr>
          <p:cNvSpPr>
            <a:spLocks noGrp="1"/>
          </p:cNvSpPr>
          <p:nvPr/>
        </p:nvSpPr>
        <p:spPr>
          <a:xfrm>
            <a:off x="495300" y="1790700"/>
            <a:ext cx="36928" cy="95"/>
          </a:xfrm>
          <a:custGeom>
            <a:pathLst>
              <a:path w="38100" h="95">
                <a:moveTo>
                  <a:pt x="0" y="0"/>
                </a:moveTo>
                <a:lnTo>
                  <a:pt x="38100" y="0"/>
                </a:lnTo>
              </a:path>
            </a:pathLst>
          </a:custGeom>
          <a:noFill/>
          <a:ln w="9525">
            <a:solidFill>
              <a:srgbClr val="7B8790"/>
            </a:solidFill>
            <a:prstDash val="solid"/>
          </a:ln>
        </p:spPr>
      </p:sp>
      <p:sp>
        <p:nvSpPr>
          <p:cNvPr id="27" name="text_026">
            <a:extLst>
              <a:ext uri="{FF2B5EF4-FFF2-40B4-BE49-F238E27FC236}">
                <ns2:creationId id="{F492141D-33D2-486E-AB51-D3679B3E635C}"/>
              </a:ext>
            </a:extLst>
          </p:cNvPr>
          <p:cNvSpPr>
            <a:spLocks noGrp="1"/>
          </p:cNvSpPr>
          <p:nvPr/>
        </p:nvSpPr>
        <p:spPr>
          <a:xfrm rot="0">
            <a:off x="227574" y="1695450"/>
            <a:ext cx="240030" cy="200025"/>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0</a:t>
            </a:r>
          </a:p>
        </p:txBody>
      </p:sp>
      <p:sp>
        <p:nvSpPr>
          <p:cNvPr id="28" name="line_027">
            <a:extLst>
              <a:ext uri="{FF2B5EF4-FFF2-40B4-BE49-F238E27FC236}">
                <ns2:creationId id="{C38967E5-E4D1-4F6E-80A8-C230BE6DEA55}"/>
              </a:ext>
            </a:extLst>
          </p:cNvPr>
          <p:cNvSpPr>
            <a:spLocks noGrp="1"/>
          </p:cNvSpPr>
          <p:nvPr/>
        </p:nvSpPr>
        <p:spPr>
          <a:xfrm>
            <a:off x="495300" y="1114425"/>
            <a:ext cx="36928" cy="95"/>
          </a:xfrm>
          <a:custGeom>
            <a:pathLst>
              <a:path w="38100" h="95">
                <a:moveTo>
                  <a:pt x="0" y="0"/>
                </a:moveTo>
                <a:lnTo>
                  <a:pt x="38100" y="0"/>
                </a:lnTo>
              </a:path>
            </a:pathLst>
          </a:custGeom>
          <a:noFill/>
          <a:ln w="9525">
            <a:solidFill>
              <a:srgbClr val="7B8790"/>
            </a:solidFill>
            <a:prstDash val="solid"/>
          </a:ln>
        </p:spPr>
      </p:sp>
      <p:sp>
        <p:nvSpPr>
          <p:cNvPr id="29" name="text_028">
            <a:extLst>
              <a:ext uri="{FF2B5EF4-FFF2-40B4-BE49-F238E27FC236}">
                <ns2:creationId id="{B657F5B5-6E60-46A2-84F6-3FE5FFEB8543}"/>
              </a:ext>
            </a:extLst>
          </p:cNvPr>
          <p:cNvSpPr>
            <a:spLocks noGrp="1"/>
          </p:cNvSpPr>
          <p:nvPr/>
        </p:nvSpPr>
        <p:spPr>
          <a:xfrm rot="0">
            <a:off x="227574" y="1019175"/>
            <a:ext cx="240030" cy="200025"/>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0.5</a:t>
            </a:r>
          </a:p>
        </p:txBody>
      </p:sp>
      <p:sp>
        <p:nvSpPr>
          <p:cNvPr id="30" name="line_029">
            <a:extLst>
              <a:ext uri="{FF2B5EF4-FFF2-40B4-BE49-F238E27FC236}">
                <ns2:creationId id="{F528E9CA-21EA-4B98-9E43-560B8E85280B}"/>
              </a:ext>
            </a:extLst>
          </p:cNvPr>
          <p:cNvSpPr>
            <a:spLocks noGrp="1"/>
          </p:cNvSpPr>
          <p:nvPr/>
        </p:nvSpPr>
        <p:spPr>
          <a:xfrm>
            <a:off x="495300" y="438150"/>
            <a:ext cx="36928" cy="95"/>
          </a:xfrm>
          <a:custGeom>
            <a:pathLst>
              <a:path w="38100" h="95">
                <a:moveTo>
                  <a:pt x="0" y="0"/>
                </a:moveTo>
                <a:lnTo>
                  <a:pt x="38100" y="0"/>
                </a:lnTo>
              </a:path>
            </a:pathLst>
          </a:custGeom>
          <a:noFill/>
          <a:ln w="9525">
            <a:solidFill>
              <a:srgbClr val="7B8790"/>
            </a:solidFill>
            <a:prstDash val="solid"/>
          </a:ln>
        </p:spPr>
      </p:sp>
      <p:sp>
        <p:nvSpPr>
          <p:cNvPr id="31" name="text_030">
            <a:extLst>
              <a:ext uri="{FF2B5EF4-FFF2-40B4-BE49-F238E27FC236}">
                <ns2:creationId id="{511BDC6B-CD8D-4A48-AA83-1A7A2A8DBFA9}"/>
              </a:ext>
            </a:extLst>
          </p:cNvPr>
          <p:cNvSpPr>
            <a:spLocks noGrp="1"/>
          </p:cNvSpPr>
          <p:nvPr/>
        </p:nvSpPr>
        <p:spPr>
          <a:xfrm rot="0">
            <a:off x="227574" y="342900"/>
            <a:ext cx="240030" cy="200025"/>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1</a:t>
            </a:r>
          </a:p>
        </p:txBody>
      </p:sp>
      <p:sp>
        <p:nvSpPr>
          <p:cNvPr id="32" name="line_031">
            <a:extLst>
              <a:ext uri="{FF2B5EF4-FFF2-40B4-BE49-F238E27FC236}">
                <ns2:creationId id="{135B7EC1-A708-451C-9328-EB7459F494FB}"/>
              </a:ext>
            </a:extLst>
          </p:cNvPr>
          <p:cNvSpPr>
            <a:spLocks noGrp="1"/>
          </p:cNvSpPr>
          <p:nvPr/>
        </p:nvSpPr>
        <p:spPr>
          <a:xfrm>
            <a:off x="556212" y="1790700"/>
            <a:ext cx="92" cy="38100"/>
          </a:xfrm>
          <a:custGeom>
            <a:pathLst>
              <a:path w="95" h="38100">
                <a:moveTo>
                  <a:pt x="0" y="0"/>
                </a:moveTo>
                <a:lnTo>
                  <a:pt x="0" y="38100"/>
                </a:lnTo>
              </a:path>
            </a:pathLst>
          </a:custGeom>
          <a:noFill/>
          <a:ln w="9525">
            <a:solidFill>
              <a:srgbClr val="7B8790"/>
            </a:solidFill>
            <a:prstDash val="solid"/>
          </a:ln>
        </p:spPr>
      </p:sp>
      <p:sp>
        <p:nvSpPr>
          <p:cNvPr id="33" name="text_032">
            <a:extLst>
              <a:ext uri="{FF2B5EF4-FFF2-40B4-BE49-F238E27FC236}">
                <ns2:creationId id="{20F598E5-35C8-4F3A-82E1-615BF2F500E0}"/>
              </a:ext>
            </a:extLst>
          </p:cNvPr>
          <p:cNvSpPr>
            <a:spLocks noGrp="1"/>
          </p:cNvSpPr>
          <p:nvPr/>
        </p:nvSpPr>
        <p:spPr>
          <a:xfrm rot="0">
            <a:off x="371574" y="1847850"/>
            <a:ext cx="369277" cy="209550"/>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0</a:t>
            </a:r>
          </a:p>
        </p:txBody>
      </p:sp>
      <p:sp>
        <p:nvSpPr>
          <p:cNvPr id="34" name="line_033">
            <a:extLst>
              <a:ext uri="{FF2B5EF4-FFF2-40B4-BE49-F238E27FC236}">
                <ns2:creationId id="{C5CB54E6-D22C-4065-9E30-4AD4925EBF0D}"/>
              </a:ext>
            </a:extLst>
          </p:cNvPr>
          <p:cNvSpPr>
            <a:spLocks noGrp="1"/>
          </p:cNvSpPr>
          <p:nvPr/>
        </p:nvSpPr>
        <p:spPr>
          <a:xfrm>
            <a:off x="1755458" y="1790700"/>
            <a:ext cx="92" cy="38100"/>
          </a:xfrm>
          <a:custGeom>
            <a:pathLst>
              <a:path w="95" h="38100">
                <a:moveTo>
                  <a:pt x="0" y="0"/>
                </a:moveTo>
                <a:lnTo>
                  <a:pt x="0" y="38100"/>
                </a:lnTo>
              </a:path>
            </a:pathLst>
          </a:custGeom>
          <a:noFill/>
          <a:ln w="9525">
            <a:solidFill>
              <a:srgbClr val="7B8790"/>
            </a:solidFill>
            <a:prstDash val="solid"/>
          </a:ln>
        </p:spPr>
      </p:sp>
      <p:sp>
        <p:nvSpPr>
          <p:cNvPr id="35" name="text_034">
            <a:extLst>
              <a:ext uri="{FF2B5EF4-FFF2-40B4-BE49-F238E27FC236}">
                <ns2:creationId id="{47FE10D8-5D3B-408E-BDF7-EAFC53E89304}"/>
              </a:ext>
            </a:extLst>
          </p:cNvPr>
          <p:cNvSpPr>
            <a:spLocks noGrp="1"/>
          </p:cNvSpPr>
          <p:nvPr/>
        </p:nvSpPr>
        <p:spPr>
          <a:xfrm rot="0">
            <a:off x="1570820" y="1847850"/>
            <a:ext cx="369277" cy="209550"/>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25</a:t>
            </a:r>
          </a:p>
        </p:txBody>
      </p:sp>
      <p:sp>
        <p:nvSpPr>
          <p:cNvPr id="36" name="line_035">
            <a:extLst>
              <a:ext uri="{FF2B5EF4-FFF2-40B4-BE49-F238E27FC236}">
                <ns2:creationId id="{C261428F-1438-4922-8CD3-25B469789E33}"/>
              </a:ext>
            </a:extLst>
          </p:cNvPr>
          <p:cNvSpPr>
            <a:spLocks noGrp="1"/>
          </p:cNvSpPr>
          <p:nvPr/>
        </p:nvSpPr>
        <p:spPr>
          <a:xfrm>
            <a:off x="3002672" y="1790700"/>
            <a:ext cx="92" cy="38100"/>
          </a:xfrm>
          <a:custGeom>
            <a:pathLst>
              <a:path w="95" h="38100">
                <a:moveTo>
                  <a:pt x="0" y="0"/>
                </a:moveTo>
                <a:lnTo>
                  <a:pt x="0" y="38100"/>
                </a:lnTo>
              </a:path>
            </a:pathLst>
          </a:custGeom>
          <a:noFill/>
          <a:ln w="9525">
            <a:solidFill>
              <a:srgbClr val="7B8790"/>
            </a:solidFill>
            <a:prstDash val="solid"/>
          </a:ln>
        </p:spPr>
      </p:sp>
      <p:sp>
        <p:nvSpPr>
          <p:cNvPr id="37" name="text_036">
            <a:extLst>
              <a:ext uri="{FF2B5EF4-FFF2-40B4-BE49-F238E27FC236}">
                <ns2:creationId id="{F3275149-63A9-4C33-8965-40451CE7BDA0}"/>
              </a:ext>
            </a:extLst>
          </p:cNvPr>
          <p:cNvSpPr>
            <a:spLocks noGrp="1"/>
          </p:cNvSpPr>
          <p:nvPr/>
        </p:nvSpPr>
        <p:spPr>
          <a:xfrm rot="0">
            <a:off x="2818033" y="1847850"/>
            <a:ext cx="369277" cy="209550"/>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51</a:t>
            </a:r>
          </a:p>
        </p:txBody>
      </p:sp>
      <p:sp>
        <p:nvSpPr>
          <p:cNvPr id="38" name="line_037">
            <a:extLst>
              <a:ext uri="{FF2B5EF4-FFF2-40B4-BE49-F238E27FC236}">
                <ns2:creationId id="{738E17F9-AA12-4010-AEA4-4EC80F9D6705}"/>
              </a:ext>
            </a:extLst>
          </p:cNvPr>
          <p:cNvSpPr>
            <a:spLocks noGrp="1"/>
          </p:cNvSpPr>
          <p:nvPr/>
        </p:nvSpPr>
        <p:spPr>
          <a:xfrm>
            <a:off x="4153947" y="1790700"/>
            <a:ext cx="92" cy="38100"/>
          </a:xfrm>
          <a:custGeom>
            <a:pathLst>
              <a:path w="95" h="38100">
                <a:moveTo>
                  <a:pt x="0" y="0"/>
                </a:moveTo>
                <a:lnTo>
                  <a:pt x="0" y="38100"/>
                </a:lnTo>
              </a:path>
            </a:pathLst>
          </a:custGeom>
          <a:noFill/>
          <a:ln w="9525">
            <a:solidFill>
              <a:srgbClr val="7B8790"/>
            </a:solidFill>
            <a:prstDash val="solid"/>
          </a:ln>
        </p:spPr>
      </p:sp>
      <p:sp>
        <p:nvSpPr>
          <p:cNvPr id="39" name="text_038">
            <a:extLst>
              <a:ext uri="{FF2B5EF4-FFF2-40B4-BE49-F238E27FC236}">
                <ns2:creationId id="{3728DFA7-FA5E-4964-9F7A-25993D3D0CB6}"/>
              </a:ext>
            </a:extLst>
          </p:cNvPr>
          <p:cNvSpPr>
            <a:spLocks noGrp="1"/>
          </p:cNvSpPr>
          <p:nvPr/>
        </p:nvSpPr>
        <p:spPr>
          <a:xfrm rot="0">
            <a:off x="3969309" y="1847850"/>
            <a:ext cx="369277" cy="209550"/>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75</a:t>
            </a:r>
          </a:p>
        </p:txBody>
      </p:sp>
      <p:sp>
        <p:nvSpPr>
          <p:cNvPr id="40" name="line_039">
            <a:extLst>
              <a:ext uri="{FF2B5EF4-FFF2-40B4-BE49-F238E27FC236}">
                <ns2:creationId id="{70687624-E2A5-4E4E-BA0C-E1B3E3FECCDC}"/>
              </a:ext>
            </a:extLst>
          </p:cNvPr>
          <p:cNvSpPr>
            <a:spLocks noGrp="1"/>
          </p:cNvSpPr>
          <p:nvPr/>
        </p:nvSpPr>
        <p:spPr>
          <a:xfrm>
            <a:off x="5401162" y="1790700"/>
            <a:ext cx="92" cy="38100"/>
          </a:xfrm>
          <a:custGeom>
            <a:pathLst>
              <a:path w="95" h="38100">
                <a:moveTo>
                  <a:pt x="0" y="0"/>
                </a:moveTo>
                <a:lnTo>
                  <a:pt x="0" y="38100"/>
                </a:lnTo>
              </a:path>
            </a:pathLst>
          </a:custGeom>
          <a:noFill/>
          <a:ln w="9525">
            <a:solidFill>
              <a:srgbClr val="7B8790"/>
            </a:solidFill>
            <a:prstDash val="solid"/>
          </a:ln>
        </p:spPr>
      </p:sp>
      <p:sp>
        <p:nvSpPr>
          <p:cNvPr id="41" name="text_040">
            <a:extLst>
              <a:ext uri="{FF2B5EF4-FFF2-40B4-BE49-F238E27FC236}">
                <ns2:creationId id="{C6C29706-9802-4AD8-A155-2846562548A1}"/>
              </a:ext>
            </a:extLst>
          </p:cNvPr>
          <p:cNvSpPr>
            <a:spLocks noGrp="1"/>
          </p:cNvSpPr>
          <p:nvPr/>
        </p:nvSpPr>
        <p:spPr>
          <a:xfrm rot="0">
            <a:off x="5216524" y="1847850"/>
            <a:ext cx="369277" cy="209550"/>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101</a:t>
            </a:r>
          </a:p>
        </p:txBody>
      </p:sp>
      <p:sp>
        <p:nvSpPr>
          <p:cNvPr id="42" name="line_041">
            <a:extLst>
              <a:ext uri="{FF2B5EF4-FFF2-40B4-BE49-F238E27FC236}">
                <ns2:creationId id="{8B061A2B-B8E4-4D32-8E2B-A54B58F7B884}"/>
              </a:ext>
            </a:extLst>
          </p:cNvPr>
          <p:cNvSpPr>
            <a:spLocks noGrp="1"/>
          </p:cNvSpPr>
          <p:nvPr/>
        </p:nvSpPr>
        <p:spPr>
          <a:xfrm>
            <a:off x="556212" y="438150"/>
            <a:ext cx="92" cy="1352550"/>
          </a:xfrm>
          <a:custGeom>
            <a:pathLst>
              <a:path w="95" h="1352550">
                <a:moveTo>
                  <a:pt x="0" y="0"/>
                </a:moveTo>
                <a:lnTo>
                  <a:pt x="0" y="1352550"/>
                </a:lnTo>
              </a:path>
            </a:pathLst>
          </a:custGeom>
          <a:noFill/>
          <a:ln w="6668">
            <a:solidFill>
              <a:srgbClr val="7B8790"/>
            </a:solidFill>
            <a:prstDash val="dash"/>
          </a:ln>
        </p:spPr>
      </p:sp>
      <p:sp>
        <p:nvSpPr>
          <p:cNvPr id="43" name="line_042">
            <a:extLst>
              <a:ext uri="{FF2B5EF4-FFF2-40B4-BE49-F238E27FC236}">
                <ns2:creationId id="{D3443B76-3660-4470-A81D-907FC8AC2141}"/>
              </a:ext>
            </a:extLst>
          </p:cNvPr>
          <p:cNvSpPr>
            <a:spLocks noGrp="1"/>
          </p:cNvSpPr>
          <p:nvPr/>
        </p:nvSpPr>
        <p:spPr>
          <a:xfrm>
            <a:off x="3002672" y="438150"/>
            <a:ext cx="92" cy="1352550"/>
          </a:xfrm>
          <a:custGeom>
            <a:pathLst>
              <a:path w="95" h="1352550">
                <a:moveTo>
                  <a:pt x="0" y="0"/>
                </a:moveTo>
                <a:lnTo>
                  <a:pt x="0" y="1352550"/>
                </a:lnTo>
              </a:path>
            </a:pathLst>
          </a:custGeom>
          <a:noFill/>
          <a:ln w="6668">
            <a:solidFill>
              <a:srgbClr val="7B8790"/>
            </a:solidFill>
            <a:prstDash val="dash"/>
          </a:ln>
        </p:spPr>
      </p:sp>
      <p:sp>
        <p:nvSpPr>
          <p:cNvPr id="44" name="line_043">
            <a:extLst>
              <a:ext uri="{FF2B5EF4-FFF2-40B4-BE49-F238E27FC236}">
                <ns2:creationId id="{1AFD9DFB-F8C6-4281-9BF9-85805117D787}"/>
              </a:ext>
            </a:extLst>
          </p:cNvPr>
          <p:cNvSpPr>
            <a:spLocks noGrp="1"/>
          </p:cNvSpPr>
          <p:nvPr/>
        </p:nvSpPr>
        <p:spPr>
          <a:xfrm>
            <a:off x="5401162" y="438150"/>
            <a:ext cx="92" cy="1352550"/>
          </a:xfrm>
          <a:custGeom>
            <a:pathLst>
              <a:path w="95" h="1352550">
                <a:moveTo>
                  <a:pt x="0" y="0"/>
                </a:moveTo>
                <a:lnTo>
                  <a:pt x="0" y="1352550"/>
                </a:lnTo>
              </a:path>
            </a:pathLst>
          </a:custGeom>
          <a:noFill/>
          <a:ln w="6668">
            <a:solidFill>
              <a:srgbClr val="7B8790"/>
            </a:solidFill>
            <a:prstDash val="dash"/>
          </a:ln>
        </p:spPr>
      </p:sp>
      <p:sp>
        <p:nvSpPr>
          <p:cNvPr id="46" name="text_045">
            <a:extLst>
              <a:ext uri="{FF2B5EF4-FFF2-40B4-BE49-F238E27FC236}">
                <ns2:creationId id="{E95273D0-3723-41E1-9AAE-CFE60F427A98}"/>
              </a:ext>
            </a:extLst>
          </p:cNvPr>
          <p:cNvSpPr>
            <a:spLocks noGrp="1"/>
          </p:cNvSpPr>
          <p:nvPr/>
        </p:nvSpPr>
        <p:spPr>
          <a:xfrm rot="0">
            <a:off x="2332453" y="2057400"/>
            <a:ext cx="1292469" cy="20955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Time (frame)</a:t>
            </a:r>
          </a:p>
        </p:txBody>
      </p:sp>
      <p:sp>
        <p:nvSpPr>
          <p:cNvPr id="70" name="text_069">
            <a:extLst>
              <a:ext uri="{FF2B5EF4-FFF2-40B4-BE49-F238E27FC236}">
                <ns2:creationId id="{30E6A09C-A474-454C-AE53-1668F96FDBBE}"/>
              </a:ext>
            </a:extLst>
          </p:cNvPr>
          <p:cNvSpPr>
            <a:spLocks noGrp="1"/>
          </p:cNvSpPr>
          <p:nvPr/>
        </p:nvSpPr>
        <p:spPr>
          <a:xfrm rot="0">
            <a:off x="6217920" y="57150"/>
            <a:ext cx="5169877" cy="285750"/>
          </a:xfrm>
          <a:prstGeom prst="rect">
            <a:avLst/>
          </a:prstGeom>
          <a:noFill/>
          <a:ln w="0">
            <a:noFill/>
            <a:prstDash val="solid"/>
          </a:ln>
        </p:spPr>
        <p:txBody>
          <a:bodyPr wrap="none" lIns="0" tIns="0" rIns="0" bIns="0" anchor="t">
            <a:noAutofit/>
          </a:bodyPr>
          <a:lstStyle>
            <a:defPPr algn="l">
              <a:defRPr sz="1800" b="1">
                <a:solidFill>
                  <a:srgbClr val="000000"/>
                </a:solidFill>
                <a:latin typeface="Arial"/>
                <a:ea typeface="Arial"/>
                <a:cs typeface="Arial"/>
              </a:defRPr>
            </a:defPPr>
            <a:lvl1pPr algn="l">
              <a:defRPr sz="1800" b="1">
                <a:solidFill>
                  <a:srgbClr val="000000"/>
                </a:solidFill>
                <a:latin typeface="Arial"/>
                <a:ea typeface="Arial"/>
                <a:cs typeface="Arial"/>
              </a:defRPr>
            </a:lvl1pPr>
            <a:lvl2pPr algn="l">
              <a:defRPr sz="1800" b="1">
                <a:solidFill>
                  <a:srgbClr val="000000"/>
                </a:solidFill>
                <a:latin typeface="Arial"/>
                <a:ea typeface="Arial"/>
                <a:cs typeface="Arial"/>
              </a:defRPr>
            </a:lvl2pPr>
            <a:lvl3pPr algn="l">
              <a:defRPr sz="1800" b="1">
                <a:solidFill>
                  <a:srgbClr val="000000"/>
                </a:solidFill>
                <a:latin typeface="Arial"/>
                <a:ea typeface="Arial"/>
                <a:cs typeface="Arial"/>
              </a:defRPr>
            </a:lvl3pPr>
            <a:lvl4pPr algn="l">
              <a:defRPr sz="1800" b="1">
                <a:solidFill>
                  <a:srgbClr val="000000"/>
                </a:solidFill>
                <a:latin typeface="Arial"/>
                <a:ea typeface="Arial"/>
                <a:cs typeface="Arial"/>
              </a:defRPr>
            </a:lvl4pPr>
            <a:lvl5pPr algn="l">
              <a:defRPr sz="1800" b="1">
                <a:solidFill>
                  <a:srgbClr val="000000"/>
                </a:solidFill>
                <a:latin typeface="Arial"/>
                <a:ea typeface="Arial"/>
                <a:cs typeface="Arial"/>
              </a:defRPr>
            </a:lvl5pPr>
            <a:lvl6pPr algn="l">
              <a:defRPr sz="1800" b="1">
                <a:solidFill>
                  <a:srgbClr val="000000"/>
                </a:solidFill>
                <a:latin typeface="Arial"/>
                <a:ea typeface="Arial"/>
                <a:cs typeface="Arial"/>
              </a:defRPr>
            </a:lvl6pPr>
            <a:lvl7pPr algn="l">
              <a:defRPr sz="1800" b="1">
                <a:solidFill>
                  <a:srgbClr val="000000"/>
                </a:solidFill>
                <a:latin typeface="Arial"/>
                <a:ea typeface="Arial"/>
                <a:cs typeface="Arial"/>
              </a:defRPr>
            </a:lvl7pPr>
            <a:lvl8pPr algn="l">
              <a:defRPr sz="1800" b="1">
                <a:solidFill>
                  <a:srgbClr val="000000"/>
                </a:solidFill>
                <a:latin typeface="Arial"/>
                <a:ea typeface="Arial"/>
                <a:cs typeface="Arial"/>
              </a:defRPr>
            </a:lvl8pPr>
            <a:lvl9pPr algn="l">
              <a:defRPr sz="1800" b="1">
                <a:solidFill>
                  <a:srgbClr val="000000"/>
                </a:solidFill>
                <a:latin typeface="Arial"/>
                <a:ea typeface="Arial"/>
                <a:cs typeface="Arial"/>
              </a:defRPr>
            </a:lvl9pPr>
          </a:lstStyle>
          <a:p>
            <a:pPr algn="l">
              <a:defRPr sz="1800" b="1">
                <a:solidFill>
                  <a:srgbClr val="000000"/>
                </a:solidFill>
                <a:latin typeface="Arial"/>
                <a:ea typeface="Arial"/>
                <a:cs typeface="Arial"/>
              </a:defRPr>
            </a:pPr>
            <a:r>
              <a:rPr sz="1800" b="1">
                <a:solidFill>
                  <a:srgbClr val="000000"/>
                </a:solidFill>
                <a:latin typeface="Arial"/>
                <a:ea typeface="Arial"/>
                <a:cs typeface="Arial"/>
              </a:rPr>
              <a:t>(b) RG-MTM-R</a:t>
            </a:r>
          </a:p>
        </p:txBody>
      </p:sp>
      <p:pic>
        <p:nvPicPr>
          <p:cNvPr id="71" name="">
            <a:extLst>
              <a:ext uri="{FF2B5EF4-FFF2-40B4-BE49-F238E27FC236}">
                <ns2:creationId id="{B44D8678-2330-4C20-8663-66A5EFF07BA3}"/>
              </a:ext>
            </a:extLst>
          </p:cNvPr>
          <p:cNvPicPr>
            <a:picLocks noChangeAspect="1"/>
          </p:cNvPicPr>
          <p:nvPr/>
        </p:nvPicPr>
        <p:blipFill>
          <a:blip ns3:embed="R138068ddb6b5406d"/>
          <a:stretch/>
        </p:blipFill>
        <p:spPr>
          <a:xfrm>
            <a:off x="6494878" y="438150"/>
            <a:ext cx="4892919" cy="1352550"/>
          </a:xfrm>
          <a:prstGeom prst="rect">
            <a:avLst/>
          </a:prstGeom>
        </p:spPr>
      </p:pic>
      <p:sp>
        <p:nvSpPr>
          <p:cNvPr id="72" name="line_071">
            <a:extLst>
              <a:ext uri="{FF2B5EF4-FFF2-40B4-BE49-F238E27FC236}">
                <ns2:creationId id="{71567291-8DAE-49A4-A91E-7AE4D8FCBD9F}"/>
              </a:ext>
            </a:extLst>
          </p:cNvPr>
          <p:cNvSpPr>
            <a:spLocks noGrp="1"/>
          </p:cNvSpPr>
          <p:nvPr/>
        </p:nvSpPr>
        <p:spPr>
          <a:xfrm>
            <a:off x="6457950" y="1790700"/>
            <a:ext cx="36928" cy="95"/>
          </a:xfrm>
          <a:custGeom>
            <a:pathLst>
              <a:path w="38100" h="95">
                <a:moveTo>
                  <a:pt x="0" y="0"/>
                </a:moveTo>
                <a:lnTo>
                  <a:pt x="38100" y="0"/>
                </a:lnTo>
              </a:path>
            </a:pathLst>
          </a:custGeom>
          <a:noFill/>
          <a:ln w="9525">
            <a:solidFill>
              <a:srgbClr val="7B8790"/>
            </a:solidFill>
            <a:prstDash val="solid"/>
          </a:ln>
        </p:spPr>
      </p:sp>
      <p:sp>
        <p:nvSpPr>
          <p:cNvPr id="73" name="text_072">
            <a:extLst>
              <a:ext uri="{FF2B5EF4-FFF2-40B4-BE49-F238E27FC236}">
                <ns2:creationId id="{57D408CD-B186-4721-B5E3-BE5BB8CCEF1D}"/>
              </a:ext>
            </a:extLst>
          </p:cNvPr>
          <p:cNvSpPr>
            <a:spLocks noGrp="1"/>
          </p:cNvSpPr>
          <p:nvPr/>
        </p:nvSpPr>
        <p:spPr>
          <a:xfrm rot="0">
            <a:off x="6190224" y="1695450"/>
            <a:ext cx="240030" cy="200025"/>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0</a:t>
            </a:r>
          </a:p>
        </p:txBody>
      </p:sp>
      <p:sp>
        <p:nvSpPr>
          <p:cNvPr id="74" name="line_073">
            <a:extLst>
              <a:ext uri="{FF2B5EF4-FFF2-40B4-BE49-F238E27FC236}">
                <ns2:creationId id="{274AD069-C3BA-43B6-BAC7-DD6E8DF95766}"/>
              </a:ext>
            </a:extLst>
          </p:cNvPr>
          <p:cNvSpPr>
            <a:spLocks noGrp="1"/>
          </p:cNvSpPr>
          <p:nvPr/>
        </p:nvSpPr>
        <p:spPr>
          <a:xfrm>
            <a:off x="6457950" y="1114425"/>
            <a:ext cx="36928" cy="95"/>
          </a:xfrm>
          <a:custGeom>
            <a:pathLst>
              <a:path w="38100" h="95">
                <a:moveTo>
                  <a:pt x="0" y="0"/>
                </a:moveTo>
                <a:lnTo>
                  <a:pt x="38100" y="0"/>
                </a:lnTo>
              </a:path>
            </a:pathLst>
          </a:custGeom>
          <a:noFill/>
          <a:ln w="9525">
            <a:solidFill>
              <a:srgbClr val="7B8790"/>
            </a:solidFill>
            <a:prstDash val="solid"/>
          </a:ln>
        </p:spPr>
      </p:sp>
      <p:sp>
        <p:nvSpPr>
          <p:cNvPr id="75" name="text_074">
            <a:extLst>
              <a:ext uri="{FF2B5EF4-FFF2-40B4-BE49-F238E27FC236}">
                <ns2:creationId id="{66C42432-BD1B-4327-9EE0-0CA68CB93BBC}"/>
              </a:ext>
            </a:extLst>
          </p:cNvPr>
          <p:cNvSpPr>
            <a:spLocks noGrp="1"/>
          </p:cNvSpPr>
          <p:nvPr/>
        </p:nvSpPr>
        <p:spPr>
          <a:xfrm rot="0">
            <a:off x="6190224" y="1019175"/>
            <a:ext cx="240030" cy="200025"/>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0.5</a:t>
            </a:r>
          </a:p>
        </p:txBody>
      </p:sp>
      <p:sp>
        <p:nvSpPr>
          <p:cNvPr id="76" name="line_075">
            <a:extLst>
              <a:ext uri="{FF2B5EF4-FFF2-40B4-BE49-F238E27FC236}">
                <ns2:creationId id="{B566ACA4-175E-4B55-BC20-5CEC44DCA050}"/>
              </a:ext>
            </a:extLst>
          </p:cNvPr>
          <p:cNvSpPr>
            <a:spLocks noGrp="1"/>
          </p:cNvSpPr>
          <p:nvPr/>
        </p:nvSpPr>
        <p:spPr>
          <a:xfrm>
            <a:off x="6457950" y="438150"/>
            <a:ext cx="36928" cy="95"/>
          </a:xfrm>
          <a:custGeom>
            <a:pathLst>
              <a:path w="38100" h="95">
                <a:moveTo>
                  <a:pt x="0" y="0"/>
                </a:moveTo>
                <a:lnTo>
                  <a:pt x="38100" y="0"/>
                </a:lnTo>
              </a:path>
            </a:pathLst>
          </a:custGeom>
          <a:noFill/>
          <a:ln w="9525">
            <a:solidFill>
              <a:srgbClr val="7B8790"/>
            </a:solidFill>
            <a:prstDash val="solid"/>
          </a:ln>
        </p:spPr>
      </p:sp>
      <p:sp>
        <p:nvSpPr>
          <p:cNvPr id="77" name="text_076">
            <a:extLst>
              <a:ext uri="{FF2B5EF4-FFF2-40B4-BE49-F238E27FC236}">
                <ns2:creationId id="{9701DF8F-CFF6-47C9-89A4-3EEEAC329F5A}"/>
              </a:ext>
            </a:extLst>
          </p:cNvPr>
          <p:cNvSpPr>
            <a:spLocks noGrp="1"/>
          </p:cNvSpPr>
          <p:nvPr/>
        </p:nvSpPr>
        <p:spPr>
          <a:xfrm rot="0">
            <a:off x="6190224" y="342900"/>
            <a:ext cx="240030" cy="200025"/>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1</a:t>
            </a:r>
          </a:p>
        </p:txBody>
      </p:sp>
      <p:sp>
        <p:nvSpPr>
          <p:cNvPr id="78" name="line_077">
            <a:extLst>
              <a:ext uri="{FF2B5EF4-FFF2-40B4-BE49-F238E27FC236}">
                <ns2:creationId id="{FDB60AAA-FD31-418D-A78D-CB9B8D0436BD}"/>
              </a:ext>
            </a:extLst>
          </p:cNvPr>
          <p:cNvSpPr>
            <a:spLocks noGrp="1"/>
          </p:cNvSpPr>
          <p:nvPr/>
        </p:nvSpPr>
        <p:spPr>
          <a:xfrm>
            <a:off x="6518862" y="1790700"/>
            <a:ext cx="92" cy="38100"/>
          </a:xfrm>
          <a:custGeom>
            <a:pathLst>
              <a:path w="95" h="38100">
                <a:moveTo>
                  <a:pt x="0" y="0"/>
                </a:moveTo>
                <a:lnTo>
                  <a:pt x="0" y="38100"/>
                </a:lnTo>
              </a:path>
            </a:pathLst>
          </a:custGeom>
          <a:noFill/>
          <a:ln w="9525">
            <a:solidFill>
              <a:srgbClr val="7B8790"/>
            </a:solidFill>
            <a:prstDash val="solid"/>
          </a:ln>
        </p:spPr>
      </p:sp>
      <p:sp>
        <p:nvSpPr>
          <p:cNvPr id="79" name="text_078">
            <a:extLst>
              <a:ext uri="{FF2B5EF4-FFF2-40B4-BE49-F238E27FC236}">
                <ns2:creationId id="{A1CAB620-3565-469B-8487-CB6207A13540}"/>
              </a:ext>
            </a:extLst>
          </p:cNvPr>
          <p:cNvSpPr>
            <a:spLocks noGrp="1"/>
          </p:cNvSpPr>
          <p:nvPr/>
        </p:nvSpPr>
        <p:spPr>
          <a:xfrm rot="0">
            <a:off x="6334224" y="1847850"/>
            <a:ext cx="369277" cy="209550"/>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0</a:t>
            </a:r>
          </a:p>
        </p:txBody>
      </p:sp>
      <p:sp>
        <p:nvSpPr>
          <p:cNvPr id="80" name="line_079">
            <a:extLst>
              <a:ext uri="{FF2B5EF4-FFF2-40B4-BE49-F238E27FC236}">
                <ns2:creationId id="{D55E2353-CE59-4FE0-9C18-186BA2AE45F5}"/>
              </a:ext>
            </a:extLst>
          </p:cNvPr>
          <p:cNvSpPr>
            <a:spLocks noGrp="1"/>
          </p:cNvSpPr>
          <p:nvPr/>
        </p:nvSpPr>
        <p:spPr>
          <a:xfrm>
            <a:off x="7718108" y="1790700"/>
            <a:ext cx="92" cy="38100"/>
          </a:xfrm>
          <a:custGeom>
            <a:pathLst>
              <a:path w="95" h="38100">
                <a:moveTo>
                  <a:pt x="0" y="0"/>
                </a:moveTo>
                <a:lnTo>
                  <a:pt x="0" y="38100"/>
                </a:lnTo>
              </a:path>
            </a:pathLst>
          </a:custGeom>
          <a:noFill/>
          <a:ln w="9525">
            <a:solidFill>
              <a:srgbClr val="7B8790"/>
            </a:solidFill>
            <a:prstDash val="solid"/>
          </a:ln>
        </p:spPr>
      </p:sp>
      <p:sp>
        <p:nvSpPr>
          <p:cNvPr id="81" name="text_080">
            <a:extLst>
              <a:ext uri="{FF2B5EF4-FFF2-40B4-BE49-F238E27FC236}">
                <ns2:creationId id="{A4002257-4D2F-4721-87F7-C5928883210F}"/>
              </a:ext>
            </a:extLst>
          </p:cNvPr>
          <p:cNvSpPr>
            <a:spLocks noGrp="1"/>
          </p:cNvSpPr>
          <p:nvPr/>
        </p:nvSpPr>
        <p:spPr>
          <a:xfrm rot="0">
            <a:off x="7533470" y="1847850"/>
            <a:ext cx="369277" cy="209550"/>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25</a:t>
            </a:r>
          </a:p>
        </p:txBody>
      </p:sp>
      <p:sp>
        <p:nvSpPr>
          <p:cNvPr id="82" name="line_081">
            <a:extLst>
              <a:ext uri="{FF2B5EF4-FFF2-40B4-BE49-F238E27FC236}">
                <ns2:creationId id="{7A75AE35-B703-4F67-B35C-D8154814A0FE}"/>
              </a:ext>
            </a:extLst>
          </p:cNvPr>
          <p:cNvSpPr>
            <a:spLocks noGrp="1"/>
          </p:cNvSpPr>
          <p:nvPr/>
        </p:nvSpPr>
        <p:spPr>
          <a:xfrm>
            <a:off x="8965322" y="1790700"/>
            <a:ext cx="92" cy="38100"/>
          </a:xfrm>
          <a:custGeom>
            <a:pathLst>
              <a:path w="95" h="38100">
                <a:moveTo>
                  <a:pt x="0" y="0"/>
                </a:moveTo>
                <a:lnTo>
                  <a:pt x="0" y="38100"/>
                </a:lnTo>
              </a:path>
            </a:pathLst>
          </a:custGeom>
          <a:noFill/>
          <a:ln w="9525">
            <a:solidFill>
              <a:srgbClr val="7B8790"/>
            </a:solidFill>
            <a:prstDash val="solid"/>
          </a:ln>
        </p:spPr>
      </p:sp>
      <p:sp>
        <p:nvSpPr>
          <p:cNvPr id="83" name="text_082">
            <a:extLst>
              <a:ext uri="{FF2B5EF4-FFF2-40B4-BE49-F238E27FC236}">
                <ns2:creationId id="{F4A28DFD-1145-44DB-96BA-491512ED308F}"/>
              </a:ext>
            </a:extLst>
          </p:cNvPr>
          <p:cNvSpPr>
            <a:spLocks noGrp="1"/>
          </p:cNvSpPr>
          <p:nvPr/>
        </p:nvSpPr>
        <p:spPr>
          <a:xfrm rot="0">
            <a:off x="8780683" y="1847850"/>
            <a:ext cx="369277" cy="209550"/>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51</a:t>
            </a:r>
          </a:p>
        </p:txBody>
      </p:sp>
      <p:sp>
        <p:nvSpPr>
          <p:cNvPr id="84" name="line_083">
            <a:extLst>
              <a:ext uri="{FF2B5EF4-FFF2-40B4-BE49-F238E27FC236}">
                <ns2:creationId id="{FAB17A6A-4FB9-43C4-B01B-DBD3724BCB9B}"/>
              </a:ext>
            </a:extLst>
          </p:cNvPr>
          <p:cNvSpPr>
            <a:spLocks noGrp="1"/>
          </p:cNvSpPr>
          <p:nvPr/>
        </p:nvSpPr>
        <p:spPr>
          <a:xfrm>
            <a:off x="10116597" y="1790700"/>
            <a:ext cx="92" cy="38100"/>
          </a:xfrm>
          <a:custGeom>
            <a:pathLst>
              <a:path w="95" h="38100">
                <a:moveTo>
                  <a:pt x="0" y="0"/>
                </a:moveTo>
                <a:lnTo>
                  <a:pt x="0" y="38100"/>
                </a:lnTo>
              </a:path>
            </a:pathLst>
          </a:custGeom>
          <a:noFill/>
          <a:ln w="9525">
            <a:solidFill>
              <a:srgbClr val="7B8790"/>
            </a:solidFill>
            <a:prstDash val="solid"/>
          </a:ln>
        </p:spPr>
      </p:sp>
      <p:sp>
        <p:nvSpPr>
          <p:cNvPr id="85" name="text_084">
            <a:extLst>
              <a:ext uri="{FF2B5EF4-FFF2-40B4-BE49-F238E27FC236}">
                <ns2:creationId id="{77B0BDA2-404F-47E6-8FA5-186CC4075436}"/>
              </a:ext>
            </a:extLst>
          </p:cNvPr>
          <p:cNvSpPr>
            <a:spLocks noGrp="1"/>
          </p:cNvSpPr>
          <p:nvPr/>
        </p:nvSpPr>
        <p:spPr>
          <a:xfrm rot="0">
            <a:off x="9931959" y="1847850"/>
            <a:ext cx="369277" cy="209550"/>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75</a:t>
            </a:r>
          </a:p>
        </p:txBody>
      </p:sp>
      <p:sp>
        <p:nvSpPr>
          <p:cNvPr id="86" name="line_085">
            <a:extLst>
              <a:ext uri="{FF2B5EF4-FFF2-40B4-BE49-F238E27FC236}">
                <ns2:creationId id="{8DB6B261-4CF6-42C4-BE15-0FF0AD645CDB}"/>
              </a:ext>
            </a:extLst>
          </p:cNvPr>
          <p:cNvSpPr>
            <a:spLocks noGrp="1"/>
          </p:cNvSpPr>
          <p:nvPr/>
        </p:nvSpPr>
        <p:spPr>
          <a:xfrm>
            <a:off x="11363812" y="1790700"/>
            <a:ext cx="92" cy="38100"/>
          </a:xfrm>
          <a:custGeom>
            <a:pathLst>
              <a:path w="95" h="38100">
                <a:moveTo>
                  <a:pt x="0" y="0"/>
                </a:moveTo>
                <a:lnTo>
                  <a:pt x="0" y="38100"/>
                </a:lnTo>
              </a:path>
            </a:pathLst>
          </a:custGeom>
          <a:noFill/>
          <a:ln w="9525">
            <a:solidFill>
              <a:srgbClr val="7B8790"/>
            </a:solidFill>
            <a:prstDash val="solid"/>
          </a:ln>
        </p:spPr>
      </p:sp>
      <p:sp>
        <p:nvSpPr>
          <p:cNvPr id="87" name="text_086">
            <a:extLst>
              <a:ext uri="{FF2B5EF4-FFF2-40B4-BE49-F238E27FC236}">
                <ns2:creationId id="{51E44707-F784-4E15-91DF-6EBC5D7777D3}"/>
              </a:ext>
            </a:extLst>
          </p:cNvPr>
          <p:cNvSpPr>
            <a:spLocks noGrp="1"/>
          </p:cNvSpPr>
          <p:nvPr/>
        </p:nvSpPr>
        <p:spPr>
          <a:xfrm rot="0">
            <a:off x="11179174" y="1847850"/>
            <a:ext cx="369277" cy="209550"/>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101</a:t>
            </a:r>
          </a:p>
        </p:txBody>
      </p:sp>
      <p:sp>
        <p:nvSpPr>
          <p:cNvPr id="88" name="line_087">
            <a:extLst>
              <a:ext uri="{FF2B5EF4-FFF2-40B4-BE49-F238E27FC236}">
                <ns2:creationId id="{90B96168-3CCF-4220-BCB2-6FF6207CD6E6}"/>
              </a:ext>
            </a:extLst>
          </p:cNvPr>
          <p:cNvSpPr>
            <a:spLocks noGrp="1"/>
          </p:cNvSpPr>
          <p:nvPr/>
        </p:nvSpPr>
        <p:spPr>
          <a:xfrm>
            <a:off x="6518862" y="438150"/>
            <a:ext cx="92" cy="1352550"/>
          </a:xfrm>
          <a:custGeom>
            <a:pathLst>
              <a:path w="95" h="1352550">
                <a:moveTo>
                  <a:pt x="0" y="0"/>
                </a:moveTo>
                <a:lnTo>
                  <a:pt x="0" y="1352550"/>
                </a:lnTo>
              </a:path>
            </a:pathLst>
          </a:custGeom>
          <a:noFill/>
          <a:ln w="6668">
            <a:solidFill>
              <a:srgbClr val="7B8790"/>
            </a:solidFill>
            <a:prstDash val="dash"/>
          </a:ln>
        </p:spPr>
      </p:sp>
      <p:sp>
        <p:nvSpPr>
          <p:cNvPr id="89" name="line_088">
            <a:extLst>
              <a:ext uri="{FF2B5EF4-FFF2-40B4-BE49-F238E27FC236}">
                <ns2:creationId id="{A201F905-093F-4AC3-9781-564FB0C6D546}"/>
              </a:ext>
            </a:extLst>
          </p:cNvPr>
          <p:cNvSpPr>
            <a:spLocks noGrp="1"/>
          </p:cNvSpPr>
          <p:nvPr/>
        </p:nvSpPr>
        <p:spPr>
          <a:xfrm>
            <a:off x="8965322" y="438150"/>
            <a:ext cx="92" cy="1352550"/>
          </a:xfrm>
          <a:custGeom>
            <a:pathLst>
              <a:path w="95" h="1352550">
                <a:moveTo>
                  <a:pt x="0" y="0"/>
                </a:moveTo>
                <a:lnTo>
                  <a:pt x="0" y="1352550"/>
                </a:lnTo>
              </a:path>
            </a:pathLst>
          </a:custGeom>
          <a:noFill/>
          <a:ln w="6668">
            <a:solidFill>
              <a:srgbClr val="7B8790"/>
            </a:solidFill>
            <a:prstDash val="dash"/>
          </a:ln>
        </p:spPr>
      </p:sp>
      <p:sp>
        <p:nvSpPr>
          <p:cNvPr id="90" name="line_089">
            <a:extLst>
              <a:ext uri="{FF2B5EF4-FFF2-40B4-BE49-F238E27FC236}">
                <ns2:creationId id="{F9EDF745-8F54-41DE-B28C-B116443C5E05}"/>
              </a:ext>
            </a:extLst>
          </p:cNvPr>
          <p:cNvSpPr>
            <a:spLocks noGrp="1"/>
          </p:cNvSpPr>
          <p:nvPr/>
        </p:nvSpPr>
        <p:spPr>
          <a:xfrm>
            <a:off x="11363812" y="438150"/>
            <a:ext cx="92" cy="1352550"/>
          </a:xfrm>
          <a:custGeom>
            <a:pathLst>
              <a:path w="95" h="1352550">
                <a:moveTo>
                  <a:pt x="0" y="0"/>
                </a:moveTo>
                <a:lnTo>
                  <a:pt x="0" y="1352550"/>
                </a:lnTo>
              </a:path>
            </a:pathLst>
          </a:custGeom>
          <a:noFill/>
          <a:ln w="6668">
            <a:solidFill>
              <a:srgbClr val="7B8790"/>
            </a:solidFill>
            <a:prstDash val="dash"/>
          </a:ln>
        </p:spPr>
      </p:sp>
      <p:sp>
        <p:nvSpPr>
          <p:cNvPr id="92" name="text_091">
            <a:extLst>
              <a:ext uri="{FF2B5EF4-FFF2-40B4-BE49-F238E27FC236}">
                <ns2:creationId id="{48A89672-975B-4B59-A5AD-B26D2076358A}"/>
              </a:ext>
            </a:extLst>
          </p:cNvPr>
          <p:cNvSpPr>
            <a:spLocks noGrp="1"/>
          </p:cNvSpPr>
          <p:nvPr/>
        </p:nvSpPr>
        <p:spPr>
          <a:xfrm rot="0">
            <a:off x="8295103" y="2057400"/>
            <a:ext cx="1292469" cy="20955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Time (frame)</a:t>
            </a:r>
          </a:p>
        </p:txBody>
      </p:sp>
      <p:pic>
        <p:nvPicPr>
          <p:cNvPr id="93" name="">
            <a:extLst>
              <a:ext uri="{FF2B5EF4-FFF2-40B4-BE49-F238E27FC236}">
                <ns2:creationId id="{0BD3CF15-B0DA-4A6F-ADB5-F41180AA0844}"/>
              </a:ext>
            </a:extLst>
          </p:cNvPr>
          <p:cNvPicPr>
            <a:picLocks noChangeAspect="1"/>
          </p:cNvPicPr>
          <p:nvPr/>
        </p:nvPicPr>
        <p:blipFill>
          <a:blip ns3:embed="R2b4eca6935d043f3"/>
          <a:stretch/>
        </p:blipFill>
        <p:spPr>
          <a:xfrm>
            <a:off x="3771900" y="2381250"/>
            <a:ext cx="4286250" cy="104775"/>
          </a:xfrm>
          <a:prstGeom prst="rect">
            <a:avLst/>
          </a:prstGeom>
        </p:spPr>
      </p:pic>
      <p:sp>
        <p:nvSpPr>
          <p:cNvPr id="94" name="text_093">
            <a:extLst>
              <a:ext uri="{FF2B5EF4-FFF2-40B4-BE49-F238E27FC236}">
                <ns2:creationId id="{EE407924-CE5A-46D0-8870-B750F9952F96}"/>
              </a:ext>
            </a:extLst>
          </p:cNvPr>
          <p:cNvSpPr>
            <a:spLocks noGrp="1"/>
          </p:cNvSpPr>
          <p:nvPr/>
        </p:nvSpPr>
        <p:spPr>
          <a:xfrm rot="0">
            <a:off x="3448050" y="2305050"/>
            <a:ext cx="285750" cy="238125"/>
          </a:xfrm>
          <a:prstGeom prst="rect">
            <a:avLst/>
          </a:prstGeom>
          <a:noFill/>
          <a:ln w="0">
            <a:noFill/>
            <a:prstDash val="solid"/>
          </a:ln>
        </p:spPr>
        <p:txBody>
          <a:bodyPr wrap="none" lIns="0" tIns="0" rIns="0" bIns="0" anchor="t">
            <a:noAutofit/>
          </a:bodyPr>
          <a:lstStyle>
            <a:defPPr algn="l">
              <a:defRPr sz="1425" b="1">
                <a:solidFill>
                  <a:srgbClr val="000000"/>
                </a:solidFill>
                <a:latin typeface="Arial"/>
                <a:ea typeface="Arial"/>
                <a:cs typeface="Arial"/>
              </a:defRPr>
            </a:defPPr>
            <a:lvl1pPr algn="l">
              <a:defRPr sz="1425" b="1">
                <a:solidFill>
                  <a:srgbClr val="000000"/>
                </a:solidFill>
                <a:latin typeface="Arial"/>
                <a:ea typeface="Arial"/>
                <a:cs typeface="Arial"/>
              </a:defRPr>
            </a:lvl1pPr>
            <a:lvl2pPr algn="l">
              <a:defRPr sz="1425" b="1">
                <a:solidFill>
                  <a:srgbClr val="000000"/>
                </a:solidFill>
                <a:latin typeface="Arial"/>
                <a:ea typeface="Arial"/>
                <a:cs typeface="Arial"/>
              </a:defRPr>
            </a:lvl2pPr>
            <a:lvl3pPr algn="l">
              <a:defRPr sz="1425" b="1">
                <a:solidFill>
                  <a:srgbClr val="000000"/>
                </a:solidFill>
                <a:latin typeface="Arial"/>
                <a:ea typeface="Arial"/>
                <a:cs typeface="Arial"/>
              </a:defRPr>
            </a:lvl3pPr>
            <a:lvl4pPr algn="l">
              <a:defRPr sz="1425" b="1">
                <a:solidFill>
                  <a:srgbClr val="000000"/>
                </a:solidFill>
                <a:latin typeface="Arial"/>
                <a:ea typeface="Arial"/>
                <a:cs typeface="Arial"/>
              </a:defRPr>
            </a:lvl4pPr>
            <a:lvl5pPr algn="l">
              <a:defRPr sz="1425" b="1">
                <a:solidFill>
                  <a:srgbClr val="000000"/>
                </a:solidFill>
                <a:latin typeface="Arial"/>
                <a:ea typeface="Arial"/>
                <a:cs typeface="Arial"/>
              </a:defRPr>
            </a:lvl5pPr>
            <a:lvl6pPr algn="l">
              <a:defRPr sz="1425" b="1">
                <a:solidFill>
                  <a:srgbClr val="000000"/>
                </a:solidFill>
                <a:latin typeface="Arial"/>
                <a:ea typeface="Arial"/>
                <a:cs typeface="Arial"/>
              </a:defRPr>
            </a:lvl6pPr>
            <a:lvl7pPr algn="l">
              <a:defRPr sz="1425" b="1">
                <a:solidFill>
                  <a:srgbClr val="000000"/>
                </a:solidFill>
                <a:latin typeface="Arial"/>
                <a:ea typeface="Arial"/>
                <a:cs typeface="Arial"/>
              </a:defRPr>
            </a:lvl7pPr>
            <a:lvl8pPr algn="l">
              <a:defRPr sz="1425" b="1">
                <a:solidFill>
                  <a:srgbClr val="000000"/>
                </a:solidFill>
                <a:latin typeface="Arial"/>
                <a:ea typeface="Arial"/>
                <a:cs typeface="Arial"/>
              </a:defRPr>
            </a:lvl8pPr>
            <a:lvl9pPr algn="l">
              <a:defRPr sz="1425" b="1">
                <a:solidFill>
                  <a:srgbClr val="000000"/>
                </a:solidFill>
                <a:latin typeface="Arial"/>
                <a:ea typeface="Arial"/>
                <a:cs typeface="Arial"/>
              </a:defRPr>
            </a:lvl9pPr>
          </a:lstStyle>
          <a:p>
            <a:pPr algn="l">
              <a:defRPr sz="1425" b="1">
                <a:solidFill>
                  <a:srgbClr val="000000"/>
                </a:solidFill>
                <a:latin typeface="Arial"/>
                <a:ea typeface="Arial"/>
                <a:cs typeface="Arial"/>
              </a:defRPr>
            </a:pPr>
            <a:r>
              <a:rPr sz="1425" b="1">
                <a:solidFill>
                  <a:srgbClr val="000000"/>
                </a:solidFill>
                <a:latin typeface="Arial"/>
                <a:ea typeface="Arial"/>
                <a:cs typeface="Arial"/>
              </a:rPr>
              <a:t>Q</a:t>
            </a:r>
          </a:p>
        </p:txBody>
      </p:sp>
      <p:sp>
        <p:nvSpPr>
          <p:cNvPr id="95" name="line_094">
            <a:extLst>
              <a:ext uri="{FF2B5EF4-FFF2-40B4-BE49-F238E27FC236}">
                <ns2:creationId id="{432781C9-2174-42BD-8D34-B9F944F711AC}"/>
              </a:ext>
            </a:extLst>
          </p:cNvPr>
          <p:cNvSpPr>
            <a:spLocks noGrp="1"/>
          </p:cNvSpPr>
          <p:nvPr/>
        </p:nvSpPr>
        <p:spPr>
          <a:xfrm>
            <a:off x="3777074" y="2486025"/>
            <a:ext cx="95" cy="38100"/>
          </a:xfrm>
          <a:custGeom>
            <a:pathLst>
              <a:path w="95" h="38100">
                <a:moveTo>
                  <a:pt x="0" y="0"/>
                </a:moveTo>
                <a:lnTo>
                  <a:pt x="0" y="38100"/>
                </a:lnTo>
              </a:path>
            </a:pathLst>
          </a:custGeom>
          <a:noFill/>
          <a:ln w="7620">
            <a:solidFill>
              <a:srgbClr val="7B8790"/>
            </a:solidFill>
            <a:prstDash val="solid"/>
          </a:ln>
        </p:spPr>
      </p:sp>
      <p:sp>
        <p:nvSpPr>
          <p:cNvPr id="96" name="text_095">
            <a:extLst>
              <a:ext uri="{FF2B5EF4-FFF2-40B4-BE49-F238E27FC236}">
                <ns2:creationId id="{61106ADF-1D54-43D6-84A2-2992DD46C7D1}"/>
              </a:ext>
            </a:extLst>
          </p:cNvPr>
          <p:cNvSpPr>
            <a:spLocks noGrp="1"/>
          </p:cNvSpPr>
          <p:nvPr/>
        </p:nvSpPr>
        <p:spPr>
          <a:xfrm rot="0">
            <a:off x="3519899" y="2543175"/>
            <a:ext cx="514350" cy="190500"/>
          </a:xfrm>
          <a:prstGeom prst="rect">
            <a:avLst/>
          </a:prstGeom>
          <a:noFill/>
          <a:ln w="0">
            <a:noFill/>
            <a:prstDash val="solid"/>
          </a:ln>
        </p:spPr>
        <p:txBody>
          <a:bodyPr wrap="none" lIns="0" tIns="0" rIns="0" bIns="0" anchor="t">
            <a:noAutofit/>
          </a:bodyPr>
          <a:lstStyle>
            <a:defPPr algn="ctr">
              <a:defRPr sz="1050" b="0">
                <a:solidFill>
                  <a:srgbClr val="000000"/>
                </a:solidFill>
                <a:latin typeface="Arial"/>
                <a:ea typeface="Arial"/>
                <a:cs typeface="Arial"/>
              </a:defRPr>
            </a:defPPr>
            <a:lvl1pPr algn="ctr">
              <a:defRPr sz="1050" b="0">
                <a:solidFill>
                  <a:srgbClr val="000000"/>
                </a:solidFill>
                <a:latin typeface="Arial"/>
                <a:ea typeface="Arial"/>
                <a:cs typeface="Arial"/>
              </a:defRPr>
            </a:lvl1pPr>
            <a:lvl2pPr algn="ctr">
              <a:defRPr sz="1050" b="0">
                <a:solidFill>
                  <a:srgbClr val="000000"/>
                </a:solidFill>
                <a:latin typeface="Arial"/>
                <a:ea typeface="Arial"/>
                <a:cs typeface="Arial"/>
              </a:defRPr>
            </a:lvl2pPr>
            <a:lvl3pPr algn="ctr">
              <a:defRPr sz="1050" b="0">
                <a:solidFill>
                  <a:srgbClr val="000000"/>
                </a:solidFill>
                <a:latin typeface="Arial"/>
                <a:ea typeface="Arial"/>
                <a:cs typeface="Arial"/>
              </a:defRPr>
            </a:lvl3pPr>
            <a:lvl4pPr algn="ctr">
              <a:defRPr sz="1050" b="0">
                <a:solidFill>
                  <a:srgbClr val="000000"/>
                </a:solidFill>
                <a:latin typeface="Arial"/>
                <a:ea typeface="Arial"/>
                <a:cs typeface="Arial"/>
              </a:defRPr>
            </a:lvl4pPr>
            <a:lvl5pPr algn="ctr">
              <a:defRPr sz="1050" b="0">
                <a:solidFill>
                  <a:srgbClr val="000000"/>
                </a:solidFill>
                <a:latin typeface="Arial"/>
                <a:ea typeface="Arial"/>
                <a:cs typeface="Arial"/>
              </a:defRPr>
            </a:lvl5pPr>
            <a:lvl6pPr algn="ctr">
              <a:defRPr sz="1050" b="0">
                <a:solidFill>
                  <a:srgbClr val="000000"/>
                </a:solidFill>
                <a:latin typeface="Arial"/>
                <a:ea typeface="Arial"/>
                <a:cs typeface="Arial"/>
              </a:defRPr>
            </a:lvl6pPr>
            <a:lvl7pPr algn="ctr">
              <a:defRPr sz="1050" b="0">
                <a:solidFill>
                  <a:srgbClr val="000000"/>
                </a:solidFill>
                <a:latin typeface="Arial"/>
                <a:ea typeface="Arial"/>
                <a:cs typeface="Arial"/>
              </a:defRPr>
            </a:lvl7pPr>
            <a:lvl8pPr algn="ctr">
              <a:defRPr sz="1050" b="0">
                <a:solidFill>
                  <a:srgbClr val="000000"/>
                </a:solidFill>
                <a:latin typeface="Arial"/>
                <a:ea typeface="Arial"/>
                <a:cs typeface="Arial"/>
              </a:defRPr>
            </a:lvl8pPr>
            <a:lvl9pPr algn="ctr">
              <a:defRPr sz="1050" b="0">
                <a:solidFill>
                  <a:srgbClr val="000000"/>
                </a:solidFill>
                <a:latin typeface="Arial"/>
                <a:ea typeface="Arial"/>
                <a:cs typeface="Arial"/>
              </a:defRPr>
            </a:lvl9pPr>
          </a:lstStyle>
          <a:p>
            <a:pPr algn="ctr">
              <a:defRPr sz="1050" b="0">
                <a:solidFill>
                  <a:srgbClr val="000000"/>
                </a:solidFill>
                <a:latin typeface="Arial"/>
                <a:ea typeface="Arial"/>
                <a:cs typeface="Arial"/>
              </a:defRPr>
            </a:pPr>
            <a:r>
              <a:rPr sz="1050" b="0">
                <a:solidFill>
                  <a:srgbClr val="000000"/>
                </a:solidFill>
                <a:latin typeface="Arial"/>
                <a:ea typeface="Arial"/>
                <a:cs typeface="Arial"/>
              </a:rPr>
              <a:t>-20</a:t>
            </a:r>
          </a:p>
        </p:txBody>
      </p:sp>
      <p:sp>
        <p:nvSpPr>
          <p:cNvPr id="97" name="line_096">
            <a:extLst>
              <a:ext uri="{FF2B5EF4-FFF2-40B4-BE49-F238E27FC236}">
                <ns2:creationId id="{160BACE5-0CC5-4E4E-BD09-65A5A767D4C3}"/>
              </a:ext>
            </a:extLst>
          </p:cNvPr>
          <p:cNvSpPr>
            <a:spLocks noGrp="1"/>
          </p:cNvSpPr>
          <p:nvPr/>
        </p:nvSpPr>
        <p:spPr>
          <a:xfrm>
            <a:off x="4453664" y="2486025"/>
            <a:ext cx="95" cy="38100"/>
          </a:xfrm>
          <a:custGeom>
            <a:pathLst>
              <a:path w="95" h="38100">
                <a:moveTo>
                  <a:pt x="0" y="0"/>
                </a:moveTo>
                <a:lnTo>
                  <a:pt x="0" y="38100"/>
                </a:lnTo>
              </a:path>
            </a:pathLst>
          </a:custGeom>
          <a:noFill/>
          <a:ln w="7620">
            <a:solidFill>
              <a:srgbClr val="7B8790"/>
            </a:solidFill>
            <a:prstDash val="solid"/>
          </a:ln>
        </p:spPr>
      </p:sp>
      <p:sp>
        <p:nvSpPr>
          <p:cNvPr id="98" name="text_097">
            <a:extLst>
              <a:ext uri="{FF2B5EF4-FFF2-40B4-BE49-F238E27FC236}">
                <ns2:creationId id="{AFC1F400-0836-4C52-9CCF-4DCD339F8FAE}"/>
              </a:ext>
            </a:extLst>
          </p:cNvPr>
          <p:cNvSpPr>
            <a:spLocks noGrp="1"/>
          </p:cNvSpPr>
          <p:nvPr/>
        </p:nvSpPr>
        <p:spPr>
          <a:xfrm rot="0">
            <a:off x="4196489" y="2543175"/>
            <a:ext cx="514350" cy="190500"/>
          </a:xfrm>
          <a:prstGeom prst="rect">
            <a:avLst/>
          </a:prstGeom>
          <a:noFill/>
          <a:ln w="0">
            <a:noFill/>
            <a:prstDash val="solid"/>
          </a:ln>
        </p:spPr>
        <p:txBody>
          <a:bodyPr wrap="none" lIns="0" tIns="0" rIns="0" bIns="0" anchor="t">
            <a:noAutofit/>
          </a:bodyPr>
          <a:lstStyle>
            <a:defPPr algn="ctr">
              <a:defRPr sz="1050" b="0">
                <a:solidFill>
                  <a:srgbClr val="000000"/>
                </a:solidFill>
                <a:latin typeface="Arial"/>
                <a:ea typeface="Arial"/>
                <a:cs typeface="Arial"/>
              </a:defRPr>
            </a:defPPr>
            <a:lvl1pPr algn="ctr">
              <a:defRPr sz="1050" b="0">
                <a:solidFill>
                  <a:srgbClr val="000000"/>
                </a:solidFill>
                <a:latin typeface="Arial"/>
                <a:ea typeface="Arial"/>
                <a:cs typeface="Arial"/>
              </a:defRPr>
            </a:lvl1pPr>
            <a:lvl2pPr algn="ctr">
              <a:defRPr sz="1050" b="0">
                <a:solidFill>
                  <a:srgbClr val="000000"/>
                </a:solidFill>
                <a:latin typeface="Arial"/>
                <a:ea typeface="Arial"/>
                <a:cs typeface="Arial"/>
              </a:defRPr>
            </a:lvl2pPr>
            <a:lvl3pPr algn="ctr">
              <a:defRPr sz="1050" b="0">
                <a:solidFill>
                  <a:srgbClr val="000000"/>
                </a:solidFill>
                <a:latin typeface="Arial"/>
                <a:ea typeface="Arial"/>
                <a:cs typeface="Arial"/>
              </a:defRPr>
            </a:lvl3pPr>
            <a:lvl4pPr algn="ctr">
              <a:defRPr sz="1050" b="0">
                <a:solidFill>
                  <a:srgbClr val="000000"/>
                </a:solidFill>
                <a:latin typeface="Arial"/>
                <a:ea typeface="Arial"/>
                <a:cs typeface="Arial"/>
              </a:defRPr>
            </a:lvl4pPr>
            <a:lvl5pPr algn="ctr">
              <a:defRPr sz="1050" b="0">
                <a:solidFill>
                  <a:srgbClr val="000000"/>
                </a:solidFill>
                <a:latin typeface="Arial"/>
                <a:ea typeface="Arial"/>
                <a:cs typeface="Arial"/>
              </a:defRPr>
            </a:lvl5pPr>
            <a:lvl6pPr algn="ctr">
              <a:defRPr sz="1050" b="0">
                <a:solidFill>
                  <a:srgbClr val="000000"/>
                </a:solidFill>
                <a:latin typeface="Arial"/>
                <a:ea typeface="Arial"/>
                <a:cs typeface="Arial"/>
              </a:defRPr>
            </a:lvl6pPr>
            <a:lvl7pPr algn="ctr">
              <a:defRPr sz="1050" b="0">
                <a:solidFill>
                  <a:srgbClr val="000000"/>
                </a:solidFill>
                <a:latin typeface="Arial"/>
                <a:ea typeface="Arial"/>
                <a:cs typeface="Arial"/>
              </a:defRPr>
            </a:lvl7pPr>
            <a:lvl8pPr algn="ctr">
              <a:defRPr sz="1050" b="0">
                <a:solidFill>
                  <a:srgbClr val="000000"/>
                </a:solidFill>
                <a:latin typeface="Arial"/>
                <a:ea typeface="Arial"/>
                <a:cs typeface="Arial"/>
              </a:defRPr>
            </a:lvl8pPr>
            <a:lvl9pPr algn="ctr">
              <a:defRPr sz="1050" b="0">
                <a:solidFill>
                  <a:srgbClr val="000000"/>
                </a:solidFill>
                <a:latin typeface="Arial"/>
                <a:ea typeface="Arial"/>
                <a:cs typeface="Arial"/>
              </a:defRPr>
            </a:lvl9pPr>
          </a:lstStyle>
          <a:p>
            <a:pPr algn="ctr">
              <a:defRPr sz="1050" b="0">
                <a:solidFill>
                  <a:srgbClr val="000000"/>
                </a:solidFill>
                <a:latin typeface="Arial"/>
                <a:ea typeface="Arial"/>
                <a:cs typeface="Arial"/>
              </a:defRPr>
            </a:pPr>
            <a:r>
              <a:rPr sz="1050" b="0">
                <a:solidFill>
                  <a:srgbClr val="000000"/>
                </a:solidFill>
                <a:latin typeface="Arial"/>
                <a:ea typeface="Arial"/>
                <a:cs typeface="Arial"/>
              </a:rPr>
              <a:t>-1</a:t>
            </a:r>
          </a:p>
        </p:txBody>
      </p:sp>
      <p:sp>
        <p:nvSpPr>
          <p:cNvPr id="99" name="line_098">
            <a:extLst>
              <a:ext uri="{FF2B5EF4-FFF2-40B4-BE49-F238E27FC236}">
                <ns2:creationId id="{6CECF6E9-A2BE-48C5-AB57-2A53E5900B5C}"/>
              </a:ext>
            </a:extLst>
          </p:cNvPr>
          <p:cNvSpPr>
            <a:spLocks noGrp="1"/>
          </p:cNvSpPr>
          <p:nvPr/>
        </p:nvSpPr>
        <p:spPr>
          <a:xfrm>
            <a:off x="5337200" y="2486025"/>
            <a:ext cx="95" cy="38100"/>
          </a:xfrm>
          <a:custGeom>
            <a:pathLst>
              <a:path w="95" h="38100">
                <a:moveTo>
                  <a:pt x="0" y="0"/>
                </a:moveTo>
                <a:lnTo>
                  <a:pt x="0" y="38100"/>
                </a:lnTo>
              </a:path>
            </a:pathLst>
          </a:custGeom>
          <a:noFill/>
          <a:ln w="7620">
            <a:solidFill>
              <a:srgbClr val="7B8790"/>
            </a:solidFill>
            <a:prstDash val="solid"/>
          </a:ln>
        </p:spPr>
      </p:sp>
      <p:sp>
        <p:nvSpPr>
          <p:cNvPr id="100" name="text_099">
            <a:extLst>
              <a:ext uri="{FF2B5EF4-FFF2-40B4-BE49-F238E27FC236}">
                <ns2:creationId id="{5690B890-D894-4D1F-8415-2A55AA10C254}"/>
              </a:ext>
            </a:extLst>
          </p:cNvPr>
          <p:cNvSpPr>
            <a:spLocks noGrp="1"/>
          </p:cNvSpPr>
          <p:nvPr/>
        </p:nvSpPr>
        <p:spPr>
          <a:xfrm rot="0">
            <a:off x="5080025" y="2543175"/>
            <a:ext cx="514350" cy="190500"/>
          </a:xfrm>
          <a:prstGeom prst="rect">
            <a:avLst/>
          </a:prstGeom>
          <a:noFill/>
          <a:ln w="0">
            <a:noFill/>
            <a:prstDash val="solid"/>
          </a:ln>
        </p:spPr>
        <p:txBody>
          <a:bodyPr wrap="none" lIns="0" tIns="0" rIns="0" bIns="0" anchor="t">
            <a:noAutofit/>
          </a:bodyPr>
          <a:lstStyle>
            <a:defPPr algn="ctr">
              <a:defRPr sz="1050" b="0">
                <a:solidFill>
                  <a:srgbClr val="000000"/>
                </a:solidFill>
                <a:latin typeface="Arial"/>
                <a:ea typeface="Arial"/>
                <a:cs typeface="Arial"/>
              </a:defRPr>
            </a:defPPr>
            <a:lvl1pPr algn="ctr">
              <a:defRPr sz="1050" b="0">
                <a:solidFill>
                  <a:srgbClr val="000000"/>
                </a:solidFill>
                <a:latin typeface="Arial"/>
                <a:ea typeface="Arial"/>
                <a:cs typeface="Arial"/>
              </a:defRPr>
            </a:lvl1pPr>
            <a:lvl2pPr algn="ctr">
              <a:defRPr sz="1050" b="0">
                <a:solidFill>
                  <a:srgbClr val="000000"/>
                </a:solidFill>
                <a:latin typeface="Arial"/>
                <a:ea typeface="Arial"/>
                <a:cs typeface="Arial"/>
              </a:defRPr>
            </a:lvl2pPr>
            <a:lvl3pPr algn="ctr">
              <a:defRPr sz="1050" b="0">
                <a:solidFill>
                  <a:srgbClr val="000000"/>
                </a:solidFill>
                <a:latin typeface="Arial"/>
                <a:ea typeface="Arial"/>
                <a:cs typeface="Arial"/>
              </a:defRPr>
            </a:lvl3pPr>
            <a:lvl4pPr algn="ctr">
              <a:defRPr sz="1050" b="0">
                <a:solidFill>
                  <a:srgbClr val="000000"/>
                </a:solidFill>
                <a:latin typeface="Arial"/>
                <a:ea typeface="Arial"/>
                <a:cs typeface="Arial"/>
              </a:defRPr>
            </a:lvl4pPr>
            <a:lvl5pPr algn="ctr">
              <a:defRPr sz="1050" b="0">
                <a:solidFill>
                  <a:srgbClr val="000000"/>
                </a:solidFill>
                <a:latin typeface="Arial"/>
                <a:ea typeface="Arial"/>
                <a:cs typeface="Arial"/>
              </a:defRPr>
            </a:lvl5pPr>
            <a:lvl6pPr algn="ctr">
              <a:defRPr sz="1050" b="0">
                <a:solidFill>
                  <a:srgbClr val="000000"/>
                </a:solidFill>
                <a:latin typeface="Arial"/>
                <a:ea typeface="Arial"/>
                <a:cs typeface="Arial"/>
              </a:defRPr>
            </a:lvl6pPr>
            <a:lvl7pPr algn="ctr">
              <a:defRPr sz="1050" b="0">
                <a:solidFill>
                  <a:srgbClr val="000000"/>
                </a:solidFill>
                <a:latin typeface="Arial"/>
                <a:ea typeface="Arial"/>
                <a:cs typeface="Arial"/>
              </a:defRPr>
            </a:lvl7pPr>
            <a:lvl8pPr algn="ctr">
              <a:defRPr sz="1050" b="0">
                <a:solidFill>
                  <a:srgbClr val="000000"/>
                </a:solidFill>
                <a:latin typeface="Arial"/>
                <a:ea typeface="Arial"/>
                <a:cs typeface="Arial"/>
              </a:defRPr>
            </a:lvl8pPr>
            <a:lvl9pPr algn="ctr">
              <a:defRPr sz="1050" b="0">
                <a:solidFill>
                  <a:srgbClr val="000000"/>
                </a:solidFill>
                <a:latin typeface="Arial"/>
                <a:ea typeface="Arial"/>
                <a:cs typeface="Arial"/>
              </a:defRPr>
            </a:lvl9pPr>
          </a:lstStyle>
          <a:p>
            <a:pPr algn="ctr">
              <a:defRPr sz="1050" b="0">
                <a:solidFill>
                  <a:srgbClr val="000000"/>
                </a:solidFill>
                <a:latin typeface="Arial"/>
                <a:ea typeface="Arial"/>
                <a:cs typeface="Arial"/>
              </a:defRPr>
            </a:pPr>
            <a:r>
              <a:rPr sz="1050" b="0">
                <a:solidFill>
                  <a:srgbClr val="000000"/>
                </a:solidFill>
                <a:latin typeface="Arial"/>
                <a:ea typeface="Arial"/>
                <a:cs typeface="Arial"/>
              </a:rPr>
              <a:t>-0.02</a:t>
            </a:r>
          </a:p>
        </p:txBody>
      </p:sp>
      <p:sp>
        <p:nvSpPr>
          <p:cNvPr id="101" name="line_100">
            <a:extLst>
              <a:ext uri="{FF2B5EF4-FFF2-40B4-BE49-F238E27FC236}">
                <ns2:creationId id="{627E54DE-B44B-4134-BAD8-997D867164B2}"/>
              </a:ext>
            </a:extLst>
          </p:cNvPr>
          <p:cNvSpPr>
            <a:spLocks noGrp="1"/>
          </p:cNvSpPr>
          <p:nvPr/>
        </p:nvSpPr>
        <p:spPr>
          <a:xfrm>
            <a:off x="5915025" y="2486025"/>
            <a:ext cx="95" cy="38100"/>
          </a:xfrm>
          <a:custGeom>
            <a:pathLst>
              <a:path w="95" h="38100">
                <a:moveTo>
                  <a:pt x="0" y="0"/>
                </a:moveTo>
                <a:lnTo>
                  <a:pt x="0" y="38100"/>
                </a:lnTo>
              </a:path>
            </a:pathLst>
          </a:custGeom>
          <a:noFill/>
          <a:ln w="7620">
            <a:solidFill>
              <a:srgbClr val="7B8790"/>
            </a:solidFill>
            <a:prstDash val="solid"/>
          </a:ln>
        </p:spPr>
      </p:sp>
      <p:sp>
        <p:nvSpPr>
          <p:cNvPr id="102" name="text_101">
            <a:extLst>
              <a:ext uri="{FF2B5EF4-FFF2-40B4-BE49-F238E27FC236}">
                <ns2:creationId id="{30448FC9-BDEC-4AC5-84B3-360CC07A55A6}"/>
              </a:ext>
            </a:extLst>
          </p:cNvPr>
          <p:cNvSpPr>
            <a:spLocks noGrp="1"/>
          </p:cNvSpPr>
          <p:nvPr/>
        </p:nvSpPr>
        <p:spPr>
          <a:xfrm rot="0">
            <a:off x="5657850" y="2543175"/>
            <a:ext cx="514350" cy="190500"/>
          </a:xfrm>
          <a:prstGeom prst="rect">
            <a:avLst/>
          </a:prstGeom>
          <a:noFill/>
          <a:ln w="0">
            <a:noFill/>
            <a:prstDash val="solid"/>
          </a:ln>
        </p:spPr>
        <p:txBody>
          <a:bodyPr wrap="none" lIns="0" tIns="0" rIns="0" bIns="0" anchor="t">
            <a:noAutofit/>
          </a:bodyPr>
          <a:lstStyle>
            <a:defPPr algn="ctr">
              <a:defRPr sz="1050" b="0">
                <a:solidFill>
                  <a:srgbClr val="000000"/>
                </a:solidFill>
                <a:latin typeface="Arial"/>
                <a:ea typeface="Arial"/>
                <a:cs typeface="Arial"/>
              </a:defRPr>
            </a:defPPr>
            <a:lvl1pPr algn="ctr">
              <a:defRPr sz="1050" b="0">
                <a:solidFill>
                  <a:srgbClr val="000000"/>
                </a:solidFill>
                <a:latin typeface="Arial"/>
                <a:ea typeface="Arial"/>
                <a:cs typeface="Arial"/>
              </a:defRPr>
            </a:lvl1pPr>
            <a:lvl2pPr algn="ctr">
              <a:defRPr sz="1050" b="0">
                <a:solidFill>
                  <a:srgbClr val="000000"/>
                </a:solidFill>
                <a:latin typeface="Arial"/>
                <a:ea typeface="Arial"/>
                <a:cs typeface="Arial"/>
              </a:defRPr>
            </a:lvl2pPr>
            <a:lvl3pPr algn="ctr">
              <a:defRPr sz="1050" b="0">
                <a:solidFill>
                  <a:srgbClr val="000000"/>
                </a:solidFill>
                <a:latin typeface="Arial"/>
                <a:ea typeface="Arial"/>
                <a:cs typeface="Arial"/>
              </a:defRPr>
            </a:lvl3pPr>
            <a:lvl4pPr algn="ctr">
              <a:defRPr sz="1050" b="0">
                <a:solidFill>
                  <a:srgbClr val="000000"/>
                </a:solidFill>
                <a:latin typeface="Arial"/>
                <a:ea typeface="Arial"/>
                <a:cs typeface="Arial"/>
              </a:defRPr>
            </a:lvl4pPr>
            <a:lvl5pPr algn="ctr">
              <a:defRPr sz="1050" b="0">
                <a:solidFill>
                  <a:srgbClr val="000000"/>
                </a:solidFill>
                <a:latin typeface="Arial"/>
                <a:ea typeface="Arial"/>
                <a:cs typeface="Arial"/>
              </a:defRPr>
            </a:lvl5pPr>
            <a:lvl6pPr algn="ctr">
              <a:defRPr sz="1050" b="0">
                <a:solidFill>
                  <a:srgbClr val="000000"/>
                </a:solidFill>
                <a:latin typeface="Arial"/>
                <a:ea typeface="Arial"/>
                <a:cs typeface="Arial"/>
              </a:defRPr>
            </a:lvl6pPr>
            <a:lvl7pPr algn="ctr">
              <a:defRPr sz="1050" b="0">
                <a:solidFill>
                  <a:srgbClr val="000000"/>
                </a:solidFill>
                <a:latin typeface="Arial"/>
                <a:ea typeface="Arial"/>
                <a:cs typeface="Arial"/>
              </a:defRPr>
            </a:lvl7pPr>
            <a:lvl8pPr algn="ctr">
              <a:defRPr sz="1050" b="0">
                <a:solidFill>
                  <a:srgbClr val="000000"/>
                </a:solidFill>
                <a:latin typeface="Arial"/>
                <a:ea typeface="Arial"/>
                <a:cs typeface="Arial"/>
              </a:defRPr>
            </a:lvl8pPr>
            <a:lvl9pPr algn="ctr">
              <a:defRPr sz="1050" b="0">
                <a:solidFill>
                  <a:srgbClr val="000000"/>
                </a:solidFill>
                <a:latin typeface="Arial"/>
                <a:ea typeface="Arial"/>
                <a:cs typeface="Arial"/>
              </a:defRPr>
            </a:lvl9pPr>
          </a:lstStyle>
          <a:p>
            <a:pPr algn="ctr">
              <a:defRPr sz="1050" b="0">
                <a:solidFill>
                  <a:srgbClr val="000000"/>
                </a:solidFill>
                <a:latin typeface="Arial"/>
                <a:ea typeface="Arial"/>
                <a:cs typeface="Arial"/>
              </a:defRPr>
            </a:pPr>
            <a:r>
              <a:rPr sz="1050" b="0">
                <a:solidFill>
                  <a:srgbClr val="000000"/>
                </a:solidFill>
                <a:latin typeface="Arial"/>
                <a:ea typeface="Arial"/>
                <a:cs typeface="Arial"/>
              </a:rPr>
              <a:t>0</a:t>
            </a:r>
          </a:p>
        </p:txBody>
      </p:sp>
      <p:sp>
        <p:nvSpPr>
          <p:cNvPr id="103" name="line_102">
            <a:extLst>
              <a:ext uri="{FF2B5EF4-FFF2-40B4-BE49-F238E27FC236}">
                <ns2:creationId id="{588645EF-3FD6-4DDF-860C-AF7241A3B60D}"/>
              </a:ext>
            </a:extLst>
          </p:cNvPr>
          <p:cNvSpPr>
            <a:spLocks noGrp="1"/>
          </p:cNvSpPr>
          <p:nvPr/>
        </p:nvSpPr>
        <p:spPr>
          <a:xfrm>
            <a:off x="6492850" y="2486025"/>
            <a:ext cx="95" cy="38100"/>
          </a:xfrm>
          <a:custGeom>
            <a:pathLst>
              <a:path w="95" h="38100">
                <a:moveTo>
                  <a:pt x="0" y="0"/>
                </a:moveTo>
                <a:lnTo>
                  <a:pt x="0" y="38100"/>
                </a:lnTo>
              </a:path>
            </a:pathLst>
          </a:custGeom>
          <a:noFill/>
          <a:ln w="7620">
            <a:solidFill>
              <a:srgbClr val="7B8790"/>
            </a:solidFill>
            <a:prstDash val="solid"/>
          </a:ln>
        </p:spPr>
      </p:sp>
      <p:sp>
        <p:nvSpPr>
          <p:cNvPr id="104" name="text_103">
            <a:extLst>
              <a:ext uri="{FF2B5EF4-FFF2-40B4-BE49-F238E27FC236}">
                <ns2:creationId id="{D3C2A28E-FA25-4B67-BA73-71E1F71F61C6}"/>
              </a:ext>
            </a:extLst>
          </p:cNvPr>
          <p:cNvSpPr>
            <a:spLocks noGrp="1"/>
          </p:cNvSpPr>
          <p:nvPr/>
        </p:nvSpPr>
        <p:spPr>
          <a:xfrm rot="0">
            <a:off x="6235675" y="2543175"/>
            <a:ext cx="514350" cy="190500"/>
          </a:xfrm>
          <a:prstGeom prst="rect">
            <a:avLst/>
          </a:prstGeom>
          <a:noFill/>
          <a:ln w="0">
            <a:noFill/>
            <a:prstDash val="solid"/>
          </a:ln>
        </p:spPr>
        <p:txBody>
          <a:bodyPr wrap="none" lIns="0" tIns="0" rIns="0" bIns="0" anchor="t">
            <a:noAutofit/>
          </a:bodyPr>
          <a:lstStyle>
            <a:defPPr algn="ctr">
              <a:defRPr sz="1050" b="0">
                <a:solidFill>
                  <a:srgbClr val="000000"/>
                </a:solidFill>
                <a:latin typeface="Arial"/>
                <a:ea typeface="Arial"/>
                <a:cs typeface="Arial"/>
              </a:defRPr>
            </a:defPPr>
            <a:lvl1pPr algn="ctr">
              <a:defRPr sz="1050" b="0">
                <a:solidFill>
                  <a:srgbClr val="000000"/>
                </a:solidFill>
                <a:latin typeface="Arial"/>
                <a:ea typeface="Arial"/>
                <a:cs typeface="Arial"/>
              </a:defRPr>
            </a:lvl1pPr>
            <a:lvl2pPr algn="ctr">
              <a:defRPr sz="1050" b="0">
                <a:solidFill>
                  <a:srgbClr val="000000"/>
                </a:solidFill>
                <a:latin typeface="Arial"/>
                <a:ea typeface="Arial"/>
                <a:cs typeface="Arial"/>
              </a:defRPr>
            </a:lvl2pPr>
            <a:lvl3pPr algn="ctr">
              <a:defRPr sz="1050" b="0">
                <a:solidFill>
                  <a:srgbClr val="000000"/>
                </a:solidFill>
                <a:latin typeface="Arial"/>
                <a:ea typeface="Arial"/>
                <a:cs typeface="Arial"/>
              </a:defRPr>
            </a:lvl3pPr>
            <a:lvl4pPr algn="ctr">
              <a:defRPr sz="1050" b="0">
                <a:solidFill>
                  <a:srgbClr val="000000"/>
                </a:solidFill>
                <a:latin typeface="Arial"/>
                <a:ea typeface="Arial"/>
                <a:cs typeface="Arial"/>
              </a:defRPr>
            </a:lvl4pPr>
            <a:lvl5pPr algn="ctr">
              <a:defRPr sz="1050" b="0">
                <a:solidFill>
                  <a:srgbClr val="000000"/>
                </a:solidFill>
                <a:latin typeface="Arial"/>
                <a:ea typeface="Arial"/>
                <a:cs typeface="Arial"/>
              </a:defRPr>
            </a:lvl5pPr>
            <a:lvl6pPr algn="ctr">
              <a:defRPr sz="1050" b="0">
                <a:solidFill>
                  <a:srgbClr val="000000"/>
                </a:solidFill>
                <a:latin typeface="Arial"/>
                <a:ea typeface="Arial"/>
                <a:cs typeface="Arial"/>
              </a:defRPr>
            </a:lvl6pPr>
            <a:lvl7pPr algn="ctr">
              <a:defRPr sz="1050" b="0">
                <a:solidFill>
                  <a:srgbClr val="000000"/>
                </a:solidFill>
                <a:latin typeface="Arial"/>
                <a:ea typeface="Arial"/>
                <a:cs typeface="Arial"/>
              </a:defRPr>
            </a:lvl7pPr>
            <a:lvl8pPr algn="ctr">
              <a:defRPr sz="1050" b="0">
                <a:solidFill>
                  <a:srgbClr val="000000"/>
                </a:solidFill>
                <a:latin typeface="Arial"/>
                <a:ea typeface="Arial"/>
                <a:cs typeface="Arial"/>
              </a:defRPr>
            </a:lvl8pPr>
            <a:lvl9pPr algn="ctr">
              <a:defRPr sz="1050" b="0">
                <a:solidFill>
                  <a:srgbClr val="000000"/>
                </a:solidFill>
                <a:latin typeface="Arial"/>
                <a:ea typeface="Arial"/>
                <a:cs typeface="Arial"/>
              </a:defRPr>
            </a:lvl9pPr>
          </a:lstStyle>
          <a:p>
            <a:pPr algn="ctr">
              <a:defRPr sz="1050" b="0">
                <a:solidFill>
                  <a:srgbClr val="000000"/>
                </a:solidFill>
                <a:latin typeface="Arial"/>
                <a:ea typeface="Arial"/>
                <a:cs typeface="Arial"/>
              </a:defRPr>
            </a:pPr>
            <a:r>
              <a:rPr sz="1050" b="0">
                <a:solidFill>
                  <a:srgbClr val="000000"/>
                </a:solidFill>
                <a:latin typeface="Arial"/>
                <a:ea typeface="Arial"/>
                <a:cs typeface="Arial"/>
              </a:rPr>
              <a:t>0.02</a:t>
            </a:r>
          </a:p>
        </p:txBody>
      </p:sp>
      <p:sp>
        <p:nvSpPr>
          <p:cNvPr id="105" name="line_104">
            <a:extLst>
              <a:ext uri="{FF2B5EF4-FFF2-40B4-BE49-F238E27FC236}">
                <ns2:creationId id="{FD22DC22-D361-49CC-8DF9-5F78CB46B712}"/>
              </a:ext>
            </a:extLst>
          </p:cNvPr>
          <p:cNvSpPr>
            <a:spLocks noGrp="1"/>
          </p:cNvSpPr>
          <p:nvPr/>
        </p:nvSpPr>
        <p:spPr>
          <a:xfrm>
            <a:off x="7376386" y="2486025"/>
            <a:ext cx="95" cy="38100"/>
          </a:xfrm>
          <a:custGeom>
            <a:pathLst>
              <a:path w="95" h="38100">
                <a:moveTo>
                  <a:pt x="0" y="0"/>
                </a:moveTo>
                <a:lnTo>
                  <a:pt x="0" y="38100"/>
                </a:lnTo>
              </a:path>
            </a:pathLst>
          </a:custGeom>
          <a:noFill/>
          <a:ln w="7620">
            <a:solidFill>
              <a:srgbClr val="7B8790"/>
            </a:solidFill>
            <a:prstDash val="solid"/>
          </a:ln>
        </p:spPr>
      </p:sp>
      <p:sp>
        <p:nvSpPr>
          <p:cNvPr id="106" name="text_105">
            <a:extLst>
              <a:ext uri="{FF2B5EF4-FFF2-40B4-BE49-F238E27FC236}">
                <ns2:creationId id="{0F605BAF-A6C3-453A-9ABE-D1D210D83BB9}"/>
              </a:ext>
            </a:extLst>
          </p:cNvPr>
          <p:cNvSpPr>
            <a:spLocks noGrp="1"/>
          </p:cNvSpPr>
          <p:nvPr/>
        </p:nvSpPr>
        <p:spPr>
          <a:xfrm rot="0">
            <a:off x="7119211" y="2543175"/>
            <a:ext cx="514350" cy="190500"/>
          </a:xfrm>
          <a:prstGeom prst="rect">
            <a:avLst/>
          </a:prstGeom>
          <a:noFill/>
          <a:ln w="0">
            <a:noFill/>
            <a:prstDash val="solid"/>
          </a:ln>
        </p:spPr>
        <p:txBody>
          <a:bodyPr wrap="none" lIns="0" tIns="0" rIns="0" bIns="0" anchor="t">
            <a:noAutofit/>
          </a:bodyPr>
          <a:lstStyle>
            <a:defPPr algn="ctr">
              <a:defRPr sz="1050" b="0">
                <a:solidFill>
                  <a:srgbClr val="000000"/>
                </a:solidFill>
                <a:latin typeface="Arial"/>
                <a:ea typeface="Arial"/>
                <a:cs typeface="Arial"/>
              </a:defRPr>
            </a:defPPr>
            <a:lvl1pPr algn="ctr">
              <a:defRPr sz="1050" b="0">
                <a:solidFill>
                  <a:srgbClr val="000000"/>
                </a:solidFill>
                <a:latin typeface="Arial"/>
                <a:ea typeface="Arial"/>
                <a:cs typeface="Arial"/>
              </a:defRPr>
            </a:lvl1pPr>
            <a:lvl2pPr algn="ctr">
              <a:defRPr sz="1050" b="0">
                <a:solidFill>
                  <a:srgbClr val="000000"/>
                </a:solidFill>
                <a:latin typeface="Arial"/>
                <a:ea typeface="Arial"/>
                <a:cs typeface="Arial"/>
              </a:defRPr>
            </a:lvl2pPr>
            <a:lvl3pPr algn="ctr">
              <a:defRPr sz="1050" b="0">
                <a:solidFill>
                  <a:srgbClr val="000000"/>
                </a:solidFill>
                <a:latin typeface="Arial"/>
                <a:ea typeface="Arial"/>
                <a:cs typeface="Arial"/>
              </a:defRPr>
            </a:lvl3pPr>
            <a:lvl4pPr algn="ctr">
              <a:defRPr sz="1050" b="0">
                <a:solidFill>
                  <a:srgbClr val="000000"/>
                </a:solidFill>
                <a:latin typeface="Arial"/>
                <a:ea typeface="Arial"/>
                <a:cs typeface="Arial"/>
              </a:defRPr>
            </a:lvl4pPr>
            <a:lvl5pPr algn="ctr">
              <a:defRPr sz="1050" b="0">
                <a:solidFill>
                  <a:srgbClr val="000000"/>
                </a:solidFill>
                <a:latin typeface="Arial"/>
                <a:ea typeface="Arial"/>
                <a:cs typeface="Arial"/>
              </a:defRPr>
            </a:lvl5pPr>
            <a:lvl6pPr algn="ctr">
              <a:defRPr sz="1050" b="0">
                <a:solidFill>
                  <a:srgbClr val="000000"/>
                </a:solidFill>
                <a:latin typeface="Arial"/>
                <a:ea typeface="Arial"/>
                <a:cs typeface="Arial"/>
              </a:defRPr>
            </a:lvl6pPr>
            <a:lvl7pPr algn="ctr">
              <a:defRPr sz="1050" b="0">
                <a:solidFill>
                  <a:srgbClr val="000000"/>
                </a:solidFill>
                <a:latin typeface="Arial"/>
                <a:ea typeface="Arial"/>
                <a:cs typeface="Arial"/>
              </a:defRPr>
            </a:lvl7pPr>
            <a:lvl8pPr algn="ctr">
              <a:defRPr sz="1050" b="0">
                <a:solidFill>
                  <a:srgbClr val="000000"/>
                </a:solidFill>
                <a:latin typeface="Arial"/>
                <a:ea typeface="Arial"/>
                <a:cs typeface="Arial"/>
              </a:defRPr>
            </a:lvl8pPr>
            <a:lvl9pPr algn="ctr">
              <a:defRPr sz="1050" b="0">
                <a:solidFill>
                  <a:srgbClr val="000000"/>
                </a:solidFill>
                <a:latin typeface="Arial"/>
                <a:ea typeface="Arial"/>
                <a:cs typeface="Arial"/>
              </a:defRPr>
            </a:lvl9pPr>
          </a:lstStyle>
          <a:p>
            <a:pPr algn="ctr">
              <a:defRPr sz="1050" b="0">
                <a:solidFill>
                  <a:srgbClr val="000000"/>
                </a:solidFill>
                <a:latin typeface="Arial"/>
                <a:ea typeface="Arial"/>
                <a:cs typeface="Arial"/>
              </a:defRPr>
            </a:pPr>
            <a:r>
              <a:rPr sz="1050" b="0">
                <a:solidFill>
                  <a:srgbClr val="000000"/>
                </a:solidFill>
                <a:latin typeface="Arial"/>
                <a:ea typeface="Arial"/>
                <a:cs typeface="Arial"/>
              </a:rPr>
              <a:t>1</a:t>
            </a:r>
          </a:p>
        </p:txBody>
      </p:sp>
      <p:sp>
        <p:nvSpPr>
          <p:cNvPr id="107" name="line_106">
            <a:extLst>
              <a:ext uri="{FF2B5EF4-FFF2-40B4-BE49-F238E27FC236}">
                <ns2:creationId id="{C7074AED-0C7A-4EB5-94B7-00BDD40E59B7}"/>
              </a:ext>
            </a:extLst>
          </p:cNvPr>
          <p:cNvSpPr>
            <a:spLocks noGrp="1"/>
          </p:cNvSpPr>
          <p:nvPr/>
        </p:nvSpPr>
        <p:spPr>
          <a:xfrm>
            <a:off x="8052976" y="2486025"/>
            <a:ext cx="95" cy="38100"/>
          </a:xfrm>
          <a:custGeom>
            <a:pathLst>
              <a:path w="95" h="38100">
                <a:moveTo>
                  <a:pt x="0" y="0"/>
                </a:moveTo>
                <a:lnTo>
                  <a:pt x="0" y="38100"/>
                </a:lnTo>
              </a:path>
            </a:pathLst>
          </a:custGeom>
          <a:noFill/>
          <a:ln w="7620">
            <a:solidFill>
              <a:srgbClr val="7B8790"/>
            </a:solidFill>
            <a:prstDash val="solid"/>
          </a:ln>
        </p:spPr>
      </p:sp>
      <p:sp>
        <p:nvSpPr>
          <p:cNvPr id="108" name="text_107">
            <a:extLst>
              <a:ext uri="{FF2B5EF4-FFF2-40B4-BE49-F238E27FC236}">
                <ns2:creationId id="{A98E53D8-175A-43DF-A5A8-0D3B49890C19}"/>
              </a:ext>
            </a:extLst>
          </p:cNvPr>
          <p:cNvSpPr>
            <a:spLocks noGrp="1"/>
          </p:cNvSpPr>
          <p:nvPr/>
        </p:nvSpPr>
        <p:spPr>
          <a:xfrm rot="0">
            <a:off x="7795801" y="2543175"/>
            <a:ext cx="514350" cy="190500"/>
          </a:xfrm>
          <a:prstGeom prst="rect">
            <a:avLst/>
          </a:prstGeom>
          <a:noFill/>
          <a:ln w="0">
            <a:noFill/>
            <a:prstDash val="solid"/>
          </a:ln>
        </p:spPr>
        <p:txBody>
          <a:bodyPr wrap="none" lIns="0" tIns="0" rIns="0" bIns="0" anchor="t">
            <a:noAutofit/>
          </a:bodyPr>
          <a:lstStyle>
            <a:defPPr algn="ctr">
              <a:defRPr sz="1050" b="0">
                <a:solidFill>
                  <a:srgbClr val="000000"/>
                </a:solidFill>
                <a:latin typeface="Arial"/>
                <a:ea typeface="Arial"/>
                <a:cs typeface="Arial"/>
              </a:defRPr>
            </a:defPPr>
            <a:lvl1pPr algn="ctr">
              <a:defRPr sz="1050" b="0">
                <a:solidFill>
                  <a:srgbClr val="000000"/>
                </a:solidFill>
                <a:latin typeface="Arial"/>
                <a:ea typeface="Arial"/>
                <a:cs typeface="Arial"/>
              </a:defRPr>
            </a:lvl1pPr>
            <a:lvl2pPr algn="ctr">
              <a:defRPr sz="1050" b="0">
                <a:solidFill>
                  <a:srgbClr val="000000"/>
                </a:solidFill>
                <a:latin typeface="Arial"/>
                <a:ea typeface="Arial"/>
                <a:cs typeface="Arial"/>
              </a:defRPr>
            </a:lvl2pPr>
            <a:lvl3pPr algn="ctr">
              <a:defRPr sz="1050" b="0">
                <a:solidFill>
                  <a:srgbClr val="000000"/>
                </a:solidFill>
                <a:latin typeface="Arial"/>
                <a:ea typeface="Arial"/>
                <a:cs typeface="Arial"/>
              </a:defRPr>
            </a:lvl3pPr>
            <a:lvl4pPr algn="ctr">
              <a:defRPr sz="1050" b="0">
                <a:solidFill>
                  <a:srgbClr val="000000"/>
                </a:solidFill>
                <a:latin typeface="Arial"/>
                <a:ea typeface="Arial"/>
                <a:cs typeface="Arial"/>
              </a:defRPr>
            </a:lvl4pPr>
            <a:lvl5pPr algn="ctr">
              <a:defRPr sz="1050" b="0">
                <a:solidFill>
                  <a:srgbClr val="000000"/>
                </a:solidFill>
                <a:latin typeface="Arial"/>
                <a:ea typeface="Arial"/>
                <a:cs typeface="Arial"/>
              </a:defRPr>
            </a:lvl5pPr>
            <a:lvl6pPr algn="ctr">
              <a:defRPr sz="1050" b="0">
                <a:solidFill>
                  <a:srgbClr val="000000"/>
                </a:solidFill>
                <a:latin typeface="Arial"/>
                <a:ea typeface="Arial"/>
                <a:cs typeface="Arial"/>
              </a:defRPr>
            </a:lvl6pPr>
            <a:lvl7pPr algn="ctr">
              <a:defRPr sz="1050" b="0">
                <a:solidFill>
                  <a:srgbClr val="000000"/>
                </a:solidFill>
                <a:latin typeface="Arial"/>
                <a:ea typeface="Arial"/>
                <a:cs typeface="Arial"/>
              </a:defRPr>
            </a:lvl7pPr>
            <a:lvl8pPr algn="ctr">
              <a:defRPr sz="1050" b="0">
                <a:solidFill>
                  <a:srgbClr val="000000"/>
                </a:solidFill>
                <a:latin typeface="Arial"/>
                <a:ea typeface="Arial"/>
                <a:cs typeface="Arial"/>
              </a:defRPr>
            </a:lvl8pPr>
            <a:lvl9pPr algn="ctr">
              <a:defRPr sz="1050" b="0">
                <a:solidFill>
                  <a:srgbClr val="000000"/>
                </a:solidFill>
                <a:latin typeface="Arial"/>
                <a:ea typeface="Arial"/>
                <a:cs typeface="Arial"/>
              </a:defRPr>
            </a:lvl9pPr>
          </a:lstStyle>
          <a:p>
            <a:pPr algn="ctr">
              <a:defRPr sz="1050" b="0">
                <a:solidFill>
                  <a:srgbClr val="000000"/>
                </a:solidFill>
                <a:latin typeface="Arial"/>
                <a:ea typeface="Arial"/>
                <a:cs typeface="Arial"/>
              </a:defRPr>
            </a:pPr>
            <a:r>
              <a:rPr sz="1050" b="0">
                <a:solidFill>
                  <a:srgbClr val="000000"/>
                </a:solidFill>
                <a:latin typeface="Arial"/>
                <a:ea typeface="Arial"/>
                <a:cs typeface="Arial"/>
              </a:rPr>
              <a:t>20</a:t>
            </a:r>
          </a:p>
        </p:txBody>
      </p:sp>
      <p:sp>
        <p:nvSpPr>
          <p:cNvPr id="110" name="text_109">
            <a:extLst>
              <a:ext uri="{FF2B5EF4-FFF2-40B4-BE49-F238E27FC236}">
                <ns2:creationId id="{475B1609-9660-4BF5-835D-9C095C6AF0AF}"/>
              </a:ext>
            </a:extLst>
          </p:cNvPr>
          <p:cNvSpPr>
            <a:spLocks noGrp="1"/>
          </p:cNvSpPr>
          <p:nvPr/>
        </p:nvSpPr>
        <p:spPr>
          <a:xfrm rot="0">
            <a:off x="95250" y="2790825"/>
            <a:ext cx="9525000" cy="285750"/>
          </a:xfrm>
          <a:prstGeom prst="rect">
            <a:avLst/>
          </a:prstGeom>
          <a:noFill/>
          <a:ln w="0">
            <a:noFill/>
            <a:prstDash val="solid"/>
          </a:ln>
        </p:spPr>
        <p:txBody>
          <a:bodyPr wrap="none" lIns="0" tIns="0" rIns="0" bIns="0" anchor="t">
            <a:noAutofit/>
          </a:bodyPr>
          <a:lstStyle>
            <a:defPPr algn="l">
              <a:defRPr sz="1875" b="1">
                <a:solidFill>
                  <a:srgbClr val="000000"/>
                </a:solidFill>
                <a:latin typeface="Arial"/>
                <a:ea typeface="Arial"/>
                <a:cs typeface="Arial"/>
              </a:defRPr>
            </a:defPPr>
            <a:lvl1pPr algn="l">
              <a:defRPr sz="1875" b="1">
                <a:solidFill>
                  <a:srgbClr val="000000"/>
                </a:solidFill>
                <a:latin typeface="Arial"/>
                <a:ea typeface="Arial"/>
                <a:cs typeface="Arial"/>
              </a:defRPr>
            </a:lvl1pPr>
            <a:lvl2pPr algn="l">
              <a:defRPr sz="1875" b="1">
                <a:solidFill>
                  <a:srgbClr val="000000"/>
                </a:solidFill>
                <a:latin typeface="Arial"/>
                <a:ea typeface="Arial"/>
                <a:cs typeface="Arial"/>
              </a:defRPr>
            </a:lvl2pPr>
            <a:lvl3pPr algn="l">
              <a:defRPr sz="1875" b="1">
                <a:solidFill>
                  <a:srgbClr val="000000"/>
                </a:solidFill>
                <a:latin typeface="Arial"/>
                <a:ea typeface="Arial"/>
                <a:cs typeface="Arial"/>
              </a:defRPr>
            </a:lvl3pPr>
            <a:lvl4pPr algn="l">
              <a:defRPr sz="1875" b="1">
                <a:solidFill>
                  <a:srgbClr val="000000"/>
                </a:solidFill>
                <a:latin typeface="Arial"/>
                <a:ea typeface="Arial"/>
                <a:cs typeface="Arial"/>
              </a:defRPr>
            </a:lvl4pPr>
            <a:lvl5pPr algn="l">
              <a:defRPr sz="1875" b="1">
                <a:solidFill>
                  <a:srgbClr val="000000"/>
                </a:solidFill>
                <a:latin typeface="Arial"/>
                <a:ea typeface="Arial"/>
                <a:cs typeface="Arial"/>
              </a:defRPr>
            </a:lvl5pPr>
            <a:lvl6pPr algn="l">
              <a:defRPr sz="1875" b="1">
                <a:solidFill>
                  <a:srgbClr val="000000"/>
                </a:solidFill>
                <a:latin typeface="Arial"/>
                <a:ea typeface="Arial"/>
                <a:cs typeface="Arial"/>
              </a:defRPr>
            </a:lvl6pPr>
            <a:lvl7pPr algn="l">
              <a:defRPr sz="1875" b="1">
                <a:solidFill>
                  <a:srgbClr val="000000"/>
                </a:solidFill>
                <a:latin typeface="Arial"/>
                <a:ea typeface="Arial"/>
                <a:cs typeface="Arial"/>
              </a:defRPr>
            </a:lvl7pPr>
            <a:lvl8pPr algn="l">
              <a:defRPr sz="1875" b="1">
                <a:solidFill>
                  <a:srgbClr val="000000"/>
                </a:solidFill>
                <a:latin typeface="Arial"/>
                <a:ea typeface="Arial"/>
                <a:cs typeface="Arial"/>
              </a:defRPr>
            </a:lvl8pPr>
            <a:lvl9pPr algn="l">
              <a:defRPr sz="1875" b="1">
                <a:solidFill>
                  <a:srgbClr val="000000"/>
                </a:solidFill>
                <a:latin typeface="Arial"/>
                <a:ea typeface="Arial"/>
                <a:cs typeface="Arial"/>
              </a:defRPr>
            </a:lvl9pPr>
          </a:lstStyle>
          <a:p>
            <a:pPr algn="l">
              <a:defRPr sz="1875" b="1">
                <a:solidFill>
                  <a:srgbClr val="000000"/>
                </a:solidFill>
                <a:latin typeface="Arial"/>
                <a:ea typeface="Arial"/>
                <a:cs typeface="Arial"/>
              </a:defRPr>
            </a:pPr>
            <a:r>
              <a:rPr sz="1875" b="1">
                <a:solidFill>
                  <a:srgbClr val="000000"/>
                </a:solidFill>
                <a:latin typeface="Arial"/>
                <a:ea typeface="Arial"/>
                <a:cs typeface="Arial"/>
              </a:rPr>
              <a:t>(c) 3D source fields</a:t>
            </a:r>
          </a:p>
        </p:txBody>
      </p:sp>
      <p:sp>
        <p:nvSpPr>
          <p:cNvPr id="112" name="text_111">
            <a:extLst>
              <a:ext uri="{FF2B5EF4-FFF2-40B4-BE49-F238E27FC236}">
                <ns2:creationId id="{6A606AA3-4C75-4940-9AFB-82B3BFDF77E1}"/>
              </a:ext>
            </a:extLst>
          </p:cNvPr>
          <p:cNvSpPr>
            <a:spLocks noGrp="1"/>
          </p:cNvSpPr>
          <p:nvPr/>
        </p:nvSpPr>
        <p:spPr>
          <a:xfrm rot="0">
            <a:off x="95250" y="3086100"/>
            <a:ext cx="3810000" cy="226786"/>
          </a:xfrm>
          <a:prstGeom prst="rect">
            <a:avLst/>
          </a:prstGeom>
          <a:noFill/>
          <a:ln w="0">
            <a:noFill/>
            <a:prstDash val="solid"/>
          </a:ln>
        </p:spPr>
        <p:txBody>
          <a:bodyPr wrap="none" lIns="0" tIns="0" rIns="0" bIns="0" anchor="t">
            <a:noAutofit/>
          </a:bodyPr>
          <a:lstStyle>
            <a:defPPr algn="ctr">
              <a:defRPr sz="1571" b="1">
                <a:solidFill>
                  <a:srgbClr val="000000"/>
                </a:solidFill>
                <a:latin typeface="Arial"/>
                <a:ea typeface="Arial"/>
                <a:cs typeface="Arial"/>
              </a:defRPr>
            </a:defPPr>
            <a:lvl1pPr algn="ctr">
              <a:defRPr sz="1571" b="1">
                <a:solidFill>
                  <a:srgbClr val="000000"/>
                </a:solidFill>
                <a:latin typeface="Arial"/>
                <a:ea typeface="Arial"/>
                <a:cs typeface="Arial"/>
              </a:defRPr>
            </a:lvl1pPr>
            <a:lvl2pPr algn="ctr">
              <a:defRPr sz="1571" b="1">
                <a:solidFill>
                  <a:srgbClr val="000000"/>
                </a:solidFill>
                <a:latin typeface="Arial"/>
                <a:ea typeface="Arial"/>
                <a:cs typeface="Arial"/>
              </a:defRPr>
            </a:lvl2pPr>
            <a:lvl3pPr algn="ctr">
              <a:defRPr sz="1571" b="1">
                <a:solidFill>
                  <a:srgbClr val="000000"/>
                </a:solidFill>
                <a:latin typeface="Arial"/>
                <a:ea typeface="Arial"/>
                <a:cs typeface="Arial"/>
              </a:defRPr>
            </a:lvl3pPr>
            <a:lvl4pPr algn="ctr">
              <a:defRPr sz="1571" b="1">
                <a:solidFill>
                  <a:srgbClr val="000000"/>
                </a:solidFill>
                <a:latin typeface="Arial"/>
                <a:ea typeface="Arial"/>
                <a:cs typeface="Arial"/>
              </a:defRPr>
            </a:lvl4pPr>
            <a:lvl5pPr algn="ctr">
              <a:defRPr sz="1571" b="1">
                <a:solidFill>
                  <a:srgbClr val="000000"/>
                </a:solidFill>
                <a:latin typeface="Arial"/>
                <a:ea typeface="Arial"/>
                <a:cs typeface="Arial"/>
              </a:defRPr>
            </a:lvl5pPr>
            <a:lvl6pPr algn="ctr">
              <a:defRPr sz="1571" b="1">
                <a:solidFill>
                  <a:srgbClr val="000000"/>
                </a:solidFill>
                <a:latin typeface="Arial"/>
                <a:ea typeface="Arial"/>
                <a:cs typeface="Arial"/>
              </a:defRPr>
            </a:lvl6pPr>
            <a:lvl7pPr algn="ctr">
              <a:defRPr sz="1571" b="1">
                <a:solidFill>
                  <a:srgbClr val="000000"/>
                </a:solidFill>
                <a:latin typeface="Arial"/>
                <a:ea typeface="Arial"/>
                <a:cs typeface="Arial"/>
              </a:defRPr>
            </a:lvl7pPr>
            <a:lvl8pPr algn="ctr">
              <a:defRPr sz="1571" b="1">
                <a:solidFill>
                  <a:srgbClr val="000000"/>
                </a:solidFill>
                <a:latin typeface="Arial"/>
                <a:ea typeface="Arial"/>
                <a:cs typeface="Arial"/>
              </a:defRPr>
            </a:lvl8pPr>
            <a:lvl9pPr algn="ctr">
              <a:defRPr sz="1571" b="1">
                <a:solidFill>
                  <a:srgbClr val="000000"/>
                </a:solidFill>
                <a:latin typeface="Arial"/>
                <a:ea typeface="Arial"/>
                <a:cs typeface="Arial"/>
              </a:defRPr>
            </a:lvl9pPr>
          </a:lstStyle>
          <a:p>
            <a:pPr algn="ctr">
              <a:defRPr sz="1571" b="1">
                <a:solidFill>
                  <a:srgbClr val="000000"/>
                </a:solidFill>
                <a:latin typeface="Arial"/>
                <a:ea typeface="Arial"/>
                <a:cs typeface="Arial"/>
              </a:defRPr>
            </a:pPr>
            <a:r>
              <a:rPr sz="1571" b="1">
                <a:solidFill>
                  <a:srgbClr val="000000"/>
                </a:solidFill>
                <a:latin typeface="Arial"/>
                <a:ea typeface="Arial"/>
                <a:cs typeface="Arial"/>
              </a:rPr>
              <a:t>Frame 0</a:t>
            </a:r>
          </a:p>
        </p:txBody>
      </p:sp>
      <p:pic>
        <p:nvPicPr>
          <p:cNvPr id="113" name="">
            <a:extLst>
              <a:ext uri="{FF2B5EF4-FFF2-40B4-BE49-F238E27FC236}">
                <ns2:creationId id="{07A7D8B4-CBA3-4965-B8BD-15AFA6AF8F92}"/>
              </a:ext>
            </a:extLst>
          </p:cNvPr>
          <p:cNvPicPr>
            <a:picLocks noChangeAspect="1"/>
          </p:cNvPicPr>
          <p:nvPr/>
        </p:nvPicPr>
        <p:blipFill>
          <a:blip ns3:embed="R17bff3a3749c4f88"/>
          <a:stretch/>
        </p:blipFill>
        <p:spPr>
          <a:xfrm>
            <a:off x="95250" y="3349171"/>
            <a:ext cx="3810000" cy="2006450"/>
          </a:xfrm>
          <a:prstGeom prst="rect">
            <a:avLst/>
          </a:prstGeom>
        </p:spPr>
      </p:pic>
      <p:sp>
        <p:nvSpPr>
          <p:cNvPr id="114" name="Cylinder_f0_domain_edge_0_1">
            <a:extLst>
              <a:ext uri="{FF2B5EF4-FFF2-40B4-BE49-F238E27FC236}">
                <ns2:creationId id="{24F8A28C-AB81-4D5B-AFF1-9DE2DE6D15C2}"/>
              </a:ext>
            </a:extLst>
          </p:cNvPr>
          <p:cNvSpPr>
            <a:spLocks noGrp="1"/>
          </p:cNvSpPr>
          <p:nvPr/>
        </p:nvSpPr>
        <p:spPr>
          <a:xfrm>
            <a:off x="209386" y="3865750"/>
            <a:ext cx="134" cy="838969"/>
          </a:xfrm>
          <a:custGeom>
            <a:pathLst>
              <a:path w="95" h="595500">
                <a:moveTo>
                  <a:pt x="0" y="595500"/>
                </a:moveTo>
                <a:lnTo>
                  <a:pt x="0" y="0"/>
                </a:lnTo>
              </a:path>
            </a:pathLst>
          </a:custGeom>
          <a:noFill/>
          <a:ln w="8165">
            <a:solidFill>
              <a:srgbClr val="9AA6AE"/>
            </a:solidFill>
            <a:prstDash val="solid"/>
          </a:ln>
        </p:spPr>
      </p:sp>
      <p:sp>
        <p:nvSpPr>
          <p:cNvPr id="115" name="Cylinder_f0_domain_edge_0_2">
            <a:extLst>
              <a:ext uri="{FF2B5EF4-FFF2-40B4-BE49-F238E27FC236}">
                <ns2:creationId id="{91EB6341-5CDE-4CB4-9837-6AD973E7B09E}"/>
              </a:ext>
            </a:extLst>
          </p:cNvPr>
          <p:cNvSpPr>
            <a:spLocks noGrp="1"/>
          </p:cNvSpPr>
          <p:nvPr/>
        </p:nvSpPr>
        <p:spPr>
          <a:xfrm>
            <a:off x="209386" y="4295110"/>
            <a:ext cx="509879" cy="409610"/>
          </a:xfrm>
          <a:custGeom>
            <a:pathLst>
              <a:path w="361912" h="290741">
                <a:moveTo>
                  <a:pt x="0" y="290741"/>
                </a:moveTo>
                <a:lnTo>
                  <a:pt x="361912" y="0"/>
                </a:lnTo>
              </a:path>
            </a:pathLst>
          </a:custGeom>
          <a:noFill/>
          <a:ln w="8165">
            <a:solidFill>
              <a:srgbClr val="9AA6AE"/>
            </a:solidFill>
            <a:prstDash val="solid"/>
          </a:ln>
        </p:spPr>
      </p:sp>
      <p:sp>
        <p:nvSpPr>
          <p:cNvPr id="116" name="Cylinder_f0_domain_edge_0_4">
            <a:extLst>
              <a:ext uri="{FF2B5EF4-FFF2-40B4-BE49-F238E27FC236}">
                <ns2:creationId id="{5D2D0068-C078-4B36-ADCB-742D012ACE5D}"/>
              </a:ext>
            </a:extLst>
          </p:cNvPr>
          <p:cNvSpPr>
            <a:spLocks noGrp="1"/>
          </p:cNvSpPr>
          <p:nvPr/>
        </p:nvSpPr>
        <p:spPr>
          <a:xfrm>
            <a:off x="209386" y="4704719"/>
            <a:ext cx="3068497" cy="536010"/>
          </a:xfrm>
          <a:custGeom>
            <a:pathLst>
              <a:path w="2178019" h="380460">
                <a:moveTo>
                  <a:pt x="0" y="0"/>
                </a:moveTo>
                <a:lnTo>
                  <a:pt x="2178019" y="380460"/>
                </a:lnTo>
              </a:path>
            </a:pathLst>
          </a:custGeom>
          <a:noFill/>
          <a:ln w="8165">
            <a:solidFill>
              <a:srgbClr val="9AA6AE"/>
            </a:solidFill>
            <a:prstDash val="solid"/>
          </a:ln>
        </p:spPr>
      </p:sp>
      <p:sp>
        <p:nvSpPr>
          <p:cNvPr id="117" name="Cylinder_f0_domain_edge_1_3">
            <a:extLst>
              <a:ext uri="{FF2B5EF4-FFF2-40B4-BE49-F238E27FC236}">
                <ns2:creationId id="{ABF81A1D-4F5D-466B-9A4B-E7EE95130AC0}"/>
              </a:ext>
            </a:extLst>
          </p:cNvPr>
          <p:cNvSpPr>
            <a:spLocks noGrp="1"/>
          </p:cNvSpPr>
          <p:nvPr/>
        </p:nvSpPr>
        <p:spPr>
          <a:xfrm>
            <a:off x="209386" y="3456141"/>
            <a:ext cx="509879" cy="409610"/>
          </a:xfrm>
          <a:custGeom>
            <a:pathLst>
              <a:path w="361912" h="290741">
                <a:moveTo>
                  <a:pt x="0" y="290741"/>
                </a:moveTo>
                <a:lnTo>
                  <a:pt x="361912" y="0"/>
                </a:lnTo>
              </a:path>
            </a:pathLst>
          </a:custGeom>
          <a:noFill/>
          <a:ln w="8165">
            <a:solidFill>
              <a:srgbClr val="9AA6AE"/>
            </a:solidFill>
            <a:prstDash val="solid"/>
          </a:ln>
        </p:spPr>
      </p:sp>
      <p:sp>
        <p:nvSpPr>
          <p:cNvPr id="118" name="Cylinder_f0_domain_edge_1_5">
            <a:extLst>
              <a:ext uri="{FF2B5EF4-FFF2-40B4-BE49-F238E27FC236}">
                <ns2:creationId id="{6EE3CD32-D7E0-429C-B725-B08193BED29A}"/>
              </a:ext>
            </a:extLst>
          </p:cNvPr>
          <p:cNvSpPr>
            <a:spLocks noGrp="1"/>
          </p:cNvSpPr>
          <p:nvPr/>
        </p:nvSpPr>
        <p:spPr>
          <a:xfrm>
            <a:off x="209386" y="3865750"/>
            <a:ext cx="3068497" cy="536010"/>
          </a:xfrm>
          <a:custGeom>
            <a:pathLst>
              <a:path w="2178019" h="380460">
                <a:moveTo>
                  <a:pt x="0" y="0"/>
                </a:moveTo>
                <a:lnTo>
                  <a:pt x="2178019" y="380460"/>
                </a:lnTo>
              </a:path>
            </a:pathLst>
          </a:custGeom>
          <a:noFill/>
          <a:ln w="8165">
            <a:solidFill>
              <a:srgbClr val="9AA6AE"/>
            </a:solidFill>
            <a:prstDash val="solid"/>
          </a:ln>
        </p:spPr>
      </p:sp>
      <p:sp>
        <p:nvSpPr>
          <p:cNvPr id="119" name="Cylinder_f0_domain_edge_2_3">
            <a:extLst>
              <a:ext uri="{FF2B5EF4-FFF2-40B4-BE49-F238E27FC236}">
                <ns2:creationId id="{49FD129A-384F-475F-AA9B-F4F6FA2A2A56}"/>
              </a:ext>
            </a:extLst>
          </p:cNvPr>
          <p:cNvSpPr>
            <a:spLocks noGrp="1"/>
          </p:cNvSpPr>
          <p:nvPr/>
        </p:nvSpPr>
        <p:spPr>
          <a:xfrm>
            <a:off x="719265" y="3456141"/>
            <a:ext cx="134" cy="838969"/>
          </a:xfrm>
          <a:custGeom>
            <a:pathLst>
              <a:path w="95" h="595500">
                <a:moveTo>
                  <a:pt x="0" y="595500"/>
                </a:moveTo>
                <a:lnTo>
                  <a:pt x="0" y="0"/>
                </a:lnTo>
              </a:path>
            </a:pathLst>
          </a:custGeom>
          <a:noFill/>
          <a:ln w="8165">
            <a:solidFill>
              <a:srgbClr val="9AA6AE"/>
            </a:solidFill>
            <a:prstDash val="solid"/>
          </a:ln>
        </p:spPr>
      </p:sp>
      <p:sp>
        <p:nvSpPr>
          <p:cNvPr id="120" name="Cylinder_f0_domain_edge_2_6">
            <a:extLst>
              <a:ext uri="{FF2B5EF4-FFF2-40B4-BE49-F238E27FC236}">
                <ns2:creationId id="{53F9C68E-FE3F-4B9C-AFE2-266E368B1201}"/>
              </a:ext>
            </a:extLst>
          </p:cNvPr>
          <p:cNvSpPr>
            <a:spLocks noGrp="1"/>
          </p:cNvSpPr>
          <p:nvPr/>
        </p:nvSpPr>
        <p:spPr>
          <a:xfrm>
            <a:off x="719265" y="4295110"/>
            <a:ext cx="3068497" cy="536010"/>
          </a:xfrm>
          <a:custGeom>
            <a:pathLst>
              <a:path w="2178019" h="380460">
                <a:moveTo>
                  <a:pt x="0" y="0"/>
                </a:moveTo>
                <a:lnTo>
                  <a:pt x="2178019" y="380460"/>
                </a:lnTo>
              </a:path>
            </a:pathLst>
          </a:custGeom>
          <a:noFill/>
          <a:ln w="8165">
            <a:solidFill>
              <a:srgbClr val="9AA6AE"/>
            </a:solidFill>
            <a:prstDash val="solid"/>
          </a:ln>
        </p:spPr>
      </p:sp>
      <p:sp>
        <p:nvSpPr>
          <p:cNvPr id="121" name="Cylinder_f0_domain_edge_3_7">
            <a:extLst>
              <a:ext uri="{FF2B5EF4-FFF2-40B4-BE49-F238E27FC236}">
                <ns2:creationId id="{0030D258-E735-499B-97F6-479FF8AC338B}"/>
              </a:ext>
            </a:extLst>
          </p:cNvPr>
          <p:cNvSpPr>
            <a:spLocks noGrp="1"/>
          </p:cNvSpPr>
          <p:nvPr/>
        </p:nvSpPr>
        <p:spPr>
          <a:xfrm>
            <a:off x="719265" y="3456141"/>
            <a:ext cx="3068497" cy="536010"/>
          </a:xfrm>
          <a:custGeom>
            <a:pathLst>
              <a:path w="2178019" h="380460">
                <a:moveTo>
                  <a:pt x="0" y="0"/>
                </a:moveTo>
                <a:lnTo>
                  <a:pt x="2178019" y="380460"/>
                </a:lnTo>
              </a:path>
            </a:pathLst>
          </a:custGeom>
          <a:noFill/>
          <a:ln w="8165">
            <a:solidFill>
              <a:srgbClr val="9AA6AE"/>
            </a:solidFill>
            <a:prstDash val="solid"/>
          </a:ln>
        </p:spPr>
      </p:sp>
      <p:sp>
        <p:nvSpPr>
          <p:cNvPr id="122" name="Cylinder_f0_domain_edge_4_5">
            <a:extLst>
              <a:ext uri="{FF2B5EF4-FFF2-40B4-BE49-F238E27FC236}">
                <ns2:creationId id="{6AF3B197-1634-42D9-B045-EB75D9F8A00B}"/>
              </a:ext>
            </a:extLst>
          </p:cNvPr>
          <p:cNvSpPr>
            <a:spLocks noGrp="1"/>
          </p:cNvSpPr>
          <p:nvPr/>
        </p:nvSpPr>
        <p:spPr>
          <a:xfrm>
            <a:off x="3277883" y="4401761"/>
            <a:ext cx="134" cy="838969"/>
          </a:xfrm>
          <a:custGeom>
            <a:pathLst>
              <a:path w="95" h="595500">
                <a:moveTo>
                  <a:pt x="0" y="595500"/>
                </a:moveTo>
                <a:lnTo>
                  <a:pt x="0" y="0"/>
                </a:lnTo>
              </a:path>
            </a:pathLst>
          </a:custGeom>
          <a:noFill/>
          <a:ln w="8165">
            <a:solidFill>
              <a:srgbClr val="9AA6AE"/>
            </a:solidFill>
            <a:prstDash val="solid"/>
          </a:ln>
        </p:spPr>
      </p:sp>
      <p:sp>
        <p:nvSpPr>
          <p:cNvPr id="123" name="Cylinder_f0_domain_edge_4_6">
            <a:extLst>
              <a:ext uri="{FF2B5EF4-FFF2-40B4-BE49-F238E27FC236}">
                <ns2:creationId id="{E366F8FA-8213-419E-97D1-D153A1331658}"/>
              </a:ext>
            </a:extLst>
          </p:cNvPr>
          <p:cNvSpPr>
            <a:spLocks noGrp="1"/>
          </p:cNvSpPr>
          <p:nvPr/>
        </p:nvSpPr>
        <p:spPr>
          <a:xfrm>
            <a:off x="3277883" y="4831121"/>
            <a:ext cx="509879" cy="409610"/>
          </a:xfrm>
          <a:custGeom>
            <a:pathLst>
              <a:path w="361912" h="290741">
                <a:moveTo>
                  <a:pt x="0" y="290741"/>
                </a:moveTo>
                <a:lnTo>
                  <a:pt x="361912" y="0"/>
                </a:lnTo>
              </a:path>
            </a:pathLst>
          </a:custGeom>
          <a:noFill/>
          <a:ln w="8165">
            <a:solidFill>
              <a:srgbClr val="9AA6AE"/>
            </a:solidFill>
            <a:prstDash val="solid"/>
          </a:ln>
        </p:spPr>
      </p:sp>
      <p:sp>
        <p:nvSpPr>
          <p:cNvPr id="124" name="Cylinder_f0_domain_edge_5_7">
            <a:extLst>
              <a:ext uri="{FF2B5EF4-FFF2-40B4-BE49-F238E27FC236}">
                <ns2:creationId id="{F26C717A-9208-4272-891B-FE1E433ABB42}"/>
              </a:ext>
            </a:extLst>
          </p:cNvPr>
          <p:cNvSpPr>
            <a:spLocks noGrp="1"/>
          </p:cNvSpPr>
          <p:nvPr/>
        </p:nvSpPr>
        <p:spPr>
          <a:xfrm>
            <a:off x="3277883" y="3992152"/>
            <a:ext cx="509879" cy="409610"/>
          </a:xfrm>
          <a:custGeom>
            <a:pathLst>
              <a:path w="361912" h="290741">
                <a:moveTo>
                  <a:pt x="0" y="290741"/>
                </a:moveTo>
                <a:lnTo>
                  <a:pt x="361912" y="0"/>
                </a:lnTo>
              </a:path>
            </a:pathLst>
          </a:custGeom>
          <a:noFill/>
          <a:ln w="8165">
            <a:solidFill>
              <a:srgbClr val="9AA6AE"/>
            </a:solidFill>
            <a:prstDash val="solid"/>
          </a:ln>
        </p:spPr>
      </p:sp>
      <p:sp>
        <p:nvSpPr>
          <p:cNvPr id="125" name="Cylinder_f0_domain_edge_6_7">
            <a:extLst>
              <a:ext uri="{FF2B5EF4-FFF2-40B4-BE49-F238E27FC236}">
                <ns2:creationId id="{1558EC07-4693-44AA-802C-865EE08DC09C}"/>
              </a:ext>
            </a:extLst>
          </p:cNvPr>
          <p:cNvSpPr>
            <a:spLocks noGrp="1"/>
          </p:cNvSpPr>
          <p:nvPr/>
        </p:nvSpPr>
        <p:spPr>
          <a:xfrm>
            <a:off x="3787762" y="3992152"/>
            <a:ext cx="134" cy="838969"/>
          </a:xfrm>
          <a:custGeom>
            <a:pathLst>
              <a:path w="95" h="595500">
                <a:moveTo>
                  <a:pt x="0" y="595500"/>
                </a:moveTo>
                <a:lnTo>
                  <a:pt x="0" y="0"/>
                </a:lnTo>
              </a:path>
            </a:pathLst>
          </a:custGeom>
          <a:noFill/>
          <a:ln w="8165">
            <a:solidFill>
              <a:srgbClr val="9AA6AE"/>
            </a:solidFill>
            <a:prstDash val="solid"/>
          </a:ln>
        </p:spPr>
      </p:sp>
      <p:sp>
        <p:nvSpPr>
          <p:cNvPr id="126" name="text_125">
            <a:extLst>
              <a:ext uri="{FF2B5EF4-FFF2-40B4-BE49-F238E27FC236}">
                <ns2:creationId id="{5F804E2E-7606-483C-8FBD-181752C403A7}"/>
              </a:ext>
            </a:extLst>
          </p:cNvPr>
          <p:cNvSpPr>
            <a:spLocks noGrp="1"/>
          </p:cNvSpPr>
          <p:nvPr/>
        </p:nvSpPr>
        <p:spPr>
          <a:xfrm rot="0">
            <a:off x="4000500" y="3086100"/>
            <a:ext cx="3810000" cy="226786"/>
          </a:xfrm>
          <a:prstGeom prst="rect">
            <a:avLst/>
          </a:prstGeom>
          <a:noFill/>
          <a:ln w="0">
            <a:noFill/>
            <a:prstDash val="solid"/>
          </a:ln>
        </p:spPr>
        <p:txBody>
          <a:bodyPr wrap="none" lIns="0" tIns="0" rIns="0" bIns="0" anchor="t">
            <a:noAutofit/>
          </a:bodyPr>
          <a:lstStyle>
            <a:defPPr algn="ctr">
              <a:defRPr sz="1571" b="1">
                <a:solidFill>
                  <a:srgbClr val="000000"/>
                </a:solidFill>
                <a:latin typeface="Arial"/>
                <a:ea typeface="Arial"/>
                <a:cs typeface="Arial"/>
              </a:defRPr>
            </a:defPPr>
            <a:lvl1pPr algn="ctr">
              <a:defRPr sz="1571" b="1">
                <a:solidFill>
                  <a:srgbClr val="000000"/>
                </a:solidFill>
                <a:latin typeface="Arial"/>
                <a:ea typeface="Arial"/>
                <a:cs typeface="Arial"/>
              </a:defRPr>
            </a:lvl1pPr>
            <a:lvl2pPr algn="ctr">
              <a:defRPr sz="1571" b="1">
                <a:solidFill>
                  <a:srgbClr val="000000"/>
                </a:solidFill>
                <a:latin typeface="Arial"/>
                <a:ea typeface="Arial"/>
                <a:cs typeface="Arial"/>
              </a:defRPr>
            </a:lvl2pPr>
            <a:lvl3pPr algn="ctr">
              <a:defRPr sz="1571" b="1">
                <a:solidFill>
                  <a:srgbClr val="000000"/>
                </a:solidFill>
                <a:latin typeface="Arial"/>
                <a:ea typeface="Arial"/>
                <a:cs typeface="Arial"/>
              </a:defRPr>
            </a:lvl3pPr>
            <a:lvl4pPr algn="ctr">
              <a:defRPr sz="1571" b="1">
                <a:solidFill>
                  <a:srgbClr val="000000"/>
                </a:solidFill>
                <a:latin typeface="Arial"/>
                <a:ea typeface="Arial"/>
                <a:cs typeface="Arial"/>
              </a:defRPr>
            </a:lvl4pPr>
            <a:lvl5pPr algn="ctr">
              <a:defRPr sz="1571" b="1">
                <a:solidFill>
                  <a:srgbClr val="000000"/>
                </a:solidFill>
                <a:latin typeface="Arial"/>
                <a:ea typeface="Arial"/>
                <a:cs typeface="Arial"/>
              </a:defRPr>
            </a:lvl5pPr>
            <a:lvl6pPr algn="ctr">
              <a:defRPr sz="1571" b="1">
                <a:solidFill>
                  <a:srgbClr val="000000"/>
                </a:solidFill>
                <a:latin typeface="Arial"/>
                <a:ea typeface="Arial"/>
                <a:cs typeface="Arial"/>
              </a:defRPr>
            </a:lvl6pPr>
            <a:lvl7pPr algn="ctr">
              <a:defRPr sz="1571" b="1">
                <a:solidFill>
                  <a:srgbClr val="000000"/>
                </a:solidFill>
                <a:latin typeface="Arial"/>
                <a:ea typeface="Arial"/>
                <a:cs typeface="Arial"/>
              </a:defRPr>
            </a:lvl7pPr>
            <a:lvl8pPr algn="ctr">
              <a:defRPr sz="1571" b="1">
                <a:solidFill>
                  <a:srgbClr val="000000"/>
                </a:solidFill>
                <a:latin typeface="Arial"/>
                <a:ea typeface="Arial"/>
                <a:cs typeface="Arial"/>
              </a:defRPr>
            </a:lvl8pPr>
            <a:lvl9pPr algn="ctr">
              <a:defRPr sz="1571" b="1">
                <a:solidFill>
                  <a:srgbClr val="000000"/>
                </a:solidFill>
                <a:latin typeface="Arial"/>
                <a:ea typeface="Arial"/>
                <a:cs typeface="Arial"/>
              </a:defRPr>
            </a:lvl9pPr>
          </a:lstStyle>
          <a:p>
            <a:pPr algn="ctr">
              <a:defRPr sz="1571" b="1">
                <a:solidFill>
                  <a:srgbClr val="000000"/>
                </a:solidFill>
                <a:latin typeface="Arial"/>
                <a:ea typeface="Arial"/>
                <a:cs typeface="Arial"/>
              </a:defRPr>
            </a:pPr>
            <a:r>
              <a:rPr sz="1571" b="1">
                <a:solidFill>
                  <a:srgbClr val="000000"/>
                </a:solidFill>
                <a:latin typeface="Arial"/>
                <a:ea typeface="Arial"/>
                <a:cs typeface="Arial"/>
              </a:rPr>
              <a:t>Frame 51</a:t>
            </a:r>
          </a:p>
        </p:txBody>
      </p:sp>
      <p:pic>
        <p:nvPicPr>
          <p:cNvPr id="127" name="">
            <a:extLst>
              <a:ext uri="{FF2B5EF4-FFF2-40B4-BE49-F238E27FC236}">
                <ns2:creationId id="{7B64B92A-DDA6-43F9-9B00-D181BB0D9A4F}"/>
              </a:ext>
            </a:extLst>
          </p:cNvPr>
          <p:cNvPicPr>
            <a:picLocks noChangeAspect="1"/>
          </p:cNvPicPr>
          <p:nvPr/>
        </p:nvPicPr>
        <p:blipFill>
          <a:blip ns3:embed="Re4e1a71f2c4345da"/>
          <a:stretch/>
        </p:blipFill>
        <p:spPr>
          <a:xfrm>
            <a:off x="4000500" y="3349171"/>
            <a:ext cx="3810000" cy="2006450"/>
          </a:xfrm>
          <a:prstGeom prst="rect">
            <a:avLst/>
          </a:prstGeom>
        </p:spPr>
      </p:pic>
      <p:sp>
        <p:nvSpPr>
          <p:cNvPr id="128" name="Cylinder_f51_domain_edge_0_1">
            <a:extLst>
              <a:ext uri="{FF2B5EF4-FFF2-40B4-BE49-F238E27FC236}">
                <ns2:creationId id="{1691E4EF-3268-4585-B2CD-BE38C7E27FB7}"/>
              </a:ext>
            </a:extLst>
          </p:cNvPr>
          <p:cNvSpPr>
            <a:spLocks noGrp="1"/>
          </p:cNvSpPr>
          <p:nvPr/>
        </p:nvSpPr>
        <p:spPr>
          <a:xfrm>
            <a:off x="4114636" y="3865750"/>
            <a:ext cx="134" cy="838969"/>
          </a:xfrm>
          <a:custGeom>
            <a:pathLst>
              <a:path w="95" h="595500">
                <a:moveTo>
                  <a:pt x="0" y="595500"/>
                </a:moveTo>
                <a:lnTo>
                  <a:pt x="0" y="0"/>
                </a:lnTo>
              </a:path>
            </a:pathLst>
          </a:custGeom>
          <a:noFill/>
          <a:ln w="8165">
            <a:solidFill>
              <a:srgbClr val="9AA6AE"/>
            </a:solidFill>
            <a:prstDash val="solid"/>
          </a:ln>
        </p:spPr>
      </p:sp>
      <p:sp>
        <p:nvSpPr>
          <p:cNvPr id="129" name="Cylinder_f51_domain_edge_0_2">
            <a:extLst>
              <a:ext uri="{FF2B5EF4-FFF2-40B4-BE49-F238E27FC236}">
                <ns2:creationId id="{D6E2A6C7-1879-49CC-8B36-C2F00A5C7063}"/>
              </a:ext>
            </a:extLst>
          </p:cNvPr>
          <p:cNvSpPr>
            <a:spLocks noGrp="1"/>
          </p:cNvSpPr>
          <p:nvPr/>
        </p:nvSpPr>
        <p:spPr>
          <a:xfrm>
            <a:off x="4114636" y="4295110"/>
            <a:ext cx="509879" cy="409610"/>
          </a:xfrm>
          <a:custGeom>
            <a:pathLst>
              <a:path w="361912" h="290741">
                <a:moveTo>
                  <a:pt x="0" y="290741"/>
                </a:moveTo>
                <a:lnTo>
                  <a:pt x="361912" y="0"/>
                </a:lnTo>
              </a:path>
            </a:pathLst>
          </a:custGeom>
          <a:noFill/>
          <a:ln w="8165">
            <a:solidFill>
              <a:srgbClr val="9AA6AE"/>
            </a:solidFill>
            <a:prstDash val="solid"/>
          </a:ln>
        </p:spPr>
      </p:sp>
      <p:sp>
        <p:nvSpPr>
          <p:cNvPr id="130" name="Cylinder_f51_domain_edge_0_4">
            <a:extLst>
              <a:ext uri="{FF2B5EF4-FFF2-40B4-BE49-F238E27FC236}">
                <ns2:creationId id="{11332E88-0413-4A5B-BA07-D15974F6C0BC}"/>
              </a:ext>
            </a:extLst>
          </p:cNvPr>
          <p:cNvSpPr>
            <a:spLocks noGrp="1"/>
          </p:cNvSpPr>
          <p:nvPr/>
        </p:nvSpPr>
        <p:spPr>
          <a:xfrm>
            <a:off x="4114636" y="4704719"/>
            <a:ext cx="3068497" cy="536010"/>
          </a:xfrm>
          <a:custGeom>
            <a:pathLst>
              <a:path w="2178019" h="380460">
                <a:moveTo>
                  <a:pt x="0" y="0"/>
                </a:moveTo>
                <a:lnTo>
                  <a:pt x="2178019" y="380460"/>
                </a:lnTo>
              </a:path>
            </a:pathLst>
          </a:custGeom>
          <a:noFill/>
          <a:ln w="8165">
            <a:solidFill>
              <a:srgbClr val="9AA6AE"/>
            </a:solidFill>
            <a:prstDash val="solid"/>
          </a:ln>
        </p:spPr>
      </p:sp>
      <p:sp>
        <p:nvSpPr>
          <p:cNvPr id="131" name="Cylinder_f51_domain_edge_1_3">
            <a:extLst>
              <a:ext uri="{FF2B5EF4-FFF2-40B4-BE49-F238E27FC236}">
                <ns2:creationId id="{A3254D56-6B45-473E-8E47-45BC25D22CB0}"/>
              </a:ext>
            </a:extLst>
          </p:cNvPr>
          <p:cNvSpPr>
            <a:spLocks noGrp="1"/>
          </p:cNvSpPr>
          <p:nvPr/>
        </p:nvSpPr>
        <p:spPr>
          <a:xfrm>
            <a:off x="4114636" y="3456141"/>
            <a:ext cx="509879" cy="409610"/>
          </a:xfrm>
          <a:custGeom>
            <a:pathLst>
              <a:path w="361912" h="290741">
                <a:moveTo>
                  <a:pt x="0" y="290741"/>
                </a:moveTo>
                <a:lnTo>
                  <a:pt x="361912" y="0"/>
                </a:lnTo>
              </a:path>
            </a:pathLst>
          </a:custGeom>
          <a:noFill/>
          <a:ln w="8165">
            <a:solidFill>
              <a:srgbClr val="9AA6AE"/>
            </a:solidFill>
            <a:prstDash val="solid"/>
          </a:ln>
        </p:spPr>
      </p:sp>
      <p:sp>
        <p:nvSpPr>
          <p:cNvPr id="132" name="Cylinder_f51_domain_edge_1_5">
            <a:extLst>
              <a:ext uri="{FF2B5EF4-FFF2-40B4-BE49-F238E27FC236}">
                <ns2:creationId id="{19458D38-7D89-4103-BB71-FFB4D8272810}"/>
              </a:ext>
            </a:extLst>
          </p:cNvPr>
          <p:cNvSpPr>
            <a:spLocks noGrp="1"/>
          </p:cNvSpPr>
          <p:nvPr/>
        </p:nvSpPr>
        <p:spPr>
          <a:xfrm>
            <a:off x="4114636" y="3865750"/>
            <a:ext cx="3068497" cy="536010"/>
          </a:xfrm>
          <a:custGeom>
            <a:pathLst>
              <a:path w="2178019" h="380460">
                <a:moveTo>
                  <a:pt x="0" y="0"/>
                </a:moveTo>
                <a:lnTo>
                  <a:pt x="2178019" y="380460"/>
                </a:lnTo>
              </a:path>
            </a:pathLst>
          </a:custGeom>
          <a:noFill/>
          <a:ln w="8165">
            <a:solidFill>
              <a:srgbClr val="9AA6AE"/>
            </a:solidFill>
            <a:prstDash val="solid"/>
          </a:ln>
        </p:spPr>
      </p:sp>
      <p:sp>
        <p:nvSpPr>
          <p:cNvPr id="133" name="Cylinder_f51_domain_edge_2_3">
            <a:extLst>
              <a:ext uri="{FF2B5EF4-FFF2-40B4-BE49-F238E27FC236}">
                <ns2:creationId id="{D9838F9F-00A9-4A94-AE63-00F7C816981A}"/>
              </a:ext>
            </a:extLst>
          </p:cNvPr>
          <p:cNvSpPr>
            <a:spLocks noGrp="1"/>
          </p:cNvSpPr>
          <p:nvPr/>
        </p:nvSpPr>
        <p:spPr>
          <a:xfrm>
            <a:off x="4624515" y="3456141"/>
            <a:ext cx="134" cy="838969"/>
          </a:xfrm>
          <a:custGeom>
            <a:pathLst>
              <a:path w="95" h="595500">
                <a:moveTo>
                  <a:pt x="0" y="595500"/>
                </a:moveTo>
                <a:lnTo>
                  <a:pt x="0" y="0"/>
                </a:lnTo>
              </a:path>
            </a:pathLst>
          </a:custGeom>
          <a:noFill/>
          <a:ln w="8165">
            <a:solidFill>
              <a:srgbClr val="9AA6AE"/>
            </a:solidFill>
            <a:prstDash val="solid"/>
          </a:ln>
        </p:spPr>
      </p:sp>
      <p:sp>
        <p:nvSpPr>
          <p:cNvPr id="134" name="Cylinder_f51_domain_edge_2_6">
            <a:extLst>
              <a:ext uri="{FF2B5EF4-FFF2-40B4-BE49-F238E27FC236}">
                <ns2:creationId id="{49D0F9F4-DD09-4A4B-BCC5-8507A9ACFAD4}"/>
              </a:ext>
            </a:extLst>
          </p:cNvPr>
          <p:cNvSpPr>
            <a:spLocks noGrp="1"/>
          </p:cNvSpPr>
          <p:nvPr/>
        </p:nvSpPr>
        <p:spPr>
          <a:xfrm>
            <a:off x="4624515" y="4295110"/>
            <a:ext cx="3068497" cy="536010"/>
          </a:xfrm>
          <a:custGeom>
            <a:pathLst>
              <a:path w="2178019" h="380460">
                <a:moveTo>
                  <a:pt x="0" y="0"/>
                </a:moveTo>
                <a:lnTo>
                  <a:pt x="2178019" y="380460"/>
                </a:lnTo>
              </a:path>
            </a:pathLst>
          </a:custGeom>
          <a:noFill/>
          <a:ln w="8165">
            <a:solidFill>
              <a:srgbClr val="9AA6AE"/>
            </a:solidFill>
            <a:prstDash val="solid"/>
          </a:ln>
        </p:spPr>
      </p:sp>
      <p:sp>
        <p:nvSpPr>
          <p:cNvPr id="135" name="Cylinder_f51_domain_edge_3_7">
            <a:extLst>
              <a:ext uri="{FF2B5EF4-FFF2-40B4-BE49-F238E27FC236}">
                <ns2:creationId id="{09DA81C3-3AEA-4B57-A7B0-76BCC04451C0}"/>
              </a:ext>
            </a:extLst>
          </p:cNvPr>
          <p:cNvSpPr>
            <a:spLocks noGrp="1"/>
          </p:cNvSpPr>
          <p:nvPr/>
        </p:nvSpPr>
        <p:spPr>
          <a:xfrm>
            <a:off x="4624515" y="3456141"/>
            <a:ext cx="3068497" cy="536010"/>
          </a:xfrm>
          <a:custGeom>
            <a:pathLst>
              <a:path w="2178019" h="380460">
                <a:moveTo>
                  <a:pt x="0" y="0"/>
                </a:moveTo>
                <a:lnTo>
                  <a:pt x="2178019" y="380460"/>
                </a:lnTo>
              </a:path>
            </a:pathLst>
          </a:custGeom>
          <a:noFill/>
          <a:ln w="8165">
            <a:solidFill>
              <a:srgbClr val="9AA6AE"/>
            </a:solidFill>
            <a:prstDash val="solid"/>
          </a:ln>
        </p:spPr>
      </p:sp>
      <p:sp>
        <p:nvSpPr>
          <p:cNvPr id="136" name="Cylinder_f51_domain_edge_4_5">
            <a:extLst>
              <a:ext uri="{FF2B5EF4-FFF2-40B4-BE49-F238E27FC236}">
                <ns2:creationId id="{014904AA-3ED1-4FC0-A9A3-EA8C964DB33D}"/>
              </a:ext>
            </a:extLst>
          </p:cNvPr>
          <p:cNvSpPr>
            <a:spLocks noGrp="1"/>
          </p:cNvSpPr>
          <p:nvPr/>
        </p:nvSpPr>
        <p:spPr>
          <a:xfrm>
            <a:off x="7183133" y="4401761"/>
            <a:ext cx="134" cy="838969"/>
          </a:xfrm>
          <a:custGeom>
            <a:pathLst>
              <a:path w="95" h="595500">
                <a:moveTo>
                  <a:pt x="0" y="595500"/>
                </a:moveTo>
                <a:lnTo>
                  <a:pt x="0" y="0"/>
                </a:lnTo>
              </a:path>
            </a:pathLst>
          </a:custGeom>
          <a:noFill/>
          <a:ln w="8165">
            <a:solidFill>
              <a:srgbClr val="9AA6AE"/>
            </a:solidFill>
            <a:prstDash val="solid"/>
          </a:ln>
        </p:spPr>
      </p:sp>
      <p:sp>
        <p:nvSpPr>
          <p:cNvPr id="137" name="Cylinder_f51_domain_edge_4_6">
            <a:extLst>
              <a:ext uri="{FF2B5EF4-FFF2-40B4-BE49-F238E27FC236}">
                <ns2:creationId id="{D0DA17B3-64D3-4EB7-BC5A-58BAAA83AA7C}"/>
              </a:ext>
            </a:extLst>
          </p:cNvPr>
          <p:cNvSpPr>
            <a:spLocks noGrp="1"/>
          </p:cNvSpPr>
          <p:nvPr/>
        </p:nvSpPr>
        <p:spPr>
          <a:xfrm>
            <a:off x="7183133" y="4831121"/>
            <a:ext cx="509879" cy="409610"/>
          </a:xfrm>
          <a:custGeom>
            <a:pathLst>
              <a:path w="361912" h="290741">
                <a:moveTo>
                  <a:pt x="0" y="290741"/>
                </a:moveTo>
                <a:lnTo>
                  <a:pt x="361912" y="0"/>
                </a:lnTo>
              </a:path>
            </a:pathLst>
          </a:custGeom>
          <a:noFill/>
          <a:ln w="8165">
            <a:solidFill>
              <a:srgbClr val="9AA6AE"/>
            </a:solidFill>
            <a:prstDash val="solid"/>
          </a:ln>
        </p:spPr>
      </p:sp>
      <p:sp>
        <p:nvSpPr>
          <p:cNvPr id="138" name="Cylinder_f51_domain_edge_5_7">
            <a:extLst>
              <a:ext uri="{FF2B5EF4-FFF2-40B4-BE49-F238E27FC236}">
                <ns2:creationId id="{11E2FF85-84F0-4F6F-A61A-F0002DBFEAFA}"/>
              </a:ext>
            </a:extLst>
          </p:cNvPr>
          <p:cNvSpPr>
            <a:spLocks noGrp="1"/>
          </p:cNvSpPr>
          <p:nvPr/>
        </p:nvSpPr>
        <p:spPr>
          <a:xfrm>
            <a:off x="7183133" y="3992152"/>
            <a:ext cx="509879" cy="409610"/>
          </a:xfrm>
          <a:custGeom>
            <a:pathLst>
              <a:path w="361912" h="290741">
                <a:moveTo>
                  <a:pt x="0" y="290741"/>
                </a:moveTo>
                <a:lnTo>
                  <a:pt x="361912" y="0"/>
                </a:lnTo>
              </a:path>
            </a:pathLst>
          </a:custGeom>
          <a:noFill/>
          <a:ln w="8165">
            <a:solidFill>
              <a:srgbClr val="9AA6AE"/>
            </a:solidFill>
            <a:prstDash val="solid"/>
          </a:ln>
        </p:spPr>
      </p:sp>
      <p:sp>
        <p:nvSpPr>
          <p:cNvPr id="139" name="Cylinder_f51_domain_edge_6_7">
            <a:extLst>
              <a:ext uri="{FF2B5EF4-FFF2-40B4-BE49-F238E27FC236}">
                <ns2:creationId id="{30823C00-B782-49B7-9993-2D683A25E170}"/>
              </a:ext>
            </a:extLst>
          </p:cNvPr>
          <p:cNvSpPr>
            <a:spLocks noGrp="1"/>
          </p:cNvSpPr>
          <p:nvPr/>
        </p:nvSpPr>
        <p:spPr>
          <a:xfrm>
            <a:off x="7693012" y="3992152"/>
            <a:ext cx="134" cy="838969"/>
          </a:xfrm>
          <a:custGeom>
            <a:pathLst>
              <a:path w="95" h="595500">
                <a:moveTo>
                  <a:pt x="0" y="595500"/>
                </a:moveTo>
                <a:lnTo>
                  <a:pt x="0" y="0"/>
                </a:lnTo>
              </a:path>
            </a:pathLst>
          </a:custGeom>
          <a:noFill/>
          <a:ln w="8165">
            <a:solidFill>
              <a:srgbClr val="9AA6AE"/>
            </a:solidFill>
            <a:prstDash val="solid"/>
          </a:ln>
        </p:spPr>
      </p:sp>
      <p:sp>
        <p:nvSpPr>
          <p:cNvPr id="140" name="text_139">
            <a:extLst>
              <a:ext uri="{FF2B5EF4-FFF2-40B4-BE49-F238E27FC236}">
                <ns2:creationId id="{7CC19156-4517-4E6E-A6D4-AFCB8CCF17E1}"/>
              </a:ext>
            </a:extLst>
          </p:cNvPr>
          <p:cNvSpPr>
            <a:spLocks noGrp="1"/>
          </p:cNvSpPr>
          <p:nvPr/>
        </p:nvSpPr>
        <p:spPr>
          <a:xfrm rot="0">
            <a:off x="7905750" y="3086100"/>
            <a:ext cx="3810000" cy="226786"/>
          </a:xfrm>
          <a:prstGeom prst="rect">
            <a:avLst/>
          </a:prstGeom>
          <a:noFill/>
          <a:ln w="0">
            <a:noFill/>
            <a:prstDash val="solid"/>
          </a:ln>
        </p:spPr>
        <p:txBody>
          <a:bodyPr wrap="none" lIns="0" tIns="0" rIns="0" bIns="0" anchor="t">
            <a:noAutofit/>
          </a:bodyPr>
          <a:lstStyle>
            <a:defPPr algn="ctr">
              <a:defRPr sz="1571" b="1">
                <a:solidFill>
                  <a:srgbClr val="000000"/>
                </a:solidFill>
                <a:latin typeface="Arial"/>
                <a:ea typeface="Arial"/>
                <a:cs typeface="Arial"/>
              </a:defRPr>
            </a:defPPr>
            <a:lvl1pPr algn="ctr">
              <a:defRPr sz="1571" b="1">
                <a:solidFill>
                  <a:srgbClr val="000000"/>
                </a:solidFill>
                <a:latin typeface="Arial"/>
                <a:ea typeface="Arial"/>
                <a:cs typeface="Arial"/>
              </a:defRPr>
            </a:lvl1pPr>
            <a:lvl2pPr algn="ctr">
              <a:defRPr sz="1571" b="1">
                <a:solidFill>
                  <a:srgbClr val="000000"/>
                </a:solidFill>
                <a:latin typeface="Arial"/>
                <a:ea typeface="Arial"/>
                <a:cs typeface="Arial"/>
              </a:defRPr>
            </a:lvl2pPr>
            <a:lvl3pPr algn="ctr">
              <a:defRPr sz="1571" b="1">
                <a:solidFill>
                  <a:srgbClr val="000000"/>
                </a:solidFill>
                <a:latin typeface="Arial"/>
                <a:ea typeface="Arial"/>
                <a:cs typeface="Arial"/>
              </a:defRPr>
            </a:lvl3pPr>
            <a:lvl4pPr algn="ctr">
              <a:defRPr sz="1571" b="1">
                <a:solidFill>
                  <a:srgbClr val="000000"/>
                </a:solidFill>
                <a:latin typeface="Arial"/>
                <a:ea typeface="Arial"/>
                <a:cs typeface="Arial"/>
              </a:defRPr>
            </a:lvl4pPr>
            <a:lvl5pPr algn="ctr">
              <a:defRPr sz="1571" b="1">
                <a:solidFill>
                  <a:srgbClr val="000000"/>
                </a:solidFill>
                <a:latin typeface="Arial"/>
                <a:ea typeface="Arial"/>
                <a:cs typeface="Arial"/>
              </a:defRPr>
            </a:lvl5pPr>
            <a:lvl6pPr algn="ctr">
              <a:defRPr sz="1571" b="1">
                <a:solidFill>
                  <a:srgbClr val="000000"/>
                </a:solidFill>
                <a:latin typeface="Arial"/>
                <a:ea typeface="Arial"/>
                <a:cs typeface="Arial"/>
              </a:defRPr>
            </a:lvl6pPr>
            <a:lvl7pPr algn="ctr">
              <a:defRPr sz="1571" b="1">
                <a:solidFill>
                  <a:srgbClr val="000000"/>
                </a:solidFill>
                <a:latin typeface="Arial"/>
                <a:ea typeface="Arial"/>
                <a:cs typeface="Arial"/>
              </a:defRPr>
            </a:lvl7pPr>
            <a:lvl8pPr algn="ctr">
              <a:defRPr sz="1571" b="1">
                <a:solidFill>
                  <a:srgbClr val="000000"/>
                </a:solidFill>
                <a:latin typeface="Arial"/>
                <a:ea typeface="Arial"/>
                <a:cs typeface="Arial"/>
              </a:defRPr>
            </a:lvl8pPr>
            <a:lvl9pPr algn="ctr">
              <a:defRPr sz="1571" b="1">
                <a:solidFill>
                  <a:srgbClr val="000000"/>
                </a:solidFill>
                <a:latin typeface="Arial"/>
                <a:ea typeface="Arial"/>
                <a:cs typeface="Arial"/>
              </a:defRPr>
            </a:lvl9pPr>
          </a:lstStyle>
          <a:p>
            <a:pPr algn="ctr">
              <a:defRPr sz="1571" b="1">
                <a:solidFill>
                  <a:srgbClr val="000000"/>
                </a:solidFill>
                <a:latin typeface="Arial"/>
                <a:ea typeface="Arial"/>
                <a:cs typeface="Arial"/>
              </a:defRPr>
            </a:pPr>
            <a:r>
              <a:rPr sz="1571" b="1">
                <a:solidFill>
                  <a:srgbClr val="000000"/>
                </a:solidFill>
                <a:latin typeface="Arial"/>
                <a:ea typeface="Arial"/>
                <a:cs typeface="Arial"/>
              </a:rPr>
              <a:t>Frame 101</a:t>
            </a:r>
          </a:p>
        </p:txBody>
      </p:sp>
      <p:pic>
        <p:nvPicPr>
          <p:cNvPr id="141" name="">
            <a:extLst>
              <a:ext uri="{FF2B5EF4-FFF2-40B4-BE49-F238E27FC236}">
                <ns2:creationId id="{51B55DE2-3E67-44FF-BB19-9CD98481F8F9}"/>
              </a:ext>
            </a:extLst>
          </p:cNvPr>
          <p:cNvPicPr>
            <a:picLocks noChangeAspect="1"/>
          </p:cNvPicPr>
          <p:nvPr/>
        </p:nvPicPr>
        <p:blipFill>
          <a:blip ns3:embed="R64c7f2824b0b4d00"/>
          <a:stretch/>
        </p:blipFill>
        <p:spPr>
          <a:xfrm>
            <a:off x="7905750" y="3349171"/>
            <a:ext cx="3810000" cy="2006450"/>
          </a:xfrm>
          <a:prstGeom prst="rect">
            <a:avLst/>
          </a:prstGeom>
        </p:spPr>
      </p:pic>
      <p:sp>
        <p:nvSpPr>
          <p:cNvPr id="142" name="Cylinder_f101_domain_edge_0_1">
            <a:extLst>
              <a:ext uri="{FF2B5EF4-FFF2-40B4-BE49-F238E27FC236}">
                <ns2:creationId id="{DE253973-A7D8-4B33-9933-A80F8D4A0712}"/>
              </a:ext>
            </a:extLst>
          </p:cNvPr>
          <p:cNvSpPr>
            <a:spLocks noGrp="1"/>
          </p:cNvSpPr>
          <p:nvPr/>
        </p:nvSpPr>
        <p:spPr>
          <a:xfrm>
            <a:off x="8019886" y="3865750"/>
            <a:ext cx="134" cy="838969"/>
          </a:xfrm>
          <a:custGeom>
            <a:pathLst>
              <a:path w="95" h="595500">
                <a:moveTo>
                  <a:pt x="0" y="595500"/>
                </a:moveTo>
                <a:lnTo>
                  <a:pt x="0" y="0"/>
                </a:lnTo>
              </a:path>
            </a:pathLst>
          </a:custGeom>
          <a:noFill/>
          <a:ln w="8165">
            <a:solidFill>
              <a:srgbClr val="9AA6AE"/>
            </a:solidFill>
            <a:prstDash val="solid"/>
          </a:ln>
        </p:spPr>
      </p:sp>
      <p:sp>
        <p:nvSpPr>
          <p:cNvPr id="143" name="Cylinder_f101_domain_edge_0_2">
            <a:extLst>
              <a:ext uri="{FF2B5EF4-FFF2-40B4-BE49-F238E27FC236}">
                <ns2:creationId id="{4D2C84F0-8A29-43DD-A704-C8FE1B862F5B}"/>
              </a:ext>
            </a:extLst>
          </p:cNvPr>
          <p:cNvSpPr>
            <a:spLocks noGrp="1"/>
          </p:cNvSpPr>
          <p:nvPr/>
        </p:nvSpPr>
        <p:spPr>
          <a:xfrm>
            <a:off x="8019886" y="4295110"/>
            <a:ext cx="509879" cy="409610"/>
          </a:xfrm>
          <a:custGeom>
            <a:pathLst>
              <a:path w="361912" h="290741">
                <a:moveTo>
                  <a:pt x="0" y="290741"/>
                </a:moveTo>
                <a:lnTo>
                  <a:pt x="361912" y="0"/>
                </a:lnTo>
              </a:path>
            </a:pathLst>
          </a:custGeom>
          <a:noFill/>
          <a:ln w="8165">
            <a:solidFill>
              <a:srgbClr val="9AA6AE"/>
            </a:solidFill>
            <a:prstDash val="solid"/>
          </a:ln>
        </p:spPr>
      </p:sp>
      <p:sp>
        <p:nvSpPr>
          <p:cNvPr id="144" name="Cylinder_f101_domain_edge_0_4">
            <a:extLst>
              <a:ext uri="{FF2B5EF4-FFF2-40B4-BE49-F238E27FC236}">
                <ns2:creationId id="{5535D498-7159-47BC-9630-CBB34231BA73}"/>
              </a:ext>
            </a:extLst>
          </p:cNvPr>
          <p:cNvSpPr>
            <a:spLocks noGrp="1"/>
          </p:cNvSpPr>
          <p:nvPr/>
        </p:nvSpPr>
        <p:spPr>
          <a:xfrm>
            <a:off x="8019886" y="4704719"/>
            <a:ext cx="3068497" cy="536010"/>
          </a:xfrm>
          <a:custGeom>
            <a:pathLst>
              <a:path w="2178019" h="380460">
                <a:moveTo>
                  <a:pt x="0" y="0"/>
                </a:moveTo>
                <a:lnTo>
                  <a:pt x="2178019" y="380460"/>
                </a:lnTo>
              </a:path>
            </a:pathLst>
          </a:custGeom>
          <a:noFill/>
          <a:ln w="8165">
            <a:solidFill>
              <a:srgbClr val="9AA6AE"/>
            </a:solidFill>
            <a:prstDash val="solid"/>
          </a:ln>
        </p:spPr>
      </p:sp>
      <p:sp>
        <p:nvSpPr>
          <p:cNvPr id="145" name="Cylinder_f101_domain_edge_1_3">
            <a:extLst>
              <a:ext uri="{FF2B5EF4-FFF2-40B4-BE49-F238E27FC236}">
                <ns2:creationId id="{CF2ABA1A-9CEE-4B01-B046-76EDCCE013D2}"/>
              </a:ext>
            </a:extLst>
          </p:cNvPr>
          <p:cNvSpPr>
            <a:spLocks noGrp="1"/>
          </p:cNvSpPr>
          <p:nvPr/>
        </p:nvSpPr>
        <p:spPr>
          <a:xfrm>
            <a:off x="8019886" y="3456141"/>
            <a:ext cx="509879" cy="409610"/>
          </a:xfrm>
          <a:custGeom>
            <a:pathLst>
              <a:path w="361912" h="290741">
                <a:moveTo>
                  <a:pt x="0" y="290741"/>
                </a:moveTo>
                <a:lnTo>
                  <a:pt x="361912" y="0"/>
                </a:lnTo>
              </a:path>
            </a:pathLst>
          </a:custGeom>
          <a:noFill/>
          <a:ln w="8165">
            <a:solidFill>
              <a:srgbClr val="9AA6AE"/>
            </a:solidFill>
            <a:prstDash val="solid"/>
          </a:ln>
        </p:spPr>
      </p:sp>
      <p:sp>
        <p:nvSpPr>
          <p:cNvPr id="146" name="Cylinder_f101_domain_edge_1_5">
            <a:extLst>
              <a:ext uri="{FF2B5EF4-FFF2-40B4-BE49-F238E27FC236}">
                <ns2:creationId id="{4787266F-A46A-4B43-BE9F-D82892721A9E}"/>
              </a:ext>
            </a:extLst>
          </p:cNvPr>
          <p:cNvSpPr>
            <a:spLocks noGrp="1"/>
          </p:cNvSpPr>
          <p:nvPr/>
        </p:nvSpPr>
        <p:spPr>
          <a:xfrm>
            <a:off x="8019886" y="3865750"/>
            <a:ext cx="3068497" cy="536010"/>
          </a:xfrm>
          <a:custGeom>
            <a:pathLst>
              <a:path w="2178019" h="380460">
                <a:moveTo>
                  <a:pt x="0" y="0"/>
                </a:moveTo>
                <a:lnTo>
                  <a:pt x="2178019" y="380460"/>
                </a:lnTo>
              </a:path>
            </a:pathLst>
          </a:custGeom>
          <a:noFill/>
          <a:ln w="8165">
            <a:solidFill>
              <a:srgbClr val="9AA6AE"/>
            </a:solidFill>
            <a:prstDash val="solid"/>
          </a:ln>
        </p:spPr>
      </p:sp>
      <p:sp>
        <p:nvSpPr>
          <p:cNvPr id="147" name="Cylinder_f101_domain_edge_2_3">
            <a:extLst>
              <a:ext uri="{FF2B5EF4-FFF2-40B4-BE49-F238E27FC236}">
                <ns2:creationId id="{3E87F0D9-FF23-43AA-A3F4-50238D14D609}"/>
              </a:ext>
            </a:extLst>
          </p:cNvPr>
          <p:cNvSpPr>
            <a:spLocks noGrp="1"/>
          </p:cNvSpPr>
          <p:nvPr/>
        </p:nvSpPr>
        <p:spPr>
          <a:xfrm>
            <a:off x="8529765" y="3456141"/>
            <a:ext cx="134" cy="838969"/>
          </a:xfrm>
          <a:custGeom>
            <a:pathLst>
              <a:path w="95" h="595500">
                <a:moveTo>
                  <a:pt x="0" y="595500"/>
                </a:moveTo>
                <a:lnTo>
                  <a:pt x="0" y="0"/>
                </a:lnTo>
              </a:path>
            </a:pathLst>
          </a:custGeom>
          <a:noFill/>
          <a:ln w="8165">
            <a:solidFill>
              <a:srgbClr val="9AA6AE"/>
            </a:solidFill>
            <a:prstDash val="solid"/>
          </a:ln>
        </p:spPr>
      </p:sp>
      <p:sp>
        <p:nvSpPr>
          <p:cNvPr id="148" name="Cylinder_f101_domain_edge_2_6">
            <a:extLst>
              <a:ext uri="{FF2B5EF4-FFF2-40B4-BE49-F238E27FC236}">
                <ns2:creationId id="{97E1FA8A-6B1C-4092-ADDA-EB564C3B1AF0}"/>
              </a:ext>
            </a:extLst>
          </p:cNvPr>
          <p:cNvSpPr>
            <a:spLocks noGrp="1"/>
          </p:cNvSpPr>
          <p:nvPr/>
        </p:nvSpPr>
        <p:spPr>
          <a:xfrm>
            <a:off x="8529765" y="4295110"/>
            <a:ext cx="3068497" cy="536010"/>
          </a:xfrm>
          <a:custGeom>
            <a:pathLst>
              <a:path w="2178019" h="380460">
                <a:moveTo>
                  <a:pt x="0" y="0"/>
                </a:moveTo>
                <a:lnTo>
                  <a:pt x="2178019" y="380460"/>
                </a:lnTo>
              </a:path>
            </a:pathLst>
          </a:custGeom>
          <a:noFill/>
          <a:ln w="8165">
            <a:solidFill>
              <a:srgbClr val="9AA6AE"/>
            </a:solidFill>
            <a:prstDash val="solid"/>
          </a:ln>
        </p:spPr>
      </p:sp>
      <p:sp>
        <p:nvSpPr>
          <p:cNvPr id="149" name="Cylinder_f101_domain_edge_3_7">
            <a:extLst>
              <a:ext uri="{FF2B5EF4-FFF2-40B4-BE49-F238E27FC236}">
                <ns2:creationId id="{A5841936-903E-4AC3-ADEA-583DB65B65CF}"/>
              </a:ext>
            </a:extLst>
          </p:cNvPr>
          <p:cNvSpPr>
            <a:spLocks noGrp="1"/>
          </p:cNvSpPr>
          <p:nvPr/>
        </p:nvSpPr>
        <p:spPr>
          <a:xfrm>
            <a:off x="8529765" y="3456141"/>
            <a:ext cx="3068497" cy="536010"/>
          </a:xfrm>
          <a:custGeom>
            <a:pathLst>
              <a:path w="2178019" h="380460">
                <a:moveTo>
                  <a:pt x="0" y="0"/>
                </a:moveTo>
                <a:lnTo>
                  <a:pt x="2178019" y="380460"/>
                </a:lnTo>
              </a:path>
            </a:pathLst>
          </a:custGeom>
          <a:noFill/>
          <a:ln w="8165">
            <a:solidFill>
              <a:srgbClr val="9AA6AE"/>
            </a:solidFill>
            <a:prstDash val="solid"/>
          </a:ln>
        </p:spPr>
      </p:sp>
      <p:sp>
        <p:nvSpPr>
          <p:cNvPr id="150" name="Cylinder_f101_domain_edge_4_5">
            <a:extLst>
              <a:ext uri="{FF2B5EF4-FFF2-40B4-BE49-F238E27FC236}">
                <ns2:creationId id="{60F12967-32DC-4590-94CE-702DED6207A0}"/>
              </a:ext>
            </a:extLst>
          </p:cNvPr>
          <p:cNvSpPr>
            <a:spLocks noGrp="1"/>
          </p:cNvSpPr>
          <p:nvPr/>
        </p:nvSpPr>
        <p:spPr>
          <a:xfrm>
            <a:off x="11088383" y="4401761"/>
            <a:ext cx="134" cy="838969"/>
          </a:xfrm>
          <a:custGeom>
            <a:pathLst>
              <a:path w="95" h="595500">
                <a:moveTo>
                  <a:pt x="0" y="595500"/>
                </a:moveTo>
                <a:lnTo>
                  <a:pt x="0" y="0"/>
                </a:lnTo>
              </a:path>
            </a:pathLst>
          </a:custGeom>
          <a:noFill/>
          <a:ln w="8165">
            <a:solidFill>
              <a:srgbClr val="9AA6AE"/>
            </a:solidFill>
            <a:prstDash val="solid"/>
          </a:ln>
        </p:spPr>
      </p:sp>
      <p:sp>
        <p:nvSpPr>
          <p:cNvPr id="151" name="Cylinder_f101_domain_edge_4_6">
            <a:extLst>
              <a:ext uri="{FF2B5EF4-FFF2-40B4-BE49-F238E27FC236}">
                <ns2:creationId id="{694381F9-3FA8-411E-85B2-996AF5FD3868}"/>
              </a:ext>
            </a:extLst>
          </p:cNvPr>
          <p:cNvSpPr>
            <a:spLocks noGrp="1"/>
          </p:cNvSpPr>
          <p:nvPr/>
        </p:nvSpPr>
        <p:spPr>
          <a:xfrm>
            <a:off x="11088383" y="4831121"/>
            <a:ext cx="509879" cy="409610"/>
          </a:xfrm>
          <a:custGeom>
            <a:pathLst>
              <a:path w="361912" h="290741">
                <a:moveTo>
                  <a:pt x="0" y="290741"/>
                </a:moveTo>
                <a:lnTo>
                  <a:pt x="361912" y="0"/>
                </a:lnTo>
              </a:path>
            </a:pathLst>
          </a:custGeom>
          <a:noFill/>
          <a:ln w="8165">
            <a:solidFill>
              <a:srgbClr val="9AA6AE"/>
            </a:solidFill>
            <a:prstDash val="solid"/>
          </a:ln>
        </p:spPr>
      </p:sp>
      <p:sp>
        <p:nvSpPr>
          <p:cNvPr id="152" name="Cylinder_f101_domain_edge_5_7">
            <a:extLst>
              <a:ext uri="{FF2B5EF4-FFF2-40B4-BE49-F238E27FC236}">
                <ns2:creationId id="{54EA9FD9-9AFB-4D74-9A22-0DD6CC1EB5F9}"/>
              </a:ext>
            </a:extLst>
          </p:cNvPr>
          <p:cNvSpPr>
            <a:spLocks noGrp="1"/>
          </p:cNvSpPr>
          <p:nvPr/>
        </p:nvSpPr>
        <p:spPr>
          <a:xfrm>
            <a:off x="11088383" y="3992152"/>
            <a:ext cx="509879" cy="409610"/>
          </a:xfrm>
          <a:custGeom>
            <a:pathLst>
              <a:path w="361912" h="290741">
                <a:moveTo>
                  <a:pt x="0" y="290741"/>
                </a:moveTo>
                <a:lnTo>
                  <a:pt x="361912" y="0"/>
                </a:lnTo>
              </a:path>
            </a:pathLst>
          </a:custGeom>
          <a:noFill/>
          <a:ln w="8165">
            <a:solidFill>
              <a:srgbClr val="9AA6AE"/>
            </a:solidFill>
            <a:prstDash val="solid"/>
          </a:ln>
        </p:spPr>
      </p:sp>
      <p:sp>
        <p:nvSpPr>
          <p:cNvPr id="153" name="Cylinder_f101_domain_edge_6_7">
            <a:extLst>
              <a:ext uri="{FF2B5EF4-FFF2-40B4-BE49-F238E27FC236}">
                <ns2:creationId id="{4A9B221A-4A68-42E8-AA88-E2EBE55C01AF}"/>
              </a:ext>
            </a:extLst>
          </p:cNvPr>
          <p:cNvSpPr>
            <a:spLocks noGrp="1"/>
          </p:cNvSpPr>
          <p:nvPr/>
        </p:nvSpPr>
        <p:spPr>
          <a:xfrm>
            <a:off x="11598262" y="3992152"/>
            <a:ext cx="134" cy="838969"/>
          </a:xfrm>
          <a:custGeom>
            <a:pathLst>
              <a:path w="95" h="595500">
                <a:moveTo>
                  <a:pt x="0" y="595500"/>
                </a:moveTo>
                <a:lnTo>
                  <a:pt x="0" y="0"/>
                </a:lnTo>
              </a:path>
            </a:pathLst>
          </a:custGeom>
          <a:noFill/>
          <a:ln w="8165">
            <a:solidFill>
              <a:srgbClr val="9AA6AE"/>
            </a:solidFill>
            <a:prstDash val="solid"/>
          </a:ln>
        </p:spPr>
      </p:sp>
      <p:sp>
        <p:nvSpPr>
          <p:cNvPr id="154" name="text_000">
            <a:extLst>
              <a:ext uri="{FF2B5EF4-FFF2-40B4-BE49-F238E27FC236}">
                <ns2:creationId id="{2C9837BB-4A1E-4463-9DC7-E1C18C03934D}"/>
              </a:ext>
            </a:extLst>
          </p:cNvPr>
          <p:cNvSpPr>
            <a:spLocks noGrp="1"/>
          </p:cNvSpPr>
          <p:nvPr/>
        </p:nvSpPr>
        <p:spPr>
          <a:xfrm rot="0">
            <a:off x="171450" y="5715000"/>
            <a:ext cx="3667125" cy="266700"/>
          </a:xfrm>
          <a:prstGeom prst="rect">
            <a:avLst/>
          </a:prstGeom>
          <a:noFill/>
          <a:ln w="0">
            <a:noFill/>
            <a:prstDash val="solid"/>
          </a:ln>
        </p:spPr>
        <p:txBody>
          <a:bodyPr wrap="none" lIns="0" tIns="0" rIns="0" bIns="0" anchor="t">
            <a:noAutofit/>
          </a:bodyPr>
          <a:lstStyle>
            <a:defPPr algn="l">
              <a:defRPr sz="1650" b="1">
                <a:solidFill>
                  <a:srgbClr val="000000"/>
                </a:solidFill>
                <a:latin typeface="Arial"/>
                <a:ea typeface="Arial"/>
                <a:cs typeface="Arial"/>
              </a:defRPr>
            </a:defPPr>
            <a:lvl1pPr algn="l">
              <a:defRPr sz="1650" b="1">
                <a:solidFill>
                  <a:srgbClr val="000000"/>
                </a:solidFill>
                <a:latin typeface="Arial"/>
                <a:ea typeface="Arial"/>
                <a:cs typeface="Arial"/>
              </a:defRPr>
            </a:lvl1pPr>
            <a:lvl2pPr algn="l">
              <a:defRPr sz="1650" b="1">
                <a:solidFill>
                  <a:srgbClr val="000000"/>
                </a:solidFill>
                <a:latin typeface="Arial"/>
                <a:ea typeface="Arial"/>
                <a:cs typeface="Arial"/>
              </a:defRPr>
            </a:lvl2pPr>
            <a:lvl3pPr algn="l">
              <a:defRPr sz="1650" b="1">
                <a:solidFill>
                  <a:srgbClr val="000000"/>
                </a:solidFill>
                <a:latin typeface="Arial"/>
                <a:ea typeface="Arial"/>
                <a:cs typeface="Arial"/>
              </a:defRPr>
            </a:lvl3pPr>
            <a:lvl4pPr algn="l">
              <a:defRPr sz="1650" b="1">
                <a:solidFill>
                  <a:srgbClr val="000000"/>
                </a:solidFill>
                <a:latin typeface="Arial"/>
                <a:ea typeface="Arial"/>
                <a:cs typeface="Arial"/>
              </a:defRPr>
            </a:lvl4pPr>
            <a:lvl5pPr algn="l">
              <a:defRPr sz="1650" b="1">
                <a:solidFill>
                  <a:srgbClr val="000000"/>
                </a:solidFill>
                <a:latin typeface="Arial"/>
                <a:ea typeface="Arial"/>
                <a:cs typeface="Arial"/>
              </a:defRPr>
            </a:lvl5pPr>
            <a:lvl6pPr algn="l">
              <a:defRPr sz="1650" b="1">
                <a:solidFill>
                  <a:srgbClr val="000000"/>
                </a:solidFill>
                <a:latin typeface="Arial"/>
                <a:ea typeface="Arial"/>
                <a:cs typeface="Arial"/>
              </a:defRPr>
            </a:lvl6pPr>
            <a:lvl7pPr algn="l">
              <a:defRPr sz="1650" b="1">
                <a:solidFill>
                  <a:srgbClr val="000000"/>
                </a:solidFill>
                <a:latin typeface="Arial"/>
                <a:ea typeface="Arial"/>
                <a:cs typeface="Arial"/>
              </a:defRPr>
            </a:lvl7pPr>
            <a:lvl8pPr algn="l">
              <a:defRPr sz="1650" b="1">
                <a:solidFill>
                  <a:srgbClr val="000000"/>
                </a:solidFill>
                <a:latin typeface="Arial"/>
                <a:ea typeface="Arial"/>
                <a:cs typeface="Arial"/>
              </a:defRPr>
            </a:lvl8pPr>
            <a:lvl9pPr algn="l">
              <a:defRPr sz="1650" b="1">
                <a:solidFill>
                  <a:srgbClr val="000000"/>
                </a:solidFill>
                <a:latin typeface="Arial"/>
                <a:ea typeface="Arial"/>
                <a:cs typeface="Arial"/>
              </a:defRPr>
            </a:lvl9pPr>
          </a:lstStyle>
          <a:p>
            <a:pPr algn="l">
              <a:defRPr sz="1650" b="1">
                <a:solidFill>
                  <a:srgbClr val="000000"/>
                </a:solidFill>
                <a:latin typeface="Arial"/>
                <a:ea typeface="Arial"/>
                <a:cs typeface="Arial"/>
              </a:defRPr>
            </a:pPr>
            <a:r>
              <a:rPr sz="1650" b="1">
                <a:solidFill>
                  <a:srgbClr val="000000"/>
                </a:solidFill>
                <a:latin typeface="Arial"/>
                <a:ea typeface="Arial"/>
                <a:cs typeface="Arial"/>
              </a:rPr>
              <a:t>(d) Source features, frame 86</a:t>
            </a:r>
          </a:p>
        </p:txBody>
      </p:sp>
      <p:pic>
        <p:nvPicPr>
          <p:cNvPr id="155" name="Cylinder_original_grid_max_y_Q">
            <a:extLst>
              <a:ext uri="{FF2B5EF4-FFF2-40B4-BE49-F238E27FC236}">
                <ns2:creationId id="{1CB20315-F71A-4E16-A3CD-22FF8279A9FB}"/>
              </a:ext>
            </a:extLst>
          </p:cNvPr>
          <p:cNvPicPr>
            <a:picLocks noChangeAspect="1"/>
          </p:cNvPicPr>
          <p:nvPr/>
        </p:nvPicPr>
        <p:blipFill>
          <a:blip ns3:embed="submission_R491d89be41e84fb6"/>
          <a:stretch>
            <a:fillRect/>
          </a:stretch>
        </p:blipFill>
        <p:spPr>
          <a:xfrm>
            <a:off x="514350" y="6200775"/>
            <a:ext cx="2905125" cy="1524000"/>
          </a:xfrm>
          <a:prstGeom prst="rect">
            <a:avLst/>
          </a:prstGeom>
        </p:spPr>
      </p:pic>
      <p:sp>
        <p:nvSpPr>
          <p:cNvPr id="156" name="rect_002">
            <a:extLst>
              <a:ext uri="{FF2B5EF4-FFF2-40B4-BE49-F238E27FC236}">
                <ns2:creationId id="{180DF485-720C-46FD-A682-625B92CDFCDD}"/>
              </a:ext>
            </a:extLst>
          </p:cNvPr>
          <p:cNvSpPr>
            <a:spLocks noGrp="1"/>
          </p:cNvSpPr>
          <p:nvPr/>
        </p:nvSpPr>
        <p:spPr>
          <a:xfrm rot="0">
            <a:off x="514350" y="6200775"/>
            <a:ext cx="2905125" cy="1524000"/>
          </a:xfrm>
          <a:prstGeom prst="rect">
            <a:avLst/>
          </a:prstGeom>
          <a:noFill/>
          <a:ln w="6668">
            <a:solidFill>
              <a:srgbClr val="7B8790"/>
            </a:solidFill>
            <a:prstDash val="solid"/>
          </a:ln>
        </p:spPr>
      </p:sp>
      <p:sp>
        <p:nvSpPr>
          <p:cNvPr id="157" name="text_003">
            <a:extLst>
              <a:ext uri="{FF2B5EF4-FFF2-40B4-BE49-F238E27FC236}">
                <ns2:creationId id="{5AA9FE94-9918-4D35-A2D5-6AEA65BEA816}"/>
              </a:ext>
            </a:extLst>
          </p:cNvPr>
          <p:cNvSpPr>
            <a:spLocks noGrp="1"/>
          </p:cNvSpPr>
          <p:nvPr/>
        </p:nvSpPr>
        <p:spPr>
          <a:xfrm rot="0">
            <a:off x="602821" y="7772400"/>
            <a:ext cx="457200" cy="200025"/>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158" name="line_004">
            <a:extLst>
              <a:ext uri="{FF2B5EF4-FFF2-40B4-BE49-F238E27FC236}">
                <ns2:creationId id="{368D8FFB-6ADB-4BA8-BB3A-BA0CFB254373}"/>
              </a:ext>
            </a:extLst>
          </p:cNvPr>
          <p:cNvSpPr>
            <a:spLocks noGrp="1"/>
          </p:cNvSpPr>
          <p:nvPr/>
        </p:nvSpPr>
        <p:spPr>
          <a:xfrm>
            <a:off x="831421" y="7724775"/>
            <a:ext cx="95" cy="38100"/>
          </a:xfrm>
          <a:custGeom>
            <a:pathLst>
              <a:path w="95" h="38100">
                <a:moveTo>
                  <a:pt x="0" y="0"/>
                </a:moveTo>
                <a:lnTo>
                  <a:pt x="0" y="38100"/>
                </a:lnTo>
              </a:path>
            </a:pathLst>
          </a:custGeom>
          <a:noFill/>
          <a:ln w="6668">
            <a:solidFill>
              <a:srgbClr val="000000"/>
            </a:solidFill>
            <a:prstDash val="solid"/>
          </a:ln>
        </p:spPr>
      </p:sp>
      <p:sp>
        <p:nvSpPr>
          <p:cNvPr id="159" name="text_005">
            <a:extLst>
              <a:ext uri="{FF2B5EF4-FFF2-40B4-BE49-F238E27FC236}">
                <ns2:creationId id="{A517F57F-0B26-4C15-9089-0FDF3F5D312F}"/>
              </a:ext>
            </a:extLst>
          </p:cNvPr>
          <p:cNvSpPr>
            <a:spLocks noGrp="1"/>
          </p:cNvSpPr>
          <p:nvPr/>
        </p:nvSpPr>
        <p:spPr>
          <a:xfrm rot="0">
            <a:off x="1896848" y="7772400"/>
            <a:ext cx="457200" cy="200025"/>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10</a:t>
            </a:r>
          </a:p>
        </p:txBody>
      </p:sp>
      <p:sp>
        <p:nvSpPr>
          <p:cNvPr id="160" name="line_006">
            <a:extLst>
              <a:ext uri="{FF2B5EF4-FFF2-40B4-BE49-F238E27FC236}">
                <ns2:creationId id="{3BD6C56C-1955-4952-A917-7CE38F14AE14}"/>
              </a:ext>
            </a:extLst>
          </p:cNvPr>
          <p:cNvSpPr>
            <a:spLocks noGrp="1"/>
          </p:cNvSpPr>
          <p:nvPr/>
        </p:nvSpPr>
        <p:spPr>
          <a:xfrm>
            <a:off x="2125448" y="7724775"/>
            <a:ext cx="95" cy="38100"/>
          </a:xfrm>
          <a:custGeom>
            <a:pathLst>
              <a:path w="95" h="38100">
                <a:moveTo>
                  <a:pt x="0" y="0"/>
                </a:moveTo>
                <a:lnTo>
                  <a:pt x="0" y="38100"/>
                </a:lnTo>
              </a:path>
            </a:pathLst>
          </a:custGeom>
          <a:noFill/>
          <a:ln w="6668">
            <a:solidFill>
              <a:srgbClr val="000000"/>
            </a:solidFill>
            <a:prstDash val="solid"/>
          </a:ln>
        </p:spPr>
      </p:sp>
      <p:sp>
        <p:nvSpPr>
          <p:cNvPr id="161" name="text_007">
            <a:extLst>
              <a:ext uri="{FF2B5EF4-FFF2-40B4-BE49-F238E27FC236}">
                <ns2:creationId id="{46E74777-65E9-4382-8F9D-543FF661659D}"/>
              </a:ext>
            </a:extLst>
          </p:cNvPr>
          <p:cNvSpPr>
            <a:spLocks noGrp="1"/>
          </p:cNvSpPr>
          <p:nvPr/>
        </p:nvSpPr>
        <p:spPr>
          <a:xfrm rot="0">
            <a:off x="3190875" y="7772400"/>
            <a:ext cx="457200" cy="200025"/>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20</a:t>
            </a:r>
          </a:p>
        </p:txBody>
      </p:sp>
      <p:sp>
        <p:nvSpPr>
          <p:cNvPr id="162" name="line_008">
            <a:extLst>
              <a:ext uri="{FF2B5EF4-FFF2-40B4-BE49-F238E27FC236}">
                <ns2:creationId id="{A050D007-DD2C-4802-8730-42370B163C0A}"/>
              </a:ext>
            </a:extLst>
          </p:cNvPr>
          <p:cNvSpPr>
            <a:spLocks noGrp="1"/>
          </p:cNvSpPr>
          <p:nvPr/>
        </p:nvSpPr>
        <p:spPr>
          <a:xfrm>
            <a:off x="3419475" y="7724775"/>
            <a:ext cx="95" cy="38100"/>
          </a:xfrm>
          <a:custGeom>
            <a:pathLst>
              <a:path w="95" h="38100">
                <a:moveTo>
                  <a:pt x="0" y="0"/>
                </a:moveTo>
                <a:lnTo>
                  <a:pt x="0" y="38100"/>
                </a:lnTo>
              </a:path>
            </a:pathLst>
          </a:custGeom>
          <a:noFill/>
          <a:ln w="6668">
            <a:solidFill>
              <a:srgbClr val="000000"/>
            </a:solidFill>
            <a:prstDash val="solid"/>
          </a:ln>
        </p:spPr>
      </p:sp>
      <p:sp>
        <p:nvSpPr>
          <p:cNvPr id="163" name="text_009">
            <a:extLst>
              <a:ext uri="{FF2B5EF4-FFF2-40B4-BE49-F238E27FC236}">
                <ns2:creationId id="{0AF0F6EC-73CF-4FC6-A05F-B87FDEFB4028}"/>
              </a:ext>
            </a:extLst>
          </p:cNvPr>
          <p:cNvSpPr>
            <a:spLocks noGrp="1"/>
          </p:cNvSpPr>
          <p:nvPr/>
        </p:nvSpPr>
        <p:spPr>
          <a:xfrm rot="0">
            <a:off x="-9525" y="7639050"/>
            <a:ext cx="457200" cy="200025"/>
          </a:xfrm>
          <a:prstGeom prst="rect">
            <a:avLst/>
          </a:prstGeom>
          <a:noFill/>
          <a:ln w="0">
            <a:noFill/>
            <a:prstDash val="solid"/>
          </a:ln>
        </p:spPr>
        <p:txBody>
          <a:bodyPr wrap="none" lIns="0" tIns="0" rIns="0" bIns="0" anchor="t">
            <a:noAutofit/>
          </a:bodyPr>
          <a:lstStyle>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a:pPr algn="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164" name="line_010">
            <a:extLst>
              <a:ext uri="{FF2B5EF4-FFF2-40B4-BE49-F238E27FC236}">
                <ns2:creationId id="{C7FBB4DA-79BF-44E6-BED2-B3BA41674A86}"/>
              </a:ext>
            </a:extLst>
          </p:cNvPr>
          <p:cNvSpPr>
            <a:spLocks noGrp="1"/>
          </p:cNvSpPr>
          <p:nvPr/>
        </p:nvSpPr>
        <p:spPr>
          <a:xfrm>
            <a:off x="476250" y="7724775"/>
            <a:ext cx="38100" cy="95"/>
          </a:xfrm>
          <a:custGeom>
            <a:pathLst>
              <a:path w="38100" h="95">
                <a:moveTo>
                  <a:pt x="0" y="0"/>
                </a:moveTo>
                <a:lnTo>
                  <a:pt x="38100" y="0"/>
                </a:lnTo>
              </a:path>
            </a:pathLst>
          </a:custGeom>
          <a:noFill/>
          <a:ln w="6668">
            <a:solidFill>
              <a:srgbClr val="000000"/>
            </a:solidFill>
            <a:prstDash val="solid"/>
          </a:ln>
        </p:spPr>
      </p:sp>
      <p:sp>
        <p:nvSpPr>
          <p:cNvPr id="165" name="text_011">
            <a:extLst>
              <a:ext uri="{FF2B5EF4-FFF2-40B4-BE49-F238E27FC236}">
                <ns2:creationId id="{0A3AF6C8-009B-42B8-986B-BB6FF39B8910}"/>
              </a:ext>
            </a:extLst>
          </p:cNvPr>
          <p:cNvSpPr>
            <a:spLocks noGrp="1"/>
          </p:cNvSpPr>
          <p:nvPr/>
        </p:nvSpPr>
        <p:spPr>
          <a:xfrm rot="0">
            <a:off x="-9525" y="6877050"/>
            <a:ext cx="457200" cy="200025"/>
          </a:xfrm>
          <a:prstGeom prst="rect">
            <a:avLst/>
          </a:prstGeom>
          <a:noFill/>
          <a:ln w="0">
            <a:noFill/>
            <a:prstDash val="solid"/>
          </a:ln>
        </p:spPr>
        <p:txBody>
          <a:bodyPr wrap="none" lIns="0" tIns="0" rIns="0" bIns="0" anchor="t">
            <a:noAutofit/>
          </a:bodyPr>
          <a:lstStyle>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a:pPr algn="r">
              <a:defRPr sz="1200" b="0">
                <a:solidFill>
                  <a:srgbClr val="000000"/>
                </a:solidFill>
                <a:latin typeface="Arial"/>
                <a:ea typeface="Arial"/>
                <a:cs typeface="Arial"/>
              </a:defRPr>
            </a:pPr>
            <a:r>
              <a:rPr sz="1200" b="0">
                <a:solidFill>
                  <a:srgbClr val="000000"/>
                </a:solidFill>
                <a:latin typeface="Arial"/>
                <a:ea typeface="Arial"/>
                <a:cs typeface="Arial"/>
              </a:rPr>
              <a:t>3</a:t>
            </a:r>
          </a:p>
        </p:txBody>
      </p:sp>
      <p:sp>
        <p:nvSpPr>
          <p:cNvPr id="166" name="line_012">
            <a:extLst>
              <a:ext uri="{FF2B5EF4-FFF2-40B4-BE49-F238E27FC236}">
                <ns2:creationId id="{2A06EFE2-B943-4828-9A18-A781104DFFC8}"/>
              </a:ext>
            </a:extLst>
          </p:cNvPr>
          <p:cNvSpPr>
            <a:spLocks noGrp="1"/>
          </p:cNvSpPr>
          <p:nvPr/>
        </p:nvSpPr>
        <p:spPr>
          <a:xfrm>
            <a:off x="476250" y="6962775"/>
            <a:ext cx="38100" cy="95"/>
          </a:xfrm>
          <a:custGeom>
            <a:pathLst>
              <a:path w="38100" h="95">
                <a:moveTo>
                  <a:pt x="0" y="0"/>
                </a:moveTo>
                <a:lnTo>
                  <a:pt x="38100" y="0"/>
                </a:lnTo>
              </a:path>
            </a:pathLst>
          </a:custGeom>
          <a:noFill/>
          <a:ln w="6668">
            <a:solidFill>
              <a:srgbClr val="000000"/>
            </a:solidFill>
            <a:prstDash val="solid"/>
          </a:ln>
        </p:spPr>
      </p:sp>
      <p:sp>
        <p:nvSpPr>
          <p:cNvPr id="167" name="text_013">
            <a:extLst>
              <a:ext uri="{FF2B5EF4-FFF2-40B4-BE49-F238E27FC236}">
                <ns2:creationId id="{D17427FA-9FB3-49EE-855D-5BD18DAC1839}"/>
              </a:ext>
            </a:extLst>
          </p:cNvPr>
          <p:cNvSpPr>
            <a:spLocks noGrp="1"/>
          </p:cNvSpPr>
          <p:nvPr/>
        </p:nvSpPr>
        <p:spPr>
          <a:xfrm rot="0">
            <a:off x="-9525" y="6115050"/>
            <a:ext cx="457200" cy="200025"/>
          </a:xfrm>
          <a:prstGeom prst="rect">
            <a:avLst/>
          </a:prstGeom>
          <a:noFill/>
          <a:ln w="0">
            <a:noFill/>
            <a:prstDash val="solid"/>
          </a:ln>
        </p:spPr>
        <p:txBody>
          <a:bodyPr wrap="none" lIns="0" tIns="0" rIns="0" bIns="0" anchor="t">
            <a:noAutofit/>
          </a:bodyPr>
          <a:lstStyle>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a:pPr algn="r">
              <a:defRPr sz="1200" b="0">
                <a:solidFill>
                  <a:srgbClr val="000000"/>
                </a:solidFill>
                <a:latin typeface="Arial"/>
                <a:ea typeface="Arial"/>
                <a:cs typeface="Arial"/>
              </a:defRPr>
            </a:pPr>
            <a:r>
              <a:rPr sz="1200" b="0">
                <a:solidFill>
                  <a:srgbClr val="000000"/>
                </a:solidFill>
                <a:latin typeface="Arial"/>
                <a:ea typeface="Arial"/>
                <a:cs typeface="Arial"/>
              </a:rPr>
              <a:t>6</a:t>
            </a:r>
          </a:p>
        </p:txBody>
      </p:sp>
      <p:sp>
        <p:nvSpPr>
          <p:cNvPr id="168" name="line_014">
            <a:extLst>
              <a:ext uri="{FF2B5EF4-FFF2-40B4-BE49-F238E27FC236}">
                <ns2:creationId id="{A438BB42-AC45-4CC5-B5EE-3C9926E44A10}"/>
              </a:ext>
            </a:extLst>
          </p:cNvPr>
          <p:cNvSpPr>
            <a:spLocks noGrp="1"/>
          </p:cNvSpPr>
          <p:nvPr/>
        </p:nvSpPr>
        <p:spPr>
          <a:xfrm>
            <a:off x="476250" y="6200775"/>
            <a:ext cx="38100" cy="95"/>
          </a:xfrm>
          <a:custGeom>
            <a:pathLst>
              <a:path w="38100" h="95">
                <a:moveTo>
                  <a:pt x="0" y="0"/>
                </a:moveTo>
                <a:lnTo>
                  <a:pt x="38100" y="0"/>
                </a:lnTo>
              </a:path>
            </a:pathLst>
          </a:custGeom>
          <a:noFill/>
          <a:ln w="6668">
            <a:solidFill>
              <a:srgbClr val="000000"/>
            </a:solidFill>
            <a:prstDash val="solid"/>
          </a:ln>
        </p:spPr>
      </p:sp>
      <p:sp>
        <p:nvSpPr>
          <p:cNvPr id="169" name="text_015">
            <a:extLst>
              <a:ext uri="{FF2B5EF4-FFF2-40B4-BE49-F238E27FC236}">
                <ns2:creationId id="{5C3E4078-B941-4017-8C08-2093AA4DEF25}"/>
              </a:ext>
            </a:extLst>
          </p:cNvPr>
          <p:cNvSpPr>
            <a:spLocks noGrp="1"/>
          </p:cNvSpPr>
          <p:nvPr/>
        </p:nvSpPr>
        <p:spPr>
          <a:xfrm rot="0">
            <a:off x="514350" y="8010525"/>
            <a:ext cx="2905125" cy="228600"/>
          </a:xfrm>
          <a:prstGeom prst="rect">
            <a:avLst/>
          </a:prstGeom>
          <a:noFill/>
          <a:ln w="0">
            <a:noFill/>
            <a:prstDash val="solid"/>
          </a:ln>
        </p:spPr>
        <p:txBody>
          <a:bodyPr wrap="none" lIns="0" tIns="0" rIns="0" bIns="0" anchor="t">
            <a:noAutofit/>
          </a:bodyPr>
          <a:lstStyle>
            <a:defPPr algn="ctr">
              <a:defRPr sz="1275" b="0">
                <a:solidFill>
                  <a:srgbClr val="000000"/>
                </a:solidFill>
                <a:latin typeface="Arial"/>
                <a:ea typeface="Arial"/>
                <a:cs typeface="Arial"/>
              </a:defRPr>
            </a:defPPr>
            <a:lvl1pPr algn="ctr">
              <a:defRPr sz="1275" b="0">
                <a:solidFill>
                  <a:srgbClr val="000000"/>
                </a:solidFill>
                <a:latin typeface="Arial"/>
                <a:ea typeface="Arial"/>
                <a:cs typeface="Arial"/>
              </a:defRPr>
            </a:lvl1pPr>
            <a:lvl2pPr algn="ctr">
              <a:defRPr sz="1275" b="0">
                <a:solidFill>
                  <a:srgbClr val="000000"/>
                </a:solidFill>
                <a:latin typeface="Arial"/>
                <a:ea typeface="Arial"/>
                <a:cs typeface="Arial"/>
              </a:defRPr>
            </a:lvl2pPr>
            <a:lvl3pPr algn="ctr">
              <a:defRPr sz="1275" b="0">
                <a:solidFill>
                  <a:srgbClr val="000000"/>
                </a:solidFill>
                <a:latin typeface="Arial"/>
                <a:ea typeface="Arial"/>
                <a:cs typeface="Arial"/>
              </a:defRPr>
            </a:lvl3pPr>
            <a:lvl4pPr algn="ctr">
              <a:defRPr sz="1275" b="0">
                <a:solidFill>
                  <a:srgbClr val="000000"/>
                </a:solidFill>
                <a:latin typeface="Arial"/>
                <a:ea typeface="Arial"/>
                <a:cs typeface="Arial"/>
              </a:defRPr>
            </a:lvl4pPr>
            <a:lvl5pPr algn="ctr">
              <a:defRPr sz="1275" b="0">
                <a:solidFill>
                  <a:srgbClr val="000000"/>
                </a:solidFill>
                <a:latin typeface="Arial"/>
                <a:ea typeface="Arial"/>
                <a:cs typeface="Arial"/>
              </a:defRPr>
            </a:lvl5pPr>
            <a:lvl6pPr algn="ctr">
              <a:defRPr sz="1275" b="0">
                <a:solidFill>
                  <a:srgbClr val="000000"/>
                </a:solidFill>
                <a:latin typeface="Arial"/>
                <a:ea typeface="Arial"/>
                <a:cs typeface="Arial"/>
              </a:defRPr>
            </a:lvl6pPr>
            <a:lvl7pPr algn="ctr">
              <a:defRPr sz="1275" b="0">
                <a:solidFill>
                  <a:srgbClr val="000000"/>
                </a:solidFill>
                <a:latin typeface="Arial"/>
                <a:ea typeface="Arial"/>
                <a:cs typeface="Arial"/>
              </a:defRPr>
            </a:lvl7pPr>
            <a:lvl8pPr algn="ctr">
              <a:defRPr sz="1275" b="0">
                <a:solidFill>
                  <a:srgbClr val="000000"/>
                </a:solidFill>
                <a:latin typeface="Arial"/>
                <a:ea typeface="Arial"/>
                <a:cs typeface="Arial"/>
              </a:defRPr>
            </a:lvl8pPr>
            <a:lvl9pPr algn="ctr">
              <a:defRPr sz="1275" b="0">
                <a:solidFill>
                  <a:srgbClr val="000000"/>
                </a:solidFill>
                <a:latin typeface="Arial"/>
                <a:ea typeface="Arial"/>
                <a:cs typeface="Arial"/>
              </a:defRPr>
            </a:lvl9pPr>
          </a:lstStyle>
          <a:p>
            <a:pPr algn="ctr">
              <a:defRPr sz="1275" b="0">
                <a:solidFill>
                  <a:srgbClr val="000000"/>
                </a:solidFill>
                <a:latin typeface="Arial"/>
                <a:ea typeface="Arial"/>
                <a:cs typeface="Arial"/>
              </a:defRPr>
            </a:pPr>
            <a:r>
              <a:rPr sz="1275" b="0">
                <a:solidFill>
                  <a:srgbClr val="000000"/>
                </a:solidFill>
                <a:latin typeface="Arial"/>
                <a:ea typeface="Arial"/>
                <a:cs typeface="Arial"/>
              </a:rPr>
              <a:t>x (source physical coordinate)</a:t>
            </a:r>
          </a:p>
        </p:txBody>
      </p:sp>
      <p:sp>
        <p:nvSpPr>
          <p:cNvPr id="170" name="source_extremum_3">
            <a:extLst>
              <a:ext uri="{FF2B5EF4-FFF2-40B4-BE49-F238E27FC236}">
                <ns2:creationId id="{CF2BE7D1-B088-43B3-A25C-C7FF99758AF5}"/>
              </a:ext>
            </a:extLst>
          </p:cNvPr>
          <p:cNvSpPr>
            <a:spLocks noGrp="1"/>
          </p:cNvSpPr>
          <p:nvPr/>
        </p:nvSpPr>
        <p:spPr>
          <a:xfrm rot="0">
            <a:off x="1035168" y="7649487"/>
            <a:ext cx="85725" cy="85725"/>
          </a:xfrm>
          <a:prstGeom prst="ellipse">
            <a:avLst/>
          </a:prstGeom>
          <a:solidFill>
            <a:srgbClr val="FFFFFF"/>
          </a:solidFill>
          <a:ln w="17145">
            <a:solidFill>
              <a:srgbClr val="0072B2"/>
            </a:solidFill>
            <a:prstDash val="solid"/>
          </a:ln>
        </p:spPr>
      </p:sp>
      <p:sp>
        <p:nvSpPr>
          <p:cNvPr id="171" name="text_017">
            <a:extLst>
              <a:ext uri="{FF2B5EF4-FFF2-40B4-BE49-F238E27FC236}">
                <ns2:creationId id="{7EA01AE8-1DD0-412F-9C63-E6E6DE6382BB}"/>
              </a:ext>
            </a:extLst>
          </p:cNvPr>
          <p:cNvSpPr>
            <a:spLocks noGrp="1"/>
          </p:cNvSpPr>
          <p:nvPr/>
        </p:nvSpPr>
        <p:spPr>
          <a:xfrm rot="0">
            <a:off x="1144706" y="7530424"/>
            <a:ext cx="228600" cy="200025"/>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A</a:t>
            </a:r>
          </a:p>
        </p:txBody>
      </p:sp>
      <p:sp>
        <p:nvSpPr>
          <p:cNvPr id="172" name="source_extremum_17">
            <a:extLst>
              <a:ext uri="{FF2B5EF4-FFF2-40B4-BE49-F238E27FC236}">
                <ns2:creationId id="{59A815E8-6AA7-45FB-B933-65CB6E6171A1}"/>
              </a:ext>
            </a:extLst>
          </p:cNvPr>
          <p:cNvSpPr>
            <a:spLocks noGrp="1"/>
          </p:cNvSpPr>
          <p:nvPr/>
        </p:nvSpPr>
        <p:spPr>
          <a:xfrm rot="0">
            <a:off x="3354932" y="6936125"/>
            <a:ext cx="85725" cy="85725"/>
          </a:xfrm>
          <a:prstGeom prst="ellipse">
            <a:avLst/>
          </a:prstGeom>
          <a:solidFill>
            <a:srgbClr val="FFFFFF"/>
          </a:solidFill>
          <a:ln w="17145">
            <a:solidFill>
              <a:srgbClr val="D55E00"/>
            </a:solidFill>
            <a:prstDash val="solid"/>
          </a:ln>
        </p:spPr>
      </p:sp>
      <p:sp>
        <p:nvSpPr>
          <p:cNvPr id="173" name="text_019">
            <a:extLst>
              <a:ext uri="{FF2B5EF4-FFF2-40B4-BE49-F238E27FC236}">
                <ns2:creationId id="{E6DDF0E8-9644-4E87-B14F-C42735AC28E0}"/>
              </a:ext>
            </a:extLst>
          </p:cNvPr>
          <p:cNvSpPr>
            <a:spLocks noGrp="1"/>
          </p:cNvSpPr>
          <p:nvPr/>
        </p:nvSpPr>
        <p:spPr>
          <a:xfrm rot="0">
            <a:off x="3464470" y="6817063"/>
            <a:ext cx="228600" cy="200025"/>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B</a:t>
            </a:r>
          </a:p>
        </p:txBody>
      </p:sp>
      <p:sp>
        <p:nvSpPr>
          <p:cNvPr id="174" name="source_extremum_14">
            <a:extLst>
              <a:ext uri="{FF2B5EF4-FFF2-40B4-BE49-F238E27FC236}">
                <ns2:creationId id="{763895A0-C657-4BAB-8270-116467670BA8}"/>
              </a:ext>
            </a:extLst>
          </p:cNvPr>
          <p:cNvSpPr>
            <a:spLocks noGrp="1"/>
          </p:cNvSpPr>
          <p:nvPr/>
        </p:nvSpPr>
        <p:spPr>
          <a:xfrm rot="0">
            <a:off x="2834612" y="7195530"/>
            <a:ext cx="85725" cy="85725"/>
          </a:xfrm>
          <a:prstGeom prst="ellipse">
            <a:avLst/>
          </a:prstGeom>
          <a:solidFill>
            <a:srgbClr val="FFFFFF"/>
          </a:solidFill>
          <a:ln w="17145">
            <a:solidFill>
              <a:srgbClr val="009E73"/>
            </a:solidFill>
            <a:prstDash val="solid"/>
          </a:ln>
        </p:spPr>
      </p:sp>
      <p:sp>
        <p:nvSpPr>
          <p:cNvPr id="175" name="text_021">
            <a:extLst>
              <a:ext uri="{FF2B5EF4-FFF2-40B4-BE49-F238E27FC236}">
                <ns2:creationId id="{AC99C9CD-B4CC-45EA-9B8D-03E69BA71D8C}"/>
              </a:ext>
            </a:extLst>
          </p:cNvPr>
          <p:cNvSpPr>
            <a:spLocks noGrp="1"/>
          </p:cNvSpPr>
          <p:nvPr/>
        </p:nvSpPr>
        <p:spPr>
          <a:xfrm rot="0">
            <a:off x="2944149" y="7076467"/>
            <a:ext cx="228600" cy="200025"/>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C</a:t>
            </a:r>
          </a:p>
        </p:txBody>
      </p:sp>
      <p:sp>
        <p:nvSpPr>
          <p:cNvPr id="176" name="text_022">
            <a:extLst>
              <a:ext uri="{FF2B5EF4-FFF2-40B4-BE49-F238E27FC236}">
                <ns2:creationId id="{858D319D-1A44-4068-81F5-6C426749FAA1}"/>
              </a:ext>
            </a:extLst>
          </p:cNvPr>
          <p:cNvSpPr>
            <a:spLocks noGrp="1"/>
          </p:cNvSpPr>
          <p:nvPr/>
        </p:nvSpPr>
        <p:spPr>
          <a:xfrm rot="0">
            <a:off x="171450" y="8267700"/>
            <a:ext cx="3667125" cy="209550"/>
          </a:xfrm>
          <a:prstGeom prst="rect">
            <a:avLst/>
          </a:prstGeom>
          <a:noFill/>
          <a:ln w="0">
            <a:noFill/>
            <a:prstDash val="solid"/>
          </a:ln>
        </p:spPr>
        <p:txBody>
          <a:bodyPr wrap="none" lIns="0" tIns="0" rIns="0" bIns="0" anchor="t">
            <a:noAutofit/>
          </a:bodyPr>
          <a:lstStyle>
            <a:defPPr algn="l">
              <a:defRPr sz="1125" b="0">
                <a:solidFill>
                  <a:srgbClr val="000000"/>
                </a:solidFill>
                <a:latin typeface="Arial"/>
                <a:ea typeface="Arial"/>
                <a:cs typeface="Arial"/>
              </a:defRPr>
            </a:defPPr>
            <a:lvl1pPr algn="l">
              <a:defRPr sz="1125" b="0">
                <a:solidFill>
                  <a:srgbClr val="000000"/>
                </a:solidFill>
                <a:latin typeface="Arial"/>
                <a:ea typeface="Arial"/>
                <a:cs typeface="Arial"/>
              </a:defRPr>
            </a:lvl1pPr>
            <a:lvl2pPr algn="l">
              <a:defRPr sz="1125" b="0">
                <a:solidFill>
                  <a:srgbClr val="000000"/>
                </a:solidFill>
                <a:latin typeface="Arial"/>
                <a:ea typeface="Arial"/>
                <a:cs typeface="Arial"/>
              </a:defRPr>
            </a:lvl2pPr>
            <a:lvl3pPr algn="l">
              <a:defRPr sz="1125" b="0">
                <a:solidFill>
                  <a:srgbClr val="000000"/>
                </a:solidFill>
                <a:latin typeface="Arial"/>
                <a:ea typeface="Arial"/>
                <a:cs typeface="Arial"/>
              </a:defRPr>
            </a:lvl3pPr>
            <a:lvl4pPr algn="l">
              <a:defRPr sz="1125" b="0">
                <a:solidFill>
                  <a:srgbClr val="000000"/>
                </a:solidFill>
                <a:latin typeface="Arial"/>
                <a:ea typeface="Arial"/>
                <a:cs typeface="Arial"/>
              </a:defRPr>
            </a:lvl4pPr>
            <a:lvl5pPr algn="l">
              <a:defRPr sz="1125" b="0">
                <a:solidFill>
                  <a:srgbClr val="000000"/>
                </a:solidFill>
                <a:latin typeface="Arial"/>
                <a:ea typeface="Arial"/>
                <a:cs typeface="Arial"/>
              </a:defRPr>
            </a:lvl5pPr>
            <a:lvl6pPr algn="l">
              <a:defRPr sz="1125" b="0">
                <a:solidFill>
                  <a:srgbClr val="000000"/>
                </a:solidFill>
                <a:latin typeface="Arial"/>
                <a:ea typeface="Arial"/>
                <a:cs typeface="Arial"/>
              </a:defRPr>
            </a:lvl6pPr>
            <a:lvl7pPr algn="l">
              <a:defRPr sz="1125" b="0">
                <a:solidFill>
                  <a:srgbClr val="000000"/>
                </a:solidFill>
                <a:latin typeface="Arial"/>
                <a:ea typeface="Arial"/>
                <a:cs typeface="Arial"/>
              </a:defRPr>
            </a:lvl7pPr>
            <a:lvl8pPr algn="l">
              <a:defRPr sz="1125" b="0">
                <a:solidFill>
                  <a:srgbClr val="000000"/>
                </a:solidFill>
                <a:latin typeface="Arial"/>
                <a:ea typeface="Arial"/>
                <a:cs typeface="Arial"/>
              </a:defRPr>
            </a:lvl8pPr>
            <a:lvl9pPr algn="l">
              <a:defRPr sz="1125" b="0">
                <a:solidFill>
                  <a:srgbClr val="000000"/>
                </a:solidFill>
                <a:latin typeface="Arial"/>
                <a:ea typeface="Arial"/>
                <a:cs typeface="Arial"/>
              </a:defRPr>
            </a:lvl9pPr>
          </a:lstStyle>
          <a:p>
            <a:pPr algn="l">
              <a:defRPr sz="1125" b="0">
                <a:solidFill>
                  <a:srgbClr val="000000"/>
                </a:solidFill>
                <a:latin typeface="Arial"/>
                <a:ea typeface="Arial"/>
                <a:cs typeface="Arial"/>
              </a:defRPr>
            </a:pPr>
            <a:r>
              <a:rPr sz="1125" b="0">
                <a:solidFill>
                  <a:srgbClr val="000000"/>
                </a:solidFill>
                <a:latin typeface="Arial"/>
                <a:ea typeface="Arial"/>
                <a:cs typeface="Arial"/>
              </a:rPr>
              <a:t>Q maximum over y; markers show extrema (x,z)</a:t>
            </a:r>
          </a:p>
        </p:txBody>
      </p:sp>
      <p:sp>
        <p:nvSpPr>
          <p:cNvPr id="177" name="text_023">
            <a:extLst>
              <a:ext uri="{FF2B5EF4-FFF2-40B4-BE49-F238E27FC236}">
                <ns2:creationId id="{FF2F014E-C1E1-4DE6-B413-CF341B500D0B}"/>
              </a:ext>
            </a:extLst>
          </p:cNvPr>
          <p:cNvSpPr>
            <a:spLocks noGrp="1"/>
          </p:cNvSpPr>
          <p:nvPr/>
        </p:nvSpPr>
        <p:spPr>
          <a:xfrm rot="0">
            <a:off x="4010025" y="5715000"/>
            <a:ext cx="3790950" cy="266700"/>
          </a:xfrm>
          <a:prstGeom prst="rect">
            <a:avLst/>
          </a:prstGeom>
          <a:noFill/>
          <a:ln w="0">
            <a:noFill/>
            <a:prstDash val="solid"/>
          </a:ln>
        </p:spPr>
        <p:txBody>
          <a:bodyPr wrap="none" lIns="0" tIns="0" rIns="0" bIns="0" anchor="t">
            <a:noAutofit/>
          </a:bodyPr>
          <a:lstStyle>
            <a:defPPr algn="l">
              <a:defRPr sz="1650" b="1">
                <a:solidFill>
                  <a:srgbClr val="000000"/>
                </a:solidFill>
                <a:latin typeface="Arial"/>
                <a:ea typeface="Arial"/>
                <a:cs typeface="Arial"/>
              </a:defRPr>
            </a:defPPr>
            <a:lvl1pPr algn="l">
              <a:defRPr sz="1650" b="1">
                <a:solidFill>
                  <a:srgbClr val="000000"/>
                </a:solidFill>
                <a:latin typeface="Arial"/>
                <a:ea typeface="Arial"/>
                <a:cs typeface="Arial"/>
              </a:defRPr>
            </a:lvl1pPr>
            <a:lvl2pPr algn="l">
              <a:defRPr sz="1650" b="1">
                <a:solidFill>
                  <a:srgbClr val="000000"/>
                </a:solidFill>
                <a:latin typeface="Arial"/>
                <a:ea typeface="Arial"/>
                <a:cs typeface="Arial"/>
              </a:defRPr>
            </a:lvl2pPr>
            <a:lvl3pPr algn="l">
              <a:defRPr sz="1650" b="1">
                <a:solidFill>
                  <a:srgbClr val="000000"/>
                </a:solidFill>
                <a:latin typeface="Arial"/>
                <a:ea typeface="Arial"/>
                <a:cs typeface="Arial"/>
              </a:defRPr>
            </a:lvl3pPr>
            <a:lvl4pPr algn="l">
              <a:defRPr sz="1650" b="1">
                <a:solidFill>
                  <a:srgbClr val="000000"/>
                </a:solidFill>
                <a:latin typeface="Arial"/>
                <a:ea typeface="Arial"/>
                <a:cs typeface="Arial"/>
              </a:defRPr>
            </a:lvl4pPr>
            <a:lvl5pPr algn="l">
              <a:defRPr sz="1650" b="1">
                <a:solidFill>
                  <a:srgbClr val="000000"/>
                </a:solidFill>
                <a:latin typeface="Arial"/>
                <a:ea typeface="Arial"/>
                <a:cs typeface="Arial"/>
              </a:defRPr>
            </a:lvl5pPr>
            <a:lvl6pPr algn="l">
              <a:defRPr sz="1650" b="1">
                <a:solidFill>
                  <a:srgbClr val="000000"/>
                </a:solidFill>
                <a:latin typeface="Arial"/>
                <a:ea typeface="Arial"/>
                <a:cs typeface="Arial"/>
              </a:defRPr>
            </a:lvl6pPr>
            <a:lvl7pPr algn="l">
              <a:defRPr sz="1650" b="1">
                <a:solidFill>
                  <a:srgbClr val="000000"/>
                </a:solidFill>
                <a:latin typeface="Arial"/>
                <a:ea typeface="Arial"/>
                <a:cs typeface="Arial"/>
              </a:defRPr>
            </a:lvl7pPr>
            <a:lvl8pPr algn="l">
              <a:defRPr sz="1650" b="1">
                <a:solidFill>
                  <a:srgbClr val="000000"/>
                </a:solidFill>
                <a:latin typeface="Arial"/>
                <a:ea typeface="Arial"/>
                <a:cs typeface="Arial"/>
              </a:defRPr>
            </a:lvl8pPr>
            <a:lvl9pPr algn="l">
              <a:defRPr sz="1650" b="1">
                <a:solidFill>
                  <a:srgbClr val="000000"/>
                </a:solidFill>
                <a:latin typeface="Arial"/>
                <a:ea typeface="Arial"/>
                <a:cs typeface="Arial"/>
              </a:defRPr>
            </a:lvl9pPr>
          </a:lstStyle>
          <a:p>
            <a:pPr algn="l">
              <a:defRPr sz="1650" b="1">
                <a:solidFill>
                  <a:srgbClr val="000000"/>
                </a:solidFill>
                <a:latin typeface="Arial"/>
                <a:ea typeface="Arial"/>
                <a:cs typeface="Arial"/>
              </a:defRPr>
            </a:pPr>
            <a:r>
              <a:rPr sz="1650" b="1">
                <a:solidFill>
                  <a:srgbClr val="000000"/>
                </a:solidFill>
                <a:latin typeface="Arial"/>
                <a:ea typeface="Arial"/>
                <a:cs typeface="Arial"/>
              </a:rPr>
              <a:t>(e) Reference and saved anchors</a:t>
            </a:r>
          </a:p>
        </p:txBody>
      </p:sp>
      <p:sp>
        <p:nvSpPr>
          <p:cNvPr id="178" name="text_024">
            <a:extLst>
              <a:ext uri="{FF2B5EF4-FFF2-40B4-BE49-F238E27FC236}">
                <ns2:creationId id="{D5894EE8-7060-4230-9E0E-86341937FEE7}"/>
              </a:ext>
            </a:extLst>
          </p:cNvPr>
          <p:cNvSpPr>
            <a:spLocks noGrp="1"/>
          </p:cNvSpPr>
          <p:nvPr/>
        </p:nvSpPr>
        <p:spPr>
          <a:xfrm rot="0">
            <a:off x="3990975" y="6200775"/>
            <a:ext cx="466725" cy="209550"/>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q</a:t>
            </a:r>
          </a:p>
        </p:txBody>
      </p:sp>
      <p:sp>
        <p:nvSpPr>
          <p:cNvPr id="179" name="line_025">
            <a:extLst>
              <a:ext uri="{FF2B5EF4-FFF2-40B4-BE49-F238E27FC236}">
                <ns2:creationId id="{6DB9A5B1-4CD7-4184-93B2-9F21DD1002C7}"/>
              </a:ext>
            </a:extLst>
          </p:cNvPr>
          <p:cNvSpPr>
            <a:spLocks noGrp="1"/>
          </p:cNvSpPr>
          <p:nvPr/>
        </p:nvSpPr>
        <p:spPr>
          <a:xfrm>
            <a:off x="4524375" y="6305550"/>
            <a:ext cx="2857500" cy="95"/>
          </a:xfrm>
          <a:custGeom>
            <a:pathLst>
              <a:path w="2857500" h="95">
                <a:moveTo>
                  <a:pt x="0" y="0"/>
                </a:moveTo>
                <a:lnTo>
                  <a:pt x="2857500" y="0"/>
                </a:lnTo>
              </a:path>
            </a:pathLst>
          </a:custGeom>
          <a:noFill/>
          <a:ln w="6668">
            <a:solidFill>
              <a:srgbClr val="7B8790"/>
            </a:solidFill>
            <a:prstDash val="solid"/>
          </a:ln>
        </p:spPr>
      </p:sp>
      <p:sp>
        <p:nvSpPr>
          <p:cNvPr id="180" name="text_026">
            <a:extLst>
              <a:ext uri="{FF2B5EF4-FFF2-40B4-BE49-F238E27FC236}">
                <ns2:creationId id="{77845DC9-F2D3-403C-94B3-EC0D00FF934B}"/>
              </a:ext>
            </a:extLst>
          </p:cNvPr>
          <p:cNvSpPr>
            <a:spLocks noGrp="1"/>
          </p:cNvSpPr>
          <p:nvPr/>
        </p:nvSpPr>
        <p:spPr>
          <a:xfrm rot="0">
            <a:off x="3990975" y="6638925"/>
            <a:ext cx="466725" cy="209550"/>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P</a:t>
            </a:r>
          </a:p>
        </p:txBody>
      </p:sp>
      <p:sp>
        <p:nvSpPr>
          <p:cNvPr id="181" name="line_027">
            <a:extLst>
              <a:ext uri="{FF2B5EF4-FFF2-40B4-BE49-F238E27FC236}">
                <ns2:creationId id="{04987173-0A45-4432-874F-832C448629F7}"/>
              </a:ext>
            </a:extLst>
          </p:cNvPr>
          <p:cNvSpPr>
            <a:spLocks noGrp="1"/>
          </p:cNvSpPr>
          <p:nvPr/>
        </p:nvSpPr>
        <p:spPr>
          <a:xfrm>
            <a:off x="4524375" y="6743700"/>
            <a:ext cx="2857500" cy="95"/>
          </a:xfrm>
          <a:custGeom>
            <a:pathLst>
              <a:path w="2857500" h="95">
                <a:moveTo>
                  <a:pt x="0" y="0"/>
                </a:moveTo>
                <a:lnTo>
                  <a:pt x="2857500" y="0"/>
                </a:lnTo>
              </a:path>
            </a:pathLst>
          </a:custGeom>
          <a:noFill/>
          <a:ln w="6668">
            <a:solidFill>
              <a:srgbClr val="7B8790"/>
            </a:solidFill>
            <a:prstDash val="solid"/>
          </a:ln>
        </p:spPr>
      </p:sp>
      <p:sp>
        <p:nvSpPr>
          <p:cNvPr id="182" name="text_028">
            <a:extLst>
              <a:ext uri="{FF2B5EF4-FFF2-40B4-BE49-F238E27FC236}">
                <ns2:creationId id="{859A186F-EE04-4A16-8BE1-97DDC63C76C5}"/>
              </a:ext>
            </a:extLst>
          </p:cNvPr>
          <p:cNvSpPr>
            <a:spLocks noGrp="1"/>
          </p:cNvSpPr>
          <p:nvPr/>
        </p:nvSpPr>
        <p:spPr>
          <a:xfrm rot="0">
            <a:off x="3990975" y="7077075"/>
            <a:ext cx="466725" cy="209550"/>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R2</a:t>
            </a:r>
          </a:p>
        </p:txBody>
      </p:sp>
      <p:sp>
        <p:nvSpPr>
          <p:cNvPr id="183" name="line_029">
            <a:extLst>
              <a:ext uri="{FF2B5EF4-FFF2-40B4-BE49-F238E27FC236}">
                <ns2:creationId id="{13A96A03-4ABE-4896-88EF-313A92E15FD7}"/>
              </a:ext>
            </a:extLst>
          </p:cNvPr>
          <p:cNvSpPr>
            <a:spLocks noGrp="1"/>
          </p:cNvSpPr>
          <p:nvPr/>
        </p:nvSpPr>
        <p:spPr>
          <a:xfrm>
            <a:off x="4524375" y="7181850"/>
            <a:ext cx="2857500" cy="95"/>
          </a:xfrm>
          <a:custGeom>
            <a:pathLst>
              <a:path w="2857500" h="95">
                <a:moveTo>
                  <a:pt x="0" y="0"/>
                </a:moveTo>
                <a:lnTo>
                  <a:pt x="2857500" y="0"/>
                </a:lnTo>
              </a:path>
            </a:pathLst>
          </a:custGeom>
          <a:noFill/>
          <a:ln w="6668">
            <a:solidFill>
              <a:srgbClr val="7B8790"/>
            </a:solidFill>
            <a:prstDash val="solid"/>
          </a:ln>
        </p:spPr>
      </p:sp>
      <p:sp>
        <p:nvSpPr>
          <p:cNvPr id="184" name="text_030">
            <a:extLst>
              <a:ext uri="{FF2B5EF4-FFF2-40B4-BE49-F238E27FC236}">
                <ns2:creationId id="{16E1DA4C-37AC-4282-8984-6D07E1091CE3}"/>
              </a:ext>
            </a:extLst>
          </p:cNvPr>
          <p:cNvSpPr>
            <a:spLocks noGrp="1"/>
          </p:cNvSpPr>
          <p:nvPr/>
        </p:nvSpPr>
        <p:spPr>
          <a:xfrm rot="0">
            <a:off x="3990975" y="7515225"/>
            <a:ext cx="466725" cy="209550"/>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R20</a:t>
            </a:r>
          </a:p>
        </p:txBody>
      </p:sp>
      <p:sp>
        <p:nvSpPr>
          <p:cNvPr id="185" name="line_031">
            <a:extLst>
              <a:ext uri="{FF2B5EF4-FFF2-40B4-BE49-F238E27FC236}">
                <ns2:creationId id="{DBE25FA1-FC38-4AB5-A605-94AFA84F81C9}"/>
              </a:ext>
            </a:extLst>
          </p:cNvPr>
          <p:cNvSpPr>
            <a:spLocks noGrp="1"/>
          </p:cNvSpPr>
          <p:nvPr/>
        </p:nvSpPr>
        <p:spPr>
          <a:xfrm>
            <a:off x="4524375" y="7620000"/>
            <a:ext cx="2857500" cy="95"/>
          </a:xfrm>
          <a:custGeom>
            <a:pathLst>
              <a:path w="2857500" h="95">
                <a:moveTo>
                  <a:pt x="0" y="0"/>
                </a:moveTo>
                <a:lnTo>
                  <a:pt x="2857500" y="0"/>
                </a:lnTo>
              </a:path>
            </a:pathLst>
          </a:custGeom>
          <a:noFill/>
          <a:ln w="6668">
            <a:solidFill>
              <a:srgbClr val="7B8790"/>
            </a:solidFill>
            <a:prstDash val="solid"/>
          </a:ln>
        </p:spPr>
      </p:sp>
      <p:sp>
        <p:nvSpPr>
          <p:cNvPr id="186" name="feature_346_reference_anchors">
            <a:extLst>
              <a:ext uri="{FF2B5EF4-FFF2-40B4-BE49-F238E27FC236}">
                <ns2:creationId id="{F61B3E09-02D0-45D7-8525-7D85CF47506C}"/>
              </a:ext>
            </a:extLst>
          </p:cNvPr>
          <p:cNvSpPr>
            <a:spLocks noGrp="1"/>
          </p:cNvSpPr>
          <p:nvPr/>
        </p:nvSpPr>
        <p:spPr>
          <a:xfrm>
            <a:off x="5078815" y="6305550"/>
            <a:ext cx="65948" cy="1314450"/>
          </a:xfrm>
          <a:custGeom>
            <a:pathLst>
              <a:path w="65948" h="1314450">
                <a:moveTo>
                  <a:pt x="0" y="0"/>
                </a:moveTo>
                <a:lnTo>
                  <a:pt x="65948" y="438150"/>
                </a:lnTo>
                <a:lnTo>
                  <a:pt x="2374" y="876300"/>
                </a:lnTo>
                <a:lnTo>
                  <a:pt x="12316" y="1314450"/>
                </a:lnTo>
              </a:path>
            </a:pathLst>
          </a:custGeom>
          <a:noFill/>
          <a:ln w="11430">
            <a:solidFill>
              <a:srgbClr val="0072B2"/>
            </a:solidFill>
            <a:prstDash val="solid"/>
          </a:ln>
        </p:spPr>
      </p:sp>
      <p:sp>
        <p:nvSpPr>
          <p:cNvPr id="187" name="ellipse_033">
            <a:extLst>
              <a:ext uri="{FF2B5EF4-FFF2-40B4-BE49-F238E27FC236}">
                <ns2:creationId id="{B787C2B7-D206-41AF-A92B-0BB98DC5390A}"/>
              </a:ext>
            </a:extLst>
          </p:cNvPr>
          <p:cNvSpPr>
            <a:spLocks noGrp="1"/>
          </p:cNvSpPr>
          <p:nvPr/>
        </p:nvSpPr>
        <p:spPr>
          <a:xfrm rot="0">
            <a:off x="5040715" y="6267450"/>
            <a:ext cx="76200" cy="76200"/>
          </a:xfrm>
          <a:prstGeom prst="ellipse">
            <a:avLst/>
          </a:prstGeom>
          <a:solidFill>
            <a:srgbClr val="FFFFFF"/>
          </a:solidFill>
          <a:ln w="17145">
            <a:solidFill>
              <a:srgbClr val="0072B2"/>
            </a:solidFill>
            <a:prstDash val="solid"/>
          </a:ln>
        </p:spPr>
      </p:sp>
      <p:sp>
        <p:nvSpPr>
          <p:cNvPr id="188" name="ellipse_034">
            <a:extLst>
              <a:ext uri="{FF2B5EF4-FFF2-40B4-BE49-F238E27FC236}">
                <ns2:creationId id="{D28A46F6-AF99-48A1-AC0F-2021B86B63E7}"/>
              </a:ext>
            </a:extLst>
          </p:cNvPr>
          <p:cNvSpPr>
            <a:spLocks noGrp="1"/>
          </p:cNvSpPr>
          <p:nvPr/>
        </p:nvSpPr>
        <p:spPr>
          <a:xfrm rot="0">
            <a:off x="5106663" y="6705600"/>
            <a:ext cx="76200" cy="76200"/>
          </a:xfrm>
          <a:prstGeom prst="ellipse">
            <a:avLst/>
          </a:prstGeom>
          <a:solidFill>
            <a:srgbClr val="FFFFFF"/>
          </a:solidFill>
          <a:ln w="17145">
            <a:solidFill>
              <a:srgbClr val="0072B2"/>
            </a:solidFill>
            <a:prstDash val="solid"/>
          </a:ln>
        </p:spPr>
      </p:sp>
      <p:sp>
        <p:nvSpPr>
          <p:cNvPr id="189" name="ellipse_035">
            <a:extLst>
              <a:ext uri="{FF2B5EF4-FFF2-40B4-BE49-F238E27FC236}">
                <ns2:creationId id="{BC62DD34-608D-4B99-A3A1-538139C62C7E}"/>
              </a:ext>
            </a:extLst>
          </p:cNvPr>
          <p:cNvSpPr>
            <a:spLocks noGrp="1"/>
          </p:cNvSpPr>
          <p:nvPr/>
        </p:nvSpPr>
        <p:spPr>
          <a:xfrm rot="0">
            <a:off x="5043089" y="7143750"/>
            <a:ext cx="76200" cy="76200"/>
          </a:xfrm>
          <a:prstGeom prst="ellipse">
            <a:avLst/>
          </a:prstGeom>
          <a:solidFill>
            <a:srgbClr val="FFFFFF"/>
          </a:solidFill>
          <a:ln w="17145">
            <a:solidFill>
              <a:srgbClr val="0072B2"/>
            </a:solidFill>
            <a:prstDash val="solid"/>
          </a:ln>
        </p:spPr>
      </p:sp>
      <p:sp>
        <p:nvSpPr>
          <p:cNvPr id="190" name="ellipse_036">
            <a:extLst>
              <a:ext uri="{FF2B5EF4-FFF2-40B4-BE49-F238E27FC236}">
                <ns2:creationId id="{59EC25C4-B4F4-4101-AB40-AE9D2B33811C}"/>
              </a:ext>
            </a:extLst>
          </p:cNvPr>
          <p:cNvSpPr>
            <a:spLocks noGrp="1"/>
          </p:cNvSpPr>
          <p:nvPr/>
        </p:nvSpPr>
        <p:spPr>
          <a:xfrm rot="0">
            <a:off x="5053031" y="7581900"/>
            <a:ext cx="76200" cy="76200"/>
          </a:xfrm>
          <a:prstGeom prst="ellipse">
            <a:avLst/>
          </a:prstGeom>
          <a:solidFill>
            <a:srgbClr val="FFFFFF"/>
          </a:solidFill>
          <a:ln w="17145">
            <a:solidFill>
              <a:srgbClr val="0072B2"/>
            </a:solidFill>
            <a:prstDash val="solid"/>
          </a:ln>
        </p:spPr>
      </p:sp>
      <p:sp>
        <p:nvSpPr>
          <p:cNvPr id="191" name="text_037">
            <a:extLst>
              <a:ext uri="{FF2B5EF4-FFF2-40B4-BE49-F238E27FC236}">
                <ns2:creationId id="{D9846980-7F28-4A7E-A1B4-C88F317C7C61}"/>
              </a:ext>
            </a:extLst>
          </p:cNvPr>
          <p:cNvSpPr>
            <a:spLocks noGrp="1"/>
          </p:cNvSpPr>
          <p:nvPr/>
        </p:nvSpPr>
        <p:spPr>
          <a:xfrm rot="0">
            <a:off x="4993090" y="6048375"/>
            <a:ext cx="228600" cy="200025"/>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A</a:t>
            </a:r>
          </a:p>
        </p:txBody>
      </p:sp>
      <p:sp>
        <p:nvSpPr>
          <p:cNvPr id="192" name="feature_175_reference_anchors">
            <a:extLst>
              <a:ext uri="{FF2B5EF4-FFF2-40B4-BE49-F238E27FC236}">
                <ns2:creationId id="{14432F0A-408B-431A-88B5-173C5E6874FB}"/>
              </a:ext>
            </a:extLst>
          </p:cNvPr>
          <p:cNvSpPr>
            <a:spLocks noGrp="1"/>
          </p:cNvSpPr>
          <p:nvPr/>
        </p:nvSpPr>
        <p:spPr>
          <a:xfrm>
            <a:off x="7006276" y="6305550"/>
            <a:ext cx="365745" cy="1314450"/>
          </a:xfrm>
          <a:custGeom>
            <a:pathLst>
              <a:path w="365745" h="1314450">
                <a:moveTo>
                  <a:pt x="354274" y="0"/>
                </a:moveTo>
                <a:lnTo>
                  <a:pt x="0" y="438150"/>
                </a:lnTo>
                <a:lnTo>
                  <a:pt x="356152" y="876300"/>
                </a:lnTo>
                <a:lnTo>
                  <a:pt x="365745" y="1314450"/>
                </a:lnTo>
              </a:path>
            </a:pathLst>
          </a:custGeom>
          <a:noFill/>
          <a:ln w="11430">
            <a:solidFill>
              <a:srgbClr val="D55E00"/>
            </a:solidFill>
            <a:prstDash val="solid"/>
          </a:ln>
        </p:spPr>
      </p:sp>
      <p:sp>
        <p:nvSpPr>
          <p:cNvPr id="193" name="ellipse_039">
            <a:extLst>
              <a:ext uri="{FF2B5EF4-FFF2-40B4-BE49-F238E27FC236}">
                <ns2:creationId id="{0686192B-2D69-459B-924B-4EBB5841BEF1}"/>
              </a:ext>
            </a:extLst>
          </p:cNvPr>
          <p:cNvSpPr>
            <a:spLocks noGrp="1"/>
          </p:cNvSpPr>
          <p:nvPr/>
        </p:nvSpPr>
        <p:spPr>
          <a:xfrm rot="0">
            <a:off x="7322450" y="6267450"/>
            <a:ext cx="76200" cy="76200"/>
          </a:xfrm>
          <a:prstGeom prst="ellipse">
            <a:avLst/>
          </a:prstGeom>
          <a:solidFill>
            <a:srgbClr val="FFFFFF"/>
          </a:solidFill>
          <a:ln w="17145">
            <a:solidFill>
              <a:srgbClr val="D55E00"/>
            </a:solidFill>
            <a:prstDash val="solid"/>
          </a:ln>
        </p:spPr>
      </p:sp>
      <p:sp>
        <p:nvSpPr>
          <p:cNvPr id="194" name="ellipse_040">
            <a:extLst>
              <a:ext uri="{FF2B5EF4-FFF2-40B4-BE49-F238E27FC236}">
                <ns2:creationId id="{5D0E5C9A-BD22-4E5D-9E42-82072E1194E1}"/>
              </a:ext>
            </a:extLst>
          </p:cNvPr>
          <p:cNvSpPr>
            <a:spLocks noGrp="1"/>
          </p:cNvSpPr>
          <p:nvPr/>
        </p:nvSpPr>
        <p:spPr>
          <a:xfrm rot="0">
            <a:off x="6968176" y="6705600"/>
            <a:ext cx="76200" cy="76200"/>
          </a:xfrm>
          <a:prstGeom prst="ellipse">
            <a:avLst/>
          </a:prstGeom>
          <a:solidFill>
            <a:srgbClr val="FFFFFF"/>
          </a:solidFill>
          <a:ln w="17145">
            <a:solidFill>
              <a:srgbClr val="D55E00"/>
            </a:solidFill>
            <a:prstDash val="solid"/>
          </a:ln>
        </p:spPr>
      </p:sp>
      <p:sp>
        <p:nvSpPr>
          <p:cNvPr id="195" name="ellipse_041">
            <a:extLst>
              <a:ext uri="{FF2B5EF4-FFF2-40B4-BE49-F238E27FC236}">
                <ns2:creationId id="{ED05C9CA-D028-42E7-B1F1-12219136FB74}"/>
              </a:ext>
            </a:extLst>
          </p:cNvPr>
          <p:cNvSpPr>
            <a:spLocks noGrp="1"/>
          </p:cNvSpPr>
          <p:nvPr/>
        </p:nvSpPr>
        <p:spPr>
          <a:xfrm rot="0">
            <a:off x="7324328" y="7143750"/>
            <a:ext cx="76200" cy="76200"/>
          </a:xfrm>
          <a:prstGeom prst="ellipse">
            <a:avLst/>
          </a:prstGeom>
          <a:solidFill>
            <a:srgbClr val="FFFFFF"/>
          </a:solidFill>
          <a:ln w="17145">
            <a:solidFill>
              <a:srgbClr val="D55E00"/>
            </a:solidFill>
            <a:prstDash val="solid"/>
          </a:ln>
        </p:spPr>
      </p:sp>
      <p:sp>
        <p:nvSpPr>
          <p:cNvPr id="196" name="ellipse_042">
            <a:extLst>
              <a:ext uri="{FF2B5EF4-FFF2-40B4-BE49-F238E27FC236}">
                <ns2:creationId id="{B8CE755B-B779-43AA-BFDF-AC586C96B291}"/>
              </a:ext>
            </a:extLst>
          </p:cNvPr>
          <p:cNvSpPr>
            <a:spLocks noGrp="1"/>
          </p:cNvSpPr>
          <p:nvPr/>
        </p:nvSpPr>
        <p:spPr>
          <a:xfrm rot="0">
            <a:off x="7333921" y="7581900"/>
            <a:ext cx="76200" cy="76200"/>
          </a:xfrm>
          <a:prstGeom prst="ellipse">
            <a:avLst/>
          </a:prstGeom>
          <a:solidFill>
            <a:srgbClr val="FFFFFF"/>
          </a:solidFill>
          <a:ln w="17145">
            <a:solidFill>
              <a:srgbClr val="D55E00"/>
            </a:solidFill>
            <a:prstDash val="solid"/>
          </a:ln>
        </p:spPr>
      </p:sp>
      <p:sp>
        <p:nvSpPr>
          <p:cNvPr id="197" name="text_043">
            <a:extLst>
              <a:ext uri="{FF2B5EF4-FFF2-40B4-BE49-F238E27FC236}">
                <ns2:creationId id="{1A22396D-7427-4546-9932-4E6A1AF14A19}"/>
              </a:ext>
            </a:extLst>
          </p:cNvPr>
          <p:cNvSpPr>
            <a:spLocks noGrp="1"/>
          </p:cNvSpPr>
          <p:nvPr/>
        </p:nvSpPr>
        <p:spPr>
          <a:xfrm rot="0">
            <a:off x="7274825" y="6048375"/>
            <a:ext cx="228600" cy="200025"/>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B</a:t>
            </a:r>
          </a:p>
        </p:txBody>
      </p:sp>
      <p:sp>
        <p:nvSpPr>
          <p:cNvPr id="198" name="feature_272_reference_anchors">
            <a:extLst>
              <a:ext uri="{FF2B5EF4-FFF2-40B4-BE49-F238E27FC236}">
                <ns2:creationId id="{428EE329-04E2-46AD-AD40-BEDA3D8EF9A0}"/>
              </a:ext>
            </a:extLst>
          </p:cNvPr>
          <p:cNvSpPr>
            <a:spLocks noGrp="1"/>
          </p:cNvSpPr>
          <p:nvPr/>
        </p:nvSpPr>
        <p:spPr>
          <a:xfrm>
            <a:off x="6848759" y="6305550"/>
            <a:ext cx="191091" cy="1314450"/>
          </a:xfrm>
          <a:custGeom>
            <a:pathLst>
              <a:path w="191091" h="1314450">
                <a:moveTo>
                  <a:pt x="0" y="0"/>
                </a:moveTo>
                <a:lnTo>
                  <a:pt x="191091" y="438150"/>
                </a:lnTo>
                <a:lnTo>
                  <a:pt x="20515" y="876300"/>
                </a:lnTo>
                <a:lnTo>
                  <a:pt x="33509" y="1314450"/>
                </a:lnTo>
              </a:path>
            </a:pathLst>
          </a:custGeom>
          <a:noFill/>
          <a:ln w="11430">
            <a:solidFill>
              <a:srgbClr val="009E73"/>
            </a:solidFill>
            <a:prstDash val="solid"/>
          </a:ln>
        </p:spPr>
      </p:sp>
      <p:sp>
        <p:nvSpPr>
          <p:cNvPr id="199" name="ellipse_045">
            <a:extLst>
              <a:ext uri="{FF2B5EF4-FFF2-40B4-BE49-F238E27FC236}">
                <ns2:creationId id="{A76C21FB-91AC-4214-9031-3F0C8EA7D64F}"/>
              </a:ext>
            </a:extLst>
          </p:cNvPr>
          <p:cNvSpPr>
            <a:spLocks noGrp="1"/>
          </p:cNvSpPr>
          <p:nvPr/>
        </p:nvSpPr>
        <p:spPr>
          <a:xfrm rot="0">
            <a:off x="6810659" y="6267450"/>
            <a:ext cx="76200" cy="76200"/>
          </a:xfrm>
          <a:prstGeom prst="ellipse">
            <a:avLst/>
          </a:prstGeom>
          <a:solidFill>
            <a:srgbClr val="FFFFFF"/>
          </a:solidFill>
          <a:ln w="17145">
            <a:solidFill>
              <a:srgbClr val="009E73"/>
            </a:solidFill>
            <a:prstDash val="solid"/>
          </a:ln>
        </p:spPr>
      </p:sp>
      <p:sp>
        <p:nvSpPr>
          <p:cNvPr id="200" name="ellipse_046">
            <a:extLst>
              <a:ext uri="{FF2B5EF4-FFF2-40B4-BE49-F238E27FC236}">
                <ns2:creationId id="{7F2FCCEA-04C6-461F-89E6-D695F903764F}"/>
              </a:ext>
            </a:extLst>
          </p:cNvPr>
          <p:cNvSpPr>
            <a:spLocks noGrp="1"/>
          </p:cNvSpPr>
          <p:nvPr/>
        </p:nvSpPr>
        <p:spPr>
          <a:xfrm rot="0">
            <a:off x="7001751" y="6705600"/>
            <a:ext cx="76200" cy="76200"/>
          </a:xfrm>
          <a:prstGeom prst="ellipse">
            <a:avLst/>
          </a:prstGeom>
          <a:solidFill>
            <a:srgbClr val="FFFFFF"/>
          </a:solidFill>
          <a:ln w="17145">
            <a:solidFill>
              <a:srgbClr val="009E73"/>
            </a:solidFill>
            <a:prstDash val="solid"/>
          </a:ln>
        </p:spPr>
      </p:sp>
      <p:sp>
        <p:nvSpPr>
          <p:cNvPr id="201" name="ellipse_047">
            <a:extLst>
              <a:ext uri="{FF2B5EF4-FFF2-40B4-BE49-F238E27FC236}">
                <ns2:creationId id="{8EAD614E-03F2-4D80-B44A-0FC56563ACE2}"/>
              </a:ext>
            </a:extLst>
          </p:cNvPr>
          <p:cNvSpPr>
            <a:spLocks noGrp="1"/>
          </p:cNvSpPr>
          <p:nvPr/>
        </p:nvSpPr>
        <p:spPr>
          <a:xfrm rot="0">
            <a:off x="6831174" y="7143750"/>
            <a:ext cx="76200" cy="76200"/>
          </a:xfrm>
          <a:prstGeom prst="ellipse">
            <a:avLst/>
          </a:prstGeom>
          <a:solidFill>
            <a:srgbClr val="FFFFFF"/>
          </a:solidFill>
          <a:ln w="17145">
            <a:solidFill>
              <a:srgbClr val="009E73"/>
            </a:solidFill>
            <a:prstDash val="solid"/>
          </a:ln>
        </p:spPr>
      </p:sp>
      <p:sp>
        <p:nvSpPr>
          <p:cNvPr id="202" name="ellipse_048">
            <a:extLst>
              <a:ext uri="{FF2B5EF4-FFF2-40B4-BE49-F238E27FC236}">
                <ns2:creationId id="{F9CB9665-0716-4F76-9069-AF164D519C6F}"/>
              </a:ext>
            </a:extLst>
          </p:cNvPr>
          <p:cNvSpPr>
            <a:spLocks noGrp="1"/>
          </p:cNvSpPr>
          <p:nvPr/>
        </p:nvSpPr>
        <p:spPr>
          <a:xfrm rot="0">
            <a:off x="6844168" y="7581900"/>
            <a:ext cx="76200" cy="76200"/>
          </a:xfrm>
          <a:prstGeom prst="ellipse">
            <a:avLst/>
          </a:prstGeom>
          <a:solidFill>
            <a:srgbClr val="FFFFFF"/>
          </a:solidFill>
          <a:ln w="17145">
            <a:solidFill>
              <a:srgbClr val="009E73"/>
            </a:solidFill>
            <a:prstDash val="solid"/>
          </a:ln>
        </p:spPr>
      </p:sp>
      <p:sp>
        <p:nvSpPr>
          <p:cNvPr id="203" name="text_049">
            <a:extLst>
              <a:ext uri="{FF2B5EF4-FFF2-40B4-BE49-F238E27FC236}">
                <ns2:creationId id="{1672EBC0-7C0D-4660-9BA4-6BB2BFA9592E}"/>
              </a:ext>
            </a:extLst>
          </p:cNvPr>
          <p:cNvSpPr>
            <a:spLocks noGrp="1"/>
          </p:cNvSpPr>
          <p:nvPr/>
        </p:nvSpPr>
        <p:spPr>
          <a:xfrm rot="0">
            <a:off x="6763034" y="6048375"/>
            <a:ext cx="228600" cy="200025"/>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C</a:t>
            </a:r>
          </a:p>
        </p:txBody>
      </p:sp>
      <p:sp>
        <p:nvSpPr>
          <p:cNvPr id="204" name="text_050">
            <a:extLst>
              <a:ext uri="{FF2B5EF4-FFF2-40B4-BE49-F238E27FC236}">
                <ns2:creationId id="{63A34883-CB7A-4B7B-B690-3F1566D249A9}"/>
              </a:ext>
            </a:extLst>
          </p:cNvPr>
          <p:cNvSpPr>
            <a:spLocks noGrp="1"/>
          </p:cNvSpPr>
          <p:nvPr/>
        </p:nvSpPr>
        <p:spPr>
          <a:xfrm rot="0">
            <a:off x="4352925" y="7772400"/>
            <a:ext cx="342900" cy="200025"/>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205" name="text_051">
            <a:extLst>
              <a:ext uri="{FF2B5EF4-FFF2-40B4-BE49-F238E27FC236}">
                <ns2:creationId id="{D92648FE-B163-495C-BE7D-44B8FCEAB296}"/>
              </a:ext>
            </a:extLst>
          </p:cNvPr>
          <p:cNvSpPr>
            <a:spLocks noGrp="1"/>
          </p:cNvSpPr>
          <p:nvPr/>
        </p:nvSpPr>
        <p:spPr>
          <a:xfrm rot="0">
            <a:off x="5781675" y="7772400"/>
            <a:ext cx="342900" cy="200025"/>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0.5</a:t>
            </a:r>
          </a:p>
        </p:txBody>
      </p:sp>
      <p:sp>
        <p:nvSpPr>
          <p:cNvPr id="206" name="text_052">
            <a:extLst>
              <a:ext uri="{FF2B5EF4-FFF2-40B4-BE49-F238E27FC236}">
                <ns2:creationId id="{2E837758-8B84-4170-8865-05A9FFF513E8}"/>
              </a:ext>
            </a:extLst>
          </p:cNvPr>
          <p:cNvSpPr>
            <a:spLocks noGrp="1"/>
          </p:cNvSpPr>
          <p:nvPr/>
        </p:nvSpPr>
        <p:spPr>
          <a:xfrm rot="0">
            <a:off x="7210425" y="7772400"/>
            <a:ext cx="342900" cy="200025"/>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1</a:t>
            </a:r>
          </a:p>
        </p:txBody>
      </p:sp>
      <p:sp>
        <p:nvSpPr>
          <p:cNvPr id="207" name="text_053">
            <a:extLst>
              <a:ext uri="{FF2B5EF4-FFF2-40B4-BE49-F238E27FC236}">
                <ns2:creationId id="{4CD812BE-BF74-45FC-8F49-39B08A4D66CC}"/>
              </a:ext>
            </a:extLst>
          </p:cNvPr>
          <p:cNvSpPr>
            <a:spLocks noGrp="1"/>
          </p:cNvSpPr>
          <p:nvPr/>
        </p:nvSpPr>
        <p:spPr>
          <a:xfrm rot="0">
            <a:off x="4010025" y="8020050"/>
            <a:ext cx="3714750" cy="228600"/>
          </a:xfrm>
          <a:prstGeom prst="rect">
            <a:avLst/>
          </a:prstGeom>
          <a:noFill/>
          <a:ln w="0">
            <a:noFill/>
            <a:prstDash val="solid"/>
          </a:ln>
        </p:spPr>
        <p:txBody>
          <a:bodyPr wrap="none" lIns="0" tIns="0" rIns="0" bIns="0" anchor="t">
            <a:noAutofit/>
          </a:bodyPr>
          <a:lstStyle>
            <a:defPPr algn="ctr">
              <a:defRPr sz="1275" b="0">
                <a:solidFill>
                  <a:srgbClr val="000000"/>
                </a:solidFill>
                <a:latin typeface="Arial"/>
                <a:ea typeface="Arial"/>
                <a:cs typeface="Arial"/>
              </a:defRPr>
            </a:defPPr>
            <a:lvl1pPr algn="ctr">
              <a:defRPr sz="1275" b="0">
                <a:solidFill>
                  <a:srgbClr val="000000"/>
                </a:solidFill>
                <a:latin typeface="Arial"/>
                <a:ea typeface="Arial"/>
                <a:cs typeface="Arial"/>
              </a:defRPr>
            </a:lvl1pPr>
            <a:lvl2pPr algn="ctr">
              <a:defRPr sz="1275" b="0">
                <a:solidFill>
                  <a:srgbClr val="000000"/>
                </a:solidFill>
                <a:latin typeface="Arial"/>
                <a:ea typeface="Arial"/>
                <a:cs typeface="Arial"/>
              </a:defRPr>
            </a:lvl2pPr>
            <a:lvl3pPr algn="ctr">
              <a:defRPr sz="1275" b="0">
                <a:solidFill>
                  <a:srgbClr val="000000"/>
                </a:solidFill>
                <a:latin typeface="Arial"/>
                <a:ea typeface="Arial"/>
                <a:cs typeface="Arial"/>
              </a:defRPr>
            </a:lvl3pPr>
            <a:lvl4pPr algn="ctr">
              <a:defRPr sz="1275" b="0">
                <a:solidFill>
                  <a:srgbClr val="000000"/>
                </a:solidFill>
                <a:latin typeface="Arial"/>
                <a:ea typeface="Arial"/>
                <a:cs typeface="Arial"/>
              </a:defRPr>
            </a:lvl4pPr>
            <a:lvl5pPr algn="ctr">
              <a:defRPr sz="1275" b="0">
                <a:solidFill>
                  <a:srgbClr val="000000"/>
                </a:solidFill>
                <a:latin typeface="Arial"/>
                <a:ea typeface="Arial"/>
                <a:cs typeface="Arial"/>
              </a:defRPr>
            </a:lvl5pPr>
            <a:lvl6pPr algn="ctr">
              <a:defRPr sz="1275" b="0">
                <a:solidFill>
                  <a:srgbClr val="000000"/>
                </a:solidFill>
                <a:latin typeface="Arial"/>
                <a:ea typeface="Arial"/>
                <a:cs typeface="Arial"/>
              </a:defRPr>
            </a:lvl6pPr>
            <a:lvl7pPr algn="ctr">
              <a:defRPr sz="1275" b="0">
                <a:solidFill>
                  <a:srgbClr val="000000"/>
                </a:solidFill>
                <a:latin typeface="Arial"/>
                <a:ea typeface="Arial"/>
                <a:cs typeface="Arial"/>
              </a:defRPr>
            </a:lvl7pPr>
            <a:lvl8pPr algn="ctr">
              <a:defRPr sz="1275" b="0">
                <a:solidFill>
                  <a:srgbClr val="000000"/>
                </a:solidFill>
                <a:latin typeface="Arial"/>
                <a:ea typeface="Arial"/>
                <a:cs typeface="Arial"/>
              </a:defRPr>
            </a:lvl8pPr>
            <a:lvl9pPr algn="ctr">
              <a:defRPr sz="1275" b="0">
                <a:solidFill>
                  <a:srgbClr val="000000"/>
                </a:solidFill>
                <a:latin typeface="Arial"/>
                <a:ea typeface="Arial"/>
                <a:cs typeface="Arial"/>
              </a:defRPr>
            </a:lvl9pPr>
          </a:lstStyle>
          <a:p>
            <a:pPr algn="ctr">
              <a:defRPr sz="1275" b="0">
                <a:solidFill>
                  <a:srgbClr val="000000"/>
                </a:solidFill>
                <a:latin typeface="Arial"/>
                <a:ea typeface="Arial"/>
                <a:cs typeface="Arial"/>
              </a:defRPr>
            </a:pPr>
            <a:r>
              <a:rPr sz="1275" b="0">
                <a:solidFill>
                  <a:srgbClr val="000000"/>
                </a:solidFill>
                <a:latin typeface="Arial"/>
                <a:ea typeface="Arial"/>
                <a:cs typeface="Arial"/>
              </a:rPr>
              <a:t>Normalized x along fixed reference axis</a:t>
            </a:r>
          </a:p>
        </p:txBody>
      </p:sp>
      <p:sp>
        <p:nvSpPr>
          <p:cNvPr id="208" name="text_054">
            <a:extLst>
              <a:ext uri="{FF2B5EF4-FFF2-40B4-BE49-F238E27FC236}">
                <ns2:creationId id="{CD010770-2D93-48BA-B285-C5F1D2670940}"/>
              </a:ext>
            </a:extLst>
          </p:cNvPr>
          <p:cNvSpPr>
            <a:spLocks noGrp="1"/>
          </p:cNvSpPr>
          <p:nvPr/>
        </p:nvSpPr>
        <p:spPr>
          <a:xfrm rot="0">
            <a:off x="4010025" y="8439150"/>
            <a:ext cx="3762375" cy="219075"/>
          </a:xfrm>
          <a:prstGeom prst="rect">
            <a:avLst/>
          </a:prstGeom>
          <a:noFill/>
          <a:ln w="0">
            <a:noFill/>
            <a:prstDash val="solid"/>
          </a:ln>
        </p:spPr>
        <p:txBody>
          <a:bodyPr wrap="none" lIns="0" tIns="0" rIns="0" bIns="0" anchor="t">
            <a:noAutofit/>
          </a:bodyPr>
          <a:lstStyle>
            <a:defPPr algn="l">
              <a:defRPr sz="1125" b="0">
                <a:solidFill>
                  <a:srgbClr val="000000"/>
                </a:solidFill>
                <a:latin typeface="Arial"/>
                <a:ea typeface="Arial"/>
                <a:cs typeface="Arial"/>
              </a:defRPr>
            </a:defPPr>
            <a:lvl1pPr algn="l">
              <a:defRPr sz="1125" b="0">
                <a:solidFill>
                  <a:srgbClr val="000000"/>
                </a:solidFill>
                <a:latin typeface="Arial"/>
                <a:ea typeface="Arial"/>
                <a:cs typeface="Arial"/>
              </a:defRPr>
            </a:lvl1pPr>
            <a:lvl2pPr algn="l">
              <a:defRPr sz="1125" b="0">
                <a:solidFill>
                  <a:srgbClr val="000000"/>
                </a:solidFill>
                <a:latin typeface="Arial"/>
                <a:ea typeface="Arial"/>
                <a:cs typeface="Arial"/>
              </a:defRPr>
            </a:lvl2pPr>
            <a:lvl3pPr algn="l">
              <a:defRPr sz="1125" b="0">
                <a:solidFill>
                  <a:srgbClr val="000000"/>
                </a:solidFill>
                <a:latin typeface="Arial"/>
                <a:ea typeface="Arial"/>
                <a:cs typeface="Arial"/>
              </a:defRPr>
            </a:lvl3pPr>
            <a:lvl4pPr algn="l">
              <a:defRPr sz="1125" b="0">
                <a:solidFill>
                  <a:srgbClr val="000000"/>
                </a:solidFill>
                <a:latin typeface="Arial"/>
                <a:ea typeface="Arial"/>
                <a:cs typeface="Arial"/>
              </a:defRPr>
            </a:lvl4pPr>
            <a:lvl5pPr algn="l">
              <a:defRPr sz="1125" b="0">
                <a:solidFill>
                  <a:srgbClr val="000000"/>
                </a:solidFill>
                <a:latin typeface="Arial"/>
                <a:ea typeface="Arial"/>
                <a:cs typeface="Arial"/>
              </a:defRPr>
            </a:lvl5pPr>
            <a:lvl6pPr algn="l">
              <a:defRPr sz="1125" b="0">
                <a:solidFill>
                  <a:srgbClr val="000000"/>
                </a:solidFill>
                <a:latin typeface="Arial"/>
                <a:ea typeface="Arial"/>
                <a:cs typeface="Arial"/>
              </a:defRPr>
            </a:lvl6pPr>
            <a:lvl7pPr algn="l">
              <a:defRPr sz="1125" b="0">
                <a:solidFill>
                  <a:srgbClr val="000000"/>
                </a:solidFill>
                <a:latin typeface="Arial"/>
                <a:ea typeface="Arial"/>
                <a:cs typeface="Arial"/>
              </a:defRPr>
            </a:lvl7pPr>
            <a:lvl8pPr algn="l">
              <a:defRPr sz="1125" b="0">
                <a:solidFill>
                  <a:srgbClr val="000000"/>
                </a:solidFill>
                <a:latin typeface="Arial"/>
                <a:ea typeface="Arial"/>
                <a:cs typeface="Arial"/>
              </a:defRPr>
            </a:lvl8pPr>
            <a:lvl9pPr algn="l">
              <a:defRPr sz="1125" b="0">
                <a:solidFill>
                  <a:srgbClr val="000000"/>
                </a:solidFill>
                <a:latin typeface="Arial"/>
                <a:ea typeface="Arial"/>
                <a:cs typeface="Arial"/>
              </a:defRPr>
            </a:lvl9pPr>
          </a:lstStyle>
          <a:p>
            <a:pPr algn="l">
              <a:defRPr sz="1125" b="0">
                <a:solidFill>
                  <a:srgbClr val="000000"/>
                </a:solidFill>
                <a:latin typeface="Arial"/>
                <a:ea typeface="Arial"/>
                <a:cs typeface="Arial"/>
              </a:defRPr>
            </a:pPr>
            <a:r>
              <a:rPr sz="1125" b="0">
                <a:solidFill>
                  <a:srgbClr val="000000"/>
                </a:solidFill>
                <a:latin typeface="Arial"/>
                <a:ea typeface="Arial"/>
                <a:cs typeface="Arial"/>
              </a:rPr>
              <a:t>f86: H=11.24% L; NMLE(R2)=1.003%</a:t>
            </a:r>
          </a:p>
        </p:txBody>
      </p:sp>
      <p:sp>
        <p:nvSpPr>
          <p:cNvPr id="209" name="text_055">
            <a:extLst>
              <a:ext uri="{FF2B5EF4-FFF2-40B4-BE49-F238E27FC236}">
                <ns2:creationId id="{371D539D-58E7-4C95-A85D-3190BB0FCC4B}"/>
              </a:ext>
            </a:extLst>
          </p:cNvPr>
          <p:cNvSpPr>
            <a:spLocks noGrp="1"/>
          </p:cNvSpPr>
          <p:nvPr/>
        </p:nvSpPr>
        <p:spPr>
          <a:xfrm rot="0">
            <a:off x="7915275" y="5715000"/>
            <a:ext cx="3810000" cy="266700"/>
          </a:xfrm>
          <a:prstGeom prst="rect">
            <a:avLst/>
          </a:prstGeom>
          <a:noFill/>
          <a:ln w="0">
            <a:noFill/>
            <a:prstDash val="solid"/>
          </a:ln>
        </p:spPr>
        <p:txBody>
          <a:bodyPr wrap="none" lIns="0" tIns="0" rIns="0" bIns="0" anchor="t">
            <a:noAutofit/>
          </a:bodyPr>
          <a:lstStyle>
            <a:defPPr algn="l">
              <a:defRPr sz="1650" b="1">
                <a:solidFill>
                  <a:srgbClr val="000000"/>
                </a:solidFill>
                <a:latin typeface="Arial"/>
                <a:ea typeface="Arial"/>
                <a:cs typeface="Arial"/>
              </a:defRPr>
            </a:defPPr>
            <a:lvl1pPr algn="l">
              <a:defRPr sz="1650" b="1">
                <a:solidFill>
                  <a:srgbClr val="000000"/>
                </a:solidFill>
                <a:latin typeface="Arial"/>
                <a:ea typeface="Arial"/>
                <a:cs typeface="Arial"/>
              </a:defRPr>
            </a:lvl1pPr>
            <a:lvl2pPr algn="l">
              <a:defRPr sz="1650" b="1">
                <a:solidFill>
                  <a:srgbClr val="000000"/>
                </a:solidFill>
                <a:latin typeface="Arial"/>
                <a:ea typeface="Arial"/>
                <a:cs typeface="Arial"/>
              </a:defRPr>
            </a:lvl2pPr>
            <a:lvl3pPr algn="l">
              <a:defRPr sz="1650" b="1">
                <a:solidFill>
                  <a:srgbClr val="000000"/>
                </a:solidFill>
                <a:latin typeface="Arial"/>
                <a:ea typeface="Arial"/>
                <a:cs typeface="Arial"/>
              </a:defRPr>
            </a:lvl3pPr>
            <a:lvl4pPr algn="l">
              <a:defRPr sz="1650" b="1">
                <a:solidFill>
                  <a:srgbClr val="000000"/>
                </a:solidFill>
                <a:latin typeface="Arial"/>
                <a:ea typeface="Arial"/>
                <a:cs typeface="Arial"/>
              </a:defRPr>
            </a:lvl4pPr>
            <a:lvl5pPr algn="l">
              <a:defRPr sz="1650" b="1">
                <a:solidFill>
                  <a:srgbClr val="000000"/>
                </a:solidFill>
                <a:latin typeface="Arial"/>
                <a:ea typeface="Arial"/>
                <a:cs typeface="Arial"/>
              </a:defRPr>
            </a:lvl5pPr>
            <a:lvl6pPr algn="l">
              <a:defRPr sz="1650" b="1">
                <a:solidFill>
                  <a:srgbClr val="000000"/>
                </a:solidFill>
                <a:latin typeface="Arial"/>
                <a:ea typeface="Arial"/>
                <a:cs typeface="Arial"/>
              </a:defRPr>
            </a:lvl6pPr>
            <a:lvl7pPr algn="l">
              <a:defRPr sz="1650" b="1">
                <a:solidFill>
                  <a:srgbClr val="000000"/>
                </a:solidFill>
                <a:latin typeface="Arial"/>
                <a:ea typeface="Arial"/>
                <a:cs typeface="Arial"/>
              </a:defRPr>
            </a:lvl7pPr>
            <a:lvl8pPr algn="l">
              <a:defRPr sz="1650" b="1">
                <a:solidFill>
                  <a:srgbClr val="000000"/>
                </a:solidFill>
                <a:latin typeface="Arial"/>
                <a:ea typeface="Arial"/>
                <a:cs typeface="Arial"/>
              </a:defRPr>
            </a:lvl8pPr>
            <a:lvl9pPr algn="l">
              <a:defRPr sz="1650" b="1">
                <a:solidFill>
                  <a:srgbClr val="000000"/>
                </a:solidFill>
                <a:latin typeface="Arial"/>
                <a:ea typeface="Arial"/>
                <a:cs typeface="Arial"/>
              </a:defRPr>
            </a:lvl9pPr>
          </a:lstStyle>
          <a:p>
            <a:pPr algn="l">
              <a:defRPr sz="1650" b="1">
                <a:solidFill>
                  <a:srgbClr val="000000"/>
                </a:solidFill>
                <a:latin typeface="Arial"/>
                <a:ea typeface="Arial"/>
                <a:cs typeface="Arial"/>
              </a:defRPr>
            </a:pPr>
            <a:r>
              <a:rPr sz="1650" b="1">
                <a:solidFill>
                  <a:srgbClr val="000000"/>
                </a:solidFill>
                <a:latin typeface="Arial"/>
                <a:ea typeface="Arial"/>
                <a:cs typeface="Arial"/>
              </a:rPr>
              <a:t>(f) Saved scalar profiles, same frame</a:t>
            </a:r>
          </a:p>
        </p:txBody>
      </p:sp>
      <p:sp>
        <p:nvSpPr>
          <p:cNvPr id="210" name="rect_056">
            <a:extLst>
              <a:ext uri="{FF2B5EF4-FFF2-40B4-BE49-F238E27FC236}">
                <ns2:creationId id="{A1409A1C-7A48-4B37-8F0A-8D70AF17D889}"/>
              </a:ext>
            </a:extLst>
          </p:cNvPr>
          <p:cNvSpPr>
            <a:spLocks noGrp="1"/>
          </p:cNvSpPr>
          <p:nvPr/>
        </p:nvSpPr>
        <p:spPr>
          <a:xfrm rot="0">
            <a:off x="8524875" y="6200775"/>
            <a:ext cx="2924175" cy="1524000"/>
          </a:xfrm>
          <a:prstGeom prst="rect">
            <a:avLst/>
          </a:prstGeom>
          <a:noFill/>
          <a:ln w="6668">
            <a:solidFill>
              <a:srgbClr val="7B8790"/>
            </a:solidFill>
            <a:prstDash val="solid"/>
          </a:ln>
        </p:spPr>
      </p:sp>
      <p:sp>
        <p:nvSpPr>
          <p:cNvPr id="211" name="text_057">
            <a:extLst>
              <a:ext uri="{FF2B5EF4-FFF2-40B4-BE49-F238E27FC236}">
                <ns2:creationId id="{8D8DA81F-28E0-4B4C-98E1-BC2C7F1C14F3}"/>
              </a:ext>
            </a:extLst>
          </p:cNvPr>
          <p:cNvSpPr>
            <a:spLocks noGrp="1"/>
          </p:cNvSpPr>
          <p:nvPr/>
        </p:nvSpPr>
        <p:spPr>
          <a:xfrm rot="0">
            <a:off x="8296275" y="7772400"/>
            <a:ext cx="457200" cy="200025"/>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212" name="line_058">
            <a:extLst>
              <a:ext uri="{FF2B5EF4-FFF2-40B4-BE49-F238E27FC236}">
                <ns2:creationId id="{C5FE29E2-995C-4ABE-8850-B829CC96B89D}"/>
              </a:ext>
            </a:extLst>
          </p:cNvPr>
          <p:cNvSpPr>
            <a:spLocks noGrp="1"/>
          </p:cNvSpPr>
          <p:nvPr/>
        </p:nvSpPr>
        <p:spPr>
          <a:xfrm>
            <a:off x="8524875" y="7724775"/>
            <a:ext cx="95" cy="38100"/>
          </a:xfrm>
          <a:custGeom>
            <a:pathLst>
              <a:path w="95" h="38100">
                <a:moveTo>
                  <a:pt x="0" y="0"/>
                </a:moveTo>
                <a:lnTo>
                  <a:pt x="0" y="38100"/>
                </a:lnTo>
              </a:path>
            </a:pathLst>
          </a:custGeom>
          <a:noFill/>
          <a:ln w="6668">
            <a:solidFill>
              <a:srgbClr val="000000"/>
            </a:solidFill>
            <a:prstDash val="solid"/>
          </a:ln>
        </p:spPr>
      </p:sp>
      <p:sp>
        <p:nvSpPr>
          <p:cNvPr id="213" name="text_059">
            <a:extLst>
              <a:ext uri="{FF2B5EF4-FFF2-40B4-BE49-F238E27FC236}">
                <ns2:creationId id="{E271F3AE-7DCF-4ED9-88CD-4795000FD6E8}"/>
              </a:ext>
            </a:extLst>
          </p:cNvPr>
          <p:cNvSpPr>
            <a:spLocks noGrp="1"/>
          </p:cNvSpPr>
          <p:nvPr/>
        </p:nvSpPr>
        <p:spPr>
          <a:xfrm rot="0">
            <a:off x="9758363" y="7772400"/>
            <a:ext cx="457200" cy="200025"/>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0.5</a:t>
            </a:r>
          </a:p>
        </p:txBody>
      </p:sp>
      <p:sp>
        <p:nvSpPr>
          <p:cNvPr id="214" name="line_060">
            <a:extLst>
              <a:ext uri="{FF2B5EF4-FFF2-40B4-BE49-F238E27FC236}">
                <ns2:creationId id="{7E78C108-994B-4684-9348-C9BF780060C7}"/>
              </a:ext>
            </a:extLst>
          </p:cNvPr>
          <p:cNvSpPr>
            <a:spLocks noGrp="1"/>
          </p:cNvSpPr>
          <p:nvPr/>
        </p:nvSpPr>
        <p:spPr>
          <a:xfrm>
            <a:off x="9986963" y="7724775"/>
            <a:ext cx="95" cy="38100"/>
          </a:xfrm>
          <a:custGeom>
            <a:pathLst>
              <a:path w="95" h="38100">
                <a:moveTo>
                  <a:pt x="0" y="0"/>
                </a:moveTo>
                <a:lnTo>
                  <a:pt x="0" y="38100"/>
                </a:lnTo>
              </a:path>
            </a:pathLst>
          </a:custGeom>
          <a:noFill/>
          <a:ln w="6668">
            <a:solidFill>
              <a:srgbClr val="000000"/>
            </a:solidFill>
            <a:prstDash val="solid"/>
          </a:ln>
        </p:spPr>
      </p:sp>
      <p:sp>
        <p:nvSpPr>
          <p:cNvPr id="215" name="text_061">
            <a:extLst>
              <a:ext uri="{FF2B5EF4-FFF2-40B4-BE49-F238E27FC236}">
                <ns2:creationId id="{24A7B85D-15D6-414D-A72F-AA5763FF1429}"/>
              </a:ext>
            </a:extLst>
          </p:cNvPr>
          <p:cNvSpPr>
            <a:spLocks noGrp="1"/>
          </p:cNvSpPr>
          <p:nvPr/>
        </p:nvSpPr>
        <p:spPr>
          <a:xfrm rot="0">
            <a:off x="11220450" y="7772400"/>
            <a:ext cx="457200" cy="200025"/>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1</a:t>
            </a:r>
          </a:p>
        </p:txBody>
      </p:sp>
      <p:sp>
        <p:nvSpPr>
          <p:cNvPr id="216" name="line_062">
            <a:extLst>
              <a:ext uri="{FF2B5EF4-FFF2-40B4-BE49-F238E27FC236}">
                <ns2:creationId id="{C0848030-C3FB-4438-B4BF-BC59A5F7DD64}"/>
              </a:ext>
            </a:extLst>
          </p:cNvPr>
          <p:cNvSpPr>
            <a:spLocks noGrp="1"/>
          </p:cNvSpPr>
          <p:nvPr/>
        </p:nvSpPr>
        <p:spPr>
          <a:xfrm>
            <a:off x="11449050" y="7724775"/>
            <a:ext cx="95" cy="38100"/>
          </a:xfrm>
          <a:custGeom>
            <a:pathLst>
              <a:path w="95" h="38100">
                <a:moveTo>
                  <a:pt x="0" y="0"/>
                </a:moveTo>
                <a:lnTo>
                  <a:pt x="0" y="38100"/>
                </a:lnTo>
              </a:path>
            </a:pathLst>
          </a:custGeom>
          <a:noFill/>
          <a:ln w="6668">
            <a:solidFill>
              <a:srgbClr val="000000"/>
            </a:solidFill>
            <a:prstDash val="solid"/>
          </a:ln>
        </p:spPr>
      </p:sp>
      <p:sp>
        <p:nvSpPr>
          <p:cNvPr id="217" name="text_063">
            <a:extLst>
              <a:ext uri="{FF2B5EF4-FFF2-40B4-BE49-F238E27FC236}">
                <ns2:creationId id="{D75A5F28-204E-4CE5-B933-883B9B68ECEE}"/>
              </a:ext>
            </a:extLst>
          </p:cNvPr>
          <p:cNvSpPr>
            <a:spLocks noGrp="1"/>
          </p:cNvSpPr>
          <p:nvPr/>
        </p:nvSpPr>
        <p:spPr>
          <a:xfrm rot="0">
            <a:off x="8001000" y="7638597"/>
            <a:ext cx="457200" cy="200025"/>
          </a:xfrm>
          <a:prstGeom prst="rect">
            <a:avLst/>
          </a:prstGeom>
          <a:noFill/>
          <a:ln w="0">
            <a:noFill/>
            <a:prstDash val="solid"/>
          </a:ln>
        </p:spPr>
        <p:txBody>
          <a:bodyPr wrap="none" lIns="0" tIns="0" rIns="0" bIns="0" anchor="t">
            <a:noAutofit/>
          </a:bodyPr>
          <a:lstStyle>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a:pPr algn="r">
              <a:defRPr sz="1200" b="0">
                <a:solidFill>
                  <a:srgbClr val="000000"/>
                </a:solidFill>
                <a:latin typeface="Arial"/>
                <a:ea typeface="Arial"/>
                <a:cs typeface="Arial"/>
              </a:defRPr>
            </a:pPr>
            <a:r>
              <a:rPr sz="1200" b="0">
                <a:solidFill>
                  <a:srgbClr val="000000"/>
                </a:solidFill>
                <a:latin typeface="Arial"/>
                <a:ea typeface="Arial"/>
                <a:cs typeface="Arial"/>
              </a:rPr>
              <a:t>-2.11</a:t>
            </a:r>
          </a:p>
        </p:txBody>
      </p:sp>
      <p:sp>
        <p:nvSpPr>
          <p:cNvPr id="218" name="line_064">
            <a:extLst>
              <a:ext uri="{FF2B5EF4-FFF2-40B4-BE49-F238E27FC236}">
                <ns2:creationId id="{0D0C371E-ECE0-41C8-94B1-07727FAA72C7}"/>
              </a:ext>
            </a:extLst>
          </p:cNvPr>
          <p:cNvSpPr>
            <a:spLocks noGrp="1"/>
          </p:cNvSpPr>
          <p:nvPr/>
        </p:nvSpPr>
        <p:spPr>
          <a:xfrm>
            <a:off x="8486775" y="7724322"/>
            <a:ext cx="38100" cy="95"/>
          </a:xfrm>
          <a:custGeom>
            <a:pathLst>
              <a:path w="38100" h="95">
                <a:moveTo>
                  <a:pt x="0" y="0"/>
                </a:moveTo>
                <a:lnTo>
                  <a:pt x="38100" y="0"/>
                </a:lnTo>
              </a:path>
            </a:pathLst>
          </a:custGeom>
          <a:noFill/>
          <a:ln w="6668">
            <a:solidFill>
              <a:srgbClr val="000000"/>
            </a:solidFill>
            <a:prstDash val="solid"/>
          </a:ln>
        </p:spPr>
      </p:sp>
      <p:sp>
        <p:nvSpPr>
          <p:cNvPr id="219" name="text_065">
            <a:extLst>
              <a:ext uri="{FF2B5EF4-FFF2-40B4-BE49-F238E27FC236}">
                <ns2:creationId id="{A68BF60D-BA27-4D0E-BCB2-BC5BF920B4F6}"/>
              </a:ext>
            </a:extLst>
          </p:cNvPr>
          <p:cNvSpPr>
            <a:spLocks noGrp="1"/>
          </p:cNvSpPr>
          <p:nvPr/>
        </p:nvSpPr>
        <p:spPr>
          <a:xfrm rot="0">
            <a:off x="8001000" y="7217971"/>
            <a:ext cx="457200" cy="200025"/>
          </a:xfrm>
          <a:prstGeom prst="rect">
            <a:avLst/>
          </a:prstGeom>
          <a:noFill/>
          <a:ln w="0">
            <a:noFill/>
            <a:prstDash val="solid"/>
          </a:ln>
        </p:spPr>
        <p:txBody>
          <a:bodyPr wrap="none" lIns="0" tIns="0" rIns="0" bIns="0" anchor="t">
            <a:noAutofit/>
          </a:bodyPr>
          <a:lstStyle>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a:pPr algn="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220" name="line_066">
            <a:extLst>
              <a:ext uri="{FF2B5EF4-FFF2-40B4-BE49-F238E27FC236}">
                <ns2:creationId id="{17413A31-C99A-40F1-B306-E285AFAC8DB3}"/>
              </a:ext>
            </a:extLst>
          </p:cNvPr>
          <p:cNvSpPr>
            <a:spLocks noGrp="1"/>
          </p:cNvSpPr>
          <p:nvPr/>
        </p:nvSpPr>
        <p:spPr>
          <a:xfrm>
            <a:off x="8486775" y="7303696"/>
            <a:ext cx="38100" cy="95"/>
          </a:xfrm>
          <a:custGeom>
            <a:pathLst>
              <a:path w="38100" h="95">
                <a:moveTo>
                  <a:pt x="0" y="0"/>
                </a:moveTo>
                <a:lnTo>
                  <a:pt x="38100" y="0"/>
                </a:lnTo>
              </a:path>
            </a:pathLst>
          </a:custGeom>
          <a:noFill/>
          <a:ln w="6668">
            <a:solidFill>
              <a:srgbClr val="000000"/>
            </a:solidFill>
            <a:prstDash val="solid"/>
          </a:ln>
        </p:spPr>
      </p:sp>
      <p:sp>
        <p:nvSpPr>
          <p:cNvPr id="221" name="text_067">
            <a:extLst>
              <a:ext uri="{FF2B5EF4-FFF2-40B4-BE49-F238E27FC236}">
                <ns2:creationId id="{AC0EDB2A-BBC5-47D6-9A3A-4DAFAE2B9E3B}"/>
              </a:ext>
            </a:extLst>
          </p:cNvPr>
          <p:cNvSpPr>
            <a:spLocks noGrp="1"/>
          </p:cNvSpPr>
          <p:nvPr/>
        </p:nvSpPr>
        <p:spPr>
          <a:xfrm rot="0">
            <a:off x="8001000" y="6115574"/>
            <a:ext cx="457200" cy="200025"/>
          </a:xfrm>
          <a:prstGeom prst="rect">
            <a:avLst/>
          </a:prstGeom>
          <a:noFill/>
          <a:ln w="0">
            <a:noFill/>
            <a:prstDash val="solid"/>
          </a:ln>
        </p:spPr>
        <p:txBody>
          <a:bodyPr wrap="none" lIns="0" tIns="0" rIns="0" bIns="0" anchor="t">
            <a:noAutofit/>
          </a:bodyPr>
          <a:lstStyle>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a:pPr algn="r">
              <a:defRPr sz="1200" b="0">
                <a:solidFill>
                  <a:srgbClr val="000000"/>
                </a:solidFill>
                <a:latin typeface="Arial"/>
                <a:ea typeface="Arial"/>
                <a:cs typeface="Arial"/>
              </a:defRPr>
            </a:pPr>
            <a:r>
              <a:rPr sz="1200" b="0">
                <a:solidFill>
                  <a:srgbClr val="000000"/>
                </a:solidFill>
                <a:latin typeface="Arial"/>
                <a:ea typeface="Arial"/>
                <a:cs typeface="Arial"/>
              </a:rPr>
              <a:t>5.53</a:t>
            </a:r>
          </a:p>
        </p:txBody>
      </p:sp>
      <p:sp>
        <p:nvSpPr>
          <p:cNvPr id="222" name="line_068">
            <a:extLst>
              <a:ext uri="{FF2B5EF4-FFF2-40B4-BE49-F238E27FC236}">
                <ns2:creationId id="{2EF0C38F-FE42-4B9C-A9E9-018AD974F0F2}"/>
              </a:ext>
            </a:extLst>
          </p:cNvPr>
          <p:cNvSpPr>
            <a:spLocks noGrp="1"/>
          </p:cNvSpPr>
          <p:nvPr/>
        </p:nvSpPr>
        <p:spPr>
          <a:xfrm>
            <a:off x="8486775" y="6201299"/>
            <a:ext cx="38100" cy="95"/>
          </a:xfrm>
          <a:custGeom>
            <a:pathLst>
              <a:path w="38100" h="95">
                <a:moveTo>
                  <a:pt x="0" y="0"/>
                </a:moveTo>
                <a:lnTo>
                  <a:pt x="38100" y="0"/>
                </a:lnTo>
              </a:path>
            </a:pathLst>
          </a:custGeom>
          <a:noFill/>
          <a:ln w="6668">
            <a:solidFill>
              <a:srgbClr val="000000"/>
            </a:solidFill>
            <a:prstDash val="solid"/>
          </a:ln>
        </p:spPr>
      </p:sp>
      <p:sp>
        <p:nvSpPr>
          <p:cNvPr id="223" name="text_069">
            <a:extLst>
              <a:ext uri="{FF2B5EF4-FFF2-40B4-BE49-F238E27FC236}">
                <ns2:creationId id="{A3774B5B-753E-425B-B9F5-94349B2B476E}"/>
              </a:ext>
            </a:extLst>
          </p:cNvPr>
          <p:cNvSpPr>
            <a:spLocks noGrp="1"/>
          </p:cNvSpPr>
          <p:nvPr/>
        </p:nvSpPr>
        <p:spPr>
          <a:xfrm rot="0">
            <a:off x="8524875" y="8010525"/>
            <a:ext cx="2924175" cy="228600"/>
          </a:xfrm>
          <a:prstGeom prst="rect">
            <a:avLst/>
          </a:prstGeom>
          <a:noFill/>
          <a:ln w="0">
            <a:noFill/>
            <a:prstDash val="solid"/>
          </a:ln>
        </p:spPr>
        <p:txBody>
          <a:bodyPr wrap="none" lIns="0" tIns="0" rIns="0" bIns="0" anchor="t">
            <a:noAutofit/>
          </a:bodyPr>
          <a:lstStyle>
            <a:defPPr algn="ctr">
              <a:defRPr sz="1275" b="0">
                <a:solidFill>
                  <a:srgbClr val="000000"/>
                </a:solidFill>
                <a:latin typeface="Arial"/>
                <a:ea typeface="Arial"/>
                <a:cs typeface="Arial"/>
              </a:defRPr>
            </a:defPPr>
            <a:lvl1pPr algn="ctr">
              <a:defRPr sz="1275" b="0">
                <a:solidFill>
                  <a:srgbClr val="000000"/>
                </a:solidFill>
                <a:latin typeface="Arial"/>
                <a:ea typeface="Arial"/>
                <a:cs typeface="Arial"/>
              </a:defRPr>
            </a:lvl1pPr>
            <a:lvl2pPr algn="ctr">
              <a:defRPr sz="1275" b="0">
                <a:solidFill>
                  <a:srgbClr val="000000"/>
                </a:solidFill>
                <a:latin typeface="Arial"/>
                <a:ea typeface="Arial"/>
                <a:cs typeface="Arial"/>
              </a:defRPr>
            </a:lvl2pPr>
            <a:lvl3pPr algn="ctr">
              <a:defRPr sz="1275" b="0">
                <a:solidFill>
                  <a:srgbClr val="000000"/>
                </a:solidFill>
                <a:latin typeface="Arial"/>
                <a:ea typeface="Arial"/>
                <a:cs typeface="Arial"/>
              </a:defRPr>
            </a:lvl3pPr>
            <a:lvl4pPr algn="ctr">
              <a:defRPr sz="1275" b="0">
                <a:solidFill>
                  <a:srgbClr val="000000"/>
                </a:solidFill>
                <a:latin typeface="Arial"/>
                <a:ea typeface="Arial"/>
                <a:cs typeface="Arial"/>
              </a:defRPr>
            </a:lvl4pPr>
            <a:lvl5pPr algn="ctr">
              <a:defRPr sz="1275" b="0">
                <a:solidFill>
                  <a:srgbClr val="000000"/>
                </a:solidFill>
                <a:latin typeface="Arial"/>
                <a:ea typeface="Arial"/>
                <a:cs typeface="Arial"/>
              </a:defRPr>
            </a:lvl5pPr>
            <a:lvl6pPr algn="ctr">
              <a:defRPr sz="1275" b="0">
                <a:solidFill>
                  <a:srgbClr val="000000"/>
                </a:solidFill>
                <a:latin typeface="Arial"/>
                <a:ea typeface="Arial"/>
                <a:cs typeface="Arial"/>
              </a:defRPr>
            </a:lvl6pPr>
            <a:lvl7pPr algn="ctr">
              <a:defRPr sz="1275" b="0">
                <a:solidFill>
                  <a:srgbClr val="000000"/>
                </a:solidFill>
                <a:latin typeface="Arial"/>
                <a:ea typeface="Arial"/>
                <a:cs typeface="Arial"/>
              </a:defRPr>
            </a:lvl7pPr>
            <a:lvl8pPr algn="ctr">
              <a:defRPr sz="1275" b="0">
                <a:solidFill>
                  <a:srgbClr val="000000"/>
                </a:solidFill>
                <a:latin typeface="Arial"/>
                <a:ea typeface="Arial"/>
                <a:cs typeface="Arial"/>
              </a:defRPr>
            </a:lvl8pPr>
            <a:lvl9pPr algn="ctr">
              <a:defRPr sz="1275" b="0">
                <a:solidFill>
                  <a:srgbClr val="000000"/>
                </a:solidFill>
                <a:latin typeface="Arial"/>
                <a:ea typeface="Arial"/>
                <a:cs typeface="Arial"/>
              </a:defRPr>
            </a:lvl9pPr>
          </a:lstStyle>
          <a:p>
            <a:pPr algn="ctr">
              <a:defRPr sz="1275" b="0">
                <a:solidFill>
                  <a:srgbClr val="000000"/>
                </a:solidFill>
                <a:latin typeface="Arial"/>
                <a:ea typeface="Arial"/>
                <a:cs typeface="Arial"/>
              </a:defRPr>
            </a:pPr>
            <a:r>
              <a:rPr sz="1275" b="0">
                <a:solidFill>
                  <a:srgbClr val="000000"/>
                </a:solidFill>
                <a:latin typeface="Arial"/>
                <a:ea typeface="Arial"/>
                <a:cs typeface="Arial"/>
              </a:rPr>
              <a:t>Normalized reference coordinate</a:t>
            </a:r>
          </a:p>
        </p:txBody>
      </p:sp>
      <p:sp>
        <p:nvSpPr>
          <p:cNvPr id="224" name="complete_saved_P_Q_profile">
            <a:extLst>
              <a:ext uri="{FF2B5EF4-FFF2-40B4-BE49-F238E27FC236}">
                <ns2:creationId id="{4EFEC1EF-9D7A-4249-9CF0-8C60982AB9F3}"/>
              </a:ext>
            </a:extLst>
          </p:cNvPr>
          <p:cNvSpPr>
            <a:spLocks noGrp="1"/>
          </p:cNvSpPr>
          <p:nvPr/>
        </p:nvSpPr>
        <p:spPr>
          <a:xfrm>
            <a:off x="8524875" y="6200775"/>
            <a:ext cx="2924175" cy="1524000"/>
          </a:xfrm>
          <a:custGeom>
            <a:pathLst>
              <a:path w="2924175" h="1524000">
                <a:moveTo>
                  <a:pt x="0" y="1524000"/>
                </a:moveTo>
                <a:lnTo>
                  <a:pt x="2499" y="1274395"/>
                </a:lnTo>
                <a:lnTo>
                  <a:pt x="6425" y="1199462"/>
                </a:lnTo>
                <a:lnTo>
                  <a:pt x="15617" y="1147112"/>
                </a:lnTo>
                <a:lnTo>
                  <a:pt x="19544" y="1139103"/>
                </a:lnTo>
                <a:lnTo>
                  <a:pt x="30431" y="1128165"/>
                </a:lnTo>
                <a:lnTo>
                  <a:pt x="47655" y="1120415"/>
                </a:lnTo>
                <a:lnTo>
                  <a:pt x="69698" y="1116311"/>
                </a:lnTo>
                <a:lnTo>
                  <a:pt x="156351" y="1111314"/>
                </a:lnTo>
                <a:lnTo>
                  <a:pt x="531968" y="1102951"/>
                </a:lnTo>
                <a:lnTo>
                  <a:pt x="532147" y="1006382"/>
                </a:lnTo>
                <a:lnTo>
                  <a:pt x="532236" y="1102939"/>
                </a:lnTo>
                <a:lnTo>
                  <a:pt x="541874" y="1102921"/>
                </a:lnTo>
                <a:lnTo>
                  <a:pt x="542053" y="1071372"/>
                </a:lnTo>
                <a:lnTo>
                  <a:pt x="542410" y="1102921"/>
                </a:lnTo>
                <a:lnTo>
                  <a:pt x="548121" y="1100760"/>
                </a:lnTo>
                <a:lnTo>
                  <a:pt x="550263" y="1096131"/>
                </a:lnTo>
                <a:lnTo>
                  <a:pt x="552137" y="1057084"/>
                </a:lnTo>
                <a:lnTo>
                  <a:pt x="552940" y="229346"/>
                </a:lnTo>
                <a:lnTo>
                  <a:pt x="554100" y="999632"/>
                </a:lnTo>
                <a:lnTo>
                  <a:pt x="555439" y="1057052"/>
                </a:lnTo>
                <a:lnTo>
                  <a:pt x="562043" y="1039785"/>
                </a:lnTo>
                <a:lnTo>
                  <a:pt x="562310" y="1031419"/>
                </a:lnTo>
                <a:lnTo>
                  <a:pt x="565166" y="807359"/>
                </a:lnTo>
                <a:lnTo>
                  <a:pt x="565345" y="0"/>
                </a:lnTo>
                <a:lnTo>
                  <a:pt x="565523" y="344437"/>
                </a:lnTo>
                <a:lnTo>
                  <a:pt x="570431" y="807287"/>
                </a:lnTo>
                <a:lnTo>
                  <a:pt x="575429" y="157095"/>
                </a:lnTo>
                <a:lnTo>
                  <a:pt x="577838" y="1039831"/>
                </a:lnTo>
                <a:lnTo>
                  <a:pt x="585246" y="1002132"/>
                </a:lnTo>
                <a:lnTo>
                  <a:pt x="585424" y="925782"/>
                </a:lnTo>
                <a:lnTo>
                  <a:pt x="585513" y="999541"/>
                </a:lnTo>
                <a:lnTo>
                  <a:pt x="590868" y="956896"/>
                </a:lnTo>
                <a:lnTo>
                  <a:pt x="595062" y="898950"/>
                </a:lnTo>
                <a:lnTo>
                  <a:pt x="595151" y="853211"/>
                </a:lnTo>
                <a:lnTo>
                  <a:pt x="595241" y="898333"/>
                </a:lnTo>
                <a:lnTo>
                  <a:pt x="604879" y="896986"/>
                </a:lnTo>
                <a:lnTo>
                  <a:pt x="604968" y="854437"/>
                </a:lnTo>
                <a:lnTo>
                  <a:pt x="605057" y="896281"/>
                </a:lnTo>
                <a:lnTo>
                  <a:pt x="610144" y="867579"/>
                </a:lnTo>
                <a:lnTo>
                  <a:pt x="614606" y="825158"/>
                </a:lnTo>
                <a:lnTo>
                  <a:pt x="614784" y="750847"/>
                </a:lnTo>
                <a:lnTo>
                  <a:pt x="614963" y="824562"/>
                </a:lnTo>
                <a:lnTo>
                  <a:pt x="619871" y="824850"/>
                </a:lnTo>
                <a:lnTo>
                  <a:pt x="624779" y="750663"/>
                </a:lnTo>
                <a:lnTo>
                  <a:pt x="629420" y="1001441"/>
                </a:lnTo>
                <a:lnTo>
                  <a:pt x="634596" y="927551"/>
                </a:lnTo>
                <a:lnTo>
                  <a:pt x="634864" y="581205"/>
                </a:lnTo>
                <a:lnTo>
                  <a:pt x="635488" y="927422"/>
                </a:lnTo>
                <a:lnTo>
                  <a:pt x="640397" y="927436"/>
                </a:lnTo>
                <a:lnTo>
                  <a:pt x="645216" y="870580"/>
                </a:lnTo>
                <a:lnTo>
                  <a:pt x="645483" y="533202"/>
                </a:lnTo>
                <a:lnTo>
                  <a:pt x="645751" y="893369"/>
                </a:lnTo>
                <a:lnTo>
                  <a:pt x="648339" y="946948"/>
                </a:lnTo>
                <a:lnTo>
                  <a:pt x="657353" y="997570"/>
                </a:lnTo>
                <a:lnTo>
                  <a:pt x="677075" y="1049987"/>
                </a:lnTo>
                <a:lnTo>
                  <a:pt x="677253" y="1011423"/>
                </a:lnTo>
                <a:lnTo>
                  <a:pt x="677343" y="1049997"/>
                </a:lnTo>
                <a:lnTo>
                  <a:pt x="686892" y="1055185"/>
                </a:lnTo>
                <a:lnTo>
                  <a:pt x="686981" y="1014790"/>
                </a:lnTo>
                <a:lnTo>
                  <a:pt x="687070" y="1055185"/>
                </a:lnTo>
                <a:lnTo>
                  <a:pt x="718483" y="1072409"/>
                </a:lnTo>
                <a:lnTo>
                  <a:pt x="739544" y="1061229"/>
                </a:lnTo>
                <a:lnTo>
                  <a:pt x="739722" y="978725"/>
                </a:lnTo>
                <a:lnTo>
                  <a:pt x="739812" y="1061212"/>
                </a:lnTo>
                <a:lnTo>
                  <a:pt x="784611" y="1059122"/>
                </a:lnTo>
                <a:lnTo>
                  <a:pt x="784789" y="986910"/>
                </a:lnTo>
                <a:lnTo>
                  <a:pt x="784879" y="1059120"/>
                </a:lnTo>
                <a:lnTo>
                  <a:pt x="1005751" y="1040487"/>
                </a:lnTo>
                <a:lnTo>
                  <a:pt x="1006465" y="984750"/>
                </a:lnTo>
                <a:lnTo>
                  <a:pt x="1006733" y="1040409"/>
                </a:lnTo>
                <a:lnTo>
                  <a:pt x="1016282" y="1040389"/>
                </a:lnTo>
                <a:lnTo>
                  <a:pt x="1016549" y="984675"/>
                </a:lnTo>
                <a:lnTo>
                  <a:pt x="1016906" y="1040333"/>
                </a:lnTo>
                <a:lnTo>
                  <a:pt x="1031274" y="1040389"/>
                </a:lnTo>
                <a:lnTo>
                  <a:pt x="1038414" y="1023515"/>
                </a:lnTo>
                <a:lnTo>
                  <a:pt x="1045553" y="1017890"/>
                </a:lnTo>
                <a:lnTo>
                  <a:pt x="1047070" y="910945"/>
                </a:lnTo>
                <a:lnTo>
                  <a:pt x="1049837" y="1040376"/>
                </a:lnTo>
                <a:lnTo>
                  <a:pt x="1068220" y="1068981"/>
                </a:lnTo>
                <a:lnTo>
                  <a:pt x="1076252" y="1048148"/>
                </a:lnTo>
                <a:lnTo>
                  <a:pt x="1083570" y="1001233"/>
                </a:lnTo>
                <a:lnTo>
                  <a:pt x="1083748" y="837440"/>
                </a:lnTo>
                <a:lnTo>
                  <a:pt x="1084284" y="1001071"/>
                </a:lnTo>
                <a:lnTo>
                  <a:pt x="1126763" y="996212"/>
                </a:lnTo>
                <a:lnTo>
                  <a:pt x="1127030" y="840719"/>
                </a:lnTo>
                <a:lnTo>
                  <a:pt x="1127387" y="995219"/>
                </a:lnTo>
                <a:lnTo>
                  <a:pt x="1435895" y="995482"/>
                </a:lnTo>
                <a:lnTo>
                  <a:pt x="1436074" y="936068"/>
                </a:lnTo>
                <a:lnTo>
                  <a:pt x="1436520" y="1001043"/>
                </a:lnTo>
                <a:lnTo>
                  <a:pt x="1445801" y="1064154"/>
                </a:lnTo>
                <a:lnTo>
                  <a:pt x="1446247" y="967723"/>
                </a:lnTo>
                <a:lnTo>
                  <a:pt x="1447407" y="1064116"/>
                </a:lnTo>
                <a:lnTo>
                  <a:pt x="1457045" y="1065406"/>
                </a:lnTo>
                <a:lnTo>
                  <a:pt x="1457492" y="967525"/>
                </a:lnTo>
                <a:lnTo>
                  <a:pt x="1458741" y="1065409"/>
                </a:lnTo>
                <a:lnTo>
                  <a:pt x="1566902" y="1073415"/>
                </a:lnTo>
                <a:lnTo>
                  <a:pt x="1568062" y="982527"/>
                </a:lnTo>
                <a:lnTo>
                  <a:pt x="1568597" y="1073431"/>
                </a:lnTo>
                <a:lnTo>
                  <a:pt x="1578146" y="1073739"/>
                </a:lnTo>
                <a:lnTo>
                  <a:pt x="1578592" y="983600"/>
                </a:lnTo>
                <a:lnTo>
                  <a:pt x="1579842" y="1073717"/>
                </a:lnTo>
                <a:lnTo>
                  <a:pt x="1834358" y="1087962"/>
                </a:lnTo>
                <a:lnTo>
                  <a:pt x="1854170" y="1083254"/>
                </a:lnTo>
                <a:lnTo>
                  <a:pt x="1856312" y="888722"/>
                </a:lnTo>
                <a:lnTo>
                  <a:pt x="1857026" y="1048686"/>
                </a:lnTo>
                <a:lnTo>
                  <a:pt x="1861934" y="1083203"/>
                </a:lnTo>
                <a:lnTo>
                  <a:pt x="1866753" y="1044997"/>
                </a:lnTo>
                <a:lnTo>
                  <a:pt x="1867467" y="897531"/>
                </a:lnTo>
                <a:lnTo>
                  <a:pt x="1868716" y="1067258"/>
                </a:lnTo>
                <a:lnTo>
                  <a:pt x="1869609" y="1083123"/>
                </a:lnTo>
                <a:lnTo>
                  <a:pt x="1875231" y="1087983"/>
                </a:lnTo>
                <a:lnTo>
                  <a:pt x="1947873" y="1096042"/>
                </a:lnTo>
                <a:lnTo>
                  <a:pt x="1962063" y="1095205"/>
                </a:lnTo>
                <a:lnTo>
                  <a:pt x="1966257" y="1075642"/>
                </a:lnTo>
                <a:lnTo>
                  <a:pt x="1967417" y="1014281"/>
                </a:lnTo>
                <a:lnTo>
                  <a:pt x="1970005" y="1095209"/>
                </a:lnTo>
                <a:lnTo>
                  <a:pt x="1979554" y="1095108"/>
                </a:lnTo>
                <a:lnTo>
                  <a:pt x="1981696" y="1014324"/>
                </a:lnTo>
                <a:lnTo>
                  <a:pt x="1983213" y="1081252"/>
                </a:lnTo>
                <a:lnTo>
                  <a:pt x="1987497" y="1095107"/>
                </a:lnTo>
                <a:lnTo>
                  <a:pt x="2261289" y="1092203"/>
                </a:lnTo>
                <a:lnTo>
                  <a:pt x="2516520" y="1082893"/>
                </a:lnTo>
                <a:lnTo>
                  <a:pt x="2517680" y="1033748"/>
                </a:lnTo>
                <a:lnTo>
                  <a:pt x="2518126" y="1082884"/>
                </a:lnTo>
                <a:lnTo>
                  <a:pt x="2527764" y="1082402"/>
                </a:lnTo>
                <a:lnTo>
                  <a:pt x="2528835" y="1035484"/>
                </a:lnTo>
                <a:lnTo>
                  <a:pt x="2529192" y="1070931"/>
                </a:lnTo>
                <a:lnTo>
                  <a:pt x="2534101" y="1082481"/>
                </a:lnTo>
                <a:lnTo>
                  <a:pt x="2538920" y="1082391"/>
                </a:lnTo>
                <a:lnTo>
                  <a:pt x="2539812" y="946660"/>
                </a:lnTo>
                <a:lnTo>
                  <a:pt x="2540437" y="1091428"/>
                </a:lnTo>
                <a:lnTo>
                  <a:pt x="2541151" y="1096130"/>
                </a:lnTo>
                <a:lnTo>
                  <a:pt x="2547219" y="1101112"/>
                </a:lnTo>
                <a:lnTo>
                  <a:pt x="2550253" y="946257"/>
                </a:lnTo>
                <a:lnTo>
                  <a:pt x="2551503" y="1059764"/>
                </a:lnTo>
                <a:lnTo>
                  <a:pt x="2556411" y="1059797"/>
                </a:lnTo>
                <a:lnTo>
                  <a:pt x="2561230" y="1023114"/>
                </a:lnTo>
                <a:lnTo>
                  <a:pt x="2561587" y="951659"/>
                </a:lnTo>
                <a:lnTo>
                  <a:pt x="2562479" y="1054011"/>
                </a:lnTo>
                <a:lnTo>
                  <a:pt x="2566584" y="1099534"/>
                </a:lnTo>
                <a:lnTo>
                  <a:pt x="2572385" y="1090747"/>
                </a:lnTo>
                <a:lnTo>
                  <a:pt x="2574170" y="998513"/>
                </a:lnTo>
                <a:lnTo>
                  <a:pt x="2575241" y="1069189"/>
                </a:lnTo>
                <a:lnTo>
                  <a:pt x="2579346" y="1090729"/>
                </a:lnTo>
                <a:lnTo>
                  <a:pt x="2584254" y="1090739"/>
                </a:lnTo>
                <a:lnTo>
                  <a:pt x="2589073" y="1079632"/>
                </a:lnTo>
                <a:lnTo>
                  <a:pt x="2590858" y="1000546"/>
                </a:lnTo>
                <a:lnTo>
                  <a:pt x="2592286" y="1075634"/>
                </a:lnTo>
                <a:lnTo>
                  <a:pt x="2596213" y="1090738"/>
                </a:lnTo>
                <a:lnTo>
                  <a:pt x="2708121" y="1097843"/>
                </a:lnTo>
                <a:lnTo>
                  <a:pt x="2801646" y="1100571"/>
                </a:lnTo>
                <a:lnTo>
                  <a:pt x="2806109" y="1092615"/>
                </a:lnTo>
                <a:lnTo>
                  <a:pt x="2813159" y="1057310"/>
                </a:lnTo>
                <a:lnTo>
                  <a:pt x="2815568" y="976780"/>
                </a:lnTo>
                <a:lnTo>
                  <a:pt x="2820476" y="1012217"/>
                </a:lnTo>
                <a:lnTo>
                  <a:pt x="2825295" y="975374"/>
                </a:lnTo>
                <a:lnTo>
                  <a:pt x="2825920" y="1100738"/>
                </a:lnTo>
                <a:lnTo>
                  <a:pt x="2835023" y="1101998"/>
                </a:lnTo>
                <a:lnTo>
                  <a:pt x="2839931" y="1060895"/>
                </a:lnTo>
                <a:lnTo>
                  <a:pt x="2840734" y="986254"/>
                </a:lnTo>
                <a:lnTo>
                  <a:pt x="2841537" y="1061093"/>
                </a:lnTo>
                <a:lnTo>
                  <a:pt x="2846356" y="1091321"/>
                </a:lnTo>
                <a:lnTo>
                  <a:pt x="2851979" y="1099152"/>
                </a:lnTo>
                <a:lnTo>
                  <a:pt x="2869559" y="1102911"/>
                </a:lnTo>
                <a:lnTo>
                  <a:pt x="2923997" y="1103148"/>
                </a:lnTo>
                <a:lnTo>
                  <a:pt x="2924175" y="1070118"/>
                </a:lnTo>
              </a:path>
            </a:pathLst>
          </a:custGeom>
          <a:noFill/>
          <a:ln w="13335">
            <a:solidFill>
              <a:srgbClr val="0072B2"/>
            </a:solidFill>
            <a:prstDash val="dash"/>
          </a:ln>
        </p:spPr>
      </p:sp>
      <p:sp>
        <p:nvSpPr>
          <p:cNvPr id="225" name="complete_saved_R2_Q_profile">
            <a:extLst>
              <a:ext uri="{FF2B5EF4-FFF2-40B4-BE49-F238E27FC236}">
                <ns2:creationId id="{B3B7CB51-51A7-4246-A8C9-BFE6953DC349}"/>
              </a:ext>
            </a:extLst>
          </p:cNvPr>
          <p:cNvSpPr>
            <a:spLocks noGrp="1"/>
          </p:cNvSpPr>
          <p:nvPr/>
        </p:nvSpPr>
        <p:spPr>
          <a:xfrm>
            <a:off x="8524875" y="6200775"/>
            <a:ext cx="2924175" cy="1524000"/>
          </a:xfrm>
          <a:custGeom>
            <a:pathLst>
              <a:path w="2924175" h="1524000">
                <a:moveTo>
                  <a:pt x="0" y="1524000"/>
                </a:moveTo>
                <a:lnTo>
                  <a:pt x="2142" y="1200306"/>
                </a:lnTo>
                <a:lnTo>
                  <a:pt x="5176" y="1147783"/>
                </a:lnTo>
                <a:lnTo>
                  <a:pt x="10263" y="1128110"/>
                </a:lnTo>
                <a:lnTo>
                  <a:pt x="16063" y="1120384"/>
                </a:lnTo>
                <a:lnTo>
                  <a:pt x="24452" y="1115935"/>
                </a:lnTo>
                <a:lnTo>
                  <a:pt x="58185" y="1110526"/>
                </a:lnTo>
                <a:lnTo>
                  <a:pt x="122172" y="1105208"/>
                </a:lnTo>
                <a:lnTo>
                  <a:pt x="214983" y="1101849"/>
                </a:lnTo>
                <a:lnTo>
                  <a:pt x="224085" y="1098116"/>
                </a:lnTo>
                <a:lnTo>
                  <a:pt x="228280" y="1087979"/>
                </a:lnTo>
                <a:lnTo>
                  <a:pt x="230778" y="1072409"/>
                </a:lnTo>
                <a:lnTo>
                  <a:pt x="232742" y="996564"/>
                </a:lnTo>
                <a:lnTo>
                  <a:pt x="233813" y="229135"/>
                </a:lnTo>
                <a:lnTo>
                  <a:pt x="234705" y="1108708"/>
                </a:lnTo>
                <a:lnTo>
                  <a:pt x="234794" y="1057064"/>
                </a:lnTo>
                <a:lnTo>
                  <a:pt x="241309" y="1037402"/>
                </a:lnTo>
                <a:lnTo>
                  <a:pt x="244254" y="807359"/>
                </a:lnTo>
                <a:lnTo>
                  <a:pt x="244432" y="0"/>
                </a:lnTo>
                <a:lnTo>
                  <a:pt x="244700" y="344437"/>
                </a:lnTo>
                <a:lnTo>
                  <a:pt x="248448" y="489587"/>
                </a:lnTo>
                <a:lnTo>
                  <a:pt x="251393" y="858917"/>
                </a:lnTo>
                <a:lnTo>
                  <a:pt x="254517" y="342718"/>
                </a:lnTo>
                <a:lnTo>
                  <a:pt x="258176" y="157095"/>
                </a:lnTo>
                <a:lnTo>
                  <a:pt x="259514" y="1039785"/>
                </a:lnTo>
                <a:lnTo>
                  <a:pt x="263619" y="1072409"/>
                </a:lnTo>
                <a:lnTo>
                  <a:pt x="276292" y="1091438"/>
                </a:lnTo>
                <a:lnTo>
                  <a:pt x="358304" y="1091461"/>
                </a:lnTo>
                <a:lnTo>
                  <a:pt x="358483" y="1071372"/>
                </a:lnTo>
                <a:lnTo>
                  <a:pt x="358572" y="1091461"/>
                </a:lnTo>
                <a:lnTo>
                  <a:pt x="443976" y="1091461"/>
                </a:lnTo>
                <a:lnTo>
                  <a:pt x="449866" y="1084609"/>
                </a:lnTo>
                <a:lnTo>
                  <a:pt x="457184" y="1072409"/>
                </a:lnTo>
                <a:lnTo>
                  <a:pt x="465305" y="1002132"/>
                </a:lnTo>
                <a:lnTo>
                  <a:pt x="467625" y="854437"/>
                </a:lnTo>
                <a:lnTo>
                  <a:pt x="467804" y="898285"/>
                </a:lnTo>
                <a:lnTo>
                  <a:pt x="475835" y="947911"/>
                </a:lnTo>
                <a:lnTo>
                  <a:pt x="489311" y="947911"/>
                </a:lnTo>
                <a:lnTo>
                  <a:pt x="489400" y="925782"/>
                </a:lnTo>
                <a:lnTo>
                  <a:pt x="489489" y="947911"/>
                </a:lnTo>
                <a:lnTo>
                  <a:pt x="495558" y="947911"/>
                </a:lnTo>
                <a:lnTo>
                  <a:pt x="499217" y="853211"/>
                </a:lnTo>
                <a:lnTo>
                  <a:pt x="499306" y="947911"/>
                </a:lnTo>
                <a:lnTo>
                  <a:pt x="499395" y="898285"/>
                </a:lnTo>
                <a:lnTo>
                  <a:pt x="509926" y="867266"/>
                </a:lnTo>
                <a:lnTo>
                  <a:pt x="518582" y="824562"/>
                </a:lnTo>
                <a:lnTo>
                  <a:pt x="518761" y="750847"/>
                </a:lnTo>
                <a:lnTo>
                  <a:pt x="522955" y="804888"/>
                </a:lnTo>
                <a:lnTo>
                  <a:pt x="523669" y="876481"/>
                </a:lnTo>
                <a:lnTo>
                  <a:pt x="524204" y="810156"/>
                </a:lnTo>
                <a:lnTo>
                  <a:pt x="528577" y="750663"/>
                </a:lnTo>
                <a:lnTo>
                  <a:pt x="531165" y="875593"/>
                </a:lnTo>
                <a:lnTo>
                  <a:pt x="538751" y="956425"/>
                </a:lnTo>
                <a:lnTo>
                  <a:pt x="546604" y="1002132"/>
                </a:lnTo>
                <a:lnTo>
                  <a:pt x="546693" y="1053801"/>
                </a:lnTo>
                <a:lnTo>
                  <a:pt x="546782" y="1002131"/>
                </a:lnTo>
                <a:lnTo>
                  <a:pt x="559901" y="967201"/>
                </a:lnTo>
                <a:lnTo>
                  <a:pt x="569182" y="927422"/>
                </a:lnTo>
                <a:lnTo>
                  <a:pt x="569807" y="581205"/>
                </a:lnTo>
                <a:lnTo>
                  <a:pt x="569985" y="859019"/>
                </a:lnTo>
                <a:lnTo>
                  <a:pt x="574269" y="911129"/>
                </a:lnTo>
                <a:lnTo>
                  <a:pt x="574894" y="979066"/>
                </a:lnTo>
                <a:lnTo>
                  <a:pt x="575072" y="923302"/>
                </a:lnTo>
                <a:lnTo>
                  <a:pt x="579713" y="870580"/>
                </a:lnTo>
                <a:lnTo>
                  <a:pt x="579980" y="533202"/>
                </a:lnTo>
                <a:lnTo>
                  <a:pt x="580605" y="927364"/>
                </a:lnTo>
                <a:lnTo>
                  <a:pt x="591225" y="963622"/>
                </a:lnTo>
                <a:lnTo>
                  <a:pt x="605860" y="996825"/>
                </a:lnTo>
                <a:lnTo>
                  <a:pt x="638255" y="1038292"/>
                </a:lnTo>
                <a:lnTo>
                  <a:pt x="651463" y="1049987"/>
                </a:lnTo>
                <a:lnTo>
                  <a:pt x="651552" y="1101625"/>
                </a:lnTo>
                <a:lnTo>
                  <a:pt x="651641" y="1011423"/>
                </a:lnTo>
                <a:lnTo>
                  <a:pt x="651730" y="1049997"/>
                </a:lnTo>
                <a:lnTo>
                  <a:pt x="662886" y="1055180"/>
                </a:lnTo>
                <a:lnTo>
                  <a:pt x="662975" y="1106815"/>
                </a:lnTo>
                <a:lnTo>
                  <a:pt x="663064" y="1014790"/>
                </a:lnTo>
                <a:lnTo>
                  <a:pt x="663153" y="1055185"/>
                </a:lnTo>
                <a:lnTo>
                  <a:pt x="696887" y="1072409"/>
                </a:lnTo>
                <a:lnTo>
                  <a:pt x="696976" y="1124047"/>
                </a:lnTo>
                <a:lnTo>
                  <a:pt x="697065" y="1072411"/>
                </a:lnTo>
                <a:lnTo>
                  <a:pt x="719465" y="1061229"/>
                </a:lnTo>
                <a:lnTo>
                  <a:pt x="719643" y="978725"/>
                </a:lnTo>
                <a:lnTo>
                  <a:pt x="719732" y="1112843"/>
                </a:lnTo>
                <a:lnTo>
                  <a:pt x="719822" y="1061207"/>
                </a:lnTo>
                <a:lnTo>
                  <a:pt x="756857" y="1059122"/>
                </a:lnTo>
                <a:lnTo>
                  <a:pt x="757035" y="986910"/>
                </a:lnTo>
                <a:lnTo>
                  <a:pt x="758195" y="1072411"/>
                </a:lnTo>
                <a:lnTo>
                  <a:pt x="767477" y="1092654"/>
                </a:lnTo>
                <a:lnTo>
                  <a:pt x="774973" y="1098150"/>
                </a:lnTo>
                <a:lnTo>
                  <a:pt x="819058" y="1102827"/>
                </a:lnTo>
                <a:lnTo>
                  <a:pt x="888934" y="1102951"/>
                </a:lnTo>
                <a:lnTo>
                  <a:pt x="889023" y="1110750"/>
                </a:lnTo>
                <a:lnTo>
                  <a:pt x="889202" y="1006382"/>
                </a:lnTo>
                <a:lnTo>
                  <a:pt x="889291" y="1110750"/>
                </a:lnTo>
                <a:lnTo>
                  <a:pt x="889380" y="1102951"/>
                </a:lnTo>
                <a:lnTo>
                  <a:pt x="941587" y="1102852"/>
                </a:lnTo>
                <a:lnTo>
                  <a:pt x="975320" y="1098139"/>
                </a:lnTo>
                <a:lnTo>
                  <a:pt x="980942" y="1092699"/>
                </a:lnTo>
                <a:lnTo>
                  <a:pt x="987992" y="1072411"/>
                </a:lnTo>
                <a:lnTo>
                  <a:pt x="990134" y="984750"/>
                </a:lnTo>
                <a:lnTo>
                  <a:pt x="990402" y="1092039"/>
                </a:lnTo>
                <a:lnTo>
                  <a:pt x="990491" y="1040409"/>
                </a:lnTo>
                <a:lnTo>
                  <a:pt x="999951" y="1040389"/>
                </a:lnTo>
                <a:lnTo>
                  <a:pt x="1000218" y="984675"/>
                </a:lnTo>
                <a:lnTo>
                  <a:pt x="1000575" y="1040333"/>
                </a:lnTo>
                <a:lnTo>
                  <a:pt x="1025741" y="1069047"/>
                </a:lnTo>
                <a:lnTo>
                  <a:pt x="1025831" y="1092019"/>
                </a:lnTo>
                <a:lnTo>
                  <a:pt x="1025920" y="1069028"/>
                </a:lnTo>
                <a:lnTo>
                  <a:pt x="1031096" y="1064071"/>
                </a:lnTo>
                <a:lnTo>
                  <a:pt x="1037343" y="1048119"/>
                </a:lnTo>
                <a:lnTo>
                  <a:pt x="1047516" y="1001233"/>
                </a:lnTo>
                <a:lnTo>
                  <a:pt x="1048052" y="837440"/>
                </a:lnTo>
                <a:lnTo>
                  <a:pt x="1048230" y="1001233"/>
                </a:lnTo>
                <a:lnTo>
                  <a:pt x="1050640" y="1052702"/>
                </a:lnTo>
                <a:lnTo>
                  <a:pt x="1055816" y="1052702"/>
                </a:lnTo>
                <a:lnTo>
                  <a:pt x="1057779" y="1040419"/>
                </a:lnTo>
                <a:lnTo>
                  <a:pt x="1058939" y="910945"/>
                </a:lnTo>
                <a:lnTo>
                  <a:pt x="1062152" y="1040376"/>
                </a:lnTo>
                <a:lnTo>
                  <a:pt x="1070719" y="1052702"/>
                </a:lnTo>
                <a:lnTo>
                  <a:pt x="1092405" y="1052702"/>
                </a:lnTo>
                <a:lnTo>
                  <a:pt x="1094457" y="1046362"/>
                </a:lnTo>
                <a:lnTo>
                  <a:pt x="1103381" y="996212"/>
                </a:lnTo>
                <a:lnTo>
                  <a:pt x="1103560" y="840719"/>
                </a:lnTo>
                <a:lnTo>
                  <a:pt x="1104095" y="996212"/>
                </a:lnTo>
                <a:lnTo>
                  <a:pt x="1166386" y="1018113"/>
                </a:lnTo>
                <a:lnTo>
                  <a:pt x="1280437" y="1047619"/>
                </a:lnTo>
                <a:lnTo>
                  <a:pt x="1401716" y="1047838"/>
                </a:lnTo>
                <a:lnTo>
                  <a:pt x="1402430" y="967525"/>
                </a:lnTo>
                <a:lnTo>
                  <a:pt x="1402876" y="1047838"/>
                </a:lnTo>
                <a:lnTo>
                  <a:pt x="1412425" y="1047838"/>
                </a:lnTo>
                <a:lnTo>
                  <a:pt x="1412871" y="967723"/>
                </a:lnTo>
                <a:lnTo>
                  <a:pt x="1413585" y="1047838"/>
                </a:lnTo>
                <a:lnTo>
                  <a:pt x="1436698" y="1047838"/>
                </a:lnTo>
                <a:lnTo>
                  <a:pt x="1461775" y="1018113"/>
                </a:lnTo>
                <a:lnTo>
                  <a:pt x="1475340" y="996212"/>
                </a:lnTo>
                <a:lnTo>
                  <a:pt x="1475518" y="936068"/>
                </a:lnTo>
                <a:lnTo>
                  <a:pt x="1475697" y="995482"/>
                </a:lnTo>
                <a:lnTo>
                  <a:pt x="1479713" y="1008194"/>
                </a:lnTo>
                <a:lnTo>
                  <a:pt x="1494705" y="1041384"/>
                </a:lnTo>
                <a:lnTo>
                  <a:pt x="1509609" y="1062252"/>
                </a:lnTo>
                <a:lnTo>
                  <a:pt x="1521210" y="1068710"/>
                </a:lnTo>
                <a:lnTo>
                  <a:pt x="1547179" y="1073728"/>
                </a:lnTo>
                <a:lnTo>
                  <a:pt x="1547268" y="1125055"/>
                </a:lnTo>
                <a:lnTo>
                  <a:pt x="1548429" y="983600"/>
                </a:lnTo>
                <a:lnTo>
                  <a:pt x="1549053" y="1125055"/>
                </a:lnTo>
                <a:lnTo>
                  <a:pt x="1549143" y="1073728"/>
                </a:lnTo>
                <a:lnTo>
                  <a:pt x="1567705" y="1073415"/>
                </a:lnTo>
                <a:lnTo>
                  <a:pt x="1568686" y="982527"/>
                </a:lnTo>
                <a:lnTo>
                  <a:pt x="1569400" y="1073431"/>
                </a:lnTo>
                <a:lnTo>
                  <a:pt x="1819366" y="1087979"/>
                </a:lnTo>
                <a:lnTo>
                  <a:pt x="1819455" y="1139614"/>
                </a:lnTo>
                <a:lnTo>
                  <a:pt x="1819544" y="1087983"/>
                </a:lnTo>
                <a:lnTo>
                  <a:pt x="1837839" y="1083151"/>
                </a:lnTo>
                <a:lnTo>
                  <a:pt x="1839980" y="888722"/>
                </a:lnTo>
                <a:lnTo>
                  <a:pt x="1840694" y="1047903"/>
                </a:lnTo>
                <a:lnTo>
                  <a:pt x="1845513" y="1081931"/>
                </a:lnTo>
                <a:lnTo>
                  <a:pt x="1845603" y="1134834"/>
                </a:lnTo>
                <a:lnTo>
                  <a:pt x="1845692" y="1081875"/>
                </a:lnTo>
                <a:lnTo>
                  <a:pt x="1850422" y="1047012"/>
                </a:lnTo>
                <a:lnTo>
                  <a:pt x="1851136" y="897531"/>
                </a:lnTo>
                <a:lnTo>
                  <a:pt x="1853188" y="1083123"/>
                </a:lnTo>
                <a:lnTo>
                  <a:pt x="1858989" y="1087983"/>
                </a:lnTo>
                <a:lnTo>
                  <a:pt x="1935558" y="1096131"/>
                </a:lnTo>
                <a:lnTo>
                  <a:pt x="1935647" y="1147762"/>
                </a:lnTo>
                <a:lnTo>
                  <a:pt x="1935737" y="1096130"/>
                </a:lnTo>
                <a:lnTo>
                  <a:pt x="1948766" y="1095209"/>
                </a:lnTo>
                <a:lnTo>
                  <a:pt x="1950997" y="1014281"/>
                </a:lnTo>
                <a:lnTo>
                  <a:pt x="1952335" y="1078900"/>
                </a:lnTo>
                <a:lnTo>
                  <a:pt x="1956708" y="1095205"/>
                </a:lnTo>
                <a:lnTo>
                  <a:pt x="1956798" y="1146839"/>
                </a:lnTo>
                <a:lnTo>
                  <a:pt x="1956887" y="1095208"/>
                </a:lnTo>
                <a:lnTo>
                  <a:pt x="1966614" y="1095108"/>
                </a:lnTo>
                <a:lnTo>
                  <a:pt x="1969024" y="1014324"/>
                </a:lnTo>
                <a:lnTo>
                  <a:pt x="1970362" y="1078945"/>
                </a:lnTo>
                <a:lnTo>
                  <a:pt x="1974467" y="1095107"/>
                </a:lnTo>
                <a:lnTo>
                  <a:pt x="2163927" y="1101112"/>
                </a:lnTo>
                <a:lnTo>
                  <a:pt x="2164016" y="1146738"/>
                </a:lnTo>
                <a:lnTo>
                  <a:pt x="2164105" y="1101112"/>
                </a:lnTo>
                <a:lnTo>
                  <a:pt x="2200070" y="1099168"/>
                </a:lnTo>
                <a:lnTo>
                  <a:pt x="2211314" y="1093753"/>
                </a:lnTo>
                <a:lnTo>
                  <a:pt x="2227199" y="1081319"/>
                </a:lnTo>
                <a:lnTo>
                  <a:pt x="2241121" y="1060230"/>
                </a:lnTo>
                <a:lnTo>
                  <a:pt x="2242459" y="946257"/>
                </a:lnTo>
                <a:lnTo>
                  <a:pt x="2242906" y="1039023"/>
                </a:lnTo>
                <a:lnTo>
                  <a:pt x="2247725" y="1059048"/>
                </a:lnTo>
                <a:lnTo>
                  <a:pt x="2247814" y="1111427"/>
                </a:lnTo>
                <a:lnTo>
                  <a:pt x="2247903" y="1058451"/>
                </a:lnTo>
                <a:lnTo>
                  <a:pt x="2252633" y="1023114"/>
                </a:lnTo>
                <a:lnTo>
                  <a:pt x="2252990" y="951659"/>
                </a:lnTo>
                <a:lnTo>
                  <a:pt x="2254150" y="1059741"/>
                </a:lnTo>
                <a:lnTo>
                  <a:pt x="2266644" y="1076677"/>
                </a:lnTo>
                <a:lnTo>
                  <a:pt x="2280476" y="1088463"/>
                </a:lnTo>
                <a:lnTo>
                  <a:pt x="2298057" y="1097074"/>
                </a:lnTo>
                <a:lnTo>
                  <a:pt x="2309926" y="1099534"/>
                </a:lnTo>
                <a:lnTo>
                  <a:pt x="2310015" y="1146738"/>
                </a:lnTo>
                <a:lnTo>
                  <a:pt x="2310104" y="1099535"/>
                </a:lnTo>
                <a:lnTo>
                  <a:pt x="2394884" y="1090444"/>
                </a:lnTo>
                <a:lnTo>
                  <a:pt x="2398543" y="1068189"/>
                </a:lnTo>
                <a:lnTo>
                  <a:pt x="2399614" y="998513"/>
                </a:lnTo>
                <a:lnTo>
                  <a:pt x="2401220" y="1077893"/>
                </a:lnTo>
                <a:lnTo>
                  <a:pt x="2406218" y="1090355"/>
                </a:lnTo>
                <a:lnTo>
                  <a:pt x="2406307" y="1142369"/>
                </a:lnTo>
                <a:lnTo>
                  <a:pt x="2406396" y="1090331"/>
                </a:lnTo>
                <a:lnTo>
                  <a:pt x="2411394" y="1076222"/>
                </a:lnTo>
                <a:lnTo>
                  <a:pt x="2412911" y="1000546"/>
                </a:lnTo>
                <a:lnTo>
                  <a:pt x="2414071" y="1070860"/>
                </a:lnTo>
                <a:lnTo>
                  <a:pt x="2417640" y="1090329"/>
                </a:lnTo>
                <a:lnTo>
                  <a:pt x="2494120" y="1100353"/>
                </a:lnTo>
                <a:lnTo>
                  <a:pt x="2612722" y="1101998"/>
                </a:lnTo>
                <a:lnTo>
                  <a:pt x="2612812" y="1146738"/>
                </a:lnTo>
                <a:lnTo>
                  <a:pt x="2612901" y="1093023"/>
                </a:lnTo>
                <a:lnTo>
                  <a:pt x="2618345" y="1058951"/>
                </a:lnTo>
                <a:lnTo>
                  <a:pt x="2619058" y="986254"/>
                </a:lnTo>
                <a:lnTo>
                  <a:pt x="2619862" y="1061093"/>
                </a:lnTo>
                <a:lnTo>
                  <a:pt x="2625216" y="1093156"/>
                </a:lnTo>
                <a:lnTo>
                  <a:pt x="2635479" y="1101997"/>
                </a:lnTo>
                <a:lnTo>
                  <a:pt x="2635568" y="1146738"/>
                </a:lnTo>
                <a:lnTo>
                  <a:pt x="2635657" y="1101998"/>
                </a:lnTo>
                <a:lnTo>
                  <a:pt x="2708121" y="1098152"/>
                </a:lnTo>
                <a:lnTo>
                  <a:pt x="2721061" y="1096130"/>
                </a:lnTo>
                <a:lnTo>
                  <a:pt x="2727308" y="1092130"/>
                </a:lnTo>
                <a:lnTo>
                  <a:pt x="2730343" y="1082893"/>
                </a:lnTo>
                <a:lnTo>
                  <a:pt x="2730967" y="1033748"/>
                </a:lnTo>
                <a:lnTo>
                  <a:pt x="2731949" y="1134514"/>
                </a:lnTo>
                <a:lnTo>
                  <a:pt x="2732038" y="1082863"/>
                </a:lnTo>
                <a:lnTo>
                  <a:pt x="2750511" y="1082402"/>
                </a:lnTo>
                <a:lnTo>
                  <a:pt x="2751404" y="1035484"/>
                </a:lnTo>
                <a:lnTo>
                  <a:pt x="2752028" y="1082506"/>
                </a:lnTo>
                <a:lnTo>
                  <a:pt x="2758721" y="1092208"/>
                </a:lnTo>
                <a:lnTo>
                  <a:pt x="2771929" y="1096118"/>
                </a:lnTo>
                <a:lnTo>
                  <a:pt x="2798077" y="1098056"/>
                </a:lnTo>
                <a:lnTo>
                  <a:pt x="2883392" y="1101112"/>
                </a:lnTo>
                <a:lnTo>
                  <a:pt x="2883481" y="1134112"/>
                </a:lnTo>
                <a:lnTo>
                  <a:pt x="2883570" y="1101112"/>
                </a:lnTo>
                <a:lnTo>
                  <a:pt x="2889549" y="1100607"/>
                </a:lnTo>
                <a:lnTo>
                  <a:pt x="2891780" y="1078927"/>
                </a:lnTo>
                <a:lnTo>
                  <a:pt x="2893654" y="976780"/>
                </a:lnTo>
                <a:lnTo>
                  <a:pt x="2893833" y="1063847"/>
                </a:lnTo>
                <a:lnTo>
                  <a:pt x="2903828" y="1063723"/>
                </a:lnTo>
                <a:lnTo>
                  <a:pt x="2904274" y="946660"/>
                </a:lnTo>
                <a:lnTo>
                  <a:pt x="2904631" y="1063847"/>
                </a:lnTo>
                <a:lnTo>
                  <a:pt x="2914180" y="1063847"/>
                </a:lnTo>
                <a:lnTo>
                  <a:pt x="2914358" y="975374"/>
                </a:lnTo>
                <a:lnTo>
                  <a:pt x="2914537" y="1100757"/>
                </a:lnTo>
                <a:lnTo>
                  <a:pt x="2923907" y="1103148"/>
                </a:lnTo>
                <a:lnTo>
                  <a:pt x="2923997" y="1154778"/>
                </a:lnTo>
                <a:lnTo>
                  <a:pt x="2924175" y="1070118"/>
                </a:lnTo>
              </a:path>
            </a:pathLst>
          </a:custGeom>
          <a:noFill/>
          <a:ln w="13335">
            <a:solidFill>
              <a:srgbClr val="009E73"/>
            </a:solidFill>
            <a:prstDash val="solid"/>
          </a:ln>
        </p:spPr>
      </p:sp>
      <p:sp>
        <p:nvSpPr>
          <p:cNvPr id="226" name="text_072">
            <a:extLst>
              <a:ext uri="{FF2B5EF4-FFF2-40B4-BE49-F238E27FC236}">
                <ns2:creationId id="{73A5D9D2-AEEE-46C4-8F74-5266BB7821F0}"/>
              </a:ext>
            </a:extLst>
          </p:cNvPr>
          <p:cNvSpPr>
            <a:spLocks noGrp="1"/>
          </p:cNvSpPr>
          <p:nvPr/>
        </p:nvSpPr>
        <p:spPr>
          <a:xfrm rot="0">
            <a:off x="7981950" y="6162675"/>
            <a:ext cx="428625" cy="238125"/>
          </a:xfrm>
          <a:prstGeom prst="rect">
            <a:avLst/>
          </a:prstGeom>
          <a:noFill/>
          <a:ln w="0">
            <a:noFill/>
            <a:prstDash val="solid"/>
          </a:ln>
        </p:spPr>
        <p:txBody>
          <a:bodyPr wrap="none" lIns="0" tIns="0" rIns="0" bIns="0" anchor="t">
            <a:noAutofit/>
          </a:bodyPr>
          <a:lstStyle>
            <a:defPPr algn="l">
              <a:defRPr sz="1350" b="1">
                <a:solidFill>
                  <a:srgbClr val="000000"/>
                </a:solidFill>
                <a:latin typeface="Arial"/>
                <a:ea typeface="Arial"/>
                <a:cs typeface="Arial"/>
              </a:defRPr>
            </a:defPPr>
            <a:lvl1pPr algn="l">
              <a:defRPr sz="1350" b="1">
                <a:solidFill>
                  <a:srgbClr val="000000"/>
                </a:solidFill>
                <a:latin typeface="Arial"/>
                <a:ea typeface="Arial"/>
                <a:cs typeface="Arial"/>
              </a:defRPr>
            </a:lvl1pPr>
            <a:lvl2pPr algn="l">
              <a:defRPr sz="1350" b="1">
                <a:solidFill>
                  <a:srgbClr val="000000"/>
                </a:solidFill>
                <a:latin typeface="Arial"/>
                <a:ea typeface="Arial"/>
                <a:cs typeface="Arial"/>
              </a:defRPr>
            </a:lvl2pPr>
            <a:lvl3pPr algn="l">
              <a:defRPr sz="1350" b="1">
                <a:solidFill>
                  <a:srgbClr val="000000"/>
                </a:solidFill>
                <a:latin typeface="Arial"/>
                <a:ea typeface="Arial"/>
                <a:cs typeface="Arial"/>
              </a:defRPr>
            </a:lvl3pPr>
            <a:lvl4pPr algn="l">
              <a:defRPr sz="1350" b="1">
                <a:solidFill>
                  <a:srgbClr val="000000"/>
                </a:solidFill>
                <a:latin typeface="Arial"/>
                <a:ea typeface="Arial"/>
                <a:cs typeface="Arial"/>
              </a:defRPr>
            </a:lvl4pPr>
            <a:lvl5pPr algn="l">
              <a:defRPr sz="1350" b="1">
                <a:solidFill>
                  <a:srgbClr val="000000"/>
                </a:solidFill>
                <a:latin typeface="Arial"/>
                <a:ea typeface="Arial"/>
                <a:cs typeface="Arial"/>
              </a:defRPr>
            </a:lvl5pPr>
            <a:lvl6pPr algn="l">
              <a:defRPr sz="1350" b="1">
                <a:solidFill>
                  <a:srgbClr val="000000"/>
                </a:solidFill>
                <a:latin typeface="Arial"/>
                <a:ea typeface="Arial"/>
                <a:cs typeface="Arial"/>
              </a:defRPr>
            </a:lvl6pPr>
            <a:lvl7pPr algn="l">
              <a:defRPr sz="1350" b="1">
                <a:solidFill>
                  <a:srgbClr val="000000"/>
                </a:solidFill>
                <a:latin typeface="Arial"/>
                <a:ea typeface="Arial"/>
                <a:cs typeface="Arial"/>
              </a:defRPr>
            </a:lvl7pPr>
            <a:lvl8pPr algn="l">
              <a:defRPr sz="1350" b="1">
                <a:solidFill>
                  <a:srgbClr val="000000"/>
                </a:solidFill>
                <a:latin typeface="Arial"/>
                <a:ea typeface="Arial"/>
                <a:cs typeface="Arial"/>
              </a:defRPr>
            </a:lvl8pPr>
            <a:lvl9pPr algn="l">
              <a:defRPr sz="1350" b="1">
                <a:solidFill>
                  <a:srgbClr val="000000"/>
                </a:solidFill>
                <a:latin typeface="Arial"/>
                <a:ea typeface="Arial"/>
                <a:cs typeface="Arial"/>
              </a:defRPr>
            </a:lvl9pPr>
          </a:lstStyle>
          <a:p>
            <a:pPr algn="l">
              <a:defRPr sz="1350" b="1">
                <a:solidFill>
                  <a:srgbClr val="000000"/>
                </a:solidFill>
                <a:latin typeface="Arial"/>
                <a:ea typeface="Arial"/>
                <a:cs typeface="Arial"/>
              </a:defRPr>
            </a:pPr>
            <a:r>
              <a:rPr sz="1350" b="1">
                <a:solidFill>
                  <a:srgbClr val="000000"/>
                </a:solidFill>
                <a:latin typeface="Arial"/>
                <a:ea typeface="Arial"/>
                <a:cs typeface="Arial"/>
              </a:rPr>
              <a:t>Q</a:t>
            </a:r>
          </a:p>
        </p:txBody>
      </p:sp>
      <p:sp>
        <p:nvSpPr>
          <p:cNvPr id="227" name="text_073">
            <a:extLst>
              <a:ext uri="{FF2B5EF4-FFF2-40B4-BE49-F238E27FC236}">
                <ns2:creationId id="{79E855F2-509A-41AC-B6E4-6D5D315FD655}"/>
              </a:ext>
            </a:extLst>
          </p:cNvPr>
          <p:cNvSpPr>
            <a:spLocks noGrp="1"/>
          </p:cNvSpPr>
          <p:nvPr/>
        </p:nvSpPr>
        <p:spPr>
          <a:xfrm rot="0">
            <a:off x="8286750" y="8448675"/>
            <a:ext cx="1143000" cy="219075"/>
          </a:xfrm>
          <a:prstGeom prst="rect">
            <a:avLst/>
          </a:prstGeom>
          <a:noFill/>
          <a:ln w="0">
            <a:noFill/>
            <a:prstDash val="solid"/>
          </a:ln>
        </p:spPr>
        <p:txBody>
          <a:bodyPr wrap="none" lIns="0" tIns="0" rIns="0" bIns="0" anchor="t">
            <a:noAutofit/>
          </a:bodyPr>
          <a:lstStyle>
            <a:defPPr algn="l">
              <a:defRPr sz="1200" b="0">
                <a:solidFill>
                  <a:srgbClr val="000000"/>
                </a:solidFill>
                <a:latin typeface="Arial"/>
                <a:ea typeface="Arial"/>
                <a:cs typeface="Arial"/>
              </a:defRPr>
            </a:defPPr>
            <a:lvl1pPr algn="l">
              <a:defRPr sz="1200" b="0">
                <a:solidFill>
                  <a:srgbClr val="000000"/>
                </a:solidFill>
                <a:latin typeface="Arial"/>
                <a:ea typeface="Arial"/>
                <a:cs typeface="Arial"/>
              </a:defRPr>
            </a:lvl1pPr>
            <a:lvl2pPr algn="l">
              <a:defRPr sz="1200" b="0">
                <a:solidFill>
                  <a:srgbClr val="000000"/>
                </a:solidFill>
                <a:latin typeface="Arial"/>
                <a:ea typeface="Arial"/>
                <a:cs typeface="Arial"/>
              </a:defRPr>
            </a:lvl2pPr>
            <a:lvl3pPr algn="l">
              <a:defRPr sz="1200" b="0">
                <a:solidFill>
                  <a:srgbClr val="000000"/>
                </a:solidFill>
                <a:latin typeface="Arial"/>
                <a:ea typeface="Arial"/>
                <a:cs typeface="Arial"/>
              </a:defRPr>
            </a:lvl3pPr>
            <a:lvl4pPr algn="l">
              <a:defRPr sz="1200" b="0">
                <a:solidFill>
                  <a:srgbClr val="000000"/>
                </a:solidFill>
                <a:latin typeface="Arial"/>
                <a:ea typeface="Arial"/>
                <a:cs typeface="Arial"/>
              </a:defRPr>
            </a:lvl4pPr>
            <a:lvl5pPr algn="l">
              <a:defRPr sz="1200" b="0">
                <a:solidFill>
                  <a:srgbClr val="000000"/>
                </a:solidFill>
                <a:latin typeface="Arial"/>
                <a:ea typeface="Arial"/>
                <a:cs typeface="Arial"/>
              </a:defRPr>
            </a:lvl5pPr>
            <a:lvl6pPr algn="l">
              <a:defRPr sz="1200" b="0">
                <a:solidFill>
                  <a:srgbClr val="000000"/>
                </a:solidFill>
                <a:latin typeface="Arial"/>
                <a:ea typeface="Arial"/>
                <a:cs typeface="Arial"/>
              </a:defRPr>
            </a:lvl6pPr>
            <a:lvl7pPr algn="l">
              <a:defRPr sz="1200" b="0">
                <a:solidFill>
                  <a:srgbClr val="000000"/>
                </a:solidFill>
                <a:latin typeface="Arial"/>
                <a:ea typeface="Arial"/>
                <a:cs typeface="Arial"/>
              </a:defRPr>
            </a:lvl7pPr>
            <a:lvl8pPr algn="l">
              <a:defRPr sz="1200" b="0">
                <a:solidFill>
                  <a:srgbClr val="000000"/>
                </a:solidFill>
                <a:latin typeface="Arial"/>
                <a:ea typeface="Arial"/>
                <a:cs typeface="Arial"/>
              </a:defRPr>
            </a:lvl8pPr>
            <a:lvl9pPr algn="l">
              <a:defRPr sz="1200" b="0">
                <a:solidFill>
                  <a:srgbClr val="000000"/>
                </a:solidFill>
                <a:latin typeface="Arial"/>
                <a:ea typeface="Arial"/>
                <a:cs typeface="Arial"/>
              </a:defRPr>
            </a:lvl9pPr>
          </a:lstStyle>
          <a:p>
            <a:pPr algn="l">
              <a:defRPr sz="1200" b="0">
                <a:solidFill>
                  <a:srgbClr val="000000"/>
                </a:solidFill>
                <a:latin typeface="Arial"/>
                <a:ea typeface="Arial"/>
                <a:cs typeface="Arial"/>
              </a:defRPr>
            </a:pPr>
            <a:r>
              <a:rPr sz="1200" b="0">
                <a:solidFill>
                  <a:srgbClr val="000000"/>
                </a:solidFill>
                <a:latin typeface="Arial"/>
                <a:ea typeface="Arial"/>
                <a:cs typeface="Arial"/>
              </a:rPr>
              <a:t>P (dashed)</a:t>
            </a:r>
          </a:p>
        </p:txBody>
      </p:sp>
      <p:sp>
        <p:nvSpPr>
          <p:cNvPr id="228" name="line_074">
            <a:extLst>
              <a:ext uri="{FF2B5EF4-FFF2-40B4-BE49-F238E27FC236}">
                <ns2:creationId id="{57284B00-EF33-469F-ACB8-97BA27481C81}"/>
              </a:ext>
            </a:extLst>
          </p:cNvPr>
          <p:cNvSpPr>
            <a:spLocks noGrp="1"/>
          </p:cNvSpPr>
          <p:nvPr/>
        </p:nvSpPr>
        <p:spPr>
          <a:xfrm>
            <a:off x="8001000" y="8534400"/>
            <a:ext cx="238125" cy="95"/>
          </a:xfrm>
          <a:custGeom>
            <a:pathLst>
              <a:path w="238125" h="95">
                <a:moveTo>
                  <a:pt x="0" y="0"/>
                </a:moveTo>
                <a:lnTo>
                  <a:pt x="238125" y="0"/>
                </a:lnTo>
              </a:path>
            </a:pathLst>
          </a:custGeom>
          <a:noFill/>
          <a:ln w="15240">
            <a:solidFill>
              <a:srgbClr val="0072B2"/>
            </a:solidFill>
            <a:prstDash val="dash"/>
          </a:ln>
        </p:spPr>
      </p:sp>
      <p:sp>
        <p:nvSpPr>
          <p:cNvPr id="229" name="text_075">
            <a:extLst>
              <a:ext uri="{FF2B5EF4-FFF2-40B4-BE49-F238E27FC236}">
                <ns2:creationId id="{A4D6AAE0-E1B9-4C21-9DAA-D5BD59AC93FD}"/>
              </a:ext>
            </a:extLst>
          </p:cNvPr>
          <p:cNvSpPr>
            <a:spLocks noGrp="1"/>
          </p:cNvSpPr>
          <p:nvPr/>
        </p:nvSpPr>
        <p:spPr>
          <a:xfrm rot="0">
            <a:off x="10572750" y="8448675"/>
            <a:ext cx="619125" cy="219075"/>
          </a:xfrm>
          <a:prstGeom prst="rect">
            <a:avLst/>
          </a:prstGeom>
          <a:noFill/>
          <a:ln w="0">
            <a:noFill/>
            <a:prstDash val="solid"/>
          </a:ln>
        </p:spPr>
        <p:txBody>
          <a:bodyPr wrap="none" lIns="0" tIns="0" rIns="0" bIns="0" anchor="t">
            <a:noAutofit/>
          </a:bodyPr>
          <a:lstStyle>
            <a:defPPr algn="l">
              <a:defRPr sz="1200" b="0">
                <a:solidFill>
                  <a:srgbClr val="000000"/>
                </a:solidFill>
                <a:latin typeface="Arial"/>
                <a:ea typeface="Arial"/>
                <a:cs typeface="Arial"/>
              </a:defRPr>
            </a:defPPr>
            <a:lvl1pPr algn="l">
              <a:defRPr sz="1200" b="0">
                <a:solidFill>
                  <a:srgbClr val="000000"/>
                </a:solidFill>
                <a:latin typeface="Arial"/>
                <a:ea typeface="Arial"/>
                <a:cs typeface="Arial"/>
              </a:defRPr>
            </a:lvl1pPr>
            <a:lvl2pPr algn="l">
              <a:defRPr sz="1200" b="0">
                <a:solidFill>
                  <a:srgbClr val="000000"/>
                </a:solidFill>
                <a:latin typeface="Arial"/>
                <a:ea typeface="Arial"/>
                <a:cs typeface="Arial"/>
              </a:defRPr>
            </a:lvl2pPr>
            <a:lvl3pPr algn="l">
              <a:defRPr sz="1200" b="0">
                <a:solidFill>
                  <a:srgbClr val="000000"/>
                </a:solidFill>
                <a:latin typeface="Arial"/>
                <a:ea typeface="Arial"/>
                <a:cs typeface="Arial"/>
              </a:defRPr>
            </a:lvl3pPr>
            <a:lvl4pPr algn="l">
              <a:defRPr sz="1200" b="0">
                <a:solidFill>
                  <a:srgbClr val="000000"/>
                </a:solidFill>
                <a:latin typeface="Arial"/>
                <a:ea typeface="Arial"/>
                <a:cs typeface="Arial"/>
              </a:defRPr>
            </a:lvl4pPr>
            <a:lvl5pPr algn="l">
              <a:defRPr sz="1200" b="0">
                <a:solidFill>
                  <a:srgbClr val="000000"/>
                </a:solidFill>
                <a:latin typeface="Arial"/>
                <a:ea typeface="Arial"/>
                <a:cs typeface="Arial"/>
              </a:defRPr>
            </a:lvl5pPr>
            <a:lvl6pPr algn="l">
              <a:defRPr sz="1200" b="0">
                <a:solidFill>
                  <a:srgbClr val="000000"/>
                </a:solidFill>
                <a:latin typeface="Arial"/>
                <a:ea typeface="Arial"/>
                <a:cs typeface="Arial"/>
              </a:defRPr>
            </a:lvl6pPr>
            <a:lvl7pPr algn="l">
              <a:defRPr sz="1200" b="0">
                <a:solidFill>
                  <a:srgbClr val="000000"/>
                </a:solidFill>
                <a:latin typeface="Arial"/>
                <a:ea typeface="Arial"/>
                <a:cs typeface="Arial"/>
              </a:defRPr>
            </a:lvl7pPr>
            <a:lvl8pPr algn="l">
              <a:defRPr sz="1200" b="0">
                <a:solidFill>
                  <a:srgbClr val="000000"/>
                </a:solidFill>
                <a:latin typeface="Arial"/>
                <a:ea typeface="Arial"/>
                <a:cs typeface="Arial"/>
              </a:defRPr>
            </a:lvl8pPr>
            <a:lvl9pPr algn="l">
              <a:defRPr sz="1200" b="0">
                <a:solidFill>
                  <a:srgbClr val="000000"/>
                </a:solidFill>
                <a:latin typeface="Arial"/>
                <a:ea typeface="Arial"/>
                <a:cs typeface="Arial"/>
              </a:defRPr>
            </a:lvl9pPr>
          </a:lstStyle>
          <a:p>
            <a:pPr algn="l">
              <a:defRPr sz="1200" b="0">
                <a:solidFill>
                  <a:srgbClr val="000000"/>
                </a:solidFill>
                <a:latin typeface="Arial"/>
                <a:ea typeface="Arial"/>
                <a:cs typeface="Arial"/>
              </a:defRPr>
            </a:pPr>
            <a:r>
              <a:rPr sz="1200" b="0">
                <a:solidFill>
                  <a:srgbClr val="000000"/>
                </a:solidFill>
                <a:latin typeface="Arial"/>
                <a:ea typeface="Arial"/>
                <a:cs typeface="Arial"/>
              </a:rPr>
              <a:t>R2</a:t>
            </a:r>
          </a:p>
        </p:txBody>
      </p:sp>
      <p:sp>
        <p:nvSpPr>
          <p:cNvPr id="230" name="line_076">
            <a:extLst>
              <a:ext uri="{FF2B5EF4-FFF2-40B4-BE49-F238E27FC236}">
                <ns2:creationId id="{A638E7E5-DEF2-47E9-85BE-7A34A0E8A4FF}"/>
              </a:ext>
            </a:extLst>
          </p:cNvPr>
          <p:cNvSpPr>
            <a:spLocks noGrp="1"/>
          </p:cNvSpPr>
          <p:nvPr/>
        </p:nvSpPr>
        <p:spPr>
          <a:xfrm>
            <a:off x="10220325" y="8534400"/>
            <a:ext cx="295275" cy="95"/>
          </a:xfrm>
          <a:custGeom>
            <a:pathLst>
              <a:path w="295275" h="95">
                <a:moveTo>
                  <a:pt x="0" y="0"/>
                </a:moveTo>
                <a:lnTo>
                  <a:pt x="295275" y="0"/>
                </a:lnTo>
              </a:path>
            </a:pathLst>
          </a:custGeom>
          <a:noFill/>
          <a:ln w="15240">
            <a:solidFill>
              <a:srgbClr val="009E73"/>
            </a:solidFill>
            <a:prstDash val="solid"/>
          </a:ln>
        </p:spPr>
      </p:sp>
      <p:sp>
        <p:nvSpPr>
          <p:cNvPr id="231" name="text_077">
            <a:extLst>
              <a:ext uri="{FF2B5EF4-FFF2-40B4-BE49-F238E27FC236}">
                <ns2:creationId id="{C91327F3-FBB3-4CE2-BDAD-1C853DAFF1A4}"/>
              </a:ext>
            </a:extLst>
          </p:cNvPr>
          <p:cNvSpPr>
            <a:spLocks noGrp="1"/>
          </p:cNvSpPr>
          <p:nvPr/>
        </p:nvSpPr>
        <p:spPr>
          <a:xfrm rot="0">
            <a:off x="7915275" y="8191500"/>
            <a:ext cx="3810000" cy="209550"/>
          </a:xfrm>
          <a:prstGeom prst="rect">
            <a:avLst/>
          </a:prstGeom>
          <a:noFill/>
          <a:ln w="0">
            <a:noFill/>
            <a:prstDash val="solid"/>
          </a:ln>
        </p:spPr>
        <p:txBody>
          <a:bodyPr wrap="none" lIns="0" tIns="0" rIns="0" bIns="0" anchor="t">
            <a:noAutofit/>
          </a:bodyPr>
          <a:lstStyle>
            <a:defPPr algn="l">
              <a:defRPr sz="1125" b="0">
                <a:solidFill>
                  <a:srgbClr val="000000"/>
                </a:solidFill>
                <a:latin typeface="Arial"/>
                <a:ea typeface="Arial"/>
                <a:cs typeface="Arial"/>
              </a:defRPr>
            </a:defPPr>
            <a:lvl1pPr algn="l">
              <a:defRPr sz="1125" b="0">
                <a:solidFill>
                  <a:srgbClr val="000000"/>
                </a:solidFill>
                <a:latin typeface="Arial"/>
                <a:ea typeface="Arial"/>
                <a:cs typeface="Arial"/>
              </a:defRPr>
            </a:lvl1pPr>
            <a:lvl2pPr algn="l">
              <a:defRPr sz="1125" b="0">
                <a:solidFill>
                  <a:srgbClr val="000000"/>
                </a:solidFill>
                <a:latin typeface="Arial"/>
                <a:ea typeface="Arial"/>
                <a:cs typeface="Arial"/>
              </a:defRPr>
            </a:lvl2pPr>
            <a:lvl3pPr algn="l">
              <a:defRPr sz="1125" b="0">
                <a:solidFill>
                  <a:srgbClr val="000000"/>
                </a:solidFill>
                <a:latin typeface="Arial"/>
                <a:ea typeface="Arial"/>
                <a:cs typeface="Arial"/>
              </a:defRPr>
            </a:lvl3pPr>
            <a:lvl4pPr algn="l">
              <a:defRPr sz="1125" b="0">
                <a:solidFill>
                  <a:srgbClr val="000000"/>
                </a:solidFill>
                <a:latin typeface="Arial"/>
                <a:ea typeface="Arial"/>
                <a:cs typeface="Arial"/>
              </a:defRPr>
            </a:lvl4pPr>
            <a:lvl5pPr algn="l">
              <a:defRPr sz="1125" b="0">
                <a:solidFill>
                  <a:srgbClr val="000000"/>
                </a:solidFill>
                <a:latin typeface="Arial"/>
                <a:ea typeface="Arial"/>
                <a:cs typeface="Arial"/>
              </a:defRPr>
            </a:lvl5pPr>
            <a:lvl6pPr algn="l">
              <a:defRPr sz="1125" b="0">
                <a:solidFill>
                  <a:srgbClr val="000000"/>
                </a:solidFill>
                <a:latin typeface="Arial"/>
                <a:ea typeface="Arial"/>
                <a:cs typeface="Arial"/>
              </a:defRPr>
            </a:lvl6pPr>
            <a:lvl7pPr algn="l">
              <a:defRPr sz="1125" b="0">
                <a:solidFill>
                  <a:srgbClr val="000000"/>
                </a:solidFill>
                <a:latin typeface="Arial"/>
                <a:ea typeface="Arial"/>
                <a:cs typeface="Arial"/>
              </a:defRPr>
            </a:lvl7pPr>
            <a:lvl8pPr algn="l">
              <a:defRPr sz="1125" b="0">
                <a:solidFill>
                  <a:srgbClr val="000000"/>
                </a:solidFill>
                <a:latin typeface="Arial"/>
                <a:ea typeface="Arial"/>
                <a:cs typeface="Arial"/>
              </a:defRPr>
            </a:lvl8pPr>
            <a:lvl9pPr algn="l">
              <a:defRPr sz="1125" b="0">
                <a:solidFill>
                  <a:srgbClr val="000000"/>
                </a:solidFill>
                <a:latin typeface="Arial"/>
                <a:ea typeface="Arial"/>
                <a:cs typeface="Arial"/>
              </a:defRPr>
            </a:lvl9pPr>
          </a:lstStyle>
          <a:p>
            <a:pPr algn="l">
              <a:defRPr sz="1125" b="0">
                <a:solidFill>
                  <a:srgbClr val="000000"/>
                </a:solidFill>
                <a:latin typeface="Arial"/>
                <a:ea typeface="Arial"/>
                <a:cs typeface="Arial"/>
              </a:defRPr>
            </a:pPr>
            <a:r>
              <a:rPr sz="1125" b="0">
                <a:solidFill>
                  <a:srgbClr val="000000"/>
                </a:solidFill>
                <a:latin typeface="Arial"/>
                <a:ea typeface="Arial"/>
                <a:cs typeface="Arial"/>
              </a:rPr>
              <a:t>AB: Qmerge 0.034 (source/P), -0.225 (R2)</a:t>
            </a:r>
          </a:p>
        </p:txBody>
      </p:sp>
    </p:spTree>
    <p:extLst>
      <p:ext uri="{BB962C8B-B14F-4D97-AF65-F5344CB8AC3E}">
        <ns4:creationId val="1422236694"/>
      </p:ext>
    </p:extLst>
  </p:cSld>
</p:sld>
</file>

<file path=ppt/main_figures/Fig11/ppt/submission_case/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ppt/main_figures/Fig11/ppt/submission_case/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2026-10-22T17:42:23.6150000Z</dcterms:created>
  <dcterms:modified xsi:type="dcterms:W3CDTF">2026-10-22T17:42:23.6150000Z</dcterms:modified>
</coreProperties>
</file>

<file path=ppt/main_figures/Fig11/ppt/submission_case/ppt/_rels/presentation.xml.rels><?xml version='1.0' encoding='utf-8'?>
<Relationships xmlns="http://schemas.openxmlformats.org/package/2006/relationships"><Relationship Type="http://schemas.openxmlformats.org/officeDocument/2006/relationships/theme" Target="/ppt/main_figures/Fig11/ppt/submission_case/ppt/theme/theme1.xml" Id="R95b20bb791094a0d" /><Relationship Type="http://schemas.openxmlformats.org/officeDocument/2006/relationships/slideMaster" Target="/ppt/main_figures/Fig11/ppt/submission_case/ppt/slideMasters/slideMaster1.xml" Id="Rad9e7184f13747f9" /><Relationship Type="http://schemas.openxmlformats.org/officeDocument/2006/relationships/notesMaster" Target="/ppt/main_figures/Fig11/ppt/submission_case/ppt/notesMasters/notesMaster1.xml" Id="R783fe836d4eb4579" /><Relationship Type="http://schemas.openxmlformats.org/officeDocument/2006/relationships/presProps" Target="/ppt/main_figures/Fig11/ppt/submission_case/ppt/presProps.xml" Id="R77ff6751f2b34f77" /><Relationship Type="http://schemas.openxmlformats.org/officeDocument/2006/relationships/tableStyles" Target="/ppt/main_figures/Fig11/ppt/submission_case/ppt/tableStyles.xml" Id="R12ea7e9d62164b8e" /><Relationship Type="http://schemas.openxmlformats.org/officeDocument/2006/relationships/slide" Target="/ppt/main_figures/Fig11/ppt/submission_case/ppt/slides/slide1.xml" Id="R1133d91cc8d84597" /></Relationships>
</file>

<file path=ppt/main_figures/Fig11/ppt/submission_case/ppt/notesMasters/_rels/notesMaster1.xml.rels><?xml version='1.0' encoding='utf-8'?>
<Relationships xmlns="http://schemas.openxmlformats.org/package/2006/relationships"><Relationship Type="http://schemas.openxmlformats.org/officeDocument/2006/relationships/theme" Target="/ppt/main_figures/Fig11/ppt/submission_case/ppt/notesMasters/theme/theme3.xml" Id="R6d680ca400bf4879" /></Relationships>
</file>

<file path=ppt/main_figures/Fig11/ppt/submission_case/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main_figures/Fig11/ppt/submission_case/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11/ppt/submission_case/ppt/notesSlides/_rels/notesSlide1.xml.rels><?xml version='1.0' encoding='utf-8'?>
<Relationships xmlns="http://schemas.openxmlformats.org/package/2006/relationships"><Relationship Type="http://schemas.openxmlformats.org/officeDocument/2006/relationships/slide" Target="/ppt/main_figures/Fig11/ppt/submission_case/ppt/slides/slide1.xml" Id="R534d80e6879243a3" /><Relationship Type="http://schemas.openxmlformats.org/officeDocument/2006/relationships/notesMaster" Target="/ppt/main_figures/Fig11/ppt/submission_case/ppt/notesMasters/notesMaster1.xml" Id="R15f9828368914f24" /></Relationships>
</file>

<file path=ppt/main_figures/Fig11/ppt/submission_case/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{"selection": {"t": 86, "H": 0.11239843893956161, "gain": 0.11224730560278837, "witness": [3, 17, 14], "sep": 0.17910447761194034, "score": 0.0}, "rule": "Eligible frames have H&gt;2% of axis, positive P-to-R2 maximum-displacement reduction and NMLE&gt;0, plus a noncontiguous hierarchy witness whose three computed overlap tracks exist at t-1,t,t+1. Choose minimum sum of H and gain distance to eligible medians, each divided by its IQR. Earliest tie. Within the frame, choose witness with largest minimum intervening reference separation. Descriptive mechanism example, not aggregate performance evidence.", "eligible_count": 85, "median_H": 0.11239843893956161, "median_gain": 0.11224730560278837, "selected_leaf_indices": [3, 17, 14], "track_ids": [346, 175, 272], "references": [1.9057591623036654, 19.832460732984295, 15.81151832460733], "reference_definition": "x coordinate of original-grid scalar extrema, fixed physical axis; not support centroid", "extrema": [[1.9057591623036654, -0.31746031746031766, 0.1276595744680851], [19.832460732984295, -3.746031746031746, 2.936170212765957], [15.81151832460733, 3.1111111111111107, 1.9148936170212765]], "pair_merge_Q": [{"pair": "AB", "source_Q": 0.03405992034532401, "P_Q": 0.03405992034532401, "R2_Q": -0.2249355055192379, "R20_Q": -0.5924593071597681}, {"pair": "AC", "source_Q": 0.009072527650990425, "P_Q": 0.009072527650990425, "R2_Q": -0.2249355055192379, "R20_Q": -0.5924593071597681}, {"pair": "BC", "source_Q": 0.009072527650990425, "P_Q": 0.009072527650990425, "R2_Q": -0.2197998968982824, "R20_Q": -0.5873236985388126}], "NMLE_R2": 0.01003417931497097, "NMLE_R20": 0.024273039773106575, "max_displacement_P": 0.12398827724836003, "max_displacement_R2": 0.01174097164557167, "candidates": [{"t": 3, "H": 0.02965950277907338, "gain": 0.024942276744576882, "witness": [0, 2, 4], "sep": 0.007462686567164108, "score": 1.2641646857919255}, {"t": 4, "H": 0.03328459967955362, "gain": 0.02930642359964447, "witness": [2, 3, 4], "sep": 0.007462686567164108, "score": 1.2048105231553874}, {"t": 5, "H": 0.03699891340102151, "gain": 0.03330525934128307, "witness": [2, 6, 3], "sep": 0.007462686567164108, "score": 1.1474743365141633}, {"t": 6, "H": 0.036916779672240656, "gain": 0.03306111126547509, "witness": [0, 3, 4], "sep": 0.03731343283582086, "score": 1.1498881659572633}, {"t": 7, "H": 0.03683886565796596, "gain": 0.02964303820416341, "witness": [0, 1, 5], "sep": 0.03731343283582086, "score": 1.1756272879867669}, {"t": 8, "H": 0.040514599132520236, "gain": 0.03388693302189259, "witness": [0, 1, 5], "sep": 0.03731343283582086, "score": 1.116777589706595}, {"t": 9, "H": 0.040518065326578874, "gain": 0.03315448879446867, "witness": [1, 3, 2], "sep": 0.007462686567164108, "score": 1.122141622010544}, {"t": 10, "H": 0.044237804395269, "gain": 0.04136123484266338, "witness": [1, 4, 3], "sep": 0.007462686567164108, "score": 1.0337985460340593}, {"t": 11, "H": 0.04958409270199924, "gain": 0.047434418228386836, "witness": [2, 3, 5], "sep": 0.014925373134328295, "score": 0.9489348327066647}, {"t": 12, "H": 0.05164186707161528, "gain": 0.04920449177799466, "witness": [2, 3, 5], "sep": 0.014925373134328295, "score": 0.920447088522397}, {"t": 13, "H": 0.0554518778899196, "gain": 0.05298878695301832, "witness": [3, 4, 0], "sep": 0.014925373134328295, "score": 0.8639706618349827}, {"t": 14, "H": 0.05923672112527638, "gain": 0.05698671169437393, "witness": [3, 4, 0], "sep": 0.014925373134328295, "score": 0.8061112339013358}, {"t": 15, "H": 0.06276702515345725, "gain": 0.06074048835992161, "witness": [3, 5, 0], "sep": 0.014925373134328295, "score": 0.7519610574210427}, {"t": 16, "H": 0.05709636091461096, "gain": 0.0550945641068621, "witness": [3, 5, 4], "sep": 0.014925373134328375, "score": 0.8361178585097979}, {"t": 17, "H": 0.05911118461871774, "gain": 0.05582700833428604, "witness": [3, 5, 0], "sep": 0.014925373134328295, "score": 0.815588779355271}, {"t": 18, "H": 0.0608702027514338, "gain": 0.05799382250708185, "witness": [3, 5, 0], "sep": 0.014925373134328295, "score": 0.7864262079360098}, {"t": 19, "H": 0.060920236509149836, "gain": 0.058504210415557305, "witness": [3, 5, 0], "sep": 0.014925373134328295, "score": 0.7822943055391625}, {"t": 20, "H": 0.0604651101588412, "gain": 0.060160636679877665, "witness": [0, 5, 4], "sep": 0.014925373134328375, "score": 0.7735243533587521}, {"t": 21, "H": 0.06052991291732885, "gain": 0.060258113710144286, "witness": [0, 5, 4], "sep": 0.02985074626865675, "score": 0.7723201016744136}, {"t": 22, "H": 0.0682016260566381, "gain": 0.06785904457023334, "witness": [2, 4, 3], "sep": 0.014925373134328295, "score": 0.6587408534919241}, {"t": 25, "H": 0.0758960955134628, "gain": 0.07204805162092005, "witness": [3, 5, 4], "sep": 0.014925373134328295, "score": 0.5700990570826917}, {"t": 26, "H": 0.09521410147612627, "gain": 0.09484173419835842, "witness": [2, 4, 5], "sep": 0.08955223880597017, "score": 0.2572079116732977}, {"t": 27, "H": 0.11542234708618362, "gain": 0.11341862421648279, "witness": [1, 4, 0], "sep": 0.09701492537313436, "score": 0.03134083627249731}, {"t": 28, "H": 0.06807654166234799, "gain": 0.06773651503218786, "witness": [1, 6, 0], "sep": 0.11940298507462692, "score": 0.6605824120087979}, {"t": 29, "H": 0.09467367661115714, "gain": 0.09425892176739521, "witness": [0, 4, 5], "sep": 0.10447761194029855, "score": 0.26555749367811965}, {"t": 30, "H": 0.10285552084413006, "gain": 0.09834908528739103, "witness": [1, 5, 0], "sep": 0.007462686567164108, "score": 0.1739810479763759}, {"t": 33, "H": 0.10655883541637881, "gain": 0.10579241309854423, "witness": [3, 4, 0], "sep": 0.10447761194029846, "score": 0.09137939773718426}, {"t": 34, "H": 0.19411339974390193, "gain": 0.2006045397877095, "witness": [0, 2, 1], "sep": 0.007462686567164108, "score": 1.264213936601092}, {"t": 35, "H": 0.21399127184894398, "gain": 0.2189110904718936, "witness": [1, 2, 6], "sep": 0.4104477611940299, "score": 1.5482908864189622}, {"t": 36, "H": 0.2160181527799371, "gain": 0.2160100100711081, "witness": [0, 1, 3], "sep": 0.32835820895522383, "score": 1.5421713565230486}, {"t": 37, "H": 0.18094659307988414, "gain": 0.1836166620129738, "witness": [1, 7, 6], "sep": 0.3432835820895523, "score": 1.0402668066594758}, {"t": 38, "H": 0.18116963513235326, "gain": 0.18701651506862793, "witness": [0, 2, 8], "sep": 0.3432835820895523, "score": 1.0669623116877123}, {"t": 39, "H": 0.2479245019297321, "gain": 0.2517499176683495, "witness": [0, 3, 8], "sep": 0.3656716417910447, "score": 2.0449205366628513}, {"t": 40, "H": 0.22041868160283648, "gain": 0.2214917265231809, "witness": [3, 4, 1], "sep": 0.0746268656716418, "score": 1.6155761918105052}, {"t": 42, "H": 0.05628075038220358, "gain": 0.05950539972642673, "witness": [4, 6, 0], "sep": 0.06716417910447761, "score": 0.809786743992795}, {"t": 43, "H": 0.06102512655544617, "gain": 0.06286653527005925, "witness": [10, 11, 1], "sep": 0.007462686567164108, "score": 0.7494037165702698}, {"t": 44, "H": 0.13309571887020333, "gain": 0.13689214075500955, "witness": [2, 7, 5], "sep": 0.13432835820895522, "score": 0.3368774291917246}, {"t": 46, "H": 0.19215668888629767, "gain": 0.19662802355300127, "witness": [3, 9, 8], "sep": 0.06716417910447761, "score": 1.2202482938087382}, {"t": 48, "H": 0.1919233989557422, "gain": 0.1941362100292933, "witness": [3, 11, 6], "sep": 0.007462686567164108, "score": 1.2001580753338663}, {"t": 49, "H": 0.22902008827030937, "gain": 0.22920015541664832, "witness": [4, 6, 2], "sep": 0.3656716417910448, "score": 1.736932061434133}, {"t": 51, "H": 0.2199427882289939, "gain": 0.22057594348883058, "witness": [2, 8, 6], "sep": 0.291044776119403, "score": 1.6052611476085938}, {"t": 52, "H": 0.19891673180682237, "gain": 0.20194302695330982, "witness": [4, 10, 2], "sep": 0.25373134328358204, "score": 1.3101552239545704}, {"t": 53, "H": 0.21324971730611986, "gain": 0.21699434587674443, "witness": [3, 4, 5], "sep": 0.2761194029850746, "score": 1.5286136118109586}, {"t": 54, "H": 0.20113190062779265, "gain": 0.20119259047029933, "witness": [3, 4, 9], "sep": 0.33582089552238814, "score": 1.3212770995102388}, {"t": 56, "H": 0.18786186301205202, "gain": 0.18783482107271196, "witness": [5, 7, 10], "sep": 0.32089552238805974, "score": 1.123268376289475}, {"t": 58, "H": 0.22895444156892045, "gain": 0.23211968357316176, "witness": [3, 4, 6], "sep": 0.30597014925373134, "score": 1.7579236902537603}, {"t": 59, "H": 0.2526857272700444, "gain": 0.25447927451581487, "witness": [6, 8, 7], "sep": 0.2313432835820895, "score": 2.1007808892305957}, {"t": 60, "H": 0.25959605365821353, "gain": 0.26115189608766387, "witness": [3, 9, 2], "sep": 0.25373134328358204, "score": 2.2018077691766837}, {"t": 62, "H": 0.20414727937281182, "gain": 0.20407863936641746, "witness": [6, 9, 7], "sep": 0.2686567164179105, "score": 1.3651725934152021}, {"t": 63, "H": 0.24123381213147227, "gain": 0.24197670663376739, "witness": [5, 8, 0], "sep": 0.32089552238805974, "score": 1.9227266436765231}, {"t": 64, "H": 0.26578462667133085, "gain": 0.26721141446914426, "witness": [4, 6, 7], "sep": 0.25373134328358216, "score": 2.2928996886355364}, {"t": 65, "H": 0.19417766131725625, "gain": 0.1941366655294346, "witness": [0, 6, 1], "sep": 0.11940298507462684, "score": 1.2170995264805864}, {"t": 66, "H": 0.24108072916666676, "gain": 0.24106137909955835, "witness": [6, 8, 11], "sep": 0.13432835820895522, "score": 1.9148404875967742}, {"t": 67, "H": 0.20300403814981813, "gain": 0.2040731733647205, "witness": [4, 6, 8], "sep": 0.291044776119403, "score": 1.356542271611546}, {"t": 69, "H": 0.19727020055610262, "gain": 0.19727073425256306, "witness": [5, 11, 7], "sep": 0.25373134328358204, "score": 1.2633999742065298}, {"t": 70, "H": 0.16230741951771813, "gain": 0.1623017606446968, "witness": [0, 8, 12], "sep": 0.05223880597014923, "score": 0.7433586693447634}, {"t": 71, "H": 0.19400365927523844, "gain": 0.19399454948530762, "witness": [2, 17, 8], "sep": 0.007462686567164108, "score": 1.2147462724310332}, {"t": 72, "H": 0.2248709941503419, "gain": 0.22486493282056155, "witness": [1, 11, 7], "sep": 0.07462686567164172, "score": 1.6738535376360169}, {"t": 73, "H": 0.0767971858553009, "gain": 0.07678456984160877, "witness": [1, 15, 14], "sep": 0.1567164179104477, "score": 0.5284722713853827}, {"t": 75, "H": 0.05155093312373318, "gain": 0.051545762504959396, "witness": [7, 21, 9], "sep": 0.05223880597014939, "score": 0.9039008751336001}, {"t": 76, "H": 0.16968950953781436, "gain": 0.1696742581838571, "witness": [1, 10, 8], "sep": 0.33582089552238803, "score": 0.8530806975250356}, {"t": 77, "H": 0.1515413280998077, "gain": 0.14709921567430653, "witness": [1, 16, 5], "sep": 0.2835820895522388, "score": 0.5505883694429164}, {"t": 78, "H": 0.10178688084461947, "gain": 0.09820355299220325, "witness": [1, 13, 20], "sep": 0.19402985074626872, "score": 0.1830815819537681}, {"t": 79, "H": 0.04937117796434495, "gain": 0.04793364638339721, "witness": [0, 5, 3], "sep": 0.02985074626865667, "score": 0.946860800271575}, {"t": 80, "H": 0.1312922416814941, "gain": 0.1290987610851653, "witness": [1, 20, 25], "sep": 0.23134328358208958, "score": 0.26597475513707064}, {"t": 81, "H": 0.09727555212580052, "gain": 0.09714724816422073, "witness": [7, 14, 12], "sep": 0.17910447761194034, "score": 0.22475222429838498}, {"t": 82, "H": 0.1483350095226989, "gain": 0.14828738779323405, "witness": [10, 13, 11], "sep": 0.2761194029850747, "score": 0.5352404911562063}, {"t": 83, "H": 0.12256388413833598, "gain": 0.12253864804825025, "witness": [6, 24, 13], "sep": 0.2089552238805971, "score": 0.15211548780335102}, {"t": 84, "H": 0.10405738910698245, "gain": 0.1040562743094732, "witness": [10, 20, 14], "sep": 0.1567164179104477, "score": 0.12295108177714537}, {"t": 85, "H": 0.13696284698829353, "gain": 0.13693199701738512, "witness": [3, 27, 16], "sep": 0.23880597014925367, "score": 0.3662275984748862}, {"t": 86, "H": 0.11239843893956161, "gain": 0.11224730560278837, "witness": [3, 17, 14], "sep": 0.17910447761194034, "score": 0.0}, {"t": 87, "H": 0.09463554757678617, "gain": 0.08902408639197883, "witness": [13, 16, 17], "sep": 0.11940298507462684, "score": 0.3043672813084524}, {"t": 88, "H": 0.1222033990565115, "gain": 0.1222136486973381, "witness": [11, 22, 15], "sep": 0.2164179104477612, "score": 0.14701519248357525}, {"t": 89, "H": 0.09576766818756334, "gain": 0.09577755923893234, "witness": [3, 21, 14], "sep": 0.1492537313432836, "score": 0.24616175511048044}, {"t": 90, "H": 0.13515436732353853, "gain": 0.13506740718843013, "witness": [7, 9, 13], "sep": 0.22388059701492546, "score": 0.33891745951723923}, {"t": 91, "H": 0.1110930095255782, "gain": 0.10685395617815352, "witness": [7, 21, 26], "sep": 0.16417910447761197, "score": 0.04949855103592888}, {"t": 92, "H": 0.09787930284918, "gain": 0.08990206291459041, "witness": [3, 16, 19], "sep": 0.11194029850746273, "score": 0.2735332677816965}, {"t": 93, "H": 0.12535844990182196, "gain": 0.11932851080150264, "witness": [2, 35, 15], "sep": 0.17910447761194034, "score": 0.14948983830842874}, {"t": 94, "H": 0.0878765011027042, "gain": 0.08255484563327962, "witness": [2, 12, 35], "sep": 0.1492537313432836, "score": 0.4027607878862499}, {"t": 95, "H": 0.07328014423685969, "gain": 0.06772057252723773, "witness": [14, 30, 44], "sep": 0.09701492537313436, "score": 0.6216008521885149}, {"t": 96, "H": 0.07647133482255963, "gain": 0.06533876228768576, "witness": [0, 43, 15], "sep": 0.16417910447761197, "score": 0.6151506575577608}, {"t": 97, "H": 0.22394081162114768, "gain": 0.2105494743756118, "witness": [3, 23, 45], "sep": 0.19402985074626855, "score": 1.5615164818796028}, {"t": 98, "H": 0.1343307411330212, "gain": 0.13556094159167237, "witness": [18, 43, 22], "sep": 0.03731343283582086, "score": 0.3363608216500609}, {"t": 99, "H": 0.15631642001580637, "gain": 0.14148585968135943, "witness": [8, 9, 39], "sep": 0.24626865671641796, "score": 0.5451586662634442}, {"t": 100, "H": 0.09986428939287932, "gain": 0.08826522315635163, "witness": [21, 30, 34], "sep": 0.2164179104477612, "score": 0.27066400349776704}]}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main_figures/Fig11/ppt/submission_case/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main_figures/Fig11/ppt/submission_case/ppt/presentation.xml><?xml version="1.0" encoding="utf-8"?>
<p:presentation xmlns:p="http://schemas.openxmlformats.org/presentationml/2006/main">
  <p:sldMasterIdLst>
    <p:sldMasterId xmlns:r="http://schemas.openxmlformats.org/officeDocument/2006/relationships" id="2147483648" r:id="Rad9e7184f13747f9"/>
  </p:sldMasterIdLst>
  <p:notesMasterIdLst>
    <p:notesMasterId xmlns:r="http://schemas.openxmlformats.org/officeDocument/2006/relationships" r:id="R783fe836d4eb4579"/>
  </p:notesMasterIdLst>
  <p:sldIdLst>
    <p:sldId xmlns:r="http://schemas.openxmlformats.org/officeDocument/2006/relationships" id="256" r:id="R1133d91cc8d84597"/>
  </p:sldIdLst>
  <p:sldSz cx="11811000" cy="8858250"/>
  <p:notesSz cx="6858000" cy="9144000"/>
</p:presentation>
</file>

<file path=ppt/main_figures/Fig11/ppt/submission_case/ppt/slideLayouts/_rels/slideLayout1.xml.rels><?xml version='1.0' encoding='utf-8'?>
<Relationships xmlns="http://schemas.openxmlformats.org/package/2006/relationships"><Relationship Type="http://schemas.openxmlformats.org/officeDocument/2006/relationships/slideMaster" Target="/ppt/main_figures/Fig11/ppt/submission_case/ppt/slideMasters/slideMaster1.xml" Id="R09743d03210d4a63" /></Relationships>
</file>

<file path=ppt/main_figures/Fig11/ppt/submission_case/ppt/slideLayouts/_rels/slideLayout2.xml.rels><?xml version='1.0' encoding='utf-8'?>
<Relationships xmlns="http://schemas.openxmlformats.org/package/2006/relationships"><Relationship Type="http://schemas.openxmlformats.org/officeDocument/2006/relationships/slideMaster" Target="/ppt/main_figures/Fig11/ppt/submission_case/ppt/slideMasters/slideMaster1.xml" Id="R6c32240415d34f94" /></Relationships>
</file>

<file path=ppt/main_figures/Fig11/ppt/submission_case/ppt/slideLayouts/_rels/slideLayout3.xml.rels><?xml version='1.0' encoding='utf-8'?>
<Relationships xmlns="http://schemas.openxmlformats.org/package/2006/relationships"><Relationship Type="http://schemas.openxmlformats.org/officeDocument/2006/relationships/slideMaster" Target="/ppt/main_figures/Fig11/ppt/submission_case/ppt/slideMasters/slideMaster1.xml" Id="R95ef99d566174671" /></Relationships>
</file>

<file path=ppt/main_figures/Fig11/ppt/submission_case/ppt/slideLayouts/_rels/slideLayout4.xml.rels><?xml version='1.0' encoding='utf-8'?>
<Relationships xmlns="http://schemas.openxmlformats.org/package/2006/relationships"><Relationship Type="http://schemas.openxmlformats.org/officeDocument/2006/relationships/slideMaster" Target="/ppt/main_figures/Fig11/ppt/submission_case/ppt/slideMasters/slideMaster1.xml" Id="Ra1e46cdf857d437c" /></Relationships>
</file>

<file path=ppt/main_figures/Fig11/ppt/submission_case/ppt/slideLayouts/_rels/slideLayout5.xml.rels><?xml version='1.0' encoding='utf-8'?>
<Relationships xmlns="http://schemas.openxmlformats.org/package/2006/relationships"><Relationship Type="http://schemas.openxmlformats.org/officeDocument/2006/relationships/slideMaster" Target="/ppt/main_figures/Fig11/ppt/submission_case/ppt/slideMasters/slideMaster1.xml" Id="R251cdf9f0be747c1" /></Relationships>
</file>

<file path=ppt/main_figures/Fig11/ppt/submission_case/ppt/slideLayouts/_rels/slideLayout6.xml.rels><?xml version='1.0' encoding='utf-8'?>
<Relationships xmlns="http://schemas.openxmlformats.org/package/2006/relationships"><Relationship Type="http://schemas.openxmlformats.org/officeDocument/2006/relationships/slideMaster" Target="/ppt/main_figures/Fig11/ppt/submission_case/ppt/slideMasters/slideMaster1.xml" Id="R7ef0531a5bf04601" /></Relationships>
</file>

<file path=ppt/main_figures/Fig11/ppt/submission_case/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45AE9D8-B618-43F7-BCA8-F7EEA4783019}"/>
              </a:ext>
            </a:extLst>
          </p:cNvPr>
          <p:cNvSpPr>
            <a:spLocks xmlns:a="http://schemas.openxmlformats.org/drawingml/2006/main" noGrp="1"/>
          </p:cNvSpPr>
          <p:nvPr>
            <p:ph type="title" idx="0"/>
          </p:nvPr>
        </p:nvSpPr>
        <p:spPr>
          <a:xfrm xmlns:a="http://schemas.openxmlformats.org/drawingml/2006/main">
            <a:off x="1181100" y="3346450"/>
            <a:ext cx="9448800" cy="1279525"/>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650" b="1">
                <a:solidFill>
                  <a:schemeClr val="tx1"/>
                </a:solidFill>
                <a:latin typeface="+mj-lt"/>
                <a:ea typeface="+mj-lt"/>
                <a:cs typeface="+mj-lt"/>
              </a:defRPr>
            </a:defPPr>
            <a:lvl1pPr marL="0" indent="0" algn="ctr">
              <a:lnSpc>
                <a:spcPct val="110000"/>
              </a:lnSpc>
              <a:spcBef>
                <a:spcPts val="0"/>
              </a:spcBef>
              <a:spcAft>
                <a:spcPts val="0"/>
              </a:spcAft>
              <a:buNone/>
              <a:defRPr sz="4650" b="1">
                <a:solidFill>
                  <a:schemeClr val="tx1"/>
                </a:solidFill>
                <a:latin typeface="+mj-lt"/>
                <a:ea typeface="+mj-lt"/>
                <a:cs typeface="+mj-lt"/>
              </a:defRPr>
            </a:lvl1pPr>
            <a:lvl2pPr marL="0" indent="0" algn="ctr">
              <a:lnSpc>
                <a:spcPct val="110000"/>
              </a:lnSpc>
              <a:spcBef>
                <a:spcPts val="0"/>
              </a:spcBef>
              <a:spcAft>
                <a:spcPts val="0"/>
              </a:spcAft>
              <a:buNone/>
              <a:defRPr sz="4650" b="1">
                <a:solidFill>
                  <a:schemeClr val="tx1"/>
                </a:solidFill>
                <a:latin typeface="+mj-lt"/>
                <a:ea typeface="+mj-lt"/>
                <a:cs typeface="+mj-lt"/>
              </a:defRPr>
            </a:lvl2pPr>
            <a:lvl3pPr marL="0" indent="0" algn="ctr">
              <a:lnSpc>
                <a:spcPct val="110000"/>
              </a:lnSpc>
              <a:spcBef>
                <a:spcPts val="0"/>
              </a:spcBef>
              <a:spcAft>
                <a:spcPts val="0"/>
              </a:spcAft>
              <a:buNone/>
              <a:defRPr sz="4650" b="1">
                <a:solidFill>
                  <a:schemeClr val="tx1"/>
                </a:solidFill>
                <a:latin typeface="+mj-lt"/>
                <a:ea typeface="+mj-lt"/>
                <a:cs typeface="+mj-lt"/>
              </a:defRPr>
            </a:lvl3pPr>
            <a:lvl4pPr marL="0" indent="0" algn="ctr">
              <a:lnSpc>
                <a:spcPct val="110000"/>
              </a:lnSpc>
              <a:spcBef>
                <a:spcPts val="0"/>
              </a:spcBef>
              <a:spcAft>
                <a:spcPts val="0"/>
              </a:spcAft>
              <a:buNone/>
              <a:defRPr sz="4650" b="1">
                <a:solidFill>
                  <a:schemeClr val="tx1"/>
                </a:solidFill>
                <a:latin typeface="+mj-lt"/>
                <a:ea typeface="+mj-lt"/>
                <a:cs typeface="+mj-lt"/>
              </a:defRPr>
            </a:lvl4pPr>
            <a:lvl5pPr marL="0" indent="0" algn="ctr">
              <a:lnSpc>
                <a:spcPct val="110000"/>
              </a:lnSpc>
              <a:spcBef>
                <a:spcPts val="0"/>
              </a:spcBef>
              <a:spcAft>
                <a:spcPts val="0"/>
              </a:spcAft>
              <a:buNone/>
              <a:defRPr sz="4650" b="1">
                <a:solidFill>
                  <a:schemeClr val="tx1"/>
                </a:solidFill>
                <a:latin typeface="+mj-lt"/>
                <a:ea typeface="+mj-lt"/>
                <a:cs typeface="+mj-lt"/>
              </a:defRPr>
            </a:lvl5pPr>
            <a:lvl6pPr marL="0" indent="0" algn="ctr">
              <a:lnSpc>
                <a:spcPct val="110000"/>
              </a:lnSpc>
              <a:spcBef>
                <a:spcPts val="0"/>
              </a:spcBef>
              <a:spcAft>
                <a:spcPts val="0"/>
              </a:spcAft>
              <a:buNone/>
              <a:defRPr sz="4650" b="1">
                <a:solidFill>
                  <a:schemeClr val="tx1"/>
                </a:solidFill>
                <a:latin typeface="+mj-lt"/>
                <a:ea typeface="+mj-lt"/>
                <a:cs typeface="+mj-lt"/>
              </a:defRPr>
            </a:lvl6pPr>
            <a:lvl7pPr marL="0" indent="0" algn="ctr">
              <a:lnSpc>
                <a:spcPct val="110000"/>
              </a:lnSpc>
              <a:spcBef>
                <a:spcPts val="0"/>
              </a:spcBef>
              <a:spcAft>
                <a:spcPts val="0"/>
              </a:spcAft>
              <a:buNone/>
              <a:defRPr sz="4650" b="1">
                <a:solidFill>
                  <a:schemeClr val="tx1"/>
                </a:solidFill>
                <a:latin typeface="+mj-lt"/>
                <a:ea typeface="+mj-lt"/>
                <a:cs typeface="+mj-lt"/>
              </a:defRPr>
            </a:lvl7pPr>
            <a:lvl8pPr marL="0" indent="0" algn="ctr">
              <a:lnSpc>
                <a:spcPct val="110000"/>
              </a:lnSpc>
              <a:spcBef>
                <a:spcPts val="0"/>
              </a:spcBef>
              <a:spcAft>
                <a:spcPts val="0"/>
              </a:spcAft>
              <a:buNone/>
              <a:defRPr sz="4650" b="1">
                <a:solidFill>
                  <a:schemeClr val="tx1"/>
                </a:solidFill>
                <a:latin typeface="+mj-lt"/>
                <a:ea typeface="+mj-lt"/>
                <a:cs typeface="+mj-lt"/>
              </a:defRPr>
            </a:lvl8pPr>
            <a:lvl9pPr marL="0" indent="0" algn="ctr">
              <a:lnSpc>
                <a:spcPct val="110000"/>
              </a:lnSpc>
              <a:spcBef>
                <a:spcPts val="0"/>
              </a:spcBef>
              <a:spcAft>
                <a:spcPts val="0"/>
              </a:spcAft>
              <a:buNone/>
              <a:defRPr sz="465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E76D276-5BA5-428E-841F-420A9E6A4039}"/>
              </a:ext>
            </a:extLst>
          </p:cNvPr>
          <p:cNvSpPr>
            <a:spLocks xmlns:a="http://schemas.openxmlformats.org/drawingml/2006/main" noGrp="1"/>
          </p:cNvSpPr>
          <p:nvPr>
            <p:ph type="subTitle" idx="1"/>
          </p:nvPr>
        </p:nvSpPr>
        <p:spPr>
          <a:xfrm xmlns:a="http://schemas.openxmlformats.org/drawingml/2006/main">
            <a:off x="1771650" y="4872038"/>
            <a:ext cx="8267700" cy="984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034" b="0">
                <a:solidFill>
                  <a:schemeClr val="tx1"/>
                </a:solidFill>
                <a:latin typeface="+mn-lt"/>
                <a:ea typeface="+mn-lt"/>
                <a:cs typeface="+mn-lt"/>
              </a:defRPr>
            </a:defPPr>
            <a:lvl1pPr marL="0" indent="0" algn="ctr">
              <a:lnSpc>
                <a:spcPct val="110000"/>
              </a:lnSpc>
              <a:spcBef>
                <a:spcPts val="0"/>
              </a:spcBef>
              <a:spcAft>
                <a:spcPts val="0"/>
              </a:spcAft>
              <a:buNone/>
              <a:defRPr sz="2034" b="0">
                <a:solidFill>
                  <a:schemeClr val="tx1"/>
                </a:solidFill>
                <a:latin typeface="+mn-lt"/>
                <a:ea typeface="+mn-lt"/>
                <a:cs typeface="+mn-lt"/>
              </a:defRPr>
            </a:lvl1pPr>
            <a:lvl2pPr marL="0" indent="0" algn="ctr">
              <a:lnSpc>
                <a:spcPct val="110000"/>
              </a:lnSpc>
              <a:spcBef>
                <a:spcPts val="0"/>
              </a:spcBef>
              <a:spcAft>
                <a:spcPts val="0"/>
              </a:spcAft>
              <a:buNone/>
              <a:defRPr sz="2034" b="0">
                <a:solidFill>
                  <a:schemeClr val="tx1"/>
                </a:solidFill>
                <a:latin typeface="+mn-lt"/>
                <a:ea typeface="+mn-lt"/>
                <a:cs typeface="+mn-lt"/>
              </a:defRPr>
            </a:lvl2pPr>
            <a:lvl3pPr marL="0" indent="0" algn="ctr">
              <a:lnSpc>
                <a:spcPct val="110000"/>
              </a:lnSpc>
              <a:spcBef>
                <a:spcPts val="0"/>
              </a:spcBef>
              <a:spcAft>
                <a:spcPts val="0"/>
              </a:spcAft>
              <a:buNone/>
              <a:defRPr sz="2034" b="0">
                <a:solidFill>
                  <a:schemeClr val="tx1"/>
                </a:solidFill>
                <a:latin typeface="+mn-lt"/>
                <a:ea typeface="+mn-lt"/>
                <a:cs typeface="+mn-lt"/>
              </a:defRPr>
            </a:lvl3pPr>
            <a:lvl4pPr marL="0" indent="0" algn="ctr">
              <a:lnSpc>
                <a:spcPct val="110000"/>
              </a:lnSpc>
              <a:spcBef>
                <a:spcPts val="0"/>
              </a:spcBef>
              <a:spcAft>
                <a:spcPts val="0"/>
              </a:spcAft>
              <a:buNone/>
              <a:defRPr sz="2034" b="0">
                <a:solidFill>
                  <a:schemeClr val="tx1"/>
                </a:solidFill>
                <a:latin typeface="+mn-lt"/>
                <a:ea typeface="+mn-lt"/>
                <a:cs typeface="+mn-lt"/>
              </a:defRPr>
            </a:lvl4pPr>
            <a:lvl5pPr marL="0" indent="0" algn="ctr">
              <a:lnSpc>
                <a:spcPct val="110000"/>
              </a:lnSpc>
              <a:spcBef>
                <a:spcPts val="0"/>
              </a:spcBef>
              <a:spcAft>
                <a:spcPts val="0"/>
              </a:spcAft>
              <a:buNone/>
              <a:defRPr sz="2034" b="0">
                <a:solidFill>
                  <a:schemeClr val="tx1"/>
                </a:solidFill>
                <a:latin typeface="+mn-lt"/>
                <a:ea typeface="+mn-lt"/>
                <a:cs typeface="+mn-lt"/>
              </a:defRPr>
            </a:lvl5pPr>
            <a:lvl6pPr marL="0" indent="0" algn="ctr">
              <a:lnSpc>
                <a:spcPct val="110000"/>
              </a:lnSpc>
              <a:spcBef>
                <a:spcPts val="0"/>
              </a:spcBef>
              <a:spcAft>
                <a:spcPts val="0"/>
              </a:spcAft>
              <a:buNone/>
              <a:defRPr sz="2034" b="0">
                <a:solidFill>
                  <a:schemeClr val="tx1"/>
                </a:solidFill>
                <a:latin typeface="+mn-lt"/>
                <a:ea typeface="+mn-lt"/>
                <a:cs typeface="+mn-lt"/>
              </a:defRPr>
            </a:lvl6pPr>
            <a:lvl7pPr marL="0" indent="0" algn="ctr">
              <a:lnSpc>
                <a:spcPct val="110000"/>
              </a:lnSpc>
              <a:spcBef>
                <a:spcPts val="0"/>
              </a:spcBef>
              <a:spcAft>
                <a:spcPts val="0"/>
              </a:spcAft>
              <a:buNone/>
              <a:defRPr sz="2034" b="0">
                <a:solidFill>
                  <a:schemeClr val="tx1"/>
                </a:solidFill>
                <a:latin typeface="+mn-lt"/>
                <a:ea typeface="+mn-lt"/>
                <a:cs typeface="+mn-lt"/>
              </a:defRPr>
            </a:lvl7pPr>
            <a:lvl8pPr marL="0" indent="0" algn="ctr">
              <a:lnSpc>
                <a:spcPct val="110000"/>
              </a:lnSpc>
              <a:spcBef>
                <a:spcPts val="0"/>
              </a:spcBef>
              <a:spcAft>
                <a:spcPts val="0"/>
              </a:spcAft>
              <a:buNone/>
              <a:defRPr sz="2034" b="0">
                <a:solidFill>
                  <a:schemeClr val="tx1"/>
                </a:solidFill>
                <a:latin typeface="+mn-lt"/>
                <a:ea typeface="+mn-lt"/>
                <a:cs typeface="+mn-lt"/>
              </a:defRPr>
            </a:lvl8pPr>
            <a:lvl9pPr marL="0" indent="0" algn="ctr">
              <a:lnSpc>
                <a:spcPct val="110000"/>
              </a:lnSpc>
              <a:spcBef>
                <a:spcPts val="0"/>
              </a:spcBef>
              <a:spcAft>
                <a:spcPts val="0"/>
              </a:spcAft>
              <a:buNone/>
              <a:defRPr sz="2034" b="0">
                <a:solidFill>
                  <a:schemeClr val="tx1"/>
                </a:solidFill>
                <a:latin typeface="+mn-lt"/>
                <a:ea typeface="+mn-lt"/>
                <a:cs typeface="+mn-lt"/>
              </a:defRPr>
            </a:lvl9pPr>
          </a:lstStyle>
          <a:p xmlns:a="http://schemas.openxmlformats.org/drawingml/2006/main"/>
        </p:txBody>
      </p:sp>
    </p:spTree>
  </p:cSld>
</p:sldLayout>
</file>

<file path=ppt/main_figures/Fig11/ppt/submission_case/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F35BE46-85AD-495B-823F-75120A3E33D7}"/>
              </a:ext>
            </a:extLst>
          </p:cNvPr>
          <p:cNvSpPr>
            <a:spLocks xmlns:a="http://schemas.openxmlformats.org/drawingml/2006/main" noGrp="1"/>
          </p:cNvSpPr>
          <p:nvPr>
            <p:ph type="title" idx="0"/>
          </p:nvPr>
        </p:nvSpPr>
        <p:spPr>
          <a:xfrm xmlns:a="http://schemas.openxmlformats.org/drawingml/2006/main">
            <a:off x="1181100" y="3690938"/>
            <a:ext cx="9448800" cy="1476375"/>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069" b="1">
                <a:solidFill>
                  <a:schemeClr val="tx1"/>
                </a:solidFill>
                <a:latin typeface="+mj-lt"/>
                <a:ea typeface="+mj-lt"/>
                <a:cs typeface="+mj-lt"/>
              </a:defRPr>
            </a:defPPr>
            <a:lvl1pPr marL="0" indent="0" algn="ctr">
              <a:lnSpc>
                <a:spcPct val="110000"/>
              </a:lnSpc>
              <a:spcBef>
                <a:spcPts val="0"/>
              </a:spcBef>
              <a:spcAft>
                <a:spcPts val="0"/>
              </a:spcAft>
              <a:buNone/>
              <a:defRPr sz="4069" b="1">
                <a:solidFill>
                  <a:schemeClr val="tx1"/>
                </a:solidFill>
                <a:latin typeface="+mj-lt"/>
                <a:ea typeface="+mj-lt"/>
                <a:cs typeface="+mj-lt"/>
              </a:defRPr>
            </a:lvl1pPr>
            <a:lvl2pPr marL="0" indent="0" algn="ctr">
              <a:lnSpc>
                <a:spcPct val="110000"/>
              </a:lnSpc>
              <a:spcBef>
                <a:spcPts val="0"/>
              </a:spcBef>
              <a:spcAft>
                <a:spcPts val="0"/>
              </a:spcAft>
              <a:buNone/>
              <a:defRPr sz="4069" b="1">
                <a:solidFill>
                  <a:schemeClr val="tx1"/>
                </a:solidFill>
                <a:latin typeface="+mj-lt"/>
                <a:ea typeface="+mj-lt"/>
                <a:cs typeface="+mj-lt"/>
              </a:defRPr>
            </a:lvl2pPr>
            <a:lvl3pPr marL="0" indent="0" algn="ctr">
              <a:lnSpc>
                <a:spcPct val="110000"/>
              </a:lnSpc>
              <a:spcBef>
                <a:spcPts val="0"/>
              </a:spcBef>
              <a:spcAft>
                <a:spcPts val="0"/>
              </a:spcAft>
              <a:buNone/>
              <a:defRPr sz="4069" b="1">
                <a:solidFill>
                  <a:schemeClr val="tx1"/>
                </a:solidFill>
                <a:latin typeface="+mj-lt"/>
                <a:ea typeface="+mj-lt"/>
                <a:cs typeface="+mj-lt"/>
              </a:defRPr>
            </a:lvl3pPr>
            <a:lvl4pPr marL="0" indent="0" algn="ctr">
              <a:lnSpc>
                <a:spcPct val="110000"/>
              </a:lnSpc>
              <a:spcBef>
                <a:spcPts val="0"/>
              </a:spcBef>
              <a:spcAft>
                <a:spcPts val="0"/>
              </a:spcAft>
              <a:buNone/>
              <a:defRPr sz="4069" b="1">
                <a:solidFill>
                  <a:schemeClr val="tx1"/>
                </a:solidFill>
                <a:latin typeface="+mj-lt"/>
                <a:ea typeface="+mj-lt"/>
                <a:cs typeface="+mj-lt"/>
              </a:defRPr>
            </a:lvl4pPr>
            <a:lvl5pPr marL="0" indent="0" algn="ctr">
              <a:lnSpc>
                <a:spcPct val="110000"/>
              </a:lnSpc>
              <a:spcBef>
                <a:spcPts val="0"/>
              </a:spcBef>
              <a:spcAft>
                <a:spcPts val="0"/>
              </a:spcAft>
              <a:buNone/>
              <a:defRPr sz="4069" b="1">
                <a:solidFill>
                  <a:schemeClr val="tx1"/>
                </a:solidFill>
                <a:latin typeface="+mj-lt"/>
                <a:ea typeface="+mj-lt"/>
                <a:cs typeface="+mj-lt"/>
              </a:defRPr>
            </a:lvl5pPr>
            <a:lvl6pPr marL="0" indent="0" algn="ctr">
              <a:lnSpc>
                <a:spcPct val="110000"/>
              </a:lnSpc>
              <a:spcBef>
                <a:spcPts val="0"/>
              </a:spcBef>
              <a:spcAft>
                <a:spcPts val="0"/>
              </a:spcAft>
              <a:buNone/>
              <a:defRPr sz="4069" b="1">
                <a:solidFill>
                  <a:schemeClr val="tx1"/>
                </a:solidFill>
                <a:latin typeface="+mj-lt"/>
                <a:ea typeface="+mj-lt"/>
                <a:cs typeface="+mj-lt"/>
              </a:defRPr>
            </a:lvl6pPr>
            <a:lvl7pPr marL="0" indent="0" algn="ctr">
              <a:lnSpc>
                <a:spcPct val="110000"/>
              </a:lnSpc>
              <a:spcBef>
                <a:spcPts val="0"/>
              </a:spcBef>
              <a:spcAft>
                <a:spcPts val="0"/>
              </a:spcAft>
              <a:buNone/>
              <a:defRPr sz="4069" b="1">
                <a:solidFill>
                  <a:schemeClr val="tx1"/>
                </a:solidFill>
                <a:latin typeface="+mj-lt"/>
                <a:ea typeface="+mj-lt"/>
                <a:cs typeface="+mj-lt"/>
              </a:defRPr>
            </a:lvl7pPr>
            <a:lvl8pPr marL="0" indent="0" algn="ctr">
              <a:lnSpc>
                <a:spcPct val="110000"/>
              </a:lnSpc>
              <a:spcBef>
                <a:spcPts val="0"/>
              </a:spcBef>
              <a:spcAft>
                <a:spcPts val="0"/>
              </a:spcAft>
              <a:buNone/>
              <a:defRPr sz="4069" b="1">
                <a:solidFill>
                  <a:schemeClr val="tx1"/>
                </a:solidFill>
                <a:latin typeface="+mj-lt"/>
                <a:ea typeface="+mj-lt"/>
                <a:cs typeface="+mj-lt"/>
              </a:defRPr>
            </a:lvl8pPr>
            <a:lvl9pPr marL="0" indent="0" algn="ctr">
              <a:lnSpc>
                <a:spcPct val="110000"/>
              </a:lnSpc>
              <a:spcBef>
                <a:spcPts val="0"/>
              </a:spcBef>
              <a:spcAft>
                <a:spcPts val="0"/>
              </a:spcAft>
              <a:buNone/>
              <a:defRPr sz="4069" b="1">
                <a:solidFill>
                  <a:schemeClr val="tx1"/>
                </a:solidFill>
                <a:latin typeface="+mj-lt"/>
                <a:ea typeface="+mj-lt"/>
                <a:cs typeface="+mj-lt"/>
              </a:defRPr>
            </a:lvl9pPr>
          </a:lstStyle>
          <a:p xmlns:a="http://schemas.openxmlformats.org/drawingml/2006/main"/>
        </p:txBody>
      </p:sp>
    </p:spTree>
  </p:cSld>
</p:sldLayout>
</file>

<file path=ppt/main_figures/Fig11/ppt/submission_case/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4239738-00CA-45B7-904A-ED28C938CB8C}"/>
              </a:ext>
            </a:extLst>
          </p:cNvPr>
          <p:cNvSpPr>
            <a:spLocks xmlns:a="http://schemas.openxmlformats.org/drawingml/2006/main" noGrp="1"/>
          </p:cNvSpPr>
          <p:nvPr>
            <p:ph type="title" idx="0"/>
          </p:nvPr>
        </p:nvSpPr>
        <p:spPr>
          <a:xfrm xmlns:a="http://schemas.openxmlformats.org/drawingml/2006/main">
            <a:off x="664369" y="688975"/>
            <a:ext cx="10482263" cy="1082675"/>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97" b="1">
                <a:solidFill>
                  <a:schemeClr val="tx1"/>
                </a:solidFill>
                <a:latin typeface="+mj-lt"/>
                <a:ea typeface="+mj-lt"/>
                <a:cs typeface="+mj-lt"/>
              </a:defRPr>
            </a:defPPr>
            <a:lvl1pPr marL="0" indent="0" algn="l">
              <a:lnSpc>
                <a:spcPct val="110000"/>
              </a:lnSpc>
              <a:spcBef>
                <a:spcPts val="0"/>
              </a:spcBef>
              <a:spcAft>
                <a:spcPts val="0"/>
              </a:spcAft>
              <a:buNone/>
              <a:defRPr sz="3197" b="1">
                <a:solidFill>
                  <a:schemeClr val="tx1"/>
                </a:solidFill>
                <a:latin typeface="+mj-lt"/>
                <a:ea typeface="+mj-lt"/>
                <a:cs typeface="+mj-lt"/>
              </a:defRPr>
            </a:lvl1pPr>
            <a:lvl2pPr marL="0" indent="0" algn="l">
              <a:lnSpc>
                <a:spcPct val="110000"/>
              </a:lnSpc>
              <a:spcBef>
                <a:spcPts val="0"/>
              </a:spcBef>
              <a:spcAft>
                <a:spcPts val="0"/>
              </a:spcAft>
              <a:buNone/>
              <a:defRPr sz="3197" b="1">
                <a:solidFill>
                  <a:schemeClr val="tx1"/>
                </a:solidFill>
                <a:latin typeface="+mj-lt"/>
                <a:ea typeface="+mj-lt"/>
                <a:cs typeface="+mj-lt"/>
              </a:defRPr>
            </a:lvl2pPr>
            <a:lvl3pPr marL="0" indent="0" algn="l">
              <a:lnSpc>
                <a:spcPct val="110000"/>
              </a:lnSpc>
              <a:spcBef>
                <a:spcPts val="0"/>
              </a:spcBef>
              <a:spcAft>
                <a:spcPts val="0"/>
              </a:spcAft>
              <a:buNone/>
              <a:defRPr sz="3197" b="1">
                <a:solidFill>
                  <a:schemeClr val="tx1"/>
                </a:solidFill>
                <a:latin typeface="+mj-lt"/>
                <a:ea typeface="+mj-lt"/>
                <a:cs typeface="+mj-lt"/>
              </a:defRPr>
            </a:lvl3pPr>
            <a:lvl4pPr marL="0" indent="0" algn="l">
              <a:lnSpc>
                <a:spcPct val="110000"/>
              </a:lnSpc>
              <a:spcBef>
                <a:spcPts val="0"/>
              </a:spcBef>
              <a:spcAft>
                <a:spcPts val="0"/>
              </a:spcAft>
              <a:buNone/>
              <a:defRPr sz="3197" b="1">
                <a:solidFill>
                  <a:schemeClr val="tx1"/>
                </a:solidFill>
                <a:latin typeface="+mj-lt"/>
                <a:ea typeface="+mj-lt"/>
                <a:cs typeface="+mj-lt"/>
              </a:defRPr>
            </a:lvl4pPr>
            <a:lvl5pPr marL="0" indent="0" algn="l">
              <a:lnSpc>
                <a:spcPct val="110000"/>
              </a:lnSpc>
              <a:spcBef>
                <a:spcPts val="0"/>
              </a:spcBef>
              <a:spcAft>
                <a:spcPts val="0"/>
              </a:spcAft>
              <a:buNone/>
              <a:defRPr sz="3197" b="1">
                <a:solidFill>
                  <a:schemeClr val="tx1"/>
                </a:solidFill>
                <a:latin typeface="+mj-lt"/>
                <a:ea typeface="+mj-lt"/>
                <a:cs typeface="+mj-lt"/>
              </a:defRPr>
            </a:lvl5pPr>
            <a:lvl6pPr marL="0" indent="0" algn="l">
              <a:lnSpc>
                <a:spcPct val="110000"/>
              </a:lnSpc>
              <a:spcBef>
                <a:spcPts val="0"/>
              </a:spcBef>
              <a:spcAft>
                <a:spcPts val="0"/>
              </a:spcAft>
              <a:buNone/>
              <a:defRPr sz="3197" b="1">
                <a:solidFill>
                  <a:schemeClr val="tx1"/>
                </a:solidFill>
                <a:latin typeface="+mj-lt"/>
                <a:ea typeface="+mj-lt"/>
                <a:cs typeface="+mj-lt"/>
              </a:defRPr>
            </a:lvl6pPr>
            <a:lvl7pPr marL="0" indent="0" algn="l">
              <a:lnSpc>
                <a:spcPct val="110000"/>
              </a:lnSpc>
              <a:spcBef>
                <a:spcPts val="0"/>
              </a:spcBef>
              <a:spcAft>
                <a:spcPts val="0"/>
              </a:spcAft>
              <a:buNone/>
              <a:defRPr sz="3197" b="1">
                <a:solidFill>
                  <a:schemeClr val="tx1"/>
                </a:solidFill>
                <a:latin typeface="+mj-lt"/>
                <a:ea typeface="+mj-lt"/>
                <a:cs typeface="+mj-lt"/>
              </a:defRPr>
            </a:lvl7pPr>
            <a:lvl8pPr marL="0" indent="0" algn="l">
              <a:lnSpc>
                <a:spcPct val="110000"/>
              </a:lnSpc>
              <a:spcBef>
                <a:spcPts val="0"/>
              </a:spcBef>
              <a:spcAft>
                <a:spcPts val="0"/>
              </a:spcAft>
              <a:buNone/>
              <a:defRPr sz="3197" b="1">
                <a:solidFill>
                  <a:schemeClr val="tx1"/>
                </a:solidFill>
                <a:latin typeface="+mj-lt"/>
                <a:ea typeface="+mj-lt"/>
                <a:cs typeface="+mj-lt"/>
              </a:defRPr>
            </a:lvl8pPr>
            <a:lvl9pPr marL="0" indent="0" algn="l">
              <a:lnSpc>
                <a:spcPct val="110000"/>
              </a:lnSpc>
              <a:spcBef>
                <a:spcPts val="0"/>
              </a:spcBef>
              <a:spcAft>
                <a:spcPts val="0"/>
              </a:spcAft>
              <a:buNone/>
              <a:defRPr sz="3197"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FD0476A-AF1E-4E44-81AE-E609D5EC52BB}"/>
              </a:ext>
            </a:extLst>
          </p:cNvPr>
          <p:cNvSpPr>
            <a:spLocks xmlns:a="http://schemas.openxmlformats.org/drawingml/2006/main" noGrp="1"/>
          </p:cNvSpPr>
          <p:nvPr>
            <p:ph type="body" idx="1"/>
          </p:nvPr>
        </p:nvSpPr>
        <p:spPr>
          <a:xfrm xmlns:a="http://schemas.openxmlformats.org/drawingml/2006/main">
            <a:off x="664369" y="2460625"/>
            <a:ext cx="10482263" cy="5511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80" b="0">
                <a:solidFill>
                  <a:schemeClr val="tx1"/>
                </a:solidFill>
                <a:latin typeface="+mn-lt"/>
                <a:ea typeface="+mn-lt"/>
                <a:cs typeface="+mn-lt"/>
              </a:defRPr>
            </a:defPPr>
            <a:lvl1pPr marL="221456" indent="-221456" algn="l">
              <a:lnSpc>
                <a:spcPct val="110000"/>
              </a:lnSpc>
              <a:spcBef>
                <a:spcPts val="0"/>
              </a:spcBef>
              <a:spcAft>
                <a:spcPts val="1163"/>
              </a:spcAft>
              <a:buChar char="•"/>
              <a:defRPr sz="2180" b="0">
                <a:solidFill>
                  <a:schemeClr val="tx1"/>
                </a:solidFill>
                <a:latin typeface="+mn-lt"/>
                <a:ea typeface="+mn-lt"/>
                <a:cs typeface="+mn-lt"/>
              </a:defRPr>
            </a:lvl1pPr>
            <a:lvl2pPr marL="516731" indent="-221456" algn="l">
              <a:lnSpc>
                <a:spcPct val="110000"/>
              </a:lnSpc>
              <a:spcBef>
                <a:spcPts val="0"/>
              </a:spcBef>
              <a:spcAft>
                <a:spcPts val="1163"/>
              </a:spcAft>
              <a:buChar char="•"/>
              <a:defRPr sz="2180" b="0">
                <a:solidFill>
                  <a:schemeClr val="tx1"/>
                </a:solidFill>
                <a:latin typeface="+mn-lt"/>
                <a:ea typeface="+mn-lt"/>
                <a:cs typeface="+mn-lt"/>
              </a:defRPr>
            </a:lvl2pPr>
            <a:lvl3pPr marL="812006" indent="-221456" algn="l">
              <a:lnSpc>
                <a:spcPct val="110000"/>
              </a:lnSpc>
              <a:spcBef>
                <a:spcPts val="0"/>
              </a:spcBef>
              <a:spcAft>
                <a:spcPts val="1163"/>
              </a:spcAft>
              <a:buChar char="•"/>
              <a:defRPr sz="2180" b="0">
                <a:solidFill>
                  <a:schemeClr val="tx1"/>
                </a:solidFill>
                <a:latin typeface="+mn-lt"/>
                <a:ea typeface="+mn-lt"/>
                <a:cs typeface="+mn-lt"/>
              </a:defRPr>
            </a:lvl3pPr>
            <a:lvl4pPr marL="1107281" indent="-221456" algn="l">
              <a:lnSpc>
                <a:spcPct val="110000"/>
              </a:lnSpc>
              <a:spcBef>
                <a:spcPts val="0"/>
              </a:spcBef>
              <a:spcAft>
                <a:spcPts val="1163"/>
              </a:spcAft>
              <a:buChar char="•"/>
              <a:defRPr sz="2180" b="0">
                <a:solidFill>
                  <a:schemeClr val="tx1"/>
                </a:solidFill>
                <a:latin typeface="+mn-lt"/>
                <a:ea typeface="+mn-lt"/>
                <a:cs typeface="+mn-lt"/>
              </a:defRPr>
            </a:lvl4pPr>
            <a:lvl5pPr marL="1402556" indent="-221456" algn="l">
              <a:lnSpc>
                <a:spcPct val="110000"/>
              </a:lnSpc>
              <a:spcBef>
                <a:spcPts val="0"/>
              </a:spcBef>
              <a:spcAft>
                <a:spcPts val="1163"/>
              </a:spcAft>
              <a:buChar char="•"/>
              <a:defRPr sz="2180" b="0">
                <a:solidFill>
                  <a:schemeClr val="tx1"/>
                </a:solidFill>
                <a:latin typeface="+mn-lt"/>
                <a:ea typeface="+mn-lt"/>
                <a:cs typeface="+mn-lt"/>
              </a:defRPr>
            </a:lvl5pPr>
            <a:lvl6pPr marL="1697831" indent="-221456" algn="l">
              <a:lnSpc>
                <a:spcPct val="110000"/>
              </a:lnSpc>
              <a:spcBef>
                <a:spcPts val="0"/>
              </a:spcBef>
              <a:spcAft>
                <a:spcPts val="1163"/>
              </a:spcAft>
              <a:buChar char="•"/>
              <a:defRPr sz="2180" b="0">
                <a:solidFill>
                  <a:schemeClr val="tx1"/>
                </a:solidFill>
                <a:latin typeface="+mn-lt"/>
                <a:ea typeface="+mn-lt"/>
                <a:cs typeface="+mn-lt"/>
              </a:defRPr>
            </a:lvl6pPr>
            <a:lvl7pPr marL="1993106" indent="-221456" algn="l">
              <a:lnSpc>
                <a:spcPct val="110000"/>
              </a:lnSpc>
              <a:spcBef>
                <a:spcPts val="0"/>
              </a:spcBef>
              <a:spcAft>
                <a:spcPts val="1163"/>
              </a:spcAft>
              <a:buChar char="•"/>
              <a:defRPr sz="2180" b="0">
                <a:solidFill>
                  <a:schemeClr val="tx1"/>
                </a:solidFill>
                <a:latin typeface="+mn-lt"/>
                <a:ea typeface="+mn-lt"/>
                <a:cs typeface="+mn-lt"/>
              </a:defRPr>
            </a:lvl7pPr>
            <a:lvl8pPr marL="2288381" indent="-221456" algn="l">
              <a:lnSpc>
                <a:spcPct val="110000"/>
              </a:lnSpc>
              <a:spcBef>
                <a:spcPts val="0"/>
              </a:spcBef>
              <a:spcAft>
                <a:spcPts val="1163"/>
              </a:spcAft>
              <a:buChar char="•"/>
              <a:defRPr sz="2180" b="0">
                <a:solidFill>
                  <a:schemeClr val="tx1"/>
                </a:solidFill>
                <a:latin typeface="+mn-lt"/>
                <a:ea typeface="+mn-lt"/>
                <a:cs typeface="+mn-lt"/>
              </a:defRPr>
            </a:lvl8pPr>
            <a:lvl9pPr marL="2583656" indent="-221456" algn="l">
              <a:lnSpc>
                <a:spcPct val="110000"/>
              </a:lnSpc>
              <a:spcBef>
                <a:spcPts val="0"/>
              </a:spcBef>
              <a:spcAft>
                <a:spcPts val="1163"/>
              </a:spcAft>
              <a:buChar char="•"/>
              <a:defRPr sz="2180" b="0">
                <a:solidFill>
                  <a:schemeClr val="tx1"/>
                </a:solidFill>
                <a:latin typeface="+mn-lt"/>
                <a:ea typeface="+mn-lt"/>
                <a:cs typeface="+mn-lt"/>
              </a:defRPr>
            </a:lvl9pPr>
          </a:lstStyle>
          <a:p xmlns:a="http://schemas.openxmlformats.org/drawingml/2006/main"/>
        </p:txBody>
      </p:sp>
    </p:spTree>
  </p:cSld>
</p:sldLayout>
</file>

<file path=ppt/main_figures/Fig11/ppt/submission_case/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FBBAF41-7AAD-40CA-A840-99D309062CCA}"/>
              </a:ext>
            </a:extLst>
          </p:cNvPr>
          <p:cNvSpPr>
            <a:spLocks xmlns:a="http://schemas.openxmlformats.org/drawingml/2006/main" noGrp="1"/>
          </p:cNvSpPr>
          <p:nvPr>
            <p:ph type="title" idx="0"/>
          </p:nvPr>
        </p:nvSpPr>
        <p:spPr>
          <a:xfrm xmlns:a="http://schemas.openxmlformats.org/drawingml/2006/main">
            <a:off x="664369" y="688975"/>
            <a:ext cx="10482263" cy="1082675"/>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97" b="1">
                <a:solidFill>
                  <a:schemeClr val="tx1"/>
                </a:solidFill>
                <a:latin typeface="+mj-lt"/>
                <a:ea typeface="+mj-lt"/>
                <a:cs typeface="+mj-lt"/>
              </a:defRPr>
            </a:defPPr>
            <a:lvl1pPr marL="0" indent="0" algn="l">
              <a:lnSpc>
                <a:spcPct val="110000"/>
              </a:lnSpc>
              <a:spcBef>
                <a:spcPts val="0"/>
              </a:spcBef>
              <a:spcAft>
                <a:spcPts val="0"/>
              </a:spcAft>
              <a:buNone/>
              <a:defRPr sz="3197" b="1">
                <a:solidFill>
                  <a:schemeClr val="tx1"/>
                </a:solidFill>
                <a:latin typeface="+mj-lt"/>
                <a:ea typeface="+mj-lt"/>
                <a:cs typeface="+mj-lt"/>
              </a:defRPr>
            </a:lvl1pPr>
            <a:lvl2pPr marL="0" indent="0" algn="l">
              <a:lnSpc>
                <a:spcPct val="110000"/>
              </a:lnSpc>
              <a:spcBef>
                <a:spcPts val="0"/>
              </a:spcBef>
              <a:spcAft>
                <a:spcPts val="0"/>
              </a:spcAft>
              <a:buNone/>
              <a:defRPr sz="3197" b="1">
                <a:solidFill>
                  <a:schemeClr val="tx1"/>
                </a:solidFill>
                <a:latin typeface="+mj-lt"/>
                <a:ea typeface="+mj-lt"/>
                <a:cs typeface="+mj-lt"/>
              </a:defRPr>
            </a:lvl2pPr>
            <a:lvl3pPr marL="0" indent="0" algn="l">
              <a:lnSpc>
                <a:spcPct val="110000"/>
              </a:lnSpc>
              <a:spcBef>
                <a:spcPts val="0"/>
              </a:spcBef>
              <a:spcAft>
                <a:spcPts val="0"/>
              </a:spcAft>
              <a:buNone/>
              <a:defRPr sz="3197" b="1">
                <a:solidFill>
                  <a:schemeClr val="tx1"/>
                </a:solidFill>
                <a:latin typeface="+mj-lt"/>
                <a:ea typeface="+mj-lt"/>
                <a:cs typeface="+mj-lt"/>
              </a:defRPr>
            </a:lvl3pPr>
            <a:lvl4pPr marL="0" indent="0" algn="l">
              <a:lnSpc>
                <a:spcPct val="110000"/>
              </a:lnSpc>
              <a:spcBef>
                <a:spcPts val="0"/>
              </a:spcBef>
              <a:spcAft>
                <a:spcPts val="0"/>
              </a:spcAft>
              <a:buNone/>
              <a:defRPr sz="3197" b="1">
                <a:solidFill>
                  <a:schemeClr val="tx1"/>
                </a:solidFill>
                <a:latin typeface="+mj-lt"/>
                <a:ea typeface="+mj-lt"/>
                <a:cs typeface="+mj-lt"/>
              </a:defRPr>
            </a:lvl4pPr>
            <a:lvl5pPr marL="0" indent="0" algn="l">
              <a:lnSpc>
                <a:spcPct val="110000"/>
              </a:lnSpc>
              <a:spcBef>
                <a:spcPts val="0"/>
              </a:spcBef>
              <a:spcAft>
                <a:spcPts val="0"/>
              </a:spcAft>
              <a:buNone/>
              <a:defRPr sz="3197" b="1">
                <a:solidFill>
                  <a:schemeClr val="tx1"/>
                </a:solidFill>
                <a:latin typeface="+mj-lt"/>
                <a:ea typeface="+mj-lt"/>
                <a:cs typeface="+mj-lt"/>
              </a:defRPr>
            </a:lvl5pPr>
            <a:lvl6pPr marL="0" indent="0" algn="l">
              <a:lnSpc>
                <a:spcPct val="110000"/>
              </a:lnSpc>
              <a:spcBef>
                <a:spcPts val="0"/>
              </a:spcBef>
              <a:spcAft>
                <a:spcPts val="0"/>
              </a:spcAft>
              <a:buNone/>
              <a:defRPr sz="3197" b="1">
                <a:solidFill>
                  <a:schemeClr val="tx1"/>
                </a:solidFill>
                <a:latin typeface="+mj-lt"/>
                <a:ea typeface="+mj-lt"/>
                <a:cs typeface="+mj-lt"/>
              </a:defRPr>
            </a:lvl6pPr>
            <a:lvl7pPr marL="0" indent="0" algn="l">
              <a:lnSpc>
                <a:spcPct val="110000"/>
              </a:lnSpc>
              <a:spcBef>
                <a:spcPts val="0"/>
              </a:spcBef>
              <a:spcAft>
                <a:spcPts val="0"/>
              </a:spcAft>
              <a:buNone/>
              <a:defRPr sz="3197" b="1">
                <a:solidFill>
                  <a:schemeClr val="tx1"/>
                </a:solidFill>
                <a:latin typeface="+mj-lt"/>
                <a:ea typeface="+mj-lt"/>
                <a:cs typeface="+mj-lt"/>
              </a:defRPr>
            </a:lvl7pPr>
            <a:lvl8pPr marL="0" indent="0" algn="l">
              <a:lnSpc>
                <a:spcPct val="110000"/>
              </a:lnSpc>
              <a:spcBef>
                <a:spcPts val="0"/>
              </a:spcBef>
              <a:spcAft>
                <a:spcPts val="0"/>
              </a:spcAft>
              <a:buNone/>
              <a:defRPr sz="3197" b="1">
                <a:solidFill>
                  <a:schemeClr val="tx1"/>
                </a:solidFill>
                <a:latin typeface="+mj-lt"/>
                <a:ea typeface="+mj-lt"/>
                <a:cs typeface="+mj-lt"/>
              </a:defRPr>
            </a:lvl8pPr>
            <a:lvl9pPr marL="0" indent="0" algn="l">
              <a:lnSpc>
                <a:spcPct val="110000"/>
              </a:lnSpc>
              <a:spcBef>
                <a:spcPts val="0"/>
              </a:spcBef>
              <a:spcAft>
                <a:spcPts val="0"/>
              </a:spcAft>
              <a:buNone/>
              <a:defRPr sz="3197"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9CC4C69-5A71-48F7-B969-FCBEF86B563B}"/>
              </a:ext>
            </a:extLst>
          </p:cNvPr>
          <p:cNvSpPr>
            <a:spLocks xmlns:a="http://schemas.openxmlformats.org/drawingml/2006/main" noGrp="1"/>
          </p:cNvSpPr>
          <p:nvPr>
            <p:ph type="body" idx="1"/>
          </p:nvPr>
        </p:nvSpPr>
        <p:spPr>
          <a:xfrm xmlns:a="http://schemas.openxmlformats.org/drawingml/2006/main">
            <a:off x="664369" y="2460625"/>
            <a:ext cx="4872038" cy="5511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034" b="0">
                <a:solidFill>
                  <a:schemeClr val="tx1"/>
                </a:solidFill>
                <a:latin typeface="+mn-lt"/>
                <a:ea typeface="+mn-lt"/>
                <a:cs typeface="+mn-lt"/>
              </a:defRPr>
            </a:defPPr>
            <a:lvl1pPr marL="221456" indent="-221456" algn="l">
              <a:lnSpc>
                <a:spcPct val="110000"/>
              </a:lnSpc>
              <a:spcBef>
                <a:spcPts val="0"/>
              </a:spcBef>
              <a:spcAft>
                <a:spcPts val="1163"/>
              </a:spcAft>
              <a:buChar char="•"/>
              <a:defRPr sz="2034" b="0">
                <a:solidFill>
                  <a:schemeClr val="tx1"/>
                </a:solidFill>
                <a:latin typeface="+mn-lt"/>
                <a:ea typeface="+mn-lt"/>
                <a:cs typeface="+mn-lt"/>
              </a:defRPr>
            </a:lvl1pPr>
            <a:lvl2pPr marL="516731" indent="-221456" algn="l">
              <a:lnSpc>
                <a:spcPct val="110000"/>
              </a:lnSpc>
              <a:spcBef>
                <a:spcPts val="0"/>
              </a:spcBef>
              <a:spcAft>
                <a:spcPts val="1163"/>
              </a:spcAft>
              <a:buChar char="•"/>
              <a:defRPr sz="2034" b="0">
                <a:solidFill>
                  <a:schemeClr val="tx1"/>
                </a:solidFill>
                <a:latin typeface="+mn-lt"/>
                <a:ea typeface="+mn-lt"/>
                <a:cs typeface="+mn-lt"/>
              </a:defRPr>
            </a:lvl2pPr>
            <a:lvl3pPr marL="812006" indent="-221456" algn="l">
              <a:lnSpc>
                <a:spcPct val="110000"/>
              </a:lnSpc>
              <a:spcBef>
                <a:spcPts val="0"/>
              </a:spcBef>
              <a:spcAft>
                <a:spcPts val="1163"/>
              </a:spcAft>
              <a:buChar char="•"/>
              <a:defRPr sz="2034" b="0">
                <a:solidFill>
                  <a:schemeClr val="tx1"/>
                </a:solidFill>
                <a:latin typeface="+mn-lt"/>
                <a:ea typeface="+mn-lt"/>
                <a:cs typeface="+mn-lt"/>
              </a:defRPr>
            </a:lvl3pPr>
            <a:lvl4pPr marL="1107281" indent="-221456" algn="l">
              <a:lnSpc>
                <a:spcPct val="110000"/>
              </a:lnSpc>
              <a:spcBef>
                <a:spcPts val="0"/>
              </a:spcBef>
              <a:spcAft>
                <a:spcPts val="1163"/>
              </a:spcAft>
              <a:buChar char="•"/>
              <a:defRPr sz="2034" b="0">
                <a:solidFill>
                  <a:schemeClr val="tx1"/>
                </a:solidFill>
                <a:latin typeface="+mn-lt"/>
                <a:ea typeface="+mn-lt"/>
                <a:cs typeface="+mn-lt"/>
              </a:defRPr>
            </a:lvl4pPr>
            <a:lvl5pPr marL="1402556" indent="-221456" algn="l">
              <a:lnSpc>
                <a:spcPct val="110000"/>
              </a:lnSpc>
              <a:spcBef>
                <a:spcPts val="0"/>
              </a:spcBef>
              <a:spcAft>
                <a:spcPts val="1163"/>
              </a:spcAft>
              <a:buChar char="•"/>
              <a:defRPr sz="2034" b="0">
                <a:solidFill>
                  <a:schemeClr val="tx1"/>
                </a:solidFill>
                <a:latin typeface="+mn-lt"/>
                <a:ea typeface="+mn-lt"/>
                <a:cs typeface="+mn-lt"/>
              </a:defRPr>
            </a:lvl5pPr>
            <a:lvl6pPr marL="1697831" indent="-221456" algn="l">
              <a:lnSpc>
                <a:spcPct val="110000"/>
              </a:lnSpc>
              <a:spcBef>
                <a:spcPts val="0"/>
              </a:spcBef>
              <a:spcAft>
                <a:spcPts val="1163"/>
              </a:spcAft>
              <a:buChar char="•"/>
              <a:defRPr sz="2034" b="0">
                <a:solidFill>
                  <a:schemeClr val="tx1"/>
                </a:solidFill>
                <a:latin typeface="+mn-lt"/>
                <a:ea typeface="+mn-lt"/>
                <a:cs typeface="+mn-lt"/>
              </a:defRPr>
            </a:lvl6pPr>
            <a:lvl7pPr marL="1993106" indent="-221456" algn="l">
              <a:lnSpc>
                <a:spcPct val="110000"/>
              </a:lnSpc>
              <a:spcBef>
                <a:spcPts val="0"/>
              </a:spcBef>
              <a:spcAft>
                <a:spcPts val="1163"/>
              </a:spcAft>
              <a:buChar char="•"/>
              <a:defRPr sz="2034" b="0">
                <a:solidFill>
                  <a:schemeClr val="tx1"/>
                </a:solidFill>
                <a:latin typeface="+mn-lt"/>
                <a:ea typeface="+mn-lt"/>
                <a:cs typeface="+mn-lt"/>
              </a:defRPr>
            </a:lvl7pPr>
            <a:lvl8pPr marL="2288381" indent="-221456" algn="l">
              <a:lnSpc>
                <a:spcPct val="110000"/>
              </a:lnSpc>
              <a:spcBef>
                <a:spcPts val="0"/>
              </a:spcBef>
              <a:spcAft>
                <a:spcPts val="1163"/>
              </a:spcAft>
              <a:buChar char="•"/>
              <a:defRPr sz="2034" b="0">
                <a:solidFill>
                  <a:schemeClr val="tx1"/>
                </a:solidFill>
                <a:latin typeface="+mn-lt"/>
                <a:ea typeface="+mn-lt"/>
                <a:cs typeface="+mn-lt"/>
              </a:defRPr>
            </a:lvl8pPr>
            <a:lvl9pPr marL="2583656" indent="-221456" algn="l">
              <a:lnSpc>
                <a:spcPct val="110000"/>
              </a:lnSpc>
              <a:spcBef>
                <a:spcPts val="0"/>
              </a:spcBef>
              <a:spcAft>
                <a:spcPts val="1163"/>
              </a:spcAft>
              <a:buChar char="•"/>
              <a:defRPr sz="2034"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26A51DC-C9CF-4872-8D0E-8FAF11EED0D7}"/>
              </a:ext>
            </a:extLst>
          </p:cNvPr>
          <p:cNvSpPr>
            <a:spLocks xmlns:a="http://schemas.openxmlformats.org/drawingml/2006/main" noGrp="1"/>
          </p:cNvSpPr>
          <p:nvPr>
            <p:ph type="body" idx="2"/>
          </p:nvPr>
        </p:nvSpPr>
        <p:spPr>
          <a:xfrm xmlns:a="http://schemas.openxmlformats.org/drawingml/2006/main">
            <a:off x="6274594" y="2460625"/>
            <a:ext cx="4872038" cy="5511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034" b="0">
                <a:solidFill>
                  <a:schemeClr val="tx1"/>
                </a:solidFill>
                <a:latin typeface="+mn-lt"/>
                <a:ea typeface="+mn-lt"/>
                <a:cs typeface="+mn-lt"/>
              </a:defRPr>
            </a:defPPr>
            <a:lvl1pPr marL="221456" indent="-221456" algn="l">
              <a:lnSpc>
                <a:spcPct val="110000"/>
              </a:lnSpc>
              <a:spcBef>
                <a:spcPts val="0"/>
              </a:spcBef>
              <a:spcAft>
                <a:spcPts val="1163"/>
              </a:spcAft>
              <a:buChar char="•"/>
              <a:defRPr sz="2034" b="0">
                <a:solidFill>
                  <a:schemeClr val="tx1"/>
                </a:solidFill>
                <a:latin typeface="+mn-lt"/>
                <a:ea typeface="+mn-lt"/>
                <a:cs typeface="+mn-lt"/>
              </a:defRPr>
            </a:lvl1pPr>
            <a:lvl2pPr marL="516731" indent="-221456" algn="l">
              <a:lnSpc>
                <a:spcPct val="110000"/>
              </a:lnSpc>
              <a:spcBef>
                <a:spcPts val="0"/>
              </a:spcBef>
              <a:spcAft>
                <a:spcPts val="1163"/>
              </a:spcAft>
              <a:buChar char="•"/>
              <a:defRPr sz="2034" b="0">
                <a:solidFill>
                  <a:schemeClr val="tx1"/>
                </a:solidFill>
                <a:latin typeface="+mn-lt"/>
                <a:ea typeface="+mn-lt"/>
                <a:cs typeface="+mn-lt"/>
              </a:defRPr>
            </a:lvl2pPr>
            <a:lvl3pPr marL="812006" indent="-221456" algn="l">
              <a:lnSpc>
                <a:spcPct val="110000"/>
              </a:lnSpc>
              <a:spcBef>
                <a:spcPts val="0"/>
              </a:spcBef>
              <a:spcAft>
                <a:spcPts val="1163"/>
              </a:spcAft>
              <a:buChar char="•"/>
              <a:defRPr sz="2034" b="0">
                <a:solidFill>
                  <a:schemeClr val="tx1"/>
                </a:solidFill>
                <a:latin typeface="+mn-lt"/>
                <a:ea typeface="+mn-lt"/>
                <a:cs typeface="+mn-lt"/>
              </a:defRPr>
            </a:lvl3pPr>
            <a:lvl4pPr marL="1107281" indent="-221456" algn="l">
              <a:lnSpc>
                <a:spcPct val="110000"/>
              </a:lnSpc>
              <a:spcBef>
                <a:spcPts val="0"/>
              </a:spcBef>
              <a:spcAft>
                <a:spcPts val="1163"/>
              </a:spcAft>
              <a:buChar char="•"/>
              <a:defRPr sz="2034" b="0">
                <a:solidFill>
                  <a:schemeClr val="tx1"/>
                </a:solidFill>
                <a:latin typeface="+mn-lt"/>
                <a:ea typeface="+mn-lt"/>
                <a:cs typeface="+mn-lt"/>
              </a:defRPr>
            </a:lvl4pPr>
            <a:lvl5pPr marL="1402556" indent="-221456" algn="l">
              <a:lnSpc>
                <a:spcPct val="110000"/>
              </a:lnSpc>
              <a:spcBef>
                <a:spcPts val="0"/>
              </a:spcBef>
              <a:spcAft>
                <a:spcPts val="1163"/>
              </a:spcAft>
              <a:buChar char="•"/>
              <a:defRPr sz="2034" b="0">
                <a:solidFill>
                  <a:schemeClr val="tx1"/>
                </a:solidFill>
                <a:latin typeface="+mn-lt"/>
                <a:ea typeface="+mn-lt"/>
                <a:cs typeface="+mn-lt"/>
              </a:defRPr>
            </a:lvl5pPr>
            <a:lvl6pPr marL="1697831" indent="-221456" algn="l">
              <a:lnSpc>
                <a:spcPct val="110000"/>
              </a:lnSpc>
              <a:spcBef>
                <a:spcPts val="0"/>
              </a:spcBef>
              <a:spcAft>
                <a:spcPts val="1163"/>
              </a:spcAft>
              <a:buChar char="•"/>
              <a:defRPr sz="2034" b="0">
                <a:solidFill>
                  <a:schemeClr val="tx1"/>
                </a:solidFill>
                <a:latin typeface="+mn-lt"/>
                <a:ea typeface="+mn-lt"/>
                <a:cs typeface="+mn-lt"/>
              </a:defRPr>
            </a:lvl6pPr>
            <a:lvl7pPr marL="1993106" indent="-221456" algn="l">
              <a:lnSpc>
                <a:spcPct val="110000"/>
              </a:lnSpc>
              <a:spcBef>
                <a:spcPts val="0"/>
              </a:spcBef>
              <a:spcAft>
                <a:spcPts val="1163"/>
              </a:spcAft>
              <a:buChar char="•"/>
              <a:defRPr sz="2034" b="0">
                <a:solidFill>
                  <a:schemeClr val="tx1"/>
                </a:solidFill>
                <a:latin typeface="+mn-lt"/>
                <a:ea typeface="+mn-lt"/>
                <a:cs typeface="+mn-lt"/>
              </a:defRPr>
            </a:lvl7pPr>
            <a:lvl8pPr marL="2288381" indent="-221456" algn="l">
              <a:lnSpc>
                <a:spcPct val="110000"/>
              </a:lnSpc>
              <a:spcBef>
                <a:spcPts val="0"/>
              </a:spcBef>
              <a:spcAft>
                <a:spcPts val="1163"/>
              </a:spcAft>
              <a:buChar char="•"/>
              <a:defRPr sz="2034" b="0">
                <a:solidFill>
                  <a:schemeClr val="tx1"/>
                </a:solidFill>
                <a:latin typeface="+mn-lt"/>
                <a:ea typeface="+mn-lt"/>
                <a:cs typeface="+mn-lt"/>
              </a:defRPr>
            </a:lvl8pPr>
            <a:lvl9pPr marL="2583656" indent="-221456" algn="l">
              <a:lnSpc>
                <a:spcPct val="110000"/>
              </a:lnSpc>
              <a:spcBef>
                <a:spcPts val="0"/>
              </a:spcBef>
              <a:spcAft>
                <a:spcPts val="1163"/>
              </a:spcAft>
              <a:buChar char="•"/>
              <a:defRPr sz="2034" b="0">
                <a:solidFill>
                  <a:schemeClr val="tx1"/>
                </a:solidFill>
                <a:latin typeface="+mn-lt"/>
                <a:ea typeface="+mn-lt"/>
                <a:cs typeface="+mn-lt"/>
              </a:defRPr>
            </a:lvl9pPr>
          </a:lstStyle>
          <a:p xmlns:a="http://schemas.openxmlformats.org/drawingml/2006/main"/>
        </p:txBody>
      </p:sp>
    </p:spTree>
  </p:cSld>
</p:sldLayout>
</file>

<file path=ppt/main_figures/Fig11/ppt/submission_case/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A87897B-DFA2-4236-8AE3-5D21DE19CD51}"/>
              </a:ext>
            </a:extLst>
          </p:cNvPr>
          <p:cNvSpPr>
            <a:spLocks xmlns:a="http://schemas.openxmlformats.org/drawingml/2006/main" noGrp="1"/>
          </p:cNvSpPr>
          <p:nvPr>
            <p:ph type="title" idx="0"/>
          </p:nvPr>
        </p:nvSpPr>
        <p:spPr>
          <a:xfrm xmlns:a="http://schemas.openxmlformats.org/drawingml/2006/main">
            <a:off x="664369" y="688975"/>
            <a:ext cx="10482263" cy="1082675"/>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97" b="1">
                <a:solidFill>
                  <a:schemeClr val="tx1"/>
                </a:solidFill>
                <a:latin typeface="+mj-lt"/>
                <a:ea typeface="+mj-lt"/>
                <a:cs typeface="+mj-lt"/>
              </a:defRPr>
            </a:defPPr>
            <a:lvl1pPr marL="0" indent="0" algn="l">
              <a:lnSpc>
                <a:spcPct val="110000"/>
              </a:lnSpc>
              <a:spcBef>
                <a:spcPts val="0"/>
              </a:spcBef>
              <a:spcAft>
                <a:spcPts val="0"/>
              </a:spcAft>
              <a:buNone/>
              <a:defRPr sz="3197" b="1">
                <a:solidFill>
                  <a:schemeClr val="tx1"/>
                </a:solidFill>
                <a:latin typeface="+mj-lt"/>
                <a:ea typeface="+mj-lt"/>
                <a:cs typeface="+mj-lt"/>
              </a:defRPr>
            </a:lvl1pPr>
            <a:lvl2pPr marL="0" indent="0" algn="l">
              <a:lnSpc>
                <a:spcPct val="110000"/>
              </a:lnSpc>
              <a:spcBef>
                <a:spcPts val="0"/>
              </a:spcBef>
              <a:spcAft>
                <a:spcPts val="0"/>
              </a:spcAft>
              <a:buNone/>
              <a:defRPr sz="3197" b="1">
                <a:solidFill>
                  <a:schemeClr val="tx1"/>
                </a:solidFill>
                <a:latin typeface="+mj-lt"/>
                <a:ea typeface="+mj-lt"/>
                <a:cs typeface="+mj-lt"/>
              </a:defRPr>
            </a:lvl2pPr>
            <a:lvl3pPr marL="0" indent="0" algn="l">
              <a:lnSpc>
                <a:spcPct val="110000"/>
              </a:lnSpc>
              <a:spcBef>
                <a:spcPts val="0"/>
              </a:spcBef>
              <a:spcAft>
                <a:spcPts val="0"/>
              </a:spcAft>
              <a:buNone/>
              <a:defRPr sz="3197" b="1">
                <a:solidFill>
                  <a:schemeClr val="tx1"/>
                </a:solidFill>
                <a:latin typeface="+mj-lt"/>
                <a:ea typeface="+mj-lt"/>
                <a:cs typeface="+mj-lt"/>
              </a:defRPr>
            </a:lvl3pPr>
            <a:lvl4pPr marL="0" indent="0" algn="l">
              <a:lnSpc>
                <a:spcPct val="110000"/>
              </a:lnSpc>
              <a:spcBef>
                <a:spcPts val="0"/>
              </a:spcBef>
              <a:spcAft>
                <a:spcPts val="0"/>
              </a:spcAft>
              <a:buNone/>
              <a:defRPr sz="3197" b="1">
                <a:solidFill>
                  <a:schemeClr val="tx1"/>
                </a:solidFill>
                <a:latin typeface="+mj-lt"/>
                <a:ea typeface="+mj-lt"/>
                <a:cs typeface="+mj-lt"/>
              </a:defRPr>
            </a:lvl4pPr>
            <a:lvl5pPr marL="0" indent="0" algn="l">
              <a:lnSpc>
                <a:spcPct val="110000"/>
              </a:lnSpc>
              <a:spcBef>
                <a:spcPts val="0"/>
              </a:spcBef>
              <a:spcAft>
                <a:spcPts val="0"/>
              </a:spcAft>
              <a:buNone/>
              <a:defRPr sz="3197" b="1">
                <a:solidFill>
                  <a:schemeClr val="tx1"/>
                </a:solidFill>
                <a:latin typeface="+mj-lt"/>
                <a:ea typeface="+mj-lt"/>
                <a:cs typeface="+mj-lt"/>
              </a:defRPr>
            </a:lvl5pPr>
            <a:lvl6pPr marL="0" indent="0" algn="l">
              <a:lnSpc>
                <a:spcPct val="110000"/>
              </a:lnSpc>
              <a:spcBef>
                <a:spcPts val="0"/>
              </a:spcBef>
              <a:spcAft>
                <a:spcPts val="0"/>
              </a:spcAft>
              <a:buNone/>
              <a:defRPr sz="3197" b="1">
                <a:solidFill>
                  <a:schemeClr val="tx1"/>
                </a:solidFill>
                <a:latin typeface="+mj-lt"/>
                <a:ea typeface="+mj-lt"/>
                <a:cs typeface="+mj-lt"/>
              </a:defRPr>
            </a:lvl6pPr>
            <a:lvl7pPr marL="0" indent="0" algn="l">
              <a:lnSpc>
                <a:spcPct val="110000"/>
              </a:lnSpc>
              <a:spcBef>
                <a:spcPts val="0"/>
              </a:spcBef>
              <a:spcAft>
                <a:spcPts val="0"/>
              </a:spcAft>
              <a:buNone/>
              <a:defRPr sz="3197" b="1">
                <a:solidFill>
                  <a:schemeClr val="tx1"/>
                </a:solidFill>
                <a:latin typeface="+mj-lt"/>
                <a:ea typeface="+mj-lt"/>
                <a:cs typeface="+mj-lt"/>
              </a:defRPr>
            </a:lvl7pPr>
            <a:lvl8pPr marL="0" indent="0" algn="l">
              <a:lnSpc>
                <a:spcPct val="110000"/>
              </a:lnSpc>
              <a:spcBef>
                <a:spcPts val="0"/>
              </a:spcBef>
              <a:spcAft>
                <a:spcPts val="0"/>
              </a:spcAft>
              <a:buNone/>
              <a:defRPr sz="3197" b="1">
                <a:solidFill>
                  <a:schemeClr val="tx1"/>
                </a:solidFill>
                <a:latin typeface="+mj-lt"/>
                <a:ea typeface="+mj-lt"/>
                <a:cs typeface="+mj-lt"/>
              </a:defRPr>
            </a:lvl8pPr>
            <a:lvl9pPr marL="0" indent="0" algn="l">
              <a:lnSpc>
                <a:spcPct val="110000"/>
              </a:lnSpc>
              <a:spcBef>
                <a:spcPts val="0"/>
              </a:spcBef>
              <a:spcAft>
                <a:spcPts val="0"/>
              </a:spcAft>
              <a:buNone/>
              <a:defRPr sz="3197"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6DF4204-FB5E-4804-A7A2-6DBF32B10BE5}"/>
              </a:ext>
            </a:extLst>
          </p:cNvPr>
          <p:cNvSpPr>
            <a:spLocks xmlns:a="http://schemas.openxmlformats.org/drawingml/2006/main" noGrp="1"/>
          </p:cNvSpPr>
          <p:nvPr>
            <p:ph type="body" idx="1"/>
          </p:nvPr>
        </p:nvSpPr>
        <p:spPr>
          <a:xfrm xmlns:a="http://schemas.openxmlformats.org/drawingml/2006/main">
            <a:off x="664369" y="2460625"/>
            <a:ext cx="4872038" cy="5511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80" b="0">
                <a:solidFill>
                  <a:schemeClr val="tx1"/>
                </a:solidFill>
                <a:latin typeface="+mn-lt"/>
                <a:ea typeface="+mn-lt"/>
                <a:cs typeface="+mn-lt"/>
              </a:defRPr>
            </a:defPPr>
            <a:lvl1pPr marL="221456" indent="-221456" algn="l">
              <a:lnSpc>
                <a:spcPct val="110000"/>
              </a:lnSpc>
              <a:spcBef>
                <a:spcPts val="0"/>
              </a:spcBef>
              <a:spcAft>
                <a:spcPts val="1163"/>
              </a:spcAft>
              <a:buChar char="•"/>
              <a:defRPr sz="2180" b="0">
                <a:solidFill>
                  <a:schemeClr val="tx1"/>
                </a:solidFill>
                <a:latin typeface="+mn-lt"/>
                <a:ea typeface="+mn-lt"/>
                <a:cs typeface="+mn-lt"/>
              </a:defRPr>
            </a:lvl1pPr>
            <a:lvl2pPr marL="516731" indent="-221456" algn="l">
              <a:lnSpc>
                <a:spcPct val="110000"/>
              </a:lnSpc>
              <a:spcBef>
                <a:spcPts val="0"/>
              </a:spcBef>
              <a:spcAft>
                <a:spcPts val="1163"/>
              </a:spcAft>
              <a:buChar char="•"/>
              <a:defRPr sz="2180" b="0">
                <a:solidFill>
                  <a:schemeClr val="tx1"/>
                </a:solidFill>
                <a:latin typeface="+mn-lt"/>
                <a:ea typeface="+mn-lt"/>
                <a:cs typeface="+mn-lt"/>
              </a:defRPr>
            </a:lvl2pPr>
            <a:lvl3pPr marL="812006" indent="-221456" algn="l">
              <a:lnSpc>
                <a:spcPct val="110000"/>
              </a:lnSpc>
              <a:spcBef>
                <a:spcPts val="0"/>
              </a:spcBef>
              <a:spcAft>
                <a:spcPts val="1163"/>
              </a:spcAft>
              <a:buChar char="•"/>
              <a:defRPr sz="2180" b="0">
                <a:solidFill>
                  <a:schemeClr val="tx1"/>
                </a:solidFill>
                <a:latin typeface="+mn-lt"/>
                <a:ea typeface="+mn-lt"/>
                <a:cs typeface="+mn-lt"/>
              </a:defRPr>
            </a:lvl3pPr>
            <a:lvl4pPr marL="1107281" indent="-221456" algn="l">
              <a:lnSpc>
                <a:spcPct val="110000"/>
              </a:lnSpc>
              <a:spcBef>
                <a:spcPts val="0"/>
              </a:spcBef>
              <a:spcAft>
                <a:spcPts val="1163"/>
              </a:spcAft>
              <a:buChar char="•"/>
              <a:defRPr sz="2180" b="0">
                <a:solidFill>
                  <a:schemeClr val="tx1"/>
                </a:solidFill>
                <a:latin typeface="+mn-lt"/>
                <a:ea typeface="+mn-lt"/>
                <a:cs typeface="+mn-lt"/>
              </a:defRPr>
            </a:lvl4pPr>
            <a:lvl5pPr marL="1402556" indent="-221456" algn="l">
              <a:lnSpc>
                <a:spcPct val="110000"/>
              </a:lnSpc>
              <a:spcBef>
                <a:spcPts val="0"/>
              </a:spcBef>
              <a:spcAft>
                <a:spcPts val="1163"/>
              </a:spcAft>
              <a:buChar char="•"/>
              <a:defRPr sz="2180" b="0">
                <a:solidFill>
                  <a:schemeClr val="tx1"/>
                </a:solidFill>
                <a:latin typeface="+mn-lt"/>
                <a:ea typeface="+mn-lt"/>
                <a:cs typeface="+mn-lt"/>
              </a:defRPr>
            </a:lvl5pPr>
            <a:lvl6pPr marL="1697831" indent="-221456" algn="l">
              <a:lnSpc>
                <a:spcPct val="110000"/>
              </a:lnSpc>
              <a:spcBef>
                <a:spcPts val="0"/>
              </a:spcBef>
              <a:spcAft>
                <a:spcPts val="1163"/>
              </a:spcAft>
              <a:buChar char="•"/>
              <a:defRPr sz="2180" b="0">
                <a:solidFill>
                  <a:schemeClr val="tx1"/>
                </a:solidFill>
                <a:latin typeface="+mn-lt"/>
                <a:ea typeface="+mn-lt"/>
                <a:cs typeface="+mn-lt"/>
              </a:defRPr>
            </a:lvl6pPr>
            <a:lvl7pPr marL="1993106" indent="-221456" algn="l">
              <a:lnSpc>
                <a:spcPct val="110000"/>
              </a:lnSpc>
              <a:spcBef>
                <a:spcPts val="0"/>
              </a:spcBef>
              <a:spcAft>
                <a:spcPts val="1163"/>
              </a:spcAft>
              <a:buChar char="•"/>
              <a:defRPr sz="2180" b="0">
                <a:solidFill>
                  <a:schemeClr val="tx1"/>
                </a:solidFill>
                <a:latin typeface="+mn-lt"/>
                <a:ea typeface="+mn-lt"/>
                <a:cs typeface="+mn-lt"/>
              </a:defRPr>
            </a:lvl7pPr>
            <a:lvl8pPr marL="2288381" indent="-221456" algn="l">
              <a:lnSpc>
                <a:spcPct val="110000"/>
              </a:lnSpc>
              <a:spcBef>
                <a:spcPts val="0"/>
              </a:spcBef>
              <a:spcAft>
                <a:spcPts val="1163"/>
              </a:spcAft>
              <a:buChar char="•"/>
              <a:defRPr sz="2180" b="0">
                <a:solidFill>
                  <a:schemeClr val="tx1"/>
                </a:solidFill>
                <a:latin typeface="+mn-lt"/>
                <a:ea typeface="+mn-lt"/>
                <a:cs typeface="+mn-lt"/>
              </a:defRPr>
            </a:lvl8pPr>
            <a:lvl9pPr marL="2583656" indent="-221456" algn="l">
              <a:lnSpc>
                <a:spcPct val="110000"/>
              </a:lnSpc>
              <a:spcBef>
                <a:spcPts val="0"/>
              </a:spcBef>
              <a:spcAft>
                <a:spcPts val="1163"/>
              </a:spcAft>
              <a:buChar char="•"/>
              <a:defRPr sz="2180" b="0">
                <a:solidFill>
                  <a:schemeClr val="tx1"/>
                </a:solidFill>
                <a:latin typeface="+mn-lt"/>
                <a:ea typeface="+mn-lt"/>
                <a:cs typeface="+mn-lt"/>
              </a:defRPr>
            </a:lvl9pPr>
          </a:lstStyle>
          <a:p xmlns:a="http://schemas.openxmlformats.org/drawingml/2006/main"/>
        </p:txBody>
      </p:sp>
    </p:spTree>
  </p:cSld>
</p:sldLayout>
</file>

<file path=ppt/main_figures/Fig11/ppt/submission_case/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main_figures/Fig11/ppt/submission_case/ppt/slideMasters/_rels/slideMaster1.xml.rels><?xml version='1.0' encoding='utf-8'?>
<Relationships xmlns="http://schemas.openxmlformats.org/package/2006/relationships"><Relationship Type="http://schemas.openxmlformats.org/officeDocument/2006/relationships/theme" Target="/ppt/main_figures/Fig11/ppt/submission_case/ppt/slideMasters/theme/theme2.xml" Id="R277ef399fdfd4fe8" /><Relationship Type="http://schemas.openxmlformats.org/officeDocument/2006/relationships/slideLayout" Target="/ppt/main_figures/Fig11/ppt/submission_case/ppt/slideLayouts/slideLayout1.xml" Id="R22ae8689ef3e4ae0" /><Relationship Type="http://schemas.openxmlformats.org/officeDocument/2006/relationships/slideLayout" Target="/ppt/main_figures/Fig11/ppt/submission_case/ppt/slideLayouts/slideLayout2.xml" Id="R9968e44a58af44bb" /><Relationship Type="http://schemas.openxmlformats.org/officeDocument/2006/relationships/slideLayout" Target="/ppt/main_figures/Fig11/ppt/submission_case/ppt/slideLayouts/slideLayout3.xml" Id="Rfcdd9c36ebed426b" /><Relationship Type="http://schemas.openxmlformats.org/officeDocument/2006/relationships/slideLayout" Target="/ppt/main_figures/Fig11/ppt/submission_case/ppt/slideLayouts/slideLayout4.xml" Id="R8813be2de591497b" /><Relationship Type="http://schemas.openxmlformats.org/officeDocument/2006/relationships/slideLayout" Target="/ppt/main_figures/Fig11/ppt/submission_case/ppt/slideLayouts/slideLayout5.xml" Id="R1d376cfa25e143dd" /><Relationship Type="http://schemas.openxmlformats.org/officeDocument/2006/relationships/slideLayout" Target="/ppt/main_figures/Fig11/ppt/submission_case/ppt/slideLayouts/slideLayout6.xml" Id="Raa8aa928568d488e" /></Relationships>
</file>

<file path=ppt/main_figures/Fig11/ppt/submission_case/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2ae8689ef3e4ae0"/>
    <p:sldLayoutId xmlns:r="http://schemas.openxmlformats.org/officeDocument/2006/relationships" id="2147483650" r:id="R9968e44a58af44bb"/>
    <p:sldLayoutId xmlns:r="http://schemas.openxmlformats.org/officeDocument/2006/relationships" id="2147483651" r:id="Rfcdd9c36ebed426b"/>
    <p:sldLayoutId xmlns:r="http://schemas.openxmlformats.org/officeDocument/2006/relationships" id="2147483652" r:id="R8813be2de591497b"/>
    <p:sldLayoutId xmlns:r="http://schemas.openxmlformats.org/officeDocument/2006/relationships" id="2147483653" r:id="R1d376cfa25e143dd"/>
    <p:sldLayoutId xmlns:r="http://schemas.openxmlformats.org/officeDocument/2006/relationships" id="2147483654" r:id="Raa8aa928568d488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main_figures/Fig11/ppt/submission_case/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11/ppt/submission_case/ppt/slides/_rels/slide1.xml.rels><?xml version='1.0' encoding='utf-8'?>
<Relationships xmlns="http://schemas.openxmlformats.org/package/2006/relationships"><Relationship Type="http://schemas.openxmlformats.org/officeDocument/2006/relationships/slideLayout" Target="/ppt/main_figures/Fig11/ppt/submission_case/ppt/slideLayouts/slideLayout6.xml" Id="R63a2e7299e52439a" /><Relationship Type="http://schemas.openxmlformats.org/officeDocument/2006/relationships/image" Target="/ppt/main_figures/Fig11/ppt/submission_case/ppt/media/image.png" Id="R491d89be41e84fb6" /><Relationship Type="http://schemas.openxmlformats.org/officeDocument/2006/relationships/notesSlide" Target="/ppt/main_figures/Fig11/ppt/submission_case/ppt/notesSlides/notesSlide1.xml" Id="R8e4ffcbb298c4e98" /></Relationships>
</file>

<file path=ppt/main_figures/Fig11/ppt/submission_case/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9" name="text_000">
            <a:extLst xmlns:a="http://schemas.openxmlformats.org/drawingml/2006/main">
              <a:ext uri="{FF2B5EF4-FFF2-40B4-BE49-F238E27FC236}">
                <a16:creationId xmlns:a16="http://schemas.microsoft.com/office/drawing/2014/main" id="{2C9837BB-4A1E-4463-9DC7-E1C18C03934D}"/>
              </a:ext>
            </a:extLst>
          </p:cNvPr>
          <p:cNvSpPr>
            <a:spLocks xmlns:a="http://schemas.openxmlformats.org/drawingml/2006/main" noGrp="1"/>
          </p:cNvSpPr>
          <p:nvPr/>
        </p:nvSpPr>
        <p:spPr>
          <a:xfrm xmlns:a="http://schemas.openxmlformats.org/drawingml/2006/main" rot="0">
            <a:off x="171450" y="5715000"/>
            <a:ext cx="3667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1">
                <a:solidFill>
                  <a:srgbClr val="000000"/>
                </a:solidFill>
                <a:latin typeface="Arial"/>
                <a:ea typeface="Arial"/>
                <a:cs typeface="Arial"/>
              </a:defRPr>
            </a:defPPr>
            <a:lvl1pPr algn="l">
              <a:defRPr sz="1650" b="1">
                <a:solidFill>
                  <a:srgbClr val="000000"/>
                </a:solidFill>
                <a:latin typeface="Arial"/>
                <a:ea typeface="Arial"/>
                <a:cs typeface="Arial"/>
              </a:defRPr>
            </a:lvl1pPr>
            <a:lvl2pPr algn="l">
              <a:defRPr sz="1650" b="1">
                <a:solidFill>
                  <a:srgbClr val="000000"/>
                </a:solidFill>
                <a:latin typeface="Arial"/>
                <a:ea typeface="Arial"/>
                <a:cs typeface="Arial"/>
              </a:defRPr>
            </a:lvl2pPr>
            <a:lvl3pPr algn="l">
              <a:defRPr sz="1650" b="1">
                <a:solidFill>
                  <a:srgbClr val="000000"/>
                </a:solidFill>
                <a:latin typeface="Arial"/>
                <a:ea typeface="Arial"/>
                <a:cs typeface="Arial"/>
              </a:defRPr>
            </a:lvl3pPr>
            <a:lvl4pPr algn="l">
              <a:defRPr sz="1650" b="1">
                <a:solidFill>
                  <a:srgbClr val="000000"/>
                </a:solidFill>
                <a:latin typeface="Arial"/>
                <a:ea typeface="Arial"/>
                <a:cs typeface="Arial"/>
              </a:defRPr>
            </a:lvl4pPr>
            <a:lvl5pPr algn="l">
              <a:defRPr sz="1650" b="1">
                <a:solidFill>
                  <a:srgbClr val="000000"/>
                </a:solidFill>
                <a:latin typeface="Arial"/>
                <a:ea typeface="Arial"/>
                <a:cs typeface="Arial"/>
              </a:defRPr>
            </a:lvl5pPr>
            <a:lvl6pPr algn="l">
              <a:defRPr sz="1650" b="1">
                <a:solidFill>
                  <a:srgbClr val="000000"/>
                </a:solidFill>
                <a:latin typeface="Arial"/>
                <a:ea typeface="Arial"/>
                <a:cs typeface="Arial"/>
              </a:defRPr>
            </a:lvl6pPr>
            <a:lvl7pPr algn="l">
              <a:defRPr sz="1650" b="1">
                <a:solidFill>
                  <a:srgbClr val="000000"/>
                </a:solidFill>
                <a:latin typeface="Arial"/>
                <a:ea typeface="Arial"/>
                <a:cs typeface="Arial"/>
              </a:defRPr>
            </a:lvl7pPr>
            <a:lvl8pPr algn="l">
              <a:defRPr sz="1650" b="1">
                <a:solidFill>
                  <a:srgbClr val="000000"/>
                </a:solidFill>
                <a:latin typeface="Arial"/>
                <a:ea typeface="Arial"/>
                <a:cs typeface="Arial"/>
              </a:defRPr>
            </a:lvl8pPr>
            <a:lvl9pPr algn="l">
              <a:defRPr sz="1650" b="1">
                <a:solidFill>
                  <a:srgbClr val="000000"/>
                </a:solidFill>
                <a:latin typeface="Arial"/>
                <a:ea typeface="Arial"/>
                <a:cs typeface="Arial"/>
              </a:defRPr>
            </a:lvl9pPr>
          </a:lstStyle>
          <a:p xmlns:a="http://schemas.openxmlformats.org/drawingml/2006/main">
            <a:pPr algn="l">
              <a:defRPr sz="1650" b="1">
                <a:solidFill>
                  <a:srgbClr val="000000"/>
                </a:solidFill>
                <a:latin typeface="Arial"/>
                <a:ea typeface="Arial"/>
                <a:cs typeface="Arial"/>
              </a:defRPr>
            </a:pPr>
            <a:r>
              <a:rPr sz="1650" b="1">
                <a:solidFill>
                  <a:srgbClr val="000000"/>
                </a:solidFill>
                <a:latin typeface="Arial"/>
                <a:ea typeface="Arial"/>
                <a:cs typeface="Arial"/>
              </a:rPr>
              <a:t>(d) Source features, frame 86</a:t>
            </a:r>
          </a:p>
        </p:txBody>
      </p:sp>
      <p:pic>
        <p:nvPicPr>
          <p:cNvPr id="2" name="">
            <a:extLst xmlns:a="http://schemas.openxmlformats.org/drawingml/2006/main">
              <a:ext uri="{FF2B5EF4-FFF2-40B4-BE49-F238E27FC236}">
                <a16:creationId xmlns:a16="http://schemas.microsoft.com/office/drawing/2014/main" id="{1CB20315-F71A-4E16-A3CD-22FF8279A9FB}"/>
              </a:ext>
            </a:extLst>
          </p:cNvPr>
          <p:cNvPicPr>
            <a:picLocks xmlns:a="http://schemas.openxmlformats.org/drawingml/2006/main" noChangeAspect="1"/>
          </p:cNvPicPr>
          <p:nvPr/>
        </p:nvPicPr>
        <p:blipFill>
          <a:blip xmlns:r="http://schemas.openxmlformats.org/officeDocument/2006/relationships" xmlns:a="http://schemas.openxmlformats.org/drawingml/2006/main" r:embed="R491d89be41e84fb6"/>
          <a:stretch xmlns:a="http://schemas.openxmlformats.org/drawingml/2006/main"/>
        </p:blipFill>
        <p:spPr>
          <a:xfrm xmlns:a="http://schemas.openxmlformats.org/drawingml/2006/main">
            <a:off x="514350" y="6446308"/>
            <a:ext cx="2905125" cy="1032933"/>
          </a:xfrm>
          <a:prstGeom xmlns:a="http://schemas.openxmlformats.org/drawingml/2006/main" prst="rect">
            <a:avLst/>
          </a:prstGeom>
        </p:spPr>
      </p:pic>
      <p:sp>
        <p:nvSpPr>
          <p:cNvPr id="3" name="rect_002">
            <a:extLst xmlns:a="http://schemas.openxmlformats.org/drawingml/2006/main">
              <a:ext uri="{FF2B5EF4-FFF2-40B4-BE49-F238E27FC236}">
                <a16:creationId xmlns:a16="http://schemas.microsoft.com/office/drawing/2014/main" id="{180DF485-720C-46FD-A682-625B92CDFCDD}"/>
              </a:ext>
            </a:extLst>
          </p:cNvPr>
          <p:cNvSpPr>
            <a:spLocks xmlns:a="http://schemas.openxmlformats.org/drawingml/2006/main" noGrp="1"/>
          </p:cNvSpPr>
          <p:nvPr/>
        </p:nvSpPr>
        <p:spPr>
          <a:xfrm xmlns:a="http://schemas.openxmlformats.org/drawingml/2006/main" rot="0">
            <a:off x="514350" y="6200775"/>
            <a:ext cx="2905125" cy="1524000"/>
          </a:xfrm>
          <a:prstGeom xmlns:a="http://schemas.openxmlformats.org/drawingml/2006/main" prst="rect">
            <a:avLst/>
          </a:prstGeom>
          <a:noFill xmlns:a="http://schemas.openxmlformats.org/drawingml/2006/main"/>
          <a:ln xmlns:a="http://schemas.openxmlformats.org/drawingml/2006/main" w="6668">
            <a:solidFill>
              <a:srgbClr val="7B8790"/>
            </a:solidFill>
            <a:prstDash val="solid"/>
          </a:ln>
        </p:spPr>
      </p:sp>
      <p:sp>
        <p:nvSpPr>
          <p:cNvPr id="4" name="text_003">
            <a:extLst xmlns:a="http://schemas.openxmlformats.org/drawingml/2006/main">
              <a:ext uri="{FF2B5EF4-FFF2-40B4-BE49-F238E27FC236}">
                <a16:creationId xmlns:a16="http://schemas.microsoft.com/office/drawing/2014/main" id="{5AA9FE94-9918-4D35-A2D5-6AEA65BEA816}"/>
              </a:ext>
            </a:extLst>
          </p:cNvPr>
          <p:cNvSpPr>
            <a:spLocks xmlns:a="http://schemas.openxmlformats.org/drawingml/2006/main" noGrp="1"/>
          </p:cNvSpPr>
          <p:nvPr/>
        </p:nvSpPr>
        <p:spPr>
          <a:xfrm xmlns:a="http://schemas.openxmlformats.org/drawingml/2006/main" rot="0">
            <a:off x="602821" y="7772400"/>
            <a:ext cx="4572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5" name="line_004">
            <a:extLst xmlns:a="http://schemas.openxmlformats.org/drawingml/2006/main">
              <a:ext uri="{FF2B5EF4-FFF2-40B4-BE49-F238E27FC236}">
                <a16:creationId xmlns:a16="http://schemas.microsoft.com/office/drawing/2014/main" id="{368D8FFB-6ADB-4BA8-BB3A-BA0CFB254373}"/>
              </a:ext>
            </a:extLst>
          </p:cNvPr>
          <p:cNvSpPr>
            <a:spLocks xmlns:a="http://schemas.openxmlformats.org/drawingml/2006/main" noGrp="1"/>
          </p:cNvSpPr>
          <p:nvPr/>
        </p:nvSpPr>
        <p:spPr>
          <a:xfrm xmlns:a="http://schemas.openxmlformats.org/drawingml/2006/main">
            <a:off x="831421" y="7724775"/>
            <a:ext cx="95" cy="38100"/>
          </a:xfrm>
          <a:custGeom xmlns:a="http://schemas.openxmlformats.org/drawingml/2006/main">
            <a:pathLst>
              <a:path w="95" h="38100">
                <a:moveTo>
                  <a:pt x="0" y="0"/>
                </a:moveTo>
                <a:lnTo>
                  <a:pt x="0" y="38100"/>
                </a:lnTo>
              </a:path>
            </a:pathLst>
          </a:custGeom>
          <a:noFill xmlns:a="http://schemas.openxmlformats.org/drawingml/2006/main"/>
          <a:ln xmlns:a="http://schemas.openxmlformats.org/drawingml/2006/main" w="6668">
            <a:solidFill>
              <a:srgbClr val="000000"/>
            </a:solidFill>
            <a:prstDash val="solid"/>
          </a:ln>
        </p:spPr>
      </p:sp>
      <p:sp>
        <p:nvSpPr>
          <p:cNvPr id="6" name="text_005">
            <a:extLst xmlns:a="http://schemas.openxmlformats.org/drawingml/2006/main">
              <a:ext uri="{FF2B5EF4-FFF2-40B4-BE49-F238E27FC236}">
                <a16:creationId xmlns:a16="http://schemas.microsoft.com/office/drawing/2014/main" id="{A517F57F-0B26-4C15-9089-0FDF3F5D312F}"/>
              </a:ext>
            </a:extLst>
          </p:cNvPr>
          <p:cNvSpPr>
            <a:spLocks xmlns:a="http://schemas.openxmlformats.org/drawingml/2006/main" noGrp="1"/>
          </p:cNvSpPr>
          <p:nvPr/>
        </p:nvSpPr>
        <p:spPr>
          <a:xfrm xmlns:a="http://schemas.openxmlformats.org/drawingml/2006/main" rot="0">
            <a:off x="1896848" y="7772400"/>
            <a:ext cx="4572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10</a:t>
            </a:r>
          </a:p>
        </p:txBody>
      </p:sp>
      <p:sp>
        <p:nvSpPr>
          <p:cNvPr id="7" name="line_006">
            <a:extLst xmlns:a="http://schemas.openxmlformats.org/drawingml/2006/main">
              <a:ext uri="{FF2B5EF4-FFF2-40B4-BE49-F238E27FC236}">
                <a16:creationId xmlns:a16="http://schemas.microsoft.com/office/drawing/2014/main" id="{3BD6C56C-1955-4952-A917-7CE38F14AE14}"/>
              </a:ext>
            </a:extLst>
          </p:cNvPr>
          <p:cNvSpPr>
            <a:spLocks xmlns:a="http://schemas.openxmlformats.org/drawingml/2006/main" noGrp="1"/>
          </p:cNvSpPr>
          <p:nvPr/>
        </p:nvSpPr>
        <p:spPr>
          <a:xfrm xmlns:a="http://schemas.openxmlformats.org/drawingml/2006/main">
            <a:off x="2125448" y="7724775"/>
            <a:ext cx="95" cy="38100"/>
          </a:xfrm>
          <a:custGeom xmlns:a="http://schemas.openxmlformats.org/drawingml/2006/main">
            <a:pathLst>
              <a:path w="95" h="38100">
                <a:moveTo>
                  <a:pt x="0" y="0"/>
                </a:moveTo>
                <a:lnTo>
                  <a:pt x="0" y="38100"/>
                </a:lnTo>
              </a:path>
            </a:pathLst>
          </a:custGeom>
          <a:noFill xmlns:a="http://schemas.openxmlformats.org/drawingml/2006/main"/>
          <a:ln xmlns:a="http://schemas.openxmlformats.org/drawingml/2006/main" w="6668">
            <a:solidFill>
              <a:srgbClr val="000000"/>
            </a:solidFill>
            <a:prstDash val="solid"/>
          </a:ln>
        </p:spPr>
      </p:sp>
      <p:sp>
        <p:nvSpPr>
          <p:cNvPr id="8" name="text_007">
            <a:extLst xmlns:a="http://schemas.openxmlformats.org/drawingml/2006/main">
              <a:ext uri="{FF2B5EF4-FFF2-40B4-BE49-F238E27FC236}">
                <a16:creationId xmlns:a16="http://schemas.microsoft.com/office/drawing/2014/main" id="{46E74777-65E9-4382-8F9D-543FF661659D}"/>
              </a:ext>
            </a:extLst>
          </p:cNvPr>
          <p:cNvSpPr>
            <a:spLocks xmlns:a="http://schemas.openxmlformats.org/drawingml/2006/main" noGrp="1"/>
          </p:cNvSpPr>
          <p:nvPr/>
        </p:nvSpPr>
        <p:spPr>
          <a:xfrm xmlns:a="http://schemas.openxmlformats.org/drawingml/2006/main" rot="0">
            <a:off x="3190875" y="7772400"/>
            <a:ext cx="4572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20</a:t>
            </a:r>
          </a:p>
        </p:txBody>
      </p:sp>
      <p:sp>
        <p:nvSpPr>
          <p:cNvPr id="9" name="line_008">
            <a:extLst xmlns:a="http://schemas.openxmlformats.org/drawingml/2006/main">
              <a:ext uri="{FF2B5EF4-FFF2-40B4-BE49-F238E27FC236}">
                <a16:creationId xmlns:a16="http://schemas.microsoft.com/office/drawing/2014/main" id="{A050D007-DD2C-4802-8730-42370B163C0A}"/>
              </a:ext>
            </a:extLst>
          </p:cNvPr>
          <p:cNvSpPr>
            <a:spLocks xmlns:a="http://schemas.openxmlformats.org/drawingml/2006/main" noGrp="1"/>
          </p:cNvSpPr>
          <p:nvPr/>
        </p:nvSpPr>
        <p:spPr>
          <a:xfrm xmlns:a="http://schemas.openxmlformats.org/drawingml/2006/main">
            <a:off x="3419475" y="7724775"/>
            <a:ext cx="95" cy="38100"/>
          </a:xfrm>
          <a:custGeom xmlns:a="http://schemas.openxmlformats.org/drawingml/2006/main">
            <a:pathLst>
              <a:path w="95" h="38100">
                <a:moveTo>
                  <a:pt x="0" y="0"/>
                </a:moveTo>
                <a:lnTo>
                  <a:pt x="0" y="38100"/>
                </a:lnTo>
              </a:path>
            </a:pathLst>
          </a:custGeom>
          <a:noFill xmlns:a="http://schemas.openxmlformats.org/drawingml/2006/main"/>
          <a:ln xmlns:a="http://schemas.openxmlformats.org/drawingml/2006/main" w="6668">
            <a:solidFill>
              <a:srgbClr val="000000"/>
            </a:solidFill>
            <a:prstDash val="solid"/>
          </a:ln>
        </p:spPr>
      </p:sp>
      <p:sp>
        <p:nvSpPr>
          <p:cNvPr id="10" name="text_009">
            <a:extLst xmlns:a="http://schemas.openxmlformats.org/drawingml/2006/main">
              <a:ext uri="{FF2B5EF4-FFF2-40B4-BE49-F238E27FC236}">
                <a16:creationId xmlns:a16="http://schemas.microsoft.com/office/drawing/2014/main" id="{0AF0F6EC-73CF-4FC6-A05F-B87FDEFB4028}"/>
              </a:ext>
            </a:extLst>
          </p:cNvPr>
          <p:cNvSpPr>
            <a:spLocks xmlns:a="http://schemas.openxmlformats.org/drawingml/2006/main" noGrp="1"/>
          </p:cNvSpPr>
          <p:nvPr/>
        </p:nvSpPr>
        <p:spPr>
          <a:xfrm xmlns:a="http://schemas.openxmlformats.org/drawingml/2006/main" rot="0">
            <a:off x="-9525" y="7639050"/>
            <a:ext cx="4572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11" name="line_010">
            <a:extLst xmlns:a="http://schemas.openxmlformats.org/drawingml/2006/main">
              <a:ext uri="{FF2B5EF4-FFF2-40B4-BE49-F238E27FC236}">
                <a16:creationId xmlns:a16="http://schemas.microsoft.com/office/drawing/2014/main" id="{C7FBB4DA-79BF-44E6-BED2-B3BA41674A86}"/>
              </a:ext>
            </a:extLst>
          </p:cNvPr>
          <p:cNvSpPr>
            <a:spLocks xmlns:a="http://schemas.openxmlformats.org/drawingml/2006/main" noGrp="1"/>
          </p:cNvSpPr>
          <p:nvPr/>
        </p:nvSpPr>
        <p:spPr>
          <a:xfrm xmlns:a="http://schemas.openxmlformats.org/drawingml/2006/main">
            <a:off x="476250" y="7724775"/>
            <a:ext cx="38100" cy="95"/>
          </a:xfrm>
          <a:custGeom xmlns:a="http://schemas.openxmlformats.org/drawingml/2006/main">
            <a:pathLst>
              <a:path w="38100" h="95">
                <a:moveTo>
                  <a:pt x="0" y="0"/>
                </a:moveTo>
                <a:lnTo>
                  <a:pt x="38100" y="0"/>
                </a:lnTo>
              </a:path>
            </a:pathLst>
          </a:custGeom>
          <a:noFill xmlns:a="http://schemas.openxmlformats.org/drawingml/2006/main"/>
          <a:ln xmlns:a="http://schemas.openxmlformats.org/drawingml/2006/main" w="6668">
            <a:solidFill>
              <a:srgbClr val="000000"/>
            </a:solidFill>
            <a:prstDash val="solid"/>
          </a:ln>
        </p:spPr>
      </p:sp>
      <p:sp>
        <p:nvSpPr>
          <p:cNvPr id="12" name="text_011">
            <a:extLst xmlns:a="http://schemas.openxmlformats.org/drawingml/2006/main">
              <a:ext uri="{FF2B5EF4-FFF2-40B4-BE49-F238E27FC236}">
                <a16:creationId xmlns:a16="http://schemas.microsoft.com/office/drawing/2014/main" id="{0A3AF6C8-009B-42B8-986B-BB6FF39B8910}"/>
              </a:ext>
            </a:extLst>
          </p:cNvPr>
          <p:cNvSpPr>
            <a:spLocks xmlns:a="http://schemas.openxmlformats.org/drawingml/2006/main" noGrp="1"/>
          </p:cNvSpPr>
          <p:nvPr/>
        </p:nvSpPr>
        <p:spPr>
          <a:xfrm xmlns:a="http://schemas.openxmlformats.org/drawingml/2006/main" rot="0">
            <a:off x="-9525" y="6877050"/>
            <a:ext cx="4572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3</a:t>
            </a:r>
          </a:p>
        </p:txBody>
      </p:sp>
      <p:sp>
        <p:nvSpPr>
          <p:cNvPr id="13" name="line_012">
            <a:extLst xmlns:a="http://schemas.openxmlformats.org/drawingml/2006/main">
              <a:ext uri="{FF2B5EF4-FFF2-40B4-BE49-F238E27FC236}">
                <a16:creationId xmlns:a16="http://schemas.microsoft.com/office/drawing/2014/main" id="{2A06EFE2-B943-4828-9A18-A781104DFFC8}"/>
              </a:ext>
            </a:extLst>
          </p:cNvPr>
          <p:cNvSpPr>
            <a:spLocks xmlns:a="http://schemas.openxmlformats.org/drawingml/2006/main" noGrp="1"/>
          </p:cNvSpPr>
          <p:nvPr/>
        </p:nvSpPr>
        <p:spPr>
          <a:xfrm xmlns:a="http://schemas.openxmlformats.org/drawingml/2006/main">
            <a:off x="476250" y="6962775"/>
            <a:ext cx="38100" cy="95"/>
          </a:xfrm>
          <a:custGeom xmlns:a="http://schemas.openxmlformats.org/drawingml/2006/main">
            <a:pathLst>
              <a:path w="38100" h="95">
                <a:moveTo>
                  <a:pt x="0" y="0"/>
                </a:moveTo>
                <a:lnTo>
                  <a:pt x="38100" y="0"/>
                </a:lnTo>
              </a:path>
            </a:pathLst>
          </a:custGeom>
          <a:noFill xmlns:a="http://schemas.openxmlformats.org/drawingml/2006/main"/>
          <a:ln xmlns:a="http://schemas.openxmlformats.org/drawingml/2006/main" w="6668">
            <a:solidFill>
              <a:srgbClr val="000000"/>
            </a:solidFill>
            <a:prstDash val="solid"/>
          </a:ln>
        </p:spPr>
      </p:sp>
      <p:sp>
        <p:nvSpPr>
          <p:cNvPr id="14" name="text_013">
            <a:extLst xmlns:a="http://schemas.openxmlformats.org/drawingml/2006/main">
              <a:ext uri="{FF2B5EF4-FFF2-40B4-BE49-F238E27FC236}">
                <a16:creationId xmlns:a16="http://schemas.microsoft.com/office/drawing/2014/main" id="{D17427FA-9FB3-49EE-855D-5BD18DAC1839}"/>
              </a:ext>
            </a:extLst>
          </p:cNvPr>
          <p:cNvSpPr>
            <a:spLocks xmlns:a="http://schemas.openxmlformats.org/drawingml/2006/main" noGrp="1"/>
          </p:cNvSpPr>
          <p:nvPr/>
        </p:nvSpPr>
        <p:spPr>
          <a:xfrm xmlns:a="http://schemas.openxmlformats.org/drawingml/2006/main" rot="0">
            <a:off x="-9525" y="6115050"/>
            <a:ext cx="4572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6</a:t>
            </a:r>
          </a:p>
        </p:txBody>
      </p:sp>
      <p:sp>
        <p:nvSpPr>
          <p:cNvPr id="15" name="line_014">
            <a:extLst xmlns:a="http://schemas.openxmlformats.org/drawingml/2006/main">
              <a:ext uri="{FF2B5EF4-FFF2-40B4-BE49-F238E27FC236}">
                <a16:creationId xmlns:a16="http://schemas.microsoft.com/office/drawing/2014/main" id="{A438BB42-AC45-4CC5-B5EE-3C9926E44A10}"/>
              </a:ext>
            </a:extLst>
          </p:cNvPr>
          <p:cNvSpPr>
            <a:spLocks xmlns:a="http://schemas.openxmlformats.org/drawingml/2006/main" noGrp="1"/>
          </p:cNvSpPr>
          <p:nvPr/>
        </p:nvSpPr>
        <p:spPr>
          <a:xfrm xmlns:a="http://schemas.openxmlformats.org/drawingml/2006/main">
            <a:off x="476250" y="6200775"/>
            <a:ext cx="38100" cy="95"/>
          </a:xfrm>
          <a:custGeom xmlns:a="http://schemas.openxmlformats.org/drawingml/2006/main">
            <a:pathLst>
              <a:path w="38100" h="95">
                <a:moveTo>
                  <a:pt x="0" y="0"/>
                </a:moveTo>
                <a:lnTo>
                  <a:pt x="38100" y="0"/>
                </a:lnTo>
              </a:path>
            </a:pathLst>
          </a:custGeom>
          <a:noFill xmlns:a="http://schemas.openxmlformats.org/drawingml/2006/main"/>
          <a:ln xmlns:a="http://schemas.openxmlformats.org/drawingml/2006/main" w="6668">
            <a:solidFill>
              <a:srgbClr val="000000"/>
            </a:solidFill>
            <a:prstDash val="solid"/>
          </a:ln>
        </p:spPr>
      </p:sp>
      <p:sp>
        <p:nvSpPr>
          <p:cNvPr id="16" name="text_015">
            <a:extLst xmlns:a="http://schemas.openxmlformats.org/drawingml/2006/main">
              <a:ext uri="{FF2B5EF4-FFF2-40B4-BE49-F238E27FC236}">
                <a16:creationId xmlns:a16="http://schemas.microsoft.com/office/drawing/2014/main" id="{5C3E4078-B941-4017-8C08-2093AA4DEF25}"/>
              </a:ext>
            </a:extLst>
          </p:cNvPr>
          <p:cNvSpPr>
            <a:spLocks xmlns:a="http://schemas.openxmlformats.org/drawingml/2006/main" noGrp="1"/>
          </p:cNvSpPr>
          <p:nvPr/>
        </p:nvSpPr>
        <p:spPr>
          <a:xfrm xmlns:a="http://schemas.openxmlformats.org/drawingml/2006/main" rot="0">
            <a:off x="514350" y="8010525"/>
            <a:ext cx="2905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75" b="0">
                <a:solidFill>
                  <a:srgbClr val="000000"/>
                </a:solidFill>
                <a:latin typeface="Arial"/>
                <a:ea typeface="Arial"/>
                <a:cs typeface="Arial"/>
              </a:defRPr>
            </a:defPPr>
            <a:lvl1pPr algn="ctr">
              <a:defRPr sz="1275" b="0">
                <a:solidFill>
                  <a:srgbClr val="000000"/>
                </a:solidFill>
                <a:latin typeface="Arial"/>
                <a:ea typeface="Arial"/>
                <a:cs typeface="Arial"/>
              </a:defRPr>
            </a:lvl1pPr>
            <a:lvl2pPr algn="ctr">
              <a:defRPr sz="1275" b="0">
                <a:solidFill>
                  <a:srgbClr val="000000"/>
                </a:solidFill>
                <a:latin typeface="Arial"/>
                <a:ea typeface="Arial"/>
                <a:cs typeface="Arial"/>
              </a:defRPr>
            </a:lvl2pPr>
            <a:lvl3pPr algn="ctr">
              <a:defRPr sz="1275" b="0">
                <a:solidFill>
                  <a:srgbClr val="000000"/>
                </a:solidFill>
                <a:latin typeface="Arial"/>
                <a:ea typeface="Arial"/>
                <a:cs typeface="Arial"/>
              </a:defRPr>
            </a:lvl3pPr>
            <a:lvl4pPr algn="ctr">
              <a:defRPr sz="1275" b="0">
                <a:solidFill>
                  <a:srgbClr val="000000"/>
                </a:solidFill>
                <a:latin typeface="Arial"/>
                <a:ea typeface="Arial"/>
                <a:cs typeface="Arial"/>
              </a:defRPr>
            </a:lvl4pPr>
            <a:lvl5pPr algn="ctr">
              <a:defRPr sz="1275" b="0">
                <a:solidFill>
                  <a:srgbClr val="000000"/>
                </a:solidFill>
                <a:latin typeface="Arial"/>
                <a:ea typeface="Arial"/>
                <a:cs typeface="Arial"/>
              </a:defRPr>
            </a:lvl5pPr>
            <a:lvl6pPr algn="ctr">
              <a:defRPr sz="1275" b="0">
                <a:solidFill>
                  <a:srgbClr val="000000"/>
                </a:solidFill>
                <a:latin typeface="Arial"/>
                <a:ea typeface="Arial"/>
                <a:cs typeface="Arial"/>
              </a:defRPr>
            </a:lvl6pPr>
            <a:lvl7pPr algn="ctr">
              <a:defRPr sz="1275" b="0">
                <a:solidFill>
                  <a:srgbClr val="000000"/>
                </a:solidFill>
                <a:latin typeface="Arial"/>
                <a:ea typeface="Arial"/>
                <a:cs typeface="Arial"/>
              </a:defRPr>
            </a:lvl7pPr>
            <a:lvl8pPr algn="ctr">
              <a:defRPr sz="1275" b="0">
                <a:solidFill>
                  <a:srgbClr val="000000"/>
                </a:solidFill>
                <a:latin typeface="Arial"/>
                <a:ea typeface="Arial"/>
                <a:cs typeface="Arial"/>
              </a:defRPr>
            </a:lvl8pPr>
            <a:lvl9pPr algn="ctr">
              <a:defRPr sz="1275" b="0">
                <a:solidFill>
                  <a:srgbClr val="000000"/>
                </a:solidFill>
                <a:latin typeface="Arial"/>
                <a:ea typeface="Arial"/>
                <a:cs typeface="Arial"/>
              </a:defRPr>
            </a:lvl9pPr>
          </a:lstStyle>
          <a:p xmlns:a="http://schemas.openxmlformats.org/drawingml/2006/main">
            <a:pPr algn="ctr">
              <a:defRPr sz="1275" b="0">
                <a:solidFill>
                  <a:srgbClr val="000000"/>
                </a:solidFill>
                <a:latin typeface="Arial"/>
                <a:ea typeface="Arial"/>
                <a:cs typeface="Arial"/>
              </a:defRPr>
            </a:pPr>
            <a:r>
              <a:rPr sz="1275" b="0">
                <a:solidFill>
                  <a:srgbClr val="000000"/>
                </a:solidFill>
                <a:latin typeface="Arial"/>
                <a:ea typeface="Arial"/>
                <a:cs typeface="Arial"/>
              </a:rPr>
              <a:t>x (source physical coordinate)</a:t>
            </a:r>
          </a:p>
        </p:txBody>
      </p:sp>
      <p:sp>
        <p:nvSpPr>
          <p:cNvPr id="17" name="source_extremum_3">
            <a:extLst xmlns:a="http://schemas.openxmlformats.org/drawingml/2006/main">
              <a:ext uri="{FF2B5EF4-FFF2-40B4-BE49-F238E27FC236}">
                <a16:creationId xmlns:a16="http://schemas.microsoft.com/office/drawing/2014/main" id="{CF2BE7D1-B088-43B3-A25C-C7FF99758AF5}"/>
              </a:ext>
            </a:extLst>
          </p:cNvPr>
          <p:cNvSpPr>
            <a:spLocks xmlns:a="http://schemas.openxmlformats.org/drawingml/2006/main" noGrp="1"/>
          </p:cNvSpPr>
          <p:nvPr/>
        </p:nvSpPr>
        <p:spPr>
          <a:xfrm xmlns:a="http://schemas.openxmlformats.org/drawingml/2006/main" rot="0">
            <a:off x="1035168" y="7649487"/>
            <a:ext cx="85725" cy="85725"/>
          </a:xfrm>
          <a:prstGeom xmlns:a="http://schemas.openxmlformats.org/drawingml/2006/main" prst="ellipse">
            <a:avLst/>
          </a:prstGeom>
          <a:solidFill xmlns:a="http://schemas.openxmlformats.org/drawingml/2006/main">
            <a:srgbClr val="FFFFFF"/>
          </a:solidFill>
          <a:ln xmlns:a="http://schemas.openxmlformats.org/drawingml/2006/main" w="17145">
            <a:solidFill>
              <a:srgbClr val="0072B2"/>
            </a:solidFill>
            <a:prstDash val="solid"/>
          </a:ln>
        </p:spPr>
      </p:sp>
      <p:sp>
        <p:nvSpPr>
          <p:cNvPr id="18" name="text_017">
            <a:extLst xmlns:a="http://schemas.openxmlformats.org/drawingml/2006/main">
              <a:ext uri="{FF2B5EF4-FFF2-40B4-BE49-F238E27FC236}">
                <a16:creationId xmlns:a16="http://schemas.microsoft.com/office/drawing/2014/main" id="{7EA01AE8-1DD0-412F-9C63-E6E6DE6382BB}"/>
              </a:ext>
            </a:extLst>
          </p:cNvPr>
          <p:cNvSpPr>
            <a:spLocks xmlns:a="http://schemas.openxmlformats.org/drawingml/2006/main" noGrp="1"/>
          </p:cNvSpPr>
          <p:nvPr/>
        </p:nvSpPr>
        <p:spPr>
          <a:xfrm xmlns:a="http://schemas.openxmlformats.org/drawingml/2006/main" rot="0">
            <a:off x="1144706" y="7530424"/>
            <a:ext cx="2286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xmlns:a="http://schemas.openxmlformats.org/drawingml/2006/main">
            <a:pPr algn="l">
              <a:defRPr sz="1275" b="1">
                <a:solidFill>
                  <a:srgbClr val="000000"/>
                </a:solidFill>
                <a:latin typeface="Arial"/>
                <a:ea typeface="Arial"/>
                <a:cs typeface="Arial"/>
              </a:defRPr>
            </a:pPr>
            <a:r>
              <a:rPr sz="1275" b="1">
                <a:solidFill>
                  <a:srgbClr val="000000"/>
                </a:solidFill>
                <a:latin typeface="Arial"/>
                <a:ea typeface="Arial"/>
                <a:cs typeface="Arial"/>
              </a:rPr>
              <a:t>A</a:t>
            </a:r>
          </a:p>
        </p:txBody>
      </p:sp>
      <p:sp>
        <p:nvSpPr>
          <p:cNvPr id="19" name="source_extremum_17">
            <a:extLst xmlns:a="http://schemas.openxmlformats.org/drawingml/2006/main">
              <a:ext uri="{FF2B5EF4-FFF2-40B4-BE49-F238E27FC236}">
                <a16:creationId xmlns:a16="http://schemas.microsoft.com/office/drawing/2014/main" id="{59A815E8-6AA7-45FB-B933-65CB6E6171A1}"/>
              </a:ext>
            </a:extLst>
          </p:cNvPr>
          <p:cNvSpPr>
            <a:spLocks xmlns:a="http://schemas.openxmlformats.org/drawingml/2006/main" noGrp="1"/>
          </p:cNvSpPr>
          <p:nvPr/>
        </p:nvSpPr>
        <p:spPr>
          <a:xfrm xmlns:a="http://schemas.openxmlformats.org/drawingml/2006/main" rot="0">
            <a:off x="3354932" y="6936125"/>
            <a:ext cx="85725" cy="85725"/>
          </a:xfrm>
          <a:prstGeom xmlns:a="http://schemas.openxmlformats.org/drawingml/2006/main" prst="ellipse">
            <a:avLst/>
          </a:prstGeom>
          <a:solidFill xmlns:a="http://schemas.openxmlformats.org/drawingml/2006/main">
            <a:srgbClr val="FFFFFF"/>
          </a:solidFill>
          <a:ln xmlns:a="http://schemas.openxmlformats.org/drawingml/2006/main" w="17145">
            <a:solidFill>
              <a:srgbClr val="D55E00"/>
            </a:solidFill>
            <a:prstDash val="solid"/>
          </a:ln>
        </p:spPr>
      </p:sp>
      <p:sp>
        <p:nvSpPr>
          <p:cNvPr id="20" name="text_019">
            <a:extLst xmlns:a="http://schemas.openxmlformats.org/drawingml/2006/main">
              <a:ext uri="{FF2B5EF4-FFF2-40B4-BE49-F238E27FC236}">
                <a16:creationId xmlns:a16="http://schemas.microsoft.com/office/drawing/2014/main" id="{E6DDF0E8-9644-4E87-B14F-C42735AC28E0}"/>
              </a:ext>
            </a:extLst>
          </p:cNvPr>
          <p:cNvSpPr>
            <a:spLocks xmlns:a="http://schemas.openxmlformats.org/drawingml/2006/main" noGrp="1"/>
          </p:cNvSpPr>
          <p:nvPr/>
        </p:nvSpPr>
        <p:spPr>
          <a:xfrm xmlns:a="http://schemas.openxmlformats.org/drawingml/2006/main" rot="0">
            <a:off x="3464470" y="6817063"/>
            <a:ext cx="2286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xmlns:a="http://schemas.openxmlformats.org/drawingml/2006/main">
            <a:pPr algn="l">
              <a:defRPr sz="1275" b="1">
                <a:solidFill>
                  <a:srgbClr val="000000"/>
                </a:solidFill>
                <a:latin typeface="Arial"/>
                <a:ea typeface="Arial"/>
                <a:cs typeface="Arial"/>
              </a:defRPr>
            </a:pPr>
            <a:r>
              <a:rPr sz="1275" b="1">
                <a:solidFill>
                  <a:srgbClr val="000000"/>
                </a:solidFill>
                <a:latin typeface="Arial"/>
                <a:ea typeface="Arial"/>
                <a:cs typeface="Arial"/>
              </a:rPr>
              <a:t>B</a:t>
            </a:r>
          </a:p>
        </p:txBody>
      </p:sp>
      <p:sp>
        <p:nvSpPr>
          <p:cNvPr id="21" name="source_extremum_14">
            <a:extLst xmlns:a="http://schemas.openxmlformats.org/drawingml/2006/main">
              <a:ext uri="{FF2B5EF4-FFF2-40B4-BE49-F238E27FC236}">
                <a16:creationId xmlns:a16="http://schemas.microsoft.com/office/drawing/2014/main" id="{763895A0-C657-4BAB-8270-116467670BA8}"/>
              </a:ext>
            </a:extLst>
          </p:cNvPr>
          <p:cNvSpPr>
            <a:spLocks xmlns:a="http://schemas.openxmlformats.org/drawingml/2006/main" noGrp="1"/>
          </p:cNvSpPr>
          <p:nvPr/>
        </p:nvSpPr>
        <p:spPr>
          <a:xfrm xmlns:a="http://schemas.openxmlformats.org/drawingml/2006/main" rot="0">
            <a:off x="2834612" y="7195530"/>
            <a:ext cx="85725" cy="85725"/>
          </a:xfrm>
          <a:prstGeom xmlns:a="http://schemas.openxmlformats.org/drawingml/2006/main" prst="ellipse">
            <a:avLst/>
          </a:prstGeom>
          <a:solidFill xmlns:a="http://schemas.openxmlformats.org/drawingml/2006/main">
            <a:srgbClr val="FFFFFF"/>
          </a:solidFill>
          <a:ln xmlns:a="http://schemas.openxmlformats.org/drawingml/2006/main" w="17145">
            <a:solidFill>
              <a:srgbClr val="009E73"/>
            </a:solidFill>
            <a:prstDash val="solid"/>
          </a:ln>
        </p:spPr>
      </p:sp>
      <p:sp>
        <p:nvSpPr>
          <p:cNvPr id="22" name="text_021">
            <a:extLst xmlns:a="http://schemas.openxmlformats.org/drawingml/2006/main">
              <a:ext uri="{FF2B5EF4-FFF2-40B4-BE49-F238E27FC236}">
                <a16:creationId xmlns:a16="http://schemas.microsoft.com/office/drawing/2014/main" id="{AC99C9CD-B4CC-45EA-9B8D-03E69BA71D8C}"/>
              </a:ext>
            </a:extLst>
          </p:cNvPr>
          <p:cNvSpPr>
            <a:spLocks xmlns:a="http://schemas.openxmlformats.org/drawingml/2006/main" noGrp="1"/>
          </p:cNvSpPr>
          <p:nvPr/>
        </p:nvSpPr>
        <p:spPr>
          <a:xfrm xmlns:a="http://schemas.openxmlformats.org/drawingml/2006/main" rot="0">
            <a:off x="2944149" y="7076467"/>
            <a:ext cx="2286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xmlns:a="http://schemas.openxmlformats.org/drawingml/2006/main">
            <a:pPr algn="l">
              <a:defRPr sz="1275" b="1">
                <a:solidFill>
                  <a:srgbClr val="000000"/>
                </a:solidFill>
                <a:latin typeface="Arial"/>
                <a:ea typeface="Arial"/>
                <a:cs typeface="Arial"/>
              </a:defRPr>
            </a:pPr>
            <a:r>
              <a:rPr sz="1275" b="1">
                <a:solidFill>
                  <a:srgbClr val="000000"/>
                </a:solidFill>
                <a:latin typeface="Arial"/>
                <a:ea typeface="Arial"/>
                <a:cs typeface="Arial"/>
              </a:rPr>
              <a:t>C</a:t>
            </a:r>
          </a:p>
        </p:txBody>
      </p:sp>
      <p:sp>
        <p:nvSpPr>
          <p:cNvPr id="23" name="text_022">
            <a:extLst xmlns:a="http://schemas.openxmlformats.org/drawingml/2006/main">
              <a:ext uri="{FF2B5EF4-FFF2-40B4-BE49-F238E27FC236}">
                <a16:creationId xmlns:a16="http://schemas.microsoft.com/office/drawing/2014/main" id="{858D319D-1A44-4068-81F5-6C426749FAA1}"/>
              </a:ext>
            </a:extLst>
          </p:cNvPr>
          <p:cNvSpPr>
            <a:spLocks xmlns:a="http://schemas.openxmlformats.org/drawingml/2006/main" noGrp="1"/>
          </p:cNvSpPr>
          <p:nvPr/>
        </p:nvSpPr>
        <p:spPr>
          <a:xfrm xmlns:a="http://schemas.openxmlformats.org/drawingml/2006/main" rot="0">
            <a:off x="171450" y="8267700"/>
            <a:ext cx="3667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125" b="0">
                <a:solidFill>
                  <a:srgbClr val="000000"/>
                </a:solidFill>
                <a:latin typeface="Arial"/>
                <a:ea typeface="Arial"/>
                <a:cs typeface="Arial"/>
              </a:defRPr>
            </a:defPPr>
            <a:lvl1pPr algn="l">
              <a:defRPr sz="1125" b="0">
                <a:solidFill>
                  <a:srgbClr val="000000"/>
                </a:solidFill>
                <a:latin typeface="Arial"/>
                <a:ea typeface="Arial"/>
                <a:cs typeface="Arial"/>
              </a:defRPr>
            </a:lvl1pPr>
            <a:lvl2pPr algn="l">
              <a:defRPr sz="1125" b="0">
                <a:solidFill>
                  <a:srgbClr val="000000"/>
                </a:solidFill>
                <a:latin typeface="Arial"/>
                <a:ea typeface="Arial"/>
                <a:cs typeface="Arial"/>
              </a:defRPr>
            </a:lvl2pPr>
            <a:lvl3pPr algn="l">
              <a:defRPr sz="1125" b="0">
                <a:solidFill>
                  <a:srgbClr val="000000"/>
                </a:solidFill>
                <a:latin typeface="Arial"/>
                <a:ea typeface="Arial"/>
                <a:cs typeface="Arial"/>
              </a:defRPr>
            </a:lvl3pPr>
            <a:lvl4pPr algn="l">
              <a:defRPr sz="1125" b="0">
                <a:solidFill>
                  <a:srgbClr val="000000"/>
                </a:solidFill>
                <a:latin typeface="Arial"/>
                <a:ea typeface="Arial"/>
                <a:cs typeface="Arial"/>
              </a:defRPr>
            </a:lvl4pPr>
            <a:lvl5pPr algn="l">
              <a:defRPr sz="1125" b="0">
                <a:solidFill>
                  <a:srgbClr val="000000"/>
                </a:solidFill>
                <a:latin typeface="Arial"/>
                <a:ea typeface="Arial"/>
                <a:cs typeface="Arial"/>
              </a:defRPr>
            </a:lvl5pPr>
            <a:lvl6pPr algn="l">
              <a:defRPr sz="1125" b="0">
                <a:solidFill>
                  <a:srgbClr val="000000"/>
                </a:solidFill>
                <a:latin typeface="Arial"/>
                <a:ea typeface="Arial"/>
                <a:cs typeface="Arial"/>
              </a:defRPr>
            </a:lvl6pPr>
            <a:lvl7pPr algn="l">
              <a:defRPr sz="1125" b="0">
                <a:solidFill>
                  <a:srgbClr val="000000"/>
                </a:solidFill>
                <a:latin typeface="Arial"/>
                <a:ea typeface="Arial"/>
                <a:cs typeface="Arial"/>
              </a:defRPr>
            </a:lvl7pPr>
            <a:lvl8pPr algn="l">
              <a:defRPr sz="1125" b="0">
                <a:solidFill>
                  <a:srgbClr val="000000"/>
                </a:solidFill>
                <a:latin typeface="Arial"/>
                <a:ea typeface="Arial"/>
                <a:cs typeface="Arial"/>
              </a:defRPr>
            </a:lvl8pPr>
            <a:lvl9pPr algn="l">
              <a:defRPr sz="1125" b="0">
                <a:solidFill>
                  <a:srgbClr val="000000"/>
                </a:solidFill>
                <a:latin typeface="Arial"/>
                <a:ea typeface="Arial"/>
                <a:cs typeface="Arial"/>
              </a:defRPr>
            </a:lvl9pPr>
          </a:lstStyle>
          <a:p xmlns:a="http://schemas.openxmlformats.org/drawingml/2006/main">
            <a:pPr algn="l">
              <a:defRPr sz="1125" b="0">
                <a:solidFill>
                  <a:srgbClr val="000000"/>
                </a:solidFill>
                <a:latin typeface="Arial"/>
                <a:ea typeface="Arial"/>
                <a:cs typeface="Arial"/>
              </a:defRPr>
            </a:pPr>
            <a:r>
              <a:rPr sz="1125" b="0">
                <a:solidFill>
                  <a:srgbClr val="000000"/>
                </a:solidFill>
                <a:latin typeface="Arial"/>
                <a:ea typeface="Arial"/>
                <a:cs typeface="Arial"/>
              </a:rPr>
              <a:t>Q maximum over y; markers show extrema (x,z)</a:t>
            </a:r>
          </a:p>
        </p:txBody>
      </p:sp>
      <p:sp>
        <p:nvSpPr>
          <p:cNvPr id="24" name="text_023">
            <a:extLst xmlns:a="http://schemas.openxmlformats.org/drawingml/2006/main">
              <a:ext uri="{FF2B5EF4-FFF2-40B4-BE49-F238E27FC236}">
                <a16:creationId xmlns:a16="http://schemas.microsoft.com/office/drawing/2014/main" id="{FF2F014E-C1E1-4DE6-B413-CF341B500D0B}"/>
              </a:ext>
            </a:extLst>
          </p:cNvPr>
          <p:cNvSpPr>
            <a:spLocks xmlns:a="http://schemas.openxmlformats.org/drawingml/2006/main" noGrp="1"/>
          </p:cNvSpPr>
          <p:nvPr/>
        </p:nvSpPr>
        <p:spPr>
          <a:xfrm xmlns:a="http://schemas.openxmlformats.org/drawingml/2006/main" rot="0">
            <a:off x="4010025" y="5715000"/>
            <a:ext cx="3790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1">
                <a:solidFill>
                  <a:srgbClr val="000000"/>
                </a:solidFill>
                <a:latin typeface="Arial"/>
                <a:ea typeface="Arial"/>
                <a:cs typeface="Arial"/>
              </a:defRPr>
            </a:defPPr>
            <a:lvl1pPr algn="l">
              <a:defRPr sz="1650" b="1">
                <a:solidFill>
                  <a:srgbClr val="000000"/>
                </a:solidFill>
                <a:latin typeface="Arial"/>
                <a:ea typeface="Arial"/>
                <a:cs typeface="Arial"/>
              </a:defRPr>
            </a:lvl1pPr>
            <a:lvl2pPr algn="l">
              <a:defRPr sz="1650" b="1">
                <a:solidFill>
                  <a:srgbClr val="000000"/>
                </a:solidFill>
                <a:latin typeface="Arial"/>
                <a:ea typeface="Arial"/>
                <a:cs typeface="Arial"/>
              </a:defRPr>
            </a:lvl2pPr>
            <a:lvl3pPr algn="l">
              <a:defRPr sz="1650" b="1">
                <a:solidFill>
                  <a:srgbClr val="000000"/>
                </a:solidFill>
                <a:latin typeface="Arial"/>
                <a:ea typeface="Arial"/>
                <a:cs typeface="Arial"/>
              </a:defRPr>
            </a:lvl3pPr>
            <a:lvl4pPr algn="l">
              <a:defRPr sz="1650" b="1">
                <a:solidFill>
                  <a:srgbClr val="000000"/>
                </a:solidFill>
                <a:latin typeface="Arial"/>
                <a:ea typeface="Arial"/>
                <a:cs typeface="Arial"/>
              </a:defRPr>
            </a:lvl4pPr>
            <a:lvl5pPr algn="l">
              <a:defRPr sz="1650" b="1">
                <a:solidFill>
                  <a:srgbClr val="000000"/>
                </a:solidFill>
                <a:latin typeface="Arial"/>
                <a:ea typeface="Arial"/>
                <a:cs typeface="Arial"/>
              </a:defRPr>
            </a:lvl5pPr>
            <a:lvl6pPr algn="l">
              <a:defRPr sz="1650" b="1">
                <a:solidFill>
                  <a:srgbClr val="000000"/>
                </a:solidFill>
                <a:latin typeface="Arial"/>
                <a:ea typeface="Arial"/>
                <a:cs typeface="Arial"/>
              </a:defRPr>
            </a:lvl6pPr>
            <a:lvl7pPr algn="l">
              <a:defRPr sz="1650" b="1">
                <a:solidFill>
                  <a:srgbClr val="000000"/>
                </a:solidFill>
                <a:latin typeface="Arial"/>
                <a:ea typeface="Arial"/>
                <a:cs typeface="Arial"/>
              </a:defRPr>
            </a:lvl7pPr>
            <a:lvl8pPr algn="l">
              <a:defRPr sz="1650" b="1">
                <a:solidFill>
                  <a:srgbClr val="000000"/>
                </a:solidFill>
                <a:latin typeface="Arial"/>
                <a:ea typeface="Arial"/>
                <a:cs typeface="Arial"/>
              </a:defRPr>
            </a:lvl8pPr>
            <a:lvl9pPr algn="l">
              <a:defRPr sz="1650" b="1">
                <a:solidFill>
                  <a:srgbClr val="000000"/>
                </a:solidFill>
                <a:latin typeface="Arial"/>
                <a:ea typeface="Arial"/>
                <a:cs typeface="Arial"/>
              </a:defRPr>
            </a:lvl9pPr>
          </a:lstStyle>
          <a:p xmlns:a="http://schemas.openxmlformats.org/drawingml/2006/main">
            <a:pPr algn="l">
              <a:defRPr sz="1650" b="1">
                <a:solidFill>
                  <a:srgbClr val="000000"/>
                </a:solidFill>
                <a:latin typeface="Arial"/>
                <a:ea typeface="Arial"/>
                <a:cs typeface="Arial"/>
              </a:defRPr>
            </a:pPr>
            <a:r>
              <a:rPr sz="1650" b="1">
                <a:solidFill>
                  <a:srgbClr val="000000"/>
                </a:solidFill>
                <a:latin typeface="Arial"/>
                <a:ea typeface="Arial"/>
                <a:cs typeface="Arial"/>
              </a:rPr>
              <a:t>(e) Reference and saved anchors</a:t>
            </a:r>
          </a:p>
        </p:txBody>
      </p:sp>
      <p:sp>
        <p:nvSpPr>
          <p:cNvPr id="25" name="text_024">
            <a:extLst xmlns:a="http://schemas.openxmlformats.org/drawingml/2006/main">
              <a:ext uri="{FF2B5EF4-FFF2-40B4-BE49-F238E27FC236}">
                <a16:creationId xmlns:a16="http://schemas.microsoft.com/office/drawing/2014/main" id="{D5894EE8-7060-4230-9E0E-86341937FEE7}"/>
              </a:ext>
            </a:extLst>
          </p:cNvPr>
          <p:cNvSpPr>
            <a:spLocks xmlns:a="http://schemas.openxmlformats.org/drawingml/2006/main" noGrp="1"/>
          </p:cNvSpPr>
          <p:nvPr/>
        </p:nvSpPr>
        <p:spPr>
          <a:xfrm xmlns:a="http://schemas.openxmlformats.org/drawingml/2006/main" rot="0">
            <a:off x="3990975" y="6200775"/>
            <a:ext cx="4667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xmlns:a="http://schemas.openxmlformats.org/drawingml/2006/main">
            <a:pPr algn="l">
              <a:defRPr sz="1275" b="1">
                <a:solidFill>
                  <a:srgbClr val="000000"/>
                </a:solidFill>
                <a:latin typeface="Arial"/>
                <a:ea typeface="Arial"/>
                <a:cs typeface="Arial"/>
              </a:defRPr>
            </a:pPr>
            <a:r>
              <a:rPr sz="1275" b="1">
                <a:solidFill>
                  <a:srgbClr val="000000"/>
                </a:solidFill>
                <a:latin typeface="Arial"/>
                <a:ea typeface="Arial"/>
                <a:cs typeface="Arial"/>
              </a:rPr>
              <a:t>q</a:t>
            </a:r>
          </a:p>
        </p:txBody>
      </p:sp>
      <p:sp>
        <p:nvSpPr>
          <p:cNvPr id="26" name="line_025">
            <a:extLst xmlns:a="http://schemas.openxmlformats.org/drawingml/2006/main">
              <a:ext uri="{FF2B5EF4-FFF2-40B4-BE49-F238E27FC236}">
                <a16:creationId xmlns:a16="http://schemas.microsoft.com/office/drawing/2014/main" id="{6DB9A5B1-4CD7-4184-93B2-9F21DD1002C7}"/>
              </a:ext>
            </a:extLst>
          </p:cNvPr>
          <p:cNvSpPr>
            <a:spLocks xmlns:a="http://schemas.openxmlformats.org/drawingml/2006/main" noGrp="1"/>
          </p:cNvSpPr>
          <p:nvPr/>
        </p:nvSpPr>
        <p:spPr>
          <a:xfrm xmlns:a="http://schemas.openxmlformats.org/drawingml/2006/main">
            <a:off x="4524375" y="6305550"/>
            <a:ext cx="2857500" cy="95"/>
          </a:xfrm>
          <a:custGeom xmlns:a="http://schemas.openxmlformats.org/drawingml/2006/main">
            <a:pathLst>
              <a:path w="2857500" h="95">
                <a:moveTo>
                  <a:pt x="0" y="0"/>
                </a:moveTo>
                <a:lnTo>
                  <a:pt x="2857500" y="0"/>
                </a:lnTo>
              </a:path>
            </a:pathLst>
          </a:custGeom>
          <a:noFill xmlns:a="http://schemas.openxmlformats.org/drawingml/2006/main"/>
          <a:ln xmlns:a="http://schemas.openxmlformats.org/drawingml/2006/main" w="6668">
            <a:solidFill>
              <a:srgbClr val="7B8790"/>
            </a:solidFill>
            <a:prstDash val="solid"/>
          </a:ln>
        </p:spPr>
      </p:sp>
      <p:sp>
        <p:nvSpPr>
          <p:cNvPr id="27" name="text_026">
            <a:extLst xmlns:a="http://schemas.openxmlformats.org/drawingml/2006/main">
              <a:ext uri="{FF2B5EF4-FFF2-40B4-BE49-F238E27FC236}">
                <a16:creationId xmlns:a16="http://schemas.microsoft.com/office/drawing/2014/main" id="{77845DC9-F2D3-403C-94B3-EC0D00FF934B}"/>
              </a:ext>
            </a:extLst>
          </p:cNvPr>
          <p:cNvSpPr>
            <a:spLocks xmlns:a="http://schemas.openxmlformats.org/drawingml/2006/main" noGrp="1"/>
          </p:cNvSpPr>
          <p:nvPr/>
        </p:nvSpPr>
        <p:spPr>
          <a:xfrm xmlns:a="http://schemas.openxmlformats.org/drawingml/2006/main" rot="0">
            <a:off x="3990975" y="6638925"/>
            <a:ext cx="4667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xmlns:a="http://schemas.openxmlformats.org/drawingml/2006/main">
            <a:pPr algn="l">
              <a:defRPr sz="1275" b="1">
                <a:solidFill>
                  <a:srgbClr val="000000"/>
                </a:solidFill>
                <a:latin typeface="Arial"/>
                <a:ea typeface="Arial"/>
                <a:cs typeface="Arial"/>
              </a:defRPr>
            </a:pPr>
            <a:r>
              <a:rPr sz="1275" b="1">
                <a:solidFill>
                  <a:srgbClr val="000000"/>
                </a:solidFill>
                <a:latin typeface="Arial"/>
                <a:ea typeface="Arial"/>
                <a:cs typeface="Arial"/>
              </a:rPr>
              <a:t>P</a:t>
            </a:r>
          </a:p>
        </p:txBody>
      </p:sp>
      <p:sp>
        <p:nvSpPr>
          <p:cNvPr id="28" name="line_027">
            <a:extLst xmlns:a="http://schemas.openxmlformats.org/drawingml/2006/main">
              <a:ext uri="{FF2B5EF4-FFF2-40B4-BE49-F238E27FC236}">
                <a16:creationId xmlns:a16="http://schemas.microsoft.com/office/drawing/2014/main" id="{04987173-0A45-4432-874F-832C448629F7}"/>
              </a:ext>
            </a:extLst>
          </p:cNvPr>
          <p:cNvSpPr>
            <a:spLocks xmlns:a="http://schemas.openxmlformats.org/drawingml/2006/main" noGrp="1"/>
          </p:cNvSpPr>
          <p:nvPr/>
        </p:nvSpPr>
        <p:spPr>
          <a:xfrm xmlns:a="http://schemas.openxmlformats.org/drawingml/2006/main">
            <a:off x="4524375" y="6743700"/>
            <a:ext cx="2857500" cy="95"/>
          </a:xfrm>
          <a:custGeom xmlns:a="http://schemas.openxmlformats.org/drawingml/2006/main">
            <a:pathLst>
              <a:path w="2857500" h="95">
                <a:moveTo>
                  <a:pt x="0" y="0"/>
                </a:moveTo>
                <a:lnTo>
                  <a:pt x="2857500" y="0"/>
                </a:lnTo>
              </a:path>
            </a:pathLst>
          </a:custGeom>
          <a:noFill xmlns:a="http://schemas.openxmlformats.org/drawingml/2006/main"/>
          <a:ln xmlns:a="http://schemas.openxmlformats.org/drawingml/2006/main" w="6668">
            <a:solidFill>
              <a:srgbClr val="7B8790"/>
            </a:solidFill>
            <a:prstDash val="solid"/>
          </a:ln>
        </p:spPr>
      </p:sp>
      <p:sp>
        <p:nvSpPr>
          <p:cNvPr id="29" name="text_028">
            <a:extLst xmlns:a="http://schemas.openxmlformats.org/drawingml/2006/main">
              <a:ext uri="{FF2B5EF4-FFF2-40B4-BE49-F238E27FC236}">
                <a16:creationId xmlns:a16="http://schemas.microsoft.com/office/drawing/2014/main" id="{859A186F-EE04-4A16-8BE1-97DDC63C76C5}"/>
              </a:ext>
            </a:extLst>
          </p:cNvPr>
          <p:cNvSpPr>
            <a:spLocks xmlns:a="http://schemas.openxmlformats.org/drawingml/2006/main" noGrp="1"/>
          </p:cNvSpPr>
          <p:nvPr/>
        </p:nvSpPr>
        <p:spPr>
          <a:xfrm xmlns:a="http://schemas.openxmlformats.org/drawingml/2006/main" rot="0">
            <a:off x="3990975" y="7077075"/>
            <a:ext cx="4667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xmlns:a="http://schemas.openxmlformats.org/drawingml/2006/main">
            <a:pPr algn="l">
              <a:defRPr sz="1275" b="1">
                <a:solidFill>
                  <a:srgbClr val="000000"/>
                </a:solidFill>
                <a:latin typeface="Arial"/>
                <a:ea typeface="Arial"/>
                <a:cs typeface="Arial"/>
              </a:defRPr>
            </a:pPr>
            <a:r>
              <a:rPr sz="1275" b="1">
                <a:solidFill>
                  <a:srgbClr val="000000"/>
                </a:solidFill>
                <a:latin typeface="Arial"/>
                <a:ea typeface="Arial"/>
                <a:cs typeface="Arial"/>
              </a:rPr>
              <a:t>R2</a:t>
            </a:r>
          </a:p>
        </p:txBody>
      </p:sp>
      <p:sp>
        <p:nvSpPr>
          <p:cNvPr id="30" name="line_029">
            <a:extLst xmlns:a="http://schemas.openxmlformats.org/drawingml/2006/main">
              <a:ext uri="{FF2B5EF4-FFF2-40B4-BE49-F238E27FC236}">
                <a16:creationId xmlns:a16="http://schemas.microsoft.com/office/drawing/2014/main" id="{13A96A03-4ABE-4896-88EF-313A92E15FD7}"/>
              </a:ext>
            </a:extLst>
          </p:cNvPr>
          <p:cNvSpPr>
            <a:spLocks xmlns:a="http://schemas.openxmlformats.org/drawingml/2006/main" noGrp="1"/>
          </p:cNvSpPr>
          <p:nvPr/>
        </p:nvSpPr>
        <p:spPr>
          <a:xfrm xmlns:a="http://schemas.openxmlformats.org/drawingml/2006/main">
            <a:off x="4524375" y="7181850"/>
            <a:ext cx="2857500" cy="95"/>
          </a:xfrm>
          <a:custGeom xmlns:a="http://schemas.openxmlformats.org/drawingml/2006/main">
            <a:pathLst>
              <a:path w="2857500" h="95">
                <a:moveTo>
                  <a:pt x="0" y="0"/>
                </a:moveTo>
                <a:lnTo>
                  <a:pt x="2857500" y="0"/>
                </a:lnTo>
              </a:path>
            </a:pathLst>
          </a:custGeom>
          <a:noFill xmlns:a="http://schemas.openxmlformats.org/drawingml/2006/main"/>
          <a:ln xmlns:a="http://schemas.openxmlformats.org/drawingml/2006/main" w="6668">
            <a:solidFill>
              <a:srgbClr val="7B8790"/>
            </a:solidFill>
            <a:prstDash val="solid"/>
          </a:ln>
        </p:spPr>
      </p:sp>
      <p:sp>
        <p:nvSpPr>
          <p:cNvPr id="31" name="text_030">
            <a:extLst xmlns:a="http://schemas.openxmlformats.org/drawingml/2006/main">
              <a:ext uri="{FF2B5EF4-FFF2-40B4-BE49-F238E27FC236}">
                <a16:creationId xmlns:a16="http://schemas.microsoft.com/office/drawing/2014/main" id="{16E1DA4C-37AC-4282-8984-6D07E1091CE3}"/>
              </a:ext>
            </a:extLst>
          </p:cNvPr>
          <p:cNvSpPr>
            <a:spLocks xmlns:a="http://schemas.openxmlformats.org/drawingml/2006/main" noGrp="1"/>
          </p:cNvSpPr>
          <p:nvPr/>
        </p:nvSpPr>
        <p:spPr>
          <a:xfrm xmlns:a="http://schemas.openxmlformats.org/drawingml/2006/main" rot="0">
            <a:off x="3990975" y="7515225"/>
            <a:ext cx="4667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xmlns:a="http://schemas.openxmlformats.org/drawingml/2006/main">
            <a:pPr algn="l">
              <a:defRPr sz="1275" b="1">
                <a:solidFill>
                  <a:srgbClr val="000000"/>
                </a:solidFill>
                <a:latin typeface="Arial"/>
                <a:ea typeface="Arial"/>
                <a:cs typeface="Arial"/>
              </a:defRPr>
            </a:pPr>
            <a:r>
              <a:rPr sz="1275" b="1">
                <a:solidFill>
                  <a:srgbClr val="000000"/>
                </a:solidFill>
                <a:latin typeface="Arial"/>
                <a:ea typeface="Arial"/>
                <a:cs typeface="Arial"/>
              </a:rPr>
              <a:t>R20</a:t>
            </a:r>
          </a:p>
        </p:txBody>
      </p:sp>
      <p:sp>
        <p:nvSpPr>
          <p:cNvPr id="32" name="line_031">
            <a:extLst xmlns:a="http://schemas.openxmlformats.org/drawingml/2006/main">
              <a:ext uri="{FF2B5EF4-FFF2-40B4-BE49-F238E27FC236}">
                <a16:creationId xmlns:a16="http://schemas.microsoft.com/office/drawing/2014/main" id="{DBE25FA1-FC38-4AB5-A605-94AFA84F81C9}"/>
              </a:ext>
            </a:extLst>
          </p:cNvPr>
          <p:cNvSpPr>
            <a:spLocks xmlns:a="http://schemas.openxmlformats.org/drawingml/2006/main" noGrp="1"/>
          </p:cNvSpPr>
          <p:nvPr/>
        </p:nvSpPr>
        <p:spPr>
          <a:xfrm xmlns:a="http://schemas.openxmlformats.org/drawingml/2006/main">
            <a:off x="4524375" y="7620000"/>
            <a:ext cx="2857500" cy="95"/>
          </a:xfrm>
          <a:custGeom xmlns:a="http://schemas.openxmlformats.org/drawingml/2006/main">
            <a:pathLst>
              <a:path w="2857500" h="95">
                <a:moveTo>
                  <a:pt x="0" y="0"/>
                </a:moveTo>
                <a:lnTo>
                  <a:pt x="2857500" y="0"/>
                </a:lnTo>
              </a:path>
            </a:pathLst>
          </a:custGeom>
          <a:noFill xmlns:a="http://schemas.openxmlformats.org/drawingml/2006/main"/>
          <a:ln xmlns:a="http://schemas.openxmlformats.org/drawingml/2006/main" w="6668">
            <a:solidFill>
              <a:srgbClr val="7B8790"/>
            </a:solidFill>
            <a:prstDash val="solid"/>
          </a:ln>
        </p:spPr>
      </p:sp>
      <p:sp>
        <p:nvSpPr>
          <p:cNvPr id="33" name="feature_346_reference_anchors">
            <a:extLst xmlns:a="http://schemas.openxmlformats.org/drawingml/2006/main">
              <a:ext uri="{FF2B5EF4-FFF2-40B4-BE49-F238E27FC236}">
                <a16:creationId xmlns:a16="http://schemas.microsoft.com/office/drawing/2014/main" id="{F61B3E09-02D0-45D7-8525-7D85CF47506C}"/>
              </a:ext>
            </a:extLst>
          </p:cNvPr>
          <p:cNvSpPr>
            <a:spLocks xmlns:a="http://schemas.openxmlformats.org/drawingml/2006/main" noGrp="1"/>
          </p:cNvSpPr>
          <p:nvPr/>
        </p:nvSpPr>
        <p:spPr>
          <a:xfrm xmlns:a="http://schemas.openxmlformats.org/drawingml/2006/main">
            <a:off x="5078815" y="6305550"/>
            <a:ext cx="65948" cy="1314450"/>
          </a:xfrm>
          <a:custGeom xmlns:a="http://schemas.openxmlformats.org/drawingml/2006/main">
            <a:pathLst>
              <a:path w="65948" h="1314450">
                <a:moveTo>
                  <a:pt x="0" y="0"/>
                </a:moveTo>
                <a:lnTo>
                  <a:pt x="65948" y="438150"/>
                </a:lnTo>
                <a:lnTo>
                  <a:pt x="2374" y="876300"/>
                </a:lnTo>
                <a:lnTo>
                  <a:pt x="12316" y="1314450"/>
                </a:lnTo>
              </a:path>
            </a:pathLst>
          </a:custGeom>
          <a:noFill xmlns:a="http://schemas.openxmlformats.org/drawingml/2006/main"/>
          <a:ln xmlns:a="http://schemas.openxmlformats.org/drawingml/2006/main" w="11430">
            <a:solidFill>
              <a:srgbClr val="0072B2"/>
            </a:solidFill>
            <a:prstDash val="solid"/>
          </a:ln>
        </p:spPr>
      </p:sp>
      <p:sp>
        <p:nvSpPr>
          <p:cNvPr id="34" name="ellipse_033">
            <a:extLst xmlns:a="http://schemas.openxmlformats.org/drawingml/2006/main">
              <a:ext uri="{FF2B5EF4-FFF2-40B4-BE49-F238E27FC236}">
                <a16:creationId xmlns:a16="http://schemas.microsoft.com/office/drawing/2014/main" id="{B787C2B7-D206-41AF-A92B-0BB98DC5390A}"/>
              </a:ext>
            </a:extLst>
          </p:cNvPr>
          <p:cNvSpPr>
            <a:spLocks xmlns:a="http://schemas.openxmlformats.org/drawingml/2006/main" noGrp="1"/>
          </p:cNvSpPr>
          <p:nvPr/>
        </p:nvSpPr>
        <p:spPr>
          <a:xfrm xmlns:a="http://schemas.openxmlformats.org/drawingml/2006/main" rot="0">
            <a:off x="5040715" y="6267450"/>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0072B2"/>
            </a:solidFill>
            <a:prstDash val="solid"/>
          </a:ln>
        </p:spPr>
      </p:sp>
      <p:sp>
        <p:nvSpPr>
          <p:cNvPr id="35" name="ellipse_034">
            <a:extLst xmlns:a="http://schemas.openxmlformats.org/drawingml/2006/main">
              <a:ext uri="{FF2B5EF4-FFF2-40B4-BE49-F238E27FC236}">
                <a16:creationId xmlns:a16="http://schemas.microsoft.com/office/drawing/2014/main" id="{D28A46F6-AF99-48A1-AC0F-2021B86B63E7}"/>
              </a:ext>
            </a:extLst>
          </p:cNvPr>
          <p:cNvSpPr>
            <a:spLocks xmlns:a="http://schemas.openxmlformats.org/drawingml/2006/main" noGrp="1"/>
          </p:cNvSpPr>
          <p:nvPr/>
        </p:nvSpPr>
        <p:spPr>
          <a:xfrm xmlns:a="http://schemas.openxmlformats.org/drawingml/2006/main" rot="0">
            <a:off x="5106663" y="6705600"/>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0072B2"/>
            </a:solidFill>
            <a:prstDash val="solid"/>
          </a:ln>
        </p:spPr>
      </p:sp>
      <p:sp>
        <p:nvSpPr>
          <p:cNvPr id="36" name="ellipse_035">
            <a:extLst xmlns:a="http://schemas.openxmlformats.org/drawingml/2006/main">
              <a:ext uri="{FF2B5EF4-FFF2-40B4-BE49-F238E27FC236}">
                <a16:creationId xmlns:a16="http://schemas.microsoft.com/office/drawing/2014/main" id="{BC62DD34-608D-4B99-A3A1-538139C62C7E}"/>
              </a:ext>
            </a:extLst>
          </p:cNvPr>
          <p:cNvSpPr>
            <a:spLocks xmlns:a="http://schemas.openxmlformats.org/drawingml/2006/main" noGrp="1"/>
          </p:cNvSpPr>
          <p:nvPr/>
        </p:nvSpPr>
        <p:spPr>
          <a:xfrm xmlns:a="http://schemas.openxmlformats.org/drawingml/2006/main" rot="0">
            <a:off x="5043089" y="7143750"/>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0072B2"/>
            </a:solidFill>
            <a:prstDash val="solid"/>
          </a:ln>
        </p:spPr>
      </p:sp>
      <p:sp>
        <p:nvSpPr>
          <p:cNvPr id="37" name="ellipse_036">
            <a:extLst xmlns:a="http://schemas.openxmlformats.org/drawingml/2006/main">
              <a:ext uri="{FF2B5EF4-FFF2-40B4-BE49-F238E27FC236}">
                <a16:creationId xmlns:a16="http://schemas.microsoft.com/office/drawing/2014/main" id="{59EC25C4-B4F4-4101-AB40-AE9D2B33811C}"/>
              </a:ext>
            </a:extLst>
          </p:cNvPr>
          <p:cNvSpPr>
            <a:spLocks xmlns:a="http://schemas.openxmlformats.org/drawingml/2006/main" noGrp="1"/>
          </p:cNvSpPr>
          <p:nvPr/>
        </p:nvSpPr>
        <p:spPr>
          <a:xfrm xmlns:a="http://schemas.openxmlformats.org/drawingml/2006/main" rot="0">
            <a:off x="5053031" y="7581900"/>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0072B2"/>
            </a:solidFill>
            <a:prstDash val="solid"/>
          </a:ln>
        </p:spPr>
      </p:sp>
      <p:sp>
        <p:nvSpPr>
          <p:cNvPr id="38" name="text_037">
            <a:extLst xmlns:a="http://schemas.openxmlformats.org/drawingml/2006/main">
              <a:ext uri="{FF2B5EF4-FFF2-40B4-BE49-F238E27FC236}">
                <a16:creationId xmlns:a16="http://schemas.microsoft.com/office/drawing/2014/main" id="{D9846980-7F28-4A7E-A1B4-C88F317C7C61}"/>
              </a:ext>
            </a:extLst>
          </p:cNvPr>
          <p:cNvSpPr>
            <a:spLocks xmlns:a="http://schemas.openxmlformats.org/drawingml/2006/main" noGrp="1"/>
          </p:cNvSpPr>
          <p:nvPr/>
        </p:nvSpPr>
        <p:spPr>
          <a:xfrm xmlns:a="http://schemas.openxmlformats.org/drawingml/2006/main" rot="0">
            <a:off x="4993090" y="6048375"/>
            <a:ext cx="2286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xmlns:a="http://schemas.openxmlformats.org/drawingml/2006/main">
            <a:pPr algn="l">
              <a:defRPr sz="1275" b="1">
                <a:solidFill>
                  <a:srgbClr val="000000"/>
                </a:solidFill>
                <a:latin typeface="Arial"/>
                <a:ea typeface="Arial"/>
                <a:cs typeface="Arial"/>
              </a:defRPr>
            </a:pPr>
            <a:r>
              <a:rPr sz="1275" b="1">
                <a:solidFill>
                  <a:srgbClr val="000000"/>
                </a:solidFill>
                <a:latin typeface="Arial"/>
                <a:ea typeface="Arial"/>
                <a:cs typeface="Arial"/>
              </a:rPr>
              <a:t>A</a:t>
            </a:r>
          </a:p>
        </p:txBody>
      </p:sp>
      <p:sp>
        <p:nvSpPr>
          <p:cNvPr id="39" name="feature_175_reference_anchors">
            <a:extLst xmlns:a="http://schemas.openxmlformats.org/drawingml/2006/main">
              <a:ext uri="{FF2B5EF4-FFF2-40B4-BE49-F238E27FC236}">
                <a16:creationId xmlns:a16="http://schemas.microsoft.com/office/drawing/2014/main" id="{14432F0A-408B-431A-88B5-173C5E6874FB}"/>
              </a:ext>
            </a:extLst>
          </p:cNvPr>
          <p:cNvSpPr>
            <a:spLocks xmlns:a="http://schemas.openxmlformats.org/drawingml/2006/main" noGrp="1"/>
          </p:cNvSpPr>
          <p:nvPr/>
        </p:nvSpPr>
        <p:spPr>
          <a:xfrm xmlns:a="http://schemas.openxmlformats.org/drawingml/2006/main">
            <a:off x="7006276" y="6305550"/>
            <a:ext cx="365745" cy="1314450"/>
          </a:xfrm>
          <a:custGeom xmlns:a="http://schemas.openxmlformats.org/drawingml/2006/main">
            <a:pathLst>
              <a:path w="365745" h="1314450">
                <a:moveTo>
                  <a:pt x="354274" y="0"/>
                </a:moveTo>
                <a:lnTo>
                  <a:pt x="0" y="438150"/>
                </a:lnTo>
                <a:lnTo>
                  <a:pt x="356152" y="876300"/>
                </a:lnTo>
                <a:lnTo>
                  <a:pt x="365745" y="1314450"/>
                </a:lnTo>
              </a:path>
            </a:pathLst>
          </a:custGeom>
          <a:noFill xmlns:a="http://schemas.openxmlformats.org/drawingml/2006/main"/>
          <a:ln xmlns:a="http://schemas.openxmlformats.org/drawingml/2006/main" w="11430">
            <a:solidFill>
              <a:srgbClr val="D55E00"/>
            </a:solidFill>
            <a:prstDash val="solid"/>
          </a:ln>
        </p:spPr>
      </p:sp>
      <p:sp>
        <p:nvSpPr>
          <p:cNvPr id="40" name="ellipse_039">
            <a:extLst xmlns:a="http://schemas.openxmlformats.org/drawingml/2006/main">
              <a:ext uri="{FF2B5EF4-FFF2-40B4-BE49-F238E27FC236}">
                <a16:creationId xmlns:a16="http://schemas.microsoft.com/office/drawing/2014/main" id="{0686192B-2D69-459B-924B-4EBB5841BEF1}"/>
              </a:ext>
            </a:extLst>
          </p:cNvPr>
          <p:cNvSpPr>
            <a:spLocks xmlns:a="http://schemas.openxmlformats.org/drawingml/2006/main" noGrp="1"/>
          </p:cNvSpPr>
          <p:nvPr/>
        </p:nvSpPr>
        <p:spPr>
          <a:xfrm xmlns:a="http://schemas.openxmlformats.org/drawingml/2006/main" rot="0">
            <a:off x="7322450" y="6267450"/>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D55E00"/>
            </a:solidFill>
            <a:prstDash val="solid"/>
          </a:ln>
        </p:spPr>
      </p:sp>
      <p:sp>
        <p:nvSpPr>
          <p:cNvPr id="41" name="ellipse_040">
            <a:extLst xmlns:a="http://schemas.openxmlformats.org/drawingml/2006/main">
              <a:ext uri="{FF2B5EF4-FFF2-40B4-BE49-F238E27FC236}">
                <a16:creationId xmlns:a16="http://schemas.microsoft.com/office/drawing/2014/main" id="{5D0E5C9A-BD22-4E5D-9E42-82072E1194E1}"/>
              </a:ext>
            </a:extLst>
          </p:cNvPr>
          <p:cNvSpPr>
            <a:spLocks xmlns:a="http://schemas.openxmlformats.org/drawingml/2006/main" noGrp="1"/>
          </p:cNvSpPr>
          <p:nvPr/>
        </p:nvSpPr>
        <p:spPr>
          <a:xfrm xmlns:a="http://schemas.openxmlformats.org/drawingml/2006/main" rot="0">
            <a:off x="6968176" y="6705600"/>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D55E00"/>
            </a:solidFill>
            <a:prstDash val="solid"/>
          </a:ln>
        </p:spPr>
      </p:sp>
      <p:sp>
        <p:nvSpPr>
          <p:cNvPr id="42" name="ellipse_041">
            <a:extLst xmlns:a="http://schemas.openxmlformats.org/drawingml/2006/main">
              <a:ext uri="{FF2B5EF4-FFF2-40B4-BE49-F238E27FC236}">
                <a16:creationId xmlns:a16="http://schemas.microsoft.com/office/drawing/2014/main" id="{ED05C9CA-D028-42E7-B1F1-12219136FB74}"/>
              </a:ext>
            </a:extLst>
          </p:cNvPr>
          <p:cNvSpPr>
            <a:spLocks xmlns:a="http://schemas.openxmlformats.org/drawingml/2006/main" noGrp="1"/>
          </p:cNvSpPr>
          <p:nvPr/>
        </p:nvSpPr>
        <p:spPr>
          <a:xfrm xmlns:a="http://schemas.openxmlformats.org/drawingml/2006/main" rot="0">
            <a:off x="7324328" y="7143750"/>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D55E00"/>
            </a:solidFill>
            <a:prstDash val="solid"/>
          </a:ln>
        </p:spPr>
      </p:sp>
      <p:sp>
        <p:nvSpPr>
          <p:cNvPr id="43" name="ellipse_042">
            <a:extLst xmlns:a="http://schemas.openxmlformats.org/drawingml/2006/main">
              <a:ext uri="{FF2B5EF4-FFF2-40B4-BE49-F238E27FC236}">
                <a16:creationId xmlns:a16="http://schemas.microsoft.com/office/drawing/2014/main" id="{B8CE755B-B779-43AA-BFDF-AC586C96B291}"/>
              </a:ext>
            </a:extLst>
          </p:cNvPr>
          <p:cNvSpPr>
            <a:spLocks xmlns:a="http://schemas.openxmlformats.org/drawingml/2006/main" noGrp="1"/>
          </p:cNvSpPr>
          <p:nvPr/>
        </p:nvSpPr>
        <p:spPr>
          <a:xfrm xmlns:a="http://schemas.openxmlformats.org/drawingml/2006/main" rot="0">
            <a:off x="7333921" y="7581900"/>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D55E00"/>
            </a:solidFill>
            <a:prstDash val="solid"/>
          </a:ln>
        </p:spPr>
      </p:sp>
      <p:sp>
        <p:nvSpPr>
          <p:cNvPr id="44" name="text_043">
            <a:extLst xmlns:a="http://schemas.openxmlformats.org/drawingml/2006/main">
              <a:ext uri="{FF2B5EF4-FFF2-40B4-BE49-F238E27FC236}">
                <a16:creationId xmlns:a16="http://schemas.microsoft.com/office/drawing/2014/main" id="{1A22396D-7427-4546-9932-4E6A1AF14A19}"/>
              </a:ext>
            </a:extLst>
          </p:cNvPr>
          <p:cNvSpPr>
            <a:spLocks xmlns:a="http://schemas.openxmlformats.org/drawingml/2006/main" noGrp="1"/>
          </p:cNvSpPr>
          <p:nvPr/>
        </p:nvSpPr>
        <p:spPr>
          <a:xfrm xmlns:a="http://schemas.openxmlformats.org/drawingml/2006/main" rot="0">
            <a:off x="7274825" y="6048375"/>
            <a:ext cx="2286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xmlns:a="http://schemas.openxmlformats.org/drawingml/2006/main">
            <a:pPr algn="l">
              <a:defRPr sz="1275" b="1">
                <a:solidFill>
                  <a:srgbClr val="000000"/>
                </a:solidFill>
                <a:latin typeface="Arial"/>
                <a:ea typeface="Arial"/>
                <a:cs typeface="Arial"/>
              </a:defRPr>
            </a:pPr>
            <a:r>
              <a:rPr sz="1275" b="1">
                <a:solidFill>
                  <a:srgbClr val="000000"/>
                </a:solidFill>
                <a:latin typeface="Arial"/>
                <a:ea typeface="Arial"/>
                <a:cs typeface="Arial"/>
              </a:rPr>
              <a:t>B</a:t>
            </a:r>
          </a:p>
        </p:txBody>
      </p:sp>
      <p:sp>
        <p:nvSpPr>
          <p:cNvPr id="45" name="feature_272_reference_anchors">
            <a:extLst xmlns:a="http://schemas.openxmlformats.org/drawingml/2006/main">
              <a:ext uri="{FF2B5EF4-FFF2-40B4-BE49-F238E27FC236}">
                <a16:creationId xmlns:a16="http://schemas.microsoft.com/office/drawing/2014/main" id="{428EE329-04E2-46AD-AD40-BEDA3D8EF9A0}"/>
              </a:ext>
            </a:extLst>
          </p:cNvPr>
          <p:cNvSpPr>
            <a:spLocks xmlns:a="http://schemas.openxmlformats.org/drawingml/2006/main" noGrp="1"/>
          </p:cNvSpPr>
          <p:nvPr/>
        </p:nvSpPr>
        <p:spPr>
          <a:xfrm xmlns:a="http://schemas.openxmlformats.org/drawingml/2006/main">
            <a:off x="6848759" y="6305550"/>
            <a:ext cx="191091" cy="1314450"/>
          </a:xfrm>
          <a:custGeom xmlns:a="http://schemas.openxmlformats.org/drawingml/2006/main">
            <a:pathLst>
              <a:path w="191091" h="1314450">
                <a:moveTo>
                  <a:pt x="0" y="0"/>
                </a:moveTo>
                <a:lnTo>
                  <a:pt x="191091" y="438150"/>
                </a:lnTo>
                <a:lnTo>
                  <a:pt x="20515" y="876300"/>
                </a:lnTo>
                <a:lnTo>
                  <a:pt x="33509" y="1314450"/>
                </a:lnTo>
              </a:path>
            </a:pathLst>
          </a:custGeom>
          <a:noFill xmlns:a="http://schemas.openxmlformats.org/drawingml/2006/main"/>
          <a:ln xmlns:a="http://schemas.openxmlformats.org/drawingml/2006/main" w="11430">
            <a:solidFill>
              <a:srgbClr val="009E73"/>
            </a:solidFill>
            <a:prstDash val="solid"/>
          </a:ln>
        </p:spPr>
      </p:sp>
      <p:sp>
        <p:nvSpPr>
          <p:cNvPr id="46" name="ellipse_045">
            <a:extLst xmlns:a="http://schemas.openxmlformats.org/drawingml/2006/main">
              <a:ext uri="{FF2B5EF4-FFF2-40B4-BE49-F238E27FC236}">
                <a16:creationId xmlns:a16="http://schemas.microsoft.com/office/drawing/2014/main" id="{A76C21FB-91AC-4214-9031-3F0C8EA7D64F}"/>
              </a:ext>
            </a:extLst>
          </p:cNvPr>
          <p:cNvSpPr>
            <a:spLocks xmlns:a="http://schemas.openxmlformats.org/drawingml/2006/main" noGrp="1"/>
          </p:cNvSpPr>
          <p:nvPr/>
        </p:nvSpPr>
        <p:spPr>
          <a:xfrm xmlns:a="http://schemas.openxmlformats.org/drawingml/2006/main" rot="0">
            <a:off x="6810659" y="6267450"/>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009E73"/>
            </a:solidFill>
            <a:prstDash val="solid"/>
          </a:ln>
        </p:spPr>
      </p:sp>
      <p:sp>
        <p:nvSpPr>
          <p:cNvPr id="47" name="ellipse_046">
            <a:extLst xmlns:a="http://schemas.openxmlformats.org/drawingml/2006/main">
              <a:ext uri="{FF2B5EF4-FFF2-40B4-BE49-F238E27FC236}">
                <a16:creationId xmlns:a16="http://schemas.microsoft.com/office/drawing/2014/main" id="{7F2FCCEA-04C6-461F-89E6-D695F903764F}"/>
              </a:ext>
            </a:extLst>
          </p:cNvPr>
          <p:cNvSpPr>
            <a:spLocks xmlns:a="http://schemas.openxmlformats.org/drawingml/2006/main" noGrp="1"/>
          </p:cNvSpPr>
          <p:nvPr/>
        </p:nvSpPr>
        <p:spPr>
          <a:xfrm xmlns:a="http://schemas.openxmlformats.org/drawingml/2006/main" rot="0">
            <a:off x="7001751" y="6705600"/>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009E73"/>
            </a:solidFill>
            <a:prstDash val="solid"/>
          </a:ln>
        </p:spPr>
      </p:sp>
      <p:sp>
        <p:nvSpPr>
          <p:cNvPr id="48" name="ellipse_047">
            <a:extLst xmlns:a="http://schemas.openxmlformats.org/drawingml/2006/main">
              <a:ext uri="{FF2B5EF4-FFF2-40B4-BE49-F238E27FC236}">
                <a16:creationId xmlns:a16="http://schemas.microsoft.com/office/drawing/2014/main" id="{8EAD614E-03F2-4D80-B44A-0FC56563ACE2}"/>
              </a:ext>
            </a:extLst>
          </p:cNvPr>
          <p:cNvSpPr>
            <a:spLocks xmlns:a="http://schemas.openxmlformats.org/drawingml/2006/main" noGrp="1"/>
          </p:cNvSpPr>
          <p:nvPr/>
        </p:nvSpPr>
        <p:spPr>
          <a:xfrm xmlns:a="http://schemas.openxmlformats.org/drawingml/2006/main" rot="0">
            <a:off x="6831174" y="7143750"/>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009E73"/>
            </a:solidFill>
            <a:prstDash val="solid"/>
          </a:ln>
        </p:spPr>
      </p:sp>
      <p:sp>
        <p:nvSpPr>
          <p:cNvPr id="49" name="ellipse_048">
            <a:extLst xmlns:a="http://schemas.openxmlformats.org/drawingml/2006/main">
              <a:ext uri="{FF2B5EF4-FFF2-40B4-BE49-F238E27FC236}">
                <a16:creationId xmlns:a16="http://schemas.microsoft.com/office/drawing/2014/main" id="{F9CB9665-0716-4F76-9069-AF164D519C6F}"/>
              </a:ext>
            </a:extLst>
          </p:cNvPr>
          <p:cNvSpPr>
            <a:spLocks xmlns:a="http://schemas.openxmlformats.org/drawingml/2006/main" noGrp="1"/>
          </p:cNvSpPr>
          <p:nvPr/>
        </p:nvSpPr>
        <p:spPr>
          <a:xfrm xmlns:a="http://schemas.openxmlformats.org/drawingml/2006/main" rot="0">
            <a:off x="6844168" y="7581900"/>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009E73"/>
            </a:solidFill>
            <a:prstDash val="solid"/>
          </a:ln>
        </p:spPr>
      </p:sp>
      <p:sp>
        <p:nvSpPr>
          <p:cNvPr id="50" name="text_049">
            <a:extLst xmlns:a="http://schemas.openxmlformats.org/drawingml/2006/main">
              <a:ext uri="{FF2B5EF4-FFF2-40B4-BE49-F238E27FC236}">
                <a16:creationId xmlns:a16="http://schemas.microsoft.com/office/drawing/2014/main" id="{1672EBC0-7C0D-4660-9BA4-6BB2BFA9592E}"/>
              </a:ext>
            </a:extLst>
          </p:cNvPr>
          <p:cNvSpPr>
            <a:spLocks xmlns:a="http://schemas.openxmlformats.org/drawingml/2006/main" noGrp="1"/>
          </p:cNvSpPr>
          <p:nvPr/>
        </p:nvSpPr>
        <p:spPr>
          <a:xfrm xmlns:a="http://schemas.openxmlformats.org/drawingml/2006/main" rot="0">
            <a:off x="6763034" y="6048375"/>
            <a:ext cx="2286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xmlns:a="http://schemas.openxmlformats.org/drawingml/2006/main">
            <a:pPr algn="l">
              <a:defRPr sz="1275" b="1">
                <a:solidFill>
                  <a:srgbClr val="000000"/>
                </a:solidFill>
                <a:latin typeface="Arial"/>
                <a:ea typeface="Arial"/>
                <a:cs typeface="Arial"/>
              </a:defRPr>
            </a:pPr>
            <a:r>
              <a:rPr sz="1275" b="1">
                <a:solidFill>
                  <a:srgbClr val="000000"/>
                </a:solidFill>
                <a:latin typeface="Arial"/>
                <a:ea typeface="Arial"/>
                <a:cs typeface="Arial"/>
              </a:rPr>
              <a:t>C</a:t>
            </a:r>
          </a:p>
        </p:txBody>
      </p:sp>
      <p:sp>
        <p:nvSpPr>
          <p:cNvPr id="51" name="text_050">
            <a:extLst xmlns:a="http://schemas.openxmlformats.org/drawingml/2006/main">
              <a:ext uri="{FF2B5EF4-FFF2-40B4-BE49-F238E27FC236}">
                <a16:creationId xmlns:a16="http://schemas.microsoft.com/office/drawing/2014/main" id="{63A34883-CB7A-4B7B-B690-3F1566D249A9}"/>
              </a:ext>
            </a:extLst>
          </p:cNvPr>
          <p:cNvSpPr>
            <a:spLocks xmlns:a="http://schemas.openxmlformats.org/drawingml/2006/main" noGrp="1"/>
          </p:cNvSpPr>
          <p:nvPr/>
        </p:nvSpPr>
        <p:spPr>
          <a:xfrm xmlns:a="http://schemas.openxmlformats.org/drawingml/2006/main" rot="0">
            <a:off x="4352925" y="7772400"/>
            <a:ext cx="342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52" name="text_051">
            <a:extLst xmlns:a="http://schemas.openxmlformats.org/drawingml/2006/main">
              <a:ext uri="{FF2B5EF4-FFF2-40B4-BE49-F238E27FC236}">
                <a16:creationId xmlns:a16="http://schemas.microsoft.com/office/drawing/2014/main" id="{D92648FE-B163-495C-BE7D-44B8FCEAB296}"/>
              </a:ext>
            </a:extLst>
          </p:cNvPr>
          <p:cNvSpPr>
            <a:spLocks xmlns:a="http://schemas.openxmlformats.org/drawingml/2006/main" noGrp="1"/>
          </p:cNvSpPr>
          <p:nvPr/>
        </p:nvSpPr>
        <p:spPr>
          <a:xfrm xmlns:a="http://schemas.openxmlformats.org/drawingml/2006/main" rot="0">
            <a:off x="5781675" y="7772400"/>
            <a:ext cx="342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0.5</a:t>
            </a:r>
          </a:p>
        </p:txBody>
      </p:sp>
      <p:sp>
        <p:nvSpPr>
          <p:cNvPr id="53" name="text_052">
            <a:extLst xmlns:a="http://schemas.openxmlformats.org/drawingml/2006/main">
              <a:ext uri="{FF2B5EF4-FFF2-40B4-BE49-F238E27FC236}">
                <a16:creationId xmlns:a16="http://schemas.microsoft.com/office/drawing/2014/main" id="{2E837758-8B84-4170-8865-05A9FFF513E8}"/>
              </a:ext>
            </a:extLst>
          </p:cNvPr>
          <p:cNvSpPr>
            <a:spLocks xmlns:a="http://schemas.openxmlformats.org/drawingml/2006/main" noGrp="1"/>
          </p:cNvSpPr>
          <p:nvPr/>
        </p:nvSpPr>
        <p:spPr>
          <a:xfrm xmlns:a="http://schemas.openxmlformats.org/drawingml/2006/main" rot="0">
            <a:off x="7210425" y="7772400"/>
            <a:ext cx="342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1</a:t>
            </a:r>
          </a:p>
        </p:txBody>
      </p:sp>
      <p:sp>
        <p:nvSpPr>
          <p:cNvPr id="54" name="text_053">
            <a:extLst xmlns:a="http://schemas.openxmlformats.org/drawingml/2006/main">
              <a:ext uri="{FF2B5EF4-FFF2-40B4-BE49-F238E27FC236}">
                <a16:creationId xmlns:a16="http://schemas.microsoft.com/office/drawing/2014/main" id="{4CD812BE-BF74-45FC-8F49-39B08A4D66CC}"/>
              </a:ext>
            </a:extLst>
          </p:cNvPr>
          <p:cNvSpPr>
            <a:spLocks xmlns:a="http://schemas.openxmlformats.org/drawingml/2006/main" noGrp="1"/>
          </p:cNvSpPr>
          <p:nvPr/>
        </p:nvSpPr>
        <p:spPr>
          <a:xfrm xmlns:a="http://schemas.openxmlformats.org/drawingml/2006/main" rot="0">
            <a:off x="4010025" y="8020050"/>
            <a:ext cx="3714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75" b="0">
                <a:solidFill>
                  <a:srgbClr val="000000"/>
                </a:solidFill>
                <a:latin typeface="Arial"/>
                <a:ea typeface="Arial"/>
                <a:cs typeface="Arial"/>
              </a:defRPr>
            </a:defPPr>
            <a:lvl1pPr algn="ctr">
              <a:defRPr sz="1275" b="0">
                <a:solidFill>
                  <a:srgbClr val="000000"/>
                </a:solidFill>
                <a:latin typeface="Arial"/>
                <a:ea typeface="Arial"/>
                <a:cs typeface="Arial"/>
              </a:defRPr>
            </a:lvl1pPr>
            <a:lvl2pPr algn="ctr">
              <a:defRPr sz="1275" b="0">
                <a:solidFill>
                  <a:srgbClr val="000000"/>
                </a:solidFill>
                <a:latin typeface="Arial"/>
                <a:ea typeface="Arial"/>
                <a:cs typeface="Arial"/>
              </a:defRPr>
            </a:lvl2pPr>
            <a:lvl3pPr algn="ctr">
              <a:defRPr sz="1275" b="0">
                <a:solidFill>
                  <a:srgbClr val="000000"/>
                </a:solidFill>
                <a:latin typeface="Arial"/>
                <a:ea typeface="Arial"/>
                <a:cs typeface="Arial"/>
              </a:defRPr>
            </a:lvl3pPr>
            <a:lvl4pPr algn="ctr">
              <a:defRPr sz="1275" b="0">
                <a:solidFill>
                  <a:srgbClr val="000000"/>
                </a:solidFill>
                <a:latin typeface="Arial"/>
                <a:ea typeface="Arial"/>
                <a:cs typeface="Arial"/>
              </a:defRPr>
            </a:lvl4pPr>
            <a:lvl5pPr algn="ctr">
              <a:defRPr sz="1275" b="0">
                <a:solidFill>
                  <a:srgbClr val="000000"/>
                </a:solidFill>
                <a:latin typeface="Arial"/>
                <a:ea typeface="Arial"/>
                <a:cs typeface="Arial"/>
              </a:defRPr>
            </a:lvl5pPr>
            <a:lvl6pPr algn="ctr">
              <a:defRPr sz="1275" b="0">
                <a:solidFill>
                  <a:srgbClr val="000000"/>
                </a:solidFill>
                <a:latin typeface="Arial"/>
                <a:ea typeface="Arial"/>
                <a:cs typeface="Arial"/>
              </a:defRPr>
            </a:lvl6pPr>
            <a:lvl7pPr algn="ctr">
              <a:defRPr sz="1275" b="0">
                <a:solidFill>
                  <a:srgbClr val="000000"/>
                </a:solidFill>
                <a:latin typeface="Arial"/>
                <a:ea typeface="Arial"/>
                <a:cs typeface="Arial"/>
              </a:defRPr>
            </a:lvl7pPr>
            <a:lvl8pPr algn="ctr">
              <a:defRPr sz="1275" b="0">
                <a:solidFill>
                  <a:srgbClr val="000000"/>
                </a:solidFill>
                <a:latin typeface="Arial"/>
                <a:ea typeface="Arial"/>
                <a:cs typeface="Arial"/>
              </a:defRPr>
            </a:lvl8pPr>
            <a:lvl9pPr algn="ctr">
              <a:defRPr sz="1275" b="0">
                <a:solidFill>
                  <a:srgbClr val="000000"/>
                </a:solidFill>
                <a:latin typeface="Arial"/>
                <a:ea typeface="Arial"/>
                <a:cs typeface="Arial"/>
              </a:defRPr>
            </a:lvl9pPr>
          </a:lstStyle>
          <a:p xmlns:a="http://schemas.openxmlformats.org/drawingml/2006/main">
            <a:pPr algn="ctr">
              <a:defRPr sz="1275" b="0">
                <a:solidFill>
                  <a:srgbClr val="000000"/>
                </a:solidFill>
                <a:latin typeface="Arial"/>
                <a:ea typeface="Arial"/>
                <a:cs typeface="Arial"/>
              </a:defRPr>
            </a:pPr>
            <a:r>
              <a:rPr sz="1275" b="0">
                <a:solidFill>
                  <a:srgbClr val="000000"/>
                </a:solidFill>
                <a:latin typeface="Arial"/>
                <a:ea typeface="Arial"/>
                <a:cs typeface="Arial"/>
              </a:rPr>
              <a:t>Normalized x along fixed reference axis</a:t>
            </a:r>
          </a:p>
        </p:txBody>
      </p:sp>
      <p:sp>
        <p:nvSpPr>
          <p:cNvPr id="55" name="text_054">
            <a:extLst xmlns:a="http://schemas.openxmlformats.org/drawingml/2006/main">
              <a:ext uri="{FF2B5EF4-FFF2-40B4-BE49-F238E27FC236}">
                <a16:creationId xmlns:a16="http://schemas.microsoft.com/office/drawing/2014/main" id="{CD010770-2D93-48BA-B285-C5F1D2670940}"/>
              </a:ext>
            </a:extLst>
          </p:cNvPr>
          <p:cNvSpPr>
            <a:spLocks xmlns:a="http://schemas.openxmlformats.org/drawingml/2006/main" noGrp="1"/>
          </p:cNvSpPr>
          <p:nvPr/>
        </p:nvSpPr>
        <p:spPr>
          <a:xfrm xmlns:a="http://schemas.openxmlformats.org/drawingml/2006/main" rot="0">
            <a:off x="4010025" y="8439150"/>
            <a:ext cx="376237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125" b="0">
                <a:solidFill>
                  <a:srgbClr val="000000"/>
                </a:solidFill>
                <a:latin typeface="Arial"/>
                <a:ea typeface="Arial"/>
                <a:cs typeface="Arial"/>
              </a:defRPr>
            </a:defPPr>
            <a:lvl1pPr algn="l">
              <a:defRPr sz="1125" b="0">
                <a:solidFill>
                  <a:srgbClr val="000000"/>
                </a:solidFill>
                <a:latin typeface="Arial"/>
                <a:ea typeface="Arial"/>
                <a:cs typeface="Arial"/>
              </a:defRPr>
            </a:lvl1pPr>
            <a:lvl2pPr algn="l">
              <a:defRPr sz="1125" b="0">
                <a:solidFill>
                  <a:srgbClr val="000000"/>
                </a:solidFill>
                <a:latin typeface="Arial"/>
                <a:ea typeface="Arial"/>
                <a:cs typeface="Arial"/>
              </a:defRPr>
            </a:lvl2pPr>
            <a:lvl3pPr algn="l">
              <a:defRPr sz="1125" b="0">
                <a:solidFill>
                  <a:srgbClr val="000000"/>
                </a:solidFill>
                <a:latin typeface="Arial"/>
                <a:ea typeface="Arial"/>
                <a:cs typeface="Arial"/>
              </a:defRPr>
            </a:lvl3pPr>
            <a:lvl4pPr algn="l">
              <a:defRPr sz="1125" b="0">
                <a:solidFill>
                  <a:srgbClr val="000000"/>
                </a:solidFill>
                <a:latin typeface="Arial"/>
                <a:ea typeface="Arial"/>
                <a:cs typeface="Arial"/>
              </a:defRPr>
            </a:lvl4pPr>
            <a:lvl5pPr algn="l">
              <a:defRPr sz="1125" b="0">
                <a:solidFill>
                  <a:srgbClr val="000000"/>
                </a:solidFill>
                <a:latin typeface="Arial"/>
                <a:ea typeface="Arial"/>
                <a:cs typeface="Arial"/>
              </a:defRPr>
            </a:lvl5pPr>
            <a:lvl6pPr algn="l">
              <a:defRPr sz="1125" b="0">
                <a:solidFill>
                  <a:srgbClr val="000000"/>
                </a:solidFill>
                <a:latin typeface="Arial"/>
                <a:ea typeface="Arial"/>
                <a:cs typeface="Arial"/>
              </a:defRPr>
            </a:lvl6pPr>
            <a:lvl7pPr algn="l">
              <a:defRPr sz="1125" b="0">
                <a:solidFill>
                  <a:srgbClr val="000000"/>
                </a:solidFill>
                <a:latin typeface="Arial"/>
                <a:ea typeface="Arial"/>
                <a:cs typeface="Arial"/>
              </a:defRPr>
            </a:lvl7pPr>
            <a:lvl8pPr algn="l">
              <a:defRPr sz="1125" b="0">
                <a:solidFill>
                  <a:srgbClr val="000000"/>
                </a:solidFill>
                <a:latin typeface="Arial"/>
                <a:ea typeface="Arial"/>
                <a:cs typeface="Arial"/>
              </a:defRPr>
            </a:lvl8pPr>
            <a:lvl9pPr algn="l">
              <a:defRPr sz="1125" b="0">
                <a:solidFill>
                  <a:srgbClr val="000000"/>
                </a:solidFill>
                <a:latin typeface="Arial"/>
                <a:ea typeface="Arial"/>
                <a:cs typeface="Arial"/>
              </a:defRPr>
            </a:lvl9pPr>
          </a:lstStyle>
          <a:p xmlns:a="http://schemas.openxmlformats.org/drawingml/2006/main">
            <a:pPr algn="l">
              <a:defRPr sz="1125" b="0">
                <a:solidFill>
                  <a:srgbClr val="000000"/>
                </a:solidFill>
                <a:latin typeface="Arial"/>
                <a:ea typeface="Arial"/>
                <a:cs typeface="Arial"/>
              </a:defRPr>
            </a:pPr>
            <a:r>
              <a:rPr sz="1125" b="0">
                <a:solidFill>
                  <a:srgbClr val="000000"/>
                </a:solidFill>
                <a:latin typeface="Arial"/>
                <a:ea typeface="Arial"/>
                <a:cs typeface="Arial"/>
              </a:rPr>
              <a:t>f86: H=11.24% L; NMLE(R2)=1.003%</a:t>
            </a:r>
          </a:p>
        </p:txBody>
      </p:sp>
      <p:sp>
        <p:nvSpPr>
          <p:cNvPr id="56" name="text_055">
            <a:extLst xmlns:a="http://schemas.openxmlformats.org/drawingml/2006/main">
              <a:ext uri="{FF2B5EF4-FFF2-40B4-BE49-F238E27FC236}">
                <a16:creationId xmlns:a16="http://schemas.microsoft.com/office/drawing/2014/main" id="{371D539D-58E7-4C95-A85D-3190BB0FCC4B}"/>
              </a:ext>
            </a:extLst>
          </p:cNvPr>
          <p:cNvSpPr>
            <a:spLocks xmlns:a="http://schemas.openxmlformats.org/drawingml/2006/main" noGrp="1"/>
          </p:cNvSpPr>
          <p:nvPr/>
        </p:nvSpPr>
        <p:spPr>
          <a:xfrm xmlns:a="http://schemas.openxmlformats.org/drawingml/2006/main" rot="0">
            <a:off x="7915275" y="5715000"/>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1">
                <a:solidFill>
                  <a:srgbClr val="000000"/>
                </a:solidFill>
                <a:latin typeface="Arial"/>
                <a:ea typeface="Arial"/>
                <a:cs typeface="Arial"/>
              </a:defRPr>
            </a:defPPr>
            <a:lvl1pPr algn="l">
              <a:defRPr sz="1650" b="1">
                <a:solidFill>
                  <a:srgbClr val="000000"/>
                </a:solidFill>
                <a:latin typeface="Arial"/>
                <a:ea typeface="Arial"/>
                <a:cs typeface="Arial"/>
              </a:defRPr>
            </a:lvl1pPr>
            <a:lvl2pPr algn="l">
              <a:defRPr sz="1650" b="1">
                <a:solidFill>
                  <a:srgbClr val="000000"/>
                </a:solidFill>
                <a:latin typeface="Arial"/>
                <a:ea typeface="Arial"/>
                <a:cs typeface="Arial"/>
              </a:defRPr>
            </a:lvl2pPr>
            <a:lvl3pPr algn="l">
              <a:defRPr sz="1650" b="1">
                <a:solidFill>
                  <a:srgbClr val="000000"/>
                </a:solidFill>
                <a:latin typeface="Arial"/>
                <a:ea typeface="Arial"/>
                <a:cs typeface="Arial"/>
              </a:defRPr>
            </a:lvl3pPr>
            <a:lvl4pPr algn="l">
              <a:defRPr sz="1650" b="1">
                <a:solidFill>
                  <a:srgbClr val="000000"/>
                </a:solidFill>
                <a:latin typeface="Arial"/>
                <a:ea typeface="Arial"/>
                <a:cs typeface="Arial"/>
              </a:defRPr>
            </a:lvl4pPr>
            <a:lvl5pPr algn="l">
              <a:defRPr sz="1650" b="1">
                <a:solidFill>
                  <a:srgbClr val="000000"/>
                </a:solidFill>
                <a:latin typeface="Arial"/>
                <a:ea typeface="Arial"/>
                <a:cs typeface="Arial"/>
              </a:defRPr>
            </a:lvl5pPr>
            <a:lvl6pPr algn="l">
              <a:defRPr sz="1650" b="1">
                <a:solidFill>
                  <a:srgbClr val="000000"/>
                </a:solidFill>
                <a:latin typeface="Arial"/>
                <a:ea typeface="Arial"/>
                <a:cs typeface="Arial"/>
              </a:defRPr>
            </a:lvl6pPr>
            <a:lvl7pPr algn="l">
              <a:defRPr sz="1650" b="1">
                <a:solidFill>
                  <a:srgbClr val="000000"/>
                </a:solidFill>
                <a:latin typeface="Arial"/>
                <a:ea typeface="Arial"/>
                <a:cs typeface="Arial"/>
              </a:defRPr>
            </a:lvl7pPr>
            <a:lvl8pPr algn="l">
              <a:defRPr sz="1650" b="1">
                <a:solidFill>
                  <a:srgbClr val="000000"/>
                </a:solidFill>
                <a:latin typeface="Arial"/>
                <a:ea typeface="Arial"/>
                <a:cs typeface="Arial"/>
              </a:defRPr>
            </a:lvl8pPr>
            <a:lvl9pPr algn="l">
              <a:defRPr sz="1650" b="1">
                <a:solidFill>
                  <a:srgbClr val="000000"/>
                </a:solidFill>
                <a:latin typeface="Arial"/>
                <a:ea typeface="Arial"/>
                <a:cs typeface="Arial"/>
              </a:defRPr>
            </a:lvl9pPr>
          </a:lstStyle>
          <a:p xmlns:a="http://schemas.openxmlformats.org/drawingml/2006/main">
            <a:pPr algn="l">
              <a:defRPr sz="1650" b="1">
                <a:solidFill>
                  <a:srgbClr val="000000"/>
                </a:solidFill>
                <a:latin typeface="Arial"/>
                <a:ea typeface="Arial"/>
                <a:cs typeface="Arial"/>
              </a:defRPr>
            </a:pPr>
            <a:r>
              <a:rPr sz="1650" b="1">
                <a:solidFill>
                  <a:srgbClr val="000000"/>
                </a:solidFill>
                <a:latin typeface="Arial"/>
                <a:ea typeface="Arial"/>
                <a:cs typeface="Arial"/>
              </a:rPr>
              <a:t>(f) Saved scalar profiles, same frame</a:t>
            </a:r>
          </a:p>
        </p:txBody>
      </p:sp>
      <p:sp>
        <p:nvSpPr>
          <p:cNvPr id="57" name="rect_056">
            <a:extLst xmlns:a="http://schemas.openxmlformats.org/drawingml/2006/main">
              <a:ext uri="{FF2B5EF4-FFF2-40B4-BE49-F238E27FC236}">
                <a16:creationId xmlns:a16="http://schemas.microsoft.com/office/drawing/2014/main" id="{A1409A1C-7A48-4B37-8F0A-8D70AF17D889}"/>
              </a:ext>
            </a:extLst>
          </p:cNvPr>
          <p:cNvSpPr>
            <a:spLocks xmlns:a="http://schemas.openxmlformats.org/drawingml/2006/main" noGrp="1"/>
          </p:cNvSpPr>
          <p:nvPr/>
        </p:nvSpPr>
        <p:spPr>
          <a:xfrm xmlns:a="http://schemas.openxmlformats.org/drawingml/2006/main" rot="0">
            <a:off x="8524875" y="6200775"/>
            <a:ext cx="2924175" cy="1524000"/>
          </a:xfrm>
          <a:prstGeom xmlns:a="http://schemas.openxmlformats.org/drawingml/2006/main" prst="rect">
            <a:avLst/>
          </a:prstGeom>
          <a:noFill xmlns:a="http://schemas.openxmlformats.org/drawingml/2006/main"/>
          <a:ln xmlns:a="http://schemas.openxmlformats.org/drawingml/2006/main" w="6668">
            <a:solidFill>
              <a:srgbClr val="7B8790"/>
            </a:solidFill>
            <a:prstDash val="solid"/>
          </a:ln>
        </p:spPr>
      </p:sp>
      <p:sp>
        <p:nvSpPr>
          <p:cNvPr id="58" name="text_057">
            <a:extLst xmlns:a="http://schemas.openxmlformats.org/drawingml/2006/main">
              <a:ext uri="{FF2B5EF4-FFF2-40B4-BE49-F238E27FC236}">
                <a16:creationId xmlns:a16="http://schemas.microsoft.com/office/drawing/2014/main" id="{8D8DA81F-28E0-4B4C-98E1-BC2C7F1C14F3}"/>
              </a:ext>
            </a:extLst>
          </p:cNvPr>
          <p:cNvSpPr>
            <a:spLocks xmlns:a="http://schemas.openxmlformats.org/drawingml/2006/main" noGrp="1"/>
          </p:cNvSpPr>
          <p:nvPr/>
        </p:nvSpPr>
        <p:spPr>
          <a:xfrm xmlns:a="http://schemas.openxmlformats.org/drawingml/2006/main" rot="0">
            <a:off x="8296275" y="7772400"/>
            <a:ext cx="4572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59" name="line_058">
            <a:extLst xmlns:a="http://schemas.openxmlformats.org/drawingml/2006/main">
              <a:ext uri="{FF2B5EF4-FFF2-40B4-BE49-F238E27FC236}">
                <a16:creationId xmlns:a16="http://schemas.microsoft.com/office/drawing/2014/main" id="{C5FE29E2-995C-4ABE-8850-B829CC96B89D}"/>
              </a:ext>
            </a:extLst>
          </p:cNvPr>
          <p:cNvSpPr>
            <a:spLocks xmlns:a="http://schemas.openxmlformats.org/drawingml/2006/main" noGrp="1"/>
          </p:cNvSpPr>
          <p:nvPr/>
        </p:nvSpPr>
        <p:spPr>
          <a:xfrm xmlns:a="http://schemas.openxmlformats.org/drawingml/2006/main">
            <a:off x="8524875" y="7724775"/>
            <a:ext cx="95" cy="38100"/>
          </a:xfrm>
          <a:custGeom xmlns:a="http://schemas.openxmlformats.org/drawingml/2006/main">
            <a:pathLst>
              <a:path w="95" h="38100">
                <a:moveTo>
                  <a:pt x="0" y="0"/>
                </a:moveTo>
                <a:lnTo>
                  <a:pt x="0" y="38100"/>
                </a:lnTo>
              </a:path>
            </a:pathLst>
          </a:custGeom>
          <a:noFill xmlns:a="http://schemas.openxmlformats.org/drawingml/2006/main"/>
          <a:ln xmlns:a="http://schemas.openxmlformats.org/drawingml/2006/main" w="6668">
            <a:solidFill>
              <a:srgbClr val="000000"/>
            </a:solidFill>
            <a:prstDash val="solid"/>
          </a:ln>
        </p:spPr>
      </p:sp>
      <p:sp>
        <p:nvSpPr>
          <p:cNvPr id="60" name="text_059">
            <a:extLst xmlns:a="http://schemas.openxmlformats.org/drawingml/2006/main">
              <a:ext uri="{FF2B5EF4-FFF2-40B4-BE49-F238E27FC236}">
                <a16:creationId xmlns:a16="http://schemas.microsoft.com/office/drawing/2014/main" id="{E271F3AE-7DCF-4ED9-88CD-4795000FD6E8}"/>
              </a:ext>
            </a:extLst>
          </p:cNvPr>
          <p:cNvSpPr>
            <a:spLocks xmlns:a="http://schemas.openxmlformats.org/drawingml/2006/main" noGrp="1"/>
          </p:cNvSpPr>
          <p:nvPr/>
        </p:nvSpPr>
        <p:spPr>
          <a:xfrm xmlns:a="http://schemas.openxmlformats.org/drawingml/2006/main" rot="0">
            <a:off x="9758363" y="7772400"/>
            <a:ext cx="4572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0.5</a:t>
            </a:r>
          </a:p>
        </p:txBody>
      </p:sp>
      <p:sp>
        <p:nvSpPr>
          <p:cNvPr id="61" name="line_060">
            <a:extLst xmlns:a="http://schemas.openxmlformats.org/drawingml/2006/main">
              <a:ext uri="{FF2B5EF4-FFF2-40B4-BE49-F238E27FC236}">
                <a16:creationId xmlns:a16="http://schemas.microsoft.com/office/drawing/2014/main" id="{7E78C108-994B-4684-9348-C9BF780060C7}"/>
              </a:ext>
            </a:extLst>
          </p:cNvPr>
          <p:cNvSpPr>
            <a:spLocks xmlns:a="http://schemas.openxmlformats.org/drawingml/2006/main" noGrp="1"/>
          </p:cNvSpPr>
          <p:nvPr/>
        </p:nvSpPr>
        <p:spPr>
          <a:xfrm xmlns:a="http://schemas.openxmlformats.org/drawingml/2006/main">
            <a:off x="9986963" y="7724775"/>
            <a:ext cx="95" cy="38100"/>
          </a:xfrm>
          <a:custGeom xmlns:a="http://schemas.openxmlformats.org/drawingml/2006/main">
            <a:pathLst>
              <a:path w="95" h="38100">
                <a:moveTo>
                  <a:pt x="0" y="0"/>
                </a:moveTo>
                <a:lnTo>
                  <a:pt x="0" y="38100"/>
                </a:lnTo>
              </a:path>
            </a:pathLst>
          </a:custGeom>
          <a:noFill xmlns:a="http://schemas.openxmlformats.org/drawingml/2006/main"/>
          <a:ln xmlns:a="http://schemas.openxmlformats.org/drawingml/2006/main" w="6668">
            <a:solidFill>
              <a:srgbClr val="000000"/>
            </a:solidFill>
            <a:prstDash val="solid"/>
          </a:ln>
        </p:spPr>
      </p:sp>
      <p:sp>
        <p:nvSpPr>
          <p:cNvPr id="62" name="text_061">
            <a:extLst xmlns:a="http://schemas.openxmlformats.org/drawingml/2006/main">
              <a:ext uri="{FF2B5EF4-FFF2-40B4-BE49-F238E27FC236}">
                <a16:creationId xmlns:a16="http://schemas.microsoft.com/office/drawing/2014/main" id="{24A7B85D-15D6-414D-A72F-AA5763FF1429}"/>
              </a:ext>
            </a:extLst>
          </p:cNvPr>
          <p:cNvSpPr>
            <a:spLocks xmlns:a="http://schemas.openxmlformats.org/drawingml/2006/main" noGrp="1"/>
          </p:cNvSpPr>
          <p:nvPr/>
        </p:nvSpPr>
        <p:spPr>
          <a:xfrm xmlns:a="http://schemas.openxmlformats.org/drawingml/2006/main" rot="0">
            <a:off x="11220450" y="7772400"/>
            <a:ext cx="4572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1</a:t>
            </a:r>
          </a:p>
        </p:txBody>
      </p:sp>
      <p:sp>
        <p:nvSpPr>
          <p:cNvPr id="63" name="line_062">
            <a:extLst xmlns:a="http://schemas.openxmlformats.org/drawingml/2006/main">
              <a:ext uri="{FF2B5EF4-FFF2-40B4-BE49-F238E27FC236}">
                <a16:creationId xmlns:a16="http://schemas.microsoft.com/office/drawing/2014/main" id="{C0848030-C3FB-4438-B4BF-BC59A5F7DD64}"/>
              </a:ext>
            </a:extLst>
          </p:cNvPr>
          <p:cNvSpPr>
            <a:spLocks xmlns:a="http://schemas.openxmlformats.org/drawingml/2006/main" noGrp="1"/>
          </p:cNvSpPr>
          <p:nvPr/>
        </p:nvSpPr>
        <p:spPr>
          <a:xfrm xmlns:a="http://schemas.openxmlformats.org/drawingml/2006/main">
            <a:off x="11449050" y="7724775"/>
            <a:ext cx="95" cy="38100"/>
          </a:xfrm>
          <a:custGeom xmlns:a="http://schemas.openxmlformats.org/drawingml/2006/main">
            <a:pathLst>
              <a:path w="95" h="38100">
                <a:moveTo>
                  <a:pt x="0" y="0"/>
                </a:moveTo>
                <a:lnTo>
                  <a:pt x="0" y="38100"/>
                </a:lnTo>
              </a:path>
            </a:pathLst>
          </a:custGeom>
          <a:noFill xmlns:a="http://schemas.openxmlformats.org/drawingml/2006/main"/>
          <a:ln xmlns:a="http://schemas.openxmlformats.org/drawingml/2006/main" w="6668">
            <a:solidFill>
              <a:srgbClr val="000000"/>
            </a:solidFill>
            <a:prstDash val="solid"/>
          </a:ln>
        </p:spPr>
      </p:sp>
      <p:sp>
        <p:nvSpPr>
          <p:cNvPr id="64" name="text_063">
            <a:extLst xmlns:a="http://schemas.openxmlformats.org/drawingml/2006/main">
              <a:ext uri="{FF2B5EF4-FFF2-40B4-BE49-F238E27FC236}">
                <a16:creationId xmlns:a16="http://schemas.microsoft.com/office/drawing/2014/main" id="{D75A5F28-204E-4CE5-B933-883B9B68ECEE}"/>
              </a:ext>
            </a:extLst>
          </p:cNvPr>
          <p:cNvSpPr>
            <a:spLocks xmlns:a="http://schemas.openxmlformats.org/drawingml/2006/main" noGrp="1"/>
          </p:cNvSpPr>
          <p:nvPr/>
        </p:nvSpPr>
        <p:spPr>
          <a:xfrm xmlns:a="http://schemas.openxmlformats.org/drawingml/2006/main" rot="0">
            <a:off x="8001000" y="7638597"/>
            <a:ext cx="4572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-2.11</a:t>
            </a:r>
          </a:p>
        </p:txBody>
      </p:sp>
      <p:sp>
        <p:nvSpPr>
          <p:cNvPr id="65" name="line_064">
            <a:extLst xmlns:a="http://schemas.openxmlformats.org/drawingml/2006/main">
              <a:ext uri="{FF2B5EF4-FFF2-40B4-BE49-F238E27FC236}">
                <a16:creationId xmlns:a16="http://schemas.microsoft.com/office/drawing/2014/main" id="{0D0C371E-ECE0-41C8-94B1-07727FAA72C7}"/>
              </a:ext>
            </a:extLst>
          </p:cNvPr>
          <p:cNvSpPr>
            <a:spLocks xmlns:a="http://schemas.openxmlformats.org/drawingml/2006/main" noGrp="1"/>
          </p:cNvSpPr>
          <p:nvPr/>
        </p:nvSpPr>
        <p:spPr>
          <a:xfrm xmlns:a="http://schemas.openxmlformats.org/drawingml/2006/main">
            <a:off x="8486775" y="7724322"/>
            <a:ext cx="38100" cy="95"/>
          </a:xfrm>
          <a:custGeom xmlns:a="http://schemas.openxmlformats.org/drawingml/2006/main">
            <a:pathLst>
              <a:path w="38100" h="95">
                <a:moveTo>
                  <a:pt x="0" y="0"/>
                </a:moveTo>
                <a:lnTo>
                  <a:pt x="38100" y="0"/>
                </a:lnTo>
              </a:path>
            </a:pathLst>
          </a:custGeom>
          <a:noFill xmlns:a="http://schemas.openxmlformats.org/drawingml/2006/main"/>
          <a:ln xmlns:a="http://schemas.openxmlformats.org/drawingml/2006/main" w="6668">
            <a:solidFill>
              <a:srgbClr val="000000"/>
            </a:solidFill>
            <a:prstDash val="solid"/>
          </a:ln>
        </p:spPr>
      </p:sp>
      <p:sp>
        <p:nvSpPr>
          <p:cNvPr id="66" name="text_065">
            <a:extLst xmlns:a="http://schemas.openxmlformats.org/drawingml/2006/main">
              <a:ext uri="{FF2B5EF4-FFF2-40B4-BE49-F238E27FC236}">
                <a16:creationId xmlns:a16="http://schemas.microsoft.com/office/drawing/2014/main" id="{A68BF60D-BA27-4D0E-BCB2-BC5BF920B4F6}"/>
              </a:ext>
            </a:extLst>
          </p:cNvPr>
          <p:cNvSpPr>
            <a:spLocks xmlns:a="http://schemas.openxmlformats.org/drawingml/2006/main" noGrp="1"/>
          </p:cNvSpPr>
          <p:nvPr/>
        </p:nvSpPr>
        <p:spPr>
          <a:xfrm xmlns:a="http://schemas.openxmlformats.org/drawingml/2006/main" rot="0">
            <a:off x="8001000" y="7217971"/>
            <a:ext cx="4572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67" name="line_066">
            <a:extLst xmlns:a="http://schemas.openxmlformats.org/drawingml/2006/main">
              <a:ext uri="{FF2B5EF4-FFF2-40B4-BE49-F238E27FC236}">
                <a16:creationId xmlns:a16="http://schemas.microsoft.com/office/drawing/2014/main" id="{17413A31-C99A-40F1-B306-E285AFAC8DB3}"/>
              </a:ext>
            </a:extLst>
          </p:cNvPr>
          <p:cNvSpPr>
            <a:spLocks xmlns:a="http://schemas.openxmlformats.org/drawingml/2006/main" noGrp="1"/>
          </p:cNvSpPr>
          <p:nvPr/>
        </p:nvSpPr>
        <p:spPr>
          <a:xfrm xmlns:a="http://schemas.openxmlformats.org/drawingml/2006/main">
            <a:off x="8486775" y="7303696"/>
            <a:ext cx="38100" cy="95"/>
          </a:xfrm>
          <a:custGeom xmlns:a="http://schemas.openxmlformats.org/drawingml/2006/main">
            <a:pathLst>
              <a:path w="38100" h="95">
                <a:moveTo>
                  <a:pt x="0" y="0"/>
                </a:moveTo>
                <a:lnTo>
                  <a:pt x="38100" y="0"/>
                </a:lnTo>
              </a:path>
            </a:pathLst>
          </a:custGeom>
          <a:noFill xmlns:a="http://schemas.openxmlformats.org/drawingml/2006/main"/>
          <a:ln xmlns:a="http://schemas.openxmlformats.org/drawingml/2006/main" w="6668">
            <a:solidFill>
              <a:srgbClr val="000000"/>
            </a:solidFill>
            <a:prstDash val="solid"/>
          </a:ln>
        </p:spPr>
      </p:sp>
      <p:sp>
        <p:nvSpPr>
          <p:cNvPr id="68" name="text_067">
            <a:extLst xmlns:a="http://schemas.openxmlformats.org/drawingml/2006/main">
              <a:ext uri="{FF2B5EF4-FFF2-40B4-BE49-F238E27FC236}">
                <a16:creationId xmlns:a16="http://schemas.microsoft.com/office/drawing/2014/main" id="{AC0EDB2A-BBC5-47D6-9A3A-4DAFAE2B9E3B}"/>
              </a:ext>
            </a:extLst>
          </p:cNvPr>
          <p:cNvSpPr>
            <a:spLocks xmlns:a="http://schemas.openxmlformats.org/drawingml/2006/main" noGrp="1"/>
          </p:cNvSpPr>
          <p:nvPr/>
        </p:nvSpPr>
        <p:spPr>
          <a:xfrm xmlns:a="http://schemas.openxmlformats.org/drawingml/2006/main" rot="0">
            <a:off x="8001000" y="6115574"/>
            <a:ext cx="4572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5.53</a:t>
            </a:r>
          </a:p>
        </p:txBody>
      </p:sp>
      <p:sp>
        <p:nvSpPr>
          <p:cNvPr id="69" name="line_068">
            <a:extLst xmlns:a="http://schemas.openxmlformats.org/drawingml/2006/main">
              <a:ext uri="{FF2B5EF4-FFF2-40B4-BE49-F238E27FC236}">
                <a16:creationId xmlns:a16="http://schemas.microsoft.com/office/drawing/2014/main" id="{2EF0C38F-FE42-4B9C-A9E9-018AD974F0F2}"/>
              </a:ext>
            </a:extLst>
          </p:cNvPr>
          <p:cNvSpPr>
            <a:spLocks xmlns:a="http://schemas.openxmlformats.org/drawingml/2006/main" noGrp="1"/>
          </p:cNvSpPr>
          <p:nvPr/>
        </p:nvSpPr>
        <p:spPr>
          <a:xfrm xmlns:a="http://schemas.openxmlformats.org/drawingml/2006/main">
            <a:off x="8486775" y="6201299"/>
            <a:ext cx="38100" cy="95"/>
          </a:xfrm>
          <a:custGeom xmlns:a="http://schemas.openxmlformats.org/drawingml/2006/main">
            <a:pathLst>
              <a:path w="38100" h="95">
                <a:moveTo>
                  <a:pt x="0" y="0"/>
                </a:moveTo>
                <a:lnTo>
                  <a:pt x="38100" y="0"/>
                </a:lnTo>
              </a:path>
            </a:pathLst>
          </a:custGeom>
          <a:noFill xmlns:a="http://schemas.openxmlformats.org/drawingml/2006/main"/>
          <a:ln xmlns:a="http://schemas.openxmlformats.org/drawingml/2006/main" w="6668">
            <a:solidFill>
              <a:srgbClr val="000000"/>
            </a:solidFill>
            <a:prstDash val="solid"/>
          </a:ln>
        </p:spPr>
      </p:sp>
      <p:sp>
        <p:nvSpPr>
          <p:cNvPr id="70" name="text_069">
            <a:extLst xmlns:a="http://schemas.openxmlformats.org/drawingml/2006/main">
              <a:ext uri="{FF2B5EF4-FFF2-40B4-BE49-F238E27FC236}">
                <a16:creationId xmlns:a16="http://schemas.microsoft.com/office/drawing/2014/main" id="{A3774B5B-753E-425B-B9F5-94349B2B476E}"/>
              </a:ext>
            </a:extLst>
          </p:cNvPr>
          <p:cNvSpPr>
            <a:spLocks xmlns:a="http://schemas.openxmlformats.org/drawingml/2006/main" noGrp="1"/>
          </p:cNvSpPr>
          <p:nvPr/>
        </p:nvSpPr>
        <p:spPr>
          <a:xfrm xmlns:a="http://schemas.openxmlformats.org/drawingml/2006/main" rot="0">
            <a:off x="8524875" y="8010525"/>
            <a:ext cx="29241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75" b="0">
                <a:solidFill>
                  <a:srgbClr val="000000"/>
                </a:solidFill>
                <a:latin typeface="Arial"/>
                <a:ea typeface="Arial"/>
                <a:cs typeface="Arial"/>
              </a:defRPr>
            </a:defPPr>
            <a:lvl1pPr algn="ctr">
              <a:defRPr sz="1275" b="0">
                <a:solidFill>
                  <a:srgbClr val="000000"/>
                </a:solidFill>
                <a:latin typeface="Arial"/>
                <a:ea typeface="Arial"/>
                <a:cs typeface="Arial"/>
              </a:defRPr>
            </a:lvl1pPr>
            <a:lvl2pPr algn="ctr">
              <a:defRPr sz="1275" b="0">
                <a:solidFill>
                  <a:srgbClr val="000000"/>
                </a:solidFill>
                <a:latin typeface="Arial"/>
                <a:ea typeface="Arial"/>
                <a:cs typeface="Arial"/>
              </a:defRPr>
            </a:lvl2pPr>
            <a:lvl3pPr algn="ctr">
              <a:defRPr sz="1275" b="0">
                <a:solidFill>
                  <a:srgbClr val="000000"/>
                </a:solidFill>
                <a:latin typeface="Arial"/>
                <a:ea typeface="Arial"/>
                <a:cs typeface="Arial"/>
              </a:defRPr>
            </a:lvl3pPr>
            <a:lvl4pPr algn="ctr">
              <a:defRPr sz="1275" b="0">
                <a:solidFill>
                  <a:srgbClr val="000000"/>
                </a:solidFill>
                <a:latin typeface="Arial"/>
                <a:ea typeface="Arial"/>
                <a:cs typeface="Arial"/>
              </a:defRPr>
            </a:lvl4pPr>
            <a:lvl5pPr algn="ctr">
              <a:defRPr sz="1275" b="0">
                <a:solidFill>
                  <a:srgbClr val="000000"/>
                </a:solidFill>
                <a:latin typeface="Arial"/>
                <a:ea typeface="Arial"/>
                <a:cs typeface="Arial"/>
              </a:defRPr>
            </a:lvl5pPr>
            <a:lvl6pPr algn="ctr">
              <a:defRPr sz="1275" b="0">
                <a:solidFill>
                  <a:srgbClr val="000000"/>
                </a:solidFill>
                <a:latin typeface="Arial"/>
                <a:ea typeface="Arial"/>
                <a:cs typeface="Arial"/>
              </a:defRPr>
            </a:lvl6pPr>
            <a:lvl7pPr algn="ctr">
              <a:defRPr sz="1275" b="0">
                <a:solidFill>
                  <a:srgbClr val="000000"/>
                </a:solidFill>
                <a:latin typeface="Arial"/>
                <a:ea typeface="Arial"/>
                <a:cs typeface="Arial"/>
              </a:defRPr>
            </a:lvl7pPr>
            <a:lvl8pPr algn="ctr">
              <a:defRPr sz="1275" b="0">
                <a:solidFill>
                  <a:srgbClr val="000000"/>
                </a:solidFill>
                <a:latin typeface="Arial"/>
                <a:ea typeface="Arial"/>
                <a:cs typeface="Arial"/>
              </a:defRPr>
            </a:lvl8pPr>
            <a:lvl9pPr algn="ctr">
              <a:defRPr sz="1275" b="0">
                <a:solidFill>
                  <a:srgbClr val="000000"/>
                </a:solidFill>
                <a:latin typeface="Arial"/>
                <a:ea typeface="Arial"/>
                <a:cs typeface="Arial"/>
              </a:defRPr>
            </a:lvl9pPr>
          </a:lstStyle>
          <a:p xmlns:a="http://schemas.openxmlformats.org/drawingml/2006/main">
            <a:pPr algn="ctr">
              <a:defRPr sz="1275" b="0">
                <a:solidFill>
                  <a:srgbClr val="000000"/>
                </a:solidFill>
                <a:latin typeface="Arial"/>
                <a:ea typeface="Arial"/>
                <a:cs typeface="Arial"/>
              </a:defRPr>
            </a:pPr>
            <a:r>
              <a:rPr sz="1275" b="0">
                <a:solidFill>
                  <a:srgbClr val="000000"/>
                </a:solidFill>
                <a:latin typeface="Arial"/>
                <a:ea typeface="Arial"/>
                <a:cs typeface="Arial"/>
              </a:rPr>
              <a:t>Normalized reference coordinate</a:t>
            </a:r>
          </a:p>
        </p:txBody>
      </p:sp>
      <p:sp>
        <p:nvSpPr>
          <p:cNvPr id="71" name="complete_saved_P_Q_profile">
            <a:extLst xmlns:a="http://schemas.openxmlformats.org/drawingml/2006/main">
              <a:ext uri="{FF2B5EF4-FFF2-40B4-BE49-F238E27FC236}">
                <a16:creationId xmlns:a16="http://schemas.microsoft.com/office/drawing/2014/main" id="{4EFEC1EF-9D7A-4249-9CF0-8C60982AB9F3}"/>
              </a:ext>
            </a:extLst>
          </p:cNvPr>
          <p:cNvSpPr>
            <a:spLocks xmlns:a="http://schemas.openxmlformats.org/drawingml/2006/main" noGrp="1"/>
          </p:cNvSpPr>
          <p:nvPr/>
        </p:nvSpPr>
        <p:spPr>
          <a:xfrm xmlns:a="http://schemas.openxmlformats.org/drawingml/2006/main">
            <a:off x="8524875" y="6200775"/>
            <a:ext cx="2924175" cy="1524000"/>
          </a:xfrm>
          <a:custGeom xmlns:a="http://schemas.openxmlformats.org/drawingml/2006/main">
            <a:pathLst>
              <a:path w="2924175" h="1524000">
                <a:moveTo>
                  <a:pt x="0" y="1524000"/>
                </a:moveTo>
                <a:lnTo>
                  <a:pt x="2499" y="1274395"/>
                </a:lnTo>
                <a:lnTo>
                  <a:pt x="6425" y="1199462"/>
                </a:lnTo>
                <a:lnTo>
                  <a:pt x="15617" y="1147112"/>
                </a:lnTo>
                <a:lnTo>
                  <a:pt x="19544" y="1139103"/>
                </a:lnTo>
                <a:lnTo>
                  <a:pt x="30431" y="1128165"/>
                </a:lnTo>
                <a:lnTo>
                  <a:pt x="47655" y="1120415"/>
                </a:lnTo>
                <a:lnTo>
                  <a:pt x="69698" y="1116311"/>
                </a:lnTo>
                <a:lnTo>
                  <a:pt x="156351" y="1111314"/>
                </a:lnTo>
                <a:lnTo>
                  <a:pt x="531968" y="1102951"/>
                </a:lnTo>
                <a:lnTo>
                  <a:pt x="532147" y="1006382"/>
                </a:lnTo>
                <a:lnTo>
                  <a:pt x="532236" y="1102939"/>
                </a:lnTo>
                <a:lnTo>
                  <a:pt x="541874" y="1102921"/>
                </a:lnTo>
                <a:lnTo>
                  <a:pt x="542053" y="1071372"/>
                </a:lnTo>
                <a:lnTo>
                  <a:pt x="542410" y="1102921"/>
                </a:lnTo>
                <a:lnTo>
                  <a:pt x="548121" y="1100760"/>
                </a:lnTo>
                <a:lnTo>
                  <a:pt x="550263" y="1096131"/>
                </a:lnTo>
                <a:lnTo>
                  <a:pt x="552137" y="1057084"/>
                </a:lnTo>
                <a:lnTo>
                  <a:pt x="552940" y="229346"/>
                </a:lnTo>
                <a:lnTo>
                  <a:pt x="554100" y="999632"/>
                </a:lnTo>
                <a:lnTo>
                  <a:pt x="555439" y="1057052"/>
                </a:lnTo>
                <a:lnTo>
                  <a:pt x="562043" y="1039785"/>
                </a:lnTo>
                <a:lnTo>
                  <a:pt x="562310" y="1031419"/>
                </a:lnTo>
                <a:lnTo>
                  <a:pt x="565166" y="807359"/>
                </a:lnTo>
                <a:lnTo>
                  <a:pt x="565345" y="0"/>
                </a:lnTo>
                <a:lnTo>
                  <a:pt x="565523" y="344437"/>
                </a:lnTo>
                <a:lnTo>
                  <a:pt x="570431" y="807287"/>
                </a:lnTo>
                <a:lnTo>
                  <a:pt x="575429" y="157095"/>
                </a:lnTo>
                <a:lnTo>
                  <a:pt x="577838" y="1039831"/>
                </a:lnTo>
                <a:lnTo>
                  <a:pt x="585246" y="1002132"/>
                </a:lnTo>
                <a:lnTo>
                  <a:pt x="585424" y="925782"/>
                </a:lnTo>
                <a:lnTo>
                  <a:pt x="585513" y="999541"/>
                </a:lnTo>
                <a:lnTo>
                  <a:pt x="590868" y="956896"/>
                </a:lnTo>
                <a:lnTo>
                  <a:pt x="595062" y="898950"/>
                </a:lnTo>
                <a:lnTo>
                  <a:pt x="595151" y="853211"/>
                </a:lnTo>
                <a:lnTo>
                  <a:pt x="595241" y="898333"/>
                </a:lnTo>
                <a:lnTo>
                  <a:pt x="604879" y="896986"/>
                </a:lnTo>
                <a:lnTo>
                  <a:pt x="604968" y="854437"/>
                </a:lnTo>
                <a:lnTo>
                  <a:pt x="605057" y="896281"/>
                </a:lnTo>
                <a:lnTo>
                  <a:pt x="610144" y="867579"/>
                </a:lnTo>
                <a:lnTo>
                  <a:pt x="614606" y="825158"/>
                </a:lnTo>
                <a:lnTo>
                  <a:pt x="614784" y="750847"/>
                </a:lnTo>
                <a:lnTo>
                  <a:pt x="614963" y="824562"/>
                </a:lnTo>
                <a:lnTo>
                  <a:pt x="619871" y="824850"/>
                </a:lnTo>
                <a:lnTo>
                  <a:pt x="624779" y="750663"/>
                </a:lnTo>
                <a:lnTo>
                  <a:pt x="629420" y="1001441"/>
                </a:lnTo>
                <a:lnTo>
                  <a:pt x="634596" y="927551"/>
                </a:lnTo>
                <a:lnTo>
                  <a:pt x="634864" y="581205"/>
                </a:lnTo>
                <a:lnTo>
                  <a:pt x="635488" y="927422"/>
                </a:lnTo>
                <a:lnTo>
                  <a:pt x="640397" y="927436"/>
                </a:lnTo>
                <a:lnTo>
                  <a:pt x="645216" y="870580"/>
                </a:lnTo>
                <a:lnTo>
                  <a:pt x="645483" y="533202"/>
                </a:lnTo>
                <a:lnTo>
                  <a:pt x="645751" y="893369"/>
                </a:lnTo>
                <a:lnTo>
                  <a:pt x="648339" y="946948"/>
                </a:lnTo>
                <a:lnTo>
                  <a:pt x="657353" y="997570"/>
                </a:lnTo>
                <a:lnTo>
                  <a:pt x="677075" y="1049987"/>
                </a:lnTo>
                <a:lnTo>
                  <a:pt x="677253" y="1011423"/>
                </a:lnTo>
                <a:lnTo>
                  <a:pt x="677343" y="1049997"/>
                </a:lnTo>
                <a:lnTo>
                  <a:pt x="686892" y="1055185"/>
                </a:lnTo>
                <a:lnTo>
                  <a:pt x="686981" y="1014790"/>
                </a:lnTo>
                <a:lnTo>
                  <a:pt x="687070" y="1055185"/>
                </a:lnTo>
                <a:lnTo>
                  <a:pt x="718483" y="1072409"/>
                </a:lnTo>
                <a:lnTo>
                  <a:pt x="739544" y="1061229"/>
                </a:lnTo>
                <a:lnTo>
                  <a:pt x="739722" y="978725"/>
                </a:lnTo>
                <a:lnTo>
                  <a:pt x="739812" y="1061212"/>
                </a:lnTo>
                <a:lnTo>
                  <a:pt x="784611" y="1059122"/>
                </a:lnTo>
                <a:lnTo>
                  <a:pt x="784789" y="986910"/>
                </a:lnTo>
                <a:lnTo>
                  <a:pt x="784879" y="1059120"/>
                </a:lnTo>
                <a:lnTo>
                  <a:pt x="1005751" y="1040487"/>
                </a:lnTo>
                <a:lnTo>
                  <a:pt x="1006465" y="984750"/>
                </a:lnTo>
                <a:lnTo>
                  <a:pt x="1006733" y="1040409"/>
                </a:lnTo>
                <a:lnTo>
                  <a:pt x="1016282" y="1040389"/>
                </a:lnTo>
                <a:lnTo>
                  <a:pt x="1016549" y="984675"/>
                </a:lnTo>
                <a:lnTo>
                  <a:pt x="1016906" y="1040333"/>
                </a:lnTo>
                <a:lnTo>
                  <a:pt x="1031274" y="1040389"/>
                </a:lnTo>
                <a:lnTo>
                  <a:pt x="1038414" y="1023515"/>
                </a:lnTo>
                <a:lnTo>
                  <a:pt x="1045553" y="1017890"/>
                </a:lnTo>
                <a:lnTo>
                  <a:pt x="1047070" y="910945"/>
                </a:lnTo>
                <a:lnTo>
                  <a:pt x="1049837" y="1040376"/>
                </a:lnTo>
                <a:lnTo>
                  <a:pt x="1068220" y="1068981"/>
                </a:lnTo>
                <a:lnTo>
                  <a:pt x="1076252" y="1048148"/>
                </a:lnTo>
                <a:lnTo>
                  <a:pt x="1083570" y="1001233"/>
                </a:lnTo>
                <a:lnTo>
                  <a:pt x="1083748" y="837440"/>
                </a:lnTo>
                <a:lnTo>
                  <a:pt x="1084284" y="1001071"/>
                </a:lnTo>
                <a:lnTo>
                  <a:pt x="1126763" y="996212"/>
                </a:lnTo>
                <a:lnTo>
                  <a:pt x="1127030" y="840719"/>
                </a:lnTo>
                <a:lnTo>
                  <a:pt x="1127387" y="995219"/>
                </a:lnTo>
                <a:lnTo>
                  <a:pt x="1435895" y="995482"/>
                </a:lnTo>
                <a:lnTo>
                  <a:pt x="1436074" y="936068"/>
                </a:lnTo>
                <a:lnTo>
                  <a:pt x="1436520" y="1001043"/>
                </a:lnTo>
                <a:lnTo>
                  <a:pt x="1445801" y="1064154"/>
                </a:lnTo>
                <a:lnTo>
                  <a:pt x="1446247" y="967723"/>
                </a:lnTo>
                <a:lnTo>
                  <a:pt x="1447407" y="1064116"/>
                </a:lnTo>
                <a:lnTo>
                  <a:pt x="1457045" y="1065406"/>
                </a:lnTo>
                <a:lnTo>
                  <a:pt x="1457492" y="967525"/>
                </a:lnTo>
                <a:lnTo>
                  <a:pt x="1458741" y="1065409"/>
                </a:lnTo>
                <a:lnTo>
                  <a:pt x="1566902" y="1073415"/>
                </a:lnTo>
                <a:lnTo>
                  <a:pt x="1568062" y="982527"/>
                </a:lnTo>
                <a:lnTo>
                  <a:pt x="1568597" y="1073431"/>
                </a:lnTo>
                <a:lnTo>
                  <a:pt x="1578146" y="1073739"/>
                </a:lnTo>
                <a:lnTo>
                  <a:pt x="1578592" y="983600"/>
                </a:lnTo>
                <a:lnTo>
                  <a:pt x="1579842" y="1073717"/>
                </a:lnTo>
                <a:lnTo>
                  <a:pt x="1834358" y="1087962"/>
                </a:lnTo>
                <a:lnTo>
                  <a:pt x="1854170" y="1083254"/>
                </a:lnTo>
                <a:lnTo>
                  <a:pt x="1856312" y="888722"/>
                </a:lnTo>
                <a:lnTo>
                  <a:pt x="1857026" y="1048686"/>
                </a:lnTo>
                <a:lnTo>
                  <a:pt x="1861934" y="1083203"/>
                </a:lnTo>
                <a:lnTo>
                  <a:pt x="1866753" y="1044997"/>
                </a:lnTo>
                <a:lnTo>
                  <a:pt x="1867467" y="897531"/>
                </a:lnTo>
                <a:lnTo>
                  <a:pt x="1868716" y="1067258"/>
                </a:lnTo>
                <a:lnTo>
                  <a:pt x="1869609" y="1083123"/>
                </a:lnTo>
                <a:lnTo>
                  <a:pt x="1875231" y="1087983"/>
                </a:lnTo>
                <a:lnTo>
                  <a:pt x="1947873" y="1096042"/>
                </a:lnTo>
                <a:lnTo>
                  <a:pt x="1962063" y="1095205"/>
                </a:lnTo>
                <a:lnTo>
                  <a:pt x="1966257" y="1075642"/>
                </a:lnTo>
                <a:lnTo>
                  <a:pt x="1967417" y="1014281"/>
                </a:lnTo>
                <a:lnTo>
                  <a:pt x="1970005" y="1095209"/>
                </a:lnTo>
                <a:lnTo>
                  <a:pt x="1979554" y="1095108"/>
                </a:lnTo>
                <a:lnTo>
                  <a:pt x="1981696" y="1014324"/>
                </a:lnTo>
                <a:lnTo>
                  <a:pt x="1983213" y="1081252"/>
                </a:lnTo>
                <a:lnTo>
                  <a:pt x="1987497" y="1095107"/>
                </a:lnTo>
                <a:lnTo>
                  <a:pt x="2261289" y="1092203"/>
                </a:lnTo>
                <a:lnTo>
                  <a:pt x="2516520" y="1082893"/>
                </a:lnTo>
                <a:lnTo>
                  <a:pt x="2517680" y="1033748"/>
                </a:lnTo>
                <a:lnTo>
                  <a:pt x="2518126" y="1082884"/>
                </a:lnTo>
                <a:lnTo>
                  <a:pt x="2527764" y="1082402"/>
                </a:lnTo>
                <a:lnTo>
                  <a:pt x="2528835" y="1035484"/>
                </a:lnTo>
                <a:lnTo>
                  <a:pt x="2529192" y="1070931"/>
                </a:lnTo>
                <a:lnTo>
                  <a:pt x="2534101" y="1082481"/>
                </a:lnTo>
                <a:lnTo>
                  <a:pt x="2538920" y="1082391"/>
                </a:lnTo>
                <a:lnTo>
                  <a:pt x="2539812" y="946660"/>
                </a:lnTo>
                <a:lnTo>
                  <a:pt x="2540437" y="1091428"/>
                </a:lnTo>
                <a:lnTo>
                  <a:pt x="2541151" y="1096130"/>
                </a:lnTo>
                <a:lnTo>
                  <a:pt x="2547219" y="1101112"/>
                </a:lnTo>
                <a:lnTo>
                  <a:pt x="2550253" y="946257"/>
                </a:lnTo>
                <a:lnTo>
                  <a:pt x="2551503" y="1059764"/>
                </a:lnTo>
                <a:lnTo>
                  <a:pt x="2556411" y="1059797"/>
                </a:lnTo>
                <a:lnTo>
                  <a:pt x="2561230" y="1023114"/>
                </a:lnTo>
                <a:lnTo>
                  <a:pt x="2561587" y="951659"/>
                </a:lnTo>
                <a:lnTo>
                  <a:pt x="2562479" y="1054011"/>
                </a:lnTo>
                <a:lnTo>
                  <a:pt x="2566584" y="1099534"/>
                </a:lnTo>
                <a:lnTo>
                  <a:pt x="2572385" y="1090747"/>
                </a:lnTo>
                <a:lnTo>
                  <a:pt x="2574170" y="998513"/>
                </a:lnTo>
                <a:lnTo>
                  <a:pt x="2575241" y="1069189"/>
                </a:lnTo>
                <a:lnTo>
                  <a:pt x="2579346" y="1090729"/>
                </a:lnTo>
                <a:lnTo>
                  <a:pt x="2584254" y="1090739"/>
                </a:lnTo>
                <a:lnTo>
                  <a:pt x="2589073" y="1079632"/>
                </a:lnTo>
                <a:lnTo>
                  <a:pt x="2590858" y="1000546"/>
                </a:lnTo>
                <a:lnTo>
                  <a:pt x="2592286" y="1075634"/>
                </a:lnTo>
                <a:lnTo>
                  <a:pt x="2596213" y="1090738"/>
                </a:lnTo>
                <a:lnTo>
                  <a:pt x="2708121" y="1097843"/>
                </a:lnTo>
                <a:lnTo>
                  <a:pt x="2801646" y="1100571"/>
                </a:lnTo>
                <a:lnTo>
                  <a:pt x="2806109" y="1092615"/>
                </a:lnTo>
                <a:lnTo>
                  <a:pt x="2813159" y="1057310"/>
                </a:lnTo>
                <a:lnTo>
                  <a:pt x="2815568" y="976780"/>
                </a:lnTo>
                <a:lnTo>
                  <a:pt x="2820476" y="1012217"/>
                </a:lnTo>
                <a:lnTo>
                  <a:pt x="2825295" y="975374"/>
                </a:lnTo>
                <a:lnTo>
                  <a:pt x="2825920" y="1100738"/>
                </a:lnTo>
                <a:lnTo>
                  <a:pt x="2835023" y="1101998"/>
                </a:lnTo>
                <a:lnTo>
                  <a:pt x="2839931" y="1060895"/>
                </a:lnTo>
                <a:lnTo>
                  <a:pt x="2840734" y="986254"/>
                </a:lnTo>
                <a:lnTo>
                  <a:pt x="2841537" y="1061093"/>
                </a:lnTo>
                <a:lnTo>
                  <a:pt x="2846356" y="1091321"/>
                </a:lnTo>
                <a:lnTo>
                  <a:pt x="2851979" y="1099152"/>
                </a:lnTo>
                <a:lnTo>
                  <a:pt x="2869559" y="1102911"/>
                </a:lnTo>
                <a:lnTo>
                  <a:pt x="2923997" y="1103148"/>
                </a:lnTo>
                <a:lnTo>
                  <a:pt x="2924175" y="1070118"/>
                </a:lnTo>
              </a:path>
            </a:pathLst>
          </a:custGeom>
          <a:noFill xmlns:a="http://schemas.openxmlformats.org/drawingml/2006/main"/>
          <a:ln xmlns:a="http://schemas.openxmlformats.org/drawingml/2006/main" w="13335">
            <a:solidFill>
              <a:srgbClr val="0072B2"/>
            </a:solidFill>
            <a:prstDash val="dash"/>
          </a:ln>
        </p:spPr>
      </p:sp>
      <p:sp>
        <p:nvSpPr>
          <p:cNvPr id="72" name="complete_saved_R2_Q_profile">
            <a:extLst xmlns:a="http://schemas.openxmlformats.org/drawingml/2006/main">
              <a:ext uri="{FF2B5EF4-FFF2-40B4-BE49-F238E27FC236}">
                <a16:creationId xmlns:a16="http://schemas.microsoft.com/office/drawing/2014/main" id="{B3B7CB51-51A7-4246-A8C9-BFE6953DC349}"/>
              </a:ext>
            </a:extLst>
          </p:cNvPr>
          <p:cNvSpPr>
            <a:spLocks xmlns:a="http://schemas.openxmlformats.org/drawingml/2006/main" noGrp="1"/>
          </p:cNvSpPr>
          <p:nvPr/>
        </p:nvSpPr>
        <p:spPr>
          <a:xfrm xmlns:a="http://schemas.openxmlformats.org/drawingml/2006/main">
            <a:off x="8524875" y="6200775"/>
            <a:ext cx="2924175" cy="1524000"/>
          </a:xfrm>
          <a:custGeom xmlns:a="http://schemas.openxmlformats.org/drawingml/2006/main">
            <a:pathLst>
              <a:path w="2924175" h="1524000">
                <a:moveTo>
                  <a:pt x="0" y="1524000"/>
                </a:moveTo>
                <a:lnTo>
                  <a:pt x="2142" y="1200306"/>
                </a:lnTo>
                <a:lnTo>
                  <a:pt x="5176" y="1147783"/>
                </a:lnTo>
                <a:lnTo>
                  <a:pt x="10263" y="1128110"/>
                </a:lnTo>
                <a:lnTo>
                  <a:pt x="16063" y="1120384"/>
                </a:lnTo>
                <a:lnTo>
                  <a:pt x="24452" y="1115935"/>
                </a:lnTo>
                <a:lnTo>
                  <a:pt x="58185" y="1110526"/>
                </a:lnTo>
                <a:lnTo>
                  <a:pt x="122172" y="1105208"/>
                </a:lnTo>
                <a:lnTo>
                  <a:pt x="214983" y="1101849"/>
                </a:lnTo>
                <a:lnTo>
                  <a:pt x="224085" y="1098116"/>
                </a:lnTo>
                <a:lnTo>
                  <a:pt x="228280" y="1087979"/>
                </a:lnTo>
                <a:lnTo>
                  <a:pt x="230778" y="1072409"/>
                </a:lnTo>
                <a:lnTo>
                  <a:pt x="232742" y="996564"/>
                </a:lnTo>
                <a:lnTo>
                  <a:pt x="233813" y="229135"/>
                </a:lnTo>
                <a:lnTo>
                  <a:pt x="234705" y="1108708"/>
                </a:lnTo>
                <a:lnTo>
                  <a:pt x="234794" y="1057064"/>
                </a:lnTo>
                <a:lnTo>
                  <a:pt x="241309" y="1037402"/>
                </a:lnTo>
                <a:lnTo>
                  <a:pt x="244254" y="807359"/>
                </a:lnTo>
                <a:lnTo>
                  <a:pt x="244432" y="0"/>
                </a:lnTo>
                <a:lnTo>
                  <a:pt x="244700" y="344437"/>
                </a:lnTo>
                <a:lnTo>
                  <a:pt x="248448" y="489587"/>
                </a:lnTo>
                <a:lnTo>
                  <a:pt x="251393" y="858917"/>
                </a:lnTo>
                <a:lnTo>
                  <a:pt x="254517" y="342718"/>
                </a:lnTo>
                <a:lnTo>
                  <a:pt x="258176" y="157095"/>
                </a:lnTo>
                <a:lnTo>
                  <a:pt x="259514" y="1039785"/>
                </a:lnTo>
                <a:lnTo>
                  <a:pt x="263619" y="1072409"/>
                </a:lnTo>
                <a:lnTo>
                  <a:pt x="276292" y="1091438"/>
                </a:lnTo>
                <a:lnTo>
                  <a:pt x="358304" y="1091461"/>
                </a:lnTo>
                <a:lnTo>
                  <a:pt x="358483" y="1071372"/>
                </a:lnTo>
                <a:lnTo>
                  <a:pt x="358572" y="1091461"/>
                </a:lnTo>
                <a:lnTo>
                  <a:pt x="443976" y="1091461"/>
                </a:lnTo>
                <a:lnTo>
                  <a:pt x="449866" y="1084609"/>
                </a:lnTo>
                <a:lnTo>
                  <a:pt x="457184" y="1072409"/>
                </a:lnTo>
                <a:lnTo>
                  <a:pt x="465305" y="1002132"/>
                </a:lnTo>
                <a:lnTo>
                  <a:pt x="467625" y="854437"/>
                </a:lnTo>
                <a:lnTo>
                  <a:pt x="467804" y="898285"/>
                </a:lnTo>
                <a:lnTo>
                  <a:pt x="475835" y="947911"/>
                </a:lnTo>
                <a:lnTo>
                  <a:pt x="489311" y="947911"/>
                </a:lnTo>
                <a:lnTo>
                  <a:pt x="489400" y="925782"/>
                </a:lnTo>
                <a:lnTo>
                  <a:pt x="489489" y="947911"/>
                </a:lnTo>
                <a:lnTo>
                  <a:pt x="495558" y="947911"/>
                </a:lnTo>
                <a:lnTo>
                  <a:pt x="499217" y="853211"/>
                </a:lnTo>
                <a:lnTo>
                  <a:pt x="499306" y="947911"/>
                </a:lnTo>
                <a:lnTo>
                  <a:pt x="499395" y="898285"/>
                </a:lnTo>
                <a:lnTo>
                  <a:pt x="509926" y="867266"/>
                </a:lnTo>
                <a:lnTo>
                  <a:pt x="518582" y="824562"/>
                </a:lnTo>
                <a:lnTo>
                  <a:pt x="518761" y="750847"/>
                </a:lnTo>
                <a:lnTo>
                  <a:pt x="522955" y="804888"/>
                </a:lnTo>
                <a:lnTo>
                  <a:pt x="523669" y="876481"/>
                </a:lnTo>
                <a:lnTo>
                  <a:pt x="524204" y="810156"/>
                </a:lnTo>
                <a:lnTo>
                  <a:pt x="528577" y="750663"/>
                </a:lnTo>
                <a:lnTo>
                  <a:pt x="531165" y="875593"/>
                </a:lnTo>
                <a:lnTo>
                  <a:pt x="538751" y="956425"/>
                </a:lnTo>
                <a:lnTo>
                  <a:pt x="546604" y="1002132"/>
                </a:lnTo>
                <a:lnTo>
                  <a:pt x="546693" y="1053801"/>
                </a:lnTo>
                <a:lnTo>
                  <a:pt x="546782" y="1002131"/>
                </a:lnTo>
                <a:lnTo>
                  <a:pt x="559901" y="967201"/>
                </a:lnTo>
                <a:lnTo>
                  <a:pt x="569182" y="927422"/>
                </a:lnTo>
                <a:lnTo>
                  <a:pt x="569807" y="581205"/>
                </a:lnTo>
                <a:lnTo>
                  <a:pt x="569985" y="859019"/>
                </a:lnTo>
                <a:lnTo>
                  <a:pt x="574269" y="911129"/>
                </a:lnTo>
                <a:lnTo>
                  <a:pt x="574894" y="979066"/>
                </a:lnTo>
                <a:lnTo>
                  <a:pt x="575072" y="923302"/>
                </a:lnTo>
                <a:lnTo>
                  <a:pt x="579713" y="870580"/>
                </a:lnTo>
                <a:lnTo>
                  <a:pt x="579980" y="533202"/>
                </a:lnTo>
                <a:lnTo>
                  <a:pt x="580605" y="927364"/>
                </a:lnTo>
                <a:lnTo>
                  <a:pt x="591225" y="963622"/>
                </a:lnTo>
                <a:lnTo>
                  <a:pt x="605860" y="996825"/>
                </a:lnTo>
                <a:lnTo>
                  <a:pt x="638255" y="1038292"/>
                </a:lnTo>
                <a:lnTo>
                  <a:pt x="651463" y="1049987"/>
                </a:lnTo>
                <a:lnTo>
                  <a:pt x="651552" y="1101625"/>
                </a:lnTo>
                <a:lnTo>
                  <a:pt x="651641" y="1011423"/>
                </a:lnTo>
                <a:lnTo>
                  <a:pt x="651730" y="1049997"/>
                </a:lnTo>
                <a:lnTo>
                  <a:pt x="662886" y="1055180"/>
                </a:lnTo>
                <a:lnTo>
                  <a:pt x="662975" y="1106815"/>
                </a:lnTo>
                <a:lnTo>
                  <a:pt x="663064" y="1014790"/>
                </a:lnTo>
                <a:lnTo>
                  <a:pt x="663153" y="1055185"/>
                </a:lnTo>
                <a:lnTo>
                  <a:pt x="696887" y="1072409"/>
                </a:lnTo>
                <a:lnTo>
                  <a:pt x="696976" y="1124047"/>
                </a:lnTo>
                <a:lnTo>
                  <a:pt x="697065" y="1072411"/>
                </a:lnTo>
                <a:lnTo>
                  <a:pt x="719465" y="1061229"/>
                </a:lnTo>
                <a:lnTo>
                  <a:pt x="719643" y="978725"/>
                </a:lnTo>
                <a:lnTo>
                  <a:pt x="719732" y="1112843"/>
                </a:lnTo>
                <a:lnTo>
                  <a:pt x="719822" y="1061207"/>
                </a:lnTo>
                <a:lnTo>
                  <a:pt x="756857" y="1059122"/>
                </a:lnTo>
                <a:lnTo>
                  <a:pt x="757035" y="986910"/>
                </a:lnTo>
                <a:lnTo>
                  <a:pt x="758195" y="1072411"/>
                </a:lnTo>
                <a:lnTo>
                  <a:pt x="767477" y="1092654"/>
                </a:lnTo>
                <a:lnTo>
                  <a:pt x="774973" y="1098150"/>
                </a:lnTo>
                <a:lnTo>
                  <a:pt x="819058" y="1102827"/>
                </a:lnTo>
                <a:lnTo>
                  <a:pt x="888934" y="1102951"/>
                </a:lnTo>
                <a:lnTo>
                  <a:pt x="889023" y="1110750"/>
                </a:lnTo>
                <a:lnTo>
                  <a:pt x="889202" y="1006382"/>
                </a:lnTo>
                <a:lnTo>
                  <a:pt x="889291" y="1110750"/>
                </a:lnTo>
                <a:lnTo>
                  <a:pt x="889380" y="1102951"/>
                </a:lnTo>
                <a:lnTo>
                  <a:pt x="941587" y="1102852"/>
                </a:lnTo>
                <a:lnTo>
                  <a:pt x="975320" y="1098139"/>
                </a:lnTo>
                <a:lnTo>
                  <a:pt x="980942" y="1092699"/>
                </a:lnTo>
                <a:lnTo>
                  <a:pt x="987992" y="1072411"/>
                </a:lnTo>
                <a:lnTo>
                  <a:pt x="990134" y="984750"/>
                </a:lnTo>
                <a:lnTo>
                  <a:pt x="990402" y="1092039"/>
                </a:lnTo>
                <a:lnTo>
                  <a:pt x="990491" y="1040409"/>
                </a:lnTo>
                <a:lnTo>
                  <a:pt x="999951" y="1040389"/>
                </a:lnTo>
                <a:lnTo>
                  <a:pt x="1000218" y="984675"/>
                </a:lnTo>
                <a:lnTo>
                  <a:pt x="1000575" y="1040333"/>
                </a:lnTo>
                <a:lnTo>
                  <a:pt x="1025741" y="1069047"/>
                </a:lnTo>
                <a:lnTo>
                  <a:pt x="1025831" y="1092019"/>
                </a:lnTo>
                <a:lnTo>
                  <a:pt x="1025920" y="1069028"/>
                </a:lnTo>
                <a:lnTo>
                  <a:pt x="1031096" y="1064071"/>
                </a:lnTo>
                <a:lnTo>
                  <a:pt x="1037343" y="1048119"/>
                </a:lnTo>
                <a:lnTo>
                  <a:pt x="1047516" y="1001233"/>
                </a:lnTo>
                <a:lnTo>
                  <a:pt x="1048052" y="837440"/>
                </a:lnTo>
                <a:lnTo>
                  <a:pt x="1048230" y="1001233"/>
                </a:lnTo>
                <a:lnTo>
                  <a:pt x="1050640" y="1052702"/>
                </a:lnTo>
                <a:lnTo>
                  <a:pt x="1055816" y="1052702"/>
                </a:lnTo>
                <a:lnTo>
                  <a:pt x="1057779" y="1040419"/>
                </a:lnTo>
                <a:lnTo>
                  <a:pt x="1058939" y="910945"/>
                </a:lnTo>
                <a:lnTo>
                  <a:pt x="1062152" y="1040376"/>
                </a:lnTo>
                <a:lnTo>
                  <a:pt x="1070719" y="1052702"/>
                </a:lnTo>
                <a:lnTo>
                  <a:pt x="1092405" y="1052702"/>
                </a:lnTo>
                <a:lnTo>
                  <a:pt x="1094457" y="1046362"/>
                </a:lnTo>
                <a:lnTo>
                  <a:pt x="1103381" y="996212"/>
                </a:lnTo>
                <a:lnTo>
                  <a:pt x="1103560" y="840719"/>
                </a:lnTo>
                <a:lnTo>
                  <a:pt x="1104095" y="996212"/>
                </a:lnTo>
                <a:lnTo>
                  <a:pt x="1166386" y="1018113"/>
                </a:lnTo>
                <a:lnTo>
                  <a:pt x="1280437" y="1047619"/>
                </a:lnTo>
                <a:lnTo>
                  <a:pt x="1401716" y="1047838"/>
                </a:lnTo>
                <a:lnTo>
                  <a:pt x="1402430" y="967525"/>
                </a:lnTo>
                <a:lnTo>
                  <a:pt x="1402876" y="1047838"/>
                </a:lnTo>
                <a:lnTo>
                  <a:pt x="1412425" y="1047838"/>
                </a:lnTo>
                <a:lnTo>
                  <a:pt x="1412871" y="967723"/>
                </a:lnTo>
                <a:lnTo>
                  <a:pt x="1413585" y="1047838"/>
                </a:lnTo>
                <a:lnTo>
                  <a:pt x="1436698" y="1047838"/>
                </a:lnTo>
                <a:lnTo>
                  <a:pt x="1461775" y="1018113"/>
                </a:lnTo>
                <a:lnTo>
                  <a:pt x="1475340" y="996212"/>
                </a:lnTo>
                <a:lnTo>
                  <a:pt x="1475518" y="936068"/>
                </a:lnTo>
                <a:lnTo>
                  <a:pt x="1475697" y="995482"/>
                </a:lnTo>
                <a:lnTo>
                  <a:pt x="1479713" y="1008194"/>
                </a:lnTo>
                <a:lnTo>
                  <a:pt x="1494705" y="1041384"/>
                </a:lnTo>
                <a:lnTo>
                  <a:pt x="1509609" y="1062252"/>
                </a:lnTo>
                <a:lnTo>
                  <a:pt x="1521210" y="1068710"/>
                </a:lnTo>
                <a:lnTo>
                  <a:pt x="1547179" y="1073728"/>
                </a:lnTo>
                <a:lnTo>
                  <a:pt x="1547268" y="1125055"/>
                </a:lnTo>
                <a:lnTo>
                  <a:pt x="1548429" y="983600"/>
                </a:lnTo>
                <a:lnTo>
                  <a:pt x="1549053" y="1125055"/>
                </a:lnTo>
                <a:lnTo>
                  <a:pt x="1549143" y="1073728"/>
                </a:lnTo>
                <a:lnTo>
                  <a:pt x="1567705" y="1073415"/>
                </a:lnTo>
                <a:lnTo>
                  <a:pt x="1568686" y="982527"/>
                </a:lnTo>
                <a:lnTo>
                  <a:pt x="1569400" y="1073431"/>
                </a:lnTo>
                <a:lnTo>
                  <a:pt x="1819366" y="1087979"/>
                </a:lnTo>
                <a:lnTo>
                  <a:pt x="1819455" y="1139614"/>
                </a:lnTo>
                <a:lnTo>
                  <a:pt x="1819544" y="1087983"/>
                </a:lnTo>
                <a:lnTo>
                  <a:pt x="1837839" y="1083151"/>
                </a:lnTo>
                <a:lnTo>
                  <a:pt x="1839980" y="888722"/>
                </a:lnTo>
                <a:lnTo>
                  <a:pt x="1840694" y="1047903"/>
                </a:lnTo>
                <a:lnTo>
                  <a:pt x="1845513" y="1081931"/>
                </a:lnTo>
                <a:lnTo>
                  <a:pt x="1845603" y="1134834"/>
                </a:lnTo>
                <a:lnTo>
                  <a:pt x="1845692" y="1081875"/>
                </a:lnTo>
                <a:lnTo>
                  <a:pt x="1850422" y="1047012"/>
                </a:lnTo>
                <a:lnTo>
                  <a:pt x="1851136" y="897531"/>
                </a:lnTo>
                <a:lnTo>
                  <a:pt x="1853188" y="1083123"/>
                </a:lnTo>
                <a:lnTo>
                  <a:pt x="1858989" y="1087983"/>
                </a:lnTo>
                <a:lnTo>
                  <a:pt x="1935558" y="1096131"/>
                </a:lnTo>
                <a:lnTo>
                  <a:pt x="1935647" y="1147762"/>
                </a:lnTo>
                <a:lnTo>
                  <a:pt x="1935737" y="1096130"/>
                </a:lnTo>
                <a:lnTo>
                  <a:pt x="1948766" y="1095209"/>
                </a:lnTo>
                <a:lnTo>
                  <a:pt x="1950997" y="1014281"/>
                </a:lnTo>
                <a:lnTo>
                  <a:pt x="1952335" y="1078900"/>
                </a:lnTo>
                <a:lnTo>
                  <a:pt x="1956708" y="1095205"/>
                </a:lnTo>
                <a:lnTo>
                  <a:pt x="1956798" y="1146839"/>
                </a:lnTo>
                <a:lnTo>
                  <a:pt x="1956887" y="1095208"/>
                </a:lnTo>
                <a:lnTo>
                  <a:pt x="1966614" y="1095108"/>
                </a:lnTo>
                <a:lnTo>
                  <a:pt x="1969024" y="1014324"/>
                </a:lnTo>
                <a:lnTo>
                  <a:pt x="1970362" y="1078945"/>
                </a:lnTo>
                <a:lnTo>
                  <a:pt x="1974467" y="1095107"/>
                </a:lnTo>
                <a:lnTo>
                  <a:pt x="2163927" y="1101112"/>
                </a:lnTo>
                <a:lnTo>
                  <a:pt x="2164016" y="1146738"/>
                </a:lnTo>
                <a:lnTo>
                  <a:pt x="2164105" y="1101112"/>
                </a:lnTo>
                <a:lnTo>
                  <a:pt x="2200070" y="1099168"/>
                </a:lnTo>
                <a:lnTo>
                  <a:pt x="2211314" y="1093753"/>
                </a:lnTo>
                <a:lnTo>
                  <a:pt x="2227199" y="1081319"/>
                </a:lnTo>
                <a:lnTo>
                  <a:pt x="2241121" y="1060230"/>
                </a:lnTo>
                <a:lnTo>
                  <a:pt x="2242459" y="946257"/>
                </a:lnTo>
                <a:lnTo>
                  <a:pt x="2242906" y="1039023"/>
                </a:lnTo>
                <a:lnTo>
                  <a:pt x="2247725" y="1059048"/>
                </a:lnTo>
                <a:lnTo>
                  <a:pt x="2247814" y="1111427"/>
                </a:lnTo>
                <a:lnTo>
                  <a:pt x="2247903" y="1058451"/>
                </a:lnTo>
                <a:lnTo>
                  <a:pt x="2252633" y="1023114"/>
                </a:lnTo>
                <a:lnTo>
                  <a:pt x="2252990" y="951659"/>
                </a:lnTo>
                <a:lnTo>
                  <a:pt x="2254150" y="1059741"/>
                </a:lnTo>
                <a:lnTo>
                  <a:pt x="2266644" y="1076677"/>
                </a:lnTo>
                <a:lnTo>
                  <a:pt x="2280476" y="1088463"/>
                </a:lnTo>
                <a:lnTo>
                  <a:pt x="2298057" y="1097074"/>
                </a:lnTo>
                <a:lnTo>
                  <a:pt x="2309926" y="1099534"/>
                </a:lnTo>
                <a:lnTo>
                  <a:pt x="2310015" y="1146738"/>
                </a:lnTo>
                <a:lnTo>
                  <a:pt x="2310104" y="1099535"/>
                </a:lnTo>
                <a:lnTo>
                  <a:pt x="2394884" y="1090444"/>
                </a:lnTo>
                <a:lnTo>
                  <a:pt x="2398543" y="1068189"/>
                </a:lnTo>
                <a:lnTo>
                  <a:pt x="2399614" y="998513"/>
                </a:lnTo>
                <a:lnTo>
                  <a:pt x="2401220" y="1077893"/>
                </a:lnTo>
                <a:lnTo>
                  <a:pt x="2406218" y="1090355"/>
                </a:lnTo>
                <a:lnTo>
                  <a:pt x="2406307" y="1142369"/>
                </a:lnTo>
                <a:lnTo>
                  <a:pt x="2406396" y="1090331"/>
                </a:lnTo>
                <a:lnTo>
                  <a:pt x="2411394" y="1076222"/>
                </a:lnTo>
                <a:lnTo>
                  <a:pt x="2412911" y="1000546"/>
                </a:lnTo>
                <a:lnTo>
                  <a:pt x="2414071" y="1070860"/>
                </a:lnTo>
                <a:lnTo>
                  <a:pt x="2417640" y="1090329"/>
                </a:lnTo>
                <a:lnTo>
                  <a:pt x="2494120" y="1100353"/>
                </a:lnTo>
                <a:lnTo>
                  <a:pt x="2612722" y="1101998"/>
                </a:lnTo>
                <a:lnTo>
                  <a:pt x="2612812" y="1146738"/>
                </a:lnTo>
                <a:lnTo>
                  <a:pt x="2612901" y="1093023"/>
                </a:lnTo>
                <a:lnTo>
                  <a:pt x="2618345" y="1058951"/>
                </a:lnTo>
                <a:lnTo>
                  <a:pt x="2619058" y="986254"/>
                </a:lnTo>
                <a:lnTo>
                  <a:pt x="2619862" y="1061093"/>
                </a:lnTo>
                <a:lnTo>
                  <a:pt x="2625216" y="1093156"/>
                </a:lnTo>
                <a:lnTo>
                  <a:pt x="2635479" y="1101997"/>
                </a:lnTo>
                <a:lnTo>
                  <a:pt x="2635568" y="1146738"/>
                </a:lnTo>
                <a:lnTo>
                  <a:pt x="2635657" y="1101998"/>
                </a:lnTo>
                <a:lnTo>
                  <a:pt x="2708121" y="1098152"/>
                </a:lnTo>
                <a:lnTo>
                  <a:pt x="2721061" y="1096130"/>
                </a:lnTo>
                <a:lnTo>
                  <a:pt x="2727308" y="1092130"/>
                </a:lnTo>
                <a:lnTo>
                  <a:pt x="2730343" y="1082893"/>
                </a:lnTo>
                <a:lnTo>
                  <a:pt x="2730967" y="1033748"/>
                </a:lnTo>
                <a:lnTo>
                  <a:pt x="2731949" y="1134514"/>
                </a:lnTo>
                <a:lnTo>
                  <a:pt x="2732038" y="1082863"/>
                </a:lnTo>
                <a:lnTo>
                  <a:pt x="2750511" y="1082402"/>
                </a:lnTo>
                <a:lnTo>
                  <a:pt x="2751404" y="1035484"/>
                </a:lnTo>
                <a:lnTo>
                  <a:pt x="2752028" y="1082506"/>
                </a:lnTo>
                <a:lnTo>
                  <a:pt x="2758721" y="1092208"/>
                </a:lnTo>
                <a:lnTo>
                  <a:pt x="2771929" y="1096118"/>
                </a:lnTo>
                <a:lnTo>
                  <a:pt x="2798077" y="1098056"/>
                </a:lnTo>
                <a:lnTo>
                  <a:pt x="2883392" y="1101112"/>
                </a:lnTo>
                <a:lnTo>
                  <a:pt x="2883481" y="1134112"/>
                </a:lnTo>
                <a:lnTo>
                  <a:pt x="2883570" y="1101112"/>
                </a:lnTo>
                <a:lnTo>
                  <a:pt x="2889549" y="1100607"/>
                </a:lnTo>
                <a:lnTo>
                  <a:pt x="2891780" y="1078927"/>
                </a:lnTo>
                <a:lnTo>
                  <a:pt x="2893654" y="976780"/>
                </a:lnTo>
                <a:lnTo>
                  <a:pt x="2893833" y="1063847"/>
                </a:lnTo>
                <a:lnTo>
                  <a:pt x="2903828" y="1063723"/>
                </a:lnTo>
                <a:lnTo>
                  <a:pt x="2904274" y="946660"/>
                </a:lnTo>
                <a:lnTo>
                  <a:pt x="2904631" y="1063847"/>
                </a:lnTo>
                <a:lnTo>
                  <a:pt x="2914180" y="1063847"/>
                </a:lnTo>
                <a:lnTo>
                  <a:pt x="2914358" y="975374"/>
                </a:lnTo>
                <a:lnTo>
                  <a:pt x="2914537" y="1100757"/>
                </a:lnTo>
                <a:lnTo>
                  <a:pt x="2923907" y="1103148"/>
                </a:lnTo>
                <a:lnTo>
                  <a:pt x="2923997" y="1154778"/>
                </a:lnTo>
                <a:lnTo>
                  <a:pt x="2924175" y="1070118"/>
                </a:lnTo>
              </a:path>
            </a:pathLst>
          </a:custGeom>
          <a:noFill xmlns:a="http://schemas.openxmlformats.org/drawingml/2006/main"/>
          <a:ln xmlns:a="http://schemas.openxmlformats.org/drawingml/2006/main" w="13335">
            <a:solidFill>
              <a:srgbClr val="009E73"/>
            </a:solidFill>
            <a:prstDash val="solid"/>
          </a:ln>
        </p:spPr>
      </p:sp>
      <p:sp>
        <p:nvSpPr>
          <p:cNvPr id="73" name="text_072">
            <a:extLst xmlns:a="http://schemas.openxmlformats.org/drawingml/2006/main">
              <a:ext uri="{FF2B5EF4-FFF2-40B4-BE49-F238E27FC236}">
                <a16:creationId xmlns:a16="http://schemas.microsoft.com/office/drawing/2014/main" id="{73A5D9D2-AEEE-46C4-8F74-5266BB7821F0}"/>
              </a:ext>
            </a:extLst>
          </p:cNvPr>
          <p:cNvSpPr>
            <a:spLocks xmlns:a="http://schemas.openxmlformats.org/drawingml/2006/main" noGrp="1"/>
          </p:cNvSpPr>
          <p:nvPr/>
        </p:nvSpPr>
        <p:spPr>
          <a:xfrm xmlns:a="http://schemas.openxmlformats.org/drawingml/2006/main" rot="0">
            <a:off x="7981950" y="6162675"/>
            <a:ext cx="4286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1">
                <a:solidFill>
                  <a:srgbClr val="000000"/>
                </a:solidFill>
                <a:latin typeface="Arial"/>
                <a:ea typeface="Arial"/>
                <a:cs typeface="Arial"/>
              </a:defRPr>
            </a:defPPr>
            <a:lvl1pPr algn="l">
              <a:defRPr sz="1350" b="1">
                <a:solidFill>
                  <a:srgbClr val="000000"/>
                </a:solidFill>
                <a:latin typeface="Arial"/>
                <a:ea typeface="Arial"/>
                <a:cs typeface="Arial"/>
              </a:defRPr>
            </a:lvl1pPr>
            <a:lvl2pPr algn="l">
              <a:defRPr sz="1350" b="1">
                <a:solidFill>
                  <a:srgbClr val="000000"/>
                </a:solidFill>
                <a:latin typeface="Arial"/>
                <a:ea typeface="Arial"/>
                <a:cs typeface="Arial"/>
              </a:defRPr>
            </a:lvl2pPr>
            <a:lvl3pPr algn="l">
              <a:defRPr sz="1350" b="1">
                <a:solidFill>
                  <a:srgbClr val="000000"/>
                </a:solidFill>
                <a:latin typeface="Arial"/>
                <a:ea typeface="Arial"/>
                <a:cs typeface="Arial"/>
              </a:defRPr>
            </a:lvl3pPr>
            <a:lvl4pPr algn="l">
              <a:defRPr sz="1350" b="1">
                <a:solidFill>
                  <a:srgbClr val="000000"/>
                </a:solidFill>
                <a:latin typeface="Arial"/>
                <a:ea typeface="Arial"/>
                <a:cs typeface="Arial"/>
              </a:defRPr>
            </a:lvl4pPr>
            <a:lvl5pPr algn="l">
              <a:defRPr sz="1350" b="1">
                <a:solidFill>
                  <a:srgbClr val="000000"/>
                </a:solidFill>
                <a:latin typeface="Arial"/>
                <a:ea typeface="Arial"/>
                <a:cs typeface="Arial"/>
              </a:defRPr>
            </a:lvl5pPr>
            <a:lvl6pPr algn="l">
              <a:defRPr sz="1350" b="1">
                <a:solidFill>
                  <a:srgbClr val="000000"/>
                </a:solidFill>
                <a:latin typeface="Arial"/>
                <a:ea typeface="Arial"/>
                <a:cs typeface="Arial"/>
              </a:defRPr>
            </a:lvl6pPr>
            <a:lvl7pPr algn="l">
              <a:defRPr sz="1350" b="1">
                <a:solidFill>
                  <a:srgbClr val="000000"/>
                </a:solidFill>
                <a:latin typeface="Arial"/>
                <a:ea typeface="Arial"/>
                <a:cs typeface="Arial"/>
              </a:defRPr>
            </a:lvl7pPr>
            <a:lvl8pPr algn="l">
              <a:defRPr sz="1350" b="1">
                <a:solidFill>
                  <a:srgbClr val="000000"/>
                </a:solidFill>
                <a:latin typeface="Arial"/>
                <a:ea typeface="Arial"/>
                <a:cs typeface="Arial"/>
              </a:defRPr>
            </a:lvl8pPr>
            <a:lvl9pPr algn="l">
              <a:defRPr sz="1350" b="1">
                <a:solidFill>
                  <a:srgbClr val="000000"/>
                </a:solidFill>
                <a:latin typeface="Arial"/>
                <a:ea typeface="Arial"/>
                <a:cs typeface="Arial"/>
              </a:defRPr>
            </a:lvl9pPr>
          </a:lstStyle>
          <a:p xmlns:a="http://schemas.openxmlformats.org/drawingml/2006/main">
            <a:pPr algn="l">
              <a:defRPr sz="1350" b="1">
                <a:solidFill>
                  <a:srgbClr val="000000"/>
                </a:solidFill>
                <a:latin typeface="Arial"/>
                <a:ea typeface="Arial"/>
                <a:cs typeface="Arial"/>
              </a:defRPr>
            </a:pPr>
            <a:r>
              <a:rPr sz="1350" b="1">
                <a:solidFill>
                  <a:srgbClr val="000000"/>
                </a:solidFill>
                <a:latin typeface="Arial"/>
                <a:ea typeface="Arial"/>
                <a:cs typeface="Arial"/>
              </a:rPr>
              <a:t>Q</a:t>
            </a:r>
          </a:p>
        </p:txBody>
      </p:sp>
      <p:sp>
        <p:nvSpPr>
          <p:cNvPr id="74" name="text_073">
            <a:extLst xmlns:a="http://schemas.openxmlformats.org/drawingml/2006/main">
              <a:ext uri="{FF2B5EF4-FFF2-40B4-BE49-F238E27FC236}">
                <a16:creationId xmlns:a16="http://schemas.microsoft.com/office/drawing/2014/main" id="{79E855F2-509A-41AC-B6E4-6D5D315FD655}"/>
              </a:ext>
            </a:extLst>
          </p:cNvPr>
          <p:cNvSpPr>
            <a:spLocks xmlns:a="http://schemas.openxmlformats.org/drawingml/2006/main" noGrp="1"/>
          </p:cNvSpPr>
          <p:nvPr/>
        </p:nvSpPr>
        <p:spPr>
          <a:xfrm xmlns:a="http://schemas.openxmlformats.org/drawingml/2006/main" rot="0">
            <a:off x="8286750" y="8448675"/>
            <a:ext cx="11430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200" b="0">
                <a:solidFill>
                  <a:srgbClr val="000000"/>
                </a:solidFill>
                <a:latin typeface="Arial"/>
                <a:ea typeface="Arial"/>
                <a:cs typeface="Arial"/>
              </a:defRPr>
            </a:defPPr>
            <a:lvl1pPr algn="l">
              <a:defRPr sz="1200" b="0">
                <a:solidFill>
                  <a:srgbClr val="000000"/>
                </a:solidFill>
                <a:latin typeface="Arial"/>
                <a:ea typeface="Arial"/>
                <a:cs typeface="Arial"/>
              </a:defRPr>
            </a:lvl1pPr>
            <a:lvl2pPr algn="l">
              <a:defRPr sz="1200" b="0">
                <a:solidFill>
                  <a:srgbClr val="000000"/>
                </a:solidFill>
                <a:latin typeface="Arial"/>
                <a:ea typeface="Arial"/>
                <a:cs typeface="Arial"/>
              </a:defRPr>
            </a:lvl2pPr>
            <a:lvl3pPr algn="l">
              <a:defRPr sz="1200" b="0">
                <a:solidFill>
                  <a:srgbClr val="000000"/>
                </a:solidFill>
                <a:latin typeface="Arial"/>
                <a:ea typeface="Arial"/>
                <a:cs typeface="Arial"/>
              </a:defRPr>
            </a:lvl3pPr>
            <a:lvl4pPr algn="l">
              <a:defRPr sz="1200" b="0">
                <a:solidFill>
                  <a:srgbClr val="000000"/>
                </a:solidFill>
                <a:latin typeface="Arial"/>
                <a:ea typeface="Arial"/>
                <a:cs typeface="Arial"/>
              </a:defRPr>
            </a:lvl4pPr>
            <a:lvl5pPr algn="l">
              <a:defRPr sz="1200" b="0">
                <a:solidFill>
                  <a:srgbClr val="000000"/>
                </a:solidFill>
                <a:latin typeface="Arial"/>
                <a:ea typeface="Arial"/>
                <a:cs typeface="Arial"/>
              </a:defRPr>
            </a:lvl5pPr>
            <a:lvl6pPr algn="l">
              <a:defRPr sz="1200" b="0">
                <a:solidFill>
                  <a:srgbClr val="000000"/>
                </a:solidFill>
                <a:latin typeface="Arial"/>
                <a:ea typeface="Arial"/>
                <a:cs typeface="Arial"/>
              </a:defRPr>
            </a:lvl6pPr>
            <a:lvl7pPr algn="l">
              <a:defRPr sz="1200" b="0">
                <a:solidFill>
                  <a:srgbClr val="000000"/>
                </a:solidFill>
                <a:latin typeface="Arial"/>
                <a:ea typeface="Arial"/>
                <a:cs typeface="Arial"/>
              </a:defRPr>
            </a:lvl7pPr>
            <a:lvl8pPr algn="l">
              <a:defRPr sz="1200" b="0">
                <a:solidFill>
                  <a:srgbClr val="000000"/>
                </a:solidFill>
                <a:latin typeface="Arial"/>
                <a:ea typeface="Arial"/>
                <a:cs typeface="Arial"/>
              </a:defRPr>
            </a:lvl8pPr>
            <a:lvl9pPr algn="l">
              <a:defRPr sz="1200" b="0">
                <a:solidFill>
                  <a:srgbClr val="000000"/>
                </a:solidFill>
                <a:latin typeface="Arial"/>
                <a:ea typeface="Arial"/>
                <a:cs typeface="Arial"/>
              </a:defRPr>
            </a:lvl9pPr>
          </a:lstStyle>
          <a:p xmlns:a="http://schemas.openxmlformats.org/drawingml/2006/main">
            <a:pPr algn="l">
              <a:defRPr sz="1200" b="0">
                <a:solidFill>
                  <a:srgbClr val="000000"/>
                </a:solidFill>
                <a:latin typeface="Arial"/>
                <a:ea typeface="Arial"/>
                <a:cs typeface="Arial"/>
              </a:defRPr>
            </a:pPr>
            <a:r>
              <a:rPr sz="1200" b="0">
                <a:solidFill>
                  <a:srgbClr val="000000"/>
                </a:solidFill>
                <a:latin typeface="Arial"/>
                <a:ea typeface="Arial"/>
                <a:cs typeface="Arial"/>
              </a:rPr>
              <a:t>P (dashed)</a:t>
            </a:r>
          </a:p>
        </p:txBody>
      </p:sp>
      <p:sp>
        <p:nvSpPr>
          <p:cNvPr id="75" name="line_074">
            <a:extLst xmlns:a="http://schemas.openxmlformats.org/drawingml/2006/main">
              <a:ext uri="{FF2B5EF4-FFF2-40B4-BE49-F238E27FC236}">
                <a16:creationId xmlns:a16="http://schemas.microsoft.com/office/drawing/2014/main" id="{57284B00-EF33-469F-ACB8-97BA27481C81}"/>
              </a:ext>
            </a:extLst>
          </p:cNvPr>
          <p:cNvSpPr>
            <a:spLocks xmlns:a="http://schemas.openxmlformats.org/drawingml/2006/main" noGrp="1"/>
          </p:cNvSpPr>
          <p:nvPr/>
        </p:nvSpPr>
        <p:spPr>
          <a:xfrm xmlns:a="http://schemas.openxmlformats.org/drawingml/2006/main">
            <a:off x="8001000" y="8534400"/>
            <a:ext cx="238125" cy="95"/>
          </a:xfrm>
          <a:custGeom xmlns:a="http://schemas.openxmlformats.org/drawingml/2006/main">
            <a:pathLst>
              <a:path w="238125" h="95">
                <a:moveTo>
                  <a:pt x="0" y="0"/>
                </a:moveTo>
                <a:lnTo>
                  <a:pt x="238125" y="0"/>
                </a:lnTo>
              </a:path>
            </a:pathLst>
          </a:custGeom>
          <a:noFill xmlns:a="http://schemas.openxmlformats.org/drawingml/2006/main"/>
          <a:ln xmlns:a="http://schemas.openxmlformats.org/drawingml/2006/main" w="15240">
            <a:solidFill>
              <a:srgbClr val="0072B2"/>
            </a:solidFill>
            <a:prstDash val="dash"/>
          </a:ln>
        </p:spPr>
      </p:sp>
      <p:sp>
        <p:nvSpPr>
          <p:cNvPr id="76" name="text_075">
            <a:extLst xmlns:a="http://schemas.openxmlformats.org/drawingml/2006/main">
              <a:ext uri="{FF2B5EF4-FFF2-40B4-BE49-F238E27FC236}">
                <a16:creationId xmlns:a16="http://schemas.microsoft.com/office/drawing/2014/main" id="{A4D6AAE0-E1B9-4C21-9DAA-D5BD59AC93FD}"/>
              </a:ext>
            </a:extLst>
          </p:cNvPr>
          <p:cNvSpPr>
            <a:spLocks xmlns:a="http://schemas.openxmlformats.org/drawingml/2006/main" noGrp="1"/>
          </p:cNvSpPr>
          <p:nvPr/>
        </p:nvSpPr>
        <p:spPr>
          <a:xfrm xmlns:a="http://schemas.openxmlformats.org/drawingml/2006/main" rot="0">
            <a:off x="10572750" y="8448675"/>
            <a:ext cx="6191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200" b="0">
                <a:solidFill>
                  <a:srgbClr val="000000"/>
                </a:solidFill>
                <a:latin typeface="Arial"/>
                <a:ea typeface="Arial"/>
                <a:cs typeface="Arial"/>
              </a:defRPr>
            </a:defPPr>
            <a:lvl1pPr algn="l">
              <a:defRPr sz="1200" b="0">
                <a:solidFill>
                  <a:srgbClr val="000000"/>
                </a:solidFill>
                <a:latin typeface="Arial"/>
                <a:ea typeface="Arial"/>
                <a:cs typeface="Arial"/>
              </a:defRPr>
            </a:lvl1pPr>
            <a:lvl2pPr algn="l">
              <a:defRPr sz="1200" b="0">
                <a:solidFill>
                  <a:srgbClr val="000000"/>
                </a:solidFill>
                <a:latin typeface="Arial"/>
                <a:ea typeface="Arial"/>
                <a:cs typeface="Arial"/>
              </a:defRPr>
            </a:lvl2pPr>
            <a:lvl3pPr algn="l">
              <a:defRPr sz="1200" b="0">
                <a:solidFill>
                  <a:srgbClr val="000000"/>
                </a:solidFill>
                <a:latin typeface="Arial"/>
                <a:ea typeface="Arial"/>
                <a:cs typeface="Arial"/>
              </a:defRPr>
            </a:lvl3pPr>
            <a:lvl4pPr algn="l">
              <a:defRPr sz="1200" b="0">
                <a:solidFill>
                  <a:srgbClr val="000000"/>
                </a:solidFill>
                <a:latin typeface="Arial"/>
                <a:ea typeface="Arial"/>
                <a:cs typeface="Arial"/>
              </a:defRPr>
            </a:lvl4pPr>
            <a:lvl5pPr algn="l">
              <a:defRPr sz="1200" b="0">
                <a:solidFill>
                  <a:srgbClr val="000000"/>
                </a:solidFill>
                <a:latin typeface="Arial"/>
                <a:ea typeface="Arial"/>
                <a:cs typeface="Arial"/>
              </a:defRPr>
            </a:lvl5pPr>
            <a:lvl6pPr algn="l">
              <a:defRPr sz="1200" b="0">
                <a:solidFill>
                  <a:srgbClr val="000000"/>
                </a:solidFill>
                <a:latin typeface="Arial"/>
                <a:ea typeface="Arial"/>
                <a:cs typeface="Arial"/>
              </a:defRPr>
            </a:lvl6pPr>
            <a:lvl7pPr algn="l">
              <a:defRPr sz="1200" b="0">
                <a:solidFill>
                  <a:srgbClr val="000000"/>
                </a:solidFill>
                <a:latin typeface="Arial"/>
                <a:ea typeface="Arial"/>
                <a:cs typeface="Arial"/>
              </a:defRPr>
            </a:lvl7pPr>
            <a:lvl8pPr algn="l">
              <a:defRPr sz="1200" b="0">
                <a:solidFill>
                  <a:srgbClr val="000000"/>
                </a:solidFill>
                <a:latin typeface="Arial"/>
                <a:ea typeface="Arial"/>
                <a:cs typeface="Arial"/>
              </a:defRPr>
            </a:lvl8pPr>
            <a:lvl9pPr algn="l">
              <a:defRPr sz="1200" b="0">
                <a:solidFill>
                  <a:srgbClr val="000000"/>
                </a:solidFill>
                <a:latin typeface="Arial"/>
                <a:ea typeface="Arial"/>
                <a:cs typeface="Arial"/>
              </a:defRPr>
            </a:lvl9pPr>
          </a:lstStyle>
          <a:p xmlns:a="http://schemas.openxmlformats.org/drawingml/2006/main">
            <a:pPr algn="l">
              <a:defRPr sz="1200" b="0">
                <a:solidFill>
                  <a:srgbClr val="000000"/>
                </a:solidFill>
                <a:latin typeface="Arial"/>
                <a:ea typeface="Arial"/>
                <a:cs typeface="Arial"/>
              </a:defRPr>
            </a:pPr>
            <a:r>
              <a:rPr sz="1200" b="0">
                <a:solidFill>
                  <a:srgbClr val="000000"/>
                </a:solidFill>
                <a:latin typeface="Arial"/>
                <a:ea typeface="Arial"/>
                <a:cs typeface="Arial"/>
              </a:rPr>
              <a:t>R2</a:t>
            </a:r>
          </a:p>
        </p:txBody>
      </p:sp>
      <p:sp>
        <p:nvSpPr>
          <p:cNvPr id="77" name="line_076">
            <a:extLst xmlns:a="http://schemas.openxmlformats.org/drawingml/2006/main">
              <a:ext uri="{FF2B5EF4-FFF2-40B4-BE49-F238E27FC236}">
                <a16:creationId xmlns:a16="http://schemas.microsoft.com/office/drawing/2014/main" id="{A638E7E5-DEF2-47E9-85BE-7A34A0E8A4FF}"/>
              </a:ext>
            </a:extLst>
          </p:cNvPr>
          <p:cNvSpPr>
            <a:spLocks xmlns:a="http://schemas.openxmlformats.org/drawingml/2006/main" noGrp="1"/>
          </p:cNvSpPr>
          <p:nvPr/>
        </p:nvSpPr>
        <p:spPr>
          <a:xfrm xmlns:a="http://schemas.openxmlformats.org/drawingml/2006/main">
            <a:off x="10220325" y="8534400"/>
            <a:ext cx="295275" cy="95"/>
          </a:xfrm>
          <a:custGeom xmlns:a="http://schemas.openxmlformats.org/drawingml/2006/main">
            <a:pathLst>
              <a:path w="295275" h="95">
                <a:moveTo>
                  <a:pt x="0" y="0"/>
                </a:moveTo>
                <a:lnTo>
                  <a:pt x="295275" y="0"/>
                </a:lnTo>
              </a:path>
            </a:pathLst>
          </a:custGeom>
          <a:noFill xmlns:a="http://schemas.openxmlformats.org/drawingml/2006/main"/>
          <a:ln xmlns:a="http://schemas.openxmlformats.org/drawingml/2006/main" w="15240">
            <a:solidFill>
              <a:srgbClr val="009E73"/>
            </a:solidFill>
            <a:prstDash val="solid"/>
          </a:ln>
        </p:spPr>
      </p:sp>
      <p:sp>
        <p:nvSpPr>
          <p:cNvPr id="78" name="text_077">
            <a:extLst xmlns:a="http://schemas.openxmlformats.org/drawingml/2006/main">
              <a:ext uri="{FF2B5EF4-FFF2-40B4-BE49-F238E27FC236}">
                <a16:creationId xmlns:a16="http://schemas.microsoft.com/office/drawing/2014/main" id="{C91327F3-FBB3-4CE2-BDAD-1C853DAFF1A4}"/>
              </a:ext>
            </a:extLst>
          </p:cNvPr>
          <p:cNvSpPr>
            <a:spLocks xmlns:a="http://schemas.openxmlformats.org/drawingml/2006/main" noGrp="1"/>
          </p:cNvSpPr>
          <p:nvPr/>
        </p:nvSpPr>
        <p:spPr>
          <a:xfrm xmlns:a="http://schemas.openxmlformats.org/drawingml/2006/main" rot="0">
            <a:off x="7915275" y="8191500"/>
            <a:ext cx="3810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125" b="0">
                <a:solidFill>
                  <a:srgbClr val="000000"/>
                </a:solidFill>
                <a:latin typeface="Arial"/>
                <a:ea typeface="Arial"/>
                <a:cs typeface="Arial"/>
              </a:defRPr>
            </a:defPPr>
            <a:lvl1pPr algn="l">
              <a:defRPr sz="1125" b="0">
                <a:solidFill>
                  <a:srgbClr val="000000"/>
                </a:solidFill>
                <a:latin typeface="Arial"/>
                <a:ea typeface="Arial"/>
                <a:cs typeface="Arial"/>
              </a:defRPr>
            </a:lvl1pPr>
            <a:lvl2pPr algn="l">
              <a:defRPr sz="1125" b="0">
                <a:solidFill>
                  <a:srgbClr val="000000"/>
                </a:solidFill>
                <a:latin typeface="Arial"/>
                <a:ea typeface="Arial"/>
                <a:cs typeface="Arial"/>
              </a:defRPr>
            </a:lvl2pPr>
            <a:lvl3pPr algn="l">
              <a:defRPr sz="1125" b="0">
                <a:solidFill>
                  <a:srgbClr val="000000"/>
                </a:solidFill>
                <a:latin typeface="Arial"/>
                <a:ea typeface="Arial"/>
                <a:cs typeface="Arial"/>
              </a:defRPr>
            </a:lvl3pPr>
            <a:lvl4pPr algn="l">
              <a:defRPr sz="1125" b="0">
                <a:solidFill>
                  <a:srgbClr val="000000"/>
                </a:solidFill>
                <a:latin typeface="Arial"/>
                <a:ea typeface="Arial"/>
                <a:cs typeface="Arial"/>
              </a:defRPr>
            </a:lvl4pPr>
            <a:lvl5pPr algn="l">
              <a:defRPr sz="1125" b="0">
                <a:solidFill>
                  <a:srgbClr val="000000"/>
                </a:solidFill>
                <a:latin typeface="Arial"/>
                <a:ea typeface="Arial"/>
                <a:cs typeface="Arial"/>
              </a:defRPr>
            </a:lvl5pPr>
            <a:lvl6pPr algn="l">
              <a:defRPr sz="1125" b="0">
                <a:solidFill>
                  <a:srgbClr val="000000"/>
                </a:solidFill>
                <a:latin typeface="Arial"/>
                <a:ea typeface="Arial"/>
                <a:cs typeface="Arial"/>
              </a:defRPr>
            </a:lvl6pPr>
            <a:lvl7pPr algn="l">
              <a:defRPr sz="1125" b="0">
                <a:solidFill>
                  <a:srgbClr val="000000"/>
                </a:solidFill>
                <a:latin typeface="Arial"/>
                <a:ea typeface="Arial"/>
                <a:cs typeface="Arial"/>
              </a:defRPr>
            </a:lvl7pPr>
            <a:lvl8pPr algn="l">
              <a:defRPr sz="1125" b="0">
                <a:solidFill>
                  <a:srgbClr val="000000"/>
                </a:solidFill>
                <a:latin typeface="Arial"/>
                <a:ea typeface="Arial"/>
                <a:cs typeface="Arial"/>
              </a:defRPr>
            </a:lvl8pPr>
            <a:lvl9pPr algn="l">
              <a:defRPr sz="1125" b="0">
                <a:solidFill>
                  <a:srgbClr val="000000"/>
                </a:solidFill>
                <a:latin typeface="Arial"/>
                <a:ea typeface="Arial"/>
                <a:cs typeface="Arial"/>
              </a:defRPr>
            </a:lvl9pPr>
          </a:lstStyle>
          <a:p xmlns:a="http://schemas.openxmlformats.org/drawingml/2006/main">
            <a:pPr algn="l">
              <a:defRPr sz="1125" b="0">
                <a:solidFill>
                  <a:srgbClr val="000000"/>
                </a:solidFill>
                <a:latin typeface="Arial"/>
                <a:ea typeface="Arial"/>
                <a:cs typeface="Arial"/>
              </a:defRPr>
            </a:pPr>
            <a:r>
              <a:rPr sz="1125" b="0">
                <a:solidFill>
                  <a:srgbClr val="000000"/>
                </a:solidFill>
                <a:latin typeface="Arial"/>
                <a:ea typeface="Arial"/>
                <a:cs typeface="Arial"/>
              </a:rPr>
              <a:t>AB: Qmerge 0.034 (source/P), -0.225 (R2)</a:t>
            </a:r>
          </a:p>
        </p:txBody>
      </p:sp>
    </p:spTree>
    <p:extLst>
      <p:ext uri="{BB962C8B-B14F-4D97-AF65-F5344CB8AC3E}">
        <p14:creationId xmlns:p14="http://schemas.microsoft.com/office/powerpoint/2010/main" val="1965287984"/>
      </p:ext>
    </p:extLst>
  </p:cSld>
</p:sld>
</file>

<file path=ppt/main_figures/Fig11/ppt/submission_case/ppt/tableStyles.xml><?xml version="1.0" encoding="utf-8"?>
<a:tblStyleLst xmlns:a="http://schemas.openxmlformats.org/drawingml/2006/main" def="{5C22544A-7EE6-4342-B048-85BDC9FD1C3A}"/>
</file>

<file path=ppt/main_figures/Fig11/ppt/submission_case/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11/ppt/tableStyles.xml><?xml version="1.0" encoding="utf-8"?>
<a:tblStyleLst xmlns:a="http://schemas.openxmlformats.org/drawingml/2006/main" def="{5C22544A-7EE6-4342-B048-85BDC9FD1C3A}"/>
</file>

<file path=ppt/main_figures/Fig11/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12/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ppt/main_figures/Fig12/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2026-10-23T03:03:20.5700000Z</dcterms:created>
  <dcterms:modified xsi:type="dcterms:W3CDTF">2026-10-23T03:03:20.5700000Z</dcterms:modified>
</coreProperties>
</file>

<file path=ppt/main_figures/Fig12/ppt/_rels/presentation.xml.rels><?xml version='1.0' encoding='utf-8'?>
<Relationships xmlns="http://schemas.openxmlformats.org/package/2006/relationships"><Relationship Type="http://schemas.openxmlformats.org/officeDocument/2006/relationships/theme" Target="/ppt/main_figures/Fig12/ppt/theme/theme1.xml" Id="R67e302afce09413b" /><Relationship Type="http://schemas.openxmlformats.org/officeDocument/2006/relationships/slideMaster" Target="/ppt/main_figures/Fig12/ppt/slideMasters/slideMaster1.xml" Id="Ra92221edc07445f9" /><Relationship Type="http://schemas.openxmlformats.org/officeDocument/2006/relationships/notesMaster" Target="/ppt/main_figures/Fig12/ppt/notesMasters/notesMaster1.xml" Id="Rfde9e6274ff3484f" /><Relationship Type="http://schemas.openxmlformats.org/officeDocument/2006/relationships/presProps" Target="/ppt/main_figures/Fig12/ppt/presProps.xml" Id="R85d896223bbe46a0" /><Relationship Type="http://schemas.openxmlformats.org/officeDocument/2006/relationships/tableStyles" Target="/ppt/main_figures/Fig12/ppt/tableStyles.xml" Id="Ra8c36308eccd4aa6" /><Relationship Type="http://schemas.openxmlformats.org/officeDocument/2006/relationships/slide" Target="/ppt/main_figures/Fig12/ppt/slides/slide1.xml" Id="Raa9d76366a184665" /></Relationships>
</file>

<file path=ppt/main_figures/Fig12/ppt/notesMasters/_rels/notesMaster1.xml.rels><?xml version='1.0' encoding='utf-8'?>
<Relationships xmlns="http://schemas.openxmlformats.org/package/2006/relationships"><Relationship Type="http://schemas.openxmlformats.org/officeDocument/2006/relationships/theme" Target="/ppt/main_figures/Fig12/ppt/notesMasters/theme/theme3.xml" Id="R5e953f36b9cc44d1" /></Relationships>
</file>

<file path=ppt/main_figures/Fig12/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main_figures/Fig12/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12/ppt/notesSlides/_rels/notesSlide1.xml.rels><?xml version='1.0' encoding='utf-8'?>
<Relationships xmlns="http://schemas.openxmlformats.org/package/2006/relationships"><Relationship Type="http://schemas.openxmlformats.org/officeDocument/2006/relationships/slide" Target="/ppt/main_figures/Fig12/ppt/slides/slide1.xml" Id="R309000f146f54043" /><Relationship Type="http://schemas.openxmlformats.org/officeDocument/2006/relationships/notesMaster" Target="/ppt/main_figures/Fig12/ppt/notesMasters/notesMaster1.xml" Id="R77a2f246cac8443c" /></Relationships>
</file>

<file path=ppt/main_figures/Fig12/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{"olr": {"maps": "/Users/lele/Desktop/MergeTreeMaps/RG-MTM/paper/evidence/oldbase20261023/olr_frozen_maps.npz", "maps_sha256": "bcd1171ebb3cc7420ea70b8094fbff0c599abb5330ca1db308506141005e4df2", "landmarks": "/Users/lele/Desktop/MergeTreeMaps/RG-MTM/code/results/public_metrics_20261016/olr_landmarks.npz", "landmarks_sha256": "08c7871c76c4af91240512f47264690c4ec5e6109838947e96eb689d3933a50c", "frames": 60, "display": {"TMTM": {"method": "anchor-aligned piecewise linear display reconstruction", "display_samples_per_frame": 15, "original_frames_exact": true, "original_rows": 2401, "no_scalar_overshoot": true, "aligned_intervals": 45, "interval_count": 59, "fallback_intervals": [[4, 5], [5, 6], [6, 7], [7, 8], [8, 9], [22, 23], [30, 31], [36, 37], [37, 38], [38, 39], [45, 46], [47, 48], [53, 54], [54, 55]], "jump_threshold_L": 0.2, "intervals": [{"frames": [0, 1], "aligned": true, "reason": "aligned", "common_tracks": [2, 0], "knots0": [0.0, 0.4483333333333333, 0.6741666666666667, 1.0], "knots1": [0.0, 0.4791666666666667, 0.7066666666666667, 1.0]}, {"frames": [1, 2], "aligned": true, "reason": "aligned", "common_tracks": [7, 2, 5, 0], "knots0": [0.0, 0.46958333333333335, 0.4791666666666667, 0.5275, 0.7066666666666667, 1.0], "knots1": [0.0, 0.44125, 0.4583333333333333, 0.5383333333333333, 0.72, 1.0]}, {"frames": [2, 3], "aligned": true, "reason": "aligned", "common_tracks": [7, 9, 0], "knots0": [0.0, 0.44125, 0.4633333333333333, 0.72, 1.0], "knots1": [0.0, 0.43291666666666667, 0.47708333333333336, 0.8054166666666667, 1.0]}, {"frames": [3, 4], "aligned": true, "reason": "aligned", "common_tracks": [7, 9, 13], "knots0": [0.0, 0.43291666666666667, 0.47708333333333336, 0.6058333333333333, 1.0], "knots1": [0.0, 0.41625, 0.5016666666666667, 0.5341666666666667, 1.0]}, {"frames": [4, 5], "aligned": false, "reason": "crossing extrema order", "common_tracks": [7, 9, 13, 14], "knots0": [0.0, 0.41625, 0.5016666666666667, 0.5341666666666667, 0.8645833333333334, 1.0], "knots1": [0.0, 0.43125, 0.5154166666666666, 0.2866666666666667, 0.8270833333333333, 1.0]}, {"frames": [5, 6], "aligned": false, "reason": "crossing extrema order", "common_tracks": [7, 18, 9, 14], "knots0": [0.0, 0.43125, 0.44, 0.5154166666666666, 0.8270833333333333, 1.0], "knots1": [0.0, 0.48375, 0.5679166666666666, 0.5033333333333333, 0.2758333333333333, 1.0]}, {"frames": [6, 7], "aligned": false, "reason": "crossing extrema order", "common_tracks": [14, 7, 18, 19], "knots0": [0.0, 0.2758333333333333, 0.48375, 0.5679166666666666, 0.7570833333333333, 1.0], "knots1": [0.0, 0.6975, 0.49291666666666667, 0.55625, 0.2579166666666667, 1.0]}, {"frames": [7, 8], "aligned": false, "reason": "crossing extrema order", "common_tracks": [7, 18, 14], "knots0": [0.0, 0.49291666666666667, 0.55625, 0.6975, 1.0], "knots1": [0.0, 0.49291666666666667, 0.3858333333333333, 0.7091666666666666, 1.0]}, {"frames": [8, 9], "aligned": false, "reason": "crossing extrema order", "common_tracks": [18, 7, 22, 14], "knots0": [0.0, 0.3858333333333333, 0.49291666666666667, 0.5758333333333333, 0.7091666666666666, 1.0], "knots1": [0.0, 0.6383333333333333, 0.5525, 0.4379166666666667, 0.7520833333333333, 1.0]}, {"frames": [9, 10], "aligned": true, "reason": "aligned", "common_tracks": [23, 7], "knots0": [0.0, 0.3770833333333333, 0.5525, 1.0], "knots1": [0.0, 0.355, 0.59125, 1.0]}, {"frames": [10, 11], "aligned": true, "reason": "aligned", "common_tracks": [23, 24, 7], "knots0": [0.0, 0.355, 0.4970833333333333, 0.59125, 1.0], "knots1": [0.0, 0.39, 0.4725, 0.6195833333333334, 1.0]}, {"frames": [11, 12], "aligned": true, "reason": "aligned", "common_tracks": [23, 7], "knots0": [0.0, 0.39, 0.6195833333333334, 1.0], "knots1": [0.0, 0.37333333333333335, 0.64125, 1.0]}, {"frames": [12, 13], "aligned": true, "reason": "aligned", "common_tracks": [23, 7, 28], "knots0": [0.0, 0.37333333333333335, 0.64125, 0.83625, 1.0], "knots1": [0.0, 0.41458333333333336, 0.5233333333333333, 0.75625, 1.0]}, {"frames": [13, 14], "aligned": true, "reason": "aligned", "common_tracks": [23, 30, 7], "knots0": [0.0, 0.41458333333333336, 0.45208333333333334, 0.5233333333333333, 1.0], "knots1": [0.0, 0.4075, 0.5216666666666666, 0.5920833333333333, 1.0]}, {"frames": [14, 15], "aligned": true, "reason": "aligned", "common_tracks": [23, 30], "knots0": [0.0, 0.4075, 0.5216666666666666, 1.0], "knots1": [0.0, 0.3904166666666667, 0.5341666666666667, 1.0]}, {"frames": [15, 16], "aligned": true, "reason": "aligned", "common_tracks": [23, 32], "knots0": [0.0, 0.3904166666666667, 0.41458333333333336, 1.0], "knots1": [0.0, 0.46625, 0.5029166666666667, 1.0]}, {"frames": [16, 17], "aligned": true, "reason": "aligned", "common_tracks": [32], "knots0": [0.0, 0.5029166666666667, 1.0], "knots1": [0.0, 0.4875, 1.0]}, {"frames": [17, 18], "aligned": true, "reason": "aligned", "common_tracks": [32], "knots0": [0.0, 0.4875, 1.0], "knots1": [0.0, 0.47541666666666665, 1.0]}, {"frames": [18, 19], "aligned": true, "reason": "aligned", "common_tracks": [32, 39], "knots0": [0.0, 0.47541666666666665, 0.6908333333333333, 1.0], "knots1": [0.0, 0.49666666666666665, 0.52125, 1.0]}, {"frames": [19, 20], "aligned": true, "reason": "aligned", "common_tracks": [32], "knots0": [0.0, 0.49666666666666665, 1.0], "knots1": [0.0, 0.47041666666666665, 1.0]}, {"frames": [20, 21], "aligned": true, "reason": "aligned", "common_tracks": [32, 47], "knots0": [0.0, 0.47041666666666665, 0.5870833333333333, 1.0], "knots1": [0.0, 0.46958333333333335, 0.6020833333333333, 1.0]}, {"frames": [21, 22], "aligned": true, "reason": "aligned", "common_tracks": [32, 47], "knots0": [0.0, 0.46958333333333335, 0.6020833333333333, 1.0], "knots1": [0.0, 0.46375, 0.5970833333333333, 1.0]}, {"frames": [22, 23], "aligned": false, "reason": "crossing extrema order", "common_tracks": [32, 47, 49], "knots0": [0.0, 0.46375, 0.5970833333333333, 0.7904166666666667, 1.0], "knots1": [0.0, 0.5220833333333333, 0.6229166666666667, 0.29291666666666666, 1.0]}, {"frames": [23, 24], "aligned": true, "reason": "aligned", "common_tracks": [51, 32, 47], "knots0": [0.0, 0.4008333333333333, 0.5220833333333333, 0.6229166666666667, 1.0], "knots1": [0.0, 0.36916666666666664, 0.5625, 0.6058333333333333, 1.0]}, {"frames": [24, 25], "aligned": true, "reason": "aligned", "common_tracks": [51, 32], "knots0": [0.0, 0.36916666666666664, 0.5625, 1.0], "knots1": [0.0, 0.38458333333333333, 0.5625, 1.0]}, {"frames": [25, 26], "aligned": true, "reason": "aligned", "common_tracks": [51, 32], "knots0": [0.0, 0.38458333333333333, 0.5625, 1.0], "knots1": [0.0, 0.41875, 0.5745833333333333, 1.0]}, {"frames": [26, 27], "aligned": true, "reason": "aligned", "common_tracks": [53, 32], "knots0": [0.0, 0.33208333333333334, 0.5745833333333333, 1.0], "knots1": [0.0, 0.43291666666666667, 0.7129166666666666, 1.0]}, {"frames": [27, 28], "aligned": true, "reason": "aligned", "common_tracks": [53, 32], "knots0": [0.0, 0.43291666666666667, 0.7129166666666666, 1.0], "knots1": [0.0, 0.3925, 0.8391666666666666, 1.0]}, {"frames": [28, 29], "aligned": true, "reason": "aligned", "common_tracks": [53, 56, 32], "knots0": [0.0, 0.3925, 0.52375, 0.8391666666666666, 1.0], "knots1": [0.0, 0.45, 0.5725, 0.8475, 1.0]}, {"frames": [29, 30], "aligned": true, "reason": "aligned", "common_tracks": [53], "knots0": [0.0, 0.45, 1.0], "knots1": [0.0, 0.49625, 1.0]}, {"frames": [30, 31], "aligned": false, "reason": "crossing extrema order", "common_tracks": [53, 58], "knots0": [0.0, 0.49625, 0.74125, 1.0], "knots1": [0.0, 0.5033333333333333, 0.22041666666666668, 1.0]}, {"frames": [31, 32], "aligned": true, "reason": "aligned", "common_tracks": [60, 53, 59], "knots0": [0.0, 0.31666666666666665, 0.5033333333333333, 0.6929166666666666, 1.0], "knots1": [0.0, 0.3525, 0.4845833333333333, 0.6666666666666666, 1.0]}, {"frames": [32, 33], "aligned": true, "reason": "aligned", "common_tracks": [60, 53, 59], "knots0": [0.0, 0.3525, 0.4845833333333333, 0.6666666666666666, 1.0], "knots1": [0.0, 0.32958333333333334, 0.43583333333333335, 0.67, 1.0]}, {"frames": [33, 34], "aligned": true, "reason": "aligned", "common_tracks": [60, 53, 59], "knots0": [0.0, 0.32958333333333334, 0.43583333333333335, 0.67, 1.0], "knots1": [0.0, 0.36041666666666666, 0.43916666666666665, 0.6829166666666666, 1.0]}, {"frames": [34, 35], "aligned": true, "reason": "aligned", "common_tracks": [53, 66, 59], "knots0": [0.0, 0.43916666666666665, 0.5283333333333333, 0.6829166666666666, 1.0], "knots1": [0.0, 0.46375, 0.6158333333333333, 0.6666666666666666, 1.0]}, {"frames": [35, 36], "aligned": true, "reason": "aligned", "common_tracks": [67, 53, 59], "knots0": [0.0, 0.38916666666666666, 0.46375, 0.6666666666666666, 1.0], "knots1": [0.0, 0.3570833333333333, 0.42791666666666667, 0.6254166666666666, 1.0]}, {"frames": [36, 37], "aligned": false, "reason": "crossing extrema order", "common_tracks": [53, 59, 68], "knots0": [0.0, 0.42791666666666667, 0.6254166666666666, 0.6679166666666667, 1.0], "knots1": [0.0, 0.43625, 0.605, 0.5508333333333333, 1.0]}, {"frames": [37, 38], "aligned": false, "reason": "crossing extrema order", "common_tracks": [53, 70, 59], "knots0": [0.0, 0.43625, 0.4708333333333333, 0.605, 1.0], "knots1": [0.0, 0.3333333333333333, 0.7791666666666667, 0.5491666666666667, 1.0]}, {"frames": [38, 39], "aligned": false, "reason": "crossing extrema order", "common_tracks": [53, 74, 73, 59], "knots0": [0.0, 0.3333333333333333, 0.5025, 0.5308333333333334, 0.5491666666666667, 1.0], "knots1": [0.0, 0.29875, 0.5029166666666667, 0.57375, 0.5520833333333334, 1.0]}, {"frames": [39, 40], "aligned": true, "reason": "aligned", "common_tracks": [53, 74, 59], "knots0": [0.0, 0.29875, 0.5029166666666667, 0.5520833333333334, 1.0], "knots1": [0.0, 0.3466666666666667, 0.4925, 0.5216666666666666, 1.0]}, {"frames": [40, 41], "aligned": true, "reason": "aligned", "common_tracks": [74, 59], "knots0": [0.0, 0.4925, 0.5216666666666666, 1.0], "knots1": [0.0, 0.45416666666666666, 0.48125, 1.0]}, {"frames": [41, 42], "aligned": true, "reason": "aligned", "common_tracks": [80, 82], "knots0": [0.0, 0.4820833333333333, 0.5720833333333334, 1.0], "knots1": [0.0, 0.44875, 0.5645833333333333, 1.0]}, {"frames": [42, 43], "aligned": true, "reason": "aligned", "common_tracks": [85, 80, 82], "knots0": [0.0, 0.43583333333333335, 0.44875, 0.5645833333333333, 1.0], "knots1": [0.0, 0.435, 0.4608333333333333, 0.5604166666666667, 1.0]}, {"frames": [43, 44], "aligned": true, "reason": "aligned", "common_tracks": [85, 87, 80, 82], "knots0": [0.0, 0.435, 0.4454166666666667, 0.4608333333333333, 0.5604166666666667, 1.0], "knots1": [0.0, 0.43, 0.43875, 0.47041666666666665, 0.6033333333333334, 1.0]}, {"frames": [44, 45], "aligned": true, "reason": "aligned", "common_tracks": [80, 82], "knots0": [0.0, 0.47041666666666665, 0.6033333333333334, 1.0], "knots1": [0.0, 0.4866666666666667, 0.535, 1.0]}, {"frames": [45, 46], "aligned": false, "reason": "crossing extrema order", "common_tracks": [80, 92], "knots0": [0.0, 0.4866666666666667, 0.5, 1.0], "knots1": [0.0, 0.5579166666666666, 0.4845833333333333, 1.0]}, {"frames": [46, 47], "aligned": true, "reason": "aligned", "common_tracks": [92, 80], "knots0": [0.0, 0.4845833333333333, 0.5579166666666666, 1.0], "knots1": [0.0, 0.47625, 0.57, 1.0]}, {"frames": [47, 48], "aligned": false, "reason": "crossing extrema order", "common_tracks": [92, 96, 80, 95], "knots0": [0.0, 0.47625, 0.55625, 0.57, 0.6483333333333333, 1.0], "knots1": [0.0, 0.5025, 0.37833333333333335, 0.54, 0.66875, 1.0]}, {"frames": [48, 49], "aligned": true, "reason": "aligned", "common_tracks": [96, 92, 95], "knots0": [0.0, 0.37833333333333335, 0.5025, 0.66875, 1.0], "knots1": [0.0, 0.4166666666666667, 0.4975, 0.72875, 1.0]}, {"frames": [49, 50], "aligned": true, "reason": "aligned", "common_tracks": [96, 100, 95], "knots0": [0.0, 0.4166666666666667, 0.5475, 0.72875, 1.0], "knots1": [0.0, 0.4554166666666667, 0.53625, 0.75625, 1.0]}, {"frames": [50, 51], "aligned": true, "reason": "aligned", "common_tracks": [96, 100, 95], "knots0": [0.0, 0.4554166666666667, 0.53625, 0.75625, 1.0], "knots1": [0.0, 0.46958333333333335, 0.52875, 0.7079166666666666, 1.0]}, {"frames": [51, 52], "aligned": true, "reason": "aligned", "common_tracks": [96, 102, 95], "knots0": [0.0, 0.46958333333333335, 0.5820833333333333, 0.7079166666666666, 1.0], "knots1": [0.0, 0.475, 0.58, 0.7258333333333333, 1.0]}, {"frames": [52, 53], "aligned": true, "reason": "aligned", "common_tracks": [96], "knots0": [0.0, 0.475, 1.0], "knots1": [0.0, 0.4891666666666667, 1.0]}, {"frames": [53, 54], "aligned": false, "reason": "crossing extrema order", "common_tracks": [96, 105], "knots0": [0.0, 0.4891666666666667, 0.5541666666666667, 1.0], "knots1": [0.0, 0.4320833333333333, 0.3745833333333333, 1.0]}, {"frames": [54, 55], "aligned": false, "reason": "crossing extrema order", "common_tracks": [105, 96, 106], "knots0": [0.0, 0.3745833333333333, 0.4320833333333333, 0.6058333333333333, 1.0], "knots1": [0.0, 0.48333333333333334, 0.4245833333333333, 0.6020833333333333, 1.0]}, {"frames": [55, 56], "aligned": true, "reason": "aligned", "common_tracks": [105, 106], "knots0": [0.0, 0.48333333333333334, 0.6020833333333333, 1.0], "knots1": [0.0, 0.37666666666666665, 0.53125, 1.0]}, {"frames": [56, 57], "aligned": true, "reason": "aligned", "common_tracks": [105, 106], "knots0": [0.0, 0.37666666666666665, 0.53125, 1.0], "knots1": [0.0, 0.4320833333333333, 0.5216666666666666, 1.0]}, {"frames": [57, 58], "aligned": true, "reason": "aligned", "common_tracks": [106], "knots0": [0.0, 0.5216666666666666, 1.0], "knots1": [0.0, 0.46458333333333335, 1.0]}, {"frames": [58, 59], "aligned": true, "reason": "aligned", "common_tracks": [106], "knots0": [0.0, 0.46458333333333335, 1.0], "knots1": [0.0, 0.5008333333333334, 1.0]}], "scope": "Intermediate columns are display reconstruction, not observations or new RG-MTM layout/optimization results. Scientific metrics use original saved frames."}, "ST-MTM": {"method": "anchor-aligned piecewise linear display reconstruction", "display_samples_per_frame": 15, "original_frames_exact": true, "original_rows": 4096, "no_scalar_overshoot": true, "aligned_intervals": 58, "interval_count": 59, "fallback_intervals": [[5, 6]], "jump_threshold_L": 0.2, "intervals": [{"frames": [0, 1], "aligned": true, "reason": "aligned", "common_tracks": [0, 2], "knots0": [0.0, 0.12551892551892552, 0.2754578754578755, 1.0], "knots1": [0.0, 0.09841269841269841, 0.30256410256410254, 1.0]}, {"frames": [1, 2], "aligned": true, "reason": "aligned", "common_tracks": [0, 5, 7, 2], "knots0": [0.0, 0.09841269841269841, 0.17924297924297924, 0.2525030525030525, 0.30256410256410254, 1.0], "knots1": [0.0, 0.08302808302808302, 0.18095238095238095, 0.2571428571428571, 0.3115995115995116, 1.0]}, {"frames": [2, 3], "aligned": true, "reason": "aligned", "common_tracks": [0, 7, 9], "knots0": [0.0, 0.08302808302808302, 0.2571428571428571, 0.33455433455433453, 1.0], "knots1": [0.0, 0.07545787545787545, 0.252991452991453, 0.34627594627594627, 1.0]}, {"frames": [3, 4], "aligned": true, "reason": "aligned", "common_tracks": [7, 9, 13], "knots0": [0.0, 0.252991452991453, 0.34627594627594627, 0.43443223443223444, 1.0], "knots1": [0.0, 0.24444444444444444, 0.35433455433455435, 0.4351648351648352, 1.0]}, {"frames": [4, 5], "aligned": true, "reason": "aligned", "common_tracks": [14, 7, 9, 13], "knots0": [0.0, 0.0905982905982906, 0.24444444444444444, 0.35433455433455435, 0.4351648351648352, 1.0], "knots1": [0.0, 0.08278388278388278, 0.22124542124542124, 0.3413919413919414, 0.47863247863247865, 1.0]}, {"frames": [5, 6], "aligned": false, "reason": "crossing extrema order", "common_tracks": [14, 7, 18, 9], "knots0": [0.0, 0.08278388278388278, 0.22124542124542124, 0.22173382173382172, 0.3413919413919414, 1.0], "knots1": [0.0, 0.08815628815628816, 0.2656898656898657, 0.18656898656898657, 0.32722832722832723, 1.0]}, {"frames": [6, 7], "aligned": true, "reason": "aligned", "common_tracks": [14, 18, 7, 19], "knots0": [0.0, 0.08815628815628816, 0.18656898656898657, 0.2656898656898657, 0.5470085470085471, 1.0], "knots1": [0.0, 0.08107448107448108, 0.17582417582417584, 0.30964590964590966, 0.5206349206349207, 1.0]}, {"frames": [7, 8], "aligned": true, "reason": "aligned", "common_tracks": [14, 18, 7], "knots0": [0.0, 0.08107448107448108, 0.17582417582417584, 0.30964590964590966, 1.0], "knots1": [0.0, 0.08864468864468865, 0.17045177045177046, 0.3076923076923077, 1.0]}, {"frames": [8, 9], "aligned": true, "reason": "aligned", "common_tracks": [14, 18, 7, 22], "knots0": [0.0, 0.08864468864468865, 0.17045177045177046, 0.3076923076923077, 0.42002442002442003, 1.0], "knots1": [0.0, 0.10573870573870574, 0.17997557997557997, 0.2903540903540904, 0.41074481074481073, 1.0]}, {"frames": [9, 10], "aligned": true, "reason": "aligned", "common_tracks": [7, 23], "knots0": [0.0, 0.2903540903540904, 0.5194139194139195, 1.0], "knots1": [0.0, 0.28498168498168497, 0.5247863247863248, 1.0]}, {"frames": [10, 11], "aligned": true, "reason": "aligned", "common_tracks": [7, 24, 23], "knots0": [0.0, 0.28498168498168497, 0.3702075702075702, 0.5247863247863248, 1.0], "knots1": [0.0, 0.26935286935286934, 0.36923076923076925, 0.5411477411477411, 1.0]}, {"frames": [11, 12], "aligned": true, "reason": "aligned", "common_tracks": [7, 23], "knots0": [0.0, 0.26935286935286934, 0.5411477411477411, 1.0], "knots1": [0.0, 0.29816849816849816, 0.5123321123321123, 1.0]}, {"frames": [12, 13], "aligned": true, "reason": "aligned", "common_tracks": [28, 7, 23], "knots0": [0.0, 0.2532356532356532, 0.29816849816849816, 0.5123321123321123, 1.0], "knots1": [0.0, 0.24322344322344322, 0.3465201465201465, 0.473992673992674, 1.0]}, {"frames": [13, 14], "aligned": true, "reason": "aligned", "common_tracks": [7, 30, 23], "knots0": [0.0, 0.3465201465201465, 0.3941391941391941, 0.473992673992674, 1.0], "knots1": [0.0, 0.31135531135531136, 0.3921855921855922, 0.5111111111111111, 1.0]}, {"frames": [14, 15], "aligned": true, "reason": "aligned", "common_tracks": [30, 23], "knots0": [0.0, 0.3921855921855922, 0.5111111111111111, 1.0], "knots1": [0.0, 0.3873015873015873, 0.515995115995116, 1.0]}, {"frames": [15, 16], "aligned": true, "reason": "aligned", "common_tracks": [23, 32], "knots0": [0.0, 0.515995115995116, 0.5816849816849817, 1.0], "knots1": [0.0, 0.5074481074481074, 0.58998778998779, 1.0]}, {"frames": [16, 17], "aligned": true, "reason": "aligned", "common_tracks": [32], "knots0": [0.0, 0.58998778998779, 1.0], "knots1": [0.0, 0.58998778998779, 1.0]}, {"frames": [17, 18], "aligned": true, "reason": "aligned", "common_tracks": [32], "knots0": [0.0, 0.58998778998779, 1.0], "knots1": [0.0, 0.58998778998779, 1.0]}, {"frames": [18, 19], "aligned": true, "reason": "aligned", "common_tracks": [39, 32], "knots0": [0.0, 0.4713064713064713, 0.58998778998779, 1.0], "knots1": [0.0, 0.4852258852258852, 0.576068376068376, 1.0]}, {"frames": [19, 20], "aligned": true, "reason": "aligned", "common_tracks": [32], "knots0": [0.0, 0.576068376068376, 1.0], "knots1": [0.0, 0.576068376068376, 1.0]}, {"frames": [20, 21], "aligned": true, "reason": "aligned", "common_tracks": [47, 32], "knots0": [0.0, 0.4261294261294261, 0.576068376068376, 1.0], "knots1": [0.0, 0.4266178266178266, 0.5755799755799755, 1.0]}, {"frames": [21, 22], "aligned": true, "reason": "aligned", "common_tracks": [47, 32], "knots0": [0.0, 0.4266178266178266, 0.5755799755799755, 1.0], "knots1": [0.0, 0.4192918192918193, 0.582905982905983, 1.0]}, {"frames": [22, 23], "aligned": true, "reason": "aligned", "common_tracks": [47, 32, 49], "knots0": [0.0, 0.4192918192918193, 0.582905982905983, 0.8092796092796093, 1.0], "knots1": [0.0, 0.452014652014652, 0.5699633699633699, 0.7894993894993895, 1.0]}, {"frames": [23, 24], "aligned": true, "reason": "aligned", "common_tracks": [47, 32, 51], "knots0": [0.0, 0.452014652014652, 0.5699633699633699, 0.6945054945054945, 1.0], "knots1": [0.0, 0.45274725274725275, 0.5426129426129426, 0.7208791208791209, 1.0]}, {"frames": [24, 25], "aligned": true, "reason": "aligned", "common_tracks": [32, 51], "knots0": [0.0, 0.5426129426129426, 0.7208791208791209, 1.0], "knots1": [0.0, 0.5306471306471306, 0.7328449328449328, 1.0]}, {"frames": [25, 26], "aligned": true, "reason": "aligned", "common_tracks": [32, 51], "knots0": [0.0, 0.5306471306471306, 0.7328449328449328, 1.0], "knots1": [0.0, 0.5435897435897435, 0.7199023199023199, 1.0]}, {"frames": [26, 27], "aligned": true, "reason": "aligned", "common_tracks": [32, 53], "knots0": [0.0, 0.5435897435897435, 0.8493284493284493, 1.0], "knots1": [0.0, 0.5826617826617827, 0.8102564102564103, 1.0]}, {"frames": [27, 28], "aligned": true, "reason": "aligned", "common_tracks": [32, 53], "knots0": [0.0, 0.5826617826617827, 0.8102564102564103, 1.0], "knots1": [0.0, 0.6297924297924298, 0.7631257631257631, 1.0]}, {"frames": [28, 29], "aligned": true, "reason": "aligned", "common_tracks": [32, 53, 56], "knots0": [0.0, 0.6297924297924298, 0.7631257631257631, 0.927960927960928, 1.0], "knots1": [0.0, 0.6412698412698413, 0.7355311355311356, 0.944078144078144, 1.0]}, {"frames": [29, 30], "aligned": true, "reason": "aligned", "common_tracks": [53], "knots0": [0.0, 0.7355311355311356, 1.0], "knots1": [0.0, 0.7355311355311356, 1.0]}, {"frames": [30, 31], "aligned": true, "reason": "aligned", "common_tracks": [53, 58], "knots0": [0.0, 0.7355311355311356, 0.8400488400488401, 1.0], "knots1": [0.0, 0.7067155067155068, 0.8691086691086691, 1.0]}, {"frames": [31, 32], "aligned": true, "reason": "aligned", "common_tracks": [59, 53, 60], "knots0": [0.0, 0.5054945054945055, 0.7067155067155068, 0.8622710622710623, 1.0], "knots1": [0.0, 0.5006105006105006, 0.7106227106227107, 0.8625152625152626, 1.0]}, {"frames": [32, 33], "aligned": true, "reason": "aligned", "common_tracks": [59, 53, 60], "knots0": [0.0, 0.5006105006105006, 0.7106227106227107, 0.8625152625152626, 1.0], "knots1": [0.0, 0.4666666666666667, 0.737973137973138, 0.8698412698412699, 1.0]}, {"frames": [33, 34], "aligned": true, "reason": "aligned", "common_tracks": [59, 53, 60], "knots0": [0.0, 0.4666666666666667, 0.737973137973138, 0.8698412698412699, 1.0], "knots1": [0.0, 0.4908424908424908, 0.7384615384615385, 0.8451770451770452, 1.0]}, {"frames": [34, 35], "aligned": true, "reason": "aligned", "common_tracks": [59, 66, 53], "knots0": [0.0, 0.4908424908424908, 0.6434676434676435, 0.7384615384615385, 1.0], "knots1": [0.0, 0.5184371184371185, 0.6131868131868132, 0.7411477411477412, 1.0]}, {"frames": [35, 36], "aligned": true, "reason": "aligned", "common_tracks": [59, 67, 53], "knots0": [0.0, 0.5184371184371185, 0.6984126984126984, 0.7411477411477412, 1.0], "knots1": [0.0, 0.5069597069597069, 0.6976800976800976, 0.7531135531135531, 1.0]}, {"frames": [36, 37], "aligned": true, "reason": "aligned", "common_tracks": [68, 59, 53], "knots0": [0.0, 0.4261294261294261, 0.5069597069597069, 0.7531135531135531, 1.0], "knots1": [0.0, 0.3968253968253968, 0.5230769230769231, 0.7665445665445666, 1.0]}, {"frames": [37, 38], "aligned": true, "reason": "aligned", "common_tracks": [59, 53, 70], "knots0": [0.0, 0.5230769230769231, 0.7665445665445666, 0.8224664224664224, 1.0], "knots1": [0.0, 0.5277167277167277, 0.7643467643467643, 0.8197802197802198, 1.0]}, {"frames": [38, 39], "aligned": true, "reason": "aligned", "common_tracks": [73, 59, 74, 53], "knots0": [0.0, 0.45616605616605616, 0.5277167277167277, 0.6185592185592186, 0.7643467643467643, 1.0], "knots1": [0.0, 0.4481074481074481, 0.5264957264957265, 0.6256410256410256, 0.7667887667887668, 1.0]}, {"frames": [39, 40], "aligned": true, "reason": "aligned", "common_tracks": [59, 74, 53], "knots0": [0.0, 0.5264957264957265, 0.6256410256410256, 0.7667887667887668, 1.0], "knots1": [0.0, 0.5284493284493285, 0.6378510378510378, 0.7526251526251526, 1.0]}, {"frames": [40, 41], "aligned": true, "reason": "aligned", "common_tracks": [59, 74], "knots0": [0.0, 0.5284493284493285, 0.6378510378510378, 1.0], "knots1": [0.0, 0.5313797313797314, 0.6346764346764346, 1.0]}, {"frames": [41, 42], "aligned": true, "reason": "aligned", "common_tracks": [80, 82], "knots0": [0.0, 0.5216117216117216, 0.7514041514041514, 1.0], "knots1": [0.0, 0.5550671550671551, 0.717948717948718, 1.0]}, {"frames": [42, 43], "aligned": true, "reason": "aligned", "common_tracks": [85, 80, 82], "knots0": [0.0, 0.4896214896214896, 0.5550671550671551, 0.717948717948718, 1.0], "knots1": [0.0, 0.48547008547008547, 0.5699633699633699, 0.7072039072039072, 1.0]}, {"frames": [43, 44], "aligned": true, "reason": "aligned", "common_tracks": [87, 85, 80, 82], "knots0": [0.0, 0.4295482295482295, 0.48547008547008547, 0.5699633699633699, 0.7072039072039072, 1.0], "knots1": [0.0, 0.4163614163614164, 0.47057387057387057, 0.5577533577533578, 0.7474969474969475, 1.0]}, {"frames": [44, 45], "aligned": true, "reason": "aligned", "common_tracks": [80, 82], "knots0": [0.0, 0.5577533577533578, 0.7474969474969475, 1.0], "knots1": [0.0, 0.5636141636141636, 0.7416361416361417, 1.0]}, {"frames": [45, 46], "aligned": true, "reason": "aligned", "common_tracks": [80, 92], "knots0": [0.0, 0.5636141636141636, 0.6417582417582418, 1.0], "knots1": [0.0, 0.5308913308913309, 0.6744810744810745, 1.0]}, {"frames": [46, 47], "aligned": true, "reason": "aligned", "common_tracks": [80, 92], "knots0": [0.0, 0.5308913308913309, 0.6744810744810745, 1.0], "knots1": [0.0, 0.5128205128205128, 0.6923076923076923, 1.0]}, {"frames": [47, 48], "aligned": true, "reason": "aligned", "common_tracks": [96, 80, 92, 95], "knots0": [0.0, 0.452991452991453, 0.5128205128205128, 0.6923076923076923, 0.7604395604395604, 1.0], "knots1": [0.0, 0.4380952380952381, 0.5452991452991452, 0.6671550671550671, 0.7682539682539683, 1.0]}, {"frames": [48, 49], "aligned": true, "reason": "aligned", "common_tracks": [96, 92, 95], "knots0": [0.0, 0.4380952380952381, 0.6671550671550671, 0.7682539682539683, 1.0], "knots1": [0.0, 0.4256410256410256, 0.6942612942612942, 0.7538461538461538, 1.0]}, {"frames": [49, 50], "aligned": true, "reason": "aligned", "common_tracks": [96, 100, 95], "knots0": [0.0, 0.4256410256410256, 0.5882783882783883, 0.7538461538461538, 1.0], "knots1": [0.0, 0.4293040293040293, 0.5721611721611721, 0.7663003663003664, 1.0]}, {"frames": [50, 51], "aligned": true, "reason": "aligned", "common_tracks": [96, 100, 95], "knots0": [0.0, 0.4293040293040293, 0.5721611721611721, 0.7663003663003664, 1.0], "knots1": [0.0, 0.44932844932844934, 0.5538461538461539, 0.7643467643467643, 1.0]}, {"frames": [51, 52], "aligned": true, "reason": "aligned", "common_tracks": [102, 96, 95], "knots0": [0.0, 0.3499389499389499, 0.44932844932844934, 0.7643467643467643, 1.0], "knots1": [0.0, 0.3448107448107448, 0.45958485958485956, 0.7592185592185592, 1.0]}, {"frames": [52, 53], "aligned": true, "reason": "aligned", "common_tracks": [96], "knots0": [0.0, 0.45958485958485956, 1.0], "knots1": [0.0, 0.45958485958485956, 1.0]}, {"frames": [53, 54], "aligned": true, "reason": "aligned", "common_tracks": [96, 105], "knots0": [0.0, 0.45958485958485956, 0.5851037851037851, 1.0], "knots1": [0.0, 0.4481074481074481, 0.5965811965811966, 1.0]}, {"frames": [54, 55], "aligned": true, "reason": "aligned", "common_tracks": [106, 96, 105], "knots0": [0.0, 0.2437118437118437, 0.4481074481074481, 0.5965811965811966, 1.0], "knots1": [0.0, 0.2564102564102564, 0.4603174603174603, 0.5716727716727716, 1.0]}, {"frames": [55, 56], "aligned": true, "reason": "aligned", "common_tracks": [106, 105], "knots0": [0.0, 0.2564102564102564, 0.5716727716727716, 1.0], "knots1": [0.0, 0.30622710622710625, 0.5221001221001221, 1.0]}, {"frames": [56, 57], "aligned": true, "reason": "aligned", "common_tracks": [106, 105], "knots0": [0.0, 0.30622710622710625, 0.5221001221001221, 1.0], "knots1": [0.0, 0.32673992673992674, 0.5015873015873016, 1.0]}, {"frames": [57, 58], "aligned": true, "reason": "aligned", "common_tracks": [106], "knots0": [0.0, 0.32673992673992674, 1.0], "knots1": [0.0, 0.32673992673992674, 1.0]}, {"frames": [58, 59], "aligned": true, "reason": "aligned", "common_tracks": [106], "knots0": [0.0, 0.32673992673992674, 1.0], "knots1": [0.0, 0.32673992673992674, 1.0]}], "scope": "Intermediate columns are display reconstruction, not observations or new RG-MTM layout/optimization results. Scientific metrics use original saved frames."}, "A": {"method": "anchor-aligned piecewise linear display reconstruction", "display_samples_per_frame": 15, "original_frames_exact": true, "original_rows": 4096, "no_scalar_overshoot": true, "aligned_intervals": 54, "interval_count": 59, "fallback_intervals": [[11, 12], [27, 28], [33, 34], [51, 52], [55, 56]], "jump_threshold_L": 0.2, "intervals": [{"frames": [0, 1], "aligned": true, "reason": "aligned", "common_tracks": [2, 0], "knots0": [0.0, 0.6190476190476191, 0.9062271062271062, 1.0], "knots1": [0.0, 0.4827838827838828, 0.884004884004884, 1.0]}, {"frames": [1, 2], "aligned": true, "reason": "aligned", "common_tracks": [2, 7, 5, 0], "knots0": [0.0, 0.4827838827838828, 0.6068376068376068, 0.7772893772893773, 0.884004884004884, 1.0], "knots1": [0.0, 0.4627594627594628, 0.5902319902319902, 0.7477411477411477, 0.9299145299145299, 1.0]}, {"frames": [2, 3], "aligned": true, "reason": "aligned", "common_tracks": [9, 7, 0], "knots0": [0.0, 0.4166056166056166, 0.5902319902319902, 0.9299145299145299, 1.0], "knots1": [0.0, 0.36117216117216117, 0.5941391941391941, 0.9086691086691087, 1.0]}, {"frames": [3, 4], "aligned": true, "reason": "aligned", "common_tracks": [13, 9, 7], "knots0": [0.0, 0.17826617826617827, 0.36117216117216117, 0.5941391941391941, 1.0], "knots1": [0.0, 0.15018315018315018, 0.34554334554334554, 0.6471306471306472, 1.0]}, {"frames": [4, 5], "aligned": true, "reason": "aligned", "common_tracks": [13, 9, 7, 14], "knots0": [0.0, 0.15018315018315018, 0.34554334554334554, 0.6471306471306472, 0.8351648351648352, 1.0], "knots1": [0.0, 0.12673992673992673, 0.398046398046398, 0.6603174603174603, 0.9465201465201465, 1.0]}, {"frames": [5, 6], "aligned": true, "reason": "aligned", "common_tracks": [9, 7, 18, 14], "knots0": [0.0, 0.398046398046398, 0.6603174603174603, 0.6954822954822955, 0.9465201465201465, 1.0], "knots1": [0.0, 0.5037851037851038, 0.6334554334554334, 0.802930402930403, 0.9687423687423687, 1.0]}, {"frames": [6, 7], "aligned": true, "reason": "aligned", "common_tracks": [19, 7, 18, 14], "knots0": [0.0, 0.021733821733821733, 0.6334554334554334, 0.802930402930403, 0.9687423687423687, 1.0], "knots1": [0.0, 0.04468864468864469, 0.4590964590964591, 0.8236874236874236, 0.9538461538461539, 1.0]}, {"frames": [7, 8], "aligned": true, "reason": "aligned", "common_tracks": [7, 18, 14], "knots0": [0.0, 0.4590964590964591, 0.8236874236874236, 0.9538461538461539, 1.0], "knots1": [0.0, 0.5675213675213675, 0.8459096459096459, 0.9709401709401709, 1.0]}, {"frames": [8, 9], "aligned": true, "reason": "aligned", "common_tracks": [22, 7, 18, 14], "knots0": [0.0, 0.29426129426129427, 0.5675213675213675, 0.8459096459096459, 0.9709401709401709, 1.0], "knots1": [0.0, 0.3362637362637363, 0.6263736263736264, 0.8459096459096459, 0.9733821733821734, 1.0]}, {"frames": [9, 10], "aligned": true, "reason": "aligned", "common_tracks": [23, 7], "knots0": [0.0, 0.0971916971916972, 0.6263736263736264, 1.0], "knots1": [0.0, 0.19706959706959706, 0.6661782661782661, 1.0]}, {"frames": [10, 11], "aligned": true, "reason": "aligned", "common_tracks": [23, 24, 7], "knots0": [0.0, 0.19706959706959706, 0.5208791208791209, 0.6661782661782661, 1.0], "knots1": [0.0, 0.11086691086691086, 0.5213675213675214, 0.7062271062271063, 1.0]}, {"frames": [11, 12], "aligned": false, "reason": "large position jump", "common_tracks": [23, 7], "knots0": [0.0, 0.11086691086691086, 0.7062271062271063, 1.0], "knots1": [0.0, 0.33577533577533575, 0.7023199023199023, 1.0]}, {"frames": [12, 13], "aligned": true, "reason": "aligned", "common_tracks": [23, 7, 28], "knots0": [0.0, 0.33577533577533575, 0.7023199023199023, 0.7492063492063492, 1.0], "knots1": [0.0, 0.3665445665445665, 0.6544566544566545, 0.8105006105006105, 1.0]}, {"frames": [13, 14], "aligned": true, "reason": "aligned", "common_tracks": [23, 30, 7], "knots0": [0.0, 0.3665445665445665, 0.5445665445665445, 0.6544566544566545, 1.0], "knots1": [0.0, 0.252014652014652, 0.5340659340659341, 0.7137973137973138, 1.0]}, {"frames": [14, 15], "aligned": true, "reason": "aligned", "common_tracks": [23, 30], "knots0": [0.0, 0.252014652014652, 0.5340659340659341, 1.0], "knots1": [0.0, 0.31648351648351647, 0.6058608058608058, 1.0]}, {"frames": [15, 16], "aligned": true, "reason": "aligned", "common_tracks": [32, 23], "knots0": [0.0, 0.17264957264957265, 0.31648351648351647, 1.0], "knots1": [0.0, 0.13626373626373625, 0.33015873015873015, 1.0]}, {"frames": [16, 17], "aligned": true, "reason": "aligned", "common_tracks": [32], "knots0": [0.0, 0.13626373626373625, 1.0], "knots1": [0.0, 0.22832722832722832, 1.0]}, {"frames": [17, 18], "aligned": true, "reason": "aligned", "common_tracks": [32], "knots0": [0.0, 0.22832722832722832, 1.0], "knots1": [0.0, 0.3167277167277167, 1.0]}, {"frames": [18, 19], "aligned": true, "reason": "aligned", "common_tracks": [32, 39], "knots0": [0.0, 0.3167277167277167, 0.671062271062271, 1.0], "knots1": [0.0, 0.46202686202686205, 0.6107448107448108, 1.0]}, {"frames": [19, 20], "aligned": true, "reason": "aligned", "common_tracks": [32], "knots0": [0.0, 0.46202686202686205, 1.0], "knots1": [0.0, 0.513064713064713, 1.0]}, {"frames": [20, 21], "aligned": true, "reason": "aligned", "common_tracks": [32, 47], "knots0": [0.0, 0.513064713064713, 0.8627594627594628, 1.0], "knots1": [0.0, 0.46153846153846156, 0.8754578754578755, 1.0]}, {"frames": [21, 22], "aligned": true, "reason": "aligned", "common_tracks": [32, 47], "knots0": [0.0, 0.46153846153846156, 0.8754578754578755, 1.0], "knots1": [0.0, 0.5858363858363859, 0.8913308913308914, 1.0]}, {"frames": [22, 23], "aligned": true, "reason": "aligned", "common_tracks": [49, 32, 47], "knots0": [0.0, 0.05811965811965812, 0.5858363858363859, 0.8913308913308914, 1.0], "knots1": [0.0, 0.11794871794871795, 0.5982905982905983, 0.8102564102564103, 1.0]}, {"frames": [23, 24], "aligned": true, "reason": "aligned", "common_tracks": [51, 32, 47], "knots0": [0.0, 0.31233211233211233, 0.5982905982905983, 0.8102564102564103, 1.0], "knots1": [0.0, 0.19706959706959706, 0.6332112332112332, 0.8175824175824176, 1.0]}, {"frames": [24, 25], "aligned": true, "reason": "aligned", "common_tracks": [51, 32], "knots0": [0.0, 0.19706959706959706, 0.6332112332112332, 1.0], "knots1": [0.0, 0.29084249084249086, 0.7157509157509158, 1.0]}, {"frames": [25, 26], "aligned": true, "reason": "aligned", "common_tracks": [51, 32], "knots0": [0.0, 0.29084249084249086, 0.7157509157509158, 1.0], "knots1": [0.0, 0.4073260073260073, 0.8317460317460318, 1.0]}, {"frames": [26, 27], "aligned": true, "reason": "aligned", "common_tracks": [53, 32], "knots0": [0.0, 0.16043956043956045, 0.8317460317460318, 1.0], "knots1": [0.0, 0.21636141636141637, 0.8097680097680098, 1.0]}, {"frames": [27, 28], "aligned": false, "reason": "large position jump", "common_tracks": [53, 32], "knots0": [0.0, 0.21636141636141637, 0.8097680097680098, 1.0], "knots1": [0.0, 0.6185592185592186, 0.8984126984126984, 1.0]}, {"frames": [28, 29], "aligned": true, "reason": "aligned", "common_tracks": [56, 53, 32], "knots0": [0.0, 0.3001221001221001, 0.6185592185592186, 0.8984126984126984, 1.0], "knots1": [0.0, 0.1794871794871795, 0.6205128205128205, 0.7824175824175824, 1.0]}, {"frames": [29, 30], "aligned": true, "reason": "aligned", "common_tracks": [53], "knots0": [0.0, 0.6205128205128205, 1.0], "knots1": [0.0, 0.43223443223443225, 1.0]}, {"frames": [30, 31], "aligned": true, "reason": "aligned", "common_tracks": [53, 58], "knots0": [0.0, 0.43223443223443225, 0.6808302808302809, 1.0], "knots1": [0.0, 0.4346764346764347, 0.8512820512820513, 1.0]}, {"frames": [31, 32], "aligned": true, "reason": "aligned", "common_tracks": [59, 53, 60], "knots0": [0.0, 0.06568986568986569, 0.4346764346764347, 0.8361416361416362, 1.0], "knots1": [0.0, 0.030525030525030524, 0.5296703296703297, 0.7658119658119659, 1.0]}, {"frames": [32, 33], "aligned": true, "reason": "aligned", "common_tracks": [59, 53, 60], "knots0": [0.0, 0.030525030525030524, 0.5296703296703297, 0.7658119658119659, 1.0], "knots1": [0.0, 0.026373626373626374, 0.6525030525030525, 0.9443223443223443, 1.0]}, {"frames": [33, 34], "aligned": false, "reason": "large position jump", "common_tracks": [59, 53, 60], "knots0": [0.0, 0.026373626373626374, 0.6525030525030525, 0.9443223443223443, 1.0], "knots1": [0.0, 0.3477411477411477, 0.6835164835164835, 0.9318681318681319, 1.0]}, {"frames": [34, 35], "aligned": true, "reason": "aligned", "common_tracks": [59, 66, 53], "knots0": [0.0, 0.3477411477411477, 0.5206349206349207, 0.6835164835164835, 1.0], "knots1": [0.0, 0.3440781440781441, 0.5086691086691086, 0.7496947496947497, 1.0]}, {"frames": [35, 36], "aligned": true, "reason": "aligned", "common_tracks": [59, 67, 53], "knots0": [0.0, 0.3440781440781441, 0.715018315018315, 0.7496947496947497, 1.0], "knots1": [0.0, 0.3120879120879121, 0.6869352869352869, 0.8605616605616606, 1.0]}, {"frames": [36, 37], "aligned": true, "reason": "aligned", "common_tracks": [68, 59, 53], "knots0": [0.0, 0.03125763125763126, 0.3120879120879121, 0.8605616605616606, 1.0], "knots1": [0.0, 0.041758241758241756, 0.3277167277167277, 0.8617826617826618, 1.0]}, {"frames": [37, 38], "aligned": true, "reason": "aligned", "common_tracks": [59, 53, 70], "knots0": [0.0, 0.3277167277167277, 0.8617826617826618, 0.9330891330891331, 1.0], "knots1": [0.0, 0.34945054945054943, 0.8813186813186813, 0.9135531135531135, 1.0]}, {"frames": [38, 39], "aligned": true, "reason": "aligned", "common_tracks": [73, 59, 74, 53], "knots0": [0.0, 0.1894993894993895, 0.34945054945054943, 0.5445665445665445, 0.8813186813186813, 1.0], "knots1": [0.0, 0.21123321123321123, 0.38974358974358975, 0.5948717948717949, 0.8893772893772893, 1.0]}, {"frames": [39, 40], "aligned": true, "reason": "aligned", "common_tracks": [59, 74, 53], "knots0": [0.0, 0.38974358974358975, 0.5948717948717949, 0.8893772893772893, 1.0], "knots1": [0.0, 0.4039072039072039, 0.631013431013431, 0.8713064713064713, 1.0]}, {"frames": [40, 41], "aligned": true, "reason": "aligned", "common_tracks": [59, 74], "knots0": [0.0, 0.4039072039072039, 0.631013431013431, 1.0], "knots1": [0.0, 0.3702075702075702, 0.5904761904761905, 1.0]}, {"frames": [41, 42], "aligned": true, "reason": "aligned", "common_tracks": [80, 82], "knots0": [0.0, 0.35115995115995113, 0.8356532356532357, 1.0], "knots1": [0.0, 0.4056166056166056, 0.6822954822954823, 1.0]}, {"frames": [42, 43], "aligned": true, "reason": "aligned", "common_tracks": [85, 80, 82], "knots0": [0.0, 0.23345543345543346, 0.4056166056166056, 0.6822954822954823, 1.0], "knots1": [0.0, 0.25054945054945055, 0.4295482295482295, 0.726984126984127, 1.0]}, {"frames": [43, 44], "aligned": true, "reason": "aligned", "common_tracks": [87, 85, 80, 82], "knots0": [0.0, 0.1264957264957265, 0.25054945054945055, 0.4295482295482295, 0.726984126984127, 1.0], "knots1": [0.0, 0.11257631257631258, 0.23467643467643468, 0.4158730158730159, 0.8415140415140415, 1.0]}, {"frames": [44, 45], "aligned": true, "reason": "aligned", "common_tracks": [80, 82], "knots0": [0.0, 0.4158730158730159, 0.8415140415140415, 1.0], "knots1": [0.0, 0.43907203907203907, 0.8241758241758241, 1.0]}, {"frames": [45, 46], "aligned": true, "reason": "aligned", "common_tracks": [80, 92], "knots0": [0.0, 0.43907203907203907, 0.6114774114774115, 1.0], "knots1": [0.0, 0.3435897435897436, 0.6881562881562882, 1.0]}, {"frames": [46, 47], "aligned": true, "reason": "aligned", "common_tracks": [80, 92], "knots0": [0.0, 0.3435897435897436, 0.6881562881562882, 1.0], "knots1": [0.0, 0.3540903540903541, 0.7648351648351648, 1.0]}, {"frames": [47, 48], "aligned": true, "reason": "aligned", "common_tracks": [96, 80, 92, 95], "knots0": [0.0, 0.2315018315018315, 0.3540903540903541, 0.7648351648351648, 0.834920634920635, 1.0], "knots1": [0.0, 0.21294261294261294, 0.4336996336996337, 0.673992673992674, 0.8705738705738706, 1.0]}, {"frames": [48, 49], "aligned": true, "reason": "aligned", "common_tracks": [96, 92, 95], "knots0": [0.0, 0.21294261294261294, 0.673992673992674, 0.8705738705738706, 1.0], "knots1": [0.0, 0.2583638583638584, 0.8356532356532357, 0.8913308913308914, 1.0]}, {"frames": [49, 50], "aligned": true, "reason": "aligned", "common_tracks": [96, 100, 95], "knots0": [0.0, 0.2583638583638584, 0.5953601953601954, 0.8913308913308914, 1.0], "knots1": [0.0, 0.2766788766788767, 0.5941391941391941, 0.9306471306471307, 1.0]}, {"frames": [50, 51], "aligned": true, "reason": "aligned", "common_tracks": [96, 100, 95], "knots0": [0.0, 0.2766788766788767, 0.5941391941391941, 0.9306471306471307, 1.0], "knots1": [0.0, 0.30378510378510376, 0.5172161172161173, 0.9509157509157509, 1.0]}, {"frames": [51, 52], "aligned": false, "reason": "large position jump", "common_tracks": [102, 96, 95], "knots0": [0.0, 0.0862026862026862, 0.30378510378510376, 0.9509157509157509, 1.0], "knots1": [0.0, 0.09499389499389499, 0.5538461538461539, 0.9096459096459096, 1.0]}, {"frames": [52, 53], "aligned": true, "reason": "aligned", "common_tracks": [96], "knots0": [0.0, 0.5538461538461539, 1.0], "knots1": [0.0, 0.6478632478632479, 1.0]}, {"frames": [53, 54], "aligned": true, "reason": "aligned", "common_tracks": [96, 105], "knots0": [0.0, 0.6478632478632479, 0.9650793650793651, 1.0], "knots1": [0.0, 0.6339438339438339, 0.936996336996337, 1.0]}, {"frames": [54, 55], "aligned": true, "reason": "aligned", "common_tracks": [106, 96, 105], "knots0": [0.0, 0.1645909645909646, 0.6339438339438339, 0.936996336996337, 1.0], "knots1": [0.0, 0.1921855921855922, 0.6334554334554334, 0.8683760683760684, 1.0]}, {"frames": [55, 56], "aligned": false, "reason": "large position jump", "common_tracks": [106, 105], "knots0": [0.0, 0.1921855921855922, 0.8683760683760684, 1.0], "knots1": [0.0, 0.5882783882783883, 0.9157509157509157, 1.0]}, {"frames": [56, 57], "aligned": true, "reason": "aligned", "common_tracks": [106, 105], "knots0": [0.0, 0.5882783882783883, 0.9157509157509157, 1.0], "knots1": [0.0, 0.6041514041514041, 0.9169719169719169, 1.0]}, {"frames": [57, 58], "aligned": true, "reason": "aligned", "common_tracks": [106], "knots0": [0.0, 0.6041514041514041, 1.0], "knots1": [0.0, 0.7062271062271063, 1.0]}, {"frames": [58, 59], "aligned": true, "reason": "aligned", "common_tracks": [106], "knots0": [0.0, 0.7062271062271063, 1.0], "knots1": [0.0, 0.7199023199023199, 1.0]}], "scope": "Intermediate columns are display reconstruction, not observations or new RG-MTM layout/optimization results. Scientific metrics use original saved frames."}, "R 20%": {"method": "anchor-aligned piecewise linear display reconstruction", "display_samples_per_frame": 15, "original_frames_exact": true, "original_rows": 4096, "no_scalar_overshoot": true, "aligned_intervals": 54, "interval_count": 59, "fallback_intervals": [[11, 12], [27, 28], [33, 34], [51, 52], [55, 56]], "jump_threshold_L": 0.2, "intervals": [{"frames": [0, 1], "aligned": true, "reason": "aligned", "common_tracks": [2, 0], "knots0": [0.0, 0.6190476190476191, 0.9062271062271062, 1.0], "knots1": [0.0, 0.4827838827838828, 0.884004884004884, 1.0]}, {"frames": [1, 2], "aligned": true, "reason": "aligned", "common_tracks": [2, 7, 5, 0], "knots0": [0.0, 0.4827838827838828, 0.6068376068376068, 0.7772893772893773, 0.884004884004884, 1.0], "knots1": [0.0, 0.46202686202686205, 0.5894993894993895, 0.8048840048840049, 0.9282051282051282, 1.0]}, {"frames": [2, 3], "aligned": true, "reason": "aligned", "common_tracks": [9, 7, 0], "knots0": [0.0, 0.41562881562881565, 0.5894993894993895, 0.9282051282051282, 1.0], "knots1": [0.0, 0.35995115995115995, 0.631013431013431, 0.9025641025641026, 1.0]}, {"frames": [3, 4], "aligned": true, "reason": "aligned", "common_tracks": [13, 9, 7], "knots0": [0.0, 0.17704517704517705, 0.35995115995115995, 0.631013431013431, 1.0], "knots1": [0.0, 0.15018315018315018, 0.34554334554334554, 0.6471306471306472, 1.0]}, {"frames": [4, 5], "aligned": true, "reason": "aligned", "common_tracks": [13, 9, 7, 14], "knots0": [0.0, 0.15018315018315018, 0.34554334554334554, 0.6471306471306472, 0.8351648351648352, 1.0], "knots1": [0.0, 0.1264957264957265, 0.398046398046398, 0.6725274725274726, 0.9452991452991453, 1.0]}, {"frames": [5, 6], "aligned": true, "reason": "aligned", "common_tracks": [9, 7, 18, 14], "knots0": [0.0, 0.398046398046398, 0.6725274725274726, 0.7821733821733822, 0.9452991452991453, 1.0], "knots1": [0.0, 0.5037851037851038, 0.6341880341880342, 0.8063492063492064, 0.9687423687423687, 1.0]}, {"frames": [6, 7], "aligned": true, "reason": "aligned", "common_tracks": [19, 7, 18, 14], "knots0": [0.0, 0.02197802197802198, 0.6341880341880342, 0.8063492063492064, 0.9687423687423687, 1.0], "knots1": [0.0, 0.04468864468864469, 0.4590964590964591, 0.8236874236874236, 0.9538461538461539, 1.0]}, {"frames": [7, 8], "aligned": true, "reason": "aligned", "common_tracks": [7, 18, 14], "knots0": [0.0, 0.4590964590964591, 0.8236874236874236, 0.9538461538461539, 1.0], "knots1": [0.0, 0.5675213675213675, 0.8459096459096459, 0.9709401709401709, 1.0]}, {"frames": [8, 9], "aligned": true, "reason": "aligned", "common_tracks": [22, 7, 18, 14], "knots0": [0.0, 0.29426129426129427, 0.5675213675213675, 0.8459096459096459, 0.9709401709401709, 1.0], "knots1": [0.0, 0.3362637362637363, 0.6263736263736264, 0.8459096459096459, 0.9733821733821734, 1.0]}, {"frames": [9, 10], "aligned": true, "reason": "aligned", "common_tracks": [23, 7], "knots0": [0.0, 0.0971916971916972, 0.6263736263736264, 1.0], "knots1": [0.0, 0.19706959706959706, 0.6661782661782661, 1.0]}, {"frames": [10, 11], "aligned": true, "reason": "aligned", "common_tracks": [23, 24, 7], "knots0": [0.0, 0.19706959706959706, 0.5208791208791209, 0.6661782661782661, 1.0], "knots1": [0.0, 0.11086691086691086, 0.5213675213675214, 0.7062271062271063, 1.0]}, {"frames": [11, 12], "aligned": false, "reason": "large position jump", "common_tracks": [23, 7], "knots0": [0.0, 0.11086691086691086, 0.7062271062271063, 1.0], "knots1": [0.0, 0.33577533577533575, 0.7023199023199023, 1.0]}, {"frames": [12, 13], "aligned": true, "reason": "aligned", "common_tracks": [23, 7, 28], "knots0": [0.0, 0.33577533577533575, 0.7023199023199023, 0.7492063492063492, 1.0], "knots1": [0.0, 0.3665445665445665, 0.6544566544566545, 0.8105006105006105, 1.0]}, {"frames": [13, 14], "aligned": true, "reason": "aligned", "common_tracks": [23, 30, 7], "knots0": [0.0, 0.3665445665445665, 0.5445665445665445, 0.6544566544566545, 1.0], "knots1": [0.0, 0.252014652014652, 0.5340659340659341, 0.7137973137973138, 1.0]}, {"frames": [14, 15], "aligned": true, "reason": "aligned", "common_tracks": [23, 30], "knots0": [0.0, 0.252014652014652, 0.5340659340659341, 1.0], "knots1": [0.0, 0.31648351648351647, 0.6058608058608058, 1.0]}, {"frames": [15, 16], "aligned": true, "reason": "aligned", "common_tracks": [32, 23], "knots0": [0.0, 0.17264957264957265, 0.31648351648351647, 1.0], "knots1": [0.0, 0.13626373626373625, 0.33015873015873015, 1.0]}, {"frames": [16, 17], "aligned": true, "reason": "aligned", "common_tracks": [32], "knots0": [0.0, 0.13626373626373625, 1.0], "knots1": [0.0, 0.22832722832722832, 1.0]}, {"frames": [17, 18], "aligned": true, "reason": "aligned", "common_tracks": [32], "knots0": [0.0, 0.22832722832722832, 1.0], "knots1": [0.0, 0.3167277167277167, 1.0]}, {"frames": [18, 19], "aligned": true, "reason": "aligned", "common_tracks": [32, 39], "knots0": [0.0, 0.3167277167277167, 0.671062271062271, 1.0], "knots1": [0.0, 0.46202686202686205, 0.6107448107448108, 1.0]}, {"frames": [19, 20], "aligned": true, "reason": "aligned", "common_tracks": [32], "knots0": [0.0, 0.46202686202686205, 1.0], "knots1": [0.0, 0.513064713064713, 1.0]}, {"frames": [20, 21], "aligned": true, "reason": "aligned", "common_tracks": [32, 47], "knots0": [0.0, 0.513064713064713, 0.8627594627594628, 1.0], "knots1": [0.0, 0.46153846153846156, 0.8754578754578755, 1.0]}, {"frames": [21, 22], "aligned": true, "reason": "aligned", "common_tracks": [32, 47], "knots0": [0.0, 0.46153846153846156, 0.8754578754578755, 1.0], "knots1": [0.0, 0.5858363858363859, 0.8913308913308914, 1.0]}, {"frames": [22, 23], "aligned": true, "reason": "aligned", "common_tracks": [49, 32, 47], "knots0": [0.0, 0.05811965811965812, 0.5858363858363859, 0.8913308913308914, 1.0], "knots1": [0.0, 0.11843711843711843, 0.6041514041514041, 0.8676434676434677, 1.0]}, {"frames": [23, 24], "aligned": true, "reason": "aligned", "common_tracks": [51, 32, 47], "knots0": [0.0, 0.3128205128205128, 0.6041514041514041, 0.8676434676434677, 1.0], "knots1": [0.0, 0.19877899877899877, 0.6446886446886447, 0.8517704517704517, 1.0]}, {"frames": [24, 25], "aligned": true, "reason": "aligned", "common_tracks": [51, 32], "knots0": [0.0, 0.19877899877899877, 0.6446886446886447, 1.0], "knots1": [0.0, 0.2910866910866911, 0.7167277167277167, 1.0]}, {"frames": [25, 26], "aligned": true, "reason": "aligned", "common_tracks": [51, 32], "knots0": [0.0, 0.2910866910866911, 0.7167277167277167, 1.0], "knots1": [0.0, 0.4073260073260073, 0.8317460317460318, 1.0]}, {"frames": [26, 27], "aligned": true, "reason": "aligned", "common_tracks": [53, 32], "knots0": [0.0, 0.16043956043956045, 0.8317460317460318, 1.0], "knots1": [0.0, 0.21636141636141637, 0.8097680097680098, 1.0]}, {"frames": [27, 28], "aligned": false, "reason": "large position jump", "common_tracks": [53, 32], "knots0": [0.0, 0.21636141636141637, 0.8097680097680098, 1.0], "knots1": [0.0, 0.6185592185592186, 0.8984126984126984, 1.0]}, {"frames": [28, 29], "aligned": true, "reason": "aligned", "common_tracks": [56, 53, 32], "knots0": [0.0, 0.3001221001221001, 0.6185592185592186, 0.8984126984126984, 1.0], "knots1": [0.0, 0.1794871794871795, 0.6205128205128205, 0.7824175824175824, 1.0]}, {"frames": [29, 30], "aligned": true, "reason": "aligned", "common_tracks": [53], "knots0": [0.0, 0.6205128205128205, 1.0], "knots1": [0.0, 0.43223443223443225, 1.0]}, {"frames": [30, 31], "aligned": true, "reason": "aligned", "common_tracks": [53, 58], "knots0": [0.0, 0.43223443223443225, 0.6808302808302809, 1.0], "knots1": [0.0, 0.41855921855921857, 0.7372405372405373, 1.0]}, {"frames": [31, 32], "aligned": true, "reason": "aligned", "common_tracks": [59, 53, 60], "knots0": [0.0, 0.06373626373626373, 0.41855921855921857, 0.9504273504273504, 1.0], "knots1": [0.0, 0.030036630036630037, 0.5294261294261294, 0.9218559218559218, 1.0]}, {"frames": [32, 33], "aligned": true, "reason": "aligned", "common_tracks": [59, 53, 60], "knots0": [0.0, 0.030036630036630037, 0.5294261294261294, 0.9218559218559218, 1.0], "knots1": [0.0, 0.026373626373626374, 0.6525030525030525, 0.9445665445665445, 1.0]}, {"frames": [33, 34], "aligned": false, "reason": "large position jump", "common_tracks": [59, 53, 60], "knots0": [0.0, 0.026373626373626374, 0.6525030525030525, 0.9445665445665445, 1.0], "knots1": [0.0, 0.3477411477411477, 0.6835164835164835, 0.9318681318681319, 1.0]}, {"frames": [34, 35], "aligned": true, "reason": "aligned", "common_tracks": [59, 66, 53], "knots0": [0.0, 0.3477411477411477, 0.5206349206349207, 0.6835164835164835, 1.0], "knots1": [0.0, 0.3440781440781441, 0.5086691086691086, 0.7496947496947497, 1.0]}, {"frames": [35, 36], "aligned": true, "reason": "aligned", "common_tracks": [59, 67, 53], "knots0": [0.0, 0.3440781440781441, 0.715018315018315, 0.7496947496947497, 1.0], "knots1": [0.0, 0.3120879120879121, 0.6869352869352869, 0.8605616605616606, 1.0]}, {"frames": [36, 37], "aligned": true, "reason": "aligned", "common_tracks": [68, 59, 53], "knots0": [0.0, 0.03125763125763126, 0.3120879120879121, 0.8605616605616606, 1.0], "knots1": [0.0, 0.041758241758241756, 0.3277167277167277, 0.8617826617826618, 1.0]}, {"frames": [37, 38], "aligned": true, "reason": "aligned", "common_tracks": [59, 53, 70], "knots0": [0.0, 0.3277167277167277, 0.8617826617826618, 0.9330891330891331, 1.0], "knots1": [0.0, 0.34945054945054943, 0.8813186813186813, 0.9135531135531135, 1.0]}, {"frames": [38, 39], "aligned": true, "reason": "aligned", "common_tracks": [73, 59, 74, 53], "knots0": [0.0, 0.1894993894993895, 0.34945054945054943, 0.5445665445665445, 0.8813186813186813, 1.0], "knots1": [0.0, 0.21123321123321123, 0.38974358974358975, 0.5948717948717949, 0.8893772893772893, 1.0]}, {"frames": [39, 40], "aligned": true, "reason": "aligned", "common_tracks": [59, 74, 53], "knots0": [0.0, 0.38974358974358975, 0.5948717948717949, 0.8893772893772893, 1.0], "knots1": [0.0, 0.4039072039072039, 0.631013431013431, 0.8713064713064713, 1.0]}, {"frames": [40, 41], "aligned": true, "reason": "aligned", "common_tracks": [59, 74], "knots0": [0.0, 0.4039072039072039, 0.631013431013431, 1.0], "knots1": [0.0, 0.3702075702075702, 0.5904761904761905, 1.0]}, {"frames": [41, 42], "aligned": true, "reason": "aligned", "common_tracks": [80, 82], "knots0": [0.0, 0.35115995115995113, 0.8356532356532357, 1.0], "knots1": [0.0, 0.4056166056166056, 0.6822954822954823, 1.0]}, {"frames": [42, 43], "aligned": true, "reason": "aligned", "common_tracks": [85, 80, 82], "knots0": [0.0, 0.23345543345543346, 0.4056166056166056, 0.6822954822954823, 1.0], "knots1": [0.0, 0.25054945054945055, 0.4295482295482295, 0.726984126984127, 1.0]}, {"frames": [43, 44], "aligned": true, "reason": "aligned", "common_tracks": [87, 85, 80, 82], "knots0": [0.0, 0.1264957264957265, 0.25054945054945055, 0.4295482295482295, 0.726984126984127, 1.0], "knots1": [0.0, 0.11257631257631258, 0.23467643467643468, 0.4158730158730159, 0.8415140415140415, 1.0]}, {"frames": [44, 45], "aligned": true, "reason": "aligned", "common_tracks": [80, 82], "knots0": [0.0, 0.4158730158730159, 0.8415140415140415, 1.0], "knots1": [0.0, 0.43907203907203907, 0.8241758241758241, 1.0]}, {"frames": [45, 46], "aligned": true, "reason": "aligned", "common_tracks": [80, 92], "knots0": [0.0, 0.43907203907203907, 0.6114774114774115, 1.0], "knots1": [0.0, 0.3435897435897436, 0.6881562881562882, 1.0]}, {"frames": [46, 47], "aligned": true, "reason": "aligned", "common_tracks": [80, 92], "knots0": [0.0, 0.3435897435897436, 0.6881562881562882, 1.0], "knots1": [0.0, 0.3540903540903541, 0.7648351648351648, 1.0]}, {"frames": [47, 48], "aligned": true, "reason": "aligned", "common_tracks": [96, 80, 92, 95], "knots0": [0.0, 0.2315018315018315, 0.3540903540903541, 0.7648351648351648, 0.834920634920635, 1.0], "knots1": [0.0, 0.21294261294261294, 0.4336996336996337, 0.673992673992674, 0.8705738705738706, 1.0]}, {"frames": [48, 49], "aligned": true, "reason": "aligned", "common_tracks": [96, 92, 95], "knots0": [0.0, 0.21294261294261294, 0.673992673992674, 0.8705738705738706, 1.0], "knots1": [0.0, 0.2583638583638584, 0.8356532356532357, 0.8913308913308914, 1.0]}, {"frames": [49, 50], "aligned": true, "reason": "aligned", "common_tracks": [96, 100, 95], "knots0": [0.0, 0.2583638583638584, 0.5953601953601954, 0.8913308913308914, 1.0], "knots1": [0.0, 0.2766788766788767, 0.5941391941391941, 0.9306471306471307, 1.0]}, {"frames": [50, 51], "aligned": true, "reason": "aligned", "common_tracks": [96, 100, 95], "knots0": [0.0, 0.2766788766788767, 0.5941391941391941, 0.9306471306471307, 1.0], "knots1": [0.0, 0.30378510378510376, 0.5172161172161173, 0.9509157509157509, 1.0]}, {"frames": [51, 52], "aligned": false, "reason": "large position jump", "common_tracks": [102, 96, 95], "knots0": [0.0, 0.0862026862026862, 0.30378510378510376, 0.9509157509157509, 1.0], "knots1": [0.0, 0.09499389499389499, 0.5538461538461539, 0.9096459096459096, 1.0]}, {"frames": [52, 53], "aligned": true, "reason": "aligned", "common_tracks": [96], "knots0": [0.0, 0.5538461538461539, 1.0], "knots1": [0.0, 0.6478632478632479, 1.0]}, {"frames": [53, 54], "aligned": true, "reason": "aligned", "common_tracks": [96, 105], "knots0": [0.0, 0.6478632478632479, 0.9650793650793651, 1.0], "knots1": [0.0, 0.6339438339438339, 0.936996336996337, 1.0]}, {"frames": [54, 55], "aligned": true, "reason": "aligned", "common_tracks": [106, 96, 105], "knots0": [0.0, 0.1645909645909646, 0.6339438339438339, 0.936996336996337, 1.0], "knots1": [0.0, 0.1921855921855922, 0.6334554334554334, 0.8683760683760684, 1.0]}, {"frames": [55, 56], "aligned": false, "reason": "large position jump", "common_tracks": [106, 105], "knots0": [0.0, 0.1921855921855922, 0.8683760683760684, 1.0], "knots1": [0.0, 0.5882783882783883, 0.9157509157509157, 1.0]}, {"frames": [56, 57], "aligned": true, "reason": "aligned", "common_tracks": [106, 105], "knots0": [0.0, 0.5882783882783883, 0.9157509157509157, 1.0], "knots1": [0.0, 0.6041514041514041, 0.9169719169719169, 1.0]}, {"frames": [57, 58], "aligned": true, "reason": "aligned", "common_tracks": [106], "knots0": [0.0, 0.6041514041514041, 1.0], "knots1": [0.0, 0.7062271062271063, 1.0]}, {"frames": [58, 59], "aligned": true, "reason": "aligned", "common_tracks": [106], "knots0": [0.0, 0.7062271062271063, 1.0], "knots1": [0.0, 0.7199023199023199, 1.0]}], "scope": "Intermediate columns are display reconstruction, not observations or new RG-MTM layout/optimization results. Scientific metrics use original saved frames."}}, "palette": "existing scalar display palette; no verified release LUT"}, "pm25": {"maps": "/Users/lele/Desktop/MergeTreeMaps/RG-MTM/code/results/pm25_2000/maps.npz", "maps_sha256": "f6b888c288107baf20c2b65b39ff7c8281346de5342ab3245624e632eeca0cb5", "landmarks": "/Users/lele/Desktop/MergeTreeMaps/RG-MTM/code/results/pm25_2000/landmarks.npz", "landmarks_sha256": "d386aabc5cb56206af09bc671750c724fc3ed7cfb01c8cd3a6fd88be93ea0720", "frames": 366, "display": {"TMTM": {"method": "anchor-aligned piecewise linear display reconstruction", "display_samples_per_frame": 3, "original_frames_exact": true, "original_rows": 2401, "no_scalar_overshoot": true, "aligned_intervals": 321, "interval_count": 365, "fallback_intervals": [[10, 11], [30, 31], [33, 34], [34, 35], [41, 42], [50, 51], [59, 60], [66, 67], [71, 72], [79, 80], [80, 81], [86, 87], [93, 94], [94, 95], [96, 97], [100, 101], [101, 102], [104, 105], [119, 120], [125, 126], [126, 127], [130, 131], [131, 132], [139, 140], [140, 141], [145, 146], [146, 147], [185, 186], [188, 189], [193, 194], [209, 210], [223, 224], [239, 240], [241, 242], [278, 279], [308, 309], [317, 318], [318, 319], [327, 328], [341, 342], [346, 347], [350, 351], [354, 355], [356, 357]], "jump_threshold_L": 0.2, "intervals": [{"frames": [0, 1], "aligned": true, "reason": "aligned", "common_tracks": [1, 0], "knots0": [0.0, 0.11375, 0.5020833333333333, 1.0], "knots1": [0.0, 0.17541666666666667, 0.6116666666666667, 1.0]}, {"frames": [1, 2], "aligned": true, "reason": "aligned", "common_tracks": [1, 0], "knots0": [0.0, 0.17541666666666667, 0.6116666666666667, 1.0], "knots1": [0.0, 0.20958333333333334, 0.5120833333333333, 1.0]}, {"frames": [2, 3], "aligned": true, "reason": "aligned", "common_tracks": [1, 0], "knots0": [0.0, 0.20958333333333334, 0.5120833333333333, 1.0], "knots1": [0.0, 0.15916666666666668, 0.5008333333333334, 1.0]}, {"frames": [3, 4], "aligned": true, "reason": "aligned", "common_tracks": [0], "knots0": [0.0, 0.5008333333333334, 1.0], "knots1": [0.0, 0.45875, 1.0]}, {"frames": [4, 5], "aligned": true, "reason": "aligned", "common_tracks": [0, 4], "knots0": [0.0, 0.45875, 0.6975, 1.0], "knots1": [0.0, 0.46208333333333335, 0.5791666666666667, 1.0]}, {"frames": [5, 6], "aligned": true, "reason": "aligned", "common_tracks": [5, 0, 4], "knots0": [0.0, 0.1825, 0.46208333333333335, 0.5791666666666667, 1.0], "knots1": [0.0, 0.20083333333333334, 0.4125, 0.5691666666666667, 1.0]}, {"frames": [6, 7], "aligned": true, "reason": "aligned", "common_tracks": [5, 0, 4], "knots0": [0.0, 0.20083333333333334, 0.4125, 0.5691666666666667, 1.0], "knots1": [0.0, 0.15541666666666668, 0.44958333333333333, 0.5575, 1.0]}, {"frames": [7, 8], "aligned": true, "reason": "aligned", "common_tracks": [5, 0], "knots0": [0.0, 0.15541666666666668, 0.44958333333333333, 1.0], "knots1": [0.0, 0.16208333333333333, 0.5375, 1.0]}, {"frames": [8, 9], "aligned": true, "reason": "aligned", "common_tracks": [0], "knots0": [0.0, 0.5375, 1.0], "knots1": [0.0, 0.49833333333333335, 1.0]}, {"frames": [9, 10], "aligned": true, "reason": "aligned", "common_tracks": [0, 7], "knots0": [0.0, 0.49833333333333335, 0.5945833333333334, 1.0], "knots1": [0.0, 0.43875, 0.6408333333333334, 1.0]}, {"frames": [10, 11], "aligned": false, "reason": "crossing extrema order", "common_tracks": [8, 0], "knots0": [0.0, 0.21, 0.43875, 1.0], "knots1": [0.0, 0.8158333333333333, 0.43291666666666667, 1.0]}, {"frames": [11, 12], "aligned": true, "reason": "aligned", "common_tracks": [0], "knots0": [0.0, 0.43291666666666667, 1.0], "knots1": [0.0, 0.49416666666666664, 1.0]}, {"frames": [12, 13], "aligned": true, "reason": "aligned", "common_tracks": [0], "knots0": [0.0, 0.49416666666666664, 1.0], "knots1": [0.0, 0.5004166666666666, 1.0]}, {"frames": [13, 14], "aligned": true, "reason": "aligned", "common_tracks": [0], "knots0": [0.0, 0.5004166666666666, 1.0], "knots1": [0.0, 0.5, 1.0]}, {"frames": [14, 15], "aligned": true, "reason": "aligned", "common_tracks": [0], "knots0": [0.0, 0.5, 1.0], "knots1": [0.0, 0.46791666666666665, 1.0]}, {"frames": [15, 16], "aligned": true, "reason": "aligned", "common_tracks": [0], "knots0": [0.0, 0.46791666666666665, 1.0], "knots1": [0.0, 0.5491666666666667, 1.0]}, {"frames": [16, 17], "aligned": true, "reason": "aligned", "common_tracks": [13, 0], "knots0": [0.0, 0.19333333333333333, 0.5491666666666667, 1.0], "knots1": [0.0, 0.2529166666666667, 0.49041666666666667, 1.0]}, {"frames": [17, 18], "aligned": true, "reason": "aligned", "common_tracks": [13, 0, 14], "knots0": [0.0, 0.2529166666666667, 0.49041666666666667, 0.5891666666666666, 1.0], "knots1": [0.0, 0.20708333333333334, 0.5658333333333333, 0.6879166666666666, 1.0]}, {"frames": [18, 19], "aligned": true, "reason": "aligned", "common_tracks": [13, 0], "knots0": [0.0, 0.20708333333333334, 0.5658333333333333, 1.0], "knots1": [0.0, 0.3670833333333333, 0.5133333333333333, 1.0]}, {"frames": [19, 20], "aligned": true, "reason": "aligned", "common_tracks": [0], "knots0": [0.0, 0.5133333333333333, 1.0], "knots1": [0.0, 0.5, 1.0]}, {"frames": [20, 21], "aligned": true, "reason": "aligned", "common_tracks": [0], "knots0": [0.0, 0.5, 1.0], "knots1": [0.0, 0.5, 1.0]}, {"frames": [21, 22], "aligned": true, "reason": "aligned", "common_tracks": [0], "knots0": [0.0, 0.5, 1.0], "knots1": [0.0, 0.5, 1.0]}, {"frames": [22, 23], "aligned": true, "reason": "aligned", "common_tracks": [0], "knots0": [0.0, 0.5, 1.0], "knots1": [0.0, 0.4970833333333333, 1.0]}, {"frames": [23, 24], "aligned": true, "reason": "aligned", "common_tracks": [0, 18], "knots0": [0.0, 0.4970833333333333, 0.6370833333333333, 1.0], "knots1": [0.0, 0.44458333333333333, 0.5704166666666667, 1.0]}, {"frames": [24, 25], "aligned": true, "reason": "aligned", "common_tracks": [0, 18], "knots0": [0.0, 0.44458333333333333, 0.5704166666666667, 1.0], "knots1": [0.0, 0.4195833333333333, 0.6041666666666666, 1.0]}, {"frames": [25, 26], "aligned": true, "reason": "aligned", "common_tracks": [21, 18], "knots0": [0.0, 0.3145833333333333, 0.6041666666666666, 1.0], "knots1": [0.0, 0.40291666666666665, 0.5483333333333333, 1.0]}, {"frames": [26, 27], "aligned": true, "reason": "aligned", "common_tracks": [18], "knots0": [0.0, 0.5483333333333333, 1.0], "knots1": [0.0, 0.5, 1.0]}, {"frames": [27, 28], "aligned": true, "reason": "aligned", "common_tracks": [18], "knots0": [0.0, 0.5, 1.0], "knots1": [0.0, 0.5058333333333334, 1.0]}, {"frames": [28, 29], "aligned": true, "reason": "aligned", "common_tracks": [18], "knots0": [0.0, 0.5058333333333334, 1.0], "knots1": [0.0, 0.5133333333333333, 1.0]}, {"frames": [29, 30], "aligned": true, "reason": "aligned", "common_tracks": [18], "knots0": [0.0, 0.5133333333333333, 1.0], "knots1": [0.0, 0.41333333333333333, 1.0]}, {"frames": [30, 31], "aligned": false, "reason": "no common extrema", "common_tracks": [], "knots0": [0.0, 1.0], "knots1": [0.0, 1.0]}, {"frames": [31, 32], "aligned": true, "reason": "aligned", "common_tracks": [31], "knots0": [0.0, 0.5004166666666666, 1.0], "knots1": [0.0, 0.49166666666666664, 1.0]}, {"frames": [32, 33], "aligned": true, "reason": "aligned", "common_tracks": [31, 33], "knots0": [0.0, 0.49166666666666664, 0.6816666666666666, 1.0], "knots1": [0.0, 0.44125, 0.6120833333333333, 1.0]}, {"frames": [33, 34], "aligned": false, "reason": "crossing extrema order", "common_tracks": [34, 31, 33], "knots0": [0.0, 0.30083333333333334, 0.44125, 0.6120833333333333, 1.0], "knots1": [0.0, 0.6583333333333333, 0.47541666666666665, 0.7004166666666667, 1.0]}, {"frames": [34, 35], "aligned": false, "reason": "large position jump", "common_tracks": [34, 33], "knots0": [0.0, 0.6583333333333333, 0.7004166666666667, 1.0], "knots1": [0.0, 0.41833333333333333, 0.5116666666666667, 1.0]}, {"frames": [35, 36], "aligned": true, "reason": "aligned", "common_tracks": [33], "knots0": [0.0, 0.5116666666666667, 1.0], "knots1": [0.0, 0.5, 1.0]}, {"frames": [36, 37], "aligned": true, "reason": "aligned", "common_tracks": [33], "knots0": [0.0, 0.5, 1.0], "knots1": [0.0, 0.5091666666666667, 1.0]}, {"frames": [37, 38], "aligned": true, "reason": "aligned", "common_tracks": [36, 33], "knots0": [0.0, 0.39708333333333334, 0.5091666666666667, 1.0], "knots1": [0.0, 0.39958333333333335, 0.5054166666666666, 1.0]}, {"frames": [38, 39], "aligned": true, "reason": "aligned", "common_tracks": [36, 33], "knots0": [0.0, 0.39958333333333335, 0.5054166666666666, 1.0], "knots1": [0.0, 0.5233333333333333, 0.60875, 1.0]}, {"frames": [39, 40], "aligned": true, "reason": "aligned", "common_tracks": [36, 33], "knots0": [0.0, 0.5233333333333333, 0.60875, 1.0], "knots1": [0.0, 0.47833333333333333, 0.5020833333333333, 1.0]}, {"frames": [40, 41], "aligned": true, "reason": "aligned", "common_tracks": [40, 33], "knots0": [0.0, 0.47708333333333336, 0.5020833333333333, 1.0], "knots1": [0.0, 0.34541666666666665, 0.43375, 1.0]}, {"frames": [41, 42], "aligned": false, "reason": "crossing extrema order", "common_tracks": [40, 33], "knots0": [0.0, 0.34541666666666665, 0.43375, 1.0], "knots1": [0.0, 0.5441666666666667, 0.48791666666666667, 1.0]}, {"frames": [42, 43], "aligned": true, "reason": "aligned", "common_tracks": [33], "knots0": [0.0, 0.48791666666666667, 1.0], "knots1": [0.0, 0.5383333333333333, 1.0]}, {"frames": [43, 44], "aligned": true, "reason": "aligned", "common_tracks": [43, 33], "knots0": [0.0, 0.24375, 0.5383333333333333, 1.0], "knots1": [0.0, 0.3258333333333333, 0.6591666666666667, 1.0]}, {"frames": [44, 45], "aligned": true, "reason": "aligned", "common_tracks": [43, 44, 33], "knots0": [0.0, 0.3258333333333333, 0.43166666666666664, 0.6591666666666667, 1.0], "knots1": [0.0, 0.3566666666666667, 0.4583333333333333, 0.5945833333333334, 1.0]}, {"frames": [45, 46], "aligned": true, "reason": "aligned", "common_tracks": [43, 44, 33], "knots0": [0.0, 0.3566666666666667, 0.4583333333333333, 0.5945833333333334, 1.0], "knots1": [0.0, 0.32208333333333333, 0.47333333333333333, 0.5933333333333334, 1.0]}, {"frames": [46, 47], "aligned": true, "reason": "aligned", "common_tracks": [43, 44], "knots0": [0.0, 0.32208333333333333, 0.47333333333333333, 1.0], "knots1": [0.0, 0.45708333333333334, 0.6370833333333333, 1.0]}, {"frames": [47, 48], "aligned": true, "reason": "aligned", "common_tracks": [43], "knots0": [0.0, 0.45708333333333334, 1.0], "knots1": [0.0, 0.5, 1.0]}, {"frames": [48, 49], "aligned": true, "reason": "aligned", "common_tracks": [43], "knots0": [0.0, 0.5, 1.0], "knots1": [0.0, 0.48791666666666667, 1.0]}, {"frames": [49, 50], "aligned": true, "reason": "aligned", "common_tracks": [43, 45], "knots0": [0.0, 0.48791666666666667, 0.8033333333333333, 1.0], "knots1": [0.0, 0.46375, 0.7225, 1.0]}, {"frames": [50, 51], "aligned": false, "reason": "crossing extrema order", "common_tracks": [43, 45], "knots0": [0.0, 0.46375, 0.7225, 1.0], "knots1": [0.0, 0.5308333333333334, 0.3441666666666667, 1.0]}, {"frames": [51, 52], "aligned": true, "reason": "aligned", "common_tracks": [45, 43], "knots0": [0.0, 0.3441666666666667, 0.5308333333333334, 1.0], "knots1": [0.0, 0.2679166666666667, 0.5779166666666666, 1.0]}, {"frames": [52, 53], "aligned": true, "reason": "aligned", "common_tracks": [43], "knots0": [0.0, 0.5779166666666666, 1.0], "knots1": [0.0, 0.5, 1.0]}, {"frames": [53, 54], "aligned": true, "reason": "aligned", "common_tracks": [43], "knots0": [0.0, 0.5, 1.0], "knots1": [0.0, 0.5, 1.0]}, {"frames": [54, 55], "aligned": true, "reason": "aligned", "common_tracks": [43], "knots0": [0.0, 0.5, 1.0], "knots1": [0.0, 0.44333333333333336, 1.0]}, {"frames": [55, 56], "aligned": true, "reason": "aligned", "common_tracks": [43, 50], "knots0": [0.0, 0.44333333333333336, 0.7933333333333333, 1.0], "knots1": [0.0, 0.4579166666666667, 0.5966666666666667, 1.0]}, {"frames": [56, 57], "aligned": true, "reason": "aligned", "common_tracks": [43, 50], "knots0": [0.0, 0.4579166666666667, 0.5966666666666667, 1.0], "knots1": [0.0, 0.44666666666666666, 0.6841666666666667, 1.0]}, {"frames": [57, 58], "aligned": true, "reason": "aligned", "common_tracks": [50], "knots0": [0.0, 0.6841666666666667, 1.0], "knots1": [0.0, 0.5316666666666666, 1.0]}, {"frames": [58, 59], "aligned": true, "reason": "aligned", "common_tracks": [56, 50], "knots0": [0.0, 0.44958333333333333, 0.5316666666666666, 1.0], "knots1": [0.0, 0.6154166666666666, 0.7225, 1.0]}, {"frames": [59, 60], "aligned": false, "reason": "crossing extrema order", "common_tracks": [59, 56], "knots0": [0.0, 0.42791666666666667, 0.6154166666666666, 1.0], "knots1": [0.0, 0.5470833333333334, 0.18291666666666667, 1.0]}, {"frames": [60, 61], "aligned": true, "reason": "aligned", "common_tracks": [59], "knots0": [0.0, 0.5470833333333334, 1.0], "knots1": [0.0, 0.5, 1.0]}, {"frames": [61, 62], "aligned": true, "reason": "aligned", "common_tracks": [59], "knots0": [0.0, 0.5, 1.0], "knots1": [0.0, 0.5416666666666666, 1.0]}, {"frames": [62, 63], "aligned": true, "reason": "aligned", "common_tracks": [62, 59], "knots0": [0.0, 0.2654166666666667, 0.5416666666666666, 1.0], "knots1": [0.0, 0.18, 0.5008333333333334, 1.0]}, {"frames": [63, 64], "aligned": true, "reason": "aligned", "common_tracks": [59], "knots0": [0.0, 0.5008333333333334, 1.0], "knots1": [0.0, 0.5233333333333333, 1.0]}, {"frames": [64, 65], "aligned": true, "reason": "aligned", "common_tracks": [64, 59], "knots0": [0.0, 0.42125, 0.5233333333333333, 1.0], "knots1": [0.0, 0.475, 0.5291666666666667, 1.0]}, {"frames": [65, 66], "aligned": true, "reason": "aligned", "common_tracks": [64, 59], "knots0": [0.0, 0.475, 0.5291666666666667, 1.0], "knots1": [0.0, 0.4320833333333333, 0.5070833333333333, 1.0]}, {"frames": [66, 67], "aligned": false, "reason": "crossing extrema order", "common_tracks": [66, 59], "knots0": [0.0, 0.40958333333333335, 0.5070833333333333, 1.0], "knots1": [0.0, 0.6075, 0.2825, 1.0]}, {"frames": [67, 68], "aligned": true, "reason": "aligned", "common_tracks": [59, 66], "knots0": [0.0, 0.2825, 0.6075, 1.0], "knots1": [0.0, 0.42125, 0.58, 1.0]}, {"frames": [68, 69], "aligned": true, "reason": "aligned", "common_tracks": [59], "knots0": [0.0, 0.42125, 1.0], "knots1": [0.0, 0.5, 1.0]}, {"frames": [69, 70], "aligned": true, "reason": "aligned", "common_tracks": [59], "knots0": [0.0, 0.5, 1.0], "knots1": [0.0, 0.46958333333333335, 1.0]}, {"frames": [70, 71], "aligned": true, "reason": "aligned", "common_tracks": [59, 71], "knots0": [0.0, 0.46958333333333335, 0.7608333333333334, 1.0], "knots1": [0.0, 0.43875, 0.8166666666666667, 1.0]}, {"frames": [71, 72], "aligned": false, "reason": "crossing extrema order", "common_tracks": [59, 72], "knots0": [0.0, 0.43875, 0.6683333333333333, 1.0], "knots1": [0.0, 0.5529166666666666, 0.14166666666666666, 1.0]}, {"frames": [72, 73], "aligned": true, "reason": "aligned", "common_tracks": [59], "knots0": [0.0, 0.5529166666666666, 1.0], "knots1": [0.0, 0.5, 1.0]}, {"frames": [73, 74], "aligned": true, "reason": "aligned", "common_tracks": [59], "knots0": [0.0, 0.5, 1.0], "knots1": [0.0, 0.4558333333333333, 1.0]}, {"frames": [74, 75], "aligned": true, "reason": "aligned", "common_tracks": [59, 74], "knots0": [0.0, 0.4558333333333333, 0.8533333333333334, 1.0], "knots1": [0.0, 0.45916666666666667, 0.8245833333333333, 1.0]}, {"frames": [75, 76], "aligned": true, "reason": "aligned", "common_tracks": [59, 74], "knots0": [0.0, 0.45916666666666667, 0.8245833333333333, 1.0], "knots1": [0.0, 0.44958333333333333, 0.7466666666666667, 1.0]}, {"frames": [76, 77], "aligned": true, "reason": "aligned", "common_tracks": [59, 74], "knots0": [0.0, 0.44958333333333333, 0.7466666666666667, 1.0], "knots1": [0.0, 0.44458333333333333, 0.76, 1.0]}, {"frames": [77, 78], "aligned": true, "reason": "aligned", "common_tracks": [59, 74], "knots0": [0.0, 0.44458333333333333, 0.76, 1.0], "knots1": [0.0, 0.3720833333333333, 0.79875, 1.0]}, {"frames": [78, 79], "aligned": true, "reason": "aligned", "common_tracks": [59, 74], "knots0": [0.0, 0.3720833333333333, 0.79875, 1.0], "knots1": [0.0, 0.48791666666666667, 0.7720833333333333, 1.0]}, {"frames": [79, 80], "aligned": false, "reason": "large position jump", "common_tracks": [74], "knots0": [0.0, 0.7720833333333333, 1.0], "knots1": [0.0, 0.5004166666666666, 1.0]}, {"frames": [80, 81], "aligned": false, "reason": "large position jump", "common_tracks": [74], "knots0": [0.0, 0.5004166666666666, 1.0], "knots1": [0.0, 0.7825, 1.0]}, {"frames": [81, 82], "aligned": true, "reason": "aligned", "common_tracks": [78], "knots0": [0.0, 0.4558333333333333, 1.0], "knots1": [0.0, 0.5, 1.0]}, {"frames": [82, 83], "aligned": true, "reason": "aligned", "common_tracks": [78], "knots0": [0.0, 0.5, 1.0], "knots1": [0.0, 0.5, 1.0]}, {"frames": [83, 84], "aligned": true, "reason": "aligned", "common_tracks": [78], "knots0": [0.0, 0.5, 1.0], "knots1": [0.0, 0.5, 1.0]}, {"frames": [84, 85], "aligned": true, "reason": "aligned", "common_tracks": [78], "knots0": [0.0, 0.5, 1.0], "knots1": [0.0, 0.4225, 1.0]}, {"frames": [85, 86], "aligned": true, "reason": "aligned", "common_tracks": [78, 79], "knots0": [0.0, 0.4225, 0.7654166666666666, 1.0], "knots1": [0.0, 0.4529166666666667, 0.8233333333333334, 1.0]}, {"frames": [86, 87], "aligned": false, "reason": "large position jump", "common_tracks": [78, 79], "knots0": [0.0, 0.4529166666666667, 0.8233333333333334, 1.0], "knots1": [0.0, 0.29583333333333334, 0.58, 1.0]}, {"frames": [87, 88], "aligned": true, "reason": "aligned", "common_tracks": [79], "knots0": [0.0, 0.58, 1.0], "knots1": [0.0, 0.6104166666666667, 1.0]}, {"frames": [88, 89], "aligned": true, "reason": "aligned", "common_tracks": [82, 79], "knots0": [0.0, 0.42375, 0.6104166666666667, 1.0], "knots1": [0.0, 0.43875, 0.6945833333333333, 1.0]}, {"frames": [89, 90], "aligned": true, "reason": "aligned", "common_tracks": [82, 79], "knots0": [0.0, 0.43875, 0.6945833333333333, 1.0], "knots1": [0.0, 0.4116666666666667, 0.795, 1.0]}, {"frames": [90, 91], "aligned": true, "reason": "aligned", "common_tracks": [82, 79], "knots0": [0.0, 0.4116666666666667, 0.795, 1.0], "knots1": [0.0, 0.4658333333333333, 0.8354166666666667, 1.0]}, {"frames": [91, 92], "aligned": true, "reason": "aligned", "common_tracks": [82], "knots0": [0.0, 0.4658333333333333, 1.0], "knots1": [0.0, 0.5, 1.0]}, {"frames": [92, 93], "aligned": true, "reason": "aligned", "common_tracks": [82], "knots0": [0.0, 0.5, 1.0], "knots1": [0.0, 0.5, 1.0]}, {"frames": [93, 94], "aligned": false, "reason": "large position jump", "common_tracks": [82], "knots0": [0.0, 0.5, 1.0], "knots1": [0.0, 0.7620833333333333, 1.0]}, {"frames": [94, 95], "aligned": false, "reason": "large position jump", "common_tracks": [85, 82], "knots0": [0.0, 0.6804166666666667, 0.7620833333333333, 1.0], "knots1": [0.0, 0.20166666666666666, 0.5166666666666667, 1.0]}, {"frames": [95, 96], "aligned": true, "reason": "aligned", "common_tracks": [82], "knots0": [0.0, 0.5166666666666667, 1.0], "knots1": [0.0, 0.4995833333333333, 1.0]}, {"frames": [96, 97], "aligned": false, "reason": "large position jump", "common_tracks": [82], "knots0": [0.0, 0.4995833333333333, 1.0], "knots1": [0.0, 0.21958333333333332, 1.0]}, {"frames": [97, 98], "aligned": true, "reason": "aligned", "common_tracks": [89], "knots0": [0.0, 0.57375, 1.0], "knots1": [0.0, 0.5, 1.0]}, {"frames": [98, 99], "aligned": true, "reason": "aligned", "common_tracks": [89], "knots0": [0.0, 0.5, 1.0], "knots1": [0.0, 0.4820833333333333, 1.0]}, {"frames": [99, 100], "aligned": true, "reason": "aligned", "common_tracks": [89], "knots0": [0.0, 0.4820833333333333, 1.0], "knots1": [0.0, 0.5, 1.0]}, {"frames": [100, 101], "aligned": false, "reason": "large position jump", "common_tracks": [89], "knots0": [0.0, 0.5, 1.0], "knots1": [0.0, 0.7833333333333333, 1.0]}, {"frames": [101, 102], "aligned": false, "reason": "large position jump", "common_tracks": [89], "knots0": [0.0, 0.7833333333333333, 1.0], "knots1": [0.0, 0.5, 1.0]}, {"frames": [102, 103], "aligned": true, "reason": "aligned", "common_tracks": [89], "knots0": [0.0, 0.5, 1.0], "knots1": [0.0, 0.3933333333333333, 1.0]}, {"frames": [103, 104], "aligned": true, "reason": "aligned", "common_tracks": [89], "knots0": [0.0, 0.3933333333333333, 1.0], "knots1": [0.0, 0.5, 1.0]}, {"frames": [104, 105], "aligned": false, "reason": "large position jump", "common_tracks": [89], "knots0": [0.0, 0.5, 1.0], "knots1": [0.0, 0.2875, 1.0]}, {"frames": [105, 106], "aligned": true, "reason": "aligned", "common_tracks": [89, 97, 96], "knots0": [0.0, 0.2875, 0.5575, 0.68, 1.0], "knots1": [0.0, 0.3641666666666667, 0.5266666666666666, 0.66125, 1.0]}, {"frames": [106, 107], "aligned": true, "reason": "aligned", "common_tracks": [97, 96], "knots0": [0.0, 0.5266666666666666, 0.66125, 1.0], "knots1": [0.0, 0.4633333333333333, 0.64125, 1.0]}, {"frames": [107, 108], "aligned": true, "reason": "aligned", "common_tracks": [97, 96], "knots0": [0.0, 0.4633333333333333, 0.64125, 1.0], "knots1": [0.0, 0.4658333333333333, 0.7945833333333333, 1.0]}, {"frames": [108, 109], "aligned": true, "reason": "aligned", "common_tracks": [97, 96], "knots0": [0.0, 0.4658333333333333, 0.7945833333333333, 1.0], "knots1": [0.0, 0.4625, 0.7491666666666666, 1.0]}, {"frames": [109, 110], "aligned": true, "reason": "aligned", "common_tracks": [97], "knots0": [0.0, 0.4625, 1.0], "knots1": [0.0, 0.4920833333333333, 1.0]}, {"frames": [110, 111], "aligned": true, "reason": "aligned", "common_tracks": [97], "knots0": [0.0, 0.4920833333333333, 1.0], "knots1": [0.0, 0.5, 1.0]}, {"frames": [111, 112], "aligned": true, "reason": "aligned", "common_tracks": [97], "knots0": [0.0, 0.5, 1.0], "knots1": [0.0, 0.5, 1.0]}, {"frames": [112, 113], "aligned": true, "reason": "aligned", "common_tracks": [97], "knots0": [0.0, 0.5, 1.0], "knots1": [0.0, 0.5, 1.0]}, {"frames": [113, 114], "aligned": true, "reason": "aligned", "common_tracks": [97], "knots0": [0.0, 0.5, 1.0], "knots1": [0.0, 0.4575, 1.0]}, {"frames": [114, 115], "aligned": true, "reason": "aligned", "common_tracks": [97], "knots0": [0.0, 0.4575, 1.0], "knots1": [0.0, 0.5029166666666667, 1.0]}, {"frames": [115, 116], "aligned": true, "reason": "aligned", "common_tracks": [97], "knots0": [0.0, 0.5029166666666667, 1.0], "knots1": [0.0, 0.5754166666666667, 1.0]}, {"frames": [116, 117], "aligned": true, "reason": "aligned", "common_tracks": [97, 105], "knots0": [0.0, 0.5754166666666667, 0.7533333333333333, 1.0], "knots1": [0.0, 0.4870833333333333, 0.8108333333333333, 1.0]}, {"frames": [117, 118], "aligned": true, "reason": "aligned", "common_tracks": [97], "knots0": [0.0, 0.4870833333333333, 1.0], "knots1": [0.0, 0.5, 1.0]}, {"frames": [118, 119], "aligned": true, "reason": "aligned", "common_tracks": [97], "knots0": [0.0, 0.5, 1.0], "knots1": [0.0, 0.5004166666666666, 1.0]}, {"frames": [119, 120], "aligned": false, "reason": "no common extrema", "common_tracks": [], "knots0": [0.0, 1.0], "knots1": [0.0, 1.0]}, {"frames": [120, 121], "aligned": true, "reason": "aligned", "common_tracks": [110, 109], "knots0": [0.0, 0.46625, 0.6704166666666667, 1.0], "knots1": [0.0, 0.46041666666666664, 0.7491666666666666, 1.0]}, {"frames": [121, 122], "aligned": true, "reason": "aligned", "common_tracks": [110, 109], "knots0": [0.0, 0.46041666666666664, 0.7491666666666666, 1.0], "knots1": [0.0, 0.4166666666666667, 0.8108333333333333, 1.0]}, {"frames": [122, 123], "aligned": true, "reason": "aligned", "common_tracks": [110], "knots0": [0.0, 0.4166666666666667, 1.0], "knots1": [0.0, 0.56125, 1.0]}, {"frames": [123, 124], "aligned": true, "reason": "aligned", "common_tracks": [110], "knots0": [0.0, 0.56125, 1.0], "knots1": [0.0, 0.44625, 1.0]}, {"frames": [124, 125], "aligned": true, "reason": "aligned", "common_tracks": [110, 112], "knots0": [0.0, 0.44625, 0.7804166666666666, 1.0], "knots1": [0.0, 0.5145833333333333, 0.7608333333333334, 1.0]}, {"frames": [125, 126], "aligned": false, "reason": "crossing extrema order", "common_tracks": [114, 110, 112], "knots0": [0.0, 0.28375, 0.5145833333333333, 0.7608333333333334, 1.0], "knots1": [0.0, 0.6458333333333334, 0.5354166666666667, 0.73375, 1.0]}, {"frames": [126, 127], "aligned": false, "reason": "crossing extrema order", "common_tracks": [110, 112], "knots0": [0.0, 0.5354166666666667, 0.73375, 1.0], "knots1": [0.0, 0.6375, 0.41125, 1.0]}, {"frames": [127, 128], "aligned": true, "reason": "aligned", "common_tracks": [112], "knots0": [0.0, 0.41125, 1.0], "knots1": [0.0, 0.5, 1.0]}, {"frames": [128, 129], "aligned": true, "reason": "aligned", "common_tracks": [112], "knots0": [0.0, 0.5, 1.0], "knots1": [0.0, 0.585, 1.0]}, {"frames": [129, 130], "aligned": true, "reason": "aligned", "common_tracks": [118, 112], "knots0": [0.0, 0.24125, 0.585, 1.0], "knots1": [0.0, 0.43041666666666667, 0.7308333333333333, 1.0]}, {"frames": [130, 131], "aligned": false, "reason": "large position jump", "common_tracks": [112], "knots0": [0.0, 0.7308333333333333, 1.0], "knots1": [0.0, 0.5004166666666666, 1.0]}, {"frames": [131, 132], "aligned": false, "reason": "large position jump", "common_tracks": [112], "knots0": [0.0, 0.5004166666666666, 1.0], "knots1": [0.0, 0.8, 1.0]}, {"frames": [132, 133], "aligned": true, "reason": "aligned", "common_tracks": [122, 112], "knots0": [0.0, 0.4870833333333333, 0.8, 1.0], "knots1": [0.0, 0.4791666666666667, 0.785, 1.0]}, {"frames": [133, 134], "aligned": true, "reason": "aligned", "common_tracks": [122, 112], "knots0": [0.0, 0.4791666666666667, 0.785, 1.0], "knots1": [0.0, 0.44666666666666666, 0.7670833333333333, 1.0]}, {"frames": [134, 135], "aligned": true, "reason": "aligned", "common_tracks": [122, 112], "knots0": [0.0, 0.44666666666666666, 0.7670833333333333, 1.0], "knots1": [0.0, 0.46208333333333335, 0.67375, 1.0]}, {"frames": [135, 136], "aligned": true, "reason": "aligned", "common_tracks": [122], "knots0": [0.0, 0.46208333333333335, 1.0], "knots1": [0.0, 0.5, 1.0]}, {"frames": [136, 137], "aligned": true, "reason": "aligned", "common_tracks": [122], "knots0": [0.0, 0.5, 1.0], "knots1": [0.0, 0.425, 1.0]}, {"frames": [137, 138], "aligned": true, "reason": "aligned", "common_tracks": [122], "knots0": [0.0, 0.425, 1.0], "knots1": [0.0, 0.5629166666666666, 1.0]}, {"frames": [138, 139], "aligned": true, "reason": "aligned", "common_tracks": [128, 122], "knots0": [0.0, 0.17541666666666667, 0.5629166666666666, 1.0], "knots1": [0.0, 0.1925, 0.56125, 1.0]}, {"frames": [139, 140], "aligned": false, "reason": "crossing extrema order", "common_tracks": [128, 122, 129], "knots0": [0.0, 0.1925, 0.56125, 0.6979166666666666, 1.0], "knots1": [0.0, 0.14625, 0.5683333333333334, 0.38958333333333334, 1.0]}, {"frames": [140, 141], "aligned": false, "reason": "crossing extrema order", "common_tracks": [129, 122], "knots0": [0.0, 0.38958333333333334, 0.5683333333333334, 1.0], "knots1": [0.0, 0.8, 0.4354166666666667, 1.0]}, {"frames": [141, 142], "aligned": true, "reason": "aligned", "common_tracks": [122, 129], "knots0": [0.0, 0.4354166666666667, 0.8, 1.0], "knots1": [0.0, 0.42333333333333334, 0.79375, 1.0]}, {"frames": [142, 143], "aligned": true, "reason": "aligned", "common_tracks": [122], "knots0": [0.0, 0.42333333333333334, 1.0], "knots1": [0.0, 0.5, 1.0]}, {"frames": [143, 144], "aligned": true, "reason": "aligned", "common_tracks": [122], "knots0": [0.0, 0.5, 1.0], "knots1": [0.0, 0.5, 1.0]}, {"frames": [144, 145], "aligned": true, "reason": "aligned", "common_tracks": [122], "knots0": [0.0, 0.5, 1.0], "knots1": [0.0, 0.4166666666666667, 1.0]}, {"frames": [145, 146], "aligned": false, "reason": "crossing extrema order", "common_tracks": [122, 130], "knots0": [0.0, 0.4166666666666667, 0.7029166666666666, 1.0], "knots1": [0.0, 0.4979166666666667, 0.39166666666666666, 1.0]}, {"frames": [146, 147], "aligned": false, "reason": "crossing extrema order", "common_tracks": [130, 132], "knots0": [0.0, 0.39166666666666666, 0.5491666666666667, 1.0], "knots1": [0.0, 0.595, 0.46166666666666667, 1.0]}, {"frames": [147, 148], "aligned": true, "reason": "aligned", "common_tracks": [132], "knots0": [0.0, 0.46166666666666667, 1.0], "knots1": [0.0, 0.5541666666666667, 1.0]}, {"frames": [148, 149], "aligned": true, "reason": "aligned", "common_tracks": [132], "knots0": [0.0, 0.5541666666666667, 1.0], "knots1": [0.0, 0.5, 1.0]}, {"frames": [149, 150], "aligned": true, "reason": "aligned", "common_tracks": [132], "knots0": [0.0, 0.5, 1.0], "knots1": [0.0, 0.5, 1.0]}, {"frames": [150, 151], "aligned": true, "reason": "aligned", "common_tracks": [132], "knots0": [0.0, 0.5, 1.0], "knots1": [0.0, 0.425, 1.0]}, {"frames": [151, 152], "aligned": true, "reason": "aligned", "common_tracks": [132], "knots0": [0.0, 0.425, 1.0], "knots1": [0.0, 0.5, 1.0]}, {"frames": [152, 153], "aligned": true, "reason": "aligned", "common_tracks": [132], "knots0": [0.0, 0.5, 1.0], "knots1": [0.0, 0.5029166666666667, 1.0]}, {"frames": [153, 154], "aligned": true, "reason": "aligned", "common_tracks": [132], "knots0": [0.0, 0.5029166666666667, 1.0], "knots1": [0.0, 0.38208333333333333, 1.0]}, {"frames": [154, 155], "aligned": true, "reason": "aligned", "common_tracks": [132], "knots0": [0.0, 0.38208333333333333, 1.0], "knots1": [0.0, 0.5, 1.0]}, {"frames": [155, 156], "aligned": true, "reason": "aligned", "common_tracks": [132], "knots0": [0.0, 0.5, 1.0], "knots1": [0.0, 0.44708333333333333, 1.0]}, {"frames": [156, 157], "aligned": true, "reason": "aligned", "common_tracks": [132, 137], "knots0": [0.0, 0.44708333333333333, 0.77, 1.0], "knots1": [0.0, 0.4425, 0.7854166666666667, 1.0]}, {"frames": [157, 158], "aligned": true, "reason": "aligned", "common_tracks": [132], "knots0": [0.0, 0.4425, 1.0], "knots1": [0.0, 0.5, 1.0]}, {"frames": [158, 159], "aligned": true, "reason": "aligned", "common_tracks": [132], "knots0": [0.0, 0.5, 1.0], "knots1": [0.0, 0.5620833333333334, 1.0]}, {"frames": [159, 160], "aligned": true, "reason": "aligned", "common_tracks": [132], "knots0": [0.0, 0.5620833333333334, 1.0], "knots1": [0.0, 0.5, 1.0]}, {"frames": [160, 161], "aligned": true, "reason": "aligned", "common_tracks": [132], "knots0": [0.0, 0.5, 1.0], "knots1": [0.0, 0.5, 1.0]}, {"frames": [161, 162], "aligned": true, "reason": "aligned", "common_tracks": [132], "knots0": [0.0, 0.5, 1.0], "knots1": [0.0, 0.5, 1.0]}, {"frames": [162, 163], "aligned": true, "reason": "aligned", "common_tracks": [132], "knots0": [0.0, 0.5, 1.0], "knots1": [0.0, 0.5, 1.0]}, {"frames": [163, 164], "aligned": true, "reason": "aligned", "common_tracks": [132], "knots0": [0.0, 0.5, 1.0], "knots1": [0.0, 0.49666666666666665, 1.0]}, {"frames": [164, 165], "aligned": true, "reason": "aligned", "common_tracks": [132, 141], "knots0": [0.0, 0.49666666666666665, 0.6366666666666667, 1.0], "knots1": [0.0, 0.46541666666666665, 0.6120833333333333, 1.0]}, {"frames": [165, 166], "aligned": true, "reason": "aligned", "common_tracks": [132], "knots0": [0.0, 0.46541666666666665, 1.0], "knots1": [0.0, 0.5, 1.0]}, {"frames": [166, 167], "aligned": true, "reason": "aligned", "common_tracks": [132], "knots0": [0.0, 0.5, 1.0], "knots1": [0.0, 0.5, 1.0]}, {"frames": [167, 168], "aligned": true, "reason": "aligned", "common_tracks": [132], "knots0": [0.0, 0.5, 1.0], "knots1": [0.0, 0.5, 1.0]}, {"frames": [168, 169], "aligned": true, "reason": "aligned", "common_tracks": [132], "knots0": [0.0, 0.5, 1.0], "knots1": [0.0, 0.5, 1.0]}, {"frames": [169, 170], "aligned": true, "reason": "aligned", "common_tracks": [132], "knots0": [0.0, 0.5, 1.0], "knots1": [0.0, 0.5, 1.0]}, {"frames": [170, 171], "aligned": true, "reason": "aligned", "common_tracks": [132], "knots0": [0.0, 0.5, 1.0], "knots1": [0.0, 0.43625, 1.0]}, {"frames": [171, 172], "aligned": true, "reason": "aligned", "common_tracks": [132], "knots0": [0.0, 0.43625, 1.0], "knots1": [0.0, 0.5, 1.0]}, {"frames": [172, 173], "aligned": true, "reason": "aligned", "common_tracks": [132], "knots0": [0.0, 0.5, 1.0], "knots1": [0.0, 0.5, 1.0]}, {"frames": [173, 174], "aligned": true, "reason": "aligned", "common_tracks": [132], "knots0": [0.0, 0.5, 1.0], "knots1": [0.0, 0.5, 1.0]}, {"frames": [174, 175], "aligned": true, "reason": "aligned", "common_tracks": [132], "knots0": [0.0, 0.5, 1.0], "knots1": [0.0, 0.5, 1.0]}, {"frames": [175, 176], "aligned": true, "reason": "aligned", "common_tracks": [132], "knots0": [0.0, 0.5, 1.0], "knots1": [0.0, 0.5, 1.0]}, {"frames": [176, 177], "aligned": true, "reason": "aligned", "common_tracks": [132], "knots0": [0.0, 0.5, 1.0], "knots1": [0.0, 0.5, 1.0]}, {"frames": [177, 178], "aligned": true, "reason": "aligned", "common_tracks": [132], "knots0": [0.0, 0.5, 1.0], "knots1": [0.0, 0.41541666666666666, 1.0]}, {"frames": [178, 179], "aligned": true, "reason": "aligned", "common_tracks": [132, 143], "knots0": [0.0, 0.41541666666666666, 0.7779166666666667, 1.0], "knots1": [0.0, 0.3908333333333333, 0.7779166666666667, 1.0]}, {"frames": [179, 180], "aligned": true, "reason": "aligned", "common_tracks": [132, 143], "knots0": [0.0, 0.3908333333333333, 0.7779166666666667, 1.0], "knots1": [0.0, 0.4975, 0.7716666666666666, 1.0]}, {"frames": [180, 181], "aligned": true, "reason": "aligned", "common_tracks": [132, 143], "knots0": [0.0, 0.4975, 0.7716666666666666, 1.0], "knots1": [0.0, 0.40375, 0.7854166666666667, 1.0]}, {"frames": [181, 182], "aligned": true, "reason": "aligned", "common_tracks": [132], "knots0": [0.0, 0.40375, 1.0], "knots1": [0.0, 0.5, 1.0]}, {"frames": [182, 183], "aligned": true, "reason": "aligned", "common_tracks": [132], "knots0": [0.0, 0.5, 1.0], "knots1": [0.0, 0.5, 1.0]}, {"frames": [183, 184], "aligned": true, "reason": "aligned", "common_tracks": [132], "knots0": [0.0, 0.5, 1.0], "knots1": [0.0, 0.5479166666666667, 1.0]}, {"frames": [184, 185], "aligned": true, "reason": "aligned", "common_tracks": [145, 132], "knots0": [0.0, 0.3625, 0.5479166666666667, 1.0], "knots1": [0.0, 0.20541666666666666, 0.5454166666666667, 1.0]}, {"frames": [185, 186], "aligned": false, "reason": "crossing extrema order", "common_tracks": [146, 132, 147], "knots0": [0.0, 0.3925, 0.5454166666666667, 0.6845833333333333, 1.0], "knots1": [0.0, 0.7695833333333333, 0.5475, 0.35083333333333333, 1.0]}, {"frames": [186, 187], "aligned": true, "reason": "aligned", "common_tracks": [147, 132, 146], "knots0": [0.0, 0.35083333333333333, 0.5475, 0.7695833333333333, 1.0], "knots1": [0.0, 0.3466666666666667, 0.60875, 0.7, 1.0]}, {"frames": [187, 188], "aligned": true, "reason": "aligned", "common_tracks": [147, 149, 146], "knots0": [0.0, 0.3466666666666667, 0.42083333333333334, 0.7, 1.0], "knots1": [0.0, 0.35791666666666666, 0.4354166666666667, 0.7729166666666667, 1.0]}, {"frames": [188, 189], "aligned": false, "reason": "large position jump", "common_tracks": [146], "knots0": [0.0, 0.7729166666666667, 1.0], "knots1": [0.0, 0.5, 1.0]}, {"frames": [189, 190], "aligned": true, "reason": "aligned", "common_tracks": [146], "knots0": [0.0, 0.5, 1.0], "knots1": [0.0, 0.5, 1.0]}, {"frames": [190, 191], "aligned": true, "reason": "aligned", "common_tracks": [146], "knots0": [0.0, 0.5, 1.0], "knots1": [0.0, 0.5, 1.0]}, {"frames": [191, 192], "aligned": true, "reason": "aligned", "common_tracks": [146], "knots0": [0.0, 0.5, 1.0], "knots1": [0.0, 0.5, 1.0]}, {"frames": [192, 193], "aligned": true, "reason": "aligned", "common_tracks": [146], "knots0": [0.0, 0.5, 1.0], "knots1": [0.0, 0.5141666666666667, 1.0]}, {"frames": [193, 194], "aligned": false, "reason": "crossing extrema order", "common_tracks": [151, 146], "knots0": [0.0, 0.2225, 0.5141666666666667, 1.0], "knots1": [0.0, 0.5383333333333333, 0.4041666666666667, 1.0]}, {"frames": [194, 195], "aligned": true, "reason": "aligned", "common_tracks": [146, 152], "knots0": [0.0, 0.4041666666666667, 0.7779166666666667, 1.0], "knots1": [0.0, 0.41333333333333333, 0.7775, 1.0]}, {"frames": [195, 196], "aligned": true, "reason": "aligned", "common_tracks": [146, 153, 152], "knots0": [0.0, 0.41333333333333333, 0.6266666666666667, 0.7775, 1.0], "knots1": [0.0, 0.40625, 0.6041666666666666, 0.77125, 1.0]}, {"frames": [196, 197], "aligned": true, "reason": "aligned", "common_tracks": [146, 153, 152], "knots0": [0.0, 0.40625, 0.6041666666666666, 0.77125, 1.0], "knots1": [0.0, 0.40791666666666665, 0.5145833333333333, 0.7858333333333334, 1.0]}, {"frames": [197, 198], "aligned": true, "reason": "aligned", "common_tracks": [146, 152], "knots0": [0.0, 0.40791666666666665, 0.7858333333333334, 1.0], "knots1": [0.0, 0.39625, 0.8529166666666667, 1.0]}, {"frames": [198, 199], "aligned": true, "reason": "aligned", "common_tracks": [146, 152], "knots0": [0.0, 0.39625, 0.8529166666666667, 1.0], "knots1": [0.0, 0.46541666666666665, 0.77625, 1.0]}, {"frames": [199, 200], "aligned": true, "reason": "aligned", "common_tracks": [146], "knots0": [0.0, 0.46541666666666665, 1.0], "knots1": [0.0, 0.49, 1.0]}, {"frames": [200, 201], "aligned": true, "reason": "aligned", "common_tracks": [146], "knots0": [0.0, 0.49, 1.0], "knots1": [0.0, 0.5, 1.0]}, {"frames": [201, 202], "aligned": true, "reason": "aligned", "common_tracks": [146], "knots0": [0.0, 0.5, 1.0], "knots1": [0.0, 0.5, 1.0]}, {"frames": [202, 203], "aligned": true, "reason": "aligned", "common_tracks": [146], "knots0": [0.0, 0.5, 1.0], "knots1": [0.0, 0.5, 1.0]}, {"frames": [203, 204], "aligned": true, "reason": "aligned", "common_tracks": [146], "knots0": [0.0, 0.5, 1.0], "knots1": [0.0, 0.49041666666666667, 1.0]}, {"frames": [204, 205], "aligned": true, "reason": "aligned", "common_tracks": [146, 156], "knots0": [0.0, 0.49041666666666667, 0.67, 1.0], "knots1": [0.0, 0.50125, 0.69125, 1.0]}, {"frames": [205, 206], "aligned": true, "reason": "aligned", "common_tracks": [157, 156], "knots0": [0.0, 0.44375, 0.69125, 1.0], "knots1": [0.0, 0.4529166666666667, 0.73875, 1.0]}, {"frames": [206, 207], "aligned": true, "reason": "aligned", "common_tracks": [157, 156], "knots0": [0.0, 0.4529166666666667, 0.73875, 1.0], "knots1": [0.0, 0.46166666666666667, 0.70875, 1.0]}, {"frames": [207, 208], "aligned": true, "reason": "aligned", "common_tracks": [157], "knots0": [0.0, 0.46166666666666667, 1.0], "knots1": [0.0, 0.5, 1.0]}, {"frames": [208, 209], "aligned": true, "reason": "aligned", "common_tracks": [157], "knots0": [0.0, 0.5, 1.0], "knots1": [0.0, 0.5270833333333333, 1.0]}, {"frames": [209, 210], "aligned": false, "reason": "large position jump", "common_tracks": [158], "knots0": [0.0, 0.21416666666666667, 1.0], "knots1": [0.0, 0.5004166666666666, 1.0]}, {"frames": [210, 211], "aligned": true, "reason": "aligned", "common_tracks": [158], "knots0": [0.0, 0.5004166666666666, 1.0], "knots1": [0.0, 0.5, 1.0]}, {"frames": [211, 212], "aligned": true, "reason": "aligned", "common_tracks": [158], "knots0": [0.0, 0.5, 1.0], "knots1": [0.0, 0.4325, 1.0]}, {"frames": [212, 213], "aligned": true, "reason": "aligned", "common_tracks": [158], "knots0": [0.0, 0.4325, 1.0], "knots1": [0.0, 0.57, 1.0]}, {"frames": [213, 214], "aligned": true, "reason": "aligned", "common_tracks": [158], "knots0": [0.0, 0.57, 1.0], "knots1": [0.0, 0.5, 1.0]}, {"frames": [214, 215], "aligned": true, "reason": "aligned", "common_tracks": [158], "knots0": [0.0, 0.5, 1.0], "knots1": [0.0, 0.5, 1.0]}, {"frames": [215, 216], "aligned": true, "reason": "aligned", "common_tracks": [158], "knots0": [0.0, 0.5, 1.0], "knots1": [0.0, 0.5, 1.0]}, {"frames": [216, 217], "aligned": true, "reason": "aligned", "common_tracks": [158], "knots0": [0.0, 0.5, 1.0], "knots1": [0.0, 0.5, 1.0]}, {"frames": [217, 218], "aligned": true, "reason": "aligned", "common_tracks": [158], "knots0": [0.0, 0.5, 1.0], "knots1": [0.0, 0.5, 1.0]}, {"frames": [218, 219], "aligned": true, "reason": "aligned", "common_tracks": [158], "knots0": [0.0, 0.5, 1.0], "knots1": [0.0, 0.565, 1.0]}, {"frames": [219, 220], "aligned": true, "reason": "aligned", "common_tracks": [158], "knots0": [0.0, 0.565, 1.0], "knots1": [0.0, 0.5, 1.0]}, {"frames": [220, 221], "aligned": true, "reason": "aligned", "common_tracks": [158], "knots0": [0.0, 0.5, 1.0], "knots1": [0.0, 0.5, 1.0]}, {"frames": [221, 222], "aligned": true, "reason": "aligned", "common_tracks": [158], "knots0": [0.0, 0.5, 1.0], "knots1": [0.0, 0.4083333333333333, 1.0]}, {"frames": [222, 223], "aligned": true, "reason": "aligned", "common_tracks": [158, 163], "knots0": [0.0, 0.4083333333333333, 0.685, 1.0], "knots1": [0.0, 0.40625, 0.7929166666666667, 1.0]}, {"frames": [223, 224], "aligned": false, "reason": "crossing extrema order", "common_tracks": [158, 164, 163], "knots0": [0.0, 0.40625, 0.5391666666666667, 0.7929166666666667, 1.0], "knots1": [0.0, 0.44208333333333333, 0.2475, 0.7791666666666667, 1.0]}, {"frames": [224, 225], "aligned": true, "reason": "aligned", "common_tracks": [158, 163], "knots0": [0.0, 0.44208333333333333, 0.7791666666666667, 1.0], "knots1": [0.0, 0.35, 0.8083333333333333, 1.0]}, {"frames": [225, 226], "aligned": true, "reason": "aligned", "common_tracks": [158, 163], "knots0": [0.0, 0.35, 0.8083333333333333, 1.0], "knots1": [0.0, 0.45416666666666666, 0.715, 1.0]}, {"frames": [226, 227], "aligned": true, "reason": "aligned", "common_tracks": [158], "knots0": [0.0, 0.45416666666666666, 1.0], "knots1": [0.0, 0.5, 1.0]}, {"frames": [227, 228], "aligned": true, "reason": "aligned", "common_tracks": [158], "knots0": [0.0, 0.5, 1.0], "knots1": [0.0, 0.42333333333333334, 1.0]}, {"frames": [228, 229], "aligned": true, "reason": "aligned", "common_tracks": [158, 167], "knots0": [0.0, 0.42333333333333334, 0.7991666666666667, 1.0], "knots1": [0.0, 0.4479166666666667, 0.8229166666666666, 1.0]}, {"frames": [229, 230], "aligned": true, "reason": "aligned", "common_tracks": [158], "knots0": [0.0, 0.4479166666666667, 1.0], "knots1": [0.0, 0.5, 1.0]}, {"frames": [230, 231], "aligned": true, "reason": "aligned", "common_tracks": [158], "knots0": [0.0, 0.5, 1.0], "knots1": [0.0, 0.5, 1.0]}, {"frames": [231, 232], "aligned": true, "reason": "aligned", "common_tracks": [158], "knots0": [0.0, 0.5, 1.0], "knots1": [0.0, 0.4325, 1.0]}, {"frames": [232, 233], "aligned": true, "reason": "aligned", "common_tracks": [158, 168], "knots0": [0.0, 0.4325, 0.80125, 1.0], "knots1": [0.0, 0.5395833333333333, 0.6983333333333334, 1.0]}, {"frames": [233, 234], "aligned": true, "reason": "aligned", "common_tracks": [158, 168], "knots0": [0.0, 0.5395833333333333, 0.6983333333333334, 1.0], "knots1": [0.0, 0.47041666666666665, 0.64, 1.0]}, {"frames": [234, 235], "aligned": true, "reason": "aligned", "common_tracks": [158], "knots0": [0.0, 0.47041666666666665, 1.0], "knots1": [0.0, 0.5, 1.0]}, {"frames": [235, 236], "aligned": true, "reason": "aligned", "common_tracks": [158], "knots0": [0.0, 0.5, 1.0], "knots1": [0.0, 0.66, 1.0]}, {"frames": [236, 237], "aligned": true, "reason": "aligned", "common_tracks": [172, 158], "knots0": [0.0, 0.4875, 0.66, 1.0], "knots1": [0.0, 0.53125, 0.7691666666666667, 1.0]}, {"frames": [237, 238], "aligned": true, "reason": "aligned", "common_tracks": [175, 174], "knots0": [0.0, 0.3375, 0.6329166666666667, 1.0], "knots1": [0.0, 0.37958333333333333, 0.54125, 1.0]}, {"frames": [238, 239], "aligned": true, "reason": "aligned", "common_tracks": [175, 174], "knots0": [0.0, 0.37958333333333333, 0.54125, 1.0], "knots1": [0.0, 0.21125, 0.4554166666666667, 1.0]}, {"frames": [239, 240], "aligned": false, "reason": "crossing extrema order", "common_tracks": [174, 176], "knots0": [0.0, 0.4554166666666667, 0.83125, 1.0], "knots1": [0.0, 0.51125, 0.2525, 1.0]}, {"frames": [240, 241], "aligned": true, "reason": "aligned", "common_tracks": [176, 174], "knots0": [0.0, 0.2525, 0.51125, 1.0], "knots1": [0.0, 0.24708333333333332, 0.5179166666666667, 1.0]}, {"frames": [241, 242], "aligned": false, "reason": "crossing extrema order", "common_tracks": [176, 174], "knots0": [0.0, 0.24708333333333332, 0.5179166666666667, 1.0], "knots1": [0.0, 0.71625, 0.4820833333333333, 1.0]}, {"frames": [242, 243], "aligned": true, "reason": "aligned", "common_tracks": [174, 178], "knots0": [0.0, 0.4820833333333333, 0.615, 1.0], "knots1": [0.0, 0.40625, 0.6404166666666666, 1.0]}, {"frames": [243, 244], "aligned": true, "reason": "aligned", "common_tracks": [174, 178], "knots0": [0.0, 0.40625, 0.6404166666666666, 1.0], "knots1": [0.0, 0.41833333333333333, 0.7183333333333334, 1.0]}, {"frames": [244, 245], "aligned": true, "reason": "aligned", "common_tracks": [174, 178], "knots0": [0.0, 0.41833333333333333, 0.7183333333333334, 1.0], "knots1": [0.0, 0.42583333333333334, 0.6825, 1.0]}, {"frames": [245, 246], "aligned": true, "reason": "aligned", "common_tracks": [178], "knots0": [0.0, 0.6825, 1.0], "knots1": [0.0, 0.5079166666666667, 1.0]}, {"frames": [246, 247], "aligned": true, "reason": "aligned", "common_tracks": [180, 178], "knots0": [0.0, 0.40625, 0.5079166666666667, 1.0], "knots1": [0.0, 0.43666666666666665, 0.56875, 1.0]}, {"frames": [247, 248], "aligned": true, "reason": "aligned", "common_tracks": [180, 178], "knots0": [0.0, 0.43666666666666665, 0.56875, 1.0], "knots1": [0.0, 0.40708333333333335, 0.6333333333333333, 1.0]}, {"frames": [248, 249], "aligned": true, "reason": "aligned", "common_tracks": [180, 178], "knots0": [0.0, 0.40708333333333335, 0.6333333333333333, 1.0], "knots1": [0.0, 0.4225, 0.6666666666666666, 1.0]}, {"frames": [249, 250], "aligned": true, "reason": "aligned", "common_tracks": [180, 178], "knots0": [0.0, 0.4225, 0.6666666666666666, 1.0], "knots1": [0.0, 0.49916666666666665, 0.62875, 1.0]}, {"frames": [250, 251], "aligned": true, "reason": "aligned", "common_tracks": [180, 178], "knots0": [0.0, 0.49916666666666665, 0.62875, 1.0], "knots1": [0.0, 0.42083333333333334, 0.7883333333333333, 1.0]}, {"frames": [251, 252], "aligned": true, "reason": "aligned", "common_tracks": [180, 178], "knots0": [0.0, 0.42083333333333334, 0.7883333333333333, 1.0], "knots1": [0.0, 0.4975, 0.805, 1.0]}, {"frames": [252, 253], "aligned": true, "reason": "aligned", "common_tracks": [180], "knots0": [0.0, 0.4975, 1.0], "knots1": [0.0, 0.5, 1.0]}, {"frames": [253, 254], "aligned": true, "reason": "aligned", "common_tracks": [180], "knots0": [0.0, 0.5, 1.0], "knots1": [0.0, 0.5, 1.0]}, {"frames": [254, 255], "aligned": true, "reason": "aligned", "common_tracks": [180], "knots0": [0.0, 0.5, 1.0], "knots1": [0.0, 0.5466666666666666, 1.0]}, {"frames": [255, 256], "aligned": true, "reason": "aligned", "common_tracks": [184, 180], "knots0": [0.0, 0.21041666666666667, 0.5466666666666666, 1.0], "knots1": [0.0, 0.27416666666666667, 0.5279166666666667, 1.0]}, {"frames": [256, 257], "aligned": true, "reason": "aligned", "common_tracks": [180], "knots0": [0.0, 0.5279166666666667, 1.0], "knots1": [0.0, 0.5, 1.0]}, {"frames": [257, 258], "aligned": true, "reason": "aligned", "common_tracks": [180], "knots0": [0.0, 0.5, 1.0], "knots1": [0.0, 0.59875, 1.0]}, {"frames": [258, 259], "aligned": true, "reason": "aligned", "common_tracks": [180], "knots0": [0.0, 0.59875, 1.0], "knots1": [0.0, 0.5, 1.0]}, {"frames": [259, 260], "aligned": true, "reason": "aligned", "common_tracks": [180], "knots0": [0.0, 0.5, 1.0], "knots1": [0.0, 0.5, 1.0]}, {"frames": [260, 261], "aligned": true, "reason": "aligned", "common_tracks": [180], "knots0": [0.0, 0.5, 1.0], "knots1": [0.0, 0.5441666666666667, 1.0]}, {"frames": [261, 262], "aligned": true, "reason": "aligned", "common_tracks": [180], "knots0": [0.0, 0.5441666666666667, 1.0], "knots1": [0.0, 0.5, 1.0]}, {"frames": [262, 263], "aligned": true, "reason": "aligned", "common_tracks": [180], "knots0": [0.0, 0.5, 1.0], "knots1": [0.0, 0.5, 1.0]}, {"frames": [263, 264], "aligned": true, "reason": "aligned", "common_tracks": [180], "knots0": [0.0, 0.5, 1.0], "knots1": [0.0, 0.5, 1.0]}, {"frames": [264, 265], "aligned": true, "reason": "aligned", "common_tracks": [180], "knots0": [0.0, 0.5, 1.0], "knots1": [0.0, 0.4375, 1.0]}, {"frames": [265, 266], "aligned": true, "reason": "aligned", "common_tracks": [180], "knots0": [0.0, 0.4375, 1.0], "knots1": [0.0, 0.5, 1.0]}, {"frames": [266, 267], "aligned": true, "reason": "aligned", "common_tracks": [180], "knots0": [0.0, 0.5, 1.0], "knots1": [0.0, 0.69375, 1.0]}, {"frames": [267, 268], "aligned": true, "reason": "aligned", "common_tracks": [190, 180], "knots0": [0.0, 0.4454166666666667, 0.69375, 1.0], "knots1": [0.0, 0.46708333333333335, 0.6429166666666667, 1.0]}, {"frames": [268, 269], "aligned": true, "reason": "aligned", "common_tracks": [190], "knots0": [0.0, 0.46708333333333335, 1.0], "knots1": [0.0, 0.5, 1.0]}, {"frames": [269, 270], "aligned": true, "reason": "aligned", "common_tracks": [190], "knots0": [0.0, 0.5, 1.0], "knots1": [0.0, 0.4075, 1.0]}, {"frames": [270, 271], "aligned": true, "reason": "aligned", "common_tracks": [190, 193], "knots0": [0.0, 0.4075, 0.7741666666666667, 1.0], "knots1": [0.0, 0.4220833333333333, 0.7841666666666667, 1.0]}, {"frames": [271, 272], "aligned": true, "reason": "aligned", "common_tracks": [190, 193], "knots0": [0.0, 0.4220833333333333, 0.7841666666666667, 1.0], "knots1": [0.0, 0.43416666666666665, 0.7479166666666667, 1.0]}, {"frames": [272, 273], "aligned": true, "reason": "aligned", "common_tracks": [190, 193], "knots0": [0.0, 0.43416666666666665, 0.7479166666666667, 1.0], "knots1": [0.0, 0.41333333333333333, 0.785, 1.0]}, {"frames": [273, 274], "aligned": true, "reason": "aligned", "common_tracks": [190, 193], "knots0": [0.0, 0.41333333333333333, 0.785, 1.0], "knots1": [0.0, 0.4270833333333333, 0.7770833333333333, 1.0]}, {"frames": [274, 275], "aligned": true, "reason": "aligned", "common_tracks": [190], "knots0": [0.0, 0.4270833333333333, 1.0], "knots1": [0.0, 0.5, 1.0]}, {"frames": [275, 276], "aligned": true, "reason": "aligned", "common_tracks": [190], "knots0": [0.0, 0.5, 1.0], "knots1": [0.0, 0.4404166666666667, 1.0]}, {"frames": [276, 277], "aligned": true, "reason": "aligned", "common_tracks": [190, 195], "knots0": [0.0, 0.4404166666666667, 0.6945833333333333, 1.0], "knots1": [0.0, 0.43416666666666665, 0.6633333333333333, 1.0]}, {"frames": [277, 278], "aligned": true, "reason": "aligned", "common_tracks": [195], "knots0": [0.0, 0.6633333333333333, 1.0], "knots1": [0.0, 0.5004166666666666, 1.0]}, {"frames": [278, 279], "aligned": false, "reason": "no common extrema", "common_tracks": [], "knots0": [0.0, 1.0], "knots1": [0.0, 1.0]}, {"frames": [279, 280], "aligned": true, "reason": "aligned", "common_tracks": [198, 199], "knots0": [0.0, 0.4775, 0.7379166666666667, 1.0], "knots1": [0.0, 0.4241666666666667, 0.7579166666666667, 1.0]}, {"frames": [280, 281], "aligned": true, "reason": "aligned", "common_tracks": [198], "knots0": [0.0, 0.4241666666666667, 1.0], "knots1": [0.0, 0.5, 1.0]}, {"frames": [281, 282], "aligned": true, "reason": "aligned", "common_tracks": [198], "knots0": [0.0, 0.5, 1.0], "knots1": [0.0, 0.5, 1.0]}, {"frames": [282, 283], "aligned": true, "reason": "aligned", "common_tracks": [198], "knots0": [0.0, 0.5, 1.0], "knots1": [0.0, 0.4475, 1.0]}, {"frames": [283, 284], "aligned": true, "reason": "aligned", "common_tracks": [198], "knots0": [0.0, 0.4475, 1.0], "knots1": [0.0, 0.5, 1.0]}, {"frames": [284, 285], "aligned": true, "reason": "aligned", "common_tracks": [198], "knots0": [0.0, 0.5, 1.0], "knots1": [0.0, 0.5, 1.0]}, {"frames": [285, 286], "aligned": true, "reason": "aligned", "common_tracks": [198], "knots0": [0.0, 0.5, 1.0], "knots1": [0.0, 0.5, 1.0]}, {"frames": [286, 287], "aligned": true, "reason": "aligned", "common_tracks": [198], "knots0": [0.0, 0.5, 1.0], "knots1": [0.0, 0.5, 1.0]}, {"frames": [287, 288], "aligned": true, "reason": "aligned", "common_tracks": [198], "knots0": [0.0, 0.5, 1.0], "knots1": [0.0, 0.5, 1.0]}, {"frames": [288, 289], "aligned": true, "reason": "aligned", "common_tracks": [198], "knots0": [0.0, 0.5, 1.0], "knots1": [0.0, 0.5, 1.0]}, {"frames": [289, 290], "aligned": true, "reason": "aligned", "common_tracks": [198], "knots0": [0.0, 0.5, 1.0], "knots1": [0.0, 0.5, 1.0]}, {"frames": [290, 291], "aligned": true, "reason": "aligned", "common_tracks": [198], "knots0": [0.0, 0.5, 1.0], "knots1": [0.0, 0.4116666666666667, 1.0]}, {"frames": [291, 292], "aligned": true, "reason": "aligned", "common_tracks": [198, 202], "knots0": [0.0, 0.4116666666666667, 0.8166666666666667, 1.0], "knots1": [0.0, 0.4454166666666667, 0.7583333333333333, 1.0]}, {"frames": [292, 293], "aligned": true, "reason": "aligned", "common_tracks": [198, 202], "knots0": [0.0, 0.4454166666666667, 0.7583333333333333, 1.0], "knots1": [0.0, 0.46208333333333335, 0.7816666666666666, 1.0]}, {"frames": [293, 294], "aligned": true, "reason": "aligned", "common_tracks": [198], "knots0": [0.0, 0.46208333333333335, 1.0], "knots1": [0.0, 0.5, 1.0]}, {"frames": [294, 295], "aligned": true, "reason": "aligned", "common_tracks": [198], "knots0": [0.0, 0.5, 1.0], "knots1": [0.0, 0.38666666666666666, 1.0]}, {"frames": [295, 296], "aligned": true, "reason": "aligned", "common_tracks": [198, 204], "knots0": [0.0, 0.38666666666666666, 0.7891666666666667, 1.0], "knots1": [0.0, 0.41375, 0.73875, 1.0]}, {"frames": [296, 297], "aligned": true, "reason": "aligned", "common_tracks": [198, 204], "knots0": [0.0, 0.41375, 0.73875, 1.0], "knots1": [0.0, 0.39791666666666664, 0.7458333333333333, 1.0]}, {"frames": [297, 298], "aligned": true, "reason": "aligned", "common_tracks": [198, 204], "knots0": [0.0, 0.39791666666666664, 0.7458333333333333, 1.0], "knots1": [0.0, 0.4825, 0.7475, 1.0]}, {"frames": [298, 299], "aligned": true, "reason": "aligned", "common_tracks": [198], "knots0": [0.0, 0.4825, 1.0], "knots1": [0.0, 0.5, 1.0]}, {"frames": [299, 300], "aligned": true, "reason": "aligned", "common_tracks": [198], "knots0": [0.0, 0.5, 1.0], "knots1": [0.0, 0.5, 1.0]}, {"frames": [300, 301], "aligned": true, "reason": "aligned", "common_tracks": [198], "knots0": [0.0, 0.5, 1.0], "knots1": [0.0, 0.5, 1.0]}, {"frames": [301, 302], "aligned": true, "reason": "aligned", "common_tracks": [198], "knots0": [0.0, 0.5, 1.0], "knots1": [0.0, 0.43916666666666665, 1.0]}, {"frames": [302, 303], "aligned": true, "reason": "aligned", "common_tracks": [198, 206], "knots0": [0.0, 0.43916666666666665, 0.5929166666666666, 1.0], "knots1": [0.0, 0.41041666666666665, 0.6008333333333333, 1.0]}, {"frames": [303, 304], "aligned": true, "reason": "aligned", "common_tracks": [198, 206], "knots0": [0.0, 0.41041666666666665, 0.6008333333333333, 1.0], "knots1": [0.0, 0.4, 0.6004166666666667, 1.0]}, {"frames": [304, 305], "aligned": true, "reason": "aligned", "common_tracks": [198, 206], "knots0": [0.0, 0.4, 0.6004166666666667, 1.0], "knots1": [0.0, 0.42, 0.7504166666666666, 1.0]}, {"frames": [305, 306], "aligned": true, "reason": "aligned", "common_tracks": [198, 206], "knots0": [0.0, 0.42, 0.7504166666666666, 1.0], "knots1": [0.0, 0.4275, 0.7725, 1.0]}, {"frames": [306, 307], "aligned": true, "reason": "aligned", "common_tracks": [198, 206], "knots0": [0.0, 0.4275, 0.7725, 1.0], "knots1": [0.0, 0.4479166666666667, 0.6520833333333333, 1.0]}, {"frames": [307, 308], "aligned": true, "reason": "aligned", "common_tracks": [198, 206], "knots0": [0.0, 0.4479166666666667, 0.6520833333333333, 1.0], "knots1": [0.0, 0.43041666666666667, 0.66125, 1.0]}, {"frames": [308, 309], "aligned": false, "reason": "crossing extrema order", "common_tracks": [210, 198, 209, 206], "knots0": [0.0, 0.21916666666666668, 0.43041666666666667, 0.5354166666666667, 0.66125, 1.0], "knots1": [0.0, 0.14458333333333334, 0.47, 0.3325, 0.6816666666666666, 1.0]}, {"frames": [309, 310], "aligned": true, "reason": "aligned", "common_tracks": [210, 198, 206], "knots0": [0.0, 0.14458333333333334, 0.47, 0.6816666666666666, 1.0], "knots1": [0.0, 0.14125, 0.4558333333333333, 0.6745833333333333, 1.0]}, {"frames": [310, 311], "aligned": true, "reason": "aligned", "common_tracks": [210, 198, 206], "knots0": [0.0, 0.14125, 0.4558333333333333, 0.6745833333333333, 1.0], "knots1": [0.0, 0.19833333333333333, 0.4741666666666667, 0.6529166666666667, 1.0]}, {"frames": [311, 312], "aligned": true, "reason": "aligned", "common_tracks": [210, 198, 206], "knots0": [0.0, 0.19833333333333333, 0.4741666666666667, 0.6529166666666667, 1.0], "knots1": [0.0, 0.2525, 0.4683333333333333, 0.6029166666666667, 1.0]}, {"frames": [312, 313], "aligned": true, "reason": "aligned", "common_tracks": [198, 206], "knots0": [0.0, 0.4683333333333333, 0.6029166666666667, 1.0], "knots1": [0.0, 0.4379166666666667, 0.6791666666666667, 1.0]}, {"frames": [313, 314], "aligned": true, "reason": "aligned", "common_tracks": [198], "knots0": [0.0, 0.4379166666666667, 1.0], "knots1": [0.0, 0.5, 1.0]}, {"frames": [314, 315], "aligned": true, "reason": "aligned", "common_tracks": [198], "knots0": [0.0, 0.5, 1.0], "knots1": [0.0, 0.5066666666666667, 1.0]}, {"frames": [315, 316], "aligned": true, "reason": "aligned", "common_tracks": [216, 198, 214], "knots0": [0.0, 0.39625, 0.5066666666666667, 0.75875, 1.0], "knots1": [0.0, 0.2866666666666667, 0.49041666666666667, 0.81125, 1.0]}, {"frames": [316, 317], "aligned": true, "reason": "aligned", "common_tracks": [216, 198, 214], "knots0": [0.0, 0.2866666666666667, 0.49041666666666667, 0.81125, 1.0], "knots1": [0.0, 0.2975, 0.5341666666666667, 0.84375, 1.0]}, {"frames": [317, 318], "aligned": false, "reason": "no common extrema", "common_tracks": [], "knots0": [0.0, 1.0], "knots1": [0.0, 1.0]}, {"frames": [318, 319], "aligned": false, "reason": "no common extrema", "common_tracks": [], "knots0": [0.0, 1.0], "knots1": [0.0, 1.0]}, {"frames": [319, 320], "aligned": true, "reason": "aligned", "common_tracks": [221, 220], "knots0": [0.0, 0.45458333333333334, 0.7158333333333333, 1.0], "knots1": [0.0, 0.4295833333333333, 0.76125, 1.0]}, {"frames": [320, 321], "aligned": true, "reason": "aligned", "common_tracks": [221, 220], "knots0": [0.0, 0.4295833333333333, 0.76125, 1.0], "knots1": [0.0, 0.4066666666666667, 0.8120833333333334, 1.0]}, {"frames": [321, 322], "aligned": true, "reason": "aligned", "common_tracks": [221], "knots0": [0.0, 0.4066666666666667, 1.0], "knots1": [0.0, 0.5, 1.0]}, {"frames": [322, 323], "aligned": true, "reason": "aligned", "common_tracks": [221], "knots0": [0.0, 0.5, 1.0], "knots1": [0.0, 0.5, 1.0]}, {"frames": [323, 324], "aligned": true, "reason": "aligned", "common_tracks": [221], "knots0": [0.0, 0.5, 1.0], "knots1": [0.0, 0.36625, 1.0]}, {"frames": [324, 325], "aligned": true, "reason": "aligned", "common_tracks": [221, 222], "knots0": [0.0, 0.36625, 0.7195833333333334, 1.0], "knots1": [0.0, 0.43291666666666667, 0.7066666666666667, 1.0]}, {"frames": [325, 326], "aligned": true, "reason": "aligned", "common_tracks": [221, 222], "knots0": [0.0, 0.43291666666666667, 0.7066666666666667, 1.0], "knots1": [0.0, 0.43375, 0.7004166666666667, 1.0]}, {"frames": [326, 327], "aligned": true, "reason": "aligned", "common_tracks": [224, 222], "knots0": [0.0, 0.43291666666666667, 0.7004166666666667, 1.0], "knots1": [0.0, 0.58375, 0.78375, 1.0]}, {"frames": [327, 328], "aligned": false, "reason": "crossing extrema order", "common_tracks": [225, 224, 222], "knots0": [0.0, 0.39, 0.58375, 0.78375, 1.0], "knots1": [0.0, 0.4795833333333333, 0.20083333333333334, 0.70625, 1.0]}, {"frames": [328, 329], "aligned": true, "reason": "aligned", "common_tracks": [225, 222], "knots0": [0.0, 0.4795833333333333, 0.70625, 1.0], "knots1": [0.0, 0.4533333333333333, 0.64375, 1.0]}, {"frames": [329, 330], "aligned": true, "reason": "aligned", "common_tracks": [225, 222], "knots0": [0.0, 0.4533333333333333, 0.64375, 1.0], "knots1": [0.0, 0.5191666666666667, 0.7125, 1.0]}, {"frames": [330, 331], "aligned": true, "reason": "aligned", "common_tracks": [225, 222], "knots0": [0.0, 0.5191666666666667, 0.7125, 1.0], "knots1": [0.0, 0.425, 0.7541666666666667, 1.0]}, {"frames": [331, 332], "aligned": true, "reason": "aligned", "common_tracks": [225, 222], "knots0": [0.0, 0.425, 0.7541666666666667, 1.0], "knots1": [0.0, 0.4220833333333333, 0.7820833333333334, 1.0]}, {"frames": [332, 333], "aligned": true, "reason": "aligned", "common_tracks": [225, 222], "knots0": [0.0, 0.4220833333333333, 0.7820833333333334, 1.0], "knots1": [0.0, 0.4395833333333333, 0.7729166666666667, 1.0]}, {"frames": [333, 334], "aligned": true, "reason": "aligned", "common_tracks": [225, 222], "knots0": [0.0, 0.4395833333333333, 0.7729166666666667, 1.0], "knots1": [0.0, 0.4583333333333333, 0.7975, 1.0]}, {"frames": [334, 335], "aligned": true, "reason": "aligned", "common_tracks": [225], "knots0": [0.0, 0.4583333333333333, 1.0], "knots1": [0.0, 0.5, 1.0]}, {"frames": [335, 336], "aligned": true, "reason": "aligned", "common_tracks": [225], "knots0": [0.0, 0.5, 1.0], "knots1": [0.0, 0.45666666666666667, 1.0]}, {"frames": [336, 337], "aligned": true, "reason": "aligned", "common_tracks": [225, 228], "knots0": [0.0, 0.45666666666666667, 0.78125, 1.0], "knots1": [0.0, 0.43833333333333335, 0.8145833333333333, 1.0]}, {"frames": [337, 338], "aligned": true, "reason": "aligned", "common_tracks": [225, 228], "knots0": [0.0, 0.43833333333333335, 0.8145833333333333, 1.0], "knots1": [0.0, 0.5041666666666667, 0.72875, 1.0]}, {"frames": [338, 339], "aligned": true, "reason": "aligned", "common_tracks": [225, 228], "knots0": [0.0, 0.5041666666666667, 0.72875, 1.0], "knots1": [0.0, 0.41208333333333336, 0.7466666666666667, 1.0]}, {"frames": [339, 340], "aligned": true, "reason": "aligned", "common_tracks": [225, 228], "knots0": [0.0, 0.41208333333333336, 0.7466666666666667, 1.0], "knots1": [0.0, 0.42375, 0.8041666666666667, 1.0]}, {"frames": [340, 341], "aligned": true, "reason": "aligned", "common_tracks": [225, 228], "knots0": [0.0, 0.42375, 0.8041666666666667, 1.0], "knots1": [0.0, 0.3491666666666667, 0.76375, 1.0]}, {"frames": [341, 342], "aligned": false, "reason": "crossing extrema order", "common_tracks": [225, 231, 228], "knots0": [0.0, 0.3491666666666667, 0.6129166666666667, 0.76375, 1.0], "knots1": [0.0, 0.42833333333333334, 0.8116666666666666, 0.6908333333333333, 1.0]}, {"frames": [342, 343], "aligned": true, "reason": "aligned", "common_tracks": [225], "knots0": [0.0, 0.42833333333333334, 1.0], "knots1": [0.0, 0.45208333333333334, 1.0]}, {"frames": [343, 344], "aligned": true, "reason": "aligned", "common_tracks": [225, 232], "knots0": [0.0, 0.45208333333333334, 0.8320833333333333, 1.0], "knots1": [0.0, 0.49583333333333335, 0.7575, 1.0]}, {"frames": [344, 345], "aligned": true, "reason": "aligned", "common_tracks": [234, 225], "knots0": [0.0, 0.205, 0.49583333333333335, 1.0], "knots1": [0.0, 0.15833333333333333, 0.59875, 1.0]}, {"frames": [345, 346], "aligned": true, "reason": "aligned", "common_tracks": [234, 225], "knots0": [0.0, 0.15833333333333333, 0.59875, 1.0], "knots1": [0.0, 0.2504166666666667, 0.52375, 1.0]}, {"frames": [346, 347], "aligned": false, "reason": "crossing extrema order", "common_tracks": [234, 225], "knots0": [0.0, 0.2504166666666667, 0.52375, 1.0], "knots1": [0.0, 0.65125, 0.315, 1.0]}, {"frames": [347, 348], "aligned": true, "reason": "aligned", "common_tracks": [225, 234], "knots0": [0.0, 0.315, 0.65125, 1.0], "knots1": [0.0, 0.23916666666666667, 0.5458333333333333, 1.0]}, {"frames": [348, 349], "aligned": true, "reason": "aligned", "common_tracks": [225, 234], "knots0": [0.0, 0.23916666666666667, 0.5458333333333333, 1.0], "knots1": [0.0, 0.20166666666666666, 0.5316666666666666, 1.0]}, {"frames": [349, 350], "aligned": true, "reason": "aligned", "common_tracks": [225, 234], "knots0": [0.0, 0.20166666666666666, 0.5316666666666666, 1.0], "knots1": [0.0, 0.28375, 0.49583333333333335, 1.0]}, {"frames": [350, 351], "aligned": false, "reason": "crossing extrema order", "common_tracks": [225, 234, 239], "knots0": [0.0, 0.28375, 0.49583333333333335, 0.6529166666666667, 1.0], "knots1": [0.0, 0.6529166666666667, 0.4533333333333333, 0.7020833333333333, 1.0]}, {"frames": [351, 352], "aligned": true, "reason": "aligned", "common_tracks": [234], "knots0": [0.0, 0.4533333333333333, 1.0], "knots1": [0.0, 0.5, 1.0]}, {"frames": [352, 353], "aligned": true, "reason": "aligned", "common_tracks": [234], "knots0": [0.0, 0.5, 1.0], "knots1": [0.0, 0.5, 1.0]}, {"frames": [353, 354], "aligned": true, "reason": "aligned", "common_tracks": [234], "knots0": [0.0, 0.5, 1.0], "knots1": [0.0, 0.32666666666666666, 1.0]}, {"frames": [354, 355], "aligned": false, "reason": "crossing extrema order", "common_tracks": [234, 241, 240], "knots0": [0.0, 0.32666666666666666, 0.55375, 0.7145833333333333, 1.0], "knots1": [0.0, 0.34791666666666665, 0.83125, 0.6095833333333334, 1.0]}, {"frames": [355, 356], "aligned": true, "reason": "aligned", "common_tracks": [234, 241], "knots0": [0.0, 0.34791666666666665, 0.83125, 1.0], "knots1": [0.0, 0.49875, 0.8204166666666667, 1.0]}, {"frames": [356, 357], "aligned": false, "reason": "crossing extrema order", "common_tracks": [234, 241], "knots0": [0.0, 0.49875, 0.8204166666666667, 1.0], "knots1": [0.0, 0.50375, 0.205, 1.0]}, {"frames": [357, 358], "aligned": true, "reason": "aligned", "common_tracks": [234], "knots0": [0.0, 0.50375, 1.0], "knots1": [0.0, 0.51, 1.0]}, {"frames": [358, 359], "aligned": true, "reason": "aligned", "common_tracks": [234], "knots0": [0.0, 0.51, 1.0], "knots1": [0.0, 0.5, 1.0]}, {"frames": [359, 360], "aligned": true, "reason": "aligned", "common_tracks": [234], "knots0": [0.0, 0.5, 1.0], "knots1": [0.0, 0.4275, 1.0]}, {"frames": [360, 361], "aligned": true, "reason": "aligned", "common_tracks": [234, 248], "knots0": [0.0, 0.4275, 0.6616666666666666, 1.0], "knots1": [0.0, 0.4241666666666667, 0.6345833333333334, 1.0]}, {"frames": [361, 362], "aligned": true, "reason": "aligned", "common_tracks": [234, 248], "knots0": [0.0, 0.4241666666666667, 0.6345833333333334, 1.0], "knots1": [0.0, 0.37916666666666665, 0.5879166666666666, 1.0]}, {"frames": [362, 363], "aligned": true, "reason": "aligned", "common_tracks": [234, 248], "knots0": [0.0, 0.37916666666666665, 0.5879166666666666, 1.0], "knots1": [0.0, 0.485, 0.6658333333333334, 1.0]}, {"frames": [363, 364], "aligned": true, "reason": "aligned", "common_tracks": [252, 234, 248], "knots0": [0.0, 0.13875, 0.485, 0.6658333333333334, 1.0], "knots1": [0.0, 0.145, 0.5608333333333333, 0.6641666666666667, 1.0]}, {"frames": [364, 365], "aligned": true, "reason": "aligned", "common_tracks": [252, 234, 248], "knots0": [0.0, 0.145, 0.5608333333333333, 0.6641666666666667, 1.0], "knots1": [0.0, 0.09416666666666666, 0.40208333333333335, 0.7208333333333333, 1.0]}], "scope": "Intermediate columns are display reconstruction, not observations or new RG-MTM layout/optimization results. Scientific metrics use original saved frames."}, "ST-MTM": {"method": "anchor-aligned piecewise linear display reconstruction", "display_samples_per_frame": 3, "original_frames_exact": true, "original_rows": 4096, "no_scalar_overshoot": true, "aligned_intervals": 353, "interval_count": 365, "fallback_intervals": [[30, 31], [33, 34], [105, 106], [119, 120], [186, 187], [278, 279], [309, 310], [310, 311], [311, 312], [317, 318], [318, 319], [350, 351]], "jump_threshold_L": 0.2, "intervals": [{"frames": [0, 1], "aligned": true, "reason": "aligned", "common_tracks": [1, 0], "knots0": [0.0, 0.4402930402930403, 0.5987789987789988, 1.0], "knots1": [0.0, 0.39365079365079364, 0.6454212454212455, 1.0]}, {"frames": [1, 2], "aligned": true, "reason": "aligned", "common_tracks": [1, 0], "knots0": [0.0, 0.39365079365079364, 0.6454212454212455, 1.0], "knots1": [0.0, 0.4336996336996337, 0.6053724053724053, 1.0]}, {"frames": [2, 3], "aligned": true, "reason": "aligned", "common_tracks": [1, 0], "knots0": [0.0, 0.4336996336996337, 0.6053724053724053, 1.0], "knots1": [0.0, 0.44468864468864466, 0.5943833943833944, 1.0]}, {"frames": [3, 4], "aligned": true, "reason": "aligned", "common_tracks": [0], "knots0": [0.0, 0.5943833943833944, 1.0], "knots1": [0.0, 0.5943833943833944, 1.0]}, {"frames": [4, 5], "aligned": true, "reason": "aligned", "common_tracks": [0, 4], "knots0": [0.0, 0.5943833943833944, 0.7274725274725274, 1.0], "knots1": [0.0, 0.6144078144078144, 0.7076923076923077, 1.0]}, {"frames": [5, 6], "aligned": true, "reason": "aligned", "common_tracks": [0, 4, 5], "knots0": [0.0, 0.6144078144078144, 0.7076923076923077, 0.8891330891330891, 1.0], "knots1": [0.0, 0.611965811965812, 0.7316239316239316, 0.8671550671550672, 1.0]}, {"frames": [6, 7], "aligned": true, "reason": "aligned", "common_tracks": [0, 4, 5], "knots0": [0.0, 0.611965811965812, 0.7316239316239316, 0.8671550671550672, 1.0], "knots1": [0.0, 0.6158730158730159, 0.7296703296703296, 0.8654456654456655, 1.0]}, {"frames": [7, 8], "aligned": true, "reason": "aligned", "common_tracks": [0, 5], "knots0": [0.0, 0.6158730158730159, 0.8654456654456655, 1.0], "knots1": [0.0, 0.6434676434676435, 0.8378510378510379, 1.0]}, {"frames": [8, 9], "aligned": true, "reason": "aligned", "common_tracks": [0], "knots0": [0.0, 0.6434676434676435, 1.0], "knots1": [0.0, 0.6434676434676435, 1.0]}, {"frames": [9, 10], "aligned": true, "reason": "aligned", "common_tracks": [0, 7], "knots0": [0.0, 0.6434676434676435, 0.7528693528693529, 1.0], "knots1": [0.0, 0.6444444444444445, 0.7516483516483516, 1.0]}, {"frames": [10, 11], "aligned": true, "reason": "aligned", "common_tracks": [8, 0], "knots0": [0.0, 0.5396825396825397, 0.6444444444444445, 1.0], "knots1": [0.0, 0.5162393162393163, 0.6681318681318681, 1.0]}, {"frames": [11, 12], "aligned": true, "reason": "aligned", "common_tracks": [0], "knots0": [0.0, 0.6681318681318681, 1.0], "knots1": [0.0, 0.6681318681318681, 1.0]}, {"frames": [12, 13], "aligned": true, "reason": "aligned", "common_tracks": [0], "knots0": [0.0, 0.6681318681318681, 1.0], "knots1": [0.0, 0.6681318681318681, 1.0]}, {"frames": [13, 14], "aligned": true, "reason": "aligned", "common_tracks": [0], "knots0": [0.0, 0.6681318681318681, 1.0], "knots1": [0.0, 0.6681318681318681, 1.0]}, {"frames": [14, 15], "aligned": true, "reason": "aligned", "common_tracks": [0], "knots0": [0.0, 0.6681318681318681, 1.0], "knots1": [0.0, 0.6681318681318681, 1.0]}, {"frames": [15, 16], "aligned": true, "reason": "aligned", "common_tracks": [0], "knots0": [0.0, 0.6681318681318681, 1.0], "knots1": [0.0, 0.6681318681318681, 1.0]}, {"frames": [16, 17], "aligned": true, "reason": "aligned", "common_tracks": [13, 0], "knots0": [0.0, 0.48864468864468863, 0.6681318681318681, 1.0], "knots1": [0.0, 0.4581196581196581, 0.6986568986568986, 1.0]}, {"frames": [17, 18], "aligned": true, "reason": "aligned", "common_tracks": [13, 0, 14], "knots0": [0.0, 0.4581196581196581, 0.6986568986568986, 0.809035409035409, 1.0], "knots1": [0.0, 0.5081807081807082, 0.6722832722832723, 0.7853479853479853, 1.0]}, {"frames": [18, 19], "aligned": true, "reason": "aligned", "common_tracks": [13, 0], "knots0": [0.0, 0.5081807081807082, 0.6722832722832723, 1.0], "knots1": [0.0, 0.48766788766788766, 0.6927960927960928, 1.0]}, {"frames": [19, 20], "aligned": true, "reason": "aligned", "common_tracks": [0], "knots0": [0.0, 0.6927960927960928, 1.0], "knots1": [0.0, 0.6927960927960928, 1.0]}, {"frames": [20, 21], "aligned": true, "reason": "aligned", "common_tracks": [0], "knots0": [0.0, 0.6927960927960928, 1.0], "knots1": [0.0, 0.6927960927960928, 1.0]}, {"frames": [21, 22], "aligned": true, "reason": "aligned", "common_tracks": [0], "knots0": [0.0, 0.6927960927960928, 1.0], "knots1": [0.0, 0.6927960927960928, 1.0]}, {"frames": [22, 23], "aligned": true, "reason": "aligned", "common_tracks": [0], "knots0": [0.0, 0.6927960927960928, 1.0], "knots1": [0.0, 0.6927960927960928, 1.0]}, {"frames": [23, 24], "aligned": true, "reason": "aligned", "common_tracks": [0, 18], "knots0": [0.0, 0.6927960927960928, 0.7684981684981685, 1.0], "knots1": [0.0, 0.6612942612942613, 0.8002442002442003, 1.0]}, {"frames": [24, 25], "aligned": true, "reason": "aligned", "common_tracks": [0, 18], "knots0": [0.0, 0.6612942612942613, 0.8002442002442003, 1.0], "knots1": [0.0, 0.6627594627594627, 0.7985347985347986, 1.0]}, {"frames": [25, 26], "aligned": true, "reason": "aligned", "common_tracks": [18, 21], "knots0": [0.0, 0.7985347985347986, 0.9213675213675213, 1.0], "knots1": [0.0, 0.7829059829059829, 0.9372405372405372, 1.0]}, {"frames": [26, 27], "aligned": true, "reason": "aligned", "common_tracks": [18], "knots0": [0.0, 0.7829059829059829, 1.0], "knots1": [0.0, 0.7829059829059829, 1.0]}, {"frames": [27, 28], "aligned": true, "reason": "aligned", "common_tracks": [18], "knots0": [0.0, 0.7829059829059829, 1.0], "knots1": [0.0, 0.7829059829059829, 1.0]}, {"frames": [28, 29], "aligned": true, "reason": "aligned", "common_tracks": [18], "knots0": [0.0, 0.7829059829059829, 1.0], "knots1": [0.0, 0.7829059829059829, 1.0]}, {"frames": [29, 30], "aligned": true, "reason": "aligned", "common_tracks": [18], "knots0": [0.0, 0.7829059829059829, 1.0], "knots1": [0.0, 0.7829059829059829, 1.0]}, {"frames": [30, 31], "aligned": false, "reason": "no common extrema", "common_tracks": [], "knots0": [0.0, 1.0], "knots1": [0.0, 1.0]}, {"frames": [31, 32], "aligned": true, "reason": "aligned", "common_tracks": [31], "knots0": [0.0, 0.6398046398046398, 1.0], "knots1": [0.0, 0.6398046398046398, 1.0]}, {"frames": [32, 33], "aligned": true, "reason": "aligned", "common_tracks": [31, 33], "knots0": [0.0, 0.6398046398046398, 0.7516483516483516, 1.0], "knots1": [0.0, 0.6332112332112332, 0.7582417582417582, 1.0]}, {"frames": [33, 34], "aligned": false, "reason": "crossing extrema order", "common_tracks": [31, 33, 34], "knots0": [0.0, 0.6332112332112332, 0.7582417582417582, 0.8456654456654457, 1.0], "knots1": [0.0, 0.6481074481074481, 0.8358974358974359, 0.7528693528693529, 1.0]}, {"frames": [34, 35], "aligned": true, "reason": "aligned", "common_tracks": [34, 33], "knots0": [0.0, 0.7528693528693529, 0.8358974358974359, 1.0], "knots1": [0.0, 0.7308913308913308, 0.8578754578754578, 1.0]}, {"frames": [35, 36], "aligned": true, "reason": "aligned", "common_tracks": [33], "knots0": [0.0, 0.8578754578754578, 1.0], "knots1": [0.0, 0.8578754578754578, 1.0]}, {"frames": [36, 37], "aligned": true, "reason": "aligned", "common_tracks": [33], "knots0": [0.0, 0.8578754578754578, 1.0], "knots1": [0.0, 0.8578754578754578, 1.0]}, {"frames": [37, 38], "aligned": true, "reason": "aligned", "common_tracks": [36, 33], "knots0": [0.0, 0.7238095238095238, 0.8578754578754578, 1.0], "knots1": [0.0, 0.7306471306471306, 0.851037851037851, 1.0]}, {"frames": [38, 39], "aligned": true, "reason": "aligned", "common_tracks": [36, 33], "knots0": [0.0, 0.7306471306471306, 0.851037851037851, 1.0], "knots1": [0.0, 0.7384615384615385, 0.8432234432234432, 1.0]}, {"frames": [39, 40], "aligned": true, "reason": "aligned", "common_tracks": [36, 33], "knots0": [0.0, 0.7384615384615385, 0.8432234432234432, 1.0], "knots1": [0.0, 0.7482295482295482, 0.8334554334554335, 1.0]}, {"frames": [40, 41], "aligned": true, "reason": "aligned", "common_tracks": [40, 33], "knots0": [0.0, 0.736996336996337, 0.8334554334554335, 1.0], "knots1": [0.0, 0.7321123321123321, 0.8383394383394384, 1.0]}, {"frames": [41, 42], "aligned": true, "reason": "aligned", "common_tracks": [40, 33], "knots0": [0.0, 0.7321123321123321, 0.8383394383394384, 1.0], "knots1": [0.0, 0.7301587301587301, 0.8402930402930403, 1.0]}, {"frames": [42, 43], "aligned": true, "reason": "aligned", "common_tracks": [33], "knots0": [0.0, 0.8402930402930403, 1.0], "knots1": [0.0, 0.8402930402930403, 1.0]}, {"frames": [43, 44], "aligned": true, "reason": "aligned", "common_tracks": [43, 33], "knots0": [0.0, 0.6652014652014652, 0.8402930402930403, 1.0], "knots1": [0.0, 0.6385836385836385, 0.8666666666666667, 1.0]}, {"frames": [44, 45], "aligned": true, "reason": "aligned", "common_tracks": [43, 44, 33], "knots0": [0.0, 0.6385836385836385, 0.7404151404151404, 0.8666666666666667, 1.0], "knots1": [0.0, 0.6234432234432234, 0.7467643467643468, 0.8754578754578755, 1.0]}, {"frames": [45, 46], "aligned": true, "reason": "aligned", "common_tracks": [43, 44, 33], "knots0": [0.0, 0.6234432234432234, 0.7467643467643468, 0.8754578754578755, 1.0], "knots1": [0.0, 0.63003663003663, 0.7501831501831502, 0.8654456654456655, 1.0]}, {"frames": [46, 47], "aligned": true, "reason": "aligned", "common_tracks": [43, 44], "knots0": [0.0, 0.63003663003663, 0.7501831501831502, 1.0], "knots1": [0.0, 0.6188034188034188, 0.7614163614163614, 1.0]}, {"frames": [47, 48], "aligned": true, "reason": "aligned", "common_tracks": [43], "knots0": [0.0, 0.6188034188034188, 1.0], "knots1": [0.0, 0.6188034188034188, 1.0]}, {"frames": [48, 49], "aligned": true, "reason": "aligned", "common_tracks": [43], "knots0": [0.0, 0.6188034188034188, 1.0], "knots1": [0.0, 0.6188034188034188, 1.0]}, {"frames": [49, 50], "aligned": true, "reason": "aligned", "common_tracks": [43, 45], "knots0": [0.0, 0.6188034188034188, 0.788034188034188, 1.0], "knots1": [0.0, 0.5728937728937729, 0.8336996336996337, 1.0]}, {"frames": [50, 51], "aligned": true, "reason": "aligned", "common_tracks": [43, 45], "knots0": [0.0, 0.5728937728937729, 0.8336996336996337, 1.0], "knots1": [0.0, 0.6163614163614164, 0.7904761904761904, 1.0]}, {"frames": [51, 52], "aligned": true, "reason": "aligned", "common_tracks": [43, 45], "knots0": [0.0, 0.6163614163614164, 0.7904761904761904, 1.0], "knots1": [0.0, 0.6212454212454213, 0.7855921855921856, 1.0]}, {"frames": [52, 53], "aligned": true, "reason": "aligned", "common_tracks": [43], "knots0": [0.0, 0.6212454212454213, 1.0], "knots1": [0.0, 0.6212454212454213, 1.0]}, {"frames": [53, 54], "aligned": true, "reason": "aligned", "common_tracks": [43], "knots0": [0.0, 0.6212454212454213, 1.0], "knots1": [0.0, 0.6212454212454213, 1.0]}, {"frames": [54, 55], "aligned": true, "reason": "aligned", "common_tracks": [43], "knots0": [0.0, 0.6212454212454213, 1.0], "knots1": [0.0, 0.6212454212454213, 1.0]}, {"frames": [55, 56], "aligned": true, "reason": "aligned", "common_tracks": [43, 50], "knots0": [0.0, 0.6212454212454213, 0.7684981684981685, 1.0], "knots1": [0.0, 0.6168498168498169, 0.7728937728937729, 1.0]}, {"frames": [56, 57], "aligned": true, "reason": "aligned", "common_tracks": [43, 50], "knots0": [0.0, 0.6168498168498169, 0.7728937728937729, 1.0], "knots1": [0.0, 0.5538461538461539, 0.8358974358974359, 1.0]}, {"frames": [57, 58], "aligned": true, "reason": "aligned", "common_tracks": [50], "knots0": [0.0, 0.8358974358974359, 1.0], "knots1": [0.0, 0.8358974358974359, 1.0]}, {"frames": [58, 59], "aligned": true, "reason": "aligned", "common_tracks": [56, 50], "knots0": [0.0, 0.7062271062271063, 0.8358974358974359, 1.0], "knots1": [0.0, 0.726984126984127, 0.8151404151404151, 1.0]}, {"frames": [59, 60], "aligned": true, "reason": "aligned", "common_tracks": [59, 56], "knots0": [0.0, 0.612942612942613, 0.726984126984127, 1.0], "knots1": [0.0, 0.5538461538461539, 0.7863247863247863, 1.0]}, {"frames": [60, 61], "aligned": true, "reason": "aligned", "common_tracks": [59], "knots0": [0.0, 0.5538461538461539, 1.0], "knots1": [0.0, 0.5538461538461539, 1.0]}, {"frames": [61, 62], "aligned": true, "reason": "aligned", "common_tracks": [59], "knots0": [0.0, 0.5538461538461539, 1.0], "knots1": [0.0, 0.5538461538461539, 1.0]}, {"frames": [62, 63], "aligned": true, "reason": "aligned", "common_tracks": [62, 59], "knots0": [0.0, 0.3851037851037851, 0.5538461538461539, 1.0], "knots1": [0.0, 0.37777777777777777, 0.5611721611721612, 1.0]}, {"frames": [63, 64], "aligned": true, "reason": "aligned", "common_tracks": [59], "knots0": [0.0, 0.5611721611721612, 1.0], "knots1": [0.0, 0.5611721611721612, 1.0]}, {"frames": [64, 65], "aligned": true, "reason": "aligned", "common_tracks": [64, 59], "knots0": [0.0, 0.4368742368742369, 0.5611721611721612, 1.0], "knots1": [0.0, 0.4393162393162393, 0.558974358974359, 1.0]}, {"frames": [65, 66], "aligned": true, "reason": "aligned", "common_tracks": [64, 59], "knots0": [0.0, 0.4393162393162393, 0.558974358974359, 1.0], "knots1": [0.0, 0.45958485958485956, 0.5384615384615384, 1.0]}, {"frames": [66, 67], "aligned": true, "reason": "aligned", "common_tracks": [66, 59], "knots0": [0.0, 0.4095238095238095, 0.5384615384615384, 1.0], "knots1": [0.0, 0.3938949938949939, 0.5540903540903541, 1.0]}, {"frames": [67, 68], "aligned": true, "reason": "aligned", "common_tracks": [66, 59], "knots0": [0.0, 0.3938949938949939, 0.5540903540903541, 1.0], "knots1": [0.0, 0.39829059829059826, 0.54993894993895, 1.0]}, {"frames": [68, 69], "aligned": true, "reason": "aligned", "common_tracks": [59], "knots0": [0.0, 0.54993894993895, 1.0], "knots1": [0.0, 0.54993894993895, 1.0]}, {"frames": [69, 70], "aligned": true, "reason": "aligned", "common_tracks": [59], "knots0": [0.0, 0.54993894993895, 1.0], "knots1": [0.0, 0.54993894993895, 1.0]}, {"frames": [70, 71], "aligned": true, "reason": "aligned", "common_tracks": [59, 71], "knots0": [0.0, 0.54993894993895, 0.6969474969474969, 1.0], "knots1": [0.0, 0.5079365079365079, 0.738949938949939, 1.0]}, {"frames": [71, 72], "aligned": true, "reason": "aligned", "common_tracks": [59, 72], "knots0": [0.0, 0.5079365079365079, 0.6263736263736264, 1.0], "knots1": [0.0, 0.49572649572649574, 0.6388278388278388, 1.0]}, {"frames": [72, 73], "aligned": true, "reason": "aligned", "common_tracks": [59], "knots0": [0.0, 0.49572649572649574, 1.0], "knots1": [0.0, 0.49572649572649574, 1.0]}, {"frames": [73, 74], "aligned": true, "reason": "aligned", "common_tracks": [59], "knots0": [0.0, 0.49572649572649574, 1.0], "knots1": [0.0, 0.49572649572649574, 1.0]}, {"frames": [74, 75], "aligned": true, "reason": "aligned", "common_tracks": [59, 74], "knots0": [0.0, 0.49572649572649574, 0.639072039072039, 1.0], "knots1": [0.0, 0.49401709401709404, 0.6405372405372405, 1.0]}, {"frames": [75, 76], "aligned": true, "reason": "aligned", "common_tracks": [59, 74], "knots0": [0.0, 0.49401709401709404, 0.6405372405372405, 1.0], "knots1": [0.0, 0.49230769230769234, 0.6424908424908425, 1.0]}, {"frames": [76, 77], "aligned": true, "reason": "aligned", "common_tracks": [59, 74], "knots0": [0.0, 0.49230769230769234, 0.6424908424908425, 1.0], "knots1": [0.0, 0.48717948717948717, 0.6473748473748474, 1.0]}, {"frames": [77, 78], "aligned": true, "reason": "aligned", "common_tracks": [59, 74], "knots0": [0.0, 0.48717948717948717, 0.6473748473748474, 1.0], "knots1": [0.0, 0.4512820512820513, 0.6835164835164835, 1.0]}, {"frames": [78, 79], "aligned": true, "reason": "aligned", "common_tracks": [59, 74], "knots0": [0.0, 0.4512820512820513, 0.6835164835164835, 1.0], "knots1": [0.0, 0.44884004884004886, 0.6857142857142857, 1.0]}, {"frames": [79, 80], "aligned": true, "reason": "aligned", "common_tracks": [74], "knots0": [0.0, 0.6857142857142857, 1.0], "knots1": [0.0, 0.6857142857142857, 1.0]}, {"frames": [80, 81], "aligned": true, "reason": "aligned", "common_tracks": [74], "knots0": [0.0, 0.6857142857142857, 1.0], "knots1": [0.0, 0.6857142857142857, 1.0]}, {"frames": [81, 82], "aligned": true, "reason": "aligned", "common_tracks": [78], "knots0": [0.0, 0.5252747252747253, 1.0], "knots1": [0.0, 0.5252747252747253, 1.0]}, {"frames": [82, 83], "aligned": true, "reason": "aligned", "common_tracks": [78], "knots0": [0.0, 0.5252747252747253, 1.0], "knots1": [0.0, 0.5252747252747253, 1.0]}, {"frames": [83, 84], "aligned": true, "reason": "aligned", "common_tracks": [78], "knots0": [0.0, 0.5252747252747253, 1.0], "knots1": [0.0, 0.5252747252747253, 1.0]}, {"frames": [84, 85], "aligned": true, "reason": "aligned", "common_tracks": [78], "knots0": [0.0, 0.5252747252747253, 1.0], "knots1": [0.0, 0.5252747252747253, 1.0]}, {"frames": [85, 86], "aligned": true, "reason": "aligned", "common_tracks": [78, 79], "knots0": [0.0, 0.5252747252747253, 0.6566544566544567, 1.0], "knots1": [0.0, 0.4800976800976801, 0.7018315018315018, 1.0]}, {"frames": [86, 87], "aligned": true, "reason": "aligned", "common_tracks": [78, 79], "knots0": [0.0, 0.4800976800976801, 0.7018315018315018, 1.0], "knots1": [0.0, 0.5018315018315018, 0.6803418803418804, 1.0]}, {"frames": [87, 88], "aligned": true, "reason": "aligned", "common_tracks": [79], "knots0": [0.0, 0.6803418803418804, 1.0], "knots1": [0.0, 0.6803418803418804, 1.0]}, {"frames": [88, 89], "aligned": true, "reason": "aligned", "common_tracks": [82, 79], "knots0": [0.0, 0.46544566544566546, 0.6803418803418804, 1.0], "knots1": [0.0, 0.452014652014652, 0.6935286935286935, 1.0]}, {"frames": [89, 90], "aligned": true, "reason": "aligned", "common_tracks": [82, 79], "knots0": [0.0, 0.452014652014652, 0.6935286935286935, 1.0], "knots1": [0.0, 0.4971916971916972, 0.6485958485958486, 1.0]}, {"frames": [90, 91], "aligned": true, "reason": "aligned", "common_tracks": [82, 79], "knots0": [0.0, 0.4971916971916972, 0.6485958485958486, 1.0], "knots1": [0.0, 0.4879120879120879, 0.6578754578754579, 1.0]}, {"frames": [91, 92], "aligned": true, "reason": "aligned", "common_tracks": [82], "knots0": [0.0, 0.4879120879120879, 1.0], "knots1": [0.0, 0.4879120879120879, 1.0]}, {"frames": [92, 93], "aligned": true, "reason": "aligned", "common_tracks": [82], "knots0": [0.0, 0.4879120879120879, 1.0], "knots1": [0.0, 0.4879120879120879, 1.0]}, {"frames": [93, 94], "aligned": true, "reason": "aligned", "common_tracks": [82], "knots0": [0.0, 0.4879120879120879, 1.0], "knots1": [0.0, 0.4879120879120879, 1.0]}, {"frames": [94, 95], "aligned": true, "reason": "aligned", "common_tracks": [82, 85], "knots0": [0.0, 0.4879120879120879, 0.6048840048840048, 1.0], "knots1": [0.0, 0.484004884004884, 0.6087912087912087, 1.0]}, {"frames": [95, 96], "aligned": true, "reason": "aligned", "common_tracks": [82], "knots0": [0.0, 0.484004884004884, 1.0], "knots1": [0.0, 0.484004884004884, 1.0]}, {"frames": [96, 97], "aligned": true, "reason": "aligned", "common_tracks": [82], "knots0": [0.0, 0.484004884004884, 1.0], "knots1": [0.0, 0.484004884004884, 1.0]}, {"frames": [97, 98], "aligned": true, "reason": "aligned", "common_tracks": [89], "knots0": [0.0, 0.673992673992674, 1.0], "knots1": [0.0, 0.673992673992674, 1.0]}, {"frames": [98, 99], "aligned": true, "reason": "aligned", "common_tracks": [89], "knots0": [0.0, 0.673992673992674, 1.0], "knots1": [0.0, 0.673992673992674, 1.0]}, {"frames": [99, 100], "aligned": true, "reason": "aligned", "common_tracks": [89], "knots0": [0.0, 0.673992673992674, 1.0], "knots1": [0.0, 0.673992673992674, 1.0]}, {"frames": [100, 101], "aligned": true, "reason": "aligned", "common_tracks": [89], "knots0": [0.0, 0.673992673992674, 1.0], "knots1": [0.0, 0.673992673992674, 1.0]}, {"frames": [101, 102], "aligned": true, "reason": "aligned", "common_tracks": [89], "knots0": [0.0, 0.673992673992674, 1.0], "knots1": [0.0, 0.673992673992674, 1.0]}, {"frames": [102, 103], "aligned": true, "reason": "aligned", "common_tracks": [89], "knots0": [0.0, 0.673992673992674, 1.0], "knots1": [0.0, 0.673992673992674, 1.0]}, {"frames": [103, 104], "aligned": true, "reason": "aligned", "common_tracks": [89], "knots0": [0.0, 0.673992673992674, 1.0], "knots1": [0.0, 0.673992673992674, 1.0]}, {"frames": [104, 105], "aligned": true, "reason": "aligned", "common_tracks": [89], "knots0": [0.0, 0.673992673992674, 1.0], "knots1": [0.0, 0.673992673992674, 1.0]}, {"frames": [105, 106], "aligned": false, "reason": "crossing extrema order", "common_tracks": [97, 96, 89], "knots0": [0.0, 0.4083028083028083, 0.5172161172161173, 0.673992673992674, 1.0], "knots1": [0.0, 0.4984126984126984, 0.4456654456654457, 0.6554334554334554, 1.0]}, {"frames": [106, 107], "aligned": true, "reason": "aligned", "common_tracks": [96, 97], "knots0": [0.0, 0.4456654456654457, 0.4984126984126984, 1.0], "knots1": [0.0, 0.4043956043956044, 0.5396825396825397, 1.0]}, {"frames": [107, 108], "aligned": true, "reason": "aligned", "common_tracks": [96, 97], "knots0": [0.0, 0.4043956043956044, 0.5396825396825397, 1.0], "knots1": [0.0, 0.4014652014652015, 0.5426129426129426, 1.0]}, {"frames": [108, 109], "aligned": true, "reason": "aligned", "common_tracks": [96, 97], "knots0": [0.0, 0.4014652014652015, 0.5426129426129426, 1.0], "knots1": [0.0, 0.3907203907203907, 0.5536019536019536, 1.0]}, {"frames": [109, 110], "aligned": true, "reason": "aligned", "common_tracks": [97], "knots0": [0.0, 0.5536019536019536, 1.0], "knots1": [0.0, 0.5536019536019536, 1.0]}, {"frames": [110, 111], "aligned": true, "reason": "aligned", "common_tracks": [97], "knots0": [0.0, 0.5536019536019536, 1.0], "knots1": [0.0, 0.5536019536019536, 1.0]}, {"frames": [111, 112], "aligned": true, "reason": "aligned", "common_tracks": [97], "knots0": [0.0, 0.5536019536019536, 1.0], "knots1": [0.0, 0.5536019536019536, 1.0]}, {"frames": [112, 113], "aligned": true, "reason": "aligned", "common_tracks": [97], "knots0": [0.0, 0.5536019536019536, 1.0], "knots1": [0.0, 0.5536019536019536, 1.0]}, {"frames": [113, 114], "aligned": true, "reason": "aligned", "common_tracks": [97], "knots0": [0.0, 0.5536019536019536, 1.0], "knots1": [0.0, 0.5536019536019536, 1.0]}, {"frames": [114, 115], "aligned": true, "reason": "aligned", "common_tracks": [97], "knots0": [0.0, 0.5536019536019536, 1.0], "knots1": [0.0, 0.5536019536019536, 1.0]}, {"frames": [115, 116], "aligned": true, "reason": "aligned", "common_tracks": [97], "knots0": [0.0, 0.5536019536019536, 1.0], "knots1": [0.0, 0.5536019536019536, 1.0]}, {"frames": [116, 117], "aligned": true, "reason": "aligned", "common_tracks": [105, 97], "knots0": [0.0, 0.5277167277167277, 0.5536019536019536, 1.0], "knots1": [0.0, 0.4805860805860806, 0.600976800976801, 1.0]}, {"frames": [117, 118], "aligned": true, "reason": "aligned", "common_tracks": [97], "knots0": [0.0, 0.600976800976801, 1.0], "knots1": [0.0, 0.600976800976801, 1.0]}, {"frames": [118, 119], "aligned": true, "reason": "aligned", "common_tracks": [97], "knots0": [0.0, 0.600976800976801, 1.0], "knots1": [0.0, 0.600976800976801, 1.0]}, {"frames": [119, 120], "aligned": false, "reason": "no common extrema", "common_tracks": [], "knots0": [0.0, 1.0], "knots1": [0.0, 1.0]}, {"frames": [120, 121], "aligned": true, "reason": "aligned", "common_tracks": [110, 109], "knots0": [0.0, 0.5538461538461539, 0.7174603174603175, 1.0], "knots1": [0.0, 0.5650793650793651, 0.7062271062271063, 1.0]}, {"frames": [121, 122], "aligned": true, "reason": "aligned", "common_tracks": [110, 109], "knots0": [0.0, 0.5650793650793651, 0.7062271062271063, 1.0], "knots1": [0.0, 0.5704517704517704, 0.7008547008547008, 1.0]}, {"frames": [122, 123], "aligned": true, "reason": "aligned", "common_tracks": [110], "knots0": [0.0, 0.5704517704517704, 1.0], "knots1": [0.0, 0.5704517704517704, 1.0]}, {"frames": [123, 124], "aligned": true, "reason": "aligned", "common_tracks": [110], "knots0": [0.0, 0.5704517704517704, 1.0], "knots1": [0.0, 0.5704517704517704, 1.0]}, {"frames": [124, 125], "aligned": true, "reason": "aligned", "common_tracks": [110, 112], "knots0": [0.0, 0.5704517704517704, 0.7042735042735043, 1.0], "knots1": [0.0, 0.568009768009768, 0.7067155067155068, 1.0]}, {"frames": [125, 126], "aligned": true, "reason": "aligned", "common_tracks": [114, 110, 112], "knots0": [0.0, 0.46495726495726497, 0.568009768009768, 0.7067155067155068, 1.0], "knots1": [0.0, 0.40683760683760684, 0.6481074481074481, 0.6847374847374847, 1.0]}, {"frames": [126, 127], "aligned": true, "reason": "aligned", "common_tracks": [110, 112], "knots0": [0.0, 0.6481074481074481, 0.6847374847374847, 1.0], "knots1": [0.0, 0.5902319902319902, 0.7428571428571429, 1.0]}, {"frames": [127, 128], "aligned": true, "reason": "aligned", "common_tracks": [112], "knots0": [0.0, 0.7428571428571429, 1.0], "knots1": [0.0, 0.7428571428571429, 1.0]}, {"frames": [128, 129], "aligned": true, "reason": "aligned", "common_tracks": [112], "knots0": [0.0, 0.7428571428571429, 1.0], "knots1": [0.0, 0.7428571428571429, 1.0]}, {"frames": [129, 130], "aligned": true, "reason": "aligned", "common_tracks": [112, 118], "knots0": [0.0, 0.7428571428571429, 0.9570207570207571, 1.0], "knots1": [0.0, 0.7521367521367521, 0.9477411477411477, 1.0]}, {"frames": [130, 131], "aligned": true, "reason": "aligned", "common_tracks": [112], "knots0": [0.0, 0.7521367521367521, 1.0], "knots1": [0.0, 0.7521367521367521, 1.0]}, {"frames": [131, 132], "aligned": true, "reason": "aligned", "common_tracks": [112], "knots0": [0.0, 0.7521367521367521, 1.0], "knots1": [0.0, 0.7521367521367521, 1.0]}, {"frames": [132, 133], "aligned": true, "reason": "aligned", "common_tracks": [122, 112], "knots0": [0.0, 0.6925518925518925, 0.7521367521367521, 1.0], "knots1": [0.0, 0.6586080586080586, 0.7858363858363858, 1.0]}, {"frames": [133, 134], "aligned": true, "reason": "aligned", "common_tracks": [122, 112], "knots0": [0.0, 0.6586080586080586, 0.7858363858363858, 1.0], "knots1": [0.0, 0.6463980463980464, 0.7982905982905983, 1.0]}, {"frames": [134, 135], "aligned": true, "reason": "aligned", "common_tracks": [122, 112], "knots0": [0.0, 0.6463980463980464, 0.7982905982905983, 1.0], "knots1": [0.0, 0.6590964590964591, 0.7853479853479853, 1.0]}, {"frames": [135, 136], "aligned": true, "reason": "aligned", "common_tracks": [122], "knots0": [0.0, 0.6590964590964591, 1.0], "knots1": [0.0, 0.6590964590964591, 1.0]}, {"frames": [136, 137], "aligned": true, "reason": "aligned", "common_tracks": [122], "knots0": [0.0, 0.6590964590964591, 1.0], "knots1": [0.0, 0.6590964590964591, 1.0]}, {"frames": [137, 138], "aligned": true, "reason": "aligned", "common_tracks": [122], "knots0": [0.0, 0.6590964590964591, 1.0], "knots1": [0.0, 0.6590964590964591, 1.0]}, {"frames": [138, 139], "aligned": true, "reason": "aligned", "common_tracks": [128, 122], "knots0": [0.0, 0.47863247863247865, 0.6590964590964591, 1.0], "knots1": [0.0, 0.4473748473748474, 0.6905982905982906, 1.0]}, {"frames": [139, 140], "aligned": true, "reason": "aligned", "common_tracks": [128, 129, 122], "knots0": [0.0, 0.4473748473748474, 0.5897435897435898, 0.6905982905982906, 1.0], "knots1": [0.0, 0.4341880341880342, 0.5870573870573871, 0.7064713064713065, 1.0]}, {"frames": [140, 141], "aligned": true, "reason": "aligned", "common_tracks": [129, 122], "knots0": [0.0, 0.5870573870573871, 0.7064713064713065, 1.0], "knots1": [0.0, 0.577045177045177, 0.7162393162393162, 1.0]}, {"frames": [141, 142], "aligned": true, "reason": "aligned", "common_tracks": [129, 122], "knots0": [0.0, 0.577045177045177, 0.7162393162393162, 1.0], "knots1": [0.0, 0.577045177045177, 0.7162393162393162, 1.0]}, {"frames": [142, 143], "aligned": true, "reason": "aligned", "common_tracks": [122], "knots0": [0.0, 0.7162393162393162, 1.0], "knots1": [0.0, 0.7162393162393162, 1.0]}, {"frames": [143, 144], "aligned": true, "reason": "aligned", "common_tracks": [122], "knots0": [0.0, 0.7162393162393162, 1.0], "knots1": [0.0, 0.7162393162393162, 1.0]}, {"frames": [144, 145], "aligned": true, "reason": "aligned", "common_tracks": [122], "knots0": [0.0, 0.7162393162393162, 1.0], "knots1": [0.0, 0.7162393162393162, 1.0]}, {"frames": [145, 146], "aligned": true, "reason": "aligned", "common_tracks": [130, 122], "knots0": [0.0, 0.5714285714285714, 0.7162393162393162, 1.0], "knots1": [0.0, 0.5851037851037851, 0.7023199023199023, 1.0]}, {"frames": [146, 147], "aligned": true, "reason": "aligned", "common_tracks": [130, 132], "knots0": [0.0, 0.5851037851037851, 0.7775335775335775, 1.0], "knots1": [0.0, 0.6034188034188034, 0.7592185592185592, 1.0]}, {"frames": [147, 148], "aligned": true, "reason": "aligned", "common_tracks": [132], "knots0": [0.0, 0.7592185592185592, 1.0], "knots1": [0.0, 0.7592185592185592, 1.0]}, {"frames": [148, 149], "aligned": true, "reason": "aligned", "common_tracks": [132], "knots0": [0.0, 0.7592185592185592, 1.0], "knots1": [0.0, 0.7592185592185592, 1.0]}, {"frames": [149, 150], "aligned": true, "reason": "aligned", "common_tracks": [132], "knots0": [0.0, 0.7592185592185592, 1.0], "knots1": [0.0, 0.7592185592185592, 1.0]}, {"frames": [150, 151], "aligned": true, "reason": "aligned", "common_tracks": [132], "knots0": [0.0, 0.7592185592185592, 1.0], "knots1": [0.0, 0.7592185592185592, 1.0]}, {"frames": [151, 152], "aligned": true, "reason": "aligned", "common_tracks": [132], "knots0": [0.0, 0.7592185592185592, 1.0], "knots1": [0.0, 0.7592185592185592, 1.0]}, {"frames": [152, 153], "aligned": true, "reason": "aligned", "common_tracks": [132], "knots0": [0.0, 0.7592185592185592, 1.0], "knots1": [0.0, 0.7592185592185592, 1.0]}, {"frames": [153, 154], "aligned": true, "reason": "aligned", "common_tracks": [132], "knots0": [0.0, 0.7592185592185592, 1.0], "knots1": [0.0, 0.7592185592185592, 1.0]}, {"frames": [154, 155], "aligned": true, "reason": "aligned", "common_tracks": [132], "knots0": [0.0, 0.7592185592185592, 1.0], "knots1": [0.0, 0.7592185592185592, 1.0]}, {"frames": [155, 156], "aligned": true, "reason": "aligned", "common_tracks": [132], "knots0": [0.0, 0.7592185592185592, 1.0], "knots1": [0.0, 0.7592185592185592, 1.0]}, {"frames": [156, 157], "aligned": true, "reason": "aligned", "common_tracks": [132, 137], "knots0": [0.0, 0.7592185592185592, 0.9347985347985348, 1.0], "knots1": [0.0, 0.7645909645909645, 0.9294261294261295, 1.0]}, {"frames": [157, 158], "aligned": true, "reason": "aligned", "common_tracks": [132], "knots0": [0.0, 0.7645909645909645, 1.0], "knots1": [0.0, 0.7645909645909645, 1.0]}, {"frames": [158, 159], "aligned": true, "reason": "aligned", "common_tracks": [132], "knots0": [0.0, 0.7645909645909645, 1.0], "knots1": [0.0, 0.7645909645909645, 1.0]}, {"frames": [159, 160], "aligned": true, "reason": "aligned", "common_tracks": [132], "knots0": [0.0, 0.7645909645909645, 1.0], "knots1": [0.0, 0.7645909645909645, 1.0]}, {"frames": [160, 161], "aligned": true, "reason": "aligned", "common_tracks": [132], "knots0": [0.0, 0.7645909645909645, 1.0], "knots1": [0.0, 0.7645909645909645, 1.0]}, {"frames": [161, 162], "aligned": true, "reason": "aligned", "common_tracks": [132], "knots0": [0.0, 0.7645909645909645, 1.0], "knots1": [0.0, 0.7645909645909645, 1.0]}, {"frames": [162, 163], "aligned": true, "reason": "aligned", "common_tracks": [132], "knots0": [0.0, 0.7645909645909645, 1.0], "knots1": [0.0, 0.7645909645909645, 1.0]}, {"frames": [163, 164], "aligned": true, "reason": "aligned", "common_tracks": [132], "knots0": [0.0, 0.7645909645909645, 1.0], "knots1": [0.0, 0.7645909645909645, 1.0]}, {"frames": [164, 165], "aligned": true, "reason": "aligned", "common_tracks": [132, 141], "knots0": [0.0, 0.7645909645909645, 0.8920634920634921, 1.0], "knots1": [0.0, 0.7540903540903541, 0.9023199023199023, 1.0]}, {"frames": [165, 166], "aligned": true, "reason": "aligned", "common_tracks": [132], "knots0": [0.0, 0.7540903540903541, 1.0], "knots1": [0.0, 0.7540903540903541, 1.0]}, {"frames": [166, 167], "aligned": true, "reason": "aligned", "common_tracks": [132], "knots0": [0.0, 0.7540903540903541, 1.0], "knots1": [0.0, 0.7540903540903541, 1.0]}, {"frames": [167, 168], "aligned": true, "reason": "aligned", "common_tracks": [132], "knots0": [0.0, 0.7540903540903541, 1.0], "knots1": [0.0, 0.7540903540903541, 1.0]}, {"frames": [168, 169], "aligned": true, "reason": "aligned", "common_tracks": [132], "knots0": [0.0, 0.7540903540903541, 1.0], "knots1": [0.0, 0.7540903540903541, 1.0]}, {"frames": [169, 170], "aligned": true, "reason": "aligned", "common_tracks": [132], "knots0": [0.0, 0.7540903540903541, 1.0], "knots1": [0.0, 0.7540903540903541, 1.0]}, {"frames": [170, 171], "aligned": true, "reason": "aligned", "common_tracks": [132], "knots0": [0.0, 0.7540903540903541, 1.0], "knots1": [0.0, 0.7540903540903541, 1.0]}, {"frames": [171, 172], "aligned": true, "reason": "aligned", "common_tracks": [132], "knots0": [0.0, 0.7540903540903541, 1.0], "knots1": [0.0, 0.7540903540903541, 1.0]}, {"frames": [172, 173], "aligned": true, "reason": "aligned", "common_tracks": [132], "knots0": [0.0, 0.7540903540903541, 1.0], "knots1": [0.0, 0.7540903540903541, 1.0]}, {"frames": [173, 174], "aligned": true, "reason": "aligned", "common_tracks": [132], "knots0": [0.0, 0.7540903540903541, 1.0], "knots1": [0.0, 0.7540903540903541, 1.0]}, {"frames": [174, 175], "aligned": true, "reason": "aligned", "common_tracks": [132], "knots0": [0.0, 0.7540903540903541, 1.0], "knots1": [0.0, 0.7540903540903541, 1.0]}, {"frames": [175, 176], "aligned": true, "reason": "aligned", "common_tracks": [132], "knots0": [0.0, 0.7540903540903541, 1.0], "knots1": [0.0, 0.7540903540903541, 1.0]}, {"frames": [176, 177], "aligned": true, "reason": "aligned", "common_tracks": [132], "knots0": [0.0, 0.7540903540903541, 1.0], "knots1": [0.0, 0.7540903540903541, 1.0]}, {"frames": [177, 178], "aligned": true, "reason": "aligned", "common_tracks": [132], "knots0": [0.0, 0.7540903540903541, 1.0], "knots1": [0.0, 0.7540903540903541, 1.0]}, {"frames": [178, 179], "aligned": true, "reason": "aligned", "common_tracks": [132, 143], "knots0": [0.0, 0.7540903540903541, 0.9137973137973138, 1.0], "knots1": [0.0, 0.7577533577533577, 0.9101343101343101, 1.0]}, {"frames": [179, 180], "aligned": true, "reason": "aligned", "common_tracks": [132, 143], "knots0": [0.0, 0.7577533577533577, 0.9101343101343101, 1.0], "knots1": [0.0, 0.7755799755799756, 0.8925518925518926, 1.0]}, {"frames": [180, 181], "aligned": true, "reason": "aligned", "common_tracks": [132, 143], "knots0": [0.0, 0.7755799755799756, 0.8925518925518926, 1.0], "knots1": [0.0, 0.7609279609279609, 0.9072039072039072, 1.0]}, {"frames": [181, 182], "aligned": true, "reason": "aligned", "common_tracks": [132], "knots0": [0.0, 0.7609279609279609, 1.0], "knots1": [0.0, 0.7609279609279609, 1.0]}, {"frames": [182, 183], "aligned": true, "reason": "aligned", "common_tracks": [132], "knots0": [0.0, 0.7609279609279609, 1.0], "knots1": [0.0, 0.7609279609279609, 1.0]}, {"frames": [183, 184], "aligned": true, "reason": "aligned", "common_tracks": [132], "knots0": [0.0, 0.7609279609279609, 1.0], "knots1": [0.0, 0.7609279609279609, 1.0]}, {"frames": [184, 185], "aligned": true, "reason": "aligned", "common_tracks": [145, 132], "knots0": [0.0, 0.5472527472527473, 0.7609279609279609, 1.0], "knots1": [0.0, 0.5296703296703297, 0.7785103785103785, 1.0]}, {"frames": [185, 186], "aligned": true, "reason": "aligned", "common_tracks": [147, 132, 146], "knots0": [0.0, 0.6678876678876678, 0.7785103785103785, 0.8236874236874236, 1.0], "knots1": [0.0, 0.6317460317460317, 0.7702075702075702, 0.8683760683760684, 1.0]}, {"frames": [186, 187], "aligned": false, "reason": "crossing extrema order", "common_tracks": [147, 132, 146], "knots0": [0.0, 0.6317460317460317, 0.7702075702075702, 0.8683760683760684, 1.0], "knots1": [0.0, 0.6214896214896215, 0.8544566544566544, 0.7943833943833943, 1.0]}, {"frames": [187, 188], "aligned": true, "reason": "aligned", "common_tracks": [149, 147, 146], "knots0": [0.0, 0.568009768009768, 0.6214896214896215, 0.7943833943833943, 1.0], "knots1": [0.0, 0.544078144078144, 0.638095238095238, 0.8017094017094017, 1.0]}, {"frames": [188, 189], "aligned": true, "reason": "aligned", "common_tracks": [146], "knots0": [0.0, 0.8017094017094017, 1.0], "knots1": [0.0, 0.8017094017094017, 1.0]}, {"frames": [189, 190], "aligned": true, "reason": "aligned", "common_tracks": [146], "knots0": [0.0, 0.8017094017094017, 1.0], "knots1": [0.0, 0.8017094017094017, 1.0]}, {"frames": [190, 191], "aligned": true, "reason": "aligned", "common_tracks": [146], "knots0": [0.0, 0.8017094017094017, 1.0], "knots1": [0.0, 0.8017094017094017, 1.0]}, {"frames": [191, 192], "aligned": true, "reason": "aligned", "common_tracks": [146], "knots0": [0.0, 0.8017094017094017, 1.0], "knots1": [0.0, 0.8017094017094017, 1.0]}, {"frames": [192, 193], "aligned": true, "reason": "aligned", "common_tracks": [146], "knots0": [0.0, 0.8017094017094017, 1.0], "knots1": [0.0, 0.8017094017094017, 1.0]}, {"frames": [193, 194], "aligned": true, "reason": "aligned", "common_tracks": [151, 146], "knots0": [0.0, 0.5125763125763125, 0.8017094017094017, 1.0], "knots1": [0.0, 0.5824175824175825, 0.7318681318681318, 1.0]}, {"frames": [194, 195], "aligned": true, "reason": "aligned", "common_tracks": [152, 146], "knots0": [0.0, 0.4608058608058608, 0.7318681318681318, 1.0], "knots1": [0.0, 0.5326007326007326, 0.6600732600732601, 1.0]}, {"frames": [195, 196], "aligned": true, "reason": "aligned", "common_tracks": [152, 146, 153], "knots0": [0.0, 0.5326007326007326, 0.6600732600732601, 0.7946275946275946, 1.0], "knots1": [0.0, 0.5418803418803418, 0.6507936507936508, 0.7948717948717948, 1.0]}, {"frames": [196, 197], "aligned": true, "reason": "aligned", "common_tracks": [152, 146, 153], "knots0": [0.0, 0.5418803418803418, 0.6507936507936508, 0.7948717948717948, 1.0], "knots1": [0.0, 0.48864468864468863, 0.6908424908424908, 0.8080586080586081, 1.0]}, {"frames": [197, 198], "aligned": true, "reason": "aligned", "common_tracks": [152, 146], "knots0": [0.0, 0.48864468864468863, 0.6908424908424908, 1.0], "knots1": [0.0, 0.5098901098901099, 0.6693528693528693, 1.0]}, {"frames": [198, 199], "aligned": true, "reason": "aligned", "common_tracks": [152, 146], "knots0": [0.0, 0.5098901098901099, 0.6693528693528693, 1.0], "knots1": [0.0, 0.5115995115995116, 0.6676434676434676, 1.0]}, {"frames": [199, 200], "aligned": true, "reason": "aligned", "common_tracks": [146], "knots0": [0.0, 0.6676434676434676, 1.0], "knots1": [0.0, 0.6676434676434676, 1.0]}, {"frames": [200, 201], "aligned": true, "reason": "aligned", "common_tracks": [146], "knots0": [0.0, 0.6676434676434676, 1.0], "knots1": [0.0, 0.6676434676434676, 1.0]}, {"frames": [201, 202], "aligned": true, "reason": "aligned", "common_tracks": [146], "knots0": [0.0, 0.6676434676434676, 1.0], "knots1": [0.0, 0.6676434676434676, 1.0]}, {"frames": [202, 203], "aligned": true, "reason": "aligned", "common_tracks": [146], "knots0": [0.0, 0.6676434676434676, 1.0], "knots1": [0.0, 0.6676434676434676, 1.0]}, {"frames": [203, 204], "aligned": true, "reason": "aligned", "common_tracks": [146], "knots0": [0.0, 0.6676434676434676, 1.0], "knots1": [0.0, 0.6676434676434676, 1.0]}, {"frames": [204, 205], "aligned": true, "reason": "aligned", "common_tracks": [146, 156], "knots0": [0.0, 0.6676434676434676, 0.8197802197802198, 1.0], "knots1": [0.0, 0.6249084249084249, 0.8625152625152626, 1.0]}, {"frames": [205, 206], "aligned": true, "reason": "aligned", "common_tracks": [157, 156], "knots0": [0.0, 0.7181929181929182, 0.8625152625152626, 1.0], "knots1": [0.0, 0.7054945054945055, 0.8752136752136752, 1.0]}, {"frames": [206, 207], "aligned": true, "reason": "aligned", "common_tracks": [157, 156], "knots0": [0.0, 0.7054945054945055, 0.8752136752136752, 1.0], "knots1": [0.0, 0.6993894993894993, 0.8813186813186813, 1.0]}, {"frames": [207, 208], "aligned": true, "reason": "aligned", "common_tracks": [157], "knots0": [0.0, 0.6993894993894993, 1.0], "knots1": [0.0, 0.6993894993894993, 1.0]}, {"frames": [208, 209], "aligned": true, "reason": "aligned", "common_tracks": [157], "knots0": [0.0, 0.6993894993894993, 1.0], "knots1": [0.0, 0.6993894993894993, 1.0]}, {"frames": [209, 210], "aligned": true, "reason": "aligned", "common_tracks": [158], "knots0": [0.0, 0.5316239316239316, 1.0], "knots1": [0.0, 0.5316239316239316, 1.0]}, {"frames": [210, 211], "aligned": true, "reason": "aligned", "common_tracks": [158], "knots0": [0.0, 0.5316239316239316, 1.0], "knots1": [0.0, 0.5316239316239316, 1.0]}, {"frames": [211, 212], "aligned": true, "reason": "aligned", "common_tracks": [158], "knots0": [0.0, 0.5316239316239316, 1.0], "knots1": [0.0, 0.5316239316239316, 1.0]}, {"frames": [212, 213], "aligned": true, "reason": "aligned", "common_tracks": [158], "knots0": [0.0, 0.5316239316239316, 1.0], "knots1": [0.0, 0.5316239316239316, 1.0]}, {"frames": [213, 214], "aligned": true, "reason": "aligned", "common_tracks": [158], "knots0": [0.0, 0.5316239316239316, 1.0], "knots1": [0.0, 0.5316239316239316, 1.0]}, {"frames": [214, 215], "aligned": true, "reason": "aligned", "common_tracks": [158], "knots0": [0.0, 0.5316239316239316, 1.0], "knots1": [0.0, 0.5316239316239316, 1.0]}, {"frames": [215, 216], "aligned": true, "reason": "aligned", "common_tracks": [158], "knots0": [0.0, 0.5316239316239316, 1.0], "knots1": [0.0, 0.5316239316239316, 1.0]}, {"frames": [216, 217], "aligned": true, "reason": "aligned", "common_tracks": [158], "knots0": [0.0, 0.5316239316239316, 1.0], "knots1": [0.0, 0.5316239316239316, 1.0]}, {"frames": [217, 218], "aligned": true, "reason": "aligned", "common_tracks": [158], "knots0": [0.0, 0.5316239316239316, 1.0], "knots1": [0.0, 0.5316239316239316, 1.0]}, {"frames": [218, 219], "aligned": true, "reason": "aligned", "common_tracks": [158], "knots0": [0.0, 0.5316239316239316, 1.0], "knots1": [0.0, 0.5316239316239316, 1.0]}, {"frames": [219, 220], "aligned": true, "reason": "aligned", "common_tracks": [158], "knots0": [0.0, 0.5316239316239316, 1.0], "knots1": [0.0, 0.5316239316239316, 1.0]}, {"frames": [220, 221], "aligned": true, "reason": "aligned", "common_tracks": [158], "knots0": [0.0, 0.5316239316239316, 1.0], "knots1": [0.0, 0.5316239316239316, 1.0]}, {"frames": [221, 222], "aligned": true, "reason": "aligned", "common_tracks": [158], "knots0": [0.0, 0.5316239316239316, 1.0], "knots1": [0.0, 0.5316239316239316, 1.0]}, {"frames": [222, 223], "aligned": true, "reason": "aligned", "common_tracks": [158, 163], "knots0": [0.0, 0.5316239316239316, 0.707936507936508, 1.0], "knots1": [0.0, 0.5221001221001221, 0.7174603174603175, 1.0]}, {"frames": [223, 224], "aligned": true, "reason": "aligned", "common_tracks": [158, 164, 163], "knots0": [0.0, 0.5221001221001221, 0.6547008547008547, 0.7174603174603175, 1.0], "knots1": [0.0, 0.5047619047619047, 0.6498168498168498, 0.7396825396825397, 1.0]}, {"frames": [224, 225], "aligned": true, "reason": "aligned", "common_tracks": [158, 163], "knots0": [0.0, 0.5047619047619047, 0.7396825396825397, 1.0], "knots1": [0.0, 0.5533577533577534, 0.6910866910866911, 1.0]}, {"frames": [225, 226], "aligned": true, "reason": "aligned", "common_tracks": [158, 163], "knots0": [0.0, 0.5533577533577534, 0.6910866910866911, 1.0], "knots1": [0.0, 0.5426129426129426, 0.7018315018315018, 1.0]}, {"frames": [226, 227], "aligned": true, "reason": "aligned", "common_tracks": [158], "knots0": [0.0, 0.5426129426129426, 1.0], "knots1": [0.0, 0.5426129426129426, 1.0]}, {"frames": [227, 228], "aligned": true, "reason": "aligned", "common_tracks": [158], "knots0": [0.0, 0.5426129426129426, 1.0], "knots1": [0.0, 0.5426129426129426, 1.0]}, {"frames": [228, 229], "aligned": true, "reason": "aligned", "common_tracks": [158, 167], "knots0": [0.0, 0.5426129426129426, 0.7025641025641025, 1.0], "knots1": [0.0, 0.548962148962149, 0.6962148962148962, 1.0]}, {"frames": [229, 230], "aligned": true, "reason": "aligned", "common_tracks": [158], "knots0": [0.0, 0.548962148962149, 1.0], "knots1": [0.0, 0.548962148962149, 1.0]}, {"frames": [230, 231], "aligned": true, "reason": "aligned", "common_tracks": [158], "knots0": [0.0, 0.548962148962149, 1.0], "knots1": [0.0, 0.548962148962149, 1.0]}, {"frames": [231, 232], "aligned": true, "reason": "aligned", "common_tracks": [158], "knots0": [0.0, 0.548962148962149, 1.0], "knots1": [0.0, 0.548962148962149, 1.0]}, {"frames": [232, 233], "aligned": true, "reason": "aligned", "common_tracks": [158, 168], "knots0": [0.0, 0.548962148962149, 0.705006105006105, 1.0], "knots1": [0.0, 0.5738705738705738, 0.6803418803418804, 1.0]}, {"frames": [233, 234], "aligned": true, "reason": "aligned", "common_tracks": [158, 168], "knots0": [0.0, 0.5738705738705738, 0.6803418803418804, 1.0], "knots1": [0.0, 0.5562881562881563, 0.6976800976800976, 1.0]}, {"frames": [234, 235], "aligned": true, "reason": "aligned", "common_tracks": [158], "knots0": [0.0, 0.5562881562881563, 1.0], "knots1": [0.0, 0.5562881562881563, 1.0]}, {"frames": [235, 236], "aligned": true, "reason": "aligned", "common_tracks": [158], "knots0": [0.0, 0.5562881562881563, 1.0], "knots1": [0.0, 0.5562881562881563, 1.0]}, {"frames": [236, 237], "aligned": true, "reason": "aligned", "common_tracks": [172, 158], "knots0": [0.0, 0.41245421245421243, 0.5562881562881563, 1.0], "knots1": [0.0, 0.4368742368742369, 0.5318681318681319, 1.0]}, {"frames": [237, 238], "aligned": true, "reason": "aligned", "common_tracks": [175, 174], "knots0": [0.0, 0.210989010989011, 0.3018315018315018, 1.0], "knots1": [0.0, 0.17484737484737484, 0.33772893772893775, 1.0]}, {"frames": [238, 239], "aligned": true, "reason": "aligned", "common_tracks": [175, 174], "knots0": [0.0, 0.17484737484737484, 0.33772893772893775, 1.0], "knots1": [0.0, 0.1838827838827839, 0.3286935286935287, 1.0]}, {"frames": [239, 240], "aligned": true, "reason": "aligned", "common_tracks": [174, 176], "knots0": [0.0, 0.3286935286935287, 0.4368742368742369, 1.0], "knots1": [0.0, 0.31404151404151404, 0.4517704517704518, 1.0]}, {"frames": [240, 241], "aligned": true, "reason": "aligned", "common_tracks": [174, 176], "knots0": [0.0, 0.31404151404151404, 0.4517704517704518, 1.0], "knots1": [0.0, 0.2774114774114774, 0.48815628815628814, 1.0]}, {"frames": [241, 242], "aligned": true, "reason": "aligned", "common_tracks": [174, 176], "knots0": [0.0, 0.2774114774114774, 0.48815628815628814, 1.0], "knots1": [0.0, 0.26837606837606837, 0.4971916971916972, 1.0]}, {"frames": [242, 243], "aligned": true, "reason": "aligned", "common_tracks": [174, 178], "knots0": [0.0, 0.26837606837606837, 0.41245421245421243, 1.0], "knots1": [0.0, 0.2525030525030525, 0.4283272283272283, 1.0]}, {"frames": [243, 244], "aligned": true, "reason": "aligned", "common_tracks": [174, 178], "knots0": [0.0, 0.2525030525030525, 0.4283272283272283, 1.0], "knots1": [0.0, 0.252014652014652, 0.4288156288156288, 1.0]}, {"frames": [244, 245], "aligned": true, "reason": "aligned", "common_tracks": [174, 178], "knots0": [0.0, 0.252014652014652, 0.4288156288156288, 1.0], "knots1": [0.0, 0.25445665445665444, 0.4266178266178266, 1.0]}, {"frames": [245, 246], "aligned": true, "reason": "aligned", "common_tracks": [178], "knots0": [0.0, 0.4266178266178266, 1.0], "knots1": [0.0, 0.4266178266178266, 1.0]}, {"frames": [246, 247], "aligned": true, "reason": "aligned", "common_tracks": [180, 178], "knots0": [0.0, 0.2698412698412698, 0.4266178266178266, 1.0], "knots1": [0.0, 0.26324786324786326, 0.432967032967033, 1.0]}, {"frames": [247, 248], "aligned": true, "reason": "aligned", "common_tracks": [180, 178], "knots0": [0.0, 0.26324786324786326, 0.432967032967033, 1.0], "knots1": [0.0, 0.27228327228327226, 0.4239316239316239, 1.0]}, {"frames": [248, 249], "aligned": true, "reason": "aligned", "common_tracks": [180, 178], "knots0": [0.0, 0.27228327228327226, 0.4239316239316239, 1.0], "knots1": [0.0, 0.2634920634920635, 0.43272283272283274, 1.0]}, {"frames": [249, 250], "aligned": true, "reason": "aligned", "common_tracks": [180, 178], "knots0": [0.0, 0.2634920634920635, 0.43272283272283274, 1.0], "knots1": [0.0, 0.2698412698412698, 0.4266178266178266, 1.0]}, {"frames": [250, 251], "aligned": true, "reason": "aligned", "common_tracks": [180, 178], "knots0": [0.0, 0.2698412698412698, 0.4266178266178266, 1.0], "knots1": [0.0, 0.23516483516483516, 0.4612942612942613, 1.0]}, {"frames": [251, 252], "aligned": true, "reason": "aligned", "common_tracks": [180, 178], "knots0": [0.0, 0.23516483516483516, 0.4612942612942613, 1.0], "knots1": [0.0, 0.26837606837606837, 0.4278388278388278, 1.0]}, {"frames": [252, 253], "aligned": true, "reason": "aligned", "common_tracks": [180], "knots0": [0.0, 0.26837606837606837, 1.0], "knots1": [0.0, 0.26837606837606837, 1.0]}, {"frames": [253, 254], "aligned": true, "reason": "aligned", "common_tracks": [180], "knots0": [0.0, 0.26837606837606837, 1.0], "knots1": [0.0, 0.26837606837606837, 1.0]}, {"frames": [254, 255], "aligned": true, "reason": "aligned", "common_tracks": [180], "knots0": [0.0, 0.26837606837606837, 1.0], "knots1": [0.0, 0.26837606837606837, 1.0]}, {"frames": [255, 256], "aligned": true, "reason": "aligned", "common_tracks": [180, 184], "knots0": [0.0, 0.26837606837606837, 0.5128205128205128, 1.0], "knots1": [0.0, 0.2862026862026862, 0.494993894993895, 1.0]}, {"frames": [256, 257], "aligned": true, "reason": "aligned", "common_tracks": [180], "knots0": [0.0, 0.2862026862026862, 1.0], "knots1": [0.0, 0.2862026862026862, 1.0]}, {"frames": [257, 258], "aligned": true, "reason": "aligned", "common_tracks": [180], "knots0": [0.0, 0.2862026862026862, 1.0], "knots1": [0.0, 0.2862026862026862, 1.0]}, {"frames": [258, 259], "aligned": true, "reason": "aligned", "common_tracks": [180], "knots0": [0.0, 0.2862026862026862, 1.0], "knots1": [0.0, 0.2862026862026862, 1.0]}, {"frames": [259, 260], "aligned": true, "reason": "aligned", "common_tracks": [180], "knots0": [0.0, 0.2862026862026862, 1.0], "knots1": [0.0, 0.2862026862026862, 1.0]}, {"frames": [260, 261], "aligned": true, "reason": "aligned", "common_tracks": [180], "knots0": [0.0, 0.2862026862026862, 1.0], "knots1": [0.0, 0.2862026862026862, 1.0]}, {"frames": [261, 262], "aligned": true, "reason": "aligned", "common_tracks": [180], "knots0": [0.0, 0.2862026862026862, 1.0], "knots1": [0.0, 0.2862026862026862, 1.0]}, {"frames": [262, 263], "aligned": true, "reason": "aligned", "common_tracks": [180], "knots0": [0.0, 0.2862026862026862, 1.0], "knots1": [0.0, 0.2862026862026862, 1.0]}, {"frames": [263, 264], "aligned": true, "reason": "aligned", "common_tracks": [180], "knots0": [0.0, 0.2862026862026862, 1.0], "knots1": [0.0, 0.2862026862026862, 1.0]}, {"frames": [264, 265], "aligned": true, "reason": "aligned", "common_tracks": [180], "knots0": [0.0, 0.2862026862026862, 1.0], "knots1": [0.0, 0.2862026862026862, 1.0]}, {"frames": [265, 266], "aligned": true, "reason": "aligned", "common_tracks": [180], "knots0": [0.0, 0.2862026862026862, 1.0], "knots1": [0.0, 0.2862026862026862, 1.0]}, {"frames": [266, 267], "aligned": true, "reason": "aligned", "common_tracks": [180], "knots0": [0.0, 0.2862026862026862, 1.0], "knots1": [0.0, 0.2862026862026862, 1.0]}, {"frames": [267, 268], "aligned": true, "reason": "aligned", "common_tracks": [190, 180], "knots0": [0.0, 0.04322344322344322, 0.2862026862026862, 1.0], "knots1": [0.0, 0.11404151404151404, 0.21562881562881564, 1.0]}, {"frames": [268, 269], "aligned": true, "reason": "aligned", "common_tracks": [190], "knots0": [0.0, 0.11404151404151404, 1.0], "knots1": [0.0, 0.11404151404151404, 1.0]}, {"frames": [269, 270], "aligned": true, "reason": "aligned", "common_tracks": [190], "knots0": [0.0, 0.11404151404151404, 1.0], "knots1": [0.0, 0.11404151404151404, 1.0]}, {"frames": [270, 271], "aligned": true, "reason": "aligned", "common_tracks": [190, 193], "knots0": [0.0, 0.11404151404151404, 0.2590964590964591, 1.0], "knots1": [0.0, 0.11208791208791209, 0.2608058608058608, 1.0]}, {"frames": [271, 272], "aligned": true, "reason": "aligned", "common_tracks": [190, 193], "knots0": [0.0, 0.11208791208791209, 0.2608058608058608, 1.0], "knots1": [0.0, 0.11306471306471307, 0.2600732600732601, 1.0]}, {"frames": [272, 273], "aligned": true, "reason": "aligned", "common_tracks": [190, 193], "knots0": [0.0, 0.11306471306471307, 0.2600732600732601, 1.0], "knots1": [0.0, 0.11501831501831501, 0.25811965811965815, 1.0]}, {"frames": [273, 274], "aligned": true, "reason": "aligned", "common_tracks": [190, 193], "knots0": [0.0, 0.11501831501831501, 0.25811965811965815, 1.0], "knots1": [0.0, 0.11037851037851037, 0.26275946275946277, 1.0]}, {"frames": [274, 275], "aligned": true, "reason": "aligned", "common_tracks": [190], "knots0": [0.0, 0.11037851037851037, 1.0], "knots1": [0.0, 0.11037851037851037, 1.0]}, {"frames": [275, 276], "aligned": true, "reason": "aligned", "common_tracks": [190], "knots0": [0.0, 0.11037851037851037, 1.0], "knots1": [0.0, 0.11037851037851037, 1.0]}, {"frames": [276, 277], "aligned": true, "reason": "aligned", "common_tracks": [190, 195], "knots0": [0.0, 0.11037851037851037, 0.28547008547008546, 1.0], "knots1": [0.0, 0.1072039072039072, 0.2886446886446886, 1.0]}, {"frames": [277, 278], "aligned": true, "reason": "aligned", "common_tracks": [195], "knots0": [0.0, 0.2886446886446886, 1.0], "knots1": [0.0, 0.2886446886446886, 1.0]}, {"frames": [278, 279], "aligned": false, "reason": "no common extrema", "common_tracks": [], "knots0": [0.0, 1.0], "knots1": [0.0, 1.0]}, {"frames": [279, 280], "aligned": true, "reason": "aligned", "common_tracks": [198, 199], "knots0": [0.0, 0.536019536019536, 0.6652014652014652, 1.0], "knots1": [0.0, 0.5330891330891331, 0.6681318681318681, 1.0]}, {"frames": [280, 281], "aligned": true, "reason": "aligned", "common_tracks": [198], "knots0": [0.0, 0.5330891330891331, 1.0], "knots1": [0.0, 0.5330891330891331, 1.0]}, {"frames": [281, 282], "aligned": true, "reason": "aligned", "common_tracks": [198], "knots0": [0.0, 0.5330891330891331, 1.0], "knots1": [0.0, 0.5330891330891331, 1.0]}, {"frames": [282, 283], "aligned": true, "reason": "aligned", "common_tracks": [198], "knots0": [0.0, 0.5330891330891331, 1.0], "knots1": [0.0, 0.5330891330891331, 1.0]}, {"frames": [283, 284], "aligned": true, "reason": "aligned", "common_tracks": [198], "knots0": [0.0, 0.5330891330891331, 1.0], "knots1": [0.0, 0.5330891330891331, 1.0]}, {"frames": [284, 285], "aligned": true, "reason": "aligned", "common_tracks": [198], "knots0": [0.0, 0.5330891330891331, 1.0], "knots1": [0.0, 0.5330891330891331, 1.0]}, {"frames": [285, 286], "aligned": true, "reason": "aligned", "common_tracks": [198], "knots0": [0.0, 0.5330891330891331, 1.0], "knots1": [0.0, 0.5330891330891331, 1.0]}, {"frames": [286, 287], "aligned": true, "reason": "aligned", "common_tracks": [198], "knots0": [0.0, 0.5330891330891331, 1.0], "knots1": [0.0, 0.5330891330891331, 1.0]}, {"frames": [287, 288], "aligned": true, "reason": "aligned", "common_tracks": [198], "knots0": [0.0, 0.5330891330891331, 1.0], "knots1": [0.0, 0.5330891330891331, 1.0]}, {"frames": [288, 289], "aligned": true, "reason": "aligned", "common_tracks": [198], "knots0": [0.0, 0.5330891330891331, 1.0], "knots1": [0.0, 0.5330891330891331, 1.0]}, {"frames": [289, 290], "aligned": true, "reason": "aligned", "common_tracks": [198], "knots0": [0.0, 0.5330891330891331, 1.0], "knots1": [0.0, 0.5330891330891331, 1.0]}, {"frames": [290, 291], "aligned": true, "reason": "aligned", "common_tracks": [198], "knots0": [0.0, 0.5330891330891331, 1.0], "knots1": [0.0, 0.5330891330891331, 1.0]}, {"frames": [291, 292], "aligned": true, "reason": "aligned", "common_tracks": [202, 198], "knots0": [0.0, 0.3509157509157509, 0.5330891330891331, 1.0], "knots1": [0.0, 0.36385836385836384, 0.5201465201465202, 1.0]}, {"frames": [292, 293], "aligned": true, "reason": "aligned", "common_tracks": [202, 198], "knots0": [0.0, 0.36385836385836384, 0.5201465201465202, 1.0], "knots1": [0.0, 0.3677655677655678, 0.5162393162393163, 1.0]}, {"frames": [293, 294], "aligned": true, "reason": "aligned", "common_tracks": [198], "knots0": [0.0, 0.5162393162393163, 1.0], "knots1": [0.0, 0.5162393162393163, 1.0]}, {"frames": [294, 295], "aligned": true, "reason": "aligned", "common_tracks": [198], "knots0": [0.0, 0.5162393162393163, 1.0], "knots1": [0.0, 0.5162393162393163, 1.0]}, {"frames": [295, 296], "aligned": true, "reason": "aligned", "common_tracks": [198, 204], "knots0": [0.0, 0.5162393162393163, 0.6644688644688644, 1.0], "knots1": [0.0, 0.5152625152625152, 0.6654456654456654, 1.0]}, {"frames": [296, 297], "aligned": true, "reason": "aligned", "common_tracks": [198, 204], "knots0": [0.0, 0.5152625152625152, 0.6654456654456654, 1.0], "knots1": [0.0, 0.5108669108669108, 0.6698412698412698, 1.0]}, {"frames": [297, 298], "aligned": true, "reason": "aligned", "common_tracks": [198, 204], "knots0": [0.0, 0.5108669108669108, 0.6698412698412698, 1.0], "knots1": [0.0, 0.5181929181929182, 0.6625152625152625, 1.0]}, {"frames": [298, 299], "aligned": true, "reason": "aligned", "common_tracks": [198], "knots0": [0.0, 0.5181929181929182, 1.0], "knots1": [0.0, 0.5181929181929182, 1.0]}, {"frames": [299, 300], "aligned": true, "reason": "aligned", "common_tracks": [198], "knots0": [0.0, 0.5181929181929182, 1.0], "knots1": [0.0, 0.5181929181929182, 1.0]}, {"frames": [300, 301], "aligned": true, "reason": "aligned", "common_tracks": [198], "knots0": [0.0, 0.5181929181929182, 1.0], "knots1": [0.0, 0.5181929181929182, 1.0]}, {"frames": [301, 302], "aligned": true, "reason": "aligned", "common_tracks": [198], "knots0": [0.0, 0.5181929181929182, 1.0], "knots1": [0.0, 0.5181929181929182, 1.0]}, {"frames": [302, 303], "aligned": true, "reason": "aligned", "common_tracks": [198, 206], "knots0": [0.0, 0.5181929181929182, 0.6747252747252748, 1.0], "knots1": [0.0, 0.49645909645909647, 0.6967032967032967, 1.0]}, {"frames": [303, 304], "aligned": true, "reason": "aligned", "common_tracks": [198, 206], "knots0": [0.0, 0.49645909645909647, 0.6967032967032967, 1.0], "knots1": [0.0, 0.5111111111111111, 0.6818070818070818, 1.0]}, {"frames": [304, 305], "aligned": true, "reason": "aligned", "common_tracks": [198, 206], "knots0": [0.0, 0.5111111111111111, 0.6818070818070818, 1.0], "knots1": [0.0, 0.516971916971917, 0.675946275946276, 1.0]}, {"frames": [305, 306], "aligned": true, "reason": "aligned", "common_tracks": [198, 206], "knots0": [0.0, 0.516971916971917, 0.675946275946276, 1.0], "knots1": [0.0, 0.5164835164835165, 0.6766788766788767, 1.0]}, {"frames": [306, 307], "aligned": true, "reason": "aligned", "common_tracks": [198, 206], "knots0": [0.0, 0.5164835164835165, 0.6766788766788767, 1.0], "knots1": [0.0, 0.4778998778998779, 0.715018315018315, 1.0]}, {"frames": [307, 308], "aligned": true, "reason": "aligned", "common_tracks": [198, 206], "knots0": [0.0, 0.4778998778998779, 0.715018315018315, 1.0], "knots1": [0.0, 0.5477411477411478, 0.6454212454212455, 1.0]}, {"frames": [308, 309], "aligned": true, "reason": "aligned", "common_tracks": [210, 209, 198, 206], "knots0": [0.0, 0.35702075702075703, 0.4678876678876679, 0.5477411477411478, 0.6454212454212455, 1.0], "knots1": [0.0, 0.34725274725274724, 0.4610500610500611, 0.5557997557997558, 0.653968253968254, 1.0]}, {"frames": [309, 310], "aligned": false, "reason": "crossing extrema order", "common_tracks": [210, 198, 206], "knots0": [0.0, 0.34725274725274724, 0.5557997557997558, 0.653968253968254, 1.0], "knots1": [0.0, 0.37045177045177047, 0.6349206349206349, 0.5516483516483517, 1.0]}, {"frames": [310, 311], "aligned": false, "reason": "crossing extrema order", "common_tracks": [210, 206, 198], "knots0": [0.0, 0.37045177045177047, 0.5516483516483517, 0.6349206349206349, 1.0], "knots1": [0.0, 0.3528693528693529, 0.6307692307692307, 0.5733821733821733, 1.0]}, {"frames": [311, 312], "aligned": false, "reason": "crossing extrema order", "common_tracks": [210, 198, 206], "knots0": [0.0, 0.3528693528693529, 0.5733821733821733, 0.6307692307692307, 1.0], "knots1": [0.0, 0.36336996336996336, 0.6590964590964591, 0.5345543345543345, 1.0]}, {"frames": [312, 313], "aligned": true, "reason": "aligned", "common_tracks": [206, 198], "knots0": [0.0, 0.5345543345543345, 0.6590964590964591, 1.0], "knots1": [0.0, 0.5201465201465202, 0.6732600732600733, 1.0]}, {"frames": [313, 314], "aligned": true, "reason": "aligned", "common_tracks": [198], "knots0": [0.0, 0.6732600732600733, 1.0], "knots1": [0.0, 0.6732600732600733, 1.0]}, {"frames": [314, 315], "aligned": true, "reason": "aligned", "common_tracks": [198], "knots0": [0.0, 0.6732600732600733, 1.0], "knots1": [0.0, 0.6732600732600733, 1.0]}, {"frames": [315, 316], "aligned": true, "reason": "aligned", "common_tracks": [216, 198, 214], "knots0": [0.0, 0.5032967032967033, 0.6732600732600733, 0.7416361416361417, 1.0], "knots1": [0.0, 0.5125763125763125, 0.644932844932845, 0.7604395604395604, 1.0]}, {"frames": [316, 317], "aligned": true, "reason": "aligned", "common_tracks": [216, 198, 214], "knots0": [0.0, 0.5125763125763125, 0.644932844932845, 0.7604395604395604, 1.0], "knots1": [0.0, 0.5037851037851038, 0.6393162393162393, 0.7750915750915751, 1.0]}, {"frames": [317, 318], "aligned": false, "reason": "no common extrema", "common_tracks": [], "knots0": [0.0, 1.0], "knots1": [0.0, 1.0]}, {"frames": [318, 319], "aligned": false, "reason": "no common extrema", "common_tracks": [], "knots0": [0.0, 1.0], "knots1": [0.0, 1.0]}, {"frames": [319, 320], "aligned": true, "reason": "aligned", "common_tracks": [221, 220], "knots0": [0.0, 0.5540903540903541, 0.716971916971917, 1.0], "knots1": [0.0, 0.5531135531135531, 0.7181929181929182, 1.0]}, {"frames": [320, 321], "aligned": true, "reason": "aligned", "common_tracks": [221, 220], "knots0": [0.0, 0.5531135531135531, 0.7181929181929182, 1.0], "knots1": [0.0, 0.5606837606837607, 0.7106227106227107, 1.0]}, {"frames": [321, 322], "aligned": true, "reason": "aligned", "common_tracks": [221], "knots0": [0.0, 0.5606837606837607, 1.0], "knots1": [0.0, 0.5606837606837607, 1.0]}, {"frames": [322, 323], "aligned": true, "reason": "aligned", "common_tracks": [221], "knots0": [0.0, 0.5606837606837607, 1.0], "knots1": [0.0, 0.5606837606837607, 1.0]}, {"frames": [323, 324], "aligned": true, "reason": "aligned", "common_tracks": [221], "knots0": [0.0, 0.5606837606837607, 1.0], "knots1": [0.0, 0.5606837606837607, 1.0]}, {"frames": [324, 325], "aligned": true, "reason": "aligned", "common_tracks": [221, 222], "knots0": [0.0, 0.5606837606837607, 0.8234432234432234, 1.0], "knots1": [0.0, 0.5973137973137973, 0.7868131868131868, 1.0]}, {"frames": [325, 326], "aligned": true, "reason": "aligned", "common_tracks": [221, 222], "knots0": [0.0, 0.5973137973137973, 0.7868131868131868, 1.0], "knots1": [0.0, 0.6085470085470085, 0.7755799755799756, 1.0]}, {"frames": [326, 327], "aligned": true, "reason": "aligned", "common_tracks": [224, 222], "knots0": [0.0, 0.6024420024420024, 0.7755799755799756, 1.0], "knots1": [0.0, 0.5768009768009768, 0.8014652014652015, 1.0]}, {"frames": [327, 328], "aligned": true, "reason": "aligned", "common_tracks": [224, 225, 222], "knots0": [0.0, 0.5768009768009768, 0.6954822954822955, 0.8014652014652015, 1.0], "knots1": [0.0, 0.5694749694749695, 0.7006105006105006, 0.8034188034188035, 1.0]}, {"frames": [328, 329], "aligned": true, "reason": "aligned", "common_tracks": [225, 222], "knots0": [0.0, 0.7006105006105006, 0.8034188034188035, 1.0], "knots1": [0.0, 0.6813186813186813, 0.8227106227106227, 1.0]}, {"frames": [329, 330], "aligned": true, "reason": "aligned", "common_tracks": [225, 222], "knots0": [0.0, 0.6813186813186813, 0.8227106227106227, 1.0], "knots1": [0.0, 0.7006105006105006, 0.8034188034188035, 1.0]}, {"frames": [330, 331], "aligned": true, "reason": "aligned", "common_tracks": [225, 222], "knots0": [0.0, 0.7006105006105006, 0.8034188034188035, 1.0], "knots1": [0.0, 0.6844932844932845, 0.8195360195360195, 1.0]}, {"frames": [331, 332], "aligned": true, "reason": "aligned", "common_tracks": [225, 222], "knots0": [0.0, 0.6844932844932845, 0.8195360195360195, 1.0], "knots1": [0.0, 0.6761904761904762, 0.8275946275946275, 1.0]}, {"frames": [332, 333], "aligned": true, "reason": "aligned", "common_tracks": [225, 222], "knots0": [0.0, 0.6761904761904762, 0.8275946275946275, 1.0], "knots1": [0.0, 0.673992673992674, 0.8300366300366301, 1.0]}, {"frames": [333, 334], "aligned": true, "reason": "aligned", "common_tracks": [225, 222], "knots0": [0.0, 0.673992673992674, 0.8300366300366301, 1.0], "knots1": [0.0, 0.6764346764346765, 0.8275946275946275, 1.0]}, {"frames": [334, 335], "aligned": true, "reason": "aligned", "common_tracks": [225], "knots0": [0.0, 0.6764346764346765, 1.0], "knots1": [0.0, 0.6764346764346765, 1.0]}, {"frames": [335, 336], "aligned": true, "reason": "aligned", "common_tracks": [225], "knots0": [0.0, 0.6764346764346765, 1.0], "knots1": [0.0, 0.6764346764346765, 1.0]}, {"frames": [336, 337], "aligned": true, "reason": "aligned", "common_tracks": [225, 228], "knots0": [0.0, 0.6764346764346765, 0.8129426129426129, 1.0], "knots1": [0.0, 0.6747252747252748, 0.8146520146520146, 1.0]}, {"frames": [337, 338], "aligned": true, "reason": "aligned", "common_tracks": [225, 228], "knots0": [0.0, 0.6747252747252748, 0.8146520146520146, 1.0], "knots1": [0.0, 0.6195360195360196, 0.8698412698412699, 1.0]}, {"frames": [338, 339], "aligned": true, "reason": "aligned", "common_tracks": [225, 228], "knots0": [0.0, 0.6195360195360196, 0.8698412698412699, 1.0], "knots1": [0.0, 0.663003663003663, 0.8266178266178266, 1.0]}, {"frames": [339, 340], "aligned": true, "reason": "aligned", "common_tracks": [225, 228], "knots0": [0.0, 0.663003663003663, 0.8266178266178266, 1.0], "knots1": [0.0, 0.6681318681318681, 0.8212454212454212, 1.0]}, {"frames": [340, 341], "aligned": true, "reason": "aligned", "common_tracks": [225, 228], "knots0": [0.0, 0.6681318681318681, 0.8212454212454212, 1.0], "knots1": [0.0, 0.683028083028083, 0.8065934065934066, 1.0]}, {"frames": [341, 342], "aligned": true, "reason": "aligned", "common_tracks": [225, 228, 231], "knots0": [0.0, 0.683028083028083, 0.8065934065934066, 0.9264957264957265, 1.0], "knots1": [0.0, 0.6915750915750916, 0.8048840048840049, 0.9194139194139194, 1.0]}, {"frames": [342, 343], "aligned": true, "reason": "aligned", "common_tracks": [225], "knots0": [0.0, 0.6915750915750916, 1.0], "knots1": [0.0, 0.6915750915750916, 1.0]}, {"frames": [343, 344], "aligned": true, "reason": "aligned", "common_tracks": [232, 225], "knots0": [0.0, 0.5091575091575091, 0.6915750915750916, 1.0], "knots1": [0.0, 0.5299145299145299, 0.671062271062271, 1.0]}, {"frames": [344, 345], "aligned": true, "reason": "aligned", "common_tracks": [234, 225], "knots0": [0.0, 0.43394383394383396, 0.671062271062271, 1.0], "knots1": [0.0, 0.4713064713064713, 0.6336996336996337, 1.0]}, {"frames": [345, 346], "aligned": true, "reason": "aligned", "common_tracks": [234, 225], "knots0": [0.0, 0.4713064713064713, 0.6336996336996337, 1.0], "knots1": [0.0, 0.4844932844932845, 0.6205128205128205, 1.0]}, {"frames": [346, 347], "aligned": true, "reason": "aligned", "common_tracks": [234, 225], "knots0": [0.0, 0.4844932844932845, 0.6205128205128205, 1.0], "knots1": [0.0, 0.5357753357753358, 0.5692307692307692, 1.0]}, {"frames": [347, 348], "aligned": true, "reason": "aligned", "common_tracks": [234, 225], "knots0": [0.0, 0.5357753357753358, 0.5692307692307692, 1.0], "knots1": [0.0, 0.47814407814407817, 0.6268620268620269, 1.0]}, {"frames": [348, 349], "aligned": true, "reason": "aligned", "common_tracks": [234, 225], "knots0": [0.0, 0.47814407814407817, 0.6268620268620269, 1.0], "knots1": [0.0, 0.4683760683760684, 0.6366300366300366, 1.0]}, {"frames": [349, 350], "aligned": true, "reason": "aligned", "common_tracks": [234, 225], "knots0": [0.0, 0.4683760683760684, 0.6366300366300366, 1.0], "knots1": [0.0, 0.441025641025641, 0.663980463980464, 1.0]}, {"frames": [350, 351], "aligned": false, "reason": "crossing extrema order", "common_tracks": [234, 239, 225], "knots0": [0.0, 0.441025641025641, 0.5587301587301587, 0.663980463980464, 1.0], "knots1": [0.0, 0.4473748473748474, 0.6437118437118438, 0.5726495726495726, 1.0]}, {"frames": [351, 352], "aligned": true, "reason": "aligned", "common_tracks": [234], "knots0": [0.0, 0.4473748473748474, 1.0], "knots1": [0.0, 0.4473748473748474, 1.0]}, {"frames": [352, 353], "aligned": true, "reason": "aligned", "common_tracks": [234], "knots0": [0.0, 0.4473748473748474, 1.0], "knots1": [0.0, 0.4473748473748474, 1.0]}, {"frames": [353, 354], "aligned": true, "reason": "aligned", "common_tracks": [234], "knots0": [0.0, 0.4473748473748474, 1.0], "knots1": [0.0, 0.4473748473748474, 1.0]}, {"frames": [354, 355], "aligned": true, "reason": "aligned", "common_tracks": [241, 240, 234], "knots0": [0.0, 0.2056166056166056, 0.326007326007326, 0.4473748473748474, 1.0], "knots1": [0.0, 0.20634920634920634, 0.32405372405372407, 0.4485958485958486, 1.0]}, {"frames": [355, 356], "aligned": true, "reason": "aligned", "common_tracks": [241, 234], "knots0": [0.0, 0.20634920634920634, 0.4485958485958486, 1.0], "knots1": [0.0, 0.25177045177045176, 0.40341880341880343, 1.0]}, {"frames": [356, 357], "aligned": true, "reason": "aligned", "common_tracks": [241, 234], "knots0": [0.0, 0.25177045177045176, 0.40341880341880343, 1.0], "knots1": [0.0, 0.25811965811965815, 0.3968253968253968, 1.0]}, {"frames": [357, 358], "aligned": true, "reason": "aligned", "common_tracks": [234], "knots0": [0.0, 0.3968253968253968, 1.0], "knots1": [0.0, 0.3968253968253968, 1.0]}, {"frames": [358, 359], "aligned": true, "reason": "aligned", "common_tracks": [234], "knots0": [0.0, 0.3968253968253968, 1.0], "knots1": [0.0, 0.3968253968253968, 1.0]}, {"frames": [359, 360], "aligned": true, "reason": "aligned", "common_tracks": [234], "knots0": [0.0, 0.3968253968253968, 1.0], "knots1": [0.0, 0.3968253968253968, 1.0]}, {"frames": [360, 361], "aligned": true, "reason": "aligned", "common_tracks": [234, 248], "knots0": [0.0, 0.3968253968253968, 0.5594627594627595, 1.0], "knots1": [0.0, 0.4283272283272283, 0.5282051282051282, 1.0]}, {"frames": [361, 362], "aligned": true, "reason": "aligned", "common_tracks": [234, 248], "knots0": [0.0, 0.4283272283272283, 0.5282051282051282, 1.0], "knots1": [0.0, 0.3968253968253968, 0.5594627594627595, 1.0]}, {"frames": [362, 363], "aligned": true, "reason": "aligned", "common_tracks": [234, 248], "knots0": [0.0, 0.3968253968253968, 0.5594627594627595, 1.0], "knots1": [0.0, 0.3978021978021978, 0.5584859584859585, 1.0]}, {"frames": [363, 364], "aligned": true, "reason": "aligned", "common_tracks": [234, 248, 252], "knots0": [0.0, 0.3978021978021978, 0.5584859584859585, 0.6925518925518925, 1.0], "knots1": [0.0, 0.4139194139194139, 0.5394383394383394, 0.6954822954822955, 1.0]}, {"frames": [364, 365], "aligned": true, "reason": "aligned", "common_tracks": [234, 248, 252], "knots0": [0.0, 0.4139194139194139, 0.5394383394383394, 0.6954822954822955, 1.0], "knots1": [0.0, 0.4283272283272283, 0.5472527472527473, 0.6732600732600733, 1.0]}], "scope": "Intermediate columns are display reconstruction, not observations or new RG-MTM layout/optimization results. Scientific metrics use original saved frames."}, "A": {"method": "anchor-aligned piecewise linear display reconstruction", "display_samples_per_frame": 3, "original_frames_exact": true, "original_rows": 4096, "no_scalar_overshoot": true, "aligned_intervals": 214, "interval_count": 365, "fallback_intervals": [[0, 1], [23, 24], [30, 31], [47, 48], [48, 49], [49, 50], [54, 55], [57, 58], [58, 59], [59, 60], [60, 61], [63, 64], [67, 68], [69, 70], [71, 72], [73, 74], [76, 77], [77, 78], [78, 79], [82, 83], [84, 85], [89, 90], [90, 91], [92, 93], [94, 95], [98, 99], [100, 101], [102, 103], [103, 104], [104, 105], [105, 106], [112, 113], [113, 114], [116, 117], [117, 118], [118, 119], [119, 120], [121, 122], [122, 123], [123, 124], [124, 125], [126, 127], [127, 128], [132, 133], [134, 135], [135, 136], [137, 138], [138, 139], [141, 142], [142, 143], [144, 145], [145, 146], [146, 147], [147, 148], [150, 151], [151, 152], [153, 154], [154, 155], [155, 156], [157, 158], [163, 164], [165, 166], [170, 171], [171, 172], [177, 178], [179, 180], [180, 181], [181, 182], [183, 184], [186, 187], [191, 192], [192, 193], [193, 194], [194, 195], [195, 196], [197, 198], [199, 200], [207, 208], [210, 211], [211, 212], [212, 213], [223, 224], [224, 225], [227, 228], [229, 230], [232, 233], [236, 237], [239, 240], [240, 241], [243, 244], [244, 245], [247, 248], [250, 251], [251, 252], [253, 254], [254, 255], [257, 258], [258, 259], [260, 261], [261, 262], [262, 263], [263, 264], [264, 265], [267, 268], [270, 271], [272, 273], [273, 274], [274, 275], [278, 279], [279, 280], [282, 283], [290, 291], [291, 292], [293, 294], [294, 295], [295, 296], [296, 297], [297, 298], [301, 302], [305, 306], [306, 307], [307, 308], [308, 309], [309, 310], [310, 311], [311, 312], [312, 313], [314, 315], [316, 317], [317, 318], [318, 319], [321, 322], [323, 324], [327, 328], [330, 331], [334, 335], [335, 336], [337, 338], [338, 339], [340, 341], [342, 343], [344, 345], [350, 351], [353, 354], [354, 355], [355, 356], [359, 360], [361, 362], [362, 363], [363, 364], [364, 365]], "jump_threshold_L": 0.2, "intervals": [{"frames": [0, 1], "aligned": false, "reason": "large position jump", "common_tracks": [0, 1], "knots0": [0.0, 0.4117216117216117, 0.810989010989011, 1.0], "knots1": [0.0, 0.16263736263736264, 0.8405372405372405, 1.0]}, {"frames": [1, 2], "aligned": true, "reason": "aligned", "common_tracks": [0, 1], "knots0": [0.0, 0.16263736263736264, 0.8405372405372405, 1.0], "knots1": [0.0, 0.3274725274725275, 0.7533577533577533, 1.0]}, {"frames": [2, 3], "aligned": true, "reason": "aligned", "common_tracks": [0, 1], "knots0": [0.0, 0.3274725274725275, 0.7533577533577533, 1.0], "knots1": [0.0, 0.38754578754578756, 0.7533577533577533, 1.0]}, {"frames": [3, 4], "aligned": true, "reason": "aligned", "common_tracks": [0], "knots0": [0.0, 0.38754578754578756, 1.0], "knots1": [0.0, 0.3553113553113553, 1.0]}, {"frames": [4, 5], "aligned": true, "reason": "aligned", "common_tracks": [0, 4], "knots0": [0.0, 0.3553113553113553, 0.43565323565323566, 1.0], "knots1": [0.0, 0.28962148962148965, 0.36923076923076925, 1.0]}, {"frames": [5, 6], "aligned": true, "reason": "aligned", "common_tracks": [0, 4, 5], "knots0": [0.0, 0.28962148962148965, 0.36923076923076925, 0.8578754578754578, 1.0], "knots1": [0.0, 0.3221001221001221, 0.47326007326007324, 0.8493284493284493, 1.0]}, {"frames": [6, 7], "aligned": true, "reason": "aligned", "common_tracks": [0, 4, 5], "knots0": [0.0, 0.3221001221001221, 0.47326007326007324, 0.8493284493284493, 1.0], "knots1": [0.0, 0.19926739926739928, 0.3606837606837607, 0.7794871794871795, 1.0]}, {"frames": [7, 8], "aligned": true, "reason": "aligned", "common_tracks": [0, 5], "knots0": [0.0, 0.19926739926739928, 0.7794871794871795, 1.0], "knots1": [0.0, 0.39536019536019534, 0.9123321123321123, 1.0]}, {"frames": [8, 9], "aligned": true, "reason": "aligned", "common_tracks": [0], "knots0": [0.0, 0.39536019536019534, 1.0], "knots1": [0.0, 0.5941391941391941, 1.0]}, {"frames": [9, 10], "aligned": true, "reason": "aligned", "common_tracks": [7, 0], "knots0": [0.0, 0.4683760683760684, 0.5941391941391941, 1.0], "knots1": [0.0, 0.40341880341880343, 0.5855921855921856, 1.0]}, {"frames": [10, 11], "aligned": true, "reason": "aligned", "common_tracks": [0, 8], "knots0": [0.0, 0.5855921855921856, 0.8332112332112332, 1.0], "knots1": [0.0, 0.41098901098901097, 0.8498168498168498, 1.0]}, {"frames": [11, 12], "aligned": true, "reason": "aligned", "common_tracks": [0], "knots0": [0.0, 0.41098901098901097, 1.0], "knots1": [0.0, 0.5816849816849817, 1.0]}, {"frames": [12, 13], "aligned": true, "reason": "aligned", "common_tracks": [0], "knots0": [0.0, 0.5816849816849817, 1.0], "knots1": [0.0, 0.3946275946275946, 1.0]}, {"frames": [13, 14], "aligned": true, "reason": "aligned", "common_tracks": [0], "knots0": [0.0, 0.3946275946275946, 1.0], "knots1": [0.0, 0.34627594627594627, 1.0]}, {"frames": [14, 15], "aligned": true, "reason": "aligned", "common_tracks": [0], "knots0": [0.0, 0.34627594627594627, 1.0], "knots1": [0.0, 0.5079365079365079, 1.0]}, {"frames": [15, 16], "aligned": true, "reason": "aligned", "common_tracks": [0], "knots0": [0.0, 0.5079365079365079, 1.0], "knots1": [0.0, 0.38803418803418804, 1.0]}, {"frames": [16, 17], "aligned": true, "reason": "aligned", "common_tracks": [0, 13], "knots0": [0.0, 0.38803418803418804, 0.8168498168498168, 1.0], "knots1": [0.0, 0.36971916971916974, 0.9582417582417583, 1.0]}, {"frames": [17, 18], "aligned": true, "reason": "aligned", "common_tracks": [14, 0, 13], "knots0": [0.0, 0.12063492063492064, 0.36971916971916974, 0.9582417582417583, 1.0], "knots1": [0.0, 0.1746031746031746, 0.3868131868131868, 0.8373626373626374, 1.0]}, {"frames": [18, 19], "aligned": true, "reason": "aligned", "common_tracks": [0, 13], "knots0": [0.0, 0.3868131868131868, 0.8373626373626374, 1.0], "knots1": [0.0, 0.3807081807081807, 0.9216117216117216, 1.0]}, {"frames": [19, 20], "aligned": true, "reason": "aligned", "common_tracks": [0], "knots0": [0.0, 0.3807081807081807, 1.0], "knots1": [0.0, 0.37948717948717947, 1.0]}, {"frames": [20, 21], "aligned": true, "reason": "aligned", "common_tracks": [0], "knots0": [0.0, 0.37948717948717947, 1.0], "knots1": [0.0, 0.3894993894993895, 1.0]}, {"frames": [21, 22], "aligned": true, "reason": "aligned", "common_tracks": [0], "knots0": [0.0, 0.3894993894993895, 1.0], "knots1": [0.0, 0.37704517704517704, 1.0]}, {"frames": [22, 23], "aligned": true, "reason": "aligned", "common_tracks": [0], "knots0": [0.0, 0.37704517704517704, 1.0], "knots1": [0.0, 0.5438339438339438, 1.0]}, {"frames": [23, 24], "aligned": false, "reason": "crossing extrema order", "common_tracks": [18, 0], "knots0": [0.0, 0.398046398046398, 0.5438339438339438, 1.0], "knots1": [0.0, 0.4603174603174603, 0.40805860805860805, 1.0]}, {"frames": [24, 25], "aligned": true, "reason": "aligned", "common_tracks": [0, 18], "knots0": [0.0, 0.40805860805860805, 0.4603174603174603, 1.0], "knots1": [0.0, 0.23101343101343103, 0.4363858363858364, 1.0]}, {"frames": [25, 26], "aligned": true, "reason": "aligned", "common_tracks": [18, 21], "knots0": [0.0, 0.4363858363858364, 0.8173382173382173, 1.0], "knots1": [0.0, 0.4656898656898657, 0.8703296703296703, 1.0]}, {"frames": [26, 27], "aligned": true, "reason": "aligned", "common_tracks": [18], "knots0": [0.0, 0.4656898656898657, 1.0], "knots1": [0.0, 0.5015873015873016, 1.0]}, {"frames": [27, 28], "aligned": true, "reason": "aligned", "common_tracks": [18], "knots0": [0.0, 0.5015873015873016, 1.0], "knots1": [0.0, 0.3733821733821734, 1.0]}, {"frames": [28, 29], "aligned": true, "reason": "aligned", "common_tracks": [18], "knots0": [0.0, 0.3733821733821734, 1.0], "knots1": [0.0, 0.4463980463980464, 1.0]}, {"frames": [29, 30], "aligned": true, "reason": "aligned", "common_tracks": [18], "knots0": [0.0, 0.4463980463980464, 1.0], "knots1": [0.0, 0.3252747252747253, 1.0]}, {"frames": [30, 31], "aligned": false, "reason": "no common extrema", "common_tracks": [], "knots0": [0.0, 1.0], "knots1": [0.0, 1.0]}, {"frames": [31, 32], "aligned": true, "reason": "aligned", "common_tracks": [31], "knots0": [0.0, 0.7628815628815628, 1.0], "knots1": [0.0, 0.5694749694749695, 1.0]}, {"frames": [32, 33], "aligned": true, "reason": "aligned", "common_tracks": [33, 31], "knots0": [0.0, 0.3518925518925519, 0.5694749694749695, 1.0], "knots1": [0.0, 0.36166056166056165, 0.5472527472527473, 1.0]}, {"frames": [33, 34], "aligned": true, "reason": "aligned", "common_tracks": [33, 31, 34], "knots0": [0.0, 0.36166056166056165, 0.5472527472527473, 0.7421245421245422, 1.0], "knots1": [0.0, 0.35653235653235654, 0.46642246642246643, 0.7365079365079366, 1.0]}, {"frames": [34, 35], "aligned": true, "reason": "aligned", "common_tracks": [33, 34], "knots0": [0.0, 0.35653235653235654, 0.7365079365079366, 1.0], "knots1": [0.0, 0.4456654456654457, 0.7296703296703296, 1.0]}, {"frames": [35, 36], "aligned": true, "reason": "aligned", "common_tracks": [33], "knots0": [0.0, 0.4456654456654457, 1.0], "knots1": [0.0, 0.43174603174603177, 1.0]}, {"frames": [36, 37], "aligned": true, "reason": "aligned", "common_tracks": [33], "knots0": [0.0, 0.43174603174603177, 1.0], "knots1": [0.0, 0.40683760683760684, 1.0]}, {"frames": [37, 38], "aligned": true, "reason": "aligned", "common_tracks": [33, 36], "knots0": [0.0, 0.40683760683760684, 0.7492063492063492, 1.0], "knots1": [0.0, 0.43956043956043955, 0.7474969474969475, 1.0]}, {"frames": [38, 39], "aligned": true, "reason": "aligned", "common_tracks": [33, 36], "knots0": [0.0, 0.43956043956043955, 0.7474969474969475, 1.0], "knots1": [0.0, 0.39096459096459096, 0.6378510378510378, 1.0]}, {"frames": [39, 40], "aligned": true, "reason": "aligned", "common_tracks": [33, 36], "knots0": [0.0, 0.39096459096459096, 0.6378510378510378, 1.0], "knots1": [0.0, 0.46984126984126984, 0.6581196581196581, 1.0]}, {"frames": [40, 41], "aligned": true, "reason": "aligned", "common_tracks": [33, 40], "knots0": [0.0, 0.46984126984126984, 0.6835164835164835, 1.0], "knots1": [0.0, 0.38290598290598293, 0.7294261294261294, 1.0]}, {"frames": [41, 42], "aligned": true, "reason": "aligned", "common_tracks": [33, 40], "knots0": [0.0, 0.38290598290598293, 0.7294261294261294, 1.0], "knots1": [0.0, 0.39755799755799753, 0.6598290598290598, 1.0]}, {"frames": [42, 43], "aligned": true, "reason": "aligned", "common_tracks": [33], "knots0": [0.0, 0.39755799755799753, 1.0], "knots1": [0.0, 0.35604395604395606, 1.0]}, {"frames": [43, 44], "aligned": true, "reason": "aligned", "common_tracks": [33, 43], "knots0": [0.0, 0.35604395604395606, 0.7924297924297924, 1.0], "knots1": [0.0, 0.25567765567765566, 0.736996336996337, 1.0]}, {"frames": [44, 45], "aligned": true, "reason": "aligned", "common_tracks": [33, 44, 43], "knots0": [0.0, 0.25567765567765566, 0.39536019536019534, 0.736996336996337, 1.0], "knots1": [0.0, 0.12503052503052503, 0.3907203907203907, 0.7409035409035409, 1.0]}, {"frames": [45, 46], "aligned": true, "reason": "aligned", "common_tracks": [33, 44, 43], "knots0": [0.0, 0.12503052503052503, 0.3907203907203907, 0.7409035409035409, 1.0], "knots1": [0.0, 0.17851037851037851, 0.3653235653235653, 0.7338217338217338, 1.0]}, {"frames": [46, 47], "aligned": true, "reason": "aligned", "common_tracks": [44, 43], "knots0": [0.0, 0.3653235653235653, 0.7338217338217338, 1.0], "knots1": [0.0, 0.4112332112332112, 0.7499389499389499, 1.0]}, {"frames": [47, 48], "aligned": false, "reason": "large position jump", "common_tracks": [43], "knots0": [0.0, 0.7499389499389499, 1.0], "knots1": [0.0, 0.4713064713064713, 1.0]}, {"frames": [48, 49], "aligned": false, "reason": "large position jump", "common_tracks": [43], "knots0": [0.0, 0.4713064713064713, 1.0], "knots1": [0.0, 0.8468864468864469, 1.0]}, {"frames": [49, 50], "aligned": false, "reason": "large position jump", "common_tracks": [45, 43], "knots0": [0.0, 0.4627594627594628, 0.8468864468864469, 1.0], "knots1": [0.0, 0.3738705738705739, 0.43394383394383396, 1.0]}, {"frames": [50, 51], "aligned": true, "reason": "aligned", "common_tracks": [45, 43], "knots0": [0.0, 0.3738705738705739, 0.43394383394383396, 1.0], "knots1": [0.0, 0.48986568986568985, 0.6105006105006106, 1.0]}, {"frames": [51, 52], "aligned": true, "reason": "aligned", "common_tracks": [45, 43], "knots0": [0.0, 0.48986568986568985, 0.6105006105006106, 1.0], "knots1": [0.0, 0.42808302808302806, 0.6244200244200244, 1.0]}, {"frames": [52, 53], "aligned": true, "reason": "aligned", "common_tracks": [43], "knots0": [0.0, 0.6244200244200244, 1.0], "knots1": [0.0, 0.44126984126984126, 1.0]}, {"frames": [53, 54], "aligned": true, "reason": "aligned", "common_tracks": [43], "knots0": [0.0, 0.44126984126984126, 1.0], "knots1": [0.0, 0.45274725274725275, 1.0]}, {"frames": [54, 55], "aligned": false, "reason": "large position jump", "common_tracks": [43], "knots0": [0.0, 0.45274725274725275, 1.0], "knots1": [0.0, 0.7924297924297924, 1.0]}, {"frames": [55, 56], "aligned": true, "reason": "aligned", "common_tracks": [50, 43], "knots0": [0.0, 0.33284493284493283, 0.7924297924297924, 1.0], "knots1": [0.0, 0.39755799755799753, 0.7858363858363858, 1.0]}, {"frames": [56, 57], "aligned": true, "reason": "aligned", "common_tracks": [50, 43], "knots0": [0.0, 0.39755799755799753, 0.7858363858363858, 1.0], "knots1": [0.0, 0.23809523809523808, 0.9247863247863248, 1.0]}, {"frames": [57, 58], "aligned": false, "reason": "large position jump", "common_tracks": [50], "knots0": [0.0, 0.23809523809523808, 1.0], "knots1": [0.0, 0.48131868131868133, 1.0]}, {"frames": [58, 59], "aligned": false, "reason": "crossing extrema order", "common_tracks": [50, 56], "knots0": [0.0, 0.48131868131868133, 0.8017094017094017, 1.0], "knots1": [0.0, 0.6402930402930402, 0.6170940170940171, 1.0]}, {"frames": [59, 60], "aligned": false, "reason": "large position jump", "common_tracks": [59, 56], "knots0": [0.0, 0.1794871794871795, 0.6170940170940171, 1.0], "knots1": [0.0, 0.14652014652014653, 0.8341880341880342, 1.0]}, {"frames": [60, 61], "aligned": false, "reason": "large position jump", "common_tracks": [59], "knots0": [0.0, 0.14652014652014653, 1.0], "knots1": [0.0, 0.3951159951159951, 1.0]}, {"frames": [61, 62], "aligned": true, "reason": "aligned", "common_tracks": [59], "knots0": [0.0, 0.3951159951159951, 1.0], "knots1": [0.0, 0.4424908424908425, 1.0]}, {"frames": [62, 63], "aligned": true, "reason": "aligned", "common_tracks": [59, 62], "knots0": [0.0, 0.4424908424908425, 0.8805860805860806, 1.0], "knots1": [0.0, 0.4087912087912088, 0.8539682539682539, 1.0]}, {"frames": [63, 64], "aligned": false, "reason": "large position jump", "common_tracks": [59], "knots0": [0.0, 0.4087912087912088, 1.0], "knots1": [0.0, 0.17142857142857143, 1.0]}, {"frames": [64, 65], "aligned": true, "reason": "aligned", "common_tracks": [59, 64], "knots0": [0.0, 0.17142857142857143, 0.41611721611721614, 1.0], "knots1": [0.0, 0.10183150183150183, 0.38461538461538464, 1.0]}, {"frames": [65, 66], "aligned": true, "reason": "aligned", "common_tracks": [59, 64], "knots0": [0.0, 0.10183150183150183, 0.38461538461538464, 1.0], "knots1": [0.0, 0.14627594627594628, 0.33284493284493283, 1.0]}, {"frames": [66, 67], "aligned": true, "reason": "aligned", "common_tracks": [59, 66], "knots0": [0.0, 0.14627594627594628, 0.4593406593406593, 1.0], "knots1": [0.0, 0.15384615384615385, 0.4039072039072039, 1.0]}, {"frames": [67, 68], "aligned": false, "reason": "large position jump", "common_tracks": [59, 66], "knots0": [0.0, 0.15384615384615385, 0.4039072039072039, 1.0], "knots1": [0.0, 0.4673992673992674, 0.9330891330891331, 1.0]}, {"frames": [68, 69], "aligned": true, "reason": "aligned", "common_tracks": [59], "knots0": [0.0, 0.4673992673992674, 1.0], "knots1": [0.0, 0.42857142857142855, 1.0]}, {"frames": [69, 70], "aligned": false, "reason": "large position jump", "common_tracks": [59], "knots0": [0.0, 0.42857142857142855, 1.0], "knots1": [0.0, 0.800976800976801, 1.0]}, {"frames": [70, 71], "aligned": true, "reason": "aligned", "common_tracks": [71, 59], "knots0": [0.0, 0.39853479853479856, 0.800976800976801, 1.0], "knots1": [0.0, 0.26886446886446885, 0.7794871794871795, 1.0]}, {"frames": [71, 72], "aligned": false, "reason": "large position jump", "common_tracks": [72, 59], "knots0": [0.0, 0.2884004884004884, 0.7794871794871795, 1.0], "knots1": [0.0, 0.09304029304029304, 0.4376068376068376, 1.0]}, {"frames": [72, 73], "aligned": true, "reason": "aligned", "common_tracks": [59], "knots0": [0.0, 0.4376068376068376, 1.0], "knots1": [0.0, 0.4117216117216117, 1.0]}, {"frames": [73, 74], "aligned": false, "reason": "large position jump", "common_tracks": [59], "knots0": [0.0, 0.4117216117216117, 1.0], "knots1": [0.0, 0.7763125763125763, 1.0]}, {"frames": [74, 75], "aligned": true, "reason": "aligned", "common_tracks": [74, 59], "knots0": [0.0, 0.3492063492063492, 0.7763125763125763, 1.0], "knots1": [0.0, 0.3706959706959707, 0.7763125763125763, 1.0]}, {"frames": [75, 76], "aligned": true, "reason": "aligned", "common_tracks": [74, 59], "knots0": [0.0, 0.3706959706959707, 0.7763125763125763, 1.0], "knots1": [0.0, 0.3536019536019536, 0.7885225885225885, 1.0]}, {"frames": [76, 77], "aligned": false, "reason": "large position jump", "common_tracks": [74, 59], "knots0": [0.0, 0.3536019536019536, 0.7885225885225885, 1.0], "knots1": [0.0, 0.34163614163614164, 0.5504273504273505, 1.0]}, {"frames": [77, 78], "aligned": false, "reason": "crossing extrema order", "common_tracks": [74, 59], "knots0": [0.0, 0.34163614163614164, 0.5504273504273505, 1.0], "knots1": [0.0, 0.47326007326007324, 0.4139194139194139, 1.0]}, {"frames": [78, 79], "aligned": false, "reason": "crossing extrema order", "common_tracks": [59, 74], "knots0": [0.0, 0.4139194139194139, 0.47326007326007324, 1.0], "knots1": [0.0, 0.821001221001221, 0.39487179487179486, 1.0]}, {"frames": [79, 80], "aligned": true, "reason": "aligned", "common_tracks": [74], "knots0": [0.0, 0.39487179487179486, 1.0], "knots1": [0.0, 0.3623931623931624, 1.0]}, {"frames": [80, 81], "aligned": true, "reason": "aligned", "common_tracks": [74], "knots0": [0.0, 0.3623931623931624, 1.0], "knots1": [0.0, 0.41904761904761906, 1.0]}, {"frames": [81, 82], "aligned": true, "reason": "aligned", "common_tracks": [78], "knots0": [0.0, 0.8310134310134311, 1.0], "knots1": [0.0, 0.7750915750915751, 1.0]}, {"frames": [82, 83], "aligned": false, "reason": "large position jump", "common_tracks": [78], "knots0": [0.0, 0.7750915750915751, 1.0], "knots1": [0.0, 0.33357753357753356, 1.0]}, {"frames": [83, 84], "aligned": true, "reason": "aligned", "common_tracks": [78], "knots0": [0.0, 0.33357753357753356, 1.0], "knots1": [0.0, 0.3452991452991453, 1.0]}, {"frames": [84, 85], "aligned": false, "reason": "large position jump", "common_tracks": [78], "knots0": [0.0, 0.3452991452991453, 1.0], "knots1": [0.0, 0.7963369963369963, 1.0]}, {"frames": [85, 86], "aligned": true, "reason": "aligned", "common_tracks": [79, 78], "knots0": [0.0, 0.4363858363858364, 0.7963369963369963, 1.0], "knots1": [0.0, 0.3252747252747253, 0.7286935286935287, 1.0]}, {"frames": [86, 87], "aligned": true, "reason": "aligned", "common_tracks": [79, 78], "knots0": [0.0, 0.3252747252747253, 0.7286935286935287, 1.0], "knots1": [0.0, 0.37216117216117217, 0.7772893772893773, 1.0]}, {"frames": [87, 88], "aligned": true, "reason": "aligned", "common_tracks": [79], "knots0": [0.0, 0.37216117216117217, 1.0], "knots1": [0.0, 0.4332112332112332, 1.0]}, {"frames": [88, 89], "aligned": true, "reason": "aligned", "common_tracks": [82, 79], "knots0": [0.0, 0.3724053724053724, 0.4332112332112332, 1.0], "knots1": [0.0, 0.4627594627594628, 0.516971916971917, 1.0]}, {"frames": [89, 90], "aligned": false, "reason": "crossing extrema order", "common_tracks": [82, 79], "knots0": [0.0, 0.4627594627594628, 0.516971916971917, 1.0], "knots1": [0.0, 0.44761904761904764, 0.39194139194139194, 1.0]}, {"frames": [90, 91], "aligned": false, "reason": "large position jump", "common_tracks": [79, 82], "knots0": [0.0, 0.39194139194139194, 0.44761904761904764, 1.0], "knots1": [0.0, 0.36996336996337, 0.8315018315018315, 1.0]}, {"frames": [91, 92], "aligned": true, "reason": "aligned", "common_tracks": [82], "knots0": [0.0, 0.8315018315018315, 1.0], "knots1": [0.0, 0.8141636141636142, 1.0]}, {"frames": [92, 93], "aligned": false, "reason": "large position jump", "common_tracks": [82], "knots0": [0.0, 0.8141636141636142, 1.0], "knots1": [0.0, 0.17582417582417584, 1.0]}, {"frames": [93, 94], "aligned": true, "reason": "aligned", "common_tracks": [82], "knots0": [0.0, 0.17582417582417584, 1.0], "knots1": [0.0, 0.09255189255189256, 1.0]}, {"frames": [94, 95], "aligned": false, "reason": "crossing extrema order", "common_tracks": [82, 85], "knots0": [0.0, 0.09255189255189256, 0.47448107448107446, 1.0], "knots1": [0.0, 0.7916971916971917, 0.41611721611721614, 1.0]}, {"frames": [95, 96], "aligned": true, "reason": "aligned", "common_tracks": [82], "knots0": [0.0, 0.7916971916971917, 1.0], "knots1": [0.0, 0.833943833943834, 1.0]}, {"frames": [96, 97], "aligned": true, "reason": "aligned", "common_tracks": [82], "knots0": [0.0, 0.833943833943834, 1.0], "knots1": [0.0, 0.9006105006105006, 1.0]}, {"frames": [97, 98], "aligned": true, "reason": "aligned", "common_tracks": [89], "knots0": [0.0, 0.3938949938949939, 1.0], "knots1": [0.0, 0.3833943833943834, 1.0]}, {"frames": [98, 99], "aligned": false, "reason": "large position jump", "common_tracks": [89], "knots0": [0.0, 0.3833943833943834, 1.0], "knots1": [0.0, 0.8173382173382173, 1.0]}, {"frames": [99, 100], "aligned": true, "reason": "aligned", "common_tracks": [89], "knots0": [0.0, 0.8173382173382173, 1.0], "knots1": [0.0, 0.8612942612942613, 1.0]}, {"frames": [100, 101], "aligned": false, "reason": "large position jump", "common_tracks": [89], "knots0": [0.0, 0.8612942612942613, 1.0], "knots1": [0.0, 0.336996336996337, 1.0]}, {"frames": [101, 102], "aligned": true, "reason": "aligned", "common_tracks": [89], "knots0": [0.0, 0.336996336996337, 1.0], "knots1": [0.0, 0.34896214896214894, 1.0]}, {"frames": [102, 103], "aligned": false, "reason": "large position jump", "common_tracks": [89], "knots0": [0.0, 0.34896214896214894, 1.0], "knots1": [0.0, 0.6884004884004884, 1.0]}, {"frames": [103, 104], "aligned": false, "reason": "large position jump", "common_tracks": [89], "knots0": [0.0, 0.6884004884004884, 1.0], "knots1": [0.0, 0.4456654456654457, 1.0]}, {"frames": [104, 105], "aligned": false, "reason": "large position jump", "common_tracks": [89], "knots0": [0.0, 0.4456654456654457, 1.0], "knots1": [0.0, 0.7738705738705739, 1.0]}, {"frames": [105, 106], "aligned": false, "reason": "crossing extrema order", "common_tracks": [96, 97, 89], "knots0": [0.0, 0.3916971916971917, 0.7140415140415141, 0.7738705738705739, 1.0], "knots1": [0.0, 0.5372405372405372, 0.8559218559218559, 0.5101343101343101, 1.0]}, {"frames": [106, 107], "aligned": true, "reason": "aligned", "common_tracks": [96, 97], "knots0": [0.0, 0.5372405372405372, 0.8559218559218559, 1.0], "knots1": [0.0, 0.42857142857142855, 0.9238095238095239, 1.0]}, {"frames": [107, 108], "aligned": true, "reason": "aligned", "common_tracks": [96, 97], "knots0": [0.0, 0.42857142857142855, 0.9238095238095239, 1.0], "knots1": [0.0, 0.4056166056166056, 0.811965811965812, 1.0]}, {"frames": [108, 109], "aligned": true, "reason": "aligned", "common_tracks": [96, 97], "knots0": [0.0, 0.4056166056166056, 0.811965811965812, 1.0], "knots1": [0.0, 0.37875457875457874, 0.7262515262515262, 1.0]}, {"frames": [109, 110], "aligned": true, "reason": "aligned", "common_tracks": [97], "knots0": [0.0, 0.7262515262515262, 1.0], "knots1": [0.0, 0.6764346764346765, 1.0]}, {"frames": [110, 111], "aligned": true, "reason": "aligned", "common_tracks": [97], "knots0": [0.0, 0.6764346764346765, 1.0], "knots1": [0.0, 0.7980463980463981, 1.0]}, {"frames": [111, 112], "aligned": true, "reason": "aligned", "common_tracks": [97], "knots0": [0.0, 0.7980463980463981, 1.0], "knots1": [0.0, 0.7904761904761904, 1.0]}, {"frames": [112, 113], "aligned": false, "reason": "large position jump", "common_tracks": [97], "knots0": [0.0, 0.7904761904761904, 1.0], "knots1": [0.0, 0.346031746031746, 1.0]}, {"frames": [113, 114], "aligned": false, "reason": "large position jump", "common_tracks": [97], "knots0": [0.0, 0.346031746031746, 1.0], "knots1": [0.0, 0.7338217338217338, 1.0]}, {"frames": [114, 115], "aligned": true, "reason": "aligned", "common_tracks": [97], "knots0": [0.0, 0.7338217338217338, 1.0], "knots1": [0.0, 0.8, 1.0]}, {"frames": [115, 116], "aligned": true, "reason": "aligned", "common_tracks": [97], "knots0": [0.0, 0.8, 1.0], "knots1": [0.0, 0.6498168498168498, 1.0]}, {"frames": [116, 117], "aligned": false, "reason": "crossing extrema order", "common_tracks": [97, 105], "knots0": [0.0, 0.6498168498168498, 0.6735042735042736, 1.0], "knots1": [0.0, 0.8620268620268621, 0.42857142857142855, 1.0]}, {"frames": [117, 118], "aligned": false, "reason": "large position jump", "common_tracks": [97], "knots0": [0.0, 0.8620268620268621, 1.0], "knots1": [0.0, 0.3553113553113553, 1.0]}, {"frames": [118, 119], "aligned": false, "reason": "large position jump", "common_tracks": [97], "knots0": [0.0, 0.3553113553113553, 1.0], "knots1": [0.0, 0.7335775335775335, 1.0]}, {"frames": [119, 120], "aligned": false, "reason": "no common extrema", "common_tracks": [], "knots0": [0.0, 1.0], "knots1": [0.0, 1.0]}, {"frames": [120, 121], "aligned": true, "reason": "aligned", "common_tracks": [110, 109], "knots0": [0.0, 0.18632478632478633, 0.42466422466422465, 1.0], "knots1": [0.0, 0.15311355311355312, 0.3992673992673993, 1.0]}, {"frames": [121, 122], "aligned": false, "reason": "crossing extrema order", "common_tracks": [110, 109], "knots0": [0.0, 0.15311355311355312, 0.3992673992673993, 1.0], "knots1": [0.0, 0.8862026862026862, 0.4485958485958486, 1.0]}, {"frames": [122, 123], "aligned": false, "reason": "large position jump", "common_tracks": [110], "knots0": [0.0, 0.8862026862026862, 1.0], "knots1": [0.0, 0.4315018315018315, 1.0]}, {"frames": [123, 124], "aligned": false, "reason": "large position jump", "common_tracks": [110], "knots0": [0.0, 0.4315018315018315, 1.0], "knots1": [0.0, 0.7572649572649572, 1.0]}, {"frames": [124, 125], "aligned": false, "reason": "large position jump", "common_tracks": [112, 110], "knots0": [0.0, 0.4231990231990232, 0.7572649572649572, 1.0], "knots1": [0.0, 0.2385836385836386, 0.2937728937728938, 1.0]}, {"frames": [125, 126], "aligned": true, "reason": "aligned", "common_tracks": [112, 110, 114], "knots0": [0.0, 0.2385836385836386, 0.2937728937728938, 0.8051282051282052, 1.0], "knots1": [0.0, 0.2622710622710623, 0.2996336996336996, 0.8893772893772893, 1.0]}, {"frames": [126, 127], "aligned": false, "reason": "crossing extrema order", "common_tracks": [112, 110], "knots0": [0.0, 0.2622710622710623, 0.2996336996336996, 1.0], "knots1": [0.0, 0.7032967032967034, 0.18583638583638584, 1.0]}, {"frames": [127, 128], "aligned": false, "reason": "large position jump", "common_tracks": [112], "knots0": [0.0, 0.7032967032967034, 1.0], "knots1": [0.0, 0.45567765567765567, 1.0]}, {"frames": [128, 129], "aligned": true, "reason": "aligned", "common_tracks": [112], "knots0": [0.0, 0.45567765567765567, 1.0], "knots1": [0.0, 0.4398046398046398, 1.0]}, {"frames": [129, 130], "aligned": true, "reason": "aligned", "common_tracks": [112, 118], "knots0": [0.0, 0.4398046398046398, 0.8547008547008547, 1.0], "knots1": [0.0, 0.38632478632478634, 0.8485958485958486, 1.0]}, {"frames": [130, 131], "aligned": true, "reason": "aligned", "common_tracks": [112], "knots0": [0.0, 0.38632478632478634, 1.0], "knots1": [0.0, 0.35702075702075703, 1.0]}, {"frames": [131, 132], "aligned": true, "reason": "aligned", "common_tracks": [112], "knots0": [0.0, 0.35702075702075703, 1.0], "knots1": [0.0, 0.3333333333333333, 1.0]}, {"frames": [132, 133], "aligned": false, "reason": "large position jump", "common_tracks": [112, 122], "knots0": [0.0, 0.3333333333333333, 0.3963369963369963, 1.0], "knots1": [0.0, 0.4432234432234432, 0.8688644688644689, 1.0]}, {"frames": [133, 134], "aligned": true, "reason": "aligned", "common_tracks": [112, 122], "knots0": [0.0, 0.4432234432234432, 0.8688644688644689, 1.0], "knots1": [0.0, 0.4456654456654457, 0.8463980463980464, 1.0]}, {"frames": [134, 135], "aligned": false, "reason": "crossing extrema order", "common_tracks": [112, 122], "knots0": [0.0, 0.4456654456654457, 0.8463980463980464, 1.0], "knots1": [0.0, 0.4236874236874237, 0.10012210012210013, 1.0]}, {"frames": [135, 136], "aligned": false, "reason": "large position jump", "common_tracks": [122], "knots0": [0.0, 0.10012210012210013, 1.0], "knots1": [0.0, 0.864957264957265, 1.0]}, {"frames": [136, 137], "aligned": true, "reason": "aligned", "common_tracks": [122], "knots0": [0.0, 0.864957264957265, 1.0], "knots1": [0.0, 0.7294261294261294, 1.0]}, {"frames": [137, 138], "aligned": false, "reason": "large position jump", "common_tracks": [122], "knots0": [0.0, 0.7294261294261294, 1.0], "knots1": [0.0, 0.40366300366300367, 1.0]}, {"frames": [138, 139], "aligned": false, "reason": "large position jump", "common_tracks": [122, 128], "knots0": [0.0, 0.40366300366300367, 0.8434676434676435, 1.0], "knots1": [0.0, 0.2021978021978022, 0.8483516483516483, 1.0]}, {"frames": [139, 140], "aligned": true, "reason": "aligned", "common_tracks": [122, 129, 128], "knots0": [0.0, 0.2021978021978022, 0.4564102564102564, 0.8483516483516483, 1.0], "knots1": [0.0, 0.2231990231990232, 0.4989010989010989, 0.905006105006105, 1.0]}, {"frames": [140, 141], "aligned": true, "reason": "aligned", "common_tracks": [122, 129], "knots0": [0.0, 0.2231990231990232, 0.4989010989010989, 1.0], "knots1": [0.0, 0.21953601953601953, 0.48717948717948717, 1.0]}, {"frames": [141, 142], "aligned": false, "reason": "crossing extrema order", "common_tracks": [122, 129], "knots0": [0.0, 0.21953601953601953, 0.48717948717948717, 1.0], "knots1": [0.0, 0.9184371184371184, 0.4810744810744811, 1.0]}, {"frames": [142, 143], "aligned": false, "reason": "large position jump", "common_tracks": [122], "knots0": [0.0, 0.9184371184371184, 1.0], "knots1": [0.0, 0.4236874236874237, 1.0]}, {"frames": [143, 144], "aligned": true, "reason": "aligned", "common_tracks": [122], "knots0": [0.0, 0.4236874236874237, 1.0], "knots1": [0.0, 0.44932844932844934, 1.0]}, {"frames": [144, 145], "aligned": false, "reason": "large position jump", "common_tracks": [122], "knots0": [0.0, 0.44932844932844934, 1.0], "knots1": [0.0, 0.8774114774114774, 1.0]}, {"frames": [145, 146], "aligned": false, "reason": "large position jump", "common_tracks": [130, 122], "knots0": [0.0, 0.43663003663003663, 0.8774114774114774, 1.0], "knots1": [0.0, 0.3960927960927961, 0.6341880341880342, 1.0]}, {"frames": [146, 147], "aligned": false, "reason": "crossing extrema order", "common_tracks": [130, 132], "knots0": [0.0, 0.3960927960927961, 0.4288156288156288, 1.0], "knots1": [0.0, 0.44078144078144077, 0.1575091575091575, 1.0]}, {"frames": [147, 148], "aligned": false, "reason": "large position jump", "common_tracks": [132], "knots0": [0.0, 0.1575091575091575, 1.0], "knots1": [0.0, 0.44468864468864466, 1.0]}, {"frames": [148, 149], "aligned": true, "reason": "aligned", "common_tracks": [132], "knots0": [0.0, 0.44468864468864466, 1.0], "knots1": [0.0, 0.4456654456654457, 1.0]}, {"frames": [149, 150], "aligned": true, "reason": "aligned", "common_tracks": [132], "knots0": [0.0, 0.4456654456654457, 1.0], "knots1": [0.0, 0.45738705738705737, 1.0]}, {"frames": [150, 151], "aligned": false, "reason": "large position jump", "common_tracks": [132], "knots0": [0.0, 0.45738705738705737, 1.0], "knots1": [0.0, 0.8967032967032967, 1.0]}, {"frames": [151, 152], "aligned": false, "reason": "large position jump", "common_tracks": [132], "knots0": [0.0, 0.8967032967032967, 1.0], "knots1": [0.0, 0.41147741147741146, 1.0]}, {"frames": [152, 153], "aligned": true, "reason": "aligned", "common_tracks": [132], "knots0": [0.0, 0.41147741147741146, 1.0], "knots1": [0.0, 0.44542124542124545, 1.0]}, {"frames": [153, 154], "aligned": false, "reason": "large position jump", "common_tracks": [132], "knots0": [0.0, 0.44542124542124545, 1.0], "knots1": [0.0, 0.8444444444444444, 1.0]}, {"frames": [154, 155], "aligned": false, "reason": "large position jump", "common_tracks": [132], "knots0": [0.0, 0.8444444444444444, 1.0], "knots1": [0.0, 0.3907203907203907, 1.0]}, {"frames": [155, 156], "aligned": false, "reason": "large position jump", "common_tracks": [132], "knots0": [0.0, 0.3907203907203907, 1.0], "knots1": [0.0, 0.8002442002442003, 1.0]}, {"frames": [156, 157], "aligned": true, "reason": "aligned", "common_tracks": [137, 132], "knots0": [0.0, 0.38583638583638585, 0.8002442002442003, 1.0], "knots1": [0.0, 0.39951159951159954, 0.7548229548229548, 1.0]}, {"frames": [157, 158], "aligned": false, "reason": "large position jump", "common_tracks": [132], "knots0": [0.0, 0.7548229548229548, 1.0], "knots1": [0.0, 0.4380952380952381, 1.0]}, {"frames": [158, 159], "aligned": true, "reason": "aligned", "common_tracks": [132], "knots0": [0.0, 0.4380952380952381, 1.0], "knots1": [0.0, 0.41514041514041516, 1.0]}, {"frames": [159, 160], "aligned": true, "reason": "aligned", "common_tracks": [132], "knots0": [0.0, 0.41514041514041516, 1.0], "knots1": [0.0, 0.4537240537240537, 1.0]}, {"frames": [160, 161], "aligned": true, "reason": "aligned", "common_tracks": [132], "knots0": [0.0, 0.4537240537240537, 1.0], "knots1": [0.0, 0.4656898656898657, 1.0]}, {"frames": [161, 162], "aligned": true, "reason": "aligned", "common_tracks": [132], "knots0": [0.0, 0.4656898656898657, 1.0], "knots1": [0.0, 0.4148962148962149, 1.0]}, {"frames": [162, 163], "aligned": true, "reason": "aligned", "common_tracks": [132], "knots0": [0.0, 0.4148962148962149, 1.0], "knots1": [0.0, 0.5714285714285714, 1.0]}, {"frames": [163, 164], "aligned": false, "reason": "large position jump", "common_tracks": [132], "knots0": [0.0, 0.5714285714285714, 1.0], "knots1": [0.0, 0.15384615384615385, 1.0]}, {"frames": [164, 165], "aligned": true, "reason": "aligned", "common_tracks": [132, 141], "knots0": [0.0, 0.15384615384615385, 0.3567765567765568, 1.0], "knots1": [0.0, 0.10500610500610501, 0.3860805860805861, 1.0]}, {"frames": [165, 166], "aligned": false, "reason": "large position jump", "common_tracks": [132], "knots0": [0.0, 0.10500610500610501, 1.0], "knots1": [0.0, 0.4354090354090354, 1.0]}, {"frames": [166, 167], "aligned": true, "reason": "aligned", "common_tracks": [132], "knots0": [0.0, 0.4354090354090354, 1.0], "knots1": [0.0, 0.4363858363858364, 1.0]}, {"frames": [167, 168], "aligned": true, "reason": "aligned", "common_tracks": [132], "knots0": [0.0, 0.4363858363858364, 1.0], "knots1": [0.0, 0.4163614163614164, 1.0]}, {"frames": [168, 169], "aligned": true, "reason": "aligned", "common_tracks": [132], "knots0": [0.0, 0.4163614163614164, 1.0], "knots1": [0.0, 0.4449328449328449, 1.0]}, {"frames": [169, 170], "aligned": true, "reason": "aligned", "common_tracks": [132], "knots0": [0.0, 0.4449328449328449, 1.0], "knots1": [0.0, 0.48205128205128206, 1.0]}, {"frames": [170, 171], "aligned": false, "reason": "large position jump", "common_tracks": [132], "knots0": [0.0, 0.48205128205128206, 1.0], "knots1": [0.0, 0.9113553113553113, 1.0]}, {"frames": [171, 172], "aligned": false, "reason": "large position jump", "common_tracks": [132], "knots0": [0.0, 0.9113553113553113, 1.0], "knots1": [0.0, 0.39365079365079364, 1.0]}, {"frames": [172, 173], "aligned": true, "reason": "aligned", "common_tracks": [132], "knots0": [0.0, 0.39365079365079364, 1.0], "knots1": [0.0, 0.4278388278388278, 1.0]}, {"frames": [173, 174], "aligned": true, "reason": "aligned", "common_tracks": [132], "knots0": [0.0, 0.4278388278388278, 1.0], "knots1": [0.0, 0.4324786324786325, 1.0]}, {"frames": [174, 175], "aligned": true, "reason": "aligned", "common_tracks": [132], "knots0": [0.0, 0.4324786324786325, 1.0], "knots1": [0.0, 0.44884004884004886, 1.0]}, {"frames": [175, 176], "aligned": true, "reason": "aligned", "common_tracks": [132], "knots0": [0.0, 0.44884004884004886, 1.0], "knots1": [0.0, 0.4617826617826618, 1.0]}, {"frames": [176, 177], "aligned": true, "reason": "aligned", "common_tracks": [132], "knots0": [0.0, 0.4617826617826618, 1.0], "knots1": [0.0, 0.4449328449328449, 1.0]}, {"frames": [177, 178], "aligned": false, "reason": "large position jump", "common_tracks": [132], "knots0": [0.0, 0.4449328449328449, 1.0], "knots1": [0.0, 0.8835164835164835, 1.0]}, {"frames": [178, 179], "aligned": true, "reason": "aligned", "common_tracks": [143, 132], "knots0": [0.0, 0.39536019536019534, 0.8835164835164835, 1.0], "knots1": [0.0, 0.3746031746031746, 0.8183150183150183, 1.0]}, {"frames": [179, 180], "aligned": false, "reason": "large position jump", "common_tracks": [143, 132], "knots0": [0.0, 0.3746031746031746, 0.8183150183150183, 1.0], "knots1": [0.0, 0.2761904761904762, 0.32967032967032966, 1.0]}, {"frames": [180, 181], "aligned": false, "reason": "crossing extrema order", "common_tracks": [143, 132], "knots0": [0.0, 0.2761904761904762, 0.32967032967032966, 1.0], "knots1": [0.0, 0.4534798534798535, 0.08400488400488401, 1.0]}, {"frames": [181, 182], "aligned": false, "reason": "large position jump", "common_tracks": [132], "knots0": [0.0, 0.08400488400488401, 1.0], "knots1": [0.0, 0.47985347985347987, 1.0]}, {"frames": [182, 183], "aligned": true, "reason": "aligned", "common_tracks": [132], "knots0": [0.0, 0.47985347985347987, 1.0], "knots1": [0.0, 0.37484737484737485, 1.0]}, {"frames": [183, 184], "aligned": false, "reason": "large position jump", "common_tracks": [132], "knots0": [0.0, 0.37484737484737485, 1.0], "knots1": [0.0, 0.12551892551892552, 1.0]}, {"frames": [184, 185], "aligned": true, "reason": "aligned", "common_tracks": [132, 145], "knots0": [0.0, 0.12551892551892552, 0.852991452991453, 1.0], "knots1": [0.0, 0.13846153846153847, 0.8881562881562881, 1.0]}, {"frames": [185, 186], "aligned": true, "reason": "aligned", "common_tracks": [132, 147, 146], "knots0": [0.0, 0.13846153846153847, 0.4603174603174603, 0.4937728937728938, 1.0], "knots1": [0.0, 0.11013431013431013, 0.49621489621489623, 0.5536019536019536, 1.0]}, {"frames": [186, 187], "aligned": false, "reason": "crossing extrema order", "common_tracks": [132, 147, 146], "knots0": [0.0, 0.11013431013431013, 0.49621489621489623, 0.5536019536019536, 1.0], "knots1": [0.0, 0.10744810744810745, 0.8490842490842491, 0.3567765567765568, 1.0]}, {"frames": [187, 188], "aligned": true, "reason": "aligned", "common_tracks": [146, 149, 147], "knots0": [0.0, 0.3567765567765568, 0.6715506715506715, 0.8490842490842491, 1.0], "knots1": [0.0, 0.35775335775335776, 0.6808302808302809, 0.7238095238095238, 1.0]}, {"frames": [188, 189], "aligned": true, "reason": "aligned", "common_tracks": [146], "knots0": [0.0, 0.35775335775335776, 1.0], "knots1": [0.0, 0.4818070818070818, 1.0]}, {"frames": [189, 190], "aligned": true, "reason": "aligned", "common_tracks": [146], "knots0": [0.0, 0.4818070818070818, 1.0], "knots1": [0.0, 0.4617826617826618, 1.0]}, {"frames": [190, 191], "aligned": true, "reason": "aligned", "common_tracks": [146], "knots0": [0.0, 0.4617826617826618, 1.0], "knots1": [0.0, 0.3584859584859585, 1.0]}, {"frames": [191, 192], "aligned": false, "reason": "large position jump", "common_tracks": [146], "knots0": [0.0, 0.3584859584859585, 1.0], "knots1": [0.0, 0.874969474969475, 1.0]}, {"frames": [192, 193], "aligned": false, "reason": "large position jump", "common_tracks": [146], "knots0": [0.0, 0.874969474969475, 1.0], "knots1": [0.0, 0.28083028083028083, 1.0]}, {"frames": [193, 194], "aligned": false, "reason": "large position jump", "common_tracks": [146, 151], "knots0": [0.0, 0.28083028083028083, 0.9372405372405372, 1.0], "knots1": [0.0, 0.6376068376068376, 0.9042735042735043, 1.0]}, {"frames": [194, 195], "aligned": false, "reason": "crossing extrema order", "common_tracks": [152, 146], "knots0": [0.0, 0.39951159951159954, 0.6376068376068376, 1.0], "knots1": [0.0, 0.5728937728937729, 0.4942612942612943, 1.0]}, {"frames": [195, 196], "aligned": false, "reason": "crossing extrema order", "common_tracks": [153, 146, 152], "knots0": [0.0, 0.07081807081807082, 0.4942612942612943, 0.5728937728937729, 1.0], "knots1": [0.0, 0.28205128205128205, 0.8490842490842491, 0.25445665445665444, 1.0]}, {"frames": [196, 197], "aligned": true, "reason": "aligned", "common_tracks": [152, 153, 146], "knots0": [0.0, 0.25445665445665444, 0.28205128205128205, 0.8490842490842491, 1.0], "knots1": [0.0, 0.2644688644688645, 0.29743589743589743, 0.6554334554334554, 1.0]}, {"frames": [197, 198], "aligned": false, "reason": "crossing extrema order", "common_tracks": [152, 146], "knots0": [0.0, 0.2644688644688645, 0.6554334554334554, 1.0], "knots1": [0.0, 0.45836385836385835, 0.1452991452991453, 1.0]}, {"frames": [198, 199], "aligned": true, "reason": "aligned", "common_tracks": [146, 152], "knots0": [0.0, 0.1452991452991453, 0.45836385836385835, 1.0], "knots1": [0.0, 0.14358974358974358, 0.4747252747252747, 1.0]}, {"frames": [199, 200], "aligned": false, "reason": "large position jump", "common_tracks": [146], "knots0": [0.0, 0.14358974358974358, 1.0], "knots1": [0.0, 0.4293040293040293, 1.0]}, {"frames": [200, 201], "aligned": true, "reason": "aligned", "common_tracks": [146], "knots0": [0.0, 0.4293040293040293, 1.0], "knots1": [0.0, 0.4427350427350427, 1.0]}, {"frames": [201, 202], "aligned": true, "reason": "aligned", "common_tracks": [146], "knots0": [0.0, 0.4427350427350427, 1.0], "knots1": [0.0, 0.4703296703296703, 1.0]}, {"frames": [202, 203], "aligned": true, "reason": "aligned", "common_tracks": [146], "knots0": [0.0, 0.4703296703296703, 1.0], "knots1": [0.0, 0.49108669108669106, 1.0]}, {"frames": [203, 204], "aligned": true, "reason": "aligned", "common_tracks": [146], "knots0": [0.0, 0.49108669108669106, 1.0], "knots1": [0.0, 0.6148962148962149, 1.0]}, {"frames": [204, 205], "aligned": true, "reason": "aligned", "common_tracks": [156, 146], "knots0": [0.0, 0.47814407814407817, 0.6148962148962149, 1.0], "knots1": [0.0, 0.4363858363858364, 0.47106227106227105, 1.0]}, {"frames": [205, 206], "aligned": true, "reason": "aligned", "common_tracks": [156, 157], "knots0": [0.0, 0.4363858363858364, 0.8192918192918193, 1.0], "knots1": [0.0, 0.47057387057387057, 0.629059829059829, 1.0]}, {"frames": [206, 207], "aligned": true, "reason": "aligned", "common_tracks": [156, 157], "knots0": [0.0, 0.47057387057387057, 0.629059829059829, 1.0], "knots1": [0.0, 0.4249084249084249, 0.6498168498168498, 1.0]}, {"frames": [207, 208], "aligned": false, "reason": "large position jump", "common_tracks": [157], "knots0": [0.0, 0.6498168498168498, 1.0], "knots1": [0.0, 0.4380952380952381, 1.0]}, {"frames": [208, 209], "aligned": true, "reason": "aligned", "common_tracks": [157], "knots0": [0.0, 0.4380952380952381, 1.0], "knots1": [0.0, 0.39951159951159954, 1.0]}, {"frames": [209, 210], "aligned": true, "reason": "aligned", "common_tracks": [158], "knots0": [0.0, 0.7245421245421245, 1.0], "knots1": [0.0, 0.7746031746031746, 1.0]}, {"frames": [210, 211], "aligned": false, "reason": "large position jump", "common_tracks": [158], "knots0": [0.0, 0.7746031746031746, 1.0], "knots1": [0.0, 0.42124542124542125, 1.0]}, {"frames": [211, 212], "aligned": false, "reason": "large position jump", "common_tracks": [158], "knots0": [0.0, 0.42124542124542125, 1.0], "knots1": [0.0, 0.9091575091575091, 1.0]}, {"frames": [212, 213], "aligned": false, "reason": "large position jump", "common_tracks": [158], "knots0": [0.0, 0.9091575091575091, 1.0], "knots1": [0.0, 0.4231990231990232, 1.0]}, {"frames": [213, 214], "aligned": true, "reason": "aligned", "common_tracks": [158], "knots0": [0.0, 0.4231990231990232, 1.0], "knots1": [0.0, 0.4083028083028083, 1.0]}, {"frames": [214, 215], "aligned": true, "reason": "aligned", "common_tracks": [158], "knots0": [0.0, 0.4083028083028083, 1.0], "knots1": [0.0, 0.3894993894993895, 1.0]}, {"frames": [215, 216], "aligned": true, "reason": "aligned", "common_tracks": [158], "knots0": [0.0, 0.3894993894993895, 1.0], "knots1": [0.0, 0.41953601953601954, 1.0]}, {"frames": [216, 217], "aligned": true, "reason": "aligned", "common_tracks": [158], "knots0": [0.0, 0.41953601953601954, 1.0], "knots1": [0.0, 0.38705738705738707, 1.0]}, {"frames": [217, 218], "aligned": true, "reason": "aligned", "common_tracks": [158], "knots0": [0.0, 0.38705738705738707, 1.0], "knots1": [0.0, 0.4039072039072039, 1.0]}, {"frames": [218, 219], "aligned": true, "reason": "aligned", "common_tracks": [158], "knots0": [0.0, 0.4039072039072039, 1.0], "knots1": [0.0, 0.378998778998779, 1.0]}, {"frames": [219, 220], "aligned": true, "reason": "aligned", "common_tracks": [158], "knots0": [0.0, 0.378998778998779, 1.0], "knots1": [0.0, 0.3912087912087912, 1.0]}, {"frames": [220, 221], "aligned": true, "reason": "aligned", "common_tracks": [158], "knots0": [0.0, 0.3912087912087912, 1.0], "knots1": [0.0, 0.36556776556776555, 1.0]}, {"frames": [221, 222], "aligned": true, "reason": "aligned", "common_tracks": [158], "knots0": [0.0, 0.36556776556776555, 1.0], "knots1": [0.0, 0.4717948717948718, 1.0]}, {"frames": [222, 223], "aligned": true, "reason": "aligned", "common_tracks": [163, 158], "knots0": [0.0, 0.38168498168498166, 0.4717948717948718, 1.0], "knots1": [0.0, 0.21416361416361415, 0.5855921855921856, 1.0]}, {"frames": [223, 224], "aligned": false, "reason": "crossing extrema order", "common_tracks": [163, 164, 158], "knots0": [0.0, 0.21416361416361415, 0.23321123321123322, 0.5855921855921856, 1.0], "knots1": [0.0, 0.47912087912087914, 0.08913308913308914, 0.41196581196581195, 1.0]}, {"frames": [224, 225], "aligned": false, "reason": "crossing extrema order", "common_tracks": [158, 163], "knots0": [0.0, 0.41196581196581195, 0.47912087912087914, 1.0], "knots1": [0.0, 0.4554334554334554, 0.37264957264957266, 1.0]}, {"frames": [225, 226], "aligned": true, "reason": "aligned", "common_tracks": [163, 158], "knots0": [0.0, 0.37264957264957266, 0.4554334554334554, 1.0], "knots1": [0.0, 0.3440781440781441, 0.43003663003663006, 1.0]}, {"frames": [226, 227], "aligned": true, "reason": "aligned", "common_tracks": [158], "knots0": [0.0, 0.43003663003663006, 1.0], "knots1": [0.0, 0.4266178266178266, 1.0]}, {"frames": [227, 228], "aligned": false, "reason": "large position jump", "common_tracks": [158], "knots0": [0.0, 0.4266178266178266, 1.0], "knots1": [0.0, 0.9169719169719169, 1.0]}, {"frames": [228, 229], "aligned": true, "reason": "aligned", "common_tracks": [167, 158], "knots0": [0.0, 0.4297924297924298, 0.9169719169719169, 1.0], "knots1": [0.0, 0.39706959706959705, 0.9111111111111111, 1.0]}, {"frames": [229, 230], "aligned": false, "reason": "large position jump", "common_tracks": [158], "knots0": [0.0, 0.9111111111111111, 1.0], "knots1": [0.0, 0.3172161172161172, 1.0]}, {"frames": [230, 231], "aligned": true, "reason": "aligned", "common_tracks": [158], "knots0": [0.0, 0.3172161172161172, 1.0], "knots1": [0.0, 0.37435897435897436, 1.0]}, {"frames": [231, 232], "aligned": true, "reason": "aligned", "common_tracks": [158], "knots0": [0.0, 0.37435897435897436, 1.0], "knots1": [0.0, 0.4627594627594628, 1.0]}, {"frames": [232, 233], "aligned": false, "reason": "crossing extrema order", "common_tracks": [168, 158], "knots0": [0.0, 0.3499389499389499, 0.4627594627594628, 1.0], "knots1": [0.0, 0.4937728937728938, 0.10842490842490843, 1.0]}, {"frames": [233, 234], "aligned": true, "reason": "aligned", "common_tracks": [158, 168], "knots0": [0.0, 0.10842490842490843, 0.4937728937728938, 1.0], "knots1": [0.0, 0.16532356532356532, 0.3860805860805861, 1.0]}, {"frames": [234, 235], "aligned": true, "reason": "aligned", "common_tracks": [158], "knots0": [0.0, 0.16532356532356532, 1.0], "knots1": [0.0, 0.28327228327228327, 1.0]}, {"frames": [235, 236], "aligned": true, "reason": "aligned", "common_tracks": [158], "knots0": [0.0, 0.28327228327228327, 1.0], "knots1": [0.0, 0.36214896214896214, 1.0]}, {"frames": [236, 237], "aligned": false, "reason": "crossing extrema order", "common_tracks": [172, 158], "knots0": [0.0, 0.17924297924297924, 0.36214896214896214, 1.0], "knots1": [0.0, 0.27008547008547007, 0.2547008547008547, 1.0]}, {"frames": [237, 238], "aligned": true, "reason": "aligned", "common_tracks": [174, 175], "knots0": [0.0, 0.6034188034188034, 0.8993894993894994, 1.0], "knots1": [0.0, 0.5897435897435898, 0.8703296703296703, 1.0]}, {"frames": [238, 239], "aligned": true, "reason": "aligned", "common_tracks": [174, 175], "knots0": [0.0, 0.5897435897435898, 0.8703296703296703, 1.0], "knots1": [0.0, 0.48595848595848595, 0.9042735042735043, 1.0]}, {"frames": [239, 240], "aligned": false, "reason": "crossing extrema order", "common_tracks": [176, 174], "knots0": [0.0, 0.3929181929181929, 0.48595848595848595, 1.0], "knots1": [0.0, 0.4031746031746032, 0.315018315018315, 1.0]}, {"frames": [240, 241], "aligned": false, "reason": "crossing extrema order", "common_tracks": [174, 176], "knots0": [0.0, 0.315018315018315, 0.4031746031746032, 1.0], "knots1": [0.0, 0.4832722832722833, 0.36556776556776555, 1.0]}, {"frames": [241, 242], "aligned": true, "reason": "aligned", "common_tracks": [176, 174], "knots0": [0.0, 0.36556776556776555, 0.4832722832722833, 1.0], "knots1": [0.0, 0.24346764346764346, 0.6043956043956044, 1.0]}, {"frames": [242, 243], "aligned": true, "reason": "aligned", "common_tracks": [178, 174], "knots0": [0.0, 0.252014652014652, 0.6043956043956044, 1.0], "knots1": [0.0, 0.39096459096459096, 0.4993894993894994, 1.0]}, {"frames": [243, 244], "aligned": false, "reason": "large position jump", "common_tracks": [178, 174], "knots0": [0.0, 0.39096459096459096, 0.4993894993894994, 1.0], "knots1": [0.0, 0.43101343101343104, 0.8896214896214896, 1.0]}, {"frames": [244, 245], "aligned": false, "reason": "large position jump", "common_tracks": [178, 174], "knots0": [0.0, 0.43101343101343104, 0.8896214896214896, 1.0], "knots1": [0.0, 0.43272283272283274, 0.6358974358974359, 1.0]}, {"frames": [245, 246], "aligned": true, "reason": "aligned", "common_tracks": [178], "knots0": [0.0, 0.43272283272283274, 1.0], "knots1": [0.0, 0.4083028083028083, 1.0]}, {"frames": [246, 247], "aligned": true, "reason": "aligned", "common_tracks": [180, 178], "knots0": [0.0, 0.18632478632478633, 0.4083028083028083, 1.0], "knots1": [0.0, 0.12136752136752137, 0.36605616605616603, 1.0]}, {"frames": [247, 248], "aligned": false, "reason": "large position jump", "common_tracks": [180, 178], "knots0": [0.0, 0.12136752136752137, 0.36605616605616603, 1.0], "knots1": [0.0, 0.35995115995115995, 0.4402930402930403, 1.0]}, {"frames": [248, 249], "aligned": true, "reason": "aligned", "common_tracks": [180, 178], "knots0": [0.0, 0.35995115995115995, 0.4402930402930403, 1.0], "knots1": [0.0, 0.1907203907203907, 0.42466422466422465, 1.0]}, {"frames": [249, 250], "aligned": true, "reason": "aligned", "common_tracks": [180, 178], "knots0": [0.0, 0.1907203907203907, 0.42466422466422465, 1.0], "knots1": [0.0, 0.12967032967032968, 0.42002442002442003, 1.0]}, {"frames": [250, 251], "aligned": false, "reason": "large position jump", "common_tracks": [180, 178], "knots0": [0.0, 0.12967032967032968, 0.42002442002442003, 1.0], "knots1": [0.0, 0.398046398046398, 0.4507936507936508, 1.0]}, {"frames": [251, 252], "aligned": false, "reason": "large position jump", "common_tracks": [180, 178], "knots0": [0.0, 0.398046398046398, 0.4507936507936508, 1.0], "knots1": [0.0, 0.1452991452991453, 0.4324786324786325, 1.0]}, {"frames": [252, 253], "aligned": true, "reason": "aligned", "common_tracks": [180], "knots0": [0.0, 0.1452991452991453, 1.0], "knots1": [0.0, 0.14334554334554334, 1.0]}, {"frames": [253, 254], "aligned": false, "reason": "large position jump", "common_tracks": [180], "knots0": [0.0, 0.14334554334554334, 1.0], "knots1": [0.0, 0.42417582417582417, 1.0]}, {"frames": [254, 255], "aligned": false, "reason": "large position jump", "common_tracks": [180], "knots0": [0.0, 0.42417582417582417, 1.0], "knots1": [0.0, 0.18974358974358974, 1.0]}, {"frames": [255, 256], "aligned": true, "reason": "aligned", "common_tracks": [180, 184], "knots0": [0.0, 0.18974358974358974, 0.9421245421245421, 1.0], "knots1": [0.0, 0.38290598290598293, 0.8705738705738706, 1.0]}, {"frames": [256, 257], "aligned": true, "reason": "aligned", "common_tracks": [180], "knots0": [0.0, 0.38290598290598293, 1.0], "knots1": [0.0, 0.3904761904761905, 1.0]}, {"frames": [257, 258], "aligned": false, "reason": "large position jump", "common_tracks": [180], "knots0": [0.0, 0.3904761904761905, 1.0], "knots1": [0.0, 0.11013431013431013, 1.0]}, {"frames": [258, 259], "aligned": false, "reason": "large position jump", "common_tracks": [180], "knots0": [0.0, 0.11013431013431013, 1.0], "knots1": [0.0, 0.43736263736263736, 1.0]}, {"frames": [259, 260], "aligned": true, "reason": "aligned", "common_tracks": [180], "knots0": [0.0, 0.43736263736263736, 1.0], "knots1": [0.0, 0.4202686202686203, 1.0]}, {"frames": [260, 261], "aligned": false, "reason": "large position jump", "common_tracks": [180], "knots0": [0.0, 0.4202686202686203, 1.0], "knots1": [0.0, 0.16532356532356532, 1.0]}, {"frames": [261, 262], "aligned": false, "reason": "large position jump", "common_tracks": [180], "knots0": [0.0, 0.16532356532356532, 1.0], "knots1": [0.0, 0.47326007326007324, 1.0]}, {"frames": [262, 263], "aligned": false, "reason": "large position jump", "common_tracks": [180], "knots0": [0.0, 0.47326007326007324, 1.0], "knots1": [0.0, 0.15042735042735042, 1.0]}, {"frames": [263, 264], "aligned": false, "reason": "large position jump", "common_tracks": [180], "knots0": [0.0, 0.15042735042735042, 1.0], "knots1": [0.0, 0.4249084249084249, 1.0]}, {"frames": [264, 265], "aligned": false, "reason": "large position jump", "common_tracks": [180], "knots0": [0.0, 0.4249084249084249, 1.0], "knots1": [0.0, 0.17777777777777778, 1.0]}, {"frames": [265, 266], "aligned": true, "reason": "aligned", "common_tracks": [180], "knots0": [0.0, 0.17777777777777778, 1.0], "knots1": [0.0, 0.36923076923076925, 1.0]}, {"frames": [266, 267], "aligned": true, "reason": "aligned", "common_tracks": [180], "knots0": [0.0, 0.36923076923076925, 1.0], "knots1": [0.0, 0.4427350427350427, 1.0]}, {"frames": [267, 268], "aligned": false, "reason": "crossing extrema order", "common_tracks": [180, 190], "knots0": [0.0, 0.4427350427350427, 0.6808302808302809, 1.0], "knots1": [0.0, 0.4695970695970696, 0.4021978021978022, 1.0]}, {"frames": [268, 269], "aligned": true, "reason": "aligned", "common_tracks": [190], "knots0": [0.0, 0.4021978021978022, 1.0], "knots1": [0.0, 0.4122100122100122, 1.0]}, {"frames": [269, 270], "aligned": true, "reason": "aligned", "common_tracks": [190], "knots0": [0.0, 0.4122100122100122, 1.0], "knots1": [0.0, 0.3768009768009768, 1.0]}, {"frames": [270, 271], "aligned": false, "reason": "crossing extrema order", "common_tracks": [190, 193], "knots0": [0.0, 0.3768009768009768, 0.4891330891330891, 1.0], "knots1": [0.0, 0.47545787545787543, 0.3487179487179487, 1.0]}, {"frames": [271, 272], "aligned": true, "reason": "aligned", "common_tracks": [193, 190], "knots0": [0.0, 0.3487179487179487, 0.47545787545787543, 1.0], "knots1": [0.0, 0.3609279609279609, 0.5587301587301587, 1.0]}, {"frames": [272, 273], "aligned": false, "reason": "crossing extrema order", "common_tracks": [193, 190], "knots0": [0.0, 0.3609279609279609, 0.5587301587301587, 1.0], "knots1": [0.0, 0.4617826617826618, 0.3299145299145299, 1.0]}, {"frames": [273, 274], "aligned": false, "reason": "crossing extrema order", "common_tracks": [190, 193], "knots0": [0.0, 0.3299145299145299, 0.4617826617826618, 1.0], "knots1": [0.0, 0.9037851037851038, 0.4332112332112332, 1.0]}, {"frames": [274, 275], "aligned": false, "reason": "large position jump", "common_tracks": [190], "knots0": [0.0, 0.9037851037851038, 1.0], "knots1": [0.0, 0.43174603174603177, 1.0]}, {"frames": [275, 276], "aligned": true, "reason": "aligned", "common_tracks": [190], "knots0": [0.0, 0.43174603174603177, 1.0], "knots1": [0.0, 0.36385836385836384, 1.0]}, {"frames": [276, 277], "aligned": true, "reason": "aligned", "common_tracks": [190, 195], "knots0": [0.0, 0.36385836385836384, 0.4481074481074481, 1.0], "knots1": [0.0, 0.17777777777777778, 0.41611721611721614, 1.0]}, {"frames": [277, 278], "aligned": true, "reason": "aligned", "common_tracks": [195], "knots0": [0.0, 0.41611721611721614, 1.0], "knots1": [0.0, 0.38705738705738707, 1.0]}, {"frames": [278, 279], "aligned": false, "reason": "no common extrema", "common_tracks": [], "knots0": [0.0, 1.0], "knots1": [0.0, 1.0]}, {"frames": [279, 280], "aligned": false, "reason": "crossing extrema order", "common_tracks": [198, 199], "knots0": [0.0, 0.1907203907203907, 0.41001221001221, 1.0], "knots1": [0.0, 0.4717948717948718, 0.3824175824175824, 1.0]}, {"frames": [280, 281], "aligned": true, "reason": "aligned", "common_tracks": [198], "knots0": [0.0, 0.4717948717948718, 1.0], "knots1": [0.0, 0.4087912087912088, 1.0]}, {"frames": [281, 282], "aligned": true, "reason": "aligned", "common_tracks": [198], "knots0": [0.0, 0.4087912087912088, 1.0], "knots1": [0.0, 0.38705738705738707, 1.0]}, {"frames": [282, 283], "aligned": false, "reason": "large position jump", "common_tracks": [198], "knots0": [0.0, 0.38705738705738707, 1.0], "knots1": [0.0, 0.18632478632478633, 1.0]}, {"frames": [283, 284], "aligned": true, "reason": "aligned", "common_tracks": [198], "knots0": [0.0, 0.18632478632478633, 1.0], "knots1": [0.0, 0.315018315018315, 1.0]}, {"frames": [284, 285], "aligned": true, "reason": "aligned", "common_tracks": [198], "knots0": [0.0, 0.315018315018315, 1.0], "knots1": [0.0, 0.4039072039072039, 1.0]}, {"frames": [285, 286], "aligned": true, "reason": "aligned", "common_tracks": [198], "knots0": [0.0, 0.4039072039072039, 1.0], "knots1": [0.0, 0.38705738705738707, 1.0]}, {"frames": [286, 287], "aligned": true, "reason": "aligned", "common_tracks": [198], "knots0": [0.0, 0.38705738705738707, 1.0], "knots1": [0.0, 0.4070818070818071, 1.0]}, {"frames": [287, 288], "aligned": true, "reason": "aligned", "common_tracks": [198], "knots0": [0.0, 0.4070818070818071, 1.0], "knots1": [0.0, 0.3992673992673993, 1.0]}, {"frames": [288, 289], "aligned": true, "reason": "aligned", "common_tracks": [198], "knots0": [0.0, 0.3992673992673993, 1.0], "knots1": [0.0, 0.41562881562881565, 1.0]}, {"frames": [289, 290], "aligned": true, "reason": "aligned", "common_tracks": [198], "knots0": [0.0, 0.41562881562881565, 1.0], "knots1": [0.0, 0.4117216117216117, 1.0]}, {"frames": [290, 291], "aligned": false, "reason": "large position jump", "common_tracks": [198], "knots0": [0.0, 0.4117216117216117, 1.0], "knots1": [0.0, 0.2056166056166056, 1.0]}, {"frames": [291, 292], "aligned": false, "reason": "crossing extrema order", "common_tracks": [198, 202], "knots0": [0.0, 0.2056166056166056, 0.5328449328449328, 1.0], "knots1": [0.0, 0.7941391941391941, 0.4070818070818071, 1.0]}, {"frames": [292, 293], "aligned": true, "reason": "aligned", "common_tracks": [202, 198], "knots0": [0.0, 0.4070818070818071, 0.7941391941391941, 1.0], "knots1": [0.0, 0.4405372405372405, 0.7333333333333333, 1.0]}, {"frames": [293, 294], "aligned": false, "reason": "large position jump", "common_tracks": [198], "knots0": [0.0, 0.7333333333333333, 1.0], "knots1": [0.0, 0.4166056166056166, 1.0]}, {"frames": [294, 295], "aligned": false, "reason": "large position jump", "common_tracks": [198], "knots0": [0.0, 0.4166056166056166, 1.0], "knots1": [0.0, 0.9115995115995116, 1.0]}, {"frames": [295, 296], "aligned": false, "reason": "large position jump", "common_tracks": [204, 198], "knots0": [0.0, 0.4078144078144078, 0.9115995115995116, 1.0], "knots1": [0.0, 0.39096459096459096, 0.5987789987789988, 1.0]}, {"frames": [296, 297], "aligned": false, "reason": "crossing extrema order", "common_tracks": [204, 198], "knots0": [0.0, 0.39096459096459096, 0.5987789987789988, 1.0], "knots1": [0.0, 0.421978021978022, 0.06153846153846154, 1.0]}, {"frames": [297, 298], "aligned": false, "reason": "crossing extrema order", "common_tracks": [198, 204], "knots0": [0.0, 0.06153846153846154, 0.421978021978022, 1.0], "knots1": [0.0, 0.5457875457875457, 0.38632478632478634, 1.0]}, {"frames": [298, 299], "aligned": true, "reason": "aligned", "common_tracks": [198], "knots0": [0.0, 0.5457875457875457, 1.0], "knots1": [0.0, 0.41733821733821735, 1.0]}, {"frames": [299, 300], "aligned": true, "reason": "aligned", "common_tracks": [198], "knots0": [0.0, 0.41733821733821735, 1.0], "knots1": [0.0, 0.4288156288156288, 1.0]}, {"frames": [300, 301], "aligned": true, "reason": "aligned", "common_tracks": [198], "knots0": [0.0, 0.4288156288156288, 1.0], "knots1": [0.0, 0.38632478632478634, 1.0]}, {"frames": [301, 302], "aligned": false, "reason": "large position jump", "common_tracks": [198], "knots0": [0.0, 0.38632478632478634, 1.0], "knots1": [0.0, 0.8783882783882784, 1.0]}, {"frames": [302, 303], "aligned": true, "reason": "aligned", "common_tracks": [206, 198], "knots0": [0.0, 0.44932844932844934, 0.8783882783882784, 1.0], "knots1": [0.0, 0.45738705738705737, 0.9142857142857143, 1.0]}, {"frames": [303, 304], "aligned": true, "reason": "aligned", "common_tracks": [206, 198], "knots0": [0.0, 0.45738705738705737, 0.9142857142857143, 1.0], "knots1": [0.0, 0.4153846153846154, 0.9076923076923077, 1.0]}, {"frames": [304, 305], "aligned": true, "reason": "aligned", "common_tracks": [206, 198], "knots0": [0.0, 0.4153846153846154, 0.9076923076923077, 1.0], "knots1": [0.0, 0.4485958485958486, 0.8874236874236874, 1.0]}, {"frames": [305, 306], "aligned": false, "reason": "large position jump", "common_tracks": [206, 198], "knots0": [0.0, 0.4485958485958486, 0.8874236874236874, 1.0], "knots1": [0.0, 0.3831501831501832, 0.5816849816849817, 1.0]}, {"frames": [306, 307], "aligned": false, "reason": "crossing extrema order", "common_tracks": [206, 198], "knots0": [0.0, 0.3831501831501832, 0.5816849816849817, 1.0], "knots1": [0.0, 0.5194139194139195, 0.4776556776556777, 1.0]}, {"frames": [307, 308], "aligned": false, "reason": "large position jump", "common_tracks": [198, 206], "knots0": [0.0, 0.4776556776556777, 0.5194139194139195, 1.0], "knots1": [0.0, 0.1514041514041514, 0.4945054945054945, 1.0]}, {"frames": [308, 309], "aligned": false, "reason": "crossing extrema order", "common_tracks": [198, 209, 206, 210], "knots0": [0.0, 0.1514041514041514, 0.4673992673992674, 0.4945054945054945, 0.8647130647130647, 1.0], "knots1": [0.0, 0.31575091575091574, 0.6100122100122101, 0.26886446886446885, 0.8881562881562881, 1.0]}, {"frames": [309, 310], "aligned": false, "reason": "crossing extrema order", "common_tracks": [206, 198, 210], "knots0": [0.0, 0.26886446886446885, 0.31575091575091574, 0.8881562881562881, 1.0], "knots1": [0.0, 0.3746031746031746, 0.18144078144078143, 0.8881562881562881, 1.0]}, {"frames": [310, 311], "aligned": false, "reason": "crossing extrema order", "common_tracks": [198, 206, 210], "knots0": [0.0, 0.18144078144078143, 0.3746031746031746, 0.8881562881562881, 1.0], "knots1": [0.0, 0.3235653235653236, 0.27765567765567767, 0.906959706959707, 1.0]}, {"frames": [311, 312], "aligned": false, "reason": "crossing extrema order", "common_tracks": [206, 198, 210], "knots0": [0.0, 0.27765567765567767, 0.3235653235653236, 0.906959706959707, 1.0], "knots1": [0.0, 0.4332112332112332, 0.23174603174603176, 0.8625152625152626, 1.0]}, {"frames": [312, 313], "aligned": false, "reason": "crossing extrema order", "common_tracks": [198, 206], "knots0": [0.0, 0.23174603174603176, 0.4332112332112332, 1.0], "knots1": [0.0, 0.4586080586080586, 0.3741147741147741, 1.0]}, {"frames": [313, 314], "aligned": true, "reason": "aligned", "common_tracks": [198], "knots0": [0.0, 0.4586080586080586, 1.0], "knots1": [0.0, 0.2993894993894994, 1.0]}, {"frames": [314, 315], "aligned": false, "reason": "large position jump", "common_tracks": [198], "knots0": [0.0, 0.2993894993894994, 1.0], "knots1": [0.0, 0.5982905982905983, 1.0]}, {"frames": [315, 316], "aligned": true, "reason": "aligned", "common_tracks": [214, 198, 216], "knots0": [0.0, 0.3772893772893773, 0.5982905982905983, 0.8964590964590965, 1.0], "knots1": [0.0, 0.39487179487179486, 0.5203907203907204, 0.85006105006105, 1.0]}, {"frames": [316, 317], "aligned": false, "reason": "large position jump", "common_tracks": [214, 198, 216], "knots0": [0.0, 0.39487179487179486, 0.5203907203907204, 0.85006105006105, 1.0], "knots1": [0.0, 0.2175824175824176, 0.2725274725274725, 0.8195360195360195, 1.0]}, {"frames": [317, 318], "aligned": false, "reason": "no common extrema", "common_tracks": [], "knots0": [0.0, 1.0], "knots1": [0.0, 1.0]}, {"frames": [318, 319], "aligned": false, "reason": "no common extrema", "common_tracks": [], "knots0": [0.0, 1.0], "knots1": [0.0, 1.0]}, {"frames": [319, 320], "aligned": true, "reason": "aligned", "common_tracks": [220, 221], "knots0": [0.0, 0.41196581196581195, 0.7047619047619048, 1.0], "knots1": [0.0, 0.42002442002442003, 0.8881562881562881, 1.0]}, {"frames": [320, 321], "aligned": true, "reason": "aligned", "common_tracks": [220, 221], "knots0": [0.0, 0.42002442002442003, 0.8881562881562881, 1.0], "knots1": [0.0, 0.3992673992673993, 0.8791208791208791, 1.0]}, {"frames": [321, 322], "aligned": false, "reason": "large position jump", "common_tracks": [221], "knots0": [0.0, 0.8791208791208791, 1.0], "knots1": [0.0, 0.3716727716727717, 1.0]}, {"frames": [322, 323], "aligned": true, "reason": "aligned", "common_tracks": [221], "knots0": [0.0, 0.3716727716727717, 1.0], "knots1": [0.0, 0.4442002442002442, 1.0]}, {"frames": [323, 324], "aligned": false, "reason": "large position jump", "common_tracks": [221], "knots0": [0.0, 0.4442002442002442, 1.0], "knots1": [0.0, 0.683028083028083, 1.0]}, {"frames": [324, 325], "aligned": true, "reason": "aligned", "common_tracks": [222, 221], "knots0": [0.0, 0.44517704517704515, 0.683028083028083, 1.0], "knots1": [0.0, 0.4495726495726496, 0.8417582417582418, 1.0]}, {"frames": [325, 326], "aligned": true, "reason": "aligned", "common_tracks": [222, 221], "knots0": [0.0, 0.4495726495726496, 0.8417582417582418, 1.0], "knots1": [0.0, 0.4288156288156288, 0.8178266178266178, 1.0]}, {"frames": [326, 327], "aligned": true, "reason": "aligned", "common_tracks": [222, 224], "knots0": [0.0, 0.4288156288156288, 0.8380952380952381, 1.0], "knots1": [0.0, 0.2788766788766789, 0.8058608058608059, 1.0]}, {"frames": [327, 328], "aligned": false, "reason": "crossing extrema order", "common_tracks": [222, 225, 224], "knots0": [0.0, 0.2788766788766789, 0.34945054945054943, 0.8058608058608059, 1.0], "knots1": [0.0, 0.40927960927960927, 0.16654456654456654, 0.7956043956043956, 1.0]}, {"frames": [328, 329], "aligned": true, "reason": "aligned", "common_tracks": [225, 222], "knots0": [0.0, 0.16654456654456654, 0.40927960927960927, 1.0], "knots1": [0.0, 0.1413919413919414, 0.41098901098901097, 1.0]}, {"frames": [329, 330], "aligned": true, "reason": "aligned", "common_tracks": [225, 222], "knots0": [0.0, 0.1413919413919414, 0.41098901098901097, 1.0], "knots1": [0.0, 0.14065934065934066, 0.3492063492063492, 1.0]}, {"frames": [330, 331], "aligned": false, "reason": "crossing extrema order", "common_tracks": [225, 222], "knots0": [0.0, 0.14065934065934066, 0.3492063492063492, 1.0], "knots1": [0.0, 0.8503052503052503, 0.3946275946275946, 1.0]}, {"frames": [331, 332], "aligned": true, "reason": "aligned", "common_tracks": [222, 225], "knots0": [0.0, 0.3946275946275946, 0.8503052503052503, 1.0], "knots1": [0.0, 0.4078144078144078, 0.8798534798534798, 1.0]}, {"frames": [332, 333], "aligned": true, "reason": "aligned", "common_tracks": [222, 225], "knots0": [0.0, 0.4078144078144078, 0.8798534798534798, 1.0], "knots1": [0.0, 0.3868131868131868, 0.8268620268620268, 1.0]}, {"frames": [333, 334], "aligned": true, "reason": "aligned", "common_tracks": [222, 225], "knots0": [0.0, 0.3868131868131868, 0.8268620268620268, 1.0], "knots1": [0.0, 0.4031746031746032, 0.9052503052503053, 1.0]}, {"frames": [334, 335], "aligned": false, "reason": "large position jump", "common_tracks": [225], "knots0": [0.0, 0.9052503052503053, 1.0], "knots1": [0.0, 0.44004884004884004, 1.0]}, {"frames": [335, 336], "aligned": false, "reason": "large position jump", "common_tracks": [225], "knots0": [0.0, 0.44004884004884004, 1.0], "knots1": [0.0, 0.8573870573870573, 1.0]}, {"frames": [336, 337], "aligned": true, "reason": "aligned", "common_tracks": [228, 225], "knots0": [0.0, 0.37777777777777777, 0.8573870573870573, 1.0], "knots1": [0.0, 0.4598290598290598, 0.8146520146520146, 1.0]}, {"frames": [337, 338], "aligned": false, "reason": "large position jump", "common_tracks": [228, 225], "knots0": [0.0, 0.4598290598290598, 0.8146520146520146, 1.0], "knots1": [0.0, 0.4158730158730159, 0.536019536019536, 1.0]}, {"frames": [338, 339], "aligned": false, "reason": "large position jump", "common_tracks": [228, 225], "knots0": [0.0, 0.4158730158730159, 0.536019536019536, 1.0], "knots1": [0.0, 0.3860805860805861, 0.8380952380952381, 1.0]}, {"frames": [339, 340], "aligned": true, "reason": "aligned", "common_tracks": [228, 225], "knots0": [0.0, 0.3860805860805861, 0.8380952380952381, 1.0], "knots1": [0.0, 0.41782661782661784, 0.8043956043956044, 1.0]}, {"frames": [340, 341], "aligned": false, "reason": "crossing extrema order", "common_tracks": [228, 225], "knots0": [0.0, 0.41782661782661784, 0.8043956043956044, 1.0], "knots1": [0.0, 0.47741147741147744, 0.1457875457875458, 1.0]}, {"frames": [341, 342], "aligned": true, "reason": "aligned", "common_tracks": [225, 228, 231], "knots0": [0.0, 0.1457875457875458, 0.47741147741147744, 0.8295482295482296, 1.0], "knots1": [0.0, 0.147008547008547, 0.3868131868131868, 0.770940170940171, 1.0]}, {"frames": [342, 343], "aligned": false, "reason": "large position jump", "common_tracks": [225], "knots0": [0.0, 0.147008547008547, 1.0], "knots1": [0.0, 0.42417582417582417, 1.0]}, {"frames": [343, 344], "aligned": true, "reason": "aligned", "common_tracks": [225, 232], "knots0": [0.0, 0.42417582417582417, 0.8261294261294261, 1.0], "knots1": [0.0, 0.4275946275946276, 0.863003663003663, 1.0]}, {"frames": [344, 345], "aligned": false, "reason": "large position jump", "common_tracks": [234, 225], "knots0": [0.0, 0.3426129426129426, 0.4275946275946276, 1.0], "knots1": [0.0, 0.3746031746031746, 0.7819291819291819, 1.0]}, {"frames": [345, 346], "aligned": true, "reason": "aligned", "common_tracks": [234, 225], "knots0": [0.0, 0.3746031746031746, 0.7819291819291819, 1.0], "knots1": [0.0, 0.4402930402930403, 0.8380952380952381, 1.0]}, {"frames": [346, 347], "aligned": true, "reason": "aligned", "common_tracks": [234, 225], "knots0": [0.0, 0.4402930402930403, 0.8380952380952381, 1.0], "knots1": [0.0, 0.4691086691086691, 0.796092796092796, 1.0]}, {"frames": [347, 348], "aligned": true, "reason": "aligned", "common_tracks": [234, 225], "knots0": [0.0, 0.4691086691086691, 0.796092796092796, 1.0], "knots1": [0.0, 0.4197802197802198, 0.8007326007326008, 1.0]}, {"frames": [348, 349], "aligned": true, "reason": "aligned", "common_tracks": [234, 225], "knots0": [0.0, 0.4197802197802198, 0.8007326007326008, 1.0], "knots1": [0.0, 0.42686202686202684, 0.851037851037851, 1.0]}, {"frames": [349, 350], "aligned": true, "reason": "aligned", "common_tracks": [234, 225], "knots0": [0.0, 0.42686202686202684, 0.851037851037851, 1.0], "knots1": [0.0, 0.41245421245421243, 0.8293040293040294, 1.0]}, {"frames": [350, 351], "aligned": false, "reason": "crossing extrema order", "common_tracks": [234, 239, 225], "knots0": [0.0, 0.41245421245421243, 0.4857142857142857, 0.8293040293040294, 1.0], "knots1": [0.0, 0.463003663003663, 0.3814407814407814, 0.7760683760683761, 1.0]}, {"frames": [351, 352], "aligned": true, "reason": "aligned", "common_tracks": [234], "knots0": [0.0, 0.463003663003663, 1.0], "knots1": [0.0, 0.4148962148962149, 1.0]}, {"frames": [352, 353], "aligned": true, "reason": "aligned", "common_tracks": [234], "knots0": [0.0, 0.4148962148962149, 1.0], "knots1": [0.0, 0.38290598290598293, 1.0]}, {"frames": [353, 354], "aligned": false, "reason": "large position jump", "common_tracks": [234], "knots0": [0.0, 0.38290598290598293, 1.0], "knots1": [0.0, 0.6937728937728938, 1.0]}, {"frames": [354, 355], "aligned": false, "reason": "crossing extrema order", "common_tracks": [240, 241, 234], "knots0": [0.0, 0.24004884004884006, 0.6361416361416361, 0.6937728937728938, 1.0], "knots1": [0.0, 0.4525030525030525, 0.8173382173382173, 0.2026862026862027, 1.0]}, {"frames": [355, 356], "aligned": false, "reason": "large position jump", "common_tracks": [234, 241], "knots0": [0.0, 0.2026862026862027, 0.8173382173382173, 1.0], "knots1": [0.0, 0.44395604395604393, 0.7543345543345543, 1.0]}, {"frames": [356, 357], "aligned": true, "reason": "aligned", "common_tracks": [234, 241], "knots0": [0.0, 0.44395604395604393, 0.7543345543345543, 1.0], "knots1": [0.0, 0.4026862026862027, 0.7582417582417582, 1.0]}, {"frames": [357, 358], "aligned": true, "reason": "aligned", "common_tracks": [234], "knots0": [0.0, 0.4026862026862027, 1.0], "knots1": [0.0, 0.40463980463980465, 1.0]}, {"frames": [358, 359], "aligned": true, "reason": "aligned", "common_tracks": [234], "knots0": [0.0, 0.40463980463980465, 1.0], "knots1": [0.0, 0.40634920634920635, 1.0]}, {"frames": [359, 360], "aligned": false, "reason": "large position jump", "common_tracks": [234], "knots0": [0.0, 0.40634920634920635, 1.0], "knots1": [0.0, 0.19462759462759463, 1.0]}, {"frames": [360, 361], "aligned": true, "reason": "aligned", "common_tracks": [234, 248], "knots0": [0.0, 0.19462759462759463, 0.4363858363858364, 1.0], "knots1": [0.0, 0.1557997557997558, 0.3653235653235653, 1.0]}, {"frames": [361, 362], "aligned": false, "reason": "crossing extrema order", "common_tracks": [234, 248], "knots0": [0.0, 0.1557997557997558, 0.3653235653235653, 1.0], "knots1": [0.0, 0.5426129426129426, 0.3533577533577534, 1.0]}, {"frames": [362, 363], "aligned": false, "reason": "crossing extrema order", "common_tracks": [248, 234], "knots0": [0.0, 0.3533577533577534, 0.5426129426129426, 1.0], "knots1": [0.0, 0.42246642246642246, 0.3882783882783883, 1.0]}, {"frames": [363, 364], "aligned": false, "reason": "large position jump", "common_tracks": [234, 248, 252], "knots0": [0.0, 0.3882783882783883, 0.42246642246642246, 0.8129426129426129, 1.0], "knots1": [0.0, 0.08986568986568987, 0.36996336996337, 0.8295482295482296, 1.0]}, {"frames": [364, 365], "aligned": false, "reason": "large position jump", "common_tracks": [234, 248, 252], "knots0": [0.0, 0.08986568986568987, 0.36996336996337, 0.8295482295482296, 1.0], "knots1": [0.0, 0.3785103785103785, 0.4788766788766789, 0.841025641025641, 1.0]}], "scope": "Intermediate columns are display reconstruction, not observations or new RG-MTM layout/optimization results. Scientific metrics use original saved frames."}, "R 20%": {"method": "anchor-aligned piecewise linear display reconstruction", "display_samples_per_frame": 3, "original_frames_exact": true, "original_rows": 4096, "no_scalar_overshoot": true, "aligned_intervals": 231, "interval_count": 365, "fallback_intervals": [[0, 1], [23, 24], [30, 31], [47, 48], [48, 49], [49, 50], [54, 55], [60, 61], [63, 64], [67, 68], [69, 70], [71, 72], [73, 74], [76, 77], [78, 79], [82, 83], [84, 85], [88, 89], [90, 91], [92, 93], [94, 95], [98, 99], [100, 101], [102, 103], [103, 104], [104, 105], [112, 113], [113, 114], [117, 118], [118, 119], [119, 120], [121, 122], [122, 123], [123, 124], [124, 125], [126, 127], [127, 128], [132, 133], [134, 135], [135, 136], [137, 138], [138, 139], [141, 142], [142, 143], [144, 145], [145, 146], [147, 148], [150, 151], [151, 152], [153, 154], [154, 155], [155, 156], [157, 158], [163, 164], [165, 166], [170, 171], [171, 172], [177, 178], [179, 180], [181, 182], [183, 184], [186, 187], [191, 192], [192, 193], [193, 194], [195, 196], [196, 197], [197, 198], [199, 200], [204, 205], [207, 208], [210, 211], [211, 212], [212, 213], [227, 228], [229, 230], [232, 233], [239, 240], [240, 241], [242, 243], [243, 244], [244, 245], [247, 248], [250, 251], [251, 252], [253, 254], [254, 255], [257, 258], [258, 259], [260, 261], [261, 262], [262, 263], [263, 264], [264, 265], [267, 268], [270, 271], [272, 273], [273, 274], [274, 275], [278, 279], [279, 280], [282, 283], [290, 291], [291, 292], [293, 294], [294, 295], [295, 296], [296, 297], [297, 298], [301, 302], [305, 306], [307, 308], [312, 313], [314, 315], [316, 317], [317, 318], [318, 319], [321, 322], [323, 324], [330, 331], [334, 335], [335, 336], [337, 338], [338, 339], [340, 341], [342, 343], [344, 345], [350, 351], [354, 355], [355, 356], [359, 360], [361, 362], [363, 364], [364, 365]], "jump_threshold_L": 0.2, "intervals": [{"frames": [0, 1], "aligned": false, "reason": "large position jump", "common_tracks": [0, 1], "knots0": [0.0, 0.4117216117216117, 0.810989010989011, 1.0], "knots1": [0.0, 0.16263736263736264, 0.8405372405372405, 1.0]}, {"frames": [1, 2], "aligned": true, "reason": "aligned", "common_tracks": [0, 1], "knots0": [0.0, 0.16263736263736264, 0.8405372405372405, 1.0], "knots1": [0.0, 0.3274725274725275, 0.7533577533577533, 1.0]}, {"frames": [2, 3], "aligned": true, "reason": "aligned", "common_tracks": [0, 1], "knots0": [0.0, 0.3274725274725275, 0.7533577533577533, 1.0], "knots1": [0.0, 0.38754578754578756, 0.7533577533577533, 1.0]}, {"frames": [3, 4], "aligned": true, "reason": "aligned", "common_tracks": [0], "knots0": [0.0, 0.38754578754578756, 1.0], "knots1": [0.0, 0.3553113553113553, 1.0]}, {"frames": [4, 5], "aligned": true, "reason": "aligned", "common_tracks": [0, 4], "knots0": [0.0, 0.3553113553113553, 0.43565323565323566, 1.0], "knots1": [0.0, 0.28962148962148965, 0.36923076923076925, 1.0]}, {"frames": [5, 6], "aligned": true, "reason": "aligned", "common_tracks": [0, 4, 5], "knots0": [0.0, 0.28962148962148965, 0.36923076923076925, 0.8578754578754578, 1.0], "knots1": [0.0, 0.3221001221001221, 0.47326007326007324, 0.8493284493284493, 1.0]}, {"frames": [6, 7], "aligned": true, "reason": "aligned", "common_tracks": [0, 4, 5], "knots0": [0.0, 0.3221001221001221, 0.47326007326007324, 0.8493284493284493, 1.0], "knots1": [0.0, 0.19926739926739928, 0.3606837606837607, 0.7794871794871795, 1.0]}, {"frames": [7, 8], "aligned": true, "reason": "aligned", "common_tracks": [0, 5], "knots0": [0.0, 0.19926739926739928, 0.7794871794871795, 1.0], "knots1": [0.0, 0.39536019536019534, 0.9123321123321123, 1.0]}, {"frames": [8, 9], "aligned": true, "reason": "aligned", "common_tracks": [0], "knots0": [0.0, 0.39536019536019534, 1.0], "knots1": [0.0, 0.5941391941391941, 1.0]}, {"frames": [9, 10], "aligned": true, "reason": "aligned", "common_tracks": [7, 0], "knots0": [0.0, 0.4683760683760684, 0.5941391941391941, 1.0], "knots1": [0.0, 0.40341880341880343, 0.5855921855921856, 1.0]}, {"frames": [10, 11], "aligned": true, "reason": "aligned", "common_tracks": [0, 8], "knots0": [0.0, 0.5855921855921856, 0.8332112332112332, 1.0], "knots1": [0.0, 0.41098901098901097, 0.8498168498168498, 1.0]}, {"frames": [11, 12], "aligned": true, "reason": "aligned", "common_tracks": [0], "knots0": [0.0, 0.41098901098901097, 1.0], "knots1": [0.0, 0.5816849816849817, 1.0]}, {"frames": [12, 13], "aligned": true, "reason": "aligned", "common_tracks": [0], "knots0": [0.0, 0.5816849816849817, 1.0], "knots1": [0.0, 0.3946275946275946, 1.0]}, {"frames": [13, 14], "aligned": true, "reason": "aligned", "common_tracks": [0], "knots0": [0.0, 0.3946275946275946, 1.0], "knots1": [0.0, 0.34627594627594627, 1.0]}, {"frames": [14, 15], "aligned": true, "reason": "aligned", "common_tracks": [0], "knots0": [0.0, 0.34627594627594627, 1.0], "knots1": [0.0, 0.5079365079365079, 1.0]}, {"frames": [15, 16], "aligned": true, "reason": "aligned", "common_tracks": [0], "knots0": [0.0, 0.5079365079365079, 1.0], "knots1": [0.0, 0.38803418803418804, 1.0]}, {"frames": [16, 17], "aligned": true, "reason": "aligned", "common_tracks": [0, 13], "knots0": [0.0, 0.38803418803418804, 0.8168498168498168, 1.0], "knots1": [0.0, 0.36971916971916974, 0.9582417582417583, 1.0]}, {"frames": [17, 18], "aligned": true, "reason": "aligned", "common_tracks": [14, 0, 13], "knots0": [0.0, 0.12063492063492064, 0.36971916971916974, 0.9582417582417583, 1.0], "knots1": [0.0, 0.1746031746031746, 0.3868131868131868, 0.8373626373626374, 1.0]}, {"frames": [18, 19], "aligned": true, "reason": "aligned", "common_tracks": [0, 13], "knots0": [0.0, 0.3868131868131868, 0.8373626373626374, 1.0], "knots1": [0.0, 0.3807081807081807, 0.9216117216117216, 1.0]}, {"frames": [19, 20], "aligned": true, "reason": "aligned", "common_tracks": [0], "knots0": [0.0, 0.3807081807081807, 1.0], "knots1": [0.0, 0.37948717948717947, 1.0]}, {"frames": [20, 21], "aligned": true, "reason": "aligned", "common_tracks": [0], "knots0": [0.0, 0.37948717948717947, 1.0], "knots1": [0.0, 0.3894993894993895, 1.0]}, {"frames": [21, 22], "aligned": true, "reason": "aligned", "common_tracks": [0], "knots0": [0.0, 0.3894993894993895, 1.0], "knots1": [0.0, 0.37704517704517704, 1.0]}, {"frames": [22, 23], "aligned": true, "reason": "aligned", "common_tracks": [0], "knots0": [0.0, 0.37704517704517704, 1.0], "knots1": [0.0, 0.5438339438339438, 1.0]}, {"frames": [23, 24], "aligned": false, "reason": "crossing extrema order", "common_tracks": [18, 0], "knots0": [0.0, 0.398046398046398, 0.5438339438339438, 1.0], "knots1": [0.0, 0.4603174603174603, 0.40805860805860805, 1.0]}, {"frames": [24, 25], "aligned": true, "reason": "aligned", "common_tracks": [0, 18], "knots0": [0.0, 0.40805860805860805, 0.4603174603174603, 1.0], "knots1": [0.0, 0.23101343101343103, 0.4363858363858364, 1.0]}, {"frames": [25, 26], "aligned": true, "reason": "aligned", "common_tracks": [18, 21], "knots0": [0.0, 0.4363858363858364, 0.8173382173382173, 1.0], "knots1": [0.0, 0.4656898656898657, 0.8703296703296703, 1.0]}, {"frames": [26, 27], "aligned": true, "reason": "aligned", "common_tracks": [18], "knots0": [0.0, 0.4656898656898657, 1.0], "knots1": [0.0, 0.5015873015873016, 1.0]}, {"frames": [27, 28], "aligned": true, "reason": "aligned", "common_tracks": [18], "knots0": [0.0, 0.5015873015873016, 1.0], "knots1": [0.0, 0.3733821733821734, 1.0]}, {"frames": [28, 29], "aligned": true, "reason": "aligned", "common_tracks": [18], "knots0": [0.0, 0.3733821733821734, 1.0], "knots1": [0.0, 0.4463980463980464, 1.0]}, {"frames": [29, 30], "aligned": true, "reason": "aligned", "common_tracks": [18], "knots0": [0.0, 0.4463980463980464, 1.0], "knots1": [0.0, 0.3252747252747253, 1.0]}, {"frames": [30, 31], "aligned": false, "reason": "no common extrema", "common_tracks": [], "knots0": [0.0, 1.0], "knots1": [0.0, 1.0]}, {"frames": [31, 32], "aligned": true, "reason": "aligned", "common_tracks": [31], "knots0": [0.0, 0.7628815628815628, 1.0], "knots1": [0.0, 0.5694749694749695, 1.0]}, {"frames": [32, 33], "aligned": true, "reason": "aligned", "common_tracks": [33, 31], "knots0": [0.0, 0.3518925518925519, 0.5694749694749695, 1.0], "knots1": [0.0, 0.36166056166056165, 0.5472527472527473, 1.0]}, {"frames": [33, 34], "aligned": true, "reason": "aligned", "common_tracks": [33, 31, 34], "knots0": [0.0, 0.36166056166056165, 0.5472527472527473, 0.7421245421245422, 1.0], "knots1": [0.0, 0.35653235653235654, 0.46642246642246643, 0.7365079365079366, 1.0]}, {"frames": [34, 35], "aligned": true, "reason": "aligned", "common_tracks": [33, 34], "knots0": [0.0, 0.35653235653235654, 0.7365079365079366, 1.0], "knots1": [0.0, 0.4456654456654457, 0.7296703296703296, 1.0]}, {"frames": [35, 36], "aligned": true, "reason": "aligned", "common_tracks": [33], "knots0": [0.0, 0.4456654456654457, 1.0], "knots1": [0.0, 0.43174603174603177, 1.0]}, {"frames": [36, 37], "aligned": true, "reason": "aligned", "common_tracks": [33], "knots0": [0.0, 0.43174603174603177, 1.0], "knots1": [0.0, 0.40683760683760684, 1.0]}, {"frames": [37, 38], "aligned": true, "reason": "aligned", "common_tracks": [33, 36], "knots0": [0.0, 0.40683760683760684, 0.7492063492063492, 1.0], "knots1": [0.0, 0.43956043956043955, 0.7474969474969475, 1.0]}, {"frames": [38, 39], "aligned": true, "reason": "aligned", "common_tracks": [33, 36], "knots0": [0.0, 0.43956043956043955, 0.7474969474969475, 1.0], "knots1": [0.0, 0.39096459096459096, 0.6378510378510378, 1.0]}, {"frames": [39, 40], "aligned": true, "reason": "aligned", "common_tracks": [33, 36], "knots0": [0.0, 0.39096459096459096, 0.6378510378510378, 1.0], "knots1": [0.0, 0.46984126984126984, 0.6581196581196581, 1.0]}, {"frames": [40, 41], "aligned": true, "reason": "aligned", "common_tracks": [33, 40], "knots0": [0.0, 0.46984126984126984, 0.6835164835164835, 1.0], "knots1": [0.0, 0.38290598290598293, 0.7294261294261294, 1.0]}, {"frames": [41, 42], "aligned": true, "reason": "aligned", "common_tracks": [33, 40], "knots0": [0.0, 0.38290598290598293, 0.7294261294261294, 1.0], "knots1": [0.0, 0.39755799755799753, 0.6598290598290598, 1.0]}, {"frames": [42, 43], "aligned": true, "reason": "aligned", "common_tracks": [33], "knots0": [0.0, 0.39755799755799753, 1.0], "knots1": [0.0, 0.35604395604395606, 1.0]}, {"frames": [43, 44], "aligned": true, "reason": "aligned", "common_tracks": [33, 43], "knots0": [0.0, 0.35604395604395606, 0.7924297924297924, 1.0], "knots1": [0.0, 0.25567765567765566, 0.736996336996337, 1.0]}, {"frames": [44, 45], "aligned": true, "reason": "aligned", "common_tracks": [33, 44, 43], "knots0": [0.0, 0.25567765567765566, 0.39536019536019534, 0.736996336996337, 1.0], "knots1": [0.0, 0.12503052503052503, 0.3907203907203907, 0.7409035409035409, 1.0]}, {"frames": [45, 46], "aligned": true, "reason": "aligned", "common_tracks": [33, 44, 43], "knots0": [0.0, 0.12503052503052503, 0.3907203907203907, 0.7409035409035409, 1.0], "knots1": [0.0, 0.17851037851037851, 0.3653235653235653, 0.7338217338217338, 1.0]}, {"frames": [46, 47], "aligned": true, "reason": "aligned", "common_tracks": [44, 43], "knots0": [0.0, 0.3653235653235653, 0.7338217338217338, 1.0], "knots1": [0.0, 0.4112332112332112, 0.7499389499389499, 1.0]}, {"frames": [47, 48], "aligned": false, "reason": "large position jump", "common_tracks": [43], "knots0": [0.0, 0.7499389499389499, 1.0], "knots1": [0.0, 0.4713064713064713, 1.0]}, {"frames": [48, 49], "aligned": false, "reason": "large position jump", "common_tracks": [43], "knots0": [0.0, 0.4713064713064713, 1.0], "knots1": [0.0, 0.8468864468864469, 1.0]}, {"frames": [49, 50], "aligned": false, "reason": "large position jump", "common_tracks": [45, 43], "knots0": [0.0, 0.4627594627594628, 0.8468864468864469, 1.0], "knots1": [0.0, 0.3738705738705739, 0.43394383394383396, 1.0]}, {"frames": [50, 51], "aligned": true, "reason": "aligned", "common_tracks": [45, 43], "knots0": [0.0, 0.3738705738705739, 0.43394383394383396, 1.0], "knots1": [0.0, 0.48986568986568985, 0.6105006105006106, 1.0]}, {"frames": [51, 52], "aligned": true, "reason": "aligned", "common_tracks": [45, 43], "knots0": [0.0, 0.48986568986568985, 0.6105006105006106, 1.0], "knots1": [0.0, 0.42808302808302806, 0.6244200244200244, 1.0]}, {"frames": [52, 53], "aligned": true, "reason": "aligned", "common_tracks": [43], "knots0": [0.0, 0.6244200244200244, 1.0], "knots1": [0.0, 0.44126984126984126, 1.0]}, {"frames": [53, 54], "aligned": true, "reason": "aligned", "common_tracks": [43], "knots0": [0.0, 0.44126984126984126, 1.0], "knots1": [0.0, 0.45274725274725275, 1.0]}, {"frames": [54, 55], "aligned": false, "reason": "large position jump", "common_tracks": [43], "knots0": [0.0, 0.45274725274725275, 1.0], "knots1": [0.0, 0.7924297924297924, 1.0]}, {"frames": [55, 56], "aligned": true, "reason": "aligned", "common_tracks": [50, 43], "knots0": [0.0, 0.33284493284493283, 0.7924297924297924, 1.0], "knots1": [0.0, 0.39755799755799753, 0.7858363858363858, 1.0]}, {"frames": [56, 57], "aligned": true, "reason": "aligned", "common_tracks": [50, 43], "knots0": [0.0, 0.39755799755799753, 0.7858363858363858, 1.0], "knots1": [0.0, 0.3623931623931624, 0.9218559218559218, 1.0]}, {"frames": [57, 58], "aligned": true, "reason": "aligned", "common_tracks": [50], "knots0": [0.0, 0.3623931623931624, 1.0], "knots1": [0.0, 0.4869352869352869, 1.0]}, {"frames": [58, 59], "aligned": true, "reason": "aligned", "common_tracks": [50, 56], "knots0": [0.0, 0.4869352869352869, 0.802930402930403, 1.0], "knots1": [0.0, 0.5313797313797314, 0.8048840048840049, 1.0]}, {"frames": [59, 60], "aligned": true, "reason": "aligned", "common_tracks": [59, 56], "knots0": [0.0, 0.17851037851037851, 0.8048840048840049, 1.0], "knots1": [0.0, 0.14652014652014653, 0.8341880341880342, 1.0]}, {"frames": [60, 61], "aligned": false, "reason": "large position jump", "common_tracks": [59], "knots0": [0.0, 0.14652014652014653, 1.0], "knots1": [0.0, 0.3951159951159951, 1.0]}, {"frames": [61, 62], "aligned": true, "reason": "aligned", "common_tracks": [59], "knots0": [0.0, 0.3951159951159951, 1.0], "knots1": [0.0, 0.4424908424908425, 1.0]}, {"frames": [62, 63], "aligned": true, "reason": "aligned", "common_tracks": [59, 62], "knots0": [0.0, 0.4424908424908425, 0.8805860805860806, 1.0], "knots1": [0.0, 0.4087912087912088, 0.8539682539682539, 1.0]}, {"frames": [63, 64], "aligned": false, "reason": "large position jump", "common_tracks": [59], "knots0": [0.0, 0.4087912087912088, 1.0], "knots1": [0.0, 0.17142857142857143, 1.0]}, {"frames": [64, 65], "aligned": true, "reason": "aligned", "common_tracks": [59, 64], "knots0": [0.0, 0.17142857142857143, 0.41611721611721614, 1.0], "knots1": [0.0, 0.10183150183150183, 0.38461538461538464, 1.0]}, {"frames": [65, 66], "aligned": true, "reason": "aligned", "common_tracks": [59, 64], "knots0": [0.0, 0.10183150183150183, 0.38461538461538464, 1.0], "knots1": [0.0, 0.14627594627594628, 0.33284493284493283, 1.0]}, {"frames": [66, 67], "aligned": true, "reason": "aligned", "common_tracks": [59, 66], "knots0": [0.0, 0.14627594627594628, 0.4593406593406593, 1.0], "knots1": [0.0, 0.15384615384615385, 0.4039072039072039, 1.0]}, {"frames": [67, 68], "aligned": false, "reason": "large position jump", "common_tracks": [59, 66], "knots0": [0.0, 0.15384615384615385, 0.4039072039072039, 1.0], "knots1": [0.0, 0.4236874236874237, 0.935042735042735, 1.0]}, {"frames": [68, 69], "aligned": true, "reason": "aligned", "common_tracks": [59], "knots0": [0.0, 0.4236874236874237, 1.0], "knots1": [0.0, 0.4236874236874237, 1.0]}, {"frames": [69, 70], "aligned": false, "reason": "large position jump", "common_tracks": [59], "knots0": [0.0, 0.4236874236874237, 1.0], "knots1": [0.0, 0.800976800976801, 1.0]}, {"frames": [70, 71], "aligned": true, "reason": "aligned", "common_tracks": [71, 59], "knots0": [0.0, 0.39853479853479856, 0.800976800976801, 1.0], "knots1": [0.0, 0.378998778998779, 0.7885225885225885, 1.0]}, {"frames": [71, 72], "aligned": false, "reason": "large position jump", "common_tracks": [72, 59], "knots0": [0.0, 0.16141636141636143, 0.7885225885225885, 1.0], "knots1": [0.0, 0.08156288156288156, 0.43663003663003663, 1.0]}, {"frames": [72, 73], "aligned": true, "reason": "aligned", "common_tracks": [59], "knots0": [0.0, 0.43663003663003663, 1.0], "knots1": [0.0, 0.41147741147741146, 1.0]}, {"frames": [73, 74], "aligned": false, "reason": "large position jump", "common_tracks": [59], "knots0": [0.0, 0.41147741147741146, 1.0], "knots1": [0.0, 0.7763125763125763, 1.0]}, {"frames": [74, 75], "aligned": true, "reason": "aligned", "common_tracks": [74, 59], "knots0": [0.0, 0.3492063492063492, 0.7763125763125763, 1.0], "knots1": [0.0, 0.3706959706959707, 0.7763125763125763, 1.0]}, {"frames": [75, 76], "aligned": true, "reason": "aligned", "common_tracks": [74, 59], "knots0": [0.0, 0.3706959706959707, 0.7763125763125763, 1.0], "knots1": [0.0, 0.3536019536019536, 0.7885225885225885, 1.0]}, {"frames": [76, 77], "aligned": false, "reason": "large position jump", "common_tracks": [74, 59], "knots0": [0.0, 0.3536019536019536, 0.7885225885225885, 1.0], "knots1": [0.0, 0.34163614163614164, 0.5504273504273505, 1.0]}, {"frames": [77, 78], "aligned": true, "reason": "aligned", "common_tracks": [74, 59], "knots0": [0.0, 0.34163614163614164, 0.5504273504273505, 1.0], "knots1": [0.0, 0.38705738705738707, 0.4832722832722833, 1.0]}, {"frames": [78, 79], "aligned": false, "reason": "large position jump", "common_tracks": [74, 59], "knots0": [0.0, 0.38705738705738707, 0.4832722832722833, 1.0], "knots1": [0.0, 0.39487179487179486, 0.8288156288156289, 1.0]}, {"frames": [79, 80], "aligned": true, "reason": "aligned", "common_tracks": [74], "knots0": [0.0, 0.39487179487179486, 1.0], "knots1": [0.0, 0.3623931623931624, 1.0]}, {"frames": [80, 81], "aligned": true, "reason": "aligned", "common_tracks": [74], "knots0": [0.0, 0.3623931623931624, 1.0], "knots1": [0.0, 0.41904761904761906, 1.0]}, {"frames": [81, 82], "aligned": true, "reason": "aligned", "common_tracks": [78], "knots0": [0.0, 0.8310134310134311, 1.0], "knots1": [0.0, 0.7750915750915751, 1.0]}, {"frames": [82, 83], "aligned": false, "reason": "large position jump", "common_tracks": [78], "knots0": [0.0, 0.7750915750915751, 1.0], "knots1": [0.0, 0.33357753357753356, 1.0]}, {"frames": [83, 84], "aligned": true, "reason": "aligned", "common_tracks": [78], "knots0": [0.0, 0.33357753357753356, 1.0], "knots1": [0.0, 0.3452991452991453, 1.0]}, {"frames": [84, 85], "aligned": false, "reason": "large position jump", "common_tracks": [78], "knots0": [0.0, 0.3452991452991453, 1.0], "knots1": [0.0, 0.7963369963369963, 1.0]}, {"frames": [85, 86], "aligned": true, "reason": "aligned", "common_tracks": [79, 78], "knots0": [0.0, 0.4363858363858364, 0.7963369963369963, 1.0], "knots1": [0.0, 0.3252747252747253, 0.7286935286935287, 1.0]}, {"frames": [86, 87], "aligned": true, "reason": "aligned", "common_tracks": [79, 78], "knots0": [0.0, 0.3252747252747253, 0.7286935286935287, 1.0], "knots1": [0.0, 0.37216117216117217, 0.7772893772893773, 1.0]}, {"frames": [87, 88], "aligned": true, "reason": "aligned", "common_tracks": [79], "knots0": [0.0, 0.37216117216117217, 1.0], "knots1": [0.0, 0.4332112332112332, 1.0]}, {"frames": [88, 89], "aligned": false, "reason": "crossing extrema order", "common_tracks": [82, 79], "knots0": [0.0, 0.3724053724053724, 0.4332112332112332, 1.0], "knots1": [0.0, 0.5555555555555556, 0.4163614163614164, 1.0]}, {"frames": [89, 90], "aligned": true, "reason": "aligned", "common_tracks": [79, 82], "knots0": [0.0, 0.4163614163614164, 0.5555555555555556, 1.0], "knots1": [0.0, 0.39194139194139194, 0.44761904761904764, 1.0]}, {"frames": [90, 91], "aligned": false, "reason": "large position jump", "common_tracks": [79, 82], "knots0": [0.0, 0.39194139194139194, 0.44761904761904764, 1.0], "knots1": [0.0, 0.36996336996337, 0.8315018315018315, 1.0]}, {"frames": [91, 92], "aligned": true, "reason": "aligned", "common_tracks": [82], "knots0": [0.0, 0.8315018315018315, 1.0], "knots1": [0.0, 0.8141636141636142, 1.0]}, {"frames": [92, 93], "aligned": false, "reason": "large position jump", "common_tracks": [82], "knots0": [0.0, 0.8141636141636142, 1.0], "knots1": [0.0, 0.17582417582417584, 1.0]}, {"frames": [93, 94], "aligned": true, "reason": "aligned", "common_tracks": [82], "knots0": [0.0, 0.17582417582417584, 1.0], "knots1": [0.0, 0.09255189255189256, 1.0]}, {"frames": [94, 95], "aligned": false, "reason": "crossing extrema order", "common_tracks": [82, 85], "knots0": [0.0, 0.09255189255189256, 0.47448107448107446, 1.0], "knots1": [0.0, 0.7916971916971917, 0.41611721611721614, 1.0]}, {"frames": [95, 96], "aligned": true, "reason": "aligned", "common_tracks": [82], "knots0": [0.0, 0.7916971916971917, 1.0], "knots1": [0.0, 0.833943833943834, 1.0]}, {"frames": [96, 97], "aligned": true, "reason": "aligned", "common_tracks": [82], "knots0": [0.0, 0.833943833943834, 1.0], "knots1": [0.0, 0.9006105006105006, 1.0]}, {"frames": [97, 98], "aligned": true, "reason": "aligned", "common_tracks": [89], "knots0": [0.0, 0.3938949938949939, 1.0], "knots1": [0.0, 0.3833943833943834, 1.0]}, {"frames": [98, 99], "aligned": false, "reason": "large position jump", "common_tracks": [89], "knots0": [0.0, 0.3833943833943834, 1.0], "knots1": [0.0, 0.8327228327228328, 1.0]}, {"frames": [99, 100], "aligned": true, "reason": "aligned", "common_tracks": [89], "knots0": [0.0, 0.8327228327228328, 1.0], "knots1": [0.0, 0.863003663003663, 1.0]}, {"frames": [100, 101], "aligned": false, "reason": "large position jump", "common_tracks": [89], "knots0": [0.0, 0.863003663003663, 1.0], "knots1": [0.0, 0.336996336996337, 1.0]}, {"frames": [101, 102], "aligned": true, "reason": "aligned", "common_tracks": [89], "knots0": [0.0, 0.336996336996337, 1.0], "knots1": [0.0, 0.34896214896214894, 1.0]}, {"frames": [102, 103], "aligned": false, "reason": "large position jump", "common_tracks": [89], "knots0": [0.0, 0.34896214896214894, 1.0], "knots1": [0.0, 0.6884004884004884, 1.0]}, {"frames": [103, 104], "aligned": false, "reason": "large position jump", "common_tracks": [89], "knots0": [0.0, 0.6884004884004884, 1.0], "knots1": [0.0, 0.4456654456654457, 1.0]}, {"frames": [104, 105], "aligned": false, "reason": "large position jump", "common_tracks": [89], "knots0": [0.0, 0.4456654456654457, 1.0], "knots1": [0.0, 0.6534798534798535, 1.0]}, {"frames": [105, 106], "aligned": true, "reason": "aligned", "common_tracks": [96, 89, 97], "knots0": [0.0, 0.4249084249084249, 0.6534798534798535, 0.8346764346764347, 1.0], "knots1": [0.0, 0.43345543345543347, 0.6212454212454213, 0.8586080586080586, 1.0]}, {"frames": [106, 107], "aligned": true, "reason": "aligned", "common_tracks": [96, 97], "knots0": [0.0, 0.43345543345543347, 0.8586080586080586, 1.0], "knots1": [0.0, 0.42857142857142855, 0.9238095238095239, 1.0]}, {"frames": [107, 108], "aligned": true, "reason": "aligned", "common_tracks": [96, 97], "knots0": [0.0, 0.42857142857142855, 0.9238095238095239, 1.0], "knots1": [0.0, 0.4056166056166056, 0.811965811965812, 1.0]}, {"frames": [108, 109], "aligned": true, "reason": "aligned", "common_tracks": [96, 97], "knots0": [0.0, 0.4056166056166056, 0.811965811965812, 1.0], "knots1": [0.0, 0.37875457875457874, 0.7262515262515262, 1.0]}, {"frames": [109, 110], "aligned": true, "reason": "aligned", "common_tracks": [97], "knots0": [0.0, 0.7262515262515262, 1.0], "knots1": [0.0, 0.6764346764346765, 1.0]}, {"frames": [110, 111], "aligned": true, "reason": "aligned", "common_tracks": [97], "knots0": [0.0, 0.6764346764346765, 1.0], "knots1": [0.0, 0.7980463980463981, 1.0]}, {"frames": [111, 112], "aligned": true, "reason": "aligned", "common_tracks": [97], "knots0": [0.0, 0.7980463980463981, 1.0], "knots1": [0.0, 0.7904761904761904, 1.0]}, {"frames": [112, 113], "aligned": false, "reason": "large position jump", "common_tracks": [97], "knots0": [0.0, 0.7904761904761904, 1.0], "knots1": [0.0, 0.346031746031746, 1.0]}, {"frames": [113, 114], "aligned": false, "reason": "large position jump", "common_tracks": [97], "knots0": [0.0, 0.346031746031746, 1.0], "knots1": [0.0, 0.7338217338217338, 1.0]}, {"frames": [114, 115], "aligned": true, "reason": "aligned", "common_tracks": [97], "knots0": [0.0, 0.7338217338217338, 1.0], "knots1": [0.0, 0.8, 1.0]}, {"frames": [115, 116], "aligned": true, "reason": "aligned", "common_tracks": [97], "knots0": [0.0, 0.8, 1.0], "knots1": [0.0, 0.8085470085470086, 1.0]}, {"frames": [116, 117], "aligned": true, "reason": "aligned", "common_tracks": [105, 97], "knots0": [0.0, 0.515018315018315, 0.8085470085470086, 1.0], "knots1": [0.0, 0.42857142857142855, 0.8620268620268621, 1.0]}, {"frames": [117, 118], "aligned": false, "reason": "large position jump", "common_tracks": [97], "knots0": [0.0, 0.8620268620268621, 1.0], "knots1": [0.0, 0.3553113553113553, 1.0]}, {"frames": [118, 119], "aligned": false, "reason": "large position jump", "common_tracks": [97], "knots0": [0.0, 0.3553113553113553, 1.0], "knots1": [0.0, 0.7335775335775335, 1.0]}, {"frames": [119, 120], "aligned": false, "reason": "no common extrema", "common_tracks": [], "knots0": [0.0, 1.0], "knots1": [0.0, 1.0]}, {"frames": [120, 121], "aligned": true, "reason": "aligned", "common_tracks": [110, 109], "knots0": [0.0, 0.18632478632478633, 0.42466422466422465, 1.0], "knots1": [0.0, 0.15311355311355312, 0.3992673992673993, 1.0]}, {"frames": [121, 122], "aligned": false, "reason": "crossing extrema order", "common_tracks": [110, 109], "knots0": [0.0, 0.15311355311355312, 0.3992673992673993, 1.0], "knots1": [0.0, 0.8862026862026862, 0.4485958485958486, 1.0]}, {"frames": [122, 123], "aligned": false, "reason": "large position jump", "common_tracks": [110], "knots0": [0.0, 0.8862026862026862, 1.0], "knots1": [0.0, 0.4315018315018315, 1.0]}, {"frames": [123, 124], "aligned": false, "reason": "large position jump", "common_tracks": [110], "knots0": [0.0, 0.4315018315018315, 1.0], "knots1": [0.0, 0.7572649572649572, 1.0]}, {"frames": [124, 125], "aligned": false, "reason": "crossing extrema order", "common_tracks": [112, 110], "knots0": [0.0, 0.4231990231990232, 0.7572649572649572, 1.0], "knots1": [0.0, 0.3746031746031746, 0.12063492063492064, 1.0]}, {"frames": [125, 126], "aligned": true, "reason": "aligned", "common_tracks": [110, 112, 114], "knots0": [0.0, 0.12063492063492064, 0.3746031746031746, 0.8295482295482296, 1.0], "knots1": [0.0, 0.16800976800976802, 0.39951159951159954, 0.8879120879120879, 1.0]}, {"frames": [126, 127], "aligned": false, "reason": "large position jump", "common_tracks": [110, 112], "knots0": [0.0, 0.16800976800976802, 0.39951159951159954, 1.0], "knots1": [0.0, 0.18583638583638584, 0.7032967032967034, 1.0]}, {"frames": [127, 128], "aligned": false, "reason": "large position jump", "common_tracks": [112], "knots0": [0.0, 0.7032967032967034, 1.0], "knots1": [0.0, 0.45567765567765567, 1.0]}, {"frames": [128, 129], "aligned": true, "reason": "aligned", "common_tracks": [112], "knots0": [0.0, 0.45567765567765567, 1.0], "knots1": [0.0, 0.4398046398046398, 1.0]}, {"frames": [129, 130], "aligned": true, "reason": "aligned", "common_tracks": [112, 118], "knots0": [0.0, 0.4398046398046398, 0.8547008547008547, 1.0], "knots1": [0.0, 0.38632478632478634, 0.8485958485958486, 1.0]}, {"frames": [130, 131], "aligned": true, "reason": "aligned", "common_tracks": [112], "knots0": [0.0, 0.38632478632478634, 1.0], "knots1": [0.0, 0.35702075702075703, 1.0]}, {"frames": [131, 132], "aligned": true, "reason": "aligned", "common_tracks": [112], "knots0": [0.0, 0.35702075702075703, 1.0], "knots1": [0.0, 0.4324786324786325, 1.0]}, {"frames": [132, 133], "aligned": false, "reason": "crossing extrema order", "common_tracks": [122, 112], "knots0": [0.0, 0.2805860805860806, 0.4324786324786325, 1.0], "knots1": [0.0, 0.859096459096459, 0.4432234432234432, 1.0]}, {"frames": [133, 134], "aligned": true, "reason": "aligned", "common_tracks": [112, 122], "knots0": [0.0, 0.4432234432234432, 0.859096459096459, 1.0], "knots1": [0.0, 0.44542124542124545, 0.8454212454212454, 1.0]}, {"frames": [134, 135], "aligned": false, "reason": "crossing extrema order", "common_tracks": [112, 122], "knots0": [0.0, 0.44542124542124545, 0.8454212454212454, 1.0], "knots1": [0.0, 0.4236874236874237, 0.10012210012210013, 1.0]}, {"frames": [135, 136], "aligned": false, "reason": "large position jump", "common_tracks": [122], "knots0": [0.0, 0.10012210012210013, 1.0], "knots1": [0.0, 0.864957264957265, 1.0]}, {"frames": [136, 137], "aligned": true, "reason": "aligned", "common_tracks": [122], "knots0": [0.0, 0.864957264957265, 1.0], "knots1": [0.0, 0.7294261294261294, 1.0]}, {"frames": [137, 138], "aligned": false, "reason": "large position jump", "common_tracks": [122], "knots0": [0.0, 0.7294261294261294, 1.0], "knots1": [0.0, 0.40366300366300367, 1.0]}, {"frames": [138, 139], "aligned": false, "reason": "large position jump", "common_tracks": [122, 128], "knots0": [0.0, 0.40366300366300367, 0.8434676434676435, 1.0], "knots1": [0.0, 0.2021978021978022, 0.8483516483516483, 1.0]}, {"frames": [139, 140], "aligned": true, "reason": "aligned", "common_tracks": [122, 129, 128], "knots0": [0.0, 0.2021978021978022, 0.4564102564102564, 0.8483516483516483, 1.0], "knots1": [0.0, 0.2231990231990232, 0.4989010989010989, 0.905006105006105, 1.0]}, {"frames": [140, 141], "aligned": true, "reason": "aligned", "common_tracks": [122, 129], "knots0": [0.0, 0.2231990231990232, 0.4989010989010989, 1.0], "knots1": [0.0, 0.21953601953601953, 0.48717948717948717, 1.0]}, {"frames": [141, 142], "aligned": false, "reason": "crossing extrema order", "common_tracks": [122, 129], "knots0": [0.0, 0.21953601953601953, 0.48717948717948717, 1.0], "knots1": [0.0, 0.9184371184371184, 0.4810744810744811, 1.0]}, {"frames": [142, 143], "aligned": false, "reason": "large position jump", "common_tracks": [122], "knots0": [0.0, 0.9184371184371184, 1.0], "knots1": [0.0, 0.4236874236874237, 1.0]}, {"frames": [143, 144], "aligned": true, "reason": "aligned", "common_tracks": [122], "knots0": [0.0, 0.4236874236874237, 1.0], "knots1": [0.0, 0.44932844932844934, 1.0]}, {"frames": [144, 145], "aligned": false, "reason": "large position jump", "common_tracks": [122], "knots0": [0.0, 0.44932844932844934, 1.0], "knots1": [0.0, 0.8774114774114774, 1.0]}, {"frames": [145, 146], "aligned": false, "reason": "large position jump", "common_tracks": [130, 122], "knots0": [0.0, 0.43663003663003663, 0.8774114774114774, 1.0], "knots1": [0.0, 0.4695970695970696, 0.6148962148962149, 1.0]}, {"frames": [146, 147], "aligned": true, "reason": "aligned", "common_tracks": [132, 130], "knots0": [0.0, 0.3553113553113553, 0.4695970695970696, 1.0], "knots1": [0.0, 0.1575091575091575, 0.44078144078144077, 1.0]}, {"frames": [147, 148], "aligned": false, "reason": "large position jump", "common_tracks": [132], "knots0": [0.0, 0.1575091575091575, 1.0], "knots1": [0.0, 0.44468864468864466, 1.0]}, {"frames": [148, 149], "aligned": true, "reason": "aligned", "common_tracks": [132], "knots0": [0.0, 0.44468864468864466, 1.0], "knots1": [0.0, 0.4456654456654457, 1.0]}, {"frames": [149, 150], "aligned": true, "reason": "aligned", "common_tracks": [132], "knots0": [0.0, 0.4456654456654457, 1.0], "knots1": [0.0, 0.45738705738705737, 1.0]}, {"frames": [150, 151], "aligned": false, "reason": "large position jump", "common_tracks": [132], "knots0": [0.0, 0.45738705738705737, 1.0], "knots1": [0.0, 0.8967032967032967, 1.0]}, {"frames": [151, 152], "aligned": false, "reason": "large position jump", "common_tracks": [132], "knots0": [0.0, 0.8967032967032967, 1.0], "knots1": [0.0, 0.41147741147741146, 1.0]}, {"frames": [152, 153], "aligned": true, "reason": "aligned", "common_tracks": [132], "knots0": [0.0, 0.41147741147741146, 1.0], "knots1": [0.0, 0.44542124542124545, 1.0]}, {"frames": [153, 154], "aligned": false, "reason": "large position jump", "common_tracks": [132], "knots0": [0.0, 0.44542124542124545, 1.0], "knots1": [0.0, 0.8444444444444444, 1.0]}, {"frames": [154, 155], "aligned": false, "reason": "large position jump", "common_tracks": [132], "knots0": [0.0, 0.8444444444444444, 1.0], "knots1": [0.0, 0.3907203907203907, 1.0]}, {"frames": [155, 156], "aligned": false, "reason": "large position jump", "common_tracks": [132], "knots0": [0.0, 0.3907203907203907, 1.0], "knots1": [0.0, 0.8002442002442003, 1.0]}, {"frames": [156, 157], "aligned": true, "reason": "aligned", "common_tracks": [137, 132], "knots0": [0.0, 0.38583638583638585, 0.8002442002442003, 1.0], "knots1": [0.0, 0.39951159951159954, 0.7548229548229548, 1.0]}, {"frames": [157, 158], "aligned": false, "reason": "large position jump", "common_tracks": [132], "knots0": [0.0, 0.7548229548229548, 1.0], "knots1": [0.0, 0.4380952380952381, 1.0]}, {"frames": [158, 159], "aligned": true, "reason": "aligned", "common_tracks": [132], "knots0": [0.0, 0.4380952380952381, 1.0], "knots1": [0.0, 0.41514041514041516, 1.0]}, {"frames": [159, 160], "aligned": true, "reason": "aligned", "common_tracks": [132], "knots0": [0.0, 0.41514041514041516, 1.0], "knots1": [0.0, 0.4537240537240537, 1.0]}, {"frames": [160, 161], "aligned": true, "reason": "aligned", "common_tracks": [132], "knots0": [0.0, 0.4537240537240537, 1.0], "knots1": [0.0, 0.4656898656898657, 1.0]}, {"frames": [161, 162], "aligned": true, "reason": "aligned", "common_tracks": [132], "knots0": [0.0, 0.4656898656898657, 1.0], "knots1": [0.0, 0.4148962148962149, 1.0]}, {"frames": [162, 163], "aligned": true, "reason": "aligned", "common_tracks": [132], "knots0": [0.0, 0.4148962148962149, 1.0], "knots1": [0.0, 0.5714285714285714, 1.0]}, {"frames": [163, 164], "aligned": false, "reason": "large position jump", "common_tracks": [132], "knots0": [0.0, 0.5714285714285714, 1.0], "knots1": [0.0, 0.15384615384615385, 1.0]}, {"frames": [164, 165], "aligned": true, "reason": "aligned", "common_tracks": [132, 141], "knots0": [0.0, 0.15384615384615385, 0.3567765567765568, 1.0], "knots1": [0.0, 0.10500610500610501, 0.3860805860805861, 1.0]}, {"frames": [165, 166], "aligned": false, "reason": "large position jump", "common_tracks": [132], "knots0": [0.0, 0.10500610500610501, 1.0], "knots1": [0.0, 0.4354090354090354, 1.0]}, {"frames": [166, 167], "aligned": true, "reason": "aligned", "common_tracks": [132], "knots0": [0.0, 0.4354090354090354, 1.0], "knots1": [0.0, 0.4363858363858364, 1.0]}, {"frames": [167, 168], "aligned": true, "reason": "aligned", "common_tracks": [132], "knots0": [0.0, 0.4363858363858364, 1.0], "knots1": [0.0, 0.4163614163614164, 1.0]}, {"frames": [168, 169], "aligned": true, "reason": "aligned", "common_tracks": [132], "knots0": [0.0, 0.4163614163614164, 1.0], "knots1": [0.0, 0.4449328449328449, 1.0]}, {"frames": [169, 170], "aligned": true, "reason": "aligned", "common_tracks": [132], "knots0": [0.0, 0.4449328449328449, 1.0], "knots1": [0.0, 0.48205128205128206, 1.0]}, {"frames": [170, 171], "aligned": false, "reason": "large position jump", "common_tracks": [132], "knots0": [0.0, 0.48205128205128206, 1.0], "knots1": [0.0, 0.9113553113553113, 1.0]}, {"frames": [171, 172], "aligned": false, "reason": "large position jump", "common_tracks": [132], "knots0": [0.0, 0.9113553113553113, 1.0], "knots1": [0.0, 0.39365079365079364, 1.0]}, {"frames": [172, 173], "aligned": true, "reason": "aligned", "common_tracks": [132], "knots0": [0.0, 0.39365079365079364, 1.0], "knots1": [0.0, 0.4278388278388278, 1.0]}, {"frames": [173, 174], "aligned": true, "reason": "aligned", "common_tracks": [132], "knots0": [0.0, 0.4278388278388278, 1.0], "knots1": [0.0, 0.4324786324786325, 1.0]}, {"frames": [174, 175], "aligned": true, "reason": "aligned", "common_tracks": [132], "knots0": [0.0, 0.4324786324786325, 1.0], "knots1": [0.0, 0.44884004884004886, 1.0]}, {"frames": [175, 176], "aligned": true, "reason": "aligned", "common_tracks": [132], "knots0": [0.0, 0.44884004884004886, 1.0], "knots1": [0.0, 0.4617826617826618, 1.0]}, {"frames": [176, 177], "aligned": true, "reason": "aligned", "common_tracks": [132], "knots0": [0.0, 0.4617826617826618, 1.0], "knots1": [0.0, 0.4449328449328449, 1.0]}, {"frames": [177, 178], "aligned": false, "reason": "large position jump", "common_tracks": [132], "knots0": [0.0, 0.4449328449328449, 1.0], "knots1": [0.0, 0.8835164835164835, 1.0]}, {"frames": [178, 179], "aligned": true, "reason": "aligned", "common_tracks": [143, 132], "knots0": [0.0, 0.39536019536019534, 0.8835164835164835, 1.0], "knots1": [0.0, 0.3746031746031746, 0.8183150183150183, 1.0]}, {"frames": [179, 180], "aligned": false, "reason": "crossing extrema order", "common_tracks": [143, 132], "knots0": [0.0, 0.3746031746031746, 0.8183150183150183, 1.0], "knots1": [0.0, 0.4656898656898657, 0.14041514041514042, 1.0]}, {"frames": [180, 181], "aligned": true, "reason": "aligned", "common_tracks": [132, 143], "knots0": [0.0, 0.14041514041514042, 0.4656898656898657, 1.0], "knots1": [0.0, 0.07814407814407814, 0.46251526251526254, 1.0]}, {"frames": [181, 182], "aligned": false, "reason": "large position jump", "common_tracks": [132], "knots0": [0.0, 0.07814407814407814, 1.0], "knots1": [0.0, 0.47912087912087914, 1.0]}, {"frames": [182, 183], "aligned": true, "reason": "aligned", "common_tracks": [132], "knots0": [0.0, 0.47912087912087914, 1.0], "knots1": [0.0, 0.3746031746031746, 1.0]}, {"frames": [183, 184], "aligned": false, "reason": "large position jump", "common_tracks": [132], "knots0": [0.0, 0.3746031746031746, 1.0], "knots1": [0.0, 0.12551892551892552, 1.0]}, {"frames": [184, 185], "aligned": true, "reason": "aligned", "common_tracks": [132, 145], "knots0": [0.0, 0.12551892551892552, 0.852991452991453, 1.0], "knots1": [0.0, 0.13821733821733823, 0.884004884004884, 1.0]}, {"frames": [185, 186], "aligned": true, "reason": "aligned", "common_tracks": [132, 146, 147], "knots0": [0.0, 0.13821733821733823, 0.39951159951159954, 0.5650793650793651, 1.0], "knots1": [0.0, 0.12136752136752137, 0.38705738705738707, 0.6461538461538462, 1.0]}, {"frames": [186, 187], "aligned": false, "reason": "large position jump", "common_tracks": [132, 146, 147], "knots0": [0.0, 0.12136752136752137, 0.38705738705738707, 0.6461538461538462, 1.0], "knots1": [0.0, 0.1094017094017094, 0.35384615384615387, 0.8595848595848596, 1.0]}, {"frames": [187, 188], "aligned": true, "reason": "aligned", "common_tracks": [146, 149, 147], "knots0": [0.0, 0.35384615384615387, 0.6715506715506715, 0.8595848595848596, 1.0], "knots1": [0.0, 0.35775335775335776, 0.6808302808302809, 0.7238095238095238, 1.0]}, {"frames": [188, 189], "aligned": true, "reason": "aligned", "common_tracks": [146], "knots0": [0.0, 0.35775335775335776, 1.0], "knots1": [0.0, 0.4818070818070818, 1.0]}, {"frames": [189, 190], "aligned": true, "reason": "aligned", "common_tracks": [146], "knots0": [0.0, 0.4818070818070818, 1.0], "knots1": [0.0, 0.4617826617826618, 1.0]}, {"frames": [190, 191], "aligned": true, "reason": "aligned", "common_tracks": [146], "knots0": [0.0, 0.4617826617826618, 1.0], "knots1": [0.0, 0.3584859584859585, 1.0]}, {"frames": [191, 192], "aligned": false, "reason": "large position jump", "common_tracks": [146], "knots0": [0.0, 0.3584859584859585, 1.0], "knots1": [0.0, 0.874969474969475, 1.0]}, {"frames": [192, 193], "aligned": false, "reason": "large position jump", "common_tracks": [146], "knots0": [0.0, 0.874969474969475, 1.0], "knots1": [0.0, 0.28083028083028083, 1.0]}, {"frames": [193, 194], "aligned": false, "reason": "large position jump", "common_tracks": [146, 151], "knots0": [0.0, 0.28083028083028083, 0.9372405372405372, 1.0], "knots1": [0.0, 0.6376068376068376, 0.9042735042735043, 1.0]}, {"frames": [194, 195], "aligned": true, "reason": "aligned", "common_tracks": [152, 146], "knots0": [0.0, 0.39951159951159954, 0.6376068376068376, 1.0], "knots1": [0.0, 0.4158730158730159, 0.6376068376068376, 1.0]}, {"frames": [195, 196], "aligned": false, "reason": "large position jump", "common_tracks": [153, 152, 146], "knots0": [0.0, 0.07887667887667887, 0.4158730158730159, 0.6376068376068376, 1.0], "knots1": [0.0, 0.08766788766788766, 0.4485958485958486, 0.8998778998778999, 1.0]}, {"frames": [196, 197], "aligned": false, "reason": "large position jump", "common_tracks": [153, 152, 146], "knots0": [0.0, 0.08766788766788766, 0.4485958485958486, 0.8998778998778999, 1.0], "knots1": [0.0, 0.11282051282051282, 0.4534798534798535, 0.6593406593406593, 1.0]}, {"frames": [197, 198], "aligned": false, "reason": "crossing extrema order", "common_tracks": [152, 146], "knots0": [0.0, 0.4534798534798535, 0.6593406593406593, 1.0], "knots1": [0.0, 0.46251526251526254, 0.1452991452991453, 1.0]}, {"frames": [198, 199], "aligned": true, "reason": "aligned", "common_tracks": [146, 152], "knots0": [0.0, 0.1452991452991453, 0.46251526251526254, 1.0], "knots1": [0.0, 0.14358974358974358, 0.4747252747252747, 1.0]}, {"frames": [199, 200], "aligned": false, "reason": "large position jump", "common_tracks": [146], "knots0": [0.0, 0.14358974358974358, 1.0], "knots1": [0.0, 0.4293040293040293, 1.0]}, {"frames": [200, 201], "aligned": true, "reason": "aligned", "common_tracks": [146], "knots0": [0.0, 0.4293040293040293, 1.0], "knots1": [0.0, 0.4427350427350427, 1.0]}, {"frames": [201, 202], "aligned": true, "reason": "aligned", "common_tracks": [146], "knots0": [0.0, 0.4427350427350427, 1.0], "knots1": [0.0, 0.4703296703296703, 1.0]}, {"frames": [202, 203], "aligned": true, "reason": "aligned", "common_tracks": [146], "knots0": [0.0, 0.4703296703296703, 1.0], "knots1": [0.0, 0.49108669108669106, 1.0]}, {"frames": [203, 204], "aligned": true, "reason": "aligned", "common_tracks": [146], "knots0": [0.0, 0.49108669108669106, 1.0], "knots1": [0.0, 0.6148962148962149, 1.0]}, {"frames": [204, 205], "aligned": false, "reason": "crossing extrema order", "common_tracks": [156, 146], "knots0": [0.0, 0.47814407814407817, 0.6148962148962149, 1.0], "knots1": [0.0, 0.49108669108669106, 0.4163614163614164, 1.0]}, {"frames": [205, 206], "aligned": true, "reason": "aligned", "common_tracks": [156, 157], "knots0": [0.0, 0.49108669108669106, 0.818070818070818, 1.0], "knots1": [0.0, 0.47057387057387057, 0.629059829059829, 1.0]}, {"frames": [206, 207], "aligned": true, "reason": "aligned", "common_tracks": [156, 157], "knots0": [0.0, 0.47057387057387057, 0.629059829059829, 1.0], "knots1": [0.0, 0.4249084249084249, 0.6498168498168498, 1.0]}, {"frames": [207, 208], "aligned": false, "reason": "large position jump", "common_tracks": [157], "knots0": [0.0, 0.6498168498168498, 1.0], "knots1": [0.0, 0.4380952380952381, 1.0]}, {"frames": [208, 209], "aligned": true, "reason": "aligned", "common_tracks": [157], "knots0": [0.0, 0.4380952380952381, 1.0], "knots1": [0.0, 0.39951159951159954, 1.0]}, {"frames": [209, 210], "aligned": true, "reason": "aligned", "common_tracks": [158], "knots0": [0.0, 0.7245421245421245, 1.0], "knots1": [0.0, 0.7746031746031746, 1.0]}, {"frames": [210, 211], "aligned": false, "reason": "large position jump", "common_tracks": [158], "knots0": [0.0, 0.7746031746031746, 1.0], "knots1": [0.0, 0.42124542124542125, 1.0]}, {"frames": [211, 212], "aligned": false, "reason": "large position jump", "common_tracks": [158], "knots0": [0.0, 0.42124542124542125, 1.0], "knots1": [0.0, 0.9091575091575091, 1.0]}, {"frames": [212, 213], "aligned": false, "reason": "large position jump", "common_tracks": [158], "knots0": [0.0, 0.9091575091575091, 1.0], "knots1": [0.0, 0.4231990231990232, 1.0]}, {"frames": [213, 214], "aligned": true, "reason": "aligned", "common_tracks": [158], "knots0": [0.0, 0.4231990231990232, 1.0], "knots1": [0.0, 0.4083028083028083, 1.0]}, {"frames": [214, 215], "aligned": true, "reason": "aligned", "common_tracks": [158], "knots0": [0.0, 0.4083028083028083, 1.0], "knots1": [0.0, 0.3894993894993895, 1.0]}, {"frames": [215, 216], "aligned": true, "reason": "aligned", "common_tracks": [158], "knots0": [0.0, 0.3894993894993895, 1.0], "knots1": [0.0, 0.41953601953601954, 1.0]}, {"frames": [216, 217], "aligned": true, "reason": "aligned", "common_tracks": [158], "knots0": [0.0, 0.41953601953601954, 1.0], "knots1": [0.0, 0.38705738705738707, 1.0]}, {"frames": [217, 218], "aligned": true, "reason": "aligned", "common_tracks": [158], "knots0": [0.0, 0.38705738705738707, 1.0], "knots1": [0.0, 0.4039072039072039, 1.0]}, {"frames": [218, 219], "aligned": true, "reason": "aligned", "common_tracks": [158], "knots0": [0.0, 0.4039072039072039, 1.0], "knots1": [0.0, 0.378998778998779, 1.0]}, {"frames": [219, 220], "aligned": true, "reason": "aligned", "common_tracks": [158], "knots0": [0.0, 0.378998778998779, 1.0], "knots1": [0.0, 0.3912087912087912, 1.0]}, {"frames": [220, 221], "aligned": true, "reason": "aligned", "common_tracks": [158], "knots0": [0.0, 0.3912087912087912, 1.0], "knots1": [0.0, 0.36556776556776555, 1.0]}, {"frames": [221, 222], "aligned": true, "reason": "aligned", "common_tracks": [158], "knots0": [0.0, 0.36556776556776555, 1.0], "knots1": [0.0, 0.4717948717948718, 1.0]}, {"frames": [222, 223], "aligned": true, "reason": "aligned", "common_tracks": [163, 158], "knots0": [0.0, 0.38168498168498166, 0.4717948717948718, 1.0], "knots1": [0.0, 0.36166056166056165, 0.5711843711843712, 1.0]}, {"frames": [223, 224], "aligned": true, "reason": "aligned", "common_tracks": [164, 163, 158], "knots0": [0.0, 0.06910866910866911, 0.36166056166056165, 0.5711843711843712, 1.0], "knots1": [0.0, 0.10036630036630037, 0.3702075702075702, 0.504029304029304, 1.0]}, {"frames": [224, 225], "aligned": true, "reason": "aligned", "common_tracks": [163, 158], "knots0": [0.0, 0.3702075702075702, 0.504029304029304, 1.0], "knots1": [0.0, 0.37264957264957266, 0.4554334554334554, 1.0]}, {"frames": [225, 226], "aligned": true, "reason": "aligned", "common_tracks": [163, 158], "knots0": [0.0, 0.37264957264957266, 0.4554334554334554, 1.0], "knots1": [0.0, 0.3440781440781441, 0.43003663003663006, 1.0]}, {"frames": [226, 227], "aligned": true, "reason": "aligned", "common_tracks": [158], "knots0": [0.0, 0.43003663003663006, 1.0], "knots1": [0.0, 0.4266178266178266, 1.0]}, {"frames": [227, 228], "aligned": false, "reason": "large position jump", "common_tracks": [158], "knots0": [0.0, 0.4266178266178266, 1.0], "knots1": [0.0, 0.9169719169719169, 1.0]}, {"frames": [228, 229], "aligned": true, "reason": "aligned", "common_tracks": [167, 158], "knots0": [0.0, 0.4297924297924298, 0.9169719169719169, 1.0], "knots1": [0.0, 0.39706959706959705, 0.9111111111111111, 1.0]}, {"frames": [229, 230], "aligned": false, "reason": "large position jump", "common_tracks": [158], "knots0": [0.0, 0.9111111111111111, 1.0], "knots1": [0.0, 0.3172161172161172, 1.0]}, {"frames": [230, 231], "aligned": true, "reason": "aligned", "common_tracks": [158], "knots0": [0.0, 0.3172161172161172, 1.0], "knots1": [0.0, 0.37435897435897436, 1.0]}, {"frames": [231, 232], "aligned": true, "reason": "aligned", "common_tracks": [158], "knots0": [0.0, 0.37435897435897436, 1.0], "knots1": [0.0, 0.4627594627594628, 1.0]}, {"frames": [232, 233], "aligned": false, "reason": "crossing extrema order", "common_tracks": [168, 158], "knots0": [0.0, 0.3499389499389499, 0.4627594627594628, 1.0], "knots1": [0.0, 0.41098901098901097, 0.12063492063492064, 1.0]}, {"frames": [233, 234], "aligned": true, "reason": "aligned", "common_tracks": [158, 168], "knots0": [0.0, 0.12063492063492064, 0.41098901098901097, 1.0], "knots1": [0.0, 0.16532356532356532, 0.3860805860805861, 1.0]}, {"frames": [234, 235], "aligned": true, "reason": "aligned", "common_tracks": [158], "knots0": [0.0, 0.16532356532356532, 1.0], "knots1": [0.0, 0.28327228327228327, 1.0]}, {"frames": [235, 236], "aligned": true, "reason": "aligned", "common_tracks": [158], "knots0": [0.0, 0.28327228327228327, 1.0], "knots1": [0.0, 0.36214896214896214, 1.0]}, {"frames": [236, 237], "aligned": true, "reason": "aligned", "common_tracks": [172, 158], "knots0": [0.0, 0.17924297924297924, 0.36214896214896214, 1.0], "knots1": [0.0, 0.17924297924297924, 0.34554334554334554, 1.0]}, {"frames": [237, 238], "aligned": true, "reason": "aligned", "common_tracks": [174, 175], "knots0": [0.0, 0.5772893772893772, 0.8998778998778999, 1.0], "knots1": [0.0, 0.5897435897435898, 0.8703296703296703, 1.0]}, {"frames": [238, 239], "aligned": true, "reason": "aligned", "common_tracks": [174, 175], "knots0": [0.0, 0.5897435897435898, 0.8703296703296703, 1.0], "knots1": [0.0, 0.48595848595848595, 0.9042735042735043, 1.0]}, {"frames": [239, 240], "aligned": false, "reason": "crossing extrema order", "common_tracks": [176, 174], "knots0": [0.0, 0.3929181929181929, 0.48595848595848595, 1.0], "knots1": [0.0, 0.4031746031746032, 0.315018315018315, 1.0]}, {"frames": [240, 241], "aligned": false, "reason": "crossing extrema order", "common_tracks": [174, 176], "knots0": [0.0, 0.315018315018315, 0.4031746031746032, 1.0], "knots1": [0.0, 0.4832722832722833, 0.36556776556776555, 1.0]}, {"frames": [241, 242], "aligned": true, "reason": "aligned", "common_tracks": [176, 174], "knots0": [0.0, 0.36556776556776555, 0.4832722832722833, 1.0], "knots1": [0.0, 0.3448107448107448, 0.5633699633699634, 1.0]}, {"frames": [242, 243], "aligned": false, "reason": "large position jump", "common_tracks": [178, 174], "knots0": [0.0, 0.15067155067155066, 0.5633699633699634, 1.0], "knots1": [0.0, 0.39096459096459096, 0.4993894993894994, 1.0]}, {"frames": [243, 244], "aligned": false, "reason": "large position jump", "common_tracks": [178, 174], "knots0": [0.0, 0.39096459096459096, 0.4993894993894994, 1.0], "knots1": [0.0, 0.43101343101343104, 0.8896214896214896, 1.0]}, {"frames": [244, 245], "aligned": false, "reason": "large position jump", "common_tracks": [178, 174], "knots0": [0.0, 0.43101343101343104, 0.8896214896214896, 1.0], "knots1": [0.0, 0.43272283272283274, 0.6358974358974359, 1.0]}, {"frames": [245, 246], "aligned": true, "reason": "aligned", "common_tracks": [178], "knots0": [0.0, 0.43272283272283274, 1.0], "knots1": [0.0, 0.4083028083028083, 1.0]}, {"frames": [246, 247], "aligned": true, "reason": "aligned", "common_tracks": [180, 178], "knots0": [0.0, 0.18632478632478633, 0.4083028083028083, 1.0], "knots1": [0.0, 0.12136752136752137, 0.36605616605616603, 1.0]}, {"frames": [247, 248], "aligned": false, "reason": "large position jump", "common_tracks": [180, 178], "knots0": [0.0, 0.12136752136752137, 0.36605616605616603, 1.0], "knots1": [0.0, 0.35995115995115995, 0.4402930402930403, 1.0]}, {"frames": [248, 249], "aligned": true, "reason": "aligned", "common_tracks": [180, 178], "knots0": [0.0, 0.35995115995115995, 0.4402930402930403, 1.0], "knots1": [0.0, 0.1907203907203907, 0.42466422466422465, 1.0]}, {"frames": [249, 250], "aligned": true, "reason": "aligned", "common_tracks": [180, 178], "knots0": [0.0, 0.1907203907203907, 0.42466422466422465, 1.0], "knots1": [0.0, 0.12967032967032968, 0.42002442002442003, 1.0]}, {"frames": [250, 251], "aligned": false, "reason": "large position jump", "common_tracks": [180, 178], "knots0": [0.0, 0.12967032967032968, 0.42002442002442003, 1.0], "knots1": [0.0, 0.398046398046398, 0.4507936507936508, 1.0]}, {"frames": [251, 252], "aligned": false, "reason": "large position jump", "common_tracks": [180, 178], "knots0": [0.0, 0.398046398046398, 0.4507936507936508, 1.0], "knots1": [0.0, 0.1452991452991453, 0.4324786324786325, 1.0]}, {"frames": [252, 253], "aligned": true, "reason": "aligned", "common_tracks": [180], "knots0": [0.0, 0.1452991452991453, 1.0], "knots1": [0.0, 0.14334554334554334, 1.0]}, {"frames": [253, 254], "aligned": false, "reason": "large position jump", "common_tracks": [180], "knots0": [0.0, 0.14334554334554334, 1.0], "knots1": [0.0, 0.42417582417582417, 1.0]}, {"frames": [254, 255], "aligned": false, "reason": "large position jump", "common_tracks": [180], "knots0": [0.0, 0.42417582417582417, 1.0], "knots1": [0.0, 0.18974358974358974, 1.0]}, {"frames": [255, 256], "aligned": true, "reason": "aligned", "common_tracks": [180, 184], "knots0": [0.0, 0.18974358974358974, 0.9421245421245421, 1.0], "knots1": [0.0, 0.38290598290598293, 0.8705738705738706, 1.0]}, {"frames": [256, 257], "aligned": true, "reason": "aligned", "common_tracks": [180], "knots0": [0.0, 0.38290598290598293, 1.0], "knots1": [0.0, 0.3904761904761905, 1.0]}, {"frames": [257, 258], "aligned": false, "reason": "large position jump", "common_tracks": [180], "knots0": [0.0, 0.3904761904761905, 1.0], "knots1": [0.0, 0.11013431013431013, 1.0]}, {"frames": [258, 259], "aligned": false, "reason": "large position jump", "common_tracks": [180], "knots0": [0.0, 0.11013431013431013, 1.0], "knots1": [0.0, 0.43736263736263736, 1.0]}, {"frames": [259, 260], "aligned": true, "reason": "aligned", "common_tracks": [180], "knots0": [0.0, 0.43736263736263736, 1.0], "knots1": [0.0, 0.4202686202686203, 1.0]}, {"frames": [260, 261], "aligned": false, "reason": "large position jump", "common_tracks": [180], "knots0": [0.0, 0.4202686202686203, 1.0], "knots1": [0.0, 0.16532356532356532, 1.0]}, {"frames": [261, 262], "aligned": false, "reason": "large position jump", "common_tracks": [180], "knots0": [0.0, 0.16532356532356532, 1.0], "knots1": [0.0, 0.47326007326007324, 1.0]}, {"frames": [262, 263], "aligned": false, "reason": "large position jump", "common_tracks": [180], "knots0": [0.0, 0.47326007326007324, 1.0], "knots1": [0.0, 0.15042735042735042, 1.0]}, {"frames": [263, 264], "aligned": false, "reason": "large position jump", "common_tracks": [180], "knots0": [0.0, 0.15042735042735042, 1.0], "knots1": [0.0, 0.4249084249084249, 1.0]}, {"frames": [264, 265], "aligned": false, "reason": "large position jump", "common_tracks": [180], "knots0": [0.0, 0.4249084249084249, 1.0], "knots1": [0.0, 0.17777777777777778, 1.0]}, {"frames": [265, 266], "aligned": true, "reason": "aligned", "common_tracks": [180], "knots0": [0.0, 0.17777777777777778, 1.0], "knots1": [0.0, 0.36923076923076925, 1.0]}, {"frames": [266, 267], "aligned": true, "reason": "aligned", "common_tracks": [180], "knots0": [0.0, 0.36923076923076925, 1.0], "knots1": [0.0, 0.48644688644688644, 1.0]}, {"frames": [267, 268], "aligned": false, "reason": "crossing extrema order", "common_tracks": [180, 190], "knots0": [0.0, 0.48644688644688644, 0.6537240537240537, 1.0], "knots1": [0.0, 0.4695970695970696, 0.39829059829059826, 1.0]}, {"frames": [268, 269], "aligned": true, "reason": "aligned", "common_tracks": [190], "knots0": [0.0, 0.39829059829059826, 1.0], "knots1": [0.0, 0.4117216117216117, 1.0]}, {"frames": [269, 270], "aligned": true, "reason": "aligned", "common_tracks": [190], "knots0": [0.0, 0.4117216117216117, 1.0], "knots1": [0.0, 0.3768009768009768, 1.0]}, {"frames": [270, 271], "aligned": false, "reason": "crossing extrema order", "common_tracks": [190, 193], "knots0": [0.0, 0.3768009768009768, 0.4891330891330891, 1.0], "knots1": [0.0, 0.47545787545787543, 0.3487179487179487, 1.0]}, {"frames": [271, 272], "aligned": true, "reason": "aligned", "common_tracks": [193, 190], "knots0": [0.0, 0.3487179487179487, 0.47545787545787543, 1.0], "knots1": [0.0, 0.3609279609279609, 0.5587301587301587, 1.0]}, {"frames": [272, 273], "aligned": false, "reason": "crossing extrema order", "common_tracks": [193, 190], "knots0": [0.0, 0.3609279609279609, 0.5587301587301587, 1.0], "knots1": [0.0, 0.4617826617826618, 0.3299145299145299, 1.0]}, {"frames": [273, 274], "aligned": false, "reason": "crossing extrema order", "common_tracks": [190, 193], "knots0": [0.0, 0.3299145299145299, 0.4617826617826618, 1.0], "knots1": [0.0, 0.9037851037851038, 0.4332112332112332, 1.0]}, {"frames": [274, 275], "aligned": false, "reason": "large position jump", "common_tracks": [190], "knots0": [0.0, 0.9037851037851038, 1.0], "knots1": [0.0, 0.43174603174603177, 1.0]}, {"frames": [275, 276], "aligned": true, "reason": "aligned", "common_tracks": [190], "knots0": [0.0, 0.43174603174603177, 1.0], "knots1": [0.0, 0.36385836385836384, 1.0]}, {"frames": [276, 277], "aligned": true, "reason": "aligned", "common_tracks": [190, 195], "knots0": [0.0, 0.36385836385836384, 0.4481074481074481, 1.0], "knots1": [0.0, 0.17777777777777778, 0.41611721611721614, 1.0]}, {"frames": [277, 278], "aligned": true, "reason": "aligned", "common_tracks": [195], "knots0": [0.0, 0.41611721611721614, 1.0], "knots1": [0.0, 0.38705738705738707, 1.0]}, {"frames": [278, 279], "aligned": false, "reason": "no common extrema", "common_tracks": [], "knots0": [0.0, 1.0], "knots1": [0.0, 1.0]}, {"frames": [279, 280], "aligned": false, "reason": "crossing extrema order", "common_tracks": [198, 199], "knots0": [0.0, 0.1907203907203907, 0.41001221001221, 1.0], "knots1": [0.0, 0.4717948717948718, 0.3824175824175824, 1.0]}, {"frames": [280, 281], "aligned": true, "reason": "aligned", "common_tracks": [198], "knots0": [0.0, 0.4717948717948718, 1.0], "knots1": [0.0, 0.4087912087912088, 1.0]}, {"frames": [281, 282], "aligned": true, "reason": "aligned", "common_tracks": [198], "knots0": [0.0, 0.4087912087912088, 1.0], "knots1": [0.0, 0.38705738705738707, 1.0]}, {"frames": [282, 283], "aligned": false, "reason": "large position jump", "common_tracks": [198], "knots0": [0.0, 0.38705738705738707, 1.0], "knots1": [0.0, 0.18632478632478633, 1.0]}, {"frames": [283, 284], "aligned": true, "reason": "aligned", "common_tracks": [198], "knots0": [0.0, 0.18632478632478633, 1.0], "knots1": [0.0, 0.315018315018315, 1.0]}, {"frames": [284, 285], "aligned": true, "reason": "aligned", "common_tracks": [198], "knots0": [0.0, 0.315018315018315, 1.0], "knots1": [0.0, 0.4039072039072039, 1.0]}, {"frames": [285, 286], "aligned": true, "reason": "aligned", "common_tracks": [198], "knots0": [0.0, 0.4039072039072039, 1.0], "knots1": [0.0, 0.38705738705738707, 1.0]}, {"frames": [286, 287], "aligned": true, "reason": "aligned", "common_tracks": [198], "knots0": [0.0, 0.38705738705738707, 1.0], "knots1": [0.0, 0.4070818070818071, 1.0]}, {"frames": [287, 288], "aligned": true, "reason": "aligned", "common_tracks": [198], "knots0": [0.0, 0.4070818070818071, 1.0], "knots1": [0.0, 0.3992673992673993, 1.0]}, {"frames": [288, 289], "aligned": true, "reason": "aligned", "common_tracks": [198], "knots0": [0.0, 0.3992673992673993, 1.0], "knots1": [0.0, 0.41562881562881565, 1.0]}, {"frames": [289, 290], "aligned": true, "reason": "aligned", "common_tracks": [198], "knots0": [0.0, 0.41562881562881565, 1.0], "knots1": [0.0, 0.4117216117216117, 1.0]}, {"frames": [290, 291], "aligned": false, "reason": "large position jump", "common_tracks": [198], "knots0": [0.0, 0.4117216117216117, 1.0], "knots1": [0.0, 0.19829059829059828, 1.0]}, {"frames": [291, 292], "aligned": false, "reason": "crossing extrema order", "common_tracks": [198, 202], "knots0": [0.0, 0.19829059829059828, 0.41318681318681316, 1.0], "knots1": [0.0, 0.7929181929181929, 0.4053724053724054, 1.0]}, {"frames": [292, 293], "aligned": true, "reason": "aligned", "common_tracks": [202, 198], "knots0": [0.0, 0.4053724053724054, 0.7929181929181929, 1.0], "knots1": [0.0, 0.4405372405372405, 0.7333333333333333, 1.0]}, {"frames": [293, 294], "aligned": false, "reason": "large position jump", "common_tracks": [198], "knots0": [0.0, 0.7333333333333333, 1.0], "knots1": [0.0, 0.4166056166056166, 1.0]}, {"frames": [294, 295], "aligned": false, "reason": "large position jump", "common_tracks": [198], "knots0": [0.0, 0.4166056166056166, 1.0], "knots1": [0.0, 0.9115995115995116, 1.0]}, {"frames": [295, 296], "aligned": false, "reason": "large position jump", "common_tracks": [204, 198], "knots0": [0.0, 0.4078144078144078, 0.9115995115995116, 1.0], "knots1": [0.0, 0.39096459096459096, 0.5987789987789988, 1.0]}, {"frames": [296, 297], "aligned": false, "reason": "crossing extrema order", "common_tracks": [204, 198], "knots0": [0.0, 0.39096459096459096, 0.5987789987789988, 1.0], "knots1": [0.0, 0.421978021978022, 0.06153846153846154, 1.0]}, {"frames": [297, 298], "aligned": false, "reason": "crossing extrema order", "common_tracks": [198, 204], "knots0": [0.0, 0.06153846153846154, 0.421978021978022, 1.0], "knots1": [0.0, 0.5457875457875457, 0.38632478632478634, 1.0]}, {"frames": [298, 299], "aligned": true, "reason": "aligned", "common_tracks": [198], "knots0": [0.0, 0.5457875457875457, 1.0], "knots1": [0.0, 0.41733821733821735, 1.0]}, {"frames": [299, 300], "aligned": true, "reason": "aligned", "common_tracks": [198], "knots0": [0.0, 0.41733821733821735, 1.0], "knots1": [0.0, 0.4288156288156288, 1.0]}, {"frames": [300, 301], "aligned": true, "reason": "aligned", "common_tracks": [198], "knots0": [0.0, 0.4288156288156288, 1.0], "knots1": [0.0, 0.38632478632478634, 1.0]}, {"frames": [301, 302], "aligned": false, "reason": "large position jump", "common_tracks": [198], "knots0": [0.0, 0.38632478632478634, 1.0], "knots1": [0.0, 0.8783882783882784, 1.0]}, {"frames": [302, 303], "aligned": true, "reason": "aligned", "common_tracks": [206, 198], "knots0": [0.0, 0.44932844932844934, 0.8783882783882784, 1.0], "knots1": [0.0, 0.45738705738705737, 0.9142857142857143, 1.0]}, {"frames": [303, 304], "aligned": true, "reason": "aligned", "common_tracks": [206, 198], "knots0": [0.0, 0.45738705738705737, 0.9142857142857143, 1.0], "knots1": [0.0, 0.4153846153846154, 0.9076923076923077, 1.0]}, {"frames": [304, 305], "aligned": true, "reason": "aligned", "common_tracks": [206, 198], "knots0": [0.0, 0.4153846153846154, 0.9076923076923077, 1.0], "knots1": [0.0, 0.4485958485958486, 0.8874236874236874, 1.0]}, {"frames": [305, 306], "aligned": false, "reason": "large position jump", "common_tracks": [206, 198], "knots0": [0.0, 0.4485958485958486, 0.8874236874236874, 1.0], "knots1": [0.0, 0.3831501831501832, 0.5816849816849817, 1.0]}, {"frames": [306, 307], "aligned": true, "reason": "aligned", "common_tracks": [206, 198], "knots0": [0.0, 0.3831501831501832, 0.5816849816849817, 1.0], "knots1": [0.0, 0.38754578754578756, 0.5934065934065934, 1.0]}, {"frames": [307, 308], "aligned": false, "reason": "crossing extrema order", "common_tracks": [206, 198], "knots0": [0.0, 0.38754578754578756, 0.5934065934065934, 1.0], "knots1": [0.0, 0.3824175824175824, 0.16825396825396827, 1.0]}, {"frames": [308, 309], "aligned": true, "reason": "aligned", "common_tracks": [198, 206, 209, 210], "knots0": [0.0, 0.16825396825396827, 0.3824175824175824, 0.5804639804639805, 0.8666666666666667, 1.0], "knots1": [0.0, 0.1921855921855922, 0.39951159951159954, 0.5675213675213675, 0.8793650793650793, 1.0]}, {"frames": [309, 310], "aligned": true, "reason": "aligned", "common_tracks": [198, 206, 210], "knots0": [0.0, 0.1921855921855922, 0.39951159951159954, 0.8793650793650793, 1.0], "knots1": [0.0, 0.17387057387057386, 0.3746031746031746, 0.8881562881562881, 1.0]}, {"frames": [310, 311], "aligned": true, "reason": "aligned", "common_tracks": [198, 206, 210], "knots0": [0.0, 0.17387057387057386, 0.3746031746031746, 0.8881562881562881, 1.0], "knots1": [0.0, 0.23101343101343103, 0.3750915750915751, 0.9062271062271062, 1.0]}, {"frames": [311, 312], "aligned": true, "reason": "aligned", "common_tracks": [198, 206, 210], "knots0": [0.0, 0.23101343101343103, 0.3750915750915751, 0.9062271062271062, 1.0], "knots1": [0.0, 0.23174603174603176, 0.4332112332112332, 0.8625152625152626, 1.0]}, {"frames": [312, 313], "aligned": false, "reason": "crossing extrema order", "common_tracks": [198, 206], "knots0": [0.0, 0.23174603174603176, 0.4332112332112332, 1.0], "knots1": [0.0, 0.4586080586080586, 0.3741147741147741, 1.0]}, {"frames": [313, 314], "aligned": true, "reason": "aligned", "common_tracks": [198], "knots0": [0.0, 0.4586080586080586, 1.0], "knots1": [0.0, 0.2993894993894994, 1.0]}, {"frames": [314, 315], "aligned": false, "reason": "large position jump", "common_tracks": [198], "knots0": [0.0, 0.2993894993894994, 1.0], "knots1": [0.0, 0.5982905982905983, 1.0]}, {"frames": [315, 316], "aligned": true, "reason": "aligned", "common_tracks": [214, 198, 216], "knots0": [0.0, 0.3772893772893773, 0.5982905982905983, 0.8964590964590965, 1.0], "knots1": [0.0, 0.39487179487179486, 0.5203907203907204, 0.85006105006105, 1.0]}, {"frames": [316, 317], "aligned": false, "reason": "crossing extrema order", "common_tracks": [214, 198, 216], "knots0": [0.0, 0.39487179487179486, 0.5203907203907204, 0.85006105006105, 1.0], "knots1": [0.0, 0.3120879120879121, 0.16141636141636143, 0.8373626373626374, 1.0]}, {"frames": [317, 318], "aligned": false, "reason": "no common extrema", "common_tracks": [], "knots0": [0.0, 1.0], "knots1": [0.0, 1.0]}, {"frames": [318, 319], "aligned": false, "reason": "no common extrema", "common_tracks": [], "knots0": [0.0, 1.0], "knots1": [0.0, 1.0]}, {"frames": [319, 320], "aligned": true, "reason": "aligned", "common_tracks": [220, 221], "knots0": [0.0, 0.41196581196581195, 0.7047619047619048, 1.0], "knots1": [0.0, 0.42002442002442003, 0.8881562881562881, 1.0]}, {"frames": [320, 321], "aligned": true, "reason": "aligned", "common_tracks": [220, 221], "knots0": [0.0, 0.42002442002442003, 0.8881562881562881, 1.0], "knots1": [0.0, 0.3992673992673993, 0.8791208791208791, 1.0]}, {"frames": [321, 322], "aligned": false, "reason": "large position jump", "common_tracks": [221], "knots0": [0.0, 0.8791208791208791, 1.0], "knots1": [0.0, 0.3716727716727717, 1.0]}, {"frames": [322, 323], "aligned": true, "reason": "aligned", "common_tracks": [221], "knots0": [0.0, 0.3716727716727717, 1.0], "knots1": [0.0, 0.4442002442002442, 1.0]}, {"frames": [323, 324], "aligned": false, "reason": "large position jump", "common_tracks": [221], "knots0": [0.0, 0.4442002442002442, 1.0], "knots1": [0.0, 0.683028083028083, 1.0]}, {"frames": [324, 325], "aligned": true, "reason": "aligned", "common_tracks": [222, 221], "knots0": [0.0, 0.44517704517704515, 0.683028083028083, 1.0], "knots1": [0.0, 0.4495726495726496, 0.8417582417582418, 1.0]}, {"frames": [325, 326], "aligned": true, "reason": "aligned", "common_tracks": [222, 221], "knots0": [0.0, 0.4495726495726496, 0.8417582417582418, 1.0], "knots1": [0.0, 0.4288156288156288, 0.8178266178266178, 1.0]}, {"frames": [326, 327], "aligned": true, "reason": "aligned", "common_tracks": [222, 224], "knots0": [0.0, 0.4288156288156288, 0.8380952380952381, 1.0], "knots1": [0.0, 0.44932844932844934, 0.8166056166056166, 1.0]}, {"frames": [327, 328], "aligned": true, "reason": "aligned", "common_tracks": [225, 222, 224], "knots0": [0.0, 0.17606837606837608, 0.44932844932844934, 0.8166056166056166, 1.0], "knots1": [0.0, 0.1597069597069597, 0.41147741147741146, 0.7956043956043956, 1.0]}, {"frames": [328, 329], "aligned": true, "reason": "aligned", "common_tracks": [225, 222], "knots0": [0.0, 0.1597069597069597, 0.41147741147741146, 1.0], "knots1": [0.0, 0.1413919413919414, 0.41098901098901097, 1.0]}, {"frames": [329, 330], "aligned": true, "reason": "aligned", "common_tracks": [225, 222], "knots0": [0.0, 0.1413919413919414, 0.41098901098901097, 1.0], "knots1": [0.0, 0.14065934065934066, 0.3492063492063492, 1.0]}, {"frames": [330, 331], "aligned": false, "reason": "crossing extrema order", "common_tracks": [225, 222], "knots0": [0.0, 0.14065934065934066, 0.3492063492063492, 1.0], "knots1": [0.0, 0.8503052503052503, 0.3946275946275946, 1.0]}, {"frames": [331, 332], "aligned": true, "reason": "aligned", "common_tracks": [222, 225], "knots0": [0.0, 0.3946275946275946, 0.8503052503052503, 1.0], "knots1": [0.0, 0.4078144078144078, 0.8798534798534798, 1.0]}, {"frames": [332, 333], "aligned": true, "reason": "aligned", "common_tracks": [222, 225], "knots0": [0.0, 0.4078144078144078, 0.8798534798534798, 1.0], "knots1": [0.0, 0.3868131868131868, 0.8268620268620268, 1.0]}, {"frames": [333, 334], "aligned": true, "reason": "aligned", "common_tracks": [222, 225], "knots0": [0.0, 0.3868131868131868, 0.8268620268620268, 1.0], "knots1": [0.0, 0.4031746031746032, 0.9052503052503053, 1.0]}, {"frames": [334, 335], "aligned": false, "reason": "large position jump", "common_tracks": [225], "knots0": [0.0, 0.9052503052503053, 1.0], "knots1": [0.0, 0.44004884004884004, 1.0]}, {"frames": [335, 336], "aligned": false, "reason": "large position jump", "common_tracks": [225], "knots0": [0.0, 0.44004884004884004, 1.0], "knots1": [0.0, 0.8573870573870573, 1.0]}, {"frames": [336, 337], "aligned": true, "reason": "aligned", "common_tracks": [228, 225], "knots0": [0.0, 0.37777777777777777, 0.8573870573870573, 1.0], "knots1": [0.0, 0.4598290598290598, 0.8146520146520146, 1.0]}, {"frames": [337, 338], "aligned": false, "reason": "large position jump", "common_tracks": [228, 225], "knots0": [0.0, 0.4598290598290598, 0.8146520146520146, 1.0], "knots1": [0.0, 0.4158730158730159, 0.536019536019536, 1.0]}, {"frames": [338, 339], "aligned": false, "reason": "large position jump", "common_tracks": [228, 225], "knots0": [0.0, 0.4158730158730159, 0.536019536019536, 1.0], "knots1": [0.0, 0.3860805860805861, 0.8380952380952381, 1.0]}, {"frames": [339, 340], "aligned": true, "reason": "aligned", "common_tracks": [228, 225], "knots0": [0.0, 0.3860805860805861, 0.8380952380952381, 1.0], "knots1": [0.0, 0.41782661782661784, 0.8043956043956044, 1.0]}, {"frames": [340, 341], "aligned": false, "reason": "crossing extrema order", "common_tracks": [228, 225], "knots0": [0.0, 0.41782661782661784, 0.8043956043956044, 1.0], "knots1": [0.0, 0.47741147741147744, 0.1457875457875458, 1.0]}, {"frames": [341, 342], "aligned": true, "reason": "aligned", "common_tracks": [225, 228, 231], "knots0": [0.0, 0.1457875457875458, 0.47741147741147744, 0.8295482295482296, 1.0], "knots1": [0.0, 0.147008547008547, 0.3868131868131868, 0.770940170940171, 1.0]}, {"frames": [342, 343], "aligned": false, "reason": "large position jump", "common_tracks": [225], "knots0": [0.0, 0.147008547008547, 1.0], "knots1": [0.0, 0.42417582417582417, 1.0]}, {"frames": [343, 344], "aligned": true, "reason": "aligned", "common_tracks": [225, 232], "knots0": [0.0, 0.42417582417582417, 0.8261294261294261, 1.0], "knots1": [0.0, 0.4275946275946276, 0.863003663003663, 1.0]}, {"frames": [344, 345], "aligned": false, "reason": "large position jump", "common_tracks": [234, 225], "knots0": [0.0, 0.3426129426129426, 0.4275946275946276, 1.0], "knots1": [0.0, 0.3746031746031746, 0.7819291819291819, 1.0]}, {"frames": [345, 346], "aligned": true, "reason": "aligned", "common_tracks": [234, 225], "knots0": [0.0, 0.3746031746031746, 0.7819291819291819, 1.0], "knots1": [0.0, 0.4402930402930403, 0.8380952380952381, 1.0]}, {"frames": [346, 347], "aligned": true, "reason": "aligned", "common_tracks": [234, 225], "knots0": [0.0, 0.4402930402930403, 0.8380952380952381, 1.0], "knots1": [0.0, 0.4691086691086691, 0.796092796092796, 1.0]}, {"frames": [347, 348], "aligned": true, "reason": "aligned", "common_tracks": [234, 225], "knots0": [0.0, 0.4691086691086691, 0.796092796092796, 1.0], "knots1": [0.0, 0.4197802197802198, 0.8007326007326008, 1.0]}, {"frames": [348, 349], "aligned": true, "reason": "aligned", "common_tracks": [234, 225], "knots0": [0.0, 0.4197802197802198, 0.8007326007326008, 1.0], "knots1": [0.0, 0.42686202686202684, 0.851037851037851, 1.0]}, {"frames": [349, 350], "aligned": true, "reason": "aligned", "common_tracks": [234, 225], "knots0": [0.0, 0.42686202686202684, 0.851037851037851, 1.0], "knots1": [0.0, 0.41245421245421243, 0.8293040293040294, 1.0]}, {"frames": [350, 351], "aligned": false, "reason": "crossing extrema order", "common_tracks": [234, 239, 225], "knots0": [0.0, 0.41245421245421243, 0.4857142857142857, 0.8293040293040294, 1.0], "knots1": [0.0, 0.463003663003663, 0.3814407814407814, 0.7760683760683761, 1.0]}, {"frames": [351, 352], "aligned": true, "reason": "aligned", "common_tracks": [234], "knots0": [0.0, 0.463003663003663, 1.0], "knots1": [0.0, 0.4148962148962149, 1.0]}, {"frames": [352, 353], "aligned": true, "reason": "aligned", "common_tracks": [234], "knots0": [0.0, 0.4148962148962149, 1.0], "knots1": [0.0, 0.38290598290598293, 1.0]}, {"frames": [353, 354], "aligned": true, "reason": "aligned", "common_tracks": [234], "knots0": [0.0, 0.38290598290598293, 1.0], "knots1": [0.0, 0.5357753357753358, 1.0]}, {"frames": [354, 355], "aligned": false, "reason": "crossing extrema order", "common_tracks": [240, 234, 241], "knots0": [0.0, 0.24322344322344322, 0.5357753357753358, 0.8131868131868132, 1.0], "knots1": [0.0, 0.4525030525030525, 0.19047619047619047, 0.8173382173382173, 1.0]}, {"frames": [355, 356], "aligned": false, "reason": "large position jump", "common_tracks": [234, 241], "knots0": [0.0, 0.19047619047619047, 0.8173382173382173, 1.0], "knots1": [0.0, 0.44297924297924296, 0.7540903540903541, 1.0]}, {"frames": [356, 357], "aligned": true, "reason": "aligned", "common_tracks": [234, 241], "knots0": [0.0, 0.44297924297924296, 0.7540903540903541, 1.0], "knots1": [0.0, 0.40244200244200246, 0.757997557997558, 1.0]}, {"frames": [357, 358], "aligned": true, "reason": "aligned", "common_tracks": [234], "knots0": [0.0, 0.40244200244200246, 1.0], "knots1": [0.0, 0.40463980463980465, 1.0]}, {"frames": [358, 359], "aligned": true, "reason": "aligned", "common_tracks": [234], "knots0": [0.0, 0.40463980463980465, 1.0], "knots1": [0.0, 0.40634920634920635, 1.0]}, {"frames": [359, 360], "aligned": false, "reason": "large position jump", "common_tracks": [234], "knots0": [0.0, 0.40634920634920635, 1.0], "knots1": [0.0, 0.19462759462759463, 1.0]}, {"frames": [360, 361], "aligned": true, "reason": "aligned", "common_tracks": [234, 248], "knots0": [0.0, 0.19462759462759463, 0.4363858363858364, 1.0], "knots1": [0.0, 0.1557997557997558, 0.3653235653235653, 1.0]}, {"frames": [361, 362], "aligned": false, "reason": "crossing extrema order", "common_tracks": [234, 248], "knots0": [0.0, 0.1557997557997558, 0.3653235653235653, 1.0], "knots1": [0.0, 0.5426129426129426, 0.3533577533577534, 1.0]}, {"frames": [362, 363], "aligned": true, "reason": "aligned", "common_tracks": [248, 234], "knots0": [0.0, 0.3533577533577534, 0.5426129426129426, 1.0], "knots1": [0.0, 0.3609279609279609, 0.45396825396825397, 1.0]}, {"frames": [363, 364], "aligned": false, "reason": "crossing extrema order", "common_tracks": [248, 234, 252], "knots0": [0.0, 0.3609279609279609, 0.45396825396825397, 0.8046398046398047, 1.0], "knots1": [0.0, 0.36996336996337, 0.09474969474969475, 0.8295482295482296, 1.0]}, {"frames": [364, 365], "aligned": false, "reason": "large position jump", "common_tracks": [234, 248, 252], "knots0": [0.0, 0.09474969474969475, 0.36996336996337, 0.8295482295482296, 1.0], "knots1": [0.0, 0.3785103785103785, 0.4788766788766789, 0.841025641025641, 1.0]}], "scope": "Intermediate columns are display reconstruction, not observations or new RG-MTM layout/optimization results. Scientific metrics use original saved frames."}}, "palette": "user-authorized pollution sequence (concentration, not AQI)"}, "ring": {"maps": "/Users/lele/Desktop/MergeTreeMaps/RG-MTM/paper/evidence/oldbase20261023/ring_frozen_maps.npz", "maps_sha256": "29e9ff82b58a932d075bb7fe11937733a699c99b87ed0012ec45fe33d18e3f6c", "landmarks": "/Users/lele/Desktop/MergeTreeMaps/RG-MTM/code/results/public_metrics_20261016/ring_landmarks.npz", "landmarks_sha256": "1b561763f52c6ef1274a15cee82d1015ef2227d3aa69a0ad1b343163ab924ba2", "frames": 40, "display": {"TMTM": {"method": "anchor-aligned piecewise linear display reconstruction", "display_samples_per_frame": 15, "original_frames_exact": true, "original_rows": 196, "no_scalar_overshoot": true, "aligned_intervals": 25, "interval_count": 39, "fallback_intervals": [[15, 16], [16, 17], [17, 18], [19, 20], [20, 21], [22, 23], [23, 24], [24, 25], [29, 30], [30, 31], [34, 35], [36, 37], [37, 38], [38, 39]], "jump_threshold_L": 0.2, "intervals": [{"frames": [0, 1], "aligned": true, "reason": "aligned", "common_tracks": [0], "knots0": [0.0, 0.5025641025641026, 1.0], "knots1": [0.0, 0.5025641025641026, 1.0]}, {"frames": [1, 2], "aligned": true, "reason": "aligned", "common_tracks": [0], "knots0": [0.0, 0.5025641025641026, 1.0], "knots1": [0.0, 0.5025641025641026, 1.0]}, {"frames": [2, 3], "aligned": true, "reason": "aligned", "common_tracks": [0], "knots0": [0.0, 0.5025641025641026, 1.0], "knots1": [0.0, 0.5025641025641026, 1.0]}, {"frames": [3, 4], "aligned": true, "reason": "aligned", "common_tracks": [0], "knots0": [0.0, 0.5025641025641026, 1.0], "knots1": [0.0, 0.5025641025641026, 1.0]}, {"frames": [4, 5], "aligned": true, "reason": "aligned", "common_tracks": [0], "knots0": [0.0, 0.5025641025641026, 1.0], "knots1": [0.0, 0.5025641025641026, 1.0]}, {"frames": [5, 6], "aligned": true, "reason": "aligned", "common_tracks": [0], "knots0": [0.0, 0.5025641025641026, 1.0], "knots1": [0.0, 0.5025641025641026, 1.0]}, {"frames": [6, 7], "aligned": true, "reason": "aligned", "common_tracks": [0], "knots0": [0.0, 0.5025641025641026, 1.0], "knots1": [0.0, 0.5025641025641026, 1.0]}, {"frames": [7, 8], "aligned": true, "reason": "aligned", "common_tracks": [0], "knots0": [0.0, 0.5025641025641026, 1.0], "knots1": [0.0, 0.49230769230769234, 1.0]}, {"frames": [8, 9], "aligned": true, "reason": "aligned", "common_tracks": [0, 1], "knots0": [0.0, 0.49230769230769234, 0.5076923076923077, 1.0], "knots1": [0.0, 0.49230769230769234, 0.5128205128205128, 1.0]}, {"frames": [9, 10], "aligned": true, "reason": "aligned", "common_tracks": [0, 1], "knots0": [0.0, 0.49230769230769234, 0.5128205128205128, 1.0], "knots1": [0.0, 0.48717948717948717, 0.5128205128205128, 1.0]}, {"frames": [10, 11], "aligned": true, "reason": "aligned", "common_tracks": [0, 1], "knots0": [0.0, 0.48717948717948717, 0.5128205128205128, 1.0], "knots1": [0.0, 0.48205128205128206, 0.5128205128205128, 1.0]}, {"frames": [11, 12], "aligned": true, "reason": "aligned", "common_tracks": [2, 1], "knots0": [0.0, 0.49230769230769234, 0.5128205128205128, 1.0], "knots1": [0.0, 0.48717948717948717, 0.5076923076923077, 1.0]}, {"frames": [12, 13], "aligned": true, "reason": "aligned", "common_tracks": [2, 1], "knots0": [0.0, 0.48717948717948717, 0.5076923076923077, 1.0], "knots1": [0.0, 0.48717948717948717, 0.5076923076923077, 1.0]}, {"frames": [13, 14], "aligned": true, "reason": "aligned", "common_tracks": [2, 1], "knots0": [0.0, 0.48717948717948717, 0.5076923076923077, 1.0], "knots1": [0.0, 0.48205128205128206, 0.5128205128205128, 1.0]}, {"frames": [14, 15], "aligned": true, "reason": "aligned", "common_tracks": [2, 3, 1], "knots0": [0.0, 0.48205128205128206, 0.49230769230769234, 0.5128205128205128, 1.0], "knots1": [0.0, 0.47692307692307695, 0.49230769230769234, 0.5128205128205128, 1.0]}, {"frames": [15, 16], "aligned": false, "reason": "crossing extrema order", "common_tracks": [2, 3, 5, 1, 4], "knots0": [0.0, 0.47692307692307695, 0.49230769230769234, 0.5025641025641026, 0.5128205128205128, 0.5230769230769231, 1.0], "knots1": [0.0, 0.47692307692307695, 0.49230769230769234, 0.5282051282051282, 0.5076923076923077, 0.517948717948718, 1.0]}, {"frames": [16, 17], "aligned": false, "reason": "crossing extrema order", "common_tracks": [2, 3, 1, 4], "knots0": [0.0, 0.47692307692307695, 0.49230769230769234, 0.5076923076923077, 0.517948717948718, 1.0], "knots1": [0.0, 0.48205128205128206, 0.4666666666666667, 0.5025641025641026, 0.5230769230769231, 1.0]}, {"frames": [17, 18], "aligned": false, "reason": "crossing extrema order", "common_tracks": [3, 2, 4], "knots0": [0.0, 0.4666666666666667, 0.48205128205128206, 0.5230769230769231, 1.0], "knots1": [0.0, 0.5076923076923077, 0.48205128205128206, 0.5230769230769231, 1.0]}, {"frames": [18, 19], "aligned": true, "reason": "aligned", "common_tracks": [6, 2, 4], "knots0": [0.0, 0.46153846153846156, 0.48205128205128206, 0.5230769230769231, 1.0], "knots1": [0.0, 0.4666666666666667, 0.47692307692307695, 0.5076923076923077, 1.0]}, {"frames": [19, 20], "aligned": false, "reason": "crossing extrema order", "common_tracks": [6, 2, 8, 4, 7], "knots0": [0.0, 0.4666666666666667, 0.47692307692307695, 0.49230769230769234, 0.5076923076923077, 0.5282051282051282, 1.0], "knots1": [0.0, 0.4717948717948718, 0.48717948717948717, 0.46153846153846156, 0.5025641025641026, 0.5282051282051282, 1.0]}, {"frames": [20, 21], "aligned": false, "reason": "crossing extrema order", "common_tracks": [8, 2, 4, 9, 7], "knots0": [0.0, 0.46153846153846156, 0.48717948717948717, 0.5025641025641026, 0.517948717948718, 0.5282051282051282, 1.0], "knots1": [0.0, 0.4666666666666667, 0.48717948717948717, 0.5076923076923077, 0.5384615384615384, 0.517948717948718, 1.0]}, {"frames": [21, 22], "aligned": true, "reason": "aligned", "common_tracks": [8, 2, 4, 7, 9], "knots0": [0.0, 0.4666666666666667, 0.48717948717948717, 0.5076923076923077, 0.517948717948718, 0.5384615384615384, 1.0], "knots1": [0.0, 0.4666666666666667, 0.49743589743589745, 0.5076923076923077, 0.5230769230769231, 0.5384615384615384, 1.0]}, {"frames": [22, 23], "aligned": false, "reason": "crossing extrema order", "common_tracks": [8, 10, 2, 4, 7, 9], "knots0": [0.0, 0.4666666666666667, 0.47692307692307695, 0.49743589743589745, 0.5076923076923077, 0.5230769230769231, 0.5384615384615384, 1.0], "knots1": [0.0, 0.4717948717948718, 0.48205128205128206, 0.5025641025641026, 0.5128205128205128, 0.5282051282051282, 0.4564102564102564, 1.0]}, {"frames": [23, 24], "aligned": false, "reason": "crossing extrema order", "common_tracks": [9, 8, 10, 4, 7, 11], "knots0": [0.0, 0.4564102564102564, 0.4717948717948718, 0.48205128205128206, 0.5128205128205128, 0.5282051282051282, 0.5384615384615384, 1.0], "knots1": [0.0, 0.46153846153846156, 0.48205128205128206, 0.4717948717948718, 0.5230769230769231, 0.5076923076923077, 0.5333333333333333, 1.0]}, {"frames": [24, 25], "aligned": false, "reason": "crossing extrema order", "common_tracks": [9, 8, 7, 4, 11], "knots0": [0.0, 0.46153846153846156, 0.48205128205128206, 0.5076923076923077, 0.5230769230769231, 0.5333333333333333, 1.0], "knots1": [0.0, 0.48717948717948717, 0.4666666666666667, 0.5384615384615384, 0.5025641025641026, 0.517948717948718, 1.0]}, {"frames": [25, 26], "aligned": true, "reason": "aligned", "common_tracks": [8, 9, 4, 11, 7], "knots0": [0.0, 0.4666666666666667, 0.48717948717948717, 0.5025641025641026, 0.517948717948718, 0.5384615384615384, 1.0], "knots1": [0.0, 0.4564102564102564, 0.48205128205128206, 0.5025641025641026, 0.517948717948718, 0.5384615384615384, 1.0]}, {"frames": [26, 27], "aligned": true, "reason": "aligned", "common_tracks": [8, 12, 9, 4, 11, 7], "knots0": [0.0, 0.4564102564102564, 0.4666666666666667, 0.48205128205128206, 0.5025641025641026, 0.517948717948718, 0.5384615384615384, 1.0], "knots1": [0.0, 0.4564102564102564, 0.4666666666666667, 0.48205128205128206, 0.5025641025641026, 0.517948717948718, 0.5435897435897435, 1.0]}, {"frames": [27, 28], "aligned": true, "reason": "aligned", "common_tracks": [8, 9, 4, 11, 7], "knots0": [0.0, 0.4564102564102564, 0.48205128205128206, 0.5025641025641026, 0.517948717948718, 0.5435897435897435, 1.0], "knots1": [0.0, 0.4666666666666667, 0.48717948717948717, 0.5025641025641026, 0.517948717948718, 0.5538461538461539, 1.0]}, {"frames": [28, 29], "aligned": true, "reason": "aligned", "common_tracks": [8, 9, 4, 11, 7], "knots0": [0.0, 0.4666666666666667, 0.48717948717948717, 0.5025641025641026, 0.517948717948718, 0.5538461538461539, 1.0], "knots1": [0.0, 0.4666666666666667, 0.48717948717948717, 0.5025641025641026, 0.517948717948718, 0.558974358974359, 1.0]}, {"frames": [29, 30], "aligned": false, "reason": "crossing extrema order", "common_tracks": [8, 9, 4, 11, 7], "knots0": [0.0, 0.4666666666666667, 0.48717948717948717, 0.5025641025641026, 0.517948717948718, 0.558974358974359, 1.0], "knots1": [0.0, 0.46153846153846156, 0.5230769230769231, 0.49230769230769234, 0.5128205128205128, 0.5692307692307692, 1.0]}, {"frames": [30, 31], "aligned": false, "reason": "crossing extrema order", "common_tracks": [8, 13, 4, 11, 7], "knots0": [0.0, 0.46153846153846156, 0.4717948717948718, 0.49230769230769234, 0.5128205128205128, 0.5692307692307692, 1.0], "knots1": [0.0, 0.46153846153846156, 0.4717948717948718, 0.5076923076923077, 0.48717948717948717, 0.5794871794871795, 1.0]}, {"frames": [31, 32], "aligned": true, "reason": "aligned", "common_tracks": [8, 13, 11, 4, 14, 7], "knots0": [0.0, 0.46153846153846156, 0.4717948717948718, 0.48717948717948717, 0.5076923076923077, 0.5230769230769231, 0.5794871794871795, 1.0], "knots1": [0.0, 0.4564102564102564, 0.4717948717948718, 0.49230769230769234, 0.5076923076923077, 0.517948717948718, 0.5846153846153846, 1.0]}, {"frames": [32, 33], "aligned": true, "reason": "aligned", "common_tracks": [8, 13, 11, 4, 14, 7], "knots0": [0.0, 0.4564102564102564, 0.4717948717948718, 0.49230769230769234, 0.5076923076923077, 0.517948717948718, 0.5846153846153846, 1.0], "knots1": [0.0, 0.4564102564102564, 0.4717948717948718, 0.49743589743589745, 0.5076923076923077, 0.5230769230769231, 0.5948717948717949, 1.0]}, {"frames": [33, 34], "aligned": true, "reason": "aligned", "common_tracks": [8, 13, 11, 4, 14, 7], "knots0": [0.0, 0.4564102564102564, 0.4717948717948718, 0.49743589743589745, 0.5076923076923077, 0.5230769230769231, 0.5948717948717949, 1.0], "knots1": [0.0, 0.46153846153846156, 0.47692307692307695, 0.49230769230769234, 0.5076923076923077, 0.5230769230769231, 0.6051282051282051, 1.0]}, {"frames": [34, 35], "aligned": false, "reason": "crossing extrema order", "common_tracks": [15, 8, 13, 11, 14, 7], "knots0": [0.0, 0.4512820512820513, 0.46153846153846156, 0.47692307692307695, 0.49230769230769234, 0.5230769230769231, 0.6051282051282051, 1.0], "knots1": [0.0, 0.4666666666666667, 0.4564102564102564, 0.48205128205128206, 0.49230769230769234, 0.517948717948718, 0.6153846153846154, 1.0]}, {"frames": [35, 36], "aligned": true, "reason": "aligned", "common_tracks": [15, 13, 11, 14, 7], "knots0": [0.0, 0.4666666666666667, 0.48205128205128206, 0.49230769230769234, 0.517948717948718, 0.6153846153846154, 1.0], "knots1": [0.0, 0.46153846153846156, 0.48205128205128206, 0.49230769230769234, 0.5025641025641026, 0.6153846153846154, 1.0]}, {"frames": [36, 37], "aligned": false, "reason": "crossing extrema order", "common_tracks": [15, 13, 14, 16, 7], "knots0": [0.0, 0.46153846153846156, 0.48205128205128206, 0.5025641025641026, 0.517948717948718, 0.6153846153846154, 1.0], "knots1": [0.0, 0.47692307692307695, 0.5384615384615384, 0.5025641025641026, 0.517948717948718, 0.3641025641025641, 1.0]}, {"frames": [37, 38], "aligned": false, "reason": "crossing extrema order", "common_tracks": [7, 15, 14, 16, 13], "knots0": [0.0, 0.3641025641025641, 0.47692307692307695, 0.5025641025641026, 0.517948717948718, 0.5384615384615384, 1.0], "knots1": [0.0, 0.35384615384615387, 0.47692307692307695, 0.5333333333333333, 0.5128205128205128, 0.5025641025641026, 1.0]}, {"frames": [38, 39], "aligned": false, "reason": "crossing extrema order", "common_tracks": [7, 15, 17, 13, 16, 14], "knots0": [0.0, 0.35384615384615387, 0.47692307692307695, 0.48717948717948717, 0.5025641025641026, 0.5128205128205128, 0.5333333333333333, 1.0], "knots1": [0.0, 0.3435897435897436, 0.4717948717948718, 0.48717948717948717, 0.46153846153846156, 0.5076923076923077, 0.5333333333333333, 1.0]}], "scope": "Intermediate columns are display reconstruction, not observations or new RG-MTM layout/optimization results. Scientific metrics use original saved frames."}, "ST-MTM": {"method": "anchor-aligned piecewise linear display reconstruction", "display_samples_per_frame": 15, "original_frames_exact": true, "original_rows": 196, "no_scalar_overshoot": true, "aligned_intervals": 35, "interval_count": 39, "fallback_intervals": [[16, 17], [17, 18], [18, 19], [21, 22]], "jump_threshold_L": 0.2, "intervals": [{"frames": [0, 1], "aligned": true, "reason": "aligned", "common_tracks": [0], "knots0": [0.0, 0.4, 1.0], "knots1": [0.0, 0.4, 1.0]}, {"frames": [1, 2], "aligned": true, "reason": "aligned", "common_tracks": [0], "knots0": [0.0, 0.4, 1.0], "knots1": [0.0, 0.4, 1.0]}, {"frames": [2, 3], "aligned": true, "reason": "aligned", "common_tracks": [0], "knots0": [0.0, 0.4, 1.0], "knots1": [0.0, 0.4, 1.0]}, {"frames": [3, 4], "aligned": true, "reason": "aligned", "common_tracks": [0], "knots0": [0.0, 0.4, 1.0], "knots1": [0.0, 0.4, 1.0]}, {"frames": [4, 5], "aligned": true, "reason": "aligned", "common_tracks": [0], "knots0": [0.0, 0.4, 1.0], "knots1": [0.0, 0.4, 1.0]}, {"frames": [5, 6], "aligned": true, "reason": "aligned", "common_tracks": [0], "knots0": [0.0, 0.4, 1.0], "knots1": [0.0, 0.4, 1.0]}, {"frames": [6, 7], "aligned": true, "reason": "aligned", "common_tracks": [0], "knots0": [0.0, 0.4, 1.0], "knots1": [0.0, 0.4, 1.0]}, {"frames": [7, 8], "aligned": true, "reason": "aligned", "common_tracks": [0], "knots0": [0.0, 0.4, 1.0], "knots1": [0.0, 0.4, 1.0]}, {"frames": [8, 9], "aligned": true, "reason": "aligned", "common_tracks": [0, 1], "knots0": [0.0, 0.4, 0.49743589743589745, 1.0], "knots1": [0.0, 0.40512820512820513, 0.49230769230769234, 1.0]}, {"frames": [9, 10], "aligned": true, "reason": "aligned", "common_tracks": [0, 1], "knots0": [0.0, 0.40512820512820513, 0.49230769230769234, 1.0], "knots1": [0.0, 0.40512820512820513, 0.49743589743589745, 1.0]}, {"frames": [10, 11], "aligned": true, "reason": "aligned", "common_tracks": [0, 1], "knots0": [0.0, 0.40512820512820513, 0.49743589743589745, 1.0], "knots1": [0.0, 0.4153846153846154, 0.48205128205128206, 1.0]}, {"frames": [11, 12], "aligned": true, "reason": "aligned", "common_tracks": [2, 1], "knots0": [0.0, 0.3435897435897436, 0.48205128205128206, 1.0], "knots1": [0.0, 0.3487179487179487, 0.47692307692307695, 1.0]}, {"frames": [12, 13], "aligned": true, "reason": "aligned", "common_tracks": [2, 1], "knots0": [0.0, 0.3487179487179487, 0.47692307692307695, 1.0], "knots1": [0.0, 0.3487179487179487, 0.47692307692307695, 1.0]}, {"frames": [13, 14], "aligned": true, "reason": "aligned", "common_tracks": [2, 1], "knots0": [0.0, 0.3487179487179487, 0.47692307692307695, 1.0], "knots1": [0.0, 0.3333333333333333, 0.49230769230769234, 1.0]}, {"frames": [14, 15], "aligned": true, "reason": "aligned", "common_tracks": [2, 3, 1], "knots0": [0.0, 0.3333333333333333, 0.38974358974358975, 0.49230769230769234, 1.0], "knots1": [0.0, 0.3128205128205128, 0.37948717948717947, 0.5282051282051282, 1.0]}, {"frames": [15, 16], "aligned": true, "reason": "aligned", "common_tracks": [2, 3, 5, 4, 1], "knots0": [0.0, 0.3128205128205128, 0.37948717948717947, 0.4153846153846154, 0.48717948717948717, 0.5282051282051282, 1.0], "knots1": [0.0, 0.3076923076923077, 0.37435897435897436, 0.4153846153846154, 0.48717948717948717, 0.5333333333333333, 1.0]}, {"frames": [16, 17], "aligned": false, "reason": "crossing extrema order", "common_tracks": [2, 3, 4, 1], "knots0": [0.0, 0.3076923076923077, 0.37435897435897436, 0.48717948717948717, 0.5333333333333333, 1.0], "knots1": [0.0, 0.36923076923076925, 0.3333333333333333, 0.517948717948718, 0.48717948717948717, 1.0]}, {"frames": [17, 18], "aligned": false, "reason": "crossing extrema order", "common_tracks": [3, 2, 4], "knots0": [0.0, 0.3333333333333333, 0.36923076923076925, 0.517948717948718, 1.0], "knots1": [0.0, 0.4, 0.30256410256410254, 0.5128205128205128, 1.0]}, {"frames": [18, 19], "aligned": false, "reason": "crossing extrema order", "common_tracks": [2, 6, 4], "knots0": [0.0, 0.30256410256410254, 0.37435897435897436, 0.5128205128205128, 1.0], "knots1": [0.0, 0.37435897435897436, 0.28205128205128205, 0.5384615384615384, 1.0]}, {"frames": [19, 20], "aligned": true, "reason": "aligned", "common_tracks": [6, 8, 2, 7, 4], "knots0": [0.0, 0.28205128205128205, 0.3076923076923077, 0.37435897435897436, 0.4717948717948718, 0.5384615384615384, 1.0], "knots1": [0.0, 0.28205128205128205, 0.3128205128205128, 0.38461538461538464, 0.46153846153846156, 0.5333333333333333, 1.0]}, {"frames": [20, 21], "aligned": true, "reason": "aligned", "common_tracks": [8, 2, 7, 4, 9], "knots0": [0.0, 0.3128205128205128, 0.38461538461538464, 0.46153846153846156, 0.5333333333333333, 0.5743589743589743, 1.0], "knots1": [0.0, 0.30256410256410254, 0.38461538461538464, 0.4512820512820513, 0.5333333333333333, 0.5948717948717949, 1.0]}, {"frames": [21, 22], "aligned": false, "reason": "crossing extrema order", "common_tracks": [8, 2, 7, 4, 9], "knots0": [0.0, 0.30256410256410254, 0.38461538461538464, 0.4512820512820513, 0.5333333333333333, 0.5948717948717949, 1.0], "knots1": [0.0, 0.5897435897435898, 0.3333333333333333, 0.3641025641025641, 0.441025641025641, 0.558974358974359, 1.0]}, {"frames": [22, 23], "aligned": true, "reason": "aligned", "common_tracks": [2, 7, 4, 9, 10, 8], "knots0": [0.0, 0.3333333333333333, 0.3641025641025641, 0.441025641025641, 0.558974358974359, 0.5794871794871795, 0.5897435897435898, 1.0], "knots1": [0.0, 0.3128205128205128, 0.3333333333333333, 0.4153846153846154, 0.5538461538461539, 0.5948717948717949, 0.6358974358974359, 1.0]}, {"frames": [23, 24], "aligned": true, "reason": "aligned", "common_tracks": [7, 4, 11, 9, 10, 8], "knots0": [0.0, 0.3333333333333333, 0.4153846153846154, 0.5128205128205128, 0.5538461538461539, 0.5948717948717949, 0.6358974358974359, 1.0], "knots1": [0.0, 0.31794871794871793, 0.38974358974358975, 0.49743589743589745, 0.558974358974359, 0.6102564102564103, 0.676923076923077, 1.0]}, {"frames": [24, 25], "aligned": true, "reason": "aligned", "common_tracks": [7, 4, 11, 9, 8], "knots0": [0.0, 0.31794871794871793, 0.38974358974358975, 0.49743589743589745, 0.558974358974359, 0.676923076923077, 1.0], "knots1": [0.0, 0.30256410256410254, 0.38461538461538464, 0.49230769230769234, 0.5794871794871795, 0.6717948717948717, 1.0]}, {"frames": [25, 26], "aligned": true, "reason": "aligned", "common_tracks": [7, 4, 11, 9, 8], "knots0": [0.0, 0.30256410256410254, 0.38461538461538464, 0.49230769230769234, 0.5794871794871795, 0.6717948717948717, 1.0], "knots1": [0.0, 0.30256410256410254, 0.37435897435897436, 0.48717948717948717, 0.5794871794871795, 0.6923076923076923, 1.0]}, {"frames": [26, 27], "aligned": true, "reason": "aligned", "common_tracks": [7, 4, 11, 9, 12, 8], "knots0": [0.0, 0.30256410256410254, 0.37435897435897436, 0.48717948717948717, 0.5794871794871795, 0.6461538461538462, 0.6923076923076923, 1.0], "knots1": [0.0, 0.30256410256410254, 0.37435897435897436, 0.48717948717948717, 0.5743589743589743, 0.6512820512820513, 0.7025641025641025, 1.0]}, {"frames": [27, 28], "aligned": true, "reason": "aligned", "common_tracks": [7, 4, 11, 9, 8], "knots0": [0.0, 0.30256410256410254, 0.37435897435897436, 0.48717948717948717, 0.5743589743589743, 0.7025641025641025, 1.0], "knots1": [0.0, 0.27692307692307694, 0.39487179487179486, 0.5128205128205128, 0.5743589743589743, 0.676923076923077, 1.0]}, {"frames": [28, 29], "aligned": true, "reason": "aligned", "common_tracks": [7, 4, 11, 9, 8], "knots0": [0.0, 0.27692307692307694, 0.39487179487179486, 0.5128205128205128, 0.5743589743589743, 0.676923076923077, 1.0], "knots1": [0.0, 0.2717948717948718, 0.4, 0.517948717948718, 0.5743589743589743, 0.6717948717948717, 1.0]}, {"frames": [29, 30], "aligned": true, "reason": "aligned", "common_tracks": [7, 4, 11, 9, 8], "knots0": [0.0, 0.2717948717948718, 0.4, 0.517948717948718, 0.5743589743589743, 0.6717948717948717, 1.0], "knots1": [0.0, 0.2717948717948718, 0.38974358974358975, 0.517948717948718, 0.5692307692307692, 0.6871794871794872, 1.0]}, {"frames": [30, 31], "aligned": true, "reason": "aligned", "common_tracks": [7, 4, 11, 13, 8], "knots0": [0.0, 0.2717948717948718, 0.38974358974358975, 0.517948717948718, 0.6256410256410256, 0.6871794871794872, 1.0], "knots1": [0.0, 0.2564102564102564, 0.37435897435897436, 0.5333333333333333, 0.6307692307692307, 0.6974358974358974, 1.0]}, {"frames": [31, 32], "aligned": true, "reason": "aligned", "common_tracks": [7, 4, 14, 11, 13, 8], "knots0": [0.0, 0.2564102564102564, 0.37435897435897436, 0.4717948717948718, 0.5333333333333333, 0.6307692307692307, 0.6974358974358974, 1.0], "knots1": [0.0, 0.2512820512820513, 0.3641025641025641, 0.46153846153846156, 0.5435897435897435, 0.6256410256410256, 0.717948717948718, 1.0]}, {"frames": [32, 33], "aligned": true, "reason": "aligned", "common_tracks": [7, 4, 14, 11, 13, 8], "knots0": [0.0, 0.2512820512820513, 0.3641025641025641, 0.46153846153846156, 0.5435897435897435, 0.6256410256410256, 0.717948717948718, 1.0], "knots1": [0.0, 0.24615384615384617, 0.35384615384615387, 0.4666666666666667, 0.5538461538461539, 0.6205128205128205, 0.717948717948718, 1.0]}, {"frames": [33, 34], "aligned": true, "reason": "aligned", "common_tracks": [7, 4, 14, 11, 13, 8], "knots0": [0.0, 0.24615384615384617, 0.35384615384615387, 0.4666666666666667, 0.5538461538461539, 0.6205128205128205, 0.717948717948718, 1.0], "knots1": [0.0, 0.2564102564102564, 0.3435897435897436, 0.46153846153846156, 0.5487179487179488, 0.6153846153846154, 0.7384615384615385, 1.0]}, {"frames": [34, 35], "aligned": true, "reason": "aligned", "common_tracks": [7, 14, 11, 13, 15, 8], "knots0": [0.0, 0.2564102564102564, 0.46153846153846156, 0.5487179487179488, 0.6153846153846154, 0.6871794871794872, 0.7384615384615385, 1.0], "knots1": [0.0, 0.27692307692307694, 0.4307692307692308, 0.5487179487179488, 0.6051282051282051, 0.6871794871794872, 0.7487179487179487, 1.0]}, {"frames": [35, 36], "aligned": true, "reason": "aligned", "common_tracks": [7, 14, 11, 13, 15], "knots0": [0.0, 0.27692307692307694, 0.4307692307692308, 0.5487179487179488, 0.6051282051282051, 0.6871794871794872, 1.0], "knots1": [0.0, 0.24615384615384617, 0.4153846153846154, 0.558974358974359, 0.6153846153846154, 0.717948717948718, 1.0]}, {"frames": [36, 37], "aligned": true, "reason": "aligned", "common_tracks": [7, 14, 16, 13, 15], "knots0": [0.0, 0.24615384615384617, 0.4153846153846154, 0.5076923076923077, 0.6153846153846154, 0.717948717948718, 1.0], "knots1": [0.0, 0.24102564102564103, 0.4153846153846154, 0.5128205128205128, 0.6102564102564103, 0.7230769230769231, 1.0]}, {"frames": [37, 38], "aligned": true, "reason": "aligned", "common_tracks": [7, 14, 16, 13, 15], "knots0": [0.0, 0.24102564102564103, 0.4153846153846154, 0.5128205128205128, 0.6102564102564103, 0.7230769230769231, 1.0], "knots1": [0.0, 0.24615384615384617, 0.39487179487179486, 0.5230769230769231, 0.6, 0.7435897435897436, 1.0]}, {"frames": [38, 39], "aligned": true, "reason": "aligned", "common_tracks": [7, 14, 16, 13, 17, 15], "knots0": [0.0, 0.24615384615384617, 0.39487179487179486, 0.5230769230769231, 0.6, 0.6820512820512821, 0.7435897435897436, 1.0], "knots1": [0.0, 0.23076923076923078, 0.36923076923076925, 0.5282051282051282, 0.6, 0.6871794871794872, 0.7692307692307693, 1.0]}], "scope": "Intermediate columns are display reconstruction, not observations or new RG-MTM layout/optimization results. Scientific metrics use original saved frames."}, "A": {"method": "anchor-aligned piecewise linear display reconstruction", "display_samples_per_frame": 15, "original_frames_exact": true, "original_rows": 784, "no_scalar_overshoot": true, "aligned_intervals": 22, "interval_count": 39, "fallback_intervals": [[11, 12], [16, 17], [17, 18], [18, 19], [19, 20], [21, 22], [22, 23], [23, 24], [24, 25], [26, 27], [27, 28], [30, 31], [31, 32], [33, 34], [34, 35], [35, 36], [37, 38]], "jump_threshold_L": 0.2, "intervals": [{"frames": [0, 1], "aligned": true, "reason": "aligned", "common_tracks": [0], "knots0": [0.0, 0.8020434227330779, 1.0], "knots1": [0.0, 0.8020434227330779, 1.0]}, {"frames": [1, 2], "aligned": true, "reason": "aligned", "common_tracks": [0], "knots0": [0.0, 0.8020434227330779, 1.0], "knots1": [0.0, 0.8020434227330779, 1.0]}, {"frames": [2, 3], "aligned": true, "reason": "aligned", "common_tracks": [0], "knots0": [0.0, 0.8020434227330779, 1.0], "knots1": [0.0, 0.8020434227330779, 1.0]}, {"frames": [3, 4], "aligned": true, "reason": "aligned", "common_tracks": [0], "knots0": [0.0, 0.8020434227330779, 1.0], "knots1": [0.0, 0.8020434227330779, 1.0]}, {"frames": [4, 5], "aligned": true, "reason": "aligned", "common_tracks": [0], "knots0": [0.0, 0.8020434227330779, 1.0], "knots1": [0.0, 0.8441890166028098, 1.0]}, {"frames": [5, 6], "aligned": true, "reason": "aligned", "common_tracks": [0], "knots0": [0.0, 0.8441890166028098, 1.0], "knots1": [0.0, 0.8441890166028098, 1.0]}, {"frames": [6, 7], "aligned": true, "reason": "aligned", "common_tracks": [0], "knots0": [0.0, 0.8441890166028098, 1.0], "knots1": [0.0, 0.8352490421455939, 1.0]}, {"frames": [7, 8], "aligned": true, "reason": "aligned", "common_tracks": [0], "knots0": [0.0, 0.8352490421455939, 1.0], "knots1": [0.0, 0.8454661558109834, 1.0]}, {"frames": [8, 9], "aligned": true, "reason": "aligned", "common_tracks": [1, 0], "knots0": [0.0, 0.7611749680715197, 0.8454661558109834, 1.0], "knots1": [0.0, 0.7739463601532567, 0.876117496807152, 1.0]}, {"frames": [9, 10], "aligned": true, "reason": "aligned", "common_tracks": [1, 0], "knots0": [0.0, 0.7739463601532567, 0.876117496807152, 1.0], "knots1": [0.0, 0.7713920817369093, 0.8786717752234994, 1.0]}, {"frames": [10, 11], "aligned": true, "reason": "aligned", "common_tracks": [1, 0], "knots0": [0.0, 0.7713920817369093, 0.8786717752234994, 1.0], "knots1": [0.0, 0.7828863346104725, 0.8837803320561941, 1.0]}, {"frames": [11, 12], "aligned": false, "reason": "crossing extrema order", "common_tracks": [1, 2], "knots0": [0.0, 0.7828863346104725, 0.7905491698595147, 1.0], "knots1": [0.0, 0.8876117496807152, 0.7624521072796935, 1.0]}, {"frames": [12, 13], "aligned": true, "reason": "aligned", "common_tracks": [2, 1], "knots0": [0.0, 0.7624521072796935, 0.8876117496807152, 1.0], "knots1": [0.0, 0.756066411238825, 0.8939974457215837, 1.0]}, {"frames": [13, 14], "aligned": true, "reason": "aligned", "common_tracks": [2, 1], "knots0": [0.0, 0.756066411238825, 0.8939974457215837, 1.0], "knots1": [0.0, 0.7943805874840357, 0.9233716475095786, 1.0]}, {"frames": [14, 15], "aligned": true, "reason": "aligned", "common_tracks": [3, 2, 1], "knots0": [0.0, 0.7266922094508301, 0.7943805874840357, 0.9233716475095786, 1.0], "knots1": [0.0, 0.7139208173690932, 0.7650063856960408, 0.9259259259259259, 1.0]}, {"frames": [15, 16], "aligned": true, "reason": "aligned", "common_tracks": [3, 2, 5, 4, 1], "knots0": [0.0, 0.7139208173690932, 0.7650063856960408, 0.7726692209450831, 0.8646232439335888, 0.9259259259259259, 1.0], "knots1": [0.0, 0.7177522349936143, 0.7931034482758621, 0.8007662835249042, 0.8697318007662835, 0.9310344827586207, 1.0]}, {"frames": [16, 17], "aligned": false, "reason": "crossing extrema order", "common_tracks": [3, 2, 4, 1], "knots0": [0.0, 0.7177522349936143, 0.7931034482758621, 0.8697318007662835, 0.9310344827586207, 1.0], "knots1": [0.0, 0.7177522349936143, 0.9067688378033205, 0.7432950191570882, 0.9284802043422733, 1.0]}, {"frames": [17, 18], "aligned": false, "reason": "crossing extrema order", "common_tracks": [3, 4, 2], "knots0": [0.0, 0.7177522349936143, 0.7432950191570882, 0.9067688378033205, 1.0], "knots1": [0.0, 0.7318007662835249, 0.7126436781609196, 0.9118773946360154, 1.0]}, {"frames": [18, 19], "aligned": false, "reason": "crossing extrema order", "common_tracks": [4, 6, 2], "knots0": [0.0, 0.7126436781609196, 0.7407407407407407, 0.9118773946360154, 1.0], "knots1": [0.0, 0.8773946360153256, 0.7088122605363985, 0.8697318007662835, 1.0]}, {"frames": [19, 20], "aligned": false, "reason": "crossing extrema order", "common_tracks": [6, 8, 2, 4, 7], "knots0": [0.0, 0.7088122605363985, 0.7969348659003831, 0.8697318007662835, 0.8773946360153256, 0.9604086845466155, 1.0], "knots1": [0.0, 0.8301404853128991, 0.8646232439335888, 0.9591315453384419, 0.789272030651341, 0.8250319284802043, 1.0]}, {"frames": [20, 21], "aligned": true, "reason": "aligned", "common_tracks": [9, 4, 7, 8, 2], "knots0": [0.0, 0.6794380587484036, 0.789272030651341, 0.8250319284802043, 0.8646232439335888, 0.9591315453384419, 1.0], "knots1": [0.0, 0.6781609195402298, 0.7854406130268199, 0.8288633461047255, 0.8365261813537676, 0.9642401021711366, 1.0]}, {"frames": [21, 22], "aligned": false, "reason": "crossing extrema order", "common_tracks": [9, 4, 7, 8, 2], "knots0": [0.0, 0.6781609195402298, 0.7854406130268199, 0.8288633461047255, 0.8365261813537676, 0.9642401021711366, 1.0], "knots1": [0.0, 0.7215836526181354, 0.8365261813537676, 0.9553001277139208, 0.7164750957854407, 0.966794380587484, 1.0]}, {"frames": [22, 23], "aligned": false, "reason": "crossing extrema order", "common_tracks": [10, 8, 9, 4, 7, 2], "knots0": [0.0, 0.669220945083014, 0.7164750957854407, 0.7215836526181354, 0.8365261813537676, 0.9553001277139208, 0.966794380587484, 1.0], "knots1": [0.0, 0.6819923371647509, 0.7266922094508301, 0.6768837803320562, 0.8952745849297573, 0.9680715197956578, 0.9731800766283525, 1.0]}, {"frames": [23, 24], "aligned": false, "reason": "crossing extrema order", "common_tracks": [9, 10, 8, 11, 4, 7], "knots0": [0.0, 0.6768837803320562, 0.6819923371647509, 0.7266922094508301, 0.7330779054916986, 0.8952745849297573, 0.9680715197956578, 1.0], "knots1": [0.0, 0.6819923371647509, 0.6641123882503193, 0.7432950191570882, 0.7496807151979565, 0.9080459770114943, 0.9782886334610472, 1.0]}, {"frames": [24, 25], "aligned": false, "reason": "crossing extrema order", "common_tracks": [9, 8, 11, 4, 7], "knots0": [0.0, 0.6819923371647509, 0.7432950191570882, 0.7496807151979565, 0.9080459770114943, 0.9782886334610472, 1.0], "knots1": [0.0, 0.7139208173690932, 0.7062579821200511, 0.7420178799489144, 0.909323116219668, 0.9987228607918263, 1.0]}, {"frames": [25, 26], "aligned": true, "reason": "aligned", "common_tracks": [8, 9, 11, 4, 7], "knots0": [0.0, 0.7062579821200511, 0.7139208173690932, 0.7420178799489144, 0.909323116219668, 0.9987228607918263, 1.0], "knots1": [0.0, 0.7062579821200511, 0.7126436781609196, 0.7432950191570882, 0.8914431673052363, 0.9987228607918263, 1.0]}, {"frames": [26, 27], "aligned": false, "reason": "crossing extrema order", "common_tracks": [12, 8, 9, 11, 4, 7], "knots0": [0.0, 0.644955300127714, 0.7062579821200511, 0.7126436781609196, 0.7432950191570882, 0.8914431673052363, 0.9987228607918263, 1.0], "knots1": [0.0, 0.6590038314176245, 0.7535121328224776, 0.6398467432950191, 0.7713920817369093, 0.8939974457215837, 0.9987228607918263, 1.0]}, {"frames": [27, 28], "aligned": false, "reason": "crossing extrema order", "common_tracks": [9, 8, 11, 4, 7], "knots0": [0.0, 0.6398467432950191, 0.7535121328224776, 0.7713920817369093, 0.8939974457215837, 0.9987228607918263, 1.0], "knots1": [0.0, 0.6590038314176245, 0.6500638569604087, 0.6832694763729247, 0.8671775223499362, 0.9987228607918263, 1.0]}, {"frames": [28, 29], "aligned": true, "reason": "aligned", "common_tracks": [8, 9, 11, 4, 7], "knots0": [0.0, 0.6500638569604087, 0.6590038314176245, 0.6832694763729247, 0.8671775223499362, 0.9987228607918263, 1.0], "knots1": [0.0, 0.6500638569604087, 0.6577266922094508, 0.6832694763729247, 0.8109833971902938, 0.9987228607918263, 1.0]}, {"frames": [29, 30], "aligned": true, "reason": "aligned", "common_tracks": [8, 9, 11, 4, 7], "knots0": [0.0, 0.6500638569604087, 0.6577266922094508, 0.6832694763729247, 0.8109833971902938, 0.9987228607918263, 1.0], "knots1": [0.0, 0.669220945083014, 0.6743295019157088, 0.6883780332056194, 0.8212005108556832, 0.9987228607918263, 1.0]}, {"frames": [30, 31], "aligned": false, "reason": "crossing extrema order", "common_tracks": [13, 8, 11, 4, 7], "knots0": [0.0, 0.6181353767560664, 0.669220945083014, 0.6883780332056194, 0.8212005108556832, 0.9987228607918263, 1.0], "knots1": [0.0, 0.6206896551724138, 0.6768837803320562, 0.6002554278416348, 0.8186462324393359, 0.9987228607918263, 1.0]}, {"frames": [31, 32], "aligned": false, "reason": "crossing extrema order", "common_tracks": [11, 13, 8, 14, 4, 7], "knots0": [0.0, 0.6002554278416348, 0.6206896551724138, 0.6768837803320562, 0.698595146871009, 0.8186462324393359, 0.9987228607918263, 1.0], "knots1": [0.0, 0.6743295019157088, 0.6079182630906769, 0.6679438058748404, 0.7126436781609196, 0.8569604086845466, 0.9987228607918263, 1.0]}, {"frames": [32, 33], "aligned": true, "reason": "aligned", "common_tracks": [13, 8, 11, 14, 4, 7], "knots0": [0.0, 0.6079182630906769, 0.6679438058748404, 0.6743295019157088, 0.7126436781609196, 0.8569604086845466, 0.9987228607918263, 1.0], "knots1": [0.0, 0.5849297573435505, 0.6679438058748404, 0.6743295019157088, 0.7075351213282248, 0.8582375478927203, 0.9987228607918263, 1.0]}, {"frames": [33, 34], "aligned": false, "reason": "crossing extrema order", "common_tracks": [13, 8, 11, 14, 4, 7], "knots0": [0.0, 0.5849297573435505, 0.6679438058748404, 0.6743295019157088, 0.7075351213282248, 0.8582375478927203, 0.9987228607918263, 1.0], "knots1": [0.0, 0.5951468710089399, 0.7062579821200511, 0.5900383141762452, 0.7139208173690932, 0.8633461047254151, 0.9987228607918263, 1.0]}, {"frames": [34, 35], "aligned": false, "reason": "crossing extrema order", "common_tracks": [11, 13, 15, 8, 14, 7], "knots0": [0.0, 0.5900383141762452, 0.5951468710089399, 0.6181353767560664, 0.7062579821200511, 0.7139208173690932, 0.9987228607918263, 1.0], "knots1": [0.0, 0.5925925925925926, 0.5823754789272031, 0.6270753512132823, 0.7241379310344828, 0.7394636015325671, 0.9987228607918263, 1.0]}, {"frames": [35, 36], "aligned": false, "reason": "crossing extrema order", "common_tracks": [13, 11, 15, 14, 7], "knots0": [0.0, 0.5823754789272031, 0.5925925925925926, 0.6270753512132823, 0.7394636015325671, 0.9987228607918263, 1.0], "knots1": [0.0, 0.6155810983397191, 0.6270753512132823, 0.6079182630906769, 0.776500638569604, 0.9987228607918263, 1.0]}, {"frames": [36, 37], "aligned": true, "reason": "aligned", "common_tracks": [15, 13, 16, 14, 7], "knots0": [0.0, 0.6079182630906769, 0.6155810983397191, 0.648786717752235, 0.776500638569604, 0.9987228607918263, 1.0], "knots1": [0.0, 0.5900383141762452, 0.598978288633461, 0.6564495530012772, 0.7777777777777778, 0.9987228607918263, 1.0]}, {"frames": [37, 38], "aligned": false, "reason": "crossing extrema order", "common_tracks": [15, 13, 16, 14, 7], "knots0": [0.0, 0.5900383141762452, 0.598978288633461, 0.6564495530012772, 0.7777777777777778, 0.9987228607918263, 1.0], "knots1": [0.0, 0.6334610472541508, 0.5542784163473818, 0.6551724137931034, 0.7854406130268199, 0.9987228607918263, 1.0]}, {"frames": [38, 39], "aligned": true, "reason": "aligned", "common_tracks": [13, 17, 15, 16, 14, 7], "knots0": [0.0, 0.5542784163473818, 0.5759897828863346, 0.6334610472541508, 0.6551724137931034, 0.7854406130268199, 0.9987228607918263, 1.0], "knots1": [0.0, 0.5440613026819924, 0.5632183908045977, 0.6130268199233716, 0.6194125159642401, 0.8212005108556832, 0.9987228607918263, 1.0]}], "scope": "Intermediate columns are display reconstruction, not observations or new RG-MTM layout/optimization results. Scientific metrics use original saved frames."}, "R 20%": {"method": "anchor-aligned piecewise linear display reconstruction", "display_samples_per_frame": 15, "original_frames_exact": true, "original_rows": 784, "no_scalar_overshoot": true, "aligned_intervals": 26, "interval_count": 39, "fallback_intervals": [[15, 16], [17, 18], [18, 19], [20, 21], [21, 22], [27, 28], [29, 30], [30, 31], [32, 33], [35, 36], [36, 37], [37, 38], [38, 39]], "jump_threshold_L": 0.2, "intervals": [{"frames": [0, 1], "aligned": true, "reason": "aligned", "common_tracks": [0], "knots0": [0.0, 0.8020434227330779, 1.0], "knots1": [0.0, 0.8020434227330779, 1.0]}, {"frames": [1, 2], "aligned": true, "reason": "aligned", "common_tracks": [0], "knots0": [0.0, 0.8020434227330779, 1.0], "knots1": [0.0, 0.8020434227330779, 1.0]}, {"frames": [2, 3], "aligned": true, "reason": "aligned", "common_tracks": [0], "knots0": [0.0, 0.8020434227330779, 1.0], "knots1": [0.0, 0.8020434227330779, 1.0]}, {"frames": [3, 4], "aligned": true, "reason": "aligned", "common_tracks": [0], "knots0": [0.0, 0.8020434227330779, 1.0], "knots1": [0.0, 0.8020434227330779, 1.0]}, {"frames": [4, 5], "aligned": true, "reason": "aligned", "common_tracks": [0], "knots0": [0.0, 0.8020434227330779, 1.0], "knots1": [0.0, 0.8441890166028098, 1.0]}, {"frames": [5, 6], "aligned": true, "reason": "aligned", "common_tracks": [0], "knots0": [0.0, 0.8441890166028098, 1.0], "knots1": [0.0, 0.8441890166028098, 1.0]}, {"frames": [6, 7], "aligned": true, "reason": "aligned", "common_tracks": [0], "knots0": [0.0, 0.8441890166028098, 1.0], "knots1": [0.0, 0.8352490421455939, 1.0]}, {"frames": [7, 8], "aligned": true, "reason": "aligned", "common_tracks": [0], "knots0": [0.0, 0.8352490421455939, 1.0], "knots1": [0.0, 0.8454661558109834, 1.0]}, {"frames": [8, 9], "aligned": true, "reason": "aligned", "common_tracks": [1, 0], "knots0": [0.0, 0.7611749680715197, 0.8454661558109834, 1.0], "knots1": [0.0, 0.7739463601532567, 0.876117496807152, 1.0]}, {"frames": [9, 10], "aligned": true, "reason": "aligned", "common_tracks": [1, 0], "knots0": [0.0, 0.7739463601532567, 0.876117496807152, 1.0], "knots1": [0.0, 0.7713920817369093, 0.8786717752234994, 1.0]}, {"frames": [10, 11], "aligned": true, "reason": "aligned", "common_tracks": [1, 0], "knots0": [0.0, 0.7713920817369093, 0.8786717752234994, 1.0], "knots1": [0.0, 0.8173690932311622, 0.8837803320561941, 1.0]}, {"frames": [11, 12], "aligned": true, "reason": "aligned", "common_tracks": [2, 1], "knots0": [0.0, 0.7522349936143039, 0.8173690932311622, 1.0], "knots1": [0.0, 0.7598978288633461, 0.8888888888888888, 1.0]}, {"frames": [12, 13], "aligned": true, "reason": "aligned", "common_tracks": [2, 1], "knots0": [0.0, 0.7598978288633461, 0.8888888888888888, 1.0], "knots1": [0.0, 0.7547892720306514, 0.8939974457215837, 1.0]}, {"frames": [13, 14], "aligned": true, "reason": "aligned", "common_tracks": [2, 1], "knots0": [0.0, 0.7547892720306514, 0.8939974457215837, 1.0], "knots1": [0.0, 0.7943805874840357, 0.9233716475095786, 1.0]}, {"frames": [14, 15], "aligned": true, "reason": "aligned", "common_tracks": [3, 2, 1], "knots0": [0.0, 0.7266922094508301, 0.7943805874840357, 0.9233716475095786, 1.0], "knots1": [0.0, 0.7177522349936143, 0.8033205619412516, 0.9259259259259259, 1.0]}, {"frames": [15, 16], "aligned": false, "reason": "crossing extrema order", "common_tracks": [3, 5, 2, 4, 1], "knots0": [0.0, 0.7177522349936143, 0.7292464878671775, 0.8033205619412516, 0.8633461047254151, 0.9259259259259259, 1.0], "knots1": [0.0, 0.7177522349936143, 0.7343550446998723, 0.879948914431673, 0.8467432950191571, 0.9310344827586207, 1.0]}, {"frames": [16, 17], "aligned": true, "reason": "aligned", "common_tracks": [3, 4, 2, 1], "knots0": [0.0, 0.7177522349936143, 0.8467432950191571, 0.879948914431673, 0.9310344827586207, 1.0], "knots1": [0.0, 0.7177522349936143, 0.7432950191570882, 0.9067688378033205, 0.9284802043422733, 1.0]}, {"frames": [17, 18], "aligned": false, "reason": "crossing extrema order", "common_tracks": [3, 4, 2], "knots0": [0.0, 0.7177522349936143, 0.7432950191570882, 0.9067688378033205, 1.0], "knots1": [0.0, 0.7318007662835249, 0.7126436781609196, 0.9118773946360154, 1.0]}, {"frames": [18, 19], "aligned": false, "reason": "crossing extrema order", "common_tracks": [4, 6, 2], "knots0": [0.0, 0.7126436781609196, 0.7407407407407407, 0.9118773946360154, 1.0], "knots1": [0.0, 0.768837803320562, 0.7100893997445722, 0.9655172413793104, 1.0]}, {"frames": [19, 20], "aligned": true, "reason": "aligned", "common_tracks": [6, 4, 8, 7, 2], "knots0": [0.0, 0.7100893997445722, 0.768837803320562, 0.8339719029374202, 0.9399744572158365, 0.9655172413793104, 1.0], "knots1": [0.0, 0.7126436781609196, 0.8122605363984674, 0.8378033205619413, 0.9399744572158365, 0.9655172413793104, 1.0]}, {"frames": [20, 21], "aligned": false, "reason": "crossing extrema order", "common_tracks": [9, 4, 8, 7, 2], "knots0": [0.0, 0.6845466155810983, 0.8122605363984674, 0.8378033205619413, 0.9399744572158365, 0.9655172413793104, 1.0], "knots1": [0.0, 0.6845466155810983, 0.8250319284802043, 0.7164750957854407, 0.933588761174968, 0.9655172413793104, 1.0]}, {"frames": [21, 22], "aligned": false, "reason": "crossing extrema order", "common_tracks": [9, 8, 4, 7, 2], "knots0": [0.0, 0.6845466155810983, 0.7164750957854407, 0.8250319284802043, 0.933588761174968, 0.9655172413793104, 1.0], "knots1": [0.0, 0.6845466155810983, 0.7445721583652618, 0.8288633461047255, 0.9731800766283525, 0.9591315453384419, 1.0]}, {"frames": [22, 23], "aligned": true, "reason": "aligned", "common_tracks": [10, 9, 8, 4, 2, 7], "knots0": [0.0, 0.6756066411238825, 0.6845466155810983, 0.7445721583652618, 0.8288633461047255, 0.9591315453384419, 0.9731800766283525, 1.0], "knots1": [0.0, 0.6756066411238825, 0.6871008939974457, 0.7586206896551724, 0.8939974457215837, 0.9642401021711366, 0.9744572158365262, 1.0]}, {"frames": [23, 24], "aligned": true, "reason": "aligned", "common_tracks": [10, 9, 11, 8, 4, 7], "knots0": [0.0, 0.6756066411238825, 0.6871008939974457, 0.7011494252873564, 0.7586206896551724, 0.8939974457215837, 0.9744572158365262, 1.0], "knots1": [0.0, 0.6756066411238825, 0.6845466155810983, 0.7049808429118773, 0.7905491698595147, 0.9054916985951469, 0.9744572158365262, 1.0]}, {"frames": [24, 25], "aligned": true, "reason": "aligned", "common_tracks": [9, 11, 8, 4, 7], "knots0": [0.0, 0.6845466155810983, 0.7049808429118773, 0.7905491698595147, 0.9054916985951469, 0.9744572158365262, 1.0], "knots1": [0.0, 0.6436781609195402, 0.6973180076628352, 0.7790549169859514, 0.9054916985951469, 0.9987228607918263, 1.0]}, {"frames": [25, 26], "aligned": true, "reason": "aligned", "common_tracks": [9, 11, 8, 4, 7], "knots0": [0.0, 0.6436781609195402, 0.6973180076628352, 0.7790549169859514, 0.9054916985951469, 0.9987228607918263, 1.0], "knots1": [0.0, 0.6398467432950191, 0.7037037037037037, 0.7816091954022989, 0.8722860791826309, 0.9987228607918263, 1.0]}, {"frames": [26, 27], "aligned": true, "reason": "aligned", "common_tracks": [9, 12, 11, 8, 4, 7], "knots0": [0.0, 0.6398467432950191, 0.665389527458493, 0.7037037037037037, 0.7816091954022989, 0.8722860791826309, 0.9987228607918263, 1.0], "knots1": [0.0, 0.6398467432950191, 0.665389527458493, 0.7343550446998723, 0.7854406130268199, 0.8722860791826309, 0.9987228607918263, 1.0]}, {"frames": [27, 28], "aligned": false, "reason": "crossing extrema order", "common_tracks": [9, 11, 8, 4, 7], "knots0": [0.0, 0.6398467432950191, 0.7343550446998723, 0.7854406130268199, 0.8722860791826309, 0.9987228607918263, 1.0], "knots1": [0.0, 0.6590038314176245, 0.6832694763729247, 0.6500638569604087, 0.8646232439335888, 0.9987228607918263, 1.0]}, {"frames": [28, 29], "aligned": true, "reason": "aligned", "common_tracks": [8, 9, 11, 4, 7], "knots0": [0.0, 0.6500638569604087, 0.6590038314176245, 0.6832694763729247, 0.8646232439335888, 0.9987228607918263, 1.0], "knots1": [0.0, 0.6500638569604087, 0.6577266922094508, 0.6832694763729247, 0.8109833971902938, 0.9987228607918263, 1.0]}, {"frames": [29, 30], "aligned": false, "reason": "crossing extrema order", "common_tracks": [8, 9, 11, 4, 7], "knots0": [0.0, 0.6500638569604087, 0.6577266922094508, 0.6832694763729247, 0.8109833971902938, 0.9987228607918263, 1.0], "knots1": [0.0, 0.7088122605363985, 0.6398467432950191, 0.6577266922094508, 0.7956577266922095, 0.9987228607918263, 1.0]}, {"frames": [30, 31], "aligned": false, "reason": "crossing extrema order", "common_tracks": [13, 11, 8, 4, 7], "knots0": [0.0, 0.632183908045977, 0.6577266922094508, 0.7088122605363985, 0.7956577266922095, 0.9987228607918263, 1.0], "knots1": [0.0, 0.632183908045977, 0.6053639846743295, 0.7164750957854407, 0.7956577266922095, 0.9987228607918263, 1.0]}, {"frames": [31, 32], "aligned": true, "reason": "aligned", "common_tracks": [11, 13, 14, 8, 4, 7], "knots0": [0.0, 0.6053639846743295, 0.632183908045977, 0.6628352490421456, 0.7164750957854407, 0.7956577266922095, 0.9987228607918263, 1.0], "knots1": [0.0, 0.6053639846743295, 0.632183908045977, 0.6666666666666666, 0.7484035759897829, 0.8378033205619413, 0.9987228607918263, 1.0]}, {"frames": [32, 33], "aligned": false, "reason": "crossing extrema order", "common_tracks": [11, 13, 14, 8, 4, 7], "knots0": [0.0, 0.6053639846743295, 0.632183908045977, 0.6666666666666666, 0.7484035759897829, 0.8378033205619413, 0.9987228607918263, 1.0], "knots1": [0.0, 0.6053639846743295, 0.5977011494252874, 0.6628352490421456, 0.7445721583652618, 0.8378033205619413, 0.9987228607918263, 1.0]}, {"frames": [33, 34], "aligned": true, "reason": "aligned", "common_tracks": [13, 11, 14, 8, 4, 7], "knots0": [0.0, 0.5977011494252874, 0.6053639846743295, 0.6628352490421456, 0.7445721583652618, 0.8378033205619413, 0.9987228607918263, 1.0], "knots1": [0.0, 0.5977011494252874, 0.6053639846743295, 0.6756066411238825, 0.7484035759897829, 0.8378033205619413, 0.9987228607918263, 1.0]}, {"frames": [34, 35], "aligned": true, "reason": "aligned", "common_tracks": [13, 11, 15, 14, 8, 7], "knots0": [0.0, 0.5977011494252874, 0.6053639846743295, 0.6232439335887612, 0.6756066411238825, 0.7484035759897829, 0.9987228607918263, 1.0], "knots1": [0.0, 0.5977011494252874, 0.6053639846743295, 0.6296296296296297, 0.7164750957854407, 0.7535121328224776, 0.9987228607918263, 1.0]}, {"frames": [35, 36], "aligned": false, "reason": "crossing extrema order", "common_tracks": [13, 11, 15, 14, 7], "knots0": [0.0, 0.5977011494252874, 0.6053639846743295, 0.6296296296296297, 0.7164750957854407, 0.9987228607918263, 1.0], "knots1": [0.0, 0.6155810983397191, 0.6283524904214559, 0.6079182630906769, 0.776500638569604, 0.9987228607918263, 1.0]}, {"frames": [36, 37], "aligned": false, "reason": "crossing extrema order", "common_tracks": [15, 13, 16, 14, 7], "knots0": [0.0, 0.6079182630906769, 0.6155810983397191, 0.648786717752235, 0.776500638569604, 0.9987228607918263, 1.0], "knots1": [0.0, 0.6232439335887612, 0.5632183908045977, 0.6334610472541508, 0.7611749680715197, 0.9987228607918263, 1.0]}, {"frames": [37, 38], "aligned": false, "reason": "crossing extrema order", "common_tracks": [13, 15, 16, 14, 7], "knots0": [0.0, 0.5632183908045977, 0.6232439335887612, 0.6334610472541508, 0.7611749680715197, 0.9987228607918263, 1.0], "knots1": [0.0, 0.5632183908045977, 0.6679438058748404, 0.6181353767560664, 0.7611749680715197, 0.9987228607918263, 1.0]}, {"frames": [38, 39], "aligned": false, "reason": "crossing extrema order", "common_tracks": [13, 17, 16, 15, 14, 7], "knots0": [0.0, 0.5632183908045977, 0.5887611749680716, 0.6181353767560664, 0.6679438058748404, 0.7611749680715197, 0.9987228607918263, 1.0], "knots1": [0.0, 0.5632183908045977, 0.5887611749680716, 0.5721583652618135, 0.6768837803320562, 0.8045977011494253, 0.9987228607918263, 1.0]}], "scope": "Intermediate columns are display reconstruction, not observations or new RG-MTM layout/optimization results. Scientific metrics use original saved frames."}}, "palette": "existing scalar display palette; no verified release LUT"}}, "scientific_optimization_rerun": "annual PM2.5 only", "display": "Conservative anchor-aligned piecewise linear interpolation. Original frames remain exact. Intermediate columns are display samples only; metrics use original arrays. Per-dataset shared scales."}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main_figures/Fig12/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main_figures/Fig12/ppt/presentation.xml><?xml version="1.0" encoding="utf-8"?>
<p:presentation xmlns:p="http://schemas.openxmlformats.org/presentationml/2006/main">
  <p:sldMasterIdLst>
    <p:sldMasterId xmlns:r="http://schemas.openxmlformats.org/officeDocument/2006/relationships" id="2147483648" r:id="Ra92221edc07445f9"/>
  </p:sldMasterIdLst>
  <p:notesMasterIdLst>
    <p:notesMasterId xmlns:r="http://schemas.openxmlformats.org/officeDocument/2006/relationships" r:id="Rfde9e6274ff3484f"/>
  </p:notesMasterIdLst>
  <p:sldIdLst>
    <p:sldId xmlns:r="http://schemas.openxmlformats.org/officeDocument/2006/relationships" id="256" r:id="Raa9d76366a184665"/>
  </p:sldIdLst>
  <p:sldSz cx="12192000" cy="8096250"/>
  <p:notesSz cx="6858000" cy="9144000"/>
</p:presentation>
</file>

<file path=ppt/main_figures/Fig12/ppt/slideLayouts/_rels/slideLayout1.xml.rels><?xml version='1.0' encoding='utf-8'?>
<Relationships xmlns="http://schemas.openxmlformats.org/package/2006/relationships"><Relationship Type="http://schemas.openxmlformats.org/officeDocument/2006/relationships/slideMaster" Target="/ppt/main_figures/Fig12/ppt/slideMasters/slideMaster1.xml" Id="R550bec848080456f" /></Relationships>
</file>

<file path=ppt/main_figures/Fig12/ppt/slideLayouts/_rels/slideLayout2.xml.rels><?xml version='1.0' encoding='utf-8'?>
<Relationships xmlns="http://schemas.openxmlformats.org/package/2006/relationships"><Relationship Type="http://schemas.openxmlformats.org/officeDocument/2006/relationships/slideMaster" Target="/ppt/main_figures/Fig12/ppt/slideMasters/slideMaster1.xml" Id="R5ab5fac193aa4468" /></Relationships>
</file>

<file path=ppt/main_figures/Fig12/ppt/slideLayouts/_rels/slideLayout3.xml.rels><?xml version='1.0' encoding='utf-8'?>
<Relationships xmlns="http://schemas.openxmlformats.org/package/2006/relationships"><Relationship Type="http://schemas.openxmlformats.org/officeDocument/2006/relationships/slideMaster" Target="/ppt/main_figures/Fig12/ppt/slideMasters/slideMaster1.xml" Id="R6d89b4a82c5542d8" /></Relationships>
</file>

<file path=ppt/main_figures/Fig12/ppt/slideLayouts/_rels/slideLayout4.xml.rels><?xml version='1.0' encoding='utf-8'?>
<Relationships xmlns="http://schemas.openxmlformats.org/package/2006/relationships"><Relationship Type="http://schemas.openxmlformats.org/officeDocument/2006/relationships/slideMaster" Target="/ppt/main_figures/Fig12/ppt/slideMasters/slideMaster1.xml" Id="R178c3589e5454e6c" /></Relationships>
</file>

<file path=ppt/main_figures/Fig12/ppt/slideLayouts/_rels/slideLayout5.xml.rels><?xml version='1.0' encoding='utf-8'?>
<Relationships xmlns="http://schemas.openxmlformats.org/package/2006/relationships"><Relationship Type="http://schemas.openxmlformats.org/officeDocument/2006/relationships/slideMaster" Target="/ppt/main_figures/Fig12/ppt/slideMasters/slideMaster1.xml" Id="R3759ee9ab6254fe7" /></Relationships>
</file>

<file path=ppt/main_figures/Fig12/ppt/slideLayouts/_rels/slideLayout6.xml.rels><?xml version='1.0' encoding='utf-8'?>
<Relationships xmlns="http://schemas.openxmlformats.org/package/2006/relationships"><Relationship Type="http://schemas.openxmlformats.org/officeDocument/2006/relationships/slideMaster" Target="/ppt/main_figures/Fig12/ppt/slideMasters/slideMaster1.xml" Id="R80b77ff89c4d4887" /></Relationships>
</file>

<file path=ppt/main_figures/Fig12/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D0A059C-8A91-4049-B866-FD7CF239477B}"/>
              </a:ext>
            </a:extLst>
          </p:cNvPr>
          <p:cNvSpPr>
            <a:spLocks xmlns:a="http://schemas.openxmlformats.org/drawingml/2006/main" noGrp="1"/>
          </p:cNvSpPr>
          <p:nvPr>
            <p:ph type="title" idx="0"/>
          </p:nvPr>
        </p:nvSpPr>
        <p:spPr>
          <a:xfrm xmlns:a="http://schemas.openxmlformats.org/drawingml/2006/main">
            <a:off x="1219200" y="3058583"/>
            <a:ext cx="9753600" cy="1169458"/>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A295AEE-39BF-44CE-B7C8-C61E2E787D85}"/>
              </a:ext>
            </a:extLst>
          </p:cNvPr>
          <p:cNvSpPr>
            <a:spLocks xmlns:a="http://schemas.openxmlformats.org/drawingml/2006/main" noGrp="1"/>
          </p:cNvSpPr>
          <p:nvPr>
            <p:ph type="subTitle" idx="1"/>
          </p:nvPr>
        </p:nvSpPr>
        <p:spPr>
          <a:xfrm xmlns:a="http://schemas.openxmlformats.org/drawingml/2006/main">
            <a:off x="1828800" y="4452938"/>
            <a:ext cx="8534400" cy="89958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main_figures/Fig12/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D676C5A-9691-4084-8311-855B90E16266}"/>
              </a:ext>
            </a:extLst>
          </p:cNvPr>
          <p:cNvSpPr>
            <a:spLocks xmlns:a="http://schemas.openxmlformats.org/drawingml/2006/main" noGrp="1"/>
          </p:cNvSpPr>
          <p:nvPr>
            <p:ph type="title" idx="0"/>
          </p:nvPr>
        </p:nvSpPr>
        <p:spPr>
          <a:xfrm xmlns:a="http://schemas.openxmlformats.org/drawingml/2006/main">
            <a:off x="1219200" y="3373438"/>
            <a:ext cx="9753600" cy="1349375"/>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main_figures/Fig12/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DAB47CF-B7FF-4E1F-A6DD-7C8A53C56C87}"/>
              </a:ext>
            </a:extLst>
          </p:cNvPr>
          <p:cNvSpPr>
            <a:spLocks xmlns:a="http://schemas.openxmlformats.org/drawingml/2006/main" noGrp="1"/>
          </p:cNvSpPr>
          <p:nvPr>
            <p:ph type="title" idx="0"/>
          </p:nvPr>
        </p:nvSpPr>
        <p:spPr>
          <a:xfrm xmlns:a="http://schemas.openxmlformats.org/drawingml/2006/main">
            <a:off x="685800" y="629708"/>
            <a:ext cx="10820400" cy="98954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1DE52A5-2641-4416-9369-EEE42DCF03B7}"/>
              </a:ext>
            </a:extLst>
          </p:cNvPr>
          <p:cNvSpPr>
            <a:spLocks xmlns:a="http://schemas.openxmlformats.org/drawingml/2006/main" noGrp="1"/>
          </p:cNvSpPr>
          <p:nvPr>
            <p:ph type="body" idx="1"/>
          </p:nvPr>
        </p:nvSpPr>
        <p:spPr>
          <a:xfrm xmlns:a="http://schemas.openxmlformats.org/drawingml/2006/main">
            <a:off x="685800" y="2248958"/>
            <a:ext cx="10820400" cy="50376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main_figures/Fig12/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254FA96-2598-48C6-B16B-B8F269C32742}"/>
              </a:ext>
            </a:extLst>
          </p:cNvPr>
          <p:cNvSpPr>
            <a:spLocks xmlns:a="http://schemas.openxmlformats.org/drawingml/2006/main" noGrp="1"/>
          </p:cNvSpPr>
          <p:nvPr>
            <p:ph type="title" idx="0"/>
          </p:nvPr>
        </p:nvSpPr>
        <p:spPr>
          <a:xfrm xmlns:a="http://schemas.openxmlformats.org/drawingml/2006/main">
            <a:off x="685800" y="629708"/>
            <a:ext cx="10820400" cy="98954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01F31D9-021D-43E0-BBDA-249C3B2E0ABC}"/>
              </a:ext>
            </a:extLst>
          </p:cNvPr>
          <p:cNvSpPr>
            <a:spLocks xmlns:a="http://schemas.openxmlformats.org/drawingml/2006/main" noGrp="1"/>
          </p:cNvSpPr>
          <p:nvPr>
            <p:ph type="body" idx="1"/>
          </p:nvPr>
        </p:nvSpPr>
        <p:spPr>
          <a:xfrm xmlns:a="http://schemas.openxmlformats.org/drawingml/2006/main">
            <a:off x="685800" y="2248958"/>
            <a:ext cx="5029200" cy="50376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9CEA3F5-278E-4B4D-8976-FB74D649FC22}"/>
              </a:ext>
            </a:extLst>
          </p:cNvPr>
          <p:cNvSpPr>
            <a:spLocks xmlns:a="http://schemas.openxmlformats.org/drawingml/2006/main" noGrp="1"/>
          </p:cNvSpPr>
          <p:nvPr>
            <p:ph type="body" idx="2"/>
          </p:nvPr>
        </p:nvSpPr>
        <p:spPr>
          <a:xfrm xmlns:a="http://schemas.openxmlformats.org/drawingml/2006/main">
            <a:off x="6477000" y="2248958"/>
            <a:ext cx="5029200" cy="50376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main_figures/Fig12/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27A9BD2-45EC-4C69-8945-1D7F983C7AA2}"/>
              </a:ext>
            </a:extLst>
          </p:cNvPr>
          <p:cNvSpPr>
            <a:spLocks xmlns:a="http://schemas.openxmlformats.org/drawingml/2006/main" noGrp="1"/>
          </p:cNvSpPr>
          <p:nvPr>
            <p:ph type="title" idx="0"/>
          </p:nvPr>
        </p:nvSpPr>
        <p:spPr>
          <a:xfrm xmlns:a="http://schemas.openxmlformats.org/drawingml/2006/main">
            <a:off x="685800" y="629708"/>
            <a:ext cx="10820400" cy="98954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A05852D-AD35-4526-9A67-47F0AA7FCA23}"/>
              </a:ext>
            </a:extLst>
          </p:cNvPr>
          <p:cNvSpPr>
            <a:spLocks xmlns:a="http://schemas.openxmlformats.org/drawingml/2006/main" noGrp="1"/>
          </p:cNvSpPr>
          <p:nvPr>
            <p:ph type="body" idx="1"/>
          </p:nvPr>
        </p:nvSpPr>
        <p:spPr>
          <a:xfrm xmlns:a="http://schemas.openxmlformats.org/drawingml/2006/main">
            <a:off x="685800" y="2248958"/>
            <a:ext cx="5029200" cy="50376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main_figures/Fig12/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main_figures/Fig12/ppt/slideMasters/_rels/slideMaster1.xml.rels><?xml version='1.0' encoding='utf-8'?>
<Relationships xmlns="http://schemas.openxmlformats.org/package/2006/relationships"><Relationship Type="http://schemas.openxmlformats.org/officeDocument/2006/relationships/theme" Target="/ppt/main_figures/Fig12/ppt/slideMasters/theme/theme2.xml" Id="R8ba9e187f4ec49bb" /><Relationship Type="http://schemas.openxmlformats.org/officeDocument/2006/relationships/slideLayout" Target="/ppt/main_figures/Fig12/ppt/slideLayouts/slideLayout1.xml" Id="Ra81429f2bfd4467f" /><Relationship Type="http://schemas.openxmlformats.org/officeDocument/2006/relationships/slideLayout" Target="/ppt/main_figures/Fig12/ppt/slideLayouts/slideLayout2.xml" Id="R3a04655f359644bb" /><Relationship Type="http://schemas.openxmlformats.org/officeDocument/2006/relationships/slideLayout" Target="/ppt/main_figures/Fig12/ppt/slideLayouts/slideLayout3.xml" Id="R16319a6a3a9d49f9" /><Relationship Type="http://schemas.openxmlformats.org/officeDocument/2006/relationships/slideLayout" Target="/ppt/main_figures/Fig12/ppt/slideLayouts/slideLayout4.xml" Id="R7049c58dba9e418a" /><Relationship Type="http://schemas.openxmlformats.org/officeDocument/2006/relationships/slideLayout" Target="/ppt/main_figures/Fig12/ppt/slideLayouts/slideLayout5.xml" Id="Rbd4e2d2f4ba24127" /><Relationship Type="http://schemas.openxmlformats.org/officeDocument/2006/relationships/slideLayout" Target="/ppt/main_figures/Fig12/ppt/slideLayouts/slideLayout6.xml" Id="R294d6ca9588845b4" /></Relationships>
</file>

<file path=ppt/main_figures/Fig12/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81429f2bfd4467f"/>
    <p:sldLayoutId xmlns:r="http://schemas.openxmlformats.org/officeDocument/2006/relationships" id="2147483650" r:id="R3a04655f359644bb"/>
    <p:sldLayoutId xmlns:r="http://schemas.openxmlformats.org/officeDocument/2006/relationships" id="2147483651" r:id="R16319a6a3a9d49f9"/>
    <p:sldLayoutId xmlns:r="http://schemas.openxmlformats.org/officeDocument/2006/relationships" id="2147483652" r:id="R7049c58dba9e418a"/>
    <p:sldLayoutId xmlns:r="http://schemas.openxmlformats.org/officeDocument/2006/relationships" id="2147483653" r:id="Rbd4e2d2f4ba24127"/>
    <p:sldLayoutId xmlns:r="http://schemas.openxmlformats.org/officeDocument/2006/relationships" id="2147483654" r:id="R294d6ca9588845b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main_figures/Fig12/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12/ppt/slides/_rels/slide1.xml.rels><?xml version='1.0' encoding='utf-8'?>
<Relationships xmlns="http://schemas.openxmlformats.org/package/2006/relationships"><Relationship Type="http://schemas.openxmlformats.org/officeDocument/2006/relationships/slideLayout" Target="/ppt/main_figures/Fig12/ppt/slideLayouts/slideLayout6.xml" Id="R09684380c3b24c5a" /><Relationship Type="http://schemas.openxmlformats.org/officeDocument/2006/relationships/image" Target="/ppt/main_figures/Fig12/ppt/media/image.png" Id="R0fc5b50b55af4524" /><Relationship Type="http://schemas.openxmlformats.org/officeDocument/2006/relationships/image" Target="/ppt/main_figures/Fig12/ppt/media/image2.png" Id="R6e518d2b6b834b1c" /><Relationship Type="http://schemas.openxmlformats.org/officeDocument/2006/relationships/image" Target="/ppt/main_figures/Fig12/ppt/media/image3.png" Id="R11a257e058ca462a" /><Relationship Type="http://schemas.openxmlformats.org/officeDocument/2006/relationships/image" Target="/ppt/main_figures/Fig12/ppt/media/image4.png" Id="R0184382966ff4777" /><Relationship Type="http://schemas.openxmlformats.org/officeDocument/2006/relationships/image" Target="/ppt/main_figures/Fig12/ppt/media/image5.png" Id="R3b64e699ba19403d" /><Relationship Type="http://schemas.openxmlformats.org/officeDocument/2006/relationships/image" Target="/ppt/main_figures/Fig12/ppt/media/image6.png" Id="R1e822fd23d7c4ccb" /><Relationship Type="http://schemas.openxmlformats.org/officeDocument/2006/relationships/image" Target="/ppt/main_figures/Fig12/ppt/media/image7.png" Id="Rf842a86af5ac4745" /><Relationship Type="http://schemas.openxmlformats.org/officeDocument/2006/relationships/image" Target="/ppt/main_figures/Fig12/ppt/media/image8.png" Id="Rd142bff20e0e491b" /><Relationship Type="http://schemas.openxmlformats.org/officeDocument/2006/relationships/image" Target="/ppt/main_figures/Fig12/ppt/media/image9.png" Id="Re712989b92464244" /><Relationship Type="http://schemas.openxmlformats.org/officeDocument/2006/relationships/notesSlide" Target="/ppt/main_figures/Fig12/ppt/notesSlides/notesSlide1.xml" Id="Rdd4fc312200748f3" /></Relationships>
</file>

<file path=ppt/main_figures/Fig12/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3" name="text_000">
            <a:extLst xmlns:a="http://schemas.openxmlformats.org/drawingml/2006/main">
              <a:ext uri="{FF2B5EF4-FFF2-40B4-BE49-F238E27FC236}">
                <a16:creationId xmlns:a16="http://schemas.microsoft.com/office/drawing/2014/main" id="{FBDF5A38-6B00-423B-A515-6B51A1CAE7CD}"/>
              </a:ext>
            </a:extLst>
          </p:cNvPr>
          <p:cNvSpPr>
            <a:spLocks xmlns:a="http://schemas.openxmlformats.org/drawingml/2006/main" noGrp="1"/>
          </p:cNvSpPr>
          <p:nvPr/>
        </p:nvSpPr>
        <p:spPr>
          <a:xfrm xmlns:a="http://schemas.openxmlformats.org/drawingml/2006/main" rot="0">
            <a:off x="190500" y="28575"/>
            <a:ext cx="9525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1">
                <a:solidFill>
                  <a:srgbClr val="000000"/>
                </a:solidFill>
                <a:latin typeface="Arial"/>
                <a:ea typeface="Arial"/>
                <a:cs typeface="Arial"/>
              </a:defRPr>
            </a:defPPr>
            <a:lvl1pPr algn="l">
              <a:defRPr sz="1650" b="1">
                <a:solidFill>
                  <a:srgbClr val="000000"/>
                </a:solidFill>
                <a:latin typeface="Arial"/>
                <a:ea typeface="Arial"/>
                <a:cs typeface="Arial"/>
              </a:defRPr>
            </a:lvl1pPr>
            <a:lvl2pPr algn="l">
              <a:defRPr sz="1650" b="1">
                <a:solidFill>
                  <a:srgbClr val="000000"/>
                </a:solidFill>
                <a:latin typeface="Arial"/>
                <a:ea typeface="Arial"/>
                <a:cs typeface="Arial"/>
              </a:defRPr>
            </a:lvl2pPr>
            <a:lvl3pPr algn="l">
              <a:defRPr sz="1650" b="1">
                <a:solidFill>
                  <a:srgbClr val="000000"/>
                </a:solidFill>
                <a:latin typeface="Arial"/>
                <a:ea typeface="Arial"/>
                <a:cs typeface="Arial"/>
              </a:defRPr>
            </a:lvl3pPr>
            <a:lvl4pPr algn="l">
              <a:defRPr sz="1650" b="1">
                <a:solidFill>
                  <a:srgbClr val="000000"/>
                </a:solidFill>
                <a:latin typeface="Arial"/>
                <a:ea typeface="Arial"/>
                <a:cs typeface="Arial"/>
              </a:defRPr>
            </a:lvl4pPr>
            <a:lvl5pPr algn="l">
              <a:defRPr sz="1650" b="1">
                <a:solidFill>
                  <a:srgbClr val="000000"/>
                </a:solidFill>
                <a:latin typeface="Arial"/>
                <a:ea typeface="Arial"/>
                <a:cs typeface="Arial"/>
              </a:defRPr>
            </a:lvl5pPr>
            <a:lvl6pPr algn="l">
              <a:defRPr sz="1650" b="1">
                <a:solidFill>
                  <a:srgbClr val="000000"/>
                </a:solidFill>
                <a:latin typeface="Arial"/>
                <a:ea typeface="Arial"/>
                <a:cs typeface="Arial"/>
              </a:defRPr>
            </a:lvl6pPr>
            <a:lvl7pPr algn="l">
              <a:defRPr sz="1650" b="1">
                <a:solidFill>
                  <a:srgbClr val="000000"/>
                </a:solidFill>
                <a:latin typeface="Arial"/>
                <a:ea typeface="Arial"/>
                <a:cs typeface="Arial"/>
              </a:defRPr>
            </a:lvl7pPr>
            <a:lvl8pPr algn="l">
              <a:defRPr sz="1650" b="1">
                <a:solidFill>
                  <a:srgbClr val="000000"/>
                </a:solidFill>
                <a:latin typeface="Arial"/>
                <a:ea typeface="Arial"/>
                <a:cs typeface="Arial"/>
              </a:defRPr>
            </a:lvl8pPr>
            <a:lvl9pPr algn="l">
              <a:defRPr sz="1650" b="1">
                <a:solidFill>
                  <a:srgbClr val="000000"/>
                </a:solidFill>
                <a:latin typeface="Arial"/>
                <a:ea typeface="Arial"/>
                <a:cs typeface="Arial"/>
              </a:defRPr>
            </a:lvl9pPr>
          </a:lstStyle>
          <a:p xmlns:a="http://schemas.openxmlformats.org/drawingml/2006/main">
            <a:pPr algn="l">
              <a:defRPr sz="1650" b="1">
                <a:solidFill>
                  <a:srgbClr val="000000"/>
                </a:solidFill>
                <a:latin typeface="Arial"/>
                <a:ea typeface="Arial"/>
                <a:cs typeface="Arial"/>
              </a:defRPr>
            </a:pPr>
            <a:r>
              <a:rPr sz="1650" b="1">
                <a:solidFill>
                  <a:srgbClr val="000000"/>
                </a:solidFill>
                <a:latin typeface="Arial"/>
                <a:ea typeface="Arial"/>
                <a:cs typeface="Arial"/>
              </a:rPr>
              <a:t>(a) OLR: all 60 fields</a:t>
            </a:r>
          </a:p>
        </p:txBody>
      </p:sp>
      <p:sp>
        <p:nvSpPr>
          <p:cNvPr id="2" name="text_001">
            <a:extLst xmlns:a="http://schemas.openxmlformats.org/drawingml/2006/main">
              <a:ext uri="{FF2B5EF4-FFF2-40B4-BE49-F238E27FC236}">
                <a16:creationId xmlns:a16="http://schemas.microsoft.com/office/drawing/2014/main" id="{4EB6A5F8-F21E-42BA-B8A9-50F325FB5876}"/>
              </a:ext>
            </a:extLst>
          </p:cNvPr>
          <p:cNvSpPr>
            <a:spLocks xmlns:a="http://schemas.openxmlformats.org/drawingml/2006/main" noGrp="1"/>
          </p:cNvSpPr>
          <p:nvPr/>
        </p:nvSpPr>
        <p:spPr>
          <a:xfrm xmlns:a="http://schemas.openxmlformats.org/drawingml/2006/main" rot="0">
            <a:off x="762000" y="323850"/>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425" b="1">
                <a:solidFill>
                  <a:srgbClr val="000000"/>
                </a:solidFill>
                <a:latin typeface="Arial"/>
                <a:ea typeface="Arial"/>
                <a:cs typeface="Arial"/>
              </a:defRPr>
            </a:defPPr>
            <a:lvl1pPr algn="l">
              <a:defRPr sz="1425" b="1">
                <a:solidFill>
                  <a:srgbClr val="000000"/>
                </a:solidFill>
                <a:latin typeface="Arial"/>
                <a:ea typeface="Arial"/>
                <a:cs typeface="Arial"/>
              </a:defRPr>
            </a:lvl1pPr>
            <a:lvl2pPr algn="l">
              <a:defRPr sz="1425" b="1">
                <a:solidFill>
                  <a:srgbClr val="000000"/>
                </a:solidFill>
                <a:latin typeface="Arial"/>
                <a:ea typeface="Arial"/>
                <a:cs typeface="Arial"/>
              </a:defRPr>
            </a:lvl2pPr>
            <a:lvl3pPr algn="l">
              <a:defRPr sz="1425" b="1">
                <a:solidFill>
                  <a:srgbClr val="000000"/>
                </a:solidFill>
                <a:latin typeface="Arial"/>
                <a:ea typeface="Arial"/>
                <a:cs typeface="Arial"/>
              </a:defRPr>
            </a:lvl3pPr>
            <a:lvl4pPr algn="l">
              <a:defRPr sz="1425" b="1">
                <a:solidFill>
                  <a:srgbClr val="000000"/>
                </a:solidFill>
                <a:latin typeface="Arial"/>
                <a:ea typeface="Arial"/>
                <a:cs typeface="Arial"/>
              </a:defRPr>
            </a:lvl4pPr>
            <a:lvl5pPr algn="l">
              <a:defRPr sz="1425" b="1">
                <a:solidFill>
                  <a:srgbClr val="000000"/>
                </a:solidFill>
                <a:latin typeface="Arial"/>
                <a:ea typeface="Arial"/>
                <a:cs typeface="Arial"/>
              </a:defRPr>
            </a:lvl5pPr>
            <a:lvl6pPr algn="l">
              <a:defRPr sz="1425" b="1">
                <a:solidFill>
                  <a:srgbClr val="000000"/>
                </a:solidFill>
                <a:latin typeface="Arial"/>
                <a:ea typeface="Arial"/>
                <a:cs typeface="Arial"/>
              </a:defRPr>
            </a:lvl6pPr>
            <a:lvl7pPr algn="l">
              <a:defRPr sz="1425" b="1">
                <a:solidFill>
                  <a:srgbClr val="000000"/>
                </a:solidFill>
                <a:latin typeface="Arial"/>
                <a:ea typeface="Arial"/>
                <a:cs typeface="Arial"/>
              </a:defRPr>
            </a:lvl7pPr>
            <a:lvl8pPr algn="l">
              <a:defRPr sz="1425" b="1">
                <a:solidFill>
                  <a:srgbClr val="000000"/>
                </a:solidFill>
                <a:latin typeface="Arial"/>
                <a:ea typeface="Arial"/>
                <a:cs typeface="Arial"/>
              </a:defRPr>
            </a:lvl8pPr>
            <a:lvl9pPr algn="l">
              <a:defRPr sz="1425" b="1">
                <a:solidFill>
                  <a:srgbClr val="000000"/>
                </a:solidFill>
                <a:latin typeface="Arial"/>
                <a:ea typeface="Arial"/>
                <a:cs typeface="Arial"/>
              </a:defRPr>
            </a:lvl9pPr>
          </a:lstStyle>
          <a:p xmlns:a="http://schemas.openxmlformats.org/drawingml/2006/main">
            <a:pPr algn="l">
              <a:defRPr sz="1425" b="1">
                <a:solidFill>
                  <a:srgbClr val="000000"/>
                </a:solidFill>
                <a:latin typeface="Arial"/>
                <a:ea typeface="Arial"/>
                <a:cs typeface="Arial"/>
              </a:defRPr>
            </a:pPr>
            <a:r>
              <a:rPr sz="1425" b="1">
                <a:solidFill>
                  <a:srgbClr val="000000"/>
                </a:solidFill>
                <a:latin typeface="Arial"/>
                <a:ea typeface="Arial"/>
                <a:cs typeface="Arial"/>
              </a:rPr>
              <a:t>RG-MTM-P</a:t>
            </a:r>
          </a:p>
        </p:txBody>
      </p:sp>
      <p:pic>
        <p:nvPicPr>
          <p:cNvPr id="3" name="">
            <a:extLst xmlns:a="http://schemas.openxmlformats.org/drawingml/2006/main">
              <a:ext uri="{FF2B5EF4-FFF2-40B4-BE49-F238E27FC236}">
                <a16:creationId xmlns:a16="http://schemas.microsoft.com/office/drawing/2014/main" id="{6CD99CD2-1A49-47FE-8AB2-CEA1EF5AF958}"/>
              </a:ext>
            </a:extLst>
          </p:cNvPr>
          <p:cNvPicPr>
            <a:picLocks xmlns:a="http://schemas.openxmlformats.org/drawingml/2006/main" noChangeAspect="1"/>
          </p:cNvPicPr>
          <p:nvPr/>
        </p:nvPicPr>
        <p:blipFill>
          <a:blip xmlns:r="http://schemas.openxmlformats.org/officeDocument/2006/relationships" xmlns:a="http://schemas.openxmlformats.org/drawingml/2006/main" r:embed="R0fc5b50b55af4524"/>
          <a:stretch xmlns:a="http://schemas.openxmlformats.org/drawingml/2006/main"/>
        </p:blipFill>
        <p:spPr>
          <a:xfrm xmlns:a="http://schemas.openxmlformats.org/drawingml/2006/main">
            <a:off x="762000" y="590563"/>
            <a:ext cx="4953000" cy="1333475"/>
          </a:xfrm>
          <a:prstGeom xmlns:a="http://schemas.openxmlformats.org/drawingml/2006/main" prst="rect">
            <a:avLst/>
          </a:prstGeom>
        </p:spPr>
      </p:pic>
      <p:sp>
        <p:nvSpPr>
          <p:cNvPr id="4" name="rect_003">
            <a:extLst xmlns:a="http://schemas.openxmlformats.org/drawingml/2006/main">
              <a:ext uri="{FF2B5EF4-FFF2-40B4-BE49-F238E27FC236}">
                <a16:creationId xmlns:a16="http://schemas.microsoft.com/office/drawing/2014/main" id="{37F53D7B-8A6F-4E82-9C1D-CCB6C1D374CE}"/>
              </a:ext>
            </a:extLst>
          </p:cNvPr>
          <p:cNvSpPr>
            <a:spLocks xmlns:a="http://schemas.openxmlformats.org/drawingml/2006/main" noGrp="1"/>
          </p:cNvSpPr>
          <p:nvPr/>
        </p:nvSpPr>
        <p:spPr>
          <a:xfrm xmlns:a="http://schemas.openxmlformats.org/drawingml/2006/main" rot="0">
            <a:off x="762000" y="590550"/>
            <a:ext cx="4953000" cy="1333500"/>
          </a:xfrm>
          <a:prstGeom xmlns:a="http://schemas.openxmlformats.org/drawingml/2006/main" prst="rect">
            <a:avLst/>
          </a:prstGeom>
          <a:noFill xmlns:a="http://schemas.openxmlformats.org/drawingml/2006/main"/>
          <a:ln xmlns:a="http://schemas.openxmlformats.org/drawingml/2006/main" w="6668">
            <a:solidFill>
              <a:srgbClr val="7B8790"/>
            </a:solidFill>
            <a:prstDash val="solid"/>
          </a:ln>
        </p:spPr>
      </p:sp>
      <p:sp>
        <p:nvSpPr>
          <p:cNvPr id="5" name="text_004">
            <a:extLst xmlns:a="http://schemas.openxmlformats.org/drawingml/2006/main">
              <a:ext uri="{FF2B5EF4-FFF2-40B4-BE49-F238E27FC236}">
                <a16:creationId xmlns:a16="http://schemas.microsoft.com/office/drawing/2014/main" id="{20CCCFE9-2808-438A-84A5-FE5AD156214E}"/>
              </a:ext>
            </a:extLst>
          </p:cNvPr>
          <p:cNvSpPr>
            <a:spLocks xmlns:a="http://schemas.openxmlformats.org/drawingml/2006/main" noGrp="1"/>
          </p:cNvSpPr>
          <p:nvPr/>
        </p:nvSpPr>
        <p:spPr>
          <a:xfrm xmlns:a="http://schemas.openxmlformats.org/drawingml/2006/main" rot="0">
            <a:off x="352425" y="1838325"/>
            <a:ext cx="333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6" name="text_005">
            <a:extLst xmlns:a="http://schemas.openxmlformats.org/drawingml/2006/main">
              <a:ext uri="{FF2B5EF4-FFF2-40B4-BE49-F238E27FC236}">
                <a16:creationId xmlns:a16="http://schemas.microsoft.com/office/drawing/2014/main" id="{96A347D8-2168-4A4C-BD06-E2BB9CBBD250}"/>
              </a:ext>
            </a:extLst>
          </p:cNvPr>
          <p:cNvSpPr>
            <a:spLocks xmlns:a="http://schemas.openxmlformats.org/drawingml/2006/main" noGrp="1"/>
          </p:cNvSpPr>
          <p:nvPr/>
        </p:nvSpPr>
        <p:spPr>
          <a:xfrm xmlns:a="http://schemas.openxmlformats.org/drawingml/2006/main" rot="0">
            <a:off x="352425" y="1171575"/>
            <a:ext cx="333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0.5</a:t>
            </a:r>
          </a:p>
        </p:txBody>
      </p:sp>
      <p:sp>
        <p:nvSpPr>
          <p:cNvPr id="7" name="text_006">
            <a:extLst xmlns:a="http://schemas.openxmlformats.org/drawingml/2006/main">
              <a:ext uri="{FF2B5EF4-FFF2-40B4-BE49-F238E27FC236}">
                <a16:creationId xmlns:a16="http://schemas.microsoft.com/office/drawing/2014/main" id="{C8943AF6-9753-4BAE-942B-C048EA89FC89}"/>
              </a:ext>
            </a:extLst>
          </p:cNvPr>
          <p:cNvSpPr>
            <a:spLocks xmlns:a="http://schemas.openxmlformats.org/drawingml/2006/main" noGrp="1"/>
          </p:cNvSpPr>
          <p:nvPr/>
        </p:nvSpPr>
        <p:spPr>
          <a:xfrm xmlns:a="http://schemas.openxmlformats.org/drawingml/2006/main" rot="0">
            <a:off x="352425" y="504825"/>
            <a:ext cx="333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1</a:t>
            </a:r>
          </a:p>
        </p:txBody>
      </p:sp>
      <p:sp>
        <p:nvSpPr>
          <p:cNvPr id="8" name="text_007">
            <a:extLst xmlns:a="http://schemas.openxmlformats.org/drawingml/2006/main">
              <a:ext uri="{FF2B5EF4-FFF2-40B4-BE49-F238E27FC236}">
                <a16:creationId xmlns:a16="http://schemas.microsoft.com/office/drawing/2014/main" id="{EEE4A2A3-813F-4898-8493-6741BF808254}"/>
              </a:ext>
            </a:extLst>
          </p:cNvPr>
          <p:cNvSpPr>
            <a:spLocks xmlns:a="http://schemas.openxmlformats.org/drawingml/2006/main" noGrp="1"/>
          </p:cNvSpPr>
          <p:nvPr/>
        </p:nvSpPr>
        <p:spPr>
          <a:xfrm xmlns:a="http://schemas.openxmlformats.org/drawingml/2006/main" rot="0">
            <a:off x="498475" y="19716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0</a:t>
            </a:r>
          </a:p>
        </p:txBody>
      </p:sp>
      <p:sp>
        <p:nvSpPr>
          <p:cNvPr id="9" name="text_008">
            <a:extLst xmlns:a="http://schemas.openxmlformats.org/drawingml/2006/main">
              <a:ext uri="{FF2B5EF4-FFF2-40B4-BE49-F238E27FC236}">
                <a16:creationId xmlns:a16="http://schemas.microsoft.com/office/drawing/2014/main" id="{093773BA-8147-4EB7-A0B1-39FC90400F2E}"/>
              </a:ext>
            </a:extLst>
          </p:cNvPr>
          <p:cNvSpPr>
            <a:spLocks xmlns:a="http://schemas.openxmlformats.org/drawingml/2006/main" noGrp="1"/>
          </p:cNvSpPr>
          <p:nvPr/>
        </p:nvSpPr>
        <p:spPr>
          <a:xfrm xmlns:a="http://schemas.openxmlformats.org/drawingml/2006/main" rot="0">
            <a:off x="2892425" y="19716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29</a:t>
            </a:r>
          </a:p>
        </p:txBody>
      </p:sp>
      <p:sp>
        <p:nvSpPr>
          <p:cNvPr id="10" name="text_009">
            <a:extLst xmlns:a="http://schemas.openxmlformats.org/drawingml/2006/main">
              <a:ext uri="{FF2B5EF4-FFF2-40B4-BE49-F238E27FC236}">
                <a16:creationId xmlns:a16="http://schemas.microsoft.com/office/drawing/2014/main" id="{019F79F5-7690-497A-A01F-18E091A9BF11}"/>
              </a:ext>
            </a:extLst>
          </p:cNvPr>
          <p:cNvSpPr>
            <a:spLocks xmlns:a="http://schemas.openxmlformats.org/drawingml/2006/main" noGrp="1"/>
          </p:cNvSpPr>
          <p:nvPr/>
        </p:nvSpPr>
        <p:spPr>
          <a:xfrm xmlns:a="http://schemas.openxmlformats.org/drawingml/2006/main" rot="0">
            <a:off x="5368925" y="19716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59</a:t>
            </a:r>
          </a:p>
        </p:txBody>
      </p:sp>
      <p:sp>
        <p:nvSpPr>
          <p:cNvPr id="11" name="text_010">
            <a:extLst xmlns:a="http://schemas.openxmlformats.org/drawingml/2006/main">
              <a:ext uri="{FF2B5EF4-FFF2-40B4-BE49-F238E27FC236}">
                <a16:creationId xmlns:a16="http://schemas.microsoft.com/office/drawing/2014/main" id="{464793A8-0641-48F8-8827-003BA530D061}"/>
              </a:ext>
            </a:extLst>
          </p:cNvPr>
          <p:cNvSpPr>
            <a:spLocks xmlns:a="http://schemas.openxmlformats.org/drawingml/2006/main" noGrp="1"/>
          </p:cNvSpPr>
          <p:nvPr/>
        </p:nvSpPr>
        <p:spPr>
          <a:xfrm xmlns:a="http://schemas.openxmlformats.org/drawingml/2006/main" rot="0">
            <a:off x="762000" y="22002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Frame</a:t>
            </a:r>
          </a:p>
        </p:txBody>
      </p:sp>
      <p:sp>
        <p:nvSpPr>
          <p:cNvPr id="12" name="text_011">
            <a:extLst xmlns:a="http://schemas.openxmlformats.org/drawingml/2006/main">
              <a:ext uri="{FF2B5EF4-FFF2-40B4-BE49-F238E27FC236}">
                <a16:creationId xmlns:a16="http://schemas.microsoft.com/office/drawing/2014/main" id="{387F8F77-19D1-45A7-92A5-02F3D0CAA78C}"/>
              </a:ext>
            </a:extLst>
          </p:cNvPr>
          <p:cNvSpPr>
            <a:spLocks xmlns:a="http://schemas.openxmlformats.org/drawingml/2006/main" noGrp="1"/>
          </p:cNvSpPr>
          <p:nvPr/>
        </p:nvSpPr>
        <p:spPr>
          <a:xfrm xmlns:a="http://schemas.openxmlformats.org/drawingml/2006/main" rot="0">
            <a:off x="6762750" y="323850"/>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425" b="1">
                <a:solidFill>
                  <a:srgbClr val="000000"/>
                </a:solidFill>
                <a:latin typeface="Arial"/>
                <a:ea typeface="Arial"/>
                <a:cs typeface="Arial"/>
              </a:defRPr>
            </a:defPPr>
            <a:lvl1pPr algn="l">
              <a:defRPr sz="1425" b="1">
                <a:solidFill>
                  <a:srgbClr val="000000"/>
                </a:solidFill>
                <a:latin typeface="Arial"/>
                <a:ea typeface="Arial"/>
                <a:cs typeface="Arial"/>
              </a:defRPr>
            </a:lvl1pPr>
            <a:lvl2pPr algn="l">
              <a:defRPr sz="1425" b="1">
                <a:solidFill>
                  <a:srgbClr val="000000"/>
                </a:solidFill>
                <a:latin typeface="Arial"/>
                <a:ea typeface="Arial"/>
                <a:cs typeface="Arial"/>
              </a:defRPr>
            </a:lvl2pPr>
            <a:lvl3pPr algn="l">
              <a:defRPr sz="1425" b="1">
                <a:solidFill>
                  <a:srgbClr val="000000"/>
                </a:solidFill>
                <a:latin typeface="Arial"/>
                <a:ea typeface="Arial"/>
                <a:cs typeface="Arial"/>
              </a:defRPr>
            </a:lvl3pPr>
            <a:lvl4pPr algn="l">
              <a:defRPr sz="1425" b="1">
                <a:solidFill>
                  <a:srgbClr val="000000"/>
                </a:solidFill>
                <a:latin typeface="Arial"/>
                <a:ea typeface="Arial"/>
                <a:cs typeface="Arial"/>
              </a:defRPr>
            </a:lvl4pPr>
            <a:lvl5pPr algn="l">
              <a:defRPr sz="1425" b="1">
                <a:solidFill>
                  <a:srgbClr val="000000"/>
                </a:solidFill>
                <a:latin typeface="Arial"/>
                <a:ea typeface="Arial"/>
                <a:cs typeface="Arial"/>
              </a:defRPr>
            </a:lvl5pPr>
            <a:lvl6pPr algn="l">
              <a:defRPr sz="1425" b="1">
                <a:solidFill>
                  <a:srgbClr val="000000"/>
                </a:solidFill>
                <a:latin typeface="Arial"/>
                <a:ea typeface="Arial"/>
                <a:cs typeface="Arial"/>
              </a:defRPr>
            </a:lvl6pPr>
            <a:lvl7pPr algn="l">
              <a:defRPr sz="1425" b="1">
                <a:solidFill>
                  <a:srgbClr val="000000"/>
                </a:solidFill>
                <a:latin typeface="Arial"/>
                <a:ea typeface="Arial"/>
                <a:cs typeface="Arial"/>
              </a:defRPr>
            </a:lvl7pPr>
            <a:lvl8pPr algn="l">
              <a:defRPr sz="1425" b="1">
                <a:solidFill>
                  <a:srgbClr val="000000"/>
                </a:solidFill>
                <a:latin typeface="Arial"/>
                <a:ea typeface="Arial"/>
                <a:cs typeface="Arial"/>
              </a:defRPr>
            </a:lvl8pPr>
            <a:lvl9pPr algn="l">
              <a:defRPr sz="1425" b="1">
                <a:solidFill>
                  <a:srgbClr val="000000"/>
                </a:solidFill>
                <a:latin typeface="Arial"/>
                <a:ea typeface="Arial"/>
                <a:cs typeface="Arial"/>
              </a:defRPr>
            </a:lvl9pPr>
          </a:lstStyle>
          <a:p xmlns:a="http://schemas.openxmlformats.org/drawingml/2006/main">
            <a:pPr algn="l">
              <a:defRPr sz="1425" b="1">
                <a:solidFill>
                  <a:srgbClr val="000000"/>
                </a:solidFill>
                <a:latin typeface="Arial"/>
                <a:ea typeface="Arial"/>
                <a:cs typeface="Arial"/>
              </a:defRPr>
            </a:pPr>
            <a:r>
              <a:rPr sz="1425" b="1">
                <a:solidFill>
                  <a:srgbClr val="000000"/>
                </a:solidFill>
                <a:latin typeface="Arial"/>
                <a:ea typeface="Arial"/>
                <a:cs typeface="Arial"/>
              </a:rPr>
              <a:t>RG-MTM-R20</a:t>
            </a:r>
          </a:p>
        </p:txBody>
      </p:sp>
      <p:pic>
        <p:nvPicPr>
          <p:cNvPr id="13" name="">
            <a:extLst xmlns:a="http://schemas.openxmlformats.org/drawingml/2006/main">
              <a:ext uri="{FF2B5EF4-FFF2-40B4-BE49-F238E27FC236}">
                <a16:creationId xmlns:a16="http://schemas.microsoft.com/office/drawing/2014/main" id="{AAC65862-0E9C-4BE7-BDC9-1A935B731F88}"/>
              </a:ext>
            </a:extLst>
          </p:cNvPr>
          <p:cNvPicPr>
            <a:picLocks xmlns:a="http://schemas.openxmlformats.org/drawingml/2006/main" noChangeAspect="1"/>
          </p:cNvPicPr>
          <p:nvPr/>
        </p:nvPicPr>
        <p:blipFill>
          <a:blip xmlns:r="http://schemas.openxmlformats.org/officeDocument/2006/relationships" xmlns:a="http://schemas.openxmlformats.org/drawingml/2006/main" r:embed="R6e518d2b6b834b1c"/>
          <a:stretch xmlns:a="http://schemas.openxmlformats.org/drawingml/2006/main"/>
        </p:blipFill>
        <p:spPr>
          <a:xfrm xmlns:a="http://schemas.openxmlformats.org/drawingml/2006/main">
            <a:off x="6762750" y="590563"/>
            <a:ext cx="4953000" cy="1333475"/>
          </a:xfrm>
          <a:prstGeom xmlns:a="http://schemas.openxmlformats.org/drawingml/2006/main" prst="rect">
            <a:avLst/>
          </a:prstGeom>
        </p:spPr>
      </p:pic>
      <p:sp>
        <p:nvSpPr>
          <p:cNvPr id="14" name="rect_013">
            <a:extLst xmlns:a="http://schemas.openxmlformats.org/drawingml/2006/main">
              <a:ext uri="{FF2B5EF4-FFF2-40B4-BE49-F238E27FC236}">
                <a16:creationId xmlns:a16="http://schemas.microsoft.com/office/drawing/2014/main" id="{E0F368FF-4F03-48AF-84ED-5712C1B1B958}"/>
              </a:ext>
            </a:extLst>
          </p:cNvPr>
          <p:cNvSpPr>
            <a:spLocks xmlns:a="http://schemas.openxmlformats.org/drawingml/2006/main" noGrp="1"/>
          </p:cNvSpPr>
          <p:nvPr/>
        </p:nvSpPr>
        <p:spPr>
          <a:xfrm xmlns:a="http://schemas.openxmlformats.org/drawingml/2006/main" rot="0">
            <a:off x="6762750" y="590550"/>
            <a:ext cx="4953000" cy="1333500"/>
          </a:xfrm>
          <a:prstGeom xmlns:a="http://schemas.openxmlformats.org/drawingml/2006/main" prst="rect">
            <a:avLst/>
          </a:prstGeom>
          <a:noFill xmlns:a="http://schemas.openxmlformats.org/drawingml/2006/main"/>
          <a:ln xmlns:a="http://schemas.openxmlformats.org/drawingml/2006/main" w="6668">
            <a:solidFill>
              <a:srgbClr val="7B8790"/>
            </a:solidFill>
            <a:prstDash val="solid"/>
          </a:ln>
        </p:spPr>
      </p:sp>
      <p:sp>
        <p:nvSpPr>
          <p:cNvPr id="15" name="text_014">
            <a:extLst xmlns:a="http://schemas.openxmlformats.org/drawingml/2006/main">
              <a:ext uri="{FF2B5EF4-FFF2-40B4-BE49-F238E27FC236}">
                <a16:creationId xmlns:a16="http://schemas.microsoft.com/office/drawing/2014/main" id="{7FA409D8-88AC-47E4-B4D9-CDBD92B059BC}"/>
              </a:ext>
            </a:extLst>
          </p:cNvPr>
          <p:cNvSpPr>
            <a:spLocks xmlns:a="http://schemas.openxmlformats.org/drawingml/2006/main" noGrp="1"/>
          </p:cNvSpPr>
          <p:nvPr/>
        </p:nvSpPr>
        <p:spPr>
          <a:xfrm xmlns:a="http://schemas.openxmlformats.org/drawingml/2006/main" rot="0">
            <a:off x="6353175" y="1838325"/>
            <a:ext cx="333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16" name="text_015">
            <a:extLst xmlns:a="http://schemas.openxmlformats.org/drawingml/2006/main">
              <a:ext uri="{FF2B5EF4-FFF2-40B4-BE49-F238E27FC236}">
                <a16:creationId xmlns:a16="http://schemas.microsoft.com/office/drawing/2014/main" id="{C84F8E43-31DE-4FBB-A40F-FBB0DCD7CA24}"/>
              </a:ext>
            </a:extLst>
          </p:cNvPr>
          <p:cNvSpPr>
            <a:spLocks xmlns:a="http://schemas.openxmlformats.org/drawingml/2006/main" noGrp="1"/>
          </p:cNvSpPr>
          <p:nvPr/>
        </p:nvSpPr>
        <p:spPr>
          <a:xfrm xmlns:a="http://schemas.openxmlformats.org/drawingml/2006/main" rot="0">
            <a:off x="6353175" y="1171575"/>
            <a:ext cx="333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0.5</a:t>
            </a:r>
          </a:p>
        </p:txBody>
      </p:sp>
      <p:sp>
        <p:nvSpPr>
          <p:cNvPr id="17" name="text_016">
            <a:extLst xmlns:a="http://schemas.openxmlformats.org/drawingml/2006/main">
              <a:ext uri="{FF2B5EF4-FFF2-40B4-BE49-F238E27FC236}">
                <a16:creationId xmlns:a16="http://schemas.microsoft.com/office/drawing/2014/main" id="{F39C1558-461F-45DF-B5AC-1AD708F46F9D}"/>
              </a:ext>
            </a:extLst>
          </p:cNvPr>
          <p:cNvSpPr>
            <a:spLocks xmlns:a="http://schemas.openxmlformats.org/drawingml/2006/main" noGrp="1"/>
          </p:cNvSpPr>
          <p:nvPr/>
        </p:nvSpPr>
        <p:spPr>
          <a:xfrm xmlns:a="http://schemas.openxmlformats.org/drawingml/2006/main" rot="0">
            <a:off x="6353175" y="504825"/>
            <a:ext cx="333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1</a:t>
            </a:r>
          </a:p>
        </p:txBody>
      </p:sp>
      <p:sp>
        <p:nvSpPr>
          <p:cNvPr id="18" name="text_017">
            <a:extLst xmlns:a="http://schemas.openxmlformats.org/drawingml/2006/main">
              <a:ext uri="{FF2B5EF4-FFF2-40B4-BE49-F238E27FC236}">
                <a16:creationId xmlns:a16="http://schemas.microsoft.com/office/drawing/2014/main" id="{BC669265-17C7-41A9-BAF6-88B64EAE33E0}"/>
              </a:ext>
            </a:extLst>
          </p:cNvPr>
          <p:cNvSpPr>
            <a:spLocks xmlns:a="http://schemas.openxmlformats.org/drawingml/2006/main" noGrp="1"/>
          </p:cNvSpPr>
          <p:nvPr/>
        </p:nvSpPr>
        <p:spPr>
          <a:xfrm xmlns:a="http://schemas.openxmlformats.org/drawingml/2006/main" rot="0">
            <a:off x="6499225" y="19716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0</a:t>
            </a:r>
          </a:p>
        </p:txBody>
      </p:sp>
      <p:sp>
        <p:nvSpPr>
          <p:cNvPr id="19" name="text_018">
            <a:extLst xmlns:a="http://schemas.openxmlformats.org/drawingml/2006/main">
              <a:ext uri="{FF2B5EF4-FFF2-40B4-BE49-F238E27FC236}">
                <a16:creationId xmlns:a16="http://schemas.microsoft.com/office/drawing/2014/main" id="{379C2738-8A36-4F4C-98C8-70234BEE186B}"/>
              </a:ext>
            </a:extLst>
          </p:cNvPr>
          <p:cNvSpPr>
            <a:spLocks xmlns:a="http://schemas.openxmlformats.org/drawingml/2006/main" noGrp="1"/>
          </p:cNvSpPr>
          <p:nvPr/>
        </p:nvSpPr>
        <p:spPr>
          <a:xfrm xmlns:a="http://schemas.openxmlformats.org/drawingml/2006/main" rot="0">
            <a:off x="8893175" y="19716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29</a:t>
            </a:r>
          </a:p>
        </p:txBody>
      </p:sp>
      <p:sp>
        <p:nvSpPr>
          <p:cNvPr id="20" name="text_019">
            <a:extLst xmlns:a="http://schemas.openxmlformats.org/drawingml/2006/main">
              <a:ext uri="{FF2B5EF4-FFF2-40B4-BE49-F238E27FC236}">
                <a16:creationId xmlns:a16="http://schemas.microsoft.com/office/drawing/2014/main" id="{3D5F7B8F-1D3E-4164-BD75-C1201F1366E9}"/>
              </a:ext>
            </a:extLst>
          </p:cNvPr>
          <p:cNvSpPr>
            <a:spLocks xmlns:a="http://schemas.openxmlformats.org/drawingml/2006/main" noGrp="1"/>
          </p:cNvSpPr>
          <p:nvPr/>
        </p:nvSpPr>
        <p:spPr>
          <a:xfrm xmlns:a="http://schemas.openxmlformats.org/drawingml/2006/main" rot="0">
            <a:off x="11369675" y="19716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59</a:t>
            </a:r>
          </a:p>
        </p:txBody>
      </p:sp>
      <p:sp>
        <p:nvSpPr>
          <p:cNvPr id="21" name="text_020">
            <a:extLst xmlns:a="http://schemas.openxmlformats.org/drawingml/2006/main">
              <a:ext uri="{FF2B5EF4-FFF2-40B4-BE49-F238E27FC236}">
                <a16:creationId xmlns:a16="http://schemas.microsoft.com/office/drawing/2014/main" id="{683073E7-6DDC-4539-9952-9963C9B44501}"/>
              </a:ext>
            </a:extLst>
          </p:cNvPr>
          <p:cNvSpPr>
            <a:spLocks xmlns:a="http://schemas.openxmlformats.org/drawingml/2006/main" noGrp="1"/>
          </p:cNvSpPr>
          <p:nvPr/>
        </p:nvSpPr>
        <p:spPr>
          <a:xfrm xmlns:a="http://schemas.openxmlformats.org/drawingml/2006/main" rot="0">
            <a:off x="6762750" y="22002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Frame</a:t>
            </a:r>
          </a:p>
        </p:txBody>
      </p:sp>
      <p:pic>
        <p:nvPicPr>
          <p:cNvPr id="22" name="">
            <a:extLst xmlns:a="http://schemas.openxmlformats.org/drawingml/2006/main">
              <a:ext uri="{FF2B5EF4-FFF2-40B4-BE49-F238E27FC236}">
                <a16:creationId xmlns:a16="http://schemas.microsoft.com/office/drawing/2014/main" id="{23268DC4-6288-4DBC-B1B4-6A18AD93A4E0}"/>
              </a:ext>
            </a:extLst>
          </p:cNvPr>
          <p:cNvPicPr>
            <a:picLocks xmlns:a="http://schemas.openxmlformats.org/drawingml/2006/main" noChangeAspect="1"/>
          </p:cNvPicPr>
          <p:nvPr/>
        </p:nvPicPr>
        <p:blipFill>
          <a:blip xmlns:r="http://schemas.openxmlformats.org/officeDocument/2006/relationships" xmlns:a="http://schemas.openxmlformats.org/drawingml/2006/main" r:embed="R11a257e058ca462a"/>
          <a:stretch xmlns:a="http://schemas.openxmlformats.org/drawingml/2006/main"/>
        </p:blipFill>
        <p:spPr>
          <a:xfrm xmlns:a="http://schemas.openxmlformats.org/drawingml/2006/main">
            <a:off x="4333875" y="2438400"/>
            <a:ext cx="4381500" cy="104775"/>
          </a:xfrm>
          <a:prstGeom xmlns:a="http://schemas.openxmlformats.org/drawingml/2006/main" prst="rect">
            <a:avLst/>
          </a:prstGeom>
        </p:spPr>
      </p:pic>
      <p:sp>
        <p:nvSpPr>
          <p:cNvPr id="23" name="text_022">
            <a:extLst xmlns:a="http://schemas.openxmlformats.org/drawingml/2006/main">
              <a:ext uri="{FF2B5EF4-FFF2-40B4-BE49-F238E27FC236}">
                <a16:creationId xmlns:a16="http://schemas.microsoft.com/office/drawing/2014/main" id="{5F1499D4-6405-4EFE-8D7A-04F760E7083A}"/>
              </a:ext>
            </a:extLst>
          </p:cNvPr>
          <p:cNvSpPr>
            <a:spLocks xmlns:a="http://schemas.openxmlformats.org/drawingml/2006/main" noGrp="1"/>
          </p:cNvSpPr>
          <p:nvPr/>
        </p:nvSpPr>
        <p:spPr>
          <a:xfrm xmlns:a="http://schemas.openxmlformats.org/drawingml/2006/main" rot="0">
            <a:off x="3476625" y="2362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148.23</a:t>
            </a:r>
          </a:p>
        </p:txBody>
      </p:sp>
      <p:sp>
        <p:nvSpPr>
          <p:cNvPr id="24" name="text_023">
            <a:extLst xmlns:a="http://schemas.openxmlformats.org/drawingml/2006/main">
              <a:ext uri="{FF2B5EF4-FFF2-40B4-BE49-F238E27FC236}">
                <a16:creationId xmlns:a16="http://schemas.microsoft.com/office/drawing/2014/main" id="{A097BD2D-5DB4-44FB-A8D0-1448865B5976}"/>
              </a:ext>
            </a:extLst>
          </p:cNvPr>
          <p:cNvSpPr>
            <a:spLocks xmlns:a="http://schemas.openxmlformats.org/drawingml/2006/main" noGrp="1"/>
          </p:cNvSpPr>
          <p:nvPr/>
        </p:nvSpPr>
        <p:spPr>
          <a:xfrm xmlns:a="http://schemas.openxmlformats.org/drawingml/2006/main" rot="0">
            <a:off x="8858250" y="2362200"/>
            <a:ext cx="95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200" b="0">
                <a:solidFill>
                  <a:srgbClr val="000000"/>
                </a:solidFill>
                <a:latin typeface="Arial"/>
                <a:ea typeface="Arial"/>
                <a:cs typeface="Arial"/>
              </a:defRPr>
            </a:defPPr>
            <a:lvl1pPr algn="l">
              <a:defRPr sz="1200" b="0">
                <a:solidFill>
                  <a:srgbClr val="000000"/>
                </a:solidFill>
                <a:latin typeface="Arial"/>
                <a:ea typeface="Arial"/>
                <a:cs typeface="Arial"/>
              </a:defRPr>
            </a:lvl1pPr>
            <a:lvl2pPr algn="l">
              <a:defRPr sz="1200" b="0">
                <a:solidFill>
                  <a:srgbClr val="000000"/>
                </a:solidFill>
                <a:latin typeface="Arial"/>
                <a:ea typeface="Arial"/>
                <a:cs typeface="Arial"/>
              </a:defRPr>
            </a:lvl2pPr>
            <a:lvl3pPr algn="l">
              <a:defRPr sz="1200" b="0">
                <a:solidFill>
                  <a:srgbClr val="000000"/>
                </a:solidFill>
                <a:latin typeface="Arial"/>
                <a:ea typeface="Arial"/>
                <a:cs typeface="Arial"/>
              </a:defRPr>
            </a:lvl3pPr>
            <a:lvl4pPr algn="l">
              <a:defRPr sz="1200" b="0">
                <a:solidFill>
                  <a:srgbClr val="000000"/>
                </a:solidFill>
                <a:latin typeface="Arial"/>
                <a:ea typeface="Arial"/>
                <a:cs typeface="Arial"/>
              </a:defRPr>
            </a:lvl4pPr>
            <a:lvl5pPr algn="l">
              <a:defRPr sz="1200" b="0">
                <a:solidFill>
                  <a:srgbClr val="000000"/>
                </a:solidFill>
                <a:latin typeface="Arial"/>
                <a:ea typeface="Arial"/>
                <a:cs typeface="Arial"/>
              </a:defRPr>
            </a:lvl5pPr>
            <a:lvl6pPr algn="l">
              <a:defRPr sz="1200" b="0">
                <a:solidFill>
                  <a:srgbClr val="000000"/>
                </a:solidFill>
                <a:latin typeface="Arial"/>
                <a:ea typeface="Arial"/>
                <a:cs typeface="Arial"/>
              </a:defRPr>
            </a:lvl6pPr>
            <a:lvl7pPr algn="l">
              <a:defRPr sz="1200" b="0">
                <a:solidFill>
                  <a:srgbClr val="000000"/>
                </a:solidFill>
                <a:latin typeface="Arial"/>
                <a:ea typeface="Arial"/>
                <a:cs typeface="Arial"/>
              </a:defRPr>
            </a:lvl7pPr>
            <a:lvl8pPr algn="l">
              <a:defRPr sz="1200" b="0">
                <a:solidFill>
                  <a:srgbClr val="000000"/>
                </a:solidFill>
                <a:latin typeface="Arial"/>
                <a:ea typeface="Arial"/>
                <a:cs typeface="Arial"/>
              </a:defRPr>
            </a:lvl8pPr>
            <a:lvl9pPr algn="l">
              <a:defRPr sz="1200" b="0">
                <a:solidFill>
                  <a:srgbClr val="000000"/>
                </a:solidFill>
                <a:latin typeface="Arial"/>
                <a:ea typeface="Arial"/>
                <a:cs typeface="Arial"/>
              </a:defRPr>
            </a:lvl9pPr>
          </a:lstStyle>
          <a:p xmlns:a="http://schemas.openxmlformats.org/drawingml/2006/main">
            <a:pPr algn="l">
              <a:defRPr sz="1200" b="0">
                <a:solidFill>
                  <a:srgbClr val="000000"/>
                </a:solidFill>
                <a:latin typeface="Arial"/>
                <a:ea typeface="Arial"/>
                <a:cs typeface="Arial"/>
              </a:defRPr>
            </a:pPr>
            <a:r>
              <a:rPr sz="1200" b="0">
                <a:solidFill>
                  <a:srgbClr val="000000"/>
                </a:solidFill>
                <a:latin typeface="Arial"/>
                <a:ea typeface="Arial"/>
                <a:cs typeface="Arial"/>
              </a:rPr>
              <a:t>307.68</a:t>
            </a:r>
          </a:p>
        </p:txBody>
      </p:sp>
      <p:sp>
        <p:nvSpPr>
          <p:cNvPr id="25" name="text_024">
            <a:extLst xmlns:a="http://schemas.openxmlformats.org/drawingml/2006/main">
              <a:ext uri="{FF2B5EF4-FFF2-40B4-BE49-F238E27FC236}">
                <a16:creationId xmlns:a16="http://schemas.microsoft.com/office/drawing/2014/main" id="{E0DD05BD-24AB-4EA7-8594-DEAA5B0038F1}"/>
              </a:ext>
            </a:extLst>
          </p:cNvPr>
          <p:cNvSpPr>
            <a:spLocks xmlns:a="http://schemas.openxmlformats.org/drawingml/2006/main" noGrp="1"/>
          </p:cNvSpPr>
          <p:nvPr/>
        </p:nvSpPr>
        <p:spPr>
          <a:xfrm xmlns:a="http://schemas.openxmlformats.org/drawingml/2006/main" rot="0">
            <a:off x="285750" y="2352675"/>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275" b="0">
                <a:solidFill>
                  <a:srgbClr val="000000"/>
                </a:solidFill>
                <a:latin typeface="Arial"/>
                <a:ea typeface="Arial"/>
                <a:cs typeface="Arial"/>
              </a:defRPr>
            </a:defPPr>
            <a:lvl1pPr algn="l">
              <a:defRPr sz="1275" b="0">
                <a:solidFill>
                  <a:srgbClr val="000000"/>
                </a:solidFill>
                <a:latin typeface="Arial"/>
                <a:ea typeface="Arial"/>
                <a:cs typeface="Arial"/>
              </a:defRPr>
            </a:lvl1pPr>
            <a:lvl2pPr algn="l">
              <a:defRPr sz="1275" b="0">
                <a:solidFill>
                  <a:srgbClr val="000000"/>
                </a:solidFill>
                <a:latin typeface="Arial"/>
                <a:ea typeface="Arial"/>
                <a:cs typeface="Arial"/>
              </a:defRPr>
            </a:lvl2pPr>
            <a:lvl3pPr algn="l">
              <a:defRPr sz="1275" b="0">
                <a:solidFill>
                  <a:srgbClr val="000000"/>
                </a:solidFill>
                <a:latin typeface="Arial"/>
                <a:ea typeface="Arial"/>
                <a:cs typeface="Arial"/>
              </a:defRPr>
            </a:lvl3pPr>
            <a:lvl4pPr algn="l">
              <a:defRPr sz="1275" b="0">
                <a:solidFill>
                  <a:srgbClr val="000000"/>
                </a:solidFill>
                <a:latin typeface="Arial"/>
                <a:ea typeface="Arial"/>
                <a:cs typeface="Arial"/>
              </a:defRPr>
            </a:lvl4pPr>
            <a:lvl5pPr algn="l">
              <a:defRPr sz="1275" b="0">
                <a:solidFill>
                  <a:srgbClr val="000000"/>
                </a:solidFill>
                <a:latin typeface="Arial"/>
                <a:ea typeface="Arial"/>
                <a:cs typeface="Arial"/>
              </a:defRPr>
            </a:lvl5pPr>
            <a:lvl6pPr algn="l">
              <a:defRPr sz="1275" b="0">
                <a:solidFill>
                  <a:srgbClr val="000000"/>
                </a:solidFill>
                <a:latin typeface="Arial"/>
                <a:ea typeface="Arial"/>
                <a:cs typeface="Arial"/>
              </a:defRPr>
            </a:lvl6pPr>
            <a:lvl7pPr algn="l">
              <a:defRPr sz="1275" b="0">
                <a:solidFill>
                  <a:srgbClr val="000000"/>
                </a:solidFill>
                <a:latin typeface="Arial"/>
                <a:ea typeface="Arial"/>
                <a:cs typeface="Arial"/>
              </a:defRPr>
            </a:lvl7pPr>
            <a:lvl8pPr algn="l">
              <a:defRPr sz="1275" b="0">
                <a:solidFill>
                  <a:srgbClr val="000000"/>
                </a:solidFill>
                <a:latin typeface="Arial"/>
                <a:ea typeface="Arial"/>
                <a:cs typeface="Arial"/>
              </a:defRPr>
            </a:lvl8pPr>
            <a:lvl9pPr algn="l">
              <a:defRPr sz="1275" b="0">
                <a:solidFill>
                  <a:srgbClr val="000000"/>
                </a:solidFill>
                <a:latin typeface="Arial"/>
                <a:ea typeface="Arial"/>
                <a:cs typeface="Arial"/>
              </a:defRPr>
            </a:lvl9pPr>
          </a:lstStyle>
          <a:p xmlns:a="http://schemas.openxmlformats.org/drawingml/2006/main">
            <a:pPr algn="l">
              <a:defRPr sz="1275" b="0">
                <a:solidFill>
                  <a:srgbClr val="000000"/>
                </a:solidFill>
                <a:latin typeface="Arial"/>
                <a:ea typeface="Arial"/>
                <a:cs typeface="Arial"/>
              </a:defRPr>
            </a:pPr>
            <a:r>
              <a:rPr sz="1275" b="0">
                <a:solidFill>
                  <a:srgbClr val="000000"/>
                </a:solidFill>
                <a:latin typeface="Arial"/>
                <a:ea typeface="Arial"/>
                <a:cs typeface="Arial"/>
              </a:rPr>
              <a:t>OLR (W m-2)</a:t>
            </a:r>
          </a:p>
        </p:txBody>
      </p:sp>
      <p:sp>
        <p:nvSpPr>
          <p:cNvPr id="26" name="text_025">
            <a:extLst xmlns:a="http://schemas.openxmlformats.org/drawingml/2006/main">
              <a:ext uri="{FF2B5EF4-FFF2-40B4-BE49-F238E27FC236}">
                <a16:creationId xmlns:a16="http://schemas.microsoft.com/office/drawing/2014/main" id="{738C9E17-A602-4FB2-8890-4F551692BB4D}"/>
              </a:ext>
            </a:extLst>
          </p:cNvPr>
          <p:cNvSpPr>
            <a:spLocks xmlns:a="http://schemas.openxmlformats.org/drawingml/2006/main" noGrp="1"/>
          </p:cNvSpPr>
          <p:nvPr/>
        </p:nvSpPr>
        <p:spPr>
          <a:xfrm xmlns:a="http://schemas.openxmlformats.org/drawingml/2006/main" rot="0">
            <a:off x="9810750" y="2352675"/>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xmlns:a="http://schemas.openxmlformats.org/drawingml/2006/main">
            <a:pPr algn="r">
              <a:defRPr sz="1125" b="0">
                <a:solidFill>
                  <a:srgbClr val="000000"/>
                </a:solidFill>
                <a:latin typeface="Arial"/>
                <a:ea typeface="Arial"/>
                <a:cs typeface="Arial"/>
              </a:defRPr>
            </a:pPr>
            <a:r>
              <a:rPr sz="1125" b="0">
                <a:solidFill>
                  <a:srgbClr val="000000"/>
                </a:solidFill>
                <a:latin typeface="Arial"/>
                <a:ea typeface="Arial"/>
                <a:cs typeface="Arial"/>
              </a:rPr>
              <a:t>Reference position [0,1]</a:t>
            </a:r>
          </a:p>
        </p:txBody>
      </p:sp>
      <p:sp>
        <p:nvSpPr>
          <p:cNvPr id="27" name="text_026">
            <a:extLst xmlns:a="http://schemas.openxmlformats.org/drawingml/2006/main">
              <a:ext uri="{FF2B5EF4-FFF2-40B4-BE49-F238E27FC236}">
                <a16:creationId xmlns:a16="http://schemas.microsoft.com/office/drawing/2014/main" id="{6DE72969-E854-4719-834E-584842D4DF1F}"/>
              </a:ext>
            </a:extLst>
          </p:cNvPr>
          <p:cNvSpPr>
            <a:spLocks xmlns:a="http://schemas.openxmlformats.org/drawingml/2006/main" noGrp="1"/>
          </p:cNvSpPr>
          <p:nvPr/>
        </p:nvSpPr>
        <p:spPr>
          <a:xfrm xmlns:a="http://schemas.openxmlformats.org/drawingml/2006/main" rot="0">
            <a:off x="190500" y="2695575"/>
            <a:ext cx="9525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1">
                <a:solidFill>
                  <a:srgbClr val="000000"/>
                </a:solidFill>
                <a:latin typeface="Arial"/>
                <a:ea typeface="Arial"/>
                <a:cs typeface="Arial"/>
              </a:defRPr>
            </a:defPPr>
            <a:lvl1pPr algn="l">
              <a:defRPr sz="1650" b="1">
                <a:solidFill>
                  <a:srgbClr val="000000"/>
                </a:solidFill>
                <a:latin typeface="Arial"/>
                <a:ea typeface="Arial"/>
                <a:cs typeface="Arial"/>
              </a:defRPr>
            </a:lvl1pPr>
            <a:lvl2pPr algn="l">
              <a:defRPr sz="1650" b="1">
                <a:solidFill>
                  <a:srgbClr val="000000"/>
                </a:solidFill>
                <a:latin typeface="Arial"/>
                <a:ea typeface="Arial"/>
                <a:cs typeface="Arial"/>
              </a:defRPr>
            </a:lvl2pPr>
            <a:lvl3pPr algn="l">
              <a:defRPr sz="1650" b="1">
                <a:solidFill>
                  <a:srgbClr val="000000"/>
                </a:solidFill>
                <a:latin typeface="Arial"/>
                <a:ea typeface="Arial"/>
                <a:cs typeface="Arial"/>
              </a:defRPr>
            </a:lvl3pPr>
            <a:lvl4pPr algn="l">
              <a:defRPr sz="1650" b="1">
                <a:solidFill>
                  <a:srgbClr val="000000"/>
                </a:solidFill>
                <a:latin typeface="Arial"/>
                <a:ea typeface="Arial"/>
                <a:cs typeface="Arial"/>
              </a:defRPr>
            </a:lvl4pPr>
            <a:lvl5pPr algn="l">
              <a:defRPr sz="1650" b="1">
                <a:solidFill>
                  <a:srgbClr val="000000"/>
                </a:solidFill>
                <a:latin typeface="Arial"/>
                <a:ea typeface="Arial"/>
                <a:cs typeface="Arial"/>
              </a:defRPr>
            </a:lvl5pPr>
            <a:lvl6pPr algn="l">
              <a:defRPr sz="1650" b="1">
                <a:solidFill>
                  <a:srgbClr val="000000"/>
                </a:solidFill>
                <a:latin typeface="Arial"/>
                <a:ea typeface="Arial"/>
                <a:cs typeface="Arial"/>
              </a:defRPr>
            </a:lvl6pPr>
            <a:lvl7pPr algn="l">
              <a:defRPr sz="1650" b="1">
                <a:solidFill>
                  <a:srgbClr val="000000"/>
                </a:solidFill>
                <a:latin typeface="Arial"/>
                <a:ea typeface="Arial"/>
                <a:cs typeface="Arial"/>
              </a:defRPr>
            </a:lvl7pPr>
            <a:lvl8pPr algn="l">
              <a:defRPr sz="1650" b="1">
                <a:solidFill>
                  <a:srgbClr val="000000"/>
                </a:solidFill>
                <a:latin typeface="Arial"/>
                <a:ea typeface="Arial"/>
                <a:cs typeface="Arial"/>
              </a:defRPr>
            </a:lvl8pPr>
            <a:lvl9pPr algn="l">
              <a:defRPr sz="1650" b="1">
                <a:solidFill>
                  <a:srgbClr val="000000"/>
                </a:solidFill>
                <a:latin typeface="Arial"/>
                <a:ea typeface="Arial"/>
                <a:cs typeface="Arial"/>
              </a:defRPr>
            </a:lvl9pPr>
          </a:lstStyle>
          <a:p xmlns:a="http://schemas.openxmlformats.org/drawingml/2006/main">
            <a:pPr algn="l">
              <a:defRPr sz="1650" b="1">
                <a:solidFill>
                  <a:srgbClr val="000000"/>
                </a:solidFill>
                <a:latin typeface="Arial"/>
                <a:ea typeface="Arial"/>
                <a:cs typeface="Arial"/>
              </a:defRPr>
            </a:pPr>
            <a:r>
              <a:rPr sz="1650" b="1">
                <a:solidFill>
                  <a:srgbClr val="000000"/>
                </a:solidFill>
                <a:latin typeface="Arial"/>
                <a:ea typeface="Arial"/>
                <a:cs typeface="Arial"/>
              </a:rPr>
              <a:t>(b) PM2.5: all 366 fields (2000)</a:t>
            </a:r>
          </a:p>
        </p:txBody>
      </p:sp>
      <p:sp>
        <p:nvSpPr>
          <p:cNvPr id="28" name="text_027">
            <a:extLst xmlns:a="http://schemas.openxmlformats.org/drawingml/2006/main">
              <a:ext uri="{FF2B5EF4-FFF2-40B4-BE49-F238E27FC236}">
                <a16:creationId xmlns:a16="http://schemas.microsoft.com/office/drawing/2014/main" id="{48DDFEFF-AB48-49CF-B2CE-77064743C181}"/>
              </a:ext>
            </a:extLst>
          </p:cNvPr>
          <p:cNvSpPr>
            <a:spLocks xmlns:a="http://schemas.openxmlformats.org/drawingml/2006/main" noGrp="1"/>
          </p:cNvSpPr>
          <p:nvPr/>
        </p:nvSpPr>
        <p:spPr>
          <a:xfrm xmlns:a="http://schemas.openxmlformats.org/drawingml/2006/main" rot="0">
            <a:off x="762000" y="2990850"/>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425" b="1">
                <a:solidFill>
                  <a:srgbClr val="000000"/>
                </a:solidFill>
                <a:latin typeface="Arial"/>
                <a:ea typeface="Arial"/>
                <a:cs typeface="Arial"/>
              </a:defRPr>
            </a:defPPr>
            <a:lvl1pPr algn="l">
              <a:defRPr sz="1425" b="1">
                <a:solidFill>
                  <a:srgbClr val="000000"/>
                </a:solidFill>
                <a:latin typeface="Arial"/>
                <a:ea typeface="Arial"/>
                <a:cs typeface="Arial"/>
              </a:defRPr>
            </a:lvl1pPr>
            <a:lvl2pPr algn="l">
              <a:defRPr sz="1425" b="1">
                <a:solidFill>
                  <a:srgbClr val="000000"/>
                </a:solidFill>
                <a:latin typeface="Arial"/>
                <a:ea typeface="Arial"/>
                <a:cs typeface="Arial"/>
              </a:defRPr>
            </a:lvl2pPr>
            <a:lvl3pPr algn="l">
              <a:defRPr sz="1425" b="1">
                <a:solidFill>
                  <a:srgbClr val="000000"/>
                </a:solidFill>
                <a:latin typeface="Arial"/>
                <a:ea typeface="Arial"/>
                <a:cs typeface="Arial"/>
              </a:defRPr>
            </a:lvl3pPr>
            <a:lvl4pPr algn="l">
              <a:defRPr sz="1425" b="1">
                <a:solidFill>
                  <a:srgbClr val="000000"/>
                </a:solidFill>
                <a:latin typeface="Arial"/>
                <a:ea typeface="Arial"/>
                <a:cs typeface="Arial"/>
              </a:defRPr>
            </a:lvl4pPr>
            <a:lvl5pPr algn="l">
              <a:defRPr sz="1425" b="1">
                <a:solidFill>
                  <a:srgbClr val="000000"/>
                </a:solidFill>
                <a:latin typeface="Arial"/>
                <a:ea typeface="Arial"/>
                <a:cs typeface="Arial"/>
              </a:defRPr>
            </a:lvl5pPr>
            <a:lvl6pPr algn="l">
              <a:defRPr sz="1425" b="1">
                <a:solidFill>
                  <a:srgbClr val="000000"/>
                </a:solidFill>
                <a:latin typeface="Arial"/>
                <a:ea typeface="Arial"/>
                <a:cs typeface="Arial"/>
              </a:defRPr>
            </a:lvl6pPr>
            <a:lvl7pPr algn="l">
              <a:defRPr sz="1425" b="1">
                <a:solidFill>
                  <a:srgbClr val="000000"/>
                </a:solidFill>
                <a:latin typeface="Arial"/>
                <a:ea typeface="Arial"/>
                <a:cs typeface="Arial"/>
              </a:defRPr>
            </a:lvl7pPr>
            <a:lvl8pPr algn="l">
              <a:defRPr sz="1425" b="1">
                <a:solidFill>
                  <a:srgbClr val="000000"/>
                </a:solidFill>
                <a:latin typeface="Arial"/>
                <a:ea typeface="Arial"/>
                <a:cs typeface="Arial"/>
              </a:defRPr>
            </a:lvl8pPr>
            <a:lvl9pPr algn="l">
              <a:defRPr sz="1425" b="1">
                <a:solidFill>
                  <a:srgbClr val="000000"/>
                </a:solidFill>
                <a:latin typeface="Arial"/>
                <a:ea typeface="Arial"/>
                <a:cs typeface="Arial"/>
              </a:defRPr>
            </a:lvl9pPr>
          </a:lstStyle>
          <a:p xmlns:a="http://schemas.openxmlformats.org/drawingml/2006/main">
            <a:pPr algn="l">
              <a:defRPr sz="1425" b="1">
                <a:solidFill>
                  <a:srgbClr val="000000"/>
                </a:solidFill>
                <a:latin typeface="Arial"/>
                <a:ea typeface="Arial"/>
                <a:cs typeface="Arial"/>
              </a:defRPr>
            </a:pPr>
            <a:r>
              <a:rPr sz="1425" b="1">
                <a:solidFill>
                  <a:srgbClr val="000000"/>
                </a:solidFill>
                <a:latin typeface="Arial"/>
                <a:ea typeface="Arial"/>
                <a:cs typeface="Arial"/>
              </a:rPr>
              <a:t>RG-MTM-P</a:t>
            </a:r>
          </a:p>
        </p:txBody>
      </p:sp>
      <p:pic>
        <p:nvPicPr>
          <p:cNvPr id="29" name="">
            <a:extLst xmlns:a="http://schemas.openxmlformats.org/drawingml/2006/main">
              <a:ext uri="{FF2B5EF4-FFF2-40B4-BE49-F238E27FC236}">
                <a16:creationId xmlns:a16="http://schemas.microsoft.com/office/drawing/2014/main" id="{C04DD749-A26A-4C17-A032-E56D768B598F}"/>
              </a:ext>
            </a:extLst>
          </p:cNvPr>
          <p:cNvPicPr>
            <a:picLocks xmlns:a="http://schemas.openxmlformats.org/drawingml/2006/main" noChangeAspect="1"/>
          </p:cNvPicPr>
          <p:nvPr/>
        </p:nvPicPr>
        <p:blipFill>
          <a:blip xmlns:r="http://schemas.openxmlformats.org/officeDocument/2006/relationships" xmlns:a="http://schemas.openxmlformats.org/drawingml/2006/main" r:embed="R0184382966ff4777"/>
          <a:stretch xmlns:a="http://schemas.openxmlformats.org/drawingml/2006/main"/>
        </p:blipFill>
        <p:spPr>
          <a:xfrm xmlns:a="http://schemas.openxmlformats.org/drawingml/2006/main">
            <a:off x="762000" y="3257563"/>
            <a:ext cx="4953000" cy="1333475"/>
          </a:xfrm>
          <a:prstGeom xmlns:a="http://schemas.openxmlformats.org/drawingml/2006/main" prst="rect">
            <a:avLst/>
          </a:prstGeom>
        </p:spPr>
      </p:pic>
      <p:sp>
        <p:nvSpPr>
          <p:cNvPr id="30" name="rect_029">
            <a:extLst xmlns:a="http://schemas.openxmlformats.org/drawingml/2006/main">
              <a:ext uri="{FF2B5EF4-FFF2-40B4-BE49-F238E27FC236}">
                <a16:creationId xmlns:a16="http://schemas.microsoft.com/office/drawing/2014/main" id="{93E20FE4-D824-425B-B538-AFC5BC9C2584}"/>
              </a:ext>
            </a:extLst>
          </p:cNvPr>
          <p:cNvSpPr>
            <a:spLocks xmlns:a="http://schemas.openxmlformats.org/drawingml/2006/main" noGrp="1"/>
          </p:cNvSpPr>
          <p:nvPr/>
        </p:nvSpPr>
        <p:spPr>
          <a:xfrm xmlns:a="http://schemas.openxmlformats.org/drawingml/2006/main" rot="0">
            <a:off x="762000" y="3257550"/>
            <a:ext cx="4953000" cy="1333500"/>
          </a:xfrm>
          <a:prstGeom xmlns:a="http://schemas.openxmlformats.org/drawingml/2006/main" prst="rect">
            <a:avLst/>
          </a:prstGeom>
          <a:noFill xmlns:a="http://schemas.openxmlformats.org/drawingml/2006/main"/>
          <a:ln xmlns:a="http://schemas.openxmlformats.org/drawingml/2006/main" w="6668">
            <a:solidFill>
              <a:srgbClr val="7B8790"/>
            </a:solidFill>
            <a:prstDash val="solid"/>
          </a:ln>
        </p:spPr>
      </p:sp>
      <p:sp>
        <p:nvSpPr>
          <p:cNvPr id="31" name="text_030">
            <a:extLst xmlns:a="http://schemas.openxmlformats.org/drawingml/2006/main">
              <a:ext uri="{FF2B5EF4-FFF2-40B4-BE49-F238E27FC236}">
                <a16:creationId xmlns:a16="http://schemas.microsoft.com/office/drawing/2014/main" id="{C166A14B-7067-40D5-AC4F-794B90979A67}"/>
              </a:ext>
            </a:extLst>
          </p:cNvPr>
          <p:cNvSpPr>
            <a:spLocks xmlns:a="http://schemas.openxmlformats.org/drawingml/2006/main" noGrp="1"/>
          </p:cNvSpPr>
          <p:nvPr/>
        </p:nvSpPr>
        <p:spPr>
          <a:xfrm xmlns:a="http://schemas.openxmlformats.org/drawingml/2006/main" rot="0">
            <a:off x="352425" y="4505325"/>
            <a:ext cx="333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32" name="text_031">
            <a:extLst xmlns:a="http://schemas.openxmlformats.org/drawingml/2006/main">
              <a:ext uri="{FF2B5EF4-FFF2-40B4-BE49-F238E27FC236}">
                <a16:creationId xmlns:a16="http://schemas.microsoft.com/office/drawing/2014/main" id="{B685FB66-61CA-48C1-8376-1F4B64E6778A}"/>
              </a:ext>
            </a:extLst>
          </p:cNvPr>
          <p:cNvSpPr>
            <a:spLocks xmlns:a="http://schemas.openxmlformats.org/drawingml/2006/main" noGrp="1"/>
          </p:cNvSpPr>
          <p:nvPr/>
        </p:nvSpPr>
        <p:spPr>
          <a:xfrm xmlns:a="http://schemas.openxmlformats.org/drawingml/2006/main" rot="0">
            <a:off x="352425" y="3838575"/>
            <a:ext cx="333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0.5</a:t>
            </a:r>
          </a:p>
        </p:txBody>
      </p:sp>
      <p:sp>
        <p:nvSpPr>
          <p:cNvPr id="33" name="text_032">
            <a:extLst xmlns:a="http://schemas.openxmlformats.org/drawingml/2006/main">
              <a:ext uri="{FF2B5EF4-FFF2-40B4-BE49-F238E27FC236}">
                <a16:creationId xmlns:a16="http://schemas.microsoft.com/office/drawing/2014/main" id="{2CBA6481-D41A-491C-A6C4-2264E649FF4B}"/>
              </a:ext>
            </a:extLst>
          </p:cNvPr>
          <p:cNvSpPr>
            <a:spLocks xmlns:a="http://schemas.openxmlformats.org/drawingml/2006/main" noGrp="1"/>
          </p:cNvSpPr>
          <p:nvPr/>
        </p:nvSpPr>
        <p:spPr>
          <a:xfrm xmlns:a="http://schemas.openxmlformats.org/drawingml/2006/main" rot="0">
            <a:off x="352425" y="3171825"/>
            <a:ext cx="333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1</a:t>
            </a:r>
          </a:p>
        </p:txBody>
      </p:sp>
      <p:sp>
        <p:nvSpPr>
          <p:cNvPr id="34" name="text_033">
            <a:extLst xmlns:a="http://schemas.openxmlformats.org/drawingml/2006/main">
              <a:ext uri="{FF2B5EF4-FFF2-40B4-BE49-F238E27FC236}">
                <a16:creationId xmlns:a16="http://schemas.microsoft.com/office/drawing/2014/main" id="{4A89C0EE-6F65-418E-A743-1E3CFF1A5638}"/>
              </a:ext>
            </a:extLst>
          </p:cNvPr>
          <p:cNvSpPr>
            <a:spLocks xmlns:a="http://schemas.openxmlformats.org/drawingml/2006/main" noGrp="1"/>
          </p:cNvSpPr>
          <p:nvPr/>
        </p:nvSpPr>
        <p:spPr>
          <a:xfrm xmlns:a="http://schemas.openxmlformats.org/drawingml/2006/main" rot="0">
            <a:off x="463966" y="46386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Jan 1</a:t>
            </a:r>
          </a:p>
        </p:txBody>
      </p:sp>
      <p:sp>
        <p:nvSpPr>
          <p:cNvPr id="35" name="text_034">
            <a:extLst xmlns:a="http://schemas.openxmlformats.org/drawingml/2006/main">
              <a:ext uri="{FF2B5EF4-FFF2-40B4-BE49-F238E27FC236}">
                <a16:creationId xmlns:a16="http://schemas.microsoft.com/office/drawing/2014/main" id="{D928A00A-2A17-4D20-981D-3B1086DFF80D}"/>
              </a:ext>
            </a:extLst>
          </p:cNvPr>
          <p:cNvSpPr>
            <a:spLocks xmlns:a="http://schemas.openxmlformats.org/drawingml/2006/main" noGrp="1"/>
          </p:cNvSpPr>
          <p:nvPr/>
        </p:nvSpPr>
        <p:spPr>
          <a:xfrm xmlns:a="http://schemas.openxmlformats.org/drawingml/2006/main" rot="0">
            <a:off x="1695450" y="46386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Apr 1</a:t>
            </a:r>
          </a:p>
        </p:txBody>
      </p:sp>
      <p:sp>
        <p:nvSpPr>
          <p:cNvPr id="36" name="text_035">
            <a:extLst xmlns:a="http://schemas.openxmlformats.org/drawingml/2006/main">
              <a:ext uri="{FF2B5EF4-FFF2-40B4-BE49-F238E27FC236}">
                <a16:creationId xmlns:a16="http://schemas.microsoft.com/office/drawing/2014/main" id="{4ED2966C-1F92-476A-A15A-0D52B03A651B}"/>
              </a:ext>
            </a:extLst>
          </p:cNvPr>
          <p:cNvSpPr>
            <a:spLocks xmlns:a="http://schemas.openxmlformats.org/drawingml/2006/main" noGrp="1"/>
          </p:cNvSpPr>
          <p:nvPr/>
        </p:nvSpPr>
        <p:spPr>
          <a:xfrm xmlns:a="http://schemas.openxmlformats.org/drawingml/2006/main" rot="0">
            <a:off x="2926934" y="46386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Jul 1</a:t>
            </a:r>
          </a:p>
        </p:txBody>
      </p:sp>
      <p:sp>
        <p:nvSpPr>
          <p:cNvPr id="37" name="text_036">
            <a:extLst xmlns:a="http://schemas.openxmlformats.org/drawingml/2006/main">
              <a:ext uri="{FF2B5EF4-FFF2-40B4-BE49-F238E27FC236}">
                <a16:creationId xmlns:a16="http://schemas.microsoft.com/office/drawing/2014/main" id="{BFD8B571-E532-4709-A84E-93798EE5490C}"/>
              </a:ext>
            </a:extLst>
          </p:cNvPr>
          <p:cNvSpPr>
            <a:spLocks xmlns:a="http://schemas.openxmlformats.org/drawingml/2006/main" noGrp="1"/>
          </p:cNvSpPr>
          <p:nvPr/>
        </p:nvSpPr>
        <p:spPr>
          <a:xfrm xmlns:a="http://schemas.openxmlformats.org/drawingml/2006/main" rot="0">
            <a:off x="4171950" y="46386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Oct 1</a:t>
            </a:r>
          </a:p>
        </p:txBody>
      </p:sp>
      <p:sp>
        <p:nvSpPr>
          <p:cNvPr id="38" name="text_037">
            <a:extLst xmlns:a="http://schemas.openxmlformats.org/drawingml/2006/main">
              <a:ext uri="{FF2B5EF4-FFF2-40B4-BE49-F238E27FC236}">
                <a16:creationId xmlns:a16="http://schemas.microsoft.com/office/drawing/2014/main" id="{D450F2FE-F34D-4650-8489-CFB0BA1387EB}"/>
              </a:ext>
            </a:extLst>
          </p:cNvPr>
          <p:cNvSpPr>
            <a:spLocks xmlns:a="http://schemas.openxmlformats.org/drawingml/2006/main" noGrp="1"/>
          </p:cNvSpPr>
          <p:nvPr/>
        </p:nvSpPr>
        <p:spPr>
          <a:xfrm xmlns:a="http://schemas.openxmlformats.org/drawingml/2006/main" rot="0">
            <a:off x="5403434" y="46386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Dec 31</a:t>
            </a:r>
          </a:p>
        </p:txBody>
      </p:sp>
      <p:sp>
        <p:nvSpPr>
          <p:cNvPr id="39" name="text_038">
            <a:extLst xmlns:a="http://schemas.openxmlformats.org/drawingml/2006/main">
              <a:ext uri="{FF2B5EF4-FFF2-40B4-BE49-F238E27FC236}">
                <a16:creationId xmlns:a16="http://schemas.microsoft.com/office/drawing/2014/main" id="{122F8E18-DA1F-42DE-A188-CF0DD9292185}"/>
              </a:ext>
            </a:extLst>
          </p:cNvPr>
          <p:cNvSpPr>
            <a:spLocks xmlns:a="http://schemas.openxmlformats.org/drawingml/2006/main" noGrp="1"/>
          </p:cNvSpPr>
          <p:nvPr/>
        </p:nvSpPr>
        <p:spPr>
          <a:xfrm xmlns:a="http://schemas.openxmlformats.org/drawingml/2006/main" rot="0">
            <a:off x="762000" y="48672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2000 date</a:t>
            </a:r>
          </a:p>
        </p:txBody>
      </p:sp>
      <p:sp>
        <p:nvSpPr>
          <p:cNvPr id="40" name="text_039">
            <a:extLst xmlns:a="http://schemas.openxmlformats.org/drawingml/2006/main">
              <a:ext uri="{FF2B5EF4-FFF2-40B4-BE49-F238E27FC236}">
                <a16:creationId xmlns:a16="http://schemas.microsoft.com/office/drawing/2014/main" id="{1D861875-7CC0-4B5C-B46D-7F2A865B810F}"/>
              </a:ext>
            </a:extLst>
          </p:cNvPr>
          <p:cNvSpPr>
            <a:spLocks xmlns:a="http://schemas.openxmlformats.org/drawingml/2006/main" noGrp="1"/>
          </p:cNvSpPr>
          <p:nvPr/>
        </p:nvSpPr>
        <p:spPr>
          <a:xfrm xmlns:a="http://schemas.openxmlformats.org/drawingml/2006/main" rot="0">
            <a:off x="6762750" y="2990850"/>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425" b="1">
                <a:solidFill>
                  <a:srgbClr val="000000"/>
                </a:solidFill>
                <a:latin typeface="Arial"/>
                <a:ea typeface="Arial"/>
                <a:cs typeface="Arial"/>
              </a:defRPr>
            </a:defPPr>
            <a:lvl1pPr algn="l">
              <a:defRPr sz="1425" b="1">
                <a:solidFill>
                  <a:srgbClr val="000000"/>
                </a:solidFill>
                <a:latin typeface="Arial"/>
                <a:ea typeface="Arial"/>
                <a:cs typeface="Arial"/>
              </a:defRPr>
            </a:lvl1pPr>
            <a:lvl2pPr algn="l">
              <a:defRPr sz="1425" b="1">
                <a:solidFill>
                  <a:srgbClr val="000000"/>
                </a:solidFill>
                <a:latin typeface="Arial"/>
                <a:ea typeface="Arial"/>
                <a:cs typeface="Arial"/>
              </a:defRPr>
            </a:lvl2pPr>
            <a:lvl3pPr algn="l">
              <a:defRPr sz="1425" b="1">
                <a:solidFill>
                  <a:srgbClr val="000000"/>
                </a:solidFill>
                <a:latin typeface="Arial"/>
                <a:ea typeface="Arial"/>
                <a:cs typeface="Arial"/>
              </a:defRPr>
            </a:lvl3pPr>
            <a:lvl4pPr algn="l">
              <a:defRPr sz="1425" b="1">
                <a:solidFill>
                  <a:srgbClr val="000000"/>
                </a:solidFill>
                <a:latin typeface="Arial"/>
                <a:ea typeface="Arial"/>
                <a:cs typeface="Arial"/>
              </a:defRPr>
            </a:lvl4pPr>
            <a:lvl5pPr algn="l">
              <a:defRPr sz="1425" b="1">
                <a:solidFill>
                  <a:srgbClr val="000000"/>
                </a:solidFill>
                <a:latin typeface="Arial"/>
                <a:ea typeface="Arial"/>
                <a:cs typeface="Arial"/>
              </a:defRPr>
            </a:lvl5pPr>
            <a:lvl6pPr algn="l">
              <a:defRPr sz="1425" b="1">
                <a:solidFill>
                  <a:srgbClr val="000000"/>
                </a:solidFill>
                <a:latin typeface="Arial"/>
                <a:ea typeface="Arial"/>
                <a:cs typeface="Arial"/>
              </a:defRPr>
            </a:lvl6pPr>
            <a:lvl7pPr algn="l">
              <a:defRPr sz="1425" b="1">
                <a:solidFill>
                  <a:srgbClr val="000000"/>
                </a:solidFill>
                <a:latin typeface="Arial"/>
                <a:ea typeface="Arial"/>
                <a:cs typeface="Arial"/>
              </a:defRPr>
            </a:lvl7pPr>
            <a:lvl8pPr algn="l">
              <a:defRPr sz="1425" b="1">
                <a:solidFill>
                  <a:srgbClr val="000000"/>
                </a:solidFill>
                <a:latin typeface="Arial"/>
                <a:ea typeface="Arial"/>
                <a:cs typeface="Arial"/>
              </a:defRPr>
            </a:lvl8pPr>
            <a:lvl9pPr algn="l">
              <a:defRPr sz="1425" b="1">
                <a:solidFill>
                  <a:srgbClr val="000000"/>
                </a:solidFill>
                <a:latin typeface="Arial"/>
                <a:ea typeface="Arial"/>
                <a:cs typeface="Arial"/>
              </a:defRPr>
            </a:lvl9pPr>
          </a:lstStyle>
          <a:p xmlns:a="http://schemas.openxmlformats.org/drawingml/2006/main">
            <a:pPr algn="l">
              <a:defRPr sz="1425" b="1">
                <a:solidFill>
                  <a:srgbClr val="000000"/>
                </a:solidFill>
                <a:latin typeface="Arial"/>
                <a:ea typeface="Arial"/>
                <a:cs typeface="Arial"/>
              </a:defRPr>
            </a:pPr>
            <a:r>
              <a:rPr sz="1425" b="1">
                <a:solidFill>
                  <a:srgbClr val="000000"/>
                </a:solidFill>
                <a:latin typeface="Arial"/>
                <a:ea typeface="Arial"/>
                <a:cs typeface="Arial"/>
              </a:rPr>
              <a:t>RG-MTM-R20</a:t>
            </a:r>
          </a:p>
        </p:txBody>
      </p:sp>
      <p:pic>
        <p:nvPicPr>
          <p:cNvPr id="41" name="">
            <a:extLst xmlns:a="http://schemas.openxmlformats.org/drawingml/2006/main">
              <a:ext uri="{FF2B5EF4-FFF2-40B4-BE49-F238E27FC236}">
                <a16:creationId xmlns:a16="http://schemas.microsoft.com/office/drawing/2014/main" id="{9DE111E0-AF46-48E3-A812-F2B0925BC5B1}"/>
              </a:ext>
            </a:extLst>
          </p:cNvPr>
          <p:cNvPicPr>
            <a:picLocks xmlns:a="http://schemas.openxmlformats.org/drawingml/2006/main" noChangeAspect="1"/>
          </p:cNvPicPr>
          <p:nvPr/>
        </p:nvPicPr>
        <p:blipFill>
          <a:blip xmlns:r="http://schemas.openxmlformats.org/officeDocument/2006/relationships" xmlns:a="http://schemas.openxmlformats.org/drawingml/2006/main" r:embed="R3b64e699ba19403d"/>
          <a:stretch xmlns:a="http://schemas.openxmlformats.org/drawingml/2006/main"/>
        </p:blipFill>
        <p:spPr>
          <a:xfrm xmlns:a="http://schemas.openxmlformats.org/drawingml/2006/main">
            <a:off x="6762750" y="3257563"/>
            <a:ext cx="4953000" cy="1333475"/>
          </a:xfrm>
          <a:prstGeom xmlns:a="http://schemas.openxmlformats.org/drawingml/2006/main" prst="rect">
            <a:avLst/>
          </a:prstGeom>
        </p:spPr>
      </p:pic>
      <p:sp>
        <p:nvSpPr>
          <p:cNvPr id="42" name="rect_041">
            <a:extLst xmlns:a="http://schemas.openxmlformats.org/drawingml/2006/main">
              <a:ext uri="{FF2B5EF4-FFF2-40B4-BE49-F238E27FC236}">
                <a16:creationId xmlns:a16="http://schemas.microsoft.com/office/drawing/2014/main" id="{4F21F3B3-E3A8-4BFF-A4FA-16ACE4628F80}"/>
              </a:ext>
            </a:extLst>
          </p:cNvPr>
          <p:cNvSpPr>
            <a:spLocks xmlns:a="http://schemas.openxmlformats.org/drawingml/2006/main" noGrp="1"/>
          </p:cNvSpPr>
          <p:nvPr/>
        </p:nvSpPr>
        <p:spPr>
          <a:xfrm xmlns:a="http://schemas.openxmlformats.org/drawingml/2006/main" rot="0">
            <a:off x="6762750" y="3257550"/>
            <a:ext cx="4953000" cy="1333500"/>
          </a:xfrm>
          <a:prstGeom xmlns:a="http://schemas.openxmlformats.org/drawingml/2006/main" prst="rect">
            <a:avLst/>
          </a:prstGeom>
          <a:noFill xmlns:a="http://schemas.openxmlformats.org/drawingml/2006/main"/>
          <a:ln xmlns:a="http://schemas.openxmlformats.org/drawingml/2006/main" w="6668">
            <a:solidFill>
              <a:srgbClr val="7B8790"/>
            </a:solidFill>
            <a:prstDash val="solid"/>
          </a:ln>
        </p:spPr>
      </p:sp>
      <p:sp>
        <p:nvSpPr>
          <p:cNvPr id="43" name="text_042">
            <a:extLst xmlns:a="http://schemas.openxmlformats.org/drawingml/2006/main">
              <a:ext uri="{FF2B5EF4-FFF2-40B4-BE49-F238E27FC236}">
                <a16:creationId xmlns:a16="http://schemas.microsoft.com/office/drawing/2014/main" id="{C6685036-FC46-4C51-81DF-CCE1B93DEEAA}"/>
              </a:ext>
            </a:extLst>
          </p:cNvPr>
          <p:cNvSpPr>
            <a:spLocks xmlns:a="http://schemas.openxmlformats.org/drawingml/2006/main" noGrp="1"/>
          </p:cNvSpPr>
          <p:nvPr/>
        </p:nvSpPr>
        <p:spPr>
          <a:xfrm xmlns:a="http://schemas.openxmlformats.org/drawingml/2006/main" rot="0">
            <a:off x="6353175" y="4505325"/>
            <a:ext cx="333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44" name="text_043">
            <a:extLst xmlns:a="http://schemas.openxmlformats.org/drawingml/2006/main">
              <a:ext uri="{FF2B5EF4-FFF2-40B4-BE49-F238E27FC236}">
                <a16:creationId xmlns:a16="http://schemas.microsoft.com/office/drawing/2014/main" id="{81FE8D56-6CBD-43F6-9E34-FABEF158D2CF}"/>
              </a:ext>
            </a:extLst>
          </p:cNvPr>
          <p:cNvSpPr>
            <a:spLocks xmlns:a="http://schemas.openxmlformats.org/drawingml/2006/main" noGrp="1"/>
          </p:cNvSpPr>
          <p:nvPr/>
        </p:nvSpPr>
        <p:spPr>
          <a:xfrm xmlns:a="http://schemas.openxmlformats.org/drawingml/2006/main" rot="0">
            <a:off x="6353175" y="3838575"/>
            <a:ext cx="333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0.5</a:t>
            </a:r>
          </a:p>
        </p:txBody>
      </p:sp>
      <p:sp>
        <p:nvSpPr>
          <p:cNvPr id="45" name="text_044">
            <a:extLst xmlns:a="http://schemas.openxmlformats.org/drawingml/2006/main">
              <a:ext uri="{FF2B5EF4-FFF2-40B4-BE49-F238E27FC236}">
                <a16:creationId xmlns:a16="http://schemas.microsoft.com/office/drawing/2014/main" id="{3F92BD1A-186A-4574-AE15-901687F3553D}"/>
              </a:ext>
            </a:extLst>
          </p:cNvPr>
          <p:cNvSpPr>
            <a:spLocks xmlns:a="http://schemas.openxmlformats.org/drawingml/2006/main" noGrp="1"/>
          </p:cNvSpPr>
          <p:nvPr/>
        </p:nvSpPr>
        <p:spPr>
          <a:xfrm xmlns:a="http://schemas.openxmlformats.org/drawingml/2006/main" rot="0">
            <a:off x="6353175" y="3171825"/>
            <a:ext cx="333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1</a:t>
            </a:r>
          </a:p>
        </p:txBody>
      </p:sp>
      <p:sp>
        <p:nvSpPr>
          <p:cNvPr id="46" name="text_045">
            <a:extLst xmlns:a="http://schemas.openxmlformats.org/drawingml/2006/main">
              <a:ext uri="{FF2B5EF4-FFF2-40B4-BE49-F238E27FC236}">
                <a16:creationId xmlns:a16="http://schemas.microsoft.com/office/drawing/2014/main" id="{73740261-7581-436E-B120-5AD0847DE566}"/>
              </a:ext>
            </a:extLst>
          </p:cNvPr>
          <p:cNvSpPr>
            <a:spLocks xmlns:a="http://schemas.openxmlformats.org/drawingml/2006/main" noGrp="1"/>
          </p:cNvSpPr>
          <p:nvPr/>
        </p:nvSpPr>
        <p:spPr>
          <a:xfrm xmlns:a="http://schemas.openxmlformats.org/drawingml/2006/main" rot="0">
            <a:off x="6464716" y="46386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Jan 1</a:t>
            </a:r>
          </a:p>
        </p:txBody>
      </p:sp>
      <p:sp>
        <p:nvSpPr>
          <p:cNvPr id="47" name="text_046">
            <a:extLst xmlns:a="http://schemas.openxmlformats.org/drawingml/2006/main">
              <a:ext uri="{FF2B5EF4-FFF2-40B4-BE49-F238E27FC236}">
                <a16:creationId xmlns:a16="http://schemas.microsoft.com/office/drawing/2014/main" id="{D541F160-742E-42AD-968B-69426799F30E}"/>
              </a:ext>
            </a:extLst>
          </p:cNvPr>
          <p:cNvSpPr>
            <a:spLocks xmlns:a="http://schemas.openxmlformats.org/drawingml/2006/main" noGrp="1"/>
          </p:cNvSpPr>
          <p:nvPr/>
        </p:nvSpPr>
        <p:spPr>
          <a:xfrm xmlns:a="http://schemas.openxmlformats.org/drawingml/2006/main" rot="0">
            <a:off x="7696200" y="46386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Apr 1</a:t>
            </a:r>
          </a:p>
        </p:txBody>
      </p:sp>
      <p:sp>
        <p:nvSpPr>
          <p:cNvPr id="48" name="text_047">
            <a:extLst xmlns:a="http://schemas.openxmlformats.org/drawingml/2006/main">
              <a:ext uri="{FF2B5EF4-FFF2-40B4-BE49-F238E27FC236}">
                <a16:creationId xmlns:a16="http://schemas.microsoft.com/office/drawing/2014/main" id="{44D2465F-A56C-4D59-9E52-0F76871DAB6D}"/>
              </a:ext>
            </a:extLst>
          </p:cNvPr>
          <p:cNvSpPr>
            <a:spLocks xmlns:a="http://schemas.openxmlformats.org/drawingml/2006/main" noGrp="1"/>
          </p:cNvSpPr>
          <p:nvPr/>
        </p:nvSpPr>
        <p:spPr>
          <a:xfrm xmlns:a="http://schemas.openxmlformats.org/drawingml/2006/main" rot="0">
            <a:off x="8927684" y="46386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Jul 1</a:t>
            </a:r>
          </a:p>
        </p:txBody>
      </p:sp>
      <p:sp>
        <p:nvSpPr>
          <p:cNvPr id="49" name="text_048">
            <a:extLst xmlns:a="http://schemas.openxmlformats.org/drawingml/2006/main">
              <a:ext uri="{FF2B5EF4-FFF2-40B4-BE49-F238E27FC236}">
                <a16:creationId xmlns:a16="http://schemas.microsoft.com/office/drawing/2014/main" id="{FA103A43-C142-4520-A668-B9845A92EF3A}"/>
              </a:ext>
            </a:extLst>
          </p:cNvPr>
          <p:cNvSpPr>
            <a:spLocks xmlns:a="http://schemas.openxmlformats.org/drawingml/2006/main" noGrp="1"/>
          </p:cNvSpPr>
          <p:nvPr/>
        </p:nvSpPr>
        <p:spPr>
          <a:xfrm xmlns:a="http://schemas.openxmlformats.org/drawingml/2006/main" rot="0">
            <a:off x="10172700" y="46386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Oct 1</a:t>
            </a:r>
          </a:p>
        </p:txBody>
      </p:sp>
      <p:sp>
        <p:nvSpPr>
          <p:cNvPr id="50" name="text_049">
            <a:extLst xmlns:a="http://schemas.openxmlformats.org/drawingml/2006/main">
              <a:ext uri="{FF2B5EF4-FFF2-40B4-BE49-F238E27FC236}">
                <a16:creationId xmlns:a16="http://schemas.microsoft.com/office/drawing/2014/main" id="{8ADFD88A-8E86-4A87-9185-05C89A246600}"/>
              </a:ext>
            </a:extLst>
          </p:cNvPr>
          <p:cNvSpPr>
            <a:spLocks xmlns:a="http://schemas.openxmlformats.org/drawingml/2006/main" noGrp="1"/>
          </p:cNvSpPr>
          <p:nvPr/>
        </p:nvSpPr>
        <p:spPr>
          <a:xfrm xmlns:a="http://schemas.openxmlformats.org/drawingml/2006/main" rot="0">
            <a:off x="11404184" y="46386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Dec 31</a:t>
            </a:r>
          </a:p>
        </p:txBody>
      </p:sp>
      <p:sp>
        <p:nvSpPr>
          <p:cNvPr id="51" name="text_050">
            <a:extLst xmlns:a="http://schemas.openxmlformats.org/drawingml/2006/main">
              <a:ext uri="{FF2B5EF4-FFF2-40B4-BE49-F238E27FC236}">
                <a16:creationId xmlns:a16="http://schemas.microsoft.com/office/drawing/2014/main" id="{5095FA4C-FB6F-4FE8-A565-E5AF7EB28A32}"/>
              </a:ext>
            </a:extLst>
          </p:cNvPr>
          <p:cNvSpPr>
            <a:spLocks xmlns:a="http://schemas.openxmlformats.org/drawingml/2006/main" noGrp="1"/>
          </p:cNvSpPr>
          <p:nvPr/>
        </p:nvSpPr>
        <p:spPr>
          <a:xfrm xmlns:a="http://schemas.openxmlformats.org/drawingml/2006/main" rot="0">
            <a:off x="6762750" y="48672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2000 date</a:t>
            </a:r>
          </a:p>
        </p:txBody>
      </p:sp>
      <p:pic>
        <p:nvPicPr>
          <p:cNvPr id="52" name="">
            <a:extLst xmlns:a="http://schemas.openxmlformats.org/drawingml/2006/main">
              <a:ext uri="{FF2B5EF4-FFF2-40B4-BE49-F238E27FC236}">
                <a16:creationId xmlns:a16="http://schemas.microsoft.com/office/drawing/2014/main" id="{582D460C-F654-4639-BC72-069A90B6E998}"/>
              </a:ext>
            </a:extLst>
          </p:cNvPr>
          <p:cNvPicPr>
            <a:picLocks xmlns:a="http://schemas.openxmlformats.org/drawingml/2006/main" noChangeAspect="1"/>
          </p:cNvPicPr>
          <p:nvPr/>
        </p:nvPicPr>
        <p:blipFill>
          <a:blip xmlns:r="http://schemas.openxmlformats.org/officeDocument/2006/relationships" xmlns:a="http://schemas.openxmlformats.org/drawingml/2006/main" r:embed="R1e822fd23d7c4ccb"/>
          <a:stretch xmlns:a="http://schemas.openxmlformats.org/drawingml/2006/main"/>
        </p:blipFill>
        <p:spPr>
          <a:xfrm xmlns:a="http://schemas.openxmlformats.org/drawingml/2006/main">
            <a:off x="4333875" y="5105400"/>
            <a:ext cx="4381500" cy="104775"/>
          </a:xfrm>
          <a:prstGeom xmlns:a="http://schemas.openxmlformats.org/drawingml/2006/main" prst="rect">
            <a:avLst/>
          </a:prstGeom>
        </p:spPr>
      </p:pic>
      <p:sp>
        <p:nvSpPr>
          <p:cNvPr id="53" name="text_052">
            <a:extLst xmlns:a="http://schemas.openxmlformats.org/drawingml/2006/main">
              <a:ext uri="{FF2B5EF4-FFF2-40B4-BE49-F238E27FC236}">
                <a16:creationId xmlns:a16="http://schemas.microsoft.com/office/drawing/2014/main" id="{6B3A2AB7-8FE6-40BA-9CE6-CDF30DD8F453}"/>
              </a:ext>
            </a:extLst>
          </p:cNvPr>
          <p:cNvSpPr>
            <a:spLocks xmlns:a="http://schemas.openxmlformats.org/drawingml/2006/main" noGrp="1"/>
          </p:cNvSpPr>
          <p:nvPr/>
        </p:nvSpPr>
        <p:spPr>
          <a:xfrm xmlns:a="http://schemas.openxmlformats.org/drawingml/2006/main" rot="0">
            <a:off x="3476625" y="5029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0.00</a:t>
            </a:r>
          </a:p>
        </p:txBody>
      </p:sp>
      <p:sp>
        <p:nvSpPr>
          <p:cNvPr id="54" name="text_053">
            <a:extLst xmlns:a="http://schemas.openxmlformats.org/drawingml/2006/main">
              <a:ext uri="{FF2B5EF4-FFF2-40B4-BE49-F238E27FC236}">
                <a16:creationId xmlns:a16="http://schemas.microsoft.com/office/drawing/2014/main" id="{9AD7A6B1-CC38-4F18-ADFF-2CA7CED166A2}"/>
              </a:ext>
            </a:extLst>
          </p:cNvPr>
          <p:cNvSpPr>
            <a:spLocks xmlns:a="http://schemas.openxmlformats.org/drawingml/2006/main" noGrp="1"/>
          </p:cNvSpPr>
          <p:nvPr/>
        </p:nvSpPr>
        <p:spPr>
          <a:xfrm xmlns:a="http://schemas.openxmlformats.org/drawingml/2006/main" rot="0">
            <a:off x="8858250" y="5029200"/>
            <a:ext cx="95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200" b="0">
                <a:solidFill>
                  <a:srgbClr val="000000"/>
                </a:solidFill>
                <a:latin typeface="Arial"/>
                <a:ea typeface="Arial"/>
                <a:cs typeface="Arial"/>
              </a:defRPr>
            </a:defPPr>
            <a:lvl1pPr algn="l">
              <a:defRPr sz="1200" b="0">
                <a:solidFill>
                  <a:srgbClr val="000000"/>
                </a:solidFill>
                <a:latin typeface="Arial"/>
                <a:ea typeface="Arial"/>
                <a:cs typeface="Arial"/>
              </a:defRPr>
            </a:lvl1pPr>
            <a:lvl2pPr algn="l">
              <a:defRPr sz="1200" b="0">
                <a:solidFill>
                  <a:srgbClr val="000000"/>
                </a:solidFill>
                <a:latin typeface="Arial"/>
                <a:ea typeface="Arial"/>
                <a:cs typeface="Arial"/>
              </a:defRPr>
            </a:lvl2pPr>
            <a:lvl3pPr algn="l">
              <a:defRPr sz="1200" b="0">
                <a:solidFill>
                  <a:srgbClr val="000000"/>
                </a:solidFill>
                <a:latin typeface="Arial"/>
                <a:ea typeface="Arial"/>
                <a:cs typeface="Arial"/>
              </a:defRPr>
            </a:lvl3pPr>
            <a:lvl4pPr algn="l">
              <a:defRPr sz="1200" b="0">
                <a:solidFill>
                  <a:srgbClr val="000000"/>
                </a:solidFill>
                <a:latin typeface="Arial"/>
                <a:ea typeface="Arial"/>
                <a:cs typeface="Arial"/>
              </a:defRPr>
            </a:lvl4pPr>
            <a:lvl5pPr algn="l">
              <a:defRPr sz="1200" b="0">
                <a:solidFill>
                  <a:srgbClr val="000000"/>
                </a:solidFill>
                <a:latin typeface="Arial"/>
                <a:ea typeface="Arial"/>
                <a:cs typeface="Arial"/>
              </a:defRPr>
            </a:lvl5pPr>
            <a:lvl6pPr algn="l">
              <a:defRPr sz="1200" b="0">
                <a:solidFill>
                  <a:srgbClr val="000000"/>
                </a:solidFill>
                <a:latin typeface="Arial"/>
                <a:ea typeface="Arial"/>
                <a:cs typeface="Arial"/>
              </a:defRPr>
            </a:lvl6pPr>
            <a:lvl7pPr algn="l">
              <a:defRPr sz="1200" b="0">
                <a:solidFill>
                  <a:srgbClr val="000000"/>
                </a:solidFill>
                <a:latin typeface="Arial"/>
                <a:ea typeface="Arial"/>
                <a:cs typeface="Arial"/>
              </a:defRPr>
            </a:lvl7pPr>
            <a:lvl8pPr algn="l">
              <a:defRPr sz="1200" b="0">
                <a:solidFill>
                  <a:srgbClr val="000000"/>
                </a:solidFill>
                <a:latin typeface="Arial"/>
                <a:ea typeface="Arial"/>
                <a:cs typeface="Arial"/>
              </a:defRPr>
            </a:lvl8pPr>
            <a:lvl9pPr algn="l">
              <a:defRPr sz="1200" b="0">
                <a:solidFill>
                  <a:srgbClr val="000000"/>
                </a:solidFill>
                <a:latin typeface="Arial"/>
                <a:ea typeface="Arial"/>
                <a:cs typeface="Arial"/>
              </a:defRPr>
            </a:lvl9pPr>
          </a:lstStyle>
          <a:p xmlns:a="http://schemas.openxmlformats.org/drawingml/2006/main">
            <a:pPr algn="l">
              <a:defRPr sz="1200" b="0">
                <a:solidFill>
                  <a:srgbClr val="000000"/>
                </a:solidFill>
                <a:latin typeface="Arial"/>
                <a:ea typeface="Arial"/>
                <a:cs typeface="Arial"/>
              </a:defRPr>
            </a:pPr>
            <a:r>
              <a:rPr sz="1200" b="0">
                <a:solidFill>
                  <a:srgbClr val="000000"/>
                </a:solidFill>
                <a:latin typeface="Arial"/>
                <a:ea typeface="Arial"/>
                <a:cs typeface="Arial"/>
              </a:rPr>
              <a:t>162.34</a:t>
            </a:r>
          </a:p>
        </p:txBody>
      </p:sp>
      <p:sp>
        <p:nvSpPr>
          <p:cNvPr id="55" name="text_054">
            <a:extLst xmlns:a="http://schemas.openxmlformats.org/drawingml/2006/main">
              <a:ext uri="{FF2B5EF4-FFF2-40B4-BE49-F238E27FC236}">
                <a16:creationId xmlns:a16="http://schemas.microsoft.com/office/drawing/2014/main" id="{A68F8C83-DA1D-4792-8A3B-30AD26A5BBFA}"/>
              </a:ext>
            </a:extLst>
          </p:cNvPr>
          <p:cNvSpPr>
            <a:spLocks xmlns:a="http://schemas.openxmlformats.org/drawingml/2006/main" noGrp="1"/>
          </p:cNvSpPr>
          <p:nvPr/>
        </p:nvSpPr>
        <p:spPr>
          <a:xfrm xmlns:a="http://schemas.openxmlformats.org/drawingml/2006/main" rot="0">
            <a:off x="285750" y="5019675"/>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275" b="0">
                <a:solidFill>
                  <a:srgbClr val="000000"/>
                </a:solidFill>
                <a:latin typeface="Arial"/>
                <a:ea typeface="Arial"/>
                <a:cs typeface="Arial"/>
              </a:defRPr>
            </a:defPPr>
            <a:lvl1pPr algn="l">
              <a:defRPr sz="1275" b="0">
                <a:solidFill>
                  <a:srgbClr val="000000"/>
                </a:solidFill>
                <a:latin typeface="Arial"/>
                <a:ea typeface="Arial"/>
                <a:cs typeface="Arial"/>
              </a:defRPr>
            </a:lvl1pPr>
            <a:lvl2pPr algn="l">
              <a:defRPr sz="1275" b="0">
                <a:solidFill>
                  <a:srgbClr val="000000"/>
                </a:solidFill>
                <a:latin typeface="Arial"/>
                <a:ea typeface="Arial"/>
                <a:cs typeface="Arial"/>
              </a:defRPr>
            </a:lvl2pPr>
            <a:lvl3pPr algn="l">
              <a:defRPr sz="1275" b="0">
                <a:solidFill>
                  <a:srgbClr val="000000"/>
                </a:solidFill>
                <a:latin typeface="Arial"/>
                <a:ea typeface="Arial"/>
                <a:cs typeface="Arial"/>
              </a:defRPr>
            </a:lvl3pPr>
            <a:lvl4pPr algn="l">
              <a:defRPr sz="1275" b="0">
                <a:solidFill>
                  <a:srgbClr val="000000"/>
                </a:solidFill>
                <a:latin typeface="Arial"/>
                <a:ea typeface="Arial"/>
                <a:cs typeface="Arial"/>
              </a:defRPr>
            </a:lvl4pPr>
            <a:lvl5pPr algn="l">
              <a:defRPr sz="1275" b="0">
                <a:solidFill>
                  <a:srgbClr val="000000"/>
                </a:solidFill>
                <a:latin typeface="Arial"/>
                <a:ea typeface="Arial"/>
                <a:cs typeface="Arial"/>
              </a:defRPr>
            </a:lvl5pPr>
            <a:lvl6pPr algn="l">
              <a:defRPr sz="1275" b="0">
                <a:solidFill>
                  <a:srgbClr val="000000"/>
                </a:solidFill>
                <a:latin typeface="Arial"/>
                <a:ea typeface="Arial"/>
                <a:cs typeface="Arial"/>
              </a:defRPr>
            </a:lvl6pPr>
            <a:lvl7pPr algn="l">
              <a:defRPr sz="1275" b="0">
                <a:solidFill>
                  <a:srgbClr val="000000"/>
                </a:solidFill>
                <a:latin typeface="Arial"/>
                <a:ea typeface="Arial"/>
                <a:cs typeface="Arial"/>
              </a:defRPr>
            </a:lvl7pPr>
            <a:lvl8pPr algn="l">
              <a:defRPr sz="1275" b="0">
                <a:solidFill>
                  <a:srgbClr val="000000"/>
                </a:solidFill>
                <a:latin typeface="Arial"/>
                <a:ea typeface="Arial"/>
                <a:cs typeface="Arial"/>
              </a:defRPr>
            </a:lvl8pPr>
            <a:lvl9pPr algn="l">
              <a:defRPr sz="1275" b="0">
                <a:solidFill>
                  <a:srgbClr val="000000"/>
                </a:solidFill>
                <a:latin typeface="Arial"/>
                <a:ea typeface="Arial"/>
                <a:cs typeface="Arial"/>
              </a:defRPr>
            </a:lvl9pPr>
          </a:lstStyle>
          <a:p xmlns:a="http://schemas.openxmlformats.org/drawingml/2006/main">
            <a:pPr algn="l">
              <a:defRPr sz="1275" b="0">
                <a:solidFill>
                  <a:srgbClr val="000000"/>
                </a:solidFill>
                <a:latin typeface="Arial"/>
                <a:ea typeface="Arial"/>
                <a:cs typeface="Arial"/>
              </a:defRPr>
            </a:pPr>
            <a:r>
              <a:rPr sz="1275" b="0">
                <a:solidFill>
                  <a:srgbClr val="000000"/>
                </a:solidFill>
                <a:latin typeface="Arial"/>
                <a:ea typeface="Arial"/>
                <a:cs typeface="Arial"/>
              </a:rPr>
              <a:t>PM2.5 (ug m-3)</a:t>
            </a:r>
          </a:p>
        </p:txBody>
      </p:sp>
      <p:sp>
        <p:nvSpPr>
          <p:cNvPr id="56" name="text_055">
            <a:extLst xmlns:a="http://schemas.openxmlformats.org/drawingml/2006/main">
              <a:ext uri="{FF2B5EF4-FFF2-40B4-BE49-F238E27FC236}">
                <a16:creationId xmlns:a16="http://schemas.microsoft.com/office/drawing/2014/main" id="{0EC9713D-0CFE-4337-820B-79C5DF6B0287}"/>
              </a:ext>
            </a:extLst>
          </p:cNvPr>
          <p:cNvSpPr>
            <a:spLocks xmlns:a="http://schemas.openxmlformats.org/drawingml/2006/main" noGrp="1"/>
          </p:cNvSpPr>
          <p:nvPr/>
        </p:nvSpPr>
        <p:spPr>
          <a:xfrm xmlns:a="http://schemas.openxmlformats.org/drawingml/2006/main" rot="0">
            <a:off x="9810750" y="5019675"/>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xmlns:a="http://schemas.openxmlformats.org/drawingml/2006/main">
            <a:pPr algn="r">
              <a:defRPr sz="1125" b="0">
                <a:solidFill>
                  <a:srgbClr val="000000"/>
                </a:solidFill>
                <a:latin typeface="Arial"/>
                <a:ea typeface="Arial"/>
                <a:cs typeface="Arial"/>
              </a:defRPr>
            </a:pPr>
            <a:r>
              <a:rPr sz="1125" b="0">
                <a:solidFill>
                  <a:srgbClr val="000000"/>
                </a:solidFill>
                <a:latin typeface="Arial"/>
                <a:ea typeface="Arial"/>
                <a:cs typeface="Arial"/>
              </a:rPr>
              <a:t>Reference position [0,1]</a:t>
            </a:r>
          </a:p>
        </p:txBody>
      </p:sp>
      <p:sp>
        <p:nvSpPr>
          <p:cNvPr id="57" name="text_056">
            <a:extLst xmlns:a="http://schemas.openxmlformats.org/drawingml/2006/main">
              <a:ext uri="{FF2B5EF4-FFF2-40B4-BE49-F238E27FC236}">
                <a16:creationId xmlns:a16="http://schemas.microsoft.com/office/drawing/2014/main" id="{978977CD-09FC-4322-8B07-B43ADC7C6337}"/>
              </a:ext>
            </a:extLst>
          </p:cNvPr>
          <p:cNvSpPr>
            <a:spLocks xmlns:a="http://schemas.openxmlformats.org/drawingml/2006/main" noGrp="1"/>
          </p:cNvSpPr>
          <p:nvPr/>
        </p:nvSpPr>
        <p:spPr>
          <a:xfrm xmlns:a="http://schemas.openxmlformats.org/drawingml/2006/main" rot="0">
            <a:off x="190500" y="5362575"/>
            <a:ext cx="9525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650" b="1">
                <a:solidFill>
                  <a:srgbClr val="000000"/>
                </a:solidFill>
                <a:latin typeface="Arial"/>
                <a:ea typeface="Arial"/>
                <a:cs typeface="Arial"/>
              </a:defRPr>
            </a:defPPr>
            <a:lvl1pPr algn="l">
              <a:defRPr sz="1650" b="1">
                <a:solidFill>
                  <a:srgbClr val="000000"/>
                </a:solidFill>
                <a:latin typeface="Arial"/>
                <a:ea typeface="Arial"/>
                <a:cs typeface="Arial"/>
              </a:defRPr>
            </a:lvl1pPr>
            <a:lvl2pPr algn="l">
              <a:defRPr sz="1650" b="1">
                <a:solidFill>
                  <a:srgbClr val="000000"/>
                </a:solidFill>
                <a:latin typeface="Arial"/>
                <a:ea typeface="Arial"/>
                <a:cs typeface="Arial"/>
              </a:defRPr>
            </a:lvl2pPr>
            <a:lvl3pPr algn="l">
              <a:defRPr sz="1650" b="1">
                <a:solidFill>
                  <a:srgbClr val="000000"/>
                </a:solidFill>
                <a:latin typeface="Arial"/>
                <a:ea typeface="Arial"/>
                <a:cs typeface="Arial"/>
              </a:defRPr>
            </a:lvl3pPr>
            <a:lvl4pPr algn="l">
              <a:defRPr sz="1650" b="1">
                <a:solidFill>
                  <a:srgbClr val="000000"/>
                </a:solidFill>
                <a:latin typeface="Arial"/>
                <a:ea typeface="Arial"/>
                <a:cs typeface="Arial"/>
              </a:defRPr>
            </a:lvl4pPr>
            <a:lvl5pPr algn="l">
              <a:defRPr sz="1650" b="1">
                <a:solidFill>
                  <a:srgbClr val="000000"/>
                </a:solidFill>
                <a:latin typeface="Arial"/>
                <a:ea typeface="Arial"/>
                <a:cs typeface="Arial"/>
              </a:defRPr>
            </a:lvl5pPr>
            <a:lvl6pPr algn="l">
              <a:defRPr sz="1650" b="1">
                <a:solidFill>
                  <a:srgbClr val="000000"/>
                </a:solidFill>
                <a:latin typeface="Arial"/>
                <a:ea typeface="Arial"/>
                <a:cs typeface="Arial"/>
              </a:defRPr>
            </a:lvl6pPr>
            <a:lvl7pPr algn="l">
              <a:defRPr sz="1650" b="1">
                <a:solidFill>
                  <a:srgbClr val="000000"/>
                </a:solidFill>
                <a:latin typeface="Arial"/>
                <a:ea typeface="Arial"/>
                <a:cs typeface="Arial"/>
              </a:defRPr>
            </a:lvl7pPr>
            <a:lvl8pPr algn="l">
              <a:defRPr sz="1650" b="1">
                <a:solidFill>
                  <a:srgbClr val="000000"/>
                </a:solidFill>
                <a:latin typeface="Arial"/>
                <a:ea typeface="Arial"/>
                <a:cs typeface="Arial"/>
              </a:defRPr>
            </a:lvl8pPr>
            <a:lvl9pPr algn="l">
              <a:defRPr sz="1650" b="1">
                <a:solidFill>
                  <a:srgbClr val="000000"/>
                </a:solidFill>
                <a:latin typeface="Arial"/>
                <a:ea typeface="Arial"/>
                <a:cs typeface="Arial"/>
              </a:defRPr>
            </a:lvl9pPr>
          </a:lstStyle>
          <a:p xmlns:a="http://schemas.openxmlformats.org/drawingml/2006/main">
            <a:pPr algn="l">
              <a:defRPr sz="1650" b="1">
                <a:solidFill>
                  <a:srgbClr val="000000"/>
                </a:solidFill>
                <a:latin typeface="Arial"/>
                <a:ea typeface="Arial"/>
                <a:cs typeface="Arial"/>
              </a:defRPr>
            </a:pPr>
            <a:r>
              <a:rPr sz="1650" b="1">
                <a:solidFill>
                  <a:srgbClr val="000000"/>
                </a:solidFill>
                <a:latin typeface="Arial"/>
                <a:ea typeface="Arial"/>
                <a:cs typeface="Arial"/>
              </a:rPr>
              <a:t>(c) Ring: all 40 fields</a:t>
            </a:r>
          </a:p>
        </p:txBody>
      </p:sp>
      <p:sp>
        <p:nvSpPr>
          <p:cNvPr id="58" name="text_057">
            <a:extLst xmlns:a="http://schemas.openxmlformats.org/drawingml/2006/main">
              <a:ext uri="{FF2B5EF4-FFF2-40B4-BE49-F238E27FC236}">
                <a16:creationId xmlns:a16="http://schemas.microsoft.com/office/drawing/2014/main" id="{A400C3EE-3F87-448D-8263-44B10222B633}"/>
              </a:ext>
            </a:extLst>
          </p:cNvPr>
          <p:cNvSpPr>
            <a:spLocks xmlns:a="http://schemas.openxmlformats.org/drawingml/2006/main" noGrp="1"/>
          </p:cNvSpPr>
          <p:nvPr/>
        </p:nvSpPr>
        <p:spPr>
          <a:xfrm xmlns:a="http://schemas.openxmlformats.org/drawingml/2006/main" rot="0">
            <a:off x="762000" y="5657850"/>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425" b="1">
                <a:solidFill>
                  <a:srgbClr val="000000"/>
                </a:solidFill>
                <a:latin typeface="Arial"/>
                <a:ea typeface="Arial"/>
                <a:cs typeface="Arial"/>
              </a:defRPr>
            </a:defPPr>
            <a:lvl1pPr algn="l">
              <a:defRPr sz="1425" b="1">
                <a:solidFill>
                  <a:srgbClr val="000000"/>
                </a:solidFill>
                <a:latin typeface="Arial"/>
                <a:ea typeface="Arial"/>
                <a:cs typeface="Arial"/>
              </a:defRPr>
            </a:lvl1pPr>
            <a:lvl2pPr algn="l">
              <a:defRPr sz="1425" b="1">
                <a:solidFill>
                  <a:srgbClr val="000000"/>
                </a:solidFill>
                <a:latin typeface="Arial"/>
                <a:ea typeface="Arial"/>
                <a:cs typeface="Arial"/>
              </a:defRPr>
            </a:lvl2pPr>
            <a:lvl3pPr algn="l">
              <a:defRPr sz="1425" b="1">
                <a:solidFill>
                  <a:srgbClr val="000000"/>
                </a:solidFill>
                <a:latin typeface="Arial"/>
                <a:ea typeface="Arial"/>
                <a:cs typeface="Arial"/>
              </a:defRPr>
            </a:lvl3pPr>
            <a:lvl4pPr algn="l">
              <a:defRPr sz="1425" b="1">
                <a:solidFill>
                  <a:srgbClr val="000000"/>
                </a:solidFill>
                <a:latin typeface="Arial"/>
                <a:ea typeface="Arial"/>
                <a:cs typeface="Arial"/>
              </a:defRPr>
            </a:lvl4pPr>
            <a:lvl5pPr algn="l">
              <a:defRPr sz="1425" b="1">
                <a:solidFill>
                  <a:srgbClr val="000000"/>
                </a:solidFill>
                <a:latin typeface="Arial"/>
                <a:ea typeface="Arial"/>
                <a:cs typeface="Arial"/>
              </a:defRPr>
            </a:lvl5pPr>
            <a:lvl6pPr algn="l">
              <a:defRPr sz="1425" b="1">
                <a:solidFill>
                  <a:srgbClr val="000000"/>
                </a:solidFill>
                <a:latin typeface="Arial"/>
                <a:ea typeface="Arial"/>
                <a:cs typeface="Arial"/>
              </a:defRPr>
            </a:lvl6pPr>
            <a:lvl7pPr algn="l">
              <a:defRPr sz="1425" b="1">
                <a:solidFill>
                  <a:srgbClr val="000000"/>
                </a:solidFill>
                <a:latin typeface="Arial"/>
                <a:ea typeface="Arial"/>
                <a:cs typeface="Arial"/>
              </a:defRPr>
            </a:lvl7pPr>
            <a:lvl8pPr algn="l">
              <a:defRPr sz="1425" b="1">
                <a:solidFill>
                  <a:srgbClr val="000000"/>
                </a:solidFill>
                <a:latin typeface="Arial"/>
                <a:ea typeface="Arial"/>
                <a:cs typeface="Arial"/>
              </a:defRPr>
            </a:lvl8pPr>
            <a:lvl9pPr algn="l">
              <a:defRPr sz="1425" b="1">
                <a:solidFill>
                  <a:srgbClr val="000000"/>
                </a:solidFill>
                <a:latin typeface="Arial"/>
                <a:ea typeface="Arial"/>
                <a:cs typeface="Arial"/>
              </a:defRPr>
            </a:lvl9pPr>
          </a:lstStyle>
          <a:p xmlns:a="http://schemas.openxmlformats.org/drawingml/2006/main">
            <a:pPr algn="l">
              <a:defRPr sz="1425" b="1">
                <a:solidFill>
                  <a:srgbClr val="000000"/>
                </a:solidFill>
                <a:latin typeface="Arial"/>
                <a:ea typeface="Arial"/>
                <a:cs typeface="Arial"/>
              </a:defRPr>
            </a:pPr>
            <a:r>
              <a:rPr sz="1425" b="1">
                <a:solidFill>
                  <a:srgbClr val="000000"/>
                </a:solidFill>
                <a:latin typeface="Arial"/>
                <a:ea typeface="Arial"/>
                <a:cs typeface="Arial"/>
              </a:rPr>
              <a:t>RG-MTM-P</a:t>
            </a:r>
          </a:p>
        </p:txBody>
      </p:sp>
      <p:pic>
        <p:nvPicPr>
          <p:cNvPr id="59" name="">
            <a:extLst xmlns:a="http://schemas.openxmlformats.org/drawingml/2006/main">
              <a:ext uri="{FF2B5EF4-FFF2-40B4-BE49-F238E27FC236}">
                <a16:creationId xmlns:a16="http://schemas.microsoft.com/office/drawing/2014/main" id="{E537EA7C-F5A1-4850-9E4D-6BC8D35A251E}"/>
              </a:ext>
            </a:extLst>
          </p:cNvPr>
          <p:cNvPicPr>
            <a:picLocks xmlns:a="http://schemas.openxmlformats.org/drawingml/2006/main" noChangeAspect="1"/>
          </p:cNvPicPr>
          <p:nvPr/>
        </p:nvPicPr>
        <p:blipFill>
          <a:blip xmlns:r="http://schemas.openxmlformats.org/officeDocument/2006/relationships" xmlns:a="http://schemas.openxmlformats.org/drawingml/2006/main" r:embed="Rf842a86af5ac4745"/>
          <a:stretch xmlns:a="http://schemas.openxmlformats.org/drawingml/2006/main"/>
        </p:blipFill>
        <p:spPr>
          <a:xfrm xmlns:a="http://schemas.openxmlformats.org/drawingml/2006/main">
            <a:off x="762000" y="5924550"/>
            <a:ext cx="4953000" cy="1333500"/>
          </a:xfrm>
          <a:prstGeom xmlns:a="http://schemas.openxmlformats.org/drawingml/2006/main" prst="rect">
            <a:avLst/>
          </a:prstGeom>
        </p:spPr>
      </p:pic>
      <p:sp>
        <p:nvSpPr>
          <p:cNvPr id="60" name="rect_059">
            <a:extLst xmlns:a="http://schemas.openxmlformats.org/drawingml/2006/main">
              <a:ext uri="{FF2B5EF4-FFF2-40B4-BE49-F238E27FC236}">
                <a16:creationId xmlns:a16="http://schemas.microsoft.com/office/drawing/2014/main" id="{BB5C2B1F-2E29-49F2-B836-DC5177A80F76}"/>
              </a:ext>
            </a:extLst>
          </p:cNvPr>
          <p:cNvSpPr>
            <a:spLocks xmlns:a="http://schemas.openxmlformats.org/drawingml/2006/main" noGrp="1"/>
          </p:cNvSpPr>
          <p:nvPr/>
        </p:nvSpPr>
        <p:spPr>
          <a:xfrm xmlns:a="http://schemas.openxmlformats.org/drawingml/2006/main" rot="0">
            <a:off x="762000" y="5924550"/>
            <a:ext cx="4953000" cy="1333500"/>
          </a:xfrm>
          <a:prstGeom xmlns:a="http://schemas.openxmlformats.org/drawingml/2006/main" prst="rect">
            <a:avLst/>
          </a:prstGeom>
          <a:noFill xmlns:a="http://schemas.openxmlformats.org/drawingml/2006/main"/>
          <a:ln xmlns:a="http://schemas.openxmlformats.org/drawingml/2006/main" w="6668">
            <a:solidFill>
              <a:srgbClr val="7B8790"/>
            </a:solidFill>
            <a:prstDash val="solid"/>
          </a:ln>
        </p:spPr>
      </p:sp>
      <p:sp>
        <p:nvSpPr>
          <p:cNvPr id="61" name="text_060">
            <a:extLst xmlns:a="http://schemas.openxmlformats.org/drawingml/2006/main">
              <a:ext uri="{FF2B5EF4-FFF2-40B4-BE49-F238E27FC236}">
                <a16:creationId xmlns:a16="http://schemas.microsoft.com/office/drawing/2014/main" id="{85E0AB6C-9A5D-4CD2-96F7-5CD55C21E27D}"/>
              </a:ext>
            </a:extLst>
          </p:cNvPr>
          <p:cNvSpPr>
            <a:spLocks xmlns:a="http://schemas.openxmlformats.org/drawingml/2006/main" noGrp="1"/>
          </p:cNvSpPr>
          <p:nvPr/>
        </p:nvSpPr>
        <p:spPr>
          <a:xfrm xmlns:a="http://schemas.openxmlformats.org/drawingml/2006/main" rot="0">
            <a:off x="352425" y="7172325"/>
            <a:ext cx="333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62" name="text_061">
            <a:extLst xmlns:a="http://schemas.openxmlformats.org/drawingml/2006/main">
              <a:ext uri="{FF2B5EF4-FFF2-40B4-BE49-F238E27FC236}">
                <a16:creationId xmlns:a16="http://schemas.microsoft.com/office/drawing/2014/main" id="{4094B351-3FBF-4EAD-BC40-E7EFDC12811E}"/>
              </a:ext>
            </a:extLst>
          </p:cNvPr>
          <p:cNvSpPr>
            <a:spLocks xmlns:a="http://schemas.openxmlformats.org/drawingml/2006/main" noGrp="1"/>
          </p:cNvSpPr>
          <p:nvPr/>
        </p:nvSpPr>
        <p:spPr>
          <a:xfrm xmlns:a="http://schemas.openxmlformats.org/drawingml/2006/main" rot="0">
            <a:off x="352425" y="6505575"/>
            <a:ext cx="333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0.5</a:t>
            </a:r>
          </a:p>
        </p:txBody>
      </p:sp>
      <p:sp>
        <p:nvSpPr>
          <p:cNvPr id="63" name="text_062">
            <a:extLst xmlns:a="http://schemas.openxmlformats.org/drawingml/2006/main">
              <a:ext uri="{FF2B5EF4-FFF2-40B4-BE49-F238E27FC236}">
                <a16:creationId xmlns:a16="http://schemas.microsoft.com/office/drawing/2014/main" id="{5635F2FA-821C-46F9-806F-735E2C736E6E}"/>
              </a:ext>
            </a:extLst>
          </p:cNvPr>
          <p:cNvSpPr>
            <a:spLocks xmlns:a="http://schemas.openxmlformats.org/drawingml/2006/main" noGrp="1"/>
          </p:cNvSpPr>
          <p:nvPr/>
        </p:nvSpPr>
        <p:spPr>
          <a:xfrm xmlns:a="http://schemas.openxmlformats.org/drawingml/2006/main" rot="0">
            <a:off x="352425" y="5838825"/>
            <a:ext cx="333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1</a:t>
            </a:r>
          </a:p>
        </p:txBody>
      </p:sp>
      <p:sp>
        <p:nvSpPr>
          <p:cNvPr id="64" name="text_063">
            <a:extLst xmlns:a="http://schemas.openxmlformats.org/drawingml/2006/main">
              <a:ext uri="{FF2B5EF4-FFF2-40B4-BE49-F238E27FC236}">
                <a16:creationId xmlns:a16="http://schemas.microsoft.com/office/drawing/2014/main" id="{68281DDE-A79C-4E30-A527-8E720A9F450A}"/>
              </a:ext>
            </a:extLst>
          </p:cNvPr>
          <p:cNvSpPr>
            <a:spLocks xmlns:a="http://schemas.openxmlformats.org/drawingml/2006/main" noGrp="1"/>
          </p:cNvSpPr>
          <p:nvPr/>
        </p:nvSpPr>
        <p:spPr>
          <a:xfrm xmlns:a="http://schemas.openxmlformats.org/drawingml/2006/main" rot="0">
            <a:off x="519113" y="73056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0</a:t>
            </a:r>
          </a:p>
        </p:txBody>
      </p:sp>
      <p:sp>
        <p:nvSpPr>
          <p:cNvPr id="65" name="text_064">
            <a:extLst xmlns:a="http://schemas.openxmlformats.org/drawingml/2006/main">
              <a:ext uri="{FF2B5EF4-FFF2-40B4-BE49-F238E27FC236}">
                <a16:creationId xmlns:a16="http://schemas.microsoft.com/office/drawing/2014/main" id="{11BF9753-822D-4A2C-B069-30E579717B76}"/>
              </a:ext>
            </a:extLst>
          </p:cNvPr>
          <p:cNvSpPr>
            <a:spLocks xmlns:a="http://schemas.openxmlformats.org/drawingml/2006/main" noGrp="1"/>
          </p:cNvSpPr>
          <p:nvPr/>
        </p:nvSpPr>
        <p:spPr>
          <a:xfrm xmlns:a="http://schemas.openxmlformats.org/drawingml/2006/main" rot="0">
            <a:off x="2871788" y="73056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19</a:t>
            </a:r>
          </a:p>
        </p:txBody>
      </p:sp>
      <p:sp>
        <p:nvSpPr>
          <p:cNvPr id="66" name="text_065">
            <a:extLst xmlns:a="http://schemas.openxmlformats.org/drawingml/2006/main">
              <a:ext uri="{FF2B5EF4-FFF2-40B4-BE49-F238E27FC236}">
                <a16:creationId xmlns:a16="http://schemas.microsoft.com/office/drawing/2014/main" id="{F2F5FCDB-5168-442A-BF68-0AEB0E94D9F4}"/>
              </a:ext>
            </a:extLst>
          </p:cNvPr>
          <p:cNvSpPr>
            <a:spLocks xmlns:a="http://schemas.openxmlformats.org/drawingml/2006/main" noGrp="1"/>
          </p:cNvSpPr>
          <p:nvPr/>
        </p:nvSpPr>
        <p:spPr>
          <a:xfrm xmlns:a="http://schemas.openxmlformats.org/drawingml/2006/main" rot="0">
            <a:off x="5348288" y="73056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39</a:t>
            </a:r>
          </a:p>
        </p:txBody>
      </p:sp>
      <p:sp>
        <p:nvSpPr>
          <p:cNvPr id="67" name="text_066">
            <a:extLst xmlns:a="http://schemas.openxmlformats.org/drawingml/2006/main">
              <a:ext uri="{FF2B5EF4-FFF2-40B4-BE49-F238E27FC236}">
                <a16:creationId xmlns:a16="http://schemas.microsoft.com/office/drawing/2014/main" id="{C63053F7-3A32-4622-B2B9-E1F0B7D780D4}"/>
              </a:ext>
            </a:extLst>
          </p:cNvPr>
          <p:cNvSpPr>
            <a:spLocks xmlns:a="http://schemas.openxmlformats.org/drawingml/2006/main" noGrp="1"/>
          </p:cNvSpPr>
          <p:nvPr/>
        </p:nvSpPr>
        <p:spPr>
          <a:xfrm xmlns:a="http://schemas.openxmlformats.org/drawingml/2006/main" rot="0">
            <a:off x="762000" y="75342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Frame</a:t>
            </a:r>
          </a:p>
        </p:txBody>
      </p:sp>
      <p:sp>
        <p:nvSpPr>
          <p:cNvPr id="68" name="text_067">
            <a:extLst xmlns:a="http://schemas.openxmlformats.org/drawingml/2006/main">
              <a:ext uri="{FF2B5EF4-FFF2-40B4-BE49-F238E27FC236}">
                <a16:creationId xmlns:a16="http://schemas.microsoft.com/office/drawing/2014/main" id="{9B3A924A-97F1-4D63-BE12-C9E7CF751638}"/>
              </a:ext>
            </a:extLst>
          </p:cNvPr>
          <p:cNvSpPr>
            <a:spLocks xmlns:a="http://schemas.openxmlformats.org/drawingml/2006/main" noGrp="1"/>
          </p:cNvSpPr>
          <p:nvPr/>
        </p:nvSpPr>
        <p:spPr>
          <a:xfrm xmlns:a="http://schemas.openxmlformats.org/drawingml/2006/main" rot="0">
            <a:off x="6762750" y="5657850"/>
            <a:ext cx="495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425" b="1">
                <a:solidFill>
                  <a:srgbClr val="000000"/>
                </a:solidFill>
                <a:latin typeface="Arial"/>
                <a:ea typeface="Arial"/>
                <a:cs typeface="Arial"/>
              </a:defRPr>
            </a:defPPr>
            <a:lvl1pPr algn="l">
              <a:defRPr sz="1425" b="1">
                <a:solidFill>
                  <a:srgbClr val="000000"/>
                </a:solidFill>
                <a:latin typeface="Arial"/>
                <a:ea typeface="Arial"/>
                <a:cs typeface="Arial"/>
              </a:defRPr>
            </a:lvl1pPr>
            <a:lvl2pPr algn="l">
              <a:defRPr sz="1425" b="1">
                <a:solidFill>
                  <a:srgbClr val="000000"/>
                </a:solidFill>
                <a:latin typeface="Arial"/>
                <a:ea typeface="Arial"/>
                <a:cs typeface="Arial"/>
              </a:defRPr>
            </a:lvl2pPr>
            <a:lvl3pPr algn="l">
              <a:defRPr sz="1425" b="1">
                <a:solidFill>
                  <a:srgbClr val="000000"/>
                </a:solidFill>
                <a:latin typeface="Arial"/>
                <a:ea typeface="Arial"/>
                <a:cs typeface="Arial"/>
              </a:defRPr>
            </a:lvl3pPr>
            <a:lvl4pPr algn="l">
              <a:defRPr sz="1425" b="1">
                <a:solidFill>
                  <a:srgbClr val="000000"/>
                </a:solidFill>
                <a:latin typeface="Arial"/>
                <a:ea typeface="Arial"/>
                <a:cs typeface="Arial"/>
              </a:defRPr>
            </a:lvl4pPr>
            <a:lvl5pPr algn="l">
              <a:defRPr sz="1425" b="1">
                <a:solidFill>
                  <a:srgbClr val="000000"/>
                </a:solidFill>
                <a:latin typeface="Arial"/>
                <a:ea typeface="Arial"/>
                <a:cs typeface="Arial"/>
              </a:defRPr>
            </a:lvl5pPr>
            <a:lvl6pPr algn="l">
              <a:defRPr sz="1425" b="1">
                <a:solidFill>
                  <a:srgbClr val="000000"/>
                </a:solidFill>
                <a:latin typeface="Arial"/>
                <a:ea typeface="Arial"/>
                <a:cs typeface="Arial"/>
              </a:defRPr>
            </a:lvl6pPr>
            <a:lvl7pPr algn="l">
              <a:defRPr sz="1425" b="1">
                <a:solidFill>
                  <a:srgbClr val="000000"/>
                </a:solidFill>
                <a:latin typeface="Arial"/>
                <a:ea typeface="Arial"/>
                <a:cs typeface="Arial"/>
              </a:defRPr>
            </a:lvl7pPr>
            <a:lvl8pPr algn="l">
              <a:defRPr sz="1425" b="1">
                <a:solidFill>
                  <a:srgbClr val="000000"/>
                </a:solidFill>
                <a:latin typeface="Arial"/>
                <a:ea typeface="Arial"/>
                <a:cs typeface="Arial"/>
              </a:defRPr>
            </a:lvl8pPr>
            <a:lvl9pPr algn="l">
              <a:defRPr sz="1425" b="1">
                <a:solidFill>
                  <a:srgbClr val="000000"/>
                </a:solidFill>
                <a:latin typeface="Arial"/>
                <a:ea typeface="Arial"/>
                <a:cs typeface="Arial"/>
              </a:defRPr>
            </a:lvl9pPr>
          </a:lstStyle>
          <a:p xmlns:a="http://schemas.openxmlformats.org/drawingml/2006/main">
            <a:pPr algn="l">
              <a:defRPr sz="1425" b="1">
                <a:solidFill>
                  <a:srgbClr val="000000"/>
                </a:solidFill>
                <a:latin typeface="Arial"/>
                <a:ea typeface="Arial"/>
                <a:cs typeface="Arial"/>
              </a:defRPr>
            </a:pPr>
            <a:r>
              <a:rPr sz="1425" b="1">
                <a:solidFill>
                  <a:srgbClr val="000000"/>
                </a:solidFill>
                <a:latin typeface="Arial"/>
                <a:ea typeface="Arial"/>
                <a:cs typeface="Arial"/>
              </a:rPr>
              <a:t>RG-MTM-R20</a:t>
            </a:r>
          </a:p>
        </p:txBody>
      </p:sp>
      <p:pic>
        <p:nvPicPr>
          <p:cNvPr id="69" name="">
            <a:extLst xmlns:a="http://schemas.openxmlformats.org/drawingml/2006/main">
              <a:ext uri="{FF2B5EF4-FFF2-40B4-BE49-F238E27FC236}">
                <a16:creationId xmlns:a16="http://schemas.microsoft.com/office/drawing/2014/main" id="{34E95476-7F29-40A9-8236-4B9FA6F5D1DA}"/>
              </a:ext>
            </a:extLst>
          </p:cNvPr>
          <p:cNvPicPr>
            <a:picLocks xmlns:a="http://schemas.openxmlformats.org/drawingml/2006/main" noChangeAspect="1"/>
          </p:cNvPicPr>
          <p:nvPr/>
        </p:nvPicPr>
        <p:blipFill>
          <a:blip xmlns:r="http://schemas.openxmlformats.org/officeDocument/2006/relationships" xmlns:a="http://schemas.openxmlformats.org/drawingml/2006/main" r:embed="Rd142bff20e0e491b"/>
          <a:stretch xmlns:a="http://schemas.openxmlformats.org/drawingml/2006/main"/>
        </p:blipFill>
        <p:spPr>
          <a:xfrm xmlns:a="http://schemas.openxmlformats.org/drawingml/2006/main">
            <a:off x="6762750" y="5924550"/>
            <a:ext cx="4953000" cy="1333500"/>
          </a:xfrm>
          <a:prstGeom xmlns:a="http://schemas.openxmlformats.org/drawingml/2006/main" prst="rect">
            <a:avLst/>
          </a:prstGeom>
        </p:spPr>
      </p:pic>
      <p:sp>
        <p:nvSpPr>
          <p:cNvPr id="70" name="rect_069">
            <a:extLst xmlns:a="http://schemas.openxmlformats.org/drawingml/2006/main">
              <a:ext uri="{FF2B5EF4-FFF2-40B4-BE49-F238E27FC236}">
                <a16:creationId xmlns:a16="http://schemas.microsoft.com/office/drawing/2014/main" id="{85B46B95-56F9-48C1-A3FB-214B18F09D3E}"/>
              </a:ext>
            </a:extLst>
          </p:cNvPr>
          <p:cNvSpPr>
            <a:spLocks xmlns:a="http://schemas.openxmlformats.org/drawingml/2006/main" noGrp="1"/>
          </p:cNvSpPr>
          <p:nvPr/>
        </p:nvSpPr>
        <p:spPr>
          <a:xfrm xmlns:a="http://schemas.openxmlformats.org/drawingml/2006/main" rot="0">
            <a:off x="6762750" y="5924550"/>
            <a:ext cx="4953000" cy="1333500"/>
          </a:xfrm>
          <a:prstGeom xmlns:a="http://schemas.openxmlformats.org/drawingml/2006/main" prst="rect">
            <a:avLst/>
          </a:prstGeom>
          <a:noFill xmlns:a="http://schemas.openxmlformats.org/drawingml/2006/main"/>
          <a:ln xmlns:a="http://schemas.openxmlformats.org/drawingml/2006/main" w="6668">
            <a:solidFill>
              <a:srgbClr val="7B8790"/>
            </a:solidFill>
            <a:prstDash val="solid"/>
          </a:ln>
        </p:spPr>
      </p:sp>
      <p:sp>
        <p:nvSpPr>
          <p:cNvPr id="71" name="text_070">
            <a:extLst xmlns:a="http://schemas.openxmlformats.org/drawingml/2006/main">
              <a:ext uri="{FF2B5EF4-FFF2-40B4-BE49-F238E27FC236}">
                <a16:creationId xmlns:a16="http://schemas.microsoft.com/office/drawing/2014/main" id="{61EEE8D3-8139-49A1-9F20-271493FF413A}"/>
              </a:ext>
            </a:extLst>
          </p:cNvPr>
          <p:cNvSpPr>
            <a:spLocks xmlns:a="http://schemas.openxmlformats.org/drawingml/2006/main" noGrp="1"/>
          </p:cNvSpPr>
          <p:nvPr/>
        </p:nvSpPr>
        <p:spPr>
          <a:xfrm xmlns:a="http://schemas.openxmlformats.org/drawingml/2006/main" rot="0">
            <a:off x="6353175" y="7172325"/>
            <a:ext cx="333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72" name="text_071">
            <a:extLst xmlns:a="http://schemas.openxmlformats.org/drawingml/2006/main">
              <a:ext uri="{FF2B5EF4-FFF2-40B4-BE49-F238E27FC236}">
                <a16:creationId xmlns:a16="http://schemas.microsoft.com/office/drawing/2014/main" id="{9531B6B7-1ACB-4F3B-904B-F2538ED24D3A}"/>
              </a:ext>
            </a:extLst>
          </p:cNvPr>
          <p:cNvSpPr>
            <a:spLocks xmlns:a="http://schemas.openxmlformats.org/drawingml/2006/main" noGrp="1"/>
          </p:cNvSpPr>
          <p:nvPr/>
        </p:nvSpPr>
        <p:spPr>
          <a:xfrm xmlns:a="http://schemas.openxmlformats.org/drawingml/2006/main" rot="0">
            <a:off x="6353175" y="6505575"/>
            <a:ext cx="333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0.5</a:t>
            </a:r>
          </a:p>
        </p:txBody>
      </p:sp>
      <p:sp>
        <p:nvSpPr>
          <p:cNvPr id="73" name="text_072">
            <a:extLst xmlns:a="http://schemas.openxmlformats.org/drawingml/2006/main">
              <a:ext uri="{FF2B5EF4-FFF2-40B4-BE49-F238E27FC236}">
                <a16:creationId xmlns:a16="http://schemas.microsoft.com/office/drawing/2014/main" id="{194CF11E-ABBB-4825-94F8-3469A6730A8C}"/>
              </a:ext>
            </a:extLst>
          </p:cNvPr>
          <p:cNvSpPr>
            <a:spLocks xmlns:a="http://schemas.openxmlformats.org/drawingml/2006/main" noGrp="1"/>
          </p:cNvSpPr>
          <p:nvPr/>
        </p:nvSpPr>
        <p:spPr>
          <a:xfrm xmlns:a="http://schemas.openxmlformats.org/drawingml/2006/main" rot="0">
            <a:off x="6353175" y="5838825"/>
            <a:ext cx="333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1</a:t>
            </a:r>
          </a:p>
        </p:txBody>
      </p:sp>
      <p:sp>
        <p:nvSpPr>
          <p:cNvPr id="74" name="text_073">
            <a:extLst xmlns:a="http://schemas.openxmlformats.org/drawingml/2006/main">
              <a:ext uri="{FF2B5EF4-FFF2-40B4-BE49-F238E27FC236}">
                <a16:creationId xmlns:a16="http://schemas.microsoft.com/office/drawing/2014/main" id="{C5864FE4-0009-404A-BB17-180EE96F112B}"/>
              </a:ext>
            </a:extLst>
          </p:cNvPr>
          <p:cNvSpPr>
            <a:spLocks xmlns:a="http://schemas.openxmlformats.org/drawingml/2006/main" noGrp="1"/>
          </p:cNvSpPr>
          <p:nvPr/>
        </p:nvSpPr>
        <p:spPr>
          <a:xfrm xmlns:a="http://schemas.openxmlformats.org/drawingml/2006/main" rot="0">
            <a:off x="6519863" y="73056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0</a:t>
            </a:r>
          </a:p>
        </p:txBody>
      </p:sp>
      <p:sp>
        <p:nvSpPr>
          <p:cNvPr id="75" name="text_074">
            <a:extLst xmlns:a="http://schemas.openxmlformats.org/drawingml/2006/main">
              <a:ext uri="{FF2B5EF4-FFF2-40B4-BE49-F238E27FC236}">
                <a16:creationId xmlns:a16="http://schemas.microsoft.com/office/drawing/2014/main" id="{6BB6DD4F-4D9A-4080-A3F8-A7CED41EFDAF}"/>
              </a:ext>
            </a:extLst>
          </p:cNvPr>
          <p:cNvSpPr>
            <a:spLocks xmlns:a="http://schemas.openxmlformats.org/drawingml/2006/main" noGrp="1"/>
          </p:cNvSpPr>
          <p:nvPr/>
        </p:nvSpPr>
        <p:spPr>
          <a:xfrm xmlns:a="http://schemas.openxmlformats.org/drawingml/2006/main" rot="0">
            <a:off x="8872538" y="73056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19</a:t>
            </a:r>
          </a:p>
        </p:txBody>
      </p:sp>
      <p:sp>
        <p:nvSpPr>
          <p:cNvPr id="76" name="text_075">
            <a:extLst xmlns:a="http://schemas.openxmlformats.org/drawingml/2006/main">
              <a:ext uri="{FF2B5EF4-FFF2-40B4-BE49-F238E27FC236}">
                <a16:creationId xmlns:a16="http://schemas.microsoft.com/office/drawing/2014/main" id="{685D9AEC-8F8A-4876-A43A-12A853A02C1D}"/>
              </a:ext>
            </a:extLst>
          </p:cNvPr>
          <p:cNvSpPr>
            <a:spLocks xmlns:a="http://schemas.openxmlformats.org/drawingml/2006/main" noGrp="1"/>
          </p:cNvSpPr>
          <p:nvPr/>
        </p:nvSpPr>
        <p:spPr>
          <a:xfrm xmlns:a="http://schemas.openxmlformats.org/drawingml/2006/main" rot="0">
            <a:off x="11349038" y="73056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39</a:t>
            </a:r>
          </a:p>
        </p:txBody>
      </p:sp>
      <p:sp>
        <p:nvSpPr>
          <p:cNvPr id="77" name="text_076">
            <a:extLst xmlns:a="http://schemas.openxmlformats.org/drawingml/2006/main">
              <a:ext uri="{FF2B5EF4-FFF2-40B4-BE49-F238E27FC236}">
                <a16:creationId xmlns:a16="http://schemas.microsoft.com/office/drawing/2014/main" id="{C6025853-5F77-4E89-837C-F03DC77E1DBC}"/>
              </a:ext>
            </a:extLst>
          </p:cNvPr>
          <p:cNvSpPr>
            <a:spLocks xmlns:a="http://schemas.openxmlformats.org/drawingml/2006/main" noGrp="1"/>
          </p:cNvSpPr>
          <p:nvPr/>
        </p:nvSpPr>
        <p:spPr>
          <a:xfrm xmlns:a="http://schemas.openxmlformats.org/drawingml/2006/main" rot="0">
            <a:off x="6762750" y="75342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Frame</a:t>
            </a:r>
          </a:p>
        </p:txBody>
      </p:sp>
      <p:pic>
        <p:nvPicPr>
          <p:cNvPr id="78" name="">
            <a:extLst xmlns:a="http://schemas.openxmlformats.org/drawingml/2006/main">
              <a:ext uri="{FF2B5EF4-FFF2-40B4-BE49-F238E27FC236}">
                <a16:creationId xmlns:a16="http://schemas.microsoft.com/office/drawing/2014/main" id="{2DD803DA-AB5E-47D0-8797-38C2133B7279}"/>
              </a:ext>
            </a:extLst>
          </p:cNvPr>
          <p:cNvPicPr>
            <a:picLocks xmlns:a="http://schemas.openxmlformats.org/drawingml/2006/main" noChangeAspect="1"/>
          </p:cNvPicPr>
          <p:nvPr/>
        </p:nvPicPr>
        <p:blipFill>
          <a:blip xmlns:r="http://schemas.openxmlformats.org/officeDocument/2006/relationships" xmlns:a="http://schemas.openxmlformats.org/drawingml/2006/main" r:embed="Re712989b92464244"/>
          <a:stretch xmlns:a="http://schemas.openxmlformats.org/drawingml/2006/main"/>
        </p:blipFill>
        <p:spPr>
          <a:xfrm xmlns:a="http://schemas.openxmlformats.org/drawingml/2006/main">
            <a:off x="4333875" y="7772400"/>
            <a:ext cx="4381500" cy="104775"/>
          </a:xfrm>
          <a:prstGeom xmlns:a="http://schemas.openxmlformats.org/drawingml/2006/main" prst="rect">
            <a:avLst/>
          </a:prstGeom>
        </p:spPr>
      </p:pic>
      <p:sp>
        <p:nvSpPr>
          <p:cNvPr id="79" name="text_078">
            <a:extLst xmlns:a="http://schemas.openxmlformats.org/drawingml/2006/main">
              <a:ext uri="{FF2B5EF4-FFF2-40B4-BE49-F238E27FC236}">
                <a16:creationId xmlns:a16="http://schemas.microsoft.com/office/drawing/2014/main" id="{915A5ED3-27B0-446B-B48C-0C2552A4D8D7}"/>
              </a:ext>
            </a:extLst>
          </p:cNvPr>
          <p:cNvSpPr>
            <a:spLocks xmlns:a="http://schemas.openxmlformats.org/drawingml/2006/main" noGrp="1"/>
          </p:cNvSpPr>
          <p:nvPr/>
        </p:nvSpPr>
        <p:spPr>
          <a:xfrm xmlns:a="http://schemas.openxmlformats.org/drawingml/2006/main" rot="0">
            <a:off x="3476625" y="7696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-0.98</a:t>
            </a:r>
          </a:p>
        </p:txBody>
      </p:sp>
      <p:sp>
        <p:nvSpPr>
          <p:cNvPr id="80" name="text_079">
            <a:extLst xmlns:a="http://schemas.openxmlformats.org/drawingml/2006/main">
              <a:ext uri="{FF2B5EF4-FFF2-40B4-BE49-F238E27FC236}">
                <a16:creationId xmlns:a16="http://schemas.microsoft.com/office/drawing/2014/main" id="{75950F26-C728-4D14-8784-66909621AB32}"/>
              </a:ext>
            </a:extLst>
          </p:cNvPr>
          <p:cNvSpPr>
            <a:spLocks xmlns:a="http://schemas.openxmlformats.org/drawingml/2006/main" noGrp="1"/>
          </p:cNvSpPr>
          <p:nvPr/>
        </p:nvSpPr>
        <p:spPr>
          <a:xfrm xmlns:a="http://schemas.openxmlformats.org/drawingml/2006/main" rot="0">
            <a:off x="8858250" y="7696200"/>
            <a:ext cx="95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200" b="0">
                <a:solidFill>
                  <a:srgbClr val="000000"/>
                </a:solidFill>
                <a:latin typeface="Arial"/>
                <a:ea typeface="Arial"/>
                <a:cs typeface="Arial"/>
              </a:defRPr>
            </a:defPPr>
            <a:lvl1pPr algn="l">
              <a:defRPr sz="1200" b="0">
                <a:solidFill>
                  <a:srgbClr val="000000"/>
                </a:solidFill>
                <a:latin typeface="Arial"/>
                <a:ea typeface="Arial"/>
                <a:cs typeface="Arial"/>
              </a:defRPr>
            </a:lvl1pPr>
            <a:lvl2pPr algn="l">
              <a:defRPr sz="1200" b="0">
                <a:solidFill>
                  <a:srgbClr val="000000"/>
                </a:solidFill>
                <a:latin typeface="Arial"/>
                <a:ea typeface="Arial"/>
                <a:cs typeface="Arial"/>
              </a:defRPr>
            </a:lvl2pPr>
            <a:lvl3pPr algn="l">
              <a:defRPr sz="1200" b="0">
                <a:solidFill>
                  <a:srgbClr val="000000"/>
                </a:solidFill>
                <a:latin typeface="Arial"/>
                <a:ea typeface="Arial"/>
                <a:cs typeface="Arial"/>
              </a:defRPr>
            </a:lvl3pPr>
            <a:lvl4pPr algn="l">
              <a:defRPr sz="1200" b="0">
                <a:solidFill>
                  <a:srgbClr val="000000"/>
                </a:solidFill>
                <a:latin typeface="Arial"/>
                <a:ea typeface="Arial"/>
                <a:cs typeface="Arial"/>
              </a:defRPr>
            </a:lvl4pPr>
            <a:lvl5pPr algn="l">
              <a:defRPr sz="1200" b="0">
                <a:solidFill>
                  <a:srgbClr val="000000"/>
                </a:solidFill>
                <a:latin typeface="Arial"/>
                <a:ea typeface="Arial"/>
                <a:cs typeface="Arial"/>
              </a:defRPr>
            </a:lvl5pPr>
            <a:lvl6pPr algn="l">
              <a:defRPr sz="1200" b="0">
                <a:solidFill>
                  <a:srgbClr val="000000"/>
                </a:solidFill>
                <a:latin typeface="Arial"/>
                <a:ea typeface="Arial"/>
                <a:cs typeface="Arial"/>
              </a:defRPr>
            </a:lvl6pPr>
            <a:lvl7pPr algn="l">
              <a:defRPr sz="1200" b="0">
                <a:solidFill>
                  <a:srgbClr val="000000"/>
                </a:solidFill>
                <a:latin typeface="Arial"/>
                <a:ea typeface="Arial"/>
                <a:cs typeface="Arial"/>
              </a:defRPr>
            </a:lvl7pPr>
            <a:lvl8pPr algn="l">
              <a:defRPr sz="1200" b="0">
                <a:solidFill>
                  <a:srgbClr val="000000"/>
                </a:solidFill>
                <a:latin typeface="Arial"/>
                <a:ea typeface="Arial"/>
                <a:cs typeface="Arial"/>
              </a:defRPr>
            </a:lvl8pPr>
            <a:lvl9pPr algn="l">
              <a:defRPr sz="1200" b="0">
                <a:solidFill>
                  <a:srgbClr val="000000"/>
                </a:solidFill>
                <a:latin typeface="Arial"/>
                <a:ea typeface="Arial"/>
                <a:cs typeface="Arial"/>
              </a:defRPr>
            </a:lvl9pPr>
          </a:lstStyle>
          <a:p xmlns:a="http://schemas.openxmlformats.org/drawingml/2006/main">
            <a:pPr algn="l">
              <a:defRPr sz="1200" b="0">
                <a:solidFill>
                  <a:srgbClr val="000000"/>
                </a:solidFill>
                <a:latin typeface="Arial"/>
                <a:ea typeface="Arial"/>
                <a:cs typeface="Arial"/>
              </a:defRPr>
            </a:pPr>
            <a:r>
              <a:rPr sz="1200" b="0">
                <a:solidFill>
                  <a:srgbClr val="000000"/>
                </a:solidFill>
                <a:latin typeface="Arial"/>
                <a:ea typeface="Arial"/>
                <a:cs typeface="Arial"/>
              </a:rPr>
              <a:t>12.70</a:t>
            </a:r>
          </a:p>
        </p:txBody>
      </p:sp>
      <p:sp>
        <p:nvSpPr>
          <p:cNvPr id="81" name="text_080">
            <a:extLst xmlns:a="http://schemas.openxmlformats.org/drawingml/2006/main">
              <a:ext uri="{FF2B5EF4-FFF2-40B4-BE49-F238E27FC236}">
                <a16:creationId xmlns:a16="http://schemas.microsoft.com/office/drawing/2014/main" id="{E4A8B44F-69E9-4CF3-B6B7-FF0FBAFB3EB5}"/>
              </a:ext>
            </a:extLst>
          </p:cNvPr>
          <p:cNvSpPr>
            <a:spLocks xmlns:a="http://schemas.openxmlformats.org/drawingml/2006/main" noGrp="1"/>
          </p:cNvSpPr>
          <p:nvPr/>
        </p:nvSpPr>
        <p:spPr>
          <a:xfrm xmlns:a="http://schemas.openxmlformats.org/drawingml/2006/main" rot="0">
            <a:off x="285750" y="7686675"/>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275" b="0">
                <a:solidFill>
                  <a:srgbClr val="000000"/>
                </a:solidFill>
                <a:latin typeface="Arial"/>
                <a:ea typeface="Arial"/>
                <a:cs typeface="Arial"/>
              </a:defRPr>
            </a:defPPr>
            <a:lvl1pPr algn="l">
              <a:defRPr sz="1275" b="0">
                <a:solidFill>
                  <a:srgbClr val="000000"/>
                </a:solidFill>
                <a:latin typeface="Arial"/>
                <a:ea typeface="Arial"/>
                <a:cs typeface="Arial"/>
              </a:defRPr>
            </a:lvl1pPr>
            <a:lvl2pPr algn="l">
              <a:defRPr sz="1275" b="0">
                <a:solidFill>
                  <a:srgbClr val="000000"/>
                </a:solidFill>
                <a:latin typeface="Arial"/>
                <a:ea typeface="Arial"/>
                <a:cs typeface="Arial"/>
              </a:defRPr>
            </a:lvl2pPr>
            <a:lvl3pPr algn="l">
              <a:defRPr sz="1275" b="0">
                <a:solidFill>
                  <a:srgbClr val="000000"/>
                </a:solidFill>
                <a:latin typeface="Arial"/>
                <a:ea typeface="Arial"/>
                <a:cs typeface="Arial"/>
              </a:defRPr>
            </a:lvl3pPr>
            <a:lvl4pPr algn="l">
              <a:defRPr sz="1275" b="0">
                <a:solidFill>
                  <a:srgbClr val="000000"/>
                </a:solidFill>
                <a:latin typeface="Arial"/>
                <a:ea typeface="Arial"/>
                <a:cs typeface="Arial"/>
              </a:defRPr>
            </a:lvl4pPr>
            <a:lvl5pPr algn="l">
              <a:defRPr sz="1275" b="0">
                <a:solidFill>
                  <a:srgbClr val="000000"/>
                </a:solidFill>
                <a:latin typeface="Arial"/>
                <a:ea typeface="Arial"/>
                <a:cs typeface="Arial"/>
              </a:defRPr>
            </a:lvl5pPr>
            <a:lvl6pPr algn="l">
              <a:defRPr sz="1275" b="0">
                <a:solidFill>
                  <a:srgbClr val="000000"/>
                </a:solidFill>
                <a:latin typeface="Arial"/>
                <a:ea typeface="Arial"/>
                <a:cs typeface="Arial"/>
              </a:defRPr>
            </a:lvl6pPr>
            <a:lvl7pPr algn="l">
              <a:defRPr sz="1275" b="0">
                <a:solidFill>
                  <a:srgbClr val="000000"/>
                </a:solidFill>
                <a:latin typeface="Arial"/>
                <a:ea typeface="Arial"/>
                <a:cs typeface="Arial"/>
              </a:defRPr>
            </a:lvl7pPr>
            <a:lvl8pPr algn="l">
              <a:defRPr sz="1275" b="0">
                <a:solidFill>
                  <a:srgbClr val="000000"/>
                </a:solidFill>
                <a:latin typeface="Arial"/>
                <a:ea typeface="Arial"/>
                <a:cs typeface="Arial"/>
              </a:defRPr>
            </a:lvl8pPr>
            <a:lvl9pPr algn="l">
              <a:defRPr sz="1275" b="0">
                <a:solidFill>
                  <a:srgbClr val="000000"/>
                </a:solidFill>
                <a:latin typeface="Arial"/>
                <a:ea typeface="Arial"/>
                <a:cs typeface="Arial"/>
              </a:defRPr>
            </a:lvl9pPr>
          </a:lstStyle>
          <a:p xmlns:a="http://schemas.openxmlformats.org/drawingml/2006/main">
            <a:pPr algn="l">
              <a:defRPr sz="1275" b="0">
                <a:solidFill>
                  <a:srgbClr val="000000"/>
                </a:solidFill>
                <a:latin typeface="Arial"/>
                <a:ea typeface="Arial"/>
                <a:cs typeface="Arial"/>
              </a:defRPr>
            </a:pPr>
            <a:r>
              <a:rPr sz="1275" b="0">
                <a:solidFill>
                  <a:srgbClr val="000000"/>
                </a:solidFill>
                <a:latin typeface="Arial"/>
                <a:ea typeface="Arial"/>
                <a:cs typeface="Arial"/>
              </a:rPr>
              <a:t>Ring (scalar units)</a:t>
            </a:r>
          </a:p>
        </p:txBody>
      </p:sp>
      <p:sp>
        <p:nvSpPr>
          <p:cNvPr id="82" name="text_081">
            <a:extLst xmlns:a="http://schemas.openxmlformats.org/drawingml/2006/main">
              <a:ext uri="{FF2B5EF4-FFF2-40B4-BE49-F238E27FC236}">
                <a16:creationId xmlns:a16="http://schemas.microsoft.com/office/drawing/2014/main" id="{9B8458BF-A6D9-4638-A21C-90CC3351B10F}"/>
              </a:ext>
            </a:extLst>
          </p:cNvPr>
          <p:cNvSpPr>
            <a:spLocks xmlns:a="http://schemas.openxmlformats.org/drawingml/2006/main" noGrp="1"/>
          </p:cNvSpPr>
          <p:nvPr/>
        </p:nvSpPr>
        <p:spPr>
          <a:xfrm xmlns:a="http://schemas.openxmlformats.org/drawingml/2006/main" rot="0">
            <a:off x="9810750" y="7686675"/>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xmlns:a="http://schemas.openxmlformats.org/drawingml/2006/main">
            <a:pPr algn="r">
              <a:defRPr sz="1125" b="0">
                <a:solidFill>
                  <a:srgbClr val="000000"/>
                </a:solidFill>
                <a:latin typeface="Arial"/>
                <a:ea typeface="Arial"/>
                <a:cs typeface="Arial"/>
              </a:defRPr>
            </a:pPr>
            <a:r>
              <a:rPr sz="1125" b="0">
                <a:solidFill>
                  <a:srgbClr val="000000"/>
                </a:solidFill>
                <a:latin typeface="Arial"/>
                <a:ea typeface="Arial"/>
                <a:cs typeface="Arial"/>
              </a:rPr>
              <a:t>Reference position [0,1]</a:t>
            </a:r>
          </a:p>
        </p:txBody>
      </p:sp>
    </p:spTree>
    <p:extLst>
      <p:ext uri="{BB962C8B-B14F-4D97-AF65-F5344CB8AC3E}">
        <p14:creationId xmlns:p14="http://schemas.microsoft.com/office/powerpoint/2010/main" val="205093599"/>
      </p:ext>
    </p:extLst>
  </p:cSld>
</p:sld>
</file>

<file path=ppt/main_figures/Fig12/ppt/tableStyles.xml><?xml version="1.0" encoding="utf-8"?>
<a:tblStyleLst xmlns:a="http://schemas.openxmlformats.org/drawingml/2006/main" def="{5C22544A-7EE6-4342-B048-85BDC9FD1C3A}"/>
</file>

<file path=ppt/main_figures/Fig12/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13/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ppt/main_figures/Fig13/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2026-10-23T09:36:45.6350000Z</dcterms:created>
  <dcterms:modified xsi:type="dcterms:W3CDTF">2026-10-23T09:36:45.6350000Z</dcterms:modified>
</coreProperties>
</file>

<file path=ppt/main_figures/Fig13/ppt/_rels/presentation.xml.rels><?xml version='1.0' encoding='utf-8'?>
<Relationships xmlns="http://schemas.openxmlformats.org/package/2006/relationships"><Relationship Type="http://schemas.openxmlformats.org/officeDocument/2006/relationships/theme" Target="/ppt/main_figures/Fig13/ppt/theme/theme1.xml" Id="R2a388fef61d4448b" /><Relationship Type="http://schemas.openxmlformats.org/officeDocument/2006/relationships/slideMaster" Target="/ppt/main_figures/Fig13/ppt/slideMasters/slideMaster1.xml" Id="R33b91e0795a04489" /><Relationship Type="http://schemas.openxmlformats.org/officeDocument/2006/relationships/notesMaster" Target="/ppt/main_figures/Fig13/ppt/notesMasters/notesMaster1.xml" Id="Rd1cdba3794504c5a" /><Relationship Type="http://schemas.openxmlformats.org/officeDocument/2006/relationships/presProps" Target="/ppt/main_figures/Fig13/ppt/presProps.xml" Id="Ra8032f78eb974c41" /><Relationship Type="http://schemas.openxmlformats.org/officeDocument/2006/relationships/tableStyles" Target="/ppt/main_figures/Fig13/ppt/tableStyles.xml" Id="Rfb3a791016724a28" /><Relationship Type="http://schemas.openxmlformats.org/officeDocument/2006/relationships/slide" Target="/ppt/main_figures/Fig13/ppt/slides/slide1.xml" Id="Rd6d40e7f0bf54b39" /></Relationships>
</file>

<file path=ppt/main_figures/Fig13/ppt/notesMasters/_rels/notesMaster1.xml.rels><?xml version='1.0' encoding='utf-8'?>
<Relationships xmlns="http://schemas.openxmlformats.org/package/2006/relationships"><Relationship Type="http://schemas.openxmlformats.org/officeDocument/2006/relationships/theme" Target="/ppt/main_figures/Fig13/ppt/notesMasters/theme/theme3.xml" Id="R01031aa5c6d14c73" /></Relationships>
</file>

<file path=ppt/main_figures/Fig13/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main_figures/Fig13/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13/ppt/notesSlides/_rels/notesSlide1.xml.rels><?xml version='1.0' encoding='utf-8'?>
<Relationships xmlns="http://schemas.openxmlformats.org/package/2006/relationships"><Relationship Type="http://schemas.openxmlformats.org/officeDocument/2006/relationships/slide" Target="/ppt/main_figures/Fig13/ppt/slides/slide1.xml" Id="R6be69ca4d59e4394" /><Relationship Type="http://schemas.openxmlformats.org/officeDocument/2006/relationships/notesMaster" Target="/ppt/main_figures/Fig13/ppt/notesMasters/notesMaster1.xml" Id="Rc27adc0972954ed5" /></Relationships>
</file>

<file path=ppt/main_figures/Fig13/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{"dataset": "pm25_2000", "frames": 366, "selection_rule": "Among frames whose strongest 3-feature interleaving witness exceeds 2% L and whose three tracks coexist for at least 3 consecutive saved dates, choose the frame closest to the median witness obstruction; earliest tie. No error, motion, or gain criterion.", "candidate_frames": 35, "eligible_frames": 5, "median_witness_share": 0.10257453129283257, "candidates": [{"frame": 57, "date": "2000-02-27", "indices": [1, 3, 0], "tracks": [51, 53, 50], "witness_bound_share": 0.11864576520129538, "common_interval": [57, 57], "consecutive_frames": 1}, {"frame": 59, "date": "2000-02-29", "indices": [1, 3, 2], "tracks": [59, 56, 50], "witness_bound_share": 0.145126512428109, "common_interval": [59, 59], "consecutive_frames": 1}, {"frame": 68, "date": "2000-03-09", "indices": [0, 1, 3], "tracks": [67, 68, 59], "witness_bound_share": 0.020130089102266973, "common_interval": [68, 68], "consecutive_frames": 1}, {"frame": 71, "date": "2000-03-12", "indices": [1, 2, 0], "tracks": [72, 59, 71], "witness_bound_share": 0.100461221925475, "common_interval": [71, 71], "consecutive_frames": 1}, {"frame": 78, "date": "2000-03-19", "indices": [1, 2, 0], "tracks": [75, 59, 74], "witness_bound_share": 0.03972112084022017, "common_interval": [78, 78], "consecutive_frames": 1}, {"frame": 89, "date": "2000-03-30", "indices": [0, 2, 1], "tracks": [83, 82, 79], "witness_bound_share": 0.06126127507877781, "common_interval": [89, 89], "consecutive_frames": 1}, {"frame": 99, "date": "2000-04-09", "indices": [0, 2, 1], "tracks": [90, 89, 91], "witness_bound_share": 0.1645497806251511, "common_interval": [99, 99], "consecutive_frames": 1}, {"frame": 105, "date": "2000-04-15", "indices": [0, 1, 2], "tracks": [96, 97, 89], "witness_bound_share": 0.08227667864965493, "common_interval": [105, 106], "consecutive_frames": 2}, {"frame": 106, "date": "2000-04-16", "indices": [1, 2, 3], "tracks": [96, 97, 89], "witness_bound_share": 0.08562513626407582, "common_interval": [105, 106], "consecutive_frames": 2}, {"frame": 116, "date": "2000-04-26", "indices": [0, 4, 1], "tracks": [104, 97, 105], "witness_bound_share": 0.14671507112778534, "common_interval": [116, 116], "consecutive_frames": 1}, {"frame": 125, "date": "2000-05-05", "indices": [1, 3, 2], "tracks": [110, 114, 113], "witness_bound_share": 0.1290624318679621, "common_interval": [125, 125], "consecutive_frames": 1}, {"frame": 126, "date": "2000-05-06", "indices": [1, 3, 0], "tracks": [110, 116, 112], "witness_bound_share": 0.11899917565390755, "common_interval": [126, 126], "consecutive_frames": 1}, {"frame": 132, "date": "2000-05-12", "indices": [1, 2, 0], "tracks": [122, 123, 112], "witness_bound_share": 0.0676226632257989, "common_interval": [132, 132], "consecutive_frames": 1}, {"frame": 146, "date": "2000-05-26", "indices": [1, 2, 0], "tracks": [132, 122, 130], "witness_bound_share": 0.04873129904475394, "common_interval": [146, 146], "consecutive_frames": 1}, {"frame": 180, "date": "2000-06-29", "indices": [0, 2, 1], "tracks": [132, 144, 143], "witness_bound_share": 0.16260781147286274, "common_interval": [180, 180], "consecutive_frames": 1}, {"frame": 185, "date": "2000-07-04", "indices": [0, 2, 1], "tracks": [132, 147, 146], "witness_bound_share": 0.07750384920230999, "common_interval": [185, 187], "consecutive_frames": 3}, {"frame": 186, "date": "2000-07-05", "indices": [0, 2, 1], "tracks": [132, 147, 146], "witness_bound_share": 0.12111248502126526, "common_interval": [185, 187], "consecutive_frames": 3}, {"frame": 195, "date": "2000-07-14", "indices": [0, 2, 1], "tracks": [153, 146, 152], "witness_bound_share": 0.10257453129283257, "common_interval": [195, 197], "consecutive_frames": 3}, {"frame": 196, "date": "2000-07-15", "indices": [0, 2, 1], "tracks": [153, 146, 152], "witness_bound_share": 0.18043894429607085, "common_interval": [195, 197], "consecutive_frames": 3}, {"frame": 197, "date": "2000-07-16", "indices": [0, 2, 1], "tracks": [153, 154, 152], "witness_bound_share": 0.17267106768691734, "common_interval": [197, 197], "consecutive_frames": 1}, {"frame": 205, "date": "2000-07-24", "indices": [1, 2, 0], "tracks": [146, 157, 156], "witness_bound_share": 0.028958197069257816, "common_interval": [205, 205], "consecutive_frames": 1}, {"frame": 223, "date": "2000-08-11", "indices": [0, 3, 1], "tracks": [164, 165, 163], "witness_bound_share": 0.14954235474868316, "common_interval": [223, 223], "consecutive_frames": 1}, {"frame": 224, "date": "2000-08-12", "indices": [0, 2, 1], "tracks": [164, 158, 163], "witness_bound_share": 0.05861248502126494, "common_interval": [223, 224], "consecutive_frames": 2}, {"frame": 233, "date": "2000-08-21", "indices": [0, 3, 1], "tracks": [158, 170, 168], "witness_bound_share": 0.07397332135034518, "common_interval": [233, 233], "consecutive_frames": 1}, {"frame": 237, "date": "2000-08-25", "indices": [1, 3, 0], "tracks": [172, 174, 158], "witness_bound_share": 0.08315841644410643, "common_interval": [237, 237], "consecutive_frames": 1}, {"frame": 242, "date": "2000-08-30", "indices": [0, 2, 1], "tracks": [178, 174, 176], "witness_bound_share": 0.09710561096273759, "common_interval": [242, 242], "consecutive_frames": 1}, {"frame": 291, "date": "2000-10-18", "indices": [1, 2, 0], "tracks": [198, 203, 202], "witness_bound_share": 0.10893591943985323, "common_interval": [291, 291], "consecutive_frames": 1}, {"frame": 307, "date": "2000-11-03", "indices": [1, 2, 0], "tracks": [208, 198, 206], "witness_bound_share": 0.09480665468367891, "common_interval": [307, 307], "consecutive_frames": 1}, {"frame": 308, "date": "2000-11-04", "indices": [1, 2, 0], "tracks": [198, 209, 206], "witness_bound_share": 0.09321809598400267, "common_interval": [308, 309], "consecutive_frames": 2}, {"frame": 309, "date": "2000-11-05", "indices": [1, 4, 0], "tracks": [198, 211, 206], "witness_bound_share": 0.1108778885921416, "common_interval": [309, 309], "consecutive_frames": 1}, {"frame": 311, "date": "2000-11-07", "indices": [1, 2, 0], "tracks": [198, 212, 206], "witness_bound_share": 0.06956463237808728, "common_interval": [311, 311], "consecutive_frames": 1}, {"frame": 317, "date": "2000-11-13", "indices": [1, 2, 0], "tracks": [198, 216, 214], "witness_bound_share": 0.0669158423205744, "common_interval": [315, 317], "consecutive_frames": 3}, {"frame": 327, "date": "2000-11-23", "indices": [0, 2, 1], "tracks": [225, 224, 222], "witness_bound_share": 0.13524174977744002, "common_interval": [327, 328], "consecutive_frames": 2}, {"frame": 354, "date": "2000-12-20", "indices": [0, 1, 2], "tracks": [240, 241, 234], "witness_bound_share": 0.13135781147286307, "common_interval": [354, 355], "consecutive_frames": 2}, {"frame": 363, "date": "2000-12-29", "indices": [0, 2, 1], "tracks": [251, 234, 248], "witness_bound_share": 0.03813256214054377, "common_interval": [363, 363], "consecutive_frames": 1}], "selected": {"frame": 195, "date": "2000-07-14", "indices": [0, 2, 1], "tracks": [153, 146, 152], "witness_bound_share": 0.10257453129283257, "common_interval": [195, 197], "consecutive_frames": 3}, "local_window": [191, 202], "snapshot_frames": [193, 194, 195, 196, 197], "source_window": {"lon": [102, 114], "lat": [28, 38]}, "concentration_scales": {"annual_panel_a": [0, 165], "local_panels_bcd": [0, 100]}, "local_max_concentration": 81.18504185031695, "local_NMLE": [{"frame": 191, "date": "2000-07-10", "share": 0.0}, {"frame": 192, "date": "2000-07-11", "share": 0.0}, {"frame": 193, "date": "2000-07-12", "share": 0.0}, {"frame": 194, "date": "2000-07-13", "share": 0.0}, {"frame": 195, "date": "2000-07-14", "share": 0.011192097482450621}, {"frame": 196, "date": "2000-07-15", "share": 0.012491422624427628}, {"frame": 197, "date": "2000-07-16", "share": 0.03332004115957044}, {"frame": 198, "date": "2000-07-17", "share": 0.0}, {"frame": 199, "date": "2000-07-18", "share": 0.0}, {"frame": 200, "date": "2000-07-19", "share": 0.0}, {"frame": 201, "date": "2000-07-20", "share": 0.0}], "source_max": 281.70679108457335, "displayed_anchor_error": {"P": 0.14880906339640654, "R20": 0.008373065523806122}, "measured_NMLE": 0.011192097482450621, "scalar_normalization_range": 147.8858659252793, "pair_merges": [{"pair": "AB", "source": 25.93643493028604, "P": 25.93643493028604, "R20": 24.281281902573696}, {"pair": "AC", "source": 22.626128874861347, "P": 22.626128874861347, "R20": 24.281281902573696}, {"pair": "BC", "source": 22.626128874861347, "P": 22.626128874861347, "R20": 24.281281902573696}], "track_C_Jul14_to_15": [{"method": "reference", "change_L": 0.016242574123531917}, {"method": "P", "change_L": -0.3184371184371184}, {"method": "R20", "change_L": 0.03272283272283272}], "markers": [{"frame": 193, "date": "2000-07-12", "label": "B", "track": 146, "leaf": 468, "layout_xy": [47.80336928385022, 16.387979319297813], "lonlat": [108.73469387755102, 29.85551384381592], "reference": 0.2891963701725391, "anchor_P": 0.28083028083028083, "anchor_R20": 0.28083028083028083}, {"frame": 194, "date": "2000-07-13", "label": "B", "track": 146, "leaf": 2093, "layout_xy": [61.70980398460661, 73.3146443231745], "lonlat": [110.6938775510204, 36.60314462193435], "reference": 0.6292337720830314, "anchor_P": 0.6376068376068376, "anchor_R20": 0.6376068376068376}, {"frame": 194, "date": "2000-07-13", "label": "C", "track": 152, "leaf": 454, "layout_xy": [23.467108557526544, 16.387979319297813], "lonlat": [105.30612244897962, 29.85551384381592], "reference": 0.4078421353738342, "anchor_P": 0.39951159951159954, "anchor_R20": 0.39951159951159954}, {"frame": 195, "date": "2000-07-14", "label": "A", "track": 153, "leaf": 290, "layout_xy": [79.09284736055223, 9.487777500646105], "lonlat": [113.14285714285717, 29.070185313506308], "reference": 0.0872172716379102, "anchor_P": 0.07081807081807082, "anchor_R20": 0.07887667887667887}, {"frame": 195, "date": "2000-07-14", "label": "B", "track": 146, "leaf": 2093, "layout_xy": [61.70980398460661, 73.3146443231745], "lonlat": [110.6938775510204, 36.60314462193435], "reference": 0.6292337720830314, "anchor_P": 0.4942612942612943, "anchor_R20": 0.6376068376068376}, {"frame": 195, "date": "2000-07-14", "label": "C", "track": 152, "leaf": 553, "layout_xy": [25.205412895121093, 19.8380802286237], "lonlat": [105.55102040816328, 30.250495012532976], "reference": 0.4240847094973663, "anchor_P": 0.5728937728937729, "anchor_R20": 0.4158730158730159}, {"frame": 196, "date": "2000-07-15", "label": "A", "track": 153, "leaf": 190, "layout_xy": [75.61623868536313, 6.037676591320252], "lonlat": [112.65306122448982, 28.67976573811708], "reference": 0.07944939502875653, "anchor_P": 0.28205128205128205, "anchor_R20": 0.08766788766788766}, {"frame": 196, "date": "2000-07-15", "label": "B", "track": 146, "leaf": 2161, "layout_xy": [9.560673856770016, 76.76474523250033], "lonlat": [103.34693877551021, 37.03019851006583], "reference": 0.9081919691522886, "anchor_P": 0.8490842490842491, "anchor_R20": 0.8998778998778999}, {"frame": 196, "date": "2000-07-15", "label": "C", "track": 152, "leaf": 652, "layout_xy": [26.94371723271564, 23.288181137949554], "lonlat": [105.79591836734696, 30.647070610326907], "reference": 0.44032728362089824, "anchor_P": 0.25445665445665444, "anchor_R20": 0.4485958485958486}, {"frame": 197, "date": "2000-07-16", "label": "A", "track": 153, "leaf": 337, "layout_xy": [75.61623868536313, 11.212827955309049], "lonlat": [112.65306122448982, 29.26594961849858], "reference": 0.11652530248562187, "anchor_P": 0.29743589743589743, "anchor_R20": 0.11282051282051282}, {"frame": 197, "date": "2000-07-16", "label": "B", "track": 146, "leaf": 2191, "layout_xy": [61.70980398460661, 76.76474523250033], "lonlat": [110.6938775510204, 37.03019851006583], "reference": 0.6539510437209414, "anchor_P": 0.6554334554334554, "anchor_R20": 0.6593406593406593}, {"frame": 197, "date": "2000-07-16", "label": "C", "track": 152, "leaf": 599, "layout_xy": [19.990499882337307, 21.56313068328661], "lonlat": [104.81632653061224, 30.44858111473888], "reference": 0.46186743785945655, "anchor_P": 0.2644688644688645, "anchor_R20": 0.4534798534798535}], "annual_motion": {"P": "42/95", "R20": "47/95"}, "interpretation": "Selected mechanism witness, not an independently validated pollution episode or representative estimate. The concentration timestamps are 10:30; daily averaging is not established.", "source_sha256": {"/Users/lele/Desktop/MergeTreeMaps/RG-MTM/code/results/pm25_2000/dataset.pkl": "c6762bd2e5f9f974c9d0bd5ff7f2b6a3fd0bc40c95743d5d1da8af4b573033ee", "/Users/lele/Desktop/MergeTreeMaps/RG-MTM/code/results/pm25_2000/maps.npz": "f6b888c288107baf20c2b65b39ff7c8281346de5342ab3245624e632eeca0cb5", "/Users/lele/Desktop/MergeTreeMaps/RG-MTM/code/results/pm25_2000/landmarks.npz": "d386aabc5cb56206af09bc671750c724fc3ed7cfb01c8cd3a6fd88be93ea0720", "/Users/lele/Desktop/MergeTreeMaps/RG-MTM/data/geo/pm25_context/china_admin1.geojson": "82f37cad6a44cc48dcac7249e4eed411c47f5c46ca3d7a78668e7d5ad95a2187", "/Users/lele/Desktop/MergeTreeMaps/RG-MTM/data/geo/pm25_context/source.json": "e054976f1e6e06a1df9ebbc39196fc8a9253f0942cd8d6af4335471121f02bd5", "/Users/lele/Desktop/MergeTreeMaps/RG-MTM/paper/scripts/prepare_pm25_case.py": "a13875090a93808c754a4ed34c3dbadcd7731ca082cbd0570c808265dee11825", "/Users/lele/Desktop/MergeTreeMaps/RG-MTM/code/data/public_scalar/pm25_2000_20000101_20001231.nc": "44b8d32f0114f5befb5a55bf32e51406bf3f65884f9b4abc3b6bdcca93d11411"}}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main_figures/Fig13/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main_figures/Fig13/ppt/presentation.xml><?xml version="1.0" encoding="utf-8"?>
<p:presentation xmlns:p="http://schemas.openxmlformats.org/presentationml/2006/main">
  <p:sldMasterIdLst>
    <p:sldMasterId xmlns:r="http://schemas.openxmlformats.org/officeDocument/2006/relationships" id="2147483648" r:id="R33b91e0795a04489"/>
  </p:sldMasterIdLst>
  <p:notesMasterIdLst>
    <p:notesMasterId xmlns:r="http://schemas.openxmlformats.org/officeDocument/2006/relationships" r:id="Rd1cdba3794504c5a"/>
  </p:notesMasterIdLst>
  <p:sldIdLst>
    <p:sldId xmlns:r="http://schemas.openxmlformats.org/officeDocument/2006/relationships" id="256" r:id="Rd6d40e7f0bf54b39"/>
  </p:sldIdLst>
  <p:sldSz cx="13716000" cy="11811000"/>
  <p:notesSz cx="6858000" cy="9144000"/>
</p:presentation>
</file>

<file path=ppt/main_figures/Fig13/ppt/slideLayouts/_rels/slideLayout1.xml.rels><?xml version='1.0' encoding='utf-8'?>
<Relationships xmlns="http://schemas.openxmlformats.org/package/2006/relationships"><Relationship Type="http://schemas.openxmlformats.org/officeDocument/2006/relationships/slideMaster" Target="/ppt/main_figures/Fig13/ppt/slideMasters/slideMaster1.xml" Id="R895beef16d8448dc" /></Relationships>
</file>

<file path=ppt/main_figures/Fig13/ppt/slideLayouts/_rels/slideLayout2.xml.rels><?xml version='1.0' encoding='utf-8'?>
<Relationships xmlns="http://schemas.openxmlformats.org/package/2006/relationships"><Relationship Type="http://schemas.openxmlformats.org/officeDocument/2006/relationships/slideMaster" Target="/ppt/main_figures/Fig13/ppt/slideMasters/slideMaster1.xml" Id="R2d3dde2d00934b0c" /></Relationships>
</file>

<file path=ppt/main_figures/Fig13/ppt/slideLayouts/_rels/slideLayout3.xml.rels><?xml version='1.0' encoding='utf-8'?>
<Relationships xmlns="http://schemas.openxmlformats.org/package/2006/relationships"><Relationship Type="http://schemas.openxmlformats.org/officeDocument/2006/relationships/slideMaster" Target="/ppt/main_figures/Fig13/ppt/slideMasters/slideMaster1.xml" Id="R81be56e352634fe5" /></Relationships>
</file>

<file path=ppt/main_figures/Fig13/ppt/slideLayouts/_rels/slideLayout4.xml.rels><?xml version='1.0' encoding='utf-8'?>
<Relationships xmlns="http://schemas.openxmlformats.org/package/2006/relationships"><Relationship Type="http://schemas.openxmlformats.org/officeDocument/2006/relationships/slideMaster" Target="/ppt/main_figures/Fig13/ppt/slideMasters/slideMaster1.xml" Id="Rd0073145d1f64da7" /></Relationships>
</file>

<file path=ppt/main_figures/Fig13/ppt/slideLayouts/_rels/slideLayout5.xml.rels><?xml version='1.0' encoding='utf-8'?>
<Relationships xmlns="http://schemas.openxmlformats.org/package/2006/relationships"><Relationship Type="http://schemas.openxmlformats.org/officeDocument/2006/relationships/slideMaster" Target="/ppt/main_figures/Fig13/ppt/slideMasters/slideMaster1.xml" Id="R489b8a614bed4e1b" /></Relationships>
</file>

<file path=ppt/main_figures/Fig13/ppt/slideLayouts/_rels/slideLayout6.xml.rels><?xml version='1.0' encoding='utf-8'?>
<Relationships xmlns="http://schemas.openxmlformats.org/package/2006/relationships"><Relationship Type="http://schemas.openxmlformats.org/officeDocument/2006/relationships/slideMaster" Target="/ppt/main_figures/Fig13/ppt/slideMasters/slideMaster1.xml" Id="R9b546c79f05e4302" /></Relationships>
</file>

<file path=ppt/main_figures/Fig13/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DBD112B-7991-4F7B-823E-0C7C2E4D88D0}"/>
              </a:ext>
            </a:extLst>
          </p:cNvPr>
          <p:cNvSpPr>
            <a:spLocks xmlns:a="http://schemas.openxmlformats.org/drawingml/2006/main" noGrp="1"/>
          </p:cNvSpPr>
          <p:nvPr>
            <p:ph type="title" idx="0"/>
          </p:nvPr>
        </p:nvSpPr>
        <p:spPr>
          <a:xfrm xmlns:a="http://schemas.openxmlformats.org/drawingml/2006/main">
            <a:off x="1371600" y="4461933"/>
            <a:ext cx="10972800" cy="170603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400" b="1">
                <a:solidFill>
                  <a:schemeClr val="tx1"/>
                </a:solidFill>
                <a:latin typeface="+mj-lt"/>
                <a:ea typeface="+mj-lt"/>
                <a:cs typeface="+mj-lt"/>
              </a:defRPr>
            </a:defPPr>
            <a:lvl1pPr marL="0" indent="0" algn="ctr">
              <a:lnSpc>
                <a:spcPct val="110000"/>
              </a:lnSpc>
              <a:spcBef>
                <a:spcPts val="0"/>
              </a:spcBef>
              <a:spcAft>
                <a:spcPts val="0"/>
              </a:spcAft>
              <a:buNone/>
              <a:defRPr sz="5400" b="1">
                <a:solidFill>
                  <a:schemeClr val="tx1"/>
                </a:solidFill>
                <a:latin typeface="+mj-lt"/>
                <a:ea typeface="+mj-lt"/>
                <a:cs typeface="+mj-lt"/>
              </a:defRPr>
            </a:lvl1pPr>
            <a:lvl2pPr marL="0" indent="0" algn="ctr">
              <a:lnSpc>
                <a:spcPct val="110000"/>
              </a:lnSpc>
              <a:spcBef>
                <a:spcPts val="0"/>
              </a:spcBef>
              <a:spcAft>
                <a:spcPts val="0"/>
              </a:spcAft>
              <a:buNone/>
              <a:defRPr sz="5400" b="1">
                <a:solidFill>
                  <a:schemeClr val="tx1"/>
                </a:solidFill>
                <a:latin typeface="+mj-lt"/>
                <a:ea typeface="+mj-lt"/>
                <a:cs typeface="+mj-lt"/>
              </a:defRPr>
            </a:lvl2pPr>
            <a:lvl3pPr marL="0" indent="0" algn="ctr">
              <a:lnSpc>
                <a:spcPct val="110000"/>
              </a:lnSpc>
              <a:spcBef>
                <a:spcPts val="0"/>
              </a:spcBef>
              <a:spcAft>
                <a:spcPts val="0"/>
              </a:spcAft>
              <a:buNone/>
              <a:defRPr sz="5400" b="1">
                <a:solidFill>
                  <a:schemeClr val="tx1"/>
                </a:solidFill>
                <a:latin typeface="+mj-lt"/>
                <a:ea typeface="+mj-lt"/>
                <a:cs typeface="+mj-lt"/>
              </a:defRPr>
            </a:lvl3pPr>
            <a:lvl4pPr marL="0" indent="0" algn="ctr">
              <a:lnSpc>
                <a:spcPct val="110000"/>
              </a:lnSpc>
              <a:spcBef>
                <a:spcPts val="0"/>
              </a:spcBef>
              <a:spcAft>
                <a:spcPts val="0"/>
              </a:spcAft>
              <a:buNone/>
              <a:defRPr sz="5400" b="1">
                <a:solidFill>
                  <a:schemeClr val="tx1"/>
                </a:solidFill>
                <a:latin typeface="+mj-lt"/>
                <a:ea typeface="+mj-lt"/>
                <a:cs typeface="+mj-lt"/>
              </a:defRPr>
            </a:lvl4pPr>
            <a:lvl5pPr marL="0" indent="0" algn="ctr">
              <a:lnSpc>
                <a:spcPct val="110000"/>
              </a:lnSpc>
              <a:spcBef>
                <a:spcPts val="0"/>
              </a:spcBef>
              <a:spcAft>
                <a:spcPts val="0"/>
              </a:spcAft>
              <a:buNone/>
              <a:defRPr sz="5400" b="1">
                <a:solidFill>
                  <a:schemeClr val="tx1"/>
                </a:solidFill>
                <a:latin typeface="+mj-lt"/>
                <a:ea typeface="+mj-lt"/>
                <a:cs typeface="+mj-lt"/>
              </a:defRPr>
            </a:lvl5pPr>
            <a:lvl6pPr marL="0" indent="0" algn="ctr">
              <a:lnSpc>
                <a:spcPct val="110000"/>
              </a:lnSpc>
              <a:spcBef>
                <a:spcPts val="0"/>
              </a:spcBef>
              <a:spcAft>
                <a:spcPts val="0"/>
              </a:spcAft>
              <a:buNone/>
              <a:defRPr sz="5400" b="1">
                <a:solidFill>
                  <a:schemeClr val="tx1"/>
                </a:solidFill>
                <a:latin typeface="+mj-lt"/>
                <a:ea typeface="+mj-lt"/>
                <a:cs typeface="+mj-lt"/>
              </a:defRPr>
            </a:lvl6pPr>
            <a:lvl7pPr marL="0" indent="0" algn="ctr">
              <a:lnSpc>
                <a:spcPct val="110000"/>
              </a:lnSpc>
              <a:spcBef>
                <a:spcPts val="0"/>
              </a:spcBef>
              <a:spcAft>
                <a:spcPts val="0"/>
              </a:spcAft>
              <a:buNone/>
              <a:defRPr sz="5400" b="1">
                <a:solidFill>
                  <a:schemeClr val="tx1"/>
                </a:solidFill>
                <a:latin typeface="+mj-lt"/>
                <a:ea typeface="+mj-lt"/>
                <a:cs typeface="+mj-lt"/>
              </a:defRPr>
            </a:lvl7pPr>
            <a:lvl8pPr marL="0" indent="0" algn="ctr">
              <a:lnSpc>
                <a:spcPct val="110000"/>
              </a:lnSpc>
              <a:spcBef>
                <a:spcPts val="0"/>
              </a:spcBef>
              <a:spcAft>
                <a:spcPts val="0"/>
              </a:spcAft>
              <a:buNone/>
              <a:defRPr sz="5400" b="1">
                <a:solidFill>
                  <a:schemeClr val="tx1"/>
                </a:solidFill>
                <a:latin typeface="+mj-lt"/>
                <a:ea typeface="+mj-lt"/>
                <a:cs typeface="+mj-lt"/>
              </a:defRPr>
            </a:lvl8pPr>
            <a:lvl9pPr marL="0" indent="0" algn="ctr">
              <a:lnSpc>
                <a:spcPct val="110000"/>
              </a:lnSpc>
              <a:spcBef>
                <a:spcPts val="0"/>
              </a:spcBef>
              <a:spcAft>
                <a:spcPts val="0"/>
              </a:spcAft>
              <a:buNone/>
              <a:defRPr sz="54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937E1F8-BD70-46E7-ADD4-3DA10C550CBA}"/>
              </a:ext>
            </a:extLst>
          </p:cNvPr>
          <p:cNvSpPr>
            <a:spLocks xmlns:a="http://schemas.openxmlformats.org/drawingml/2006/main" noGrp="1"/>
          </p:cNvSpPr>
          <p:nvPr>
            <p:ph type="subTitle" idx="1"/>
          </p:nvPr>
        </p:nvSpPr>
        <p:spPr>
          <a:xfrm xmlns:a="http://schemas.openxmlformats.org/drawingml/2006/main">
            <a:off x="2057400" y="6496050"/>
            <a:ext cx="9601200" cy="131233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363" b="0">
                <a:solidFill>
                  <a:schemeClr val="tx1"/>
                </a:solidFill>
                <a:latin typeface="+mn-lt"/>
                <a:ea typeface="+mn-lt"/>
                <a:cs typeface="+mn-lt"/>
              </a:defRPr>
            </a:defPPr>
            <a:lvl1pPr marL="0" indent="0" algn="ctr">
              <a:lnSpc>
                <a:spcPct val="110000"/>
              </a:lnSpc>
              <a:spcBef>
                <a:spcPts val="0"/>
              </a:spcBef>
              <a:spcAft>
                <a:spcPts val="0"/>
              </a:spcAft>
              <a:buNone/>
              <a:defRPr sz="2363" b="0">
                <a:solidFill>
                  <a:schemeClr val="tx1"/>
                </a:solidFill>
                <a:latin typeface="+mn-lt"/>
                <a:ea typeface="+mn-lt"/>
                <a:cs typeface="+mn-lt"/>
              </a:defRPr>
            </a:lvl1pPr>
            <a:lvl2pPr marL="0" indent="0" algn="ctr">
              <a:lnSpc>
                <a:spcPct val="110000"/>
              </a:lnSpc>
              <a:spcBef>
                <a:spcPts val="0"/>
              </a:spcBef>
              <a:spcAft>
                <a:spcPts val="0"/>
              </a:spcAft>
              <a:buNone/>
              <a:defRPr sz="2363" b="0">
                <a:solidFill>
                  <a:schemeClr val="tx1"/>
                </a:solidFill>
                <a:latin typeface="+mn-lt"/>
                <a:ea typeface="+mn-lt"/>
                <a:cs typeface="+mn-lt"/>
              </a:defRPr>
            </a:lvl2pPr>
            <a:lvl3pPr marL="0" indent="0" algn="ctr">
              <a:lnSpc>
                <a:spcPct val="110000"/>
              </a:lnSpc>
              <a:spcBef>
                <a:spcPts val="0"/>
              </a:spcBef>
              <a:spcAft>
                <a:spcPts val="0"/>
              </a:spcAft>
              <a:buNone/>
              <a:defRPr sz="2363" b="0">
                <a:solidFill>
                  <a:schemeClr val="tx1"/>
                </a:solidFill>
                <a:latin typeface="+mn-lt"/>
                <a:ea typeface="+mn-lt"/>
                <a:cs typeface="+mn-lt"/>
              </a:defRPr>
            </a:lvl3pPr>
            <a:lvl4pPr marL="0" indent="0" algn="ctr">
              <a:lnSpc>
                <a:spcPct val="110000"/>
              </a:lnSpc>
              <a:spcBef>
                <a:spcPts val="0"/>
              </a:spcBef>
              <a:spcAft>
                <a:spcPts val="0"/>
              </a:spcAft>
              <a:buNone/>
              <a:defRPr sz="2363" b="0">
                <a:solidFill>
                  <a:schemeClr val="tx1"/>
                </a:solidFill>
                <a:latin typeface="+mn-lt"/>
                <a:ea typeface="+mn-lt"/>
                <a:cs typeface="+mn-lt"/>
              </a:defRPr>
            </a:lvl4pPr>
            <a:lvl5pPr marL="0" indent="0" algn="ctr">
              <a:lnSpc>
                <a:spcPct val="110000"/>
              </a:lnSpc>
              <a:spcBef>
                <a:spcPts val="0"/>
              </a:spcBef>
              <a:spcAft>
                <a:spcPts val="0"/>
              </a:spcAft>
              <a:buNone/>
              <a:defRPr sz="2363" b="0">
                <a:solidFill>
                  <a:schemeClr val="tx1"/>
                </a:solidFill>
                <a:latin typeface="+mn-lt"/>
                <a:ea typeface="+mn-lt"/>
                <a:cs typeface="+mn-lt"/>
              </a:defRPr>
            </a:lvl5pPr>
            <a:lvl6pPr marL="0" indent="0" algn="ctr">
              <a:lnSpc>
                <a:spcPct val="110000"/>
              </a:lnSpc>
              <a:spcBef>
                <a:spcPts val="0"/>
              </a:spcBef>
              <a:spcAft>
                <a:spcPts val="0"/>
              </a:spcAft>
              <a:buNone/>
              <a:defRPr sz="2363" b="0">
                <a:solidFill>
                  <a:schemeClr val="tx1"/>
                </a:solidFill>
                <a:latin typeface="+mn-lt"/>
                <a:ea typeface="+mn-lt"/>
                <a:cs typeface="+mn-lt"/>
              </a:defRPr>
            </a:lvl6pPr>
            <a:lvl7pPr marL="0" indent="0" algn="ctr">
              <a:lnSpc>
                <a:spcPct val="110000"/>
              </a:lnSpc>
              <a:spcBef>
                <a:spcPts val="0"/>
              </a:spcBef>
              <a:spcAft>
                <a:spcPts val="0"/>
              </a:spcAft>
              <a:buNone/>
              <a:defRPr sz="2363" b="0">
                <a:solidFill>
                  <a:schemeClr val="tx1"/>
                </a:solidFill>
                <a:latin typeface="+mn-lt"/>
                <a:ea typeface="+mn-lt"/>
                <a:cs typeface="+mn-lt"/>
              </a:defRPr>
            </a:lvl7pPr>
            <a:lvl8pPr marL="0" indent="0" algn="ctr">
              <a:lnSpc>
                <a:spcPct val="110000"/>
              </a:lnSpc>
              <a:spcBef>
                <a:spcPts val="0"/>
              </a:spcBef>
              <a:spcAft>
                <a:spcPts val="0"/>
              </a:spcAft>
              <a:buNone/>
              <a:defRPr sz="2363" b="0">
                <a:solidFill>
                  <a:schemeClr val="tx1"/>
                </a:solidFill>
                <a:latin typeface="+mn-lt"/>
                <a:ea typeface="+mn-lt"/>
                <a:cs typeface="+mn-lt"/>
              </a:defRPr>
            </a:lvl8pPr>
            <a:lvl9pPr marL="0" indent="0" algn="ctr">
              <a:lnSpc>
                <a:spcPct val="110000"/>
              </a:lnSpc>
              <a:spcBef>
                <a:spcPts val="0"/>
              </a:spcBef>
              <a:spcAft>
                <a:spcPts val="0"/>
              </a:spcAft>
              <a:buNone/>
              <a:defRPr sz="2363" b="0">
                <a:solidFill>
                  <a:schemeClr val="tx1"/>
                </a:solidFill>
                <a:latin typeface="+mn-lt"/>
                <a:ea typeface="+mn-lt"/>
                <a:cs typeface="+mn-lt"/>
              </a:defRPr>
            </a:lvl9pPr>
          </a:lstStyle>
          <a:p xmlns:a="http://schemas.openxmlformats.org/drawingml/2006/main"/>
        </p:txBody>
      </p:sp>
    </p:spTree>
  </p:cSld>
</p:sldLayout>
</file>

<file path=ppt/main_figures/Fig13/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3455D9A-673E-470D-AAC3-ABE7BB14E65F}"/>
              </a:ext>
            </a:extLst>
          </p:cNvPr>
          <p:cNvSpPr>
            <a:spLocks xmlns:a="http://schemas.openxmlformats.org/drawingml/2006/main" noGrp="1"/>
          </p:cNvSpPr>
          <p:nvPr>
            <p:ph type="title" idx="0"/>
          </p:nvPr>
        </p:nvSpPr>
        <p:spPr>
          <a:xfrm xmlns:a="http://schemas.openxmlformats.org/drawingml/2006/main">
            <a:off x="1371600" y="4921250"/>
            <a:ext cx="10972800" cy="1968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725" b="1">
                <a:solidFill>
                  <a:schemeClr val="tx1"/>
                </a:solidFill>
                <a:latin typeface="+mj-lt"/>
                <a:ea typeface="+mj-lt"/>
                <a:cs typeface="+mj-lt"/>
              </a:defRPr>
            </a:defPPr>
            <a:lvl1pPr marL="0" indent="0" algn="ctr">
              <a:lnSpc>
                <a:spcPct val="110000"/>
              </a:lnSpc>
              <a:spcBef>
                <a:spcPts val="0"/>
              </a:spcBef>
              <a:spcAft>
                <a:spcPts val="0"/>
              </a:spcAft>
              <a:buNone/>
              <a:defRPr sz="4725" b="1">
                <a:solidFill>
                  <a:schemeClr val="tx1"/>
                </a:solidFill>
                <a:latin typeface="+mj-lt"/>
                <a:ea typeface="+mj-lt"/>
                <a:cs typeface="+mj-lt"/>
              </a:defRPr>
            </a:lvl1pPr>
            <a:lvl2pPr marL="0" indent="0" algn="ctr">
              <a:lnSpc>
                <a:spcPct val="110000"/>
              </a:lnSpc>
              <a:spcBef>
                <a:spcPts val="0"/>
              </a:spcBef>
              <a:spcAft>
                <a:spcPts val="0"/>
              </a:spcAft>
              <a:buNone/>
              <a:defRPr sz="4725" b="1">
                <a:solidFill>
                  <a:schemeClr val="tx1"/>
                </a:solidFill>
                <a:latin typeface="+mj-lt"/>
                <a:ea typeface="+mj-lt"/>
                <a:cs typeface="+mj-lt"/>
              </a:defRPr>
            </a:lvl2pPr>
            <a:lvl3pPr marL="0" indent="0" algn="ctr">
              <a:lnSpc>
                <a:spcPct val="110000"/>
              </a:lnSpc>
              <a:spcBef>
                <a:spcPts val="0"/>
              </a:spcBef>
              <a:spcAft>
                <a:spcPts val="0"/>
              </a:spcAft>
              <a:buNone/>
              <a:defRPr sz="4725" b="1">
                <a:solidFill>
                  <a:schemeClr val="tx1"/>
                </a:solidFill>
                <a:latin typeface="+mj-lt"/>
                <a:ea typeface="+mj-lt"/>
                <a:cs typeface="+mj-lt"/>
              </a:defRPr>
            </a:lvl3pPr>
            <a:lvl4pPr marL="0" indent="0" algn="ctr">
              <a:lnSpc>
                <a:spcPct val="110000"/>
              </a:lnSpc>
              <a:spcBef>
                <a:spcPts val="0"/>
              </a:spcBef>
              <a:spcAft>
                <a:spcPts val="0"/>
              </a:spcAft>
              <a:buNone/>
              <a:defRPr sz="4725" b="1">
                <a:solidFill>
                  <a:schemeClr val="tx1"/>
                </a:solidFill>
                <a:latin typeface="+mj-lt"/>
                <a:ea typeface="+mj-lt"/>
                <a:cs typeface="+mj-lt"/>
              </a:defRPr>
            </a:lvl4pPr>
            <a:lvl5pPr marL="0" indent="0" algn="ctr">
              <a:lnSpc>
                <a:spcPct val="110000"/>
              </a:lnSpc>
              <a:spcBef>
                <a:spcPts val="0"/>
              </a:spcBef>
              <a:spcAft>
                <a:spcPts val="0"/>
              </a:spcAft>
              <a:buNone/>
              <a:defRPr sz="4725" b="1">
                <a:solidFill>
                  <a:schemeClr val="tx1"/>
                </a:solidFill>
                <a:latin typeface="+mj-lt"/>
                <a:ea typeface="+mj-lt"/>
                <a:cs typeface="+mj-lt"/>
              </a:defRPr>
            </a:lvl5pPr>
            <a:lvl6pPr marL="0" indent="0" algn="ctr">
              <a:lnSpc>
                <a:spcPct val="110000"/>
              </a:lnSpc>
              <a:spcBef>
                <a:spcPts val="0"/>
              </a:spcBef>
              <a:spcAft>
                <a:spcPts val="0"/>
              </a:spcAft>
              <a:buNone/>
              <a:defRPr sz="4725" b="1">
                <a:solidFill>
                  <a:schemeClr val="tx1"/>
                </a:solidFill>
                <a:latin typeface="+mj-lt"/>
                <a:ea typeface="+mj-lt"/>
                <a:cs typeface="+mj-lt"/>
              </a:defRPr>
            </a:lvl6pPr>
            <a:lvl7pPr marL="0" indent="0" algn="ctr">
              <a:lnSpc>
                <a:spcPct val="110000"/>
              </a:lnSpc>
              <a:spcBef>
                <a:spcPts val="0"/>
              </a:spcBef>
              <a:spcAft>
                <a:spcPts val="0"/>
              </a:spcAft>
              <a:buNone/>
              <a:defRPr sz="4725" b="1">
                <a:solidFill>
                  <a:schemeClr val="tx1"/>
                </a:solidFill>
                <a:latin typeface="+mj-lt"/>
                <a:ea typeface="+mj-lt"/>
                <a:cs typeface="+mj-lt"/>
              </a:defRPr>
            </a:lvl7pPr>
            <a:lvl8pPr marL="0" indent="0" algn="ctr">
              <a:lnSpc>
                <a:spcPct val="110000"/>
              </a:lnSpc>
              <a:spcBef>
                <a:spcPts val="0"/>
              </a:spcBef>
              <a:spcAft>
                <a:spcPts val="0"/>
              </a:spcAft>
              <a:buNone/>
              <a:defRPr sz="4725" b="1">
                <a:solidFill>
                  <a:schemeClr val="tx1"/>
                </a:solidFill>
                <a:latin typeface="+mj-lt"/>
                <a:ea typeface="+mj-lt"/>
                <a:cs typeface="+mj-lt"/>
              </a:defRPr>
            </a:lvl8pPr>
            <a:lvl9pPr marL="0" indent="0" algn="ctr">
              <a:lnSpc>
                <a:spcPct val="110000"/>
              </a:lnSpc>
              <a:spcBef>
                <a:spcPts val="0"/>
              </a:spcBef>
              <a:spcAft>
                <a:spcPts val="0"/>
              </a:spcAft>
              <a:buNone/>
              <a:defRPr sz="4725" b="1">
                <a:solidFill>
                  <a:schemeClr val="tx1"/>
                </a:solidFill>
                <a:latin typeface="+mj-lt"/>
                <a:ea typeface="+mj-lt"/>
                <a:cs typeface="+mj-lt"/>
              </a:defRPr>
            </a:lvl9pPr>
          </a:lstStyle>
          <a:p xmlns:a="http://schemas.openxmlformats.org/drawingml/2006/main"/>
        </p:txBody>
      </p:sp>
    </p:spTree>
  </p:cSld>
</p:sldLayout>
</file>

<file path=ppt/main_figures/Fig13/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7B22552-FC22-441E-AF8F-81E39591FA9E}"/>
              </a:ext>
            </a:extLst>
          </p:cNvPr>
          <p:cNvSpPr>
            <a:spLocks xmlns:a="http://schemas.openxmlformats.org/drawingml/2006/main" noGrp="1"/>
          </p:cNvSpPr>
          <p:nvPr>
            <p:ph type="title" idx="0"/>
          </p:nvPr>
        </p:nvSpPr>
        <p:spPr>
          <a:xfrm xmlns:a="http://schemas.openxmlformats.org/drawingml/2006/main">
            <a:off x="771525" y="918633"/>
            <a:ext cx="12172950" cy="14435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713" b="1">
                <a:solidFill>
                  <a:schemeClr val="tx1"/>
                </a:solidFill>
                <a:latin typeface="+mj-lt"/>
                <a:ea typeface="+mj-lt"/>
                <a:cs typeface="+mj-lt"/>
              </a:defRPr>
            </a:defPPr>
            <a:lvl1pPr marL="0" indent="0" algn="l">
              <a:lnSpc>
                <a:spcPct val="110000"/>
              </a:lnSpc>
              <a:spcBef>
                <a:spcPts val="0"/>
              </a:spcBef>
              <a:spcAft>
                <a:spcPts val="0"/>
              </a:spcAft>
              <a:buNone/>
              <a:defRPr sz="3713" b="1">
                <a:solidFill>
                  <a:schemeClr val="tx1"/>
                </a:solidFill>
                <a:latin typeface="+mj-lt"/>
                <a:ea typeface="+mj-lt"/>
                <a:cs typeface="+mj-lt"/>
              </a:defRPr>
            </a:lvl1pPr>
            <a:lvl2pPr marL="0" indent="0" algn="l">
              <a:lnSpc>
                <a:spcPct val="110000"/>
              </a:lnSpc>
              <a:spcBef>
                <a:spcPts val="0"/>
              </a:spcBef>
              <a:spcAft>
                <a:spcPts val="0"/>
              </a:spcAft>
              <a:buNone/>
              <a:defRPr sz="3713" b="1">
                <a:solidFill>
                  <a:schemeClr val="tx1"/>
                </a:solidFill>
                <a:latin typeface="+mj-lt"/>
                <a:ea typeface="+mj-lt"/>
                <a:cs typeface="+mj-lt"/>
              </a:defRPr>
            </a:lvl2pPr>
            <a:lvl3pPr marL="0" indent="0" algn="l">
              <a:lnSpc>
                <a:spcPct val="110000"/>
              </a:lnSpc>
              <a:spcBef>
                <a:spcPts val="0"/>
              </a:spcBef>
              <a:spcAft>
                <a:spcPts val="0"/>
              </a:spcAft>
              <a:buNone/>
              <a:defRPr sz="3713" b="1">
                <a:solidFill>
                  <a:schemeClr val="tx1"/>
                </a:solidFill>
                <a:latin typeface="+mj-lt"/>
                <a:ea typeface="+mj-lt"/>
                <a:cs typeface="+mj-lt"/>
              </a:defRPr>
            </a:lvl3pPr>
            <a:lvl4pPr marL="0" indent="0" algn="l">
              <a:lnSpc>
                <a:spcPct val="110000"/>
              </a:lnSpc>
              <a:spcBef>
                <a:spcPts val="0"/>
              </a:spcBef>
              <a:spcAft>
                <a:spcPts val="0"/>
              </a:spcAft>
              <a:buNone/>
              <a:defRPr sz="3713" b="1">
                <a:solidFill>
                  <a:schemeClr val="tx1"/>
                </a:solidFill>
                <a:latin typeface="+mj-lt"/>
                <a:ea typeface="+mj-lt"/>
                <a:cs typeface="+mj-lt"/>
              </a:defRPr>
            </a:lvl4pPr>
            <a:lvl5pPr marL="0" indent="0" algn="l">
              <a:lnSpc>
                <a:spcPct val="110000"/>
              </a:lnSpc>
              <a:spcBef>
                <a:spcPts val="0"/>
              </a:spcBef>
              <a:spcAft>
                <a:spcPts val="0"/>
              </a:spcAft>
              <a:buNone/>
              <a:defRPr sz="3713" b="1">
                <a:solidFill>
                  <a:schemeClr val="tx1"/>
                </a:solidFill>
                <a:latin typeface="+mj-lt"/>
                <a:ea typeface="+mj-lt"/>
                <a:cs typeface="+mj-lt"/>
              </a:defRPr>
            </a:lvl5pPr>
            <a:lvl6pPr marL="0" indent="0" algn="l">
              <a:lnSpc>
                <a:spcPct val="110000"/>
              </a:lnSpc>
              <a:spcBef>
                <a:spcPts val="0"/>
              </a:spcBef>
              <a:spcAft>
                <a:spcPts val="0"/>
              </a:spcAft>
              <a:buNone/>
              <a:defRPr sz="3713" b="1">
                <a:solidFill>
                  <a:schemeClr val="tx1"/>
                </a:solidFill>
                <a:latin typeface="+mj-lt"/>
                <a:ea typeface="+mj-lt"/>
                <a:cs typeface="+mj-lt"/>
              </a:defRPr>
            </a:lvl6pPr>
            <a:lvl7pPr marL="0" indent="0" algn="l">
              <a:lnSpc>
                <a:spcPct val="110000"/>
              </a:lnSpc>
              <a:spcBef>
                <a:spcPts val="0"/>
              </a:spcBef>
              <a:spcAft>
                <a:spcPts val="0"/>
              </a:spcAft>
              <a:buNone/>
              <a:defRPr sz="3713" b="1">
                <a:solidFill>
                  <a:schemeClr val="tx1"/>
                </a:solidFill>
                <a:latin typeface="+mj-lt"/>
                <a:ea typeface="+mj-lt"/>
                <a:cs typeface="+mj-lt"/>
              </a:defRPr>
            </a:lvl7pPr>
            <a:lvl8pPr marL="0" indent="0" algn="l">
              <a:lnSpc>
                <a:spcPct val="110000"/>
              </a:lnSpc>
              <a:spcBef>
                <a:spcPts val="0"/>
              </a:spcBef>
              <a:spcAft>
                <a:spcPts val="0"/>
              </a:spcAft>
              <a:buNone/>
              <a:defRPr sz="3713" b="1">
                <a:solidFill>
                  <a:schemeClr val="tx1"/>
                </a:solidFill>
                <a:latin typeface="+mj-lt"/>
                <a:ea typeface="+mj-lt"/>
                <a:cs typeface="+mj-lt"/>
              </a:defRPr>
            </a:lvl8pPr>
            <a:lvl9pPr marL="0" indent="0" algn="l">
              <a:lnSpc>
                <a:spcPct val="110000"/>
              </a:lnSpc>
              <a:spcBef>
                <a:spcPts val="0"/>
              </a:spcBef>
              <a:spcAft>
                <a:spcPts val="0"/>
              </a:spcAft>
              <a:buNone/>
              <a:defRPr sz="3713"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E4CA14E-00DE-47EB-96D6-03F0F44E4A50}"/>
              </a:ext>
            </a:extLst>
          </p:cNvPr>
          <p:cNvSpPr>
            <a:spLocks xmlns:a="http://schemas.openxmlformats.org/drawingml/2006/main" noGrp="1"/>
          </p:cNvSpPr>
          <p:nvPr>
            <p:ph type="body" idx="1"/>
          </p:nvPr>
        </p:nvSpPr>
        <p:spPr>
          <a:xfrm xmlns:a="http://schemas.openxmlformats.org/drawingml/2006/main">
            <a:off x="771525" y="3280833"/>
            <a:ext cx="12172950" cy="7349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531" b="0">
                <a:solidFill>
                  <a:schemeClr val="tx1"/>
                </a:solidFill>
                <a:latin typeface="+mn-lt"/>
                <a:ea typeface="+mn-lt"/>
                <a:cs typeface="+mn-lt"/>
              </a:defRPr>
            </a:defPPr>
            <a:lvl1pPr marL="257175" indent="-257175" algn="l">
              <a:lnSpc>
                <a:spcPct val="110000"/>
              </a:lnSpc>
              <a:spcBef>
                <a:spcPts val="0"/>
              </a:spcBef>
              <a:spcAft>
                <a:spcPts val="1350"/>
              </a:spcAft>
              <a:buChar char="•"/>
              <a:defRPr sz="2531" b="0">
                <a:solidFill>
                  <a:schemeClr val="tx1"/>
                </a:solidFill>
                <a:latin typeface="+mn-lt"/>
                <a:ea typeface="+mn-lt"/>
                <a:cs typeface="+mn-lt"/>
              </a:defRPr>
            </a:lvl1pPr>
            <a:lvl2pPr marL="600075" indent="-257175" algn="l">
              <a:lnSpc>
                <a:spcPct val="110000"/>
              </a:lnSpc>
              <a:spcBef>
                <a:spcPts val="0"/>
              </a:spcBef>
              <a:spcAft>
                <a:spcPts val="1350"/>
              </a:spcAft>
              <a:buChar char="•"/>
              <a:defRPr sz="2531" b="0">
                <a:solidFill>
                  <a:schemeClr val="tx1"/>
                </a:solidFill>
                <a:latin typeface="+mn-lt"/>
                <a:ea typeface="+mn-lt"/>
                <a:cs typeface="+mn-lt"/>
              </a:defRPr>
            </a:lvl2pPr>
            <a:lvl3pPr marL="942975" indent="-257175" algn="l">
              <a:lnSpc>
                <a:spcPct val="110000"/>
              </a:lnSpc>
              <a:spcBef>
                <a:spcPts val="0"/>
              </a:spcBef>
              <a:spcAft>
                <a:spcPts val="1350"/>
              </a:spcAft>
              <a:buChar char="•"/>
              <a:defRPr sz="2531" b="0">
                <a:solidFill>
                  <a:schemeClr val="tx1"/>
                </a:solidFill>
                <a:latin typeface="+mn-lt"/>
                <a:ea typeface="+mn-lt"/>
                <a:cs typeface="+mn-lt"/>
              </a:defRPr>
            </a:lvl3pPr>
            <a:lvl4pPr marL="1285875" indent="-257175" algn="l">
              <a:lnSpc>
                <a:spcPct val="110000"/>
              </a:lnSpc>
              <a:spcBef>
                <a:spcPts val="0"/>
              </a:spcBef>
              <a:spcAft>
                <a:spcPts val="1350"/>
              </a:spcAft>
              <a:buChar char="•"/>
              <a:defRPr sz="2531" b="0">
                <a:solidFill>
                  <a:schemeClr val="tx1"/>
                </a:solidFill>
                <a:latin typeface="+mn-lt"/>
                <a:ea typeface="+mn-lt"/>
                <a:cs typeface="+mn-lt"/>
              </a:defRPr>
            </a:lvl4pPr>
            <a:lvl5pPr marL="1628775" indent="-257175" algn="l">
              <a:lnSpc>
                <a:spcPct val="110000"/>
              </a:lnSpc>
              <a:spcBef>
                <a:spcPts val="0"/>
              </a:spcBef>
              <a:spcAft>
                <a:spcPts val="1350"/>
              </a:spcAft>
              <a:buChar char="•"/>
              <a:defRPr sz="2531" b="0">
                <a:solidFill>
                  <a:schemeClr val="tx1"/>
                </a:solidFill>
                <a:latin typeface="+mn-lt"/>
                <a:ea typeface="+mn-lt"/>
                <a:cs typeface="+mn-lt"/>
              </a:defRPr>
            </a:lvl5pPr>
            <a:lvl6pPr marL="1971675" indent="-257175" algn="l">
              <a:lnSpc>
                <a:spcPct val="110000"/>
              </a:lnSpc>
              <a:spcBef>
                <a:spcPts val="0"/>
              </a:spcBef>
              <a:spcAft>
                <a:spcPts val="1350"/>
              </a:spcAft>
              <a:buChar char="•"/>
              <a:defRPr sz="2531" b="0">
                <a:solidFill>
                  <a:schemeClr val="tx1"/>
                </a:solidFill>
                <a:latin typeface="+mn-lt"/>
                <a:ea typeface="+mn-lt"/>
                <a:cs typeface="+mn-lt"/>
              </a:defRPr>
            </a:lvl6pPr>
            <a:lvl7pPr marL="2314575" indent="-257175" algn="l">
              <a:lnSpc>
                <a:spcPct val="110000"/>
              </a:lnSpc>
              <a:spcBef>
                <a:spcPts val="0"/>
              </a:spcBef>
              <a:spcAft>
                <a:spcPts val="1350"/>
              </a:spcAft>
              <a:buChar char="•"/>
              <a:defRPr sz="2531" b="0">
                <a:solidFill>
                  <a:schemeClr val="tx1"/>
                </a:solidFill>
                <a:latin typeface="+mn-lt"/>
                <a:ea typeface="+mn-lt"/>
                <a:cs typeface="+mn-lt"/>
              </a:defRPr>
            </a:lvl7pPr>
            <a:lvl8pPr marL="2657475" indent="-257175" algn="l">
              <a:lnSpc>
                <a:spcPct val="110000"/>
              </a:lnSpc>
              <a:spcBef>
                <a:spcPts val="0"/>
              </a:spcBef>
              <a:spcAft>
                <a:spcPts val="1350"/>
              </a:spcAft>
              <a:buChar char="•"/>
              <a:defRPr sz="2531" b="0">
                <a:solidFill>
                  <a:schemeClr val="tx1"/>
                </a:solidFill>
                <a:latin typeface="+mn-lt"/>
                <a:ea typeface="+mn-lt"/>
                <a:cs typeface="+mn-lt"/>
              </a:defRPr>
            </a:lvl8pPr>
            <a:lvl9pPr marL="3000375" indent="-257175" algn="l">
              <a:lnSpc>
                <a:spcPct val="110000"/>
              </a:lnSpc>
              <a:spcBef>
                <a:spcPts val="0"/>
              </a:spcBef>
              <a:spcAft>
                <a:spcPts val="1350"/>
              </a:spcAft>
              <a:buChar char="•"/>
              <a:defRPr sz="2531" b="0">
                <a:solidFill>
                  <a:schemeClr val="tx1"/>
                </a:solidFill>
                <a:latin typeface="+mn-lt"/>
                <a:ea typeface="+mn-lt"/>
                <a:cs typeface="+mn-lt"/>
              </a:defRPr>
            </a:lvl9pPr>
          </a:lstStyle>
          <a:p xmlns:a="http://schemas.openxmlformats.org/drawingml/2006/main"/>
        </p:txBody>
      </p:sp>
    </p:spTree>
  </p:cSld>
</p:sldLayout>
</file>

<file path=ppt/main_figures/Fig13/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9B9EF49-F9A0-4759-BC2F-712CBD2D964F}"/>
              </a:ext>
            </a:extLst>
          </p:cNvPr>
          <p:cNvSpPr>
            <a:spLocks xmlns:a="http://schemas.openxmlformats.org/drawingml/2006/main" noGrp="1"/>
          </p:cNvSpPr>
          <p:nvPr>
            <p:ph type="title" idx="0"/>
          </p:nvPr>
        </p:nvSpPr>
        <p:spPr>
          <a:xfrm xmlns:a="http://schemas.openxmlformats.org/drawingml/2006/main">
            <a:off x="771525" y="918633"/>
            <a:ext cx="12172950" cy="14435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713" b="1">
                <a:solidFill>
                  <a:schemeClr val="tx1"/>
                </a:solidFill>
                <a:latin typeface="+mj-lt"/>
                <a:ea typeface="+mj-lt"/>
                <a:cs typeface="+mj-lt"/>
              </a:defRPr>
            </a:defPPr>
            <a:lvl1pPr marL="0" indent="0" algn="l">
              <a:lnSpc>
                <a:spcPct val="110000"/>
              </a:lnSpc>
              <a:spcBef>
                <a:spcPts val="0"/>
              </a:spcBef>
              <a:spcAft>
                <a:spcPts val="0"/>
              </a:spcAft>
              <a:buNone/>
              <a:defRPr sz="3713" b="1">
                <a:solidFill>
                  <a:schemeClr val="tx1"/>
                </a:solidFill>
                <a:latin typeface="+mj-lt"/>
                <a:ea typeface="+mj-lt"/>
                <a:cs typeface="+mj-lt"/>
              </a:defRPr>
            </a:lvl1pPr>
            <a:lvl2pPr marL="0" indent="0" algn="l">
              <a:lnSpc>
                <a:spcPct val="110000"/>
              </a:lnSpc>
              <a:spcBef>
                <a:spcPts val="0"/>
              </a:spcBef>
              <a:spcAft>
                <a:spcPts val="0"/>
              </a:spcAft>
              <a:buNone/>
              <a:defRPr sz="3713" b="1">
                <a:solidFill>
                  <a:schemeClr val="tx1"/>
                </a:solidFill>
                <a:latin typeface="+mj-lt"/>
                <a:ea typeface="+mj-lt"/>
                <a:cs typeface="+mj-lt"/>
              </a:defRPr>
            </a:lvl2pPr>
            <a:lvl3pPr marL="0" indent="0" algn="l">
              <a:lnSpc>
                <a:spcPct val="110000"/>
              </a:lnSpc>
              <a:spcBef>
                <a:spcPts val="0"/>
              </a:spcBef>
              <a:spcAft>
                <a:spcPts val="0"/>
              </a:spcAft>
              <a:buNone/>
              <a:defRPr sz="3713" b="1">
                <a:solidFill>
                  <a:schemeClr val="tx1"/>
                </a:solidFill>
                <a:latin typeface="+mj-lt"/>
                <a:ea typeface="+mj-lt"/>
                <a:cs typeface="+mj-lt"/>
              </a:defRPr>
            </a:lvl3pPr>
            <a:lvl4pPr marL="0" indent="0" algn="l">
              <a:lnSpc>
                <a:spcPct val="110000"/>
              </a:lnSpc>
              <a:spcBef>
                <a:spcPts val="0"/>
              </a:spcBef>
              <a:spcAft>
                <a:spcPts val="0"/>
              </a:spcAft>
              <a:buNone/>
              <a:defRPr sz="3713" b="1">
                <a:solidFill>
                  <a:schemeClr val="tx1"/>
                </a:solidFill>
                <a:latin typeface="+mj-lt"/>
                <a:ea typeface="+mj-lt"/>
                <a:cs typeface="+mj-lt"/>
              </a:defRPr>
            </a:lvl4pPr>
            <a:lvl5pPr marL="0" indent="0" algn="l">
              <a:lnSpc>
                <a:spcPct val="110000"/>
              </a:lnSpc>
              <a:spcBef>
                <a:spcPts val="0"/>
              </a:spcBef>
              <a:spcAft>
                <a:spcPts val="0"/>
              </a:spcAft>
              <a:buNone/>
              <a:defRPr sz="3713" b="1">
                <a:solidFill>
                  <a:schemeClr val="tx1"/>
                </a:solidFill>
                <a:latin typeface="+mj-lt"/>
                <a:ea typeface="+mj-lt"/>
                <a:cs typeface="+mj-lt"/>
              </a:defRPr>
            </a:lvl5pPr>
            <a:lvl6pPr marL="0" indent="0" algn="l">
              <a:lnSpc>
                <a:spcPct val="110000"/>
              </a:lnSpc>
              <a:spcBef>
                <a:spcPts val="0"/>
              </a:spcBef>
              <a:spcAft>
                <a:spcPts val="0"/>
              </a:spcAft>
              <a:buNone/>
              <a:defRPr sz="3713" b="1">
                <a:solidFill>
                  <a:schemeClr val="tx1"/>
                </a:solidFill>
                <a:latin typeface="+mj-lt"/>
                <a:ea typeface="+mj-lt"/>
                <a:cs typeface="+mj-lt"/>
              </a:defRPr>
            </a:lvl6pPr>
            <a:lvl7pPr marL="0" indent="0" algn="l">
              <a:lnSpc>
                <a:spcPct val="110000"/>
              </a:lnSpc>
              <a:spcBef>
                <a:spcPts val="0"/>
              </a:spcBef>
              <a:spcAft>
                <a:spcPts val="0"/>
              </a:spcAft>
              <a:buNone/>
              <a:defRPr sz="3713" b="1">
                <a:solidFill>
                  <a:schemeClr val="tx1"/>
                </a:solidFill>
                <a:latin typeface="+mj-lt"/>
                <a:ea typeface="+mj-lt"/>
                <a:cs typeface="+mj-lt"/>
              </a:defRPr>
            </a:lvl7pPr>
            <a:lvl8pPr marL="0" indent="0" algn="l">
              <a:lnSpc>
                <a:spcPct val="110000"/>
              </a:lnSpc>
              <a:spcBef>
                <a:spcPts val="0"/>
              </a:spcBef>
              <a:spcAft>
                <a:spcPts val="0"/>
              </a:spcAft>
              <a:buNone/>
              <a:defRPr sz="3713" b="1">
                <a:solidFill>
                  <a:schemeClr val="tx1"/>
                </a:solidFill>
                <a:latin typeface="+mj-lt"/>
                <a:ea typeface="+mj-lt"/>
                <a:cs typeface="+mj-lt"/>
              </a:defRPr>
            </a:lvl8pPr>
            <a:lvl9pPr marL="0" indent="0" algn="l">
              <a:lnSpc>
                <a:spcPct val="110000"/>
              </a:lnSpc>
              <a:spcBef>
                <a:spcPts val="0"/>
              </a:spcBef>
              <a:spcAft>
                <a:spcPts val="0"/>
              </a:spcAft>
              <a:buNone/>
              <a:defRPr sz="3713"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AA9703D-075C-4BE5-8353-79D485A4F62D}"/>
              </a:ext>
            </a:extLst>
          </p:cNvPr>
          <p:cNvSpPr>
            <a:spLocks xmlns:a="http://schemas.openxmlformats.org/drawingml/2006/main" noGrp="1"/>
          </p:cNvSpPr>
          <p:nvPr>
            <p:ph type="body" idx="1"/>
          </p:nvPr>
        </p:nvSpPr>
        <p:spPr>
          <a:xfrm xmlns:a="http://schemas.openxmlformats.org/drawingml/2006/main">
            <a:off x="771525" y="3280833"/>
            <a:ext cx="5657850" cy="7349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363" b="0">
                <a:solidFill>
                  <a:schemeClr val="tx1"/>
                </a:solidFill>
                <a:latin typeface="+mn-lt"/>
                <a:ea typeface="+mn-lt"/>
                <a:cs typeface="+mn-lt"/>
              </a:defRPr>
            </a:defPPr>
            <a:lvl1pPr marL="257175" indent="-257175" algn="l">
              <a:lnSpc>
                <a:spcPct val="110000"/>
              </a:lnSpc>
              <a:spcBef>
                <a:spcPts val="0"/>
              </a:spcBef>
              <a:spcAft>
                <a:spcPts val="1350"/>
              </a:spcAft>
              <a:buChar char="•"/>
              <a:defRPr sz="2363" b="0">
                <a:solidFill>
                  <a:schemeClr val="tx1"/>
                </a:solidFill>
                <a:latin typeface="+mn-lt"/>
                <a:ea typeface="+mn-lt"/>
                <a:cs typeface="+mn-lt"/>
              </a:defRPr>
            </a:lvl1pPr>
            <a:lvl2pPr marL="600075" indent="-257175" algn="l">
              <a:lnSpc>
                <a:spcPct val="110000"/>
              </a:lnSpc>
              <a:spcBef>
                <a:spcPts val="0"/>
              </a:spcBef>
              <a:spcAft>
                <a:spcPts val="1350"/>
              </a:spcAft>
              <a:buChar char="•"/>
              <a:defRPr sz="2363" b="0">
                <a:solidFill>
                  <a:schemeClr val="tx1"/>
                </a:solidFill>
                <a:latin typeface="+mn-lt"/>
                <a:ea typeface="+mn-lt"/>
                <a:cs typeface="+mn-lt"/>
              </a:defRPr>
            </a:lvl2pPr>
            <a:lvl3pPr marL="942975" indent="-257175" algn="l">
              <a:lnSpc>
                <a:spcPct val="110000"/>
              </a:lnSpc>
              <a:spcBef>
                <a:spcPts val="0"/>
              </a:spcBef>
              <a:spcAft>
                <a:spcPts val="1350"/>
              </a:spcAft>
              <a:buChar char="•"/>
              <a:defRPr sz="2363" b="0">
                <a:solidFill>
                  <a:schemeClr val="tx1"/>
                </a:solidFill>
                <a:latin typeface="+mn-lt"/>
                <a:ea typeface="+mn-lt"/>
                <a:cs typeface="+mn-lt"/>
              </a:defRPr>
            </a:lvl3pPr>
            <a:lvl4pPr marL="1285875" indent="-257175" algn="l">
              <a:lnSpc>
                <a:spcPct val="110000"/>
              </a:lnSpc>
              <a:spcBef>
                <a:spcPts val="0"/>
              </a:spcBef>
              <a:spcAft>
                <a:spcPts val="1350"/>
              </a:spcAft>
              <a:buChar char="•"/>
              <a:defRPr sz="2363" b="0">
                <a:solidFill>
                  <a:schemeClr val="tx1"/>
                </a:solidFill>
                <a:latin typeface="+mn-lt"/>
                <a:ea typeface="+mn-lt"/>
                <a:cs typeface="+mn-lt"/>
              </a:defRPr>
            </a:lvl4pPr>
            <a:lvl5pPr marL="1628775" indent="-257175" algn="l">
              <a:lnSpc>
                <a:spcPct val="110000"/>
              </a:lnSpc>
              <a:spcBef>
                <a:spcPts val="0"/>
              </a:spcBef>
              <a:spcAft>
                <a:spcPts val="1350"/>
              </a:spcAft>
              <a:buChar char="•"/>
              <a:defRPr sz="2363" b="0">
                <a:solidFill>
                  <a:schemeClr val="tx1"/>
                </a:solidFill>
                <a:latin typeface="+mn-lt"/>
                <a:ea typeface="+mn-lt"/>
                <a:cs typeface="+mn-lt"/>
              </a:defRPr>
            </a:lvl5pPr>
            <a:lvl6pPr marL="1971675" indent="-257175" algn="l">
              <a:lnSpc>
                <a:spcPct val="110000"/>
              </a:lnSpc>
              <a:spcBef>
                <a:spcPts val="0"/>
              </a:spcBef>
              <a:spcAft>
                <a:spcPts val="1350"/>
              </a:spcAft>
              <a:buChar char="•"/>
              <a:defRPr sz="2363" b="0">
                <a:solidFill>
                  <a:schemeClr val="tx1"/>
                </a:solidFill>
                <a:latin typeface="+mn-lt"/>
                <a:ea typeface="+mn-lt"/>
                <a:cs typeface="+mn-lt"/>
              </a:defRPr>
            </a:lvl6pPr>
            <a:lvl7pPr marL="2314575" indent="-257175" algn="l">
              <a:lnSpc>
                <a:spcPct val="110000"/>
              </a:lnSpc>
              <a:spcBef>
                <a:spcPts val="0"/>
              </a:spcBef>
              <a:spcAft>
                <a:spcPts val="1350"/>
              </a:spcAft>
              <a:buChar char="•"/>
              <a:defRPr sz="2363" b="0">
                <a:solidFill>
                  <a:schemeClr val="tx1"/>
                </a:solidFill>
                <a:latin typeface="+mn-lt"/>
                <a:ea typeface="+mn-lt"/>
                <a:cs typeface="+mn-lt"/>
              </a:defRPr>
            </a:lvl7pPr>
            <a:lvl8pPr marL="2657475" indent="-257175" algn="l">
              <a:lnSpc>
                <a:spcPct val="110000"/>
              </a:lnSpc>
              <a:spcBef>
                <a:spcPts val="0"/>
              </a:spcBef>
              <a:spcAft>
                <a:spcPts val="1350"/>
              </a:spcAft>
              <a:buChar char="•"/>
              <a:defRPr sz="2363" b="0">
                <a:solidFill>
                  <a:schemeClr val="tx1"/>
                </a:solidFill>
                <a:latin typeface="+mn-lt"/>
                <a:ea typeface="+mn-lt"/>
                <a:cs typeface="+mn-lt"/>
              </a:defRPr>
            </a:lvl8pPr>
            <a:lvl9pPr marL="3000375" indent="-257175" algn="l">
              <a:lnSpc>
                <a:spcPct val="110000"/>
              </a:lnSpc>
              <a:spcBef>
                <a:spcPts val="0"/>
              </a:spcBef>
              <a:spcAft>
                <a:spcPts val="1350"/>
              </a:spcAft>
              <a:buChar char="•"/>
              <a:defRPr sz="2363"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BD5443C-12D3-49B7-94C6-456AE604B81C}"/>
              </a:ext>
            </a:extLst>
          </p:cNvPr>
          <p:cNvSpPr>
            <a:spLocks xmlns:a="http://schemas.openxmlformats.org/drawingml/2006/main" noGrp="1"/>
          </p:cNvSpPr>
          <p:nvPr>
            <p:ph type="body" idx="2"/>
          </p:nvPr>
        </p:nvSpPr>
        <p:spPr>
          <a:xfrm xmlns:a="http://schemas.openxmlformats.org/drawingml/2006/main">
            <a:off x="7286625" y="3280833"/>
            <a:ext cx="5657850" cy="7349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363" b="0">
                <a:solidFill>
                  <a:schemeClr val="tx1"/>
                </a:solidFill>
                <a:latin typeface="+mn-lt"/>
                <a:ea typeface="+mn-lt"/>
                <a:cs typeface="+mn-lt"/>
              </a:defRPr>
            </a:defPPr>
            <a:lvl1pPr marL="257175" indent="-257175" algn="l">
              <a:lnSpc>
                <a:spcPct val="110000"/>
              </a:lnSpc>
              <a:spcBef>
                <a:spcPts val="0"/>
              </a:spcBef>
              <a:spcAft>
                <a:spcPts val="1350"/>
              </a:spcAft>
              <a:buChar char="•"/>
              <a:defRPr sz="2363" b="0">
                <a:solidFill>
                  <a:schemeClr val="tx1"/>
                </a:solidFill>
                <a:latin typeface="+mn-lt"/>
                <a:ea typeface="+mn-lt"/>
                <a:cs typeface="+mn-lt"/>
              </a:defRPr>
            </a:lvl1pPr>
            <a:lvl2pPr marL="600075" indent="-257175" algn="l">
              <a:lnSpc>
                <a:spcPct val="110000"/>
              </a:lnSpc>
              <a:spcBef>
                <a:spcPts val="0"/>
              </a:spcBef>
              <a:spcAft>
                <a:spcPts val="1350"/>
              </a:spcAft>
              <a:buChar char="•"/>
              <a:defRPr sz="2363" b="0">
                <a:solidFill>
                  <a:schemeClr val="tx1"/>
                </a:solidFill>
                <a:latin typeface="+mn-lt"/>
                <a:ea typeface="+mn-lt"/>
                <a:cs typeface="+mn-lt"/>
              </a:defRPr>
            </a:lvl2pPr>
            <a:lvl3pPr marL="942975" indent="-257175" algn="l">
              <a:lnSpc>
                <a:spcPct val="110000"/>
              </a:lnSpc>
              <a:spcBef>
                <a:spcPts val="0"/>
              </a:spcBef>
              <a:spcAft>
                <a:spcPts val="1350"/>
              </a:spcAft>
              <a:buChar char="•"/>
              <a:defRPr sz="2363" b="0">
                <a:solidFill>
                  <a:schemeClr val="tx1"/>
                </a:solidFill>
                <a:latin typeface="+mn-lt"/>
                <a:ea typeface="+mn-lt"/>
                <a:cs typeface="+mn-lt"/>
              </a:defRPr>
            </a:lvl3pPr>
            <a:lvl4pPr marL="1285875" indent="-257175" algn="l">
              <a:lnSpc>
                <a:spcPct val="110000"/>
              </a:lnSpc>
              <a:spcBef>
                <a:spcPts val="0"/>
              </a:spcBef>
              <a:spcAft>
                <a:spcPts val="1350"/>
              </a:spcAft>
              <a:buChar char="•"/>
              <a:defRPr sz="2363" b="0">
                <a:solidFill>
                  <a:schemeClr val="tx1"/>
                </a:solidFill>
                <a:latin typeface="+mn-lt"/>
                <a:ea typeface="+mn-lt"/>
                <a:cs typeface="+mn-lt"/>
              </a:defRPr>
            </a:lvl4pPr>
            <a:lvl5pPr marL="1628775" indent="-257175" algn="l">
              <a:lnSpc>
                <a:spcPct val="110000"/>
              </a:lnSpc>
              <a:spcBef>
                <a:spcPts val="0"/>
              </a:spcBef>
              <a:spcAft>
                <a:spcPts val="1350"/>
              </a:spcAft>
              <a:buChar char="•"/>
              <a:defRPr sz="2363" b="0">
                <a:solidFill>
                  <a:schemeClr val="tx1"/>
                </a:solidFill>
                <a:latin typeface="+mn-lt"/>
                <a:ea typeface="+mn-lt"/>
                <a:cs typeface="+mn-lt"/>
              </a:defRPr>
            </a:lvl5pPr>
            <a:lvl6pPr marL="1971675" indent="-257175" algn="l">
              <a:lnSpc>
                <a:spcPct val="110000"/>
              </a:lnSpc>
              <a:spcBef>
                <a:spcPts val="0"/>
              </a:spcBef>
              <a:spcAft>
                <a:spcPts val="1350"/>
              </a:spcAft>
              <a:buChar char="•"/>
              <a:defRPr sz="2363" b="0">
                <a:solidFill>
                  <a:schemeClr val="tx1"/>
                </a:solidFill>
                <a:latin typeface="+mn-lt"/>
                <a:ea typeface="+mn-lt"/>
                <a:cs typeface="+mn-lt"/>
              </a:defRPr>
            </a:lvl6pPr>
            <a:lvl7pPr marL="2314575" indent="-257175" algn="l">
              <a:lnSpc>
                <a:spcPct val="110000"/>
              </a:lnSpc>
              <a:spcBef>
                <a:spcPts val="0"/>
              </a:spcBef>
              <a:spcAft>
                <a:spcPts val="1350"/>
              </a:spcAft>
              <a:buChar char="•"/>
              <a:defRPr sz="2363" b="0">
                <a:solidFill>
                  <a:schemeClr val="tx1"/>
                </a:solidFill>
                <a:latin typeface="+mn-lt"/>
                <a:ea typeface="+mn-lt"/>
                <a:cs typeface="+mn-lt"/>
              </a:defRPr>
            </a:lvl7pPr>
            <a:lvl8pPr marL="2657475" indent="-257175" algn="l">
              <a:lnSpc>
                <a:spcPct val="110000"/>
              </a:lnSpc>
              <a:spcBef>
                <a:spcPts val="0"/>
              </a:spcBef>
              <a:spcAft>
                <a:spcPts val="1350"/>
              </a:spcAft>
              <a:buChar char="•"/>
              <a:defRPr sz="2363" b="0">
                <a:solidFill>
                  <a:schemeClr val="tx1"/>
                </a:solidFill>
                <a:latin typeface="+mn-lt"/>
                <a:ea typeface="+mn-lt"/>
                <a:cs typeface="+mn-lt"/>
              </a:defRPr>
            </a:lvl8pPr>
            <a:lvl9pPr marL="3000375" indent="-257175" algn="l">
              <a:lnSpc>
                <a:spcPct val="110000"/>
              </a:lnSpc>
              <a:spcBef>
                <a:spcPts val="0"/>
              </a:spcBef>
              <a:spcAft>
                <a:spcPts val="1350"/>
              </a:spcAft>
              <a:buChar char="•"/>
              <a:defRPr sz="2363" b="0">
                <a:solidFill>
                  <a:schemeClr val="tx1"/>
                </a:solidFill>
                <a:latin typeface="+mn-lt"/>
                <a:ea typeface="+mn-lt"/>
                <a:cs typeface="+mn-lt"/>
              </a:defRPr>
            </a:lvl9pPr>
          </a:lstStyle>
          <a:p xmlns:a="http://schemas.openxmlformats.org/drawingml/2006/main"/>
        </p:txBody>
      </p:sp>
    </p:spTree>
  </p:cSld>
</p:sldLayout>
</file>

<file path=ppt/main_figures/Fig13/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AC45CFD-3342-4961-B15B-E47EB4DD8B04}"/>
              </a:ext>
            </a:extLst>
          </p:cNvPr>
          <p:cNvSpPr>
            <a:spLocks xmlns:a="http://schemas.openxmlformats.org/drawingml/2006/main" noGrp="1"/>
          </p:cNvSpPr>
          <p:nvPr>
            <p:ph type="title" idx="0"/>
          </p:nvPr>
        </p:nvSpPr>
        <p:spPr>
          <a:xfrm xmlns:a="http://schemas.openxmlformats.org/drawingml/2006/main">
            <a:off x="771525" y="918633"/>
            <a:ext cx="12172950" cy="14435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713" b="1">
                <a:solidFill>
                  <a:schemeClr val="tx1"/>
                </a:solidFill>
                <a:latin typeface="+mj-lt"/>
                <a:ea typeface="+mj-lt"/>
                <a:cs typeface="+mj-lt"/>
              </a:defRPr>
            </a:defPPr>
            <a:lvl1pPr marL="0" indent="0" algn="l">
              <a:lnSpc>
                <a:spcPct val="110000"/>
              </a:lnSpc>
              <a:spcBef>
                <a:spcPts val="0"/>
              </a:spcBef>
              <a:spcAft>
                <a:spcPts val="0"/>
              </a:spcAft>
              <a:buNone/>
              <a:defRPr sz="3713" b="1">
                <a:solidFill>
                  <a:schemeClr val="tx1"/>
                </a:solidFill>
                <a:latin typeface="+mj-lt"/>
                <a:ea typeface="+mj-lt"/>
                <a:cs typeface="+mj-lt"/>
              </a:defRPr>
            </a:lvl1pPr>
            <a:lvl2pPr marL="0" indent="0" algn="l">
              <a:lnSpc>
                <a:spcPct val="110000"/>
              </a:lnSpc>
              <a:spcBef>
                <a:spcPts val="0"/>
              </a:spcBef>
              <a:spcAft>
                <a:spcPts val="0"/>
              </a:spcAft>
              <a:buNone/>
              <a:defRPr sz="3713" b="1">
                <a:solidFill>
                  <a:schemeClr val="tx1"/>
                </a:solidFill>
                <a:latin typeface="+mj-lt"/>
                <a:ea typeface="+mj-lt"/>
                <a:cs typeface="+mj-lt"/>
              </a:defRPr>
            </a:lvl2pPr>
            <a:lvl3pPr marL="0" indent="0" algn="l">
              <a:lnSpc>
                <a:spcPct val="110000"/>
              </a:lnSpc>
              <a:spcBef>
                <a:spcPts val="0"/>
              </a:spcBef>
              <a:spcAft>
                <a:spcPts val="0"/>
              </a:spcAft>
              <a:buNone/>
              <a:defRPr sz="3713" b="1">
                <a:solidFill>
                  <a:schemeClr val="tx1"/>
                </a:solidFill>
                <a:latin typeface="+mj-lt"/>
                <a:ea typeface="+mj-lt"/>
                <a:cs typeface="+mj-lt"/>
              </a:defRPr>
            </a:lvl3pPr>
            <a:lvl4pPr marL="0" indent="0" algn="l">
              <a:lnSpc>
                <a:spcPct val="110000"/>
              </a:lnSpc>
              <a:spcBef>
                <a:spcPts val="0"/>
              </a:spcBef>
              <a:spcAft>
                <a:spcPts val="0"/>
              </a:spcAft>
              <a:buNone/>
              <a:defRPr sz="3713" b="1">
                <a:solidFill>
                  <a:schemeClr val="tx1"/>
                </a:solidFill>
                <a:latin typeface="+mj-lt"/>
                <a:ea typeface="+mj-lt"/>
                <a:cs typeface="+mj-lt"/>
              </a:defRPr>
            </a:lvl4pPr>
            <a:lvl5pPr marL="0" indent="0" algn="l">
              <a:lnSpc>
                <a:spcPct val="110000"/>
              </a:lnSpc>
              <a:spcBef>
                <a:spcPts val="0"/>
              </a:spcBef>
              <a:spcAft>
                <a:spcPts val="0"/>
              </a:spcAft>
              <a:buNone/>
              <a:defRPr sz="3713" b="1">
                <a:solidFill>
                  <a:schemeClr val="tx1"/>
                </a:solidFill>
                <a:latin typeface="+mj-lt"/>
                <a:ea typeface="+mj-lt"/>
                <a:cs typeface="+mj-lt"/>
              </a:defRPr>
            </a:lvl5pPr>
            <a:lvl6pPr marL="0" indent="0" algn="l">
              <a:lnSpc>
                <a:spcPct val="110000"/>
              </a:lnSpc>
              <a:spcBef>
                <a:spcPts val="0"/>
              </a:spcBef>
              <a:spcAft>
                <a:spcPts val="0"/>
              </a:spcAft>
              <a:buNone/>
              <a:defRPr sz="3713" b="1">
                <a:solidFill>
                  <a:schemeClr val="tx1"/>
                </a:solidFill>
                <a:latin typeface="+mj-lt"/>
                <a:ea typeface="+mj-lt"/>
                <a:cs typeface="+mj-lt"/>
              </a:defRPr>
            </a:lvl6pPr>
            <a:lvl7pPr marL="0" indent="0" algn="l">
              <a:lnSpc>
                <a:spcPct val="110000"/>
              </a:lnSpc>
              <a:spcBef>
                <a:spcPts val="0"/>
              </a:spcBef>
              <a:spcAft>
                <a:spcPts val="0"/>
              </a:spcAft>
              <a:buNone/>
              <a:defRPr sz="3713" b="1">
                <a:solidFill>
                  <a:schemeClr val="tx1"/>
                </a:solidFill>
                <a:latin typeface="+mj-lt"/>
                <a:ea typeface="+mj-lt"/>
                <a:cs typeface="+mj-lt"/>
              </a:defRPr>
            </a:lvl7pPr>
            <a:lvl8pPr marL="0" indent="0" algn="l">
              <a:lnSpc>
                <a:spcPct val="110000"/>
              </a:lnSpc>
              <a:spcBef>
                <a:spcPts val="0"/>
              </a:spcBef>
              <a:spcAft>
                <a:spcPts val="0"/>
              </a:spcAft>
              <a:buNone/>
              <a:defRPr sz="3713" b="1">
                <a:solidFill>
                  <a:schemeClr val="tx1"/>
                </a:solidFill>
                <a:latin typeface="+mj-lt"/>
                <a:ea typeface="+mj-lt"/>
                <a:cs typeface="+mj-lt"/>
              </a:defRPr>
            </a:lvl8pPr>
            <a:lvl9pPr marL="0" indent="0" algn="l">
              <a:lnSpc>
                <a:spcPct val="110000"/>
              </a:lnSpc>
              <a:spcBef>
                <a:spcPts val="0"/>
              </a:spcBef>
              <a:spcAft>
                <a:spcPts val="0"/>
              </a:spcAft>
              <a:buNone/>
              <a:defRPr sz="3713"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05A4B35-1909-45FE-B86B-B575CE6B3A82}"/>
              </a:ext>
            </a:extLst>
          </p:cNvPr>
          <p:cNvSpPr>
            <a:spLocks xmlns:a="http://schemas.openxmlformats.org/drawingml/2006/main" noGrp="1"/>
          </p:cNvSpPr>
          <p:nvPr>
            <p:ph type="body" idx="1"/>
          </p:nvPr>
        </p:nvSpPr>
        <p:spPr>
          <a:xfrm xmlns:a="http://schemas.openxmlformats.org/drawingml/2006/main">
            <a:off x="771525" y="3280833"/>
            <a:ext cx="5657850" cy="7349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531" b="0">
                <a:solidFill>
                  <a:schemeClr val="tx1"/>
                </a:solidFill>
                <a:latin typeface="+mn-lt"/>
                <a:ea typeface="+mn-lt"/>
                <a:cs typeface="+mn-lt"/>
              </a:defRPr>
            </a:defPPr>
            <a:lvl1pPr marL="257175" indent="-257175" algn="l">
              <a:lnSpc>
                <a:spcPct val="110000"/>
              </a:lnSpc>
              <a:spcBef>
                <a:spcPts val="0"/>
              </a:spcBef>
              <a:spcAft>
                <a:spcPts val="1350"/>
              </a:spcAft>
              <a:buChar char="•"/>
              <a:defRPr sz="2531" b="0">
                <a:solidFill>
                  <a:schemeClr val="tx1"/>
                </a:solidFill>
                <a:latin typeface="+mn-lt"/>
                <a:ea typeface="+mn-lt"/>
                <a:cs typeface="+mn-lt"/>
              </a:defRPr>
            </a:lvl1pPr>
            <a:lvl2pPr marL="600075" indent="-257175" algn="l">
              <a:lnSpc>
                <a:spcPct val="110000"/>
              </a:lnSpc>
              <a:spcBef>
                <a:spcPts val="0"/>
              </a:spcBef>
              <a:spcAft>
                <a:spcPts val="1350"/>
              </a:spcAft>
              <a:buChar char="•"/>
              <a:defRPr sz="2531" b="0">
                <a:solidFill>
                  <a:schemeClr val="tx1"/>
                </a:solidFill>
                <a:latin typeface="+mn-lt"/>
                <a:ea typeface="+mn-lt"/>
                <a:cs typeface="+mn-lt"/>
              </a:defRPr>
            </a:lvl2pPr>
            <a:lvl3pPr marL="942975" indent="-257175" algn="l">
              <a:lnSpc>
                <a:spcPct val="110000"/>
              </a:lnSpc>
              <a:spcBef>
                <a:spcPts val="0"/>
              </a:spcBef>
              <a:spcAft>
                <a:spcPts val="1350"/>
              </a:spcAft>
              <a:buChar char="•"/>
              <a:defRPr sz="2531" b="0">
                <a:solidFill>
                  <a:schemeClr val="tx1"/>
                </a:solidFill>
                <a:latin typeface="+mn-lt"/>
                <a:ea typeface="+mn-lt"/>
                <a:cs typeface="+mn-lt"/>
              </a:defRPr>
            </a:lvl3pPr>
            <a:lvl4pPr marL="1285875" indent="-257175" algn="l">
              <a:lnSpc>
                <a:spcPct val="110000"/>
              </a:lnSpc>
              <a:spcBef>
                <a:spcPts val="0"/>
              </a:spcBef>
              <a:spcAft>
                <a:spcPts val="1350"/>
              </a:spcAft>
              <a:buChar char="•"/>
              <a:defRPr sz="2531" b="0">
                <a:solidFill>
                  <a:schemeClr val="tx1"/>
                </a:solidFill>
                <a:latin typeface="+mn-lt"/>
                <a:ea typeface="+mn-lt"/>
                <a:cs typeface="+mn-lt"/>
              </a:defRPr>
            </a:lvl4pPr>
            <a:lvl5pPr marL="1628775" indent="-257175" algn="l">
              <a:lnSpc>
                <a:spcPct val="110000"/>
              </a:lnSpc>
              <a:spcBef>
                <a:spcPts val="0"/>
              </a:spcBef>
              <a:spcAft>
                <a:spcPts val="1350"/>
              </a:spcAft>
              <a:buChar char="•"/>
              <a:defRPr sz="2531" b="0">
                <a:solidFill>
                  <a:schemeClr val="tx1"/>
                </a:solidFill>
                <a:latin typeface="+mn-lt"/>
                <a:ea typeface="+mn-lt"/>
                <a:cs typeface="+mn-lt"/>
              </a:defRPr>
            </a:lvl5pPr>
            <a:lvl6pPr marL="1971675" indent="-257175" algn="l">
              <a:lnSpc>
                <a:spcPct val="110000"/>
              </a:lnSpc>
              <a:spcBef>
                <a:spcPts val="0"/>
              </a:spcBef>
              <a:spcAft>
                <a:spcPts val="1350"/>
              </a:spcAft>
              <a:buChar char="•"/>
              <a:defRPr sz="2531" b="0">
                <a:solidFill>
                  <a:schemeClr val="tx1"/>
                </a:solidFill>
                <a:latin typeface="+mn-lt"/>
                <a:ea typeface="+mn-lt"/>
                <a:cs typeface="+mn-lt"/>
              </a:defRPr>
            </a:lvl6pPr>
            <a:lvl7pPr marL="2314575" indent="-257175" algn="l">
              <a:lnSpc>
                <a:spcPct val="110000"/>
              </a:lnSpc>
              <a:spcBef>
                <a:spcPts val="0"/>
              </a:spcBef>
              <a:spcAft>
                <a:spcPts val="1350"/>
              </a:spcAft>
              <a:buChar char="•"/>
              <a:defRPr sz="2531" b="0">
                <a:solidFill>
                  <a:schemeClr val="tx1"/>
                </a:solidFill>
                <a:latin typeface="+mn-lt"/>
                <a:ea typeface="+mn-lt"/>
                <a:cs typeface="+mn-lt"/>
              </a:defRPr>
            </a:lvl7pPr>
            <a:lvl8pPr marL="2657475" indent="-257175" algn="l">
              <a:lnSpc>
                <a:spcPct val="110000"/>
              </a:lnSpc>
              <a:spcBef>
                <a:spcPts val="0"/>
              </a:spcBef>
              <a:spcAft>
                <a:spcPts val="1350"/>
              </a:spcAft>
              <a:buChar char="•"/>
              <a:defRPr sz="2531" b="0">
                <a:solidFill>
                  <a:schemeClr val="tx1"/>
                </a:solidFill>
                <a:latin typeface="+mn-lt"/>
                <a:ea typeface="+mn-lt"/>
                <a:cs typeface="+mn-lt"/>
              </a:defRPr>
            </a:lvl8pPr>
            <a:lvl9pPr marL="3000375" indent="-257175" algn="l">
              <a:lnSpc>
                <a:spcPct val="110000"/>
              </a:lnSpc>
              <a:spcBef>
                <a:spcPts val="0"/>
              </a:spcBef>
              <a:spcAft>
                <a:spcPts val="1350"/>
              </a:spcAft>
              <a:buChar char="•"/>
              <a:defRPr sz="2531" b="0">
                <a:solidFill>
                  <a:schemeClr val="tx1"/>
                </a:solidFill>
                <a:latin typeface="+mn-lt"/>
                <a:ea typeface="+mn-lt"/>
                <a:cs typeface="+mn-lt"/>
              </a:defRPr>
            </a:lvl9pPr>
          </a:lstStyle>
          <a:p xmlns:a="http://schemas.openxmlformats.org/drawingml/2006/main"/>
        </p:txBody>
      </p:sp>
    </p:spTree>
  </p:cSld>
</p:sldLayout>
</file>

<file path=ppt/main_figures/Fig13/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main_figures/Fig13/ppt/slideMasters/_rels/slideMaster1.xml.rels><?xml version='1.0' encoding='utf-8'?>
<Relationships xmlns="http://schemas.openxmlformats.org/package/2006/relationships"><Relationship Type="http://schemas.openxmlformats.org/officeDocument/2006/relationships/theme" Target="/ppt/main_figures/Fig13/ppt/slideMasters/theme/theme2.xml" Id="R7a96932504124aca" /><Relationship Type="http://schemas.openxmlformats.org/officeDocument/2006/relationships/slideLayout" Target="/ppt/main_figures/Fig13/ppt/slideLayouts/slideLayout1.xml" Id="R1d5351dd86ce47e8" /><Relationship Type="http://schemas.openxmlformats.org/officeDocument/2006/relationships/slideLayout" Target="/ppt/main_figures/Fig13/ppt/slideLayouts/slideLayout2.xml" Id="R96dc863de0f94c51" /><Relationship Type="http://schemas.openxmlformats.org/officeDocument/2006/relationships/slideLayout" Target="/ppt/main_figures/Fig13/ppt/slideLayouts/slideLayout3.xml" Id="Rf5fd78af90034955" /><Relationship Type="http://schemas.openxmlformats.org/officeDocument/2006/relationships/slideLayout" Target="/ppt/main_figures/Fig13/ppt/slideLayouts/slideLayout4.xml" Id="R5254cd882d834363" /><Relationship Type="http://schemas.openxmlformats.org/officeDocument/2006/relationships/slideLayout" Target="/ppt/main_figures/Fig13/ppt/slideLayouts/slideLayout5.xml" Id="Re193449dd069465d" /><Relationship Type="http://schemas.openxmlformats.org/officeDocument/2006/relationships/slideLayout" Target="/ppt/main_figures/Fig13/ppt/slideLayouts/slideLayout6.xml" Id="R4cf6197a09754f9f" /></Relationships>
</file>

<file path=ppt/main_figures/Fig13/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d5351dd86ce47e8"/>
    <p:sldLayoutId xmlns:r="http://schemas.openxmlformats.org/officeDocument/2006/relationships" id="2147483650" r:id="R96dc863de0f94c51"/>
    <p:sldLayoutId xmlns:r="http://schemas.openxmlformats.org/officeDocument/2006/relationships" id="2147483651" r:id="Rf5fd78af90034955"/>
    <p:sldLayoutId xmlns:r="http://schemas.openxmlformats.org/officeDocument/2006/relationships" id="2147483652" r:id="R5254cd882d834363"/>
    <p:sldLayoutId xmlns:r="http://schemas.openxmlformats.org/officeDocument/2006/relationships" id="2147483653" r:id="Re193449dd069465d"/>
    <p:sldLayoutId xmlns:r="http://schemas.openxmlformats.org/officeDocument/2006/relationships" id="2147483654" r:id="R4cf6197a09754f9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main_figures/Fig13/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13/ppt/slides/_rels/slide1.xml.rels><?xml version='1.0' encoding='utf-8'?>
<Relationships xmlns="http://schemas.openxmlformats.org/package/2006/relationships"><Relationship Type="http://schemas.openxmlformats.org/officeDocument/2006/relationships/slideLayout" Target="/ppt/main_figures/Fig13/ppt/slideLayouts/slideLayout6.xml" Id="Rbcb2768a06334c0d" /><Relationship Type="http://schemas.openxmlformats.org/officeDocument/2006/relationships/image" Target="/ppt/main_figures/Fig13/ppt/media/image.png" Id="R634ec7d678d64150" /><Relationship Type="http://schemas.openxmlformats.org/officeDocument/2006/relationships/image" Target="/ppt/main_figures/Fig13/ppt/media/image2.png" Id="R7d9cede297ea44c0" /><Relationship Type="http://schemas.openxmlformats.org/officeDocument/2006/relationships/image" Target="/ppt/main_figures/Fig13/ppt/media/image3.png" Id="R821bd0b9183f4d2f" /><Relationship Type="http://schemas.openxmlformats.org/officeDocument/2006/relationships/image" Target="/ppt/main_figures/Fig13/ppt/media/image4.png" Id="R2c61afc213a34f18" /><Relationship Type="http://schemas.openxmlformats.org/officeDocument/2006/relationships/image" Target="/ppt/main_figures/Fig13/ppt/media/image5.png" Id="R06ef78ef3ca9405c" /><Relationship Type="http://schemas.openxmlformats.org/officeDocument/2006/relationships/image" Target="/ppt/main_figures/Fig13/ppt/media/image6.png" Id="R64553e667f5b4856" /><Relationship Type="http://schemas.openxmlformats.org/officeDocument/2006/relationships/image" Target="/ppt/main_figures/Fig13/ppt/media/image7.png" Id="R76e2683e934a43b2" /><Relationship Type="http://schemas.openxmlformats.org/officeDocument/2006/relationships/image" Target="/ppt/main_figures/Fig13/ppt/media/image8.png" Id="R3e60a96477bc4da4" /><Relationship Type="http://schemas.openxmlformats.org/officeDocument/2006/relationships/image" Target="/ppt/main_figures/Fig13/ppt/media/image9.png" Id="R8eccc4fa42544053" /><Relationship Type="http://schemas.openxmlformats.org/officeDocument/2006/relationships/image" Target="/ppt/main_figures/Fig13/ppt/media/image10.png" Id="Re6a2d988a4c44be7" /><Relationship Type="http://schemas.openxmlformats.org/officeDocument/2006/relationships/image" Target="/ppt/main_figures/Fig13/ppt/media/image11.png" Id="Rdf8176ac84734054" /><Relationship Type="http://schemas.openxmlformats.org/officeDocument/2006/relationships/image" Target="/ppt/main_figures/Fig13/ppt/media/image12.png" Id="R018e3504b5ad4977" /><Relationship Type="http://schemas.openxmlformats.org/officeDocument/2006/relationships/notesSlide" Target="/ppt/main_figures/Fig13/ppt/notesSlides/notesSlide1.xml" Id="R3dfd93d1f5ad4a4d" /></Relationships>
</file>

<file path=ppt/main_figures/Fig13/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2" name="text_000">
            <a:extLst xmlns:a="http://schemas.openxmlformats.org/drawingml/2006/main">
              <a:ext uri="{FF2B5EF4-FFF2-40B4-BE49-F238E27FC236}">
                <a16:creationId xmlns:a16="http://schemas.microsoft.com/office/drawing/2014/main" id="{D3C55D10-172A-4944-9CEE-FA25D67303C3}"/>
              </a:ext>
            </a:extLst>
          </p:cNvPr>
          <p:cNvSpPr>
            <a:spLocks xmlns:a="http://schemas.openxmlformats.org/drawingml/2006/main" noGrp="1"/>
          </p:cNvSpPr>
          <p:nvPr/>
        </p:nvSpPr>
        <p:spPr>
          <a:xfrm xmlns:a="http://schemas.openxmlformats.org/drawingml/2006/main" rot="0">
            <a:off x="171450" y="38100"/>
            <a:ext cx="1285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1">
                <a:solidFill>
                  <a:srgbClr val="000000"/>
                </a:solidFill>
                <a:latin typeface="Arial"/>
                <a:ea typeface="Arial"/>
                <a:cs typeface="Arial"/>
              </a:defRPr>
            </a:defPPr>
            <a:lvl1pPr algn="l">
              <a:defRPr sz="1875" b="1">
                <a:solidFill>
                  <a:srgbClr val="000000"/>
                </a:solidFill>
                <a:latin typeface="Arial"/>
                <a:ea typeface="Arial"/>
                <a:cs typeface="Arial"/>
              </a:defRPr>
            </a:lvl1pPr>
            <a:lvl2pPr algn="l">
              <a:defRPr sz="1875" b="1">
                <a:solidFill>
                  <a:srgbClr val="000000"/>
                </a:solidFill>
                <a:latin typeface="Arial"/>
                <a:ea typeface="Arial"/>
                <a:cs typeface="Arial"/>
              </a:defRPr>
            </a:lvl2pPr>
            <a:lvl3pPr algn="l">
              <a:defRPr sz="1875" b="1">
                <a:solidFill>
                  <a:srgbClr val="000000"/>
                </a:solidFill>
                <a:latin typeface="Arial"/>
                <a:ea typeface="Arial"/>
                <a:cs typeface="Arial"/>
              </a:defRPr>
            </a:lvl3pPr>
            <a:lvl4pPr algn="l">
              <a:defRPr sz="1875" b="1">
                <a:solidFill>
                  <a:srgbClr val="000000"/>
                </a:solidFill>
                <a:latin typeface="Arial"/>
                <a:ea typeface="Arial"/>
                <a:cs typeface="Arial"/>
              </a:defRPr>
            </a:lvl4pPr>
            <a:lvl5pPr algn="l">
              <a:defRPr sz="1875" b="1">
                <a:solidFill>
                  <a:srgbClr val="000000"/>
                </a:solidFill>
                <a:latin typeface="Arial"/>
                <a:ea typeface="Arial"/>
                <a:cs typeface="Arial"/>
              </a:defRPr>
            </a:lvl5pPr>
            <a:lvl6pPr algn="l">
              <a:defRPr sz="1875" b="1">
                <a:solidFill>
                  <a:srgbClr val="000000"/>
                </a:solidFill>
                <a:latin typeface="Arial"/>
                <a:ea typeface="Arial"/>
                <a:cs typeface="Arial"/>
              </a:defRPr>
            </a:lvl6pPr>
            <a:lvl7pPr algn="l">
              <a:defRPr sz="1875" b="1">
                <a:solidFill>
                  <a:srgbClr val="000000"/>
                </a:solidFill>
                <a:latin typeface="Arial"/>
                <a:ea typeface="Arial"/>
                <a:cs typeface="Arial"/>
              </a:defRPr>
            </a:lvl7pPr>
            <a:lvl8pPr algn="l">
              <a:defRPr sz="1875" b="1">
                <a:solidFill>
                  <a:srgbClr val="000000"/>
                </a:solidFill>
                <a:latin typeface="Arial"/>
                <a:ea typeface="Arial"/>
                <a:cs typeface="Arial"/>
              </a:defRPr>
            </a:lvl8pPr>
            <a:lvl9pPr algn="l">
              <a:defRPr sz="1875" b="1">
                <a:solidFill>
                  <a:srgbClr val="000000"/>
                </a:solidFill>
                <a:latin typeface="Arial"/>
                <a:ea typeface="Arial"/>
                <a:cs typeface="Arial"/>
              </a:defRPr>
            </a:lvl9pPr>
          </a:lstStyle>
          <a:p xmlns:a="http://schemas.openxmlformats.org/drawingml/2006/main">
            <a:pPr algn="l">
              <a:defRPr sz="1875" b="1">
                <a:solidFill>
                  <a:srgbClr val="000000"/>
                </a:solidFill>
                <a:latin typeface="Arial"/>
                <a:ea typeface="Arial"/>
                <a:cs typeface="Arial"/>
              </a:defRPr>
            </a:pPr>
            <a:r>
              <a:rPr sz="1875" b="1">
                <a:solidFill>
                  <a:srgbClr val="000000"/>
                </a:solidFill>
                <a:latin typeface="Arial"/>
                <a:ea typeface="Arial"/>
                <a:cs typeface="Arial"/>
              </a:rPr>
              <a:t>(a) PM2.5 in 2000: complete RG-MTM-R20 map</a:t>
            </a:r>
          </a:p>
        </p:txBody>
      </p:sp>
      <p:pic>
        <p:nvPicPr>
          <p:cNvPr id="2" name="">
            <a:extLst xmlns:a="http://schemas.openxmlformats.org/drawingml/2006/main">
              <a:ext uri="{FF2B5EF4-FFF2-40B4-BE49-F238E27FC236}">
                <a16:creationId xmlns:a16="http://schemas.microsoft.com/office/drawing/2014/main" id="{BE85BE09-3862-4560-88BE-14452D2F92E6}"/>
              </a:ext>
            </a:extLst>
          </p:cNvPr>
          <p:cNvPicPr>
            <a:picLocks xmlns:a="http://schemas.openxmlformats.org/drawingml/2006/main" noChangeAspect="1"/>
          </p:cNvPicPr>
          <p:nvPr/>
        </p:nvPicPr>
        <p:blipFill>
          <a:blip xmlns:r="http://schemas.openxmlformats.org/officeDocument/2006/relationships" xmlns:a="http://schemas.openxmlformats.org/drawingml/2006/main" r:embed="R634ec7d678d64150"/>
          <a:stretch xmlns:a="http://schemas.openxmlformats.org/drawingml/2006/main"/>
        </p:blipFill>
        <p:spPr>
          <a:xfrm xmlns:a="http://schemas.openxmlformats.org/drawingml/2006/main">
            <a:off x="762000" y="409579"/>
            <a:ext cx="12192000" cy="1381117"/>
          </a:xfrm>
          <a:prstGeom xmlns:a="http://schemas.openxmlformats.org/drawingml/2006/main" prst="rect">
            <a:avLst/>
          </a:prstGeom>
        </p:spPr>
      </p:pic>
      <p:sp>
        <p:nvSpPr>
          <p:cNvPr id="3" name="line_002">
            <a:extLst xmlns:a="http://schemas.openxmlformats.org/drawingml/2006/main">
              <a:ext uri="{FF2B5EF4-FFF2-40B4-BE49-F238E27FC236}">
                <a16:creationId xmlns:a16="http://schemas.microsoft.com/office/drawing/2014/main" id="{9CD5E512-883C-425A-A50B-3BDD7DAD9698}"/>
              </a:ext>
            </a:extLst>
          </p:cNvPr>
          <p:cNvSpPr>
            <a:spLocks xmlns:a="http://schemas.openxmlformats.org/drawingml/2006/main" noGrp="1"/>
          </p:cNvSpPr>
          <p:nvPr/>
        </p:nvSpPr>
        <p:spPr>
          <a:xfrm xmlns:a="http://schemas.openxmlformats.org/drawingml/2006/main">
            <a:off x="723900" y="1790700"/>
            <a:ext cx="38100" cy="95"/>
          </a:xfrm>
          <a:custGeom xmlns:a="http://schemas.openxmlformats.org/drawingml/2006/main">
            <a:pathLst>
              <a:path w="38100" h="95">
                <a:moveTo>
                  <a:pt x="0" y="0"/>
                </a:moveTo>
                <a:lnTo>
                  <a:pt x="38100" y="0"/>
                </a:lnTo>
              </a:path>
            </a:pathLst>
          </a:custGeom>
          <a:noFill xmlns:a="http://schemas.openxmlformats.org/drawingml/2006/main"/>
          <a:ln xmlns:a="http://schemas.openxmlformats.org/drawingml/2006/main" w="7620">
            <a:solidFill>
              <a:srgbClr val="000000"/>
            </a:solidFill>
            <a:prstDash val="solid"/>
          </a:ln>
        </p:spPr>
      </p:sp>
      <p:sp>
        <p:nvSpPr>
          <p:cNvPr id="4" name="text_003">
            <a:extLst xmlns:a="http://schemas.openxmlformats.org/drawingml/2006/main">
              <a:ext uri="{FF2B5EF4-FFF2-40B4-BE49-F238E27FC236}">
                <a16:creationId xmlns:a16="http://schemas.microsoft.com/office/drawing/2014/main" id="{AEE508EA-3529-48B3-B4F8-8EEDDE0B12A1}"/>
              </a:ext>
            </a:extLst>
          </p:cNvPr>
          <p:cNvSpPr>
            <a:spLocks xmlns:a="http://schemas.openxmlformats.org/drawingml/2006/main" noGrp="1"/>
          </p:cNvSpPr>
          <p:nvPr/>
        </p:nvSpPr>
        <p:spPr>
          <a:xfrm xmlns:a="http://schemas.openxmlformats.org/drawingml/2006/main" rot="0">
            <a:off x="400050" y="1695450"/>
            <a:ext cx="276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5" name="line_004">
            <a:extLst xmlns:a="http://schemas.openxmlformats.org/drawingml/2006/main">
              <a:ext uri="{FF2B5EF4-FFF2-40B4-BE49-F238E27FC236}">
                <a16:creationId xmlns:a16="http://schemas.microsoft.com/office/drawing/2014/main" id="{75F2F5F8-0612-48EA-841B-C1B0F14C8D7C}"/>
              </a:ext>
            </a:extLst>
          </p:cNvPr>
          <p:cNvSpPr>
            <a:spLocks xmlns:a="http://schemas.openxmlformats.org/drawingml/2006/main" noGrp="1"/>
          </p:cNvSpPr>
          <p:nvPr/>
        </p:nvSpPr>
        <p:spPr>
          <a:xfrm xmlns:a="http://schemas.openxmlformats.org/drawingml/2006/main">
            <a:off x="723900" y="1100138"/>
            <a:ext cx="38100" cy="95"/>
          </a:xfrm>
          <a:custGeom xmlns:a="http://schemas.openxmlformats.org/drawingml/2006/main">
            <a:pathLst>
              <a:path w="38100" h="95">
                <a:moveTo>
                  <a:pt x="0" y="0"/>
                </a:moveTo>
                <a:lnTo>
                  <a:pt x="38100" y="0"/>
                </a:lnTo>
              </a:path>
            </a:pathLst>
          </a:custGeom>
          <a:noFill xmlns:a="http://schemas.openxmlformats.org/drawingml/2006/main"/>
          <a:ln xmlns:a="http://schemas.openxmlformats.org/drawingml/2006/main" w="7620">
            <a:solidFill>
              <a:srgbClr val="000000"/>
            </a:solidFill>
            <a:prstDash val="solid"/>
          </a:ln>
        </p:spPr>
      </p:sp>
      <p:sp>
        <p:nvSpPr>
          <p:cNvPr id="6" name="text_005">
            <a:extLst xmlns:a="http://schemas.openxmlformats.org/drawingml/2006/main">
              <a:ext uri="{FF2B5EF4-FFF2-40B4-BE49-F238E27FC236}">
                <a16:creationId xmlns:a16="http://schemas.microsoft.com/office/drawing/2014/main" id="{30E5926F-FE8A-41C6-874B-67FA03321CC6}"/>
              </a:ext>
            </a:extLst>
          </p:cNvPr>
          <p:cNvSpPr>
            <a:spLocks xmlns:a="http://schemas.openxmlformats.org/drawingml/2006/main" noGrp="1"/>
          </p:cNvSpPr>
          <p:nvPr/>
        </p:nvSpPr>
        <p:spPr>
          <a:xfrm xmlns:a="http://schemas.openxmlformats.org/drawingml/2006/main" rot="0">
            <a:off x="400050" y="1004888"/>
            <a:ext cx="276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0.5</a:t>
            </a:r>
          </a:p>
        </p:txBody>
      </p:sp>
      <p:sp>
        <p:nvSpPr>
          <p:cNvPr id="7" name="line_006">
            <a:extLst xmlns:a="http://schemas.openxmlformats.org/drawingml/2006/main">
              <a:ext uri="{FF2B5EF4-FFF2-40B4-BE49-F238E27FC236}">
                <a16:creationId xmlns:a16="http://schemas.microsoft.com/office/drawing/2014/main" id="{4F9C5FEE-1A74-424C-9141-787684B47B92}"/>
              </a:ext>
            </a:extLst>
          </p:cNvPr>
          <p:cNvSpPr>
            <a:spLocks xmlns:a="http://schemas.openxmlformats.org/drawingml/2006/main" noGrp="1"/>
          </p:cNvSpPr>
          <p:nvPr/>
        </p:nvSpPr>
        <p:spPr>
          <a:xfrm xmlns:a="http://schemas.openxmlformats.org/drawingml/2006/main">
            <a:off x="723900" y="409575"/>
            <a:ext cx="38100" cy="95"/>
          </a:xfrm>
          <a:custGeom xmlns:a="http://schemas.openxmlformats.org/drawingml/2006/main">
            <a:pathLst>
              <a:path w="38100" h="95">
                <a:moveTo>
                  <a:pt x="0" y="0"/>
                </a:moveTo>
                <a:lnTo>
                  <a:pt x="38100" y="0"/>
                </a:lnTo>
              </a:path>
            </a:pathLst>
          </a:custGeom>
          <a:noFill xmlns:a="http://schemas.openxmlformats.org/drawingml/2006/main"/>
          <a:ln xmlns:a="http://schemas.openxmlformats.org/drawingml/2006/main" w="7620">
            <a:solidFill>
              <a:srgbClr val="000000"/>
            </a:solidFill>
            <a:prstDash val="solid"/>
          </a:ln>
        </p:spPr>
      </p:sp>
      <p:sp>
        <p:nvSpPr>
          <p:cNvPr id="8" name="text_007">
            <a:extLst xmlns:a="http://schemas.openxmlformats.org/drawingml/2006/main">
              <a:ext uri="{FF2B5EF4-FFF2-40B4-BE49-F238E27FC236}">
                <a16:creationId xmlns:a16="http://schemas.microsoft.com/office/drawing/2014/main" id="{96B5C0DB-030A-426D-B40D-9ED4C311CE0C}"/>
              </a:ext>
            </a:extLst>
          </p:cNvPr>
          <p:cNvSpPr>
            <a:spLocks xmlns:a="http://schemas.openxmlformats.org/drawingml/2006/main" noGrp="1"/>
          </p:cNvSpPr>
          <p:nvPr/>
        </p:nvSpPr>
        <p:spPr>
          <a:xfrm xmlns:a="http://schemas.openxmlformats.org/drawingml/2006/main" rot="0">
            <a:off x="400050" y="314325"/>
            <a:ext cx="276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1</a:t>
            </a:r>
          </a:p>
        </p:txBody>
      </p:sp>
      <p:sp>
        <p:nvSpPr>
          <p:cNvPr id="9" name="line_008">
            <a:extLst xmlns:a="http://schemas.openxmlformats.org/drawingml/2006/main">
              <a:ext uri="{FF2B5EF4-FFF2-40B4-BE49-F238E27FC236}">
                <a16:creationId xmlns:a16="http://schemas.microsoft.com/office/drawing/2014/main" id="{DC4C0671-E07C-4733-B514-2797F3A6DD8B}"/>
              </a:ext>
            </a:extLst>
          </p:cNvPr>
          <p:cNvSpPr>
            <a:spLocks xmlns:a="http://schemas.openxmlformats.org/drawingml/2006/main" noGrp="1"/>
          </p:cNvSpPr>
          <p:nvPr/>
        </p:nvSpPr>
        <p:spPr>
          <a:xfrm xmlns:a="http://schemas.openxmlformats.org/drawingml/2006/main">
            <a:off x="778656" y="1790700"/>
            <a:ext cx="95" cy="38100"/>
          </a:xfrm>
          <a:custGeom xmlns:a="http://schemas.openxmlformats.org/drawingml/2006/main">
            <a:pathLst>
              <a:path w="95" h="38100">
                <a:moveTo>
                  <a:pt x="0" y="0"/>
                </a:moveTo>
                <a:lnTo>
                  <a:pt x="0" y="38100"/>
                </a:lnTo>
              </a:path>
            </a:pathLst>
          </a:custGeom>
          <a:noFill xmlns:a="http://schemas.openxmlformats.org/drawingml/2006/main"/>
          <a:ln xmlns:a="http://schemas.openxmlformats.org/drawingml/2006/main" w="7620">
            <a:solidFill>
              <a:srgbClr val="000000"/>
            </a:solidFill>
            <a:prstDash val="solid"/>
          </a:ln>
        </p:spPr>
      </p:sp>
      <p:sp>
        <p:nvSpPr>
          <p:cNvPr id="10" name="text_009">
            <a:extLst xmlns:a="http://schemas.openxmlformats.org/drawingml/2006/main">
              <a:ext uri="{FF2B5EF4-FFF2-40B4-BE49-F238E27FC236}">
                <a16:creationId xmlns:a16="http://schemas.microsoft.com/office/drawing/2014/main" id="{0E2D5232-3AE2-4A3F-A431-4AB8BA52E201}"/>
              </a:ext>
            </a:extLst>
          </p:cNvPr>
          <p:cNvSpPr>
            <a:spLocks xmlns:a="http://schemas.openxmlformats.org/drawingml/2006/main" noGrp="1"/>
          </p:cNvSpPr>
          <p:nvPr/>
        </p:nvSpPr>
        <p:spPr>
          <a:xfrm xmlns:a="http://schemas.openxmlformats.org/drawingml/2006/main" rot="0">
            <a:off x="378606" y="1857375"/>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Jan 1</a:t>
            </a:r>
          </a:p>
        </p:txBody>
      </p:sp>
      <p:sp>
        <p:nvSpPr>
          <p:cNvPr id="11" name="line_010">
            <a:extLst xmlns:a="http://schemas.openxmlformats.org/drawingml/2006/main">
              <a:ext uri="{FF2B5EF4-FFF2-40B4-BE49-F238E27FC236}">
                <a16:creationId xmlns:a16="http://schemas.microsoft.com/office/drawing/2014/main" id="{18A338A4-A47E-4732-9752-363AFD2CE859}"/>
              </a:ext>
            </a:extLst>
          </p:cNvPr>
          <p:cNvSpPr>
            <a:spLocks xmlns:a="http://schemas.openxmlformats.org/drawingml/2006/main" noGrp="1"/>
          </p:cNvSpPr>
          <p:nvPr/>
        </p:nvSpPr>
        <p:spPr>
          <a:xfrm xmlns:a="http://schemas.openxmlformats.org/drawingml/2006/main">
            <a:off x="3810000" y="1790700"/>
            <a:ext cx="95" cy="38100"/>
          </a:xfrm>
          <a:custGeom xmlns:a="http://schemas.openxmlformats.org/drawingml/2006/main">
            <a:pathLst>
              <a:path w="95" h="38100">
                <a:moveTo>
                  <a:pt x="0" y="0"/>
                </a:moveTo>
                <a:lnTo>
                  <a:pt x="0" y="38100"/>
                </a:lnTo>
              </a:path>
            </a:pathLst>
          </a:custGeom>
          <a:noFill xmlns:a="http://schemas.openxmlformats.org/drawingml/2006/main"/>
          <a:ln xmlns:a="http://schemas.openxmlformats.org/drawingml/2006/main" w="7620">
            <a:solidFill>
              <a:srgbClr val="000000"/>
            </a:solidFill>
            <a:prstDash val="solid"/>
          </a:ln>
        </p:spPr>
      </p:sp>
      <p:sp>
        <p:nvSpPr>
          <p:cNvPr id="12" name="text_011">
            <a:extLst xmlns:a="http://schemas.openxmlformats.org/drawingml/2006/main">
              <a:ext uri="{FF2B5EF4-FFF2-40B4-BE49-F238E27FC236}">
                <a16:creationId xmlns:a16="http://schemas.microsoft.com/office/drawing/2014/main" id="{AA0AC925-091A-412B-AECD-AAE018C1BE8F}"/>
              </a:ext>
            </a:extLst>
          </p:cNvPr>
          <p:cNvSpPr>
            <a:spLocks xmlns:a="http://schemas.openxmlformats.org/drawingml/2006/main" noGrp="1"/>
          </p:cNvSpPr>
          <p:nvPr/>
        </p:nvSpPr>
        <p:spPr>
          <a:xfrm xmlns:a="http://schemas.openxmlformats.org/drawingml/2006/main" rot="0">
            <a:off x="3409950" y="1857375"/>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Apr 1</a:t>
            </a:r>
          </a:p>
        </p:txBody>
      </p:sp>
      <p:sp>
        <p:nvSpPr>
          <p:cNvPr id="13" name="line_012">
            <a:extLst xmlns:a="http://schemas.openxmlformats.org/drawingml/2006/main">
              <a:ext uri="{FF2B5EF4-FFF2-40B4-BE49-F238E27FC236}">
                <a16:creationId xmlns:a16="http://schemas.microsoft.com/office/drawing/2014/main" id="{C9E101F7-2F1A-444C-99AC-0DCA2C13B256}"/>
              </a:ext>
            </a:extLst>
          </p:cNvPr>
          <p:cNvSpPr>
            <a:spLocks xmlns:a="http://schemas.openxmlformats.org/drawingml/2006/main" noGrp="1"/>
          </p:cNvSpPr>
          <p:nvPr/>
        </p:nvSpPr>
        <p:spPr>
          <a:xfrm xmlns:a="http://schemas.openxmlformats.org/drawingml/2006/main">
            <a:off x="6841344" y="1790700"/>
            <a:ext cx="95" cy="38100"/>
          </a:xfrm>
          <a:custGeom xmlns:a="http://schemas.openxmlformats.org/drawingml/2006/main">
            <a:pathLst>
              <a:path w="95" h="38100">
                <a:moveTo>
                  <a:pt x="0" y="0"/>
                </a:moveTo>
                <a:lnTo>
                  <a:pt x="0" y="38100"/>
                </a:lnTo>
              </a:path>
            </a:pathLst>
          </a:custGeom>
          <a:noFill xmlns:a="http://schemas.openxmlformats.org/drawingml/2006/main"/>
          <a:ln xmlns:a="http://schemas.openxmlformats.org/drawingml/2006/main" w="7620">
            <a:solidFill>
              <a:srgbClr val="000000"/>
            </a:solidFill>
            <a:prstDash val="solid"/>
          </a:ln>
        </p:spPr>
      </p:sp>
      <p:sp>
        <p:nvSpPr>
          <p:cNvPr id="14" name="text_013">
            <a:extLst xmlns:a="http://schemas.openxmlformats.org/drawingml/2006/main">
              <a:ext uri="{FF2B5EF4-FFF2-40B4-BE49-F238E27FC236}">
                <a16:creationId xmlns:a16="http://schemas.microsoft.com/office/drawing/2014/main" id="{25AAE51D-303C-4FF5-AD71-B29B52C75671}"/>
              </a:ext>
            </a:extLst>
          </p:cNvPr>
          <p:cNvSpPr>
            <a:spLocks xmlns:a="http://schemas.openxmlformats.org/drawingml/2006/main" noGrp="1"/>
          </p:cNvSpPr>
          <p:nvPr/>
        </p:nvSpPr>
        <p:spPr>
          <a:xfrm xmlns:a="http://schemas.openxmlformats.org/drawingml/2006/main" rot="0">
            <a:off x="6441294" y="1857375"/>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Jul 1</a:t>
            </a:r>
          </a:p>
        </p:txBody>
      </p:sp>
      <p:sp>
        <p:nvSpPr>
          <p:cNvPr id="15" name="line_014">
            <a:extLst xmlns:a="http://schemas.openxmlformats.org/drawingml/2006/main">
              <a:ext uri="{FF2B5EF4-FFF2-40B4-BE49-F238E27FC236}">
                <a16:creationId xmlns:a16="http://schemas.microsoft.com/office/drawing/2014/main" id="{A800572D-79AE-4A50-A2A0-1022A1B97A8A}"/>
              </a:ext>
            </a:extLst>
          </p:cNvPr>
          <p:cNvSpPr>
            <a:spLocks xmlns:a="http://schemas.openxmlformats.org/drawingml/2006/main" noGrp="1"/>
          </p:cNvSpPr>
          <p:nvPr/>
        </p:nvSpPr>
        <p:spPr>
          <a:xfrm xmlns:a="http://schemas.openxmlformats.org/drawingml/2006/main">
            <a:off x="9906000" y="1790700"/>
            <a:ext cx="95" cy="38100"/>
          </a:xfrm>
          <a:custGeom xmlns:a="http://schemas.openxmlformats.org/drawingml/2006/main">
            <a:pathLst>
              <a:path w="95" h="38100">
                <a:moveTo>
                  <a:pt x="0" y="0"/>
                </a:moveTo>
                <a:lnTo>
                  <a:pt x="0" y="38100"/>
                </a:lnTo>
              </a:path>
            </a:pathLst>
          </a:custGeom>
          <a:noFill xmlns:a="http://schemas.openxmlformats.org/drawingml/2006/main"/>
          <a:ln xmlns:a="http://schemas.openxmlformats.org/drawingml/2006/main" w="7620">
            <a:solidFill>
              <a:srgbClr val="000000"/>
            </a:solidFill>
            <a:prstDash val="solid"/>
          </a:ln>
        </p:spPr>
      </p:sp>
      <p:sp>
        <p:nvSpPr>
          <p:cNvPr id="16" name="text_015">
            <a:extLst xmlns:a="http://schemas.openxmlformats.org/drawingml/2006/main">
              <a:ext uri="{FF2B5EF4-FFF2-40B4-BE49-F238E27FC236}">
                <a16:creationId xmlns:a16="http://schemas.microsoft.com/office/drawing/2014/main" id="{5805BD51-282A-44E6-A86A-8EDB43CCF3BB}"/>
              </a:ext>
            </a:extLst>
          </p:cNvPr>
          <p:cNvSpPr>
            <a:spLocks xmlns:a="http://schemas.openxmlformats.org/drawingml/2006/main" noGrp="1"/>
          </p:cNvSpPr>
          <p:nvPr/>
        </p:nvSpPr>
        <p:spPr>
          <a:xfrm xmlns:a="http://schemas.openxmlformats.org/drawingml/2006/main" rot="0">
            <a:off x="9505950" y="1857375"/>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Oct 1</a:t>
            </a:r>
          </a:p>
        </p:txBody>
      </p:sp>
      <p:sp>
        <p:nvSpPr>
          <p:cNvPr id="17" name="line_016">
            <a:extLst xmlns:a="http://schemas.openxmlformats.org/drawingml/2006/main">
              <a:ext uri="{FF2B5EF4-FFF2-40B4-BE49-F238E27FC236}">
                <a16:creationId xmlns:a16="http://schemas.microsoft.com/office/drawing/2014/main" id="{EE482BAE-D014-4BC5-B883-916D0ADE8630}"/>
              </a:ext>
            </a:extLst>
          </p:cNvPr>
          <p:cNvSpPr>
            <a:spLocks xmlns:a="http://schemas.openxmlformats.org/drawingml/2006/main" noGrp="1"/>
          </p:cNvSpPr>
          <p:nvPr/>
        </p:nvSpPr>
        <p:spPr>
          <a:xfrm xmlns:a="http://schemas.openxmlformats.org/drawingml/2006/main">
            <a:off x="12937344" y="1790700"/>
            <a:ext cx="95" cy="38100"/>
          </a:xfrm>
          <a:custGeom xmlns:a="http://schemas.openxmlformats.org/drawingml/2006/main">
            <a:pathLst>
              <a:path w="95" h="38100">
                <a:moveTo>
                  <a:pt x="0" y="0"/>
                </a:moveTo>
                <a:lnTo>
                  <a:pt x="0" y="38100"/>
                </a:lnTo>
              </a:path>
            </a:pathLst>
          </a:custGeom>
          <a:noFill xmlns:a="http://schemas.openxmlformats.org/drawingml/2006/main"/>
          <a:ln xmlns:a="http://schemas.openxmlformats.org/drawingml/2006/main" w="7620">
            <a:solidFill>
              <a:srgbClr val="000000"/>
            </a:solidFill>
            <a:prstDash val="solid"/>
          </a:ln>
        </p:spPr>
      </p:sp>
      <p:sp>
        <p:nvSpPr>
          <p:cNvPr id="18" name="text_017">
            <a:extLst xmlns:a="http://schemas.openxmlformats.org/drawingml/2006/main">
              <a:ext uri="{FF2B5EF4-FFF2-40B4-BE49-F238E27FC236}">
                <a16:creationId xmlns:a16="http://schemas.microsoft.com/office/drawing/2014/main" id="{EE6EC6DC-1173-4B66-8A91-0C87656B4A20}"/>
              </a:ext>
            </a:extLst>
          </p:cNvPr>
          <p:cNvSpPr>
            <a:spLocks xmlns:a="http://schemas.openxmlformats.org/drawingml/2006/main" noGrp="1"/>
          </p:cNvSpPr>
          <p:nvPr/>
        </p:nvSpPr>
        <p:spPr>
          <a:xfrm xmlns:a="http://schemas.openxmlformats.org/drawingml/2006/main" rot="0">
            <a:off x="12537294" y="1857375"/>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Dec 31</a:t>
            </a:r>
          </a:p>
        </p:txBody>
      </p:sp>
      <p:sp>
        <p:nvSpPr>
          <p:cNvPr id="19" name="rect_018">
            <a:extLst xmlns:a="http://schemas.openxmlformats.org/drawingml/2006/main">
              <a:ext uri="{FF2B5EF4-FFF2-40B4-BE49-F238E27FC236}">
                <a16:creationId xmlns:a16="http://schemas.microsoft.com/office/drawing/2014/main" id="{48266364-61AF-486C-A433-E5865187AE30}"/>
              </a:ext>
            </a:extLst>
          </p:cNvPr>
          <p:cNvSpPr>
            <a:spLocks xmlns:a="http://schemas.openxmlformats.org/drawingml/2006/main" noGrp="1"/>
          </p:cNvSpPr>
          <p:nvPr/>
        </p:nvSpPr>
        <p:spPr>
          <a:xfrm xmlns:a="http://schemas.openxmlformats.org/drawingml/2006/main" rot="0">
            <a:off x="762000" y="409575"/>
            <a:ext cx="12192000" cy="1381125"/>
          </a:xfrm>
          <a:prstGeom xmlns:a="http://schemas.openxmlformats.org/drawingml/2006/main" prst="rect">
            <a:avLst/>
          </a:prstGeom>
          <a:noFill xmlns:a="http://schemas.openxmlformats.org/drawingml/2006/main"/>
          <a:ln xmlns:a="http://schemas.openxmlformats.org/drawingml/2006/main" w="6191">
            <a:solidFill>
              <a:srgbClr val="6A7278"/>
            </a:solidFill>
            <a:prstDash val="solid"/>
          </a:ln>
        </p:spPr>
      </p:sp>
      <p:sp>
        <p:nvSpPr>
          <p:cNvPr id="20" name="text_019">
            <a:extLst xmlns:a="http://schemas.openxmlformats.org/drawingml/2006/main">
              <a:ext uri="{FF2B5EF4-FFF2-40B4-BE49-F238E27FC236}">
                <a16:creationId xmlns:a16="http://schemas.microsoft.com/office/drawing/2014/main" id="{D744E60C-A3CF-4660-B4BE-87A4C8298670}"/>
              </a:ext>
            </a:extLst>
          </p:cNvPr>
          <p:cNvSpPr>
            <a:spLocks xmlns:a="http://schemas.openxmlformats.org/drawingml/2006/main" noGrp="1"/>
          </p:cNvSpPr>
          <p:nvPr/>
        </p:nvSpPr>
        <p:spPr>
          <a:xfrm xmlns:a="http://schemas.openxmlformats.org/drawingml/2006/main" rot="0">
            <a:off x="762000" y="2171700"/>
            <a:ext cx="542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Normalized fixed reference position</a:t>
            </a:r>
          </a:p>
        </p:txBody>
      </p:sp>
      <p:sp>
        <p:nvSpPr>
          <p:cNvPr id="21" name="rect_020">
            <a:extLst xmlns:a="http://schemas.openxmlformats.org/drawingml/2006/main">
              <a:ext uri="{FF2B5EF4-FFF2-40B4-BE49-F238E27FC236}">
                <a16:creationId xmlns:a16="http://schemas.microsoft.com/office/drawing/2014/main" id="{F09FB3F7-C0E0-41CA-9A23-84C8F8DA0DC9}"/>
              </a:ext>
            </a:extLst>
          </p:cNvPr>
          <p:cNvSpPr>
            <a:spLocks xmlns:a="http://schemas.openxmlformats.org/drawingml/2006/main" noGrp="1"/>
          </p:cNvSpPr>
          <p:nvPr/>
        </p:nvSpPr>
        <p:spPr>
          <a:xfrm xmlns:a="http://schemas.openxmlformats.org/drawingml/2006/main" rot="0">
            <a:off x="7124492" y="409575"/>
            <a:ext cx="366426" cy="1381125"/>
          </a:xfrm>
          <a:prstGeom xmlns:a="http://schemas.openxmlformats.org/drawingml/2006/main" prst="rect">
            <a:avLst/>
          </a:prstGeom>
          <a:noFill xmlns:a="http://schemas.openxmlformats.org/drawingml/2006/main"/>
          <a:ln xmlns:a="http://schemas.openxmlformats.org/drawingml/2006/main" w="14288">
            <a:solidFill>
              <a:srgbClr val="B2182B"/>
            </a:solidFill>
            <a:prstDash val="solid"/>
          </a:ln>
        </p:spPr>
      </p:sp>
      <p:sp>
        <p:nvSpPr>
          <p:cNvPr id="22" name="text_021">
            <a:extLst xmlns:a="http://schemas.openxmlformats.org/drawingml/2006/main">
              <a:ext uri="{FF2B5EF4-FFF2-40B4-BE49-F238E27FC236}">
                <a16:creationId xmlns:a16="http://schemas.microsoft.com/office/drawing/2014/main" id="{AC08E30E-6E93-478D-A94E-2CAE2786125C}"/>
              </a:ext>
            </a:extLst>
          </p:cNvPr>
          <p:cNvSpPr>
            <a:spLocks xmlns:a="http://schemas.openxmlformats.org/drawingml/2006/main" noGrp="1"/>
          </p:cNvSpPr>
          <p:nvPr/>
        </p:nvSpPr>
        <p:spPr>
          <a:xfrm xmlns:a="http://schemas.openxmlformats.org/drawingml/2006/main" rot="0">
            <a:off x="6933992" y="161925"/>
            <a:ext cx="13335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275" b="1">
                <a:solidFill>
                  <a:srgbClr val="B2182B"/>
                </a:solidFill>
                <a:latin typeface="Arial"/>
                <a:ea typeface="Arial"/>
                <a:cs typeface="Arial"/>
              </a:defRPr>
            </a:defPPr>
            <a:lvl1pPr algn="l">
              <a:defRPr sz="1275" b="1">
                <a:solidFill>
                  <a:srgbClr val="B2182B"/>
                </a:solidFill>
                <a:latin typeface="Arial"/>
                <a:ea typeface="Arial"/>
                <a:cs typeface="Arial"/>
              </a:defRPr>
            </a:lvl1pPr>
            <a:lvl2pPr algn="l">
              <a:defRPr sz="1275" b="1">
                <a:solidFill>
                  <a:srgbClr val="B2182B"/>
                </a:solidFill>
                <a:latin typeface="Arial"/>
                <a:ea typeface="Arial"/>
                <a:cs typeface="Arial"/>
              </a:defRPr>
            </a:lvl2pPr>
            <a:lvl3pPr algn="l">
              <a:defRPr sz="1275" b="1">
                <a:solidFill>
                  <a:srgbClr val="B2182B"/>
                </a:solidFill>
                <a:latin typeface="Arial"/>
                <a:ea typeface="Arial"/>
                <a:cs typeface="Arial"/>
              </a:defRPr>
            </a:lvl3pPr>
            <a:lvl4pPr algn="l">
              <a:defRPr sz="1275" b="1">
                <a:solidFill>
                  <a:srgbClr val="B2182B"/>
                </a:solidFill>
                <a:latin typeface="Arial"/>
                <a:ea typeface="Arial"/>
                <a:cs typeface="Arial"/>
              </a:defRPr>
            </a:lvl4pPr>
            <a:lvl5pPr algn="l">
              <a:defRPr sz="1275" b="1">
                <a:solidFill>
                  <a:srgbClr val="B2182B"/>
                </a:solidFill>
                <a:latin typeface="Arial"/>
                <a:ea typeface="Arial"/>
                <a:cs typeface="Arial"/>
              </a:defRPr>
            </a:lvl5pPr>
            <a:lvl6pPr algn="l">
              <a:defRPr sz="1275" b="1">
                <a:solidFill>
                  <a:srgbClr val="B2182B"/>
                </a:solidFill>
                <a:latin typeface="Arial"/>
                <a:ea typeface="Arial"/>
                <a:cs typeface="Arial"/>
              </a:defRPr>
            </a:lvl6pPr>
            <a:lvl7pPr algn="l">
              <a:defRPr sz="1275" b="1">
                <a:solidFill>
                  <a:srgbClr val="B2182B"/>
                </a:solidFill>
                <a:latin typeface="Arial"/>
                <a:ea typeface="Arial"/>
                <a:cs typeface="Arial"/>
              </a:defRPr>
            </a:lvl7pPr>
            <a:lvl8pPr algn="l">
              <a:defRPr sz="1275" b="1">
                <a:solidFill>
                  <a:srgbClr val="B2182B"/>
                </a:solidFill>
                <a:latin typeface="Arial"/>
                <a:ea typeface="Arial"/>
                <a:cs typeface="Arial"/>
              </a:defRPr>
            </a:lvl8pPr>
            <a:lvl9pPr algn="l">
              <a:defRPr sz="1275" b="1">
                <a:solidFill>
                  <a:srgbClr val="B2182B"/>
                </a:solidFill>
                <a:latin typeface="Arial"/>
                <a:ea typeface="Arial"/>
                <a:cs typeface="Arial"/>
              </a:defRPr>
            </a:lvl9pPr>
          </a:lstStyle>
          <a:p xmlns:a="http://schemas.openxmlformats.org/drawingml/2006/main">
            <a:pPr algn="l">
              <a:defRPr sz="1275" b="1">
                <a:solidFill>
                  <a:srgbClr val="B2182B"/>
                </a:solidFill>
                <a:latin typeface="Arial"/>
                <a:ea typeface="Arial"/>
                <a:cs typeface="Arial"/>
              </a:defRPr>
            </a:pPr>
            <a:r>
              <a:rPr sz="1275" b="1">
                <a:solidFill>
                  <a:srgbClr val="B2182B"/>
                </a:solidFill>
                <a:latin typeface="Arial"/>
                <a:ea typeface="Arial"/>
                <a:cs typeface="Arial"/>
              </a:rPr>
              <a:t>Jul 10-20</a:t>
            </a:r>
          </a:p>
        </p:txBody>
      </p:sp>
      <p:sp>
        <p:nvSpPr>
          <p:cNvPr id="23" name="line_022">
            <a:extLst xmlns:a="http://schemas.openxmlformats.org/drawingml/2006/main">
              <a:ext uri="{FF2B5EF4-FFF2-40B4-BE49-F238E27FC236}">
                <a16:creationId xmlns:a16="http://schemas.microsoft.com/office/drawing/2014/main" id="{4FA17FA1-DF85-4032-81D6-FCCB975082EE}"/>
              </a:ext>
            </a:extLst>
          </p:cNvPr>
          <p:cNvSpPr>
            <a:spLocks xmlns:a="http://schemas.openxmlformats.org/drawingml/2006/main" noGrp="1"/>
          </p:cNvSpPr>
          <p:nvPr/>
        </p:nvSpPr>
        <p:spPr>
          <a:xfrm xmlns:a="http://schemas.openxmlformats.org/drawingml/2006/main">
            <a:off x="7207770" y="409575"/>
            <a:ext cx="95" cy="1381125"/>
          </a:xfrm>
          <a:custGeom xmlns:a="http://schemas.openxmlformats.org/drawingml/2006/main">
            <a:pathLst>
              <a:path w="95" h="1381125">
                <a:moveTo>
                  <a:pt x="0" y="0"/>
                </a:moveTo>
                <a:lnTo>
                  <a:pt x="0" y="1381125"/>
                </a:lnTo>
              </a:path>
            </a:pathLst>
          </a:custGeom>
          <a:noFill xmlns:a="http://schemas.openxmlformats.org/drawingml/2006/main"/>
          <a:ln xmlns:a="http://schemas.openxmlformats.org/drawingml/2006/main" w="6191">
            <a:solidFill>
              <a:srgbClr val="6A7278"/>
            </a:solidFill>
            <a:prstDash val="dash"/>
          </a:ln>
        </p:spPr>
      </p:sp>
      <p:sp>
        <p:nvSpPr>
          <p:cNvPr id="24" name="line_023">
            <a:extLst xmlns:a="http://schemas.openxmlformats.org/drawingml/2006/main">
              <a:ext uri="{FF2B5EF4-FFF2-40B4-BE49-F238E27FC236}">
                <a16:creationId xmlns:a16="http://schemas.microsoft.com/office/drawing/2014/main" id="{C88FF49E-6F4C-4D5F-82CA-3E47AE6DF8D9}"/>
              </a:ext>
            </a:extLst>
          </p:cNvPr>
          <p:cNvSpPr>
            <a:spLocks xmlns:a="http://schemas.openxmlformats.org/drawingml/2006/main" noGrp="1"/>
          </p:cNvSpPr>
          <p:nvPr/>
        </p:nvSpPr>
        <p:spPr>
          <a:xfrm xmlns:a="http://schemas.openxmlformats.org/drawingml/2006/main">
            <a:off x="7241082" y="409575"/>
            <a:ext cx="95" cy="1381125"/>
          </a:xfrm>
          <a:custGeom xmlns:a="http://schemas.openxmlformats.org/drawingml/2006/main">
            <a:pathLst>
              <a:path w="95" h="1381125">
                <a:moveTo>
                  <a:pt x="0" y="0"/>
                </a:moveTo>
                <a:lnTo>
                  <a:pt x="0" y="1381125"/>
                </a:lnTo>
              </a:path>
            </a:pathLst>
          </a:custGeom>
          <a:noFill xmlns:a="http://schemas.openxmlformats.org/drawingml/2006/main"/>
          <a:ln xmlns:a="http://schemas.openxmlformats.org/drawingml/2006/main" w="6191">
            <a:solidFill>
              <a:srgbClr val="6A7278"/>
            </a:solidFill>
            <a:prstDash val="dash"/>
          </a:ln>
        </p:spPr>
      </p:sp>
      <p:sp>
        <p:nvSpPr>
          <p:cNvPr id="25" name="line_024">
            <a:extLst xmlns:a="http://schemas.openxmlformats.org/drawingml/2006/main">
              <a:ext uri="{FF2B5EF4-FFF2-40B4-BE49-F238E27FC236}">
                <a16:creationId xmlns:a16="http://schemas.microsoft.com/office/drawing/2014/main" id="{92C5F4B6-3872-4887-8B12-4AE020AE2460}"/>
              </a:ext>
            </a:extLst>
          </p:cNvPr>
          <p:cNvSpPr>
            <a:spLocks xmlns:a="http://schemas.openxmlformats.org/drawingml/2006/main" noGrp="1"/>
          </p:cNvSpPr>
          <p:nvPr/>
        </p:nvSpPr>
        <p:spPr>
          <a:xfrm xmlns:a="http://schemas.openxmlformats.org/drawingml/2006/main">
            <a:off x="7274393" y="409575"/>
            <a:ext cx="95" cy="1381125"/>
          </a:xfrm>
          <a:custGeom xmlns:a="http://schemas.openxmlformats.org/drawingml/2006/main">
            <a:pathLst>
              <a:path w="95" h="1381125">
                <a:moveTo>
                  <a:pt x="0" y="0"/>
                </a:moveTo>
                <a:lnTo>
                  <a:pt x="0" y="1381125"/>
                </a:lnTo>
              </a:path>
            </a:pathLst>
          </a:custGeom>
          <a:noFill xmlns:a="http://schemas.openxmlformats.org/drawingml/2006/main"/>
          <a:ln xmlns:a="http://schemas.openxmlformats.org/drawingml/2006/main" w="6191">
            <a:solidFill>
              <a:srgbClr val="6A7278"/>
            </a:solidFill>
            <a:prstDash val="dash"/>
          </a:ln>
        </p:spPr>
      </p:sp>
      <p:sp>
        <p:nvSpPr>
          <p:cNvPr id="26" name="line_025">
            <a:extLst xmlns:a="http://schemas.openxmlformats.org/drawingml/2006/main">
              <a:ext uri="{FF2B5EF4-FFF2-40B4-BE49-F238E27FC236}">
                <a16:creationId xmlns:a16="http://schemas.microsoft.com/office/drawing/2014/main" id="{EE73EDE2-F0AA-412D-B370-4BEAE7B1C872}"/>
              </a:ext>
            </a:extLst>
          </p:cNvPr>
          <p:cNvSpPr>
            <a:spLocks xmlns:a="http://schemas.openxmlformats.org/drawingml/2006/main" noGrp="1"/>
          </p:cNvSpPr>
          <p:nvPr/>
        </p:nvSpPr>
        <p:spPr>
          <a:xfrm xmlns:a="http://schemas.openxmlformats.org/drawingml/2006/main">
            <a:off x="7307705" y="409575"/>
            <a:ext cx="95" cy="1381125"/>
          </a:xfrm>
          <a:custGeom xmlns:a="http://schemas.openxmlformats.org/drawingml/2006/main">
            <a:pathLst>
              <a:path w="95" h="1381125">
                <a:moveTo>
                  <a:pt x="0" y="0"/>
                </a:moveTo>
                <a:lnTo>
                  <a:pt x="0" y="1381125"/>
                </a:lnTo>
              </a:path>
            </a:pathLst>
          </a:custGeom>
          <a:noFill xmlns:a="http://schemas.openxmlformats.org/drawingml/2006/main"/>
          <a:ln xmlns:a="http://schemas.openxmlformats.org/drawingml/2006/main" w="6191">
            <a:solidFill>
              <a:srgbClr val="6A7278"/>
            </a:solidFill>
            <a:prstDash val="dash"/>
          </a:ln>
        </p:spPr>
      </p:sp>
      <p:sp>
        <p:nvSpPr>
          <p:cNvPr id="27" name="line_026">
            <a:extLst xmlns:a="http://schemas.openxmlformats.org/drawingml/2006/main">
              <a:ext uri="{FF2B5EF4-FFF2-40B4-BE49-F238E27FC236}">
                <a16:creationId xmlns:a16="http://schemas.microsoft.com/office/drawing/2014/main" id="{2B51978F-A3BE-417B-9FDE-D7D09B59AB82}"/>
              </a:ext>
            </a:extLst>
          </p:cNvPr>
          <p:cNvSpPr>
            <a:spLocks xmlns:a="http://schemas.openxmlformats.org/drawingml/2006/main" noGrp="1"/>
          </p:cNvSpPr>
          <p:nvPr/>
        </p:nvSpPr>
        <p:spPr>
          <a:xfrm xmlns:a="http://schemas.openxmlformats.org/drawingml/2006/main">
            <a:off x="7341016" y="409575"/>
            <a:ext cx="95" cy="1381125"/>
          </a:xfrm>
          <a:custGeom xmlns:a="http://schemas.openxmlformats.org/drawingml/2006/main">
            <a:pathLst>
              <a:path w="95" h="1381125">
                <a:moveTo>
                  <a:pt x="0" y="0"/>
                </a:moveTo>
                <a:lnTo>
                  <a:pt x="0" y="1381125"/>
                </a:lnTo>
              </a:path>
            </a:pathLst>
          </a:custGeom>
          <a:noFill xmlns:a="http://schemas.openxmlformats.org/drawingml/2006/main"/>
          <a:ln xmlns:a="http://schemas.openxmlformats.org/drawingml/2006/main" w="6191">
            <a:solidFill>
              <a:srgbClr val="6A7278"/>
            </a:solidFill>
            <a:prstDash val="dash"/>
          </a:ln>
        </p:spPr>
      </p:sp>
      <p:pic>
        <p:nvPicPr>
          <p:cNvPr id="28" name="">
            <a:extLst xmlns:a="http://schemas.openxmlformats.org/drawingml/2006/main">
              <a:ext uri="{FF2B5EF4-FFF2-40B4-BE49-F238E27FC236}">
                <a16:creationId xmlns:a16="http://schemas.microsoft.com/office/drawing/2014/main" id="{F1616450-4A81-4BC1-B56E-B48CF45A64BD}"/>
              </a:ext>
            </a:extLst>
          </p:cNvPr>
          <p:cNvPicPr>
            <a:picLocks xmlns:a="http://schemas.openxmlformats.org/drawingml/2006/main" noChangeAspect="1"/>
          </p:cNvPicPr>
          <p:nvPr/>
        </p:nvPicPr>
        <p:blipFill>
          <a:blip xmlns:r="http://schemas.openxmlformats.org/officeDocument/2006/relationships" xmlns:a="http://schemas.openxmlformats.org/drawingml/2006/main" r:embed="R7d9cede297ea44c0"/>
          <a:stretch xmlns:a="http://schemas.openxmlformats.org/drawingml/2006/main"/>
        </p:blipFill>
        <p:spPr>
          <a:xfrm xmlns:a="http://schemas.openxmlformats.org/drawingml/2006/main">
            <a:off x="7715250" y="2238375"/>
            <a:ext cx="4857750" cy="123825"/>
          </a:xfrm>
          <a:prstGeom xmlns:a="http://schemas.openxmlformats.org/drawingml/2006/main" prst="rect">
            <a:avLst/>
          </a:prstGeom>
        </p:spPr>
      </p:pic>
      <p:sp>
        <p:nvSpPr>
          <p:cNvPr id="29" name="text_028">
            <a:extLst xmlns:a="http://schemas.openxmlformats.org/drawingml/2006/main">
              <a:ext uri="{FF2B5EF4-FFF2-40B4-BE49-F238E27FC236}">
                <a16:creationId xmlns:a16="http://schemas.microsoft.com/office/drawing/2014/main" id="{1C17921B-A12A-4D96-A2F4-AD2F0CA67070}"/>
              </a:ext>
            </a:extLst>
          </p:cNvPr>
          <p:cNvSpPr>
            <a:spLocks xmlns:a="http://schemas.openxmlformats.org/drawingml/2006/main" noGrp="1"/>
          </p:cNvSpPr>
          <p:nvPr/>
        </p:nvSpPr>
        <p:spPr>
          <a:xfrm xmlns:a="http://schemas.openxmlformats.org/drawingml/2006/main" rot="0">
            <a:off x="7410450" y="2390775"/>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30" name="text_029">
            <a:extLst xmlns:a="http://schemas.openxmlformats.org/drawingml/2006/main">
              <a:ext uri="{FF2B5EF4-FFF2-40B4-BE49-F238E27FC236}">
                <a16:creationId xmlns:a16="http://schemas.microsoft.com/office/drawing/2014/main" id="{4528C496-7FE1-4808-AE02-0F3F40A6A2B1}"/>
              </a:ext>
            </a:extLst>
          </p:cNvPr>
          <p:cNvSpPr>
            <a:spLocks xmlns:a="http://schemas.openxmlformats.org/drawingml/2006/main" noGrp="1"/>
          </p:cNvSpPr>
          <p:nvPr/>
        </p:nvSpPr>
        <p:spPr>
          <a:xfrm xmlns:a="http://schemas.openxmlformats.org/drawingml/2006/main" rot="0">
            <a:off x="8588086" y="2390775"/>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40</a:t>
            </a:r>
          </a:p>
        </p:txBody>
      </p:sp>
      <p:sp>
        <p:nvSpPr>
          <p:cNvPr id="31" name="text_030">
            <a:extLst xmlns:a="http://schemas.openxmlformats.org/drawingml/2006/main">
              <a:ext uri="{FF2B5EF4-FFF2-40B4-BE49-F238E27FC236}">
                <a16:creationId xmlns:a16="http://schemas.microsoft.com/office/drawing/2014/main" id="{D945B940-8D43-4B91-8143-429402F72572}"/>
              </a:ext>
            </a:extLst>
          </p:cNvPr>
          <p:cNvSpPr>
            <a:spLocks xmlns:a="http://schemas.openxmlformats.org/drawingml/2006/main" noGrp="1"/>
          </p:cNvSpPr>
          <p:nvPr/>
        </p:nvSpPr>
        <p:spPr>
          <a:xfrm xmlns:a="http://schemas.openxmlformats.org/drawingml/2006/main" rot="0">
            <a:off x="9765723" y="2390775"/>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80</a:t>
            </a:r>
          </a:p>
        </p:txBody>
      </p:sp>
      <p:sp>
        <p:nvSpPr>
          <p:cNvPr id="32" name="text_031">
            <a:extLst xmlns:a="http://schemas.openxmlformats.org/drawingml/2006/main">
              <a:ext uri="{FF2B5EF4-FFF2-40B4-BE49-F238E27FC236}">
                <a16:creationId xmlns:a16="http://schemas.microsoft.com/office/drawing/2014/main" id="{394B912E-AF9E-4B8C-9CD3-BCB6E9384D62}"/>
              </a:ext>
            </a:extLst>
          </p:cNvPr>
          <p:cNvSpPr>
            <a:spLocks xmlns:a="http://schemas.openxmlformats.org/drawingml/2006/main" noGrp="1"/>
          </p:cNvSpPr>
          <p:nvPr/>
        </p:nvSpPr>
        <p:spPr>
          <a:xfrm xmlns:a="http://schemas.openxmlformats.org/drawingml/2006/main" rot="0">
            <a:off x="10943359" y="2390775"/>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120</a:t>
            </a:r>
          </a:p>
        </p:txBody>
      </p:sp>
      <p:sp>
        <p:nvSpPr>
          <p:cNvPr id="33" name="text_032">
            <a:extLst xmlns:a="http://schemas.openxmlformats.org/drawingml/2006/main">
              <a:ext uri="{FF2B5EF4-FFF2-40B4-BE49-F238E27FC236}">
                <a16:creationId xmlns:a16="http://schemas.microsoft.com/office/drawing/2014/main" id="{B6A45E34-8104-4846-ABD2-D41FA326601B}"/>
              </a:ext>
            </a:extLst>
          </p:cNvPr>
          <p:cNvSpPr>
            <a:spLocks xmlns:a="http://schemas.openxmlformats.org/drawingml/2006/main" noGrp="1"/>
          </p:cNvSpPr>
          <p:nvPr/>
        </p:nvSpPr>
        <p:spPr>
          <a:xfrm xmlns:a="http://schemas.openxmlformats.org/drawingml/2006/main" rot="0">
            <a:off x="12268200" y="2390775"/>
            <a:ext cx="609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165</a:t>
            </a:r>
          </a:p>
        </p:txBody>
      </p:sp>
      <p:sp>
        <p:nvSpPr>
          <p:cNvPr id="34" name="text_033">
            <a:extLst xmlns:a="http://schemas.openxmlformats.org/drawingml/2006/main">
              <a:ext uri="{FF2B5EF4-FFF2-40B4-BE49-F238E27FC236}">
                <a16:creationId xmlns:a16="http://schemas.microsoft.com/office/drawing/2014/main" id="{0C6464F1-9A4F-467F-9B5E-DC0B07446D0C}"/>
              </a:ext>
            </a:extLst>
          </p:cNvPr>
          <p:cNvSpPr>
            <a:spLocks xmlns:a="http://schemas.openxmlformats.org/drawingml/2006/main" noGrp="1"/>
          </p:cNvSpPr>
          <p:nvPr/>
        </p:nvSpPr>
        <p:spPr>
          <a:xfrm xmlns:a="http://schemas.openxmlformats.org/drawingml/2006/main" rot="0">
            <a:off x="7715250" y="2686050"/>
            <a:ext cx="48577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75" b="0">
                <a:solidFill>
                  <a:srgbClr val="000000"/>
                </a:solidFill>
                <a:latin typeface="Arial"/>
                <a:ea typeface="Arial"/>
                <a:cs typeface="Arial"/>
              </a:defRPr>
            </a:defPPr>
            <a:lvl1pPr algn="ctr">
              <a:defRPr sz="1275" b="0">
                <a:solidFill>
                  <a:srgbClr val="000000"/>
                </a:solidFill>
                <a:latin typeface="Arial"/>
                <a:ea typeface="Arial"/>
                <a:cs typeface="Arial"/>
              </a:defRPr>
            </a:lvl1pPr>
            <a:lvl2pPr algn="ctr">
              <a:defRPr sz="1275" b="0">
                <a:solidFill>
                  <a:srgbClr val="000000"/>
                </a:solidFill>
                <a:latin typeface="Arial"/>
                <a:ea typeface="Arial"/>
                <a:cs typeface="Arial"/>
              </a:defRPr>
            </a:lvl2pPr>
            <a:lvl3pPr algn="ctr">
              <a:defRPr sz="1275" b="0">
                <a:solidFill>
                  <a:srgbClr val="000000"/>
                </a:solidFill>
                <a:latin typeface="Arial"/>
                <a:ea typeface="Arial"/>
                <a:cs typeface="Arial"/>
              </a:defRPr>
            </a:lvl3pPr>
            <a:lvl4pPr algn="ctr">
              <a:defRPr sz="1275" b="0">
                <a:solidFill>
                  <a:srgbClr val="000000"/>
                </a:solidFill>
                <a:latin typeface="Arial"/>
                <a:ea typeface="Arial"/>
                <a:cs typeface="Arial"/>
              </a:defRPr>
            </a:lvl4pPr>
            <a:lvl5pPr algn="ctr">
              <a:defRPr sz="1275" b="0">
                <a:solidFill>
                  <a:srgbClr val="000000"/>
                </a:solidFill>
                <a:latin typeface="Arial"/>
                <a:ea typeface="Arial"/>
                <a:cs typeface="Arial"/>
              </a:defRPr>
            </a:lvl5pPr>
            <a:lvl6pPr algn="ctr">
              <a:defRPr sz="1275" b="0">
                <a:solidFill>
                  <a:srgbClr val="000000"/>
                </a:solidFill>
                <a:latin typeface="Arial"/>
                <a:ea typeface="Arial"/>
                <a:cs typeface="Arial"/>
              </a:defRPr>
            </a:lvl6pPr>
            <a:lvl7pPr algn="ctr">
              <a:defRPr sz="1275" b="0">
                <a:solidFill>
                  <a:srgbClr val="000000"/>
                </a:solidFill>
                <a:latin typeface="Arial"/>
                <a:ea typeface="Arial"/>
                <a:cs typeface="Arial"/>
              </a:defRPr>
            </a:lvl7pPr>
            <a:lvl8pPr algn="ctr">
              <a:defRPr sz="1275" b="0">
                <a:solidFill>
                  <a:srgbClr val="000000"/>
                </a:solidFill>
                <a:latin typeface="Arial"/>
                <a:ea typeface="Arial"/>
                <a:cs typeface="Arial"/>
              </a:defRPr>
            </a:lvl8pPr>
            <a:lvl9pPr algn="ctr">
              <a:defRPr sz="1275" b="0">
                <a:solidFill>
                  <a:srgbClr val="000000"/>
                </a:solidFill>
                <a:latin typeface="Arial"/>
                <a:ea typeface="Arial"/>
                <a:cs typeface="Arial"/>
              </a:defRPr>
            </a:lvl9pPr>
          </a:lstStyle>
          <a:p xmlns:a="http://schemas.openxmlformats.org/drawingml/2006/main">
            <a:pPr algn="ctr">
              <a:defRPr sz="1275" b="0">
                <a:solidFill>
                  <a:srgbClr val="000000"/>
                </a:solidFill>
                <a:latin typeface="Arial"/>
                <a:ea typeface="Arial"/>
                <a:cs typeface="Arial"/>
              </a:defRPr>
            </a:pPr>
            <a:r>
              <a:rPr sz="1275" b="0">
                <a:solidFill>
                  <a:srgbClr val="000000"/>
                </a:solidFill>
                <a:latin typeface="Arial"/>
                <a:ea typeface="Arial"/>
                <a:cs typeface="Arial"/>
              </a:rPr>
              <a:t>Panel (a): concentration (ug m-3)</a:t>
            </a:r>
          </a:p>
        </p:txBody>
      </p:sp>
      <p:sp>
        <p:nvSpPr>
          <p:cNvPr id="35" name="text_034">
            <a:extLst xmlns:a="http://schemas.openxmlformats.org/drawingml/2006/main">
              <a:ext uri="{FF2B5EF4-FFF2-40B4-BE49-F238E27FC236}">
                <a16:creationId xmlns:a16="http://schemas.microsoft.com/office/drawing/2014/main" id="{A3BB4511-4DA9-450D-B014-99B6CA6CF5E4}"/>
              </a:ext>
            </a:extLst>
          </p:cNvPr>
          <p:cNvSpPr>
            <a:spLocks xmlns:a="http://schemas.openxmlformats.org/drawingml/2006/main" noGrp="1"/>
          </p:cNvSpPr>
          <p:nvPr/>
        </p:nvSpPr>
        <p:spPr>
          <a:xfrm xmlns:a="http://schemas.openxmlformats.org/drawingml/2006/main" rot="0">
            <a:off x="171450" y="2686050"/>
            <a:ext cx="73342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75" b="1">
                <a:solidFill>
                  <a:srgbClr val="000000"/>
                </a:solidFill>
                <a:latin typeface="Arial"/>
                <a:ea typeface="Arial"/>
                <a:cs typeface="Arial"/>
              </a:defRPr>
            </a:defPPr>
            <a:lvl1pPr algn="l">
              <a:defRPr sz="1875" b="1">
                <a:solidFill>
                  <a:srgbClr val="000000"/>
                </a:solidFill>
                <a:latin typeface="Arial"/>
                <a:ea typeface="Arial"/>
                <a:cs typeface="Arial"/>
              </a:defRPr>
            </a:lvl1pPr>
            <a:lvl2pPr algn="l">
              <a:defRPr sz="1875" b="1">
                <a:solidFill>
                  <a:srgbClr val="000000"/>
                </a:solidFill>
                <a:latin typeface="Arial"/>
                <a:ea typeface="Arial"/>
                <a:cs typeface="Arial"/>
              </a:defRPr>
            </a:lvl2pPr>
            <a:lvl3pPr algn="l">
              <a:defRPr sz="1875" b="1">
                <a:solidFill>
                  <a:srgbClr val="000000"/>
                </a:solidFill>
                <a:latin typeface="Arial"/>
                <a:ea typeface="Arial"/>
                <a:cs typeface="Arial"/>
              </a:defRPr>
            </a:lvl3pPr>
            <a:lvl4pPr algn="l">
              <a:defRPr sz="1875" b="1">
                <a:solidFill>
                  <a:srgbClr val="000000"/>
                </a:solidFill>
                <a:latin typeface="Arial"/>
                <a:ea typeface="Arial"/>
                <a:cs typeface="Arial"/>
              </a:defRPr>
            </a:lvl4pPr>
            <a:lvl5pPr algn="l">
              <a:defRPr sz="1875" b="1">
                <a:solidFill>
                  <a:srgbClr val="000000"/>
                </a:solidFill>
                <a:latin typeface="Arial"/>
                <a:ea typeface="Arial"/>
                <a:cs typeface="Arial"/>
              </a:defRPr>
            </a:lvl5pPr>
            <a:lvl6pPr algn="l">
              <a:defRPr sz="1875" b="1">
                <a:solidFill>
                  <a:srgbClr val="000000"/>
                </a:solidFill>
                <a:latin typeface="Arial"/>
                <a:ea typeface="Arial"/>
                <a:cs typeface="Arial"/>
              </a:defRPr>
            </a:lvl6pPr>
            <a:lvl7pPr algn="l">
              <a:defRPr sz="1875" b="1">
                <a:solidFill>
                  <a:srgbClr val="000000"/>
                </a:solidFill>
                <a:latin typeface="Arial"/>
                <a:ea typeface="Arial"/>
                <a:cs typeface="Arial"/>
              </a:defRPr>
            </a:lvl7pPr>
            <a:lvl8pPr algn="l">
              <a:defRPr sz="1875" b="1">
                <a:solidFill>
                  <a:srgbClr val="000000"/>
                </a:solidFill>
                <a:latin typeface="Arial"/>
                <a:ea typeface="Arial"/>
                <a:cs typeface="Arial"/>
              </a:defRPr>
            </a:lvl8pPr>
            <a:lvl9pPr algn="l">
              <a:defRPr sz="1875" b="1">
                <a:solidFill>
                  <a:srgbClr val="000000"/>
                </a:solidFill>
                <a:latin typeface="Arial"/>
                <a:ea typeface="Arial"/>
                <a:cs typeface="Arial"/>
              </a:defRPr>
            </a:lvl9pPr>
          </a:lstStyle>
          <a:p xmlns:a="http://schemas.openxmlformats.org/drawingml/2006/main">
            <a:pPr algn="l">
              <a:defRPr sz="1875" b="1">
                <a:solidFill>
                  <a:srgbClr val="000000"/>
                </a:solidFill>
                <a:latin typeface="Arial"/>
                <a:ea typeface="Arial"/>
                <a:cs typeface="Arial"/>
              </a:defRPr>
            </a:pPr>
            <a:r>
              <a:rPr sz="1875" b="1">
                <a:solidFill>
                  <a:srgbClr val="000000"/>
                </a:solidFill>
                <a:latin typeface="Arial"/>
                <a:ea typeface="Arial"/>
                <a:cs typeface="Arial"/>
              </a:rPr>
              <a:t>(b) Supplied concentration fields: Jul 12-16</a:t>
            </a:r>
          </a:p>
        </p:txBody>
      </p:sp>
      <p:sp>
        <p:nvSpPr>
          <p:cNvPr id="36" name="text_035">
            <a:extLst xmlns:a="http://schemas.openxmlformats.org/drawingml/2006/main">
              <a:ext uri="{FF2B5EF4-FFF2-40B4-BE49-F238E27FC236}">
                <a16:creationId xmlns:a16="http://schemas.microsoft.com/office/drawing/2014/main" id="{3AD4A2F2-3428-4073-8F66-4BCDFB576408}"/>
              </a:ext>
            </a:extLst>
          </p:cNvPr>
          <p:cNvSpPr>
            <a:spLocks xmlns:a="http://schemas.openxmlformats.org/drawingml/2006/main" noGrp="1"/>
          </p:cNvSpPr>
          <p:nvPr/>
        </p:nvSpPr>
        <p:spPr>
          <a:xfrm xmlns:a="http://schemas.openxmlformats.org/drawingml/2006/main" rot="0">
            <a:off x="571500" y="2981325"/>
            <a:ext cx="24288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1">
                <a:solidFill>
                  <a:srgbClr val="000000"/>
                </a:solidFill>
                <a:latin typeface="Arial"/>
                <a:ea typeface="Arial"/>
                <a:cs typeface="Arial"/>
              </a:defRPr>
            </a:defPPr>
            <a:lvl1pPr algn="ctr">
              <a:defRPr sz="1575" b="1">
                <a:solidFill>
                  <a:srgbClr val="000000"/>
                </a:solidFill>
                <a:latin typeface="Arial"/>
                <a:ea typeface="Arial"/>
                <a:cs typeface="Arial"/>
              </a:defRPr>
            </a:lvl1pPr>
            <a:lvl2pPr algn="ctr">
              <a:defRPr sz="1575" b="1">
                <a:solidFill>
                  <a:srgbClr val="000000"/>
                </a:solidFill>
                <a:latin typeface="Arial"/>
                <a:ea typeface="Arial"/>
                <a:cs typeface="Arial"/>
              </a:defRPr>
            </a:lvl2pPr>
            <a:lvl3pPr algn="ctr">
              <a:defRPr sz="1575" b="1">
                <a:solidFill>
                  <a:srgbClr val="000000"/>
                </a:solidFill>
                <a:latin typeface="Arial"/>
                <a:ea typeface="Arial"/>
                <a:cs typeface="Arial"/>
              </a:defRPr>
            </a:lvl3pPr>
            <a:lvl4pPr algn="ctr">
              <a:defRPr sz="1575" b="1">
                <a:solidFill>
                  <a:srgbClr val="000000"/>
                </a:solidFill>
                <a:latin typeface="Arial"/>
                <a:ea typeface="Arial"/>
                <a:cs typeface="Arial"/>
              </a:defRPr>
            </a:lvl4pPr>
            <a:lvl5pPr algn="ctr">
              <a:defRPr sz="1575" b="1">
                <a:solidFill>
                  <a:srgbClr val="000000"/>
                </a:solidFill>
                <a:latin typeface="Arial"/>
                <a:ea typeface="Arial"/>
                <a:cs typeface="Arial"/>
              </a:defRPr>
            </a:lvl5pPr>
            <a:lvl6pPr algn="ctr">
              <a:defRPr sz="1575" b="1">
                <a:solidFill>
                  <a:srgbClr val="000000"/>
                </a:solidFill>
                <a:latin typeface="Arial"/>
                <a:ea typeface="Arial"/>
                <a:cs typeface="Arial"/>
              </a:defRPr>
            </a:lvl6pPr>
            <a:lvl7pPr algn="ctr">
              <a:defRPr sz="1575" b="1">
                <a:solidFill>
                  <a:srgbClr val="000000"/>
                </a:solidFill>
                <a:latin typeface="Arial"/>
                <a:ea typeface="Arial"/>
                <a:cs typeface="Arial"/>
              </a:defRPr>
            </a:lvl7pPr>
            <a:lvl8pPr algn="ctr">
              <a:defRPr sz="1575" b="1">
                <a:solidFill>
                  <a:srgbClr val="000000"/>
                </a:solidFill>
                <a:latin typeface="Arial"/>
                <a:ea typeface="Arial"/>
                <a:cs typeface="Arial"/>
              </a:defRPr>
            </a:lvl8pPr>
            <a:lvl9pPr algn="ctr">
              <a:defRPr sz="1575" b="1">
                <a:solidFill>
                  <a:srgbClr val="000000"/>
                </a:solidFill>
                <a:latin typeface="Arial"/>
                <a:ea typeface="Arial"/>
                <a:cs typeface="Arial"/>
              </a:defRPr>
            </a:lvl9pPr>
          </a:lstStyle>
          <a:p xmlns:a="http://schemas.openxmlformats.org/drawingml/2006/main">
            <a:pPr algn="ctr">
              <a:defRPr sz="1575" b="1">
                <a:solidFill>
                  <a:srgbClr val="000000"/>
                </a:solidFill>
                <a:latin typeface="Arial"/>
                <a:ea typeface="Arial"/>
                <a:cs typeface="Arial"/>
              </a:defRPr>
            </a:pPr>
            <a:r>
              <a:rPr sz="1575" b="1">
                <a:solidFill>
                  <a:srgbClr val="000000"/>
                </a:solidFill>
                <a:latin typeface="Arial"/>
                <a:ea typeface="Arial"/>
                <a:cs typeface="Arial"/>
              </a:rPr>
              <a:t>2000-07-12</a:t>
            </a:r>
          </a:p>
        </p:txBody>
      </p:sp>
      <p:pic>
        <p:nvPicPr>
          <p:cNvPr id="37" name="">
            <a:extLst xmlns:a="http://schemas.openxmlformats.org/drawingml/2006/main">
              <a:ext uri="{FF2B5EF4-FFF2-40B4-BE49-F238E27FC236}">
                <a16:creationId xmlns:a16="http://schemas.microsoft.com/office/drawing/2014/main" id="{10592960-40A0-477C-8E0B-82BADF166301}"/>
              </a:ext>
            </a:extLst>
          </p:cNvPr>
          <p:cNvPicPr>
            <a:picLocks xmlns:a="http://schemas.openxmlformats.org/drawingml/2006/main" noChangeAspect="1"/>
          </p:cNvPicPr>
          <p:nvPr/>
        </p:nvPicPr>
        <p:blipFill>
          <a:blip xmlns:r="http://schemas.openxmlformats.org/officeDocument/2006/relationships" xmlns:a="http://schemas.openxmlformats.org/drawingml/2006/main" r:embed="R821bd0b9183f4d2f"/>
          <a:stretch xmlns:a="http://schemas.openxmlformats.org/drawingml/2006/main"/>
        </p:blipFill>
        <p:spPr>
          <a:xfrm xmlns:a="http://schemas.openxmlformats.org/drawingml/2006/main">
            <a:off x="666880" y="3257550"/>
            <a:ext cx="2238115" cy="2221308"/>
          </a:xfrm>
          <a:prstGeom xmlns:a="http://schemas.openxmlformats.org/drawingml/2006/main" prst="rect">
            <a:avLst/>
          </a:prstGeom>
        </p:spPr>
      </p:pic>
      <p:sp>
        <p:nvSpPr>
          <p:cNvPr id="38" name="rect_037">
            <a:extLst xmlns:a="http://schemas.openxmlformats.org/drawingml/2006/main">
              <a:ext uri="{FF2B5EF4-FFF2-40B4-BE49-F238E27FC236}">
                <a16:creationId xmlns:a16="http://schemas.microsoft.com/office/drawing/2014/main" id="{14A9E20B-C016-4C51-8D47-7CCFB3FCE11B}"/>
              </a:ext>
            </a:extLst>
          </p:cNvPr>
          <p:cNvSpPr>
            <a:spLocks xmlns:a="http://schemas.openxmlformats.org/drawingml/2006/main" noGrp="1"/>
          </p:cNvSpPr>
          <p:nvPr/>
        </p:nvSpPr>
        <p:spPr>
          <a:xfrm xmlns:a="http://schemas.openxmlformats.org/drawingml/2006/main" rot="0">
            <a:off x="666750" y="3257550"/>
            <a:ext cx="2238375" cy="2221308"/>
          </a:xfrm>
          <a:prstGeom xmlns:a="http://schemas.openxmlformats.org/drawingml/2006/main" prst="rect">
            <a:avLst/>
          </a:prstGeom>
          <a:noFill xmlns:a="http://schemas.openxmlformats.org/drawingml/2006/main"/>
          <a:ln xmlns:a="http://schemas.openxmlformats.org/drawingml/2006/main" w="6191">
            <a:solidFill>
              <a:srgbClr val="6A7278"/>
            </a:solidFill>
            <a:prstDash val="solid"/>
          </a:ln>
        </p:spPr>
      </p:sp>
      <p:sp>
        <p:nvSpPr>
          <p:cNvPr id="39" name="text_038">
            <a:extLst xmlns:a="http://schemas.openxmlformats.org/drawingml/2006/main">
              <a:ext uri="{FF2B5EF4-FFF2-40B4-BE49-F238E27FC236}">
                <a16:creationId xmlns:a16="http://schemas.microsoft.com/office/drawing/2014/main" id="{A4726896-02E7-4577-97BD-51E3E506AF18}"/>
              </a:ext>
            </a:extLst>
          </p:cNvPr>
          <p:cNvSpPr>
            <a:spLocks xmlns:a="http://schemas.openxmlformats.org/drawingml/2006/main" noGrp="1"/>
          </p:cNvSpPr>
          <p:nvPr/>
        </p:nvSpPr>
        <p:spPr>
          <a:xfrm xmlns:a="http://schemas.openxmlformats.org/drawingml/2006/main" rot="0">
            <a:off x="428625" y="5526483"/>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102</a:t>
            </a:r>
          </a:p>
        </p:txBody>
      </p:sp>
      <p:sp>
        <p:nvSpPr>
          <p:cNvPr id="40" name="text_039">
            <a:extLst xmlns:a="http://schemas.openxmlformats.org/drawingml/2006/main">
              <a:ext uri="{FF2B5EF4-FFF2-40B4-BE49-F238E27FC236}">
                <a16:creationId xmlns:a16="http://schemas.microsoft.com/office/drawing/2014/main" id="{86DE5756-1588-49AD-B69C-49A3C10D3708}"/>
              </a:ext>
            </a:extLst>
          </p:cNvPr>
          <p:cNvSpPr>
            <a:spLocks xmlns:a="http://schemas.openxmlformats.org/drawingml/2006/main" noGrp="1"/>
          </p:cNvSpPr>
          <p:nvPr/>
        </p:nvSpPr>
        <p:spPr>
          <a:xfrm xmlns:a="http://schemas.openxmlformats.org/drawingml/2006/main" rot="0">
            <a:off x="1547812" y="5526483"/>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108</a:t>
            </a:r>
          </a:p>
        </p:txBody>
      </p:sp>
      <p:sp>
        <p:nvSpPr>
          <p:cNvPr id="41" name="text_040">
            <a:extLst xmlns:a="http://schemas.openxmlformats.org/drawingml/2006/main">
              <a:ext uri="{FF2B5EF4-FFF2-40B4-BE49-F238E27FC236}">
                <a16:creationId xmlns:a16="http://schemas.microsoft.com/office/drawing/2014/main" id="{2791857D-AF79-4212-A2C8-35E226CE83A8}"/>
              </a:ext>
            </a:extLst>
          </p:cNvPr>
          <p:cNvSpPr>
            <a:spLocks xmlns:a="http://schemas.openxmlformats.org/drawingml/2006/main" noGrp="1"/>
          </p:cNvSpPr>
          <p:nvPr/>
        </p:nvSpPr>
        <p:spPr>
          <a:xfrm xmlns:a="http://schemas.openxmlformats.org/drawingml/2006/main" rot="0">
            <a:off x="2667000" y="5526483"/>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114</a:t>
            </a:r>
          </a:p>
        </p:txBody>
      </p:sp>
      <p:sp>
        <p:nvSpPr>
          <p:cNvPr id="42" name="text_041">
            <a:extLst xmlns:a="http://schemas.openxmlformats.org/drawingml/2006/main">
              <a:ext uri="{FF2B5EF4-FFF2-40B4-BE49-F238E27FC236}">
                <a16:creationId xmlns:a16="http://schemas.microsoft.com/office/drawing/2014/main" id="{EFD6466A-8EDF-4DA6-B228-EAC5DFC869D5}"/>
              </a:ext>
            </a:extLst>
          </p:cNvPr>
          <p:cNvSpPr>
            <a:spLocks xmlns:a="http://schemas.openxmlformats.org/drawingml/2006/main" noGrp="1"/>
          </p:cNvSpPr>
          <p:nvPr/>
        </p:nvSpPr>
        <p:spPr>
          <a:xfrm xmlns:a="http://schemas.openxmlformats.org/drawingml/2006/main" rot="0">
            <a:off x="314325" y="5383608"/>
            <a:ext cx="28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xmlns:a="http://schemas.openxmlformats.org/drawingml/2006/main">
            <a:pPr algn="r">
              <a:defRPr sz="1125" b="0">
                <a:solidFill>
                  <a:srgbClr val="000000"/>
                </a:solidFill>
                <a:latin typeface="Arial"/>
                <a:ea typeface="Arial"/>
                <a:cs typeface="Arial"/>
              </a:defRPr>
            </a:pPr>
            <a:r>
              <a:rPr sz="1125" b="0">
                <a:solidFill>
                  <a:srgbClr val="000000"/>
                </a:solidFill>
                <a:latin typeface="Arial"/>
                <a:ea typeface="Arial"/>
                <a:cs typeface="Arial"/>
              </a:rPr>
              <a:t>28</a:t>
            </a:r>
          </a:p>
        </p:txBody>
      </p:sp>
      <p:sp>
        <p:nvSpPr>
          <p:cNvPr id="43" name="text_042">
            <a:extLst xmlns:a="http://schemas.openxmlformats.org/drawingml/2006/main">
              <a:ext uri="{FF2B5EF4-FFF2-40B4-BE49-F238E27FC236}">
                <a16:creationId xmlns:a16="http://schemas.microsoft.com/office/drawing/2014/main" id="{9AE826DC-BB0D-4A17-979E-D8C507B5B9A5}"/>
              </a:ext>
            </a:extLst>
          </p:cNvPr>
          <p:cNvSpPr>
            <a:spLocks xmlns:a="http://schemas.openxmlformats.org/drawingml/2006/main" noGrp="1"/>
          </p:cNvSpPr>
          <p:nvPr/>
        </p:nvSpPr>
        <p:spPr>
          <a:xfrm xmlns:a="http://schemas.openxmlformats.org/drawingml/2006/main" rot="0">
            <a:off x="314325" y="4241463"/>
            <a:ext cx="28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xmlns:a="http://schemas.openxmlformats.org/drawingml/2006/main">
            <a:pPr algn="r">
              <a:defRPr sz="1125" b="0">
                <a:solidFill>
                  <a:srgbClr val="000000"/>
                </a:solidFill>
                <a:latin typeface="Arial"/>
                <a:ea typeface="Arial"/>
                <a:cs typeface="Arial"/>
              </a:defRPr>
            </a:pPr>
            <a:r>
              <a:rPr sz="1125" b="0">
                <a:solidFill>
                  <a:srgbClr val="000000"/>
                </a:solidFill>
                <a:latin typeface="Arial"/>
                <a:ea typeface="Arial"/>
                <a:cs typeface="Arial"/>
              </a:rPr>
              <a:t>33</a:t>
            </a:r>
          </a:p>
        </p:txBody>
      </p:sp>
      <p:sp>
        <p:nvSpPr>
          <p:cNvPr id="44" name="text_043">
            <a:extLst xmlns:a="http://schemas.openxmlformats.org/drawingml/2006/main">
              <a:ext uri="{FF2B5EF4-FFF2-40B4-BE49-F238E27FC236}">
                <a16:creationId xmlns:a16="http://schemas.microsoft.com/office/drawing/2014/main" id="{B0FF310B-6580-403F-8AA0-97451EC6F68D}"/>
              </a:ext>
            </a:extLst>
          </p:cNvPr>
          <p:cNvSpPr>
            <a:spLocks xmlns:a="http://schemas.openxmlformats.org/drawingml/2006/main" noGrp="1"/>
          </p:cNvSpPr>
          <p:nvPr/>
        </p:nvSpPr>
        <p:spPr>
          <a:xfrm xmlns:a="http://schemas.openxmlformats.org/drawingml/2006/main" rot="0">
            <a:off x="314325" y="3162300"/>
            <a:ext cx="28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xmlns:a="http://schemas.openxmlformats.org/drawingml/2006/main">
            <a:pPr algn="r">
              <a:defRPr sz="1125" b="0">
                <a:solidFill>
                  <a:srgbClr val="000000"/>
                </a:solidFill>
                <a:latin typeface="Arial"/>
                <a:ea typeface="Arial"/>
                <a:cs typeface="Arial"/>
              </a:defRPr>
            </a:pPr>
            <a:r>
              <a:rPr sz="1125" b="0">
                <a:solidFill>
                  <a:srgbClr val="000000"/>
                </a:solidFill>
                <a:latin typeface="Arial"/>
                <a:ea typeface="Arial"/>
                <a:cs typeface="Arial"/>
              </a:rPr>
              <a:t>38</a:t>
            </a:r>
          </a:p>
        </p:txBody>
      </p:sp>
      <p:sp>
        <p:nvSpPr>
          <p:cNvPr id="45" name="ellipse_044">
            <a:extLst xmlns:a="http://schemas.openxmlformats.org/drawingml/2006/main">
              <a:ext uri="{FF2B5EF4-FFF2-40B4-BE49-F238E27FC236}">
                <a16:creationId xmlns:a16="http://schemas.microsoft.com/office/drawing/2014/main" id="{4AAAF4A4-7F40-420A-95AF-5646CCCC2FA0}"/>
              </a:ext>
            </a:extLst>
          </p:cNvPr>
          <p:cNvSpPr>
            <a:spLocks xmlns:a="http://schemas.openxmlformats.org/drawingml/2006/main" noGrp="1"/>
          </p:cNvSpPr>
          <p:nvPr/>
        </p:nvSpPr>
        <p:spPr>
          <a:xfrm xmlns:a="http://schemas.openxmlformats.org/drawingml/2006/main" rot="0">
            <a:off x="1865831" y="4991046"/>
            <a:ext cx="114300" cy="114300"/>
          </a:xfrm>
          <a:prstGeom xmlns:a="http://schemas.openxmlformats.org/drawingml/2006/main" prst="ellipse">
            <a:avLst/>
          </a:prstGeom>
          <a:solidFill xmlns:a="http://schemas.openxmlformats.org/drawingml/2006/main">
            <a:srgbClr val="FFFFFF"/>
          </a:solidFill>
          <a:ln xmlns:a="http://schemas.openxmlformats.org/drawingml/2006/main" w="17145">
            <a:solidFill>
              <a:srgbClr val="FFFFFF"/>
            </a:solidFill>
            <a:prstDash val="solid"/>
          </a:ln>
        </p:spPr>
      </p:sp>
      <p:sp>
        <p:nvSpPr>
          <p:cNvPr id="46" name="ellipse_045">
            <a:extLst xmlns:a="http://schemas.openxmlformats.org/drawingml/2006/main">
              <a:ext uri="{FF2B5EF4-FFF2-40B4-BE49-F238E27FC236}">
                <a16:creationId xmlns:a16="http://schemas.microsoft.com/office/drawing/2014/main" id="{7E19B136-DDBB-461D-833F-E316212F9D24}"/>
              </a:ext>
            </a:extLst>
          </p:cNvPr>
          <p:cNvSpPr>
            <a:spLocks xmlns:a="http://schemas.openxmlformats.org/drawingml/2006/main" noGrp="1"/>
          </p:cNvSpPr>
          <p:nvPr/>
        </p:nvSpPr>
        <p:spPr>
          <a:xfrm xmlns:a="http://schemas.openxmlformats.org/drawingml/2006/main" rot="0">
            <a:off x="1884881" y="5010096"/>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D55E00"/>
            </a:solidFill>
            <a:prstDash val="solid"/>
          </a:ln>
        </p:spPr>
      </p:sp>
      <p:sp>
        <p:nvSpPr>
          <p:cNvPr id="47" name="text_046">
            <a:extLst xmlns:a="http://schemas.openxmlformats.org/drawingml/2006/main">
              <a:ext uri="{FF2B5EF4-FFF2-40B4-BE49-F238E27FC236}">
                <a16:creationId xmlns:a16="http://schemas.microsoft.com/office/drawing/2014/main" id="{9ADADC6D-26A3-4000-905A-89521DC2D80B}"/>
              </a:ext>
            </a:extLst>
          </p:cNvPr>
          <p:cNvSpPr>
            <a:spLocks xmlns:a="http://schemas.openxmlformats.org/drawingml/2006/main" noGrp="1"/>
          </p:cNvSpPr>
          <p:nvPr/>
        </p:nvSpPr>
        <p:spPr>
          <a:xfrm xmlns:a="http://schemas.openxmlformats.org/drawingml/2006/main" rot="0">
            <a:off x="1999181" y="4819596"/>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1">
                <a:solidFill>
                  <a:srgbClr val="D55E00"/>
                </a:solidFill>
                <a:latin typeface="Arial"/>
                <a:ea typeface="Arial"/>
                <a:cs typeface="Arial"/>
              </a:defRPr>
            </a:defPPr>
            <a:lvl1pPr algn="l">
              <a:defRPr sz="1500" b="1">
                <a:solidFill>
                  <a:srgbClr val="D55E00"/>
                </a:solidFill>
                <a:latin typeface="Arial"/>
                <a:ea typeface="Arial"/>
                <a:cs typeface="Arial"/>
              </a:defRPr>
            </a:lvl1pPr>
            <a:lvl2pPr algn="l">
              <a:defRPr sz="1500" b="1">
                <a:solidFill>
                  <a:srgbClr val="D55E00"/>
                </a:solidFill>
                <a:latin typeface="Arial"/>
                <a:ea typeface="Arial"/>
                <a:cs typeface="Arial"/>
              </a:defRPr>
            </a:lvl2pPr>
            <a:lvl3pPr algn="l">
              <a:defRPr sz="1500" b="1">
                <a:solidFill>
                  <a:srgbClr val="D55E00"/>
                </a:solidFill>
                <a:latin typeface="Arial"/>
                <a:ea typeface="Arial"/>
                <a:cs typeface="Arial"/>
              </a:defRPr>
            </a:lvl3pPr>
            <a:lvl4pPr algn="l">
              <a:defRPr sz="1500" b="1">
                <a:solidFill>
                  <a:srgbClr val="D55E00"/>
                </a:solidFill>
                <a:latin typeface="Arial"/>
                <a:ea typeface="Arial"/>
                <a:cs typeface="Arial"/>
              </a:defRPr>
            </a:lvl4pPr>
            <a:lvl5pPr algn="l">
              <a:defRPr sz="1500" b="1">
                <a:solidFill>
                  <a:srgbClr val="D55E00"/>
                </a:solidFill>
                <a:latin typeface="Arial"/>
                <a:ea typeface="Arial"/>
                <a:cs typeface="Arial"/>
              </a:defRPr>
            </a:lvl5pPr>
            <a:lvl6pPr algn="l">
              <a:defRPr sz="1500" b="1">
                <a:solidFill>
                  <a:srgbClr val="D55E00"/>
                </a:solidFill>
                <a:latin typeface="Arial"/>
                <a:ea typeface="Arial"/>
                <a:cs typeface="Arial"/>
              </a:defRPr>
            </a:lvl6pPr>
            <a:lvl7pPr algn="l">
              <a:defRPr sz="1500" b="1">
                <a:solidFill>
                  <a:srgbClr val="D55E00"/>
                </a:solidFill>
                <a:latin typeface="Arial"/>
                <a:ea typeface="Arial"/>
                <a:cs typeface="Arial"/>
              </a:defRPr>
            </a:lvl7pPr>
            <a:lvl8pPr algn="l">
              <a:defRPr sz="1500" b="1">
                <a:solidFill>
                  <a:srgbClr val="D55E00"/>
                </a:solidFill>
                <a:latin typeface="Arial"/>
                <a:ea typeface="Arial"/>
                <a:cs typeface="Arial"/>
              </a:defRPr>
            </a:lvl8pPr>
            <a:lvl9pPr algn="l">
              <a:defRPr sz="1500" b="1">
                <a:solidFill>
                  <a:srgbClr val="D55E00"/>
                </a:solidFill>
                <a:latin typeface="Arial"/>
                <a:ea typeface="Arial"/>
                <a:cs typeface="Arial"/>
              </a:defRPr>
            </a:lvl9pPr>
          </a:lstStyle>
          <a:p xmlns:a="http://schemas.openxmlformats.org/drawingml/2006/main">
            <a:pPr algn="l">
              <a:defRPr sz="1500" b="1">
                <a:solidFill>
                  <a:srgbClr val="D55E00"/>
                </a:solidFill>
                <a:latin typeface="Arial"/>
                <a:ea typeface="Arial"/>
                <a:cs typeface="Arial"/>
              </a:defRPr>
            </a:pPr>
            <a:r>
              <a:rPr sz="1500" b="1">
                <a:solidFill>
                  <a:srgbClr val="D55E00"/>
                </a:solidFill>
                <a:latin typeface="Arial"/>
                <a:ea typeface="Arial"/>
                <a:cs typeface="Arial"/>
              </a:rPr>
              <a:t>B</a:t>
            </a:r>
          </a:p>
        </p:txBody>
      </p:sp>
      <p:sp>
        <p:nvSpPr>
          <p:cNvPr id="48" name="text_047">
            <a:extLst xmlns:a="http://schemas.openxmlformats.org/drawingml/2006/main">
              <a:ext uri="{FF2B5EF4-FFF2-40B4-BE49-F238E27FC236}">
                <a16:creationId xmlns:a16="http://schemas.microsoft.com/office/drawing/2014/main" id="{991EFB6D-C17B-47E2-A3EE-5C5C553AC739}"/>
              </a:ext>
            </a:extLst>
          </p:cNvPr>
          <p:cNvSpPr>
            <a:spLocks xmlns:a="http://schemas.openxmlformats.org/drawingml/2006/main" noGrp="1"/>
          </p:cNvSpPr>
          <p:nvPr/>
        </p:nvSpPr>
        <p:spPr>
          <a:xfrm xmlns:a="http://schemas.openxmlformats.org/drawingml/2006/main" rot="0">
            <a:off x="3181350" y="2981325"/>
            <a:ext cx="24288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1">
                <a:solidFill>
                  <a:srgbClr val="000000"/>
                </a:solidFill>
                <a:latin typeface="Arial"/>
                <a:ea typeface="Arial"/>
                <a:cs typeface="Arial"/>
              </a:defRPr>
            </a:defPPr>
            <a:lvl1pPr algn="ctr">
              <a:defRPr sz="1575" b="1">
                <a:solidFill>
                  <a:srgbClr val="000000"/>
                </a:solidFill>
                <a:latin typeface="Arial"/>
                <a:ea typeface="Arial"/>
                <a:cs typeface="Arial"/>
              </a:defRPr>
            </a:lvl1pPr>
            <a:lvl2pPr algn="ctr">
              <a:defRPr sz="1575" b="1">
                <a:solidFill>
                  <a:srgbClr val="000000"/>
                </a:solidFill>
                <a:latin typeface="Arial"/>
                <a:ea typeface="Arial"/>
                <a:cs typeface="Arial"/>
              </a:defRPr>
            </a:lvl2pPr>
            <a:lvl3pPr algn="ctr">
              <a:defRPr sz="1575" b="1">
                <a:solidFill>
                  <a:srgbClr val="000000"/>
                </a:solidFill>
                <a:latin typeface="Arial"/>
                <a:ea typeface="Arial"/>
                <a:cs typeface="Arial"/>
              </a:defRPr>
            </a:lvl3pPr>
            <a:lvl4pPr algn="ctr">
              <a:defRPr sz="1575" b="1">
                <a:solidFill>
                  <a:srgbClr val="000000"/>
                </a:solidFill>
                <a:latin typeface="Arial"/>
                <a:ea typeface="Arial"/>
                <a:cs typeface="Arial"/>
              </a:defRPr>
            </a:lvl4pPr>
            <a:lvl5pPr algn="ctr">
              <a:defRPr sz="1575" b="1">
                <a:solidFill>
                  <a:srgbClr val="000000"/>
                </a:solidFill>
                <a:latin typeface="Arial"/>
                <a:ea typeface="Arial"/>
                <a:cs typeface="Arial"/>
              </a:defRPr>
            </a:lvl5pPr>
            <a:lvl6pPr algn="ctr">
              <a:defRPr sz="1575" b="1">
                <a:solidFill>
                  <a:srgbClr val="000000"/>
                </a:solidFill>
                <a:latin typeface="Arial"/>
                <a:ea typeface="Arial"/>
                <a:cs typeface="Arial"/>
              </a:defRPr>
            </a:lvl6pPr>
            <a:lvl7pPr algn="ctr">
              <a:defRPr sz="1575" b="1">
                <a:solidFill>
                  <a:srgbClr val="000000"/>
                </a:solidFill>
                <a:latin typeface="Arial"/>
                <a:ea typeface="Arial"/>
                <a:cs typeface="Arial"/>
              </a:defRPr>
            </a:lvl7pPr>
            <a:lvl8pPr algn="ctr">
              <a:defRPr sz="1575" b="1">
                <a:solidFill>
                  <a:srgbClr val="000000"/>
                </a:solidFill>
                <a:latin typeface="Arial"/>
                <a:ea typeface="Arial"/>
                <a:cs typeface="Arial"/>
              </a:defRPr>
            </a:lvl8pPr>
            <a:lvl9pPr algn="ctr">
              <a:defRPr sz="1575" b="1">
                <a:solidFill>
                  <a:srgbClr val="000000"/>
                </a:solidFill>
                <a:latin typeface="Arial"/>
                <a:ea typeface="Arial"/>
                <a:cs typeface="Arial"/>
              </a:defRPr>
            </a:lvl9pPr>
          </a:lstStyle>
          <a:p xmlns:a="http://schemas.openxmlformats.org/drawingml/2006/main">
            <a:pPr algn="ctr">
              <a:defRPr sz="1575" b="1">
                <a:solidFill>
                  <a:srgbClr val="000000"/>
                </a:solidFill>
                <a:latin typeface="Arial"/>
                <a:ea typeface="Arial"/>
                <a:cs typeface="Arial"/>
              </a:defRPr>
            </a:pPr>
            <a:r>
              <a:rPr sz="1575" b="1">
                <a:solidFill>
                  <a:srgbClr val="000000"/>
                </a:solidFill>
                <a:latin typeface="Arial"/>
                <a:ea typeface="Arial"/>
                <a:cs typeface="Arial"/>
              </a:rPr>
              <a:t>2000-07-13</a:t>
            </a:r>
          </a:p>
        </p:txBody>
      </p:sp>
      <p:pic>
        <p:nvPicPr>
          <p:cNvPr id="49" name="">
            <a:extLst xmlns:a="http://schemas.openxmlformats.org/drawingml/2006/main">
              <a:ext uri="{FF2B5EF4-FFF2-40B4-BE49-F238E27FC236}">
                <a16:creationId xmlns:a16="http://schemas.microsoft.com/office/drawing/2014/main" id="{BD2E52D0-D0BB-44CD-A709-CE885B4EA5AC}"/>
              </a:ext>
            </a:extLst>
          </p:cNvPr>
          <p:cNvPicPr>
            <a:picLocks xmlns:a="http://schemas.openxmlformats.org/drawingml/2006/main" noChangeAspect="1"/>
          </p:cNvPicPr>
          <p:nvPr/>
        </p:nvPicPr>
        <p:blipFill>
          <a:blip xmlns:r="http://schemas.openxmlformats.org/officeDocument/2006/relationships" xmlns:a="http://schemas.openxmlformats.org/drawingml/2006/main" r:embed="R2c61afc213a34f18"/>
          <a:stretch xmlns:a="http://schemas.openxmlformats.org/drawingml/2006/main"/>
        </p:blipFill>
        <p:spPr>
          <a:xfrm xmlns:a="http://schemas.openxmlformats.org/drawingml/2006/main">
            <a:off x="3276730" y="3257550"/>
            <a:ext cx="2238115" cy="2221308"/>
          </a:xfrm>
          <a:prstGeom xmlns:a="http://schemas.openxmlformats.org/drawingml/2006/main" prst="rect">
            <a:avLst/>
          </a:prstGeom>
        </p:spPr>
      </p:pic>
      <p:sp>
        <p:nvSpPr>
          <p:cNvPr id="50" name="rect_049">
            <a:extLst xmlns:a="http://schemas.openxmlformats.org/drawingml/2006/main">
              <a:ext uri="{FF2B5EF4-FFF2-40B4-BE49-F238E27FC236}">
                <a16:creationId xmlns:a16="http://schemas.microsoft.com/office/drawing/2014/main" id="{1DE932A7-335D-46BC-ADAD-71758F6020FC}"/>
              </a:ext>
            </a:extLst>
          </p:cNvPr>
          <p:cNvSpPr>
            <a:spLocks xmlns:a="http://schemas.openxmlformats.org/drawingml/2006/main" noGrp="1"/>
          </p:cNvSpPr>
          <p:nvPr/>
        </p:nvSpPr>
        <p:spPr>
          <a:xfrm xmlns:a="http://schemas.openxmlformats.org/drawingml/2006/main" rot="0">
            <a:off x="3276600" y="3257550"/>
            <a:ext cx="2238375" cy="2221308"/>
          </a:xfrm>
          <a:prstGeom xmlns:a="http://schemas.openxmlformats.org/drawingml/2006/main" prst="rect">
            <a:avLst/>
          </a:prstGeom>
          <a:noFill xmlns:a="http://schemas.openxmlformats.org/drawingml/2006/main"/>
          <a:ln xmlns:a="http://schemas.openxmlformats.org/drawingml/2006/main" w="6191">
            <a:solidFill>
              <a:srgbClr val="6A7278"/>
            </a:solidFill>
            <a:prstDash val="solid"/>
          </a:ln>
        </p:spPr>
      </p:sp>
      <p:sp>
        <p:nvSpPr>
          <p:cNvPr id="51" name="text_050">
            <a:extLst xmlns:a="http://schemas.openxmlformats.org/drawingml/2006/main">
              <a:ext uri="{FF2B5EF4-FFF2-40B4-BE49-F238E27FC236}">
                <a16:creationId xmlns:a16="http://schemas.microsoft.com/office/drawing/2014/main" id="{ADE7102E-A204-4BCB-B9D7-E303205929C7}"/>
              </a:ext>
            </a:extLst>
          </p:cNvPr>
          <p:cNvSpPr>
            <a:spLocks xmlns:a="http://schemas.openxmlformats.org/drawingml/2006/main" noGrp="1"/>
          </p:cNvSpPr>
          <p:nvPr/>
        </p:nvSpPr>
        <p:spPr>
          <a:xfrm xmlns:a="http://schemas.openxmlformats.org/drawingml/2006/main" rot="0">
            <a:off x="3038475" y="5526483"/>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102</a:t>
            </a:r>
          </a:p>
        </p:txBody>
      </p:sp>
      <p:sp>
        <p:nvSpPr>
          <p:cNvPr id="52" name="text_051">
            <a:extLst xmlns:a="http://schemas.openxmlformats.org/drawingml/2006/main">
              <a:ext uri="{FF2B5EF4-FFF2-40B4-BE49-F238E27FC236}">
                <a16:creationId xmlns:a16="http://schemas.microsoft.com/office/drawing/2014/main" id="{8B482EA4-B481-4EC2-805A-E14F58FD2B2A}"/>
              </a:ext>
            </a:extLst>
          </p:cNvPr>
          <p:cNvSpPr>
            <a:spLocks xmlns:a="http://schemas.openxmlformats.org/drawingml/2006/main" noGrp="1"/>
          </p:cNvSpPr>
          <p:nvPr/>
        </p:nvSpPr>
        <p:spPr>
          <a:xfrm xmlns:a="http://schemas.openxmlformats.org/drawingml/2006/main" rot="0">
            <a:off x="4157662" y="5526483"/>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108</a:t>
            </a:r>
          </a:p>
        </p:txBody>
      </p:sp>
      <p:sp>
        <p:nvSpPr>
          <p:cNvPr id="53" name="text_052">
            <a:extLst xmlns:a="http://schemas.openxmlformats.org/drawingml/2006/main">
              <a:ext uri="{FF2B5EF4-FFF2-40B4-BE49-F238E27FC236}">
                <a16:creationId xmlns:a16="http://schemas.microsoft.com/office/drawing/2014/main" id="{A2CF93D9-175E-4BCA-A792-6D894C2841B9}"/>
              </a:ext>
            </a:extLst>
          </p:cNvPr>
          <p:cNvSpPr>
            <a:spLocks xmlns:a="http://schemas.openxmlformats.org/drawingml/2006/main" noGrp="1"/>
          </p:cNvSpPr>
          <p:nvPr/>
        </p:nvSpPr>
        <p:spPr>
          <a:xfrm xmlns:a="http://schemas.openxmlformats.org/drawingml/2006/main" rot="0">
            <a:off x="5276850" y="5526483"/>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114</a:t>
            </a:r>
          </a:p>
        </p:txBody>
      </p:sp>
      <p:sp>
        <p:nvSpPr>
          <p:cNvPr id="54" name="ellipse_053">
            <a:extLst xmlns:a="http://schemas.openxmlformats.org/drawingml/2006/main">
              <a:ext uri="{FF2B5EF4-FFF2-40B4-BE49-F238E27FC236}">
                <a16:creationId xmlns:a16="http://schemas.microsoft.com/office/drawing/2014/main" id="{78D2ADE5-6C19-4581-BA05-C5ABD29936CA}"/>
              </a:ext>
            </a:extLst>
          </p:cNvPr>
          <p:cNvSpPr>
            <a:spLocks xmlns:a="http://schemas.openxmlformats.org/drawingml/2006/main" noGrp="1"/>
          </p:cNvSpPr>
          <p:nvPr/>
        </p:nvSpPr>
        <p:spPr>
          <a:xfrm xmlns:a="http://schemas.openxmlformats.org/drawingml/2006/main" rot="0">
            <a:off x="4841130" y="3495063"/>
            <a:ext cx="114300" cy="114300"/>
          </a:xfrm>
          <a:prstGeom xmlns:a="http://schemas.openxmlformats.org/drawingml/2006/main" prst="ellipse">
            <a:avLst/>
          </a:prstGeom>
          <a:solidFill xmlns:a="http://schemas.openxmlformats.org/drawingml/2006/main">
            <a:srgbClr val="FFFFFF"/>
          </a:solidFill>
          <a:ln xmlns:a="http://schemas.openxmlformats.org/drawingml/2006/main" w="17145">
            <a:solidFill>
              <a:srgbClr val="FFFFFF"/>
            </a:solidFill>
            <a:prstDash val="solid"/>
          </a:ln>
        </p:spPr>
      </p:sp>
      <p:sp>
        <p:nvSpPr>
          <p:cNvPr id="55" name="ellipse_054">
            <a:extLst xmlns:a="http://schemas.openxmlformats.org/drawingml/2006/main">
              <a:ext uri="{FF2B5EF4-FFF2-40B4-BE49-F238E27FC236}">
                <a16:creationId xmlns:a16="http://schemas.microsoft.com/office/drawing/2014/main" id="{BD7F6BC7-66D7-436B-90CF-DA92D2C1DA9C}"/>
              </a:ext>
            </a:extLst>
          </p:cNvPr>
          <p:cNvSpPr>
            <a:spLocks xmlns:a="http://schemas.openxmlformats.org/drawingml/2006/main" noGrp="1"/>
          </p:cNvSpPr>
          <p:nvPr/>
        </p:nvSpPr>
        <p:spPr>
          <a:xfrm xmlns:a="http://schemas.openxmlformats.org/drawingml/2006/main" rot="0">
            <a:off x="4860180" y="3514113"/>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D55E00"/>
            </a:solidFill>
            <a:prstDash val="solid"/>
          </a:ln>
        </p:spPr>
      </p:sp>
      <p:sp>
        <p:nvSpPr>
          <p:cNvPr id="56" name="text_055">
            <a:extLst xmlns:a="http://schemas.openxmlformats.org/drawingml/2006/main">
              <a:ext uri="{FF2B5EF4-FFF2-40B4-BE49-F238E27FC236}">
                <a16:creationId xmlns:a16="http://schemas.microsoft.com/office/drawing/2014/main" id="{DF882FC4-F288-4953-A870-D05D4D2AACB3}"/>
              </a:ext>
            </a:extLst>
          </p:cNvPr>
          <p:cNvSpPr>
            <a:spLocks xmlns:a="http://schemas.openxmlformats.org/drawingml/2006/main" noGrp="1"/>
          </p:cNvSpPr>
          <p:nvPr/>
        </p:nvSpPr>
        <p:spPr>
          <a:xfrm xmlns:a="http://schemas.openxmlformats.org/drawingml/2006/main" rot="0">
            <a:off x="4974480" y="3323613"/>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1">
                <a:solidFill>
                  <a:srgbClr val="D55E00"/>
                </a:solidFill>
                <a:latin typeface="Arial"/>
                <a:ea typeface="Arial"/>
                <a:cs typeface="Arial"/>
              </a:defRPr>
            </a:defPPr>
            <a:lvl1pPr algn="l">
              <a:defRPr sz="1500" b="1">
                <a:solidFill>
                  <a:srgbClr val="D55E00"/>
                </a:solidFill>
                <a:latin typeface="Arial"/>
                <a:ea typeface="Arial"/>
                <a:cs typeface="Arial"/>
              </a:defRPr>
            </a:lvl1pPr>
            <a:lvl2pPr algn="l">
              <a:defRPr sz="1500" b="1">
                <a:solidFill>
                  <a:srgbClr val="D55E00"/>
                </a:solidFill>
                <a:latin typeface="Arial"/>
                <a:ea typeface="Arial"/>
                <a:cs typeface="Arial"/>
              </a:defRPr>
            </a:lvl2pPr>
            <a:lvl3pPr algn="l">
              <a:defRPr sz="1500" b="1">
                <a:solidFill>
                  <a:srgbClr val="D55E00"/>
                </a:solidFill>
                <a:latin typeface="Arial"/>
                <a:ea typeface="Arial"/>
                <a:cs typeface="Arial"/>
              </a:defRPr>
            </a:lvl3pPr>
            <a:lvl4pPr algn="l">
              <a:defRPr sz="1500" b="1">
                <a:solidFill>
                  <a:srgbClr val="D55E00"/>
                </a:solidFill>
                <a:latin typeface="Arial"/>
                <a:ea typeface="Arial"/>
                <a:cs typeface="Arial"/>
              </a:defRPr>
            </a:lvl4pPr>
            <a:lvl5pPr algn="l">
              <a:defRPr sz="1500" b="1">
                <a:solidFill>
                  <a:srgbClr val="D55E00"/>
                </a:solidFill>
                <a:latin typeface="Arial"/>
                <a:ea typeface="Arial"/>
                <a:cs typeface="Arial"/>
              </a:defRPr>
            </a:lvl5pPr>
            <a:lvl6pPr algn="l">
              <a:defRPr sz="1500" b="1">
                <a:solidFill>
                  <a:srgbClr val="D55E00"/>
                </a:solidFill>
                <a:latin typeface="Arial"/>
                <a:ea typeface="Arial"/>
                <a:cs typeface="Arial"/>
              </a:defRPr>
            </a:lvl6pPr>
            <a:lvl7pPr algn="l">
              <a:defRPr sz="1500" b="1">
                <a:solidFill>
                  <a:srgbClr val="D55E00"/>
                </a:solidFill>
                <a:latin typeface="Arial"/>
                <a:ea typeface="Arial"/>
                <a:cs typeface="Arial"/>
              </a:defRPr>
            </a:lvl7pPr>
            <a:lvl8pPr algn="l">
              <a:defRPr sz="1500" b="1">
                <a:solidFill>
                  <a:srgbClr val="D55E00"/>
                </a:solidFill>
                <a:latin typeface="Arial"/>
                <a:ea typeface="Arial"/>
                <a:cs typeface="Arial"/>
              </a:defRPr>
            </a:lvl8pPr>
            <a:lvl9pPr algn="l">
              <a:defRPr sz="1500" b="1">
                <a:solidFill>
                  <a:srgbClr val="D55E00"/>
                </a:solidFill>
                <a:latin typeface="Arial"/>
                <a:ea typeface="Arial"/>
                <a:cs typeface="Arial"/>
              </a:defRPr>
            </a:lvl9pPr>
          </a:lstStyle>
          <a:p xmlns:a="http://schemas.openxmlformats.org/drawingml/2006/main">
            <a:pPr algn="l">
              <a:defRPr sz="1500" b="1">
                <a:solidFill>
                  <a:srgbClr val="D55E00"/>
                </a:solidFill>
                <a:latin typeface="Arial"/>
                <a:ea typeface="Arial"/>
                <a:cs typeface="Arial"/>
              </a:defRPr>
            </a:pPr>
            <a:r>
              <a:rPr sz="1500" b="1">
                <a:solidFill>
                  <a:srgbClr val="D55E00"/>
                </a:solidFill>
                <a:latin typeface="Arial"/>
                <a:ea typeface="Arial"/>
                <a:cs typeface="Arial"/>
              </a:rPr>
              <a:t>B</a:t>
            </a:r>
          </a:p>
        </p:txBody>
      </p:sp>
      <p:sp>
        <p:nvSpPr>
          <p:cNvPr id="57" name="ellipse_056">
            <a:extLst xmlns:a="http://schemas.openxmlformats.org/drawingml/2006/main">
              <a:ext uri="{FF2B5EF4-FFF2-40B4-BE49-F238E27FC236}">
                <a16:creationId xmlns:a16="http://schemas.microsoft.com/office/drawing/2014/main" id="{C0D6D482-B640-4D7F-84CE-36F18DA4A95F}"/>
              </a:ext>
            </a:extLst>
          </p:cNvPr>
          <p:cNvSpPr>
            <a:spLocks xmlns:a="http://schemas.openxmlformats.org/drawingml/2006/main" noGrp="1"/>
          </p:cNvSpPr>
          <p:nvPr/>
        </p:nvSpPr>
        <p:spPr>
          <a:xfrm xmlns:a="http://schemas.openxmlformats.org/drawingml/2006/main" rot="0">
            <a:off x="3836145" y="4991046"/>
            <a:ext cx="114300" cy="114300"/>
          </a:xfrm>
          <a:prstGeom xmlns:a="http://schemas.openxmlformats.org/drawingml/2006/main" prst="ellipse">
            <a:avLst/>
          </a:prstGeom>
          <a:solidFill xmlns:a="http://schemas.openxmlformats.org/drawingml/2006/main">
            <a:srgbClr val="FFFFFF"/>
          </a:solidFill>
          <a:ln xmlns:a="http://schemas.openxmlformats.org/drawingml/2006/main" w="17145">
            <a:solidFill>
              <a:srgbClr val="FFFFFF"/>
            </a:solidFill>
            <a:prstDash val="solid"/>
          </a:ln>
        </p:spPr>
      </p:sp>
      <p:sp>
        <p:nvSpPr>
          <p:cNvPr id="58" name="ellipse_057">
            <a:extLst xmlns:a="http://schemas.openxmlformats.org/drawingml/2006/main">
              <a:ext uri="{FF2B5EF4-FFF2-40B4-BE49-F238E27FC236}">
                <a16:creationId xmlns:a16="http://schemas.microsoft.com/office/drawing/2014/main" id="{AFB18527-44C8-4C42-97DE-CB3F8CEA98AB}"/>
              </a:ext>
            </a:extLst>
          </p:cNvPr>
          <p:cNvSpPr>
            <a:spLocks xmlns:a="http://schemas.openxmlformats.org/drawingml/2006/main" noGrp="1"/>
          </p:cNvSpPr>
          <p:nvPr/>
        </p:nvSpPr>
        <p:spPr>
          <a:xfrm xmlns:a="http://schemas.openxmlformats.org/drawingml/2006/main" rot="0">
            <a:off x="3855195" y="5010096"/>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009E73"/>
            </a:solidFill>
            <a:prstDash val="solid"/>
          </a:ln>
        </p:spPr>
      </p:sp>
      <p:sp>
        <p:nvSpPr>
          <p:cNvPr id="59" name="text_058">
            <a:extLst xmlns:a="http://schemas.openxmlformats.org/drawingml/2006/main">
              <a:ext uri="{FF2B5EF4-FFF2-40B4-BE49-F238E27FC236}">
                <a16:creationId xmlns:a16="http://schemas.microsoft.com/office/drawing/2014/main" id="{C8F9516A-E3BB-4E6A-973F-F1FA7BFB8449}"/>
              </a:ext>
            </a:extLst>
          </p:cNvPr>
          <p:cNvSpPr>
            <a:spLocks xmlns:a="http://schemas.openxmlformats.org/drawingml/2006/main" noGrp="1"/>
          </p:cNvSpPr>
          <p:nvPr/>
        </p:nvSpPr>
        <p:spPr>
          <a:xfrm xmlns:a="http://schemas.openxmlformats.org/drawingml/2006/main" rot="0">
            <a:off x="3969495" y="4819596"/>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1">
                <a:solidFill>
                  <a:srgbClr val="009E73"/>
                </a:solidFill>
                <a:latin typeface="Arial"/>
                <a:ea typeface="Arial"/>
                <a:cs typeface="Arial"/>
              </a:defRPr>
            </a:defPPr>
            <a:lvl1pPr algn="l">
              <a:defRPr sz="1500" b="1">
                <a:solidFill>
                  <a:srgbClr val="009E73"/>
                </a:solidFill>
                <a:latin typeface="Arial"/>
                <a:ea typeface="Arial"/>
                <a:cs typeface="Arial"/>
              </a:defRPr>
            </a:lvl1pPr>
            <a:lvl2pPr algn="l">
              <a:defRPr sz="1500" b="1">
                <a:solidFill>
                  <a:srgbClr val="009E73"/>
                </a:solidFill>
                <a:latin typeface="Arial"/>
                <a:ea typeface="Arial"/>
                <a:cs typeface="Arial"/>
              </a:defRPr>
            </a:lvl2pPr>
            <a:lvl3pPr algn="l">
              <a:defRPr sz="1500" b="1">
                <a:solidFill>
                  <a:srgbClr val="009E73"/>
                </a:solidFill>
                <a:latin typeface="Arial"/>
                <a:ea typeface="Arial"/>
                <a:cs typeface="Arial"/>
              </a:defRPr>
            </a:lvl3pPr>
            <a:lvl4pPr algn="l">
              <a:defRPr sz="1500" b="1">
                <a:solidFill>
                  <a:srgbClr val="009E73"/>
                </a:solidFill>
                <a:latin typeface="Arial"/>
                <a:ea typeface="Arial"/>
                <a:cs typeface="Arial"/>
              </a:defRPr>
            </a:lvl4pPr>
            <a:lvl5pPr algn="l">
              <a:defRPr sz="1500" b="1">
                <a:solidFill>
                  <a:srgbClr val="009E73"/>
                </a:solidFill>
                <a:latin typeface="Arial"/>
                <a:ea typeface="Arial"/>
                <a:cs typeface="Arial"/>
              </a:defRPr>
            </a:lvl5pPr>
            <a:lvl6pPr algn="l">
              <a:defRPr sz="1500" b="1">
                <a:solidFill>
                  <a:srgbClr val="009E73"/>
                </a:solidFill>
                <a:latin typeface="Arial"/>
                <a:ea typeface="Arial"/>
                <a:cs typeface="Arial"/>
              </a:defRPr>
            </a:lvl6pPr>
            <a:lvl7pPr algn="l">
              <a:defRPr sz="1500" b="1">
                <a:solidFill>
                  <a:srgbClr val="009E73"/>
                </a:solidFill>
                <a:latin typeface="Arial"/>
                <a:ea typeface="Arial"/>
                <a:cs typeface="Arial"/>
              </a:defRPr>
            </a:lvl7pPr>
            <a:lvl8pPr algn="l">
              <a:defRPr sz="1500" b="1">
                <a:solidFill>
                  <a:srgbClr val="009E73"/>
                </a:solidFill>
                <a:latin typeface="Arial"/>
                <a:ea typeface="Arial"/>
                <a:cs typeface="Arial"/>
              </a:defRPr>
            </a:lvl8pPr>
            <a:lvl9pPr algn="l">
              <a:defRPr sz="1500" b="1">
                <a:solidFill>
                  <a:srgbClr val="009E73"/>
                </a:solidFill>
                <a:latin typeface="Arial"/>
                <a:ea typeface="Arial"/>
                <a:cs typeface="Arial"/>
              </a:defRPr>
            </a:lvl9pPr>
          </a:lstStyle>
          <a:p xmlns:a="http://schemas.openxmlformats.org/drawingml/2006/main">
            <a:pPr algn="l">
              <a:defRPr sz="1500" b="1">
                <a:solidFill>
                  <a:srgbClr val="009E73"/>
                </a:solidFill>
                <a:latin typeface="Arial"/>
                <a:ea typeface="Arial"/>
                <a:cs typeface="Arial"/>
              </a:defRPr>
            </a:pPr>
            <a:r>
              <a:rPr sz="1500" b="1">
                <a:solidFill>
                  <a:srgbClr val="009E73"/>
                </a:solidFill>
                <a:latin typeface="Arial"/>
                <a:ea typeface="Arial"/>
                <a:cs typeface="Arial"/>
              </a:rPr>
              <a:t>C</a:t>
            </a:r>
          </a:p>
        </p:txBody>
      </p:sp>
      <p:sp>
        <p:nvSpPr>
          <p:cNvPr id="60" name="text_059">
            <a:extLst xmlns:a="http://schemas.openxmlformats.org/drawingml/2006/main">
              <a:ext uri="{FF2B5EF4-FFF2-40B4-BE49-F238E27FC236}">
                <a16:creationId xmlns:a16="http://schemas.microsoft.com/office/drawing/2014/main" id="{09C5A20F-A67B-48B7-87DC-EAA055837CE5}"/>
              </a:ext>
            </a:extLst>
          </p:cNvPr>
          <p:cNvSpPr>
            <a:spLocks xmlns:a="http://schemas.openxmlformats.org/drawingml/2006/main" noGrp="1"/>
          </p:cNvSpPr>
          <p:nvPr/>
        </p:nvSpPr>
        <p:spPr>
          <a:xfrm xmlns:a="http://schemas.openxmlformats.org/drawingml/2006/main" rot="0">
            <a:off x="5791200" y="2981325"/>
            <a:ext cx="24288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1">
                <a:solidFill>
                  <a:srgbClr val="000000"/>
                </a:solidFill>
                <a:latin typeface="Arial"/>
                <a:ea typeface="Arial"/>
                <a:cs typeface="Arial"/>
              </a:defRPr>
            </a:defPPr>
            <a:lvl1pPr algn="ctr">
              <a:defRPr sz="1575" b="1">
                <a:solidFill>
                  <a:srgbClr val="000000"/>
                </a:solidFill>
                <a:latin typeface="Arial"/>
                <a:ea typeface="Arial"/>
                <a:cs typeface="Arial"/>
              </a:defRPr>
            </a:lvl1pPr>
            <a:lvl2pPr algn="ctr">
              <a:defRPr sz="1575" b="1">
                <a:solidFill>
                  <a:srgbClr val="000000"/>
                </a:solidFill>
                <a:latin typeface="Arial"/>
                <a:ea typeface="Arial"/>
                <a:cs typeface="Arial"/>
              </a:defRPr>
            </a:lvl2pPr>
            <a:lvl3pPr algn="ctr">
              <a:defRPr sz="1575" b="1">
                <a:solidFill>
                  <a:srgbClr val="000000"/>
                </a:solidFill>
                <a:latin typeface="Arial"/>
                <a:ea typeface="Arial"/>
                <a:cs typeface="Arial"/>
              </a:defRPr>
            </a:lvl3pPr>
            <a:lvl4pPr algn="ctr">
              <a:defRPr sz="1575" b="1">
                <a:solidFill>
                  <a:srgbClr val="000000"/>
                </a:solidFill>
                <a:latin typeface="Arial"/>
                <a:ea typeface="Arial"/>
                <a:cs typeface="Arial"/>
              </a:defRPr>
            </a:lvl4pPr>
            <a:lvl5pPr algn="ctr">
              <a:defRPr sz="1575" b="1">
                <a:solidFill>
                  <a:srgbClr val="000000"/>
                </a:solidFill>
                <a:latin typeface="Arial"/>
                <a:ea typeface="Arial"/>
                <a:cs typeface="Arial"/>
              </a:defRPr>
            </a:lvl5pPr>
            <a:lvl6pPr algn="ctr">
              <a:defRPr sz="1575" b="1">
                <a:solidFill>
                  <a:srgbClr val="000000"/>
                </a:solidFill>
                <a:latin typeface="Arial"/>
                <a:ea typeface="Arial"/>
                <a:cs typeface="Arial"/>
              </a:defRPr>
            </a:lvl6pPr>
            <a:lvl7pPr algn="ctr">
              <a:defRPr sz="1575" b="1">
                <a:solidFill>
                  <a:srgbClr val="000000"/>
                </a:solidFill>
                <a:latin typeface="Arial"/>
                <a:ea typeface="Arial"/>
                <a:cs typeface="Arial"/>
              </a:defRPr>
            </a:lvl7pPr>
            <a:lvl8pPr algn="ctr">
              <a:defRPr sz="1575" b="1">
                <a:solidFill>
                  <a:srgbClr val="000000"/>
                </a:solidFill>
                <a:latin typeface="Arial"/>
                <a:ea typeface="Arial"/>
                <a:cs typeface="Arial"/>
              </a:defRPr>
            </a:lvl8pPr>
            <a:lvl9pPr algn="ctr">
              <a:defRPr sz="1575" b="1">
                <a:solidFill>
                  <a:srgbClr val="000000"/>
                </a:solidFill>
                <a:latin typeface="Arial"/>
                <a:ea typeface="Arial"/>
                <a:cs typeface="Arial"/>
              </a:defRPr>
            </a:lvl9pPr>
          </a:lstStyle>
          <a:p xmlns:a="http://schemas.openxmlformats.org/drawingml/2006/main">
            <a:pPr algn="ctr">
              <a:defRPr sz="1575" b="1">
                <a:solidFill>
                  <a:srgbClr val="000000"/>
                </a:solidFill>
                <a:latin typeface="Arial"/>
                <a:ea typeface="Arial"/>
                <a:cs typeface="Arial"/>
              </a:defRPr>
            </a:pPr>
            <a:r>
              <a:rPr sz="1575" b="1">
                <a:solidFill>
                  <a:srgbClr val="000000"/>
                </a:solidFill>
                <a:latin typeface="Arial"/>
                <a:ea typeface="Arial"/>
                <a:cs typeface="Arial"/>
              </a:rPr>
              <a:t>2000-07-14</a:t>
            </a:r>
          </a:p>
        </p:txBody>
      </p:sp>
      <p:pic>
        <p:nvPicPr>
          <p:cNvPr id="61" name="">
            <a:extLst xmlns:a="http://schemas.openxmlformats.org/drawingml/2006/main">
              <a:ext uri="{FF2B5EF4-FFF2-40B4-BE49-F238E27FC236}">
                <a16:creationId xmlns:a16="http://schemas.microsoft.com/office/drawing/2014/main" id="{AAB0384B-1E1A-4027-A93F-3C7E9DA4779A}"/>
              </a:ext>
            </a:extLst>
          </p:cNvPr>
          <p:cNvPicPr>
            <a:picLocks xmlns:a="http://schemas.openxmlformats.org/drawingml/2006/main" noChangeAspect="1"/>
          </p:cNvPicPr>
          <p:nvPr/>
        </p:nvPicPr>
        <p:blipFill>
          <a:blip xmlns:r="http://schemas.openxmlformats.org/officeDocument/2006/relationships" xmlns:a="http://schemas.openxmlformats.org/drawingml/2006/main" r:embed="R06ef78ef3ca9405c"/>
          <a:stretch xmlns:a="http://schemas.openxmlformats.org/drawingml/2006/main"/>
        </p:blipFill>
        <p:spPr>
          <a:xfrm xmlns:a="http://schemas.openxmlformats.org/drawingml/2006/main">
            <a:off x="5886580" y="3257550"/>
            <a:ext cx="2238115" cy="2221308"/>
          </a:xfrm>
          <a:prstGeom xmlns:a="http://schemas.openxmlformats.org/drawingml/2006/main" prst="rect">
            <a:avLst/>
          </a:prstGeom>
        </p:spPr>
      </p:pic>
      <p:sp>
        <p:nvSpPr>
          <p:cNvPr id="62" name="rect_061">
            <a:extLst xmlns:a="http://schemas.openxmlformats.org/drawingml/2006/main">
              <a:ext uri="{FF2B5EF4-FFF2-40B4-BE49-F238E27FC236}">
                <a16:creationId xmlns:a16="http://schemas.microsoft.com/office/drawing/2014/main" id="{53C14E72-A4FE-4BB7-BCB1-96C6AD1A04A1}"/>
              </a:ext>
            </a:extLst>
          </p:cNvPr>
          <p:cNvSpPr>
            <a:spLocks xmlns:a="http://schemas.openxmlformats.org/drawingml/2006/main" noGrp="1"/>
          </p:cNvSpPr>
          <p:nvPr/>
        </p:nvSpPr>
        <p:spPr>
          <a:xfrm xmlns:a="http://schemas.openxmlformats.org/drawingml/2006/main" rot="0">
            <a:off x="5886450" y="3257550"/>
            <a:ext cx="2238375" cy="2221308"/>
          </a:xfrm>
          <a:prstGeom xmlns:a="http://schemas.openxmlformats.org/drawingml/2006/main" prst="rect">
            <a:avLst/>
          </a:prstGeom>
          <a:noFill xmlns:a="http://schemas.openxmlformats.org/drawingml/2006/main"/>
          <a:ln xmlns:a="http://schemas.openxmlformats.org/drawingml/2006/main" w="6191">
            <a:solidFill>
              <a:srgbClr val="6A7278"/>
            </a:solidFill>
            <a:prstDash val="solid"/>
          </a:ln>
        </p:spPr>
      </p:sp>
      <p:sp>
        <p:nvSpPr>
          <p:cNvPr id="63" name="text_062">
            <a:extLst xmlns:a="http://schemas.openxmlformats.org/drawingml/2006/main">
              <a:ext uri="{FF2B5EF4-FFF2-40B4-BE49-F238E27FC236}">
                <a16:creationId xmlns:a16="http://schemas.microsoft.com/office/drawing/2014/main" id="{DEFEA433-0884-4625-94CC-36A6629244E7}"/>
              </a:ext>
            </a:extLst>
          </p:cNvPr>
          <p:cNvSpPr>
            <a:spLocks xmlns:a="http://schemas.openxmlformats.org/drawingml/2006/main" noGrp="1"/>
          </p:cNvSpPr>
          <p:nvPr/>
        </p:nvSpPr>
        <p:spPr>
          <a:xfrm xmlns:a="http://schemas.openxmlformats.org/drawingml/2006/main" rot="0">
            <a:off x="5648325" y="5526483"/>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102</a:t>
            </a:r>
          </a:p>
        </p:txBody>
      </p:sp>
      <p:sp>
        <p:nvSpPr>
          <p:cNvPr id="64" name="text_063">
            <a:extLst xmlns:a="http://schemas.openxmlformats.org/drawingml/2006/main">
              <a:ext uri="{FF2B5EF4-FFF2-40B4-BE49-F238E27FC236}">
                <a16:creationId xmlns:a16="http://schemas.microsoft.com/office/drawing/2014/main" id="{D04648F5-8F09-4BF2-BFA1-6F198DD6ABE6}"/>
              </a:ext>
            </a:extLst>
          </p:cNvPr>
          <p:cNvSpPr>
            <a:spLocks xmlns:a="http://schemas.openxmlformats.org/drawingml/2006/main" noGrp="1"/>
          </p:cNvSpPr>
          <p:nvPr/>
        </p:nvSpPr>
        <p:spPr>
          <a:xfrm xmlns:a="http://schemas.openxmlformats.org/drawingml/2006/main" rot="0">
            <a:off x="6767512" y="5526483"/>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108</a:t>
            </a:r>
          </a:p>
        </p:txBody>
      </p:sp>
      <p:sp>
        <p:nvSpPr>
          <p:cNvPr id="65" name="text_064">
            <a:extLst xmlns:a="http://schemas.openxmlformats.org/drawingml/2006/main">
              <a:ext uri="{FF2B5EF4-FFF2-40B4-BE49-F238E27FC236}">
                <a16:creationId xmlns:a16="http://schemas.microsoft.com/office/drawing/2014/main" id="{C1CC5AE5-67FF-4179-85C2-5BF5882724FF}"/>
              </a:ext>
            </a:extLst>
          </p:cNvPr>
          <p:cNvSpPr>
            <a:spLocks xmlns:a="http://schemas.openxmlformats.org/drawingml/2006/main" noGrp="1"/>
          </p:cNvSpPr>
          <p:nvPr/>
        </p:nvSpPr>
        <p:spPr>
          <a:xfrm xmlns:a="http://schemas.openxmlformats.org/drawingml/2006/main" rot="0">
            <a:off x="7886700" y="5526483"/>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114</a:t>
            </a:r>
          </a:p>
        </p:txBody>
      </p:sp>
      <p:sp>
        <p:nvSpPr>
          <p:cNvPr id="66" name="ellipse_065">
            <a:extLst xmlns:a="http://schemas.openxmlformats.org/drawingml/2006/main">
              <a:ext uri="{FF2B5EF4-FFF2-40B4-BE49-F238E27FC236}">
                <a16:creationId xmlns:a16="http://schemas.microsoft.com/office/drawing/2014/main" id="{BF387C3F-6A40-45E5-A307-0AD4F3E9AD3C}"/>
              </a:ext>
            </a:extLst>
          </p:cNvPr>
          <p:cNvSpPr>
            <a:spLocks xmlns:a="http://schemas.openxmlformats.org/drawingml/2006/main" noGrp="1"/>
          </p:cNvSpPr>
          <p:nvPr/>
        </p:nvSpPr>
        <p:spPr>
          <a:xfrm xmlns:a="http://schemas.openxmlformats.org/drawingml/2006/main" rot="0">
            <a:off x="7907791" y="5172378"/>
            <a:ext cx="114300" cy="114300"/>
          </a:xfrm>
          <a:prstGeom xmlns:a="http://schemas.openxmlformats.org/drawingml/2006/main" prst="ellipse">
            <a:avLst/>
          </a:prstGeom>
          <a:solidFill xmlns:a="http://schemas.openxmlformats.org/drawingml/2006/main">
            <a:srgbClr val="FFFFFF"/>
          </a:solidFill>
          <a:ln xmlns:a="http://schemas.openxmlformats.org/drawingml/2006/main" w="17145">
            <a:solidFill>
              <a:srgbClr val="FFFFFF"/>
            </a:solidFill>
            <a:prstDash val="solid"/>
          </a:ln>
        </p:spPr>
      </p:sp>
      <p:sp>
        <p:nvSpPr>
          <p:cNvPr id="67" name="ellipse_066">
            <a:extLst xmlns:a="http://schemas.openxmlformats.org/drawingml/2006/main">
              <a:ext uri="{FF2B5EF4-FFF2-40B4-BE49-F238E27FC236}">
                <a16:creationId xmlns:a16="http://schemas.microsoft.com/office/drawing/2014/main" id="{CD7730C8-368E-41C3-8CB4-E5746E0C52DB}"/>
              </a:ext>
            </a:extLst>
          </p:cNvPr>
          <p:cNvSpPr>
            <a:spLocks xmlns:a="http://schemas.openxmlformats.org/drawingml/2006/main" noGrp="1"/>
          </p:cNvSpPr>
          <p:nvPr/>
        </p:nvSpPr>
        <p:spPr>
          <a:xfrm xmlns:a="http://schemas.openxmlformats.org/drawingml/2006/main" rot="0">
            <a:off x="7926841" y="5191428"/>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0072B2"/>
            </a:solidFill>
            <a:prstDash val="solid"/>
          </a:ln>
        </p:spPr>
      </p:sp>
      <p:sp>
        <p:nvSpPr>
          <p:cNvPr id="68" name="text_067">
            <a:extLst xmlns:a="http://schemas.openxmlformats.org/drawingml/2006/main">
              <a:ext uri="{FF2B5EF4-FFF2-40B4-BE49-F238E27FC236}">
                <a16:creationId xmlns:a16="http://schemas.microsoft.com/office/drawing/2014/main" id="{DE967262-13C3-4395-8EB6-9BF68F2955C5}"/>
              </a:ext>
            </a:extLst>
          </p:cNvPr>
          <p:cNvSpPr>
            <a:spLocks xmlns:a="http://schemas.openxmlformats.org/drawingml/2006/main" noGrp="1"/>
          </p:cNvSpPr>
          <p:nvPr/>
        </p:nvSpPr>
        <p:spPr>
          <a:xfrm xmlns:a="http://schemas.openxmlformats.org/drawingml/2006/main" rot="0">
            <a:off x="7736341" y="5000928"/>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1">
                <a:solidFill>
                  <a:srgbClr val="0072B2"/>
                </a:solidFill>
                <a:latin typeface="Arial"/>
                <a:ea typeface="Arial"/>
                <a:cs typeface="Arial"/>
              </a:defRPr>
            </a:defPPr>
            <a:lvl1pPr algn="l">
              <a:defRPr sz="1500" b="1">
                <a:solidFill>
                  <a:srgbClr val="0072B2"/>
                </a:solidFill>
                <a:latin typeface="Arial"/>
                <a:ea typeface="Arial"/>
                <a:cs typeface="Arial"/>
              </a:defRPr>
            </a:lvl1pPr>
            <a:lvl2pPr algn="l">
              <a:defRPr sz="1500" b="1">
                <a:solidFill>
                  <a:srgbClr val="0072B2"/>
                </a:solidFill>
                <a:latin typeface="Arial"/>
                <a:ea typeface="Arial"/>
                <a:cs typeface="Arial"/>
              </a:defRPr>
            </a:lvl2pPr>
            <a:lvl3pPr algn="l">
              <a:defRPr sz="1500" b="1">
                <a:solidFill>
                  <a:srgbClr val="0072B2"/>
                </a:solidFill>
                <a:latin typeface="Arial"/>
                <a:ea typeface="Arial"/>
                <a:cs typeface="Arial"/>
              </a:defRPr>
            </a:lvl3pPr>
            <a:lvl4pPr algn="l">
              <a:defRPr sz="1500" b="1">
                <a:solidFill>
                  <a:srgbClr val="0072B2"/>
                </a:solidFill>
                <a:latin typeface="Arial"/>
                <a:ea typeface="Arial"/>
                <a:cs typeface="Arial"/>
              </a:defRPr>
            </a:lvl4pPr>
            <a:lvl5pPr algn="l">
              <a:defRPr sz="1500" b="1">
                <a:solidFill>
                  <a:srgbClr val="0072B2"/>
                </a:solidFill>
                <a:latin typeface="Arial"/>
                <a:ea typeface="Arial"/>
                <a:cs typeface="Arial"/>
              </a:defRPr>
            </a:lvl5pPr>
            <a:lvl6pPr algn="l">
              <a:defRPr sz="1500" b="1">
                <a:solidFill>
                  <a:srgbClr val="0072B2"/>
                </a:solidFill>
                <a:latin typeface="Arial"/>
                <a:ea typeface="Arial"/>
                <a:cs typeface="Arial"/>
              </a:defRPr>
            </a:lvl6pPr>
            <a:lvl7pPr algn="l">
              <a:defRPr sz="1500" b="1">
                <a:solidFill>
                  <a:srgbClr val="0072B2"/>
                </a:solidFill>
                <a:latin typeface="Arial"/>
                <a:ea typeface="Arial"/>
                <a:cs typeface="Arial"/>
              </a:defRPr>
            </a:lvl7pPr>
            <a:lvl8pPr algn="l">
              <a:defRPr sz="1500" b="1">
                <a:solidFill>
                  <a:srgbClr val="0072B2"/>
                </a:solidFill>
                <a:latin typeface="Arial"/>
                <a:ea typeface="Arial"/>
                <a:cs typeface="Arial"/>
              </a:defRPr>
            </a:lvl8pPr>
            <a:lvl9pPr algn="l">
              <a:defRPr sz="1500" b="1">
                <a:solidFill>
                  <a:srgbClr val="0072B2"/>
                </a:solidFill>
                <a:latin typeface="Arial"/>
                <a:ea typeface="Arial"/>
                <a:cs typeface="Arial"/>
              </a:defRPr>
            </a:lvl9pPr>
          </a:lstStyle>
          <a:p xmlns:a="http://schemas.openxmlformats.org/drawingml/2006/main">
            <a:pPr algn="l">
              <a:defRPr sz="1500" b="1">
                <a:solidFill>
                  <a:srgbClr val="0072B2"/>
                </a:solidFill>
                <a:latin typeface="Arial"/>
                <a:ea typeface="Arial"/>
                <a:cs typeface="Arial"/>
              </a:defRPr>
            </a:pPr>
            <a:r>
              <a:rPr sz="1500" b="1">
                <a:solidFill>
                  <a:srgbClr val="0072B2"/>
                </a:solidFill>
                <a:latin typeface="Arial"/>
                <a:ea typeface="Arial"/>
                <a:cs typeface="Arial"/>
              </a:rPr>
              <a:t>A</a:t>
            </a:r>
          </a:p>
        </p:txBody>
      </p:sp>
      <p:sp>
        <p:nvSpPr>
          <p:cNvPr id="69" name="ellipse_068">
            <a:extLst xmlns:a="http://schemas.openxmlformats.org/drawingml/2006/main">
              <a:ext uri="{FF2B5EF4-FFF2-40B4-BE49-F238E27FC236}">
                <a16:creationId xmlns:a16="http://schemas.microsoft.com/office/drawing/2014/main" id="{4C2C8984-0148-48D5-B183-D471D63E8EF1}"/>
              </a:ext>
            </a:extLst>
          </p:cNvPr>
          <p:cNvSpPr>
            <a:spLocks xmlns:a="http://schemas.openxmlformats.org/drawingml/2006/main" noGrp="1"/>
          </p:cNvSpPr>
          <p:nvPr/>
        </p:nvSpPr>
        <p:spPr>
          <a:xfrm xmlns:a="http://schemas.openxmlformats.org/drawingml/2006/main" rot="0">
            <a:off x="7450980" y="3495063"/>
            <a:ext cx="114300" cy="114300"/>
          </a:xfrm>
          <a:prstGeom xmlns:a="http://schemas.openxmlformats.org/drawingml/2006/main" prst="ellipse">
            <a:avLst/>
          </a:prstGeom>
          <a:solidFill xmlns:a="http://schemas.openxmlformats.org/drawingml/2006/main">
            <a:srgbClr val="FFFFFF"/>
          </a:solidFill>
          <a:ln xmlns:a="http://schemas.openxmlformats.org/drawingml/2006/main" w="17145">
            <a:solidFill>
              <a:srgbClr val="FFFFFF"/>
            </a:solidFill>
            <a:prstDash val="solid"/>
          </a:ln>
        </p:spPr>
      </p:sp>
      <p:sp>
        <p:nvSpPr>
          <p:cNvPr id="70" name="ellipse_069">
            <a:extLst xmlns:a="http://schemas.openxmlformats.org/drawingml/2006/main">
              <a:ext uri="{FF2B5EF4-FFF2-40B4-BE49-F238E27FC236}">
                <a16:creationId xmlns:a16="http://schemas.microsoft.com/office/drawing/2014/main" id="{CE22789C-E2DB-4FA5-8555-AD56CC191288}"/>
              </a:ext>
            </a:extLst>
          </p:cNvPr>
          <p:cNvSpPr>
            <a:spLocks xmlns:a="http://schemas.openxmlformats.org/drawingml/2006/main" noGrp="1"/>
          </p:cNvSpPr>
          <p:nvPr/>
        </p:nvSpPr>
        <p:spPr>
          <a:xfrm xmlns:a="http://schemas.openxmlformats.org/drawingml/2006/main" rot="0">
            <a:off x="7470030" y="3514113"/>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D55E00"/>
            </a:solidFill>
            <a:prstDash val="solid"/>
          </a:ln>
        </p:spPr>
      </p:sp>
      <p:sp>
        <p:nvSpPr>
          <p:cNvPr id="71" name="text_070">
            <a:extLst xmlns:a="http://schemas.openxmlformats.org/drawingml/2006/main">
              <a:ext uri="{FF2B5EF4-FFF2-40B4-BE49-F238E27FC236}">
                <a16:creationId xmlns:a16="http://schemas.microsoft.com/office/drawing/2014/main" id="{B8129221-CD1C-4194-9F3F-EC039A8499C0}"/>
              </a:ext>
            </a:extLst>
          </p:cNvPr>
          <p:cNvSpPr>
            <a:spLocks xmlns:a="http://schemas.openxmlformats.org/drawingml/2006/main" noGrp="1"/>
          </p:cNvSpPr>
          <p:nvPr/>
        </p:nvSpPr>
        <p:spPr>
          <a:xfrm xmlns:a="http://schemas.openxmlformats.org/drawingml/2006/main" rot="0">
            <a:off x="7584330" y="3323613"/>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1">
                <a:solidFill>
                  <a:srgbClr val="D55E00"/>
                </a:solidFill>
                <a:latin typeface="Arial"/>
                <a:ea typeface="Arial"/>
                <a:cs typeface="Arial"/>
              </a:defRPr>
            </a:defPPr>
            <a:lvl1pPr algn="l">
              <a:defRPr sz="1500" b="1">
                <a:solidFill>
                  <a:srgbClr val="D55E00"/>
                </a:solidFill>
                <a:latin typeface="Arial"/>
                <a:ea typeface="Arial"/>
                <a:cs typeface="Arial"/>
              </a:defRPr>
            </a:lvl1pPr>
            <a:lvl2pPr algn="l">
              <a:defRPr sz="1500" b="1">
                <a:solidFill>
                  <a:srgbClr val="D55E00"/>
                </a:solidFill>
                <a:latin typeface="Arial"/>
                <a:ea typeface="Arial"/>
                <a:cs typeface="Arial"/>
              </a:defRPr>
            </a:lvl2pPr>
            <a:lvl3pPr algn="l">
              <a:defRPr sz="1500" b="1">
                <a:solidFill>
                  <a:srgbClr val="D55E00"/>
                </a:solidFill>
                <a:latin typeface="Arial"/>
                <a:ea typeface="Arial"/>
                <a:cs typeface="Arial"/>
              </a:defRPr>
            </a:lvl3pPr>
            <a:lvl4pPr algn="l">
              <a:defRPr sz="1500" b="1">
                <a:solidFill>
                  <a:srgbClr val="D55E00"/>
                </a:solidFill>
                <a:latin typeface="Arial"/>
                <a:ea typeface="Arial"/>
                <a:cs typeface="Arial"/>
              </a:defRPr>
            </a:lvl4pPr>
            <a:lvl5pPr algn="l">
              <a:defRPr sz="1500" b="1">
                <a:solidFill>
                  <a:srgbClr val="D55E00"/>
                </a:solidFill>
                <a:latin typeface="Arial"/>
                <a:ea typeface="Arial"/>
                <a:cs typeface="Arial"/>
              </a:defRPr>
            </a:lvl5pPr>
            <a:lvl6pPr algn="l">
              <a:defRPr sz="1500" b="1">
                <a:solidFill>
                  <a:srgbClr val="D55E00"/>
                </a:solidFill>
                <a:latin typeface="Arial"/>
                <a:ea typeface="Arial"/>
                <a:cs typeface="Arial"/>
              </a:defRPr>
            </a:lvl6pPr>
            <a:lvl7pPr algn="l">
              <a:defRPr sz="1500" b="1">
                <a:solidFill>
                  <a:srgbClr val="D55E00"/>
                </a:solidFill>
                <a:latin typeface="Arial"/>
                <a:ea typeface="Arial"/>
                <a:cs typeface="Arial"/>
              </a:defRPr>
            </a:lvl7pPr>
            <a:lvl8pPr algn="l">
              <a:defRPr sz="1500" b="1">
                <a:solidFill>
                  <a:srgbClr val="D55E00"/>
                </a:solidFill>
                <a:latin typeface="Arial"/>
                <a:ea typeface="Arial"/>
                <a:cs typeface="Arial"/>
              </a:defRPr>
            </a:lvl8pPr>
            <a:lvl9pPr algn="l">
              <a:defRPr sz="1500" b="1">
                <a:solidFill>
                  <a:srgbClr val="D55E00"/>
                </a:solidFill>
                <a:latin typeface="Arial"/>
                <a:ea typeface="Arial"/>
                <a:cs typeface="Arial"/>
              </a:defRPr>
            </a:lvl9pPr>
          </a:lstStyle>
          <a:p xmlns:a="http://schemas.openxmlformats.org/drawingml/2006/main">
            <a:pPr algn="l">
              <a:defRPr sz="1500" b="1">
                <a:solidFill>
                  <a:srgbClr val="D55E00"/>
                </a:solidFill>
                <a:latin typeface="Arial"/>
                <a:ea typeface="Arial"/>
                <a:cs typeface="Arial"/>
              </a:defRPr>
            </a:pPr>
            <a:r>
              <a:rPr sz="1500" b="1">
                <a:solidFill>
                  <a:srgbClr val="D55E00"/>
                </a:solidFill>
                <a:latin typeface="Arial"/>
                <a:ea typeface="Arial"/>
                <a:cs typeface="Arial"/>
              </a:rPr>
              <a:t>B</a:t>
            </a:r>
          </a:p>
        </p:txBody>
      </p:sp>
      <p:sp>
        <p:nvSpPr>
          <p:cNvPr id="72" name="ellipse_071">
            <a:extLst xmlns:a="http://schemas.openxmlformats.org/drawingml/2006/main">
              <a:ext uri="{FF2B5EF4-FFF2-40B4-BE49-F238E27FC236}">
                <a16:creationId xmlns:a16="http://schemas.microsoft.com/office/drawing/2014/main" id="{92410581-DC4B-4475-8749-D8886F332E1D}"/>
              </a:ext>
            </a:extLst>
          </p:cNvPr>
          <p:cNvSpPr>
            <a:spLocks xmlns:a="http://schemas.openxmlformats.org/drawingml/2006/main" noGrp="1"/>
          </p:cNvSpPr>
          <p:nvPr/>
        </p:nvSpPr>
        <p:spPr>
          <a:xfrm xmlns:a="http://schemas.openxmlformats.org/drawingml/2006/main" rot="0">
            <a:off x="6491676" y="4900381"/>
            <a:ext cx="114300" cy="114300"/>
          </a:xfrm>
          <a:prstGeom xmlns:a="http://schemas.openxmlformats.org/drawingml/2006/main" prst="ellipse">
            <a:avLst/>
          </a:prstGeom>
          <a:solidFill xmlns:a="http://schemas.openxmlformats.org/drawingml/2006/main">
            <a:srgbClr val="FFFFFF"/>
          </a:solidFill>
          <a:ln xmlns:a="http://schemas.openxmlformats.org/drawingml/2006/main" w="17145">
            <a:solidFill>
              <a:srgbClr val="FFFFFF"/>
            </a:solidFill>
            <a:prstDash val="solid"/>
          </a:ln>
        </p:spPr>
      </p:sp>
      <p:sp>
        <p:nvSpPr>
          <p:cNvPr id="73" name="ellipse_072">
            <a:extLst xmlns:a="http://schemas.openxmlformats.org/drawingml/2006/main">
              <a:ext uri="{FF2B5EF4-FFF2-40B4-BE49-F238E27FC236}">
                <a16:creationId xmlns:a16="http://schemas.microsoft.com/office/drawing/2014/main" id="{696C6930-7D2C-47B6-9E66-25620DA526C7}"/>
              </a:ext>
            </a:extLst>
          </p:cNvPr>
          <p:cNvSpPr>
            <a:spLocks xmlns:a="http://schemas.openxmlformats.org/drawingml/2006/main" noGrp="1"/>
          </p:cNvSpPr>
          <p:nvPr/>
        </p:nvSpPr>
        <p:spPr>
          <a:xfrm xmlns:a="http://schemas.openxmlformats.org/drawingml/2006/main" rot="0">
            <a:off x="6510726" y="4919431"/>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009E73"/>
            </a:solidFill>
            <a:prstDash val="solid"/>
          </a:ln>
        </p:spPr>
      </p:sp>
      <p:sp>
        <p:nvSpPr>
          <p:cNvPr id="74" name="text_073">
            <a:extLst xmlns:a="http://schemas.openxmlformats.org/drawingml/2006/main">
              <a:ext uri="{FF2B5EF4-FFF2-40B4-BE49-F238E27FC236}">
                <a16:creationId xmlns:a16="http://schemas.microsoft.com/office/drawing/2014/main" id="{9DBA9532-83A8-4206-A150-D8B6E95B1E00}"/>
              </a:ext>
            </a:extLst>
          </p:cNvPr>
          <p:cNvSpPr>
            <a:spLocks xmlns:a="http://schemas.openxmlformats.org/drawingml/2006/main" noGrp="1"/>
          </p:cNvSpPr>
          <p:nvPr/>
        </p:nvSpPr>
        <p:spPr>
          <a:xfrm xmlns:a="http://schemas.openxmlformats.org/drawingml/2006/main" rot="0">
            <a:off x="6625026" y="4728931"/>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1">
                <a:solidFill>
                  <a:srgbClr val="009E73"/>
                </a:solidFill>
                <a:latin typeface="Arial"/>
                <a:ea typeface="Arial"/>
                <a:cs typeface="Arial"/>
              </a:defRPr>
            </a:defPPr>
            <a:lvl1pPr algn="l">
              <a:defRPr sz="1500" b="1">
                <a:solidFill>
                  <a:srgbClr val="009E73"/>
                </a:solidFill>
                <a:latin typeface="Arial"/>
                <a:ea typeface="Arial"/>
                <a:cs typeface="Arial"/>
              </a:defRPr>
            </a:lvl1pPr>
            <a:lvl2pPr algn="l">
              <a:defRPr sz="1500" b="1">
                <a:solidFill>
                  <a:srgbClr val="009E73"/>
                </a:solidFill>
                <a:latin typeface="Arial"/>
                <a:ea typeface="Arial"/>
                <a:cs typeface="Arial"/>
              </a:defRPr>
            </a:lvl2pPr>
            <a:lvl3pPr algn="l">
              <a:defRPr sz="1500" b="1">
                <a:solidFill>
                  <a:srgbClr val="009E73"/>
                </a:solidFill>
                <a:latin typeface="Arial"/>
                <a:ea typeface="Arial"/>
                <a:cs typeface="Arial"/>
              </a:defRPr>
            </a:lvl3pPr>
            <a:lvl4pPr algn="l">
              <a:defRPr sz="1500" b="1">
                <a:solidFill>
                  <a:srgbClr val="009E73"/>
                </a:solidFill>
                <a:latin typeface="Arial"/>
                <a:ea typeface="Arial"/>
                <a:cs typeface="Arial"/>
              </a:defRPr>
            </a:lvl4pPr>
            <a:lvl5pPr algn="l">
              <a:defRPr sz="1500" b="1">
                <a:solidFill>
                  <a:srgbClr val="009E73"/>
                </a:solidFill>
                <a:latin typeface="Arial"/>
                <a:ea typeface="Arial"/>
                <a:cs typeface="Arial"/>
              </a:defRPr>
            </a:lvl5pPr>
            <a:lvl6pPr algn="l">
              <a:defRPr sz="1500" b="1">
                <a:solidFill>
                  <a:srgbClr val="009E73"/>
                </a:solidFill>
                <a:latin typeface="Arial"/>
                <a:ea typeface="Arial"/>
                <a:cs typeface="Arial"/>
              </a:defRPr>
            </a:lvl6pPr>
            <a:lvl7pPr algn="l">
              <a:defRPr sz="1500" b="1">
                <a:solidFill>
                  <a:srgbClr val="009E73"/>
                </a:solidFill>
                <a:latin typeface="Arial"/>
                <a:ea typeface="Arial"/>
                <a:cs typeface="Arial"/>
              </a:defRPr>
            </a:lvl7pPr>
            <a:lvl8pPr algn="l">
              <a:defRPr sz="1500" b="1">
                <a:solidFill>
                  <a:srgbClr val="009E73"/>
                </a:solidFill>
                <a:latin typeface="Arial"/>
                <a:ea typeface="Arial"/>
                <a:cs typeface="Arial"/>
              </a:defRPr>
            </a:lvl8pPr>
            <a:lvl9pPr algn="l">
              <a:defRPr sz="1500" b="1">
                <a:solidFill>
                  <a:srgbClr val="009E73"/>
                </a:solidFill>
                <a:latin typeface="Arial"/>
                <a:ea typeface="Arial"/>
                <a:cs typeface="Arial"/>
              </a:defRPr>
            </a:lvl9pPr>
          </a:lstStyle>
          <a:p xmlns:a="http://schemas.openxmlformats.org/drawingml/2006/main">
            <a:pPr algn="l">
              <a:defRPr sz="1500" b="1">
                <a:solidFill>
                  <a:srgbClr val="009E73"/>
                </a:solidFill>
                <a:latin typeface="Arial"/>
                <a:ea typeface="Arial"/>
                <a:cs typeface="Arial"/>
              </a:defRPr>
            </a:pPr>
            <a:r>
              <a:rPr sz="1500" b="1">
                <a:solidFill>
                  <a:srgbClr val="009E73"/>
                </a:solidFill>
                <a:latin typeface="Arial"/>
                <a:ea typeface="Arial"/>
                <a:cs typeface="Arial"/>
              </a:rPr>
              <a:t>C</a:t>
            </a:r>
          </a:p>
        </p:txBody>
      </p:sp>
      <p:sp>
        <p:nvSpPr>
          <p:cNvPr id="75" name="rect_074">
            <a:extLst xmlns:a="http://schemas.openxmlformats.org/drawingml/2006/main">
              <a:ext uri="{FF2B5EF4-FFF2-40B4-BE49-F238E27FC236}">
                <a16:creationId xmlns:a16="http://schemas.microsoft.com/office/drawing/2014/main" id="{C8116C1F-FC8F-493C-B933-56C800929625}"/>
              </a:ext>
            </a:extLst>
          </p:cNvPr>
          <p:cNvSpPr>
            <a:spLocks xmlns:a="http://schemas.openxmlformats.org/drawingml/2006/main" noGrp="1"/>
          </p:cNvSpPr>
          <p:nvPr/>
        </p:nvSpPr>
        <p:spPr>
          <a:xfrm xmlns:a="http://schemas.openxmlformats.org/drawingml/2006/main" rot="0">
            <a:off x="5886450" y="3257550"/>
            <a:ext cx="2238375" cy="2221308"/>
          </a:xfrm>
          <a:prstGeom xmlns:a="http://schemas.openxmlformats.org/drawingml/2006/main" prst="rect">
            <a:avLst/>
          </a:prstGeom>
          <a:noFill xmlns:a="http://schemas.openxmlformats.org/drawingml/2006/main"/>
          <a:ln xmlns:a="http://schemas.openxmlformats.org/drawingml/2006/main" w="14288">
            <a:solidFill>
              <a:srgbClr val="B2182B"/>
            </a:solidFill>
            <a:prstDash val="solid"/>
          </a:ln>
        </p:spPr>
      </p:sp>
      <p:sp>
        <p:nvSpPr>
          <p:cNvPr id="76" name="text_075">
            <a:extLst xmlns:a="http://schemas.openxmlformats.org/drawingml/2006/main">
              <a:ext uri="{FF2B5EF4-FFF2-40B4-BE49-F238E27FC236}">
                <a16:creationId xmlns:a16="http://schemas.microsoft.com/office/drawing/2014/main" id="{94E4F6D6-5BE1-4E0F-BB8A-FB414234F43E}"/>
              </a:ext>
            </a:extLst>
          </p:cNvPr>
          <p:cNvSpPr>
            <a:spLocks xmlns:a="http://schemas.openxmlformats.org/drawingml/2006/main" noGrp="1"/>
          </p:cNvSpPr>
          <p:nvPr/>
        </p:nvSpPr>
        <p:spPr>
          <a:xfrm xmlns:a="http://schemas.openxmlformats.org/drawingml/2006/main" rot="0">
            <a:off x="8401050" y="2981325"/>
            <a:ext cx="24288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1">
                <a:solidFill>
                  <a:srgbClr val="000000"/>
                </a:solidFill>
                <a:latin typeface="Arial"/>
                <a:ea typeface="Arial"/>
                <a:cs typeface="Arial"/>
              </a:defRPr>
            </a:defPPr>
            <a:lvl1pPr algn="ctr">
              <a:defRPr sz="1575" b="1">
                <a:solidFill>
                  <a:srgbClr val="000000"/>
                </a:solidFill>
                <a:latin typeface="Arial"/>
                <a:ea typeface="Arial"/>
                <a:cs typeface="Arial"/>
              </a:defRPr>
            </a:lvl1pPr>
            <a:lvl2pPr algn="ctr">
              <a:defRPr sz="1575" b="1">
                <a:solidFill>
                  <a:srgbClr val="000000"/>
                </a:solidFill>
                <a:latin typeface="Arial"/>
                <a:ea typeface="Arial"/>
                <a:cs typeface="Arial"/>
              </a:defRPr>
            </a:lvl2pPr>
            <a:lvl3pPr algn="ctr">
              <a:defRPr sz="1575" b="1">
                <a:solidFill>
                  <a:srgbClr val="000000"/>
                </a:solidFill>
                <a:latin typeface="Arial"/>
                <a:ea typeface="Arial"/>
                <a:cs typeface="Arial"/>
              </a:defRPr>
            </a:lvl3pPr>
            <a:lvl4pPr algn="ctr">
              <a:defRPr sz="1575" b="1">
                <a:solidFill>
                  <a:srgbClr val="000000"/>
                </a:solidFill>
                <a:latin typeface="Arial"/>
                <a:ea typeface="Arial"/>
                <a:cs typeface="Arial"/>
              </a:defRPr>
            </a:lvl4pPr>
            <a:lvl5pPr algn="ctr">
              <a:defRPr sz="1575" b="1">
                <a:solidFill>
                  <a:srgbClr val="000000"/>
                </a:solidFill>
                <a:latin typeface="Arial"/>
                <a:ea typeface="Arial"/>
                <a:cs typeface="Arial"/>
              </a:defRPr>
            </a:lvl5pPr>
            <a:lvl6pPr algn="ctr">
              <a:defRPr sz="1575" b="1">
                <a:solidFill>
                  <a:srgbClr val="000000"/>
                </a:solidFill>
                <a:latin typeface="Arial"/>
                <a:ea typeface="Arial"/>
                <a:cs typeface="Arial"/>
              </a:defRPr>
            </a:lvl6pPr>
            <a:lvl7pPr algn="ctr">
              <a:defRPr sz="1575" b="1">
                <a:solidFill>
                  <a:srgbClr val="000000"/>
                </a:solidFill>
                <a:latin typeface="Arial"/>
                <a:ea typeface="Arial"/>
                <a:cs typeface="Arial"/>
              </a:defRPr>
            </a:lvl7pPr>
            <a:lvl8pPr algn="ctr">
              <a:defRPr sz="1575" b="1">
                <a:solidFill>
                  <a:srgbClr val="000000"/>
                </a:solidFill>
                <a:latin typeface="Arial"/>
                <a:ea typeface="Arial"/>
                <a:cs typeface="Arial"/>
              </a:defRPr>
            </a:lvl8pPr>
            <a:lvl9pPr algn="ctr">
              <a:defRPr sz="1575" b="1">
                <a:solidFill>
                  <a:srgbClr val="000000"/>
                </a:solidFill>
                <a:latin typeface="Arial"/>
                <a:ea typeface="Arial"/>
                <a:cs typeface="Arial"/>
              </a:defRPr>
            </a:lvl9pPr>
          </a:lstStyle>
          <a:p xmlns:a="http://schemas.openxmlformats.org/drawingml/2006/main">
            <a:pPr algn="ctr">
              <a:defRPr sz="1575" b="1">
                <a:solidFill>
                  <a:srgbClr val="000000"/>
                </a:solidFill>
                <a:latin typeface="Arial"/>
                <a:ea typeface="Arial"/>
                <a:cs typeface="Arial"/>
              </a:defRPr>
            </a:pPr>
            <a:r>
              <a:rPr sz="1575" b="1">
                <a:solidFill>
                  <a:srgbClr val="000000"/>
                </a:solidFill>
                <a:latin typeface="Arial"/>
                <a:ea typeface="Arial"/>
                <a:cs typeface="Arial"/>
              </a:rPr>
              <a:t>2000-07-15</a:t>
            </a:r>
          </a:p>
        </p:txBody>
      </p:sp>
      <p:pic>
        <p:nvPicPr>
          <p:cNvPr id="77" name="">
            <a:extLst xmlns:a="http://schemas.openxmlformats.org/drawingml/2006/main">
              <a:ext uri="{FF2B5EF4-FFF2-40B4-BE49-F238E27FC236}">
                <a16:creationId xmlns:a16="http://schemas.microsoft.com/office/drawing/2014/main" id="{2036A67D-3876-420F-A375-01B4A13A7D92}"/>
              </a:ext>
            </a:extLst>
          </p:cNvPr>
          <p:cNvPicPr>
            <a:picLocks xmlns:a="http://schemas.openxmlformats.org/drawingml/2006/main" noChangeAspect="1"/>
          </p:cNvPicPr>
          <p:nvPr/>
        </p:nvPicPr>
        <p:blipFill>
          <a:blip xmlns:r="http://schemas.openxmlformats.org/officeDocument/2006/relationships" xmlns:a="http://schemas.openxmlformats.org/drawingml/2006/main" r:embed="R64553e667f5b4856"/>
          <a:stretch xmlns:a="http://schemas.openxmlformats.org/drawingml/2006/main"/>
        </p:blipFill>
        <p:spPr>
          <a:xfrm xmlns:a="http://schemas.openxmlformats.org/drawingml/2006/main">
            <a:off x="8496430" y="3257550"/>
            <a:ext cx="2238115" cy="2221308"/>
          </a:xfrm>
          <a:prstGeom xmlns:a="http://schemas.openxmlformats.org/drawingml/2006/main" prst="rect">
            <a:avLst/>
          </a:prstGeom>
        </p:spPr>
      </p:pic>
      <p:sp>
        <p:nvSpPr>
          <p:cNvPr id="78" name="rect_077">
            <a:extLst xmlns:a="http://schemas.openxmlformats.org/drawingml/2006/main">
              <a:ext uri="{FF2B5EF4-FFF2-40B4-BE49-F238E27FC236}">
                <a16:creationId xmlns:a16="http://schemas.microsoft.com/office/drawing/2014/main" id="{D3209288-C1A2-4664-8CFE-2FC3EFDCCA6A}"/>
              </a:ext>
            </a:extLst>
          </p:cNvPr>
          <p:cNvSpPr>
            <a:spLocks xmlns:a="http://schemas.openxmlformats.org/drawingml/2006/main" noGrp="1"/>
          </p:cNvSpPr>
          <p:nvPr/>
        </p:nvSpPr>
        <p:spPr>
          <a:xfrm xmlns:a="http://schemas.openxmlformats.org/drawingml/2006/main" rot="0">
            <a:off x="8496300" y="3257550"/>
            <a:ext cx="2238375" cy="2221308"/>
          </a:xfrm>
          <a:prstGeom xmlns:a="http://schemas.openxmlformats.org/drawingml/2006/main" prst="rect">
            <a:avLst/>
          </a:prstGeom>
          <a:noFill xmlns:a="http://schemas.openxmlformats.org/drawingml/2006/main"/>
          <a:ln xmlns:a="http://schemas.openxmlformats.org/drawingml/2006/main" w="6191">
            <a:solidFill>
              <a:srgbClr val="6A7278"/>
            </a:solidFill>
            <a:prstDash val="solid"/>
          </a:ln>
        </p:spPr>
      </p:sp>
      <p:sp>
        <p:nvSpPr>
          <p:cNvPr id="79" name="text_078">
            <a:extLst xmlns:a="http://schemas.openxmlformats.org/drawingml/2006/main">
              <a:ext uri="{FF2B5EF4-FFF2-40B4-BE49-F238E27FC236}">
                <a16:creationId xmlns:a16="http://schemas.microsoft.com/office/drawing/2014/main" id="{40F1AAA5-9180-41E8-A2CC-AB70D181E364}"/>
              </a:ext>
            </a:extLst>
          </p:cNvPr>
          <p:cNvSpPr>
            <a:spLocks xmlns:a="http://schemas.openxmlformats.org/drawingml/2006/main" noGrp="1"/>
          </p:cNvSpPr>
          <p:nvPr/>
        </p:nvSpPr>
        <p:spPr>
          <a:xfrm xmlns:a="http://schemas.openxmlformats.org/drawingml/2006/main" rot="0">
            <a:off x="8258175" y="5526483"/>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102</a:t>
            </a:r>
          </a:p>
        </p:txBody>
      </p:sp>
      <p:sp>
        <p:nvSpPr>
          <p:cNvPr id="80" name="text_079">
            <a:extLst xmlns:a="http://schemas.openxmlformats.org/drawingml/2006/main">
              <a:ext uri="{FF2B5EF4-FFF2-40B4-BE49-F238E27FC236}">
                <a16:creationId xmlns:a16="http://schemas.microsoft.com/office/drawing/2014/main" id="{35C15768-309A-4C7C-964B-FC4822747CC7}"/>
              </a:ext>
            </a:extLst>
          </p:cNvPr>
          <p:cNvSpPr>
            <a:spLocks xmlns:a="http://schemas.openxmlformats.org/drawingml/2006/main" noGrp="1"/>
          </p:cNvSpPr>
          <p:nvPr/>
        </p:nvSpPr>
        <p:spPr>
          <a:xfrm xmlns:a="http://schemas.openxmlformats.org/drawingml/2006/main" rot="0">
            <a:off x="9377362" y="5526483"/>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108</a:t>
            </a:r>
          </a:p>
        </p:txBody>
      </p:sp>
      <p:sp>
        <p:nvSpPr>
          <p:cNvPr id="81" name="text_080">
            <a:extLst xmlns:a="http://schemas.openxmlformats.org/drawingml/2006/main">
              <a:ext uri="{FF2B5EF4-FFF2-40B4-BE49-F238E27FC236}">
                <a16:creationId xmlns:a16="http://schemas.microsoft.com/office/drawing/2014/main" id="{FA9DC965-7A2C-4F30-AD1B-0E0743009017}"/>
              </a:ext>
            </a:extLst>
          </p:cNvPr>
          <p:cNvSpPr>
            <a:spLocks xmlns:a="http://schemas.openxmlformats.org/drawingml/2006/main" noGrp="1"/>
          </p:cNvSpPr>
          <p:nvPr/>
        </p:nvSpPr>
        <p:spPr>
          <a:xfrm xmlns:a="http://schemas.openxmlformats.org/drawingml/2006/main" rot="0">
            <a:off x="10496550" y="5526483"/>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114</a:t>
            </a:r>
          </a:p>
        </p:txBody>
      </p:sp>
      <p:sp>
        <p:nvSpPr>
          <p:cNvPr id="82" name="ellipse_081">
            <a:extLst xmlns:a="http://schemas.openxmlformats.org/drawingml/2006/main">
              <a:ext uri="{FF2B5EF4-FFF2-40B4-BE49-F238E27FC236}">
                <a16:creationId xmlns:a16="http://schemas.microsoft.com/office/drawing/2014/main" id="{ADF850AE-9FEF-4849-A8E3-76A7CD357607}"/>
              </a:ext>
            </a:extLst>
          </p:cNvPr>
          <p:cNvSpPr>
            <a:spLocks xmlns:a="http://schemas.openxmlformats.org/drawingml/2006/main" noGrp="1"/>
          </p:cNvSpPr>
          <p:nvPr/>
        </p:nvSpPr>
        <p:spPr>
          <a:xfrm xmlns:a="http://schemas.openxmlformats.org/drawingml/2006/main" rot="0">
            <a:off x="10426279" y="5263043"/>
            <a:ext cx="114300" cy="114300"/>
          </a:xfrm>
          <a:prstGeom xmlns:a="http://schemas.openxmlformats.org/drawingml/2006/main" prst="ellipse">
            <a:avLst/>
          </a:prstGeom>
          <a:solidFill xmlns:a="http://schemas.openxmlformats.org/drawingml/2006/main">
            <a:srgbClr val="FFFFFF"/>
          </a:solidFill>
          <a:ln xmlns:a="http://schemas.openxmlformats.org/drawingml/2006/main" w="17145">
            <a:solidFill>
              <a:srgbClr val="FFFFFF"/>
            </a:solidFill>
            <a:prstDash val="solid"/>
          </a:ln>
        </p:spPr>
      </p:sp>
      <p:sp>
        <p:nvSpPr>
          <p:cNvPr id="83" name="ellipse_082">
            <a:extLst xmlns:a="http://schemas.openxmlformats.org/drawingml/2006/main">
              <a:ext uri="{FF2B5EF4-FFF2-40B4-BE49-F238E27FC236}">
                <a16:creationId xmlns:a16="http://schemas.microsoft.com/office/drawing/2014/main" id="{F38CAF6B-F127-4082-B828-54DB7FD60154}"/>
              </a:ext>
            </a:extLst>
          </p:cNvPr>
          <p:cNvSpPr>
            <a:spLocks xmlns:a="http://schemas.openxmlformats.org/drawingml/2006/main" noGrp="1"/>
          </p:cNvSpPr>
          <p:nvPr/>
        </p:nvSpPr>
        <p:spPr>
          <a:xfrm xmlns:a="http://schemas.openxmlformats.org/drawingml/2006/main" rot="0">
            <a:off x="10445329" y="5282093"/>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0072B2"/>
            </a:solidFill>
            <a:prstDash val="solid"/>
          </a:ln>
        </p:spPr>
      </p:sp>
      <p:sp>
        <p:nvSpPr>
          <p:cNvPr id="84" name="text_083">
            <a:extLst xmlns:a="http://schemas.openxmlformats.org/drawingml/2006/main">
              <a:ext uri="{FF2B5EF4-FFF2-40B4-BE49-F238E27FC236}">
                <a16:creationId xmlns:a16="http://schemas.microsoft.com/office/drawing/2014/main" id="{BA265CA0-EF33-4C2A-970B-CAC5CABF6D1E}"/>
              </a:ext>
            </a:extLst>
          </p:cNvPr>
          <p:cNvSpPr>
            <a:spLocks xmlns:a="http://schemas.openxmlformats.org/drawingml/2006/main" noGrp="1"/>
          </p:cNvSpPr>
          <p:nvPr/>
        </p:nvSpPr>
        <p:spPr>
          <a:xfrm xmlns:a="http://schemas.openxmlformats.org/drawingml/2006/main" rot="0">
            <a:off x="10559629" y="5091593"/>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1">
                <a:solidFill>
                  <a:srgbClr val="0072B2"/>
                </a:solidFill>
                <a:latin typeface="Arial"/>
                <a:ea typeface="Arial"/>
                <a:cs typeface="Arial"/>
              </a:defRPr>
            </a:defPPr>
            <a:lvl1pPr algn="l">
              <a:defRPr sz="1500" b="1">
                <a:solidFill>
                  <a:srgbClr val="0072B2"/>
                </a:solidFill>
                <a:latin typeface="Arial"/>
                <a:ea typeface="Arial"/>
                <a:cs typeface="Arial"/>
              </a:defRPr>
            </a:lvl1pPr>
            <a:lvl2pPr algn="l">
              <a:defRPr sz="1500" b="1">
                <a:solidFill>
                  <a:srgbClr val="0072B2"/>
                </a:solidFill>
                <a:latin typeface="Arial"/>
                <a:ea typeface="Arial"/>
                <a:cs typeface="Arial"/>
              </a:defRPr>
            </a:lvl2pPr>
            <a:lvl3pPr algn="l">
              <a:defRPr sz="1500" b="1">
                <a:solidFill>
                  <a:srgbClr val="0072B2"/>
                </a:solidFill>
                <a:latin typeface="Arial"/>
                <a:ea typeface="Arial"/>
                <a:cs typeface="Arial"/>
              </a:defRPr>
            </a:lvl3pPr>
            <a:lvl4pPr algn="l">
              <a:defRPr sz="1500" b="1">
                <a:solidFill>
                  <a:srgbClr val="0072B2"/>
                </a:solidFill>
                <a:latin typeface="Arial"/>
                <a:ea typeface="Arial"/>
                <a:cs typeface="Arial"/>
              </a:defRPr>
            </a:lvl4pPr>
            <a:lvl5pPr algn="l">
              <a:defRPr sz="1500" b="1">
                <a:solidFill>
                  <a:srgbClr val="0072B2"/>
                </a:solidFill>
                <a:latin typeface="Arial"/>
                <a:ea typeface="Arial"/>
                <a:cs typeface="Arial"/>
              </a:defRPr>
            </a:lvl5pPr>
            <a:lvl6pPr algn="l">
              <a:defRPr sz="1500" b="1">
                <a:solidFill>
                  <a:srgbClr val="0072B2"/>
                </a:solidFill>
                <a:latin typeface="Arial"/>
                <a:ea typeface="Arial"/>
                <a:cs typeface="Arial"/>
              </a:defRPr>
            </a:lvl6pPr>
            <a:lvl7pPr algn="l">
              <a:defRPr sz="1500" b="1">
                <a:solidFill>
                  <a:srgbClr val="0072B2"/>
                </a:solidFill>
                <a:latin typeface="Arial"/>
                <a:ea typeface="Arial"/>
                <a:cs typeface="Arial"/>
              </a:defRPr>
            </a:lvl7pPr>
            <a:lvl8pPr algn="l">
              <a:defRPr sz="1500" b="1">
                <a:solidFill>
                  <a:srgbClr val="0072B2"/>
                </a:solidFill>
                <a:latin typeface="Arial"/>
                <a:ea typeface="Arial"/>
                <a:cs typeface="Arial"/>
              </a:defRPr>
            </a:lvl8pPr>
            <a:lvl9pPr algn="l">
              <a:defRPr sz="1500" b="1">
                <a:solidFill>
                  <a:srgbClr val="0072B2"/>
                </a:solidFill>
                <a:latin typeface="Arial"/>
                <a:ea typeface="Arial"/>
                <a:cs typeface="Arial"/>
              </a:defRPr>
            </a:lvl9pPr>
          </a:lstStyle>
          <a:p xmlns:a="http://schemas.openxmlformats.org/drawingml/2006/main">
            <a:pPr algn="l">
              <a:defRPr sz="1500" b="1">
                <a:solidFill>
                  <a:srgbClr val="0072B2"/>
                </a:solidFill>
                <a:latin typeface="Arial"/>
                <a:ea typeface="Arial"/>
                <a:cs typeface="Arial"/>
              </a:defRPr>
            </a:pPr>
            <a:r>
              <a:rPr sz="1500" b="1">
                <a:solidFill>
                  <a:srgbClr val="0072B2"/>
                </a:solidFill>
                <a:latin typeface="Arial"/>
                <a:ea typeface="Arial"/>
                <a:cs typeface="Arial"/>
              </a:rPr>
              <a:t>A</a:t>
            </a:r>
          </a:p>
        </p:txBody>
      </p:sp>
      <p:sp>
        <p:nvSpPr>
          <p:cNvPr id="85" name="ellipse_084">
            <a:extLst xmlns:a="http://schemas.openxmlformats.org/drawingml/2006/main">
              <a:ext uri="{FF2B5EF4-FFF2-40B4-BE49-F238E27FC236}">
                <a16:creationId xmlns:a16="http://schemas.microsoft.com/office/drawing/2014/main" id="{6808496F-4324-4034-8E35-94D3341A61D0}"/>
              </a:ext>
            </a:extLst>
          </p:cNvPr>
          <p:cNvSpPr>
            <a:spLocks xmlns:a="http://schemas.openxmlformats.org/drawingml/2006/main" noGrp="1"/>
          </p:cNvSpPr>
          <p:nvPr/>
        </p:nvSpPr>
        <p:spPr>
          <a:xfrm xmlns:a="http://schemas.openxmlformats.org/drawingml/2006/main" rot="0">
            <a:off x="8690396" y="3404398"/>
            <a:ext cx="114300" cy="114300"/>
          </a:xfrm>
          <a:prstGeom xmlns:a="http://schemas.openxmlformats.org/drawingml/2006/main" prst="ellipse">
            <a:avLst/>
          </a:prstGeom>
          <a:solidFill xmlns:a="http://schemas.openxmlformats.org/drawingml/2006/main">
            <a:srgbClr val="FFFFFF"/>
          </a:solidFill>
          <a:ln xmlns:a="http://schemas.openxmlformats.org/drawingml/2006/main" w="17145">
            <a:solidFill>
              <a:srgbClr val="FFFFFF"/>
            </a:solidFill>
            <a:prstDash val="solid"/>
          </a:ln>
        </p:spPr>
      </p:sp>
      <p:sp>
        <p:nvSpPr>
          <p:cNvPr id="86" name="ellipse_085">
            <a:extLst xmlns:a="http://schemas.openxmlformats.org/drawingml/2006/main">
              <a:ext uri="{FF2B5EF4-FFF2-40B4-BE49-F238E27FC236}">
                <a16:creationId xmlns:a16="http://schemas.microsoft.com/office/drawing/2014/main" id="{4C52C49F-6AC5-4904-9E08-9DBCF2341B92}"/>
              </a:ext>
            </a:extLst>
          </p:cNvPr>
          <p:cNvSpPr>
            <a:spLocks xmlns:a="http://schemas.openxmlformats.org/drawingml/2006/main" noGrp="1"/>
          </p:cNvSpPr>
          <p:nvPr/>
        </p:nvSpPr>
        <p:spPr>
          <a:xfrm xmlns:a="http://schemas.openxmlformats.org/drawingml/2006/main" rot="0">
            <a:off x="8709446" y="3423448"/>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D55E00"/>
            </a:solidFill>
            <a:prstDash val="solid"/>
          </a:ln>
        </p:spPr>
      </p:sp>
      <p:sp>
        <p:nvSpPr>
          <p:cNvPr id="87" name="text_086">
            <a:extLst xmlns:a="http://schemas.openxmlformats.org/drawingml/2006/main">
              <a:ext uri="{FF2B5EF4-FFF2-40B4-BE49-F238E27FC236}">
                <a16:creationId xmlns:a16="http://schemas.microsoft.com/office/drawing/2014/main" id="{E2C2404B-88D6-498B-998F-5665A27FCE42}"/>
              </a:ext>
            </a:extLst>
          </p:cNvPr>
          <p:cNvSpPr>
            <a:spLocks xmlns:a="http://schemas.openxmlformats.org/drawingml/2006/main" noGrp="1"/>
          </p:cNvSpPr>
          <p:nvPr/>
        </p:nvSpPr>
        <p:spPr>
          <a:xfrm xmlns:a="http://schemas.openxmlformats.org/drawingml/2006/main" rot="0">
            <a:off x="8823746" y="3232948"/>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1">
                <a:solidFill>
                  <a:srgbClr val="D55E00"/>
                </a:solidFill>
                <a:latin typeface="Arial"/>
                <a:ea typeface="Arial"/>
                <a:cs typeface="Arial"/>
              </a:defRPr>
            </a:defPPr>
            <a:lvl1pPr algn="l">
              <a:defRPr sz="1500" b="1">
                <a:solidFill>
                  <a:srgbClr val="D55E00"/>
                </a:solidFill>
                <a:latin typeface="Arial"/>
                <a:ea typeface="Arial"/>
                <a:cs typeface="Arial"/>
              </a:defRPr>
            </a:lvl1pPr>
            <a:lvl2pPr algn="l">
              <a:defRPr sz="1500" b="1">
                <a:solidFill>
                  <a:srgbClr val="D55E00"/>
                </a:solidFill>
                <a:latin typeface="Arial"/>
                <a:ea typeface="Arial"/>
                <a:cs typeface="Arial"/>
              </a:defRPr>
            </a:lvl2pPr>
            <a:lvl3pPr algn="l">
              <a:defRPr sz="1500" b="1">
                <a:solidFill>
                  <a:srgbClr val="D55E00"/>
                </a:solidFill>
                <a:latin typeface="Arial"/>
                <a:ea typeface="Arial"/>
                <a:cs typeface="Arial"/>
              </a:defRPr>
            </a:lvl3pPr>
            <a:lvl4pPr algn="l">
              <a:defRPr sz="1500" b="1">
                <a:solidFill>
                  <a:srgbClr val="D55E00"/>
                </a:solidFill>
                <a:latin typeface="Arial"/>
                <a:ea typeface="Arial"/>
                <a:cs typeface="Arial"/>
              </a:defRPr>
            </a:lvl4pPr>
            <a:lvl5pPr algn="l">
              <a:defRPr sz="1500" b="1">
                <a:solidFill>
                  <a:srgbClr val="D55E00"/>
                </a:solidFill>
                <a:latin typeface="Arial"/>
                <a:ea typeface="Arial"/>
                <a:cs typeface="Arial"/>
              </a:defRPr>
            </a:lvl5pPr>
            <a:lvl6pPr algn="l">
              <a:defRPr sz="1500" b="1">
                <a:solidFill>
                  <a:srgbClr val="D55E00"/>
                </a:solidFill>
                <a:latin typeface="Arial"/>
                <a:ea typeface="Arial"/>
                <a:cs typeface="Arial"/>
              </a:defRPr>
            </a:lvl6pPr>
            <a:lvl7pPr algn="l">
              <a:defRPr sz="1500" b="1">
                <a:solidFill>
                  <a:srgbClr val="D55E00"/>
                </a:solidFill>
                <a:latin typeface="Arial"/>
                <a:ea typeface="Arial"/>
                <a:cs typeface="Arial"/>
              </a:defRPr>
            </a:lvl7pPr>
            <a:lvl8pPr algn="l">
              <a:defRPr sz="1500" b="1">
                <a:solidFill>
                  <a:srgbClr val="D55E00"/>
                </a:solidFill>
                <a:latin typeface="Arial"/>
                <a:ea typeface="Arial"/>
                <a:cs typeface="Arial"/>
              </a:defRPr>
            </a:lvl8pPr>
            <a:lvl9pPr algn="l">
              <a:defRPr sz="1500" b="1">
                <a:solidFill>
                  <a:srgbClr val="D55E00"/>
                </a:solidFill>
                <a:latin typeface="Arial"/>
                <a:ea typeface="Arial"/>
                <a:cs typeface="Arial"/>
              </a:defRPr>
            </a:lvl9pPr>
          </a:lstStyle>
          <a:p xmlns:a="http://schemas.openxmlformats.org/drawingml/2006/main">
            <a:pPr algn="l">
              <a:defRPr sz="1500" b="1">
                <a:solidFill>
                  <a:srgbClr val="D55E00"/>
                </a:solidFill>
                <a:latin typeface="Arial"/>
                <a:ea typeface="Arial"/>
                <a:cs typeface="Arial"/>
              </a:defRPr>
            </a:pPr>
            <a:r>
              <a:rPr sz="1500" b="1">
                <a:solidFill>
                  <a:srgbClr val="D55E00"/>
                </a:solidFill>
                <a:latin typeface="Arial"/>
                <a:ea typeface="Arial"/>
                <a:cs typeface="Arial"/>
              </a:rPr>
              <a:t>B</a:t>
            </a:r>
          </a:p>
        </p:txBody>
      </p:sp>
      <p:sp>
        <p:nvSpPr>
          <p:cNvPr id="88" name="ellipse_087">
            <a:extLst xmlns:a="http://schemas.openxmlformats.org/drawingml/2006/main">
              <a:ext uri="{FF2B5EF4-FFF2-40B4-BE49-F238E27FC236}">
                <a16:creationId xmlns:a16="http://schemas.microsoft.com/office/drawing/2014/main" id="{24FFD6FC-13CD-4A94-999B-9E0A06802F22}"/>
              </a:ext>
            </a:extLst>
          </p:cNvPr>
          <p:cNvSpPr>
            <a:spLocks xmlns:a="http://schemas.openxmlformats.org/drawingml/2006/main" noGrp="1"/>
          </p:cNvSpPr>
          <p:nvPr/>
        </p:nvSpPr>
        <p:spPr>
          <a:xfrm xmlns:a="http://schemas.openxmlformats.org/drawingml/2006/main" rot="0">
            <a:off x="9147207" y="4809715"/>
            <a:ext cx="114300" cy="114300"/>
          </a:xfrm>
          <a:prstGeom xmlns:a="http://schemas.openxmlformats.org/drawingml/2006/main" prst="ellipse">
            <a:avLst/>
          </a:prstGeom>
          <a:solidFill xmlns:a="http://schemas.openxmlformats.org/drawingml/2006/main">
            <a:srgbClr val="FFFFFF"/>
          </a:solidFill>
          <a:ln xmlns:a="http://schemas.openxmlformats.org/drawingml/2006/main" w="17145">
            <a:solidFill>
              <a:srgbClr val="FFFFFF"/>
            </a:solidFill>
            <a:prstDash val="solid"/>
          </a:ln>
        </p:spPr>
      </p:sp>
      <p:sp>
        <p:nvSpPr>
          <p:cNvPr id="89" name="ellipse_088">
            <a:extLst xmlns:a="http://schemas.openxmlformats.org/drawingml/2006/main">
              <a:ext uri="{FF2B5EF4-FFF2-40B4-BE49-F238E27FC236}">
                <a16:creationId xmlns:a16="http://schemas.microsoft.com/office/drawing/2014/main" id="{C139E2EB-1470-45A2-BFC6-8E2EB2425765}"/>
              </a:ext>
            </a:extLst>
          </p:cNvPr>
          <p:cNvSpPr>
            <a:spLocks xmlns:a="http://schemas.openxmlformats.org/drawingml/2006/main" noGrp="1"/>
          </p:cNvSpPr>
          <p:nvPr/>
        </p:nvSpPr>
        <p:spPr>
          <a:xfrm xmlns:a="http://schemas.openxmlformats.org/drawingml/2006/main" rot="0">
            <a:off x="9166257" y="4828765"/>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009E73"/>
            </a:solidFill>
            <a:prstDash val="solid"/>
          </a:ln>
        </p:spPr>
      </p:sp>
      <p:sp>
        <p:nvSpPr>
          <p:cNvPr id="90" name="text_089">
            <a:extLst xmlns:a="http://schemas.openxmlformats.org/drawingml/2006/main">
              <a:ext uri="{FF2B5EF4-FFF2-40B4-BE49-F238E27FC236}">
                <a16:creationId xmlns:a16="http://schemas.microsoft.com/office/drawing/2014/main" id="{36AB4493-AC65-4F90-B203-3B354CD2D8C7}"/>
              </a:ext>
            </a:extLst>
          </p:cNvPr>
          <p:cNvSpPr>
            <a:spLocks xmlns:a="http://schemas.openxmlformats.org/drawingml/2006/main" noGrp="1"/>
          </p:cNvSpPr>
          <p:nvPr/>
        </p:nvSpPr>
        <p:spPr>
          <a:xfrm xmlns:a="http://schemas.openxmlformats.org/drawingml/2006/main" rot="0">
            <a:off x="9280557" y="4638265"/>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1">
                <a:solidFill>
                  <a:srgbClr val="009E73"/>
                </a:solidFill>
                <a:latin typeface="Arial"/>
                <a:ea typeface="Arial"/>
                <a:cs typeface="Arial"/>
              </a:defRPr>
            </a:defPPr>
            <a:lvl1pPr algn="l">
              <a:defRPr sz="1500" b="1">
                <a:solidFill>
                  <a:srgbClr val="009E73"/>
                </a:solidFill>
                <a:latin typeface="Arial"/>
                <a:ea typeface="Arial"/>
                <a:cs typeface="Arial"/>
              </a:defRPr>
            </a:lvl1pPr>
            <a:lvl2pPr algn="l">
              <a:defRPr sz="1500" b="1">
                <a:solidFill>
                  <a:srgbClr val="009E73"/>
                </a:solidFill>
                <a:latin typeface="Arial"/>
                <a:ea typeface="Arial"/>
                <a:cs typeface="Arial"/>
              </a:defRPr>
            </a:lvl2pPr>
            <a:lvl3pPr algn="l">
              <a:defRPr sz="1500" b="1">
                <a:solidFill>
                  <a:srgbClr val="009E73"/>
                </a:solidFill>
                <a:latin typeface="Arial"/>
                <a:ea typeface="Arial"/>
                <a:cs typeface="Arial"/>
              </a:defRPr>
            </a:lvl3pPr>
            <a:lvl4pPr algn="l">
              <a:defRPr sz="1500" b="1">
                <a:solidFill>
                  <a:srgbClr val="009E73"/>
                </a:solidFill>
                <a:latin typeface="Arial"/>
                <a:ea typeface="Arial"/>
                <a:cs typeface="Arial"/>
              </a:defRPr>
            </a:lvl4pPr>
            <a:lvl5pPr algn="l">
              <a:defRPr sz="1500" b="1">
                <a:solidFill>
                  <a:srgbClr val="009E73"/>
                </a:solidFill>
                <a:latin typeface="Arial"/>
                <a:ea typeface="Arial"/>
                <a:cs typeface="Arial"/>
              </a:defRPr>
            </a:lvl5pPr>
            <a:lvl6pPr algn="l">
              <a:defRPr sz="1500" b="1">
                <a:solidFill>
                  <a:srgbClr val="009E73"/>
                </a:solidFill>
                <a:latin typeface="Arial"/>
                <a:ea typeface="Arial"/>
                <a:cs typeface="Arial"/>
              </a:defRPr>
            </a:lvl6pPr>
            <a:lvl7pPr algn="l">
              <a:defRPr sz="1500" b="1">
                <a:solidFill>
                  <a:srgbClr val="009E73"/>
                </a:solidFill>
                <a:latin typeface="Arial"/>
                <a:ea typeface="Arial"/>
                <a:cs typeface="Arial"/>
              </a:defRPr>
            </a:lvl7pPr>
            <a:lvl8pPr algn="l">
              <a:defRPr sz="1500" b="1">
                <a:solidFill>
                  <a:srgbClr val="009E73"/>
                </a:solidFill>
                <a:latin typeface="Arial"/>
                <a:ea typeface="Arial"/>
                <a:cs typeface="Arial"/>
              </a:defRPr>
            </a:lvl8pPr>
            <a:lvl9pPr algn="l">
              <a:defRPr sz="1500" b="1">
                <a:solidFill>
                  <a:srgbClr val="009E73"/>
                </a:solidFill>
                <a:latin typeface="Arial"/>
                <a:ea typeface="Arial"/>
                <a:cs typeface="Arial"/>
              </a:defRPr>
            </a:lvl9pPr>
          </a:lstStyle>
          <a:p xmlns:a="http://schemas.openxmlformats.org/drawingml/2006/main">
            <a:pPr algn="l">
              <a:defRPr sz="1500" b="1">
                <a:solidFill>
                  <a:srgbClr val="009E73"/>
                </a:solidFill>
                <a:latin typeface="Arial"/>
                <a:ea typeface="Arial"/>
                <a:cs typeface="Arial"/>
              </a:defRPr>
            </a:pPr>
            <a:r>
              <a:rPr sz="1500" b="1">
                <a:solidFill>
                  <a:srgbClr val="009E73"/>
                </a:solidFill>
                <a:latin typeface="Arial"/>
                <a:ea typeface="Arial"/>
                <a:cs typeface="Arial"/>
              </a:rPr>
              <a:t>C</a:t>
            </a:r>
          </a:p>
        </p:txBody>
      </p:sp>
      <p:sp>
        <p:nvSpPr>
          <p:cNvPr id="91" name="text_090">
            <a:extLst xmlns:a="http://schemas.openxmlformats.org/drawingml/2006/main">
              <a:ext uri="{FF2B5EF4-FFF2-40B4-BE49-F238E27FC236}">
                <a16:creationId xmlns:a16="http://schemas.microsoft.com/office/drawing/2014/main" id="{67089FD0-28E0-449C-8794-DE425E420464}"/>
              </a:ext>
            </a:extLst>
          </p:cNvPr>
          <p:cNvSpPr>
            <a:spLocks xmlns:a="http://schemas.openxmlformats.org/drawingml/2006/main" noGrp="1"/>
          </p:cNvSpPr>
          <p:nvPr/>
        </p:nvSpPr>
        <p:spPr>
          <a:xfrm xmlns:a="http://schemas.openxmlformats.org/drawingml/2006/main" rot="0">
            <a:off x="11010900" y="2981325"/>
            <a:ext cx="24288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575" b="1">
                <a:solidFill>
                  <a:srgbClr val="000000"/>
                </a:solidFill>
                <a:latin typeface="Arial"/>
                <a:ea typeface="Arial"/>
                <a:cs typeface="Arial"/>
              </a:defRPr>
            </a:defPPr>
            <a:lvl1pPr algn="ctr">
              <a:defRPr sz="1575" b="1">
                <a:solidFill>
                  <a:srgbClr val="000000"/>
                </a:solidFill>
                <a:latin typeface="Arial"/>
                <a:ea typeface="Arial"/>
                <a:cs typeface="Arial"/>
              </a:defRPr>
            </a:lvl1pPr>
            <a:lvl2pPr algn="ctr">
              <a:defRPr sz="1575" b="1">
                <a:solidFill>
                  <a:srgbClr val="000000"/>
                </a:solidFill>
                <a:latin typeface="Arial"/>
                <a:ea typeface="Arial"/>
                <a:cs typeface="Arial"/>
              </a:defRPr>
            </a:lvl2pPr>
            <a:lvl3pPr algn="ctr">
              <a:defRPr sz="1575" b="1">
                <a:solidFill>
                  <a:srgbClr val="000000"/>
                </a:solidFill>
                <a:latin typeface="Arial"/>
                <a:ea typeface="Arial"/>
                <a:cs typeface="Arial"/>
              </a:defRPr>
            </a:lvl3pPr>
            <a:lvl4pPr algn="ctr">
              <a:defRPr sz="1575" b="1">
                <a:solidFill>
                  <a:srgbClr val="000000"/>
                </a:solidFill>
                <a:latin typeface="Arial"/>
                <a:ea typeface="Arial"/>
                <a:cs typeface="Arial"/>
              </a:defRPr>
            </a:lvl4pPr>
            <a:lvl5pPr algn="ctr">
              <a:defRPr sz="1575" b="1">
                <a:solidFill>
                  <a:srgbClr val="000000"/>
                </a:solidFill>
                <a:latin typeface="Arial"/>
                <a:ea typeface="Arial"/>
                <a:cs typeface="Arial"/>
              </a:defRPr>
            </a:lvl5pPr>
            <a:lvl6pPr algn="ctr">
              <a:defRPr sz="1575" b="1">
                <a:solidFill>
                  <a:srgbClr val="000000"/>
                </a:solidFill>
                <a:latin typeface="Arial"/>
                <a:ea typeface="Arial"/>
                <a:cs typeface="Arial"/>
              </a:defRPr>
            </a:lvl6pPr>
            <a:lvl7pPr algn="ctr">
              <a:defRPr sz="1575" b="1">
                <a:solidFill>
                  <a:srgbClr val="000000"/>
                </a:solidFill>
                <a:latin typeface="Arial"/>
                <a:ea typeface="Arial"/>
                <a:cs typeface="Arial"/>
              </a:defRPr>
            </a:lvl7pPr>
            <a:lvl8pPr algn="ctr">
              <a:defRPr sz="1575" b="1">
                <a:solidFill>
                  <a:srgbClr val="000000"/>
                </a:solidFill>
                <a:latin typeface="Arial"/>
                <a:ea typeface="Arial"/>
                <a:cs typeface="Arial"/>
              </a:defRPr>
            </a:lvl8pPr>
            <a:lvl9pPr algn="ctr">
              <a:defRPr sz="1575" b="1">
                <a:solidFill>
                  <a:srgbClr val="000000"/>
                </a:solidFill>
                <a:latin typeface="Arial"/>
                <a:ea typeface="Arial"/>
                <a:cs typeface="Arial"/>
              </a:defRPr>
            </a:lvl9pPr>
          </a:lstStyle>
          <a:p xmlns:a="http://schemas.openxmlformats.org/drawingml/2006/main">
            <a:pPr algn="ctr">
              <a:defRPr sz="1575" b="1">
                <a:solidFill>
                  <a:srgbClr val="000000"/>
                </a:solidFill>
                <a:latin typeface="Arial"/>
                <a:ea typeface="Arial"/>
                <a:cs typeface="Arial"/>
              </a:defRPr>
            </a:pPr>
            <a:r>
              <a:rPr sz="1575" b="1">
                <a:solidFill>
                  <a:srgbClr val="000000"/>
                </a:solidFill>
                <a:latin typeface="Arial"/>
                <a:ea typeface="Arial"/>
                <a:cs typeface="Arial"/>
              </a:rPr>
              <a:t>2000-07-16</a:t>
            </a:r>
          </a:p>
        </p:txBody>
      </p:sp>
      <p:pic>
        <p:nvPicPr>
          <p:cNvPr id="92" name="">
            <a:extLst xmlns:a="http://schemas.openxmlformats.org/drawingml/2006/main">
              <a:ext uri="{FF2B5EF4-FFF2-40B4-BE49-F238E27FC236}">
                <a16:creationId xmlns:a16="http://schemas.microsoft.com/office/drawing/2014/main" id="{B0155EC1-22E8-4090-A7C3-BB21D19BAA10}"/>
              </a:ext>
            </a:extLst>
          </p:cNvPr>
          <p:cNvPicPr>
            <a:picLocks xmlns:a="http://schemas.openxmlformats.org/drawingml/2006/main" noChangeAspect="1"/>
          </p:cNvPicPr>
          <p:nvPr/>
        </p:nvPicPr>
        <p:blipFill>
          <a:blip xmlns:r="http://schemas.openxmlformats.org/officeDocument/2006/relationships" xmlns:a="http://schemas.openxmlformats.org/drawingml/2006/main" r:embed="R76e2683e934a43b2"/>
          <a:stretch xmlns:a="http://schemas.openxmlformats.org/drawingml/2006/main"/>
        </p:blipFill>
        <p:spPr>
          <a:xfrm xmlns:a="http://schemas.openxmlformats.org/drawingml/2006/main">
            <a:off x="11106280" y="3257550"/>
            <a:ext cx="2238115" cy="2221308"/>
          </a:xfrm>
          <a:prstGeom xmlns:a="http://schemas.openxmlformats.org/drawingml/2006/main" prst="rect">
            <a:avLst/>
          </a:prstGeom>
        </p:spPr>
      </p:pic>
      <p:sp>
        <p:nvSpPr>
          <p:cNvPr id="93" name="rect_092">
            <a:extLst xmlns:a="http://schemas.openxmlformats.org/drawingml/2006/main">
              <a:ext uri="{FF2B5EF4-FFF2-40B4-BE49-F238E27FC236}">
                <a16:creationId xmlns:a16="http://schemas.microsoft.com/office/drawing/2014/main" id="{59EF1925-CB13-4DB2-99F5-CFDB0F6DB724}"/>
              </a:ext>
            </a:extLst>
          </p:cNvPr>
          <p:cNvSpPr>
            <a:spLocks xmlns:a="http://schemas.openxmlformats.org/drawingml/2006/main" noGrp="1"/>
          </p:cNvSpPr>
          <p:nvPr/>
        </p:nvSpPr>
        <p:spPr>
          <a:xfrm xmlns:a="http://schemas.openxmlformats.org/drawingml/2006/main" rot="0">
            <a:off x="11106150" y="3257550"/>
            <a:ext cx="2238375" cy="2221308"/>
          </a:xfrm>
          <a:prstGeom xmlns:a="http://schemas.openxmlformats.org/drawingml/2006/main" prst="rect">
            <a:avLst/>
          </a:prstGeom>
          <a:noFill xmlns:a="http://schemas.openxmlformats.org/drawingml/2006/main"/>
          <a:ln xmlns:a="http://schemas.openxmlformats.org/drawingml/2006/main" w="6191">
            <a:solidFill>
              <a:srgbClr val="6A7278"/>
            </a:solidFill>
            <a:prstDash val="solid"/>
          </a:ln>
        </p:spPr>
      </p:sp>
      <p:sp>
        <p:nvSpPr>
          <p:cNvPr id="94" name="text_093">
            <a:extLst xmlns:a="http://schemas.openxmlformats.org/drawingml/2006/main">
              <a:ext uri="{FF2B5EF4-FFF2-40B4-BE49-F238E27FC236}">
                <a16:creationId xmlns:a16="http://schemas.microsoft.com/office/drawing/2014/main" id="{0FDCF44D-D09E-4804-83C9-7528ACA0B9C2}"/>
              </a:ext>
            </a:extLst>
          </p:cNvPr>
          <p:cNvSpPr>
            <a:spLocks xmlns:a="http://schemas.openxmlformats.org/drawingml/2006/main" noGrp="1"/>
          </p:cNvSpPr>
          <p:nvPr/>
        </p:nvSpPr>
        <p:spPr>
          <a:xfrm xmlns:a="http://schemas.openxmlformats.org/drawingml/2006/main" rot="0">
            <a:off x="10868025" y="5526483"/>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102</a:t>
            </a:r>
          </a:p>
        </p:txBody>
      </p:sp>
      <p:sp>
        <p:nvSpPr>
          <p:cNvPr id="95" name="text_094">
            <a:extLst xmlns:a="http://schemas.openxmlformats.org/drawingml/2006/main">
              <a:ext uri="{FF2B5EF4-FFF2-40B4-BE49-F238E27FC236}">
                <a16:creationId xmlns:a16="http://schemas.microsoft.com/office/drawing/2014/main" id="{A1D7B4AA-B60C-4C51-A67C-ACCBFA3C6B7E}"/>
              </a:ext>
            </a:extLst>
          </p:cNvPr>
          <p:cNvSpPr>
            <a:spLocks xmlns:a="http://schemas.openxmlformats.org/drawingml/2006/main" noGrp="1"/>
          </p:cNvSpPr>
          <p:nvPr/>
        </p:nvSpPr>
        <p:spPr>
          <a:xfrm xmlns:a="http://schemas.openxmlformats.org/drawingml/2006/main" rot="0">
            <a:off x="11987212" y="5526483"/>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108</a:t>
            </a:r>
          </a:p>
        </p:txBody>
      </p:sp>
      <p:sp>
        <p:nvSpPr>
          <p:cNvPr id="96" name="text_095">
            <a:extLst xmlns:a="http://schemas.openxmlformats.org/drawingml/2006/main">
              <a:ext uri="{FF2B5EF4-FFF2-40B4-BE49-F238E27FC236}">
                <a16:creationId xmlns:a16="http://schemas.microsoft.com/office/drawing/2014/main" id="{A4CBDFF8-FE35-4A9A-B759-8CD22092353A}"/>
              </a:ext>
            </a:extLst>
          </p:cNvPr>
          <p:cNvSpPr>
            <a:spLocks xmlns:a="http://schemas.openxmlformats.org/drawingml/2006/main" noGrp="1"/>
          </p:cNvSpPr>
          <p:nvPr/>
        </p:nvSpPr>
        <p:spPr>
          <a:xfrm xmlns:a="http://schemas.openxmlformats.org/drawingml/2006/main" rot="0">
            <a:off x="13106400" y="5526483"/>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114</a:t>
            </a:r>
          </a:p>
        </p:txBody>
      </p:sp>
      <p:sp>
        <p:nvSpPr>
          <p:cNvPr id="97" name="ellipse_096">
            <a:extLst xmlns:a="http://schemas.openxmlformats.org/drawingml/2006/main">
              <a:ext uri="{FF2B5EF4-FFF2-40B4-BE49-F238E27FC236}">
                <a16:creationId xmlns:a16="http://schemas.microsoft.com/office/drawing/2014/main" id="{3E518BB4-67B6-448C-BE1F-24A4026223FD}"/>
              </a:ext>
            </a:extLst>
          </p:cNvPr>
          <p:cNvSpPr>
            <a:spLocks xmlns:a="http://schemas.openxmlformats.org/drawingml/2006/main" noGrp="1"/>
          </p:cNvSpPr>
          <p:nvPr/>
        </p:nvSpPr>
        <p:spPr>
          <a:xfrm xmlns:a="http://schemas.openxmlformats.org/drawingml/2006/main" rot="0">
            <a:off x="13036129" y="5127045"/>
            <a:ext cx="114300" cy="114300"/>
          </a:xfrm>
          <a:prstGeom xmlns:a="http://schemas.openxmlformats.org/drawingml/2006/main" prst="ellipse">
            <a:avLst/>
          </a:prstGeom>
          <a:solidFill xmlns:a="http://schemas.openxmlformats.org/drawingml/2006/main">
            <a:srgbClr val="FFFFFF"/>
          </a:solidFill>
          <a:ln xmlns:a="http://schemas.openxmlformats.org/drawingml/2006/main" w="17145">
            <a:solidFill>
              <a:srgbClr val="FFFFFF"/>
            </a:solidFill>
            <a:prstDash val="solid"/>
          </a:ln>
        </p:spPr>
      </p:sp>
      <p:sp>
        <p:nvSpPr>
          <p:cNvPr id="98" name="ellipse_097">
            <a:extLst xmlns:a="http://schemas.openxmlformats.org/drawingml/2006/main">
              <a:ext uri="{FF2B5EF4-FFF2-40B4-BE49-F238E27FC236}">
                <a16:creationId xmlns:a16="http://schemas.microsoft.com/office/drawing/2014/main" id="{EF0EADA1-99FD-4A51-9FAC-1045D36B6695}"/>
              </a:ext>
            </a:extLst>
          </p:cNvPr>
          <p:cNvSpPr>
            <a:spLocks xmlns:a="http://schemas.openxmlformats.org/drawingml/2006/main" noGrp="1"/>
          </p:cNvSpPr>
          <p:nvPr/>
        </p:nvSpPr>
        <p:spPr>
          <a:xfrm xmlns:a="http://schemas.openxmlformats.org/drawingml/2006/main" rot="0">
            <a:off x="13055179" y="5146095"/>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0072B2"/>
            </a:solidFill>
            <a:prstDash val="solid"/>
          </a:ln>
        </p:spPr>
      </p:sp>
      <p:sp>
        <p:nvSpPr>
          <p:cNvPr id="99" name="text_098">
            <a:extLst xmlns:a="http://schemas.openxmlformats.org/drawingml/2006/main">
              <a:ext uri="{FF2B5EF4-FFF2-40B4-BE49-F238E27FC236}">
                <a16:creationId xmlns:a16="http://schemas.microsoft.com/office/drawing/2014/main" id="{C71CF814-2D44-48AB-8664-FBE6FCCF0BE3}"/>
              </a:ext>
            </a:extLst>
          </p:cNvPr>
          <p:cNvSpPr>
            <a:spLocks xmlns:a="http://schemas.openxmlformats.org/drawingml/2006/main" noGrp="1"/>
          </p:cNvSpPr>
          <p:nvPr/>
        </p:nvSpPr>
        <p:spPr>
          <a:xfrm xmlns:a="http://schemas.openxmlformats.org/drawingml/2006/main" rot="0">
            <a:off x="13169479" y="4955595"/>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1">
                <a:solidFill>
                  <a:srgbClr val="0072B2"/>
                </a:solidFill>
                <a:latin typeface="Arial"/>
                <a:ea typeface="Arial"/>
                <a:cs typeface="Arial"/>
              </a:defRPr>
            </a:defPPr>
            <a:lvl1pPr algn="l">
              <a:defRPr sz="1500" b="1">
                <a:solidFill>
                  <a:srgbClr val="0072B2"/>
                </a:solidFill>
                <a:latin typeface="Arial"/>
                <a:ea typeface="Arial"/>
                <a:cs typeface="Arial"/>
              </a:defRPr>
            </a:lvl1pPr>
            <a:lvl2pPr algn="l">
              <a:defRPr sz="1500" b="1">
                <a:solidFill>
                  <a:srgbClr val="0072B2"/>
                </a:solidFill>
                <a:latin typeface="Arial"/>
                <a:ea typeface="Arial"/>
                <a:cs typeface="Arial"/>
              </a:defRPr>
            </a:lvl2pPr>
            <a:lvl3pPr algn="l">
              <a:defRPr sz="1500" b="1">
                <a:solidFill>
                  <a:srgbClr val="0072B2"/>
                </a:solidFill>
                <a:latin typeface="Arial"/>
                <a:ea typeface="Arial"/>
                <a:cs typeface="Arial"/>
              </a:defRPr>
            </a:lvl3pPr>
            <a:lvl4pPr algn="l">
              <a:defRPr sz="1500" b="1">
                <a:solidFill>
                  <a:srgbClr val="0072B2"/>
                </a:solidFill>
                <a:latin typeface="Arial"/>
                <a:ea typeface="Arial"/>
                <a:cs typeface="Arial"/>
              </a:defRPr>
            </a:lvl4pPr>
            <a:lvl5pPr algn="l">
              <a:defRPr sz="1500" b="1">
                <a:solidFill>
                  <a:srgbClr val="0072B2"/>
                </a:solidFill>
                <a:latin typeface="Arial"/>
                <a:ea typeface="Arial"/>
                <a:cs typeface="Arial"/>
              </a:defRPr>
            </a:lvl5pPr>
            <a:lvl6pPr algn="l">
              <a:defRPr sz="1500" b="1">
                <a:solidFill>
                  <a:srgbClr val="0072B2"/>
                </a:solidFill>
                <a:latin typeface="Arial"/>
                <a:ea typeface="Arial"/>
                <a:cs typeface="Arial"/>
              </a:defRPr>
            </a:lvl6pPr>
            <a:lvl7pPr algn="l">
              <a:defRPr sz="1500" b="1">
                <a:solidFill>
                  <a:srgbClr val="0072B2"/>
                </a:solidFill>
                <a:latin typeface="Arial"/>
                <a:ea typeface="Arial"/>
                <a:cs typeface="Arial"/>
              </a:defRPr>
            </a:lvl7pPr>
            <a:lvl8pPr algn="l">
              <a:defRPr sz="1500" b="1">
                <a:solidFill>
                  <a:srgbClr val="0072B2"/>
                </a:solidFill>
                <a:latin typeface="Arial"/>
                <a:ea typeface="Arial"/>
                <a:cs typeface="Arial"/>
              </a:defRPr>
            </a:lvl8pPr>
            <a:lvl9pPr algn="l">
              <a:defRPr sz="1500" b="1">
                <a:solidFill>
                  <a:srgbClr val="0072B2"/>
                </a:solidFill>
                <a:latin typeface="Arial"/>
                <a:ea typeface="Arial"/>
                <a:cs typeface="Arial"/>
              </a:defRPr>
            </a:lvl9pPr>
          </a:lstStyle>
          <a:p xmlns:a="http://schemas.openxmlformats.org/drawingml/2006/main">
            <a:pPr algn="l">
              <a:defRPr sz="1500" b="1">
                <a:solidFill>
                  <a:srgbClr val="0072B2"/>
                </a:solidFill>
                <a:latin typeface="Arial"/>
                <a:ea typeface="Arial"/>
                <a:cs typeface="Arial"/>
              </a:defRPr>
            </a:pPr>
            <a:r>
              <a:rPr sz="1500" b="1">
                <a:solidFill>
                  <a:srgbClr val="0072B2"/>
                </a:solidFill>
                <a:latin typeface="Arial"/>
                <a:ea typeface="Arial"/>
                <a:cs typeface="Arial"/>
              </a:rPr>
              <a:t>A</a:t>
            </a:r>
          </a:p>
        </p:txBody>
      </p:sp>
      <p:sp>
        <p:nvSpPr>
          <p:cNvPr id="100" name="ellipse_099">
            <a:extLst xmlns:a="http://schemas.openxmlformats.org/drawingml/2006/main">
              <a:ext uri="{FF2B5EF4-FFF2-40B4-BE49-F238E27FC236}">
                <a16:creationId xmlns:a16="http://schemas.microsoft.com/office/drawing/2014/main" id="{D6FBCF14-8164-4E56-A6F1-6EF3CAEFCB94}"/>
              </a:ext>
            </a:extLst>
          </p:cNvPr>
          <p:cNvSpPr>
            <a:spLocks xmlns:a="http://schemas.openxmlformats.org/drawingml/2006/main" noGrp="1"/>
          </p:cNvSpPr>
          <p:nvPr/>
        </p:nvSpPr>
        <p:spPr>
          <a:xfrm xmlns:a="http://schemas.openxmlformats.org/drawingml/2006/main" rot="0">
            <a:off x="12670680" y="3404398"/>
            <a:ext cx="114300" cy="114300"/>
          </a:xfrm>
          <a:prstGeom xmlns:a="http://schemas.openxmlformats.org/drawingml/2006/main" prst="ellipse">
            <a:avLst/>
          </a:prstGeom>
          <a:solidFill xmlns:a="http://schemas.openxmlformats.org/drawingml/2006/main">
            <a:srgbClr val="FFFFFF"/>
          </a:solidFill>
          <a:ln xmlns:a="http://schemas.openxmlformats.org/drawingml/2006/main" w="17145">
            <a:solidFill>
              <a:srgbClr val="FFFFFF"/>
            </a:solidFill>
            <a:prstDash val="solid"/>
          </a:ln>
        </p:spPr>
      </p:sp>
      <p:sp>
        <p:nvSpPr>
          <p:cNvPr id="101" name="ellipse_100">
            <a:extLst xmlns:a="http://schemas.openxmlformats.org/drawingml/2006/main">
              <a:ext uri="{FF2B5EF4-FFF2-40B4-BE49-F238E27FC236}">
                <a16:creationId xmlns:a16="http://schemas.microsoft.com/office/drawing/2014/main" id="{2ED39B18-8C19-477B-8E73-E060B6EE7697}"/>
              </a:ext>
            </a:extLst>
          </p:cNvPr>
          <p:cNvSpPr>
            <a:spLocks xmlns:a="http://schemas.openxmlformats.org/drawingml/2006/main" noGrp="1"/>
          </p:cNvSpPr>
          <p:nvPr/>
        </p:nvSpPr>
        <p:spPr>
          <a:xfrm xmlns:a="http://schemas.openxmlformats.org/drawingml/2006/main" rot="0">
            <a:off x="12689730" y="3423448"/>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D55E00"/>
            </a:solidFill>
            <a:prstDash val="solid"/>
          </a:ln>
        </p:spPr>
      </p:sp>
      <p:sp>
        <p:nvSpPr>
          <p:cNvPr id="102" name="text_101">
            <a:extLst xmlns:a="http://schemas.openxmlformats.org/drawingml/2006/main">
              <a:ext uri="{FF2B5EF4-FFF2-40B4-BE49-F238E27FC236}">
                <a16:creationId xmlns:a16="http://schemas.microsoft.com/office/drawing/2014/main" id="{D027E063-93B5-4268-9D2B-1CFFE151EFDF}"/>
              </a:ext>
            </a:extLst>
          </p:cNvPr>
          <p:cNvSpPr>
            <a:spLocks xmlns:a="http://schemas.openxmlformats.org/drawingml/2006/main" noGrp="1"/>
          </p:cNvSpPr>
          <p:nvPr/>
        </p:nvSpPr>
        <p:spPr>
          <a:xfrm xmlns:a="http://schemas.openxmlformats.org/drawingml/2006/main" rot="0">
            <a:off x="12804030" y="3232948"/>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1">
                <a:solidFill>
                  <a:srgbClr val="D55E00"/>
                </a:solidFill>
                <a:latin typeface="Arial"/>
                <a:ea typeface="Arial"/>
                <a:cs typeface="Arial"/>
              </a:defRPr>
            </a:defPPr>
            <a:lvl1pPr algn="l">
              <a:defRPr sz="1500" b="1">
                <a:solidFill>
                  <a:srgbClr val="D55E00"/>
                </a:solidFill>
                <a:latin typeface="Arial"/>
                <a:ea typeface="Arial"/>
                <a:cs typeface="Arial"/>
              </a:defRPr>
            </a:lvl1pPr>
            <a:lvl2pPr algn="l">
              <a:defRPr sz="1500" b="1">
                <a:solidFill>
                  <a:srgbClr val="D55E00"/>
                </a:solidFill>
                <a:latin typeface="Arial"/>
                <a:ea typeface="Arial"/>
                <a:cs typeface="Arial"/>
              </a:defRPr>
            </a:lvl2pPr>
            <a:lvl3pPr algn="l">
              <a:defRPr sz="1500" b="1">
                <a:solidFill>
                  <a:srgbClr val="D55E00"/>
                </a:solidFill>
                <a:latin typeface="Arial"/>
                <a:ea typeface="Arial"/>
                <a:cs typeface="Arial"/>
              </a:defRPr>
            </a:lvl3pPr>
            <a:lvl4pPr algn="l">
              <a:defRPr sz="1500" b="1">
                <a:solidFill>
                  <a:srgbClr val="D55E00"/>
                </a:solidFill>
                <a:latin typeface="Arial"/>
                <a:ea typeface="Arial"/>
                <a:cs typeface="Arial"/>
              </a:defRPr>
            </a:lvl4pPr>
            <a:lvl5pPr algn="l">
              <a:defRPr sz="1500" b="1">
                <a:solidFill>
                  <a:srgbClr val="D55E00"/>
                </a:solidFill>
                <a:latin typeface="Arial"/>
                <a:ea typeface="Arial"/>
                <a:cs typeface="Arial"/>
              </a:defRPr>
            </a:lvl5pPr>
            <a:lvl6pPr algn="l">
              <a:defRPr sz="1500" b="1">
                <a:solidFill>
                  <a:srgbClr val="D55E00"/>
                </a:solidFill>
                <a:latin typeface="Arial"/>
                <a:ea typeface="Arial"/>
                <a:cs typeface="Arial"/>
              </a:defRPr>
            </a:lvl6pPr>
            <a:lvl7pPr algn="l">
              <a:defRPr sz="1500" b="1">
                <a:solidFill>
                  <a:srgbClr val="D55E00"/>
                </a:solidFill>
                <a:latin typeface="Arial"/>
                <a:ea typeface="Arial"/>
                <a:cs typeface="Arial"/>
              </a:defRPr>
            </a:lvl7pPr>
            <a:lvl8pPr algn="l">
              <a:defRPr sz="1500" b="1">
                <a:solidFill>
                  <a:srgbClr val="D55E00"/>
                </a:solidFill>
                <a:latin typeface="Arial"/>
                <a:ea typeface="Arial"/>
                <a:cs typeface="Arial"/>
              </a:defRPr>
            </a:lvl8pPr>
            <a:lvl9pPr algn="l">
              <a:defRPr sz="1500" b="1">
                <a:solidFill>
                  <a:srgbClr val="D55E00"/>
                </a:solidFill>
                <a:latin typeface="Arial"/>
                <a:ea typeface="Arial"/>
                <a:cs typeface="Arial"/>
              </a:defRPr>
            </a:lvl9pPr>
          </a:lstStyle>
          <a:p xmlns:a="http://schemas.openxmlformats.org/drawingml/2006/main">
            <a:pPr algn="l">
              <a:defRPr sz="1500" b="1">
                <a:solidFill>
                  <a:srgbClr val="D55E00"/>
                </a:solidFill>
                <a:latin typeface="Arial"/>
                <a:ea typeface="Arial"/>
                <a:cs typeface="Arial"/>
              </a:defRPr>
            </a:pPr>
            <a:r>
              <a:rPr sz="1500" b="1">
                <a:solidFill>
                  <a:srgbClr val="D55E00"/>
                </a:solidFill>
                <a:latin typeface="Arial"/>
                <a:ea typeface="Arial"/>
                <a:cs typeface="Arial"/>
              </a:rPr>
              <a:t>B</a:t>
            </a:r>
          </a:p>
        </p:txBody>
      </p:sp>
      <p:sp>
        <p:nvSpPr>
          <p:cNvPr id="103" name="ellipse_102">
            <a:extLst xmlns:a="http://schemas.openxmlformats.org/drawingml/2006/main">
              <a:ext uri="{FF2B5EF4-FFF2-40B4-BE49-F238E27FC236}">
                <a16:creationId xmlns:a16="http://schemas.microsoft.com/office/drawing/2014/main" id="{04CF6E88-8504-48BF-B2FD-4C437A478290}"/>
              </a:ext>
            </a:extLst>
          </p:cNvPr>
          <p:cNvSpPr>
            <a:spLocks xmlns:a="http://schemas.openxmlformats.org/drawingml/2006/main" noGrp="1"/>
          </p:cNvSpPr>
          <p:nvPr/>
        </p:nvSpPr>
        <p:spPr>
          <a:xfrm xmlns:a="http://schemas.openxmlformats.org/drawingml/2006/main" rot="0">
            <a:off x="11574333" y="4855048"/>
            <a:ext cx="114300" cy="114300"/>
          </a:xfrm>
          <a:prstGeom xmlns:a="http://schemas.openxmlformats.org/drawingml/2006/main" prst="ellipse">
            <a:avLst/>
          </a:prstGeom>
          <a:solidFill xmlns:a="http://schemas.openxmlformats.org/drawingml/2006/main">
            <a:srgbClr val="FFFFFF"/>
          </a:solidFill>
          <a:ln xmlns:a="http://schemas.openxmlformats.org/drawingml/2006/main" w="17145">
            <a:solidFill>
              <a:srgbClr val="FFFFFF"/>
            </a:solidFill>
            <a:prstDash val="solid"/>
          </a:ln>
        </p:spPr>
      </p:sp>
      <p:sp>
        <p:nvSpPr>
          <p:cNvPr id="104" name="ellipse_103">
            <a:extLst xmlns:a="http://schemas.openxmlformats.org/drawingml/2006/main">
              <a:ext uri="{FF2B5EF4-FFF2-40B4-BE49-F238E27FC236}">
                <a16:creationId xmlns:a16="http://schemas.microsoft.com/office/drawing/2014/main" id="{A7C7B884-1776-4D77-8DBF-A5B5D56F50A0}"/>
              </a:ext>
            </a:extLst>
          </p:cNvPr>
          <p:cNvSpPr>
            <a:spLocks xmlns:a="http://schemas.openxmlformats.org/drawingml/2006/main" noGrp="1"/>
          </p:cNvSpPr>
          <p:nvPr/>
        </p:nvSpPr>
        <p:spPr>
          <a:xfrm xmlns:a="http://schemas.openxmlformats.org/drawingml/2006/main" rot="0">
            <a:off x="11593383" y="4874098"/>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009E73"/>
            </a:solidFill>
            <a:prstDash val="solid"/>
          </a:ln>
        </p:spPr>
      </p:sp>
      <p:sp>
        <p:nvSpPr>
          <p:cNvPr id="105" name="text_104">
            <a:extLst xmlns:a="http://schemas.openxmlformats.org/drawingml/2006/main">
              <a:ext uri="{FF2B5EF4-FFF2-40B4-BE49-F238E27FC236}">
                <a16:creationId xmlns:a16="http://schemas.microsoft.com/office/drawing/2014/main" id="{3977C819-1F5B-4DD7-94F5-B82469214849}"/>
              </a:ext>
            </a:extLst>
          </p:cNvPr>
          <p:cNvSpPr>
            <a:spLocks xmlns:a="http://schemas.openxmlformats.org/drawingml/2006/main" noGrp="1"/>
          </p:cNvSpPr>
          <p:nvPr/>
        </p:nvSpPr>
        <p:spPr>
          <a:xfrm xmlns:a="http://schemas.openxmlformats.org/drawingml/2006/main" rot="0">
            <a:off x="11707683" y="4683598"/>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1">
                <a:solidFill>
                  <a:srgbClr val="009E73"/>
                </a:solidFill>
                <a:latin typeface="Arial"/>
                <a:ea typeface="Arial"/>
                <a:cs typeface="Arial"/>
              </a:defRPr>
            </a:defPPr>
            <a:lvl1pPr algn="l">
              <a:defRPr sz="1500" b="1">
                <a:solidFill>
                  <a:srgbClr val="009E73"/>
                </a:solidFill>
                <a:latin typeface="Arial"/>
                <a:ea typeface="Arial"/>
                <a:cs typeface="Arial"/>
              </a:defRPr>
            </a:lvl1pPr>
            <a:lvl2pPr algn="l">
              <a:defRPr sz="1500" b="1">
                <a:solidFill>
                  <a:srgbClr val="009E73"/>
                </a:solidFill>
                <a:latin typeface="Arial"/>
                <a:ea typeface="Arial"/>
                <a:cs typeface="Arial"/>
              </a:defRPr>
            </a:lvl2pPr>
            <a:lvl3pPr algn="l">
              <a:defRPr sz="1500" b="1">
                <a:solidFill>
                  <a:srgbClr val="009E73"/>
                </a:solidFill>
                <a:latin typeface="Arial"/>
                <a:ea typeface="Arial"/>
                <a:cs typeface="Arial"/>
              </a:defRPr>
            </a:lvl3pPr>
            <a:lvl4pPr algn="l">
              <a:defRPr sz="1500" b="1">
                <a:solidFill>
                  <a:srgbClr val="009E73"/>
                </a:solidFill>
                <a:latin typeface="Arial"/>
                <a:ea typeface="Arial"/>
                <a:cs typeface="Arial"/>
              </a:defRPr>
            </a:lvl4pPr>
            <a:lvl5pPr algn="l">
              <a:defRPr sz="1500" b="1">
                <a:solidFill>
                  <a:srgbClr val="009E73"/>
                </a:solidFill>
                <a:latin typeface="Arial"/>
                <a:ea typeface="Arial"/>
                <a:cs typeface="Arial"/>
              </a:defRPr>
            </a:lvl5pPr>
            <a:lvl6pPr algn="l">
              <a:defRPr sz="1500" b="1">
                <a:solidFill>
                  <a:srgbClr val="009E73"/>
                </a:solidFill>
                <a:latin typeface="Arial"/>
                <a:ea typeface="Arial"/>
                <a:cs typeface="Arial"/>
              </a:defRPr>
            </a:lvl6pPr>
            <a:lvl7pPr algn="l">
              <a:defRPr sz="1500" b="1">
                <a:solidFill>
                  <a:srgbClr val="009E73"/>
                </a:solidFill>
                <a:latin typeface="Arial"/>
                <a:ea typeface="Arial"/>
                <a:cs typeface="Arial"/>
              </a:defRPr>
            </a:lvl7pPr>
            <a:lvl8pPr algn="l">
              <a:defRPr sz="1500" b="1">
                <a:solidFill>
                  <a:srgbClr val="009E73"/>
                </a:solidFill>
                <a:latin typeface="Arial"/>
                <a:ea typeface="Arial"/>
                <a:cs typeface="Arial"/>
              </a:defRPr>
            </a:lvl8pPr>
            <a:lvl9pPr algn="l">
              <a:defRPr sz="1500" b="1">
                <a:solidFill>
                  <a:srgbClr val="009E73"/>
                </a:solidFill>
                <a:latin typeface="Arial"/>
                <a:ea typeface="Arial"/>
                <a:cs typeface="Arial"/>
              </a:defRPr>
            </a:lvl9pPr>
          </a:lstStyle>
          <a:p xmlns:a="http://schemas.openxmlformats.org/drawingml/2006/main">
            <a:pPr algn="l">
              <a:defRPr sz="1500" b="1">
                <a:solidFill>
                  <a:srgbClr val="009E73"/>
                </a:solidFill>
                <a:latin typeface="Arial"/>
                <a:ea typeface="Arial"/>
                <a:cs typeface="Arial"/>
              </a:defRPr>
            </a:pPr>
            <a:r>
              <a:rPr sz="1500" b="1">
                <a:solidFill>
                  <a:srgbClr val="009E73"/>
                </a:solidFill>
                <a:latin typeface="Arial"/>
                <a:ea typeface="Arial"/>
                <a:cs typeface="Arial"/>
              </a:rPr>
              <a:t>C</a:t>
            </a:r>
          </a:p>
        </p:txBody>
      </p:sp>
      <p:sp>
        <p:nvSpPr>
          <p:cNvPr id="106" name="text_105">
            <a:extLst xmlns:a="http://schemas.openxmlformats.org/drawingml/2006/main">
              <a:ext uri="{FF2B5EF4-FFF2-40B4-BE49-F238E27FC236}">
                <a16:creationId xmlns:a16="http://schemas.microsoft.com/office/drawing/2014/main" id="{F8F5CEB4-2332-4ECD-98B1-ED515EE5055A}"/>
              </a:ext>
            </a:extLst>
          </p:cNvPr>
          <p:cNvSpPr>
            <a:spLocks xmlns:a="http://schemas.openxmlformats.org/drawingml/2006/main" noGrp="1"/>
          </p:cNvSpPr>
          <p:nvPr/>
        </p:nvSpPr>
        <p:spPr>
          <a:xfrm xmlns:a="http://schemas.openxmlformats.org/drawingml/2006/main" rot="0">
            <a:off x="666750" y="5812233"/>
            <a:ext cx="1238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350" b="0">
                <a:solidFill>
                  <a:srgbClr val="000000"/>
                </a:solidFill>
                <a:latin typeface="Arial"/>
                <a:ea typeface="Arial"/>
                <a:cs typeface="Arial"/>
              </a:defRPr>
            </a:defPPr>
            <a:lvl1pPr algn="l">
              <a:defRPr sz="1350" b="0">
                <a:solidFill>
                  <a:srgbClr val="000000"/>
                </a:solidFill>
                <a:latin typeface="Arial"/>
                <a:ea typeface="Arial"/>
                <a:cs typeface="Arial"/>
              </a:defRPr>
            </a:lvl1pPr>
            <a:lvl2pPr algn="l">
              <a:defRPr sz="1350" b="0">
                <a:solidFill>
                  <a:srgbClr val="000000"/>
                </a:solidFill>
                <a:latin typeface="Arial"/>
                <a:ea typeface="Arial"/>
                <a:cs typeface="Arial"/>
              </a:defRPr>
            </a:lvl2pPr>
            <a:lvl3pPr algn="l">
              <a:defRPr sz="1350" b="0">
                <a:solidFill>
                  <a:srgbClr val="000000"/>
                </a:solidFill>
                <a:latin typeface="Arial"/>
                <a:ea typeface="Arial"/>
                <a:cs typeface="Arial"/>
              </a:defRPr>
            </a:lvl3pPr>
            <a:lvl4pPr algn="l">
              <a:defRPr sz="1350" b="0">
                <a:solidFill>
                  <a:srgbClr val="000000"/>
                </a:solidFill>
                <a:latin typeface="Arial"/>
                <a:ea typeface="Arial"/>
                <a:cs typeface="Arial"/>
              </a:defRPr>
            </a:lvl4pPr>
            <a:lvl5pPr algn="l">
              <a:defRPr sz="1350" b="0">
                <a:solidFill>
                  <a:srgbClr val="000000"/>
                </a:solidFill>
                <a:latin typeface="Arial"/>
                <a:ea typeface="Arial"/>
                <a:cs typeface="Arial"/>
              </a:defRPr>
            </a:lvl5pPr>
            <a:lvl6pPr algn="l">
              <a:defRPr sz="1350" b="0">
                <a:solidFill>
                  <a:srgbClr val="000000"/>
                </a:solidFill>
                <a:latin typeface="Arial"/>
                <a:ea typeface="Arial"/>
                <a:cs typeface="Arial"/>
              </a:defRPr>
            </a:lvl6pPr>
            <a:lvl7pPr algn="l">
              <a:defRPr sz="1350" b="0">
                <a:solidFill>
                  <a:srgbClr val="000000"/>
                </a:solidFill>
                <a:latin typeface="Arial"/>
                <a:ea typeface="Arial"/>
                <a:cs typeface="Arial"/>
              </a:defRPr>
            </a:lvl7pPr>
            <a:lvl8pPr algn="l">
              <a:defRPr sz="1350" b="0">
                <a:solidFill>
                  <a:srgbClr val="000000"/>
                </a:solidFill>
                <a:latin typeface="Arial"/>
                <a:ea typeface="Arial"/>
                <a:cs typeface="Arial"/>
              </a:defRPr>
            </a:lvl8pPr>
            <a:lvl9pPr algn="l">
              <a:defRPr sz="1350" b="0">
                <a:solidFill>
                  <a:srgbClr val="000000"/>
                </a:solidFill>
                <a:latin typeface="Arial"/>
                <a:ea typeface="Arial"/>
                <a:cs typeface="Arial"/>
              </a:defRPr>
            </a:lvl9pPr>
          </a:lstStyle>
          <a:p xmlns:a="http://schemas.openxmlformats.org/drawingml/2006/main">
            <a:pPr algn="l">
              <a:defRPr sz="1350" b="0">
                <a:solidFill>
                  <a:srgbClr val="000000"/>
                </a:solidFill>
                <a:latin typeface="Arial"/>
                <a:ea typeface="Arial"/>
                <a:cs typeface="Arial"/>
              </a:defRPr>
            </a:pPr>
            <a:r>
              <a:rPr sz="1350" b="0">
                <a:solidFill>
                  <a:srgbClr val="000000"/>
                </a:solidFill>
                <a:latin typeface="Arial"/>
                <a:ea typeface="Arial"/>
                <a:cs typeface="Arial"/>
              </a:rPr>
              <a:t>Longitude (degrees E); latitude (degrees N). All five dates share the local 0-100 concentration scale.</a:t>
            </a:r>
          </a:p>
        </p:txBody>
      </p:sp>
      <p:sp>
        <p:nvSpPr>
          <p:cNvPr id="107" name="text_106">
            <a:extLst xmlns:a="http://schemas.openxmlformats.org/drawingml/2006/main">
              <a:ext uri="{FF2B5EF4-FFF2-40B4-BE49-F238E27FC236}">
                <a16:creationId xmlns:a16="http://schemas.microsoft.com/office/drawing/2014/main" id="{3CC02ADC-2599-4C77-95AF-8AC9AB1F5560}"/>
              </a:ext>
            </a:extLst>
          </p:cNvPr>
          <p:cNvSpPr>
            <a:spLocks xmlns:a="http://schemas.openxmlformats.org/drawingml/2006/main" noGrp="1"/>
          </p:cNvSpPr>
          <p:nvPr/>
        </p:nvSpPr>
        <p:spPr>
          <a:xfrm xmlns:a="http://schemas.openxmlformats.org/drawingml/2006/main" rot="0">
            <a:off x="171450" y="6057900"/>
            <a:ext cx="676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1">
                <a:solidFill>
                  <a:srgbClr val="000000"/>
                </a:solidFill>
                <a:latin typeface="Arial"/>
                <a:ea typeface="Arial"/>
                <a:cs typeface="Arial"/>
              </a:defRPr>
            </a:defPPr>
            <a:lvl1pPr algn="l">
              <a:defRPr sz="1800" b="1">
                <a:solidFill>
                  <a:srgbClr val="000000"/>
                </a:solidFill>
                <a:latin typeface="Arial"/>
                <a:ea typeface="Arial"/>
                <a:cs typeface="Arial"/>
              </a:defRPr>
            </a:lvl1pPr>
            <a:lvl2pPr algn="l">
              <a:defRPr sz="1800" b="1">
                <a:solidFill>
                  <a:srgbClr val="000000"/>
                </a:solidFill>
                <a:latin typeface="Arial"/>
                <a:ea typeface="Arial"/>
                <a:cs typeface="Arial"/>
              </a:defRPr>
            </a:lvl2pPr>
            <a:lvl3pPr algn="l">
              <a:defRPr sz="1800" b="1">
                <a:solidFill>
                  <a:srgbClr val="000000"/>
                </a:solidFill>
                <a:latin typeface="Arial"/>
                <a:ea typeface="Arial"/>
                <a:cs typeface="Arial"/>
              </a:defRPr>
            </a:lvl3pPr>
            <a:lvl4pPr algn="l">
              <a:defRPr sz="1800" b="1">
                <a:solidFill>
                  <a:srgbClr val="000000"/>
                </a:solidFill>
                <a:latin typeface="Arial"/>
                <a:ea typeface="Arial"/>
                <a:cs typeface="Arial"/>
              </a:defRPr>
            </a:lvl4pPr>
            <a:lvl5pPr algn="l">
              <a:defRPr sz="1800" b="1">
                <a:solidFill>
                  <a:srgbClr val="000000"/>
                </a:solidFill>
                <a:latin typeface="Arial"/>
                <a:ea typeface="Arial"/>
                <a:cs typeface="Arial"/>
              </a:defRPr>
            </a:lvl5pPr>
            <a:lvl6pPr algn="l">
              <a:defRPr sz="1800" b="1">
                <a:solidFill>
                  <a:srgbClr val="000000"/>
                </a:solidFill>
                <a:latin typeface="Arial"/>
                <a:ea typeface="Arial"/>
                <a:cs typeface="Arial"/>
              </a:defRPr>
            </a:lvl6pPr>
            <a:lvl7pPr algn="l">
              <a:defRPr sz="1800" b="1">
                <a:solidFill>
                  <a:srgbClr val="000000"/>
                </a:solidFill>
                <a:latin typeface="Arial"/>
                <a:ea typeface="Arial"/>
                <a:cs typeface="Arial"/>
              </a:defRPr>
            </a:lvl7pPr>
            <a:lvl8pPr algn="l">
              <a:defRPr sz="1800" b="1">
                <a:solidFill>
                  <a:srgbClr val="000000"/>
                </a:solidFill>
                <a:latin typeface="Arial"/>
                <a:ea typeface="Arial"/>
                <a:cs typeface="Arial"/>
              </a:defRPr>
            </a:lvl8pPr>
            <a:lvl9pPr algn="l">
              <a:defRPr sz="1800" b="1">
                <a:solidFill>
                  <a:srgbClr val="000000"/>
                </a:solidFill>
                <a:latin typeface="Arial"/>
                <a:ea typeface="Arial"/>
                <a:cs typeface="Arial"/>
              </a:defRPr>
            </a:lvl9pPr>
          </a:lstStyle>
          <a:p xmlns:a="http://schemas.openxmlformats.org/drawingml/2006/main">
            <a:pPr algn="l">
              <a:defRPr sz="1800" b="1">
                <a:solidFill>
                  <a:srgbClr val="000000"/>
                </a:solidFill>
                <a:latin typeface="Arial"/>
                <a:ea typeface="Arial"/>
                <a:cs typeface="Arial"/>
              </a:defRPr>
            </a:pPr>
            <a:r>
              <a:rPr sz="1800" b="1">
                <a:solidFill>
                  <a:srgbClr val="000000"/>
                </a:solidFill>
                <a:latin typeface="Arial"/>
                <a:ea typeface="Arial"/>
                <a:cs typeface="Arial"/>
              </a:rPr>
              <a:t>(c) Jul 14: supplied field and actual analysis input</a:t>
            </a:r>
          </a:p>
        </p:txBody>
      </p:sp>
      <p:sp>
        <p:nvSpPr>
          <p:cNvPr id="108" name="text_107">
            <a:extLst xmlns:a="http://schemas.openxmlformats.org/drawingml/2006/main">
              <a:ext uri="{FF2B5EF4-FFF2-40B4-BE49-F238E27FC236}">
                <a16:creationId xmlns:a16="http://schemas.microsoft.com/office/drawing/2014/main" id="{9A6D6B32-ABE6-44F6-9833-6F96BA243337}"/>
              </a:ext>
            </a:extLst>
          </p:cNvPr>
          <p:cNvSpPr>
            <a:spLocks xmlns:a="http://schemas.openxmlformats.org/drawingml/2006/main" noGrp="1"/>
          </p:cNvSpPr>
          <p:nvPr/>
        </p:nvSpPr>
        <p:spPr>
          <a:xfrm xmlns:a="http://schemas.openxmlformats.org/drawingml/2006/main" rot="0">
            <a:off x="523875" y="6334125"/>
            <a:ext cx="2667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425" b="1">
                <a:solidFill>
                  <a:srgbClr val="000000"/>
                </a:solidFill>
                <a:latin typeface="Arial"/>
                <a:ea typeface="Arial"/>
                <a:cs typeface="Arial"/>
              </a:defRPr>
            </a:defPPr>
            <a:lvl1pPr algn="ctr">
              <a:defRPr sz="1425" b="1">
                <a:solidFill>
                  <a:srgbClr val="000000"/>
                </a:solidFill>
                <a:latin typeface="Arial"/>
                <a:ea typeface="Arial"/>
                <a:cs typeface="Arial"/>
              </a:defRPr>
            </a:lvl1pPr>
            <a:lvl2pPr algn="ctr">
              <a:defRPr sz="1425" b="1">
                <a:solidFill>
                  <a:srgbClr val="000000"/>
                </a:solidFill>
                <a:latin typeface="Arial"/>
                <a:ea typeface="Arial"/>
                <a:cs typeface="Arial"/>
              </a:defRPr>
            </a:lvl2pPr>
            <a:lvl3pPr algn="ctr">
              <a:defRPr sz="1425" b="1">
                <a:solidFill>
                  <a:srgbClr val="000000"/>
                </a:solidFill>
                <a:latin typeface="Arial"/>
                <a:ea typeface="Arial"/>
                <a:cs typeface="Arial"/>
              </a:defRPr>
            </a:lvl3pPr>
            <a:lvl4pPr algn="ctr">
              <a:defRPr sz="1425" b="1">
                <a:solidFill>
                  <a:srgbClr val="000000"/>
                </a:solidFill>
                <a:latin typeface="Arial"/>
                <a:ea typeface="Arial"/>
                <a:cs typeface="Arial"/>
              </a:defRPr>
            </a:lvl4pPr>
            <a:lvl5pPr algn="ctr">
              <a:defRPr sz="1425" b="1">
                <a:solidFill>
                  <a:srgbClr val="000000"/>
                </a:solidFill>
                <a:latin typeface="Arial"/>
                <a:ea typeface="Arial"/>
                <a:cs typeface="Arial"/>
              </a:defRPr>
            </a:lvl5pPr>
            <a:lvl6pPr algn="ctr">
              <a:defRPr sz="1425" b="1">
                <a:solidFill>
                  <a:srgbClr val="000000"/>
                </a:solidFill>
                <a:latin typeface="Arial"/>
                <a:ea typeface="Arial"/>
                <a:cs typeface="Arial"/>
              </a:defRPr>
            </a:lvl6pPr>
            <a:lvl7pPr algn="ctr">
              <a:defRPr sz="1425" b="1">
                <a:solidFill>
                  <a:srgbClr val="000000"/>
                </a:solidFill>
                <a:latin typeface="Arial"/>
                <a:ea typeface="Arial"/>
                <a:cs typeface="Arial"/>
              </a:defRPr>
            </a:lvl7pPr>
            <a:lvl8pPr algn="ctr">
              <a:defRPr sz="1425" b="1">
                <a:solidFill>
                  <a:srgbClr val="000000"/>
                </a:solidFill>
                <a:latin typeface="Arial"/>
                <a:ea typeface="Arial"/>
                <a:cs typeface="Arial"/>
              </a:defRPr>
            </a:lvl8pPr>
            <a:lvl9pPr algn="ctr">
              <a:defRPr sz="1425" b="1">
                <a:solidFill>
                  <a:srgbClr val="000000"/>
                </a:solidFill>
                <a:latin typeface="Arial"/>
                <a:ea typeface="Arial"/>
                <a:cs typeface="Arial"/>
              </a:defRPr>
            </a:lvl9pPr>
          </a:lstStyle>
          <a:p xmlns:a="http://schemas.openxmlformats.org/drawingml/2006/main">
            <a:pPr algn="ctr">
              <a:defRPr sz="1425" b="1">
                <a:solidFill>
                  <a:srgbClr val="000000"/>
                </a:solidFill>
                <a:latin typeface="Arial"/>
                <a:ea typeface="Arial"/>
                <a:cs typeface="Arial"/>
              </a:defRPr>
            </a:pPr>
            <a:r>
              <a:rPr sz="1425" b="1">
                <a:solidFill>
                  <a:srgbClr val="000000"/>
                </a:solidFill>
                <a:latin typeface="Arial"/>
                <a:ea typeface="Arial"/>
                <a:cs typeface="Arial"/>
              </a:rPr>
              <a:t>Supplied grid</a:t>
            </a:r>
          </a:p>
        </p:txBody>
      </p:sp>
      <p:pic>
        <p:nvPicPr>
          <p:cNvPr id="109" name="">
            <a:extLst xmlns:a="http://schemas.openxmlformats.org/drawingml/2006/main">
              <a:ext uri="{FF2B5EF4-FFF2-40B4-BE49-F238E27FC236}">
                <a16:creationId xmlns:a16="http://schemas.microsoft.com/office/drawing/2014/main" id="{4839E71A-CD55-443E-93F0-89A19DFCB890}"/>
              </a:ext>
            </a:extLst>
          </p:cNvPr>
          <p:cNvPicPr>
            <a:picLocks xmlns:a="http://schemas.openxmlformats.org/drawingml/2006/main" noChangeAspect="1"/>
          </p:cNvPicPr>
          <p:nvPr/>
        </p:nvPicPr>
        <p:blipFill>
          <a:blip xmlns:r="http://schemas.openxmlformats.org/officeDocument/2006/relationships" xmlns:a="http://schemas.openxmlformats.org/drawingml/2006/main" r:embed="R3e60a96477bc4da4"/>
          <a:stretch xmlns:a="http://schemas.openxmlformats.org/drawingml/2006/main"/>
        </p:blipFill>
        <p:spPr>
          <a:xfrm xmlns:a="http://schemas.openxmlformats.org/drawingml/2006/main">
            <a:off x="666888" y="6581775"/>
            <a:ext cx="2380974" cy="2363094"/>
          </a:xfrm>
          <a:prstGeom xmlns:a="http://schemas.openxmlformats.org/drawingml/2006/main" prst="rect">
            <a:avLst/>
          </a:prstGeom>
        </p:spPr>
      </p:pic>
      <p:sp>
        <p:nvSpPr>
          <p:cNvPr id="110" name="rect_109">
            <a:extLst xmlns:a="http://schemas.openxmlformats.org/drawingml/2006/main">
              <a:ext uri="{FF2B5EF4-FFF2-40B4-BE49-F238E27FC236}">
                <a16:creationId xmlns:a16="http://schemas.microsoft.com/office/drawing/2014/main" id="{7C1460FE-0AAE-48B2-97D7-F998275FBE17}"/>
              </a:ext>
            </a:extLst>
          </p:cNvPr>
          <p:cNvSpPr>
            <a:spLocks xmlns:a="http://schemas.openxmlformats.org/drawingml/2006/main" noGrp="1"/>
          </p:cNvSpPr>
          <p:nvPr/>
        </p:nvSpPr>
        <p:spPr>
          <a:xfrm xmlns:a="http://schemas.openxmlformats.org/drawingml/2006/main" rot="0">
            <a:off x="666750" y="6581775"/>
            <a:ext cx="2381250" cy="2363094"/>
          </a:xfrm>
          <a:prstGeom xmlns:a="http://schemas.openxmlformats.org/drawingml/2006/main" prst="rect">
            <a:avLst/>
          </a:prstGeom>
          <a:noFill xmlns:a="http://schemas.openxmlformats.org/drawingml/2006/main"/>
          <a:ln xmlns:a="http://schemas.openxmlformats.org/drawingml/2006/main" w="6191">
            <a:solidFill>
              <a:srgbClr val="6A7278"/>
            </a:solidFill>
            <a:prstDash val="solid"/>
          </a:ln>
        </p:spPr>
      </p:sp>
      <p:sp>
        <p:nvSpPr>
          <p:cNvPr id="111" name="text_110">
            <a:extLst xmlns:a="http://schemas.openxmlformats.org/drawingml/2006/main">
              <a:ext uri="{FF2B5EF4-FFF2-40B4-BE49-F238E27FC236}">
                <a16:creationId xmlns:a16="http://schemas.microsoft.com/office/drawing/2014/main" id="{BC7A85D1-6CFE-43DC-BFD3-75DD2766FE91}"/>
              </a:ext>
            </a:extLst>
          </p:cNvPr>
          <p:cNvSpPr>
            <a:spLocks xmlns:a="http://schemas.openxmlformats.org/drawingml/2006/main" noGrp="1"/>
          </p:cNvSpPr>
          <p:nvPr/>
        </p:nvSpPr>
        <p:spPr>
          <a:xfrm xmlns:a="http://schemas.openxmlformats.org/drawingml/2006/main" rot="0">
            <a:off x="428625" y="8992494"/>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102</a:t>
            </a:r>
          </a:p>
        </p:txBody>
      </p:sp>
      <p:sp>
        <p:nvSpPr>
          <p:cNvPr id="112" name="text_111">
            <a:extLst xmlns:a="http://schemas.openxmlformats.org/drawingml/2006/main">
              <a:ext uri="{FF2B5EF4-FFF2-40B4-BE49-F238E27FC236}">
                <a16:creationId xmlns:a16="http://schemas.microsoft.com/office/drawing/2014/main" id="{959515EE-38B0-4859-8BB3-855B082D0DB5}"/>
              </a:ext>
            </a:extLst>
          </p:cNvPr>
          <p:cNvSpPr>
            <a:spLocks xmlns:a="http://schemas.openxmlformats.org/drawingml/2006/main" noGrp="1"/>
          </p:cNvSpPr>
          <p:nvPr/>
        </p:nvSpPr>
        <p:spPr>
          <a:xfrm xmlns:a="http://schemas.openxmlformats.org/drawingml/2006/main" rot="0">
            <a:off x="1619250" y="8992494"/>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108</a:t>
            </a:r>
          </a:p>
        </p:txBody>
      </p:sp>
      <p:sp>
        <p:nvSpPr>
          <p:cNvPr id="113" name="text_112">
            <a:extLst xmlns:a="http://schemas.openxmlformats.org/drawingml/2006/main">
              <a:ext uri="{FF2B5EF4-FFF2-40B4-BE49-F238E27FC236}">
                <a16:creationId xmlns:a16="http://schemas.microsoft.com/office/drawing/2014/main" id="{F879D2CC-4265-40E6-ACC2-B39682811CC4}"/>
              </a:ext>
            </a:extLst>
          </p:cNvPr>
          <p:cNvSpPr>
            <a:spLocks xmlns:a="http://schemas.openxmlformats.org/drawingml/2006/main" noGrp="1"/>
          </p:cNvSpPr>
          <p:nvPr/>
        </p:nvSpPr>
        <p:spPr>
          <a:xfrm xmlns:a="http://schemas.openxmlformats.org/drawingml/2006/main" rot="0">
            <a:off x="2809875" y="8992494"/>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114</a:t>
            </a:r>
          </a:p>
        </p:txBody>
      </p:sp>
      <p:sp>
        <p:nvSpPr>
          <p:cNvPr id="114" name="text_113">
            <a:extLst xmlns:a="http://schemas.openxmlformats.org/drawingml/2006/main">
              <a:ext uri="{FF2B5EF4-FFF2-40B4-BE49-F238E27FC236}">
                <a16:creationId xmlns:a16="http://schemas.microsoft.com/office/drawing/2014/main" id="{34405F10-A328-41DB-A0B2-8343CDD9A3C9}"/>
              </a:ext>
            </a:extLst>
          </p:cNvPr>
          <p:cNvSpPr>
            <a:spLocks xmlns:a="http://schemas.openxmlformats.org/drawingml/2006/main" noGrp="1"/>
          </p:cNvSpPr>
          <p:nvPr/>
        </p:nvSpPr>
        <p:spPr>
          <a:xfrm xmlns:a="http://schemas.openxmlformats.org/drawingml/2006/main" rot="0">
            <a:off x="314325" y="8849619"/>
            <a:ext cx="28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xmlns:a="http://schemas.openxmlformats.org/drawingml/2006/main">
            <a:pPr algn="r">
              <a:defRPr sz="1125" b="0">
                <a:solidFill>
                  <a:srgbClr val="000000"/>
                </a:solidFill>
                <a:latin typeface="Arial"/>
                <a:ea typeface="Arial"/>
                <a:cs typeface="Arial"/>
              </a:defRPr>
            </a:pPr>
            <a:r>
              <a:rPr sz="1125" b="0">
                <a:solidFill>
                  <a:srgbClr val="000000"/>
                </a:solidFill>
                <a:latin typeface="Arial"/>
                <a:ea typeface="Arial"/>
                <a:cs typeface="Arial"/>
              </a:rPr>
              <a:t>28</a:t>
            </a:r>
          </a:p>
        </p:txBody>
      </p:sp>
      <p:sp>
        <p:nvSpPr>
          <p:cNvPr id="115" name="text_114">
            <a:extLst xmlns:a="http://schemas.openxmlformats.org/drawingml/2006/main">
              <a:ext uri="{FF2B5EF4-FFF2-40B4-BE49-F238E27FC236}">
                <a16:creationId xmlns:a16="http://schemas.microsoft.com/office/drawing/2014/main" id="{FEA4ADC6-3570-416A-AC9C-6B13CF808FC9}"/>
              </a:ext>
            </a:extLst>
          </p:cNvPr>
          <p:cNvSpPr>
            <a:spLocks xmlns:a="http://schemas.openxmlformats.org/drawingml/2006/main" noGrp="1"/>
          </p:cNvSpPr>
          <p:nvPr/>
        </p:nvSpPr>
        <p:spPr>
          <a:xfrm xmlns:a="http://schemas.openxmlformats.org/drawingml/2006/main" rot="0">
            <a:off x="314325" y="7634571"/>
            <a:ext cx="28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xmlns:a="http://schemas.openxmlformats.org/drawingml/2006/main">
            <a:pPr algn="r">
              <a:defRPr sz="1125" b="0">
                <a:solidFill>
                  <a:srgbClr val="000000"/>
                </a:solidFill>
                <a:latin typeface="Arial"/>
                <a:ea typeface="Arial"/>
                <a:cs typeface="Arial"/>
              </a:defRPr>
            </a:pPr>
            <a:r>
              <a:rPr sz="1125" b="0">
                <a:solidFill>
                  <a:srgbClr val="000000"/>
                </a:solidFill>
                <a:latin typeface="Arial"/>
                <a:ea typeface="Arial"/>
                <a:cs typeface="Arial"/>
              </a:rPr>
              <a:t>33</a:t>
            </a:r>
          </a:p>
        </p:txBody>
      </p:sp>
      <p:sp>
        <p:nvSpPr>
          <p:cNvPr id="116" name="text_115">
            <a:extLst xmlns:a="http://schemas.openxmlformats.org/drawingml/2006/main">
              <a:ext uri="{FF2B5EF4-FFF2-40B4-BE49-F238E27FC236}">
                <a16:creationId xmlns:a16="http://schemas.microsoft.com/office/drawing/2014/main" id="{CCF534B1-5244-478D-9092-AAEE17F00D59}"/>
              </a:ext>
            </a:extLst>
          </p:cNvPr>
          <p:cNvSpPr>
            <a:spLocks xmlns:a="http://schemas.openxmlformats.org/drawingml/2006/main" noGrp="1"/>
          </p:cNvSpPr>
          <p:nvPr/>
        </p:nvSpPr>
        <p:spPr>
          <a:xfrm xmlns:a="http://schemas.openxmlformats.org/drawingml/2006/main" rot="0">
            <a:off x="314325" y="6486525"/>
            <a:ext cx="28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xmlns:a="http://schemas.openxmlformats.org/drawingml/2006/main">
            <a:pPr algn="r">
              <a:defRPr sz="1125" b="0">
                <a:solidFill>
                  <a:srgbClr val="000000"/>
                </a:solidFill>
                <a:latin typeface="Arial"/>
                <a:ea typeface="Arial"/>
                <a:cs typeface="Arial"/>
              </a:defRPr>
            </a:pPr>
            <a:r>
              <a:rPr sz="1125" b="0">
                <a:solidFill>
                  <a:srgbClr val="000000"/>
                </a:solidFill>
                <a:latin typeface="Arial"/>
                <a:ea typeface="Arial"/>
                <a:cs typeface="Arial"/>
              </a:rPr>
              <a:t>38</a:t>
            </a:r>
          </a:p>
        </p:txBody>
      </p:sp>
      <p:sp>
        <p:nvSpPr>
          <p:cNvPr id="117" name="ellipse_116">
            <a:extLst xmlns:a="http://schemas.openxmlformats.org/drawingml/2006/main">
              <a:ext uri="{FF2B5EF4-FFF2-40B4-BE49-F238E27FC236}">
                <a16:creationId xmlns:a16="http://schemas.microsoft.com/office/drawing/2014/main" id="{788BECD7-50A8-49FA-98E8-F49FA4FEB30E}"/>
              </a:ext>
            </a:extLst>
          </p:cNvPr>
          <p:cNvSpPr>
            <a:spLocks xmlns:a="http://schemas.openxmlformats.org/drawingml/2006/main" noGrp="1"/>
          </p:cNvSpPr>
          <p:nvPr/>
        </p:nvSpPr>
        <p:spPr>
          <a:xfrm xmlns:a="http://schemas.openxmlformats.org/drawingml/2006/main" rot="0">
            <a:off x="2820761" y="8622474"/>
            <a:ext cx="114300" cy="114300"/>
          </a:xfrm>
          <a:prstGeom xmlns:a="http://schemas.openxmlformats.org/drawingml/2006/main" prst="ellipse">
            <a:avLst/>
          </a:prstGeom>
          <a:solidFill xmlns:a="http://schemas.openxmlformats.org/drawingml/2006/main">
            <a:srgbClr val="FFFFFF"/>
          </a:solidFill>
          <a:ln xmlns:a="http://schemas.openxmlformats.org/drawingml/2006/main" w="17145">
            <a:solidFill>
              <a:srgbClr val="FFFFFF"/>
            </a:solidFill>
            <a:prstDash val="solid"/>
          </a:ln>
        </p:spPr>
      </p:sp>
      <p:sp>
        <p:nvSpPr>
          <p:cNvPr id="118" name="ellipse_117">
            <a:extLst xmlns:a="http://schemas.openxmlformats.org/drawingml/2006/main">
              <a:ext uri="{FF2B5EF4-FFF2-40B4-BE49-F238E27FC236}">
                <a16:creationId xmlns:a16="http://schemas.microsoft.com/office/drawing/2014/main" id="{D6FDB9FB-23B6-48BA-8788-EBFDC60E9E08}"/>
              </a:ext>
            </a:extLst>
          </p:cNvPr>
          <p:cNvSpPr>
            <a:spLocks xmlns:a="http://schemas.openxmlformats.org/drawingml/2006/main" noGrp="1"/>
          </p:cNvSpPr>
          <p:nvPr/>
        </p:nvSpPr>
        <p:spPr>
          <a:xfrm xmlns:a="http://schemas.openxmlformats.org/drawingml/2006/main" rot="0">
            <a:off x="2839811" y="8641524"/>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0072B2"/>
            </a:solidFill>
            <a:prstDash val="solid"/>
          </a:ln>
        </p:spPr>
      </p:sp>
      <p:sp>
        <p:nvSpPr>
          <p:cNvPr id="119" name="text_118">
            <a:extLst xmlns:a="http://schemas.openxmlformats.org/drawingml/2006/main">
              <a:ext uri="{FF2B5EF4-FFF2-40B4-BE49-F238E27FC236}">
                <a16:creationId xmlns:a16="http://schemas.microsoft.com/office/drawing/2014/main" id="{4066C855-441E-48D5-AA33-639294D1F600}"/>
              </a:ext>
            </a:extLst>
          </p:cNvPr>
          <p:cNvSpPr>
            <a:spLocks xmlns:a="http://schemas.openxmlformats.org/drawingml/2006/main" noGrp="1"/>
          </p:cNvSpPr>
          <p:nvPr/>
        </p:nvSpPr>
        <p:spPr>
          <a:xfrm xmlns:a="http://schemas.openxmlformats.org/drawingml/2006/main" rot="0">
            <a:off x="2649311" y="8451024"/>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1">
                <a:solidFill>
                  <a:srgbClr val="0072B2"/>
                </a:solidFill>
                <a:latin typeface="Arial"/>
                <a:ea typeface="Arial"/>
                <a:cs typeface="Arial"/>
              </a:defRPr>
            </a:defPPr>
            <a:lvl1pPr algn="l">
              <a:defRPr sz="1500" b="1">
                <a:solidFill>
                  <a:srgbClr val="0072B2"/>
                </a:solidFill>
                <a:latin typeface="Arial"/>
                <a:ea typeface="Arial"/>
                <a:cs typeface="Arial"/>
              </a:defRPr>
            </a:lvl1pPr>
            <a:lvl2pPr algn="l">
              <a:defRPr sz="1500" b="1">
                <a:solidFill>
                  <a:srgbClr val="0072B2"/>
                </a:solidFill>
                <a:latin typeface="Arial"/>
                <a:ea typeface="Arial"/>
                <a:cs typeface="Arial"/>
              </a:defRPr>
            </a:lvl2pPr>
            <a:lvl3pPr algn="l">
              <a:defRPr sz="1500" b="1">
                <a:solidFill>
                  <a:srgbClr val="0072B2"/>
                </a:solidFill>
                <a:latin typeface="Arial"/>
                <a:ea typeface="Arial"/>
                <a:cs typeface="Arial"/>
              </a:defRPr>
            </a:lvl3pPr>
            <a:lvl4pPr algn="l">
              <a:defRPr sz="1500" b="1">
                <a:solidFill>
                  <a:srgbClr val="0072B2"/>
                </a:solidFill>
                <a:latin typeface="Arial"/>
                <a:ea typeface="Arial"/>
                <a:cs typeface="Arial"/>
              </a:defRPr>
            </a:lvl4pPr>
            <a:lvl5pPr algn="l">
              <a:defRPr sz="1500" b="1">
                <a:solidFill>
                  <a:srgbClr val="0072B2"/>
                </a:solidFill>
                <a:latin typeface="Arial"/>
                <a:ea typeface="Arial"/>
                <a:cs typeface="Arial"/>
              </a:defRPr>
            </a:lvl5pPr>
            <a:lvl6pPr algn="l">
              <a:defRPr sz="1500" b="1">
                <a:solidFill>
                  <a:srgbClr val="0072B2"/>
                </a:solidFill>
                <a:latin typeface="Arial"/>
                <a:ea typeface="Arial"/>
                <a:cs typeface="Arial"/>
              </a:defRPr>
            </a:lvl6pPr>
            <a:lvl7pPr algn="l">
              <a:defRPr sz="1500" b="1">
                <a:solidFill>
                  <a:srgbClr val="0072B2"/>
                </a:solidFill>
                <a:latin typeface="Arial"/>
                <a:ea typeface="Arial"/>
                <a:cs typeface="Arial"/>
              </a:defRPr>
            </a:lvl7pPr>
            <a:lvl8pPr algn="l">
              <a:defRPr sz="1500" b="1">
                <a:solidFill>
                  <a:srgbClr val="0072B2"/>
                </a:solidFill>
                <a:latin typeface="Arial"/>
                <a:ea typeface="Arial"/>
                <a:cs typeface="Arial"/>
              </a:defRPr>
            </a:lvl8pPr>
            <a:lvl9pPr algn="l">
              <a:defRPr sz="1500" b="1">
                <a:solidFill>
                  <a:srgbClr val="0072B2"/>
                </a:solidFill>
                <a:latin typeface="Arial"/>
                <a:ea typeface="Arial"/>
                <a:cs typeface="Arial"/>
              </a:defRPr>
            </a:lvl9pPr>
          </a:lstStyle>
          <a:p xmlns:a="http://schemas.openxmlformats.org/drawingml/2006/main">
            <a:pPr algn="l">
              <a:defRPr sz="1500" b="1">
                <a:solidFill>
                  <a:srgbClr val="0072B2"/>
                </a:solidFill>
                <a:latin typeface="Arial"/>
                <a:ea typeface="Arial"/>
                <a:cs typeface="Arial"/>
              </a:defRPr>
            </a:pPr>
            <a:r>
              <a:rPr sz="1500" b="1">
                <a:solidFill>
                  <a:srgbClr val="0072B2"/>
                </a:solidFill>
                <a:latin typeface="Arial"/>
                <a:ea typeface="Arial"/>
                <a:cs typeface="Arial"/>
              </a:rPr>
              <a:t>A</a:t>
            </a:r>
          </a:p>
        </p:txBody>
      </p:sp>
      <p:sp>
        <p:nvSpPr>
          <p:cNvPr id="120" name="ellipse_119">
            <a:extLst xmlns:a="http://schemas.openxmlformats.org/drawingml/2006/main">
              <a:ext uri="{FF2B5EF4-FFF2-40B4-BE49-F238E27FC236}">
                <a16:creationId xmlns:a16="http://schemas.microsoft.com/office/drawing/2014/main" id="{3982A67B-A1F7-4C08-B6B0-062AA4299DF0}"/>
              </a:ext>
            </a:extLst>
          </p:cNvPr>
          <p:cNvSpPr>
            <a:spLocks xmlns:a="http://schemas.openxmlformats.org/drawingml/2006/main" noGrp="1"/>
          </p:cNvSpPr>
          <p:nvPr/>
        </p:nvSpPr>
        <p:spPr>
          <a:xfrm xmlns:a="http://schemas.openxmlformats.org/drawingml/2006/main" rot="0">
            <a:off x="2334791" y="6838097"/>
            <a:ext cx="114300" cy="114300"/>
          </a:xfrm>
          <a:prstGeom xmlns:a="http://schemas.openxmlformats.org/drawingml/2006/main" prst="ellipse">
            <a:avLst/>
          </a:prstGeom>
          <a:solidFill xmlns:a="http://schemas.openxmlformats.org/drawingml/2006/main">
            <a:srgbClr val="FFFFFF"/>
          </a:solidFill>
          <a:ln xmlns:a="http://schemas.openxmlformats.org/drawingml/2006/main" w="17145">
            <a:solidFill>
              <a:srgbClr val="FFFFFF"/>
            </a:solidFill>
            <a:prstDash val="solid"/>
          </a:ln>
        </p:spPr>
      </p:sp>
      <p:sp>
        <p:nvSpPr>
          <p:cNvPr id="121" name="ellipse_120">
            <a:extLst xmlns:a="http://schemas.openxmlformats.org/drawingml/2006/main">
              <a:ext uri="{FF2B5EF4-FFF2-40B4-BE49-F238E27FC236}">
                <a16:creationId xmlns:a16="http://schemas.microsoft.com/office/drawing/2014/main" id="{43AF488B-EF97-4334-97D6-34E1108BBC85}"/>
              </a:ext>
            </a:extLst>
          </p:cNvPr>
          <p:cNvSpPr>
            <a:spLocks xmlns:a="http://schemas.openxmlformats.org/drawingml/2006/main" noGrp="1"/>
          </p:cNvSpPr>
          <p:nvPr/>
        </p:nvSpPr>
        <p:spPr>
          <a:xfrm xmlns:a="http://schemas.openxmlformats.org/drawingml/2006/main" rot="0">
            <a:off x="2353841" y="6857147"/>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D55E00"/>
            </a:solidFill>
            <a:prstDash val="solid"/>
          </a:ln>
        </p:spPr>
      </p:sp>
      <p:sp>
        <p:nvSpPr>
          <p:cNvPr id="122" name="text_121">
            <a:extLst xmlns:a="http://schemas.openxmlformats.org/drawingml/2006/main">
              <a:ext uri="{FF2B5EF4-FFF2-40B4-BE49-F238E27FC236}">
                <a16:creationId xmlns:a16="http://schemas.microsoft.com/office/drawing/2014/main" id="{5764DA6D-E76A-4688-BF52-8ECEA532E4CB}"/>
              </a:ext>
            </a:extLst>
          </p:cNvPr>
          <p:cNvSpPr>
            <a:spLocks xmlns:a="http://schemas.openxmlformats.org/drawingml/2006/main" noGrp="1"/>
          </p:cNvSpPr>
          <p:nvPr/>
        </p:nvSpPr>
        <p:spPr>
          <a:xfrm xmlns:a="http://schemas.openxmlformats.org/drawingml/2006/main" rot="0">
            <a:off x="2468141" y="6666647"/>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1">
                <a:solidFill>
                  <a:srgbClr val="D55E00"/>
                </a:solidFill>
                <a:latin typeface="Arial"/>
                <a:ea typeface="Arial"/>
                <a:cs typeface="Arial"/>
              </a:defRPr>
            </a:defPPr>
            <a:lvl1pPr algn="l">
              <a:defRPr sz="1500" b="1">
                <a:solidFill>
                  <a:srgbClr val="D55E00"/>
                </a:solidFill>
                <a:latin typeface="Arial"/>
                <a:ea typeface="Arial"/>
                <a:cs typeface="Arial"/>
              </a:defRPr>
            </a:lvl1pPr>
            <a:lvl2pPr algn="l">
              <a:defRPr sz="1500" b="1">
                <a:solidFill>
                  <a:srgbClr val="D55E00"/>
                </a:solidFill>
                <a:latin typeface="Arial"/>
                <a:ea typeface="Arial"/>
                <a:cs typeface="Arial"/>
              </a:defRPr>
            </a:lvl2pPr>
            <a:lvl3pPr algn="l">
              <a:defRPr sz="1500" b="1">
                <a:solidFill>
                  <a:srgbClr val="D55E00"/>
                </a:solidFill>
                <a:latin typeface="Arial"/>
                <a:ea typeface="Arial"/>
                <a:cs typeface="Arial"/>
              </a:defRPr>
            </a:lvl3pPr>
            <a:lvl4pPr algn="l">
              <a:defRPr sz="1500" b="1">
                <a:solidFill>
                  <a:srgbClr val="D55E00"/>
                </a:solidFill>
                <a:latin typeface="Arial"/>
                <a:ea typeface="Arial"/>
                <a:cs typeface="Arial"/>
              </a:defRPr>
            </a:lvl4pPr>
            <a:lvl5pPr algn="l">
              <a:defRPr sz="1500" b="1">
                <a:solidFill>
                  <a:srgbClr val="D55E00"/>
                </a:solidFill>
                <a:latin typeface="Arial"/>
                <a:ea typeface="Arial"/>
                <a:cs typeface="Arial"/>
              </a:defRPr>
            </a:lvl5pPr>
            <a:lvl6pPr algn="l">
              <a:defRPr sz="1500" b="1">
                <a:solidFill>
                  <a:srgbClr val="D55E00"/>
                </a:solidFill>
                <a:latin typeface="Arial"/>
                <a:ea typeface="Arial"/>
                <a:cs typeface="Arial"/>
              </a:defRPr>
            </a:lvl6pPr>
            <a:lvl7pPr algn="l">
              <a:defRPr sz="1500" b="1">
                <a:solidFill>
                  <a:srgbClr val="D55E00"/>
                </a:solidFill>
                <a:latin typeface="Arial"/>
                <a:ea typeface="Arial"/>
                <a:cs typeface="Arial"/>
              </a:defRPr>
            </a:lvl7pPr>
            <a:lvl8pPr algn="l">
              <a:defRPr sz="1500" b="1">
                <a:solidFill>
                  <a:srgbClr val="D55E00"/>
                </a:solidFill>
                <a:latin typeface="Arial"/>
                <a:ea typeface="Arial"/>
                <a:cs typeface="Arial"/>
              </a:defRPr>
            </a:lvl8pPr>
            <a:lvl9pPr algn="l">
              <a:defRPr sz="1500" b="1">
                <a:solidFill>
                  <a:srgbClr val="D55E00"/>
                </a:solidFill>
                <a:latin typeface="Arial"/>
                <a:ea typeface="Arial"/>
                <a:cs typeface="Arial"/>
              </a:defRPr>
            </a:lvl9pPr>
          </a:lstStyle>
          <a:p xmlns:a="http://schemas.openxmlformats.org/drawingml/2006/main">
            <a:pPr algn="l">
              <a:defRPr sz="1500" b="1">
                <a:solidFill>
                  <a:srgbClr val="D55E00"/>
                </a:solidFill>
                <a:latin typeface="Arial"/>
                <a:ea typeface="Arial"/>
                <a:cs typeface="Arial"/>
              </a:defRPr>
            </a:pPr>
            <a:r>
              <a:rPr sz="1500" b="1">
                <a:solidFill>
                  <a:srgbClr val="D55E00"/>
                </a:solidFill>
                <a:latin typeface="Arial"/>
                <a:ea typeface="Arial"/>
                <a:cs typeface="Arial"/>
              </a:rPr>
              <a:t>B</a:t>
            </a:r>
          </a:p>
        </p:txBody>
      </p:sp>
      <p:sp>
        <p:nvSpPr>
          <p:cNvPr id="123" name="ellipse_122">
            <a:extLst xmlns:a="http://schemas.openxmlformats.org/drawingml/2006/main">
              <a:ext uri="{FF2B5EF4-FFF2-40B4-BE49-F238E27FC236}">
                <a16:creationId xmlns:a16="http://schemas.microsoft.com/office/drawing/2014/main" id="{72D87BDE-9D98-4719-A521-1B8E771995F8}"/>
              </a:ext>
            </a:extLst>
          </p:cNvPr>
          <p:cNvSpPr>
            <a:spLocks xmlns:a="http://schemas.openxmlformats.org/drawingml/2006/main" noGrp="1"/>
          </p:cNvSpPr>
          <p:nvPr/>
        </p:nvSpPr>
        <p:spPr>
          <a:xfrm xmlns:a="http://schemas.openxmlformats.org/drawingml/2006/main" rot="0">
            <a:off x="1314256" y="8333115"/>
            <a:ext cx="114300" cy="114300"/>
          </a:xfrm>
          <a:prstGeom xmlns:a="http://schemas.openxmlformats.org/drawingml/2006/main" prst="ellipse">
            <a:avLst/>
          </a:prstGeom>
          <a:solidFill xmlns:a="http://schemas.openxmlformats.org/drawingml/2006/main">
            <a:srgbClr val="FFFFFF"/>
          </a:solidFill>
          <a:ln xmlns:a="http://schemas.openxmlformats.org/drawingml/2006/main" w="17145">
            <a:solidFill>
              <a:srgbClr val="FFFFFF"/>
            </a:solidFill>
            <a:prstDash val="solid"/>
          </a:ln>
        </p:spPr>
      </p:sp>
      <p:sp>
        <p:nvSpPr>
          <p:cNvPr id="124" name="ellipse_123">
            <a:extLst xmlns:a="http://schemas.openxmlformats.org/drawingml/2006/main">
              <a:ext uri="{FF2B5EF4-FFF2-40B4-BE49-F238E27FC236}">
                <a16:creationId xmlns:a16="http://schemas.microsoft.com/office/drawing/2014/main" id="{44EA6251-5D6C-4879-8352-B05DE4AFB409}"/>
              </a:ext>
            </a:extLst>
          </p:cNvPr>
          <p:cNvSpPr>
            <a:spLocks xmlns:a="http://schemas.openxmlformats.org/drawingml/2006/main" noGrp="1"/>
          </p:cNvSpPr>
          <p:nvPr/>
        </p:nvSpPr>
        <p:spPr>
          <a:xfrm xmlns:a="http://schemas.openxmlformats.org/drawingml/2006/main" rot="0">
            <a:off x="1333306" y="8352165"/>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009E73"/>
            </a:solidFill>
            <a:prstDash val="solid"/>
          </a:ln>
        </p:spPr>
      </p:sp>
      <p:sp>
        <p:nvSpPr>
          <p:cNvPr id="125" name="text_124">
            <a:extLst xmlns:a="http://schemas.openxmlformats.org/drawingml/2006/main">
              <a:ext uri="{FF2B5EF4-FFF2-40B4-BE49-F238E27FC236}">
                <a16:creationId xmlns:a16="http://schemas.microsoft.com/office/drawing/2014/main" id="{23A07277-11C7-4F9D-B32C-BEE04822BB5B}"/>
              </a:ext>
            </a:extLst>
          </p:cNvPr>
          <p:cNvSpPr>
            <a:spLocks xmlns:a="http://schemas.openxmlformats.org/drawingml/2006/main" noGrp="1"/>
          </p:cNvSpPr>
          <p:nvPr/>
        </p:nvSpPr>
        <p:spPr>
          <a:xfrm xmlns:a="http://schemas.openxmlformats.org/drawingml/2006/main" rot="0">
            <a:off x="1447606" y="8161665"/>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1">
                <a:solidFill>
                  <a:srgbClr val="009E73"/>
                </a:solidFill>
                <a:latin typeface="Arial"/>
                <a:ea typeface="Arial"/>
                <a:cs typeface="Arial"/>
              </a:defRPr>
            </a:defPPr>
            <a:lvl1pPr algn="l">
              <a:defRPr sz="1500" b="1">
                <a:solidFill>
                  <a:srgbClr val="009E73"/>
                </a:solidFill>
                <a:latin typeface="Arial"/>
                <a:ea typeface="Arial"/>
                <a:cs typeface="Arial"/>
              </a:defRPr>
            </a:lvl1pPr>
            <a:lvl2pPr algn="l">
              <a:defRPr sz="1500" b="1">
                <a:solidFill>
                  <a:srgbClr val="009E73"/>
                </a:solidFill>
                <a:latin typeface="Arial"/>
                <a:ea typeface="Arial"/>
                <a:cs typeface="Arial"/>
              </a:defRPr>
            </a:lvl2pPr>
            <a:lvl3pPr algn="l">
              <a:defRPr sz="1500" b="1">
                <a:solidFill>
                  <a:srgbClr val="009E73"/>
                </a:solidFill>
                <a:latin typeface="Arial"/>
                <a:ea typeface="Arial"/>
                <a:cs typeface="Arial"/>
              </a:defRPr>
            </a:lvl3pPr>
            <a:lvl4pPr algn="l">
              <a:defRPr sz="1500" b="1">
                <a:solidFill>
                  <a:srgbClr val="009E73"/>
                </a:solidFill>
                <a:latin typeface="Arial"/>
                <a:ea typeface="Arial"/>
                <a:cs typeface="Arial"/>
              </a:defRPr>
            </a:lvl4pPr>
            <a:lvl5pPr algn="l">
              <a:defRPr sz="1500" b="1">
                <a:solidFill>
                  <a:srgbClr val="009E73"/>
                </a:solidFill>
                <a:latin typeface="Arial"/>
                <a:ea typeface="Arial"/>
                <a:cs typeface="Arial"/>
              </a:defRPr>
            </a:lvl5pPr>
            <a:lvl6pPr algn="l">
              <a:defRPr sz="1500" b="1">
                <a:solidFill>
                  <a:srgbClr val="009E73"/>
                </a:solidFill>
                <a:latin typeface="Arial"/>
                <a:ea typeface="Arial"/>
                <a:cs typeface="Arial"/>
              </a:defRPr>
            </a:lvl6pPr>
            <a:lvl7pPr algn="l">
              <a:defRPr sz="1500" b="1">
                <a:solidFill>
                  <a:srgbClr val="009E73"/>
                </a:solidFill>
                <a:latin typeface="Arial"/>
                <a:ea typeface="Arial"/>
                <a:cs typeface="Arial"/>
              </a:defRPr>
            </a:lvl7pPr>
            <a:lvl8pPr algn="l">
              <a:defRPr sz="1500" b="1">
                <a:solidFill>
                  <a:srgbClr val="009E73"/>
                </a:solidFill>
                <a:latin typeface="Arial"/>
                <a:ea typeface="Arial"/>
                <a:cs typeface="Arial"/>
              </a:defRPr>
            </a:lvl8pPr>
            <a:lvl9pPr algn="l">
              <a:defRPr sz="1500" b="1">
                <a:solidFill>
                  <a:srgbClr val="009E73"/>
                </a:solidFill>
                <a:latin typeface="Arial"/>
                <a:ea typeface="Arial"/>
                <a:cs typeface="Arial"/>
              </a:defRPr>
            </a:lvl9pPr>
          </a:lstStyle>
          <a:p xmlns:a="http://schemas.openxmlformats.org/drawingml/2006/main">
            <a:pPr algn="l">
              <a:defRPr sz="1500" b="1">
                <a:solidFill>
                  <a:srgbClr val="009E73"/>
                </a:solidFill>
                <a:latin typeface="Arial"/>
                <a:ea typeface="Arial"/>
                <a:cs typeface="Arial"/>
              </a:defRPr>
            </a:pPr>
            <a:r>
              <a:rPr sz="1500" b="1">
                <a:solidFill>
                  <a:srgbClr val="009E73"/>
                </a:solidFill>
                <a:latin typeface="Arial"/>
                <a:ea typeface="Arial"/>
                <a:cs typeface="Arial"/>
              </a:rPr>
              <a:t>C</a:t>
            </a:r>
          </a:p>
        </p:txBody>
      </p:sp>
      <p:sp>
        <p:nvSpPr>
          <p:cNvPr id="126" name="text_125">
            <a:extLst xmlns:a="http://schemas.openxmlformats.org/drawingml/2006/main">
              <a:ext uri="{FF2B5EF4-FFF2-40B4-BE49-F238E27FC236}">
                <a16:creationId xmlns:a16="http://schemas.microsoft.com/office/drawing/2014/main" id="{31BCCCCC-BC61-4B45-A5CB-5AC31B8E1E32}"/>
              </a:ext>
            </a:extLst>
          </p:cNvPr>
          <p:cNvSpPr>
            <a:spLocks xmlns:a="http://schemas.openxmlformats.org/drawingml/2006/main" noGrp="1"/>
          </p:cNvSpPr>
          <p:nvPr/>
        </p:nvSpPr>
        <p:spPr>
          <a:xfrm xmlns:a="http://schemas.openxmlformats.org/drawingml/2006/main" rot="0">
            <a:off x="3438525" y="6334125"/>
            <a:ext cx="2667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425" b="1">
                <a:solidFill>
                  <a:srgbClr val="000000"/>
                </a:solidFill>
                <a:latin typeface="Arial"/>
                <a:ea typeface="Arial"/>
                <a:cs typeface="Arial"/>
              </a:defRPr>
            </a:defPPr>
            <a:lvl1pPr algn="ctr">
              <a:defRPr sz="1425" b="1">
                <a:solidFill>
                  <a:srgbClr val="000000"/>
                </a:solidFill>
                <a:latin typeface="Arial"/>
                <a:ea typeface="Arial"/>
                <a:cs typeface="Arial"/>
              </a:defRPr>
            </a:lvl1pPr>
            <a:lvl2pPr algn="ctr">
              <a:defRPr sz="1425" b="1">
                <a:solidFill>
                  <a:srgbClr val="000000"/>
                </a:solidFill>
                <a:latin typeface="Arial"/>
                <a:ea typeface="Arial"/>
                <a:cs typeface="Arial"/>
              </a:defRPr>
            </a:lvl2pPr>
            <a:lvl3pPr algn="ctr">
              <a:defRPr sz="1425" b="1">
                <a:solidFill>
                  <a:srgbClr val="000000"/>
                </a:solidFill>
                <a:latin typeface="Arial"/>
                <a:ea typeface="Arial"/>
                <a:cs typeface="Arial"/>
              </a:defRPr>
            </a:lvl3pPr>
            <a:lvl4pPr algn="ctr">
              <a:defRPr sz="1425" b="1">
                <a:solidFill>
                  <a:srgbClr val="000000"/>
                </a:solidFill>
                <a:latin typeface="Arial"/>
                <a:ea typeface="Arial"/>
                <a:cs typeface="Arial"/>
              </a:defRPr>
            </a:lvl4pPr>
            <a:lvl5pPr algn="ctr">
              <a:defRPr sz="1425" b="1">
                <a:solidFill>
                  <a:srgbClr val="000000"/>
                </a:solidFill>
                <a:latin typeface="Arial"/>
                <a:ea typeface="Arial"/>
                <a:cs typeface="Arial"/>
              </a:defRPr>
            </a:lvl5pPr>
            <a:lvl6pPr algn="ctr">
              <a:defRPr sz="1425" b="1">
                <a:solidFill>
                  <a:srgbClr val="000000"/>
                </a:solidFill>
                <a:latin typeface="Arial"/>
                <a:ea typeface="Arial"/>
                <a:cs typeface="Arial"/>
              </a:defRPr>
            </a:lvl6pPr>
            <a:lvl7pPr algn="ctr">
              <a:defRPr sz="1425" b="1">
                <a:solidFill>
                  <a:srgbClr val="000000"/>
                </a:solidFill>
                <a:latin typeface="Arial"/>
                <a:ea typeface="Arial"/>
                <a:cs typeface="Arial"/>
              </a:defRPr>
            </a:lvl7pPr>
            <a:lvl8pPr algn="ctr">
              <a:defRPr sz="1425" b="1">
                <a:solidFill>
                  <a:srgbClr val="000000"/>
                </a:solidFill>
                <a:latin typeface="Arial"/>
                <a:ea typeface="Arial"/>
                <a:cs typeface="Arial"/>
              </a:defRPr>
            </a:lvl8pPr>
            <a:lvl9pPr algn="ctr">
              <a:defRPr sz="1425" b="1">
                <a:solidFill>
                  <a:srgbClr val="000000"/>
                </a:solidFill>
                <a:latin typeface="Arial"/>
                <a:ea typeface="Arial"/>
                <a:cs typeface="Arial"/>
              </a:defRPr>
            </a:lvl9pPr>
          </a:lstStyle>
          <a:p xmlns:a="http://schemas.openxmlformats.org/drawingml/2006/main">
            <a:pPr algn="ctr">
              <a:defRPr sz="1425" b="1">
                <a:solidFill>
                  <a:srgbClr val="000000"/>
                </a:solidFill>
                <a:latin typeface="Arial"/>
                <a:ea typeface="Arial"/>
                <a:cs typeface="Arial"/>
              </a:defRPr>
            </a:pPr>
            <a:r>
              <a:rPr sz="1425" b="1">
                <a:solidFill>
                  <a:srgbClr val="000000"/>
                </a:solidFill>
                <a:latin typeface="Arial"/>
                <a:ea typeface="Arial"/>
                <a:cs typeface="Arial"/>
              </a:rPr>
              <a:t>Analysis: 100 km smoothing</a:t>
            </a:r>
          </a:p>
        </p:txBody>
      </p:sp>
      <p:pic>
        <p:nvPicPr>
          <p:cNvPr id="127" name="">
            <a:extLst xmlns:a="http://schemas.openxmlformats.org/drawingml/2006/main">
              <a:ext uri="{FF2B5EF4-FFF2-40B4-BE49-F238E27FC236}">
                <a16:creationId xmlns:a16="http://schemas.microsoft.com/office/drawing/2014/main" id="{5FE5EE2C-1B6A-495F-80F0-3B65EDE107D4}"/>
              </a:ext>
            </a:extLst>
          </p:cNvPr>
          <p:cNvPicPr>
            <a:picLocks xmlns:a="http://schemas.openxmlformats.org/drawingml/2006/main" noChangeAspect="1"/>
          </p:cNvPicPr>
          <p:nvPr/>
        </p:nvPicPr>
        <p:blipFill>
          <a:blip xmlns:r="http://schemas.openxmlformats.org/officeDocument/2006/relationships" xmlns:a="http://schemas.openxmlformats.org/drawingml/2006/main" r:embed="R8eccc4fa42544053"/>
          <a:stretch xmlns:a="http://schemas.openxmlformats.org/drawingml/2006/main"/>
        </p:blipFill>
        <p:spPr>
          <a:xfrm xmlns:a="http://schemas.openxmlformats.org/drawingml/2006/main">
            <a:off x="3581538" y="6581775"/>
            <a:ext cx="2380974" cy="2363094"/>
          </a:xfrm>
          <a:prstGeom xmlns:a="http://schemas.openxmlformats.org/drawingml/2006/main" prst="rect">
            <a:avLst/>
          </a:prstGeom>
        </p:spPr>
      </p:pic>
      <p:sp>
        <p:nvSpPr>
          <p:cNvPr id="128" name="rect_127">
            <a:extLst xmlns:a="http://schemas.openxmlformats.org/drawingml/2006/main">
              <a:ext uri="{FF2B5EF4-FFF2-40B4-BE49-F238E27FC236}">
                <a16:creationId xmlns:a16="http://schemas.microsoft.com/office/drawing/2014/main" id="{C32AD2DD-F480-4787-85E7-C72AD7B04B8A}"/>
              </a:ext>
            </a:extLst>
          </p:cNvPr>
          <p:cNvSpPr>
            <a:spLocks xmlns:a="http://schemas.openxmlformats.org/drawingml/2006/main" noGrp="1"/>
          </p:cNvSpPr>
          <p:nvPr/>
        </p:nvSpPr>
        <p:spPr>
          <a:xfrm xmlns:a="http://schemas.openxmlformats.org/drawingml/2006/main" rot="0">
            <a:off x="3581400" y="6581775"/>
            <a:ext cx="2381250" cy="2363094"/>
          </a:xfrm>
          <a:prstGeom xmlns:a="http://schemas.openxmlformats.org/drawingml/2006/main" prst="rect">
            <a:avLst/>
          </a:prstGeom>
          <a:noFill xmlns:a="http://schemas.openxmlformats.org/drawingml/2006/main"/>
          <a:ln xmlns:a="http://schemas.openxmlformats.org/drawingml/2006/main" w="6191">
            <a:solidFill>
              <a:srgbClr val="6A7278"/>
            </a:solidFill>
            <a:prstDash val="solid"/>
          </a:ln>
        </p:spPr>
      </p:sp>
      <p:sp>
        <p:nvSpPr>
          <p:cNvPr id="129" name="text_128">
            <a:extLst xmlns:a="http://schemas.openxmlformats.org/drawingml/2006/main">
              <a:ext uri="{FF2B5EF4-FFF2-40B4-BE49-F238E27FC236}">
                <a16:creationId xmlns:a16="http://schemas.microsoft.com/office/drawing/2014/main" id="{0DA5FD37-4B92-48EF-BE96-A6B3E2D1FCA9}"/>
              </a:ext>
            </a:extLst>
          </p:cNvPr>
          <p:cNvSpPr>
            <a:spLocks xmlns:a="http://schemas.openxmlformats.org/drawingml/2006/main" noGrp="1"/>
          </p:cNvSpPr>
          <p:nvPr/>
        </p:nvSpPr>
        <p:spPr>
          <a:xfrm xmlns:a="http://schemas.openxmlformats.org/drawingml/2006/main" rot="0">
            <a:off x="3343275" y="8992494"/>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102</a:t>
            </a:r>
          </a:p>
        </p:txBody>
      </p:sp>
      <p:sp>
        <p:nvSpPr>
          <p:cNvPr id="130" name="text_129">
            <a:extLst xmlns:a="http://schemas.openxmlformats.org/drawingml/2006/main">
              <a:ext uri="{FF2B5EF4-FFF2-40B4-BE49-F238E27FC236}">
                <a16:creationId xmlns:a16="http://schemas.microsoft.com/office/drawing/2014/main" id="{BDF373F2-F9A0-474F-82EF-886D4D412BB6}"/>
              </a:ext>
            </a:extLst>
          </p:cNvPr>
          <p:cNvSpPr>
            <a:spLocks xmlns:a="http://schemas.openxmlformats.org/drawingml/2006/main" noGrp="1"/>
          </p:cNvSpPr>
          <p:nvPr/>
        </p:nvSpPr>
        <p:spPr>
          <a:xfrm xmlns:a="http://schemas.openxmlformats.org/drawingml/2006/main" rot="0">
            <a:off x="4533900" y="8992494"/>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108</a:t>
            </a:r>
          </a:p>
        </p:txBody>
      </p:sp>
      <p:sp>
        <p:nvSpPr>
          <p:cNvPr id="131" name="text_130">
            <a:extLst xmlns:a="http://schemas.openxmlformats.org/drawingml/2006/main">
              <a:ext uri="{FF2B5EF4-FFF2-40B4-BE49-F238E27FC236}">
                <a16:creationId xmlns:a16="http://schemas.microsoft.com/office/drawing/2014/main" id="{FC2E42F3-23D5-458A-969A-62E5EF849CC2}"/>
              </a:ext>
            </a:extLst>
          </p:cNvPr>
          <p:cNvSpPr>
            <a:spLocks xmlns:a="http://schemas.openxmlformats.org/drawingml/2006/main" noGrp="1"/>
          </p:cNvSpPr>
          <p:nvPr/>
        </p:nvSpPr>
        <p:spPr>
          <a:xfrm xmlns:a="http://schemas.openxmlformats.org/drawingml/2006/main" rot="0">
            <a:off x="5724525" y="8992494"/>
            <a:ext cx="476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xmlns:a="http://schemas.openxmlformats.org/drawingml/2006/main">
            <a:pPr algn="ctr">
              <a:defRPr sz="1125" b="0">
                <a:solidFill>
                  <a:srgbClr val="000000"/>
                </a:solidFill>
                <a:latin typeface="Arial"/>
                <a:ea typeface="Arial"/>
                <a:cs typeface="Arial"/>
              </a:defRPr>
            </a:pPr>
            <a:r>
              <a:rPr sz="1125" b="0">
                <a:solidFill>
                  <a:srgbClr val="000000"/>
                </a:solidFill>
                <a:latin typeface="Arial"/>
                <a:ea typeface="Arial"/>
                <a:cs typeface="Arial"/>
              </a:rPr>
              <a:t>114</a:t>
            </a:r>
          </a:p>
        </p:txBody>
      </p:sp>
      <p:sp>
        <p:nvSpPr>
          <p:cNvPr id="132" name="text_131">
            <a:extLst xmlns:a="http://schemas.openxmlformats.org/drawingml/2006/main">
              <a:ext uri="{FF2B5EF4-FFF2-40B4-BE49-F238E27FC236}">
                <a16:creationId xmlns:a16="http://schemas.microsoft.com/office/drawing/2014/main" id="{4B009EF1-3D8F-479B-B71E-8E49BF87F137}"/>
              </a:ext>
            </a:extLst>
          </p:cNvPr>
          <p:cNvSpPr>
            <a:spLocks xmlns:a="http://schemas.openxmlformats.org/drawingml/2006/main" noGrp="1"/>
          </p:cNvSpPr>
          <p:nvPr/>
        </p:nvSpPr>
        <p:spPr>
          <a:xfrm xmlns:a="http://schemas.openxmlformats.org/drawingml/2006/main" rot="0">
            <a:off x="3228975" y="8849619"/>
            <a:ext cx="28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xmlns:a="http://schemas.openxmlformats.org/drawingml/2006/main">
            <a:pPr algn="r">
              <a:defRPr sz="1125" b="0">
                <a:solidFill>
                  <a:srgbClr val="000000"/>
                </a:solidFill>
                <a:latin typeface="Arial"/>
                <a:ea typeface="Arial"/>
                <a:cs typeface="Arial"/>
              </a:defRPr>
            </a:pPr>
            <a:r>
              <a:rPr sz="1125" b="0">
                <a:solidFill>
                  <a:srgbClr val="000000"/>
                </a:solidFill>
                <a:latin typeface="Arial"/>
                <a:ea typeface="Arial"/>
                <a:cs typeface="Arial"/>
              </a:rPr>
              <a:t>28</a:t>
            </a:r>
          </a:p>
        </p:txBody>
      </p:sp>
      <p:sp>
        <p:nvSpPr>
          <p:cNvPr id="133" name="text_132">
            <a:extLst xmlns:a="http://schemas.openxmlformats.org/drawingml/2006/main">
              <a:ext uri="{FF2B5EF4-FFF2-40B4-BE49-F238E27FC236}">
                <a16:creationId xmlns:a16="http://schemas.microsoft.com/office/drawing/2014/main" id="{261DB45C-0B98-4E9F-906C-7563C995420B}"/>
              </a:ext>
            </a:extLst>
          </p:cNvPr>
          <p:cNvSpPr>
            <a:spLocks xmlns:a="http://schemas.openxmlformats.org/drawingml/2006/main" noGrp="1"/>
          </p:cNvSpPr>
          <p:nvPr/>
        </p:nvSpPr>
        <p:spPr>
          <a:xfrm xmlns:a="http://schemas.openxmlformats.org/drawingml/2006/main" rot="0">
            <a:off x="3228975" y="7634571"/>
            <a:ext cx="28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xmlns:a="http://schemas.openxmlformats.org/drawingml/2006/main">
            <a:pPr algn="r">
              <a:defRPr sz="1125" b="0">
                <a:solidFill>
                  <a:srgbClr val="000000"/>
                </a:solidFill>
                <a:latin typeface="Arial"/>
                <a:ea typeface="Arial"/>
                <a:cs typeface="Arial"/>
              </a:defRPr>
            </a:pPr>
            <a:r>
              <a:rPr sz="1125" b="0">
                <a:solidFill>
                  <a:srgbClr val="000000"/>
                </a:solidFill>
                <a:latin typeface="Arial"/>
                <a:ea typeface="Arial"/>
                <a:cs typeface="Arial"/>
              </a:rPr>
              <a:t>33</a:t>
            </a:r>
          </a:p>
        </p:txBody>
      </p:sp>
      <p:sp>
        <p:nvSpPr>
          <p:cNvPr id="134" name="text_133">
            <a:extLst xmlns:a="http://schemas.openxmlformats.org/drawingml/2006/main">
              <a:ext uri="{FF2B5EF4-FFF2-40B4-BE49-F238E27FC236}">
                <a16:creationId xmlns:a16="http://schemas.microsoft.com/office/drawing/2014/main" id="{80EBAC21-1643-496F-B71B-32A9D558ECE6}"/>
              </a:ext>
            </a:extLst>
          </p:cNvPr>
          <p:cNvSpPr>
            <a:spLocks xmlns:a="http://schemas.openxmlformats.org/drawingml/2006/main" noGrp="1"/>
          </p:cNvSpPr>
          <p:nvPr/>
        </p:nvSpPr>
        <p:spPr>
          <a:xfrm xmlns:a="http://schemas.openxmlformats.org/drawingml/2006/main" rot="0">
            <a:off x="3228975" y="6486525"/>
            <a:ext cx="28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xmlns:a="http://schemas.openxmlformats.org/drawingml/2006/main">
            <a:pPr algn="r">
              <a:defRPr sz="1125" b="0">
                <a:solidFill>
                  <a:srgbClr val="000000"/>
                </a:solidFill>
                <a:latin typeface="Arial"/>
                <a:ea typeface="Arial"/>
                <a:cs typeface="Arial"/>
              </a:defRPr>
            </a:pPr>
            <a:r>
              <a:rPr sz="1125" b="0">
                <a:solidFill>
                  <a:srgbClr val="000000"/>
                </a:solidFill>
                <a:latin typeface="Arial"/>
                <a:ea typeface="Arial"/>
                <a:cs typeface="Arial"/>
              </a:rPr>
              <a:t>38</a:t>
            </a:r>
          </a:p>
        </p:txBody>
      </p:sp>
      <p:sp>
        <p:nvSpPr>
          <p:cNvPr id="135" name="ellipse_134">
            <a:extLst xmlns:a="http://schemas.openxmlformats.org/drawingml/2006/main">
              <a:ext uri="{FF2B5EF4-FFF2-40B4-BE49-F238E27FC236}">
                <a16:creationId xmlns:a16="http://schemas.microsoft.com/office/drawing/2014/main" id="{204E0AAE-84DA-4780-9F26-AF89AF98BB7D}"/>
              </a:ext>
            </a:extLst>
          </p:cNvPr>
          <p:cNvSpPr>
            <a:spLocks xmlns:a="http://schemas.openxmlformats.org/drawingml/2006/main" noGrp="1"/>
          </p:cNvSpPr>
          <p:nvPr/>
        </p:nvSpPr>
        <p:spPr>
          <a:xfrm xmlns:a="http://schemas.openxmlformats.org/drawingml/2006/main" rot="0">
            <a:off x="5735411" y="8622474"/>
            <a:ext cx="114300" cy="114300"/>
          </a:xfrm>
          <a:prstGeom xmlns:a="http://schemas.openxmlformats.org/drawingml/2006/main" prst="ellipse">
            <a:avLst/>
          </a:prstGeom>
          <a:solidFill xmlns:a="http://schemas.openxmlformats.org/drawingml/2006/main">
            <a:srgbClr val="FFFFFF"/>
          </a:solidFill>
          <a:ln xmlns:a="http://schemas.openxmlformats.org/drawingml/2006/main" w="17145">
            <a:solidFill>
              <a:srgbClr val="FFFFFF"/>
            </a:solidFill>
            <a:prstDash val="solid"/>
          </a:ln>
        </p:spPr>
      </p:sp>
      <p:sp>
        <p:nvSpPr>
          <p:cNvPr id="136" name="ellipse_135">
            <a:extLst xmlns:a="http://schemas.openxmlformats.org/drawingml/2006/main">
              <a:ext uri="{FF2B5EF4-FFF2-40B4-BE49-F238E27FC236}">
                <a16:creationId xmlns:a16="http://schemas.microsoft.com/office/drawing/2014/main" id="{6765B562-CB71-4581-B63B-B0297466CDBB}"/>
              </a:ext>
            </a:extLst>
          </p:cNvPr>
          <p:cNvSpPr>
            <a:spLocks xmlns:a="http://schemas.openxmlformats.org/drawingml/2006/main" noGrp="1"/>
          </p:cNvSpPr>
          <p:nvPr/>
        </p:nvSpPr>
        <p:spPr>
          <a:xfrm xmlns:a="http://schemas.openxmlformats.org/drawingml/2006/main" rot="0">
            <a:off x="5754461" y="8641524"/>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0072B2"/>
            </a:solidFill>
            <a:prstDash val="solid"/>
          </a:ln>
        </p:spPr>
      </p:sp>
      <p:sp>
        <p:nvSpPr>
          <p:cNvPr id="137" name="text_136">
            <a:extLst xmlns:a="http://schemas.openxmlformats.org/drawingml/2006/main">
              <a:ext uri="{FF2B5EF4-FFF2-40B4-BE49-F238E27FC236}">
                <a16:creationId xmlns:a16="http://schemas.microsoft.com/office/drawing/2014/main" id="{B58C31BC-29AD-42D9-B00F-85E76550915B}"/>
              </a:ext>
            </a:extLst>
          </p:cNvPr>
          <p:cNvSpPr>
            <a:spLocks xmlns:a="http://schemas.openxmlformats.org/drawingml/2006/main" noGrp="1"/>
          </p:cNvSpPr>
          <p:nvPr/>
        </p:nvSpPr>
        <p:spPr>
          <a:xfrm xmlns:a="http://schemas.openxmlformats.org/drawingml/2006/main" rot="0">
            <a:off x="5563961" y="8451024"/>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1">
                <a:solidFill>
                  <a:srgbClr val="0072B2"/>
                </a:solidFill>
                <a:latin typeface="Arial"/>
                <a:ea typeface="Arial"/>
                <a:cs typeface="Arial"/>
              </a:defRPr>
            </a:defPPr>
            <a:lvl1pPr algn="l">
              <a:defRPr sz="1500" b="1">
                <a:solidFill>
                  <a:srgbClr val="0072B2"/>
                </a:solidFill>
                <a:latin typeface="Arial"/>
                <a:ea typeface="Arial"/>
                <a:cs typeface="Arial"/>
              </a:defRPr>
            </a:lvl1pPr>
            <a:lvl2pPr algn="l">
              <a:defRPr sz="1500" b="1">
                <a:solidFill>
                  <a:srgbClr val="0072B2"/>
                </a:solidFill>
                <a:latin typeface="Arial"/>
                <a:ea typeface="Arial"/>
                <a:cs typeface="Arial"/>
              </a:defRPr>
            </a:lvl2pPr>
            <a:lvl3pPr algn="l">
              <a:defRPr sz="1500" b="1">
                <a:solidFill>
                  <a:srgbClr val="0072B2"/>
                </a:solidFill>
                <a:latin typeface="Arial"/>
                <a:ea typeface="Arial"/>
                <a:cs typeface="Arial"/>
              </a:defRPr>
            </a:lvl3pPr>
            <a:lvl4pPr algn="l">
              <a:defRPr sz="1500" b="1">
                <a:solidFill>
                  <a:srgbClr val="0072B2"/>
                </a:solidFill>
                <a:latin typeface="Arial"/>
                <a:ea typeface="Arial"/>
                <a:cs typeface="Arial"/>
              </a:defRPr>
            </a:lvl4pPr>
            <a:lvl5pPr algn="l">
              <a:defRPr sz="1500" b="1">
                <a:solidFill>
                  <a:srgbClr val="0072B2"/>
                </a:solidFill>
                <a:latin typeface="Arial"/>
                <a:ea typeface="Arial"/>
                <a:cs typeface="Arial"/>
              </a:defRPr>
            </a:lvl5pPr>
            <a:lvl6pPr algn="l">
              <a:defRPr sz="1500" b="1">
                <a:solidFill>
                  <a:srgbClr val="0072B2"/>
                </a:solidFill>
                <a:latin typeface="Arial"/>
                <a:ea typeface="Arial"/>
                <a:cs typeface="Arial"/>
              </a:defRPr>
            </a:lvl6pPr>
            <a:lvl7pPr algn="l">
              <a:defRPr sz="1500" b="1">
                <a:solidFill>
                  <a:srgbClr val="0072B2"/>
                </a:solidFill>
                <a:latin typeface="Arial"/>
                <a:ea typeface="Arial"/>
                <a:cs typeface="Arial"/>
              </a:defRPr>
            </a:lvl7pPr>
            <a:lvl8pPr algn="l">
              <a:defRPr sz="1500" b="1">
                <a:solidFill>
                  <a:srgbClr val="0072B2"/>
                </a:solidFill>
                <a:latin typeface="Arial"/>
                <a:ea typeface="Arial"/>
                <a:cs typeface="Arial"/>
              </a:defRPr>
            </a:lvl8pPr>
            <a:lvl9pPr algn="l">
              <a:defRPr sz="1500" b="1">
                <a:solidFill>
                  <a:srgbClr val="0072B2"/>
                </a:solidFill>
                <a:latin typeface="Arial"/>
                <a:ea typeface="Arial"/>
                <a:cs typeface="Arial"/>
              </a:defRPr>
            </a:lvl9pPr>
          </a:lstStyle>
          <a:p xmlns:a="http://schemas.openxmlformats.org/drawingml/2006/main">
            <a:pPr algn="l">
              <a:defRPr sz="1500" b="1">
                <a:solidFill>
                  <a:srgbClr val="0072B2"/>
                </a:solidFill>
                <a:latin typeface="Arial"/>
                <a:ea typeface="Arial"/>
                <a:cs typeface="Arial"/>
              </a:defRPr>
            </a:pPr>
            <a:r>
              <a:rPr sz="1500" b="1">
                <a:solidFill>
                  <a:srgbClr val="0072B2"/>
                </a:solidFill>
                <a:latin typeface="Arial"/>
                <a:ea typeface="Arial"/>
                <a:cs typeface="Arial"/>
              </a:rPr>
              <a:t>A</a:t>
            </a:r>
          </a:p>
        </p:txBody>
      </p:sp>
      <p:sp>
        <p:nvSpPr>
          <p:cNvPr id="138" name="ellipse_137">
            <a:extLst xmlns:a="http://schemas.openxmlformats.org/drawingml/2006/main">
              <a:ext uri="{FF2B5EF4-FFF2-40B4-BE49-F238E27FC236}">
                <a16:creationId xmlns:a16="http://schemas.microsoft.com/office/drawing/2014/main" id="{9E3792A7-DDF0-428B-9AE4-147D321B1D1E}"/>
              </a:ext>
            </a:extLst>
          </p:cNvPr>
          <p:cNvSpPr>
            <a:spLocks xmlns:a="http://schemas.openxmlformats.org/drawingml/2006/main" noGrp="1"/>
          </p:cNvSpPr>
          <p:nvPr/>
        </p:nvSpPr>
        <p:spPr>
          <a:xfrm xmlns:a="http://schemas.openxmlformats.org/drawingml/2006/main" rot="0">
            <a:off x="5249441" y="6838097"/>
            <a:ext cx="114300" cy="114300"/>
          </a:xfrm>
          <a:prstGeom xmlns:a="http://schemas.openxmlformats.org/drawingml/2006/main" prst="ellipse">
            <a:avLst/>
          </a:prstGeom>
          <a:solidFill xmlns:a="http://schemas.openxmlformats.org/drawingml/2006/main">
            <a:srgbClr val="FFFFFF"/>
          </a:solidFill>
          <a:ln xmlns:a="http://schemas.openxmlformats.org/drawingml/2006/main" w="17145">
            <a:solidFill>
              <a:srgbClr val="FFFFFF"/>
            </a:solidFill>
            <a:prstDash val="solid"/>
          </a:ln>
        </p:spPr>
      </p:sp>
      <p:sp>
        <p:nvSpPr>
          <p:cNvPr id="139" name="ellipse_138">
            <a:extLst xmlns:a="http://schemas.openxmlformats.org/drawingml/2006/main">
              <a:ext uri="{FF2B5EF4-FFF2-40B4-BE49-F238E27FC236}">
                <a16:creationId xmlns:a16="http://schemas.microsoft.com/office/drawing/2014/main" id="{BFC474CF-E87A-40AD-991C-8A0166624780}"/>
              </a:ext>
            </a:extLst>
          </p:cNvPr>
          <p:cNvSpPr>
            <a:spLocks xmlns:a="http://schemas.openxmlformats.org/drawingml/2006/main" noGrp="1"/>
          </p:cNvSpPr>
          <p:nvPr/>
        </p:nvSpPr>
        <p:spPr>
          <a:xfrm xmlns:a="http://schemas.openxmlformats.org/drawingml/2006/main" rot="0">
            <a:off x="5268491" y="6857147"/>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D55E00"/>
            </a:solidFill>
            <a:prstDash val="solid"/>
          </a:ln>
        </p:spPr>
      </p:sp>
      <p:sp>
        <p:nvSpPr>
          <p:cNvPr id="140" name="text_139">
            <a:extLst xmlns:a="http://schemas.openxmlformats.org/drawingml/2006/main">
              <a:ext uri="{FF2B5EF4-FFF2-40B4-BE49-F238E27FC236}">
                <a16:creationId xmlns:a16="http://schemas.microsoft.com/office/drawing/2014/main" id="{130D3F99-2A71-4D24-B323-344B2B30AF3E}"/>
              </a:ext>
            </a:extLst>
          </p:cNvPr>
          <p:cNvSpPr>
            <a:spLocks xmlns:a="http://schemas.openxmlformats.org/drawingml/2006/main" noGrp="1"/>
          </p:cNvSpPr>
          <p:nvPr/>
        </p:nvSpPr>
        <p:spPr>
          <a:xfrm xmlns:a="http://schemas.openxmlformats.org/drawingml/2006/main" rot="0">
            <a:off x="5382791" y="6666647"/>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1">
                <a:solidFill>
                  <a:srgbClr val="D55E00"/>
                </a:solidFill>
                <a:latin typeface="Arial"/>
                <a:ea typeface="Arial"/>
                <a:cs typeface="Arial"/>
              </a:defRPr>
            </a:defPPr>
            <a:lvl1pPr algn="l">
              <a:defRPr sz="1500" b="1">
                <a:solidFill>
                  <a:srgbClr val="D55E00"/>
                </a:solidFill>
                <a:latin typeface="Arial"/>
                <a:ea typeface="Arial"/>
                <a:cs typeface="Arial"/>
              </a:defRPr>
            </a:lvl1pPr>
            <a:lvl2pPr algn="l">
              <a:defRPr sz="1500" b="1">
                <a:solidFill>
                  <a:srgbClr val="D55E00"/>
                </a:solidFill>
                <a:latin typeface="Arial"/>
                <a:ea typeface="Arial"/>
                <a:cs typeface="Arial"/>
              </a:defRPr>
            </a:lvl2pPr>
            <a:lvl3pPr algn="l">
              <a:defRPr sz="1500" b="1">
                <a:solidFill>
                  <a:srgbClr val="D55E00"/>
                </a:solidFill>
                <a:latin typeface="Arial"/>
                <a:ea typeface="Arial"/>
                <a:cs typeface="Arial"/>
              </a:defRPr>
            </a:lvl3pPr>
            <a:lvl4pPr algn="l">
              <a:defRPr sz="1500" b="1">
                <a:solidFill>
                  <a:srgbClr val="D55E00"/>
                </a:solidFill>
                <a:latin typeface="Arial"/>
                <a:ea typeface="Arial"/>
                <a:cs typeface="Arial"/>
              </a:defRPr>
            </a:lvl4pPr>
            <a:lvl5pPr algn="l">
              <a:defRPr sz="1500" b="1">
                <a:solidFill>
                  <a:srgbClr val="D55E00"/>
                </a:solidFill>
                <a:latin typeface="Arial"/>
                <a:ea typeface="Arial"/>
                <a:cs typeface="Arial"/>
              </a:defRPr>
            </a:lvl5pPr>
            <a:lvl6pPr algn="l">
              <a:defRPr sz="1500" b="1">
                <a:solidFill>
                  <a:srgbClr val="D55E00"/>
                </a:solidFill>
                <a:latin typeface="Arial"/>
                <a:ea typeface="Arial"/>
                <a:cs typeface="Arial"/>
              </a:defRPr>
            </a:lvl6pPr>
            <a:lvl7pPr algn="l">
              <a:defRPr sz="1500" b="1">
                <a:solidFill>
                  <a:srgbClr val="D55E00"/>
                </a:solidFill>
                <a:latin typeface="Arial"/>
                <a:ea typeface="Arial"/>
                <a:cs typeface="Arial"/>
              </a:defRPr>
            </a:lvl7pPr>
            <a:lvl8pPr algn="l">
              <a:defRPr sz="1500" b="1">
                <a:solidFill>
                  <a:srgbClr val="D55E00"/>
                </a:solidFill>
                <a:latin typeface="Arial"/>
                <a:ea typeface="Arial"/>
                <a:cs typeface="Arial"/>
              </a:defRPr>
            </a:lvl8pPr>
            <a:lvl9pPr algn="l">
              <a:defRPr sz="1500" b="1">
                <a:solidFill>
                  <a:srgbClr val="D55E00"/>
                </a:solidFill>
                <a:latin typeface="Arial"/>
                <a:ea typeface="Arial"/>
                <a:cs typeface="Arial"/>
              </a:defRPr>
            </a:lvl9pPr>
          </a:lstStyle>
          <a:p xmlns:a="http://schemas.openxmlformats.org/drawingml/2006/main">
            <a:pPr algn="l">
              <a:defRPr sz="1500" b="1">
                <a:solidFill>
                  <a:srgbClr val="D55E00"/>
                </a:solidFill>
                <a:latin typeface="Arial"/>
                <a:ea typeface="Arial"/>
                <a:cs typeface="Arial"/>
              </a:defRPr>
            </a:pPr>
            <a:r>
              <a:rPr sz="1500" b="1">
                <a:solidFill>
                  <a:srgbClr val="D55E00"/>
                </a:solidFill>
                <a:latin typeface="Arial"/>
                <a:ea typeface="Arial"/>
                <a:cs typeface="Arial"/>
              </a:rPr>
              <a:t>B</a:t>
            </a:r>
          </a:p>
        </p:txBody>
      </p:sp>
      <p:sp>
        <p:nvSpPr>
          <p:cNvPr id="141" name="ellipse_140">
            <a:extLst xmlns:a="http://schemas.openxmlformats.org/drawingml/2006/main">
              <a:ext uri="{FF2B5EF4-FFF2-40B4-BE49-F238E27FC236}">
                <a16:creationId xmlns:a16="http://schemas.microsoft.com/office/drawing/2014/main" id="{9D6C56E4-67A8-43C0-B79B-025B05C56917}"/>
              </a:ext>
            </a:extLst>
          </p:cNvPr>
          <p:cNvSpPr>
            <a:spLocks xmlns:a="http://schemas.openxmlformats.org/drawingml/2006/main" noGrp="1"/>
          </p:cNvSpPr>
          <p:nvPr/>
        </p:nvSpPr>
        <p:spPr>
          <a:xfrm xmlns:a="http://schemas.openxmlformats.org/drawingml/2006/main" rot="0">
            <a:off x="4228906" y="8333115"/>
            <a:ext cx="114300" cy="114300"/>
          </a:xfrm>
          <a:prstGeom xmlns:a="http://schemas.openxmlformats.org/drawingml/2006/main" prst="ellipse">
            <a:avLst/>
          </a:prstGeom>
          <a:solidFill xmlns:a="http://schemas.openxmlformats.org/drawingml/2006/main">
            <a:srgbClr val="FFFFFF"/>
          </a:solidFill>
          <a:ln xmlns:a="http://schemas.openxmlformats.org/drawingml/2006/main" w="17145">
            <a:solidFill>
              <a:srgbClr val="FFFFFF"/>
            </a:solidFill>
            <a:prstDash val="solid"/>
          </a:ln>
        </p:spPr>
      </p:sp>
      <p:sp>
        <p:nvSpPr>
          <p:cNvPr id="142" name="ellipse_141">
            <a:extLst xmlns:a="http://schemas.openxmlformats.org/drawingml/2006/main">
              <a:ext uri="{FF2B5EF4-FFF2-40B4-BE49-F238E27FC236}">
                <a16:creationId xmlns:a16="http://schemas.microsoft.com/office/drawing/2014/main" id="{353A8213-442C-43AC-B228-33631853018E}"/>
              </a:ext>
            </a:extLst>
          </p:cNvPr>
          <p:cNvSpPr>
            <a:spLocks xmlns:a="http://schemas.openxmlformats.org/drawingml/2006/main" noGrp="1"/>
          </p:cNvSpPr>
          <p:nvPr/>
        </p:nvSpPr>
        <p:spPr>
          <a:xfrm xmlns:a="http://schemas.openxmlformats.org/drawingml/2006/main" rot="0">
            <a:off x="4247956" y="8352165"/>
            <a:ext cx="76200" cy="76200"/>
          </a:xfrm>
          <a:prstGeom xmlns:a="http://schemas.openxmlformats.org/drawingml/2006/main" prst="ellipse">
            <a:avLst/>
          </a:prstGeom>
          <a:solidFill xmlns:a="http://schemas.openxmlformats.org/drawingml/2006/main">
            <a:srgbClr val="FFFFFF"/>
          </a:solidFill>
          <a:ln xmlns:a="http://schemas.openxmlformats.org/drawingml/2006/main" w="17145">
            <a:solidFill>
              <a:srgbClr val="009E73"/>
            </a:solidFill>
            <a:prstDash val="solid"/>
          </a:ln>
        </p:spPr>
      </p:sp>
      <p:sp>
        <p:nvSpPr>
          <p:cNvPr id="143" name="text_142">
            <a:extLst xmlns:a="http://schemas.openxmlformats.org/drawingml/2006/main">
              <a:ext uri="{FF2B5EF4-FFF2-40B4-BE49-F238E27FC236}">
                <a16:creationId xmlns:a16="http://schemas.microsoft.com/office/drawing/2014/main" id="{4826A8C5-A686-4EAD-9D05-8A0F49D370B6}"/>
              </a:ext>
            </a:extLst>
          </p:cNvPr>
          <p:cNvSpPr>
            <a:spLocks xmlns:a="http://schemas.openxmlformats.org/drawingml/2006/main" noGrp="1"/>
          </p:cNvSpPr>
          <p:nvPr/>
        </p:nvSpPr>
        <p:spPr>
          <a:xfrm xmlns:a="http://schemas.openxmlformats.org/drawingml/2006/main" rot="0">
            <a:off x="4362256" y="8161665"/>
            <a:ext cx="247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1">
                <a:solidFill>
                  <a:srgbClr val="009E73"/>
                </a:solidFill>
                <a:latin typeface="Arial"/>
                <a:ea typeface="Arial"/>
                <a:cs typeface="Arial"/>
              </a:defRPr>
            </a:defPPr>
            <a:lvl1pPr algn="l">
              <a:defRPr sz="1500" b="1">
                <a:solidFill>
                  <a:srgbClr val="009E73"/>
                </a:solidFill>
                <a:latin typeface="Arial"/>
                <a:ea typeface="Arial"/>
                <a:cs typeface="Arial"/>
              </a:defRPr>
            </a:lvl1pPr>
            <a:lvl2pPr algn="l">
              <a:defRPr sz="1500" b="1">
                <a:solidFill>
                  <a:srgbClr val="009E73"/>
                </a:solidFill>
                <a:latin typeface="Arial"/>
                <a:ea typeface="Arial"/>
                <a:cs typeface="Arial"/>
              </a:defRPr>
            </a:lvl2pPr>
            <a:lvl3pPr algn="l">
              <a:defRPr sz="1500" b="1">
                <a:solidFill>
                  <a:srgbClr val="009E73"/>
                </a:solidFill>
                <a:latin typeface="Arial"/>
                <a:ea typeface="Arial"/>
                <a:cs typeface="Arial"/>
              </a:defRPr>
            </a:lvl3pPr>
            <a:lvl4pPr algn="l">
              <a:defRPr sz="1500" b="1">
                <a:solidFill>
                  <a:srgbClr val="009E73"/>
                </a:solidFill>
                <a:latin typeface="Arial"/>
                <a:ea typeface="Arial"/>
                <a:cs typeface="Arial"/>
              </a:defRPr>
            </a:lvl4pPr>
            <a:lvl5pPr algn="l">
              <a:defRPr sz="1500" b="1">
                <a:solidFill>
                  <a:srgbClr val="009E73"/>
                </a:solidFill>
                <a:latin typeface="Arial"/>
                <a:ea typeface="Arial"/>
                <a:cs typeface="Arial"/>
              </a:defRPr>
            </a:lvl5pPr>
            <a:lvl6pPr algn="l">
              <a:defRPr sz="1500" b="1">
                <a:solidFill>
                  <a:srgbClr val="009E73"/>
                </a:solidFill>
                <a:latin typeface="Arial"/>
                <a:ea typeface="Arial"/>
                <a:cs typeface="Arial"/>
              </a:defRPr>
            </a:lvl6pPr>
            <a:lvl7pPr algn="l">
              <a:defRPr sz="1500" b="1">
                <a:solidFill>
                  <a:srgbClr val="009E73"/>
                </a:solidFill>
                <a:latin typeface="Arial"/>
                <a:ea typeface="Arial"/>
                <a:cs typeface="Arial"/>
              </a:defRPr>
            </a:lvl7pPr>
            <a:lvl8pPr algn="l">
              <a:defRPr sz="1500" b="1">
                <a:solidFill>
                  <a:srgbClr val="009E73"/>
                </a:solidFill>
                <a:latin typeface="Arial"/>
                <a:ea typeface="Arial"/>
                <a:cs typeface="Arial"/>
              </a:defRPr>
            </a:lvl8pPr>
            <a:lvl9pPr algn="l">
              <a:defRPr sz="1500" b="1">
                <a:solidFill>
                  <a:srgbClr val="009E73"/>
                </a:solidFill>
                <a:latin typeface="Arial"/>
                <a:ea typeface="Arial"/>
                <a:cs typeface="Arial"/>
              </a:defRPr>
            </a:lvl9pPr>
          </a:lstStyle>
          <a:p xmlns:a="http://schemas.openxmlformats.org/drawingml/2006/main">
            <a:pPr algn="l">
              <a:defRPr sz="1500" b="1">
                <a:solidFill>
                  <a:srgbClr val="009E73"/>
                </a:solidFill>
                <a:latin typeface="Arial"/>
                <a:ea typeface="Arial"/>
                <a:cs typeface="Arial"/>
              </a:defRPr>
            </a:pPr>
            <a:r>
              <a:rPr sz="1500" b="1">
                <a:solidFill>
                  <a:srgbClr val="009E73"/>
                </a:solidFill>
                <a:latin typeface="Arial"/>
                <a:ea typeface="Arial"/>
                <a:cs typeface="Arial"/>
              </a:rPr>
              <a:t>C</a:t>
            </a:r>
          </a:p>
        </p:txBody>
      </p:sp>
      <p:sp>
        <p:nvSpPr>
          <p:cNvPr id="144" name="line_143">
            <a:extLst xmlns:a="http://schemas.openxmlformats.org/drawingml/2006/main">
              <a:ext uri="{FF2B5EF4-FFF2-40B4-BE49-F238E27FC236}">
                <a16:creationId xmlns:a16="http://schemas.microsoft.com/office/drawing/2014/main" id="{8EA5A697-52DC-4928-B9C7-B448B26C543D}"/>
              </a:ext>
            </a:extLst>
          </p:cNvPr>
          <p:cNvSpPr>
            <a:spLocks xmlns:a="http://schemas.openxmlformats.org/drawingml/2006/main" noGrp="1"/>
          </p:cNvSpPr>
          <p:nvPr/>
        </p:nvSpPr>
        <p:spPr>
          <a:xfrm xmlns:a="http://schemas.openxmlformats.org/drawingml/2006/main">
            <a:off x="5170840" y="7983995"/>
            <a:ext cx="267935" cy="393732"/>
          </a:xfrm>
          <a:custGeom xmlns:a="http://schemas.openxmlformats.org/drawingml/2006/main">
            <a:pathLst>
              <a:path w="267935" h="393732">
                <a:moveTo>
                  <a:pt x="267935" y="393732"/>
                </a:moveTo>
                <a:lnTo>
                  <a:pt x="0" y="0"/>
                </a:lnTo>
              </a:path>
            </a:pathLst>
          </a:custGeom>
          <a:noFill xmlns:a="http://schemas.openxmlformats.org/drawingml/2006/main"/>
          <a:ln xmlns:a="http://schemas.openxmlformats.org/drawingml/2006/main" w="19050">
            <a:solidFill>
              <a:srgbClr val="000000"/>
            </a:solidFill>
            <a:prstDash val="solid"/>
          </a:ln>
        </p:spPr>
      </p:sp>
      <p:sp>
        <p:nvSpPr>
          <p:cNvPr id="145" name="line_144">
            <a:extLst xmlns:a="http://schemas.openxmlformats.org/drawingml/2006/main">
              <a:ext uri="{FF2B5EF4-FFF2-40B4-BE49-F238E27FC236}">
                <a16:creationId xmlns:a16="http://schemas.microsoft.com/office/drawing/2014/main" id="{5DCA3818-9FFF-4E45-BEE4-6A947A16AFF5}"/>
              </a:ext>
            </a:extLst>
          </p:cNvPr>
          <p:cNvSpPr>
            <a:spLocks xmlns:a="http://schemas.openxmlformats.org/drawingml/2006/main" noGrp="1"/>
          </p:cNvSpPr>
          <p:nvPr/>
        </p:nvSpPr>
        <p:spPr>
          <a:xfrm xmlns:a="http://schemas.openxmlformats.org/drawingml/2006/main">
            <a:off x="5170840" y="7983995"/>
            <a:ext cx="92960" cy="51953"/>
          </a:xfrm>
          <a:custGeom xmlns:a="http://schemas.openxmlformats.org/drawingml/2006/main">
            <a:pathLst>
              <a:path w="92960" h="51953">
                <a:moveTo>
                  <a:pt x="0" y="0"/>
                </a:moveTo>
                <a:lnTo>
                  <a:pt x="92960" y="51953"/>
                </a:lnTo>
              </a:path>
            </a:pathLst>
          </a:custGeom>
          <a:noFill xmlns:a="http://schemas.openxmlformats.org/drawingml/2006/main"/>
          <a:ln xmlns:a="http://schemas.openxmlformats.org/drawingml/2006/main" w="19050">
            <a:solidFill>
              <a:srgbClr val="000000"/>
            </a:solidFill>
            <a:prstDash val="solid"/>
          </a:ln>
        </p:spPr>
      </p:sp>
      <p:sp>
        <p:nvSpPr>
          <p:cNvPr id="146" name="line_145">
            <a:extLst xmlns:a="http://schemas.openxmlformats.org/drawingml/2006/main">
              <a:ext uri="{FF2B5EF4-FFF2-40B4-BE49-F238E27FC236}">
                <a16:creationId xmlns:a16="http://schemas.microsoft.com/office/drawing/2014/main" id="{298CB40D-3D30-4AB7-AFD8-096D1D7895D5}"/>
              </a:ext>
            </a:extLst>
          </p:cNvPr>
          <p:cNvSpPr>
            <a:spLocks xmlns:a="http://schemas.openxmlformats.org/drawingml/2006/main" noGrp="1"/>
          </p:cNvSpPr>
          <p:nvPr/>
        </p:nvSpPr>
        <p:spPr>
          <a:xfrm xmlns:a="http://schemas.openxmlformats.org/drawingml/2006/main">
            <a:off x="5170840" y="7983995"/>
            <a:ext cx="14214" cy="105540"/>
          </a:xfrm>
          <a:custGeom xmlns:a="http://schemas.openxmlformats.org/drawingml/2006/main">
            <a:pathLst>
              <a:path w="14214" h="105540">
                <a:moveTo>
                  <a:pt x="0" y="0"/>
                </a:moveTo>
                <a:lnTo>
                  <a:pt x="14214" y="105540"/>
                </a:lnTo>
              </a:path>
            </a:pathLst>
          </a:custGeom>
          <a:noFill xmlns:a="http://schemas.openxmlformats.org/drawingml/2006/main"/>
          <a:ln xmlns:a="http://schemas.openxmlformats.org/drawingml/2006/main" w="19050">
            <a:solidFill>
              <a:srgbClr val="000000"/>
            </a:solidFill>
            <a:prstDash val="solid"/>
          </a:ln>
        </p:spPr>
      </p:sp>
      <p:sp>
        <p:nvSpPr>
          <p:cNvPr id="147" name="text_146">
            <a:extLst xmlns:a="http://schemas.openxmlformats.org/drawingml/2006/main">
              <a:ext uri="{FF2B5EF4-FFF2-40B4-BE49-F238E27FC236}">
                <a16:creationId xmlns:a16="http://schemas.microsoft.com/office/drawing/2014/main" id="{805743DE-00A7-4414-A0B9-6295648210C3}"/>
              </a:ext>
            </a:extLst>
          </p:cNvPr>
          <p:cNvSpPr>
            <a:spLocks xmlns:a="http://schemas.openxmlformats.org/drawingml/2006/main" noGrp="1"/>
          </p:cNvSpPr>
          <p:nvPr/>
        </p:nvSpPr>
        <p:spPr>
          <a:xfrm xmlns:a="http://schemas.openxmlformats.org/drawingml/2006/main" rot="0">
            <a:off x="4951765" y="7755395"/>
            <a:ext cx="23812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425" b="1">
                <a:solidFill>
                  <a:srgbClr val="000000"/>
                </a:solidFill>
                <a:latin typeface="Arial"/>
                <a:ea typeface="Arial"/>
                <a:cs typeface="Arial"/>
              </a:defRPr>
            </a:defPPr>
            <a:lvl1pPr algn="l">
              <a:defRPr sz="1425" b="1">
                <a:solidFill>
                  <a:srgbClr val="000000"/>
                </a:solidFill>
                <a:latin typeface="Arial"/>
                <a:ea typeface="Arial"/>
                <a:cs typeface="Arial"/>
              </a:defRPr>
            </a:lvl1pPr>
            <a:lvl2pPr algn="l">
              <a:defRPr sz="1425" b="1">
                <a:solidFill>
                  <a:srgbClr val="000000"/>
                </a:solidFill>
                <a:latin typeface="Arial"/>
                <a:ea typeface="Arial"/>
                <a:cs typeface="Arial"/>
              </a:defRPr>
            </a:lvl2pPr>
            <a:lvl3pPr algn="l">
              <a:defRPr sz="1425" b="1">
                <a:solidFill>
                  <a:srgbClr val="000000"/>
                </a:solidFill>
                <a:latin typeface="Arial"/>
                <a:ea typeface="Arial"/>
                <a:cs typeface="Arial"/>
              </a:defRPr>
            </a:lvl3pPr>
            <a:lvl4pPr algn="l">
              <a:defRPr sz="1425" b="1">
                <a:solidFill>
                  <a:srgbClr val="000000"/>
                </a:solidFill>
                <a:latin typeface="Arial"/>
                <a:ea typeface="Arial"/>
                <a:cs typeface="Arial"/>
              </a:defRPr>
            </a:lvl4pPr>
            <a:lvl5pPr algn="l">
              <a:defRPr sz="1425" b="1">
                <a:solidFill>
                  <a:srgbClr val="000000"/>
                </a:solidFill>
                <a:latin typeface="Arial"/>
                <a:ea typeface="Arial"/>
                <a:cs typeface="Arial"/>
              </a:defRPr>
            </a:lvl5pPr>
            <a:lvl6pPr algn="l">
              <a:defRPr sz="1425" b="1">
                <a:solidFill>
                  <a:srgbClr val="000000"/>
                </a:solidFill>
                <a:latin typeface="Arial"/>
                <a:ea typeface="Arial"/>
                <a:cs typeface="Arial"/>
              </a:defRPr>
            </a:lvl6pPr>
            <a:lvl7pPr algn="l">
              <a:defRPr sz="1425" b="1">
                <a:solidFill>
                  <a:srgbClr val="000000"/>
                </a:solidFill>
                <a:latin typeface="Arial"/>
                <a:ea typeface="Arial"/>
                <a:cs typeface="Arial"/>
              </a:defRPr>
            </a:lvl7pPr>
            <a:lvl8pPr algn="l">
              <a:defRPr sz="1425" b="1">
                <a:solidFill>
                  <a:srgbClr val="000000"/>
                </a:solidFill>
                <a:latin typeface="Arial"/>
                <a:ea typeface="Arial"/>
                <a:cs typeface="Arial"/>
              </a:defRPr>
            </a:lvl8pPr>
            <a:lvl9pPr algn="l">
              <a:defRPr sz="1425" b="1">
                <a:solidFill>
                  <a:srgbClr val="000000"/>
                </a:solidFill>
                <a:latin typeface="Arial"/>
                <a:ea typeface="Arial"/>
                <a:cs typeface="Arial"/>
              </a:defRPr>
            </a:lvl9pPr>
          </a:lstStyle>
          <a:p xmlns:a="http://schemas.openxmlformats.org/drawingml/2006/main">
            <a:pPr algn="l">
              <a:defRPr sz="1425" b="1">
                <a:solidFill>
                  <a:srgbClr val="000000"/>
                </a:solidFill>
                <a:latin typeface="Arial"/>
                <a:ea typeface="Arial"/>
                <a:cs typeface="Arial"/>
              </a:defRPr>
            </a:pPr>
            <a:r>
              <a:rPr sz="1425" b="1">
                <a:solidFill>
                  <a:srgbClr val="000000"/>
                </a:solidFill>
                <a:latin typeface="Arial"/>
                <a:ea typeface="Arial"/>
                <a:cs typeface="Arial"/>
              </a:rPr>
              <a:t>d</a:t>
            </a:r>
          </a:p>
        </p:txBody>
      </p:sp>
      <p:sp>
        <p:nvSpPr>
          <p:cNvPr id="148" name="text_147">
            <a:extLst xmlns:a="http://schemas.openxmlformats.org/drawingml/2006/main">
              <a:ext uri="{FF2B5EF4-FFF2-40B4-BE49-F238E27FC236}">
                <a16:creationId xmlns:a16="http://schemas.microsoft.com/office/drawing/2014/main" id="{6AAC3C0E-24B8-43F5-9193-1E851F25DE5E}"/>
              </a:ext>
            </a:extLst>
          </p:cNvPr>
          <p:cNvSpPr>
            <a:spLocks xmlns:a="http://schemas.openxmlformats.org/drawingml/2006/main" noGrp="1"/>
          </p:cNvSpPr>
          <p:nvPr/>
        </p:nvSpPr>
        <p:spPr>
          <a:xfrm xmlns:a="http://schemas.openxmlformats.org/drawingml/2006/main" rot="0">
            <a:off x="7000875" y="60579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800" b="1">
                <a:solidFill>
                  <a:srgbClr val="000000"/>
                </a:solidFill>
                <a:latin typeface="Arial"/>
                <a:ea typeface="Arial"/>
                <a:cs typeface="Arial"/>
              </a:defRPr>
            </a:defPPr>
            <a:lvl1pPr algn="l">
              <a:defRPr sz="1800" b="1">
                <a:solidFill>
                  <a:srgbClr val="000000"/>
                </a:solidFill>
                <a:latin typeface="Arial"/>
                <a:ea typeface="Arial"/>
                <a:cs typeface="Arial"/>
              </a:defRPr>
            </a:lvl1pPr>
            <a:lvl2pPr algn="l">
              <a:defRPr sz="1800" b="1">
                <a:solidFill>
                  <a:srgbClr val="000000"/>
                </a:solidFill>
                <a:latin typeface="Arial"/>
                <a:ea typeface="Arial"/>
                <a:cs typeface="Arial"/>
              </a:defRPr>
            </a:lvl2pPr>
            <a:lvl3pPr algn="l">
              <a:defRPr sz="1800" b="1">
                <a:solidFill>
                  <a:srgbClr val="000000"/>
                </a:solidFill>
                <a:latin typeface="Arial"/>
                <a:ea typeface="Arial"/>
                <a:cs typeface="Arial"/>
              </a:defRPr>
            </a:lvl3pPr>
            <a:lvl4pPr algn="l">
              <a:defRPr sz="1800" b="1">
                <a:solidFill>
                  <a:srgbClr val="000000"/>
                </a:solidFill>
                <a:latin typeface="Arial"/>
                <a:ea typeface="Arial"/>
                <a:cs typeface="Arial"/>
              </a:defRPr>
            </a:lvl4pPr>
            <a:lvl5pPr algn="l">
              <a:defRPr sz="1800" b="1">
                <a:solidFill>
                  <a:srgbClr val="000000"/>
                </a:solidFill>
                <a:latin typeface="Arial"/>
                <a:ea typeface="Arial"/>
                <a:cs typeface="Arial"/>
              </a:defRPr>
            </a:lvl5pPr>
            <a:lvl6pPr algn="l">
              <a:defRPr sz="1800" b="1">
                <a:solidFill>
                  <a:srgbClr val="000000"/>
                </a:solidFill>
                <a:latin typeface="Arial"/>
                <a:ea typeface="Arial"/>
                <a:cs typeface="Arial"/>
              </a:defRPr>
            </a:lvl6pPr>
            <a:lvl7pPr algn="l">
              <a:defRPr sz="1800" b="1">
                <a:solidFill>
                  <a:srgbClr val="000000"/>
                </a:solidFill>
                <a:latin typeface="Arial"/>
                <a:ea typeface="Arial"/>
                <a:cs typeface="Arial"/>
              </a:defRPr>
            </a:lvl7pPr>
            <a:lvl8pPr algn="l">
              <a:defRPr sz="1800" b="1">
                <a:solidFill>
                  <a:srgbClr val="000000"/>
                </a:solidFill>
                <a:latin typeface="Arial"/>
                <a:ea typeface="Arial"/>
                <a:cs typeface="Arial"/>
              </a:defRPr>
            </a:lvl8pPr>
            <a:lvl9pPr algn="l">
              <a:defRPr sz="1800" b="1">
                <a:solidFill>
                  <a:srgbClr val="000000"/>
                </a:solidFill>
                <a:latin typeface="Arial"/>
                <a:ea typeface="Arial"/>
                <a:cs typeface="Arial"/>
              </a:defRPr>
            </a:lvl9pPr>
          </a:lstStyle>
          <a:p xmlns:a="http://schemas.openxmlformats.org/drawingml/2006/main">
            <a:pPr algn="l">
              <a:defRPr sz="1800" b="1">
                <a:solidFill>
                  <a:srgbClr val="000000"/>
                </a:solidFill>
                <a:latin typeface="Arial"/>
                <a:ea typeface="Arial"/>
                <a:cs typeface="Arial"/>
              </a:defRPr>
            </a:pPr>
            <a:r>
              <a:rPr sz="1800" b="1">
                <a:solidFill>
                  <a:srgbClr val="000000"/>
                </a:solidFill>
                <a:latin typeface="Arial"/>
                <a:ea typeface="Arial"/>
                <a:cs typeface="Arial"/>
              </a:rPr>
              <a:t>(d) Jul 10-20: same tracks, same fixed reference</a:t>
            </a:r>
          </a:p>
        </p:txBody>
      </p:sp>
      <p:pic>
        <p:nvPicPr>
          <p:cNvPr id="149" name="">
            <a:extLst xmlns:a="http://schemas.openxmlformats.org/drawingml/2006/main">
              <a:ext uri="{FF2B5EF4-FFF2-40B4-BE49-F238E27FC236}">
                <a16:creationId xmlns:a16="http://schemas.microsoft.com/office/drawing/2014/main" id="{E1E5E7C5-D581-40DE-9161-42BB34B7E78A}"/>
              </a:ext>
            </a:extLst>
          </p:cNvPr>
          <p:cNvPicPr>
            <a:picLocks xmlns:a="http://schemas.openxmlformats.org/drawingml/2006/main" noChangeAspect="1"/>
          </p:cNvPicPr>
          <p:nvPr/>
        </p:nvPicPr>
        <p:blipFill>
          <a:blip xmlns:r="http://schemas.openxmlformats.org/officeDocument/2006/relationships" xmlns:a="http://schemas.openxmlformats.org/drawingml/2006/main" r:embed="Re6a2d988a4c44be7"/>
          <a:stretch xmlns:a="http://schemas.openxmlformats.org/drawingml/2006/main"/>
        </p:blipFill>
        <p:spPr>
          <a:xfrm xmlns:a="http://schemas.openxmlformats.org/drawingml/2006/main">
            <a:off x="7381901" y="6619875"/>
            <a:ext cx="5810199" cy="962025"/>
          </a:xfrm>
          <a:prstGeom xmlns:a="http://schemas.openxmlformats.org/drawingml/2006/main" prst="rect">
            <a:avLst/>
          </a:prstGeom>
        </p:spPr>
      </p:pic>
      <p:sp>
        <p:nvSpPr>
          <p:cNvPr id="150" name="line_149">
            <a:extLst xmlns:a="http://schemas.openxmlformats.org/drawingml/2006/main">
              <a:ext uri="{FF2B5EF4-FFF2-40B4-BE49-F238E27FC236}">
                <a16:creationId xmlns:a16="http://schemas.microsoft.com/office/drawing/2014/main" id="{F3F7481A-1F2A-40DA-BDFE-BBFD6E42D01E}"/>
              </a:ext>
            </a:extLst>
          </p:cNvPr>
          <p:cNvSpPr>
            <a:spLocks xmlns:a="http://schemas.openxmlformats.org/drawingml/2006/main" noGrp="1"/>
          </p:cNvSpPr>
          <p:nvPr/>
        </p:nvSpPr>
        <p:spPr>
          <a:xfrm xmlns:a="http://schemas.openxmlformats.org/drawingml/2006/main">
            <a:off x="7343775" y="7581900"/>
            <a:ext cx="38100" cy="95"/>
          </a:xfrm>
          <a:custGeom xmlns:a="http://schemas.openxmlformats.org/drawingml/2006/main">
            <a:pathLst>
              <a:path w="38100" h="95">
                <a:moveTo>
                  <a:pt x="0" y="0"/>
                </a:moveTo>
                <a:lnTo>
                  <a:pt x="38100" y="0"/>
                </a:lnTo>
              </a:path>
            </a:pathLst>
          </a:custGeom>
          <a:noFill xmlns:a="http://schemas.openxmlformats.org/drawingml/2006/main"/>
          <a:ln xmlns:a="http://schemas.openxmlformats.org/drawingml/2006/main" w="7620">
            <a:solidFill>
              <a:srgbClr val="000000"/>
            </a:solidFill>
            <a:prstDash val="solid"/>
          </a:ln>
        </p:spPr>
      </p:sp>
      <p:sp>
        <p:nvSpPr>
          <p:cNvPr id="151" name="text_150">
            <a:extLst xmlns:a="http://schemas.openxmlformats.org/drawingml/2006/main">
              <a:ext uri="{FF2B5EF4-FFF2-40B4-BE49-F238E27FC236}">
                <a16:creationId xmlns:a16="http://schemas.microsoft.com/office/drawing/2014/main" id="{3D168670-7BC2-41FB-9AA9-3750E06EEF61}"/>
              </a:ext>
            </a:extLst>
          </p:cNvPr>
          <p:cNvSpPr>
            <a:spLocks xmlns:a="http://schemas.openxmlformats.org/drawingml/2006/main" noGrp="1"/>
          </p:cNvSpPr>
          <p:nvPr/>
        </p:nvSpPr>
        <p:spPr>
          <a:xfrm xmlns:a="http://schemas.openxmlformats.org/drawingml/2006/main" rot="0">
            <a:off x="7019925" y="7486650"/>
            <a:ext cx="276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152" name="line_151">
            <a:extLst xmlns:a="http://schemas.openxmlformats.org/drawingml/2006/main">
              <a:ext uri="{FF2B5EF4-FFF2-40B4-BE49-F238E27FC236}">
                <a16:creationId xmlns:a16="http://schemas.microsoft.com/office/drawing/2014/main" id="{10480758-CD92-4760-B662-0026EAC4931B}"/>
              </a:ext>
            </a:extLst>
          </p:cNvPr>
          <p:cNvSpPr>
            <a:spLocks xmlns:a="http://schemas.openxmlformats.org/drawingml/2006/main" noGrp="1"/>
          </p:cNvSpPr>
          <p:nvPr/>
        </p:nvSpPr>
        <p:spPr>
          <a:xfrm xmlns:a="http://schemas.openxmlformats.org/drawingml/2006/main">
            <a:off x="7343775" y="7100888"/>
            <a:ext cx="38100" cy="95"/>
          </a:xfrm>
          <a:custGeom xmlns:a="http://schemas.openxmlformats.org/drawingml/2006/main">
            <a:pathLst>
              <a:path w="38100" h="95">
                <a:moveTo>
                  <a:pt x="0" y="0"/>
                </a:moveTo>
                <a:lnTo>
                  <a:pt x="38100" y="0"/>
                </a:lnTo>
              </a:path>
            </a:pathLst>
          </a:custGeom>
          <a:noFill xmlns:a="http://schemas.openxmlformats.org/drawingml/2006/main"/>
          <a:ln xmlns:a="http://schemas.openxmlformats.org/drawingml/2006/main" w="7620">
            <a:solidFill>
              <a:srgbClr val="000000"/>
            </a:solidFill>
            <a:prstDash val="solid"/>
          </a:ln>
        </p:spPr>
      </p:sp>
      <p:sp>
        <p:nvSpPr>
          <p:cNvPr id="153" name="text_152">
            <a:extLst xmlns:a="http://schemas.openxmlformats.org/drawingml/2006/main">
              <a:ext uri="{FF2B5EF4-FFF2-40B4-BE49-F238E27FC236}">
                <a16:creationId xmlns:a16="http://schemas.microsoft.com/office/drawing/2014/main" id="{5F528F95-9C8B-4AE0-8FEA-43BB5F3A150B}"/>
              </a:ext>
            </a:extLst>
          </p:cNvPr>
          <p:cNvSpPr>
            <a:spLocks xmlns:a="http://schemas.openxmlformats.org/drawingml/2006/main" noGrp="1"/>
          </p:cNvSpPr>
          <p:nvPr/>
        </p:nvSpPr>
        <p:spPr>
          <a:xfrm xmlns:a="http://schemas.openxmlformats.org/drawingml/2006/main" rot="0">
            <a:off x="7019925" y="7005638"/>
            <a:ext cx="276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0.5</a:t>
            </a:r>
          </a:p>
        </p:txBody>
      </p:sp>
      <p:sp>
        <p:nvSpPr>
          <p:cNvPr id="154" name="line_153">
            <a:extLst xmlns:a="http://schemas.openxmlformats.org/drawingml/2006/main">
              <a:ext uri="{FF2B5EF4-FFF2-40B4-BE49-F238E27FC236}">
                <a16:creationId xmlns:a16="http://schemas.microsoft.com/office/drawing/2014/main" id="{186FBD19-11C9-4A9F-988F-4FC3BF2BCA42}"/>
              </a:ext>
            </a:extLst>
          </p:cNvPr>
          <p:cNvSpPr>
            <a:spLocks xmlns:a="http://schemas.openxmlformats.org/drawingml/2006/main" noGrp="1"/>
          </p:cNvSpPr>
          <p:nvPr/>
        </p:nvSpPr>
        <p:spPr>
          <a:xfrm xmlns:a="http://schemas.openxmlformats.org/drawingml/2006/main">
            <a:off x="7343775" y="6619875"/>
            <a:ext cx="38100" cy="95"/>
          </a:xfrm>
          <a:custGeom xmlns:a="http://schemas.openxmlformats.org/drawingml/2006/main">
            <a:pathLst>
              <a:path w="38100" h="95">
                <a:moveTo>
                  <a:pt x="0" y="0"/>
                </a:moveTo>
                <a:lnTo>
                  <a:pt x="38100" y="0"/>
                </a:lnTo>
              </a:path>
            </a:pathLst>
          </a:custGeom>
          <a:noFill xmlns:a="http://schemas.openxmlformats.org/drawingml/2006/main"/>
          <a:ln xmlns:a="http://schemas.openxmlformats.org/drawingml/2006/main" w="7620">
            <a:solidFill>
              <a:srgbClr val="000000"/>
            </a:solidFill>
            <a:prstDash val="solid"/>
          </a:ln>
        </p:spPr>
      </p:sp>
      <p:sp>
        <p:nvSpPr>
          <p:cNvPr id="155" name="text_154">
            <a:extLst xmlns:a="http://schemas.openxmlformats.org/drawingml/2006/main">
              <a:ext uri="{FF2B5EF4-FFF2-40B4-BE49-F238E27FC236}">
                <a16:creationId xmlns:a16="http://schemas.microsoft.com/office/drawing/2014/main" id="{94AAFAD9-17C9-4301-9CBA-4D579E233B98}"/>
              </a:ext>
            </a:extLst>
          </p:cNvPr>
          <p:cNvSpPr>
            <a:spLocks xmlns:a="http://schemas.openxmlformats.org/drawingml/2006/main" noGrp="1"/>
          </p:cNvSpPr>
          <p:nvPr/>
        </p:nvSpPr>
        <p:spPr>
          <a:xfrm xmlns:a="http://schemas.openxmlformats.org/drawingml/2006/main" rot="0">
            <a:off x="7019925" y="6524625"/>
            <a:ext cx="276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1</a:t>
            </a:r>
          </a:p>
        </p:txBody>
      </p:sp>
      <p:sp>
        <p:nvSpPr>
          <p:cNvPr id="156" name="line_155">
            <a:extLst xmlns:a="http://schemas.openxmlformats.org/drawingml/2006/main">
              <a:ext uri="{FF2B5EF4-FFF2-40B4-BE49-F238E27FC236}">
                <a16:creationId xmlns:a16="http://schemas.microsoft.com/office/drawing/2014/main" id="{A438E0A6-39E3-4DDA-830D-4CF33783379D}"/>
              </a:ext>
            </a:extLst>
          </p:cNvPr>
          <p:cNvSpPr>
            <a:spLocks xmlns:a="http://schemas.openxmlformats.org/drawingml/2006/main" noGrp="1"/>
          </p:cNvSpPr>
          <p:nvPr/>
        </p:nvSpPr>
        <p:spPr>
          <a:xfrm xmlns:a="http://schemas.openxmlformats.org/drawingml/2006/main">
            <a:off x="7645977" y="7581900"/>
            <a:ext cx="95" cy="38100"/>
          </a:xfrm>
          <a:custGeom xmlns:a="http://schemas.openxmlformats.org/drawingml/2006/main">
            <a:pathLst>
              <a:path w="95" h="38100">
                <a:moveTo>
                  <a:pt x="0" y="0"/>
                </a:moveTo>
                <a:lnTo>
                  <a:pt x="0" y="38100"/>
                </a:lnTo>
              </a:path>
            </a:pathLst>
          </a:custGeom>
          <a:noFill xmlns:a="http://schemas.openxmlformats.org/drawingml/2006/main"/>
          <a:ln xmlns:a="http://schemas.openxmlformats.org/drawingml/2006/main" w="7620">
            <a:solidFill>
              <a:srgbClr val="000000"/>
            </a:solidFill>
            <a:prstDash val="solid"/>
          </a:ln>
        </p:spPr>
      </p:sp>
      <p:sp>
        <p:nvSpPr>
          <p:cNvPr id="157" name="text_156">
            <a:extLst xmlns:a="http://schemas.openxmlformats.org/drawingml/2006/main">
              <a:ext uri="{FF2B5EF4-FFF2-40B4-BE49-F238E27FC236}">
                <a16:creationId xmlns:a16="http://schemas.microsoft.com/office/drawing/2014/main" id="{6B137E01-6354-4E64-964A-CD534C33BF5D}"/>
              </a:ext>
            </a:extLst>
          </p:cNvPr>
          <p:cNvSpPr>
            <a:spLocks xmlns:a="http://schemas.openxmlformats.org/drawingml/2006/main" noGrp="1"/>
          </p:cNvSpPr>
          <p:nvPr/>
        </p:nvSpPr>
        <p:spPr>
          <a:xfrm xmlns:a="http://schemas.openxmlformats.org/drawingml/2006/main" rot="0">
            <a:off x="7245927" y="7648575"/>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07-10</a:t>
            </a:r>
          </a:p>
        </p:txBody>
      </p:sp>
      <p:sp>
        <p:nvSpPr>
          <p:cNvPr id="158" name="line_157">
            <a:extLst xmlns:a="http://schemas.openxmlformats.org/drawingml/2006/main">
              <a:ext uri="{FF2B5EF4-FFF2-40B4-BE49-F238E27FC236}">
                <a16:creationId xmlns:a16="http://schemas.microsoft.com/office/drawing/2014/main" id="{2248C4AE-7553-4F16-A37C-4EADA4B21CE6}"/>
              </a:ext>
            </a:extLst>
          </p:cNvPr>
          <p:cNvSpPr>
            <a:spLocks xmlns:a="http://schemas.openxmlformats.org/drawingml/2006/main" noGrp="1"/>
          </p:cNvSpPr>
          <p:nvPr/>
        </p:nvSpPr>
        <p:spPr>
          <a:xfrm xmlns:a="http://schemas.openxmlformats.org/drawingml/2006/main">
            <a:off x="8702386" y="7581900"/>
            <a:ext cx="95" cy="38100"/>
          </a:xfrm>
          <a:custGeom xmlns:a="http://schemas.openxmlformats.org/drawingml/2006/main">
            <a:pathLst>
              <a:path w="95" h="38100">
                <a:moveTo>
                  <a:pt x="0" y="0"/>
                </a:moveTo>
                <a:lnTo>
                  <a:pt x="0" y="38100"/>
                </a:lnTo>
              </a:path>
            </a:pathLst>
          </a:custGeom>
          <a:noFill xmlns:a="http://schemas.openxmlformats.org/drawingml/2006/main"/>
          <a:ln xmlns:a="http://schemas.openxmlformats.org/drawingml/2006/main" w="7620">
            <a:solidFill>
              <a:srgbClr val="000000"/>
            </a:solidFill>
            <a:prstDash val="solid"/>
          </a:ln>
        </p:spPr>
      </p:sp>
      <p:sp>
        <p:nvSpPr>
          <p:cNvPr id="159" name="text_158">
            <a:extLst xmlns:a="http://schemas.openxmlformats.org/drawingml/2006/main">
              <a:ext uri="{FF2B5EF4-FFF2-40B4-BE49-F238E27FC236}">
                <a16:creationId xmlns:a16="http://schemas.microsoft.com/office/drawing/2014/main" id="{58469F42-5B5F-4ABD-A7F3-8676793A8388}"/>
              </a:ext>
            </a:extLst>
          </p:cNvPr>
          <p:cNvSpPr>
            <a:spLocks xmlns:a="http://schemas.openxmlformats.org/drawingml/2006/main" noGrp="1"/>
          </p:cNvSpPr>
          <p:nvPr/>
        </p:nvSpPr>
        <p:spPr>
          <a:xfrm xmlns:a="http://schemas.openxmlformats.org/drawingml/2006/main" rot="0">
            <a:off x="8302336" y="7648575"/>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07-12</a:t>
            </a:r>
          </a:p>
        </p:txBody>
      </p:sp>
      <p:sp>
        <p:nvSpPr>
          <p:cNvPr id="160" name="line_159">
            <a:extLst xmlns:a="http://schemas.openxmlformats.org/drawingml/2006/main">
              <a:ext uri="{FF2B5EF4-FFF2-40B4-BE49-F238E27FC236}">
                <a16:creationId xmlns:a16="http://schemas.microsoft.com/office/drawing/2014/main" id="{B82C96CF-8CA6-4990-89D4-0AFE70749C93}"/>
              </a:ext>
            </a:extLst>
          </p:cNvPr>
          <p:cNvSpPr>
            <a:spLocks xmlns:a="http://schemas.openxmlformats.org/drawingml/2006/main" noGrp="1"/>
          </p:cNvSpPr>
          <p:nvPr/>
        </p:nvSpPr>
        <p:spPr>
          <a:xfrm xmlns:a="http://schemas.openxmlformats.org/drawingml/2006/main">
            <a:off x="9758795" y="7581900"/>
            <a:ext cx="95" cy="38100"/>
          </a:xfrm>
          <a:custGeom xmlns:a="http://schemas.openxmlformats.org/drawingml/2006/main">
            <a:pathLst>
              <a:path w="95" h="38100">
                <a:moveTo>
                  <a:pt x="0" y="0"/>
                </a:moveTo>
                <a:lnTo>
                  <a:pt x="0" y="38100"/>
                </a:lnTo>
              </a:path>
            </a:pathLst>
          </a:custGeom>
          <a:noFill xmlns:a="http://schemas.openxmlformats.org/drawingml/2006/main"/>
          <a:ln xmlns:a="http://schemas.openxmlformats.org/drawingml/2006/main" w="7620">
            <a:solidFill>
              <a:srgbClr val="000000"/>
            </a:solidFill>
            <a:prstDash val="solid"/>
          </a:ln>
        </p:spPr>
      </p:sp>
      <p:sp>
        <p:nvSpPr>
          <p:cNvPr id="161" name="text_160">
            <a:extLst xmlns:a="http://schemas.openxmlformats.org/drawingml/2006/main">
              <a:ext uri="{FF2B5EF4-FFF2-40B4-BE49-F238E27FC236}">
                <a16:creationId xmlns:a16="http://schemas.microsoft.com/office/drawing/2014/main" id="{D4541297-ACB8-4862-9C62-DB7C1203682D}"/>
              </a:ext>
            </a:extLst>
          </p:cNvPr>
          <p:cNvSpPr>
            <a:spLocks xmlns:a="http://schemas.openxmlformats.org/drawingml/2006/main" noGrp="1"/>
          </p:cNvSpPr>
          <p:nvPr/>
        </p:nvSpPr>
        <p:spPr>
          <a:xfrm xmlns:a="http://schemas.openxmlformats.org/drawingml/2006/main" rot="0">
            <a:off x="9358745" y="7648575"/>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07-14</a:t>
            </a:r>
          </a:p>
        </p:txBody>
      </p:sp>
      <p:sp>
        <p:nvSpPr>
          <p:cNvPr id="162" name="line_161">
            <a:extLst xmlns:a="http://schemas.openxmlformats.org/drawingml/2006/main">
              <a:ext uri="{FF2B5EF4-FFF2-40B4-BE49-F238E27FC236}">
                <a16:creationId xmlns:a16="http://schemas.microsoft.com/office/drawing/2014/main" id="{EEB72001-7A50-4D57-A767-0AB276D477C5}"/>
              </a:ext>
            </a:extLst>
          </p:cNvPr>
          <p:cNvSpPr>
            <a:spLocks xmlns:a="http://schemas.openxmlformats.org/drawingml/2006/main" noGrp="1"/>
          </p:cNvSpPr>
          <p:nvPr/>
        </p:nvSpPr>
        <p:spPr>
          <a:xfrm xmlns:a="http://schemas.openxmlformats.org/drawingml/2006/main">
            <a:off x="10815205" y="7581900"/>
            <a:ext cx="95" cy="38100"/>
          </a:xfrm>
          <a:custGeom xmlns:a="http://schemas.openxmlformats.org/drawingml/2006/main">
            <a:pathLst>
              <a:path w="95" h="38100">
                <a:moveTo>
                  <a:pt x="0" y="0"/>
                </a:moveTo>
                <a:lnTo>
                  <a:pt x="0" y="38100"/>
                </a:lnTo>
              </a:path>
            </a:pathLst>
          </a:custGeom>
          <a:noFill xmlns:a="http://schemas.openxmlformats.org/drawingml/2006/main"/>
          <a:ln xmlns:a="http://schemas.openxmlformats.org/drawingml/2006/main" w="7620">
            <a:solidFill>
              <a:srgbClr val="000000"/>
            </a:solidFill>
            <a:prstDash val="solid"/>
          </a:ln>
        </p:spPr>
      </p:sp>
      <p:sp>
        <p:nvSpPr>
          <p:cNvPr id="163" name="text_162">
            <a:extLst xmlns:a="http://schemas.openxmlformats.org/drawingml/2006/main">
              <a:ext uri="{FF2B5EF4-FFF2-40B4-BE49-F238E27FC236}">
                <a16:creationId xmlns:a16="http://schemas.microsoft.com/office/drawing/2014/main" id="{3625E43A-C3E2-41DC-9C38-3D439B3F5E27}"/>
              </a:ext>
            </a:extLst>
          </p:cNvPr>
          <p:cNvSpPr>
            <a:spLocks xmlns:a="http://schemas.openxmlformats.org/drawingml/2006/main" noGrp="1"/>
          </p:cNvSpPr>
          <p:nvPr/>
        </p:nvSpPr>
        <p:spPr>
          <a:xfrm xmlns:a="http://schemas.openxmlformats.org/drawingml/2006/main" rot="0">
            <a:off x="10415155" y="7648575"/>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07-16</a:t>
            </a:r>
          </a:p>
        </p:txBody>
      </p:sp>
      <p:sp>
        <p:nvSpPr>
          <p:cNvPr id="164" name="line_163">
            <a:extLst xmlns:a="http://schemas.openxmlformats.org/drawingml/2006/main">
              <a:ext uri="{FF2B5EF4-FFF2-40B4-BE49-F238E27FC236}">
                <a16:creationId xmlns:a16="http://schemas.microsoft.com/office/drawing/2014/main" id="{39E33497-D6A3-4BDA-9569-D85705F0617D}"/>
              </a:ext>
            </a:extLst>
          </p:cNvPr>
          <p:cNvSpPr>
            <a:spLocks xmlns:a="http://schemas.openxmlformats.org/drawingml/2006/main" noGrp="1"/>
          </p:cNvSpPr>
          <p:nvPr/>
        </p:nvSpPr>
        <p:spPr>
          <a:xfrm xmlns:a="http://schemas.openxmlformats.org/drawingml/2006/main">
            <a:off x="11871614" y="7581900"/>
            <a:ext cx="95" cy="38100"/>
          </a:xfrm>
          <a:custGeom xmlns:a="http://schemas.openxmlformats.org/drawingml/2006/main">
            <a:pathLst>
              <a:path w="95" h="38100">
                <a:moveTo>
                  <a:pt x="0" y="0"/>
                </a:moveTo>
                <a:lnTo>
                  <a:pt x="0" y="38100"/>
                </a:lnTo>
              </a:path>
            </a:pathLst>
          </a:custGeom>
          <a:noFill xmlns:a="http://schemas.openxmlformats.org/drawingml/2006/main"/>
          <a:ln xmlns:a="http://schemas.openxmlformats.org/drawingml/2006/main" w="7620">
            <a:solidFill>
              <a:srgbClr val="000000"/>
            </a:solidFill>
            <a:prstDash val="solid"/>
          </a:ln>
        </p:spPr>
      </p:sp>
      <p:sp>
        <p:nvSpPr>
          <p:cNvPr id="165" name="text_164">
            <a:extLst xmlns:a="http://schemas.openxmlformats.org/drawingml/2006/main">
              <a:ext uri="{FF2B5EF4-FFF2-40B4-BE49-F238E27FC236}">
                <a16:creationId xmlns:a16="http://schemas.microsoft.com/office/drawing/2014/main" id="{1BB88141-FBFD-43A0-8D6A-8B1E14CE1D98}"/>
              </a:ext>
            </a:extLst>
          </p:cNvPr>
          <p:cNvSpPr>
            <a:spLocks xmlns:a="http://schemas.openxmlformats.org/drawingml/2006/main" noGrp="1"/>
          </p:cNvSpPr>
          <p:nvPr/>
        </p:nvSpPr>
        <p:spPr>
          <a:xfrm xmlns:a="http://schemas.openxmlformats.org/drawingml/2006/main" rot="0">
            <a:off x="11471564" y="7648575"/>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07-18</a:t>
            </a:r>
          </a:p>
        </p:txBody>
      </p:sp>
      <p:sp>
        <p:nvSpPr>
          <p:cNvPr id="166" name="line_165">
            <a:extLst xmlns:a="http://schemas.openxmlformats.org/drawingml/2006/main">
              <a:ext uri="{FF2B5EF4-FFF2-40B4-BE49-F238E27FC236}">
                <a16:creationId xmlns:a16="http://schemas.microsoft.com/office/drawing/2014/main" id="{38144E1F-A3F5-4F69-9202-FD3D63B93304}"/>
              </a:ext>
            </a:extLst>
          </p:cNvPr>
          <p:cNvSpPr>
            <a:spLocks xmlns:a="http://schemas.openxmlformats.org/drawingml/2006/main" noGrp="1"/>
          </p:cNvSpPr>
          <p:nvPr/>
        </p:nvSpPr>
        <p:spPr>
          <a:xfrm xmlns:a="http://schemas.openxmlformats.org/drawingml/2006/main">
            <a:off x="12928023" y="7581900"/>
            <a:ext cx="95" cy="38100"/>
          </a:xfrm>
          <a:custGeom xmlns:a="http://schemas.openxmlformats.org/drawingml/2006/main">
            <a:pathLst>
              <a:path w="95" h="38100">
                <a:moveTo>
                  <a:pt x="0" y="0"/>
                </a:moveTo>
                <a:lnTo>
                  <a:pt x="0" y="38100"/>
                </a:lnTo>
              </a:path>
            </a:pathLst>
          </a:custGeom>
          <a:noFill xmlns:a="http://schemas.openxmlformats.org/drawingml/2006/main"/>
          <a:ln xmlns:a="http://schemas.openxmlformats.org/drawingml/2006/main" w="7620">
            <a:solidFill>
              <a:srgbClr val="000000"/>
            </a:solidFill>
            <a:prstDash val="solid"/>
          </a:ln>
        </p:spPr>
      </p:sp>
      <p:sp>
        <p:nvSpPr>
          <p:cNvPr id="167" name="text_166">
            <a:extLst xmlns:a="http://schemas.openxmlformats.org/drawingml/2006/main">
              <a:ext uri="{FF2B5EF4-FFF2-40B4-BE49-F238E27FC236}">
                <a16:creationId xmlns:a16="http://schemas.microsoft.com/office/drawing/2014/main" id="{CD663FE1-08EA-48D1-A753-3B246CF9527B}"/>
              </a:ext>
            </a:extLst>
          </p:cNvPr>
          <p:cNvSpPr>
            <a:spLocks xmlns:a="http://schemas.openxmlformats.org/drawingml/2006/main" noGrp="1"/>
          </p:cNvSpPr>
          <p:nvPr/>
        </p:nvSpPr>
        <p:spPr>
          <a:xfrm xmlns:a="http://schemas.openxmlformats.org/drawingml/2006/main" rot="0">
            <a:off x="12527973" y="7648575"/>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07-20</a:t>
            </a:r>
          </a:p>
        </p:txBody>
      </p:sp>
      <p:sp>
        <p:nvSpPr>
          <p:cNvPr id="168" name="rect_167">
            <a:extLst xmlns:a="http://schemas.openxmlformats.org/drawingml/2006/main">
              <a:ext uri="{FF2B5EF4-FFF2-40B4-BE49-F238E27FC236}">
                <a16:creationId xmlns:a16="http://schemas.microsoft.com/office/drawing/2014/main" id="{04ABEB31-BDF5-4C2C-83C6-8BAD70312710}"/>
              </a:ext>
            </a:extLst>
          </p:cNvPr>
          <p:cNvSpPr>
            <a:spLocks xmlns:a="http://schemas.openxmlformats.org/drawingml/2006/main" noGrp="1"/>
          </p:cNvSpPr>
          <p:nvPr/>
        </p:nvSpPr>
        <p:spPr>
          <a:xfrm xmlns:a="http://schemas.openxmlformats.org/drawingml/2006/main" rot="0">
            <a:off x="7381875" y="6619875"/>
            <a:ext cx="5810250" cy="962025"/>
          </a:xfrm>
          <a:prstGeom xmlns:a="http://schemas.openxmlformats.org/drawingml/2006/main" prst="rect">
            <a:avLst/>
          </a:prstGeom>
          <a:noFill xmlns:a="http://schemas.openxmlformats.org/drawingml/2006/main"/>
          <a:ln xmlns:a="http://schemas.openxmlformats.org/drawingml/2006/main" w="6191">
            <a:solidFill>
              <a:srgbClr val="6A7278"/>
            </a:solidFill>
            <a:prstDash val="solid"/>
          </a:ln>
        </p:spPr>
      </p:sp>
      <p:sp>
        <p:nvSpPr>
          <p:cNvPr id="169" name="text_168">
            <a:extLst xmlns:a="http://schemas.openxmlformats.org/drawingml/2006/main">
              <a:ext uri="{FF2B5EF4-FFF2-40B4-BE49-F238E27FC236}">
                <a16:creationId xmlns:a16="http://schemas.microsoft.com/office/drawing/2014/main" id="{36E05C8A-A5EE-4E5A-BF23-752AC311E635}"/>
              </a:ext>
            </a:extLst>
          </p:cNvPr>
          <p:cNvSpPr>
            <a:spLocks xmlns:a="http://schemas.openxmlformats.org/drawingml/2006/main" noGrp="1"/>
          </p:cNvSpPr>
          <p:nvPr/>
        </p:nvSpPr>
        <p:spPr>
          <a:xfrm xmlns:a="http://schemas.openxmlformats.org/drawingml/2006/main" rot="0">
            <a:off x="7381875" y="6343650"/>
            <a:ext cx="5810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1">
                <a:solidFill>
                  <a:srgbClr val="000000"/>
                </a:solidFill>
                <a:latin typeface="Arial"/>
                <a:ea typeface="Arial"/>
                <a:cs typeface="Arial"/>
              </a:defRPr>
            </a:defPPr>
            <a:lvl1pPr algn="l">
              <a:defRPr sz="1500" b="1">
                <a:solidFill>
                  <a:srgbClr val="000000"/>
                </a:solidFill>
                <a:latin typeface="Arial"/>
                <a:ea typeface="Arial"/>
                <a:cs typeface="Arial"/>
              </a:defRPr>
            </a:lvl1pPr>
            <a:lvl2pPr algn="l">
              <a:defRPr sz="1500" b="1">
                <a:solidFill>
                  <a:srgbClr val="000000"/>
                </a:solidFill>
                <a:latin typeface="Arial"/>
                <a:ea typeface="Arial"/>
                <a:cs typeface="Arial"/>
              </a:defRPr>
            </a:lvl2pPr>
            <a:lvl3pPr algn="l">
              <a:defRPr sz="1500" b="1">
                <a:solidFill>
                  <a:srgbClr val="000000"/>
                </a:solidFill>
                <a:latin typeface="Arial"/>
                <a:ea typeface="Arial"/>
                <a:cs typeface="Arial"/>
              </a:defRPr>
            </a:lvl3pPr>
            <a:lvl4pPr algn="l">
              <a:defRPr sz="1500" b="1">
                <a:solidFill>
                  <a:srgbClr val="000000"/>
                </a:solidFill>
                <a:latin typeface="Arial"/>
                <a:ea typeface="Arial"/>
                <a:cs typeface="Arial"/>
              </a:defRPr>
            </a:lvl4pPr>
            <a:lvl5pPr algn="l">
              <a:defRPr sz="1500" b="1">
                <a:solidFill>
                  <a:srgbClr val="000000"/>
                </a:solidFill>
                <a:latin typeface="Arial"/>
                <a:ea typeface="Arial"/>
                <a:cs typeface="Arial"/>
              </a:defRPr>
            </a:lvl5pPr>
            <a:lvl6pPr algn="l">
              <a:defRPr sz="1500" b="1">
                <a:solidFill>
                  <a:srgbClr val="000000"/>
                </a:solidFill>
                <a:latin typeface="Arial"/>
                <a:ea typeface="Arial"/>
                <a:cs typeface="Arial"/>
              </a:defRPr>
            </a:lvl6pPr>
            <a:lvl7pPr algn="l">
              <a:defRPr sz="1500" b="1">
                <a:solidFill>
                  <a:srgbClr val="000000"/>
                </a:solidFill>
                <a:latin typeface="Arial"/>
                <a:ea typeface="Arial"/>
                <a:cs typeface="Arial"/>
              </a:defRPr>
            </a:lvl7pPr>
            <a:lvl8pPr algn="l">
              <a:defRPr sz="1500" b="1">
                <a:solidFill>
                  <a:srgbClr val="000000"/>
                </a:solidFill>
                <a:latin typeface="Arial"/>
                <a:ea typeface="Arial"/>
                <a:cs typeface="Arial"/>
              </a:defRPr>
            </a:lvl8pPr>
            <a:lvl9pPr algn="l">
              <a:defRPr sz="1500" b="1">
                <a:solidFill>
                  <a:srgbClr val="000000"/>
                </a:solidFill>
                <a:latin typeface="Arial"/>
                <a:ea typeface="Arial"/>
                <a:cs typeface="Arial"/>
              </a:defRPr>
            </a:lvl9pPr>
          </a:lstStyle>
          <a:p xmlns:a="http://schemas.openxmlformats.org/drawingml/2006/main">
            <a:pPr algn="l">
              <a:defRPr sz="1500" b="1">
                <a:solidFill>
                  <a:srgbClr val="000000"/>
                </a:solidFill>
                <a:latin typeface="Arial"/>
                <a:ea typeface="Arial"/>
                <a:cs typeface="Arial"/>
              </a:defRPr>
            </a:pPr>
            <a:r>
              <a:rPr sz="1500" b="1">
                <a:solidFill>
                  <a:srgbClr val="000000"/>
                </a:solidFill>
                <a:latin typeface="Arial"/>
                <a:ea typeface="Arial"/>
                <a:cs typeface="Arial"/>
              </a:rPr>
              <a:t>RG-MTM-P (source hierarchy)</a:t>
            </a:r>
          </a:p>
        </p:txBody>
      </p:sp>
      <p:sp>
        <p:nvSpPr>
          <p:cNvPr id="170" name="path_169">
            <a:extLst xmlns:a="http://schemas.openxmlformats.org/drawingml/2006/main">
              <a:ext uri="{FF2B5EF4-FFF2-40B4-BE49-F238E27FC236}">
                <a16:creationId xmlns:a16="http://schemas.microsoft.com/office/drawing/2014/main" id="{CB137838-39E0-414C-BE24-C03257DCBB2D}"/>
              </a:ext>
            </a:extLst>
          </p:cNvPr>
          <p:cNvSpPr>
            <a:spLocks xmlns:a="http://schemas.openxmlformats.org/drawingml/2006/main" noGrp="1"/>
          </p:cNvSpPr>
          <p:nvPr/>
        </p:nvSpPr>
        <p:spPr>
          <a:xfrm xmlns:a="http://schemas.openxmlformats.org/drawingml/2006/main">
            <a:off x="9758795" y="7469800"/>
            <a:ext cx="1056409" cy="35668"/>
          </a:xfrm>
          <a:custGeom xmlns:a="http://schemas.openxmlformats.org/drawingml/2006/main">
            <a:pathLst>
              <a:path w="1056409" h="35668">
                <a:moveTo>
                  <a:pt x="0" y="28195"/>
                </a:moveTo>
                <a:lnTo>
                  <a:pt x="528205" y="35668"/>
                </a:lnTo>
                <a:lnTo>
                  <a:pt x="1056409" y="0"/>
                </a:lnTo>
              </a:path>
            </a:pathLst>
          </a:custGeom>
          <a:noFill xmlns:a="http://schemas.openxmlformats.org/drawingml/2006/main"/>
          <a:ln xmlns:a="http://schemas.openxmlformats.org/drawingml/2006/main" w="32861">
            <a:solidFill>
              <a:srgbClr val="FFFFFF"/>
            </a:solidFill>
            <a:prstDash val="dash"/>
          </a:ln>
        </p:spPr>
      </p:sp>
      <p:sp>
        <p:nvSpPr>
          <p:cNvPr id="171" name="path_170">
            <a:extLst xmlns:a="http://schemas.openxmlformats.org/drawingml/2006/main">
              <a:ext uri="{FF2B5EF4-FFF2-40B4-BE49-F238E27FC236}">
                <a16:creationId xmlns:a16="http://schemas.microsoft.com/office/drawing/2014/main" id="{9EC3DC8A-292D-4B48-A1D3-F0DA44730389}"/>
              </a:ext>
            </a:extLst>
          </p:cNvPr>
          <p:cNvSpPr>
            <a:spLocks xmlns:a="http://schemas.openxmlformats.org/drawingml/2006/main" noGrp="1"/>
          </p:cNvSpPr>
          <p:nvPr/>
        </p:nvSpPr>
        <p:spPr>
          <a:xfrm xmlns:a="http://schemas.openxmlformats.org/drawingml/2006/main">
            <a:off x="9758795" y="7469800"/>
            <a:ext cx="1056409" cy="35668"/>
          </a:xfrm>
          <a:custGeom xmlns:a="http://schemas.openxmlformats.org/drawingml/2006/main">
            <a:pathLst>
              <a:path w="1056409" h="35668">
                <a:moveTo>
                  <a:pt x="0" y="28195"/>
                </a:moveTo>
                <a:lnTo>
                  <a:pt x="528205" y="35668"/>
                </a:lnTo>
                <a:lnTo>
                  <a:pt x="1056409" y="0"/>
                </a:lnTo>
              </a:path>
            </a:pathLst>
          </a:custGeom>
          <a:noFill xmlns:a="http://schemas.openxmlformats.org/drawingml/2006/main"/>
          <a:ln xmlns:a="http://schemas.openxmlformats.org/drawingml/2006/main" w="13811">
            <a:solidFill>
              <a:srgbClr val="0072B2"/>
            </a:solidFill>
            <a:prstDash val="dash"/>
          </a:ln>
        </p:spPr>
      </p:sp>
      <p:sp>
        <p:nvSpPr>
          <p:cNvPr id="172" name="path_171">
            <a:extLst xmlns:a="http://schemas.openxmlformats.org/drawingml/2006/main">
              <a:ext uri="{FF2B5EF4-FFF2-40B4-BE49-F238E27FC236}">
                <a16:creationId xmlns:a16="http://schemas.microsoft.com/office/drawing/2014/main" id="{ED9A060B-43C0-4BF0-9CDC-BAC8A79E37A4}"/>
              </a:ext>
            </a:extLst>
          </p:cNvPr>
          <p:cNvSpPr>
            <a:spLocks xmlns:a="http://schemas.openxmlformats.org/drawingml/2006/main" noGrp="1"/>
          </p:cNvSpPr>
          <p:nvPr/>
        </p:nvSpPr>
        <p:spPr>
          <a:xfrm xmlns:a="http://schemas.openxmlformats.org/drawingml/2006/main">
            <a:off x="9758795" y="7295759"/>
            <a:ext cx="1056409" cy="218012"/>
          </a:xfrm>
          <a:custGeom xmlns:a="http://schemas.openxmlformats.org/drawingml/2006/main">
            <a:pathLst>
              <a:path w="1056409" h="218012">
                <a:moveTo>
                  <a:pt x="0" y="218012"/>
                </a:moveTo>
                <a:lnTo>
                  <a:pt x="528205" y="14800"/>
                </a:lnTo>
                <a:lnTo>
                  <a:pt x="1056409" y="0"/>
                </a:lnTo>
              </a:path>
            </a:pathLst>
          </a:custGeom>
          <a:noFill xmlns:a="http://schemas.openxmlformats.org/drawingml/2006/main"/>
          <a:ln xmlns:a="http://schemas.openxmlformats.org/drawingml/2006/main" w="41910">
            <a:solidFill>
              <a:srgbClr val="FFFFFF"/>
            </a:solidFill>
            <a:prstDash val="solid"/>
          </a:ln>
        </p:spPr>
      </p:sp>
      <p:sp>
        <p:nvSpPr>
          <p:cNvPr id="173" name="path_172">
            <a:extLst xmlns:a="http://schemas.openxmlformats.org/drawingml/2006/main">
              <a:ext uri="{FF2B5EF4-FFF2-40B4-BE49-F238E27FC236}">
                <a16:creationId xmlns:a16="http://schemas.microsoft.com/office/drawing/2014/main" id="{E48C8913-05C1-45A6-B3D9-5F585DA336C2}"/>
              </a:ext>
            </a:extLst>
          </p:cNvPr>
          <p:cNvSpPr>
            <a:spLocks xmlns:a="http://schemas.openxmlformats.org/drawingml/2006/main" noGrp="1"/>
          </p:cNvSpPr>
          <p:nvPr/>
        </p:nvSpPr>
        <p:spPr>
          <a:xfrm xmlns:a="http://schemas.openxmlformats.org/drawingml/2006/main">
            <a:off x="9758795" y="7295759"/>
            <a:ext cx="1056409" cy="218012"/>
          </a:xfrm>
          <a:custGeom xmlns:a="http://schemas.openxmlformats.org/drawingml/2006/main">
            <a:pathLst>
              <a:path w="1056409" h="218012">
                <a:moveTo>
                  <a:pt x="0" y="218012"/>
                </a:moveTo>
                <a:lnTo>
                  <a:pt x="528205" y="14800"/>
                </a:lnTo>
                <a:lnTo>
                  <a:pt x="1056409" y="0"/>
                </a:lnTo>
              </a:path>
            </a:pathLst>
          </a:custGeom>
          <a:noFill xmlns:a="http://schemas.openxmlformats.org/drawingml/2006/main"/>
          <a:ln xmlns:a="http://schemas.openxmlformats.org/drawingml/2006/main" w="22860">
            <a:solidFill>
              <a:srgbClr val="0072B2"/>
            </a:solidFill>
            <a:prstDash val="solid"/>
          </a:ln>
        </p:spPr>
      </p:sp>
      <p:sp>
        <p:nvSpPr>
          <p:cNvPr id="174" name="ellipse_173">
            <a:extLst xmlns:a="http://schemas.openxmlformats.org/drawingml/2006/main">
              <a:ext uri="{FF2B5EF4-FFF2-40B4-BE49-F238E27FC236}">
                <a16:creationId xmlns:a16="http://schemas.microsoft.com/office/drawing/2014/main" id="{329E48CF-678C-4391-A08C-3CE52DC2FC30}"/>
              </a:ext>
            </a:extLst>
          </p:cNvPr>
          <p:cNvSpPr>
            <a:spLocks xmlns:a="http://schemas.openxmlformats.org/drawingml/2006/main" noGrp="1"/>
          </p:cNvSpPr>
          <p:nvPr/>
        </p:nvSpPr>
        <p:spPr>
          <a:xfrm xmlns:a="http://schemas.openxmlformats.org/drawingml/2006/main" rot="0">
            <a:off x="9727363" y="7482339"/>
            <a:ext cx="62865" cy="62865"/>
          </a:xfrm>
          <a:prstGeom xmlns:a="http://schemas.openxmlformats.org/drawingml/2006/main" prst="ellipse">
            <a:avLst/>
          </a:prstGeom>
          <a:solidFill xmlns:a="http://schemas.openxmlformats.org/drawingml/2006/main">
            <a:srgbClr val="FFFFFF"/>
          </a:solidFill>
          <a:ln xmlns:a="http://schemas.openxmlformats.org/drawingml/2006/main" w="17145">
            <a:solidFill>
              <a:srgbClr val="0072B2"/>
            </a:solidFill>
            <a:prstDash val="solid"/>
          </a:ln>
        </p:spPr>
      </p:sp>
      <p:sp>
        <p:nvSpPr>
          <p:cNvPr id="175" name="ellipse_174">
            <a:extLst xmlns:a="http://schemas.openxmlformats.org/drawingml/2006/main">
              <a:ext uri="{FF2B5EF4-FFF2-40B4-BE49-F238E27FC236}">
                <a16:creationId xmlns:a16="http://schemas.microsoft.com/office/drawing/2014/main" id="{F2C6E2E9-D2F5-44C0-8917-349BCC7628B9}"/>
              </a:ext>
            </a:extLst>
          </p:cNvPr>
          <p:cNvSpPr>
            <a:spLocks xmlns:a="http://schemas.openxmlformats.org/drawingml/2006/main" noGrp="1"/>
          </p:cNvSpPr>
          <p:nvPr/>
        </p:nvSpPr>
        <p:spPr>
          <a:xfrm xmlns:a="http://schemas.openxmlformats.org/drawingml/2006/main" rot="0">
            <a:off x="10255568" y="7279127"/>
            <a:ext cx="62865" cy="62865"/>
          </a:xfrm>
          <a:prstGeom xmlns:a="http://schemas.openxmlformats.org/drawingml/2006/main" prst="ellipse">
            <a:avLst/>
          </a:prstGeom>
          <a:solidFill xmlns:a="http://schemas.openxmlformats.org/drawingml/2006/main">
            <a:srgbClr val="FFFFFF"/>
          </a:solidFill>
          <a:ln xmlns:a="http://schemas.openxmlformats.org/drawingml/2006/main" w="17145">
            <a:solidFill>
              <a:srgbClr val="0072B2"/>
            </a:solidFill>
            <a:prstDash val="solid"/>
          </a:ln>
        </p:spPr>
      </p:sp>
      <p:sp>
        <p:nvSpPr>
          <p:cNvPr id="176" name="ellipse_175">
            <a:extLst xmlns:a="http://schemas.openxmlformats.org/drawingml/2006/main">
              <a:ext uri="{FF2B5EF4-FFF2-40B4-BE49-F238E27FC236}">
                <a16:creationId xmlns:a16="http://schemas.microsoft.com/office/drawing/2014/main" id="{EFEB1332-AB50-45FC-9C88-3B8BCE21B31E}"/>
              </a:ext>
            </a:extLst>
          </p:cNvPr>
          <p:cNvSpPr>
            <a:spLocks xmlns:a="http://schemas.openxmlformats.org/drawingml/2006/main" noGrp="1"/>
          </p:cNvSpPr>
          <p:nvPr/>
        </p:nvSpPr>
        <p:spPr>
          <a:xfrm xmlns:a="http://schemas.openxmlformats.org/drawingml/2006/main" rot="0">
            <a:off x="10783772" y="7264327"/>
            <a:ext cx="62865" cy="62865"/>
          </a:xfrm>
          <a:prstGeom xmlns:a="http://schemas.openxmlformats.org/drawingml/2006/main" prst="ellipse">
            <a:avLst/>
          </a:prstGeom>
          <a:solidFill xmlns:a="http://schemas.openxmlformats.org/drawingml/2006/main">
            <a:srgbClr val="FFFFFF"/>
          </a:solidFill>
          <a:ln xmlns:a="http://schemas.openxmlformats.org/drawingml/2006/main" w="17145">
            <a:solidFill>
              <a:srgbClr val="0072B2"/>
            </a:solidFill>
            <a:prstDash val="solid"/>
          </a:ln>
        </p:spPr>
      </p:sp>
      <p:sp>
        <p:nvSpPr>
          <p:cNvPr id="177" name="text_176">
            <a:extLst xmlns:a="http://schemas.openxmlformats.org/drawingml/2006/main">
              <a:ext uri="{FF2B5EF4-FFF2-40B4-BE49-F238E27FC236}">
                <a16:creationId xmlns:a16="http://schemas.microsoft.com/office/drawing/2014/main" id="{15BC65FC-8137-41CC-BD4C-503AC2994371}"/>
              </a:ext>
            </a:extLst>
          </p:cNvPr>
          <p:cNvSpPr>
            <a:spLocks xmlns:a="http://schemas.openxmlformats.org/drawingml/2006/main" noGrp="1"/>
          </p:cNvSpPr>
          <p:nvPr/>
        </p:nvSpPr>
        <p:spPr>
          <a:xfrm xmlns:a="http://schemas.openxmlformats.org/drawingml/2006/main" rot="0">
            <a:off x="9530195" y="7256596"/>
            <a:ext cx="238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425" b="1">
                <a:solidFill>
                  <a:srgbClr val="0072B2"/>
                </a:solidFill>
                <a:latin typeface="Arial"/>
                <a:ea typeface="Arial"/>
                <a:cs typeface="Arial"/>
              </a:defRPr>
            </a:defPPr>
            <a:lvl1pPr algn="l">
              <a:defRPr sz="1425" b="1">
                <a:solidFill>
                  <a:srgbClr val="0072B2"/>
                </a:solidFill>
                <a:latin typeface="Arial"/>
                <a:ea typeface="Arial"/>
                <a:cs typeface="Arial"/>
              </a:defRPr>
            </a:lvl1pPr>
            <a:lvl2pPr algn="l">
              <a:defRPr sz="1425" b="1">
                <a:solidFill>
                  <a:srgbClr val="0072B2"/>
                </a:solidFill>
                <a:latin typeface="Arial"/>
                <a:ea typeface="Arial"/>
                <a:cs typeface="Arial"/>
              </a:defRPr>
            </a:lvl2pPr>
            <a:lvl3pPr algn="l">
              <a:defRPr sz="1425" b="1">
                <a:solidFill>
                  <a:srgbClr val="0072B2"/>
                </a:solidFill>
                <a:latin typeface="Arial"/>
                <a:ea typeface="Arial"/>
                <a:cs typeface="Arial"/>
              </a:defRPr>
            </a:lvl3pPr>
            <a:lvl4pPr algn="l">
              <a:defRPr sz="1425" b="1">
                <a:solidFill>
                  <a:srgbClr val="0072B2"/>
                </a:solidFill>
                <a:latin typeface="Arial"/>
                <a:ea typeface="Arial"/>
                <a:cs typeface="Arial"/>
              </a:defRPr>
            </a:lvl4pPr>
            <a:lvl5pPr algn="l">
              <a:defRPr sz="1425" b="1">
                <a:solidFill>
                  <a:srgbClr val="0072B2"/>
                </a:solidFill>
                <a:latin typeface="Arial"/>
                <a:ea typeface="Arial"/>
                <a:cs typeface="Arial"/>
              </a:defRPr>
            </a:lvl5pPr>
            <a:lvl6pPr algn="l">
              <a:defRPr sz="1425" b="1">
                <a:solidFill>
                  <a:srgbClr val="0072B2"/>
                </a:solidFill>
                <a:latin typeface="Arial"/>
                <a:ea typeface="Arial"/>
                <a:cs typeface="Arial"/>
              </a:defRPr>
            </a:lvl6pPr>
            <a:lvl7pPr algn="l">
              <a:defRPr sz="1425" b="1">
                <a:solidFill>
                  <a:srgbClr val="0072B2"/>
                </a:solidFill>
                <a:latin typeface="Arial"/>
                <a:ea typeface="Arial"/>
                <a:cs typeface="Arial"/>
              </a:defRPr>
            </a:lvl7pPr>
            <a:lvl8pPr algn="l">
              <a:defRPr sz="1425" b="1">
                <a:solidFill>
                  <a:srgbClr val="0072B2"/>
                </a:solidFill>
                <a:latin typeface="Arial"/>
                <a:ea typeface="Arial"/>
                <a:cs typeface="Arial"/>
              </a:defRPr>
            </a:lvl8pPr>
            <a:lvl9pPr algn="l">
              <a:defRPr sz="1425" b="1">
                <a:solidFill>
                  <a:srgbClr val="0072B2"/>
                </a:solidFill>
                <a:latin typeface="Arial"/>
                <a:ea typeface="Arial"/>
                <a:cs typeface="Arial"/>
              </a:defRPr>
            </a:lvl9pPr>
          </a:lstStyle>
          <a:p xmlns:a="http://schemas.openxmlformats.org/drawingml/2006/main">
            <a:pPr algn="l">
              <a:defRPr sz="1425" b="1">
                <a:solidFill>
                  <a:srgbClr val="0072B2"/>
                </a:solidFill>
                <a:latin typeface="Arial"/>
                <a:ea typeface="Arial"/>
                <a:cs typeface="Arial"/>
              </a:defRPr>
            </a:pPr>
            <a:r>
              <a:rPr sz="1425" b="1">
                <a:solidFill>
                  <a:srgbClr val="0072B2"/>
                </a:solidFill>
                <a:latin typeface="Arial"/>
                <a:ea typeface="Arial"/>
                <a:cs typeface="Arial"/>
              </a:rPr>
              <a:t>A</a:t>
            </a:r>
          </a:p>
        </p:txBody>
      </p:sp>
      <p:sp>
        <p:nvSpPr>
          <p:cNvPr id="178" name="path_177">
            <a:extLst xmlns:a="http://schemas.openxmlformats.org/drawingml/2006/main">
              <a:ext uri="{FF2B5EF4-FFF2-40B4-BE49-F238E27FC236}">
                <a16:creationId xmlns:a16="http://schemas.microsoft.com/office/drawing/2014/main" id="{4FC8E5B6-146D-4519-894D-2C9636848DB4}"/>
              </a:ext>
            </a:extLst>
          </p:cNvPr>
          <p:cNvSpPr>
            <a:spLocks xmlns:a="http://schemas.openxmlformats.org/drawingml/2006/main" noGrp="1"/>
          </p:cNvSpPr>
          <p:nvPr/>
        </p:nvSpPr>
        <p:spPr>
          <a:xfrm xmlns:a="http://schemas.openxmlformats.org/drawingml/2006/main">
            <a:off x="7645977" y="6683738"/>
            <a:ext cx="5282045" cy="752090"/>
          </a:xfrm>
          <a:custGeom xmlns:a="http://schemas.openxmlformats.org/drawingml/2006/main">
            <a:pathLst>
              <a:path w="5282045" h="752090">
                <a:moveTo>
                  <a:pt x="0" y="553372"/>
                </a:moveTo>
                <a:lnTo>
                  <a:pt x="528205" y="0"/>
                </a:lnTo>
                <a:lnTo>
                  <a:pt x="1056409" y="619948"/>
                </a:lnTo>
                <a:lnTo>
                  <a:pt x="1584614" y="292823"/>
                </a:lnTo>
                <a:lnTo>
                  <a:pt x="2112818" y="292823"/>
                </a:lnTo>
                <a:lnTo>
                  <a:pt x="2641023" y="24459"/>
                </a:lnTo>
                <a:lnTo>
                  <a:pt x="3169227" y="269045"/>
                </a:lnTo>
                <a:lnTo>
                  <a:pt x="3697432" y="750394"/>
                </a:lnTo>
                <a:lnTo>
                  <a:pt x="4225636" y="752090"/>
                </a:lnTo>
                <a:lnTo>
                  <a:pt x="4753841" y="493238"/>
                </a:lnTo>
                <a:lnTo>
                  <a:pt x="5282045" y="473196"/>
                </a:lnTo>
              </a:path>
            </a:pathLst>
          </a:custGeom>
          <a:noFill xmlns:a="http://schemas.openxmlformats.org/drawingml/2006/main"/>
          <a:ln xmlns:a="http://schemas.openxmlformats.org/drawingml/2006/main" w="32861">
            <a:solidFill>
              <a:srgbClr val="FFFFFF"/>
            </a:solidFill>
            <a:prstDash val="dash"/>
          </a:ln>
        </p:spPr>
      </p:sp>
      <p:sp>
        <p:nvSpPr>
          <p:cNvPr id="179" name="path_178">
            <a:extLst xmlns:a="http://schemas.openxmlformats.org/drawingml/2006/main">
              <a:ext uri="{FF2B5EF4-FFF2-40B4-BE49-F238E27FC236}">
                <a16:creationId xmlns:a16="http://schemas.microsoft.com/office/drawing/2014/main" id="{3CC1E24A-17C2-4CC6-8C28-8BCEBEB2C3B5}"/>
              </a:ext>
            </a:extLst>
          </p:cNvPr>
          <p:cNvSpPr>
            <a:spLocks xmlns:a="http://schemas.openxmlformats.org/drawingml/2006/main" noGrp="1"/>
          </p:cNvSpPr>
          <p:nvPr/>
        </p:nvSpPr>
        <p:spPr>
          <a:xfrm xmlns:a="http://schemas.openxmlformats.org/drawingml/2006/main">
            <a:off x="7645977" y="6683738"/>
            <a:ext cx="5282045" cy="752090"/>
          </a:xfrm>
          <a:custGeom xmlns:a="http://schemas.openxmlformats.org/drawingml/2006/main">
            <a:pathLst>
              <a:path w="5282045" h="752090">
                <a:moveTo>
                  <a:pt x="0" y="553372"/>
                </a:moveTo>
                <a:lnTo>
                  <a:pt x="528205" y="0"/>
                </a:lnTo>
                <a:lnTo>
                  <a:pt x="1056409" y="619948"/>
                </a:lnTo>
                <a:lnTo>
                  <a:pt x="1584614" y="292823"/>
                </a:lnTo>
                <a:lnTo>
                  <a:pt x="2112818" y="292823"/>
                </a:lnTo>
                <a:lnTo>
                  <a:pt x="2641023" y="24459"/>
                </a:lnTo>
                <a:lnTo>
                  <a:pt x="3169227" y="269045"/>
                </a:lnTo>
                <a:lnTo>
                  <a:pt x="3697432" y="750394"/>
                </a:lnTo>
                <a:lnTo>
                  <a:pt x="4225636" y="752090"/>
                </a:lnTo>
                <a:lnTo>
                  <a:pt x="4753841" y="493238"/>
                </a:lnTo>
                <a:lnTo>
                  <a:pt x="5282045" y="473196"/>
                </a:lnTo>
              </a:path>
            </a:pathLst>
          </a:custGeom>
          <a:noFill xmlns:a="http://schemas.openxmlformats.org/drawingml/2006/main"/>
          <a:ln xmlns:a="http://schemas.openxmlformats.org/drawingml/2006/main" w="13811">
            <a:solidFill>
              <a:srgbClr val="D55E00"/>
            </a:solidFill>
            <a:prstDash val="dash"/>
          </a:ln>
        </p:spPr>
      </p:sp>
      <p:sp>
        <p:nvSpPr>
          <p:cNvPr id="180" name="path_179">
            <a:extLst xmlns:a="http://schemas.openxmlformats.org/drawingml/2006/main">
              <a:ext uri="{FF2B5EF4-FFF2-40B4-BE49-F238E27FC236}">
                <a16:creationId xmlns:a16="http://schemas.microsoft.com/office/drawing/2014/main" id="{9234E296-CD09-4FAC-9EB7-441AF5AA37DE}"/>
              </a:ext>
            </a:extLst>
          </p:cNvPr>
          <p:cNvSpPr>
            <a:spLocks xmlns:a="http://schemas.openxmlformats.org/drawingml/2006/main" noGrp="1"/>
          </p:cNvSpPr>
          <p:nvPr/>
        </p:nvSpPr>
        <p:spPr>
          <a:xfrm xmlns:a="http://schemas.openxmlformats.org/drawingml/2006/main">
            <a:off x="7645977" y="6740157"/>
            <a:ext cx="5282045" cy="703606"/>
          </a:xfrm>
          <a:custGeom xmlns:a="http://schemas.openxmlformats.org/drawingml/2006/main">
            <a:pathLst>
              <a:path w="5282045" h="703606">
                <a:moveTo>
                  <a:pt x="0" y="496870"/>
                </a:moveTo>
                <a:lnTo>
                  <a:pt x="528205" y="0"/>
                </a:lnTo>
                <a:lnTo>
                  <a:pt x="1056409" y="571577"/>
                </a:lnTo>
                <a:lnTo>
                  <a:pt x="1584614" y="228349"/>
                </a:lnTo>
                <a:lnTo>
                  <a:pt x="2112818" y="366251"/>
                </a:lnTo>
                <a:lnTo>
                  <a:pt x="2641023" y="24902"/>
                </a:lnTo>
                <a:lnTo>
                  <a:pt x="3169227" y="211199"/>
                </a:lnTo>
                <a:lnTo>
                  <a:pt x="3697432" y="701961"/>
                </a:lnTo>
                <a:lnTo>
                  <a:pt x="4225636" y="703606"/>
                </a:lnTo>
                <a:lnTo>
                  <a:pt x="4753841" y="428741"/>
                </a:lnTo>
                <a:lnTo>
                  <a:pt x="5282045" y="415820"/>
                </a:lnTo>
              </a:path>
            </a:pathLst>
          </a:custGeom>
          <a:noFill xmlns:a="http://schemas.openxmlformats.org/drawingml/2006/main"/>
          <a:ln xmlns:a="http://schemas.openxmlformats.org/drawingml/2006/main" w="41910">
            <a:solidFill>
              <a:srgbClr val="FFFFFF"/>
            </a:solidFill>
            <a:prstDash val="solid"/>
          </a:ln>
        </p:spPr>
      </p:sp>
      <p:sp>
        <p:nvSpPr>
          <p:cNvPr id="181" name="path_180">
            <a:extLst xmlns:a="http://schemas.openxmlformats.org/drawingml/2006/main">
              <a:ext uri="{FF2B5EF4-FFF2-40B4-BE49-F238E27FC236}">
                <a16:creationId xmlns:a16="http://schemas.microsoft.com/office/drawing/2014/main" id="{CF2867C9-E2CE-4893-B340-DF02D9D2EA2C}"/>
              </a:ext>
            </a:extLst>
          </p:cNvPr>
          <p:cNvSpPr>
            <a:spLocks xmlns:a="http://schemas.openxmlformats.org/drawingml/2006/main" noGrp="1"/>
          </p:cNvSpPr>
          <p:nvPr/>
        </p:nvSpPr>
        <p:spPr>
          <a:xfrm xmlns:a="http://schemas.openxmlformats.org/drawingml/2006/main">
            <a:off x="7645977" y="6740157"/>
            <a:ext cx="5282045" cy="703606"/>
          </a:xfrm>
          <a:custGeom xmlns:a="http://schemas.openxmlformats.org/drawingml/2006/main">
            <a:pathLst>
              <a:path w="5282045" h="703606">
                <a:moveTo>
                  <a:pt x="0" y="496870"/>
                </a:moveTo>
                <a:lnTo>
                  <a:pt x="528205" y="0"/>
                </a:lnTo>
                <a:lnTo>
                  <a:pt x="1056409" y="571577"/>
                </a:lnTo>
                <a:lnTo>
                  <a:pt x="1584614" y="228349"/>
                </a:lnTo>
                <a:lnTo>
                  <a:pt x="2112818" y="366251"/>
                </a:lnTo>
                <a:lnTo>
                  <a:pt x="2641023" y="24902"/>
                </a:lnTo>
                <a:lnTo>
                  <a:pt x="3169227" y="211199"/>
                </a:lnTo>
                <a:lnTo>
                  <a:pt x="3697432" y="701961"/>
                </a:lnTo>
                <a:lnTo>
                  <a:pt x="4225636" y="703606"/>
                </a:lnTo>
                <a:lnTo>
                  <a:pt x="4753841" y="428741"/>
                </a:lnTo>
                <a:lnTo>
                  <a:pt x="5282045" y="415820"/>
                </a:lnTo>
              </a:path>
            </a:pathLst>
          </a:custGeom>
          <a:noFill xmlns:a="http://schemas.openxmlformats.org/drawingml/2006/main"/>
          <a:ln xmlns:a="http://schemas.openxmlformats.org/drawingml/2006/main" w="22860">
            <a:solidFill>
              <a:srgbClr val="D55E00"/>
            </a:solidFill>
            <a:prstDash val="solid"/>
          </a:ln>
        </p:spPr>
      </p:sp>
      <p:sp>
        <p:nvSpPr>
          <p:cNvPr id="182" name="ellipse_181">
            <a:extLst xmlns:a="http://schemas.openxmlformats.org/drawingml/2006/main">
              <a:ext uri="{FF2B5EF4-FFF2-40B4-BE49-F238E27FC236}">
                <a16:creationId xmlns:a16="http://schemas.microsoft.com/office/drawing/2014/main" id="{2E9CFD28-AB1F-4FB4-B57C-22748E973876}"/>
              </a:ext>
            </a:extLst>
          </p:cNvPr>
          <p:cNvSpPr>
            <a:spLocks xmlns:a="http://schemas.openxmlformats.org/drawingml/2006/main" noGrp="1"/>
          </p:cNvSpPr>
          <p:nvPr/>
        </p:nvSpPr>
        <p:spPr>
          <a:xfrm xmlns:a="http://schemas.openxmlformats.org/drawingml/2006/main" rot="0">
            <a:off x="9727363" y="7074976"/>
            <a:ext cx="62865" cy="62865"/>
          </a:xfrm>
          <a:prstGeom xmlns:a="http://schemas.openxmlformats.org/drawingml/2006/main" prst="ellipse">
            <a:avLst/>
          </a:prstGeom>
          <a:solidFill xmlns:a="http://schemas.openxmlformats.org/drawingml/2006/main">
            <a:srgbClr val="FFFFFF"/>
          </a:solidFill>
          <a:ln xmlns:a="http://schemas.openxmlformats.org/drawingml/2006/main" w="17145">
            <a:solidFill>
              <a:srgbClr val="D55E00"/>
            </a:solidFill>
            <a:prstDash val="solid"/>
          </a:ln>
        </p:spPr>
      </p:sp>
      <p:sp>
        <p:nvSpPr>
          <p:cNvPr id="183" name="ellipse_182">
            <a:extLst xmlns:a="http://schemas.openxmlformats.org/drawingml/2006/main">
              <a:ext uri="{FF2B5EF4-FFF2-40B4-BE49-F238E27FC236}">
                <a16:creationId xmlns:a16="http://schemas.microsoft.com/office/drawing/2014/main" id="{70FED8E2-E2CD-47BB-8C5F-5EF37EE481E0}"/>
              </a:ext>
            </a:extLst>
          </p:cNvPr>
          <p:cNvSpPr>
            <a:spLocks xmlns:a="http://schemas.openxmlformats.org/drawingml/2006/main" noGrp="1"/>
          </p:cNvSpPr>
          <p:nvPr/>
        </p:nvSpPr>
        <p:spPr>
          <a:xfrm xmlns:a="http://schemas.openxmlformats.org/drawingml/2006/main" rot="0">
            <a:off x="10255568" y="6733627"/>
            <a:ext cx="62865" cy="62865"/>
          </a:xfrm>
          <a:prstGeom xmlns:a="http://schemas.openxmlformats.org/drawingml/2006/main" prst="ellipse">
            <a:avLst/>
          </a:prstGeom>
          <a:solidFill xmlns:a="http://schemas.openxmlformats.org/drawingml/2006/main">
            <a:srgbClr val="FFFFFF"/>
          </a:solidFill>
          <a:ln xmlns:a="http://schemas.openxmlformats.org/drawingml/2006/main" w="17145">
            <a:solidFill>
              <a:srgbClr val="D55E00"/>
            </a:solidFill>
            <a:prstDash val="solid"/>
          </a:ln>
        </p:spPr>
      </p:sp>
      <p:sp>
        <p:nvSpPr>
          <p:cNvPr id="184" name="ellipse_183">
            <a:extLst xmlns:a="http://schemas.openxmlformats.org/drawingml/2006/main">
              <a:ext uri="{FF2B5EF4-FFF2-40B4-BE49-F238E27FC236}">
                <a16:creationId xmlns:a16="http://schemas.microsoft.com/office/drawing/2014/main" id="{5872A21E-5872-4681-B676-654083937B0D}"/>
              </a:ext>
            </a:extLst>
          </p:cNvPr>
          <p:cNvSpPr>
            <a:spLocks xmlns:a="http://schemas.openxmlformats.org/drawingml/2006/main" noGrp="1"/>
          </p:cNvSpPr>
          <p:nvPr/>
        </p:nvSpPr>
        <p:spPr>
          <a:xfrm xmlns:a="http://schemas.openxmlformats.org/drawingml/2006/main" rot="0">
            <a:off x="10783772" y="6919924"/>
            <a:ext cx="62865" cy="62865"/>
          </a:xfrm>
          <a:prstGeom xmlns:a="http://schemas.openxmlformats.org/drawingml/2006/main" prst="ellipse">
            <a:avLst/>
          </a:prstGeom>
          <a:solidFill xmlns:a="http://schemas.openxmlformats.org/drawingml/2006/main">
            <a:srgbClr val="FFFFFF"/>
          </a:solidFill>
          <a:ln xmlns:a="http://schemas.openxmlformats.org/drawingml/2006/main" w="17145">
            <a:solidFill>
              <a:srgbClr val="D55E00"/>
            </a:solidFill>
            <a:prstDash val="solid"/>
          </a:ln>
        </p:spPr>
      </p:sp>
      <p:sp>
        <p:nvSpPr>
          <p:cNvPr id="185" name="text_184">
            <a:extLst xmlns:a="http://schemas.openxmlformats.org/drawingml/2006/main">
              <a:ext uri="{FF2B5EF4-FFF2-40B4-BE49-F238E27FC236}">
                <a16:creationId xmlns:a16="http://schemas.microsoft.com/office/drawing/2014/main" id="{97485937-7278-4005-832B-4AFB59F81FCB}"/>
              </a:ext>
            </a:extLst>
          </p:cNvPr>
          <p:cNvSpPr>
            <a:spLocks xmlns:a="http://schemas.openxmlformats.org/drawingml/2006/main" noGrp="1"/>
          </p:cNvSpPr>
          <p:nvPr/>
        </p:nvSpPr>
        <p:spPr>
          <a:xfrm xmlns:a="http://schemas.openxmlformats.org/drawingml/2006/main" rot="0">
            <a:off x="9854045" y="7058783"/>
            <a:ext cx="238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425" b="1">
                <a:solidFill>
                  <a:srgbClr val="D55E00"/>
                </a:solidFill>
                <a:latin typeface="Arial"/>
                <a:ea typeface="Arial"/>
                <a:cs typeface="Arial"/>
              </a:defRPr>
            </a:defPPr>
            <a:lvl1pPr algn="l">
              <a:defRPr sz="1425" b="1">
                <a:solidFill>
                  <a:srgbClr val="D55E00"/>
                </a:solidFill>
                <a:latin typeface="Arial"/>
                <a:ea typeface="Arial"/>
                <a:cs typeface="Arial"/>
              </a:defRPr>
            </a:lvl1pPr>
            <a:lvl2pPr algn="l">
              <a:defRPr sz="1425" b="1">
                <a:solidFill>
                  <a:srgbClr val="D55E00"/>
                </a:solidFill>
                <a:latin typeface="Arial"/>
                <a:ea typeface="Arial"/>
                <a:cs typeface="Arial"/>
              </a:defRPr>
            </a:lvl2pPr>
            <a:lvl3pPr algn="l">
              <a:defRPr sz="1425" b="1">
                <a:solidFill>
                  <a:srgbClr val="D55E00"/>
                </a:solidFill>
                <a:latin typeface="Arial"/>
                <a:ea typeface="Arial"/>
                <a:cs typeface="Arial"/>
              </a:defRPr>
            </a:lvl3pPr>
            <a:lvl4pPr algn="l">
              <a:defRPr sz="1425" b="1">
                <a:solidFill>
                  <a:srgbClr val="D55E00"/>
                </a:solidFill>
                <a:latin typeface="Arial"/>
                <a:ea typeface="Arial"/>
                <a:cs typeface="Arial"/>
              </a:defRPr>
            </a:lvl4pPr>
            <a:lvl5pPr algn="l">
              <a:defRPr sz="1425" b="1">
                <a:solidFill>
                  <a:srgbClr val="D55E00"/>
                </a:solidFill>
                <a:latin typeface="Arial"/>
                <a:ea typeface="Arial"/>
                <a:cs typeface="Arial"/>
              </a:defRPr>
            </a:lvl5pPr>
            <a:lvl6pPr algn="l">
              <a:defRPr sz="1425" b="1">
                <a:solidFill>
                  <a:srgbClr val="D55E00"/>
                </a:solidFill>
                <a:latin typeface="Arial"/>
                <a:ea typeface="Arial"/>
                <a:cs typeface="Arial"/>
              </a:defRPr>
            </a:lvl6pPr>
            <a:lvl7pPr algn="l">
              <a:defRPr sz="1425" b="1">
                <a:solidFill>
                  <a:srgbClr val="D55E00"/>
                </a:solidFill>
                <a:latin typeface="Arial"/>
                <a:ea typeface="Arial"/>
                <a:cs typeface="Arial"/>
              </a:defRPr>
            </a:lvl7pPr>
            <a:lvl8pPr algn="l">
              <a:defRPr sz="1425" b="1">
                <a:solidFill>
                  <a:srgbClr val="D55E00"/>
                </a:solidFill>
                <a:latin typeface="Arial"/>
                <a:ea typeface="Arial"/>
                <a:cs typeface="Arial"/>
              </a:defRPr>
            </a:lvl8pPr>
            <a:lvl9pPr algn="l">
              <a:defRPr sz="1425" b="1">
                <a:solidFill>
                  <a:srgbClr val="D55E00"/>
                </a:solidFill>
                <a:latin typeface="Arial"/>
                <a:ea typeface="Arial"/>
                <a:cs typeface="Arial"/>
              </a:defRPr>
            </a:lvl9pPr>
          </a:lstStyle>
          <a:p xmlns:a="http://schemas.openxmlformats.org/drawingml/2006/main">
            <a:pPr algn="l">
              <a:defRPr sz="1425" b="1">
                <a:solidFill>
                  <a:srgbClr val="D55E00"/>
                </a:solidFill>
                <a:latin typeface="Arial"/>
                <a:ea typeface="Arial"/>
                <a:cs typeface="Arial"/>
              </a:defRPr>
            </a:pPr>
            <a:r>
              <a:rPr sz="1425" b="1">
                <a:solidFill>
                  <a:srgbClr val="D55E00"/>
                </a:solidFill>
                <a:latin typeface="Arial"/>
                <a:ea typeface="Arial"/>
                <a:cs typeface="Arial"/>
              </a:rPr>
              <a:t>B</a:t>
            </a:r>
          </a:p>
        </p:txBody>
      </p:sp>
      <p:sp>
        <p:nvSpPr>
          <p:cNvPr id="186" name="path_185">
            <a:extLst xmlns:a="http://schemas.openxmlformats.org/drawingml/2006/main">
              <a:ext uri="{FF2B5EF4-FFF2-40B4-BE49-F238E27FC236}">
                <a16:creationId xmlns:a16="http://schemas.microsoft.com/office/drawing/2014/main" id="{64677322-85B0-433C-ACDC-2671D548E440}"/>
              </a:ext>
            </a:extLst>
          </p:cNvPr>
          <p:cNvSpPr>
            <a:spLocks xmlns:a="http://schemas.openxmlformats.org/drawingml/2006/main" noGrp="1"/>
          </p:cNvSpPr>
          <p:nvPr/>
        </p:nvSpPr>
        <p:spPr>
          <a:xfrm xmlns:a="http://schemas.openxmlformats.org/drawingml/2006/main">
            <a:off x="9230591" y="7133156"/>
            <a:ext cx="2641023" cy="56390"/>
          </a:xfrm>
          <a:custGeom xmlns:a="http://schemas.openxmlformats.org/drawingml/2006/main">
            <a:pathLst>
              <a:path w="2641023" h="56390">
                <a:moveTo>
                  <a:pt x="0" y="56390"/>
                </a:moveTo>
                <a:lnTo>
                  <a:pt x="528205" y="40764"/>
                </a:lnTo>
                <a:lnTo>
                  <a:pt x="1056409" y="25139"/>
                </a:lnTo>
                <a:lnTo>
                  <a:pt x="1584614" y="4416"/>
                </a:lnTo>
                <a:lnTo>
                  <a:pt x="2112818" y="11889"/>
                </a:lnTo>
                <a:lnTo>
                  <a:pt x="2641023" y="0"/>
                </a:lnTo>
              </a:path>
            </a:pathLst>
          </a:custGeom>
          <a:noFill xmlns:a="http://schemas.openxmlformats.org/drawingml/2006/main"/>
          <a:ln xmlns:a="http://schemas.openxmlformats.org/drawingml/2006/main" w="32861">
            <a:solidFill>
              <a:srgbClr val="FFFFFF"/>
            </a:solidFill>
            <a:prstDash val="dash"/>
          </a:ln>
        </p:spPr>
      </p:sp>
      <p:sp>
        <p:nvSpPr>
          <p:cNvPr id="187" name="path_186">
            <a:extLst xmlns:a="http://schemas.openxmlformats.org/drawingml/2006/main">
              <a:ext uri="{FF2B5EF4-FFF2-40B4-BE49-F238E27FC236}">
                <a16:creationId xmlns:a16="http://schemas.microsoft.com/office/drawing/2014/main" id="{DB4FA094-9178-4897-844A-C57B83A41BE0}"/>
              </a:ext>
            </a:extLst>
          </p:cNvPr>
          <p:cNvSpPr>
            <a:spLocks xmlns:a="http://schemas.openxmlformats.org/drawingml/2006/main" noGrp="1"/>
          </p:cNvSpPr>
          <p:nvPr/>
        </p:nvSpPr>
        <p:spPr>
          <a:xfrm xmlns:a="http://schemas.openxmlformats.org/drawingml/2006/main">
            <a:off x="9230591" y="7133156"/>
            <a:ext cx="2641023" cy="56390"/>
          </a:xfrm>
          <a:custGeom xmlns:a="http://schemas.openxmlformats.org/drawingml/2006/main">
            <a:pathLst>
              <a:path w="2641023" h="56390">
                <a:moveTo>
                  <a:pt x="0" y="56390"/>
                </a:moveTo>
                <a:lnTo>
                  <a:pt x="528205" y="40764"/>
                </a:lnTo>
                <a:lnTo>
                  <a:pt x="1056409" y="25139"/>
                </a:lnTo>
                <a:lnTo>
                  <a:pt x="1584614" y="4416"/>
                </a:lnTo>
                <a:lnTo>
                  <a:pt x="2112818" y="11889"/>
                </a:lnTo>
                <a:lnTo>
                  <a:pt x="2641023" y="0"/>
                </a:lnTo>
              </a:path>
            </a:pathLst>
          </a:custGeom>
          <a:noFill xmlns:a="http://schemas.openxmlformats.org/drawingml/2006/main"/>
          <a:ln xmlns:a="http://schemas.openxmlformats.org/drawingml/2006/main" w="13811">
            <a:solidFill>
              <a:srgbClr val="009E73"/>
            </a:solidFill>
            <a:prstDash val="dash"/>
          </a:ln>
        </p:spPr>
      </p:sp>
      <p:sp>
        <p:nvSpPr>
          <p:cNvPr id="188" name="path_187">
            <a:extLst xmlns:a="http://schemas.openxmlformats.org/drawingml/2006/main">
              <a:ext uri="{FF2B5EF4-FFF2-40B4-BE49-F238E27FC236}">
                <a16:creationId xmlns:a16="http://schemas.microsoft.com/office/drawing/2014/main" id="{59D0AF5C-A6B3-4A4F-9538-B1F3D7D03FCF}"/>
              </a:ext>
            </a:extLst>
          </p:cNvPr>
          <p:cNvSpPr>
            <a:spLocks xmlns:a="http://schemas.openxmlformats.org/drawingml/2006/main" noGrp="1"/>
          </p:cNvSpPr>
          <p:nvPr/>
        </p:nvSpPr>
        <p:spPr>
          <a:xfrm xmlns:a="http://schemas.openxmlformats.org/drawingml/2006/main">
            <a:off x="9230591" y="7030762"/>
            <a:ext cx="2641023" cy="306344"/>
          </a:xfrm>
          <a:custGeom xmlns:a="http://schemas.openxmlformats.org/drawingml/2006/main">
            <a:pathLst>
              <a:path w="2641023" h="306344">
                <a:moveTo>
                  <a:pt x="0" y="166798"/>
                </a:moveTo>
                <a:lnTo>
                  <a:pt x="528205" y="0"/>
                </a:lnTo>
                <a:lnTo>
                  <a:pt x="1056409" y="306344"/>
                </a:lnTo>
                <a:lnTo>
                  <a:pt x="1584614" y="296712"/>
                </a:lnTo>
                <a:lnTo>
                  <a:pt x="2112818" y="110181"/>
                </a:lnTo>
                <a:lnTo>
                  <a:pt x="2641023" y="94441"/>
                </a:lnTo>
              </a:path>
            </a:pathLst>
          </a:custGeom>
          <a:noFill xmlns:a="http://schemas.openxmlformats.org/drawingml/2006/main"/>
          <a:ln xmlns:a="http://schemas.openxmlformats.org/drawingml/2006/main" w="41910">
            <a:solidFill>
              <a:srgbClr val="FFFFFF"/>
            </a:solidFill>
            <a:prstDash val="solid"/>
          </a:ln>
        </p:spPr>
      </p:sp>
      <p:sp>
        <p:nvSpPr>
          <p:cNvPr id="189" name="path_188">
            <a:extLst xmlns:a="http://schemas.openxmlformats.org/drawingml/2006/main">
              <a:ext uri="{FF2B5EF4-FFF2-40B4-BE49-F238E27FC236}">
                <a16:creationId xmlns:a16="http://schemas.microsoft.com/office/drawing/2014/main" id="{209480FD-3EE1-44AD-9708-5100ADAB650F}"/>
              </a:ext>
            </a:extLst>
          </p:cNvPr>
          <p:cNvSpPr>
            <a:spLocks xmlns:a="http://schemas.openxmlformats.org/drawingml/2006/main" noGrp="1"/>
          </p:cNvSpPr>
          <p:nvPr/>
        </p:nvSpPr>
        <p:spPr>
          <a:xfrm xmlns:a="http://schemas.openxmlformats.org/drawingml/2006/main">
            <a:off x="9230591" y="7030762"/>
            <a:ext cx="2641023" cy="306344"/>
          </a:xfrm>
          <a:custGeom xmlns:a="http://schemas.openxmlformats.org/drawingml/2006/main">
            <a:pathLst>
              <a:path w="2641023" h="306344">
                <a:moveTo>
                  <a:pt x="0" y="166798"/>
                </a:moveTo>
                <a:lnTo>
                  <a:pt x="528205" y="0"/>
                </a:lnTo>
                <a:lnTo>
                  <a:pt x="1056409" y="306344"/>
                </a:lnTo>
                <a:lnTo>
                  <a:pt x="1584614" y="296712"/>
                </a:lnTo>
                <a:lnTo>
                  <a:pt x="2112818" y="110181"/>
                </a:lnTo>
                <a:lnTo>
                  <a:pt x="2641023" y="94441"/>
                </a:lnTo>
              </a:path>
            </a:pathLst>
          </a:custGeom>
          <a:noFill xmlns:a="http://schemas.openxmlformats.org/drawingml/2006/main"/>
          <a:ln xmlns:a="http://schemas.openxmlformats.org/drawingml/2006/main" w="22860">
            <a:solidFill>
              <a:srgbClr val="009E73"/>
            </a:solidFill>
            <a:prstDash val="solid"/>
          </a:ln>
        </p:spPr>
      </p:sp>
      <p:sp>
        <p:nvSpPr>
          <p:cNvPr id="190" name="ellipse_189">
            <a:extLst xmlns:a="http://schemas.openxmlformats.org/drawingml/2006/main">
              <a:ext uri="{FF2B5EF4-FFF2-40B4-BE49-F238E27FC236}">
                <a16:creationId xmlns:a16="http://schemas.microsoft.com/office/drawing/2014/main" id="{A4DD2A01-5AA3-4BE4-B2A1-2E4292D94392}"/>
              </a:ext>
            </a:extLst>
          </p:cNvPr>
          <p:cNvSpPr>
            <a:spLocks xmlns:a="http://schemas.openxmlformats.org/drawingml/2006/main" noGrp="1"/>
          </p:cNvSpPr>
          <p:nvPr/>
        </p:nvSpPr>
        <p:spPr>
          <a:xfrm xmlns:a="http://schemas.openxmlformats.org/drawingml/2006/main" rot="0">
            <a:off x="9727363" y="6999329"/>
            <a:ext cx="62865" cy="62865"/>
          </a:xfrm>
          <a:prstGeom xmlns:a="http://schemas.openxmlformats.org/drawingml/2006/main" prst="ellipse">
            <a:avLst/>
          </a:prstGeom>
          <a:solidFill xmlns:a="http://schemas.openxmlformats.org/drawingml/2006/main">
            <a:srgbClr val="FFFFFF"/>
          </a:solidFill>
          <a:ln xmlns:a="http://schemas.openxmlformats.org/drawingml/2006/main" w="17145">
            <a:solidFill>
              <a:srgbClr val="009E73"/>
            </a:solidFill>
            <a:prstDash val="solid"/>
          </a:ln>
        </p:spPr>
      </p:sp>
      <p:sp>
        <p:nvSpPr>
          <p:cNvPr id="191" name="ellipse_190">
            <a:extLst xmlns:a="http://schemas.openxmlformats.org/drawingml/2006/main">
              <a:ext uri="{FF2B5EF4-FFF2-40B4-BE49-F238E27FC236}">
                <a16:creationId xmlns:a16="http://schemas.microsoft.com/office/drawing/2014/main" id="{3083BEBA-2488-4606-9A97-913E9C0D86C2}"/>
              </a:ext>
            </a:extLst>
          </p:cNvPr>
          <p:cNvSpPr>
            <a:spLocks xmlns:a="http://schemas.openxmlformats.org/drawingml/2006/main" noGrp="1"/>
          </p:cNvSpPr>
          <p:nvPr/>
        </p:nvSpPr>
        <p:spPr>
          <a:xfrm xmlns:a="http://schemas.openxmlformats.org/drawingml/2006/main" rot="0">
            <a:off x="10255568" y="7305674"/>
            <a:ext cx="62865" cy="62865"/>
          </a:xfrm>
          <a:prstGeom xmlns:a="http://schemas.openxmlformats.org/drawingml/2006/main" prst="ellipse">
            <a:avLst/>
          </a:prstGeom>
          <a:solidFill xmlns:a="http://schemas.openxmlformats.org/drawingml/2006/main">
            <a:srgbClr val="FFFFFF"/>
          </a:solidFill>
          <a:ln xmlns:a="http://schemas.openxmlformats.org/drawingml/2006/main" w="17145">
            <a:solidFill>
              <a:srgbClr val="009E73"/>
            </a:solidFill>
            <a:prstDash val="solid"/>
          </a:ln>
        </p:spPr>
      </p:sp>
      <p:sp>
        <p:nvSpPr>
          <p:cNvPr id="192" name="ellipse_191">
            <a:extLst xmlns:a="http://schemas.openxmlformats.org/drawingml/2006/main">
              <a:ext uri="{FF2B5EF4-FFF2-40B4-BE49-F238E27FC236}">
                <a16:creationId xmlns:a16="http://schemas.microsoft.com/office/drawing/2014/main" id="{76DB68B1-17C3-4123-8AFF-FEF1BAB0C19C}"/>
              </a:ext>
            </a:extLst>
          </p:cNvPr>
          <p:cNvSpPr>
            <a:spLocks xmlns:a="http://schemas.openxmlformats.org/drawingml/2006/main" noGrp="1"/>
          </p:cNvSpPr>
          <p:nvPr/>
        </p:nvSpPr>
        <p:spPr>
          <a:xfrm xmlns:a="http://schemas.openxmlformats.org/drawingml/2006/main" rot="0">
            <a:off x="10783772" y="7296042"/>
            <a:ext cx="62865" cy="62865"/>
          </a:xfrm>
          <a:prstGeom xmlns:a="http://schemas.openxmlformats.org/drawingml/2006/main" prst="ellipse">
            <a:avLst/>
          </a:prstGeom>
          <a:solidFill xmlns:a="http://schemas.openxmlformats.org/drawingml/2006/main">
            <a:srgbClr val="FFFFFF"/>
          </a:solidFill>
          <a:ln xmlns:a="http://schemas.openxmlformats.org/drawingml/2006/main" w="17145">
            <a:solidFill>
              <a:srgbClr val="009E73"/>
            </a:solidFill>
            <a:prstDash val="solid"/>
          </a:ln>
        </p:spPr>
      </p:sp>
      <p:sp>
        <p:nvSpPr>
          <p:cNvPr id="193" name="text_192">
            <a:extLst xmlns:a="http://schemas.openxmlformats.org/drawingml/2006/main">
              <a:ext uri="{FF2B5EF4-FFF2-40B4-BE49-F238E27FC236}">
                <a16:creationId xmlns:a16="http://schemas.microsoft.com/office/drawing/2014/main" id="{93185CD7-20F1-4EDC-B15E-32FE02813CB3}"/>
              </a:ext>
            </a:extLst>
          </p:cNvPr>
          <p:cNvSpPr>
            <a:spLocks xmlns:a="http://schemas.openxmlformats.org/drawingml/2006/main" noGrp="1"/>
          </p:cNvSpPr>
          <p:nvPr/>
        </p:nvSpPr>
        <p:spPr>
          <a:xfrm xmlns:a="http://schemas.openxmlformats.org/drawingml/2006/main" rot="0">
            <a:off x="9530195" y="6773587"/>
            <a:ext cx="238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425" b="1">
                <a:solidFill>
                  <a:srgbClr val="009E73"/>
                </a:solidFill>
                <a:latin typeface="Arial"/>
                <a:ea typeface="Arial"/>
                <a:cs typeface="Arial"/>
              </a:defRPr>
            </a:defPPr>
            <a:lvl1pPr algn="l">
              <a:defRPr sz="1425" b="1">
                <a:solidFill>
                  <a:srgbClr val="009E73"/>
                </a:solidFill>
                <a:latin typeface="Arial"/>
                <a:ea typeface="Arial"/>
                <a:cs typeface="Arial"/>
              </a:defRPr>
            </a:lvl1pPr>
            <a:lvl2pPr algn="l">
              <a:defRPr sz="1425" b="1">
                <a:solidFill>
                  <a:srgbClr val="009E73"/>
                </a:solidFill>
                <a:latin typeface="Arial"/>
                <a:ea typeface="Arial"/>
                <a:cs typeface="Arial"/>
              </a:defRPr>
            </a:lvl2pPr>
            <a:lvl3pPr algn="l">
              <a:defRPr sz="1425" b="1">
                <a:solidFill>
                  <a:srgbClr val="009E73"/>
                </a:solidFill>
                <a:latin typeface="Arial"/>
                <a:ea typeface="Arial"/>
                <a:cs typeface="Arial"/>
              </a:defRPr>
            </a:lvl3pPr>
            <a:lvl4pPr algn="l">
              <a:defRPr sz="1425" b="1">
                <a:solidFill>
                  <a:srgbClr val="009E73"/>
                </a:solidFill>
                <a:latin typeface="Arial"/>
                <a:ea typeface="Arial"/>
                <a:cs typeface="Arial"/>
              </a:defRPr>
            </a:lvl4pPr>
            <a:lvl5pPr algn="l">
              <a:defRPr sz="1425" b="1">
                <a:solidFill>
                  <a:srgbClr val="009E73"/>
                </a:solidFill>
                <a:latin typeface="Arial"/>
                <a:ea typeface="Arial"/>
                <a:cs typeface="Arial"/>
              </a:defRPr>
            </a:lvl5pPr>
            <a:lvl6pPr algn="l">
              <a:defRPr sz="1425" b="1">
                <a:solidFill>
                  <a:srgbClr val="009E73"/>
                </a:solidFill>
                <a:latin typeface="Arial"/>
                <a:ea typeface="Arial"/>
                <a:cs typeface="Arial"/>
              </a:defRPr>
            </a:lvl6pPr>
            <a:lvl7pPr algn="l">
              <a:defRPr sz="1425" b="1">
                <a:solidFill>
                  <a:srgbClr val="009E73"/>
                </a:solidFill>
                <a:latin typeface="Arial"/>
                <a:ea typeface="Arial"/>
                <a:cs typeface="Arial"/>
              </a:defRPr>
            </a:lvl7pPr>
            <a:lvl8pPr algn="l">
              <a:defRPr sz="1425" b="1">
                <a:solidFill>
                  <a:srgbClr val="009E73"/>
                </a:solidFill>
                <a:latin typeface="Arial"/>
                <a:ea typeface="Arial"/>
                <a:cs typeface="Arial"/>
              </a:defRPr>
            </a:lvl8pPr>
            <a:lvl9pPr algn="l">
              <a:defRPr sz="1425" b="1">
                <a:solidFill>
                  <a:srgbClr val="009E73"/>
                </a:solidFill>
                <a:latin typeface="Arial"/>
                <a:ea typeface="Arial"/>
                <a:cs typeface="Arial"/>
              </a:defRPr>
            </a:lvl9pPr>
          </a:lstStyle>
          <a:p xmlns:a="http://schemas.openxmlformats.org/drawingml/2006/main">
            <a:pPr algn="l">
              <a:defRPr sz="1425" b="1">
                <a:solidFill>
                  <a:srgbClr val="009E73"/>
                </a:solidFill>
                <a:latin typeface="Arial"/>
                <a:ea typeface="Arial"/>
                <a:cs typeface="Arial"/>
              </a:defRPr>
            </a:pPr>
            <a:r>
              <a:rPr sz="1425" b="1">
                <a:solidFill>
                  <a:srgbClr val="009E73"/>
                </a:solidFill>
                <a:latin typeface="Arial"/>
                <a:ea typeface="Arial"/>
                <a:cs typeface="Arial"/>
              </a:rPr>
              <a:t>C</a:t>
            </a:r>
          </a:p>
        </p:txBody>
      </p:sp>
      <p:sp>
        <p:nvSpPr>
          <p:cNvPr id="194" name="line_193">
            <a:extLst xmlns:a="http://schemas.openxmlformats.org/drawingml/2006/main">
              <a:ext uri="{FF2B5EF4-FFF2-40B4-BE49-F238E27FC236}">
                <a16:creationId xmlns:a16="http://schemas.microsoft.com/office/drawing/2014/main" id="{BDA31795-DD98-404A-ABA8-D8816F7E3CE0}"/>
              </a:ext>
            </a:extLst>
          </p:cNvPr>
          <p:cNvSpPr>
            <a:spLocks xmlns:a="http://schemas.openxmlformats.org/drawingml/2006/main" noGrp="1"/>
          </p:cNvSpPr>
          <p:nvPr/>
        </p:nvSpPr>
        <p:spPr>
          <a:xfrm xmlns:a="http://schemas.openxmlformats.org/drawingml/2006/main">
            <a:off x="9758795" y="6619875"/>
            <a:ext cx="95" cy="962025"/>
          </a:xfrm>
          <a:custGeom xmlns:a="http://schemas.openxmlformats.org/drawingml/2006/main">
            <a:pathLst>
              <a:path w="95" h="962025">
                <a:moveTo>
                  <a:pt x="0" y="0"/>
                </a:moveTo>
                <a:lnTo>
                  <a:pt x="0" y="962025"/>
                </a:lnTo>
              </a:path>
            </a:pathLst>
          </a:custGeom>
          <a:noFill xmlns:a="http://schemas.openxmlformats.org/drawingml/2006/main"/>
          <a:ln xmlns:a="http://schemas.openxmlformats.org/drawingml/2006/main" w="8573">
            <a:solidFill>
              <a:srgbClr val="000000"/>
            </a:solidFill>
            <a:prstDash val="dash"/>
          </a:ln>
        </p:spPr>
      </p:sp>
      <p:pic>
        <p:nvPicPr>
          <p:cNvPr id="195" name="">
            <a:extLst xmlns:a="http://schemas.openxmlformats.org/drawingml/2006/main">
              <a:ext uri="{FF2B5EF4-FFF2-40B4-BE49-F238E27FC236}">
                <a16:creationId xmlns:a16="http://schemas.microsoft.com/office/drawing/2014/main" id="{3E0B773E-252F-47BF-BF69-EAC51DE1CC82}"/>
              </a:ext>
            </a:extLst>
          </p:cNvPr>
          <p:cNvPicPr>
            <a:picLocks xmlns:a="http://schemas.openxmlformats.org/drawingml/2006/main" noChangeAspect="1"/>
          </p:cNvPicPr>
          <p:nvPr/>
        </p:nvPicPr>
        <p:blipFill>
          <a:blip xmlns:r="http://schemas.openxmlformats.org/officeDocument/2006/relationships" xmlns:a="http://schemas.openxmlformats.org/drawingml/2006/main" r:embed="Rdf8176ac84734054"/>
          <a:stretch xmlns:a="http://schemas.openxmlformats.org/drawingml/2006/main"/>
        </p:blipFill>
        <p:spPr>
          <a:xfrm xmlns:a="http://schemas.openxmlformats.org/drawingml/2006/main">
            <a:off x="7381901" y="8210550"/>
            <a:ext cx="5810199" cy="962025"/>
          </a:xfrm>
          <a:prstGeom xmlns:a="http://schemas.openxmlformats.org/drawingml/2006/main" prst="rect">
            <a:avLst/>
          </a:prstGeom>
        </p:spPr>
      </p:pic>
      <p:sp>
        <p:nvSpPr>
          <p:cNvPr id="196" name="line_195">
            <a:extLst xmlns:a="http://schemas.openxmlformats.org/drawingml/2006/main">
              <a:ext uri="{FF2B5EF4-FFF2-40B4-BE49-F238E27FC236}">
                <a16:creationId xmlns:a16="http://schemas.microsoft.com/office/drawing/2014/main" id="{4179D573-4E3A-48F1-AD4C-61BFC6063331}"/>
              </a:ext>
            </a:extLst>
          </p:cNvPr>
          <p:cNvSpPr>
            <a:spLocks xmlns:a="http://schemas.openxmlformats.org/drawingml/2006/main" noGrp="1"/>
          </p:cNvSpPr>
          <p:nvPr/>
        </p:nvSpPr>
        <p:spPr>
          <a:xfrm xmlns:a="http://schemas.openxmlformats.org/drawingml/2006/main">
            <a:off x="7343775" y="9172575"/>
            <a:ext cx="38100" cy="95"/>
          </a:xfrm>
          <a:custGeom xmlns:a="http://schemas.openxmlformats.org/drawingml/2006/main">
            <a:pathLst>
              <a:path w="38100" h="95">
                <a:moveTo>
                  <a:pt x="0" y="0"/>
                </a:moveTo>
                <a:lnTo>
                  <a:pt x="38100" y="0"/>
                </a:lnTo>
              </a:path>
            </a:pathLst>
          </a:custGeom>
          <a:noFill xmlns:a="http://schemas.openxmlformats.org/drawingml/2006/main"/>
          <a:ln xmlns:a="http://schemas.openxmlformats.org/drawingml/2006/main" w="7620">
            <a:solidFill>
              <a:srgbClr val="000000"/>
            </a:solidFill>
            <a:prstDash val="solid"/>
          </a:ln>
        </p:spPr>
      </p:sp>
      <p:sp>
        <p:nvSpPr>
          <p:cNvPr id="197" name="text_196">
            <a:extLst xmlns:a="http://schemas.openxmlformats.org/drawingml/2006/main">
              <a:ext uri="{FF2B5EF4-FFF2-40B4-BE49-F238E27FC236}">
                <a16:creationId xmlns:a16="http://schemas.microsoft.com/office/drawing/2014/main" id="{B4479979-B648-4563-B30D-F6222416F984}"/>
              </a:ext>
            </a:extLst>
          </p:cNvPr>
          <p:cNvSpPr>
            <a:spLocks xmlns:a="http://schemas.openxmlformats.org/drawingml/2006/main" noGrp="1"/>
          </p:cNvSpPr>
          <p:nvPr/>
        </p:nvSpPr>
        <p:spPr>
          <a:xfrm xmlns:a="http://schemas.openxmlformats.org/drawingml/2006/main" rot="0">
            <a:off x="7019925" y="9077325"/>
            <a:ext cx="276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198" name="line_197">
            <a:extLst xmlns:a="http://schemas.openxmlformats.org/drawingml/2006/main">
              <a:ext uri="{FF2B5EF4-FFF2-40B4-BE49-F238E27FC236}">
                <a16:creationId xmlns:a16="http://schemas.microsoft.com/office/drawing/2014/main" id="{49F73766-7C35-430E-A6C9-5AB687E8AF46}"/>
              </a:ext>
            </a:extLst>
          </p:cNvPr>
          <p:cNvSpPr>
            <a:spLocks xmlns:a="http://schemas.openxmlformats.org/drawingml/2006/main" noGrp="1"/>
          </p:cNvSpPr>
          <p:nvPr/>
        </p:nvSpPr>
        <p:spPr>
          <a:xfrm xmlns:a="http://schemas.openxmlformats.org/drawingml/2006/main">
            <a:off x="7343775" y="8691563"/>
            <a:ext cx="38100" cy="95"/>
          </a:xfrm>
          <a:custGeom xmlns:a="http://schemas.openxmlformats.org/drawingml/2006/main">
            <a:pathLst>
              <a:path w="38100" h="95">
                <a:moveTo>
                  <a:pt x="0" y="0"/>
                </a:moveTo>
                <a:lnTo>
                  <a:pt x="38100" y="0"/>
                </a:lnTo>
              </a:path>
            </a:pathLst>
          </a:custGeom>
          <a:noFill xmlns:a="http://schemas.openxmlformats.org/drawingml/2006/main"/>
          <a:ln xmlns:a="http://schemas.openxmlformats.org/drawingml/2006/main" w="7620">
            <a:solidFill>
              <a:srgbClr val="000000"/>
            </a:solidFill>
            <a:prstDash val="solid"/>
          </a:ln>
        </p:spPr>
      </p:sp>
      <p:sp>
        <p:nvSpPr>
          <p:cNvPr id="199" name="text_198">
            <a:extLst xmlns:a="http://schemas.openxmlformats.org/drawingml/2006/main">
              <a:ext uri="{FF2B5EF4-FFF2-40B4-BE49-F238E27FC236}">
                <a16:creationId xmlns:a16="http://schemas.microsoft.com/office/drawing/2014/main" id="{D66F6118-81F9-4D75-B8D9-9A7E0932DB98}"/>
              </a:ext>
            </a:extLst>
          </p:cNvPr>
          <p:cNvSpPr>
            <a:spLocks xmlns:a="http://schemas.openxmlformats.org/drawingml/2006/main" noGrp="1"/>
          </p:cNvSpPr>
          <p:nvPr/>
        </p:nvSpPr>
        <p:spPr>
          <a:xfrm xmlns:a="http://schemas.openxmlformats.org/drawingml/2006/main" rot="0">
            <a:off x="7019925" y="8596313"/>
            <a:ext cx="276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0.5</a:t>
            </a:r>
          </a:p>
        </p:txBody>
      </p:sp>
      <p:sp>
        <p:nvSpPr>
          <p:cNvPr id="200" name="line_199">
            <a:extLst xmlns:a="http://schemas.openxmlformats.org/drawingml/2006/main">
              <a:ext uri="{FF2B5EF4-FFF2-40B4-BE49-F238E27FC236}">
                <a16:creationId xmlns:a16="http://schemas.microsoft.com/office/drawing/2014/main" id="{B4BB3A4C-F9BC-4E3B-9C15-15B5F3100DE4}"/>
              </a:ext>
            </a:extLst>
          </p:cNvPr>
          <p:cNvSpPr>
            <a:spLocks xmlns:a="http://schemas.openxmlformats.org/drawingml/2006/main" noGrp="1"/>
          </p:cNvSpPr>
          <p:nvPr/>
        </p:nvSpPr>
        <p:spPr>
          <a:xfrm xmlns:a="http://schemas.openxmlformats.org/drawingml/2006/main">
            <a:off x="7343775" y="8210550"/>
            <a:ext cx="38100" cy="95"/>
          </a:xfrm>
          <a:custGeom xmlns:a="http://schemas.openxmlformats.org/drawingml/2006/main">
            <a:pathLst>
              <a:path w="38100" h="95">
                <a:moveTo>
                  <a:pt x="0" y="0"/>
                </a:moveTo>
                <a:lnTo>
                  <a:pt x="38100" y="0"/>
                </a:lnTo>
              </a:path>
            </a:pathLst>
          </a:custGeom>
          <a:noFill xmlns:a="http://schemas.openxmlformats.org/drawingml/2006/main"/>
          <a:ln xmlns:a="http://schemas.openxmlformats.org/drawingml/2006/main" w="7620">
            <a:solidFill>
              <a:srgbClr val="000000"/>
            </a:solidFill>
            <a:prstDash val="solid"/>
          </a:ln>
        </p:spPr>
      </p:sp>
      <p:sp>
        <p:nvSpPr>
          <p:cNvPr id="201" name="text_200">
            <a:extLst xmlns:a="http://schemas.openxmlformats.org/drawingml/2006/main">
              <a:ext uri="{FF2B5EF4-FFF2-40B4-BE49-F238E27FC236}">
                <a16:creationId xmlns:a16="http://schemas.microsoft.com/office/drawing/2014/main" id="{26F76B9A-A2F9-44C2-81B2-2FA3FAE0DF4B}"/>
              </a:ext>
            </a:extLst>
          </p:cNvPr>
          <p:cNvSpPr>
            <a:spLocks xmlns:a="http://schemas.openxmlformats.org/drawingml/2006/main" noGrp="1"/>
          </p:cNvSpPr>
          <p:nvPr/>
        </p:nvSpPr>
        <p:spPr>
          <a:xfrm xmlns:a="http://schemas.openxmlformats.org/drawingml/2006/main" rot="0">
            <a:off x="7019925" y="8115300"/>
            <a:ext cx="2762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r">
              <a:defRPr sz="1200" b="0">
                <a:solidFill>
                  <a:srgbClr val="000000"/>
                </a:solidFill>
                <a:latin typeface="Arial"/>
                <a:ea typeface="Arial"/>
                <a:cs typeface="Arial"/>
              </a:defRPr>
            </a:defPPr>
            <a:lvl1pPr algn="r">
              <a:defRPr sz="1200" b="0">
                <a:solidFill>
                  <a:srgbClr val="000000"/>
                </a:solidFill>
                <a:latin typeface="Arial"/>
                <a:ea typeface="Arial"/>
                <a:cs typeface="Arial"/>
              </a:defRPr>
            </a:lvl1pPr>
            <a:lvl2pPr algn="r">
              <a:defRPr sz="1200" b="0">
                <a:solidFill>
                  <a:srgbClr val="000000"/>
                </a:solidFill>
                <a:latin typeface="Arial"/>
                <a:ea typeface="Arial"/>
                <a:cs typeface="Arial"/>
              </a:defRPr>
            </a:lvl2pPr>
            <a:lvl3pPr algn="r">
              <a:defRPr sz="1200" b="0">
                <a:solidFill>
                  <a:srgbClr val="000000"/>
                </a:solidFill>
                <a:latin typeface="Arial"/>
                <a:ea typeface="Arial"/>
                <a:cs typeface="Arial"/>
              </a:defRPr>
            </a:lvl3pPr>
            <a:lvl4pPr algn="r">
              <a:defRPr sz="1200" b="0">
                <a:solidFill>
                  <a:srgbClr val="000000"/>
                </a:solidFill>
                <a:latin typeface="Arial"/>
                <a:ea typeface="Arial"/>
                <a:cs typeface="Arial"/>
              </a:defRPr>
            </a:lvl4pPr>
            <a:lvl5pPr algn="r">
              <a:defRPr sz="1200" b="0">
                <a:solidFill>
                  <a:srgbClr val="000000"/>
                </a:solidFill>
                <a:latin typeface="Arial"/>
                <a:ea typeface="Arial"/>
                <a:cs typeface="Arial"/>
              </a:defRPr>
            </a:lvl5pPr>
            <a:lvl6pPr algn="r">
              <a:defRPr sz="1200" b="0">
                <a:solidFill>
                  <a:srgbClr val="000000"/>
                </a:solidFill>
                <a:latin typeface="Arial"/>
                <a:ea typeface="Arial"/>
                <a:cs typeface="Arial"/>
              </a:defRPr>
            </a:lvl6pPr>
            <a:lvl7pPr algn="r">
              <a:defRPr sz="1200" b="0">
                <a:solidFill>
                  <a:srgbClr val="000000"/>
                </a:solidFill>
                <a:latin typeface="Arial"/>
                <a:ea typeface="Arial"/>
                <a:cs typeface="Arial"/>
              </a:defRPr>
            </a:lvl7pPr>
            <a:lvl8pPr algn="r">
              <a:defRPr sz="1200" b="0">
                <a:solidFill>
                  <a:srgbClr val="000000"/>
                </a:solidFill>
                <a:latin typeface="Arial"/>
                <a:ea typeface="Arial"/>
                <a:cs typeface="Arial"/>
              </a:defRPr>
            </a:lvl8pPr>
            <a:lvl9pPr algn="r">
              <a:defRPr sz="1200" b="0">
                <a:solidFill>
                  <a:srgbClr val="000000"/>
                </a:solidFill>
                <a:latin typeface="Arial"/>
                <a:ea typeface="Arial"/>
                <a:cs typeface="Arial"/>
              </a:defRPr>
            </a:lvl9pPr>
          </a:lstStyle>
          <a:p xmlns:a="http://schemas.openxmlformats.org/drawingml/2006/main">
            <a:pPr algn="r">
              <a:defRPr sz="1200" b="0">
                <a:solidFill>
                  <a:srgbClr val="000000"/>
                </a:solidFill>
                <a:latin typeface="Arial"/>
                <a:ea typeface="Arial"/>
                <a:cs typeface="Arial"/>
              </a:defRPr>
            </a:pPr>
            <a:r>
              <a:rPr sz="1200" b="0">
                <a:solidFill>
                  <a:srgbClr val="000000"/>
                </a:solidFill>
                <a:latin typeface="Arial"/>
                <a:ea typeface="Arial"/>
                <a:cs typeface="Arial"/>
              </a:rPr>
              <a:t>1</a:t>
            </a:r>
          </a:p>
        </p:txBody>
      </p:sp>
      <p:sp>
        <p:nvSpPr>
          <p:cNvPr id="202" name="line_201">
            <a:extLst xmlns:a="http://schemas.openxmlformats.org/drawingml/2006/main">
              <a:ext uri="{FF2B5EF4-FFF2-40B4-BE49-F238E27FC236}">
                <a16:creationId xmlns:a16="http://schemas.microsoft.com/office/drawing/2014/main" id="{FBE7AF30-917D-484B-9286-814325A7F046}"/>
              </a:ext>
            </a:extLst>
          </p:cNvPr>
          <p:cNvSpPr>
            <a:spLocks xmlns:a="http://schemas.openxmlformats.org/drawingml/2006/main" noGrp="1"/>
          </p:cNvSpPr>
          <p:nvPr/>
        </p:nvSpPr>
        <p:spPr>
          <a:xfrm xmlns:a="http://schemas.openxmlformats.org/drawingml/2006/main">
            <a:off x="7645977" y="9172575"/>
            <a:ext cx="95" cy="38100"/>
          </a:xfrm>
          <a:custGeom xmlns:a="http://schemas.openxmlformats.org/drawingml/2006/main">
            <a:pathLst>
              <a:path w="95" h="38100">
                <a:moveTo>
                  <a:pt x="0" y="0"/>
                </a:moveTo>
                <a:lnTo>
                  <a:pt x="0" y="38100"/>
                </a:lnTo>
              </a:path>
            </a:pathLst>
          </a:custGeom>
          <a:noFill xmlns:a="http://schemas.openxmlformats.org/drawingml/2006/main"/>
          <a:ln xmlns:a="http://schemas.openxmlformats.org/drawingml/2006/main" w="7620">
            <a:solidFill>
              <a:srgbClr val="000000"/>
            </a:solidFill>
            <a:prstDash val="solid"/>
          </a:ln>
        </p:spPr>
      </p:sp>
      <p:sp>
        <p:nvSpPr>
          <p:cNvPr id="203" name="text_202">
            <a:extLst xmlns:a="http://schemas.openxmlformats.org/drawingml/2006/main">
              <a:ext uri="{FF2B5EF4-FFF2-40B4-BE49-F238E27FC236}">
                <a16:creationId xmlns:a16="http://schemas.microsoft.com/office/drawing/2014/main" id="{1AB708D3-A7D7-4ECB-A180-01D400C52545}"/>
              </a:ext>
            </a:extLst>
          </p:cNvPr>
          <p:cNvSpPr>
            <a:spLocks xmlns:a="http://schemas.openxmlformats.org/drawingml/2006/main" noGrp="1"/>
          </p:cNvSpPr>
          <p:nvPr/>
        </p:nvSpPr>
        <p:spPr>
          <a:xfrm xmlns:a="http://schemas.openxmlformats.org/drawingml/2006/main" rot="0">
            <a:off x="7245927" y="923925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07-10</a:t>
            </a:r>
          </a:p>
        </p:txBody>
      </p:sp>
      <p:sp>
        <p:nvSpPr>
          <p:cNvPr id="204" name="line_203">
            <a:extLst xmlns:a="http://schemas.openxmlformats.org/drawingml/2006/main">
              <a:ext uri="{FF2B5EF4-FFF2-40B4-BE49-F238E27FC236}">
                <a16:creationId xmlns:a16="http://schemas.microsoft.com/office/drawing/2014/main" id="{0A2FE326-F90B-41CC-A503-78BB150D7DFB}"/>
              </a:ext>
            </a:extLst>
          </p:cNvPr>
          <p:cNvSpPr>
            <a:spLocks xmlns:a="http://schemas.openxmlformats.org/drawingml/2006/main" noGrp="1"/>
          </p:cNvSpPr>
          <p:nvPr/>
        </p:nvSpPr>
        <p:spPr>
          <a:xfrm xmlns:a="http://schemas.openxmlformats.org/drawingml/2006/main">
            <a:off x="8702386" y="9172575"/>
            <a:ext cx="95" cy="38100"/>
          </a:xfrm>
          <a:custGeom xmlns:a="http://schemas.openxmlformats.org/drawingml/2006/main">
            <a:pathLst>
              <a:path w="95" h="38100">
                <a:moveTo>
                  <a:pt x="0" y="0"/>
                </a:moveTo>
                <a:lnTo>
                  <a:pt x="0" y="38100"/>
                </a:lnTo>
              </a:path>
            </a:pathLst>
          </a:custGeom>
          <a:noFill xmlns:a="http://schemas.openxmlformats.org/drawingml/2006/main"/>
          <a:ln xmlns:a="http://schemas.openxmlformats.org/drawingml/2006/main" w="7620">
            <a:solidFill>
              <a:srgbClr val="000000"/>
            </a:solidFill>
            <a:prstDash val="solid"/>
          </a:ln>
        </p:spPr>
      </p:sp>
      <p:sp>
        <p:nvSpPr>
          <p:cNvPr id="205" name="text_204">
            <a:extLst xmlns:a="http://schemas.openxmlformats.org/drawingml/2006/main">
              <a:ext uri="{FF2B5EF4-FFF2-40B4-BE49-F238E27FC236}">
                <a16:creationId xmlns:a16="http://schemas.microsoft.com/office/drawing/2014/main" id="{EEB3E5E5-6AA5-4F96-9D08-79CC8239C479}"/>
              </a:ext>
            </a:extLst>
          </p:cNvPr>
          <p:cNvSpPr>
            <a:spLocks xmlns:a="http://schemas.openxmlformats.org/drawingml/2006/main" noGrp="1"/>
          </p:cNvSpPr>
          <p:nvPr/>
        </p:nvSpPr>
        <p:spPr>
          <a:xfrm xmlns:a="http://schemas.openxmlformats.org/drawingml/2006/main" rot="0">
            <a:off x="8302336" y="923925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07-12</a:t>
            </a:r>
          </a:p>
        </p:txBody>
      </p:sp>
      <p:sp>
        <p:nvSpPr>
          <p:cNvPr id="206" name="line_205">
            <a:extLst xmlns:a="http://schemas.openxmlformats.org/drawingml/2006/main">
              <a:ext uri="{FF2B5EF4-FFF2-40B4-BE49-F238E27FC236}">
                <a16:creationId xmlns:a16="http://schemas.microsoft.com/office/drawing/2014/main" id="{122F8FF8-E9BF-45DB-8DFB-B55E3D1E8CA5}"/>
              </a:ext>
            </a:extLst>
          </p:cNvPr>
          <p:cNvSpPr>
            <a:spLocks xmlns:a="http://schemas.openxmlformats.org/drawingml/2006/main" noGrp="1"/>
          </p:cNvSpPr>
          <p:nvPr/>
        </p:nvSpPr>
        <p:spPr>
          <a:xfrm xmlns:a="http://schemas.openxmlformats.org/drawingml/2006/main">
            <a:off x="9758795" y="9172575"/>
            <a:ext cx="95" cy="38100"/>
          </a:xfrm>
          <a:custGeom xmlns:a="http://schemas.openxmlformats.org/drawingml/2006/main">
            <a:pathLst>
              <a:path w="95" h="38100">
                <a:moveTo>
                  <a:pt x="0" y="0"/>
                </a:moveTo>
                <a:lnTo>
                  <a:pt x="0" y="38100"/>
                </a:lnTo>
              </a:path>
            </a:pathLst>
          </a:custGeom>
          <a:noFill xmlns:a="http://schemas.openxmlformats.org/drawingml/2006/main"/>
          <a:ln xmlns:a="http://schemas.openxmlformats.org/drawingml/2006/main" w="7620">
            <a:solidFill>
              <a:srgbClr val="000000"/>
            </a:solidFill>
            <a:prstDash val="solid"/>
          </a:ln>
        </p:spPr>
      </p:sp>
      <p:sp>
        <p:nvSpPr>
          <p:cNvPr id="207" name="text_206">
            <a:extLst xmlns:a="http://schemas.openxmlformats.org/drawingml/2006/main">
              <a:ext uri="{FF2B5EF4-FFF2-40B4-BE49-F238E27FC236}">
                <a16:creationId xmlns:a16="http://schemas.microsoft.com/office/drawing/2014/main" id="{4F4CC0C3-F32C-4914-A19F-0B49F8AB0B95}"/>
              </a:ext>
            </a:extLst>
          </p:cNvPr>
          <p:cNvSpPr>
            <a:spLocks xmlns:a="http://schemas.openxmlformats.org/drawingml/2006/main" noGrp="1"/>
          </p:cNvSpPr>
          <p:nvPr/>
        </p:nvSpPr>
        <p:spPr>
          <a:xfrm xmlns:a="http://schemas.openxmlformats.org/drawingml/2006/main" rot="0">
            <a:off x="9358745" y="923925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07-14</a:t>
            </a:r>
          </a:p>
        </p:txBody>
      </p:sp>
      <p:sp>
        <p:nvSpPr>
          <p:cNvPr id="208" name="line_207">
            <a:extLst xmlns:a="http://schemas.openxmlformats.org/drawingml/2006/main">
              <a:ext uri="{FF2B5EF4-FFF2-40B4-BE49-F238E27FC236}">
                <a16:creationId xmlns:a16="http://schemas.microsoft.com/office/drawing/2014/main" id="{4D6F0CB5-5EC7-47D1-BD93-2B4A133BC092}"/>
              </a:ext>
            </a:extLst>
          </p:cNvPr>
          <p:cNvSpPr>
            <a:spLocks xmlns:a="http://schemas.openxmlformats.org/drawingml/2006/main" noGrp="1"/>
          </p:cNvSpPr>
          <p:nvPr/>
        </p:nvSpPr>
        <p:spPr>
          <a:xfrm xmlns:a="http://schemas.openxmlformats.org/drawingml/2006/main">
            <a:off x="10815205" y="9172575"/>
            <a:ext cx="95" cy="38100"/>
          </a:xfrm>
          <a:custGeom xmlns:a="http://schemas.openxmlformats.org/drawingml/2006/main">
            <a:pathLst>
              <a:path w="95" h="38100">
                <a:moveTo>
                  <a:pt x="0" y="0"/>
                </a:moveTo>
                <a:lnTo>
                  <a:pt x="0" y="38100"/>
                </a:lnTo>
              </a:path>
            </a:pathLst>
          </a:custGeom>
          <a:noFill xmlns:a="http://schemas.openxmlformats.org/drawingml/2006/main"/>
          <a:ln xmlns:a="http://schemas.openxmlformats.org/drawingml/2006/main" w="7620">
            <a:solidFill>
              <a:srgbClr val="000000"/>
            </a:solidFill>
            <a:prstDash val="solid"/>
          </a:ln>
        </p:spPr>
      </p:sp>
      <p:sp>
        <p:nvSpPr>
          <p:cNvPr id="209" name="text_208">
            <a:extLst xmlns:a="http://schemas.openxmlformats.org/drawingml/2006/main">
              <a:ext uri="{FF2B5EF4-FFF2-40B4-BE49-F238E27FC236}">
                <a16:creationId xmlns:a16="http://schemas.microsoft.com/office/drawing/2014/main" id="{DDE2C25D-CD13-4B0B-AC80-C7BD5D15C979}"/>
              </a:ext>
            </a:extLst>
          </p:cNvPr>
          <p:cNvSpPr>
            <a:spLocks xmlns:a="http://schemas.openxmlformats.org/drawingml/2006/main" noGrp="1"/>
          </p:cNvSpPr>
          <p:nvPr/>
        </p:nvSpPr>
        <p:spPr>
          <a:xfrm xmlns:a="http://schemas.openxmlformats.org/drawingml/2006/main" rot="0">
            <a:off x="10415155" y="923925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07-16</a:t>
            </a:r>
          </a:p>
        </p:txBody>
      </p:sp>
      <p:sp>
        <p:nvSpPr>
          <p:cNvPr id="210" name="line_209">
            <a:extLst xmlns:a="http://schemas.openxmlformats.org/drawingml/2006/main">
              <a:ext uri="{FF2B5EF4-FFF2-40B4-BE49-F238E27FC236}">
                <a16:creationId xmlns:a16="http://schemas.microsoft.com/office/drawing/2014/main" id="{51E19357-B7D0-43BE-B907-28F99B926233}"/>
              </a:ext>
            </a:extLst>
          </p:cNvPr>
          <p:cNvSpPr>
            <a:spLocks xmlns:a="http://schemas.openxmlformats.org/drawingml/2006/main" noGrp="1"/>
          </p:cNvSpPr>
          <p:nvPr/>
        </p:nvSpPr>
        <p:spPr>
          <a:xfrm xmlns:a="http://schemas.openxmlformats.org/drawingml/2006/main">
            <a:off x="11871614" y="9172575"/>
            <a:ext cx="95" cy="38100"/>
          </a:xfrm>
          <a:custGeom xmlns:a="http://schemas.openxmlformats.org/drawingml/2006/main">
            <a:pathLst>
              <a:path w="95" h="38100">
                <a:moveTo>
                  <a:pt x="0" y="0"/>
                </a:moveTo>
                <a:lnTo>
                  <a:pt x="0" y="38100"/>
                </a:lnTo>
              </a:path>
            </a:pathLst>
          </a:custGeom>
          <a:noFill xmlns:a="http://schemas.openxmlformats.org/drawingml/2006/main"/>
          <a:ln xmlns:a="http://schemas.openxmlformats.org/drawingml/2006/main" w="7620">
            <a:solidFill>
              <a:srgbClr val="000000"/>
            </a:solidFill>
            <a:prstDash val="solid"/>
          </a:ln>
        </p:spPr>
      </p:sp>
      <p:sp>
        <p:nvSpPr>
          <p:cNvPr id="211" name="text_210">
            <a:extLst xmlns:a="http://schemas.openxmlformats.org/drawingml/2006/main">
              <a:ext uri="{FF2B5EF4-FFF2-40B4-BE49-F238E27FC236}">
                <a16:creationId xmlns:a16="http://schemas.microsoft.com/office/drawing/2014/main" id="{1AFE5CCB-DBCE-42F1-90FF-90A2D9559EC0}"/>
              </a:ext>
            </a:extLst>
          </p:cNvPr>
          <p:cNvSpPr>
            <a:spLocks xmlns:a="http://schemas.openxmlformats.org/drawingml/2006/main" noGrp="1"/>
          </p:cNvSpPr>
          <p:nvPr/>
        </p:nvSpPr>
        <p:spPr>
          <a:xfrm xmlns:a="http://schemas.openxmlformats.org/drawingml/2006/main" rot="0">
            <a:off x="11471564" y="923925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07-18</a:t>
            </a:r>
          </a:p>
        </p:txBody>
      </p:sp>
      <p:sp>
        <p:nvSpPr>
          <p:cNvPr id="212" name="line_211">
            <a:extLst xmlns:a="http://schemas.openxmlformats.org/drawingml/2006/main">
              <a:ext uri="{FF2B5EF4-FFF2-40B4-BE49-F238E27FC236}">
                <a16:creationId xmlns:a16="http://schemas.microsoft.com/office/drawing/2014/main" id="{EB0315F3-0CFD-4CC4-BF40-B7C91DE842C1}"/>
              </a:ext>
            </a:extLst>
          </p:cNvPr>
          <p:cNvSpPr>
            <a:spLocks xmlns:a="http://schemas.openxmlformats.org/drawingml/2006/main" noGrp="1"/>
          </p:cNvSpPr>
          <p:nvPr/>
        </p:nvSpPr>
        <p:spPr>
          <a:xfrm xmlns:a="http://schemas.openxmlformats.org/drawingml/2006/main">
            <a:off x="12928023" y="9172575"/>
            <a:ext cx="95" cy="38100"/>
          </a:xfrm>
          <a:custGeom xmlns:a="http://schemas.openxmlformats.org/drawingml/2006/main">
            <a:pathLst>
              <a:path w="95" h="38100">
                <a:moveTo>
                  <a:pt x="0" y="0"/>
                </a:moveTo>
                <a:lnTo>
                  <a:pt x="0" y="38100"/>
                </a:lnTo>
              </a:path>
            </a:pathLst>
          </a:custGeom>
          <a:noFill xmlns:a="http://schemas.openxmlformats.org/drawingml/2006/main"/>
          <a:ln xmlns:a="http://schemas.openxmlformats.org/drawingml/2006/main" w="7620">
            <a:solidFill>
              <a:srgbClr val="000000"/>
            </a:solidFill>
            <a:prstDash val="solid"/>
          </a:ln>
        </p:spPr>
      </p:sp>
      <p:sp>
        <p:nvSpPr>
          <p:cNvPr id="213" name="text_212">
            <a:extLst xmlns:a="http://schemas.openxmlformats.org/drawingml/2006/main">
              <a:ext uri="{FF2B5EF4-FFF2-40B4-BE49-F238E27FC236}">
                <a16:creationId xmlns:a16="http://schemas.microsoft.com/office/drawing/2014/main" id="{E1D510EA-C4EF-4D34-8328-2D7F008841D6}"/>
              </a:ext>
            </a:extLst>
          </p:cNvPr>
          <p:cNvSpPr>
            <a:spLocks xmlns:a="http://schemas.openxmlformats.org/drawingml/2006/main" noGrp="1"/>
          </p:cNvSpPr>
          <p:nvPr/>
        </p:nvSpPr>
        <p:spPr>
          <a:xfrm xmlns:a="http://schemas.openxmlformats.org/drawingml/2006/main" rot="0">
            <a:off x="12527973" y="923925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07-20</a:t>
            </a:r>
          </a:p>
        </p:txBody>
      </p:sp>
      <p:sp>
        <p:nvSpPr>
          <p:cNvPr id="214" name="rect_213">
            <a:extLst xmlns:a="http://schemas.openxmlformats.org/drawingml/2006/main">
              <a:ext uri="{FF2B5EF4-FFF2-40B4-BE49-F238E27FC236}">
                <a16:creationId xmlns:a16="http://schemas.microsoft.com/office/drawing/2014/main" id="{787CA21D-058D-44FC-AE98-456B9B2871D6}"/>
              </a:ext>
            </a:extLst>
          </p:cNvPr>
          <p:cNvSpPr>
            <a:spLocks xmlns:a="http://schemas.openxmlformats.org/drawingml/2006/main" noGrp="1"/>
          </p:cNvSpPr>
          <p:nvPr/>
        </p:nvSpPr>
        <p:spPr>
          <a:xfrm xmlns:a="http://schemas.openxmlformats.org/drawingml/2006/main" rot="0">
            <a:off x="7381875" y="8210550"/>
            <a:ext cx="5810250" cy="962025"/>
          </a:xfrm>
          <a:prstGeom xmlns:a="http://schemas.openxmlformats.org/drawingml/2006/main" prst="rect">
            <a:avLst/>
          </a:prstGeom>
          <a:noFill xmlns:a="http://schemas.openxmlformats.org/drawingml/2006/main"/>
          <a:ln xmlns:a="http://schemas.openxmlformats.org/drawingml/2006/main" w="6191">
            <a:solidFill>
              <a:srgbClr val="6A7278"/>
            </a:solidFill>
            <a:prstDash val="solid"/>
          </a:ln>
        </p:spPr>
      </p:sp>
      <p:sp>
        <p:nvSpPr>
          <p:cNvPr id="215" name="text_214">
            <a:extLst xmlns:a="http://schemas.openxmlformats.org/drawingml/2006/main">
              <a:ext uri="{FF2B5EF4-FFF2-40B4-BE49-F238E27FC236}">
                <a16:creationId xmlns:a16="http://schemas.microsoft.com/office/drawing/2014/main" id="{545CE4F2-FE22-4F0B-A831-FB4469EA2CAE}"/>
              </a:ext>
            </a:extLst>
          </p:cNvPr>
          <p:cNvSpPr>
            <a:spLocks xmlns:a="http://schemas.openxmlformats.org/drawingml/2006/main" noGrp="1"/>
          </p:cNvSpPr>
          <p:nvPr/>
        </p:nvSpPr>
        <p:spPr>
          <a:xfrm xmlns:a="http://schemas.openxmlformats.org/drawingml/2006/main" rot="0">
            <a:off x="7381875" y="7934325"/>
            <a:ext cx="5810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500" b="1">
                <a:solidFill>
                  <a:srgbClr val="000000"/>
                </a:solidFill>
                <a:latin typeface="Arial"/>
                <a:ea typeface="Arial"/>
                <a:cs typeface="Arial"/>
              </a:defRPr>
            </a:defPPr>
            <a:lvl1pPr algn="l">
              <a:defRPr sz="1500" b="1">
                <a:solidFill>
                  <a:srgbClr val="000000"/>
                </a:solidFill>
                <a:latin typeface="Arial"/>
                <a:ea typeface="Arial"/>
                <a:cs typeface="Arial"/>
              </a:defRPr>
            </a:lvl1pPr>
            <a:lvl2pPr algn="l">
              <a:defRPr sz="1500" b="1">
                <a:solidFill>
                  <a:srgbClr val="000000"/>
                </a:solidFill>
                <a:latin typeface="Arial"/>
                <a:ea typeface="Arial"/>
                <a:cs typeface="Arial"/>
              </a:defRPr>
            </a:lvl2pPr>
            <a:lvl3pPr algn="l">
              <a:defRPr sz="1500" b="1">
                <a:solidFill>
                  <a:srgbClr val="000000"/>
                </a:solidFill>
                <a:latin typeface="Arial"/>
                <a:ea typeface="Arial"/>
                <a:cs typeface="Arial"/>
              </a:defRPr>
            </a:lvl3pPr>
            <a:lvl4pPr algn="l">
              <a:defRPr sz="1500" b="1">
                <a:solidFill>
                  <a:srgbClr val="000000"/>
                </a:solidFill>
                <a:latin typeface="Arial"/>
                <a:ea typeface="Arial"/>
                <a:cs typeface="Arial"/>
              </a:defRPr>
            </a:lvl4pPr>
            <a:lvl5pPr algn="l">
              <a:defRPr sz="1500" b="1">
                <a:solidFill>
                  <a:srgbClr val="000000"/>
                </a:solidFill>
                <a:latin typeface="Arial"/>
                <a:ea typeface="Arial"/>
                <a:cs typeface="Arial"/>
              </a:defRPr>
            </a:lvl5pPr>
            <a:lvl6pPr algn="l">
              <a:defRPr sz="1500" b="1">
                <a:solidFill>
                  <a:srgbClr val="000000"/>
                </a:solidFill>
                <a:latin typeface="Arial"/>
                <a:ea typeface="Arial"/>
                <a:cs typeface="Arial"/>
              </a:defRPr>
            </a:lvl6pPr>
            <a:lvl7pPr algn="l">
              <a:defRPr sz="1500" b="1">
                <a:solidFill>
                  <a:srgbClr val="000000"/>
                </a:solidFill>
                <a:latin typeface="Arial"/>
                <a:ea typeface="Arial"/>
                <a:cs typeface="Arial"/>
              </a:defRPr>
            </a:lvl7pPr>
            <a:lvl8pPr algn="l">
              <a:defRPr sz="1500" b="1">
                <a:solidFill>
                  <a:srgbClr val="000000"/>
                </a:solidFill>
                <a:latin typeface="Arial"/>
                <a:ea typeface="Arial"/>
                <a:cs typeface="Arial"/>
              </a:defRPr>
            </a:lvl8pPr>
            <a:lvl9pPr algn="l">
              <a:defRPr sz="1500" b="1">
                <a:solidFill>
                  <a:srgbClr val="000000"/>
                </a:solidFill>
                <a:latin typeface="Arial"/>
                <a:ea typeface="Arial"/>
                <a:cs typeface="Arial"/>
              </a:defRPr>
            </a:lvl9pPr>
          </a:lstStyle>
          <a:p xmlns:a="http://schemas.openxmlformats.org/drawingml/2006/main">
            <a:pPr algn="l">
              <a:defRPr sz="1500" b="1">
                <a:solidFill>
                  <a:srgbClr val="000000"/>
                </a:solidFill>
                <a:latin typeface="Arial"/>
                <a:ea typeface="Arial"/>
                <a:cs typeface="Arial"/>
              </a:defRPr>
            </a:pPr>
            <a:r>
              <a:rPr sz="1500" b="1">
                <a:solidFill>
                  <a:srgbClr val="000000"/>
                </a:solidFill>
                <a:latin typeface="Arial"/>
                <a:ea typeface="Arial"/>
                <a:cs typeface="Arial"/>
              </a:rPr>
              <a:t>RG-MTM-R20</a:t>
            </a:r>
          </a:p>
        </p:txBody>
      </p:sp>
      <p:sp>
        <p:nvSpPr>
          <p:cNvPr id="216" name="path_215">
            <a:extLst xmlns:a="http://schemas.openxmlformats.org/drawingml/2006/main">
              <a:ext uri="{FF2B5EF4-FFF2-40B4-BE49-F238E27FC236}">
                <a16:creationId xmlns:a16="http://schemas.microsoft.com/office/drawing/2014/main" id="{5CEC51B0-5BF2-4821-B9F3-71C2C411A11B}"/>
              </a:ext>
            </a:extLst>
          </p:cNvPr>
          <p:cNvSpPr>
            <a:spLocks xmlns:a="http://schemas.openxmlformats.org/drawingml/2006/main" noGrp="1"/>
          </p:cNvSpPr>
          <p:nvPr/>
        </p:nvSpPr>
        <p:spPr>
          <a:xfrm xmlns:a="http://schemas.openxmlformats.org/drawingml/2006/main">
            <a:off x="9758795" y="9060475"/>
            <a:ext cx="1056409" cy="35668"/>
          </a:xfrm>
          <a:custGeom xmlns:a="http://schemas.openxmlformats.org/drawingml/2006/main">
            <a:pathLst>
              <a:path w="1056409" h="35668">
                <a:moveTo>
                  <a:pt x="0" y="28195"/>
                </a:moveTo>
                <a:lnTo>
                  <a:pt x="528205" y="35668"/>
                </a:lnTo>
                <a:lnTo>
                  <a:pt x="1056409" y="0"/>
                </a:lnTo>
              </a:path>
            </a:pathLst>
          </a:custGeom>
          <a:noFill xmlns:a="http://schemas.openxmlformats.org/drawingml/2006/main"/>
          <a:ln xmlns:a="http://schemas.openxmlformats.org/drawingml/2006/main" w="32861">
            <a:solidFill>
              <a:srgbClr val="FFFFFF"/>
            </a:solidFill>
            <a:prstDash val="dash"/>
          </a:ln>
        </p:spPr>
      </p:sp>
      <p:sp>
        <p:nvSpPr>
          <p:cNvPr id="217" name="path_216">
            <a:extLst xmlns:a="http://schemas.openxmlformats.org/drawingml/2006/main">
              <a:ext uri="{FF2B5EF4-FFF2-40B4-BE49-F238E27FC236}">
                <a16:creationId xmlns:a16="http://schemas.microsoft.com/office/drawing/2014/main" id="{714DE3E9-5BC6-4361-AA53-63EBBEBDC5F5}"/>
              </a:ext>
            </a:extLst>
          </p:cNvPr>
          <p:cNvSpPr>
            <a:spLocks xmlns:a="http://schemas.openxmlformats.org/drawingml/2006/main" noGrp="1"/>
          </p:cNvSpPr>
          <p:nvPr/>
        </p:nvSpPr>
        <p:spPr>
          <a:xfrm xmlns:a="http://schemas.openxmlformats.org/drawingml/2006/main">
            <a:off x="9758795" y="9060475"/>
            <a:ext cx="1056409" cy="35668"/>
          </a:xfrm>
          <a:custGeom xmlns:a="http://schemas.openxmlformats.org/drawingml/2006/main">
            <a:pathLst>
              <a:path w="1056409" h="35668">
                <a:moveTo>
                  <a:pt x="0" y="28195"/>
                </a:moveTo>
                <a:lnTo>
                  <a:pt x="528205" y="35668"/>
                </a:lnTo>
                <a:lnTo>
                  <a:pt x="1056409" y="0"/>
                </a:lnTo>
              </a:path>
            </a:pathLst>
          </a:custGeom>
          <a:noFill xmlns:a="http://schemas.openxmlformats.org/drawingml/2006/main"/>
          <a:ln xmlns:a="http://schemas.openxmlformats.org/drawingml/2006/main" w="13811">
            <a:solidFill>
              <a:srgbClr val="0072B2"/>
            </a:solidFill>
            <a:prstDash val="dash"/>
          </a:ln>
        </p:spPr>
      </p:sp>
      <p:sp>
        <p:nvSpPr>
          <p:cNvPr id="218" name="path_217">
            <a:extLst xmlns:a="http://schemas.openxmlformats.org/drawingml/2006/main">
              <a:ext uri="{FF2B5EF4-FFF2-40B4-BE49-F238E27FC236}">
                <a16:creationId xmlns:a16="http://schemas.microsoft.com/office/drawing/2014/main" id="{B527AC6E-B509-47B3-8C0E-C5926D28A0BE}"/>
              </a:ext>
            </a:extLst>
          </p:cNvPr>
          <p:cNvSpPr>
            <a:spLocks xmlns:a="http://schemas.openxmlformats.org/drawingml/2006/main" noGrp="1"/>
          </p:cNvSpPr>
          <p:nvPr/>
        </p:nvSpPr>
        <p:spPr>
          <a:xfrm xmlns:a="http://schemas.openxmlformats.org/drawingml/2006/main">
            <a:off x="9758795" y="9064039"/>
            <a:ext cx="1056409" cy="32655"/>
          </a:xfrm>
          <a:custGeom xmlns:a="http://schemas.openxmlformats.org/drawingml/2006/main">
            <a:pathLst>
              <a:path w="1056409" h="32655">
                <a:moveTo>
                  <a:pt x="0" y="32655"/>
                </a:moveTo>
                <a:lnTo>
                  <a:pt x="528205" y="24197"/>
                </a:lnTo>
                <a:lnTo>
                  <a:pt x="1056409" y="0"/>
                </a:lnTo>
              </a:path>
            </a:pathLst>
          </a:custGeom>
          <a:noFill xmlns:a="http://schemas.openxmlformats.org/drawingml/2006/main"/>
          <a:ln xmlns:a="http://schemas.openxmlformats.org/drawingml/2006/main" w="41910">
            <a:solidFill>
              <a:srgbClr val="FFFFFF"/>
            </a:solidFill>
            <a:prstDash val="solid"/>
          </a:ln>
        </p:spPr>
      </p:sp>
      <p:sp>
        <p:nvSpPr>
          <p:cNvPr id="219" name="path_218">
            <a:extLst xmlns:a="http://schemas.openxmlformats.org/drawingml/2006/main">
              <a:ext uri="{FF2B5EF4-FFF2-40B4-BE49-F238E27FC236}">
                <a16:creationId xmlns:a16="http://schemas.microsoft.com/office/drawing/2014/main" id="{BC00735A-C242-4073-B8CF-8238C85F543D}"/>
              </a:ext>
            </a:extLst>
          </p:cNvPr>
          <p:cNvSpPr>
            <a:spLocks xmlns:a="http://schemas.openxmlformats.org/drawingml/2006/main" noGrp="1"/>
          </p:cNvSpPr>
          <p:nvPr/>
        </p:nvSpPr>
        <p:spPr>
          <a:xfrm xmlns:a="http://schemas.openxmlformats.org/drawingml/2006/main">
            <a:off x="9758795" y="9064039"/>
            <a:ext cx="1056409" cy="32655"/>
          </a:xfrm>
          <a:custGeom xmlns:a="http://schemas.openxmlformats.org/drawingml/2006/main">
            <a:pathLst>
              <a:path w="1056409" h="32655">
                <a:moveTo>
                  <a:pt x="0" y="32655"/>
                </a:moveTo>
                <a:lnTo>
                  <a:pt x="528205" y="24197"/>
                </a:lnTo>
                <a:lnTo>
                  <a:pt x="1056409" y="0"/>
                </a:lnTo>
              </a:path>
            </a:pathLst>
          </a:custGeom>
          <a:noFill xmlns:a="http://schemas.openxmlformats.org/drawingml/2006/main"/>
          <a:ln xmlns:a="http://schemas.openxmlformats.org/drawingml/2006/main" w="22860">
            <a:solidFill>
              <a:srgbClr val="0072B2"/>
            </a:solidFill>
            <a:prstDash val="solid"/>
          </a:ln>
        </p:spPr>
      </p:sp>
      <p:sp>
        <p:nvSpPr>
          <p:cNvPr id="220" name="ellipse_219">
            <a:extLst xmlns:a="http://schemas.openxmlformats.org/drawingml/2006/main">
              <a:ext uri="{FF2B5EF4-FFF2-40B4-BE49-F238E27FC236}">
                <a16:creationId xmlns:a16="http://schemas.microsoft.com/office/drawing/2014/main" id="{8496735F-B0A7-4A81-90DE-C2654FCEFD26}"/>
              </a:ext>
            </a:extLst>
          </p:cNvPr>
          <p:cNvSpPr>
            <a:spLocks xmlns:a="http://schemas.openxmlformats.org/drawingml/2006/main" noGrp="1"/>
          </p:cNvSpPr>
          <p:nvPr/>
        </p:nvSpPr>
        <p:spPr>
          <a:xfrm xmlns:a="http://schemas.openxmlformats.org/drawingml/2006/main" rot="0">
            <a:off x="9727363" y="9065261"/>
            <a:ext cx="62865" cy="62865"/>
          </a:xfrm>
          <a:prstGeom xmlns:a="http://schemas.openxmlformats.org/drawingml/2006/main" prst="ellipse">
            <a:avLst/>
          </a:prstGeom>
          <a:solidFill xmlns:a="http://schemas.openxmlformats.org/drawingml/2006/main">
            <a:srgbClr val="FFFFFF"/>
          </a:solidFill>
          <a:ln xmlns:a="http://schemas.openxmlformats.org/drawingml/2006/main" w="17145">
            <a:solidFill>
              <a:srgbClr val="0072B2"/>
            </a:solidFill>
            <a:prstDash val="solid"/>
          </a:ln>
        </p:spPr>
      </p:sp>
      <p:sp>
        <p:nvSpPr>
          <p:cNvPr id="221" name="ellipse_220">
            <a:extLst xmlns:a="http://schemas.openxmlformats.org/drawingml/2006/main">
              <a:ext uri="{FF2B5EF4-FFF2-40B4-BE49-F238E27FC236}">
                <a16:creationId xmlns:a16="http://schemas.microsoft.com/office/drawing/2014/main" id="{6513A9DA-386B-442F-A2C9-BE3552BCF486}"/>
              </a:ext>
            </a:extLst>
          </p:cNvPr>
          <p:cNvSpPr>
            <a:spLocks xmlns:a="http://schemas.openxmlformats.org/drawingml/2006/main" noGrp="1"/>
          </p:cNvSpPr>
          <p:nvPr/>
        </p:nvSpPr>
        <p:spPr>
          <a:xfrm xmlns:a="http://schemas.openxmlformats.org/drawingml/2006/main" rot="0">
            <a:off x="10255568" y="9056804"/>
            <a:ext cx="62865" cy="62865"/>
          </a:xfrm>
          <a:prstGeom xmlns:a="http://schemas.openxmlformats.org/drawingml/2006/main" prst="ellipse">
            <a:avLst/>
          </a:prstGeom>
          <a:solidFill xmlns:a="http://schemas.openxmlformats.org/drawingml/2006/main">
            <a:srgbClr val="FFFFFF"/>
          </a:solidFill>
          <a:ln xmlns:a="http://schemas.openxmlformats.org/drawingml/2006/main" w="17145">
            <a:solidFill>
              <a:srgbClr val="0072B2"/>
            </a:solidFill>
            <a:prstDash val="solid"/>
          </a:ln>
        </p:spPr>
      </p:sp>
      <p:sp>
        <p:nvSpPr>
          <p:cNvPr id="222" name="ellipse_221">
            <a:extLst xmlns:a="http://schemas.openxmlformats.org/drawingml/2006/main">
              <a:ext uri="{FF2B5EF4-FFF2-40B4-BE49-F238E27FC236}">
                <a16:creationId xmlns:a16="http://schemas.microsoft.com/office/drawing/2014/main" id="{BD017648-F60D-430E-980A-5D160B9D5062}"/>
              </a:ext>
            </a:extLst>
          </p:cNvPr>
          <p:cNvSpPr>
            <a:spLocks xmlns:a="http://schemas.openxmlformats.org/drawingml/2006/main" noGrp="1"/>
          </p:cNvSpPr>
          <p:nvPr/>
        </p:nvSpPr>
        <p:spPr>
          <a:xfrm xmlns:a="http://schemas.openxmlformats.org/drawingml/2006/main" rot="0">
            <a:off x="10783772" y="9032606"/>
            <a:ext cx="62865" cy="62865"/>
          </a:xfrm>
          <a:prstGeom xmlns:a="http://schemas.openxmlformats.org/drawingml/2006/main" prst="ellipse">
            <a:avLst/>
          </a:prstGeom>
          <a:solidFill xmlns:a="http://schemas.openxmlformats.org/drawingml/2006/main">
            <a:srgbClr val="FFFFFF"/>
          </a:solidFill>
          <a:ln xmlns:a="http://schemas.openxmlformats.org/drawingml/2006/main" w="17145">
            <a:solidFill>
              <a:srgbClr val="0072B2"/>
            </a:solidFill>
            <a:prstDash val="solid"/>
          </a:ln>
        </p:spPr>
      </p:sp>
      <p:sp>
        <p:nvSpPr>
          <p:cNvPr id="223" name="text_222">
            <a:extLst xmlns:a="http://schemas.openxmlformats.org/drawingml/2006/main">
              <a:ext uri="{FF2B5EF4-FFF2-40B4-BE49-F238E27FC236}">
                <a16:creationId xmlns:a16="http://schemas.microsoft.com/office/drawing/2014/main" id="{3ADE644B-0872-4677-B8B5-5BDD8EA40C07}"/>
              </a:ext>
            </a:extLst>
          </p:cNvPr>
          <p:cNvSpPr>
            <a:spLocks xmlns:a="http://schemas.openxmlformats.org/drawingml/2006/main" noGrp="1"/>
          </p:cNvSpPr>
          <p:nvPr/>
        </p:nvSpPr>
        <p:spPr>
          <a:xfrm xmlns:a="http://schemas.openxmlformats.org/drawingml/2006/main" rot="0">
            <a:off x="9530195" y="8839519"/>
            <a:ext cx="238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425" b="1">
                <a:solidFill>
                  <a:srgbClr val="0072B2"/>
                </a:solidFill>
                <a:latin typeface="Arial"/>
                <a:ea typeface="Arial"/>
                <a:cs typeface="Arial"/>
              </a:defRPr>
            </a:defPPr>
            <a:lvl1pPr algn="l">
              <a:defRPr sz="1425" b="1">
                <a:solidFill>
                  <a:srgbClr val="0072B2"/>
                </a:solidFill>
                <a:latin typeface="Arial"/>
                <a:ea typeface="Arial"/>
                <a:cs typeface="Arial"/>
              </a:defRPr>
            </a:lvl1pPr>
            <a:lvl2pPr algn="l">
              <a:defRPr sz="1425" b="1">
                <a:solidFill>
                  <a:srgbClr val="0072B2"/>
                </a:solidFill>
                <a:latin typeface="Arial"/>
                <a:ea typeface="Arial"/>
                <a:cs typeface="Arial"/>
              </a:defRPr>
            </a:lvl2pPr>
            <a:lvl3pPr algn="l">
              <a:defRPr sz="1425" b="1">
                <a:solidFill>
                  <a:srgbClr val="0072B2"/>
                </a:solidFill>
                <a:latin typeface="Arial"/>
                <a:ea typeface="Arial"/>
                <a:cs typeface="Arial"/>
              </a:defRPr>
            </a:lvl3pPr>
            <a:lvl4pPr algn="l">
              <a:defRPr sz="1425" b="1">
                <a:solidFill>
                  <a:srgbClr val="0072B2"/>
                </a:solidFill>
                <a:latin typeface="Arial"/>
                <a:ea typeface="Arial"/>
                <a:cs typeface="Arial"/>
              </a:defRPr>
            </a:lvl4pPr>
            <a:lvl5pPr algn="l">
              <a:defRPr sz="1425" b="1">
                <a:solidFill>
                  <a:srgbClr val="0072B2"/>
                </a:solidFill>
                <a:latin typeface="Arial"/>
                <a:ea typeface="Arial"/>
                <a:cs typeface="Arial"/>
              </a:defRPr>
            </a:lvl5pPr>
            <a:lvl6pPr algn="l">
              <a:defRPr sz="1425" b="1">
                <a:solidFill>
                  <a:srgbClr val="0072B2"/>
                </a:solidFill>
                <a:latin typeface="Arial"/>
                <a:ea typeface="Arial"/>
                <a:cs typeface="Arial"/>
              </a:defRPr>
            </a:lvl6pPr>
            <a:lvl7pPr algn="l">
              <a:defRPr sz="1425" b="1">
                <a:solidFill>
                  <a:srgbClr val="0072B2"/>
                </a:solidFill>
                <a:latin typeface="Arial"/>
                <a:ea typeface="Arial"/>
                <a:cs typeface="Arial"/>
              </a:defRPr>
            </a:lvl7pPr>
            <a:lvl8pPr algn="l">
              <a:defRPr sz="1425" b="1">
                <a:solidFill>
                  <a:srgbClr val="0072B2"/>
                </a:solidFill>
                <a:latin typeface="Arial"/>
                <a:ea typeface="Arial"/>
                <a:cs typeface="Arial"/>
              </a:defRPr>
            </a:lvl8pPr>
            <a:lvl9pPr algn="l">
              <a:defRPr sz="1425" b="1">
                <a:solidFill>
                  <a:srgbClr val="0072B2"/>
                </a:solidFill>
                <a:latin typeface="Arial"/>
                <a:ea typeface="Arial"/>
                <a:cs typeface="Arial"/>
              </a:defRPr>
            </a:lvl9pPr>
          </a:lstStyle>
          <a:p xmlns:a="http://schemas.openxmlformats.org/drawingml/2006/main">
            <a:pPr algn="l">
              <a:defRPr sz="1425" b="1">
                <a:solidFill>
                  <a:srgbClr val="0072B2"/>
                </a:solidFill>
                <a:latin typeface="Arial"/>
                <a:ea typeface="Arial"/>
                <a:cs typeface="Arial"/>
              </a:defRPr>
            </a:pPr>
            <a:r>
              <a:rPr sz="1425" b="1">
                <a:solidFill>
                  <a:srgbClr val="0072B2"/>
                </a:solidFill>
                <a:latin typeface="Arial"/>
                <a:ea typeface="Arial"/>
                <a:cs typeface="Arial"/>
              </a:rPr>
              <a:t>A</a:t>
            </a:r>
          </a:p>
        </p:txBody>
      </p:sp>
      <p:sp>
        <p:nvSpPr>
          <p:cNvPr id="224" name="path_223">
            <a:extLst xmlns:a="http://schemas.openxmlformats.org/drawingml/2006/main">
              <a:ext uri="{FF2B5EF4-FFF2-40B4-BE49-F238E27FC236}">
                <a16:creationId xmlns:a16="http://schemas.microsoft.com/office/drawing/2014/main" id="{4EBF944C-810B-4AD9-B6E6-EE9B9AA0EEC5}"/>
              </a:ext>
            </a:extLst>
          </p:cNvPr>
          <p:cNvSpPr>
            <a:spLocks xmlns:a="http://schemas.openxmlformats.org/drawingml/2006/main" noGrp="1"/>
          </p:cNvSpPr>
          <p:nvPr/>
        </p:nvSpPr>
        <p:spPr>
          <a:xfrm xmlns:a="http://schemas.openxmlformats.org/drawingml/2006/main">
            <a:off x="7645977" y="8274413"/>
            <a:ext cx="5282045" cy="752090"/>
          </a:xfrm>
          <a:custGeom xmlns:a="http://schemas.openxmlformats.org/drawingml/2006/main">
            <a:pathLst>
              <a:path w="5282045" h="752090">
                <a:moveTo>
                  <a:pt x="0" y="553372"/>
                </a:moveTo>
                <a:lnTo>
                  <a:pt x="528205" y="0"/>
                </a:lnTo>
                <a:lnTo>
                  <a:pt x="1056409" y="619948"/>
                </a:lnTo>
                <a:lnTo>
                  <a:pt x="1584614" y="292823"/>
                </a:lnTo>
                <a:lnTo>
                  <a:pt x="2112818" y="292823"/>
                </a:lnTo>
                <a:lnTo>
                  <a:pt x="2641023" y="24459"/>
                </a:lnTo>
                <a:lnTo>
                  <a:pt x="3169227" y="269045"/>
                </a:lnTo>
                <a:lnTo>
                  <a:pt x="3697432" y="750394"/>
                </a:lnTo>
                <a:lnTo>
                  <a:pt x="4225636" y="752090"/>
                </a:lnTo>
                <a:lnTo>
                  <a:pt x="4753841" y="493238"/>
                </a:lnTo>
                <a:lnTo>
                  <a:pt x="5282045" y="473196"/>
                </a:lnTo>
              </a:path>
            </a:pathLst>
          </a:custGeom>
          <a:noFill xmlns:a="http://schemas.openxmlformats.org/drawingml/2006/main"/>
          <a:ln xmlns:a="http://schemas.openxmlformats.org/drawingml/2006/main" w="32861">
            <a:solidFill>
              <a:srgbClr val="FFFFFF"/>
            </a:solidFill>
            <a:prstDash val="dash"/>
          </a:ln>
        </p:spPr>
      </p:sp>
      <p:sp>
        <p:nvSpPr>
          <p:cNvPr id="225" name="path_224">
            <a:extLst xmlns:a="http://schemas.openxmlformats.org/drawingml/2006/main">
              <a:ext uri="{FF2B5EF4-FFF2-40B4-BE49-F238E27FC236}">
                <a16:creationId xmlns:a16="http://schemas.microsoft.com/office/drawing/2014/main" id="{CF4DAC96-9281-43DD-957B-83EABA2F636B}"/>
              </a:ext>
            </a:extLst>
          </p:cNvPr>
          <p:cNvSpPr>
            <a:spLocks xmlns:a="http://schemas.openxmlformats.org/drawingml/2006/main" noGrp="1"/>
          </p:cNvSpPr>
          <p:nvPr/>
        </p:nvSpPr>
        <p:spPr>
          <a:xfrm xmlns:a="http://schemas.openxmlformats.org/drawingml/2006/main">
            <a:off x="7645977" y="8274413"/>
            <a:ext cx="5282045" cy="752090"/>
          </a:xfrm>
          <a:custGeom xmlns:a="http://schemas.openxmlformats.org/drawingml/2006/main">
            <a:pathLst>
              <a:path w="5282045" h="752090">
                <a:moveTo>
                  <a:pt x="0" y="553372"/>
                </a:moveTo>
                <a:lnTo>
                  <a:pt x="528205" y="0"/>
                </a:lnTo>
                <a:lnTo>
                  <a:pt x="1056409" y="619948"/>
                </a:lnTo>
                <a:lnTo>
                  <a:pt x="1584614" y="292823"/>
                </a:lnTo>
                <a:lnTo>
                  <a:pt x="2112818" y="292823"/>
                </a:lnTo>
                <a:lnTo>
                  <a:pt x="2641023" y="24459"/>
                </a:lnTo>
                <a:lnTo>
                  <a:pt x="3169227" y="269045"/>
                </a:lnTo>
                <a:lnTo>
                  <a:pt x="3697432" y="750394"/>
                </a:lnTo>
                <a:lnTo>
                  <a:pt x="4225636" y="752090"/>
                </a:lnTo>
                <a:lnTo>
                  <a:pt x="4753841" y="493238"/>
                </a:lnTo>
                <a:lnTo>
                  <a:pt x="5282045" y="473196"/>
                </a:lnTo>
              </a:path>
            </a:pathLst>
          </a:custGeom>
          <a:noFill xmlns:a="http://schemas.openxmlformats.org/drawingml/2006/main"/>
          <a:ln xmlns:a="http://schemas.openxmlformats.org/drawingml/2006/main" w="13811">
            <a:solidFill>
              <a:srgbClr val="D55E00"/>
            </a:solidFill>
            <a:prstDash val="dash"/>
          </a:ln>
        </p:spPr>
      </p:sp>
      <p:sp>
        <p:nvSpPr>
          <p:cNvPr id="226" name="path_225">
            <a:extLst xmlns:a="http://schemas.openxmlformats.org/drawingml/2006/main">
              <a:ext uri="{FF2B5EF4-FFF2-40B4-BE49-F238E27FC236}">
                <a16:creationId xmlns:a16="http://schemas.microsoft.com/office/drawing/2014/main" id="{2DEFBE2F-199F-42C2-84D2-4E838E036907}"/>
              </a:ext>
            </a:extLst>
          </p:cNvPr>
          <p:cNvSpPr>
            <a:spLocks xmlns:a="http://schemas.openxmlformats.org/drawingml/2006/main" noGrp="1"/>
          </p:cNvSpPr>
          <p:nvPr/>
        </p:nvSpPr>
        <p:spPr>
          <a:xfrm xmlns:a="http://schemas.openxmlformats.org/drawingml/2006/main">
            <a:off x="7645977" y="8306870"/>
            <a:ext cx="5282045" cy="727568"/>
          </a:xfrm>
          <a:custGeom xmlns:a="http://schemas.openxmlformats.org/drawingml/2006/main">
            <a:pathLst>
              <a:path w="5282045" h="727568">
                <a:moveTo>
                  <a:pt x="0" y="520833"/>
                </a:moveTo>
                <a:lnTo>
                  <a:pt x="528205" y="23963"/>
                </a:lnTo>
                <a:lnTo>
                  <a:pt x="1056409" y="595539"/>
                </a:lnTo>
                <a:lnTo>
                  <a:pt x="1584614" y="252311"/>
                </a:lnTo>
                <a:lnTo>
                  <a:pt x="2112818" y="252311"/>
                </a:lnTo>
                <a:lnTo>
                  <a:pt x="2641023" y="0"/>
                </a:lnTo>
                <a:lnTo>
                  <a:pt x="3169227" y="231403"/>
                </a:lnTo>
                <a:lnTo>
                  <a:pt x="3697432" y="725924"/>
                </a:lnTo>
                <a:lnTo>
                  <a:pt x="4225636" y="727568"/>
                </a:lnTo>
                <a:lnTo>
                  <a:pt x="4753841" y="452704"/>
                </a:lnTo>
                <a:lnTo>
                  <a:pt x="5282045" y="439783"/>
                </a:lnTo>
              </a:path>
            </a:pathLst>
          </a:custGeom>
          <a:noFill xmlns:a="http://schemas.openxmlformats.org/drawingml/2006/main"/>
          <a:ln xmlns:a="http://schemas.openxmlformats.org/drawingml/2006/main" w="41910">
            <a:solidFill>
              <a:srgbClr val="FFFFFF"/>
            </a:solidFill>
            <a:prstDash val="solid"/>
          </a:ln>
        </p:spPr>
      </p:sp>
      <p:sp>
        <p:nvSpPr>
          <p:cNvPr id="227" name="path_226">
            <a:extLst xmlns:a="http://schemas.openxmlformats.org/drawingml/2006/main">
              <a:ext uri="{FF2B5EF4-FFF2-40B4-BE49-F238E27FC236}">
                <a16:creationId xmlns:a16="http://schemas.microsoft.com/office/drawing/2014/main" id="{70E1670F-2E92-48B6-BE45-C28F4690478D}"/>
              </a:ext>
            </a:extLst>
          </p:cNvPr>
          <p:cNvSpPr>
            <a:spLocks xmlns:a="http://schemas.openxmlformats.org/drawingml/2006/main" noGrp="1"/>
          </p:cNvSpPr>
          <p:nvPr/>
        </p:nvSpPr>
        <p:spPr>
          <a:xfrm xmlns:a="http://schemas.openxmlformats.org/drawingml/2006/main">
            <a:off x="7645977" y="8306870"/>
            <a:ext cx="5282045" cy="727568"/>
          </a:xfrm>
          <a:custGeom xmlns:a="http://schemas.openxmlformats.org/drawingml/2006/main">
            <a:pathLst>
              <a:path w="5282045" h="727568">
                <a:moveTo>
                  <a:pt x="0" y="520833"/>
                </a:moveTo>
                <a:lnTo>
                  <a:pt x="528205" y="23963"/>
                </a:lnTo>
                <a:lnTo>
                  <a:pt x="1056409" y="595539"/>
                </a:lnTo>
                <a:lnTo>
                  <a:pt x="1584614" y="252311"/>
                </a:lnTo>
                <a:lnTo>
                  <a:pt x="2112818" y="252311"/>
                </a:lnTo>
                <a:lnTo>
                  <a:pt x="2641023" y="0"/>
                </a:lnTo>
                <a:lnTo>
                  <a:pt x="3169227" y="231403"/>
                </a:lnTo>
                <a:lnTo>
                  <a:pt x="3697432" y="725924"/>
                </a:lnTo>
                <a:lnTo>
                  <a:pt x="4225636" y="727568"/>
                </a:lnTo>
                <a:lnTo>
                  <a:pt x="4753841" y="452704"/>
                </a:lnTo>
                <a:lnTo>
                  <a:pt x="5282045" y="439783"/>
                </a:lnTo>
              </a:path>
            </a:pathLst>
          </a:custGeom>
          <a:noFill xmlns:a="http://schemas.openxmlformats.org/drawingml/2006/main"/>
          <a:ln xmlns:a="http://schemas.openxmlformats.org/drawingml/2006/main" w="22860">
            <a:solidFill>
              <a:srgbClr val="D55E00"/>
            </a:solidFill>
            <a:prstDash val="solid"/>
          </a:ln>
        </p:spPr>
      </p:sp>
      <p:sp>
        <p:nvSpPr>
          <p:cNvPr id="228" name="ellipse_227">
            <a:extLst xmlns:a="http://schemas.openxmlformats.org/drawingml/2006/main">
              <a:ext uri="{FF2B5EF4-FFF2-40B4-BE49-F238E27FC236}">
                <a16:creationId xmlns:a16="http://schemas.microsoft.com/office/drawing/2014/main" id="{276DA097-29F9-4DBE-96B1-930C903545B8}"/>
              </a:ext>
            </a:extLst>
          </p:cNvPr>
          <p:cNvSpPr>
            <a:spLocks xmlns:a="http://schemas.openxmlformats.org/drawingml/2006/main" noGrp="1"/>
          </p:cNvSpPr>
          <p:nvPr/>
        </p:nvSpPr>
        <p:spPr>
          <a:xfrm xmlns:a="http://schemas.openxmlformats.org/drawingml/2006/main" rot="0">
            <a:off x="9727363" y="8527749"/>
            <a:ext cx="62865" cy="62865"/>
          </a:xfrm>
          <a:prstGeom xmlns:a="http://schemas.openxmlformats.org/drawingml/2006/main" prst="ellipse">
            <a:avLst/>
          </a:prstGeom>
          <a:solidFill xmlns:a="http://schemas.openxmlformats.org/drawingml/2006/main">
            <a:srgbClr val="FFFFFF"/>
          </a:solidFill>
          <a:ln xmlns:a="http://schemas.openxmlformats.org/drawingml/2006/main" w="17145">
            <a:solidFill>
              <a:srgbClr val="D55E00"/>
            </a:solidFill>
            <a:prstDash val="solid"/>
          </a:ln>
        </p:spPr>
      </p:sp>
      <p:sp>
        <p:nvSpPr>
          <p:cNvPr id="229" name="ellipse_228">
            <a:extLst xmlns:a="http://schemas.openxmlformats.org/drawingml/2006/main">
              <a:ext uri="{FF2B5EF4-FFF2-40B4-BE49-F238E27FC236}">
                <a16:creationId xmlns:a16="http://schemas.microsoft.com/office/drawing/2014/main" id="{EE71417A-3B80-46F0-B584-C239F277CB64}"/>
              </a:ext>
            </a:extLst>
          </p:cNvPr>
          <p:cNvSpPr>
            <a:spLocks xmlns:a="http://schemas.openxmlformats.org/drawingml/2006/main" noGrp="1"/>
          </p:cNvSpPr>
          <p:nvPr/>
        </p:nvSpPr>
        <p:spPr>
          <a:xfrm xmlns:a="http://schemas.openxmlformats.org/drawingml/2006/main" rot="0">
            <a:off x="10255568" y="8275437"/>
            <a:ext cx="62865" cy="62865"/>
          </a:xfrm>
          <a:prstGeom xmlns:a="http://schemas.openxmlformats.org/drawingml/2006/main" prst="ellipse">
            <a:avLst/>
          </a:prstGeom>
          <a:solidFill xmlns:a="http://schemas.openxmlformats.org/drawingml/2006/main">
            <a:srgbClr val="FFFFFF"/>
          </a:solidFill>
          <a:ln xmlns:a="http://schemas.openxmlformats.org/drawingml/2006/main" w="17145">
            <a:solidFill>
              <a:srgbClr val="D55E00"/>
            </a:solidFill>
            <a:prstDash val="solid"/>
          </a:ln>
        </p:spPr>
      </p:sp>
      <p:sp>
        <p:nvSpPr>
          <p:cNvPr id="230" name="ellipse_229">
            <a:extLst xmlns:a="http://schemas.openxmlformats.org/drawingml/2006/main">
              <a:ext uri="{FF2B5EF4-FFF2-40B4-BE49-F238E27FC236}">
                <a16:creationId xmlns:a16="http://schemas.microsoft.com/office/drawing/2014/main" id="{9A652AB8-C60C-4E23-8A20-8AC36925ABDE}"/>
              </a:ext>
            </a:extLst>
          </p:cNvPr>
          <p:cNvSpPr>
            <a:spLocks xmlns:a="http://schemas.openxmlformats.org/drawingml/2006/main" noGrp="1"/>
          </p:cNvSpPr>
          <p:nvPr/>
        </p:nvSpPr>
        <p:spPr>
          <a:xfrm xmlns:a="http://schemas.openxmlformats.org/drawingml/2006/main" rot="0">
            <a:off x="10783772" y="8506840"/>
            <a:ext cx="62865" cy="62865"/>
          </a:xfrm>
          <a:prstGeom xmlns:a="http://schemas.openxmlformats.org/drawingml/2006/main" prst="ellipse">
            <a:avLst/>
          </a:prstGeom>
          <a:solidFill xmlns:a="http://schemas.openxmlformats.org/drawingml/2006/main">
            <a:srgbClr val="FFFFFF"/>
          </a:solidFill>
          <a:ln xmlns:a="http://schemas.openxmlformats.org/drawingml/2006/main" w="17145">
            <a:solidFill>
              <a:srgbClr val="D55E00"/>
            </a:solidFill>
            <a:prstDash val="solid"/>
          </a:ln>
        </p:spPr>
      </p:sp>
      <p:sp>
        <p:nvSpPr>
          <p:cNvPr id="231" name="text_230">
            <a:extLst xmlns:a="http://schemas.openxmlformats.org/drawingml/2006/main">
              <a:ext uri="{FF2B5EF4-FFF2-40B4-BE49-F238E27FC236}">
                <a16:creationId xmlns:a16="http://schemas.microsoft.com/office/drawing/2014/main" id="{C35B1463-BC0C-416F-AC1B-153C6BB3E0D8}"/>
              </a:ext>
            </a:extLst>
          </p:cNvPr>
          <p:cNvSpPr>
            <a:spLocks xmlns:a="http://schemas.openxmlformats.org/drawingml/2006/main" noGrp="1"/>
          </p:cNvSpPr>
          <p:nvPr/>
        </p:nvSpPr>
        <p:spPr>
          <a:xfrm xmlns:a="http://schemas.openxmlformats.org/drawingml/2006/main" rot="0">
            <a:off x="9854045" y="8511556"/>
            <a:ext cx="238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425" b="1">
                <a:solidFill>
                  <a:srgbClr val="D55E00"/>
                </a:solidFill>
                <a:latin typeface="Arial"/>
                <a:ea typeface="Arial"/>
                <a:cs typeface="Arial"/>
              </a:defRPr>
            </a:defPPr>
            <a:lvl1pPr algn="l">
              <a:defRPr sz="1425" b="1">
                <a:solidFill>
                  <a:srgbClr val="D55E00"/>
                </a:solidFill>
                <a:latin typeface="Arial"/>
                <a:ea typeface="Arial"/>
                <a:cs typeface="Arial"/>
              </a:defRPr>
            </a:lvl1pPr>
            <a:lvl2pPr algn="l">
              <a:defRPr sz="1425" b="1">
                <a:solidFill>
                  <a:srgbClr val="D55E00"/>
                </a:solidFill>
                <a:latin typeface="Arial"/>
                <a:ea typeface="Arial"/>
                <a:cs typeface="Arial"/>
              </a:defRPr>
            </a:lvl2pPr>
            <a:lvl3pPr algn="l">
              <a:defRPr sz="1425" b="1">
                <a:solidFill>
                  <a:srgbClr val="D55E00"/>
                </a:solidFill>
                <a:latin typeface="Arial"/>
                <a:ea typeface="Arial"/>
                <a:cs typeface="Arial"/>
              </a:defRPr>
            </a:lvl3pPr>
            <a:lvl4pPr algn="l">
              <a:defRPr sz="1425" b="1">
                <a:solidFill>
                  <a:srgbClr val="D55E00"/>
                </a:solidFill>
                <a:latin typeface="Arial"/>
                <a:ea typeface="Arial"/>
                <a:cs typeface="Arial"/>
              </a:defRPr>
            </a:lvl4pPr>
            <a:lvl5pPr algn="l">
              <a:defRPr sz="1425" b="1">
                <a:solidFill>
                  <a:srgbClr val="D55E00"/>
                </a:solidFill>
                <a:latin typeface="Arial"/>
                <a:ea typeface="Arial"/>
                <a:cs typeface="Arial"/>
              </a:defRPr>
            </a:lvl5pPr>
            <a:lvl6pPr algn="l">
              <a:defRPr sz="1425" b="1">
                <a:solidFill>
                  <a:srgbClr val="D55E00"/>
                </a:solidFill>
                <a:latin typeface="Arial"/>
                <a:ea typeface="Arial"/>
                <a:cs typeface="Arial"/>
              </a:defRPr>
            </a:lvl6pPr>
            <a:lvl7pPr algn="l">
              <a:defRPr sz="1425" b="1">
                <a:solidFill>
                  <a:srgbClr val="D55E00"/>
                </a:solidFill>
                <a:latin typeface="Arial"/>
                <a:ea typeface="Arial"/>
                <a:cs typeface="Arial"/>
              </a:defRPr>
            </a:lvl7pPr>
            <a:lvl8pPr algn="l">
              <a:defRPr sz="1425" b="1">
                <a:solidFill>
                  <a:srgbClr val="D55E00"/>
                </a:solidFill>
                <a:latin typeface="Arial"/>
                <a:ea typeface="Arial"/>
                <a:cs typeface="Arial"/>
              </a:defRPr>
            </a:lvl8pPr>
            <a:lvl9pPr algn="l">
              <a:defRPr sz="1425" b="1">
                <a:solidFill>
                  <a:srgbClr val="D55E00"/>
                </a:solidFill>
                <a:latin typeface="Arial"/>
                <a:ea typeface="Arial"/>
                <a:cs typeface="Arial"/>
              </a:defRPr>
            </a:lvl9pPr>
          </a:lstStyle>
          <a:p xmlns:a="http://schemas.openxmlformats.org/drawingml/2006/main">
            <a:pPr algn="l">
              <a:defRPr sz="1425" b="1">
                <a:solidFill>
                  <a:srgbClr val="D55E00"/>
                </a:solidFill>
                <a:latin typeface="Arial"/>
                <a:ea typeface="Arial"/>
                <a:cs typeface="Arial"/>
              </a:defRPr>
            </a:pPr>
            <a:r>
              <a:rPr sz="1425" b="1">
                <a:solidFill>
                  <a:srgbClr val="D55E00"/>
                </a:solidFill>
                <a:latin typeface="Arial"/>
                <a:ea typeface="Arial"/>
                <a:cs typeface="Arial"/>
              </a:rPr>
              <a:t>B</a:t>
            </a:r>
          </a:p>
        </p:txBody>
      </p:sp>
      <p:sp>
        <p:nvSpPr>
          <p:cNvPr id="232" name="path_231">
            <a:extLst xmlns:a="http://schemas.openxmlformats.org/drawingml/2006/main">
              <a:ext uri="{FF2B5EF4-FFF2-40B4-BE49-F238E27FC236}">
                <a16:creationId xmlns:a16="http://schemas.microsoft.com/office/drawing/2014/main" id="{43B9DF1C-4C60-499C-AC6C-623D5C6699D7}"/>
              </a:ext>
            </a:extLst>
          </p:cNvPr>
          <p:cNvSpPr>
            <a:spLocks xmlns:a="http://schemas.openxmlformats.org/drawingml/2006/main" noGrp="1"/>
          </p:cNvSpPr>
          <p:nvPr/>
        </p:nvSpPr>
        <p:spPr>
          <a:xfrm xmlns:a="http://schemas.openxmlformats.org/drawingml/2006/main">
            <a:off x="9230591" y="8723831"/>
            <a:ext cx="2641023" cy="56390"/>
          </a:xfrm>
          <a:custGeom xmlns:a="http://schemas.openxmlformats.org/drawingml/2006/main">
            <a:pathLst>
              <a:path w="2641023" h="56390">
                <a:moveTo>
                  <a:pt x="0" y="56390"/>
                </a:moveTo>
                <a:lnTo>
                  <a:pt x="528205" y="40764"/>
                </a:lnTo>
                <a:lnTo>
                  <a:pt x="1056409" y="25139"/>
                </a:lnTo>
                <a:lnTo>
                  <a:pt x="1584614" y="4416"/>
                </a:lnTo>
                <a:lnTo>
                  <a:pt x="2112818" y="11889"/>
                </a:lnTo>
                <a:lnTo>
                  <a:pt x="2641023" y="0"/>
                </a:lnTo>
              </a:path>
            </a:pathLst>
          </a:custGeom>
          <a:noFill xmlns:a="http://schemas.openxmlformats.org/drawingml/2006/main"/>
          <a:ln xmlns:a="http://schemas.openxmlformats.org/drawingml/2006/main" w="32861">
            <a:solidFill>
              <a:srgbClr val="FFFFFF"/>
            </a:solidFill>
            <a:prstDash val="dash"/>
          </a:ln>
        </p:spPr>
      </p:sp>
      <p:sp>
        <p:nvSpPr>
          <p:cNvPr id="233" name="path_232">
            <a:extLst xmlns:a="http://schemas.openxmlformats.org/drawingml/2006/main">
              <a:ext uri="{FF2B5EF4-FFF2-40B4-BE49-F238E27FC236}">
                <a16:creationId xmlns:a16="http://schemas.microsoft.com/office/drawing/2014/main" id="{81E2196F-30F1-4597-9E9D-92C210EBF394}"/>
              </a:ext>
            </a:extLst>
          </p:cNvPr>
          <p:cNvSpPr>
            <a:spLocks xmlns:a="http://schemas.openxmlformats.org/drawingml/2006/main" noGrp="1"/>
          </p:cNvSpPr>
          <p:nvPr/>
        </p:nvSpPr>
        <p:spPr>
          <a:xfrm xmlns:a="http://schemas.openxmlformats.org/drawingml/2006/main">
            <a:off x="9230591" y="8723831"/>
            <a:ext cx="2641023" cy="56390"/>
          </a:xfrm>
          <a:custGeom xmlns:a="http://schemas.openxmlformats.org/drawingml/2006/main">
            <a:pathLst>
              <a:path w="2641023" h="56390">
                <a:moveTo>
                  <a:pt x="0" y="56390"/>
                </a:moveTo>
                <a:lnTo>
                  <a:pt x="528205" y="40764"/>
                </a:lnTo>
                <a:lnTo>
                  <a:pt x="1056409" y="25139"/>
                </a:lnTo>
                <a:lnTo>
                  <a:pt x="1584614" y="4416"/>
                </a:lnTo>
                <a:lnTo>
                  <a:pt x="2112818" y="11889"/>
                </a:lnTo>
                <a:lnTo>
                  <a:pt x="2641023" y="0"/>
                </a:lnTo>
              </a:path>
            </a:pathLst>
          </a:custGeom>
          <a:noFill xmlns:a="http://schemas.openxmlformats.org/drawingml/2006/main"/>
          <a:ln xmlns:a="http://schemas.openxmlformats.org/drawingml/2006/main" w="13811">
            <a:solidFill>
              <a:srgbClr val="009E73"/>
            </a:solidFill>
            <a:prstDash val="dash"/>
          </a:ln>
        </p:spPr>
      </p:sp>
      <p:sp>
        <p:nvSpPr>
          <p:cNvPr id="234" name="path_233">
            <a:extLst xmlns:a="http://schemas.openxmlformats.org/drawingml/2006/main">
              <a:ext uri="{FF2B5EF4-FFF2-40B4-BE49-F238E27FC236}">
                <a16:creationId xmlns:a16="http://schemas.microsoft.com/office/drawing/2014/main" id="{6AF0A5A1-A4D2-4EFB-ADF1-BF94F1B66792}"/>
              </a:ext>
            </a:extLst>
          </p:cNvPr>
          <p:cNvSpPr>
            <a:spLocks xmlns:a="http://schemas.openxmlformats.org/drawingml/2006/main" noGrp="1"/>
          </p:cNvSpPr>
          <p:nvPr/>
        </p:nvSpPr>
        <p:spPr>
          <a:xfrm xmlns:a="http://schemas.openxmlformats.org/drawingml/2006/main">
            <a:off x="9230591" y="8715877"/>
            <a:ext cx="2641023" cy="72357"/>
          </a:xfrm>
          <a:custGeom xmlns:a="http://schemas.openxmlformats.org/drawingml/2006/main">
            <a:pathLst>
              <a:path w="2641023" h="72357">
                <a:moveTo>
                  <a:pt x="0" y="72357"/>
                </a:moveTo>
                <a:lnTo>
                  <a:pt x="528205" y="56617"/>
                </a:lnTo>
                <a:lnTo>
                  <a:pt x="1056409" y="25137"/>
                </a:lnTo>
                <a:lnTo>
                  <a:pt x="1584614" y="20439"/>
                </a:lnTo>
                <a:lnTo>
                  <a:pt x="2112818" y="11746"/>
                </a:lnTo>
                <a:lnTo>
                  <a:pt x="2641023" y="0"/>
                </a:lnTo>
              </a:path>
            </a:pathLst>
          </a:custGeom>
          <a:noFill xmlns:a="http://schemas.openxmlformats.org/drawingml/2006/main"/>
          <a:ln xmlns:a="http://schemas.openxmlformats.org/drawingml/2006/main" w="41910">
            <a:solidFill>
              <a:srgbClr val="FFFFFF"/>
            </a:solidFill>
            <a:prstDash val="solid"/>
          </a:ln>
        </p:spPr>
      </p:sp>
      <p:sp>
        <p:nvSpPr>
          <p:cNvPr id="235" name="path_234">
            <a:extLst xmlns:a="http://schemas.openxmlformats.org/drawingml/2006/main">
              <a:ext uri="{FF2B5EF4-FFF2-40B4-BE49-F238E27FC236}">
                <a16:creationId xmlns:a16="http://schemas.microsoft.com/office/drawing/2014/main" id="{DD2B0530-4F7B-457E-9714-37A1C6274DE5}"/>
              </a:ext>
            </a:extLst>
          </p:cNvPr>
          <p:cNvSpPr>
            <a:spLocks xmlns:a="http://schemas.openxmlformats.org/drawingml/2006/main" noGrp="1"/>
          </p:cNvSpPr>
          <p:nvPr/>
        </p:nvSpPr>
        <p:spPr>
          <a:xfrm xmlns:a="http://schemas.openxmlformats.org/drawingml/2006/main">
            <a:off x="9230591" y="8715877"/>
            <a:ext cx="2641023" cy="72357"/>
          </a:xfrm>
          <a:custGeom xmlns:a="http://schemas.openxmlformats.org/drawingml/2006/main">
            <a:pathLst>
              <a:path w="2641023" h="72357">
                <a:moveTo>
                  <a:pt x="0" y="72357"/>
                </a:moveTo>
                <a:lnTo>
                  <a:pt x="528205" y="56617"/>
                </a:lnTo>
                <a:lnTo>
                  <a:pt x="1056409" y="25137"/>
                </a:lnTo>
                <a:lnTo>
                  <a:pt x="1584614" y="20439"/>
                </a:lnTo>
                <a:lnTo>
                  <a:pt x="2112818" y="11746"/>
                </a:lnTo>
                <a:lnTo>
                  <a:pt x="2641023" y="0"/>
                </a:lnTo>
              </a:path>
            </a:pathLst>
          </a:custGeom>
          <a:noFill xmlns:a="http://schemas.openxmlformats.org/drawingml/2006/main"/>
          <a:ln xmlns:a="http://schemas.openxmlformats.org/drawingml/2006/main" w="22860">
            <a:solidFill>
              <a:srgbClr val="009E73"/>
            </a:solidFill>
            <a:prstDash val="solid"/>
          </a:ln>
        </p:spPr>
      </p:sp>
      <p:sp>
        <p:nvSpPr>
          <p:cNvPr id="236" name="ellipse_235">
            <a:extLst xmlns:a="http://schemas.openxmlformats.org/drawingml/2006/main">
              <a:ext uri="{FF2B5EF4-FFF2-40B4-BE49-F238E27FC236}">
                <a16:creationId xmlns:a16="http://schemas.microsoft.com/office/drawing/2014/main" id="{04C56CA3-775D-446D-B777-F3D8280187CB}"/>
              </a:ext>
            </a:extLst>
          </p:cNvPr>
          <p:cNvSpPr>
            <a:spLocks xmlns:a="http://schemas.openxmlformats.org/drawingml/2006/main" noGrp="1"/>
          </p:cNvSpPr>
          <p:nvPr/>
        </p:nvSpPr>
        <p:spPr>
          <a:xfrm xmlns:a="http://schemas.openxmlformats.org/drawingml/2006/main" rot="0">
            <a:off x="9727363" y="8741062"/>
            <a:ext cx="62865" cy="62865"/>
          </a:xfrm>
          <a:prstGeom xmlns:a="http://schemas.openxmlformats.org/drawingml/2006/main" prst="ellipse">
            <a:avLst/>
          </a:prstGeom>
          <a:solidFill xmlns:a="http://schemas.openxmlformats.org/drawingml/2006/main">
            <a:srgbClr val="FFFFFF"/>
          </a:solidFill>
          <a:ln xmlns:a="http://schemas.openxmlformats.org/drawingml/2006/main" w="17145">
            <a:solidFill>
              <a:srgbClr val="009E73"/>
            </a:solidFill>
            <a:prstDash val="solid"/>
          </a:ln>
        </p:spPr>
      </p:sp>
      <p:sp>
        <p:nvSpPr>
          <p:cNvPr id="237" name="ellipse_236">
            <a:extLst xmlns:a="http://schemas.openxmlformats.org/drawingml/2006/main">
              <a:ext uri="{FF2B5EF4-FFF2-40B4-BE49-F238E27FC236}">
                <a16:creationId xmlns:a16="http://schemas.microsoft.com/office/drawing/2014/main" id="{69F8C03F-5FB1-40C2-98F9-E5C0548E34F7}"/>
              </a:ext>
            </a:extLst>
          </p:cNvPr>
          <p:cNvSpPr>
            <a:spLocks xmlns:a="http://schemas.openxmlformats.org/drawingml/2006/main" noGrp="1"/>
          </p:cNvSpPr>
          <p:nvPr/>
        </p:nvSpPr>
        <p:spPr>
          <a:xfrm xmlns:a="http://schemas.openxmlformats.org/drawingml/2006/main" rot="0">
            <a:off x="10255568" y="8709582"/>
            <a:ext cx="62865" cy="62865"/>
          </a:xfrm>
          <a:prstGeom xmlns:a="http://schemas.openxmlformats.org/drawingml/2006/main" prst="ellipse">
            <a:avLst/>
          </a:prstGeom>
          <a:solidFill xmlns:a="http://schemas.openxmlformats.org/drawingml/2006/main">
            <a:srgbClr val="FFFFFF"/>
          </a:solidFill>
          <a:ln xmlns:a="http://schemas.openxmlformats.org/drawingml/2006/main" w="17145">
            <a:solidFill>
              <a:srgbClr val="009E73"/>
            </a:solidFill>
            <a:prstDash val="solid"/>
          </a:ln>
        </p:spPr>
      </p:sp>
      <p:sp>
        <p:nvSpPr>
          <p:cNvPr id="238" name="ellipse_237">
            <a:extLst xmlns:a="http://schemas.openxmlformats.org/drawingml/2006/main">
              <a:ext uri="{FF2B5EF4-FFF2-40B4-BE49-F238E27FC236}">
                <a16:creationId xmlns:a16="http://schemas.microsoft.com/office/drawing/2014/main" id="{E862B7C0-EB37-4839-B6B9-E27CD674F1D5}"/>
              </a:ext>
            </a:extLst>
          </p:cNvPr>
          <p:cNvSpPr>
            <a:spLocks xmlns:a="http://schemas.openxmlformats.org/drawingml/2006/main" noGrp="1"/>
          </p:cNvSpPr>
          <p:nvPr/>
        </p:nvSpPr>
        <p:spPr>
          <a:xfrm xmlns:a="http://schemas.openxmlformats.org/drawingml/2006/main" rot="0">
            <a:off x="10783772" y="8704884"/>
            <a:ext cx="62865" cy="62865"/>
          </a:xfrm>
          <a:prstGeom xmlns:a="http://schemas.openxmlformats.org/drawingml/2006/main" prst="ellipse">
            <a:avLst/>
          </a:prstGeom>
          <a:solidFill xmlns:a="http://schemas.openxmlformats.org/drawingml/2006/main">
            <a:srgbClr val="FFFFFF"/>
          </a:solidFill>
          <a:ln xmlns:a="http://schemas.openxmlformats.org/drawingml/2006/main" w="17145">
            <a:solidFill>
              <a:srgbClr val="009E73"/>
            </a:solidFill>
            <a:prstDash val="solid"/>
          </a:ln>
        </p:spPr>
      </p:sp>
      <p:sp>
        <p:nvSpPr>
          <p:cNvPr id="239" name="text_238">
            <a:extLst xmlns:a="http://schemas.openxmlformats.org/drawingml/2006/main">
              <a:ext uri="{FF2B5EF4-FFF2-40B4-BE49-F238E27FC236}">
                <a16:creationId xmlns:a16="http://schemas.microsoft.com/office/drawing/2014/main" id="{987A2AA8-E452-45AA-AAFF-FF6058BB5C7F}"/>
              </a:ext>
            </a:extLst>
          </p:cNvPr>
          <p:cNvSpPr>
            <a:spLocks xmlns:a="http://schemas.openxmlformats.org/drawingml/2006/main" noGrp="1"/>
          </p:cNvSpPr>
          <p:nvPr/>
        </p:nvSpPr>
        <p:spPr>
          <a:xfrm xmlns:a="http://schemas.openxmlformats.org/drawingml/2006/main" rot="0">
            <a:off x="9530195" y="8515320"/>
            <a:ext cx="2381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425" b="1">
                <a:solidFill>
                  <a:srgbClr val="009E73"/>
                </a:solidFill>
                <a:latin typeface="Arial"/>
                <a:ea typeface="Arial"/>
                <a:cs typeface="Arial"/>
              </a:defRPr>
            </a:defPPr>
            <a:lvl1pPr algn="l">
              <a:defRPr sz="1425" b="1">
                <a:solidFill>
                  <a:srgbClr val="009E73"/>
                </a:solidFill>
                <a:latin typeface="Arial"/>
                <a:ea typeface="Arial"/>
                <a:cs typeface="Arial"/>
              </a:defRPr>
            </a:lvl1pPr>
            <a:lvl2pPr algn="l">
              <a:defRPr sz="1425" b="1">
                <a:solidFill>
                  <a:srgbClr val="009E73"/>
                </a:solidFill>
                <a:latin typeface="Arial"/>
                <a:ea typeface="Arial"/>
                <a:cs typeface="Arial"/>
              </a:defRPr>
            </a:lvl2pPr>
            <a:lvl3pPr algn="l">
              <a:defRPr sz="1425" b="1">
                <a:solidFill>
                  <a:srgbClr val="009E73"/>
                </a:solidFill>
                <a:latin typeface="Arial"/>
                <a:ea typeface="Arial"/>
                <a:cs typeface="Arial"/>
              </a:defRPr>
            </a:lvl3pPr>
            <a:lvl4pPr algn="l">
              <a:defRPr sz="1425" b="1">
                <a:solidFill>
                  <a:srgbClr val="009E73"/>
                </a:solidFill>
                <a:latin typeface="Arial"/>
                <a:ea typeface="Arial"/>
                <a:cs typeface="Arial"/>
              </a:defRPr>
            </a:lvl4pPr>
            <a:lvl5pPr algn="l">
              <a:defRPr sz="1425" b="1">
                <a:solidFill>
                  <a:srgbClr val="009E73"/>
                </a:solidFill>
                <a:latin typeface="Arial"/>
                <a:ea typeface="Arial"/>
                <a:cs typeface="Arial"/>
              </a:defRPr>
            </a:lvl5pPr>
            <a:lvl6pPr algn="l">
              <a:defRPr sz="1425" b="1">
                <a:solidFill>
                  <a:srgbClr val="009E73"/>
                </a:solidFill>
                <a:latin typeface="Arial"/>
                <a:ea typeface="Arial"/>
                <a:cs typeface="Arial"/>
              </a:defRPr>
            </a:lvl6pPr>
            <a:lvl7pPr algn="l">
              <a:defRPr sz="1425" b="1">
                <a:solidFill>
                  <a:srgbClr val="009E73"/>
                </a:solidFill>
                <a:latin typeface="Arial"/>
                <a:ea typeface="Arial"/>
                <a:cs typeface="Arial"/>
              </a:defRPr>
            </a:lvl7pPr>
            <a:lvl8pPr algn="l">
              <a:defRPr sz="1425" b="1">
                <a:solidFill>
                  <a:srgbClr val="009E73"/>
                </a:solidFill>
                <a:latin typeface="Arial"/>
                <a:ea typeface="Arial"/>
                <a:cs typeface="Arial"/>
              </a:defRPr>
            </a:lvl8pPr>
            <a:lvl9pPr algn="l">
              <a:defRPr sz="1425" b="1">
                <a:solidFill>
                  <a:srgbClr val="009E73"/>
                </a:solidFill>
                <a:latin typeface="Arial"/>
                <a:ea typeface="Arial"/>
                <a:cs typeface="Arial"/>
              </a:defRPr>
            </a:lvl9pPr>
          </a:lstStyle>
          <a:p xmlns:a="http://schemas.openxmlformats.org/drawingml/2006/main">
            <a:pPr algn="l">
              <a:defRPr sz="1425" b="1">
                <a:solidFill>
                  <a:srgbClr val="009E73"/>
                </a:solidFill>
                <a:latin typeface="Arial"/>
                <a:ea typeface="Arial"/>
                <a:cs typeface="Arial"/>
              </a:defRPr>
            </a:pPr>
            <a:r>
              <a:rPr sz="1425" b="1">
                <a:solidFill>
                  <a:srgbClr val="009E73"/>
                </a:solidFill>
                <a:latin typeface="Arial"/>
                <a:ea typeface="Arial"/>
                <a:cs typeface="Arial"/>
              </a:rPr>
              <a:t>C</a:t>
            </a:r>
          </a:p>
        </p:txBody>
      </p:sp>
      <p:sp>
        <p:nvSpPr>
          <p:cNvPr id="240" name="line_239">
            <a:extLst xmlns:a="http://schemas.openxmlformats.org/drawingml/2006/main">
              <a:ext uri="{FF2B5EF4-FFF2-40B4-BE49-F238E27FC236}">
                <a16:creationId xmlns:a16="http://schemas.microsoft.com/office/drawing/2014/main" id="{CD557000-7873-4859-9631-65012C024226}"/>
              </a:ext>
            </a:extLst>
          </p:cNvPr>
          <p:cNvSpPr>
            <a:spLocks xmlns:a="http://schemas.openxmlformats.org/drawingml/2006/main" noGrp="1"/>
          </p:cNvSpPr>
          <p:nvPr/>
        </p:nvSpPr>
        <p:spPr>
          <a:xfrm xmlns:a="http://schemas.openxmlformats.org/drawingml/2006/main">
            <a:off x="9758795" y="8210550"/>
            <a:ext cx="95" cy="962025"/>
          </a:xfrm>
          <a:custGeom xmlns:a="http://schemas.openxmlformats.org/drawingml/2006/main">
            <a:pathLst>
              <a:path w="95" h="962025">
                <a:moveTo>
                  <a:pt x="0" y="0"/>
                </a:moveTo>
                <a:lnTo>
                  <a:pt x="0" y="962025"/>
                </a:lnTo>
              </a:path>
            </a:pathLst>
          </a:custGeom>
          <a:noFill xmlns:a="http://schemas.openxmlformats.org/drawingml/2006/main"/>
          <a:ln xmlns:a="http://schemas.openxmlformats.org/drawingml/2006/main" w="8573">
            <a:solidFill>
              <a:srgbClr val="000000"/>
            </a:solidFill>
            <a:prstDash val="dash"/>
          </a:ln>
        </p:spPr>
      </p:sp>
      <p:pic>
        <p:nvPicPr>
          <p:cNvPr id="241" name="">
            <a:extLst xmlns:a="http://schemas.openxmlformats.org/drawingml/2006/main">
              <a:ext uri="{FF2B5EF4-FFF2-40B4-BE49-F238E27FC236}">
                <a16:creationId xmlns:a16="http://schemas.microsoft.com/office/drawing/2014/main" id="{DC95479B-D94A-4F31-AAB0-FB90C2FBC321}"/>
              </a:ext>
            </a:extLst>
          </p:cNvPr>
          <p:cNvPicPr>
            <a:picLocks xmlns:a="http://schemas.openxmlformats.org/drawingml/2006/main" noChangeAspect="1"/>
          </p:cNvPicPr>
          <p:nvPr/>
        </p:nvPicPr>
        <p:blipFill>
          <a:blip xmlns:r="http://schemas.openxmlformats.org/officeDocument/2006/relationships" xmlns:a="http://schemas.openxmlformats.org/drawingml/2006/main" r:embed="R018e3504b5ad4977"/>
          <a:stretch xmlns:a="http://schemas.openxmlformats.org/drawingml/2006/main"/>
        </p:blipFill>
        <p:spPr>
          <a:xfrm xmlns:a="http://schemas.openxmlformats.org/drawingml/2006/main">
            <a:off x="3333750" y="9725025"/>
            <a:ext cx="6858000" cy="123825"/>
          </a:xfrm>
          <a:prstGeom xmlns:a="http://schemas.openxmlformats.org/drawingml/2006/main" prst="rect">
            <a:avLst/>
          </a:prstGeom>
        </p:spPr>
      </p:pic>
      <p:sp>
        <p:nvSpPr>
          <p:cNvPr id="242" name="text_241">
            <a:extLst xmlns:a="http://schemas.openxmlformats.org/drawingml/2006/main">
              <a:ext uri="{FF2B5EF4-FFF2-40B4-BE49-F238E27FC236}">
                <a16:creationId xmlns:a16="http://schemas.microsoft.com/office/drawing/2014/main" id="{BD4EB667-BE98-4EE4-B9CA-D884C53792B8}"/>
              </a:ext>
            </a:extLst>
          </p:cNvPr>
          <p:cNvSpPr>
            <a:spLocks xmlns:a="http://schemas.openxmlformats.org/drawingml/2006/main" noGrp="1"/>
          </p:cNvSpPr>
          <p:nvPr/>
        </p:nvSpPr>
        <p:spPr>
          <a:xfrm xmlns:a="http://schemas.openxmlformats.org/drawingml/2006/main" rot="0">
            <a:off x="3095625" y="9886950"/>
            <a:ext cx="4762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0</a:t>
            </a:r>
          </a:p>
        </p:txBody>
      </p:sp>
      <p:sp>
        <p:nvSpPr>
          <p:cNvPr id="243" name="text_242">
            <a:extLst xmlns:a="http://schemas.openxmlformats.org/drawingml/2006/main">
              <a:ext uri="{FF2B5EF4-FFF2-40B4-BE49-F238E27FC236}">
                <a16:creationId xmlns:a16="http://schemas.microsoft.com/office/drawing/2014/main" id="{6FD99CE0-24A6-4395-8076-AE240162B7F3}"/>
              </a:ext>
            </a:extLst>
          </p:cNvPr>
          <p:cNvSpPr>
            <a:spLocks xmlns:a="http://schemas.openxmlformats.org/drawingml/2006/main" noGrp="1"/>
          </p:cNvSpPr>
          <p:nvPr/>
        </p:nvSpPr>
        <p:spPr>
          <a:xfrm xmlns:a="http://schemas.openxmlformats.org/drawingml/2006/main" rot="0">
            <a:off x="4810125" y="9886950"/>
            <a:ext cx="4762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25</a:t>
            </a:r>
          </a:p>
        </p:txBody>
      </p:sp>
      <p:sp>
        <p:nvSpPr>
          <p:cNvPr id="244" name="text_243">
            <a:extLst xmlns:a="http://schemas.openxmlformats.org/drawingml/2006/main">
              <a:ext uri="{FF2B5EF4-FFF2-40B4-BE49-F238E27FC236}">
                <a16:creationId xmlns:a16="http://schemas.microsoft.com/office/drawing/2014/main" id="{4A9D4F8E-DB50-4C3F-B977-2EF2F1AFD2C3}"/>
              </a:ext>
            </a:extLst>
          </p:cNvPr>
          <p:cNvSpPr>
            <a:spLocks xmlns:a="http://schemas.openxmlformats.org/drawingml/2006/main" noGrp="1"/>
          </p:cNvSpPr>
          <p:nvPr/>
        </p:nvSpPr>
        <p:spPr>
          <a:xfrm xmlns:a="http://schemas.openxmlformats.org/drawingml/2006/main" rot="0">
            <a:off x="6524625" y="9886950"/>
            <a:ext cx="4762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50</a:t>
            </a:r>
          </a:p>
        </p:txBody>
      </p:sp>
      <p:sp>
        <p:nvSpPr>
          <p:cNvPr id="245" name="text_244">
            <a:extLst xmlns:a="http://schemas.openxmlformats.org/drawingml/2006/main">
              <a:ext uri="{FF2B5EF4-FFF2-40B4-BE49-F238E27FC236}">
                <a16:creationId xmlns:a16="http://schemas.microsoft.com/office/drawing/2014/main" id="{653FF27F-FF99-438A-8412-9C7F321DA3DC}"/>
              </a:ext>
            </a:extLst>
          </p:cNvPr>
          <p:cNvSpPr>
            <a:spLocks xmlns:a="http://schemas.openxmlformats.org/drawingml/2006/main" noGrp="1"/>
          </p:cNvSpPr>
          <p:nvPr/>
        </p:nvSpPr>
        <p:spPr>
          <a:xfrm xmlns:a="http://schemas.openxmlformats.org/drawingml/2006/main" rot="0">
            <a:off x="8239125" y="9886950"/>
            <a:ext cx="4762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75</a:t>
            </a:r>
          </a:p>
        </p:txBody>
      </p:sp>
      <p:sp>
        <p:nvSpPr>
          <p:cNvPr id="246" name="text_245">
            <a:extLst xmlns:a="http://schemas.openxmlformats.org/drawingml/2006/main">
              <a:ext uri="{FF2B5EF4-FFF2-40B4-BE49-F238E27FC236}">
                <a16:creationId xmlns:a16="http://schemas.microsoft.com/office/drawing/2014/main" id="{A5AA5923-467A-4B8C-8980-F9A5A47696EF}"/>
              </a:ext>
            </a:extLst>
          </p:cNvPr>
          <p:cNvSpPr>
            <a:spLocks xmlns:a="http://schemas.openxmlformats.org/drawingml/2006/main" noGrp="1"/>
          </p:cNvSpPr>
          <p:nvPr/>
        </p:nvSpPr>
        <p:spPr>
          <a:xfrm xmlns:a="http://schemas.openxmlformats.org/drawingml/2006/main" rot="0">
            <a:off x="9953625" y="9886950"/>
            <a:ext cx="4762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xmlns:a="http://schemas.openxmlformats.org/drawingml/2006/main">
            <a:pPr algn="ctr">
              <a:defRPr sz="1200" b="0">
                <a:solidFill>
                  <a:srgbClr val="000000"/>
                </a:solidFill>
                <a:latin typeface="Arial"/>
                <a:ea typeface="Arial"/>
                <a:cs typeface="Arial"/>
              </a:defRPr>
            </a:pPr>
            <a:r>
              <a:rPr sz="1200" b="0">
                <a:solidFill>
                  <a:srgbClr val="000000"/>
                </a:solidFill>
                <a:latin typeface="Arial"/>
                <a:ea typeface="Arial"/>
                <a:cs typeface="Arial"/>
              </a:rPr>
              <a:t>100</a:t>
            </a:r>
          </a:p>
        </p:txBody>
      </p:sp>
      <p:sp>
        <p:nvSpPr>
          <p:cNvPr id="247" name="text_246">
            <a:extLst xmlns:a="http://schemas.openxmlformats.org/drawingml/2006/main">
              <a:ext uri="{FF2B5EF4-FFF2-40B4-BE49-F238E27FC236}">
                <a16:creationId xmlns:a16="http://schemas.microsoft.com/office/drawing/2014/main" id="{4D07B057-FF90-48C8-B2F9-7BD762123B08}"/>
              </a:ext>
            </a:extLst>
          </p:cNvPr>
          <p:cNvSpPr>
            <a:spLocks xmlns:a="http://schemas.openxmlformats.org/drawingml/2006/main" noGrp="1"/>
          </p:cNvSpPr>
          <p:nvPr/>
        </p:nvSpPr>
        <p:spPr>
          <a:xfrm xmlns:a="http://schemas.openxmlformats.org/drawingml/2006/main" rot="0">
            <a:off x="3333750" y="10144125"/>
            <a:ext cx="68580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ctr">
              <a:defRPr sz="1350" b="0">
                <a:solidFill>
                  <a:srgbClr val="000000"/>
                </a:solidFill>
                <a:latin typeface="Arial"/>
                <a:ea typeface="Arial"/>
                <a:cs typeface="Arial"/>
              </a:defRPr>
            </a:defPPr>
            <a:lvl1pPr algn="ctr">
              <a:defRPr sz="1350" b="0">
                <a:solidFill>
                  <a:srgbClr val="000000"/>
                </a:solidFill>
                <a:latin typeface="Arial"/>
                <a:ea typeface="Arial"/>
                <a:cs typeface="Arial"/>
              </a:defRPr>
            </a:lvl1pPr>
            <a:lvl2pPr algn="ctr">
              <a:defRPr sz="1350" b="0">
                <a:solidFill>
                  <a:srgbClr val="000000"/>
                </a:solidFill>
                <a:latin typeface="Arial"/>
                <a:ea typeface="Arial"/>
                <a:cs typeface="Arial"/>
              </a:defRPr>
            </a:lvl2pPr>
            <a:lvl3pPr algn="ctr">
              <a:defRPr sz="1350" b="0">
                <a:solidFill>
                  <a:srgbClr val="000000"/>
                </a:solidFill>
                <a:latin typeface="Arial"/>
                <a:ea typeface="Arial"/>
                <a:cs typeface="Arial"/>
              </a:defRPr>
            </a:lvl3pPr>
            <a:lvl4pPr algn="ctr">
              <a:defRPr sz="1350" b="0">
                <a:solidFill>
                  <a:srgbClr val="000000"/>
                </a:solidFill>
                <a:latin typeface="Arial"/>
                <a:ea typeface="Arial"/>
                <a:cs typeface="Arial"/>
              </a:defRPr>
            </a:lvl4pPr>
            <a:lvl5pPr algn="ctr">
              <a:defRPr sz="1350" b="0">
                <a:solidFill>
                  <a:srgbClr val="000000"/>
                </a:solidFill>
                <a:latin typeface="Arial"/>
                <a:ea typeface="Arial"/>
                <a:cs typeface="Arial"/>
              </a:defRPr>
            </a:lvl5pPr>
            <a:lvl6pPr algn="ctr">
              <a:defRPr sz="1350" b="0">
                <a:solidFill>
                  <a:srgbClr val="000000"/>
                </a:solidFill>
                <a:latin typeface="Arial"/>
                <a:ea typeface="Arial"/>
                <a:cs typeface="Arial"/>
              </a:defRPr>
            </a:lvl6pPr>
            <a:lvl7pPr algn="ctr">
              <a:defRPr sz="1350" b="0">
                <a:solidFill>
                  <a:srgbClr val="000000"/>
                </a:solidFill>
                <a:latin typeface="Arial"/>
                <a:ea typeface="Arial"/>
                <a:cs typeface="Arial"/>
              </a:defRPr>
            </a:lvl7pPr>
            <a:lvl8pPr algn="ctr">
              <a:defRPr sz="1350" b="0">
                <a:solidFill>
                  <a:srgbClr val="000000"/>
                </a:solidFill>
                <a:latin typeface="Arial"/>
                <a:ea typeface="Arial"/>
                <a:cs typeface="Arial"/>
              </a:defRPr>
            </a:lvl8pPr>
            <a:lvl9pPr algn="ctr">
              <a:defRPr sz="1350" b="0">
                <a:solidFill>
                  <a:srgbClr val="000000"/>
                </a:solidFill>
                <a:latin typeface="Arial"/>
                <a:ea typeface="Arial"/>
                <a:cs typeface="Arial"/>
              </a:defRPr>
            </a:lvl9pPr>
          </a:lstStyle>
          <a:p xmlns:a="http://schemas.openxmlformats.org/drawingml/2006/main">
            <a:pPr algn="ctr">
              <a:defRPr sz="1350" b="0">
                <a:solidFill>
                  <a:srgbClr val="000000"/>
                </a:solidFill>
                <a:latin typeface="Arial"/>
                <a:ea typeface="Arial"/>
                <a:cs typeface="Arial"/>
              </a:defRPr>
            </a:pPr>
            <a:r>
              <a:rPr sz="1350" b="0">
                <a:solidFill>
                  <a:srgbClr val="000000"/>
                </a:solidFill>
                <a:latin typeface="Arial"/>
                <a:ea typeface="Arial"/>
                <a:cs typeface="Arial"/>
              </a:rPr>
              <a:t>Panels (b,c,d): concentration (ug m-3), shared 0-100 scale</a:t>
            </a:r>
          </a:p>
        </p:txBody>
      </p:sp>
      <p:sp>
        <p:nvSpPr>
          <p:cNvPr id="248" name="text_247">
            <a:extLst xmlns:a="http://schemas.openxmlformats.org/drawingml/2006/main">
              <a:ext uri="{FF2B5EF4-FFF2-40B4-BE49-F238E27FC236}">
                <a16:creationId xmlns:a16="http://schemas.microsoft.com/office/drawing/2014/main" id="{1C59B712-BB79-4DC5-BF84-AC4AA12B262C}"/>
              </a:ext>
            </a:extLst>
          </p:cNvPr>
          <p:cNvSpPr>
            <a:spLocks xmlns:a="http://schemas.openxmlformats.org/drawingml/2006/main" noGrp="1"/>
          </p:cNvSpPr>
          <p:nvPr/>
        </p:nvSpPr>
        <p:spPr>
          <a:xfrm xmlns:a="http://schemas.openxmlformats.org/drawingml/2006/main" rot="0">
            <a:off x="666750" y="10391775"/>
            <a:ext cx="1257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425" b="0">
                <a:solidFill>
                  <a:srgbClr val="000000"/>
                </a:solidFill>
                <a:latin typeface="Arial"/>
                <a:ea typeface="Arial"/>
                <a:cs typeface="Arial"/>
              </a:defRPr>
            </a:defPPr>
            <a:lvl1pPr algn="l">
              <a:defRPr sz="1425" b="0">
                <a:solidFill>
                  <a:srgbClr val="000000"/>
                </a:solidFill>
                <a:latin typeface="Arial"/>
                <a:ea typeface="Arial"/>
                <a:cs typeface="Arial"/>
              </a:defRPr>
            </a:lvl1pPr>
            <a:lvl2pPr algn="l">
              <a:defRPr sz="1425" b="0">
                <a:solidFill>
                  <a:srgbClr val="000000"/>
                </a:solidFill>
                <a:latin typeface="Arial"/>
                <a:ea typeface="Arial"/>
                <a:cs typeface="Arial"/>
              </a:defRPr>
            </a:lvl2pPr>
            <a:lvl3pPr algn="l">
              <a:defRPr sz="1425" b="0">
                <a:solidFill>
                  <a:srgbClr val="000000"/>
                </a:solidFill>
                <a:latin typeface="Arial"/>
                <a:ea typeface="Arial"/>
                <a:cs typeface="Arial"/>
              </a:defRPr>
            </a:lvl3pPr>
            <a:lvl4pPr algn="l">
              <a:defRPr sz="1425" b="0">
                <a:solidFill>
                  <a:srgbClr val="000000"/>
                </a:solidFill>
                <a:latin typeface="Arial"/>
                <a:ea typeface="Arial"/>
                <a:cs typeface="Arial"/>
              </a:defRPr>
            </a:lvl4pPr>
            <a:lvl5pPr algn="l">
              <a:defRPr sz="1425" b="0">
                <a:solidFill>
                  <a:srgbClr val="000000"/>
                </a:solidFill>
                <a:latin typeface="Arial"/>
                <a:ea typeface="Arial"/>
                <a:cs typeface="Arial"/>
              </a:defRPr>
            </a:lvl5pPr>
            <a:lvl6pPr algn="l">
              <a:defRPr sz="1425" b="0">
                <a:solidFill>
                  <a:srgbClr val="000000"/>
                </a:solidFill>
                <a:latin typeface="Arial"/>
                <a:ea typeface="Arial"/>
                <a:cs typeface="Arial"/>
              </a:defRPr>
            </a:lvl6pPr>
            <a:lvl7pPr algn="l">
              <a:defRPr sz="1425" b="0">
                <a:solidFill>
                  <a:srgbClr val="000000"/>
                </a:solidFill>
                <a:latin typeface="Arial"/>
                <a:ea typeface="Arial"/>
                <a:cs typeface="Arial"/>
              </a:defRPr>
            </a:lvl7pPr>
            <a:lvl8pPr algn="l">
              <a:defRPr sz="1425" b="0">
                <a:solidFill>
                  <a:srgbClr val="000000"/>
                </a:solidFill>
                <a:latin typeface="Arial"/>
                <a:ea typeface="Arial"/>
                <a:cs typeface="Arial"/>
              </a:defRPr>
            </a:lvl8pPr>
            <a:lvl9pPr algn="l">
              <a:defRPr sz="1425" b="0">
                <a:solidFill>
                  <a:srgbClr val="000000"/>
                </a:solidFill>
                <a:latin typeface="Arial"/>
                <a:ea typeface="Arial"/>
                <a:cs typeface="Arial"/>
              </a:defRPr>
            </a:lvl9pPr>
          </a:lstStyle>
          <a:p xmlns:a="http://schemas.openxmlformats.org/drawingml/2006/main">
            <a:pPr algn="l">
              <a:defRPr sz="1425" b="0">
                <a:solidFill>
                  <a:srgbClr val="000000"/>
                </a:solidFill>
                <a:latin typeface="Arial"/>
                <a:ea typeface="Arial"/>
                <a:cs typeface="Arial"/>
              </a:defRPr>
            </a:pPr>
            <a:r>
              <a:rPr sz="1425" b="0">
                <a:solidFill>
                  <a:srgbClr val="000000"/>
                </a:solidFill>
                <a:latin typeface="Arial"/>
                <a:ea typeface="Arial"/>
                <a:cs typeface="Arial"/>
              </a:rPr>
              <a:t>A=153, B=146, C=152: extrema of the processed field, projected onto both source views.</a:t>
            </a:r>
          </a:p>
        </p:txBody>
      </p:sp>
      <p:sp>
        <p:nvSpPr>
          <p:cNvPr id="249" name="text_248">
            <a:extLst xmlns:a="http://schemas.openxmlformats.org/drawingml/2006/main">
              <a:ext uri="{FF2B5EF4-FFF2-40B4-BE49-F238E27FC236}">
                <a16:creationId xmlns:a16="http://schemas.microsoft.com/office/drawing/2014/main" id="{35E9AF70-E9FE-4E9B-AA17-08C90A19F89D}"/>
              </a:ext>
            </a:extLst>
          </p:cNvPr>
          <p:cNvSpPr>
            <a:spLocks xmlns:a="http://schemas.openxmlformats.org/drawingml/2006/main" noGrp="1"/>
          </p:cNvSpPr>
          <p:nvPr/>
        </p:nvSpPr>
        <p:spPr>
          <a:xfrm xmlns:a="http://schemas.openxmlformats.org/drawingml/2006/main" rot="0">
            <a:off x="666750" y="10687050"/>
            <a:ext cx="1257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425" b="0">
                <a:solidFill>
                  <a:srgbClr val="000000"/>
                </a:solidFill>
                <a:latin typeface="Arial"/>
                <a:ea typeface="Arial"/>
                <a:cs typeface="Arial"/>
              </a:defRPr>
            </a:defPPr>
            <a:lvl1pPr algn="l">
              <a:defRPr sz="1425" b="0">
                <a:solidFill>
                  <a:srgbClr val="000000"/>
                </a:solidFill>
                <a:latin typeface="Arial"/>
                <a:ea typeface="Arial"/>
                <a:cs typeface="Arial"/>
              </a:defRPr>
            </a:lvl1pPr>
            <a:lvl2pPr algn="l">
              <a:defRPr sz="1425" b="0">
                <a:solidFill>
                  <a:srgbClr val="000000"/>
                </a:solidFill>
                <a:latin typeface="Arial"/>
                <a:ea typeface="Arial"/>
                <a:cs typeface="Arial"/>
              </a:defRPr>
            </a:lvl2pPr>
            <a:lvl3pPr algn="l">
              <a:defRPr sz="1425" b="0">
                <a:solidFill>
                  <a:srgbClr val="000000"/>
                </a:solidFill>
                <a:latin typeface="Arial"/>
                <a:ea typeface="Arial"/>
                <a:cs typeface="Arial"/>
              </a:defRPr>
            </a:lvl3pPr>
            <a:lvl4pPr algn="l">
              <a:defRPr sz="1425" b="0">
                <a:solidFill>
                  <a:srgbClr val="000000"/>
                </a:solidFill>
                <a:latin typeface="Arial"/>
                <a:ea typeface="Arial"/>
                <a:cs typeface="Arial"/>
              </a:defRPr>
            </a:lvl4pPr>
            <a:lvl5pPr algn="l">
              <a:defRPr sz="1425" b="0">
                <a:solidFill>
                  <a:srgbClr val="000000"/>
                </a:solidFill>
                <a:latin typeface="Arial"/>
                <a:ea typeface="Arial"/>
                <a:cs typeface="Arial"/>
              </a:defRPr>
            </a:lvl5pPr>
            <a:lvl6pPr algn="l">
              <a:defRPr sz="1425" b="0">
                <a:solidFill>
                  <a:srgbClr val="000000"/>
                </a:solidFill>
                <a:latin typeface="Arial"/>
                <a:ea typeface="Arial"/>
                <a:cs typeface="Arial"/>
              </a:defRPr>
            </a:lvl6pPr>
            <a:lvl7pPr algn="l">
              <a:defRPr sz="1425" b="0">
                <a:solidFill>
                  <a:srgbClr val="000000"/>
                </a:solidFill>
                <a:latin typeface="Arial"/>
                <a:ea typeface="Arial"/>
                <a:cs typeface="Arial"/>
              </a:defRPr>
            </a:lvl7pPr>
            <a:lvl8pPr algn="l">
              <a:defRPr sz="1425" b="0">
                <a:solidFill>
                  <a:srgbClr val="000000"/>
                </a:solidFill>
                <a:latin typeface="Arial"/>
                <a:ea typeface="Arial"/>
                <a:cs typeface="Arial"/>
              </a:defRPr>
            </a:lvl8pPr>
            <a:lvl9pPr algn="l">
              <a:defRPr sz="1425" b="0">
                <a:solidFill>
                  <a:srgbClr val="000000"/>
                </a:solidFill>
                <a:latin typeface="Arial"/>
                <a:ea typeface="Arial"/>
                <a:cs typeface="Arial"/>
              </a:defRPr>
            </a:lvl9pPr>
          </a:lstStyle>
          <a:p xmlns:a="http://schemas.openxmlformats.org/drawingml/2006/main">
            <a:pPr algn="l">
              <a:defRPr sz="1425" b="0">
                <a:solidFill>
                  <a:srgbClr val="000000"/>
                </a:solidFill>
                <a:latin typeface="Arial"/>
                <a:ea typeface="Arial"/>
                <a:cs typeface="Arial"/>
              </a:defRPr>
            </a:pPr>
            <a:r>
              <a:rPr sz="1425" b="0">
                <a:solidFill>
                  <a:srgbClr val="000000"/>
                </a:solidFill>
                <a:latin typeface="Arial"/>
                <a:ea typeface="Arial"/>
                <a:cs typeface="Arial"/>
              </a:rPr>
              <a:t>Solid traces: saved anchors. Dashed traces: fixed references. Gaps retain saved births and deaths.</a:t>
            </a:r>
          </a:p>
        </p:txBody>
      </p:sp>
      <p:sp>
        <p:nvSpPr>
          <p:cNvPr id="250" name="text_249">
            <a:extLst xmlns:a="http://schemas.openxmlformats.org/drawingml/2006/main">
              <a:ext uri="{FF2B5EF4-FFF2-40B4-BE49-F238E27FC236}">
                <a16:creationId xmlns:a16="http://schemas.microsoft.com/office/drawing/2014/main" id="{5EA2E7F1-0848-416C-8F7D-E1542D68804B}"/>
              </a:ext>
            </a:extLst>
          </p:cNvPr>
          <p:cNvSpPr>
            <a:spLocks xmlns:a="http://schemas.openxmlformats.org/drawingml/2006/main" noGrp="1"/>
          </p:cNvSpPr>
          <p:nvPr/>
        </p:nvSpPr>
        <p:spPr>
          <a:xfrm xmlns:a="http://schemas.openxmlformats.org/drawingml/2006/main" rot="0">
            <a:off x="666750" y="10982325"/>
            <a:ext cx="1257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425" b="1">
                <a:solidFill>
                  <a:srgbClr val="000000"/>
                </a:solidFill>
                <a:latin typeface="Arial"/>
                <a:ea typeface="Arial"/>
                <a:cs typeface="Arial"/>
              </a:defRPr>
            </a:defPPr>
            <a:lvl1pPr algn="l">
              <a:defRPr sz="1425" b="1">
                <a:solidFill>
                  <a:srgbClr val="000000"/>
                </a:solidFill>
                <a:latin typeface="Arial"/>
                <a:ea typeface="Arial"/>
                <a:cs typeface="Arial"/>
              </a:defRPr>
            </a:lvl1pPr>
            <a:lvl2pPr algn="l">
              <a:defRPr sz="1425" b="1">
                <a:solidFill>
                  <a:srgbClr val="000000"/>
                </a:solidFill>
                <a:latin typeface="Arial"/>
                <a:ea typeface="Arial"/>
                <a:cs typeface="Arial"/>
              </a:defRPr>
            </a:lvl2pPr>
            <a:lvl3pPr algn="l">
              <a:defRPr sz="1425" b="1">
                <a:solidFill>
                  <a:srgbClr val="000000"/>
                </a:solidFill>
                <a:latin typeface="Arial"/>
                <a:ea typeface="Arial"/>
                <a:cs typeface="Arial"/>
              </a:defRPr>
            </a:lvl3pPr>
            <a:lvl4pPr algn="l">
              <a:defRPr sz="1425" b="1">
                <a:solidFill>
                  <a:srgbClr val="000000"/>
                </a:solidFill>
                <a:latin typeface="Arial"/>
                <a:ea typeface="Arial"/>
                <a:cs typeface="Arial"/>
              </a:defRPr>
            </a:lvl4pPr>
            <a:lvl5pPr algn="l">
              <a:defRPr sz="1425" b="1">
                <a:solidFill>
                  <a:srgbClr val="000000"/>
                </a:solidFill>
                <a:latin typeface="Arial"/>
                <a:ea typeface="Arial"/>
                <a:cs typeface="Arial"/>
              </a:defRPr>
            </a:lvl5pPr>
            <a:lvl6pPr algn="l">
              <a:defRPr sz="1425" b="1">
                <a:solidFill>
                  <a:srgbClr val="000000"/>
                </a:solidFill>
                <a:latin typeface="Arial"/>
                <a:ea typeface="Arial"/>
                <a:cs typeface="Arial"/>
              </a:defRPr>
            </a:lvl6pPr>
            <a:lvl7pPr algn="l">
              <a:defRPr sz="1425" b="1">
                <a:solidFill>
                  <a:srgbClr val="000000"/>
                </a:solidFill>
                <a:latin typeface="Arial"/>
                <a:ea typeface="Arial"/>
                <a:cs typeface="Arial"/>
              </a:defRPr>
            </a:lvl7pPr>
            <a:lvl8pPr algn="l">
              <a:defRPr sz="1425" b="1">
                <a:solidFill>
                  <a:srgbClr val="000000"/>
                </a:solidFill>
                <a:latin typeface="Arial"/>
                <a:ea typeface="Arial"/>
                <a:cs typeface="Arial"/>
              </a:defRPr>
            </a:lvl8pPr>
            <a:lvl9pPr algn="l">
              <a:defRPr sz="1425" b="1">
                <a:solidFill>
                  <a:srgbClr val="000000"/>
                </a:solidFill>
                <a:latin typeface="Arial"/>
                <a:ea typeface="Arial"/>
                <a:cs typeface="Arial"/>
              </a:defRPr>
            </a:lvl9pPr>
          </a:lstStyle>
          <a:p xmlns:a="http://schemas.openxmlformats.org/drawingml/2006/main">
            <a:pPr algn="l">
              <a:defRPr sz="1425" b="1">
                <a:solidFill>
                  <a:srgbClr val="000000"/>
                </a:solidFill>
                <a:latin typeface="Arial"/>
                <a:ea typeface="Arial"/>
                <a:cs typeface="Arial"/>
              </a:defRPr>
            </a:pPr>
            <a:r>
              <a:rPr sz="1425" b="1">
                <a:solidFill>
                  <a:srgbClr val="000000"/>
                </a:solidFill>
                <a:latin typeface="Arial"/>
                <a:ea typeface="Arial"/>
                <a:cs typeface="Arial"/>
              </a:rPr>
              <a:t>Jul 14: max displayed anchor error  P 14.88% L  to  R20 0.84% L; measured NMLE 1.12% (window max 3.33%).</a:t>
            </a:r>
          </a:p>
        </p:txBody>
      </p:sp>
      <p:sp>
        <p:nvSpPr>
          <p:cNvPr id="251" name="text_250">
            <a:extLst xmlns:a="http://schemas.openxmlformats.org/drawingml/2006/main">
              <a:ext uri="{FF2B5EF4-FFF2-40B4-BE49-F238E27FC236}">
                <a16:creationId xmlns:a16="http://schemas.microsoft.com/office/drawing/2014/main" id="{61C8F8A4-5BCA-4ACF-B662-742491377F2A}"/>
              </a:ext>
            </a:extLst>
          </p:cNvPr>
          <p:cNvSpPr>
            <a:spLocks xmlns:a="http://schemas.openxmlformats.org/drawingml/2006/main" noGrp="1"/>
          </p:cNvSpPr>
          <p:nvPr/>
        </p:nvSpPr>
        <p:spPr>
          <a:xfrm xmlns:a="http://schemas.openxmlformats.org/drawingml/2006/main" rot="0">
            <a:off x="666750" y="11277600"/>
            <a:ext cx="12573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1425" b="0">
                <a:solidFill>
                  <a:srgbClr val="000000"/>
                </a:solidFill>
                <a:latin typeface="Arial"/>
                <a:ea typeface="Arial"/>
                <a:cs typeface="Arial"/>
              </a:defRPr>
            </a:defPPr>
            <a:lvl1pPr algn="l">
              <a:defRPr sz="1425" b="0">
                <a:solidFill>
                  <a:srgbClr val="000000"/>
                </a:solidFill>
                <a:latin typeface="Arial"/>
                <a:ea typeface="Arial"/>
                <a:cs typeface="Arial"/>
              </a:defRPr>
            </a:lvl1pPr>
            <a:lvl2pPr algn="l">
              <a:defRPr sz="1425" b="0">
                <a:solidFill>
                  <a:srgbClr val="000000"/>
                </a:solidFill>
                <a:latin typeface="Arial"/>
                <a:ea typeface="Arial"/>
                <a:cs typeface="Arial"/>
              </a:defRPr>
            </a:lvl2pPr>
            <a:lvl3pPr algn="l">
              <a:defRPr sz="1425" b="0">
                <a:solidFill>
                  <a:srgbClr val="000000"/>
                </a:solidFill>
                <a:latin typeface="Arial"/>
                <a:ea typeface="Arial"/>
                <a:cs typeface="Arial"/>
              </a:defRPr>
            </a:lvl3pPr>
            <a:lvl4pPr algn="l">
              <a:defRPr sz="1425" b="0">
                <a:solidFill>
                  <a:srgbClr val="000000"/>
                </a:solidFill>
                <a:latin typeface="Arial"/>
                <a:ea typeface="Arial"/>
                <a:cs typeface="Arial"/>
              </a:defRPr>
            </a:lvl4pPr>
            <a:lvl5pPr algn="l">
              <a:defRPr sz="1425" b="0">
                <a:solidFill>
                  <a:srgbClr val="000000"/>
                </a:solidFill>
                <a:latin typeface="Arial"/>
                <a:ea typeface="Arial"/>
                <a:cs typeface="Arial"/>
              </a:defRPr>
            </a:lvl5pPr>
            <a:lvl6pPr algn="l">
              <a:defRPr sz="1425" b="0">
                <a:solidFill>
                  <a:srgbClr val="000000"/>
                </a:solidFill>
                <a:latin typeface="Arial"/>
                <a:ea typeface="Arial"/>
                <a:cs typeface="Arial"/>
              </a:defRPr>
            </a:lvl6pPr>
            <a:lvl7pPr algn="l">
              <a:defRPr sz="1425" b="0">
                <a:solidFill>
                  <a:srgbClr val="000000"/>
                </a:solidFill>
                <a:latin typeface="Arial"/>
                <a:ea typeface="Arial"/>
                <a:cs typeface="Arial"/>
              </a:defRPr>
            </a:lvl7pPr>
            <a:lvl8pPr algn="l">
              <a:defRPr sz="1425" b="0">
                <a:solidFill>
                  <a:srgbClr val="000000"/>
                </a:solidFill>
                <a:latin typeface="Arial"/>
                <a:ea typeface="Arial"/>
                <a:cs typeface="Arial"/>
              </a:defRPr>
            </a:lvl8pPr>
            <a:lvl9pPr algn="l">
              <a:defRPr sz="1425" b="0">
                <a:solidFill>
                  <a:srgbClr val="000000"/>
                </a:solidFill>
                <a:latin typeface="Arial"/>
                <a:ea typeface="Arial"/>
                <a:cs typeface="Arial"/>
              </a:defRPr>
            </a:lvl9pPr>
          </a:lstStyle>
          <a:p xmlns:a="http://schemas.openxmlformats.org/drawingml/2006/main">
            <a:pPr algn="l">
              <a:defRPr sz="1425" b="0">
                <a:solidFill>
                  <a:srgbClr val="000000"/>
                </a:solidFill>
                <a:latin typeface="Arial"/>
                <a:ea typeface="Arial"/>
                <a:cs typeface="Arial"/>
              </a:defRPr>
            </a:pPr>
            <a:r>
              <a:rPr sz="1425" b="0">
                <a:solidFill>
                  <a:srgbClr val="000000"/>
                </a:solidFill>
                <a:latin typeface="Arial"/>
                <a:ea typeface="Arial"/>
                <a:cs typeface="Arial"/>
              </a:rPr>
              <a:t>Pair merge levels (ug m-3): source = P  AB 25.94, AC 22.63, BC 22.63; R20  AB = AC = BC = 24.28.</a:t>
            </a:r>
          </a:p>
        </p:txBody>
      </p:sp>
    </p:spTree>
    <p:extLst>
      <p:ext uri="{BB962C8B-B14F-4D97-AF65-F5344CB8AC3E}">
        <p14:creationId xmlns:p14="http://schemas.microsoft.com/office/powerpoint/2010/main" val="73640450"/>
      </p:ext>
    </p:extLst>
  </p:cSld>
</p:sld>
</file>

<file path=ppt/main_figures/Fig13/ppt/tableStyles.xml><?xml version="1.0" encoding="utf-8"?>
<a:tblStyleLst xmlns:a="http://schemas.openxmlformats.org/drawingml/2006/main" def="{5C22544A-7EE6-4342-B048-85BDC9FD1C3A}"/>
</file>

<file path=ppt/main_figures/Fig13/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14/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ppt/main_figures/Fig14/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2026-10-22T17:38:38.8850000Z</dcterms:created>
  <dcterms:modified xsi:type="dcterms:W3CDTF">2026-10-22T17:38:38.8850000Z</dcterms:modified>
</coreProperties>
</file>

<file path=ppt/main_figures/Fig14/ppt/_rels/presentation.xml.rels><?xml version='1.0' encoding='utf-8'?>
<Relationships xmlns="http://schemas.openxmlformats.org/package/2006/relationships"><Relationship Type="http://schemas.openxmlformats.org/officeDocument/2006/relationships/theme" Target="/ppt/main_figures/Fig14/ppt/theme/theme1.xml" Id="R0c59bcb7c1c44666" /><Relationship Type="http://schemas.openxmlformats.org/officeDocument/2006/relationships/slideMaster" Target="/ppt/main_figures/Fig14/ppt/slideMasters/slideMaster1.xml" Id="R0a5fbdaa6f984672" /><Relationship Type="http://schemas.openxmlformats.org/officeDocument/2006/relationships/notesMaster" Target="/ppt/main_figures/Fig14/ppt/notesMasters/notesMaster1.xml" Id="Rd6271cbb0e504111" /><Relationship Type="http://schemas.openxmlformats.org/officeDocument/2006/relationships/presProps" Target="/ppt/main_figures/Fig14/ppt/presProps.xml" Id="Rc7614a0b54184201" /><Relationship Type="http://schemas.openxmlformats.org/officeDocument/2006/relationships/tableStyles" Target="/ppt/main_figures/Fig14/ppt/tableStyles.xml" Id="Rf8ec1f1ba86a4f32" /><Relationship Type="http://schemas.openxmlformats.org/officeDocument/2006/relationships/slide" Target="/ppt/main_figures/Fig14/ppt/slides/slide1.xml" Id="R58dd777c66d7461a" /></Relationships>
</file>

<file path=ppt/main_figures/Fig14/ppt/notesMasters/_rels/notesMaster1.xml.rels><?xml version='1.0' encoding='utf-8'?>
<Relationships xmlns="http://schemas.openxmlformats.org/package/2006/relationships"><Relationship Type="http://schemas.openxmlformats.org/officeDocument/2006/relationships/theme" Target="/ppt/main_figures/Fig14/ppt/notesMasters/theme/theme3.xml" Id="R27a8c8aca6944910" /></Relationships>
</file>

<file path=ppt/main_figures/Fig14/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main_figures/Fig14/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14/ppt/notesSlides/_rels/notesSlide1.xml.rels><?xml version='1.0' encoding='utf-8'?>
<Relationships xmlns="http://schemas.openxmlformats.org/package/2006/relationships"><Relationship Type="http://schemas.openxmlformats.org/officeDocument/2006/relationships/slide" Target="/ppt/main_figures/Fig14/ppt/slides/slide1.xml" Id="R03ff10c15b3d4ec9" /><Relationship Type="http://schemas.openxmlformats.org/officeDocument/2006/relationships/notesMaster" Target="/ppt/main_figures/Fig14/ppt/notesMasters/notesMaster1.xml" Id="R7f4539416e764c2d" /></Relationships>
</file>

<file path=ppt/main_figures/Fig14/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achieved settings P, R2, R20, R100. NROE is the frame mean. Scalar cost shows the mean and maximum NMLE. Motion error uses spatial and projected clear-event sets separately. Kappa is an eligibility threshold, not a bound on achieved NMLE.</a:t>
            </a:r>
          </a:p>
          <a:p xmlns:a="http://schemas.openxmlformats.org/drawingml/2006/main">
            <a:r>
              <a:t>Caption: Achieved parameter settings in Tangaroa and Cylinder. P preserves the hierarchy, followed by κ=2%, 20%, 100%. The columns report mean NROE, mean and maximum NMLE, and motion error with separate spatial/projected event sets. The dashed gray motion baseline reports the spatial error of exact projection, illustrating the limitation of projection. Tangaroa R20 and R100 coincide. Cylinder R100 increases mean scalar cost without reducing NROE relative to R20.</a:t>
            </a:r>
          </a:p>
          <a:p xmlns:a="http://schemas.openxmlformats.org/drawingml/2006/main">
            <a:r>
              <a:t>Evidence sources and SHA-256: {"code/results/attainable_era5.json":"241a8cc451024eb988030815d85e5978f61d145bce6fa268ddf80ca68bf54342","code/results/attainable_wildfire.json":"6a2fb2a4da5f67bcd962d0692780a1ca16e3646272e5142a515ce6fc828ece68","code/results/attainable_olr.json":"55e624effce24294b3d5649f77de02764d80fda1ed6297a73e7ef102f44abdbc","code/results/attainable_pm25.json":"7d5befd9e1f5424a5f6dfa8e57e2549f3de8c91a94ee7565d204729ceab47613","code/results/attainable_ring.json":"87d9a77042f96407b191fc4e1b3c8c9bdf085e49d68819304d9843e1c463b515","code/results/volume3d/tangaroa-paper-p10-full201/comparison.csv":"3e9daaa12b72c8ae538c5b571ef6a5d3f8db3b2c4c9d4aaa3aee287a80a009bc","code/results/paper1_suite/square-cylinder3d/comparison.csv":"af65a1c1d5cf63afd40739577fce0abd6584295a322f575498d52237d46170f3","code/results/paper1_suite/square-cylinder3d/motion.json":"2377f27f25194970a457945d5fefdb662f2c45cd906501ef944c4f5f9b166135","code/results/eval_projection.json":"f70a343b68ac04531d12480f8e043587b8dd7715ab752b5fd7c4c081d8836c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main_figures/Fig14/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main_figures/Fig14/ppt/presentation.xml><?xml version="1.0" encoding="utf-8"?>
<p:presentation xmlns:p="http://schemas.openxmlformats.org/presentationml/2006/main">
  <p:sldMasterIdLst>
    <p:sldMasterId xmlns:r="http://schemas.openxmlformats.org/officeDocument/2006/relationships" id="2147483648" r:id="R0a5fbdaa6f984672"/>
  </p:sldMasterIdLst>
  <p:notesMasterIdLst>
    <p:notesMasterId xmlns:r="http://schemas.openxmlformats.org/officeDocument/2006/relationships" r:id="Rd6271cbb0e504111"/>
  </p:notesMasterIdLst>
  <p:sldIdLst>
    <p:sldId xmlns:r="http://schemas.openxmlformats.org/officeDocument/2006/relationships" id="256" r:id="R58dd777c66d7461a"/>
  </p:sldIdLst>
  <p:sldSz cx="12801600" cy="6953250"/>
  <p:notesSz cx="6858000" cy="9144000"/>
</p:presentation>
</file>

<file path=ppt/main_figures/Fig14/ppt/slideLayouts/_rels/slideLayout1.xml.rels><?xml version='1.0' encoding='utf-8'?>
<Relationships xmlns="http://schemas.openxmlformats.org/package/2006/relationships"><Relationship Type="http://schemas.openxmlformats.org/officeDocument/2006/relationships/slideMaster" Target="/ppt/main_figures/Fig14/ppt/slideMasters/slideMaster1.xml" Id="R3679660fa4a648c3" /></Relationships>
</file>

<file path=ppt/main_figures/Fig14/ppt/slideLayouts/_rels/slideLayout2.xml.rels><?xml version='1.0' encoding='utf-8'?>
<Relationships xmlns="http://schemas.openxmlformats.org/package/2006/relationships"><Relationship Type="http://schemas.openxmlformats.org/officeDocument/2006/relationships/slideMaster" Target="/ppt/main_figures/Fig14/ppt/slideMasters/slideMaster1.xml" Id="R6ec379f00da94358" /></Relationships>
</file>

<file path=ppt/main_figures/Fig14/ppt/slideLayouts/_rels/slideLayout3.xml.rels><?xml version='1.0' encoding='utf-8'?>
<Relationships xmlns="http://schemas.openxmlformats.org/package/2006/relationships"><Relationship Type="http://schemas.openxmlformats.org/officeDocument/2006/relationships/slideMaster" Target="/ppt/main_figures/Fig14/ppt/slideMasters/slideMaster1.xml" Id="R43c4cee4550c4fa5" /></Relationships>
</file>

<file path=ppt/main_figures/Fig14/ppt/slideLayouts/_rels/slideLayout4.xml.rels><?xml version='1.0' encoding='utf-8'?>
<Relationships xmlns="http://schemas.openxmlformats.org/package/2006/relationships"><Relationship Type="http://schemas.openxmlformats.org/officeDocument/2006/relationships/slideMaster" Target="/ppt/main_figures/Fig14/ppt/slideMasters/slideMaster1.xml" Id="Rc99d3e8f8fca4439" /></Relationships>
</file>

<file path=ppt/main_figures/Fig14/ppt/slideLayouts/_rels/slideLayout5.xml.rels><?xml version='1.0' encoding='utf-8'?>
<Relationships xmlns="http://schemas.openxmlformats.org/package/2006/relationships"><Relationship Type="http://schemas.openxmlformats.org/officeDocument/2006/relationships/slideMaster" Target="/ppt/main_figures/Fig14/ppt/slideMasters/slideMaster1.xml" Id="Rd30ad2e3db12488f" /></Relationships>
</file>

<file path=ppt/main_figures/Fig14/ppt/slideLayouts/_rels/slideLayout6.xml.rels><?xml version='1.0' encoding='utf-8'?>
<Relationships xmlns="http://schemas.openxmlformats.org/package/2006/relationships"><Relationship Type="http://schemas.openxmlformats.org/officeDocument/2006/relationships/slideMaster" Target="/ppt/main_figures/Fig14/ppt/slideMasters/slideMaster1.xml" Id="Rea6f2154beee4935" /></Relationships>
</file>

<file path=ppt/main_figures/Fig14/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58AE5B0-6B12-4A66-B3A4-9BC183C00E27}"/>
              </a:ext>
            </a:extLst>
          </p:cNvPr>
          <p:cNvSpPr>
            <a:spLocks xmlns:a="http://schemas.openxmlformats.org/drawingml/2006/main" noGrp="1"/>
          </p:cNvSpPr>
          <p:nvPr>
            <p:ph type="title" idx="0"/>
          </p:nvPr>
        </p:nvSpPr>
        <p:spPr>
          <a:xfrm xmlns:a="http://schemas.openxmlformats.org/drawingml/2006/main">
            <a:off x="1280160" y="2626783"/>
            <a:ext cx="10241280" cy="1004358"/>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67" b="1">
                <a:solidFill>
                  <a:schemeClr val="tx1"/>
                </a:solidFill>
                <a:latin typeface="+mj-lt"/>
                <a:ea typeface="+mj-lt"/>
                <a:cs typeface="+mj-lt"/>
              </a:defRPr>
            </a:defPPr>
            <a:lvl1pPr marL="0" indent="0" algn="ctr">
              <a:lnSpc>
                <a:spcPct val="110000"/>
              </a:lnSpc>
              <a:spcBef>
                <a:spcPts val="0"/>
              </a:spcBef>
              <a:spcAft>
                <a:spcPts val="0"/>
              </a:spcAft>
              <a:buNone/>
              <a:defRPr sz="4867" b="1">
                <a:solidFill>
                  <a:schemeClr val="tx1"/>
                </a:solidFill>
                <a:latin typeface="+mj-lt"/>
                <a:ea typeface="+mj-lt"/>
                <a:cs typeface="+mj-lt"/>
              </a:defRPr>
            </a:lvl1pPr>
            <a:lvl2pPr marL="0" indent="0" algn="ctr">
              <a:lnSpc>
                <a:spcPct val="110000"/>
              </a:lnSpc>
              <a:spcBef>
                <a:spcPts val="0"/>
              </a:spcBef>
              <a:spcAft>
                <a:spcPts val="0"/>
              </a:spcAft>
              <a:buNone/>
              <a:defRPr sz="4867" b="1">
                <a:solidFill>
                  <a:schemeClr val="tx1"/>
                </a:solidFill>
                <a:latin typeface="+mj-lt"/>
                <a:ea typeface="+mj-lt"/>
                <a:cs typeface="+mj-lt"/>
              </a:defRPr>
            </a:lvl2pPr>
            <a:lvl3pPr marL="0" indent="0" algn="ctr">
              <a:lnSpc>
                <a:spcPct val="110000"/>
              </a:lnSpc>
              <a:spcBef>
                <a:spcPts val="0"/>
              </a:spcBef>
              <a:spcAft>
                <a:spcPts val="0"/>
              </a:spcAft>
              <a:buNone/>
              <a:defRPr sz="4867" b="1">
                <a:solidFill>
                  <a:schemeClr val="tx1"/>
                </a:solidFill>
                <a:latin typeface="+mj-lt"/>
                <a:ea typeface="+mj-lt"/>
                <a:cs typeface="+mj-lt"/>
              </a:defRPr>
            </a:lvl3pPr>
            <a:lvl4pPr marL="0" indent="0" algn="ctr">
              <a:lnSpc>
                <a:spcPct val="110000"/>
              </a:lnSpc>
              <a:spcBef>
                <a:spcPts val="0"/>
              </a:spcBef>
              <a:spcAft>
                <a:spcPts val="0"/>
              </a:spcAft>
              <a:buNone/>
              <a:defRPr sz="4867" b="1">
                <a:solidFill>
                  <a:schemeClr val="tx1"/>
                </a:solidFill>
                <a:latin typeface="+mj-lt"/>
                <a:ea typeface="+mj-lt"/>
                <a:cs typeface="+mj-lt"/>
              </a:defRPr>
            </a:lvl4pPr>
            <a:lvl5pPr marL="0" indent="0" algn="ctr">
              <a:lnSpc>
                <a:spcPct val="110000"/>
              </a:lnSpc>
              <a:spcBef>
                <a:spcPts val="0"/>
              </a:spcBef>
              <a:spcAft>
                <a:spcPts val="0"/>
              </a:spcAft>
              <a:buNone/>
              <a:defRPr sz="4867" b="1">
                <a:solidFill>
                  <a:schemeClr val="tx1"/>
                </a:solidFill>
                <a:latin typeface="+mj-lt"/>
                <a:ea typeface="+mj-lt"/>
                <a:cs typeface="+mj-lt"/>
              </a:defRPr>
            </a:lvl5pPr>
            <a:lvl6pPr marL="0" indent="0" algn="ctr">
              <a:lnSpc>
                <a:spcPct val="110000"/>
              </a:lnSpc>
              <a:spcBef>
                <a:spcPts val="0"/>
              </a:spcBef>
              <a:spcAft>
                <a:spcPts val="0"/>
              </a:spcAft>
              <a:buNone/>
              <a:defRPr sz="4867" b="1">
                <a:solidFill>
                  <a:schemeClr val="tx1"/>
                </a:solidFill>
                <a:latin typeface="+mj-lt"/>
                <a:ea typeface="+mj-lt"/>
                <a:cs typeface="+mj-lt"/>
              </a:defRPr>
            </a:lvl6pPr>
            <a:lvl7pPr marL="0" indent="0" algn="ctr">
              <a:lnSpc>
                <a:spcPct val="110000"/>
              </a:lnSpc>
              <a:spcBef>
                <a:spcPts val="0"/>
              </a:spcBef>
              <a:spcAft>
                <a:spcPts val="0"/>
              </a:spcAft>
              <a:buNone/>
              <a:defRPr sz="4867" b="1">
                <a:solidFill>
                  <a:schemeClr val="tx1"/>
                </a:solidFill>
                <a:latin typeface="+mj-lt"/>
                <a:ea typeface="+mj-lt"/>
                <a:cs typeface="+mj-lt"/>
              </a:defRPr>
            </a:lvl7pPr>
            <a:lvl8pPr marL="0" indent="0" algn="ctr">
              <a:lnSpc>
                <a:spcPct val="110000"/>
              </a:lnSpc>
              <a:spcBef>
                <a:spcPts val="0"/>
              </a:spcBef>
              <a:spcAft>
                <a:spcPts val="0"/>
              </a:spcAft>
              <a:buNone/>
              <a:defRPr sz="4867" b="1">
                <a:solidFill>
                  <a:schemeClr val="tx1"/>
                </a:solidFill>
                <a:latin typeface="+mj-lt"/>
                <a:ea typeface="+mj-lt"/>
                <a:cs typeface="+mj-lt"/>
              </a:defRPr>
            </a:lvl8pPr>
            <a:lvl9pPr marL="0" indent="0" algn="ctr">
              <a:lnSpc>
                <a:spcPct val="110000"/>
              </a:lnSpc>
              <a:spcBef>
                <a:spcPts val="0"/>
              </a:spcBef>
              <a:spcAft>
                <a:spcPts val="0"/>
              </a:spcAft>
              <a:buNone/>
              <a:defRPr sz="4867"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11C4F7E-2878-4D1A-A16D-6809416EB975}"/>
              </a:ext>
            </a:extLst>
          </p:cNvPr>
          <p:cNvSpPr>
            <a:spLocks xmlns:a="http://schemas.openxmlformats.org/drawingml/2006/main" noGrp="1"/>
          </p:cNvSpPr>
          <p:nvPr>
            <p:ph type="subTitle" idx="1"/>
          </p:nvPr>
        </p:nvSpPr>
        <p:spPr>
          <a:xfrm xmlns:a="http://schemas.openxmlformats.org/drawingml/2006/main">
            <a:off x="1920240" y="3824288"/>
            <a:ext cx="8961120" cy="77258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29" b="0">
                <a:solidFill>
                  <a:schemeClr val="tx1"/>
                </a:solidFill>
                <a:latin typeface="+mn-lt"/>
                <a:ea typeface="+mn-lt"/>
                <a:cs typeface="+mn-lt"/>
              </a:defRPr>
            </a:defPPr>
            <a:lvl1pPr marL="0" indent="0" algn="ctr">
              <a:lnSpc>
                <a:spcPct val="110000"/>
              </a:lnSpc>
              <a:spcBef>
                <a:spcPts val="0"/>
              </a:spcBef>
              <a:spcAft>
                <a:spcPts val="0"/>
              </a:spcAft>
              <a:buNone/>
              <a:defRPr sz="2129" b="0">
                <a:solidFill>
                  <a:schemeClr val="tx1"/>
                </a:solidFill>
                <a:latin typeface="+mn-lt"/>
                <a:ea typeface="+mn-lt"/>
                <a:cs typeface="+mn-lt"/>
              </a:defRPr>
            </a:lvl1pPr>
            <a:lvl2pPr marL="0" indent="0" algn="ctr">
              <a:lnSpc>
                <a:spcPct val="110000"/>
              </a:lnSpc>
              <a:spcBef>
                <a:spcPts val="0"/>
              </a:spcBef>
              <a:spcAft>
                <a:spcPts val="0"/>
              </a:spcAft>
              <a:buNone/>
              <a:defRPr sz="2129" b="0">
                <a:solidFill>
                  <a:schemeClr val="tx1"/>
                </a:solidFill>
                <a:latin typeface="+mn-lt"/>
                <a:ea typeface="+mn-lt"/>
                <a:cs typeface="+mn-lt"/>
              </a:defRPr>
            </a:lvl2pPr>
            <a:lvl3pPr marL="0" indent="0" algn="ctr">
              <a:lnSpc>
                <a:spcPct val="110000"/>
              </a:lnSpc>
              <a:spcBef>
                <a:spcPts val="0"/>
              </a:spcBef>
              <a:spcAft>
                <a:spcPts val="0"/>
              </a:spcAft>
              <a:buNone/>
              <a:defRPr sz="2129" b="0">
                <a:solidFill>
                  <a:schemeClr val="tx1"/>
                </a:solidFill>
                <a:latin typeface="+mn-lt"/>
                <a:ea typeface="+mn-lt"/>
                <a:cs typeface="+mn-lt"/>
              </a:defRPr>
            </a:lvl3pPr>
            <a:lvl4pPr marL="0" indent="0" algn="ctr">
              <a:lnSpc>
                <a:spcPct val="110000"/>
              </a:lnSpc>
              <a:spcBef>
                <a:spcPts val="0"/>
              </a:spcBef>
              <a:spcAft>
                <a:spcPts val="0"/>
              </a:spcAft>
              <a:buNone/>
              <a:defRPr sz="2129" b="0">
                <a:solidFill>
                  <a:schemeClr val="tx1"/>
                </a:solidFill>
                <a:latin typeface="+mn-lt"/>
                <a:ea typeface="+mn-lt"/>
                <a:cs typeface="+mn-lt"/>
              </a:defRPr>
            </a:lvl4pPr>
            <a:lvl5pPr marL="0" indent="0" algn="ctr">
              <a:lnSpc>
                <a:spcPct val="110000"/>
              </a:lnSpc>
              <a:spcBef>
                <a:spcPts val="0"/>
              </a:spcBef>
              <a:spcAft>
                <a:spcPts val="0"/>
              </a:spcAft>
              <a:buNone/>
              <a:defRPr sz="2129" b="0">
                <a:solidFill>
                  <a:schemeClr val="tx1"/>
                </a:solidFill>
                <a:latin typeface="+mn-lt"/>
                <a:ea typeface="+mn-lt"/>
                <a:cs typeface="+mn-lt"/>
              </a:defRPr>
            </a:lvl5pPr>
            <a:lvl6pPr marL="0" indent="0" algn="ctr">
              <a:lnSpc>
                <a:spcPct val="110000"/>
              </a:lnSpc>
              <a:spcBef>
                <a:spcPts val="0"/>
              </a:spcBef>
              <a:spcAft>
                <a:spcPts val="0"/>
              </a:spcAft>
              <a:buNone/>
              <a:defRPr sz="2129" b="0">
                <a:solidFill>
                  <a:schemeClr val="tx1"/>
                </a:solidFill>
                <a:latin typeface="+mn-lt"/>
                <a:ea typeface="+mn-lt"/>
                <a:cs typeface="+mn-lt"/>
              </a:defRPr>
            </a:lvl6pPr>
            <a:lvl7pPr marL="0" indent="0" algn="ctr">
              <a:lnSpc>
                <a:spcPct val="110000"/>
              </a:lnSpc>
              <a:spcBef>
                <a:spcPts val="0"/>
              </a:spcBef>
              <a:spcAft>
                <a:spcPts val="0"/>
              </a:spcAft>
              <a:buNone/>
              <a:defRPr sz="2129" b="0">
                <a:solidFill>
                  <a:schemeClr val="tx1"/>
                </a:solidFill>
                <a:latin typeface="+mn-lt"/>
                <a:ea typeface="+mn-lt"/>
                <a:cs typeface="+mn-lt"/>
              </a:defRPr>
            </a:lvl7pPr>
            <a:lvl8pPr marL="0" indent="0" algn="ctr">
              <a:lnSpc>
                <a:spcPct val="110000"/>
              </a:lnSpc>
              <a:spcBef>
                <a:spcPts val="0"/>
              </a:spcBef>
              <a:spcAft>
                <a:spcPts val="0"/>
              </a:spcAft>
              <a:buNone/>
              <a:defRPr sz="2129" b="0">
                <a:solidFill>
                  <a:schemeClr val="tx1"/>
                </a:solidFill>
                <a:latin typeface="+mn-lt"/>
                <a:ea typeface="+mn-lt"/>
                <a:cs typeface="+mn-lt"/>
              </a:defRPr>
            </a:lvl8pPr>
            <a:lvl9pPr marL="0" indent="0" algn="ctr">
              <a:lnSpc>
                <a:spcPct val="110000"/>
              </a:lnSpc>
              <a:spcBef>
                <a:spcPts val="0"/>
              </a:spcBef>
              <a:spcAft>
                <a:spcPts val="0"/>
              </a:spcAft>
              <a:buNone/>
              <a:defRPr sz="2129" b="0">
                <a:solidFill>
                  <a:schemeClr val="tx1"/>
                </a:solidFill>
                <a:latin typeface="+mn-lt"/>
                <a:ea typeface="+mn-lt"/>
                <a:cs typeface="+mn-lt"/>
              </a:defRPr>
            </a:lvl9pPr>
          </a:lstStyle>
          <a:p xmlns:a="http://schemas.openxmlformats.org/drawingml/2006/main"/>
        </p:txBody>
      </p:sp>
    </p:spTree>
  </p:cSld>
</p:sldLayout>
</file>

<file path=ppt/main_figures/Fig14/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CE18A75-96FA-4B30-845D-E091DBE4B75E}"/>
              </a:ext>
            </a:extLst>
          </p:cNvPr>
          <p:cNvSpPr>
            <a:spLocks xmlns:a="http://schemas.openxmlformats.org/drawingml/2006/main" noGrp="1"/>
          </p:cNvSpPr>
          <p:nvPr>
            <p:ph type="title" idx="0"/>
          </p:nvPr>
        </p:nvSpPr>
        <p:spPr>
          <a:xfrm xmlns:a="http://schemas.openxmlformats.org/drawingml/2006/main">
            <a:off x="1280160" y="2897187"/>
            <a:ext cx="10241280" cy="1158875"/>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58" b="1">
                <a:solidFill>
                  <a:schemeClr val="tx1"/>
                </a:solidFill>
                <a:latin typeface="+mj-lt"/>
                <a:ea typeface="+mj-lt"/>
                <a:cs typeface="+mj-lt"/>
              </a:defRPr>
            </a:defPPr>
            <a:lvl1pPr marL="0" indent="0" algn="ctr">
              <a:lnSpc>
                <a:spcPct val="110000"/>
              </a:lnSpc>
              <a:spcBef>
                <a:spcPts val="0"/>
              </a:spcBef>
              <a:spcAft>
                <a:spcPts val="0"/>
              </a:spcAft>
              <a:buNone/>
              <a:defRPr sz="4258" b="1">
                <a:solidFill>
                  <a:schemeClr val="tx1"/>
                </a:solidFill>
                <a:latin typeface="+mj-lt"/>
                <a:ea typeface="+mj-lt"/>
                <a:cs typeface="+mj-lt"/>
              </a:defRPr>
            </a:lvl1pPr>
            <a:lvl2pPr marL="0" indent="0" algn="ctr">
              <a:lnSpc>
                <a:spcPct val="110000"/>
              </a:lnSpc>
              <a:spcBef>
                <a:spcPts val="0"/>
              </a:spcBef>
              <a:spcAft>
                <a:spcPts val="0"/>
              </a:spcAft>
              <a:buNone/>
              <a:defRPr sz="4258" b="1">
                <a:solidFill>
                  <a:schemeClr val="tx1"/>
                </a:solidFill>
                <a:latin typeface="+mj-lt"/>
                <a:ea typeface="+mj-lt"/>
                <a:cs typeface="+mj-lt"/>
              </a:defRPr>
            </a:lvl2pPr>
            <a:lvl3pPr marL="0" indent="0" algn="ctr">
              <a:lnSpc>
                <a:spcPct val="110000"/>
              </a:lnSpc>
              <a:spcBef>
                <a:spcPts val="0"/>
              </a:spcBef>
              <a:spcAft>
                <a:spcPts val="0"/>
              </a:spcAft>
              <a:buNone/>
              <a:defRPr sz="4258" b="1">
                <a:solidFill>
                  <a:schemeClr val="tx1"/>
                </a:solidFill>
                <a:latin typeface="+mj-lt"/>
                <a:ea typeface="+mj-lt"/>
                <a:cs typeface="+mj-lt"/>
              </a:defRPr>
            </a:lvl3pPr>
            <a:lvl4pPr marL="0" indent="0" algn="ctr">
              <a:lnSpc>
                <a:spcPct val="110000"/>
              </a:lnSpc>
              <a:spcBef>
                <a:spcPts val="0"/>
              </a:spcBef>
              <a:spcAft>
                <a:spcPts val="0"/>
              </a:spcAft>
              <a:buNone/>
              <a:defRPr sz="4258" b="1">
                <a:solidFill>
                  <a:schemeClr val="tx1"/>
                </a:solidFill>
                <a:latin typeface="+mj-lt"/>
                <a:ea typeface="+mj-lt"/>
                <a:cs typeface="+mj-lt"/>
              </a:defRPr>
            </a:lvl4pPr>
            <a:lvl5pPr marL="0" indent="0" algn="ctr">
              <a:lnSpc>
                <a:spcPct val="110000"/>
              </a:lnSpc>
              <a:spcBef>
                <a:spcPts val="0"/>
              </a:spcBef>
              <a:spcAft>
                <a:spcPts val="0"/>
              </a:spcAft>
              <a:buNone/>
              <a:defRPr sz="4258" b="1">
                <a:solidFill>
                  <a:schemeClr val="tx1"/>
                </a:solidFill>
                <a:latin typeface="+mj-lt"/>
                <a:ea typeface="+mj-lt"/>
                <a:cs typeface="+mj-lt"/>
              </a:defRPr>
            </a:lvl5pPr>
            <a:lvl6pPr marL="0" indent="0" algn="ctr">
              <a:lnSpc>
                <a:spcPct val="110000"/>
              </a:lnSpc>
              <a:spcBef>
                <a:spcPts val="0"/>
              </a:spcBef>
              <a:spcAft>
                <a:spcPts val="0"/>
              </a:spcAft>
              <a:buNone/>
              <a:defRPr sz="4258" b="1">
                <a:solidFill>
                  <a:schemeClr val="tx1"/>
                </a:solidFill>
                <a:latin typeface="+mj-lt"/>
                <a:ea typeface="+mj-lt"/>
                <a:cs typeface="+mj-lt"/>
              </a:defRPr>
            </a:lvl6pPr>
            <a:lvl7pPr marL="0" indent="0" algn="ctr">
              <a:lnSpc>
                <a:spcPct val="110000"/>
              </a:lnSpc>
              <a:spcBef>
                <a:spcPts val="0"/>
              </a:spcBef>
              <a:spcAft>
                <a:spcPts val="0"/>
              </a:spcAft>
              <a:buNone/>
              <a:defRPr sz="4258" b="1">
                <a:solidFill>
                  <a:schemeClr val="tx1"/>
                </a:solidFill>
                <a:latin typeface="+mj-lt"/>
                <a:ea typeface="+mj-lt"/>
                <a:cs typeface="+mj-lt"/>
              </a:defRPr>
            </a:lvl7pPr>
            <a:lvl8pPr marL="0" indent="0" algn="ctr">
              <a:lnSpc>
                <a:spcPct val="110000"/>
              </a:lnSpc>
              <a:spcBef>
                <a:spcPts val="0"/>
              </a:spcBef>
              <a:spcAft>
                <a:spcPts val="0"/>
              </a:spcAft>
              <a:buNone/>
              <a:defRPr sz="4258" b="1">
                <a:solidFill>
                  <a:schemeClr val="tx1"/>
                </a:solidFill>
                <a:latin typeface="+mj-lt"/>
                <a:ea typeface="+mj-lt"/>
                <a:cs typeface="+mj-lt"/>
              </a:defRPr>
            </a:lvl8pPr>
            <a:lvl9pPr marL="0" indent="0" algn="ctr">
              <a:lnSpc>
                <a:spcPct val="110000"/>
              </a:lnSpc>
              <a:spcBef>
                <a:spcPts val="0"/>
              </a:spcBef>
              <a:spcAft>
                <a:spcPts val="0"/>
              </a:spcAft>
              <a:buNone/>
              <a:defRPr sz="4258" b="1">
                <a:solidFill>
                  <a:schemeClr val="tx1"/>
                </a:solidFill>
                <a:latin typeface="+mj-lt"/>
                <a:ea typeface="+mj-lt"/>
                <a:cs typeface="+mj-lt"/>
              </a:defRPr>
            </a:lvl9pPr>
          </a:lstStyle>
          <a:p xmlns:a="http://schemas.openxmlformats.org/drawingml/2006/main"/>
        </p:txBody>
      </p:sp>
    </p:spTree>
  </p:cSld>
</p:sldLayout>
</file>

<file path=ppt/main_figures/Fig14/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8DDAA98-CF8D-4047-97F0-032A2C2E8C37}"/>
              </a:ext>
            </a:extLst>
          </p:cNvPr>
          <p:cNvSpPr>
            <a:spLocks xmlns:a="http://schemas.openxmlformats.org/drawingml/2006/main" noGrp="1"/>
          </p:cNvSpPr>
          <p:nvPr>
            <p:ph type="title" idx="0"/>
          </p:nvPr>
        </p:nvSpPr>
        <p:spPr>
          <a:xfrm xmlns:a="http://schemas.openxmlformats.org/drawingml/2006/main">
            <a:off x="720090" y="540808"/>
            <a:ext cx="11361420" cy="84984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46" b="1">
                <a:solidFill>
                  <a:schemeClr val="tx1"/>
                </a:solidFill>
                <a:latin typeface="+mj-lt"/>
                <a:ea typeface="+mj-lt"/>
                <a:cs typeface="+mj-lt"/>
              </a:defRPr>
            </a:defPPr>
            <a:lvl1pPr marL="0" indent="0" algn="l">
              <a:lnSpc>
                <a:spcPct val="110000"/>
              </a:lnSpc>
              <a:spcBef>
                <a:spcPts val="0"/>
              </a:spcBef>
              <a:spcAft>
                <a:spcPts val="0"/>
              </a:spcAft>
              <a:buNone/>
              <a:defRPr sz="3346" b="1">
                <a:solidFill>
                  <a:schemeClr val="tx1"/>
                </a:solidFill>
                <a:latin typeface="+mj-lt"/>
                <a:ea typeface="+mj-lt"/>
                <a:cs typeface="+mj-lt"/>
              </a:defRPr>
            </a:lvl1pPr>
            <a:lvl2pPr marL="0" indent="0" algn="l">
              <a:lnSpc>
                <a:spcPct val="110000"/>
              </a:lnSpc>
              <a:spcBef>
                <a:spcPts val="0"/>
              </a:spcBef>
              <a:spcAft>
                <a:spcPts val="0"/>
              </a:spcAft>
              <a:buNone/>
              <a:defRPr sz="3346" b="1">
                <a:solidFill>
                  <a:schemeClr val="tx1"/>
                </a:solidFill>
                <a:latin typeface="+mj-lt"/>
                <a:ea typeface="+mj-lt"/>
                <a:cs typeface="+mj-lt"/>
              </a:defRPr>
            </a:lvl2pPr>
            <a:lvl3pPr marL="0" indent="0" algn="l">
              <a:lnSpc>
                <a:spcPct val="110000"/>
              </a:lnSpc>
              <a:spcBef>
                <a:spcPts val="0"/>
              </a:spcBef>
              <a:spcAft>
                <a:spcPts val="0"/>
              </a:spcAft>
              <a:buNone/>
              <a:defRPr sz="3346" b="1">
                <a:solidFill>
                  <a:schemeClr val="tx1"/>
                </a:solidFill>
                <a:latin typeface="+mj-lt"/>
                <a:ea typeface="+mj-lt"/>
                <a:cs typeface="+mj-lt"/>
              </a:defRPr>
            </a:lvl3pPr>
            <a:lvl4pPr marL="0" indent="0" algn="l">
              <a:lnSpc>
                <a:spcPct val="110000"/>
              </a:lnSpc>
              <a:spcBef>
                <a:spcPts val="0"/>
              </a:spcBef>
              <a:spcAft>
                <a:spcPts val="0"/>
              </a:spcAft>
              <a:buNone/>
              <a:defRPr sz="3346" b="1">
                <a:solidFill>
                  <a:schemeClr val="tx1"/>
                </a:solidFill>
                <a:latin typeface="+mj-lt"/>
                <a:ea typeface="+mj-lt"/>
                <a:cs typeface="+mj-lt"/>
              </a:defRPr>
            </a:lvl4pPr>
            <a:lvl5pPr marL="0" indent="0" algn="l">
              <a:lnSpc>
                <a:spcPct val="110000"/>
              </a:lnSpc>
              <a:spcBef>
                <a:spcPts val="0"/>
              </a:spcBef>
              <a:spcAft>
                <a:spcPts val="0"/>
              </a:spcAft>
              <a:buNone/>
              <a:defRPr sz="3346" b="1">
                <a:solidFill>
                  <a:schemeClr val="tx1"/>
                </a:solidFill>
                <a:latin typeface="+mj-lt"/>
                <a:ea typeface="+mj-lt"/>
                <a:cs typeface="+mj-lt"/>
              </a:defRPr>
            </a:lvl5pPr>
            <a:lvl6pPr marL="0" indent="0" algn="l">
              <a:lnSpc>
                <a:spcPct val="110000"/>
              </a:lnSpc>
              <a:spcBef>
                <a:spcPts val="0"/>
              </a:spcBef>
              <a:spcAft>
                <a:spcPts val="0"/>
              </a:spcAft>
              <a:buNone/>
              <a:defRPr sz="3346" b="1">
                <a:solidFill>
                  <a:schemeClr val="tx1"/>
                </a:solidFill>
                <a:latin typeface="+mj-lt"/>
                <a:ea typeface="+mj-lt"/>
                <a:cs typeface="+mj-lt"/>
              </a:defRPr>
            </a:lvl6pPr>
            <a:lvl7pPr marL="0" indent="0" algn="l">
              <a:lnSpc>
                <a:spcPct val="110000"/>
              </a:lnSpc>
              <a:spcBef>
                <a:spcPts val="0"/>
              </a:spcBef>
              <a:spcAft>
                <a:spcPts val="0"/>
              </a:spcAft>
              <a:buNone/>
              <a:defRPr sz="3346" b="1">
                <a:solidFill>
                  <a:schemeClr val="tx1"/>
                </a:solidFill>
                <a:latin typeface="+mj-lt"/>
                <a:ea typeface="+mj-lt"/>
                <a:cs typeface="+mj-lt"/>
              </a:defRPr>
            </a:lvl7pPr>
            <a:lvl8pPr marL="0" indent="0" algn="l">
              <a:lnSpc>
                <a:spcPct val="110000"/>
              </a:lnSpc>
              <a:spcBef>
                <a:spcPts val="0"/>
              </a:spcBef>
              <a:spcAft>
                <a:spcPts val="0"/>
              </a:spcAft>
              <a:buNone/>
              <a:defRPr sz="3346" b="1">
                <a:solidFill>
                  <a:schemeClr val="tx1"/>
                </a:solidFill>
                <a:latin typeface="+mj-lt"/>
                <a:ea typeface="+mj-lt"/>
                <a:cs typeface="+mj-lt"/>
              </a:defRPr>
            </a:lvl8pPr>
            <a:lvl9pPr marL="0" indent="0" algn="l">
              <a:lnSpc>
                <a:spcPct val="110000"/>
              </a:lnSpc>
              <a:spcBef>
                <a:spcPts val="0"/>
              </a:spcBef>
              <a:spcAft>
                <a:spcPts val="0"/>
              </a:spcAft>
              <a:buNone/>
              <a:defRPr sz="3346"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5E3B1FF-16FD-4CE3-9BB0-953C27D1BC2F}"/>
              </a:ext>
            </a:extLst>
          </p:cNvPr>
          <p:cNvSpPr>
            <a:spLocks xmlns:a="http://schemas.openxmlformats.org/drawingml/2006/main" noGrp="1"/>
          </p:cNvSpPr>
          <p:nvPr>
            <p:ph type="body" idx="1"/>
          </p:nvPr>
        </p:nvSpPr>
        <p:spPr>
          <a:xfrm xmlns:a="http://schemas.openxmlformats.org/drawingml/2006/main">
            <a:off x="720090" y="1931458"/>
            <a:ext cx="11361420" cy="43264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81" b="0">
                <a:solidFill>
                  <a:schemeClr val="tx1"/>
                </a:solidFill>
                <a:latin typeface="+mn-lt"/>
                <a:ea typeface="+mn-lt"/>
                <a:cs typeface="+mn-lt"/>
              </a:defRPr>
            </a:defPPr>
            <a:lvl1pPr marL="231775" indent="-231775" algn="l">
              <a:lnSpc>
                <a:spcPct val="110000"/>
              </a:lnSpc>
              <a:spcBef>
                <a:spcPts val="0"/>
              </a:spcBef>
              <a:spcAft>
                <a:spcPts val="1217"/>
              </a:spcAft>
              <a:buChar char="•"/>
              <a:defRPr sz="2281" b="0">
                <a:solidFill>
                  <a:schemeClr val="tx1"/>
                </a:solidFill>
                <a:latin typeface="+mn-lt"/>
                <a:ea typeface="+mn-lt"/>
                <a:cs typeface="+mn-lt"/>
              </a:defRPr>
            </a:lvl1pPr>
            <a:lvl2pPr marL="540808" indent="-231775" algn="l">
              <a:lnSpc>
                <a:spcPct val="110000"/>
              </a:lnSpc>
              <a:spcBef>
                <a:spcPts val="0"/>
              </a:spcBef>
              <a:spcAft>
                <a:spcPts val="1217"/>
              </a:spcAft>
              <a:buChar char="•"/>
              <a:defRPr sz="2281" b="0">
                <a:solidFill>
                  <a:schemeClr val="tx1"/>
                </a:solidFill>
                <a:latin typeface="+mn-lt"/>
                <a:ea typeface="+mn-lt"/>
                <a:cs typeface="+mn-lt"/>
              </a:defRPr>
            </a:lvl2pPr>
            <a:lvl3pPr marL="849842" indent="-231775" algn="l">
              <a:lnSpc>
                <a:spcPct val="110000"/>
              </a:lnSpc>
              <a:spcBef>
                <a:spcPts val="0"/>
              </a:spcBef>
              <a:spcAft>
                <a:spcPts val="1217"/>
              </a:spcAft>
              <a:buChar char="•"/>
              <a:defRPr sz="2281" b="0">
                <a:solidFill>
                  <a:schemeClr val="tx1"/>
                </a:solidFill>
                <a:latin typeface="+mn-lt"/>
                <a:ea typeface="+mn-lt"/>
                <a:cs typeface="+mn-lt"/>
              </a:defRPr>
            </a:lvl3pPr>
            <a:lvl4pPr marL="1158875" indent="-231775" algn="l">
              <a:lnSpc>
                <a:spcPct val="110000"/>
              </a:lnSpc>
              <a:spcBef>
                <a:spcPts val="0"/>
              </a:spcBef>
              <a:spcAft>
                <a:spcPts val="1217"/>
              </a:spcAft>
              <a:buChar char="•"/>
              <a:defRPr sz="2281" b="0">
                <a:solidFill>
                  <a:schemeClr val="tx1"/>
                </a:solidFill>
                <a:latin typeface="+mn-lt"/>
                <a:ea typeface="+mn-lt"/>
                <a:cs typeface="+mn-lt"/>
              </a:defRPr>
            </a:lvl4pPr>
            <a:lvl5pPr marL="1467908" indent="-231775" algn="l">
              <a:lnSpc>
                <a:spcPct val="110000"/>
              </a:lnSpc>
              <a:spcBef>
                <a:spcPts val="0"/>
              </a:spcBef>
              <a:spcAft>
                <a:spcPts val="1217"/>
              </a:spcAft>
              <a:buChar char="•"/>
              <a:defRPr sz="2281" b="0">
                <a:solidFill>
                  <a:schemeClr val="tx1"/>
                </a:solidFill>
                <a:latin typeface="+mn-lt"/>
                <a:ea typeface="+mn-lt"/>
                <a:cs typeface="+mn-lt"/>
              </a:defRPr>
            </a:lvl5pPr>
            <a:lvl6pPr marL="1776942" indent="-231775" algn="l">
              <a:lnSpc>
                <a:spcPct val="110000"/>
              </a:lnSpc>
              <a:spcBef>
                <a:spcPts val="0"/>
              </a:spcBef>
              <a:spcAft>
                <a:spcPts val="1217"/>
              </a:spcAft>
              <a:buChar char="•"/>
              <a:defRPr sz="2281" b="0">
                <a:solidFill>
                  <a:schemeClr val="tx1"/>
                </a:solidFill>
                <a:latin typeface="+mn-lt"/>
                <a:ea typeface="+mn-lt"/>
                <a:cs typeface="+mn-lt"/>
              </a:defRPr>
            </a:lvl6pPr>
            <a:lvl7pPr marL="2085975" indent="-231775" algn="l">
              <a:lnSpc>
                <a:spcPct val="110000"/>
              </a:lnSpc>
              <a:spcBef>
                <a:spcPts val="0"/>
              </a:spcBef>
              <a:spcAft>
                <a:spcPts val="1217"/>
              </a:spcAft>
              <a:buChar char="•"/>
              <a:defRPr sz="2281" b="0">
                <a:solidFill>
                  <a:schemeClr val="tx1"/>
                </a:solidFill>
                <a:latin typeface="+mn-lt"/>
                <a:ea typeface="+mn-lt"/>
                <a:cs typeface="+mn-lt"/>
              </a:defRPr>
            </a:lvl7pPr>
            <a:lvl8pPr marL="2395008" indent="-231775" algn="l">
              <a:lnSpc>
                <a:spcPct val="110000"/>
              </a:lnSpc>
              <a:spcBef>
                <a:spcPts val="0"/>
              </a:spcBef>
              <a:spcAft>
                <a:spcPts val="1217"/>
              </a:spcAft>
              <a:buChar char="•"/>
              <a:defRPr sz="2281" b="0">
                <a:solidFill>
                  <a:schemeClr val="tx1"/>
                </a:solidFill>
                <a:latin typeface="+mn-lt"/>
                <a:ea typeface="+mn-lt"/>
                <a:cs typeface="+mn-lt"/>
              </a:defRPr>
            </a:lvl8pPr>
            <a:lvl9pPr marL="2704042" indent="-231775" algn="l">
              <a:lnSpc>
                <a:spcPct val="110000"/>
              </a:lnSpc>
              <a:spcBef>
                <a:spcPts val="0"/>
              </a:spcBef>
              <a:spcAft>
                <a:spcPts val="1217"/>
              </a:spcAft>
              <a:buChar char="•"/>
              <a:defRPr sz="2281" b="0">
                <a:solidFill>
                  <a:schemeClr val="tx1"/>
                </a:solidFill>
                <a:latin typeface="+mn-lt"/>
                <a:ea typeface="+mn-lt"/>
                <a:cs typeface="+mn-lt"/>
              </a:defRPr>
            </a:lvl9pPr>
          </a:lstStyle>
          <a:p xmlns:a="http://schemas.openxmlformats.org/drawingml/2006/main"/>
        </p:txBody>
      </p:sp>
    </p:spTree>
  </p:cSld>
</p:sldLayout>
</file>

<file path=ppt/main_figures/Fig14/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961F672-4337-4E31-ADEC-2B10F49BF4E7}"/>
              </a:ext>
            </a:extLst>
          </p:cNvPr>
          <p:cNvSpPr>
            <a:spLocks xmlns:a="http://schemas.openxmlformats.org/drawingml/2006/main" noGrp="1"/>
          </p:cNvSpPr>
          <p:nvPr>
            <p:ph type="title" idx="0"/>
          </p:nvPr>
        </p:nvSpPr>
        <p:spPr>
          <a:xfrm xmlns:a="http://schemas.openxmlformats.org/drawingml/2006/main">
            <a:off x="720090" y="540808"/>
            <a:ext cx="11361420" cy="84984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46" b="1">
                <a:solidFill>
                  <a:schemeClr val="tx1"/>
                </a:solidFill>
                <a:latin typeface="+mj-lt"/>
                <a:ea typeface="+mj-lt"/>
                <a:cs typeface="+mj-lt"/>
              </a:defRPr>
            </a:defPPr>
            <a:lvl1pPr marL="0" indent="0" algn="l">
              <a:lnSpc>
                <a:spcPct val="110000"/>
              </a:lnSpc>
              <a:spcBef>
                <a:spcPts val="0"/>
              </a:spcBef>
              <a:spcAft>
                <a:spcPts val="0"/>
              </a:spcAft>
              <a:buNone/>
              <a:defRPr sz="3346" b="1">
                <a:solidFill>
                  <a:schemeClr val="tx1"/>
                </a:solidFill>
                <a:latin typeface="+mj-lt"/>
                <a:ea typeface="+mj-lt"/>
                <a:cs typeface="+mj-lt"/>
              </a:defRPr>
            </a:lvl1pPr>
            <a:lvl2pPr marL="0" indent="0" algn="l">
              <a:lnSpc>
                <a:spcPct val="110000"/>
              </a:lnSpc>
              <a:spcBef>
                <a:spcPts val="0"/>
              </a:spcBef>
              <a:spcAft>
                <a:spcPts val="0"/>
              </a:spcAft>
              <a:buNone/>
              <a:defRPr sz="3346" b="1">
                <a:solidFill>
                  <a:schemeClr val="tx1"/>
                </a:solidFill>
                <a:latin typeface="+mj-lt"/>
                <a:ea typeface="+mj-lt"/>
                <a:cs typeface="+mj-lt"/>
              </a:defRPr>
            </a:lvl2pPr>
            <a:lvl3pPr marL="0" indent="0" algn="l">
              <a:lnSpc>
                <a:spcPct val="110000"/>
              </a:lnSpc>
              <a:spcBef>
                <a:spcPts val="0"/>
              </a:spcBef>
              <a:spcAft>
                <a:spcPts val="0"/>
              </a:spcAft>
              <a:buNone/>
              <a:defRPr sz="3346" b="1">
                <a:solidFill>
                  <a:schemeClr val="tx1"/>
                </a:solidFill>
                <a:latin typeface="+mj-lt"/>
                <a:ea typeface="+mj-lt"/>
                <a:cs typeface="+mj-lt"/>
              </a:defRPr>
            </a:lvl3pPr>
            <a:lvl4pPr marL="0" indent="0" algn="l">
              <a:lnSpc>
                <a:spcPct val="110000"/>
              </a:lnSpc>
              <a:spcBef>
                <a:spcPts val="0"/>
              </a:spcBef>
              <a:spcAft>
                <a:spcPts val="0"/>
              </a:spcAft>
              <a:buNone/>
              <a:defRPr sz="3346" b="1">
                <a:solidFill>
                  <a:schemeClr val="tx1"/>
                </a:solidFill>
                <a:latin typeface="+mj-lt"/>
                <a:ea typeface="+mj-lt"/>
                <a:cs typeface="+mj-lt"/>
              </a:defRPr>
            </a:lvl4pPr>
            <a:lvl5pPr marL="0" indent="0" algn="l">
              <a:lnSpc>
                <a:spcPct val="110000"/>
              </a:lnSpc>
              <a:spcBef>
                <a:spcPts val="0"/>
              </a:spcBef>
              <a:spcAft>
                <a:spcPts val="0"/>
              </a:spcAft>
              <a:buNone/>
              <a:defRPr sz="3346" b="1">
                <a:solidFill>
                  <a:schemeClr val="tx1"/>
                </a:solidFill>
                <a:latin typeface="+mj-lt"/>
                <a:ea typeface="+mj-lt"/>
                <a:cs typeface="+mj-lt"/>
              </a:defRPr>
            </a:lvl5pPr>
            <a:lvl6pPr marL="0" indent="0" algn="l">
              <a:lnSpc>
                <a:spcPct val="110000"/>
              </a:lnSpc>
              <a:spcBef>
                <a:spcPts val="0"/>
              </a:spcBef>
              <a:spcAft>
                <a:spcPts val="0"/>
              </a:spcAft>
              <a:buNone/>
              <a:defRPr sz="3346" b="1">
                <a:solidFill>
                  <a:schemeClr val="tx1"/>
                </a:solidFill>
                <a:latin typeface="+mj-lt"/>
                <a:ea typeface="+mj-lt"/>
                <a:cs typeface="+mj-lt"/>
              </a:defRPr>
            </a:lvl6pPr>
            <a:lvl7pPr marL="0" indent="0" algn="l">
              <a:lnSpc>
                <a:spcPct val="110000"/>
              </a:lnSpc>
              <a:spcBef>
                <a:spcPts val="0"/>
              </a:spcBef>
              <a:spcAft>
                <a:spcPts val="0"/>
              </a:spcAft>
              <a:buNone/>
              <a:defRPr sz="3346" b="1">
                <a:solidFill>
                  <a:schemeClr val="tx1"/>
                </a:solidFill>
                <a:latin typeface="+mj-lt"/>
                <a:ea typeface="+mj-lt"/>
                <a:cs typeface="+mj-lt"/>
              </a:defRPr>
            </a:lvl7pPr>
            <a:lvl8pPr marL="0" indent="0" algn="l">
              <a:lnSpc>
                <a:spcPct val="110000"/>
              </a:lnSpc>
              <a:spcBef>
                <a:spcPts val="0"/>
              </a:spcBef>
              <a:spcAft>
                <a:spcPts val="0"/>
              </a:spcAft>
              <a:buNone/>
              <a:defRPr sz="3346" b="1">
                <a:solidFill>
                  <a:schemeClr val="tx1"/>
                </a:solidFill>
                <a:latin typeface="+mj-lt"/>
                <a:ea typeface="+mj-lt"/>
                <a:cs typeface="+mj-lt"/>
              </a:defRPr>
            </a:lvl8pPr>
            <a:lvl9pPr marL="0" indent="0" algn="l">
              <a:lnSpc>
                <a:spcPct val="110000"/>
              </a:lnSpc>
              <a:spcBef>
                <a:spcPts val="0"/>
              </a:spcBef>
              <a:spcAft>
                <a:spcPts val="0"/>
              </a:spcAft>
              <a:buNone/>
              <a:defRPr sz="3346"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762D7DF-34C9-41E9-BE4B-56B20AB48DE4}"/>
              </a:ext>
            </a:extLst>
          </p:cNvPr>
          <p:cNvSpPr>
            <a:spLocks xmlns:a="http://schemas.openxmlformats.org/drawingml/2006/main" noGrp="1"/>
          </p:cNvSpPr>
          <p:nvPr>
            <p:ph type="body" idx="1"/>
          </p:nvPr>
        </p:nvSpPr>
        <p:spPr>
          <a:xfrm xmlns:a="http://schemas.openxmlformats.org/drawingml/2006/main">
            <a:off x="720090" y="1931458"/>
            <a:ext cx="5280660" cy="43264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29" b="0">
                <a:solidFill>
                  <a:schemeClr val="tx1"/>
                </a:solidFill>
                <a:latin typeface="+mn-lt"/>
                <a:ea typeface="+mn-lt"/>
                <a:cs typeface="+mn-lt"/>
              </a:defRPr>
            </a:defPPr>
            <a:lvl1pPr marL="231775" indent="-231775" algn="l">
              <a:lnSpc>
                <a:spcPct val="110000"/>
              </a:lnSpc>
              <a:spcBef>
                <a:spcPts val="0"/>
              </a:spcBef>
              <a:spcAft>
                <a:spcPts val="1217"/>
              </a:spcAft>
              <a:buChar char="•"/>
              <a:defRPr sz="2129" b="0">
                <a:solidFill>
                  <a:schemeClr val="tx1"/>
                </a:solidFill>
                <a:latin typeface="+mn-lt"/>
                <a:ea typeface="+mn-lt"/>
                <a:cs typeface="+mn-lt"/>
              </a:defRPr>
            </a:lvl1pPr>
            <a:lvl2pPr marL="540808" indent="-231775" algn="l">
              <a:lnSpc>
                <a:spcPct val="110000"/>
              </a:lnSpc>
              <a:spcBef>
                <a:spcPts val="0"/>
              </a:spcBef>
              <a:spcAft>
                <a:spcPts val="1217"/>
              </a:spcAft>
              <a:buChar char="•"/>
              <a:defRPr sz="2129" b="0">
                <a:solidFill>
                  <a:schemeClr val="tx1"/>
                </a:solidFill>
                <a:latin typeface="+mn-lt"/>
                <a:ea typeface="+mn-lt"/>
                <a:cs typeface="+mn-lt"/>
              </a:defRPr>
            </a:lvl2pPr>
            <a:lvl3pPr marL="849842" indent="-231775" algn="l">
              <a:lnSpc>
                <a:spcPct val="110000"/>
              </a:lnSpc>
              <a:spcBef>
                <a:spcPts val="0"/>
              </a:spcBef>
              <a:spcAft>
                <a:spcPts val="1217"/>
              </a:spcAft>
              <a:buChar char="•"/>
              <a:defRPr sz="2129" b="0">
                <a:solidFill>
                  <a:schemeClr val="tx1"/>
                </a:solidFill>
                <a:latin typeface="+mn-lt"/>
                <a:ea typeface="+mn-lt"/>
                <a:cs typeface="+mn-lt"/>
              </a:defRPr>
            </a:lvl3pPr>
            <a:lvl4pPr marL="1158875" indent="-231775" algn="l">
              <a:lnSpc>
                <a:spcPct val="110000"/>
              </a:lnSpc>
              <a:spcBef>
                <a:spcPts val="0"/>
              </a:spcBef>
              <a:spcAft>
                <a:spcPts val="1217"/>
              </a:spcAft>
              <a:buChar char="•"/>
              <a:defRPr sz="2129" b="0">
                <a:solidFill>
                  <a:schemeClr val="tx1"/>
                </a:solidFill>
                <a:latin typeface="+mn-lt"/>
                <a:ea typeface="+mn-lt"/>
                <a:cs typeface="+mn-lt"/>
              </a:defRPr>
            </a:lvl4pPr>
            <a:lvl5pPr marL="1467908" indent="-231775" algn="l">
              <a:lnSpc>
                <a:spcPct val="110000"/>
              </a:lnSpc>
              <a:spcBef>
                <a:spcPts val="0"/>
              </a:spcBef>
              <a:spcAft>
                <a:spcPts val="1217"/>
              </a:spcAft>
              <a:buChar char="•"/>
              <a:defRPr sz="2129" b="0">
                <a:solidFill>
                  <a:schemeClr val="tx1"/>
                </a:solidFill>
                <a:latin typeface="+mn-lt"/>
                <a:ea typeface="+mn-lt"/>
                <a:cs typeface="+mn-lt"/>
              </a:defRPr>
            </a:lvl5pPr>
            <a:lvl6pPr marL="1776942" indent="-231775" algn="l">
              <a:lnSpc>
                <a:spcPct val="110000"/>
              </a:lnSpc>
              <a:spcBef>
                <a:spcPts val="0"/>
              </a:spcBef>
              <a:spcAft>
                <a:spcPts val="1217"/>
              </a:spcAft>
              <a:buChar char="•"/>
              <a:defRPr sz="2129" b="0">
                <a:solidFill>
                  <a:schemeClr val="tx1"/>
                </a:solidFill>
                <a:latin typeface="+mn-lt"/>
                <a:ea typeface="+mn-lt"/>
                <a:cs typeface="+mn-lt"/>
              </a:defRPr>
            </a:lvl6pPr>
            <a:lvl7pPr marL="2085975" indent="-231775" algn="l">
              <a:lnSpc>
                <a:spcPct val="110000"/>
              </a:lnSpc>
              <a:spcBef>
                <a:spcPts val="0"/>
              </a:spcBef>
              <a:spcAft>
                <a:spcPts val="1217"/>
              </a:spcAft>
              <a:buChar char="•"/>
              <a:defRPr sz="2129" b="0">
                <a:solidFill>
                  <a:schemeClr val="tx1"/>
                </a:solidFill>
                <a:latin typeface="+mn-lt"/>
                <a:ea typeface="+mn-lt"/>
                <a:cs typeface="+mn-lt"/>
              </a:defRPr>
            </a:lvl7pPr>
            <a:lvl8pPr marL="2395008" indent="-231775" algn="l">
              <a:lnSpc>
                <a:spcPct val="110000"/>
              </a:lnSpc>
              <a:spcBef>
                <a:spcPts val="0"/>
              </a:spcBef>
              <a:spcAft>
                <a:spcPts val="1217"/>
              </a:spcAft>
              <a:buChar char="•"/>
              <a:defRPr sz="2129" b="0">
                <a:solidFill>
                  <a:schemeClr val="tx1"/>
                </a:solidFill>
                <a:latin typeface="+mn-lt"/>
                <a:ea typeface="+mn-lt"/>
                <a:cs typeface="+mn-lt"/>
              </a:defRPr>
            </a:lvl8pPr>
            <a:lvl9pPr marL="2704042" indent="-231775" algn="l">
              <a:lnSpc>
                <a:spcPct val="110000"/>
              </a:lnSpc>
              <a:spcBef>
                <a:spcPts val="0"/>
              </a:spcBef>
              <a:spcAft>
                <a:spcPts val="1217"/>
              </a:spcAft>
              <a:buChar char="•"/>
              <a:defRPr sz="2129"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A07D3D7-44E9-4E3D-93BB-23638F7329C3}"/>
              </a:ext>
            </a:extLst>
          </p:cNvPr>
          <p:cNvSpPr>
            <a:spLocks xmlns:a="http://schemas.openxmlformats.org/drawingml/2006/main" noGrp="1"/>
          </p:cNvSpPr>
          <p:nvPr>
            <p:ph type="body" idx="2"/>
          </p:nvPr>
        </p:nvSpPr>
        <p:spPr>
          <a:xfrm xmlns:a="http://schemas.openxmlformats.org/drawingml/2006/main">
            <a:off x="6800850" y="1931458"/>
            <a:ext cx="5280660" cy="43264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29" b="0">
                <a:solidFill>
                  <a:schemeClr val="tx1"/>
                </a:solidFill>
                <a:latin typeface="+mn-lt"/>
                <a:ea typeface="+mn-lt"/>
                <a:cs typeface="+mn-lt"/>
              </a:defRPr>
            </a:defPPr>
            <a:lvl1pPr marL="231775" indent="-231775" algn="l">
              <a:lnSpc>
                <a:spcPct val="110000"/>
              </a:lnSpc>
              <a:spcBef>
                <a:spcPts val="0"/>
              </a:spcBef>
              <a:spcAft>
                <a:spcPts val="1217"/>
              </a:spcAft>
              <a:buChar char="•"/>
              <a:defRPr sz="2129" b="0">
                <a:solidFill>
                  <a:schemeClr val="tx1"/>
                </a:solidFill>
                <a:latin typeface="+mn-lt"/>
                <a:ea typeface="+mn-lt"/>
                <a:cs typeface="+mn-lt"/>
              </a:defRPr>
            </a:lvl1pPr>
            <a:lvl2pPr marL="540808" indent="-231775" algn="l">
              <a:lnSpc>
                <a:spcPct val="110000"/>
              </a:lnSpc>
              <a:spcBef>
                <a:spcPts val="0"/>
              </a:spcBef>
              <a:spcAft>
                <a:spcPts val="1217"/>
              </a:spcAft>
              <a:buChar char="•"/>
              <a:defRPr sz="2129" b="0">
                <a:solidFill>
                  <a:schemeClr val="tx1"/>
                </a:solidFill>
                <a:latin typeface="+mn-lt"/>
                <a:ea typeface="+mn-lt"/>
                <a:cs typeface="+mn-lt"/>
              </a:defRPr>
            </a:lvl2pPr>
            <a:lvl3pPr marL="849842" indent="-231775" algn="l">
              <a:lnSpc>
                <a:spcPct val="110000"/>
              </a:lnSpc>
              <a:spcBef>
                <a:spcPts val="0"/>
              </a:spcBef>
              <a:spcAft>
                <a:spcPts val="1217"/>
              </a:spcAft>
              <a:buChar char="•"/>
              <a:defRPr sz="2129" b="0">
                <a:solidFill>
                  <a:schemeClr val="tx1"/>
                </a:solidFill>
                <a:latin typeface="+mn-lt"/>
                <a:ea typeface="+mn-lt"/>
                <a:cs typeface="+mn-lt"/>
              </a:defRPr>
            </a:lvl3pPr>
            <a:lvl4pPr marL="1158875" indent="-231775" algn="l">
              <a:lnSpc>
                <a:spcPct val="110000"/>
              </a:lnSpc>
              <a:spcBef>
                <a:spcPts val="0"/>
              </a:spcBef>
              <a:spcAft>
                <a:spcPts val="1217"/>
              </a:spcAft>
              <a:buChar char="•"/>
              <a:defRPr sz="2129" b="0">
                <a:solidFill>
                  <a:schemeClr val="tx1"/>
                </a:solidFill>
                <a:latin typeface="+mn-lt"/>
                <a:ea typeface="+mn-lt"/>
                <a:cs typeface="+mn-lt"/>
              </a:defRPr>
            </a:lvl4pPr>
            <a:lvl5pPr marL="1467908" indent="-231775" algn="l">
              <a:lnSpc>
                <a:spcPct val="110000"/>
              </a:lnSpc>
              <a:spcBef>
                <a:spcPts val="0"/>
              </a:spcBef>
              <a:spcAft>
                <a:spcPts val="1217"/>
              </a:spcAft>
              <a:buChar char="•"/>
              <a:defRPr sz="2129" b="0">
                <a:solidFill>
                  <a:schemeClr val="tx1"/>
                </a:solidFill>
                <a:latin typeface="+mn-lt"/>
                <a:ea typeface="+mn-lt"/>
                <a:cs typeface="+mn-lt"/>
              </a:defRPr>
            </a:lvl5pPr>
            <a:lvl6pPr marL="1776942" indent="-231775" algn="l">
              <a:lnSpc>
                <a:spcPct val="110000"/>
              </a:lnSpc>
              <a:spcBef>
                <a:spcPts val="0"/>
              </a:spcBef>
              <a:spcAft>
                <a:spcPts val="1217"/>
              </a:spcAft>
              <a:buChar char="•"/>
              <a:defRPr sz="2129" b="0">
                <a:solidFill>
                  <a:schemeClr val="tx1"/>
                </a:solidFill>
                <a:latin typeface="+mn-lt"/>
                <a:ea typeface="+mn-lt"/>
                <a:cs typeface="+mn-lt"/>
              </a:defRPr>
            </a:lvl6pPr>
            <a:lvl7pPr marL="2085975" indent="-231775" algn="l">
              <a:lnSpc>
                <a:spcPct val="110000"/>
              </a:lnSpc>
              <a:spcBef>
                <a:spcPts val="0"/>
              </a:spcBef>
              <a:spcAft>
                <a:spcPts val="1217"/>
              </a:spcAft>
              <a:buChar char="•"/>
              <a:defRPr sz="2129" b="0">
                <a:solidFill>
                  <a:schemeClr val="tx1"/>
                </a:solidFill>
                <a:latin typeface="+mn-lt"/>
                <a:ea typeface="+mn-lt"/>
                <a:cs typeface="+mn-lt"/>
              </a:defRPr>
            </a:lvl7pPr>
            <a:lvl8pPr marL="2395008" indent="-231775" algn="l">
              <a:lnSpc>
                <a:spcPct val="110000"/>
              </a:lnSpc>
              <a:spcBef>
                <a:spcPts val="0"/>
              </a:spcBef>
              <a:spcAft>
                <a:spcPts val="1217"/>
              </a:spcAft>
              <a:buChar char="•"/>
              <a:defRPr sz="2129" b="0">
                <a:solidFill>
                  <a:schemeClr val="tx1"/>
                </a:solidFill>
                <a:latin typeface="+mn-lt"/>
                <a:ea typeface="+mn-lt"/>
                <a:cs typeface="+mn-lt"/>
              </a:defRPr>
            </a:lvl8pPr>
            <a:lvl9pPr marL="2704042" indent="-231775" algn="l">
              <a:lnSpc>
                <a:spcPct val="110000"/>
              </a:lnSpc>
              <a:spcBef>
                <a:spcPts val="0"/>
              </a:spcBef>
              <a:spcAft>
                <a:spcPts val="1217"/>
              </a:spcAft>
              <a:buChar char="•"/>
              <a:defRPr sz="2129" b="0">
                <a:solidFill>
                  <a:schemeClr val="tx1"/>
                </a:solidFill>
                <a:latin typeface="+mn-lt"/>
                <a:ea typeface="+mn-lt"/>
                <a:cs typeface="+mn-lt"/>
              </a:defRPr>
            </a:lvl9pPr>
          </a:lstStyle>
          <a:p xmlns:a="http://schemas.openxmlformats.org/drawingml/2006/main"/>
        </p:txBody>
      </p:sp>
    </p:spTree>
  </p:cSld>
</p:sldLayout>
</file>

<file path=ppt/main_figures/Fig14/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2DC0C09-8625-4972-B9FF-E82E73F0CF36}"/>
              </a:ext>
            </a:extLst>
          </p:cNvPr>
          <p:cNvSpPr>
            <a:spLocks xmlns:a="http://schemas.openxmlformats.org/drawingml/2006/main" noGrp="1"/>
          </p:cNvSpPr>
          <p:nvPr>
            <p:ph type="title" idx="0"/>
          </p:nvPr>
        </p:nvSpPr>
        <p:spPr>
          <a:xfrm xmlns:a="http://schemas.openxmlformats.org/drawingml/2006/main">
            <a:off x="720090" y="540808"/>
            <a:ext cx="11361420" cy="849842"/>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46" b="1">
                <a:solidFill>
                  <a:schemeClr val="tx1"/>
                </a:solidFill>
                <a:latin typeface="+mj-lt"/>
                <a:ea typeface="+mj-lt"/>
                <a:cs typeface="+mj-lt"/>
              </a:defRPr>
            </a:defPPr>
            <a:lvl1pPr marL="0" indent="0" algn="l">
              <a:lnSpc>
                <a:spcPct val="110000"/>
              </a:lnSpc>
              <a:spcBef>
                <a:spcPts val="0"/>
              </a:spcBef>
              <a:spcAft>
                <a:spcPts val="0"/>
              </a:spcAft>
              <a:buNone/>
              <a:defRPr sz="3346" b="1">
                <a:solidFill>
                  <a:schemeClr val="tx1"/>
                </a:solidFill>
                <a:latin typeface="+mj-lt"/>
                <a:ea typeface="+mj-lt"/>
                <a:cs typeface="+mj-lt"/>
              </a:defRPr>
            </a:lvl1pPr>
            <a:lvl2pPr marL="0" indent="0" algn="l">
              <a:lnSpc>
                <a:spcPct val="110000"/>
              </a:lnSpc>
              <a:spcBef>
                <a:spcPts val="0"/>
              </a:spcBef>
              <a:spcAft>
                <a:spcPts val="0"/>
              </a:spcAft>
              <a:buNone/>
              <a:defRPr sz="3346" b="1">
                <a:solidFill>
                  <a:schemeClr val="tx1"/>
                </a:solidFill>
                <a:latin typeface="+mj-lt"/>
                <a:ea typeface="+mj-lt"/>
                <a:cs typeface="+mj-lt"/>
              </a:defRPr>
            </a:lvl2pPr>
            <a:lvl3pPr marL="0" indent="0" algn="l">
              <a:lnSpc>
                <a:spcPct val="110000"/>
              </a:lnSpc>
              <a:spcBef>
                <a:spcPts val="0"/>
              </a:spcBef>
              <a:spcAft>
                <a:spcPts val="0"/>
              </a:spcAft>
              <a:buNone/>
              <a:defRPr sz="3346" b="1">
                <a:solidFill>
                  <a:schemeClr val="tx1"/>
                </a:solidFill>
                <a:latin typeface="+mj-lt"/>
                <a:ea typeface="+mj-lt"/>
                <a:cs typeface="+mj-lt"/>
              </a:defRPr>
            </a:lvl3pPr>
            <a:lvl4pPr marL="0" indent="0" algn="l">
              <a:lnSpc>
                <a:spcPct val="110000"/>
              </a:lnSpc>
              <a:spcBef>
                <a:spcPts val="0"/>
              </a:spcBef>
              <a:spcAft>
                <a:spcPts val="0"/>
              </a:spcAft>
              <a:buNone/>
              <a:defRPr sz="3346" b="1">
                <a:solidFill>
                  <a:schemeClr val="tx1"/>
                </a:solidFill>
                <a:latin typeface="+mj-lt"/>
                <a:ea typeface="+mj-lt"/>
                <a:cs typeface="+mj-lt"/>
              </a:defRPr>
            </a:lvl4pPr>
            <a:lvl5pPr marL="0" indent="0" algn="l">
              <a:lnSpc>
                <a:spcPct val="110000"/>
              </a:lnSpc>
              <a:spcBef>
                <a:spcPts val="0"/>
              </a:spcBef>
              <a:spcAft>
                <a:spcPts val="0"/>
              </a:spcAft>
              <a:buNone/>
              <a:defRPr sz="3346" b="1">
                <a:solidFill>
                  <a:schemeClr val="tx1"/>
                </a:solidFill>
                <a:latin typeface="+mj-lt"/>
                <a:ea typeface="+mj-lt"/>
                <a:cs typeface="+mj-lt"/>
              </a:defRPr>
            </a:lvl5pPr>
            <a:lvl6pPr marL="0" indent="0" algn="l">
              <a:lnSpc>
                <a:spcPct val="110000"/>
              </a:lnSpc>
              <a:spcBef>
                <a:spcPts val="0"/>
              </a:spcBef>
              <a:spcAft>
                <a:spcPts val="0"/>
              </a:spcAft>
              <a:buNone/>
              <a:defRPr sz="3346" b="1">
                <a:solidFill>
                  <a:schemeClr val="tx1"/>
                </a:solidFill>
                <a:latin typeface="+mj-lt"/>
                <a:ea typeface="+mj-lt"/>
                <a:cs typeface="+mj-lt"/>
              </a:defRPr>
            </a:lvl6pPr>
            <a:lvl7pPr marL="0" indent="0" algn="l">
              <a:lnSpc>
                <a:spcPct val="110000"/>
              </a:lnSpc>
              <a:spcBef>
                <a:spcPts val="0"/>
              </a:spcBef>
              <a:spcAft>
                <a:spcPts val="0"/>
              </a:spcAft>
              <a:buNone/>
              <a:defRPr sz="3346" b="1">
                <a:solidFill>
                  <a:schemeClr val="tx1"/>
                </a:solidFill>
                <a:latin typeface="+mj-lt"/>
                <a:ea typeface="+mj-lt"/>
                <a:cs typeface="+mj-lt"/>
              </a:defRPr>
            </a:lvl7pPr>
            <a:lvl8pPr marL="0" indent="0" algn="l">
              <a:lnSpc>
                <a:spcPct val="110000"/>
              </a:lnSpc>
              <a:spcBef>
                <a:spcPts val="0"/>
              </a:spcBef>
              <a:spcAft>
                <a:spcPts val="0"/>
              </a:spcAft>
              <a:buNone/>
              <a:defRPr sz="3346" b="1">
                <a:solidFill>
                  <a:schemeClr val="tx1"/>
                </a:solidFill>
                <a:latin typeface="+mj-lt"/>
                <a:ea typeface="+mj-lt"/>
                <a:cs typeface="+mj-lt"/>
              </a:defRPr>
            </a:lvl8pPr>
            <a:lvl9pPr marL="0" indent="0" algn="l">
              <a:lnSpc>
                <a:spcPct val="110000"/>
              </a:lnSpc>
              <a:spcBef>
                <a:spcPts val="0"/>
              </a:spcBef>
              <a:spcAft>
                <a:spcPts val="0"/>
              </a:spcAft>
              <a:buNone/>
              <a:defRPr sz="3346"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10FD946-178C-4ECE-95A5-5CE878910E85}"/>
              </a:ext>
            </a:extLst>
          </p:cNvPr>
          <p:cNvSpPr>
            <a:spLocks xmlns:a="http://schemas.openxmlformats.org/drawingml/2006/main" noGrp="1"/>
          </p:cNvSpPr>
          <p:nvPr>
            <p:ph type="body" idx="1"/>
          </p:nvPr>
        </p:nvSpPr>
        <p:spPr>
          <a:xfrm xmlns:a="http://schemas.openxmlformats.org/drawingml/2006/main">
            <a:off x="720090" y="1931458"/>
            <a:ext cx="5280660" cy="43264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81" b="0">
                <a:solidFill>
                  <a:schemeClr val="tx1"/>
                </a:solidFill>
                <a:latin typeface="+mn-lt"/>
                <a:ea typeface="+mn-lt"/>
                <a:cs typeface="+mn-lt"/>
              </a:defRPr>
            </a:defPPr>
            <a:lvl1pPr marL="231775" indent="-231775" algn="l">
              <a:lnSpc>
                <a:spcPct val="110000"/>
              </a:lnSpc>
              <a:spcBef>
                <a:spcPts val="0"/>
              </a:spcBef>
              <a:spcAft>
                <a:spcPts val="1217"/>
              </a:spcAft>
              <a:buChar char="•"/>
              <a:defRPr sz="2281" b="0">
                <a:solidFill>
                  <a:schemeClr val="tx1"/>
                </a:solidFill>
                <a:latin typeface="+mn-lt"/>
                <a:ea typeface="+mn-lt"/>
                <a:cs typeface="+mn-lt"/>
              </a:defRPr>
            </a:lvl1pPr>
            <a:lvl2pPr marL="540808" indent="-231775" algn="l">
              <a:lnSpc>
                <a:spcPct val="110000"/>
              </a:lnSpc>
              <a:spcBef>
                <a:spcPts val="0"/>
              </a:spcBef>
              <a:spcAft>
                <a:spcPts val="1217"/>
              </a:spcAft>
              <a:buChar char="•"/>
              <a:defRPr sz="2281" b="0">
                <a:solidFill>
                  <a:schemeClr val="tx1"/>
                </a:solidFill>
                <a:latin typeface="+mn-lt"/>
                <a:ea typeface="+mn-lt"/>
                <a:cs typeface="+mn-lt"/>
              </a:defRPr>
            </a:lvl2pPr>
            <a:lvl3pPr marL="849842" indent="-231775" algn="l">
              <a:lnSpc>
                <a:spcPct val="110000"/>
              </a:lnSpc>
              <a:spcBef>
                <a:spcPts val="0"/>
              </a:spcBef>
              <a:spcAft>
                <a:spcPts val="1217"/>
              </a:spcAft>
              <a:buChar char="•"/>
              <a:defRPr sz="2281" b="0">
                <a:solidFill>
                  <a:schemeClr val="tx1"/>
                </a:solidFill>
                <a:latin typeface="+mn-lt"/>
                <a:ea typeface="+mn-lt"/>
                <a:cs typeface="+mn-lt"/>
              </a:defRPr>
            </a:lvl3pPr>
            <a:lvl4pPr marL="1158875" indent="-231775" algn="l">
              <a:lnSpc>
                <a:spcPct val="110000"/>
              </a:lnSpc>
              <a:spcBef>
                <a:spcPts val="0"/>
              </a:spcBef>
              <a:spcAft>
                <a:spcPts val="1217"/>
              </a:spcAft>
              <a:buChar char="•"/>
              <a:defRPr sz="2281" b="0">
                <a:solidFill>
                  <a:schemeClr val="tx1"/>
                </a:solidFill>
                <a:latin typeface="+mn-lt"/>
                <a:ea typeface="+mn-lt"/>
                <a:cs typeface="+mn-lt"/>
              </a:defRPr>
            </a:lvl4pPr>
            <a:lvl5pPr marL="1467908" indent="-231775" algn="l">
              <a:lnSpc>
                <a:spcPct val="110000"/>
              </a:lnSpc>
              <a:spcBef>
                <a:spcPts val="0"/>
              </a:spcBef>
              <a:spcAft>
                <a:spcPts val="1217"/>
              </a:spcAft>
              <a:buChar char="•"/>
              <a:defRPr sz="2281" b="0">
                <a:solidFill>
                  <a:schemeClr val="tx1"/>
                </a:solidFill>
                <a:latin typeface="+mn-lt"/>
                <a:ea typeface="+mn-lt"/>
                <a:cs typeface="+mn-lt"/>
              </a:defRPr>
            </a:lvl5pPr>
            <a:lvl6pPr marL="1776942" indent="-231775" algn="l">
              <a:lnSpc>
                <a:spcPct val="110000"/>
              </a:lnSpc>
              <a:spcBef>
                <a:spcPts val="0"/>
              </a:spcBef>
              <a:spcAft>
                <a:spcPts val="1217"/>
              </a:spcAft>
              <a:buChar char="•"/>
              <a:defRPr sz="2281" b="0">
                <a:solidFill>
                  <a:schemeClr val="tx1"/>
                </a:solidFill>
                <a:latin typeface="+mn-lt"/>
                <a:ea typeface="+mn-lt"/>
                <a:cs typeface="+mn-lt"/>
              </a:defRPr>
            </a:lvl6pPr>
            <a:lvl7pPr marL="2085975" indent="-231775" algn="l">
              <a:lnSpc>
                <a:spcPct val="110000"/>
              </a:lnSpc>
              <a:spcBef>
                <a:spcPts val="0"/>
              </a:spcBef>
              <a:spcAft>
                <a:spcPts val="1217"/>
              </a:spcAft>
              <a:buChar char="•"/>
              <a:defRPr sz="2281" b="0">
                <a:solidFill>
                  <a:schemeClr val="tx1"/>
                </a:solidFill>
                <a:latin typeface="+mn-lt"/>
                <a:ea typeface="+mn-lt"/>
                <a:cs typeface="+mn-lt"/>
              </a:defRPr>
            </a:lvl7pPr>
            <a:lvl8pPr marL="2395008" indent="-231775" algn="l">
              <a:lnSpc>
                <a:spcPct val="110000"/>
              </a:lnSpc>
              <a:spcBef>
                <a:spcPts val="0"/>
              </a:spcBef>
              <a:spcAft>
                <a:spcPts val="1217"/>
              </a:spcAft>
              <a:buChar char="•"/>
              <a:defRPr sz="2281" b="0">
                <a:solidFill>
                  <a:schemeClr val="tx1"/>
                </a:solidFill>
                <a:latin typeface="+mn-lt"/>
                <a:ea typeface="+mn-lt"/>
                <a:cs typeface="+mn-lt"/>
              </a:defRPr>
            </a:lvl8pPr>
            <a:lvl9pPr marL="2704042" indent="-231775" algn="l">
              <a:lnSpc>
                <a:spcPct val="110000"/>
              </a:lnSpc>
              <a:spcBef>
                <a:spcPts val="0"/>
              </a:spcBef>
              <a:spcAft>
                <a:spcPts val="1217"/>
              </a:spcAft>
              <a:buChar char="•"/>
              <a:defRPr sz="2281" b="0">
                <a:solidFill>
                  <a:schemeClr val="tx1"/>
                </a:solidFill>
                <a:latin typeface="+mn-lt"/>
                <a:ea typeface="+mn-lt"/>
                <a:cs typeface="+mn-lt"/>
              </a:defRPr>
            </a:lvl9pPr>
          </a:lstStyle>
          <a:p xmlns:a="http://schemas.openxmlformats.org/drawingml/2006/main"/>
        </p:txBody>
      </p:sp>
    </p:spTree>
  </p:cSld>
</p:sldLayout>
</file>

<file path=ppt/main_figures/Fig14/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main_figures/Fig14/ppt/slideMasters/_rels/slideMaster1.xml.rels><?xml version='1.0' encoding='utf-8'?>
<Relationships xmlns="http://schemas.openxmlformats.org/package/2006/relationships"><Relationship Type="http://schemas.openxmlformats.org/officeDocument/2006/relationships/theme" Target="/ppt/main_figures/Fig14/ppt/slideMasters/theme/theme2.xml" Id="Ra841f283d9db480f" /><Relationship Type="http://schemas.openxmlformats.org/officeDocument/2006/relationships/slideLayout" Target="/ppt/main_figures/Fig14/ppt/slideLayouts/slideLayout1.xml" Id="Raa573f53e7c44239" /><Relationship Type="http://schemas.openxmlformats.org/officeDocument/2006/relationships/slideLayout" Target="/ppt/main_figures/Fig14/ppt/slideLayouts/slideLayout2.xml" Id="R70fd4c83507f4c12" /><Relationship Type="http://schemas.openxmlformats.org/officeDocument/2006/relationships/slideLayout" Target="/ppt/main_figures/Fig14/ppt/slideLayouts/slideLayout3.xml" Id="Rc3f5207a0ad5434b" /><Relationship Type="http://schemas.openxmlformats.org/officeDocument/2006/relationships/slideLayout" Target="/ppt/main_figures/Fig14/ppt/slideLayouts/slideLayout4.xml" Id="R3b667961d5344193" /><Relationship Type="http://schemas.openxmlformats.org/officeDocument/2006/relationships/slideLayout" Target="/ppt/main_figures/Fig14/ppt/slideLayouts/slideLayout5.xml" Id="R86bb963c5f674026" /><Relationship Type="http://schemas.openxmlformats.org/officeDocument/2006/relationships/slideLayout" Target="/ppt/main_figures/Fig14/ppt/slideLayouts/slideLayout6.xml" Id="R016b3ac9c8704507" /></Relationships>
</file>

<file path=ppt/main_figures/Fig14/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a573f53e7c44239"/>
    <p:sldLayoutId xmlns:r="http://schemas.openxmlformats.org/officeDocument/2006/relationships" id="2147483650" r:id="R70fd4c83507f4c12"/>
    <p:sldLayoutId xmlns:r="http://schemas.openxmlformats.org/officeDocument/2006/relationships" id="2147483651" r:id="Rc3f5207a0ad5434b"/>
    <p:sldLayoutId xmlns:r="http://schemas.openxmlformats.org/officeDocument/2006/relationships" id="2147483652" r:id="R3b667961d5344193"/>
    <p:sldLayoutId xmlns:r="http://schemas.openxmlformats.org/officeDocument/2006/relationships" id="2147483653" r:id="R86bb963c5f674026"/>
    <p:sldLayoutId xmlns:r="http://schemas.openxmlformats.org/officeDocument/2006/relationships" id="2147483654" r:id="R016b3ac9c870450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main_figures/Fig14/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main_figures/Fig14/ppt/slides/_rels/slide1.xml.rels><?xml version='1.0' encoding='utf-8'?>
<Relationships xmlns="http://schemas.openxmlformats.org/package/2006/relationships"><Relationship Type="http://schemas.openxmlformats.org/officeDocument/2006/relationships/slideLayout" Target="/ppt/main_figures/Fig14/ppt/slideLayouts/slideLayout6.xml" Id="R9d9ea59ad84b4199" /><Relationship Type="http://schemas.openxmlformats.org/officeDocument/2006/relationships/chart" Target="/ppt/main_figures/Fig14/ppt/slides/charts/chart1.xml" Id="R7e059928ce994f9f" /><Relationship Type="http://schemas.openxmlformats.org/officeDocument/2006/relationships/chart" Target="/ppt/main_figures/Fig14/ppt/slides/charts/chart2.xml" Id="Rfa5850c507e14a9f" /><Relationship Type="http://schemas.openxmlformats.org/officeDocument/2006/relationships/chart" Target="/ppt/main_figures/Fig14/ppt/slides/charts/chart3.xml" Id="R1a60778a05b04885" /><Relationship Type="http://schemas.openxmlformats.org/officeDocument/2006/relationships/chart" Target="/ppt/main_figures/Fig14/ppt/slides/charts/chart4.xml" Id="R2cdcf40f6fbc40a2" /><Relationship Type="http://schemas.openxmlformats.org/officeDocument/2006/relationships/chart" Target="/ppt/main_figures/Fig14/ppt/slides/charts/chart5.xml" Id="Rd9f894a3aa614369" /><Relationship Type="http://schemas.openxmlformats.org/officeDocument/2006/relationships/chart" Target="/ppt/main_figures/Fig14/ppt/slides/charts/chart6.xml" Id="R18b31092227a46be" /><Relationship Type="http://schemas.openxmlformats.org/officeDocument/2006/relationships/notesSlide" Target="/ppt/main_figures/Fig14/ppt/notesSlides/notesSlide1.xml" Id="R2c2e80cce781492b" /></Relationships>
</file>

<file path=ppt/main_figures/Fig14/ppt/slides/charts/chart1.xml><?xml version="1.0" encoding="utf-8"?>
<c:chartSpace xmlns:c="http://schemas.openxmlformats.org/drawingml/2006/chart">
  <c:lang val="en-US"/>
  <c:chart>
    <c:plotArea>
      <c:lineChart>
        <c:grouping val="standard"/>
        <c:varyColors val="0"/>
        <c:ser>
          <c:idx val="0"/>
          <c:order val="0"/>
          <c:tx>
            <c:v>Mean NROE</c:v>
          </c:tx>
          <c:spPr>
            <a:ln xmlns:a="http://schemas.openxmlformats.org/drawingml/2006/main" w="19050">
              <a:solidFill>
                <a:srgbClr val="0072B2"/>
              </a:solidFill>
              <a:prstDash val="solid"/>
            </a:ln>
          </c:spPr>
          <c:marker>
            <c:symbol val="circle"/>
            <c:size val="7"/>
            <c:spPr>
              <a:solidFill xmlns:a="http://schemas.openxmlformats.org/drawingml/2006/main">
                <a:srgbClr val="0072B2"/>
              </a:solidFill>
            </c:spPr>
          </c:marker>
          <c:dLbls>
            <c:numFmt formatCode="0.00" sourceLinked="0"/>
            <c:txPr>
              <a:bodyPr xmlns:a="http://schemas.openxmlformats.org/drawingml/2006/main" anchorCtr="1"/>
              <a:lstStyle xmlns:a="http://schemas.openxmlformats.org/drawingml/2006/main"/>
              <a:p xmlns:a="http://schemas.openxmlformats.org/drawingml/2006/main">
                <a:pPr>
                  <a:defRPr sz="1125">
                    <a:solidFill>
                      <a:srgbClr val="0072B2"/>
                    </a:solidFill>
                  </a:defRPr>
                </a:pPr>
              </a:p>
            </c:txPr>
            <c:dLblPos val="t"/>
            <c:showLegendKey val="0"/>
            <c:showVal val="1"/>
            <c:showCatName val="0"/>
            <c:showSerName val="0"/>
            <c:showPercent val="0"/>
            <c:showBubbleSize val="0"/>
            <c:showLeaderLines val="0"/>
          </c:dLbls>
          <c:cat>
            <c:strLit>
              <c:ptCount val="4"/>
              <c:pt idx="0">
                <c:v>P</c:v>
              </c:pt>
              <c:pt idx="1">
                <c:v>R2</c:v>
              </c:pt>
              <c:pt idx="2">
                <c:v>R20</c:v>
              </c:pt>
              <c:pt idx="3">
                <c:v>R100</c:v>
              </c:pt>
            </c:strLit>
          </c:cat>
          <c:val>
            <c:numLit>
              <c:formatCode>0</c:formatCode>
              <c:ptCount val="4"/>
              <c:pt idx="0">
                <c:v>9.60801028939496</c:v>
              </c:pt>
              <c:pt idx="1">
                <c:v>8.560305189314619</c:v>
              </c:pt>
              <c:pt idx="2">
                <c:v>0.018944992441107405</c:v>
              </c:pt>
              <c:pt idx="3">
                <c:v>0.018944992441107405</c:v>
              </c:pt>
            </c:numLit>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7620">
            <a:solidFill>
              <a:srgbClr val="263238"/>
            </a:solidFill>
            <a:prstDash val="solid"/>
          </a:ln>
        </c:spPr>
        <c:txPr>
          <a:bodyPr xmlns:a="http://schemas.openxmlformats.org/drawingml/2006/main" anchorCtr="1"/>
          <a:lstStyle xmlns:a="http://schemas.openxmlformats.org/drawingml/2006/main"/>
          <a:p xmlns:a="http://schemas.openxmlformats.org/drawingml/2006/main">
            <a:pPr>
              <a:defRPr sz="1275">
                <a:solidFill>
                  <a:srgbClr val="263238"/>
                </a:solidFill>
                <a:latin typeface="Arial"/>
                <a:ea typeface="Arial"/>
                <a:cs typeface="Arial"/>
              </a:defRPr>
            </a:pPr>
          </a:p>
        </c:txPr>
        <c:crossAx val="48672768"/>
      </c:catAx>
      <c:valAx>
        <c:axId val="48672768"/>
        <c:scaling>
          <c:orientation val="minMax"/>
          <c:max val="15"/>
          <c:min val="0"/>
        </c:scaling>
        <c:delete val="0"/>
        <c:axPos val="l"/>
        <c:majorGridlines>
          <c:spPr>
            <a:ln xmlns:a="http://schemas.openxmlformats.org/drawingml/2006/main" w="5715">
              <a:solidFill>
                <a:srgbClr val="D9DFE3"/>
              </a:solidFill>
              <a:prstDash val="solid"/>
            </a:ln>
          </c:spPr>
        </c:majorGridlines>
        <c:title>
          <c:tx>
            <c:rich>
              <a:bodyPr xmlns:a="http://schemas.openxmlformats.org/drawingml/2006/main"/>
              <a:lstStyle xmlns:a="http://schemas.openxmlformats.org/drawingml/2006/main"/>
              <a:p xmlns:a="http://schemas.openxmlformats.org/drawingml/2006/main">
                <a:r>
                  <a:rPr sz="1275">
                    <a:solidFill>
                      <a:srgbClr val="263238"/>
                    </a:solidFill>
                    <a:latin typeface="Arial"/>
                    <a:ea typeface="Arial"/>
                    <a:cs typeface="Arial"/>
                  </a:rPr>
                  <a:t>NROE (% axis)</a:t>
                </a:r>
              </a:p>
            </c:rich>
          </c:tx>
          <c:overlay val="0"/>
          <c:txPr>
            <a:bodyPr xmlns:a="http://schemas.openxmlformats.org/drawingml/2006/main" anchorCtr="1"/>
            <a:lstStyle xmlns:a="http://schemas.openxmlformats.org/drawingml/2006/main"/>
            <a:p xmlns:a="http://schemas.openxmlformats.org/drawingml/2006/main">
              <a:pPr>
                <a:defRPr sz="1275">
                  <a:solidFill>
                    <a:srgbClr val="263238"/>
                  </a:solidFill>
                  <a:latin typeface="Arial"/>
                  <a:ea typeface="Arial"/>
                  <a:cs typeface="Arial"/>
                </a:defRPr>
              </a:pPr>
            </a:p>
          </c:txPr>
        </c:title>
        <c:numFmt formatCode="0"/>
        <c:majorTickMark val="none"/>
        <c:minorTickMark val="none"/>
        <c:spPr>
          <a:ln xmlns:a="http://schemas.openxmlformats.org/drawingml/2006/main" w="7620">
            <a:solidFill>
              <a:srgbClr val="263238"/>
            </a:solidFill>
            <a:prstDash val="solid"/>
          </a:ln>
        </c:spPr>
        <c:txPr>
          <a:bodyPr xmlns:a="http://schemas.openxmlformats.org/drawingml/2006/main" anchorCtr="1"/>
          <a:lstStyle xmlns:a="http://schemas.openxmlformats.org/drawingml/2006/main"/>
          <a:p xmlns:a="http://schemas.openxmlformats.org/drawingml/2006/main">
            <a:pPr>
              <a:defRPr sz="1200">
                <a:solidFill>
                  <a:srgbClr val="263238"/>
                </a:solidFill>
                <a:latin typeface="Arial"/>
                <a:ea typeface="Arial"/>
                <a:cs typeface="Arial"/>
              </a:defRPr>
            </a:pPr>
          </a:p>
        </c:txPr>
        <c:crossAx val="48650112"/>
        <c:crossBetween val="between"/>
        <c:majorUnit val="5"/>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chartSpace>
</file>

<file path=ppt/main_figures/Fig14/ppt/slides/charts/chart2.xml><?xml version="1.0" encoding="utf-8"?>
<c:chartSpace xmlns:c="http://schemas.openxmlformats.org/drawingml/2006/chart">
  <c:lang val="en-US"/>
  <c:chart>
    <c:plotArea>
      <c:lineChart>
        <c:grouping val="standard"/>
        <c:varyColors val="0"/>
        <c:ser>
          <c:idx val="0"/>
          <c:order val="0"/>
          <c:tx>
            <c:v>Mean</c:v>
          </c:tx>
          <c:spPr>
            <a:ln xmlns:a="http://schemas.openxmlformats.org/drawingml/2006/main" w="19050">
              <a:solidFill>
                <a:srgbClr val="009E73"/>
              </a:solidFill>
              <a:prstDash val="solid"/>
            </a:ln>
          </c:spPr>
          <c:marker>
            <c:symbol val="circle"/>
            <c:size val="7"/>
            <c:spPr>
              <a:solidFill xmlns:a="http://schemas.openxmlformats.org/drawingml/2006/main">
                <a:srgbClr val="009E73"/>
              </a:solidFill>
            </c:spPr>
          </c:marker>
          <c:cat>
            <c:strLit>
              <c:ptCount val="4"/>
              <c:pt idx="0">
                <c:v>P</c:v>
              </c:pt>
              <c:pt idx="1">
                <c:v>R2</c:v>
              </c:pt>
              <c:pt idx="2">
                <c:v>R20</c:v>
              </c:pt>
              <c:pt idx="3">
                <c:v>R100</c:v>
              </c:pt>
            </c:strLit>
          </c:cat>
          <c:val>
            <c:numLit>
              <c:formatCode>0</c:formatCode>
              <c:ptCount val="4"/>
              <c:pt idx="0">
                <c:v>0</c:v>
              </c:pt>
              <c:pt idx="1">
                <c:v>3.5151220098211993</c:v>
              </c:pt>
              <c:pt idx="2">
                <c:v>14.442120575477635</c:v>
              </c:pt>
              <c:pt idx="3">
                <c:v>14.442120575477635</c:v>
              </c:pt>
            </c:numLit>
          </c:val>
          <c:smooth val="0"/>
        </c:ser>
        <c:ser>
          <c:idx val="1"/>
          <c:order val="1"/>
          <c:tx>
            <c:v>Maximum</c:v>
          </c:tx>
          <c:spPr>
            <a:ln xmlns:a="http://schemas.openxmlformats.org/drawingml/2006/main" w="19050">
              <a:solidFill>
                <a:srgbClr val="D55E00"/>
              </a:solidFill>
              <a:prstDash val="dash"/>
            </a:ln>
          </c:spPr>
          <c:marker>
            <c:symbol val="square"/>
            <c:size val="7"/>
            <c:spPr>
              <a:solidFill xmlns:a="http://schemas.openxmlformats.org/drawingml/2006/main">
                <a:srgbClr val="D55E00"/>
              </a:solidFill>
            </c:spPr>
          </c:marker>
          <c:cat>
            <c:strLit>
              <c:ptCount val="4"/>
              <c:pt idx="0">
                <c:v>P</c:v>
              </c:pt>
              <c:pt idx="1">
                <c:v>R2</c:v>
              </c:pt>
              <c:pt idx="2">
                <c:v>R20</c:v>
              </c:pt>
              <c:pt idx="3">
                <c:v>R100</c:v>
              </c:pt>
            </c:strLit>
          </c:cat>
          <c:val>
            <c:numLit>
              <c:formatCode>0</c:formatCode>
              <c:ptCount val="4"/>
              <c:pt idx="0">
                <c:v>0</c:v>
              </c:pt>
              <c:pt idx="1">
                <c:v>11.536592617630959</c:v>
              </c:pt>
              <c:pt idx="2">
                <c:v>31.020512004390362</c:v>
              </c:pt>
              <c:pt idx="3">
                <c:v>31.020512004390362</c:v>
              </c:pt>
            </c:numLit>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7620">
            <a:solidFill>
              <a:srgbClr val="263238"/>
            </a:solidFill>
            <a:prstDash val="solid"/>
          </a:ln>
        </c:spPr>
        <c:txPr>
          <a:bodyPr xmlns:a="http://schemas.openxmlformats.org/drawingml/2006/main" anchorCtr="1"/>
          <a:lstStyle xmlns:a="http://schemas.openxmlformats.org/drawingml/2006/main"/>
          <a:p xmlns:a="http://schemas.openxmlformats.org/drawingml/2006/main">
            <a:pPr>
              <a:defRPr sz="1275">
                <a:solidFill>
                  <a:srgbClr val="263238"/>
                </a:solidFill>
                <a:latin typeface="Arial"/>
                <a:ea typeface="Arial"/>
                <a:cs typeface="Arial"/>
              </a:defRPr>
            </a:pPr>
          </a:p>
        </c:txPr>
        <c:crossAx val="48672768"/>
      </c:catAx>
      <c:valAx>
        <c:axId val="48672768"/>
        <c:scaling>
          <c:orientation val="minMax"/>
          <c:max val="35"/>
          <c:min val="0"/>
        </c:scaling>
        <c:delete val="0"/>
        <c:axPos val="l"/>
        <c:majorGridlines>
          <c:spPr>
            <a:ln xmlns:a="http://schemas.openxmlformats.org/drawingml/2006/main" w="5715">
              <a:solidFill>
                <a:srgbClr val="D9DFE3"/>
              </a:solidFill>
              <a:prstDash val="solid"/>
            </a:ln>
          </c:spPr>
        </c:majorGridlines>
        <c:title>
          <c:tx>
            <c:rich>
              <a:bodyPr xmlns:a="http://schemas.openxmlformats.org/drawingml/2006/main"/>
              <a:lstStyle xmlns:a="http://schemas.openxmlformats.org/drawingml/2006/main"/>
              <a:p xmlns:a="http://schemas.openxmlformats.org/drawingml/2006/main">
                <a:r>
                  <a:rPr sz="1275">
                    <a:solidFill>
                      <a:srgbClr val="263238"/>
                    </a:solidFill>
                    <a:latin typeface="Arial"/>
                    <a:ea typeface="Arial"/>
                    <a:cs typeface="Arial"/>
                  </a:rPr>
                  <a:t>NMLE (% scalar range)</a:t>
                </a:r>
              </a:p>
            </c:rich>
          </c:tx>
          <c:overlay val="0"/>
          <c:txPr>
            <a:bodyPr xmlns:a="http://schemas.openxmlformats.org/drawingml/2006/main" anchorCtr="1"/>
            <a:lstStyle xmlns:a="http://schemas.openxmlformats.org/drawingml/2006/main"/>
            <a:p xmlns:a="http://schemas.openxmlformats.org/drawingml/2006/main">
              <a:pPr>
                <a:defRPr sz="1275">
                  <a:solidFill>
                    <a:srgbClr val="263238"/>
                  </a:solidFill>
                  <a:latin typeface="Arial"/>
                  <a:ea typeface="Arial"/>
                  <a:cs typeface="Arial"/>
                </a:defRPr>
              </a:pPr>
            </a:p>
          </c:txPr>
        </c:title>
        <c:numFmt formatCode="0"/>
        <c:majorTickMark val="none"/>
        <c:minorTickMark val="none"/>
        <c:spPr>
          <a:ln xmlns:a="http://schemas.openxmlformats.org/drawingml/2006/main" w="7620">
            <a:solidFill>
              <a:srgbClr val="263238"/>
            </a:solidFill>
            <a:prstDash val="solid"/>
          </a:ln>
        </c:spPr>
        <c:txPr>
          <a:bodyPr xmlns:a="http://schemas.openxmlformats.org/drawingml/2006/main" anchorCtr="1"/>
          <a:lstStyle xmlns:a="http://schemas.openxmlformats.org/drawingml/2006/main"/>
          <a:p xmlns:a="http://schemas.openxmlformats.org/drawingml/2006/main">
            <a:pPr>
              <a:defRPr sz="1200">
                <a:solidFill>
                  <a:srgbClr val="263238"/>
                </a:solidFill>
                <a:latin typeface="Arial"/>
                <a:ea typeface="Arial"/>
                <a:cs typeface="Arial"/>
              </a:defRPr>
            </a:pPr>
          </a:p>
        </c:txPr>
        <c:crossAx val="48650112"/>
        <c:crossBetween val="between"/>
        <c:majorUnit val="10"/>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200">
              <a:solidFill>
                <a:srgbClr val="263238"/>
              </a:solidFill>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prstDash val="solid"/>
    </a:ln>
  </c:spPr>
</c:chartSpace>
</file>

<file path=ppt/main_figures/Fig14/ppt/slides/charts/chart3.xml><?xml version="1.0" encoding="utf-8"?>
<c:chartSpace xmlns:c="http://schemas.openxmlformats.org/drawingml/2006/chart">
  <c:lang val="en-US"/>
  <c:chart>
    <c:plotArea>
      <c:lineChart>
        <c:grouping val="standard"/>
        <c:varyColors val="0"/>
        <c:ser>
          <c:idx val="0"/>
          <c:order val="0"/>
          <c:tx>
            <c:v>Spatial</c:v>
          </c:tx>
          <c:spPr>
            <a:ln xmlns:a="http://schemas.openxmlformats.org/drawingml/2006/main" w="19050">
              <a:solidFill>
                <a:srgbClr val="D55E00"/>
              </a:solidFill>
              <a:prstDash val="solid"/>
            </a:ln>
          </c:spPr>
          <c:marker>
            <c:symbol val="circle"/>
            <c:size val="7"/>
            <c:spPr>
              <a:solidFill xmlns:a="http://schemas.openxmlformats.org/drawingml/2006/main">
                <a:srgbClr val="D55E00"/>
              </a:solidFill>
            </c:spPr>
          </c:marker>
          <c:cat>
            <c:strLit>
              <c:ptCount val="4"/>
              <c:pt idx="0">
                <c:v>P</c:v>
              </c:pt>
              <c:pt idx="1">
                <c:v>R2</c:v>
              </c:pt>
              <c:pt idx="2">
                <c:v>R20</c:v>
              </c:pt>
              <c:pt idx="3">
                <c:v>R100</c:v>
              </c:pt>
            </c:strLit>
          </c:cat>
          <c:val>
            <c:numLit>
              <c:formatCode>0</c:formatCode>
              <c:ptCount val="4"/>
              <c:pt idx="0">
                <c:v>54.72982975573649</c:v>
              </c:pt>
              <c:pt idx="1">
                <c:v>48.52701702442635</c:v>
              </c:pt>
              <c:pt idx="2">
                <c:v>30.495928941524795</c:v>
              </c:pt>
              <c:pt idx="3">
                <c:v>30.495928941524795</c:v>
              </c:pt>
            </c:numLit>
          </c:val>
          <c:smooth val="0"/>
        </c:ser>
        <c:ser>
          <c:idx val="1"/>
          <c:order val="1"/>
          <c:tx>
            <c:v>Projected</c:v>
          </c:tx>
          <c:spPr>
            <a:ln xmlns:a="http://schemas.openxmlformats.org/drawingml/2006/main" w="19050">
              <a:solidFill>
                <a:srgbClr val="009E73"/>
              </a:solidFill>
              <a:prstDash val="solid"/>
            </a:ln>
          </c:spPr>
          <c:marker>
            <c:symbol val="circle"/>
            <c:size val="7"/>
            <c:spPr>
              <a:solidFill xmlns:a="http://schemas.openxmlformats.org/drawingml/2006/main">
                <a:srgbClr val="009E73"/>
              </a:solidFill>
            </c:spPr>
          </c:marker>
          <c:cat>
            <c:strLit>
              <c:ptCount val="4"/>
              <c:pt idx="0">
                <c:v>P</c:v>
              </c:pt>
              <c:pt idx="1">
                <c:v>R2</c:v>
              </c:pt>
              <c:pt idx="2">
                <c:v>R20</c:v>
              </c:pt>
              <c:pt idx="3">
                <c:v>R100</c:v>
              </c:pt>
            </c:strLit>
          </c:cat>
          <c:val>
            <c:numLit>
              <c:formatCode>0</c:formatCode>
              <c:ptCount val="4"/>
              <c:pt idx="0">
                <c:v>52.38293012148271</c:v>
              </c:pt>
              <c:pt idx="1">
                <c:v>40.73304952756723</c:v>
              </c:pt>
              <c:pt idx="2">
                <c:v>2.491953068217215</c:v>
              </c:pt>
              <c:pt idx="3">
                <c:v>2.491953068217215</c:v>
              </c:pt>
            </c:numLit>
          </c:val>
          <c:smooth val="0"/>
        </c:ser>
        <c:ser>
          <c:idx val="2"/>
          <c:order val="2"/>
          <c:tx>
            <c:v>Exact projection, spatial</c:v>
          </c:tx>
          <c:spPr>
            <a:ln xmlns:a="http://schemas.openxmlformats.org/drawingml/2006/main" w="11430">
              <a:solidFill>
                <a:srgbClr val="7B8790"/>
              </a:solidFill>
              <a:prstDash val="dash"/>
            </a:ln>
          </c:spPr>
          <c:marker>
            <c:symbol val="none"/>
          </c:marker>
          <c:cat>
            <c:strLit>
              <c:ptCount val="4"/>
              <c:pt idx="0">
                <c:v>P</c:v>
              </c:pt>
              <c:pt idx="1">
                <c:v>R2</c:v>
              </c:pt>
              <c:pt idx="2">
                <c:v>R20</c:v>
              </c:pt>
              <c:pt idx="3">
                <c:v>R100</c:v>
              </c:pt>
            </c:strLit>
          </c:cat>
          <c:val>
            <c:numLit>
              <c:formatCode>0</c:formatCode>
              <c:ptCount val="4"/>
              <c:pt idx="0">
                <c:v>30.495928941524795</c:v>
              </c:pt>
              <c:pt idx="1">
                <c:v>30.495928941524795</c:v>
              </c:pt>
              <c:pt idx="2">
                <c:v>30.495928941524795</c:v>
              </c:pt>
              <c:pt idx="3">
                <c:v>30.495928941524795</c:v>
              </c:pt>
            </c:numLit>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7620">
            <a:solidFill>
              <a:srgbClr val="263238"/>
            </a:solidFill>
            <a:prstDash val="solid"/>
          </a:ln>
        </c:spPr>
        <c:txPr>
          <a:bodyPr xmlns:a="http://schemas.openxmlformats.org/drawingml/2006/main" anchorCtr="1"/>
          <a:lstStyle xmlns:a="http://schemas.openxmlformats.org/drawingml/2006/main"/>
          <a:p xmlns:a="http://schemas.openxmlformats.org/drawingml/2006/main">
            <a:pPr>
              <a:defRPr sz="1275">
                <a:solidFill>
                  <a:srgbClr val="26323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5715">
              <a:solidFill>
                <a:srgbClr val="D9DFE3"/>
              </a:solidFill>
              <a:prstDash val="solid"/>
            </a:ln>
          </c:spPr>
        </c:majorGridlines>
        <c:title>
          <c:tx>
            <c:rich>
              <a:bodyPr xmlns:a="http://schemas.openxmlformats.org/drawingml/2006/main"/>
              <a:lstStyle xmlns:a="http://schemas.openxmlformats.org/drawingml/2006/main"/>
              <a:p xmlns:a="http://schemas.openxmlformats.org/drawingml/2006/main">
                <a:r>
                  <a:rPr sz="1275">
                    <a:solidFill>
                      <a:srgbClr val="263238"/>
                    </a:solidFill>
                    <a:latin typeface="Arial"/>
                    <a:ea typeface="Arial"/>
                    <a:cs typeface="Arial"/>
                  </a:rPr>
                  <a:t>ME (% clear events)</a:t>
                </a:r>
              </a:p>
            </c:rich>
          </c:tx>
          <c:overlay val="0"/>
          <c:txPr>
            <a:bodyPr xmlns:a="http://schemas.openxmlformats.org/drawingml/2006/main" anchorCtr="1"/>
            <a:lstStyle xmlns:a="http://schemas.openxmlformats.org/drawingml/2006/main"/>
            <a:p xmlns:a="http://schemas.openxmlformats.org/drawingml/2006/main">
              <a:pPr>
                <a:defRPr sz="1275">
                  <a:solidFill>
                    <a:srgbClr val="263238"/>
                  </a:solidFill>
                  <a:latin typeface="Arial"/>
                  <a:ea typeface="Arial"/>
                  <a:cs typeface="Arial"/>
                </a:defRPr>
              </a:pPr>
            </a:p>
          </c:txPr>
        </c:title>
        <c:numFmt formatCode="0"/>
        <c:majorTickMark val="none"/>
        <c:minorTickMark val="none"/>
        <c:spPr>
          <a:ln xmlns:a="http://schemas.openxmlformats.org/drawingml/2006/main" w="7620">
            <a:solidFill>
              <a:srgbClr val="263238"/>
            </a:solidFill>
            <a:prstDash val="solid"/>
          </a:ln>
        </c:spPr>
        <c:txPr>
          <a:bodyPr xmlns:a="http://schemas.openxmlformats.org/drawingml/2006/main" anchorCtr="1"/>
          <a:lstStyle xmlns:a="http://schemas.openxmlformats.org/drawingml/2006/main"/>
          <a:p xmlns:a="http://schemas.openxmlformats.org/drawingml/2006/main">
            <a:pPr>
              <a:defRPr sz="1200">
                <a:solidFill>
                  <a:srgbClr val="26323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200">
              <a:solidFill>
                <a:srgbClr val="263238"/>
              </a:solidFill>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prstDash val="solid"/>
    </a:ln>
  </c:spPr>
</c:chartSpace>
</file>

<file path=ppt/main_figures/Fig14/ppt/slides/charts/chart4.xml><?xml version="1.0" encoding="utf-8"?>
<c:chartSpace xmlns:c="http://schemas.openxmlformats.org/drawingml/2006/chart">
  <c:lang val="en-US"/>
  <c:chart>
    <c:plotArea>
      <c:lineChart>
        <c:grouping val="standard"/>
        <c:varyColors val="0"/>
        <c:ser>
          <c:idx val="0"/>
          <c:order val="0"/>
          <c:tx>
            <c:v>Mean NROE</c:v>
          </c:tx>
          <c:spPr>
            <a:ln xmlns:a="http://schemas.openxmlformats.org/drawingml/2006/main" w="19050">
              <a:solidFill>
                <a:srgbClr val="0072B2"/>
              </a:solidFill>
              <a:prstDash val="solid"/>
            </a:ln>
          </c:spPr>
          <c:marker>
            <c:symbol val="circle"/>
            <c:size val="7"/>
            <c:spPr>
              <a:solidFill xmlns:a="http://schemas.openxmlformats.org/drawingml/2006/main">
                <a:srgbClr val="0072B2"/>
              </a:solidFill>
            </c:spPr>
          </c:marker>
          <c:dLbls>
            <c:numFmt formatCode="0.00" sourceLinked="0"/>
            <c:txPr>
              <a:bodyPr xmlns:a="http://schemas.openxmlformats.org/drawingml/2006/main" anchorCtr="1"/>
              <a:lstStyle xmlns:a="http://schemas.openxmlformats.org/drawingml/2006/main"/>
              <a:p xmlns:a="http://schemas.openxmlformats.org/drawingml/2006/main">
                <a:pPr>
                  <a:defRPr sz="1125">
                    <a:solidFill>
                      <a:srgbClr val="0072B2"/>
                    </a:solidFill>
                  </a:defRPr>
                </a:pPr>
              </a:p>
            </c:txPr>
            <c:dLblPos val="t"/>
            <c:showLegendKey val="0"/>
            <c:showVal val="1"/>
            <c:showCatName val="0"/>
            <c:showSerName val="0"/>
            <c:showPercent val="0"/>
            <c:showBubbleSize val="0"/>
            <c:showLeaderLines val="0"/>
          </c:dLbls>
          <c:cat>
            <c:strLit>
              <c:ptCount val="4"/>
              <c:pt idx="0">
                <c:v>P</c:v>
              </c:pt>
              <c:pt idx="1">
                <c:v>R2</c:v>
              </c:pt>
              <c:pt idx="2">
                <c:v>R20</c:v>
              </c:pt>
              <c:pt idx="3">
                <c:v>R100</c:v>
              </c:pt>
            </c:strLit>
          </c:cat>
          <c:val>
            <c:numLit>
              <c:formatCode>0</c:formatCode>
              <c:ptCount val="4"/>
              <c:pt idx="0">
                <c:v>12.262218320163885</c:v>
              </c:pt>
              <c:pt idx="1">
                <c:v>0.24875621890547256</c:v>
              </c:pt>
              <c:pt idx="2">
                <c:v>0.0841381328650863</c:v>
              </c:pt>
              <c:pt idx="3">
                <c:v>0.0841381328650863</c:v>
              </c:pt>
            </c:numLit>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7620">
            <a:solidFill>
              <a:srgbClr val="263238"/>
            </a:solidFill>
            <a:prstDash val="solid"/>
          </a:ln>
        </c:spPr>
        <c:txPr>
          <a:bodyPr xmlns:a="http://schemas.openxmlformats.org/drawingml/2006/main" anchorCtr="1"/>
          <a:lstStyle xmlns:a="http://schemas.openxmlformats.org/drawingml/2006/main"/>
          <a:p xmlns:a="http://schemas.openxmlformats.org/drawingml/2006/main">
            <a:pPr>
              <a:defRPr sz="1275">
                <a:solidFill>
                  <a:srgbClr val="263238"/>
                </a:solidFill>
                <a:latin typeface="Arial"/>
                <a:ea typeface="Arial"/>
                <a:cs typeface="Arial"/>
              </a:defRPr>
            </a:pPr>
          </a:p>
        </c:txPr>
        <c:crossAx val="48672768"/>
      </c:catAx>
      <c:valAx>
        <c:axId val="48672768"/>
        <c:scaling>
          <c:orientation val="minMax"/>
          <c:max val="15"/>
          <c:min val="0"/>
        </c:scaling>
        <c:delete val="0"/>
        <c:axPos val="l"/>
        <c:majorGridlines>
          <c:spPr>
            <a:ln xmlns:a="http://schemas.openxmlformats.org/drawingml/2006/main" w="5715">
              <a:solidFill>
                <a:srgbClr val="D9DFE3"/>
              </a:solidFill>
              <a:prstDash val="solid"/>
            </a:ln>
          </c:spPr>
        </c:majorGridlines>
        <c:title>
          <c:tx>
            <c:rich>
              <a:bodyPr xmlns:a="http://schemas.openxmlformats.org/drawingml/2006/main"/>
              <a:lstStyle xmlns:a="http://schemas.openxmlformats.org/drawingml/2006/main"/>
              <a:p xmlns:a="http://schemas.openxmlformats.org/drawingml/2006/main">
                <a:r>
                  <a:rPr sz="1275">
                    <a:solidFill>
                      <a:srgbClr val="263238"/>
                    </a:solidFill>
                    <a:latin typeface="Arial"/>
                    <a:ea typeface="Arial"/>
                    <a:cs typeface="Arial"/>
                  </a:rPr>
                  <a:t>NROE (% axis)</a:t>
                </a:r>
              </a:p>
            </c:rich>
          </c:tx>
          <c:overlay val="0"/>
          <c:txPr>
            <a:bodyPr xmlns:a="http://schemas.openxmlformats.org/drawingml/2006/main" anchorCtr="1"/>
            <a:lstStyle xmlns:a="http://schemas.openxmlformats.org/drawingml/2006/main"/>
            <a:p xmlns:a="http://schemas.openxmlformats.org/drawingml/2006/main">
              <a:pPr>
                <a:defRPr sz="1275">
                  <a:solidFill>
                    <a:srgbClr val="263238"/>
                  </a:solidFill>
                  <a:latin typeface="Arial"/>
                  <a:ea typeface="Arial"/>
                  <a:cs typeface="Arial"/>
                </a:defRPr>
              </a:pPr>
            </a:p>
          </c:txPr>
        </c:title>
        <c:numFmt formatCode="0"/>
        <c:majorTickMark val="none"/>
        <c:minorTickMark val="none"/>
        <c:spPr>
          <a:ln xmlns:a="http://schemas.openxmlformats.org/drawingml/2006/main" w="7620">
            <a:solidFill>
              <a:srgbClr val="263238"/>
            </a:solidFill>
            <a:prstDash val="solid"/>
          </a:ln>
        </c:spPr>
        <c:txPr>
          <a:bodyPr xmlns:a="http://schemas.openxmlformats.org/drawingml/2006/main" anchorCtr="1"/>
          <a:lstStyle xmlns:a="http://schemas.openxmlformats.org/drawingml/2006/main"/>
          <a:p xmlns:a="http://schemas.openxmlformats.org/drawingml/2006/main">
            <a:pPr>
              <a:defRPr sz="1200">
                <a:solidFill>
                  <a:srgbClr val="263238"/>
                </a:solidFill>
                <a:latin typeface="Arial"/>
                <a:ea typeface="Arial"/>
                <a:cs typeface="Arial"/>
              </a:defRPr>
            </a:pPr>
          </a:p>
        </c:txPr>
        <c:crossAx val="48650112"/>
        <c:crossBetween val="between"/>
        <c:majorUnit val="5"/>
      </c:valAx>
      <c:spPr>
        <a:solidFill xmlns:a="http://schemas.openxmlformats.org/drawingml/2006/main">
          <a:srgbClr val="FFFFFF"/>
        </a:solidFill>
        <a:ln xmlns:a="http://schemas.openxmlformats.org/drawingml/2006/main" w="0">
          <a:noFill/>
          <a:prstDash val="solid"/>
        </a:ln>
      </c:spPr>
    </c:plotArea>
    <c:plotVisOnly val="1"/>
  </c:chart>
  <c:spPr>
    <a:solidFill xmlns:a="http://schemas.openxmlformats.org/drawingml/2006/main">
      <a:srgbClr val="FFFFFF"/>
    </a:solidFill>
    <a:ln xmlns:a="http://schemas.openxmlformats.org/drawingml/2006/main" w="0">
      <a:noFill/>
      <a:prstDash val="solid"/>
    </a:ln>
  </c:spPr>
</c:chartSpace>
</file>

<file path=ppt/main_figures/Fig14/ppt/slides/charts/chart5.xml><?xml version="1.0" encoding="utf-8"?>
<c:chartSpace xmlns:c="http://schemas.openxmlformats.org/drawingml/2006/chart">
  <c:lang val="en-US"/>
  <c:chart>
    <c:plotArea>
      <c:lineChart>
        <c:grouping val="standard"/>
        <c:varyColors val="0"/>
        <c:ser>
          <c:idx val="0"/>
          <c:order val="0"/>
          <c:tx>
            <c:v>Mean</c:v>
          </c:tx>
          <c:spPr>
            <a:ln xmlns:a="http://schemas.openxmlformats.org/drawingml/2006/main" w="19050">
              <a:solidFill>
                <a:srgbClr val="009E73"/>
              </a:solidFill>
              <a:prstDash val="solid"/>
            </a:ln>
          </c:spPr>
          <c:marker>
            <c:symbol val="circle"/>
            <c:size val="7"/>
            <c:spPr>
              <a:solidFill xmlns:a="http://schemas.openxmlformats.org/drawingml/2006/main">
                <a:srgbClr val="009E73"/>
              </a:solidFill>
            </c:spPr>
          </c:marker>
          <c:cat>
            <c:strLit>
              <c:ptCount val="4"/>
              <c:pt idx="0">
                <c:v>P</c:v>
              </c:pt>
              <c:pt idx="1">
                <c:v>R2</c:v>
              </c:pt>
              <c:pt idx="2">
                <c:v>R20</c:v>
              </c:pt>
              <c:pt idx="3">
                <c:v>R100</c:v>
              </c:pt>
            </c:strLit>
          </c:cat>
          <c:val>
            <c:numLit>
              <c:formatCode>0</c:formatCode>
              <c:ptCount val="4"/>
              <c:pt idx="0">
                <c:v>0</c:v>
              </c:pt>
              <c:pt idx="1">
                <c:v>0.6918776439253216</c:v>
              </c:pt>
              <c:pt idx="2">
                <c:v>2.809644830993792</c:v>
              </c:pt>
              <c:pt idx="3">
                <c:v>3.1901284051912193</c:v>
              </c:pt>
            </c:numLit>
          </c:val>
          <c:smooth val="0"/>
        </c:ser>
        <c:ser>
          <c:idx val="1"/>
          <c:order val="1"/>
          <c:tx>
            <c:v>Maximum</c:v>
          </c:tx>
          <c:spPr>
            <a:ln xmlns:a="http://schemas.openxmlformats.org/drawingml/2006/main" w="19050">
              <a:solidFill>
                <a:srgbClr val="D55E00"/>
              </a:solidFill>
              <a:prstDash val="dash"/>
            </a:ln>
          </c:spPr>
          <c:marker>
            <c:symbol val="square"/>
            <c:size val="7"/>
            <c:spPr>
              <a:solidFill xmlns:a="http://schemas.openxmlformats.org/drawingml/2006/main">
                <a:srgbClr val="D55E00"/>
              </a:solidFill>
            </c:spPr>
          </c:marker>
          <c:cat>
            <c:strLit>
              <c:ptCount val="4"/>
              <c:pt idx="0">
                <c:v>P</c:v>
              </c:pt>
              <c:pt idx="1">
                <c:v>R2</c:v>
              </c:pt>
              <c:pt idx="2">
                <c:v>R20</c:v>
              </c:pt>
              <c:pt idx="3">
                <c:v>R100</c:v>
              </c:pt>
            </c:strLit>
          </c:cat>
          <c:val>
            <c:numLit>
              <c:formatCode>0</c:formatCode>
              <c:ptCount val="4"/>
              <c:pt idx="0">
                <c:v>0</c:v>
              </c:pt>
              <c:pt idx="1">
                <c:v>4.8864820122610775</c:v>
              </c:pt>
              <c:pt idx="2">
                <c:v>14.281121194384355</c:v>
              </c:pt>
              <c:pt idx="3">
                <c:v>14.281121194384355</c:v>
              </c:pt>
            </c:numLit>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7620">
            <a:solidFill>
              <a:srgbClr val="263238"/>
            </a:solidFill>
            <a:prstDash val="solid"/>
          </a:ln>
        </c:spPr>
        <c:txPr>
          <a:bodyPr xmlns:a="http://schemas.openxmlformats.org/drawingml/2006/main" anchorCtr="1"/>
          <a:lstStyle xmlns:a="http://schemas.openxmlformats.org/drawingml/2006/main"/>
          <a:p xmlns:a="http://schemas.openxmlformats.org/drawingml/2006/main">
            <a:pPr>
              <a:defRPr sz="1275">
                <a:solidFill>
                  <a:srgbClr val="263238"/>
                </a:solidFill>
                <a:latin typeface="Arial"/>
                <a:ea typeface="Arial"/>
                <a:cs typeface="Arial"/>
              </a:defRPr>
            </a:pPr>
          </a:p>
        </c:txPr>
        <c:crossAx val="48672768"/>
      </c:catAx>
      <c:valAx>
        <c:axId val="48672768"/>
        <c:scaling>
          <c:orientation val="minMax"/>
          <c:max val="35"/>
          <c:min val="0"/>
        </c:scaling>
        <c:delete val="0"/>
        <c:axPos val="l"/>
        <c:majorGridlines>
          <c:spPr>
            <a:ln xmlns:a="http://schemas.openxmlformats.org/drawingml/2006/main" w="5715">
              <a:solidFill>
                <a:srgbClr val="D9DFE3"/>
              </a:solidFill>
              <a:prstDash val="solid"/>
            </a:ln>
          </c:spPr>
        </c:majorGridlines>
        <c:title>
          <c:tx>
            <c:rich>
              <a:bodyPr xmlns:a="http://schemas.openxmlformats.org/drawingml/2006/main"/>
              <a:lstStyle xmlns:a="http://schemas.openxmlformats.org/drawingml/2006/main"/>
              <a:p xmlns:a="http://schemas.openxmlformats.org/drawingml/2006/main">
                <a:r>
                  <a:rPr sz="1275">
                    <a:solidFill>
                      <a:srgbClr val="263238"/>
                    </a:solidFill>
                    <a:latin typeface="Arial"/>
                    <a:ea typeface="Arial"/>
                    <a:cs typeface="Arial"/>
                  </a:rPr>
                  <a:t>NMLE (% scalar range)</a:t>
                </a:r>
              </a:p>
            </c:rich>
          </c:tx>
          <c:overlay val="0"/>
          <c:txPr>
            <a:bodyPr xmlns:a="http://schemas.openxmlformats.org/drawingml/2006/main" anchorCtr="1"/>
            <a:lstStyle xmlns:a="http://schemas.openxmlformats.org/drawingml/2006/main"/>
            <a:p xmlns:a="http://schemas.openxmlformats.org/drawingml/2006/main">
              <a:pPr>
                <a:defRPr sz="1275">
                  <a:solidFill>
                    <a:srgbClr val="263238"/>
                  </a:solidFill>
                  <a:latin typeface="Arial"/>
                  <a:ea typeface="Arial"/>
                  <a:cs typeface="Arial"/>
                </a:defRPr>
              </a:pPr>
            </a:p>
          </c:txPr>
        </c:title>
        <c:numFmt formatCode="0"/>
        <c:majorTickMark val="none"/>
        <c:minorTickMark val="none"/>
        <c:spPr>
          <a:ln xmlns:a="http://schemas.openxmlformats.org/drawingml/2006/main" w="7620">
            <a:solidFill>
              <a:srgbClr val="263238"/>
            </a:solidFill>
            <a:prstDash val="solid"/>
          </a:ln>
        </c:spPr>
        <c:txPr>
          <a:bodyPr xmlns:a="http://schemas.openxmlformats.org/drawingml/2006/main" anchorCtr="1"/>
          <a:lstStyle xmlns:a="http://schemas.openxmlformats.org/drawingml/2006/main"/>
          <a:p xmlns:a="http://schemas.openxmlformats.org/drawingml/2006/main">
            <a:pPr>
              <a:defRPr sz="1200">
                <a:solidFill>
                  <a:srgbClr val="263238"/>
                </a:solidFill>
                <a:latin typeface="Arial"/>
                <a:ea typeface="Arial"/>
                <a:cs typeface="Arial"/>
              </a:defRPr>
            </a:pPr>
          </a:p>
        </c:txPr>
        <c:crossAx val="48650112"/>
        <c:crossBetween val="between"/>
        <c:majorUnit val="10"/>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200">
              <a:solidFill>
                <a:srgbClr val="263238"/>
              </a:solidFill>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prstDash val="solid"/>
    </a:ln>
  </c:spPr>
</c:chartSpace>
</file>

<file path=ppt/main_figures/Fig14/ppt/slides/charts/chart6.xml><?xml version="1.0" encoding="utf-8"?>
<c:chartSpace xmlns:c="http://schemas.openxmlformats.org/drawingml/2006/chart">
  <c:lang val="en-US"/>
  <c:chart>
    <c:plotArea>
      <c:lineChart>
        <c:grouping val="standard"/>
        <c:varyColors val="0"/>
        <c:ser>
          <c:idx val="0"/>
          <c:order val="0"/>
          <c:tx>
            <c:v>Spatial</c:v>
          </c:tx>
          <c:spPr>
            <a:ln xmlns:a="http://schemas.openxmlformats.org/drawingml/2006/main" w="19050">
              <a:solidFill>
                <a:srgbClr val="D55E00"/>
              </a:solidFill>
              <a:prstDash val="solid"/>
            </a:ln>
          </c:spPr>
          <c:marker>
            <c:symbol val="circle"/>
            <c:size val="7"/>
            <c:spPr>
              <a:solidFill xmlns:a="http://schemas.openxmlformats.org/drawingml/2006/main">
                <a:srgbClr val="D55E00"/>
              </a:solidFill>
            </c:spPr>
          </c:marker>
          <c:cat>
            <c:strLit>
              <c:ptCount val="4"/>
              <c:pt idx="0">
                <c:v>P</c:v>
              </c:pt>
              <c:pt idx="1">
                <c:v>R2</c:v>
              </c:pt>
              <c:pt idx="2">
                <c:v>R20</c:v>
              </c:pt>
              <c:pt idx="3">
                <c:v>R100</c:v>
              </c:pt>
            </c:strLit>
          </c:cat>
          <c:val>
            <c:numLit>
              <c:formatCode>0</c:formatCode>
              <c:ptCount val="4"/>
              <c:pt idx="0">
                <c:v>37.26533166458073</c:v>
              </c:pt>
              <c:pt idx="1">
                <c:v>19.30538172715895</c:v>
              </c:pt>
              <c:pt idx="2">
                <c:v>18.92991239048811</c:v>
              </c:pt>
              <c:pt idx="3">
                <c:v>18.961201501877348</c:v>
              </c:pt>
            </c:numLit>
          </c:val>
          <c:smooth val="0"/>
        </c:ser>
        <c:ser>
          <c:idx val="1"/>
          <c:order val="1"/>
          <c:tx>
            <c:v>Projected</c:v>
          </c:tx>
          <c:spPr>
            <a:ln xmlns:a="http://schemas.openxmlformats.org/drawingml/2006/main" w="19050">
              <a:solidFill>
                <a:srgbClr val="009E73"/>
              </a:solidFill>
              <a:prstDash val="solid"/>
            </a:ln>
          </c:spPr>
          <c:marker>
            <c:symbol val="circle"/>
            <c:size val="7"/>
            <c:spPr>
              <a:solidFill xmlns:a="http://schemas.openxmlformats.org/drawingml/2006/main">
                <a:srgbClr val="009E73"/>
              </a:solidFill>
            </c:spPr>
          </c:marker>
          <c:cat>
            <c:strLit>
              <c:ptCount val="4"/>
              <c:pt idx="0">
                <c:v>P</c:v>
              </c:pt>
              <c:pt idx="1">
                <c:v>R2</c:v>
              </c:pt>
              <c:pt idx="2">
                <c:v>R20</c:v>
              </c:pt>
              <c:pt idx="3">
                <c:v>R100</c:v>
              </c:pt>
            </c:strLit>
          </c:cat>
          <c:val>
            <c:numLit>
              <c:formatCode>0</c:formatCode>
              <c:ptCount val="4"/>
              <c:pt idx="0">
                <c:v>29.65235173824131</c:v>
              </c:pt>
              <c:pt idx="1">
                <c:v>4.192229038854806</c:v>
              </c:pt>
              <c:pt idx="2">
                <c:v>3.6809815950920246</c:v>
              </c:pt>
              <c:pt idx="3">
                <c:v>3.6468984321745057</c:v>
              </c:pt>
            </c:numLit>
          </c:val>
          <c:smooth val="0"/>
        </c:ser>
        <c:ser>
          <c:idx val="2"/>
          <c:order val="2"/>
          <c:tx>
            <c:v>Exact projection, spatial</c:v>
          </c:tx>
          <c:spPr>
            <a:ln xmlns:a="http://schemas.openxmlformats.org/drawingml/2006/main" w="11430">
              <a:solidFill>
                <a:srgbClr val="7B8790"/>
              </a:solidFill>
              <a:prstDash val="dash"/>
            </a:ln>
          </c:spPr>
          <c:marker>
            <c:symbol val="none"/>
          </c:marker>
          <c:cat>
            <c:strLit>
              <c:ptCount val="4"/>
              <c:pt idx="0">
                <c:v>P</c:v>
              </c:pt>
              <c:pt idx="1">
                <c:v>R2</c:v>
              </c:pt>
              <c:pt idx="2">
                <c:v>R20</c:v>
              </c:pt>
              <c:pt idx="3">
                <c:v>R100</c:v>
              </c:pt>
            </c:strLit>
          </c:cat>
          <c:val>
            <c:numLit>
              <c:formatCode>0</c:formatCode>
              <c:ptCount val="4"/>
              <c:pt idx="0">
                <c:v>18.867334167709636</c:v>
              </c:pt>
              <c:pt idx="1">
                <c:v>18.867334167709636</c:v>
              </c:pt>
              <c:pt idx="2">
                <c:v>18.867334167709636</c:v>
              </c:pt>
              <c:pt idx="3">
                <c:v>18.867334167709636</c:v>
              </c:pt>
            </c:numLit>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numFmt formatCode="General"/>
        <c:majorTickMark val="none"/>
        <c:minorTickMark val="none"/>
        <c:spPr>
          <a:ln xmlns:a="http://schemas.openxmlformats.org/drawingml/2006/main" w="7620">
            <a:solidFill>
              <a:srgbClr val="263238"/>
            </a:solidFill>
            <a:prstDash val="solid"/>
          </a:ln>
        </c:spPr>
        <c:txPr>
          <a:bodyPr xmlns:a="http://schemas.openxmlformats.org/drawingml/2006/main" anchorCtr="1"/>
          <a:lstStyle xmlns:a="http://schemas.openxmlformats.org/drawingml/2006/main"/>
          <a:p xmlns:a="http://schemas.openxmlformats.org/drawingml/2006/main">
            <a:pPr>
              <a:defRPr sz="1275">
                <a:solidFill>
                  <a:srgbClr val="26323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5715">
              <a:solidFill>
                <a:srgbClr val="D9DFE3"/>
              </a:solidFill>
              <a:prstDash val="solid"/>
            </a:ln>
          </c:spPr>
        </c:majorGridlines>
        <c:title>
          <c:tx>
            <c:rich>
              <a:bodyPr xmlns:a="http://schemas.openxmlformats.org/drawingml/2006/main"/>
              <a:lstStyle xmlns:a="http://schemas.openxmlformats.org/drawingml/2006/main"/>
              <a:p xmlns:a="http://schemas.openxmlformats.org/drawingml/2006/main">
                <a:r>
                  <a:rPr sz="1275">
                    <a:solidFill>
                      <a:srgbClr val="263238"/>
                    </a:solidFill>
                    <a:latin typeface="Arial"/>
                    <a:ea typeface="Arial"/>
                    <a:cs typeface="Arial"/>
                  </a:rPr>
                  <a:t>ME (% clear events)</a:t>
                </a:r>
              </a:p>
            </c:rich>
          </c:tx>
          <c:overlay val="0"/>
          <c:txPr>
            <a:bodyPr xmlns:a="http://schemas.openxmlformats.org/drawingml/2006/main" anchorCtr="1"/>
            <a:lstStyle xmlns:a="http://schemas.openxmlformats.org/drawingml/2006/main"/>
            <a:p xmlns:a="http://schemas.openxmlformats.org/drawingml/2006/main">
              <a:pPr>
                <a:defRPr sz="1275">
                  <a:solidFill>
                    <a:srgbClr val="263238"/>
                  </a:solidFill>
                  <a:latin typeface="Arial"/>
                  <a:ea typeface="Arial"/>
                  <a:cs typeface="Arial"/>
                </a:defRPr>
              </a:pPr>
            </a:p>
          </c:txPr>
        </c:title>
        <c:numFmt formatCode="0"/>
        <c:majorTickMark val="none"/>
        <c:minorTickMark val="none"/>
        <c:spPr>
          <a:ln xmlns:a="http://schemas.openxmlformats.org/drawingml/2006/main" w="7620">
            <a:solidFill>
              <a:srgbClr val="263238"/>
            </a:solidFill>
            <a:prstDash val="solid"/>
          </a:ln>
        </c:spPr>
        <c:txPr>
          <a:bodyPr xmlns:a="http://schemas.openxmlformats.org/drawingml/2006/main" anchorCtr="1"/>
          <a:lstStyle xmlns:a="http://schemas.openxmlformats.org/drawingml/2006/main"/>
          <a:p xmlns:a="http://schemas.openxmlformats.org/drawingml/2006/main">
            <a:pPr>
              <a:defRPr sz="1200">
                <a:solidFill>
                  <a:srgbClr val="26323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200">
              <a:solidFill>
                <a:srgbClr val="263238"/>
              </a:solidFill>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prstDash val="solid"/>
    </a:ln>
  </c:spPr>
</c:chartSpace>
</file>

<file path=ppt/main_figures/Fig14/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a) Reference order error">
            <a:extLst xmlns:a="http://schemas.openxmlformats.org/drawingml/2006/main">
              <a:ext uri="{FF2B5EF4-FFF2-40B4-BE49-F238E27FC236}">
                <a16:creationId xmlns:a16="http://schemas.microsoft.com/office/drawing/2014/main" id="{C802AD6F-E603-4B8A-B201-D893DF94363D}"/>
              </a:ext>
            </a:extLst>
          </p:cNvPr>
          <p:cNvSpPr>
            <a:spLocks xmlns:a="http://schemas.openxmlformats.org/drawingml/2006/main" noGrp="1"/>
          </p:cNvSpPr>
          <p:nvPr/>
        </p:nvSpPr>
        <p:spPr>
          <a:xfrm xmlns:a="http://schemas.openxmlformats.org/drawingml/2006/main">
            <a:off x="238125" y="3810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oAutofit/>
          </a:bodyPr>
          <a:lstStyle xmlns:a="http://schemas.openxmlformats.org/drawingml/2006/main">
            <a:defPPr>
              <a:defRPr sz="1725" b="1">
                <a:solidFill>
                  <a:srgbClr val="263238"/>
                </a:solidFill>
                <a:latin typeface="Arial"/>
                <a:ea typeface="Arial"/>
                <a:cs typeface="Arial"/>
              </a:defRPr>
            </a:defPPr>
            <a:lvl1pPr>
              <a:defRPr sz="1725" b="1">
                <a:solidFill>
                  <a:srgbClr val="263238"/>
                </a:solidFill>
                <a:latin typeface="Arial"/>
                <a:ea typeface="Arial"/>
                <a:cs typeface="Arial"/>
              </a:defRPr>
            </a:lvl1pPr>
            <a:lvl2pPr>
              <a:defRPr sz="1725" b="1">
                <a:solidFill>
                  <a:srgbClr val="263238"/>
                </a:solidFill>
                <a:latin typeface="Arial"/>
                <a:ea typeface="Arial"/>
                <a:cs typeface="Arial"/>
              </a:defRPr>
            </a:lvl2pPr>
            <a:lvl3pPr>
              <a:defRPr sz="1725" b="1">
                <a:solidFill>
                  <a:srgbClr val="263238"/>
                </a:solidFill>
                <a:latin typeface="Arial"/>
                <a:ea typeface="Arial"/>
                <a:cs typeface="Arial"/>
              </a:defRPr>
            </a:lvl3pPr>
            <a:lvl4pPr>
              <a:defRPr sz="1725" b="1">
                <a:solidFill>
                  <a:srgbClr val="263238"/>
                </a:solidFill>
                <a:latin typeface="Arial"/>
                <a:ea typeface="Arial"/>
                <a:cs typeface="Arial"/>
              </a:defRPr>
            </a:lvl4pPr>
            <a:lvl5pPr>
              <a:defRPr sz="1725" b="1">
                <a:solidFill>
                  <a:srgbClr val="263238"/>
                </a:solidFill>
                <a:latin typeface="Arial"/>
                <a:ea typeface="Arial"/>
                <a:cs typeface="Arial"/>
              </a:defRPr>
            </a:lvl5pPr>
            <a:lvl6pPr>
              <a:defRPr sz="1725" b="1">
                <a:solidFill>
                  <a:srgbClr val="263238"/>
                </a:solidFill>
                <a:latin typeface="Arial"/>
                <a:ea typeface="Arial"/>
                <a:cs typeface="Arial"/>
              </a:defRPr>
            </a:lvl6pPr>
            <a:lvl7pPr>
              <a:defRPr sz="1725" b="1">
                <a:solidFill>
                  <a:srgbClr val="263238"/>
                </a:solidFill>
                <a:latin typeface="Arial"/>
                <a:ea typeface="Arial"/>
                <a:cs typeface="Arial"/>
              </a:defRPr>
            </a:lvl7pPr>
            <a:lvl8pPr>
              <a:defRPr sz="1725" b="1">
                <a:solidFill>
                  <a:srgbClr val="263238"/>
                </a:solidFill>
                <a:latin typeface="Arial"/>
                <a:ea typeface="Arial"/>
                <a:cs typeface="Arial"/>
              </a:defRPr>
            </a:lvl8pPr>
            <a:lvl9pPr>
              <a:defRPr sz="1725" b="1">
                <a:solidFill>
                  <a:srgbClr val="263238"/>
                </a:solidFill>
                <a:latin typeface="Arial"/>
                <a:ea typeface="Arial"/>
                <a:cs typeface="Arial"/>
              </a:defRPr>
            </a:lvl9pPr>
          </a:lstStyle>
          <a:p xmlns:a="http://schemas.openxmlformats.org/drawingml/2006/main">
            <a:pPr>
              <a:defRPr sz="1725" b="1">
                <a:solidFill>
                  <a:srgbClr val="263238"/>
                </a:solidFill>
                <a:latin typeface="Arial"/>
                <a:ea typeface="Arial"/>
                <a:cs typeface="Arial"/>
              </a:defRPr>
            </a:pPr>
            <a:r>
              <a:rPr sz="1725" b="1">
                <a:solidFill>
                  <a:srgbClr val="263238"/>
                </a:solidFill>
                <a:latin typeface="Arial"/>
                <a:ea typeface="Arial"/>
                <a:cs typeface="Arial"/>
              </a:rPr>
              <a:t>(a) Reference order error</a:t>
            </a:r>
          </a:p>
        </p:txBody>
      </p:sp>
      <p:sp>
        <p:nvSpPr>
          <p:cNvPr id="2" name="(b) Scalar cost">
            <a:extLst xmlns:a="http://schemas.openxmlformats.org/drawingml/2006/main">
              <a:ext uri="{FF2B5EF4-FFF2-40B4-BE49-F238E27FC236}">
                <a16:creationId xmlns:a16="http://schemas.microsoft.com/office/drawing/2014/main" id="{9567A973-3B0D-4B12-BEB5-8267E19D6B54}"/>
              </a:ext>
            </a:extLst>
          </p:cNvPr>
          <p:cNvSpPr>
            <a:spLocks xmlns:a="http://schemas.openxmlformats.org/drawingml/2006/main" noGrp="1"/>
          </p:cNvSpPr>
          <p:nvPr/>
        </p:nvSpPr>
        <p:spPr>
          <a:xfrm xmlns:a="http://schemas.openxmlformats.org/drawingml/2006/main">
            <a:off x="4448175" y="3810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oAutofit/>
          </a:bodyPr>
          <a:lstStyle xmlns:a="http://schemas.openxmlformats.org/drawingml/2006/main">
            <a:defPPr>
              <a:defRPr sz="1725" b="1">
                <a:solidFill>
                  <a:srgbClr val="263238"/>
                </a:solidFill>
                <a:latin typeface="Arial"/>
                <a:ea typeface="Arial"/>
                <a:cs typeface="Arial"/>
              </a:defRPr>
            </a:defPPr>
            <a:lvl1pPr>
              <a:defRPr sz="1725" b="1">
                <a:solidFill>
                  <a:srgbClr val="263238"/>
                </a:solidFill>
                <a:latin typeface="Arial"/>
                <a:ea typeface="Arial"/>
                <a:cs typeface="Arial"/>
              </a:defRPr>
            </a:lvl1pPr>
            <a:lvl2pPr>
              <a:defRPr sz="1725" b="1">
                <a:solidFill>
                  <a:srgbClr val="263238"/>
                </a:solidFill>
                <a:latin typeface="Arial"/>
                <a:ea typeface="Arial"/>
                <a:cs typeface="Arial"/>
              </a:defRPr>
            </a:lvl2pPr>
            <a:lvl3pPr>
              <a:defRPr sz="1725" b="1">
                <a:solidFill>
                  <a:srgbClr val="263238"/>
                </a:solidFill>
                <a:latin typeface="Arial"/>
                <a:ea typeface="Arial"/>
                <a:cs typeface="Arial"/>
              </a:defRPr>
            </a:lvl3pPr>
            <a:lvl4pPr>
              <a:defRPr sz="1725" b="1">
                <a:solidFill>
                  <a:srgbClr val="263238"/>
                </a:solidFill>
                <a:latin typeface="Arial"/>
                <a:ea typeface="Arial"/>
                <a:cs typeface="Arial"/>
              </a:defRPr>
            </a:lvl4pPr>
            <a:lvl5pPr>
              <a:defRPr sz="1725" b="1">
                <a:solidFill>
                  <a:srgbClr val="263238"/>
                </a:solidFill>
                <a:latin typeface="Arial"/>
                <a:ea typeface="Arial"/>
                <a:cs typeface="Arial"/>
              </a:defRPr>
            </a:lvl5pPr>
            <a:lvl6pPr>
              <a:defRPr sz="1725" b="1">
                <a:solidFill>
                  <a:srgbClr val="263238"/>
                </a:solidFill>
                <a:latin typeface="Arial"/>
                <a:ea typeface="Arial"/>
                <a:cs typeface="Arial"/>
              </a:defRPr>
            </a:lvl6pPr>
            <a:lvl7pPr>
              <a:defRPr sz="1725" b="1">
                <a:solidFill>
                  <a:srgbClr val="263238"/>
                </a:solidFill>
                <a:latin typeface="Arial"/>
                <a:ea typeface="Arial"/>
                <a:cs typeface="Arial"/>
              </a:defRPr>
            </a:lvl7pPr>
            <a:lvl8pPr>
              <a:defRPr sz="1725" b="1">
                <a:solidFill>
                  <a:srgbClr val="263238"/>
                </a:solidFill>
                <a:latin typeface="Arial"/>
                <a:ea typeface="Arial"/>
                <a:cs typeface="Arial"/>
              </a:defRPr>
            </a:lvl8pPr>
            <a:lvl9pPr>
              <a:defRPr sz="1725" b="1">
                <a:solidFill>
                  <a:srgbClr val="263238"/>
                </a:solidFill>
                <a:latin typeface="Arial"/>
                <a:ea typeface="Arial"/>
                <a:cs typeface="Arial"/>
              </a:defRPr>
            </a:lvl9pPr>
          </a:lstStyle>
          <a:p xmlns:a="http://schemas.openxmlformats.org/drawingml/2006/main">
            <a:pPr>
              <a:defRPr sz="1725" b="1">
                <a:solidFill>
                  <a:srgbClr val="263238"/>
                </a:solidFill>
                <a:latin typeface="Arial"/>
                <a:ea typeface="Arial"/>
                <a:cs typeface="Arial"/>
              </a:defRPr>
            </a:pPr>
            <a:r>
              <a:rPr sz="1725" b="1">
                <a:solidFill>
                  <a:srgbClr val="263238"/>
                </a:solidFill>
                <a:latin typeface="Arial"/>
                <a:ea typeface="Arial"/>
                <a:cs typeface="Arial"/>
              </a:rPr>
              <a:t>(b) Scalar cost</a:t>
            </a:r>
          </a:p>
        </p:txBody>
      </p:sp>
      <p:sp>
        <p:nvSpPr>
          <p:cNvPr id="3" name="(c) Motion error">
            <a:extLst xmlns:a="http://schemas.openxmlformats.org/drawingml/2006/main">
              <a:ext uri="{FF2B5EF4-FFF2-40B4-BE49-F238E27FC236}">
                <a16:creationId xmlns:a16="http://schemas.microsoft.com/office/drawing/2014/main" id="{860120D9-5A4B-4A0F-9923-F5F7575F85E4}"/>
              </a:ext>
            </a:extLst>
          </p:cNvPr>
          <p:cNvSpPr>
            <a:spLocks xmlns:a="http://schemas.openxmlformats.org/drawingml/2006/main" noGrp="1"/>
          </p:cNvSpPr>
          <p:nvPr/>
        </p:nvSpPr>
        <p:spPr>
          <a:xfrm xmlns:a="http://schemas.openxmlformats.org/drawingml/2006/main">
            <a:off x="8658225" y="3810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oAutofit/>
          </a:bodyPr>
          <a:lstStyle xmlns:a="http://schemas.openxmlformats.org/drawingml/2006/main">
            <a:defPPr>
              <a:defRPr sz="1725" b="1">
                <a:solidFill>
                  <a:srgbClr val="263238"/>
                </a:solidFill>
                <a:latin typeface="Arial"/>
                <a:ea typeface="Arial"/>
                <a:cs typeface="Arial"/>
              </a:defRPr>
            </a:defPPr>
            <a:lvl1pPr>
              <a:defRPr sz="1725" b="1">
                <a:solidFill>
                  <a:srgbClr val="263238"/>
                </a:solidFill>
                <a:latin typeface="Arial"/>
                <a:ea typeface="Arial"/>
                <a:cs typeface="Arial"/>
              </a:defRPr>
            </a:lvl1pPr>
            <a:lvl2pPr>
              <a:defRPr sz="1725" b="1">
                <a:solidFill>
                  <a:srgbClr val="263238"/>
                </a:solidFill>
                <a:latin typeface="Arial"/>
                <a:ea typeface="Arial"/>
                <a:cs typeface="Arial"/>
              </a:defRPr>
            </a:lvl2pPr>
            <a:lvl3pPr>
              <a:defRPr sz="1725" b="1">
                <a:solidFill>
                  <a:srgbClr val="263238"/>
                </a:solidFill>
                <a:latin typeface="Arial"/>
                <a:ea typeface="Arial"/>
                <a:cs typeface="Arial"/>
              </a:defRPr>
            </a:lvl3pPr>
            <a:lvl4pPr>
              <a:defRPr sz="1725" b="1">
                <a:solidFill>
                  <a:srgbClr val="263238"/>
                </a:solidFill>
                <a:latin typeface="Arial"/>
                <a:ea typeface="Arial"/>
                <a:cs typeface="Arial"/>
              </a:defRPr>
            </a:lvl4pPr>
            <a:lvl5pPr>
              <a:defRPr sz="1725" b="1">
                <a:solidFill>
                  <a:srgbClr val="263238"/>
                </a:solidFill>
                <a:latin typeface="Arial"/>
                <a:ea typeface="Arial"/>
                <a:cs typeface="Arial"/>
              </a:defRPr>
            </a:lvl5pPr>
            <a:lvl6pPr>
              <a:defRPr sz="1725" b="1">
                <a:solidFill>
                  <a:srgbClr val="263238"/>
                </a:solidFill>
                <a:latin typeface="Arial"/>
                <a:ea typeface="Arial"/>
                <a:cs typeface="Arial"/>
              </a:defRPr>
            </a:lvl6pPr>
            <a:lvl7pPr>
              <a:defRPr sz="1725" b="1">
                <a:solidFill>
                  <a:srgbClr val="263238"/>
                </a:solidFill>
                <a:latin typeface="Arial"/>
                <a:ea typeface="Arial"/>
                <a:cs typeface="Arial"/>
              </a:defRPr>
            </a:lvl7pPr>
            <a:lvl8pPr>
              <a:defRPr sz="1725" b="1">
                <a:solidFill>
                  <a:srgbClr val="263238"/>
                </a:solidFill>
                <a:latin typeface="Arial"/>
                <a:ea typeface="Arial"/>
                <a:cs typeface="Arial"/>
              </a:defRPr>
            </a:lvl8pPr>
            <a:lvl9pPr>
              <a:defRPr sz="1725" b="1">
                <a:solidFill>
                  <a:srgbClr val="263238"/>
                </a:solidFill>
                <a:latin typeface="Arial"/>
                <a:ea typeface="Arial"/>
                <a:cs typeface="Arial"/>
              </a:defRPr>
            </a:lvl9pPr>
          </a:lstStyle>
          <a:p xmlns:a="http://schemas.openxmlformats.org/drawingml/2006/main">
            <a:pPr>
              <a:defRPr sz="1725" b="1">
                <a:solidFill>
                  <a:srgbClr val="263238"/>
                </a:solidFill>
                <a:latin typeface="Arial"/>
                <a:ea typeface="Arial"/>
                <a:cs typeface="Arial"/>
              </a:defRPr>
            </a:pPr>
            <a:r>
              <a:rPr sz="1725" b="1">
                <a:solidFill>
                  <a:srgbClr val="263238"/>
                </a:solidFill>
                <a:latin typeface="Arial"/>
                <a:ea typeface="Arial"/>
                <a:cs typeface="Arial"/>
              </a:rPr>
              <a:t>(c) Motion error</a:t>
            </a:r>
          </a:p>
        </p:txBody>
      </p:sp>
      <p:sp>
        <p:nvSpPr>
          <p:cNvPr id="4" name="Tangaroa (201 frames)">
            <a:extLst xmlns:a="http://schemas.openxmlformats.org/drawingml/2006/main">
              <a:ext uri="{FF2B5EF4-FFF2-40B4-BE49-F238E27FC236}">
                <a16:creationId xmlns:a16="http://schemas.microsoft.com/office/drawing/2014/main" id="{AD6AF818-3FE1-4E25-AE35-37CFB56A2F39}"/>
              </a:ext>
            </a:extLst>
          </p:cNvPr>
          <p:cNvSpPr>
            <a:spLocks xmlns:a="http://schemas.openxmlformats.org/drawingml/2006/main" noGrp="1"/>
          </p:cNvSpPr>
          <p:nvPr/>
        </p:nvSpPr>
        <p:spPr>
          <a:xfrm xmlns:a="http://schemas.openxmlformats.org/drawingml/2006/main">
            <a:off x="228600" y="447675"/>
            <a:ext cx="3810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oAutofit/>
          </a:bodyPr>
          <a:lstStyle xmlns:a="http://schemas.openxmlformats.org/drawingml/2006/main">
            <a:defPPr>
              <a:defRPr sz="1500" b="1">
                <a:solidFill>
                  <a:srgbClr val="263238"/>
                </a:solidFill>
                <a:latin typeface="Arial"/>
                <a:ea typeface="Arial"/>
                <a:cs typeface="Arial"/>
              </a:defRPr>
            </a:defPPr>
            <a:lvl1pPr>
              <a:defRPr sz="1500" b="1">
                <a:solidFill>
                  <a:srgbClr val="263238"/>
                </a:solidFill>
                <a:latin typeface="Arial"/>
                <a:ea typeface="Arial"/>
                <a:cs typeface="Arial"/>
              </a:defRPr>
            </a:lvl1pPr>
            <a:lvl2pPr>
              <a:defRPr sz="1500" b="1">
                <a:solidFill>
                  <a:srgbClr val="263238"/>
                </a:solidFill>
                <a:latin typeface="Arial"/>
                <a:ea typeface="Arial"/>
                <a:cs typeface="Arial"/>
              </a:defRPr>
            </a:lvl2pPr>
            <a:lvl3pPr>
              <a:defRPr sz="1500" b="1">
                <a:solidFill>
                  <a:srgbClr val="263238"/>
                </a:solidFill>
                <a:latin typeface="Arial"/>
                <a:ea typeface="Arial"/>
                <a:cs typeface="Arial"/>
              </a:defRPr>
            </a:lvl3pPr>
            <a:lvl4pPr>
              <a:defRPr sz="1500" b="1">
                <a:solidFill>
                  <a:srgbClr val="263238"/>
                </a:solidFill>
                <a:latin typeface="Arial"/>
                <a:ea typeface="Arial"/>
                <a:cs typeface="Arial"/>
              </a:defRPr>
            </a:lvl4pPr>
            <a:lvl5pPr>
              <a:defRPr sz="1500" b="1">
                <a:solidFill>
                  <a:srgbClr val="263238"/>
                </a:solidFill>
                <a:latin typeface="Arial"/>
                <a:ea typeface="Arial"/>
                <a:cs typeface="Arial"/>
              </a:defRPr>
            </a:lvl5pPr>
            <a:lvl6pPr>
              <a:defRPr sz="1500" b="1">
                <a:solidFill>
                  <a:srgbClr val="263238"/>
                </a:solidFill>
                <a:latin typeface="Arial"/>
                <a:ea typeface="Arial"/>
                <a:cs typeface="Arial"/>
              </a:defRPr>
            </a:lvl6pPr>
            <a:lvl7pPr>
              <a:defRPr sz="1500" b="1">
                <a:solidFill>
                  <a:srgbClr val="263238"/>
                </a:solidFill>
                <a:latin typeface="Arial"/>
                <a:ea typeface="Arial"/>
                <a:cs typeface="Arial"/>
              </a:defRPr>
            </a:lvl7pPr>
            <a:lvl8pPr>
              <a:defRPr sz="1500" b="1">
                <a:solidFill>
                  <a:srgbClr val="263238"/>
                </a:solidFill>
                <a:latin typeface="Arial"/>
                <a:ea typeface="Arial"/>
                <a:cs typeface="Arial"/>
              </a:defRPr>
            </a:lvl8pPr>
            <a:lvl9pPr>
              <a:defRPr sz="1500" b="1">
                <a:solidFill>
                  <a:srgbClr val="263238"/>
                </a:solidFill>
                <a:latin typeface="Arial"/>
                <a:ea typeface="Arial"/>
                <a:cs typeface="Arial"/>
              </a:defRPr>
            </a:lvl9pPr>
          </a:lstStyle>
          <a:p xmlns:a="http://schemas.openxmlformats.org/drawingml/2006/main">
            <a:pPr>
              <a:defRPr sz="1500" b="1">
                <a:solidFill>
                  <a:srgbClr val="263238"/>
                </a:solidFill>
                <a:latin typeface="Arial"/>
                <a:ea typeface="Arial"/>
                <a:cs typeface="Arial"/>
              </a:defRPr>
            </a:pPr>
            <a:r>
              <a:rPr sz="1500" b="1">
                <a:solidFill>
                  <a:srgbClr val="263238"/>
                </a:solidFill>
                <a:latin typeface="Arial"/>
                <a:ea typeface="Arial"/>
                <a:cs typeface="Arial"/>
              </a:rPr>
              <a:t>Tangaroa (201 frames)</a:t>
            </a:r>
          </a:p>
        </p:txBody>
      </p:sp>
      <p:graphicFrame>
        <p:nvGraphicFramePr>
          <p:cNvPr id="5" name="Chart">
            <a:extLst xmlns:a="http://schemas.openxmlformats.org/drawingml/2006/main">
              <a:ext uri="{FF2B5EF4-FFF2-40B4-BE49-F238E27FC236}">
                <a16:creationId xmlns:a16="http://schemas.microsoft.com/office/drawing/2014/main" id="{40FDEC63-7C24-4C1B-97F5-FB5A071912A2}"/>
              </a:ext>
            </a:extLst>
          </p:cNvPr>
          <p:cNvGraphicFramePr/>
          <p:nvPr/>
        </p:nvGraphicFramePr>
        <p:xfrm>
          <a:off xmlns:a="http://schemas.openxmlformats.org/drawingml/2006/main" x="95250" y="695325"/>
          <a:ext xmlns:a="http://schemas.openxmlformats.org/drawingml/2006/main" cx="4076700" cy="2619375"/>
        </p:xfrm>
        <a:graphic xmlns:a="http://schemas.openxmlformats.org/drawingml/2006/main">
          <a:graphicData uri="http://schemas.openxmlformats.org/drawingml/2006/chart">
            <c:chart xmlns:r="http://schemas.openxmlformats.org/officeDocument/2006/relationships" xmlns:c="http://schemas.openxmlformats.org/drawingml/2006/chart" r:id="R7e059928ce994f9f"/>
          </a:graphicData>
        </a:graphic>
      </p:graphicFrame>
      <p:graphicFrame>
        <p:nvGraphicFramePr>
          <p:cNvPr id="6" name="Chart">
            <a:extLst xmlns:a="http://schemas.openxmlformats.org/drawingml/2006/main">
              <a:ext uri="{FF2B5EF4-FFF2-40B4-BE49-F238E27FC236}">
                <a16:creationId xmlns:a16="http://schemas.microsoft.com/office/drawing/2014/main" id="{F6755AC4-052B-4172-AD97-FB47759B011C}"/>
              </a:ext>
            </a:extLst>
          </p:cNvPr>
          <p:cNvGraphicFramePr/>
          <p:nvPr/>
        </p:nvGraphicFramePr>
        <p:xfrm>
          <a:off xmlns:a="http://schemas.openxmlformats.org/drawingml/2006/main" x="4305300" y="695325"/>
          <a:ext xmlns:a="http://schemas.openxmlformats.org/drawingml/2006/main" cx="4076700" cy="2619375"/>
        </p:xfrm>
        <a:graphic xmlns:a="http://schemas.openxmlformats.org/drawingml/2006/main">
          <a:graphicData uri="http://schemas.openxmlformats.org/drawingml/2006/chart">
            <c:chart xmlns:r="http://schemas.openxmlformats.org/officeDocument/2006/relationships" xmlns:c="http://schemas.openxmlformats.org/drawingml/2006/chart" r:id="Rfa5850c507e14a9f"/>
          </a:graphicData>
        </a:graphic>
      </p:graphicFrame>
      <p:graphicFrame>
        <p:nvGraphicFramePr>
          <p:cNvPr id="7" name="Chart">
            <a:extLst xmlns:a="http://schemas.openxmlformats.org/drawingml/2006/main">
              <a:ext uri="{FF2B5EF4-FFF2-40B4-BE49-F238E27FC236}">
                <a16:creationId xmlns:a16="http://schemas.microsoft.com/office/drawing/2014/main" id="{DABF6072-FE38-4EC9-AA56-BAAD756FED4F}"/>
              </a:ext>
            </a:extLst>
          </p:cNvPr>
          <p:cNvGraphicFramePr/>
          <p:nvPr/>
        </p:nvGraphicFramePr>
        <p:xfrm>
          <a:off xmlns:a="http://schemas.openxmlformats.org/drawingml/2006/main" x="8515350" y="695325"/>
          <a:ext xmlns:a="http://schemas.openxmlformats.org/drawingml/2006/main" cx="4076700" cy="2619375"/>
        </p:xfrm>
        <a:graphic xmlns:a="http://schemas.openxmlformats.org/drawingml/2006/main">
          <a:graphicData uri="http://schemas.openxmlformats.org/drawingml/2006/chart">
            <c:chart xmlns:r="http://schemas.openxmlformats.org/officeDocument/2006/relationships" xmlns:c="http://schemas.openxmlformats.org/drawingml/2006/chart" r:id="R1a60778a05b04885"/>
          </a:graphicData>
        </a:graphic>
      </p:graphicFrame>
      <p:sp>
        <p:nvSpPr>
          <p:cNvPr id="8" name="Clear spatial/projected events: 6755/9631">
            <a:extLst xmlns:a="http://schemas.openxmlformats.org/drawingml/2006/main">
              <a:ext uri="{FF2B5EF4-FFF2-40B4-BE49-F238E27FC236}">
                <a16:creationId xmlns:a16="http://schemas.microsoft.com/office/drawing/2014/main" id="{D74E5EE6-350C-494A-ADD4-FF0F8FECF16D}"/>
              </a:ext>
            </a:extLst>
          </p:cNvPr>
          <p:cNvSpPr>
            <a:spLocks xmlns:a="http://schemas.openxmlformats.org/drawingml/2006/main" noGrp="1"/>
          </p:cNvSpPr>
          <p:nvPr/>
        </p:nvSpPr>
        <p:spPr>
          <a:xfrm xmlns:a="http://schemas.openxmlformats.org/drawingml/2006/main">
            <a:off x="8477250" y="3333750"/>
            <a:ext cx="42386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oAutofit/>
          </a:bodyPr>
          <a:lstStyle xmlns:a="http://schemas.openxmlformats.org/drawingml/2006/main">
            <a:defPPr>
              <a:defRPr sz="1125" b="0">
                <a:solidFill>
                  <a:srgbClr val="7B8790"/>
                </a:solidFill>
                <a:latin typeface="Arial"/>
                <a:ea typeface="Arial"/>
                <a:cs typeface="Arial"/>
              </a:defRPr>
            </a:defPPr>
            <a:lvl1pPr>
              <a:defRPr sz="1125" b="0">
                <a:solidFill>
                  <a:srgbClr val="7B8790"/>
                </a:solidFill>
                <a:latin typeface="Arial"/>
                <a:ea typeface="Arial"/>
                <a:cs typeface="Arial"/>
              </a:defRPr>
            </a:lvl1pPr>
            <a:lvl2pPr>
              <a:defRPr sz="1125" b="0">
                <a:solidFill>
                  <a:srgbClr val="7B8790"/>
                </a:solidFill>
                <a:latin typeface="Arial"/>
                <a:ea typeface="Arial"/>
                <a:cs typeface="Arial"/>
              </a:defRPr>
            </a:lvl2pPr>
            <a:lvl3pPr>
              <a:defRPr sz="1125" b="0">
                <a:solidFill>
                  <a:srgbClr val="7B8790"/>
                </a:solidFill>
                <a:latin typeface="Arial"/>
                <a:ea typeface="Arial"/>
                <a:cs typeface="Arial"/>
              </a:defRPr>
            </a:lvl3pPr>
            <a:lvl4pPr>
              <a:defRPr sz="1125" b="0">
                <a:solidFill>
                  <a:srgbClr val="7B8790"/>
                </a:solidFill>
                <a:latin typeface="Arial"/>
                <a:ea typeface="Arial"/>
                <a:cs typeface="Arial"/>
              </a:defRPr>
            </a:lvl4pPr>
            <a:lvl5pPr>
              <a:defRPr sz="1125" b="0">
                <a:solidFill>
                  <a:srgbClr val="7B8790"/>
                </a:solidFill>
                <a:latin typeface="Arial"/>
                <a:ea typeface="Arial"/>
                <a:cs typeface="Arial"/>
              </a:defRPr>
            </a:lvl5pPr>
            <a:lvl6pPr>
              <a:defRPr sz="1125" b="0">
                <a:solidFill>
                  <a:srgbClr val="7B8790"/>
                </a:solidFill>
                <a:latin typeface="Arial"/>
                <a:ea typeface="Arial"/>
                <a:cs typeface="Arial"/>
              </a:defRPr>
            </a:lvl6pPr>
            <a:lvl7pPr>
              <a:defRPr sz="1125" b="0">
                <a:solidFill>
                  <a:srgbClr val="7B8790"/>
                </a:solidFill>
                <a:latin typeface="Arial"/>
                <a:ea typeface="Arial"/>
                <a:cs typeface="Arial"/>
              </a:defRPr>
            </a:lvl7pPr>
            <a:lvl8pPr>
              <a:defRPr sz="1125" b="0">
                <a:solidFill>
                  <a:srgbClr val="7B8790"/>
                </a:solidFill>
                <a:latin typeface="Arial"/>
                <a:ea typeface="Arial"/>
                <a:cs typeface="Arial"/>
              </a:defRPr>
            </a:lvl8pPr>
            <a:lvl9pPr>
              <a:defRPr sz="1125" b="0">
                <a:solidFill>
                  <a:srgbClr val="7B8790"/>
                </a:solidFill>
                <a:latin typeface="Arial"/>
                <a:ea typeface="Arial"/>
                <a:cs typeface="Arial"/>
              </a:defRPr>
            </a:lvl9pPr>
          </a:lstStyle>
          <a:p xmlns:a="http://schemas.openxmlformats.org/drawingml/2006/main">
            <a:pPr>
              <a:defRPr sz="1125" b="0">
                <a:solidFill>
                  <a:srgbClr val="7B8790"/>
                </a:solidFill>
                <a:latin typeface="Arial"/>
                <a:ea typeface="Arial"/>
                <a:cs typeface="Arial"/>
              </a:defRPr>
            </a:pPr>
            <a:r>
              <a:rPr sz="1125" b="0">
                <a:solidFill>
                  <a:srgbClr val="7B8790"/>
                </a:solidFill>
                <a:latin typeface="Arial"/>
                <a:ea typeface="Arial"/>
                <a:cs typeface="Arial"/>
              </a:rPr>
              <a:t>Clear spatial/projected events: 6755/9631</a:t>
            </a:r>
          </a:p>
        </p:txBody>
      </p:sp>
      <p:sp>
        <p:nvSpPr>
          <p:cNvPr id="9" name="Cylinder (102 frames)">
            <a:extLst xmlns:a="http://schemas.openxmlformats.org/drawingml/2006/main">
              <a:ext uri="{FF2B5EF4-FFF2-40B4-BE49-F238E27FC236}">
                <a16:creationId xmlns:a16="http://schemas.microsoft.com/office/drawing/2014/main" id="{934AC033-392E-4FCD-AE9F-BF3732CF12D9}"/>
              </a:ext>
            </a:extLst>
          </p:cNvPr>
          <p:cNvSpPr>
            <a:spLocks xmlns:a="http://schemas.openxmlformats.org/drawingml/2006/main" noGrp="1"/>
          </p:cNvSpPr>
          <p:nvPr/>
        </p:nvSpPr>
        <p:spPr>
          <a:xfrm xmlns:a="http://schemas.openxmlformats.org/drawingml/2006/main">
            <a:off x="228600" y="3486150"/>
            <a:ext cx="38100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oAutofit/>
          </a:bodyPr>
          <a:lstStyle xmlns:a="http://schemas.openxmlformats.org/drawingml/2006/main">
            <a:defPPr>
              <a:defRPr sz="1500" b="1">
                <a:solidFill>
                  <a:srgbClr val="263238"/>
                </a:solidFill>
                <a:latin typeface="Arial"/>
                <a:ea typeface="Arial"/>
                <a:cs typeface="Arial"/>
              </a:defRPr>
            </a:defPPr>
            <a:lvl1pPr>
              <a:defRPr sz="1500" b="1">
                <a:solidFill>
                  <a:srgbClr val="263238"/>
                </a:solidFill>
                <a:latin typeface="Arial"/>
                <a:ea typeface="Arial"/>
                <a:cs typeface="Arial"/>
              </a:defRPr>
            </a:lvl1pPr>
            <a:lvl2pPr>
              <a:defRPr sz="1500" b="1">
                <a:solidFill>
                  <a:srgbClr val="263238"/>
                </a:solidFill>
                <a:latin typeface="Arial"/>
                <a:ea typeface="Arial"/>
                <a:cs typeface="Arial"/>
              </a:defRPr>
            </a:lvl2pPr>
            <a:lvl3pPr>
              <a:defRPr sz="1500" b="1">
                <a:solidFill>
                  <a:srgbClr val="263238"/>
                </a:solidFill>
                <a:latin typeface="Arial"/>
                <a:ea typeface="Arial"/>
                <a:cs typeface="Arial"/>
              </a:defRPr>
            </a:lvl3pPr>
            <a:lvl4pPr>
              <a:defRPr sz="1500" b="1">
                <a:solidFill>
                  <a:srgbClr val="263238"/>
                </a:solidFill>
                <a:latin typeface="Arial"/>
                <a:ea typeface="Arial"/>
                <a:cs typeface="Arial"/>
              </a:defRPr>
            </a:lvl4pPr>
            <a:lvl5pPr>
              <a:defRPr sz="1500" b="1">
                <a:solidFill>
                  <a:srgbClr val="263238"/>
                </a:solidFill>
                <a:latin typeface="Arial"/>
                <a:ea typeface="Arial"/>
                <a:cs typeface="Arial"/>
              </a:defRPr>
            </a:lvl5pPr>
            <a:lvl6pPr>
              <a:defRPr sz="1500" b="1">
                <a:solidFill>
                  <a:srgbClr val="263238"/>
                </a:solidFill>
                <a:latin typeface="Arial"/>
                <a:ea typeface="Arial"/>
                <a:cs typeface="Arial"/>
              </a:defRPr>
            </a:lvl6pPr>
            <a:lvl7pPr>
              <a:defRPr sz="1500" b="1">
                <a:solidFill>
                  <a:srgbClr val="263238"/>
                </a:solidFill>
                <a:latin typeface="Arial"/>
                <a:ea typeface="Arial"/>
                <a:cs typeface="Arial"/>
              </a:defRPr>
            </a:lvl7pPr>
            <a:lvl8pPr>
              <a:defRPr sz="1500" b="1">
                <a:solidFill>
                  <a:srgbClr val="263238"/>
                </a:solidFill>
                <a:latin typeface="Arial"/>
                <a:ea typeface="Arial"/>
                <a:cs typeface="Arial"/>
              </a:defRPr>
            </a:lvl8pPr>
            <a:lvl9pPr>
              <a:defRPr sz="1500" b="1">
                <a:solidFill>
                  <a:srgbClr val="263238"/>
                </a:solidFill>
                <a:latin typeface="Arial"/>
                <a:ea typeface="Arial"/>
                <a:cs typeface="Arial"/>
              </a:defRPr>
            </a:lvl9pPr>
          </a:lstStyle>
          <a:p xmlns:a="http://schemas.openxmlformats.org/drawingml/2006/main">
            <a:pPr>
              <a:defRPr sz="1500" b="1">
                <a:solidFill>
                  <a:srgbClr val="263238"/>
                </a:solidFill>
                <a:latin typeface="Arial"/>
                <a:ea typeface="Arial"/>
                <a:cs typeface="Arial"/>
              </a:defRPr>
            </a:pPr>
            <a:r>
              <a:rPr sz="1500" b="1">
                <a:solidFill>
                  <a:srgbClr val="263238"/>
                </a:solidFill>
                <a:latin typeface="Arial"/>
                <a:ea typeface="Arial"/>
                <a:cs typeface="Arial"/>
              </a:rPr>
              <a:t>Cylinder (102 frames)</a:t>
            </a:r>
          </a:p>
        </p:txBody>
      </p:sp>
      <p:graphicFrame>
        <p:nvGraphicFramePr>
          <p:cNvPr id="10" name="Chart">
            <a:extLst xmlns:a="http://schemas.openxmlformats.org/drawingml/2006/main">
              <a:ext uri="{FF2B5EF4-FFF2-40B4-BE49-F238E27FC236}">
                <a16:creationId xmlns:a16="http://schemas.microsoft.com/office/drawing/2014/main" id="{EFD519DB-68EA-4B1A-B4F7-EEAB76CF223A}"/>
              </a:ext>
            </a:extLst>
          </p:cNvPr>
          <p:cNvGraphicFramePr/>
          <p:nvPr/>
        </p:nvGraphicFramePr>
        <p:xfrm>
          <a:off xmlns:a="http://schemas.openxmlformats.org/drawingml/2006/main" x="95250" y="3733800"/>
          <a:ext xmlns:a="http://schemas.openxmlformats.org/drawingml/2006/main" cx="4076700" cy="2619375"/>
        </p:xfrm>
        <a:graphic xmlns:a="http://schemas.openxmlformats.org/drawingml/2006/main">
          <a:graphicData uri="http://schemas.openxmlformats.org/drawingml/2006/chart">
            <c:chart xmlns:r="http://schemas.openxmlformats.org/officeDocument/2006/relationships" xmlns:c="http://schemas.openxmlformats.org/drawingml/2006/chart" r:id="R2cdcf40f6fbc40a2"/>
          </a:graphicData>
        </a:graphic>
      </p:graphicFrame>
      <p:graphicFrame>
        <p:nvGraphicFramePr>
          <p:cNvPr id="11" name="Chart">
            <a:extLst xmlns:a="http://schemas.openxmlformats.org/drawingml/2006/main">
              <a:ext uri="{FF2B5EF4-FFF2-40B4-BE49-F238E27FC236}">
                <a16:creationId xmlns:a16="http://schemas.microsoft.com/office/drawing/2014/main" id="{0E1411A2-3318-40A0-95F7-8716AFC4E9C8}"/>
              </a:ext>
            </a:extLst>
          </p:cNvPr>
          <p:cNvGraphicFramePr/>
          <p:nvPr/>
        </p:nvGraphicFramePr>
        <p:xfrm>
          <a:off xmlns:a="http://schemas.openxmlformats.org/drawingml/2006/main" x="4305300" y="3733800"/>
          <a:ext xmlns:a="http://schemas.openxmlformats.org/drawingml/2006/main" cx="4076700" cy="2619375"/>
        </p:xfrm>
        <a:graphic xmlns:a="http://schemas.openxmlformats.org/drawingml/2006/main">
          <a:graphicData uri="http://schemas.openxmlformats.org/drawingml/2006/chart">
            <c:chart xmlns:r="http://schemas.openxmlformats.org/officeDocument/2006/relationships" xmlns:c="http://schemas.openxmlformats.org/drawingml/2006/chart" r:id="Rd9f894a3aa614369"/>
          </a:graphicData>
        </a:graphic>
      </p:graphicFrame>
      <p:graphicFrame>
        <p:nvGraphicFramePr>
          <p:cNvPr id="12" name="Chart">
            <a:extLst xmlns:a="http://schemas.openxmlformats.org/drawingml/2006/main">
              <a:ext uri="{FF2B5EF4-FFF2-40B4-BE49-F238E27FC236}">
                <a16:creationId xmlns:a16="http://schemas.microsoft.com/office/drawing/2014/main" id="{35D481FA-36EF-4BDC-9E7B-5EE27368C7E7}"/>
              </a:ext>
            </a:extLst>
          </p:cNvPr>
          <p:cNvGraphicFramePr/>
          <p:nvPr/>
        </p:nvGraphicFramePr>
        <p:xfrm>
          <a:off xmlns:a="http://schemas.openxmlformats.org/drawingml/2006/main" x="8515350" y="3733800"/>
          <a:ext xmlns:a="http://schemas.openxmlformats.org/drawingml/2006/main" cx="4076700" cy="2619375"/>
        </p:xfrm>
        <a:graphic xmlns:a="http://schemas.openxmlformats.org/drawingml/2006/main">
          <a:graphicData uri="http://schemas.openxmlformats.org/drawingml/2006/chart">
            <c:chart xmlns:r="http://schemas.openxmlformats.org/officeDocument/2006/relationships" xmlns:c="http://schemas.openxmlformats.org/drawingml/2006/chart" r:id="R18b31092227a46be"/>
          </a:graphicData>
        </a:graphic>
      </p:graphicFrame>
      <p:sp>
        <p:nvSpPr>
          <p:cNvPr id="13" name="Clear spatial/projected events: 3196/2934">
            <a:extLst xmlns:a="http://schemas.openxmlformats.org/drawingml/2006/main">
              <a:ext uri="{FF2B5EF4-FFF2-40B4-BE49-F238E27FC236}">
                <a16:creationId xmlns:a16="http://schemas.microsoft.com/office/drawing/2014/main" id="{FC0552EF-696E-4048-A44F-0EED49F1367A}"/>
              </a:ext>
            </a:extLst>
          </p:cNvPr>
          <p:cNvSpPr>
            <a:spLocks xmlns:a="http://schemas.openxmlformats.org/drawingml/2006/main" noGrp="1"/>
          </p:cNvSpPr>
          <p:nvPr/>
        </p:nvSpPr>
        <p:spPr>
          <a:xfrm xmlns:a="http://schemas.openxmlformats.org/drawingml/2006/main">
            <a:off x="8477250" y="6372225"/>
            <a:ext cx="42386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oAutofit/>
          </a:bodyPr>
          <a:lstStyle xmlns:a="http://schemas.openxmlformats.org/drawingml/2006/main">
            <a:defPPr>
              <a:defRPr sz="1125" b="0">
                <a:solidFill>
                  <a:srgbClr val="7B8790"/>
                </a:solidFill>
                <a:latin typeface="Arial"/>
                <a:ea typeface="Arial"/>
                <a:cs typeface="Arial"/>
              </a:defRPr>
            </a:defPPr>
            <a:lvl1pPr>
              <a:defRPr sz="1125" b="0">
                <a:solidFill>
                  <a:srgbClr val="7B8790"/>
                </a:solidFill>
                <a:latin typeface="Arial"/>
                <a:ea typeface="Arial"/>
                <a:cs typeface="Arial"/>
              </a:defRPr>
            </a:lvl1pPr>
            <a:lvl2pPr>
              <a:defRPr sz="1125" b="0">
                <a:solidFill>
                  <a:srgbClr val="7B8790"/>
                </a:solidFill>
                <a:latin typeface="Arial"/>
                <a:ea typeface="Arial"/>
                <a:cs typeface="Arial"/>
              </a:defRPr>
            </a:lvl2pPr>
            <a:lvl3pPr>
              <a:defRPr sz="1125" b="0">
                <a:solidFill>
                  <a:srgbClr val="7B8790"/>
                </a:solidFill>
                <a:latin typeface="Arial"/>
                <a:ea typeface="Arial"/>
                <a:cs typeface="Arial"/>
              </a:defRPr>
            </a:lvl3pPr>
            <a:lvl4pPr>
              <a:defRPr sz="1125" b="0">
                <a:solidFill>
                  <a:srgbClr val="7B8790"/>
                </a:solidFill>
                <a:latin typeface="Arial"/>
                <a:ea typeface="Arial"/>
                <a:cs typeface="Arial"/>
              </a:defRPr>
            </a:lvl4pPr>
            <a:lvl5pPr>
              <a:defRPr sz="1125" b="0">
                <a:solidFill>
                  <a:srgbClr val="7B8790"/>
                </a:solidFill>
                <a:latin typeface="Arial"/>
                <a:ea typeface="Arial"/>
                <a:cs typeface="Arial"/>
              </a:defRPr>
            </a:lvl5pPr>
            <a:lvl6pPr>
              <a:defRPr sz="1125" b="0">
                <a:solidFill>
                  <a:srgbClr val="7B8790"/>
                </a:solidFill>
                <a:latin typeface="Arial"/>
                <a:ea typeface="Arial"/>
                <a:cs typeface="Arial"/>
              </a:defRPr>
            </a:lvl6pPr>
            <a:lvl7pPr>
              <a:defRPr sz="1125" b="0">
                <a:solidFill>
                  <a:srgbClr val="7B8790"/>
                </a:solidFill>
                <a:latin typeface="Arial"/>
                <a:ea typeface="Arial"/>
                <a:cs typeface="Arial"/>
              </a:defRPr>
            </a:lvl7pPr>
            <a:lvl8pPr>
              <a:defRPr sz="1125" b="0">
                <a:solidFill>
                  <a:srgbClr val="7B8790"/>
                </a:solidFill>
                <a:latin typeface="Arial"/>
                <a:ea typeface="Arial"/>
                <a:cs typeface="Arial"/>
              </a:defRPr>
            </a:lvl8pPr>
            <a:lvl9pPr>
              <a:defRPr sz="1125" b="0">
                <a:solidFill>
                  <a:srgbClr val="7B8790"/>
                </a:solidFill>
                <a:latin typeface="Arial"/>
                <a:ea typeface="Arial"/>
                <a:cs typeface="Arial"/>
              </a:defRPr>
            </a:lvl9pPr>
          </a:lstStyle>
          <a:p xmlns:a="http://schemas.openxmlformats.org/drawingml/2006/main">
            <a:pPr>
              <a:defRPr sz="1125" b="0">
                <a:solidFill>
                  <a:srgbClr val="7B8790"/>
                </a:solidFill>
                <a:latin typeface="Arial"/>
                <a:ea typeface="Arial"/>
                <a:cs typeface="Arial"/>
              </a:defRPr>
            </a:pPr>
            <a:r>
              <a:rPr sz="1125" b="0">
                <a:solidFill>
                  <a:srgbClr val="7B8790"/>
                </a:solidFill>
                <a:latin typeface="Arial"/>
                <a:ea typeface="Arial"/>
                <a:cs typeface="Arial"/>
              </a:rPr>
              <a:t>Clear spatial/projected events: 3196/2934</a:t>
            </a:r>
          </a:p>
        </p:txBody>
      </p:sp>
      <p:sp>
        <p:nvSpPr>
          <p:cNvPr id="14" name="κ = 2%, 20%, 100% controls relaxation eligibility. Curves connect">
            <a:extLst xmlns:a="http://schemas.openxmlformats.org/drawingml/2006/main">
              <a:ext uri="{FF2B5EF4-FFF2-40B4-BE49-F238E27FC236}">
                <a16:creationId xmlns:a16="http://schemas.microsoft.com/office/drawing/2014/main" id="{03C99E64-2437-4387-AE0B-4829A140C999}"/>
              </a:ext>
            </a:extLst>
          </p:cNvPr>
          <p:cNvSpPr>
            <a:spLocks xmlns:a="http://schemas.openxmlformats.org/drawingml/2006/main" noGrp="1"/>
          </p:cNvSpPr>
          <p:nvPr/>
        </p:nvSpPr>
        <p:spPr>
          <a:xfrm xmlns:a="http://schemas.openxmlformats.org/drawingml/2006/main">
            <a:off x="438150" y="6657975"/>
            <a:ext cx="1190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oAutofit/>
          </a:bodyPr>
          <a:lstStyle xmlns:a="http://schemas.openxmlformats.org/drawingml/2006/main">
            <a:defPPr>
              <a:defRPr sz="1350" b="0">
                <a:solidFill>
                  <a:srgbClr val="263238"/>
                </a:solidFill>
                <a:latin typeface="Arial"/>
                <a:ea typeface="Arial"/>
                <a:cs typeface="Arial"/>
              </a:defRPr>
            </a:defPPr>
            <a:lvl1pPr>
              <a:defRPr sz="1350" b="0">
                <a:solidFill>
                  <a:srgbClr val="263238"/>
                </a:solidFill>
                <a:latin typeface="Arial"/>
                <a:ea typeface="Arial"/>
                <a:cs typeface="Arial"/>
              </a:defRPr>
            </a:lvl1pPr>
            <a:lvl2pPr>
              <a:defRPr sz="1350" b="0">
                <a:solidFill>
                  <a:srgbClr val="263238"/>
                </a:solidFill>
                <a:latin typeface="Arial"/>
                <a:ea typeface="Arial"/>
                <a:cs typeface="Arial"/>
              </a:defRPr>
            </a:lvl2pPr>
            <a:lvl3pPr>
              <a:defRPr sz="1350" b="0">
                <a:solidFill>
                  <a:srgbClr val="263238"/>
                </a:solidFill>
                <a:latin typeface="Arial"/>
                <a:ea typeface="Arial"/>
                <a:cs typeface="Arial"/>
              </a:defRPr>
            </a:lvl3pPr>
            <a:lvl4pPr>
              <a:defRPr sz="1350" b="0">
                <a:solidFill>
                  <a:srgbClr val="263238"/>
                </a:solidFill>
                <a:latin typeface="Arial"/>
                <a:ea typeface="Arial"/>
                <a:cs typeface="Arial"/>
              </a:defRPr>
            </a:lvl4pPr>
            <a:lvl5pPr>
              <a:defRPr sz="1350" b="0">
                <a:solidFill>
                  <a:srgbClr val="263238"/>
                </a:solidFill>
                <a:latin typeface="Arial"/>
                <a:ea typeface="Arial"/>
                <a:cs typeface="Arial"/>
              </a:defRPr>
            </a:lvl5pPr>
            <a:lvl6pPr>
              <a:defRPr sz="1350" b="0">
                <a:solidFill>
                  <a:srgbClr val="263238"/>
                </a:solidFill>
                <a:latin typeface="Arial"/>
                <a:ea typeface="Arial"/>
                <a:cs typeface="Arial"/>
              </a:defRPr>
            </a:lvl6pPr>
            <a:lvl7pPr>
              <a:defRPr sz="1350" b="0">
                <a:solidFill>
                  <a:srgbClr val="263238"/>
                </a:solidFill>
                <a:latin typeface="Arial"/>
                <a:ea typeface="Arial"/>
                <a:cs typeface="Arial"/>
              </a:defRPr>
            </a:lvl7pPr>
            <a:lvl8pPr>
              <a:defRPr sz="1350" b="0">
                <a:solidFill>
                  <a:srgbClr val="263238"/>
                </a:solidFill>
                <a:latin typeface="Arial"/>
                <a:ea typeface="Arial"/>
                <a:cs typeface="Arial"/>
              </a:defRPr>
            </a:lvl8pPr>
            <a:lvl9pPr>
              <a:defRPr sz="1350" b="0">
                <a:solidFill>
                  <a:srgbClr val="263238"/>
                </a:solidFill>
                <a:latin typeface="Arial"/>
                <a:ea typeface="Arial"/>
                <a:cs typeface="Arial"/>
              </a:defRPr>
            </a:lvl9pPr>
          </a:lstStyle>
          <a:p xmlns:a="http://schemas.openxmlformats.org/drawingml/2006/main">
            <a:pPr>
              <a:defRPr sz="1350" b="0">
                <a:solidFill>
                  <a:srgbClr val="263238"/>
                </a:solidFill>
                <a:latin typeface="Arial"/>
                <a:ea typeface="Arial"/>
                <a:cs typeface="Arial"/>
              </a:defRPr>
            </a:pPr>
            <a:r>
              <a:rPr sz="1350" b="0">
                <a:solidFill>
                  <a:srgbClr val="263238"/>
                </a:solidFill>
                <a:latin typeface="Arial"/>
                <a:ea typeface="Arial"/>
                <a:cs typeface="Arial"/>
              </a:rPr>
              <a:t>κ = 2%, 20%, 100% controls relaxation eligibility. Curves connect achieved settings, not exact frontiers.</a:t>
            </a:r>
          </a:p>
        </p:txBody>
      </p:sp>
    </p:spTree>
    <p:extLst>
      <p:ext uri="{BB962C8B-B14F-4D97-AF65-F5344CB8AC3E}">
        <p14:creationId xmlns:p14="http://schemas.microsoft.com/office/powerpoint/2010/main" val="1539452168"/>
      </p:ext>
    </p:extLst>
  </p:cSld>
</p:sld>
</file>

<file path=ppt/main_figures/Fig14/ppt/tableStyles.xml><?xml version="1.0" encoding="utf-8"?>
<a:tblStyleLst xmlns:a="http://schemas.openxmlformats.org/drawingml/2006/main" def="{5C22544A-7EE6-4342-B048-85BDC9FD1C3A}"/>
</file>

<file path=ppt/main_figures/Fig14/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Masters/_rels/notesMaster1.xml.rels><?xml version='1.0' encoding='utf-8'?>
<Relationships xmlns="http://schemas.openxmlformats.org/package/2006/relationships"><Relationship Type="http://schemas.openxmlformats.org/officeDocument/2006/relationships/theme" Target="/ppt/notesMasters/theme/theme3.xml" Id="R15e7727bbce341a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Relationships xmlns="http://schemas.openxmlformats.org/package/2006/relationships"><Relationship Type="http://schemas.openxmlformats.org/officeDocument/2006/relationships/slide" Target="/ppt/slides/slide1.xml" Id="R24e8d46a0614491f" /><Relationship Type="http://schemas.openxmlformats.org/officeDocument/2006/relationships/notesMaster" Target="/ppt/notesMasters/notesMaster1.xml" Id="R93c89d17e7e640c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New authorized experiment: ERA5 December 1 00:00–December31 23:00 1999, 744 actual hourly observations. d=[0.9478317491832081, -0.3187710388982978], angle=-18.588619 degrees in equal-area coordinates. RG-MTM-R20 recomputed with the existing solver and optimal scalar barriers. Analysis:49x49 grid,250km smoothing,192-hour centered pressure anomaly baseline. This differs from the reference papers spatial preprocessing. Five published event dates/names follow TMTM Fig1, https://www.csc.kth.se/~weinkauf/publications/documents/koepp22.pdf . Annotation targets are actual computed minima nearest the published event region; identities are not independently validated cyclone tracks. Maps are native 0.25degree ERA5 hourly anomaly fields. Intermediate display columns use conservative anchor alignment; original744 scalar columns unchanged. This is an additional experiment; existing manuscript numbers and the118-frame main suite are unchanged. Events: [{"frame": 66, "date": "1999-12-03 18:00", "label": "Cyclone Anatol", "computed_track_id": 10, "computed_minimum_lonlat": [10.714285714285714, 55.898925088212714], "anchor": 0.5083428819489186, "value_hPa": -23.769877835416683, "association": "nearest computed extremum to published event region; no independently verified physical tracking identity"}, {"frame": 405, "date": "1999-12-17 21:00", "label": "Strong storm over Scandinavia", "computed_track_id": 68, "computed_minimum_lonlat": [15.000000000000002, 61.11526665243035], "anchor": 0.5279911954434983, "value_hPa": -26.117821436974296, "association": "nearest computed extremum to published event region; no independently verified physical tracking identity"}, {"frame": 575, "date": "1999-12-24 23:00", "label": "Strong storm over the British Isles and Norway", "computed_track_id": 113, "computed_minimum_lonlat": [-2.142857142857143, 55.898925088212714], "anchor": 0.3747037527199593, "value_hPa": -25.9252721915634, "association": "nearest computed extremum to published event region; no independently verified physical tracking identity"}, {"frame": 610, "date": "1999-12-26 10:00", "label": "Cyclone Lothar", "computed_track_id": 130, "computed_minimum_lonlat": [7.857142857142858, 50.44356386922743], "anchor": 0.517861235120954, "value_hPa": -21.563336802880915, "association": "nearest computed extremum to published event region; no independently verified physical tracking identity"}, {"frame": 645, "date": "1999-12-27 21:00", "label": "Cyclone Martin", "computed_track_id": 141, "computed_minimum_lonlat": [3.5714285714285743, 47.135364049152884], "anchor": 0.48891695139322705, "value_hPa": -27.33887300096107, "association": "nearest computed extremum to published event region; no independently verified physical tracking identity"}] Right panel: {"event_frame": 610, "event_time": "1999-12-26 10:00:00", "local_frames": [600, 623], "labels": {"A": {"track_id": 130, "frame": 610, "lonlat": [7.857142857142858, 50.44356386922743], "actual_anchor": 0.517861235120954, "reference": 0.5095279017876208, "field_hPa": -21.563336802880915, "source_position_px": [1182.5, 171.48021010838522], "samples": [{"frame": 601, "date": "1999-12-26 01:00:00", "actual_anchor": 0.35178230406587174, "reference": 0.3601156373992051, "lonlat": [-6.428571428571429, 49.595639856116314]}, {"frame": 602, "date": "1999-12-26 02:00:00", "actual_anchor": 0.36725917658603074, "reference": 0.37559250991936405, "lonlat": [-5.0, 49.595639856116314]}, {"frame": 603, "date": "1999-12-26 03:00:00", "actual_anchor": 0.3827360491061897, "reference": 0.391069382439523, "lonlat": [-3.571428571428571, 49.595639856116314]}, {"frame": 604, "date": "1999-12-26 04:00:00", "actual_anchor": 0.4083333333333334, "reference": 0.4166666666666667, "lonlat": [-0.7142857142857143, 50.44356386922743]}, {"frame": 605, "date": "1999-12-26 05:00:00", "actual_anchor": 0.4289095314702889, "reference": 0.4375000000000001, "lonlat": [0.7142857142857143, 49.595639856116314]}, {"frame": 606, "date": "1999-12-26 06:00:00", "actual_anchor": 0.4353247828223805, "reference": 0.4476204117069847, "lonlat": [2.142857142857143, 50.44356386922743]}, {"frame": 607, "date": "1999-12-26 07:00:00", "actual_anchor": 0.4732979596213334, "reference": 0.4630972842271438, "lonlat": [3.5714285714285743, 50.44356386922743]}, {"frame": 608, "date": "1999-12-26 08:00:00", "actual_anchor": 0.486907490080636, "reference": 0.47857415674730275, "lonlat": [5.0, 50.44356386922743]}, {"frame": 609, "date": "1999-12-26 09:00:00", "actual_anchor": 0.5023843626007951, "reference": 0.49405102926746164, "lonlat": [6.428571428571424, 50.44356386922743]}, {"frame": 610, "date": "1999-12-26 10:00:00", "actual_anchor": 0.517861235120954, "reference": 0.5095279017876208, "lonlat": [7.857142857142858, 50.44356386922743]}, {"frame": 611, "date": "1999-12-26 11:00:00", "actual_anchor": 0.5333381076411131, "reference": 0.5250047743077797, "lonlat": [9.285714285714288, 50.44356386922743]}, {"frame": 612, "date": "1999-12-26 12:00:00", "actual_anchor": 0.5488149801612721, "reference": 0.5404816468279388, "lonlat": [10.714285714285714, 50.44356386922743]}, {"frame": 613, "date": "1999-12-26 13:00:00", "actual_anchor": 0.564291852681431, "reference": 0.5559585193480976, "lonlat": [12.14285714285714, 50.44356386922743]}, {"frame": 614, "date": "1999-12-26 14:00:00", "actual_anchor": 0.5797687252015901, "reference": 0.5714353918682566, "lonlat": [13.571428571428573, 50.44356386922743]}, {"frame": 615, "date": "1999-12-26 15:00:00", "actual_anchor": 0.5797687252015901, "reference": 0.5714353918682566, "lonlat": [13.571428571428573, 50.44356386922743]}, {"frame": 616, "date": "1999-12-26 16:00:00", "actual_anchor": 0.5952455977217491, "reference": 0.5869122643884157, "lonlat": [15.000000000000002, 50.44356386922743]}, {"frame": 617, "date": "1999-12-26 17:00:00", "actual_anchor": 0.6042516770539847, "reference": 0.6023891369085747, "lonlat": [16.42857142857143, 50.44356386922743]}, {"frame": 618, "date": "1999-12-26 18:00:00", "actual_anchor": 0.6025960858136203, "reference": 0.6023891369085747, "lonlat": [16.42857142857143, 50.44356386922743]}, {"frame": 619, "date": "1999-12-26 19:00:00", "actual_anchor": 0.6184454362433613, "reference": 0.6178660094287336, "lonlat": [17.857142857142858, 50.44356386922743]}, {"frame": 620, "date": "1999-12-26 20:00:00", "actual_anchor": 0.6179303920432164, "reference": 0.6178660094287336, "lonlat": [17.857142857142858, 50.44356386922743]}, {"frame": 621, "date": "1999-12-26 21:00:00", "actual_anchor": 0.6338997982965894, "reference": 0.6333428819488925, "lonlat": [19.285714285714285, 50.44356386922743]}, {"frame": 622, "date": "1999-12-26 22:00:00", "actual_anchor": 0.6334047634070659, "reference": 0.6333428819488925, "lonlat": [19.285714285714285, 50.44356386922743]}, {"frame": 623, "date": "1999-12-26 23:00:00", "actual_anchor": 0.6333497596841358, "reference": 0.6333428819488925, "lonlat": [19.285714285714285, 50.44356386922743]}]}, "B": {"track_id": 113, "frame": 610, "lonlat": [9.285714285714288, 66.01163429921519], "actual_anchor": 0.4363245287768315, "reference": 0.4446578621101648, "field_hPa": -24.47742273730672, "source_position_px": [1187.5, 94.29956856566434], "samples": [{"frame": 600, "date": "1999-12-26 00:00:00", "actual_anchor": 0.4482272445496877, "reference": 0.4398939112163544, "lonlat": [7.857142857142858, 63.4584625831927]}, {"frame": 601, "date": "1999-12-26 01:00:00", "actual_anchor": 0.4482272445496877, "reference": 0.4398939112163544, "lonlat": [7.857142857142858, 63.4584625831927]}, {"frame": 602, "date": "1999-12-26 02:00:00", "actual_anchor": 0.4482272445496877, "reference": 0.4398939112163544, "lonlat": [7.857142857142858, 63.4584625831927]}, {"frame": 603, "date": "1999-12-26 03:00:00", "actual_anchor": 0.4482272445496877, "reference": 0.4398939112163544, "lonlat": [7.857142857142858, 63.4584625831927]}, {"frame": 604, "date": "1999-12-26 04:00:00", "actual_anchor": 0.45834765625667256, "reference": 0.45001432292333915, "lonlat": [9.285714285714288, 64.70493280544402]}, {"frame": 605, "date": "1999-12-26 05:00:00", "actual_anchor": 0.46122818048152253, "reference": 0.45001432292333915, "lonlat": [9.285714285714288, 64.70493280544402]}, {"frame": 606, "date": "1999-12-26 06:00:00", "actual_anchor": 0.465741739104694, "reference": 0.45001432292333915, "lonlat": [9.285714285714288, 64.70493280544402]}, {"frame": 607, "date": "1999-12-26 07:00:00", "actual_anchor": 0.43981364752914953, "reference": 0.45001432292333915, "lonlat": [9.285714285714288, 64.70493280544402]}, {"frame": 608, "date": "1999-12-26 08:00:00", "actual_anchor": 0.44168098959000585, "reference": 0.45001432292333915, "lonlat": [9.285714285714288, 64.70493280544402]}, {"frame": 609, "date": "1999-12-26 09:00:00", "actual_anchor": 0.4363245287768315, "reference": 0.4446578621101648, "lonlat": [9.285714285714288, 66.01163429921519]}, {"frame": 610, "date": "1999-12-26 10:00:00", "actual_anchor": 0.4363245287768315, "reference": 0.4446578621101648, "lonlat": [9.285714285714288, 66.01163429921519]}, {"frame": 611, "date": "1999-12-26 11:00:00", "actual_anchor": 0.4363245287768315, "reference": 0.4446578621101648, "lonlat": [9.285714285714288, 66.01163429921519]}, {"frame": 612, "date": "1999-12-26 12:00:00", "actual_anchor": 0.43096806796365716, "reference": 0.4393014012969904, "lonlat": [9.285714285714288, 67.389044573133]}, {"frame": 613, "date": "1999-12-26 13:00:00", "actual_anchor": 0.41549119544349805, "reference": 0.4238245287768314, "lonlat": [7.857142857142858, 67.389044573133]}, {"frame": 614, "date": "1999-12-26 14:00:00", "actual_anchor": 0.41013473463032374, "reference": 0.4184680679636571, "lonlat": [7.857142857142858, 68.85101425867806]}, {"frame": 615, "date": "1999-12-26 15:00:00", "actual_anchor": 0.3738245287768313, "reference": 0.38215786211016467, "lonlat": [5.0, 70.41651429372894]}, {"frame": 616, "date": "1999-12-26 16:00:00", "actual_anchor": 0.3738245287768313, "reference": 0.38215786211016467, "lonlat": [5.0, 70.41651429372894]}]}, "C": {"track_id": 133, "frame": 610, "lonlat": [-12.142857142857142, 63.4584625831927], "actual_anchor": 0.22061595803349957, "reference": 0.22321769593412838, "field_hPa": -16.075817767216122, "source_position_px": [1112.5, 104.59032077136041], "samples": [{"frame": 605, "date": "1999-12-26 05:00:00", "actual_anchor": 0.21239943480878357, "reference": 0.2130972842271438, "lonlat": [-13.571428571428573, 62.26407095289291]}, {"frame": 606, "date": "1999-12-26 06:00:00", "actual_anchor": 0.21147652876683076, "reference": 0.2130972842271438, "lonlat": [-13.571428571428573, 62.26407095289291]}, {"frame": 607, "date": "1999-12-26 07:00:00", "actual_anchor": 0.21077238416481642, "reference": 0.2130972842271438, "lonlat": [-13.571428571428573, 62.26407095289291]}, {"frame": 608, "date": "1999-12-26 08:00:00", "actual_anchor": 0.2122474103176572, "reference": 0.2130972842271438, "lonlat": [-13.571428571428573, 62.26407095289291]}, {"frame": 609, "date": "1999-12-26 09:00:00", "actual_anchor": 0.22542537481878447, "reference": 0.2285741567473027, "lonlat": [-12.142857142857142, 62.26407095289291]}, {"frame": 610, "date": "1999-12-26 10:00:00", "actual_anchor": 0.22061595803349957, "reference": 0.22321769593412838, "lonlat": [-12.142857142857142, 63.4584625831927]}]}}, "direction": [0.9478317491832081, -0.3187710388982978], "output_anchor_tracks_native": true, "map_and_track_ids_identical": true, "local_raster_is_exact_full_map_crop": true, "crop_pixels": [1800, 0, 1872, 4096], "local_y_limits": [0.0, 1.0], "no_extrapolation": true, "feature_C_exists_only_frames": [605, 610], "track_identity_scope": "computed overlap-linked minima, not independently verified meteorological tracks", "main_window_rectangle_px": {"x": 781.9241935483869, "y": 33.6, "w": 29.67096774193548, "h": 312.0}, "matching_red_window_outlines": true, "complete_output_axis": true, "temporal_selection_only": true, "event_guides": "black dashed; selected source event red dashed"}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Relationships xmlns="http://schemas.openxmlformats.org/package/2006/relationships"><Relationship Type="http://schemas.openxmlformats.org/officeDocument/2006/relationships/slideMaster" Target="/ppt/slideMasters/slideMaster1.xml" Id="Ra4009599c3c14fd0" /></Relationships>
</file>

<file path=ppt/slideLayouts/_rels/slideLayout2.xml.rels><?xml version='1.0' encoding='utf-8'?>
<Relationships xmlns="http://schemas.openxmlformats.org/package/2006/relationships"><Relationship Type="http://schemas.openxmlformats.org/officeDocument/2006/relationships/slideMaster" Target="/ppt/slideMasters/slideMaster1.xml" Id="R15fc668908b24e00" /></Relationships>
</file>

<file path=ppt/slideLayouts/_rels/slideLayout3.xml.rels><?xml version='1.0' encoding='utf-8'?>
<Relationships xmlns="http://schemas.openxmlformats.org/package/2006/relationships"><Relationship Type="http://schemas.openxmlformats.org/officeDocument/2006/relationships/slideMaster" Target="/ppt/slideMasters/slideMaster1.xml" Id="Ra749991caf944bda" /></Relationships>
</file>

<file path=ppt/slideLayouts/_rels/slideLayout4.xml.rels><?xml version='1.0' encoding='utf-8'?>
<Relationships xmlns="http://schemas.openxmlformats.org/package/2006/relationships"><Relationship Type="http://schemas.openxmlformats.org/officeDocument/2006/relationships/slideMaster" Target="/ppt/slideMasters/slideMaster1.xml" Id="R02bf4ecdbe884e1f" /></Relationships>
</file>

<file path=ppt/slideLayouts/_rels/slideLayout5.xml.rels><?xml version='1.0' encoding='utf-8'?>
<Relationships xmlns="http://schemas.openxmlformats.org/package/2006/relationships"><Relationship Type="http://schemas.openxmlformats.org/officeDocument/2006/relationships/slideMaster" Target="/ppt/slideMasters/slideMaster1.xml" Id="Rc03a011b13aa43e4" /></Relationships>
</file>

<file path=ppt/slideLayouts/_rels/slideLayout6.xml.rels><?xml version='1.0' encoding='utf-8'?>
<Relationships xmlns="http://schemas.openxmlformats.org/package/2006/relationships"><Relationship Type="http://schemas.openxmlformats.org/officeDocument/2006/relationships/slideMaster" Target="/ppt/slideMasters/slideMaster1.xml" Id="R3539cd2fa4f1489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CE2783A-A22D-407D-90B2-487E44ECEE44}"/>
              </a:ext>
            </a:extLst>
          </p:cNvPr>
          <p:cNvSpPr>
            <a:spLocks xmlns:a="http://schemas.openxmlformats.org/drawingml/2006/main" noGrp="1"/>
          </p:cNvSpPr>
          <p:nvPr>
            <p:ph type="title" idx="0"/>
          </p:nvPr>
        </p:nvSpPr>
        <p:spPr>
          <a:xfrm xmlns:a="http://schemas.openxmlformats.org/drawingml/2006/main">
            <a:off x="1280160" y="2302933"/>
            <a:ext cx="10241280" cy="88053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67" b="1">
                <a:solidFill>
                  <a:schemeClr val="tx1"/>
                </a:solidFill>
                <a:latin typeface="+mj-lt"/>
                <a:ea typeface="+mj-lt"/>
                <a:cs typeface="+mj-lt"/>
              </a:defRPr>
            </a:defPPr>
            <a:lvl1pPr marL="0" indent="0" algn="ctr">
              <a:lnSpc>
                <a:spcPct val="110000"/>
              </a:lnSpc>
              <a:spcBef>
                <a:spcPts val="0"/>
              </a:spcBef>
              <a:spcAft>
                <a:spcPts val="0"/>
              </a:spcAft>
              <a:buNone/>
              <a:defRPr sz="4267" b="1">
                <a:solidFill>
                  <a:schemeClr val="tx1"/>
                </a:solidFill>
                <a:latin typeface="+mj-lt"/>
                <a:ea typeface="+mj-lt"/>
                <a:cs typeface="+mj-lt"/>
              </a:defRPr>
            </a:lvl1pPr>
            <a:lvl2pPr marL="0" indent="0" algn="ctr">
              <a:lnSpc>
                <a:spcPct val="110000"/>
              </a:lnSpc>
              <a:spcBef>
                <a:spcPts val="0"/>
              </a:spcBef>
              <a:spcAft>
                <a:spcPts val="0"/>
              </a:spcAft>
              <a:buNone/>
              <a:defRPr sz="4267" b="1">
                <a:solidFill>
                  <a:schemeClr val="tx1"/>
                </a:solidFill>
                <a:latin typeface="+mj-lt"/>
                <a:ea typeface="+mj-lt"/>
                <a:cs typeface="+mj-lt"/>
              </a:defRPr>
            </a:lvl2pPr>
            <a:lvl3pPr marL="0" indent="0" algn="ctr">
              <a:lnSpc>
                <a:spcPct val="110000"/>
              </a:lnSpc>
              <a:spcBef>
                <a:spcPts val="0"/>
              </a:spcBef>
              <a:spcAft>
                <a:spcPts val="0"/>
              </a:spcAft>
              <a:buNone/>
              <a:defRPr sz="4267" b="1">
                <a:solidFill>
                  <a:schemeClr val="tx1"/>
                </a:solidFill>
                <a:latin typeface="+mj-lt"/>
                <a:ea typeface="+mj-lt"/>
                <a:cs typeface="+mj-lt"/>
              </a:defRPr>
            </a:lvl3pPr>
            <a:lvl4pPr marL="0" indent="0" algn="ctr">
              <a:lnSpc>
                <a:spcPct val="110000"/>
              </a:lnSpc>
              <a:spcBef>
                <a:spcPts val="0"/>
              </a:spcBef>
              <a:spcAft>
                <a:spcPts val="0"/>
              </a:spcAft>
              <a:buNone/>
              <a:defRPr sz="4267" b="1">
                <a:solidFill>
                  <a:schemeClr val="tx1"/>
                </a:solidFill>
                <a:latin typeface="+mj-lt"/>
                <a:ea typeface="+mj-lt"/>
                <a:cs typeface="+mj-lt"/>
              </a:defRPr>
            </a:lvl4pPr>
            <a:lvl5pPr marL="0" indent="0" algn="ctr">
              <a:lnSpc>
                <a:spcPct val="110000"/>
              </a:lnSpc>
              <a:spcBef>
                <a:spcPts val="0"/>
              </a:spcBef>
              <a:spcAft>
                <a:spcPts val="0"/>
              </a:spcAft>
              <a:buNone/>
              <a:defRPr sz="4267" b="1">
                <a:solidFill>
                  <a:schemeClr val="tx1"/>
                </a:solidFill>
                <a:latin typeface="+mj-lt"/>
                <a:ea typeface="+mj-lt"/>
                <a:cs typeface="+mj-lt"/>
              </a:defRPr>
            </a:lvl5pPr>
            <a:lvl6pPr marL="0" indent="0" algn="ctr">
              <a:lnSpc>
                <a:spcPct val="110000"/>
              </a:lnSpc>
              <a:spcBef>
                <a:spcPts val="0"/>
              </a:spcBef>
              <a:spcAft>
                <a:spcPts val="0"/>
              </a:spcAft>
              <a:buNone/>
              <a:defRPr sz="4267" b="1">
                <a:solidFill>
                  <a:schemeClr val="tx1"/>
                </a:solidFill>
                <a:latin typeface="+mj-lt"/>
                <a:ea typeface="+mj-lt"/>
                <a:cs typeface="+mj-lt"/>
              </a:defRPr>
            </a:lvl6pPr>
            <a:lvl7pPr marL="0" indent="0" algn="ctr">
              <a:lnSpc>
                <a:spcPct val="110000"/>
              </a:lnSpc>
              <a:spcBef>
                <a:spcPts val="0"/>
              </a:spcBef>
              <a:spcAft>
                <a:spcPts val="0"/>
              </a:spcAft>
              <a:buNone/>
              <a:defRPr sz="4267" b="1">
                <a:solidFill>
                  <a:schemeClr val="tx1"/>
                </a:solidFill>
                <a:latin typeface="+mj-lt"/>
                <a:ea typeface="+mj-lt"/>
                <a:cs typeface="+mj-lt"/>
              </a:defRPr>
            </a:lvl7pPr>
            <a:lvl8pPr marL="0" indent="0" algn="ctr">
              <a:lnSpc>
                <a:spcPct val="110000"/>
              </a:lnSpc>
              <a:spcBef>
                <a:spcPts val="0"/>
              </a:spcBef>
              <a:spcAft>
                <a:spcPts val="0"/>
              </a:spcAft>
              <a:buNone/>
              <a:defRPr sz="4267" b="1">
                <a:solidFill>
                  <a:schemeClr val="tx1"/>
                </a:solidFill>
                <a:latin typeface="+mj-lt"/>
                <a:ea typeface="+mj-lt"/>
                <a:cs typeface="+mj-lt"/>
              </a:defRPr>
            </a:lvl8pPr>
            <a:lvl9pPr marL="0" indent="0" algn="ctr">
              <a:lnSpc>
                <a:spcPct val="110000"/>
              </a:lnSpc>
              <a:spcBef>
                <a:spcPts val="0"/>
              </a:spcBef>
              <a:spcAft>
                <a:spcPts val="0"/>
              </a:spcAft>
              <a:buNone/>
              <a:defRPr sz="4267"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D276723-F471-4AC2-BCA3-62B257EB67A7}"/>
              </a:ext>
            </a:extLst>
          </p:cNvPr>
          <p:cNvSpPr>
            <a:spLocks xmlns:a="http://schemas.openxmlformats.org/drawingml/2006/main" noGrp="1"/>
          </p:cNvSpPr>
          <p:nvPr>
            <p:ph type="subTitle" idx="1"/>
          </p:nvPr>
        </p:nvSpPr>
        <p:spPr>
          <a:xfrm xmlns:a="http://schemas.openxmlformats.org/drawingml/2006/main">
            <a:off x="1920240" y="3352800"/>
            <a:ext cx="8961120" cy="677333"/>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1867" b="0">
                <a:solidFill>
                  <a:schemeClr val="tx1"/>
                </a:solidFill>
                <a:latin typeface="+mn-lt"/>
                <a:ea typeface="+mn-lt"/>
                <a:cs typeface="+mn-lt"/>
              </a:defRPr>
            </a:defPPr>
            <a:lvl1pPr marL="0" indent="0" algn="ctr">
              <a:lnSpc>
                <a:spcPct val="110000"/>
              </a:lnSpc>
              <a:spcBef>
                <a:spcPts val="0"/>
              </a:spcBef>
              <a:spcAft>
                <a:spcPts val="0"/>
              </a:spcAft>
              <a:buNone/>
              <a:defRPr sz="1867" b="0">
                <a:solidFill>
                  <a:schemeClr val="tx1"/>
                </a:solidFill>
                <a:latin typeface="+mn-lt"/>
                <a:ea typeface="+mn-lt"/>
                <a:cs typeface="+mn-lt"/>
              </a:defRPr>
            </a:lvl1pPr>
            <a:lvl2pPr marL="0" indent="0" algn="ctr">
              <a:lnSpc>
                <a:spcPct val="110000"/>
              </a:lnSpc>
              <a:spcBef>
                <a:spcPts val="0"/>
              </a:spcBef>
              <a:spcAft>
                <a:spcPts val="0"/>
              </a:spcAft>
              <a:buNone/>
              <a:defRPr sz="1867" b="0">
                <a:solidFill>
                  <a:schemeClr val="tx1"/>
                </a:solidFill>
                <a:latin typeface="+mn-lt"/>
                <a:ea typeface="+mn-lt"/>
                <a:cs typeface="+mn-lt"/>
              </a:defRPr>
            </a:lvl2pPr>
            <a:lvl3pPr marL="0" indent="0" algn="ctr">
              <a:lnSpc>
                <a:spcPct val="110000"/>
              </a:lnSpc>
              <a:spcBef>
                <a:spcPts val="0"/>
              </a:spcBef>
              <a:spcAft>
                <a:spcPts val="0"/>
              </a:spcAft>
              <a:buNone/>
              <a:defRPr sz="1867" b="0">
                <a:solidFill>
                  <a:schemeClr val="tx1"/>
                </a:solidFill>
                <a:latin typeface="+mn-lt"/>
                <a:ea typeface="+mn-lt"/>
                <a:cs typeface="+mn-lt"/>
              </a:defRPr>
            </a:lvl3pPr>
            <a:lvl4pPr marL="0" indent="0" algn="ctr">
              <a:lnSpc>
                <a:spcPct val="110000"/>
              </a:lnSpc>
              <a:spcBef>
                <a:spcPts val="0"/>
              </a:spcBef>
              <a:spcAft>
                <a:spcPts val="0"/>
              </a:spcAft>
              <a:buNone/>
              <a:defRPr sz="1867" b="0">
                <a:solidFill>
                  <a:schemeClr val="tx1"/>
                </a:solidFill>
                <a:latin typeface="+mn-lt"/>
                <a:ea typeface="+mn-lt"/>
                <a:cs typeface="+mn-lt"/>
              </a:defRPr>
            </a:lvl4pPr>
            <a:lvl5pPr marL="0" indent="0" algn="ctr">
              <a:lnSpc>
                <a:spcPct val="110000"/>
              </a:lnSpc>
              <a:spcBef>
                <a:spcPts val="0"/>
              </a:spcBef>
              <a:spcAft>
                <a:spcPts val="0"/>
              </a:spcAft>
              <a:buNone/>
              <a:defRPr sz="1867" b="0">
                <a:solidFill>
                  <a:schemeClr val="tx1"/>
                </a:solidFill>
                <a:latin typeface="+mn-lt"/>
                <a:ea typeface="+mn-lt"/>
                <a:cs typeface="+mn-lt"/>
              </a:defRPr>
            </a:lvl5pPr>
            <a:lvl6pPr marL="0" indent="0" algn="ctr">
              <a:lnSpc>
                <a:spcPct val="110000"/>
              </a:lnSpc>
              <a:spcBef>
                <a:spcPts val="0"/>
              </a:spcBef>
              <a:spcAft>
                <a:spcPts val="0"/>
              </a:spcAft>
              <a:buNone/>
              <a:defRPr sz="1867" b="0">
                <a:solidFill>
                  <a:schemeClr val="tx1"/>
                </a:solidFill>
                <a:latin typeface="+mn-lt"/>
                <a:ea typeface="+mn-lt"/>
                <a:cs typeface="+mn-lt"/>
              </a:defRPr>
            </a:lvl6pPr>
            <a:lvl7pPr marL="0" indent="0" algn="ctr">
              <a:lnSpc>
                <a:spcPct val="110000"/>
              </a:lnSpc>
              <a:spcBef>
                <a:spcPts val="0"/>
              </a:spcBef>
              <a:spcAft>
                <a:spcPts val="0"/>
              </a:spcAft>
              <a:buNone/>
              <a:defRPr sz="1867" b="0">
                <a:solidFill>
                  <a:schemeClr val="tx1"/>
                </a:solidFill>
                <a:latin typeface="+mn-lt"/>
                <a:ea typeface="+mn-lt"/>
                <a:cs typeface="+mn-lt"/>
              </a:defRPr>
            </a:lvl7pPr>
            <a:lvl8pPr marL="0" indent="0" algn="ctr">
              <a:lnSpc>
                <a:spcPct val="110000"/>
              </a:lnSpc>
              <a:spcBef>
                <a:spcPts val="0"/>
              </a:spcBef>
              <a:spcAft>
                <a:spcPts val="0"/>
              </a:spcAft>
              <a:buNone/>
              <a:defRPr sz="1867" b="0">
                <a:solidFill>
                  <a:schemeClr val="tx1"/>
                </a:solidFill>
                <a:latin typeface="+mn-lt"/>
                <a:ea typeface="+mn-lt"/>
                <a:cs typeface="+mn-lt"/>
              </a:defRPr>
            </a:lvl8pPr>
            <a:lvl9pPr marL="0" indent="0" algn="ctr">
              <a:lnSpc>
                <a:spcPct val="110000"/>
              </a:lnSpc>
              <a:spcBef>
                <a:spcPts val="0"/>
              </a:spcBef>
              <a:spcAft>
                <a:spcPts val="0"/>
              </a:spcAft>
              <a:buNone/>
              <a:defRPr sz="1867"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311F24E-AFF7-4627-AADD-AE6C924435ED}"/>
              </a:ext>
            </a:extLst>
          </p:cNvPr>
          <p:cNvSpPr>
            <a:spLocks xmlns:a="http://schemas.openxmlformats.org/drawingml/2006/main" noGrp="1"/>
          </p:cNvSpPr>
          <p:nvPr>
            <p:ph type="title" idx="0"/>
          </p:nvPr>
        </p:nvSpPr>
        <p:spPr>
          <a:xfrm xmlns:a="http://schemas.openxmlformats.org/drawingml/2006/main">
            <a:off x="1280160" y="2540000"/>
            <a:ext cx="10241280" cy="1016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733" b="1">
                <a:solidFill>
                  <a:schemeClr val="tx1"/>
                </a:solidFill>
                <a:latin typeface="+mj-lt"/>
                <a:ea typeface="+mj-lt"/>
                <a:cs typeface="+mj-lt"/>
              </a:defRPr>
            </a:defPPr>
            <a:lvl1pPr marL="0" indent="0" algn="ctr">
              <a:lnSpc>
                <a:spcPct val="110000"/>
              </a:lnSpc>
              <a:spcBef>
                <a:spcPts val="0"/>
              </a:spcBef>
              <a:spcAft>
                <a:spcPts val="0"/>
              </a:spcAft>
              <a:buNone/>
              <a:defRPr sz="3733" b="1">
                <a:solidFill>
                  <a:schemeClr val="tx1"/>
                </a:solidFill>
                <a:latin typeface="+mj-lt"/>
                <a:ea typeface="+mj-lt"/>
                <a:cs typeface="+mj-lt"/>
              </a:defRPr>
            </a:lvl1pPr>
            <a:lvl2pPr marL="0" indent="0" algn="ctr">
              <a:lnSpc>
                <a:spcPct val="110000"/>
              </a:lnSpc>
              <a:spcBef>
                <a:spcPts val="0"/>
              </a:spcBef>
              <a:spcAft>
                <a:spcPts val="0"/>
              </a:spcAft>
              <a:buNone/>
              <a:defRPr sz="3733" b="1">
                <a:solidFill>
                  <a:schemeClr val="tx1"/>
                </a:solidFill>
                <a:latin typeface="+mj-lt"/>
                <a:ea typeface="+mj-lt"/>
                <a:cs typeface="+mj-lt"/>
              </a:defRPr>
            </a:lvl2pPr>
            <a:lvl3pPr marL="0" indent="0" algn="ctr">
              <a:lnSpc>
                <a:spcPct val="110000"/>
              </a:lnSpc>
              <a:spcBef>
                <a:spcPts val="0"/>
              </a:spcBef>
              <a:spcAft>
                <a:spcPts val="0"/>
              </a:spcAft>
              <a:buNone/>
              <a:defRPr sz="3733" b="1">
                <a:solidFill>
                  <a:schemeClr val="tx1"/>
                </a:solidFill>
                <a:latin typeface="+mj-lt"/>
                <a:ea typeface="+mj-lt"/>
                <a:cs typeface="+mj-lt"/>
              </a:defRPr>
            </a:lvl3pPr>
            <a:lvl4pPr marL="0" indent="0" algn="ctr">
              <a:lnSpc>
                <a:spcPct val="110000"/>
              </a:lnSpc>
              <a:spcBef>
                <a:spcPts val="0"/>
              </a:spcBef>
              <a:spcAft>
                <a:spcPts val="0"/>
              </a:spcAft>
              <a:buNone/>
              <a:defRPr sz="3733" b="1">
                <a:solidFill>
                  <a:schemeClr val="tx1"/>
                </a:solidFill>
                <a:latin typeface="+mj-lt"/>
                <a:ea typeface="+mj-lt"/>
                <a:cs typeface="+mj-lt"/>
              </a:defRPr>
            </a:lvl4pPr>
            <a:lvl5pPr marL="0" indent="0" algn="ctr">
              <a:lnSpc>
                <a:spcPct val="110000"/>
              </a:lnSpc>
              <a:spcBef>
                <a:spcPts val="0"/>
              </a:spcBef>
              <a:spcAft>
                <a:spcPts val="0"/>
              </a:spcAft>
              <a:buNone/>
              <a:defRPr sz="3733" b="1">
                <a:solidFill>
                  <a:schemeClr val="tx1"/>
                </a:solidFill>
                <a:latin typeface="+mj-lt"/>
                <a:ea typeface="+mj-lt"/>
                <a:cs typeface="+mj-lt"/>
              </a:defRPr>
            </a:lvl5pPr>
            <a:lvl6pPr marL="0" indent="0" algn="ctr">
              <a:lnSpc>
                <a:spcPct val="110000"/>
              </a:lnSpc>
              <a:spcBef>
                <a:spcPts val="0"/>
              </a:spcBef>
              <a:spcAft>
                <a:spcPts val="0"/>
              </a:spcAft>
              <a:buNone/>
              <a:defRPr sz="3733" b="1">
                <a:solidFill>
                  <a:schemeClr val="tx1"/>
                </a:solidFill>
                <a:latin typeface="+mj-lt"/>
                <a:ea typeface="+mj-lt"/>
                <a:cs typeface="+mj-lt"/>
              </a:defRPr>
            </a:lvl6pPr>
            <a:lvl7pPr marL="0" indent="0" algn="ctr">
              <a:lnSpc>
                <a:spcPct val="110000"/>
              </a:lnSpc>
              <a:spcBef>
                <a:spcPts val="0"/>
              </a:spcBef>
              <a:spcAft>
                <a:spcPts val="0"/>
              </a:spcAft>
              <a:buNone/>
              <a:defRPr sz="3733" b="1">
                <a:solidFill>
                  <a:schemeClr val="tx1"/>
                </a:solidFill>
                <a:latin typeface="+mj-lt"/>
                <a:ea typeface="+mj-lt"/>
                <a:cs typeface="+mj-lt"/>
              </a:defRPr>
            </a:lvl7pPr>
            <a:lvl8pPr marL="0" indent="0" algn="ctr">
              <a:lnSpc>
                <a:spcPct val="110000"/>
              </a:lnSpc>
              <a:spcBef>
                <a:spcPts val="0"/>
              </a:spcBef>
              <a:spcAft>
                <a:spcPts val="0"/>
              </a:spcAft>
              <a:buNone/>
              <a:defRPr sz="3733" b="1">
                <a:solidFill>
                  <a:schemeClr val="tx1"/>
                </a:solidFill>
                <a:latin typeface="+mj-lt"/>
                <a:ea typeface="+mj-lt"/>
                <a:cs typeface="+mj-lt"/>
              </a:defRPr>
            </a:lvl8pPr>
            <a:lvl9pPr marL="0" indent="0" algn="ctr">
              <a:lnSpc>
                <a:spcPct val="110000"/>
              </a:lnSpc>
              <a:spcBef>
                <a:spcPts val="0"/>
              </a:spcBef>
              <a:spcAft>
                <a:spcPts val="0"/>
              </a:spcAft>
              <a:buNone/>
              <a:defRPr sz="3733"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7EF94D9-DB20-4D7D-ADFA-65A6009BAA31}"/>
              </a:ext>
            </a:extLst>
          </p:cNvPr>
          <p:cNvSpPr>
            <a:spLocks xmlns:a="http://schemas.openxmlformats.org/drawingml/2006/main" noGrp="1"/>
          </p:cNvSpPr>
          <p:nvPr>
            <p:ph type="title" idx="0"/>
          </p:nvPr>
        </p:nvSpPr>
        <p:spPr>
          <a:xfrm xmlns:a="http://schemas.openxmlformats.org/drawingml/2006/main">
            <a:off x="720090" y="474133"/>
            <a:ext cx="11361420" cy="745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933" b="1">
                <a:solidFill>
                  <a:schemeClr val="tx1"/>
                </a:solidFill>
                <a:latin typeface="+mj-lt"/>
                <a:ea typeface="+mj-lt"/>
                <a:cs typeface="+mj-lt"/>
              </a:defRPr>
            </a:defPPr>
            <a:lvl1pPr marL="0" indent="0" algn="l">
              <a:lnSpc>
                <a:spcPct val="110000"/>
              </a:lnSpc>
              <a:spcBef>
                <a:spcPts val="0"/>
              </a:spcBef>
              <a:spcAft>
                <a:spcPts val="0"/>
              </a:spcAft>
              <a:buNone/>
              <a:defRPr sz="2933" b="1">
                <a:solidFill>
                  <a:schemeClr val="tx1"/>
                </a:solidFill>
                <a:latin typeface="+mj-lt"/>
                <a:ea typeface="+mj-lt"/>
                <a:cs typeface="+mj-lt"/>
              </a:defRPr>
            </a:lvl1pPr>
            <a:lvl2pPr marL="0" indent="0" algn="l">
              <a:lnSpc>
                <a:spcPct val="110000"/>
              </a:lnSpc>
              <a:spcBef>
                <a:spcPts val="0"/>
              </a:spcBef>
              <a:spcAft>
                <a:spcPts val="0"/>
              </a:spcAft>
              <a:buNone/>
              <a:defRPr sz="2933" b="1">
                <a:solidFill>
                  <a:schemeClr val="tx1"/>
                </a:solidFill>
                <a:latin typeface="+mj-lt"/>
                <a:ea typeface="+mj-lt"/>
                <a:cs typeface="+mj-lt"/>
              </a:defRPr>
            </a:lvl2pPr>
            <a:lvl3pPr marL="0" indent="0" algn="l">
              <a:lnSpc>
                <a:spcPct val="110000"/>
              </a:lnSpc>
              <a:spcBef>
                <a:spcPts val="0"/>
              </a:spcBef>
              <a:spcAft>
                <a:spcPts val="0"/>
              </a:spcAft>
              <a:buNone/>
              <a:defRPr sz="2933" b="1">
                <a:solidFill>
                  <a:schemeClr val="tx1"/>
                </a:solidFill>
                <a:latin typeface="+mj-lt"/>
                <a:ea typeface="+mj-lt"/>
                <a:cs typeface="+mj-lt"/>
              </a:defRPr>
            </a:lvl3pPr>
            <a:lvl4pPr marL="0" indent="0" algn="l">
              <a:lnSpc>
                <a:spcPct val="110000"/>
              </a:lnSpc>
              <a:spcBef>
                <a:spcPts val="0"/>
              </a:spcBef>
              <a:spcAft>
                <a:spcPts val="0"/>
              </a:spcAft>
              <a:buNone/>
              <a:defRPr sz="2933" b="1">
                <a:solidFill>
                  <a:schemeClr val="tx1"/>
                </a:solidFill>
                <a:latin typeface="+mj-lt"/>
                <a:ea typeface="+mj-lt"/>
                <a:cs typeface="+mj-lt"/>
              </a:defRPr>
            </a:lvl4pPr>
            <a:lvl5pPr marL="0" indent="0" algn="l">
              <a:lnSpc>
                <a:spcPct val="110000"/>
              </a:lnSpc>
              <a:spcBef>
                <a:spcPts val="0"/>
              </a:spcBef>
              <a:spcAft>
                <a:spcPts val="0"/>
              </a:spcAft>
              <a:buNone/>
              <a:defRPr sz="2933" b="1">
                <a:solidFill>
                  <a:schemeClr val="tx1"/>
                </a:solidFill>
                <a:latin typeface="+mj-lt"/>
                <a:ea typeface="+mj-lt"/>
                <a:cs typeface="+mj-lt"/>
              </a:defRPr>
            </a:lvl5pPr>
            <a:lvl6pPr marL="0" indent="0" algn="l">
              <a:lnSpc>
                <a:spcPct val="110000"/>
              </a:lnSpc>
              <a:spcBef>
                <a:spcPts val="0"/>
              </a:spcBef>
              <a:spcAft>
                <a:spcPts val="0"/>
              </a:spcAft>
              <a:buNone/>
              <a:defRPr sz="2933" b="1">
                <a:solidFill>
                  <a:schemeClr val="tx1"/>
                </a:solidFill>
                <a:latin typeface="+mj-lt"/>
                <a:ea typeface="+mj-lt"/>
                <a:cs typeface="+mj-lt"/>
              </a:defRPr>
            </a:lvl6pPr>
            <a:lvl7pPr marL="0" indent="0" algn="l">
              <a:lnSpc>
                <a:spcPct val="110000"/>
              </a:lnSpc>
              <a:spcBef>
                <a:spcPts val="0"/>
              </a:spcBef>
              <a:spcAft>
                <a:spcPts val="0"/>
              </a:spcAft>
              <a:buNone/>
              <a:defRPr sz="2933" b="1">
                <a:solidFill>
                  <a:schemeClr val="tx1"/>
                </a:solidFill>
                <a:latin typeface="+mj-lt"/>
                <a:ea typeface="+mj-lt"/>
                <a:cs typeface="+mj-lt"/>
              </a:defRPr>
            </a:lvl7pPr>
            <a:lvl8pPr marL="0" indent="0" algn="l">
              <a:lnSpc>
                <a:spcPct val="110000"/>
              </a:lnSpc>
              <a:spcBef>
                <a:spcPts val="0"/>
              </a:spcBef>
              <a:spcAft>
                <a:spcPts val="0"/>
              </a:spcAft>
              <a:buNone/>
              <a:defRPr sz="2933" b="1">
                <a:solidFill>
                  <a:schemeClr val="tx1"/>
                </a:solidFill>
                <a:latin typeface="+mj-lt"/>
                <a:ea typeface="+mj-lt"/>
                <a:cs typeface="+mj-lt"/>
              </a:defRPr>
            </a:lvl8pPr>
            <a:lvl9pPr marL="0" indent="0" algn="l">
              <a:lnSpc>
                <a:spcPct val="110000"/>
              </a:lnSpc>
              <a:spcBef>
                <a:spcPts val="0"/>
              </a:spcBef>
              <a:spcAft>
                <a:spcPts val="0"/>
              </a:spcAft>
              <a:buNone/>
              <a:defRPr sz="2933"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8C1BF66-E484-4457-9C2E-18B55B320236}"/>
              </a:ext>
            </a:extLst>
          </p:cNvPr>
          <p:cNvSpPr>
            <a:spLocks xmlns:a="http://schemas.openxmlformats.org/drawingml/2006/main" noGrp="1"/>
          </p:cNvSpPr>
          <p:nvPr>
            <p:ph type="body" idx="1"/>
          </p:nvPr>
        </p:nvSpPr>
        <p:spPr>
          <a:xfrm xmlns:a="http://schemas.openxmlformats.org/drawingml/2006/main">
            <a:off x="720090" y="1693333"/>
            <a:ext cx="11361420" cy="3793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000" b="0">
                <a:solidFill>
                  <a:schemeClr val="tx1"/>
                </a:solidFill>
                <a:latin typeface="+mn-lt"/>
                <a:ea typeface="+mn-lt"/>
                <a:cs typeface="+mn-lt"/>
              </a:defRPr>
            </a:defPPr>
            <a:lvl1pPr marL="203200" indent="-203200" algn="l">
              <a:lnSpc>
                <a:spcPct val="110000"/>
              </a:lnSpc>
              <a:spcBef>
                <a:spcPts val="0"/>
              </a:spcBef>
              <a:spcAft>
                <a:spcPts val="1067"/>
              </a:spcAft>
              <a:buChar char="•"/>
              <a:defRPr sz="2000" b="0">
                <a:solidFill>
                  <a:schemeClr val="tx1"/>
                </a:solidFill>
                <a:latin typeface="+mn-lt"/>
                <a:ea typeface="+mn-lt"/>
                <a:cs typeface="+mn-lt"/>
              </a:defRPr>
            </a:lvl1pPr>
            <a:lvl2pPr marL="474133" indent="-203200" algn="l">
              <a:lnSpc>
                <a:spcPct val="110000"/>
              </a:lnSpc>
              <a:spcBef>
                <a:spcPts val="0"/>
              </a:spcBef>
              <a:spcAft>
                <a:spcPts val="1067"/>
              </a:spcAft>
              <a:buChar char="•"/>
              <a:defRPr sz="2000" b="0">
                <a:solidFill>
                  <a:schemeClr val="tx1"/>
                </a:solidFill>
                <a:latin typeface="+mn-lt"/>
                <a:ea typeface="+mn-lt"/>
                <a:cs typeface="+mn-lt"/>
              </a:defRPr>
            </a:lvl2pPr>
            <a:lvl3pPr marL="745067" indent="-203200" algn="l">
              <a:lnSpc>
                <a:spcPct val="110000"/>
              </a:lnSpc>
              <a:spcBef>
                <a:spcPts val="0"/>
              </a:spcBef>
              <a:spcAft>
                <a:spcPts val="1067"/>
              </a:spcAft>
              <a:buChar char="•"/>
              <a:defRPr sz="2000" b="0">
                <a:solidFill>
                  <a:schemeClr val="tx1"/>
                </a:solidFill>
                <a:latin typeface="+mn-lt"/>
                <a:ea typeface="+mn-lt"/>
                <a:cs typeface="+mn-lt"/>
              </a:defRPr>
            </a:lvl3pPr>
            <a:lvl4pPr marL="1016000" indent="-203200" algn="l">
              <a:lnSpc>
                <a:spcPct val="110000"/>
              </a:lnSpc>
              <a:spcBef>
                <a:spcPts val="0"/>
              </a:spcBef>
              <a:spcAft>
                <a:spcPts val="1067"/>
              </a:spcAft>
              <a:buChar char="•"/>
              <a:defRPr sz="2000" b="0">
                <a:solidFill>
                  <a:schemeClr val="tx1"/>
                </a:solidFill>
                <a:latin typeface="+mn-lt"/>
                <a:ea typeface="+mn-lt"/>
                <a:cs typeface="+mn-lt"/>
              </a:defRPr>
            </a:lvl4pPr>
            <a:lvl5pPr marL="1286933" indent="-203200" algn="l">
              <a:lnSpc>
                <a:spcPct val="110000"/>
              </a:lnSpc>
              <a:spcBef>
                <a:spcPts val="0"/>
              </a:spcBef>
              <a:spcAft>
                <a:spcPts val="1067"/>
              </a:spcAft>
              <a:buChar char="•"/>
              <a:defRPr sz="2000" b="0">
                <a:solidFill>
                  <a:schemeClr val="tx1"/>
                </a:solidFill>
                <a:latin typeface="+mn-lt"/>
                <a:ea typeface="+mn-lt"/>
                <a:cs typeface="+mn-lt"/>
              </a:defRPr>
            </a:lvl5pPr>
            <a:lvl6pPr marL="1557867" indent="-203200" algn="l">
              <a:lnSpc>
                <a:spcPct val="110000"/>
              </a:lnSpc>
              <a:spcBef>
                <a:spcPts val="0"/>
              </a:spcBef>
              <a:spcAft>
                <a:spcPts val="1067"/>
              </a:spcAft>
              <a:buChar char="•"/>
              <a:defRPr sz="2000" b="0">
                <a:solidFill>
                  <a:schemeClr val="tx1"/>
                </a:solidFill>
                <a:latin typeface="+mn-lt"/>
                <a:ea typeface="+mn-lt"/>
                <a:cs typeface="+mn-lt"/>
              </a:defRPr>
            </a:lvl6pPr>
            <a:lvl7pPr marL="1828800" indent="-203200" algn="l">
              <a:lnSpc>
                <a:spcPct val="110000"/>
              </a:lnSpc>
              <a:spcBef>
                <a:spcPts val="0"/>
              </a:spcBef>
              <a:spcAft>
                <a:spcPts val="1067"/>
              </a:spcAft>
              <a:buChar char="•"/>
              <a:defRPr sz="2000" b="0">
                <a:solidFill>
                  <a:schemeClr val="tx1"/>
                </a:solidFill>
                <a:latin typeface="+mn-lt"/>
                <a:ea typeface="+mn-lt"/>
                <a:cs typeface="+mn-lt"/>
              </a:defRPr>
            </a:lvl7pPr>
            <a:lvl8pPr marL="2099733" indent="-203200" algn="l">
              <a:lnSpc>
                <a:spcPct val="110000"/>
              </a:lnSpc>
              <a:spcBef>
                <a:spcPts val="0"/>
              </a:spcBef>
              <a:spcAft>
                <a:spcPts val="1067"/>
              </a:spcAft>
              <a:buChar char="•"/>
              <a:defRPr sz="2000" b="0">
                <a:solidFill>
                  <a:schemeClr val="tx1"/>
                </a:solidFill>
                <a:latin typeface="+mn-lt"/>
                <a:ea typeface="+mn-lt"/>
                <a:cs typeface="+mn-lt"/>
              </a:defRPr>
            </a:lvl8pPr>
            <a:lvl9pPr marL="2370667" indent="-203200" algn="l">
              <a:lnSpc>
                <a:spcPct val="110000"/>
              </a:lnSpc>
              <a:spcBef>
                <a:spcPts val="0"/>
              </a:spcBef>
              <a:spcAft>
                <a:spcPts val="1067"/>
              </a:spcAft>
              <a:buChar char="•"/>
              <a:defRPr sz="200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F31622C-395C-4372-98FC-81C57F609D28}"/>
              </a:ext>
            </a:extLst>
          </p:cNvPr>
          <p:cNvSpPr>
            <a:spLocks xmlns:a="http://schemas.openxmlformats.org/drawingml/2006/main" noGrp="1"/>
          </p:cNvSpPr>
          <p:nvPr>
            <p:ph type="title" idx="0"/>
          </p:nvPr>
        </p:nvSpPr>
        <p:spPr>
          <a:xfrm xmlns:a="http://schemas.openxmlformats.org/drawingml/2006/main">
            <a:off x="720090" y="474133"/>
            <a:ext cx="11361420" cy="745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933" b="1">
                <a:solidFill>
                  <a:schemeClr val="tx1"/>
                </a:solidFill>
                <a:latin typeface="+mj-lt"/>
                <a:ea typeface="+mj-lt"/>
                <a:cs typeface="+mj-lt"/>
              </a:defRPr>
            </a:defPPr>
            <a:lvl1pPr marL="0" indent="0" algn="l">
              <a:lnSpc>
                <a:spcPct val="110000"/>
              </a:lnSpc>
              <a:spcBef>
                <a:spcPts val="0"/>
              </a:spcBef>
              <a:spcAft>
                <a:spcPts val="0"/>
              </a:spcAft>
              <a:buNone/>
              <a:defRPr sz="2933" b="1">
                <a:solidFill>
                  <a:schemeClr val="tx1"/>
                </a:solidFill>
                <a:latin typeface="+mj-lt"/>
                <a:ea typeface="+mj-lt"/>
                <a:cs typeface="+mj-lt"/>
              </a:defRPr>
            </a:lvl1pPr>
            <a:lvl2pPr marL="0" indent="0" algn="l">
              <a:lnSpc>
                <a:spcPct val="110000"/>
              </a:lnSpc>
              <a:spcBef>
                <a:spcPts val="0"/>
              </a:spcBef>
              <a:spcAft>
                <a:spcPts val="0"/>
              </a:spcAft>
              <a:buNone/>
              <a:defRPr sz="2933" b="1">
                <a:solidFill>
                  <a:schemeClr val="tx1"/>
                </a:solidFill>
                <a:latin typeface="+mj-lt"/>
                <a:ea typeface="+mj-lt"/>
                <a:cs typeface="+mj-lt"/>
              </a:defRPr>
            </a:lvl2pPr>
            <a:lvl3pPr marL="0" indent="0" algn="l">
              <a:lnSpc>
                <a:spcPct val="110000"/>
              </a:lnSpc>
              <a:spcBef>
                <a:spcPts val="0"/>
              </a:spcBef>
              <a:spcAft>
                <a:spcPts val="0"/>
              </a:spcAft>
              <a:buNone/>
              <a:defRPr sz="2933" b="1">
                <a:solidFill>
                  <a:schemeClr val="tx1"/>
                </a:solidFill>
                <a:latin typeface="+mj-lt"/>
                <a:ea typeface="+mj-lt"/>
                <a:cs typeface="+mj-lt"/>
              </a:defRPr>
            </a:lvl3pPr>
            <a:lvl4pPr marL="0" indent="0" algn="l">
              <a:lnSpc>
                <a:spcPct val="110000"/>
              </a:lnSpc>
              <a:spcBef>
                <a:spcPts val="0"/>
              </a:spcBef>
              <a:spcAft>
                <a:spcPts val="0"/>
              </a:spcAft>
              <a:buNone/>
              <a:defRPr sz="2933" b="1">
                <a:solidFill>
                  <a:schemeClr val="tx1"/>
                </a:solidFill>
                <a:latin typeface="+mj-lt"/>
                <a:ea typeface="+mj-lt"/>
                <a:cs typeface="+mj-lt"/>
              </a:defRPr>
            </a:lvl4pPr>
            <a:lvl5pPr marL="0" indent="0" algn="l">
              <a:lnSpc>
                <a:spcPct val="110000"/>
              </a:lnSpc>
              <a:spcBef>
                <a:spcPts val="0"/>
              </a:spcBef>
              <a:spcAft>
                <a:spcPts val="0"/>
              </a:spcAft>
              <a:buNone/>
              <a:defRPr sz="2933" b="1">
                <a:solidFill>
                  <a:schemeClr val="tx1"/>
                </a:solidFill>
                <a:latin typeface="+mj-lt"/>
                <a:ea typeface="+mj-lt"/>
                <a:cs typeface="+mj-lt"/>
              </a:defRPr>
            </a:lvl5pPr>
            <a:lvl6pPr marL="0" indent="0" algn="l">
              <a:lnSpc>
                <a:spcPct val="110000"/>
              </a:lnSpc>
              <a:spcBef>
                <a:spcPts val="0"/>
              </a:spcBef>
              <a:spcAft>
                <a:spcPts val="0"/>
              </a:spcAft>
              <a:buNone/>
              <a:defRPr sz="2933" b="1">
                <a:solidFill>
                  <a:schemeClr val="tx1"/>
                </a:solidFill>
                <a:latin typeface="+mj-lt"/>
                <a:ea typeface="+mj-lt"/>
                <a:cs typeface="+mj-lt"/>
              </a:defRPr>
            </a:lvl6pPr>
            <a:lvl7pPr marL="0" indent="0" algn="l">
              <a:lnSpc>
                <a:spcPct val="110000"/>
              </a:lnSpc>
              <a:spcBef>
                <a:spcPts val="0"/>
              </a:spcBef>
              <a:spcAft>
                <a:spcPts val="0"/>
              </a:spcAft>
              <a:buNone/>
              <a:defRPr sz="2933" b="1">
                <a:solidFill>
                  <a:schemeClr val="tx1"/>
                </a:solidFill>
                <a:latin typeface="+mj-lt"/>
                <a:ea typeface="+mj-lt"/>
                <a:cs typeface="+mj-lt"/>
              </a:defRPr>
            </a:lvl7pPr>
            <a:lvl8pPr marL="0" indent="0" algn="l">
              <a:lnSpc>
                <a:spcPct val="110000"/>
              </a:lnSpc>
              <a:spcBef>
                <a:spcPts val="0"/>
              </a:spcBef>
              <a:spcAft>
                <a:spcPts val="0"/>
              </a:spcAft>
              <a:buNone/>
              <a:defRPr sz="2933" b="1">
                <a:solidFill>
                  <a:schemeClr val="tx1"/>
                </a:solidFill>
                <a:latin typeface="+mj-lt"/>
                <a:ea typeface="+mj-lt"/>
                <a:cs typeface="+mj-lt"/>
              </a:defRPr>
            </a:lvl8pPr>
            <a:lvl9pPr marL="0" indent="0" algn="l">
              <a:lnSpc>
                <a:spcPct val="110000"/>
              </a:lnSpc>
              <a:spcBef>
                <a:spcPts val="0"/>
              </a:spcBef>
              <a:spcAft>
                <a:spcPts val="0"/>
              </a:spcAft>
              <a:buNone/>
              <a:defRPr sz="2933"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FA90AFC-D2D9-4C3E-AB2D-830971F58C71}"/>
              </a:ext>
            </a:extLst>
          </p:cNvPr>
          <p:cNvSpPr>
            <a:spLocks xmlns:a="http://schemas.openxmlformats.org/drawingml/2006/main" noGrp="1"/>
          </p:cNvSpPr>
          <p:nvPr>
            <p:ph type="body" idx="1"/>
          </p:nvPr>
        </p:nvSpPr>
        <p:spPr>
          <a:xfrm xmlns:a="http://schemas.openxmlformats.org/drawingml/2006/main">
            <a:off x="720090" y="1693333"/>
            <a:ext cx="5280660" cy="3793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867" b="0">
                <a:solidFill>
                  <a:schemeClr val="tx1"/>
                </a:solidFill>
                <a:latin typeface="+mn-lt"/>
                <a:ea typeface="+mn-lt"/>
                <a:cs typeface="+mn-lt"/>
              </a:defRPr>
            </a:defPPr>
            <a:lvl1pPr marL="203200" indent="-203200" algn="l">
              <a:lnSpc>
                <a:spcPct val="110000"/>
              </a:lnSpc>
              <a:spcBef>
                <a:spcPts val="0"/>
              </a:spcBef>
              <a:spcAft>
                <a:spcPts val="1067"/>
              </a:spcAft>
              <a:buChar char="•"/>
              <a:defRPr sz="1867" b="0">
                <a:solidFill>
                  <a:schemeClr val="tx1"/>
                </a:solidFill>
                <a:latin typeface="+mn-lt"/>
                <a:ea typeface="+mn-lt"/>
                <a:cs typeface="+mn-lt"/>
              </a:defRPr>
            </a:lvl1pPr>
            <a:lvl2pPr marL="474133" indent="-203200" algn="l">
              <a:lnSpc>
                <a:spcPct val="110000"/>
              </a:lnSpc>
              <a:spcBef>
                <a:spcPts val="0"/>
              </a:spcBef>
              <a:spcAft>
                <a:spcPts val="1067"/>
              </a:spcAft>
              <a:buChar char="•"/>
              <a:defRPr sz="1867" b="0">
                <a:solidFill>
                  <a:schemeClr val="tx1"/>
                </a:solidFill>
                <a:latin typeface="+mn-lt"/>
                <a:ea typeface="+mn-lt"/>
                <a:cs typeface="+mn-lt"/>
              </a:defRPr>
            </a:lvl2pPr>
            <a:lvl3pPr marL="745067" indent="-203200" algn="l">
              <a:lnSpc>
                <a:spcPct val="110000"/>
              </a:lnSpc>
              <a:spcBef>
                <a:spcPts val="0"/>
              </a:spcBef>
              <a:spcAft>
                <a:spcPts val="1067"/>
              </a:spcAft>
              <a:buChar char="•"/>
              <a:defRPr sz="1867" b="0">
                <a:solidFill>
                  <a:schemeClr val="tx1"/>
                </a:solidFill>
                <a:latin typeface="+mn-lt"/>
                <a:ea typeface="+mn-lt"/>
                <a:cs typeface="+mn-lt"/>
              </a:defRPr>
            </a:lvl3pPr>
            <a:lvl4pPr marL="1016000" indent="-203200" algn="l">
              <a:lnSpc>
                <a:spcPct val="110000"/>
              </a:lnSpc>
              <a:spcBef>
                <a:spcPts val="0"/>
              </a:spcBef>
              <a:spcAft>
                <a:spcPts val="1067"/>
              </a:spcAft>
              <a:buChar char="•"/>
              <a:defRPr sz="1867" b="0">
                <a:solidFill>
                  <a:schemeClr val="tx1"/>
                </a:solidFill>
                <a:latin typeface="+mn-lt"/>
                <a:ea typeface="+mn-lt"/>
                <a:cs typeface="+mn-lt"/>
              </a:defRPr>
            </a:lvl4pPr>
            <a:lvl5pPr marL="1286933" indent="-203200" algn="l">
              <a:lnSpc>
                <a:spcPct val="110000"/>
              </a:lnSpc>
              <a:spcBef>
                <a:spcPts val="0"/>
              </a:spcBef>
              <a:spcAft>
                <a:spcPts val="1067"/>
              </a:spcAft>
              <a:buChar char="•"/>
              <a:defRPr sz="1867" b="0">
                <a:solidFill>
                  <a:schemeClr val="tx1"/>
                </a:solidFill>
                <a:latin typeface="+mn-lt"/>
                <a:ea typeface="+mn-lt"/>
                <a:cs typeface="+mn-lt"/>
              </a:defRPr>
            </a:lvl5pPr>
            <a:lvl6pPr marL="1557867" indent="-203200" algn="l">
              <a:lnSpc>
                <a:spcPct val="110000"/>
              </a:lnSpc>
              <a:spcBef>
                <a:spcPts val="0"/>
              </a:spcBef>
              <a:spcAft>
                <a:spcPts val="1067"/>
              </a:spcAft>
              <a:buChar char="•"/>
              <a:defRPr sz="1867" b="0">
                <a:solidFill>
                  <a:schemeClr val="tx1"/>
                </a:solidFill>
                <a:latin typeface="+mn-lt"/>
                <a:ea typeface="+mn-lt"/>
                <a:cs typeface="+mn-lt"/>
              </a:defRPr>
            </a:lvl6pPr>
            <a:lvl7pPr marL="1828800" indent="-203200" algn="l">
              <a:lnSpc>
                <a:spcPct val="110000"/>
              </a:lnSpc>
              <a:spcBef>
                <a:spcPts val="0"/>
              </a:spcBef>
              <a:spcAft>
                <a:spcPts val="1067"/>
              </a:spcAft>
              <a:buChar char="•"/>
              <a:defRPr sz="1867" b="0">
                <a:solidFill>
                  <a:schemeClr val="tx1"/>
                </a:solidFill>
                <a:latin typeface="+mn-lt"/>
                <a:ea typeface="+mn-lt"/>
                <a:cs typeface="+mn-lt"/>
              </a:defRPr>
            </a:lvl7pPr>
            <a:lvl8pPr marL="2099733" indent="-203200" algn="l">
              <a:lnSpc>
                <a:spcPct val="110000"/>
              </a:lnSpc>
              <a:spcBef>
                <a:spcPts val="0"/>
              </a:spcBef>
              <a:spcAft>
                <a:spcPts val="1067"/>
              </a:spcAft>
              <a:buChar char="•"/>
              <a:defRPr sz="1867" b="0">
                <a:solidFill>
                  <a:schemeClr val="tx1"/>
                </a:solidFill>
                <a:latin typeface="+mn-lt"/>
                <a:ea typeface="+mn-lt"/>
                <a:cs typeface="+mn-lt"/>
              </a:defRPr>
            </a:lvl8pPr>
            <a:lvl9pPr marL="2370667" indent="-203200" algn="l">
              <a:lnSpc>
                <a:spcPct val="110000"/>
              </a:lnSpc>
              <a:spcBef>
                <a:spcPts val="0"/>
              </a:spcBef>
              <a:spcAft>
                <a:spcPts val="1067"/>
              </a:spcAft>
              <a:buChar char="•"/>
              <a:defRPr sz="1867"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2A6B1FA-E87E-4BF1-B85D-DD927C79799D}"/>
              </a:ext>
            </a:extLst>
          </p:cNvPr>
          <p:cNvSpPr>
            <a:spLocks xmlns:a="http://schemas.openxmlformats.org/drawingml/2006/main" noGrp="1"/>
          </p:cNvSpPr>
          <p:nvPr>
            <p:ph type="body" idx="2"/>
          </p:nvPr>
        </p:nvSpPr>
        <p:spPr>
          <a:xfrm xmlns:a="http://schemas.openxmlformats.org/drawingml/2006/main">
            <a:off x="6800850" y="1693333"/>
            <a:ext cx="5280660" cy="3793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1867" b="0">
                <a:solidFill>
                  <a:schemeClr val="tx1"/>
                </a:solidFill>
                <a:latin typeface="+mn-lt"/>
                <a:ea typeface="+mn-lt"/>
                <a:cs typeface="+mn-lt"/>
              </a:defRPr>
            </a:defPPr>
            <a:lvl1pPr marL="203200" indent="-203200" algn="l">
              <a:lnSpc>
                <a:spcPct val="110000"/>
              </a:lnSpc>
              <a:spcBef>
                <a:spcPts val="0"/>
              </a:spcBef>
              <a:spcAft>
                <a:spcPts val="1067"/>
              </a:spcAft>
              <a:buChar char="•"/>
              <a:defRPr sz="1867" b="0">
                <a:solidFill>
                  <a:schemeClr val="tx1"/>
                </a:solidFill>
                <a:latin typeface="+mn-lt"/>
                <a:ea typeface="+mn-lt"/>
                <a:cs typeface="+mn-lt"/>
              </a:defRPr>
            </a:lvl1pPr>
            <a:lvl2pPr marL="474133" indent="-203200" algn="l">
              <a:lnSpc>
                <a:spcPct val="110000"/>
              </a:lnSpc>
              <a:spcBef>
                <a:spcPts val="0"/>
              </a:spcBef>
              <a:spcAft>
                <a:spcPts val="1067"/>
              </a:spcAft>
              <a:buChar char="•"/>
              <a:defRPr sz="1867" b="0">
                <a:solidFill>
                  <a:schemeClr val="tx1"/>
                </a:solidFill>
                <a:latin typeface="+mn-lt"/>
                <a:ea typeface="+mn-lt"/>
                <a:cs typeface="+mn-lt"/>
              </a:defRPr>
            </a:lvl2pPr>
            <a:lvl3pPr marL="745067" indent="-203200" algn="l">
              <a:lnSpc>
                <a:spcPct val="110000"/>
              </a:lnSpc>
              <a:spcBef>
                <a:spcPts val="0"/>
              </a:spcBef>
              <a:spcAft>
                <a:spcPts val="1067"/>
              </a:spcAft>
              <a:buChar char="•"/>
              <a:defRPr sz="1867" b="0">
                <a:solidFill>
                  <a:schemeClr val="tx1"/>
                </a:solidFill>
                <a:latin typeface="+mn-lt"/>
                <a:ea typeface="+mn-lt"/>
                <a:cs typeface="+mn-lt"/>
              </a:defRPr>
            </a:lvl3pPr>
            <a:lvl4pPr marL="1016000" indent="-203200" algn="l">
              <a:lnSpc>
                <a:spcPct val="110000"/>
              </a:lnSpc>
              <a:spcBef>
                <a:spcPts val="0"/>
              </a:spcBef>
              <a:spcAft>
                <a:spcPts val="1067"/>
              </a:spcAft>
              <a:buChar char="•"/>
              <a:defRPr sz="1867" b="0">
                <a:solidFill>
                  <a:schemeClr val="tx1"/>
                </a:solidFill>
                <a:latin typeface="+mn-lt"/>
                <a:ea typeface="+mn-lt"/>
                <a:cs typeface="+mn-lt"/>
              </a:defRPr>
            </a:lvl4pPr>
            <a:lvl5pPr marL="1286933" indent="-203200" algn="l">
              <a:lnSpc>
                <a:spcPct val="110000"/>
              </a:lnSpc>
              <a:spcBef>
                <a:spcPts val="0"/>
              </a:spcBef>
              <a:spcAft>
                <a:spcPts val="1067"/>
              </a:spcAft>
              <a:buChar char="•"/>
              <a:defRPr sz="1867" b="0">
                <a:solidFill>
                  <a:schemeClr val="tx1"/>
                </a:solidFill>
                <a:latin typeface="+mn-lt"/>
                <a:ea typeface="+mn-lt"/>
                <a:cs typeface="+mn-lt"/>
              </a:defRPr>
            </a:lvl5pPr>
            <a:lvl6pPr marL="1557867" indent="-203200" algn="l">
              <a:lnSpc>
                <a:spcPct val="110000"/>
              </a:lnSpc>
              <a:spcBef>
                <a:spcPts val="0"/>
              </a:spcBef>
              <a:spcAft>
                <a:spcPts val="1067"/>
              </a:spcAft>
              <a:buChar char="•"/>
              <a:defRPr sz="1867" b="0">
                <a:solidFill>
                  <a:schemeClr val="tx1"/>
                </a:solidFill>
                <a:latin typeface="+mn-lt"/>
                <a:ea typeface="+mn-lt"/>
                <a:cs typeface="+mn-lt"/>
              </a:defRPr>
            </a:lvl6pPr>
            <a:lvl7pPr marL="1828800" indent="-203200" algn="l">
              <a:lnSpc>
                <a:spcPct val="110000"/>
              </a:lnSpc>
              <a:spcBef>
                <a:spcPts val="0"/>
              </a:spcBef>
              <a:spcAft>
                <a:spcPts val="1067"/>
              </a:spcAft>
              <a:buChar char="•"/>
              <a:defRPr sz="1867" b="0">
                <a:solidFill>
                  <a:schemeClr val="tx1"/>
                </a:solidFill>
                <a:latin typeface="+mn-lt"/>
                <a:ea typeface="+mn-lt"/>
                <a:cs typeface="+mn-lt"/>
              </a:defRPr>
            </a:lvl7pPr>
            <a:lvl8pPr marL="2099733" indent="-203200" algn="l">
              <a:lnSpc>
                <a:spcPct val="110000"/>
              </a:lnSpc>
              <a:spcBef>
                <a:spcPts val="0"/>
              </a:spcBef>
              <a:spcAft>
                <a:spcPts val="1067"/>
              </a:spcAft>
              <a:buChar char="•"/>
              <a:defRPr sz="1867" b="0">
                <a:solidFill>
                  <a:schemeClr val="tx1"/>
                </a:solidFill>
                <a:latin typeface="+mn-lt"/>
                <a:ea typeface="+mn-lt"/>
                <a:cs typeface="+mn-lt"/>
              </a:defRPr>
            </a:lvl8pPr>
            <a:lvl9pPr marL="2370667" indent="-203200" algn="l">
              <a:lnSpc>
                <a:spcPct val="110000"/>
              </a:lnSpc>
              <a:spcBef>
                <a:spcPts val="0"/>
              </a:spcBef>
              <a:spcAft>
                <a:spcPts val="1067"/>
              </a:spcAft>
              <a:buChar char="•"/>
              <a:defRPr sz="1867"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17A1F9D-D7F6-4B54-8637-5CDEFDAA7A2F}"/>
              </a:ext>
            </a:extLst>
          </p:cNvPr>
          <p:cNvSpPr>
            <a:spLocks xmlns:a="http://schemas.openxmlformats.org/drawingml/2006/main" noGrp="1"/>
          </p:cNvSpPr>
          <p:nvPr>
            <p:ph type="title" idx="0"/>
          </p:nvPr>
        </p:nvSpPr>
        <p:spPr>
          <a:xfrm xmlns:a="http://schemas.openxmlformats.org/drawingml/2006/main">
            <a:off x="720090" y="474133"/>
            <a:ext cx="11361420" cy="745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933" b="1">
                <a:solidFill>
                  <a:schemeClr val="tx1"/>
                </a:solidFill>
                <a:latin typeface="+mj-lt"/>
                <a:ea typeface="+mj-lt"/>
                <a:cs typeface="+mj-lt"/>
              </a:defRPr>
            </a:defPPr>
            <a:lvl1pPr marL="0" indent="0" algn="l">
              <a:lnSpc>
                <a:spcPct val="110000"/>
              </a:lnSpc>
              <a:spcBef>
                <a:spcPts val="0"/>
              </a:spcBef>
              <a:spcAft>
                <a:spcPts val="0"/>
              </a:spcAft>
              <a:buNone/>
              <a:defRPr sz="2933" b="1">
                <a:solidFill>
                  <a:schemeClr val="tx1"/>
                </a:solidFill>
                <a:latin typeface="+mj-lt"/>
                <a:ea typeface="+mj-lt"/>
                <a:cs typeface="+mj-lt"/>
              </a:defRPr>
            </a:lvl1pPr>
            <a:lvl2pPr marL="0" indent="0" algn="l">
              <a:lnSpc>
                <a:spcPct val="110000"/>
              </a:lnSpc>
              <a:spcBef>
                <a:spcPts val="0"/>
              </a:spcBef>
              <a:spcAft>
                <a:spcPts val="0"/>
              </a:spcAft>
              <a:buNone/>
              <a:defRPr sz="2933" b="1">
                <a:solidFill>
                  <a:schemeClr val="tx1"/>
                </a:solidFill>
                <a:latin typeface="+mj-lt"/>
                <a:ea typeface="+mj-lt"/>
                <a:cs typeface="+mj-lt"/>
              </a:defRPr>
            </a:lvl2pPr>
            <a:lvl3pPr marL="0" indent="0" algn="l">
              <a:lnSpc>
                <a:spcPct val="110000"/>
              </a:lnSpc>
              <a:spcBef>
                <a:spcPts val="0"/>
              </a:spcBef>
              <a:spcAft>
                <a:spcPts val="0"/>
              </a:spcAft>
              <a:buNone/>
              <a:defRPr sz="2933" b="1">
                <a:solidFill>
                  <a:schemeClr val="tx1"/>
                </a:solidFill>
                <a:latin typeface="+mj-lt"/>
                <a:ea typeface="+mj-lt"/>
                <a:cs typeface="+mj-lt"/>
              </a:defRPr>
            </a:lvl3pPr>
            <a:lvl4pPr marL="0" indent="0" algn="l">
              <a:lnSpc>
                <a:spcPct val="110000"/>
              </a:lnSpc>
              <a:spcBef>
                <a:spcPts val="0"/>
              </a:spcBef>
              <a:spcAft>
                <a:spcPts val="0"/>
              </a:spcAft>
              <a:buNone/>
              <a:defRPr sz="2933" b="1">
                <a:solidFill>
                  <a:schemeClr val="tx1"/>
                </a:solidFill>
                <a:latin typeface="+mj-lt"/>
                <a:ea typeface="+mj-lt"/>
                <a:cs typeface="+mj-lt"/>
              </a:defRPr>
            </a:lvl4pPr>
            <a:lvl5pPr marL="0" indent="0" algn="l">
              <a:lnSpc>
                <a:spcPct val="110000"/>
              </a:lnSpc>
              <a:spcBef>
                <a:spcPts val="0"/>
              </a:spcBef>
              <a:spcAft>
                <a:spcPts val="0"/>
              </a:spcAft>
              <a:buNone/>
              <a:defRPr sz="2933" b="1">
                <a:solidFill>
                  <a:schemeClr val="tx1"/>
                </a:solidFill>
                <a:latin typeface="+mj-lt"/>
                <a:ea typeface="+mj-lt"/>
                <a:cs typeface="+mj-lt"/>
              </a:defRPr>
            </a:lvl5pPr>
            <a:lvl6pPr marL="0" indent="0" algn="l">
              <a:lnSpc>
                <a:spcPct val="110000"/>
              </a:lnSpc>
              <a:spcBef>
                <a:spcPts val="0"/>
              </a:spcBef>
              <a:spcAft>
                <a:spcPts val="0"/>
              </a:spcAft>
              <a:buNone/>
              <a:defRPr sz="2933" b="1">
                <a:solidFill>
                  <a:schemeClr val="tx1"/>
                </a:solidFill>
                <a:latin typeface="+mj-lt"/>
                <a:ea typeface="+mj-lt"/>
                <a:cs typeface="+mj-lt"/>
              </a:defRPr>
            </a:lvl6pPr>
            <a:lvl7pPr marL="0" indent="0" algn="l">
              <a:lnSpc>
                <a:spcPct val="110000"/>
              </a:lnSpc>
              <a:spcBef>
                <a:spcPts val="0"/>
              </a:spcBef>
              <a:spcAft>
                <a:spcPts val="0"/>
              </a:spcAft>
              <a:buNone/>
              <a:defRPr sz="2933" b="1">
                <a:solidFill>
                  <a:schemeClr val="tx1"/>
                </a:solidFill>
                <a:latin typeface="+mj-lt"/>
                <a:ea typeface="+mj-lt"/>
                <a:cs typeface="+mj-lt"/>
              </a:defRPr>
            </a:lvl7pPr>
            <a:lvl8pPr marL="0" indent="0" algn="l">
              <a:lnSpc>
                <a:spcPct val="110000"/>
              </a:lnSpc>
              <a:spcBef>
                <a:spcPts val="0"/>
              </a:spcBef>
              <a:spcAft>
                <a:spcPts val="0"/>
              </a:spcAft>
              <a:buNone/>
              <a:defRPr sz="2933" b="1">
                <a:solidFill>
                  <a:schemeClr val="tx1"/>
                </a:solidFill>
                <a:latin typeface="+mj-lt"/>
                <a:ea typeface="+mj-lt"/>
                <a:cs typeface="+mj-lt"/>
              </a:defRPr>
            </a:lvl8pPr>
            <a:lvl9pPr marL="0" indent="0" algn="l">
              <a:lnSpc>
                <a:spcPct val="110000"/>
              </a:lnSpc>
              <a:spcBef>
                <a:spcPts val="0"/>
              </a:spcBef>
              <a:spcAft>
                <a:spcPts val="0"/>
              </a:spcAft>
              <a:buNone/>
              <a:defRPr sz="2933"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2B3194F-35AA-4DE3-AFE4-7BD658C579AD}"/>
              </a:ext>
            </a:extLst>
          </p:cNvPr>
          <p:cNvSpPr>
            <a:spLocks xmlns:a="http://schemas.openxmlformats.org/drawingml/2006/main" noGrp="1"/>
          </p:cNvSpPr>
          <p:nvPr>
            <p:ph type="body" idx="1"/>
          </p:nvPr>
        </p:nvSpPr>
        <p:spPr>
          <a:xfrm xmlns:a="http://schemas.openxmlformats.org/drawingml/2006/main">
            <a:off x="720090" y="1693333"/>
            <a:ext cx="5280660" cy="3793067"/>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000" b="0">
                <a:solidFill>
                  <a:schemeClr val="tx1"/>
                </a:solidFill>
                <a:latin typeface="+mn-lt"/>
                <a:ea typeface="+mn-lt"/>
                <a:cs typeface="+mn-lt"/>
              </a:defRPr>
            </a:defPPr>
            <a:lvl1pPr marL="203200" indent="-203200" algn="l">
              <a:lnSpc>
                <a:spcPct val="110000"/>
              </a:lnSpc>
              <a:spcBef>
                <a:spcPts val="0"/>
              </a:spcBef>
              <a:spcAft>
                <a:spcPts val="1067"/>
              </a:spcAft>
              <a:buChar char="•"/>
              <a:defRPr sz="2000" b="0">
                <a:solidFill>
                  <a:schemeClr val="tx1"/>
                </a:solidFill>
                <a:latin typeface="+mn-lt"/>
                <a:ea typeface="+mn-lt"/>
                <a:cs typeface="+mn-lt"/>
              </a:defRPr>
            </a:lvl1pPr>
            <a:lvl2pPr marL="474133" indent="-203200" algn="l">
              <a:lnSpc>
                <a:spcPct val="110000"/>
              </a:lnSpc>
              <a:spcBef>
                <a:spcPts val="0"/>
              </a:spcBef>
              <a:spcAft>
                <a:spcPts val="1067"/>
              </a:spcAft>
              <a:buChar char="•"/>
              <a:defRPr sz="2000" b="0">
                <a:solidFill>
                  <a:schemeClr val="tx1"/>
                </a:solidFill>
                <a:latin typeface="+mn-lt"/>
                <a:ea typeface="+mn-lt"/>
                <a:cs typeface="+mn-lt"/>
              </a:defRPr>
            </a:lvl2pPr>
            <a:lvl3pPr marL="745067" indent="-203200" algn="l">
              <a:lnSpc>
                <a:spcPct val="110000"/>
              </a:lnSpc>
              <a:spcBef>
                <a:spcPts val="0"/>
              </a:spcBef>
              <a:spcAft>
                <a:spcPts val="1067"/>
              </a:spcAft>
              <a:buChar char="•"/>
              <a:defRPr sz="2000" b="0">
                <a:solidFill>
                  <a:schemeClr val="tx1"/>
                </a:solidFill>
                <a:latin typeface="+mn-lt"/>
                <a:ea typeface="+mn-lt"/>
                <a:cs typeface="+mn-lt"/>
              </a:defRPr>
            </a:lvl3pPr>
            <a:lvl4pPr marL="1016000" indent="-203200" algn="l">
              <a:lnSpc>
                <a:spcPct val="110000"/>
              </a:lnSpc>
              <a:spcBef>
                <a:spcPts val="0"/>
              </a:spcBef>
              <a:spcAft>
                <a:spcPts val="1067"/>
              </a:spcAft>
              <a:buChar char="•"/>
              <a:defRPr sz="2000" b="0">
                <a:solidFill>
                  <a:schemeClr val="tx1"/>
                </a:solidFill>
                <a:latin typeface="+mn-lt"/>
                <a:ea typeface="+mn-lt"/>
                <a:cs typeface="+mn-lt"/>
              </a:defRPr>
            </a:lvl4pPr>
            <a:lvl5pPr marL="1286933" indent="-203200" algn="l">
              <a:lnSpc>
                <a:spcPct val="110000"/>
              </a:lnSpc>
              <a:spcBef>
                <a:spcPts val="0"/>
              </a:spcBef>
              <a:spcAft>
                <a:spcPts val="1067"/>
              </a:spcAft>
              <a:buChar char="•"/>
              <a:defRPr sz="2000" b="0">
                <a:solidFill>
                  <a:schemeClr val="tx1"/>
                </a:solidFill>
                <a:latin typeface="+mn-lt"/>
                <a:ea typeface="+mn-lt"/>
                <a:cs typeface="+mn-lt"/>
              </a:defRPr>
            </a:lvl5pPr>
            <a:lvl6pPr marL="1557867" indent="-203200" algn="l">
              <a:lnSpc>
                <a:spcPct val="110000"/>
              </a:lnSpc>
              <a:spcBef>
                <a:spcPts val="0"/>
              </a:spcBef>
              <a:spcAft>
                <a:spcPts val="1067"/>
              </a:spcAft>
              <a:buChar char="•"/>
              <a:defRPr sz="2000" b="0">
                <a:solidFill>
                  <a:schemeClr val="tx1"/>
                </a:solidFill>
                <a:latin typeface="+mn-lt"/>
                <a:ea typeface="+mn-lt"/>
                <a:cs typeface="+mn-lt"/>
              </a:defRPr>
            </a:lvl6pPr>
            <a:lvl7pPr marL="1828800" indent="-203200" algn="l">
              <a:lnSpc>
                <a:spcPct val="110000"/>
              </a:lnSpc>
              <a:spcBef>
                <a:spcPts val="0"/>
              </a:spcBef>
              <a:spcAft>
                <a:spcPts val="1067"/>
              </a:spcAft>
              <a:buChar char="•"/>
              <a:defRPr sz="2000" b="0">
                <a:solidFill>
                  <a:schemeClr val="tx1"/>
                </a:solidFill>
                <a:latin typeface="+mn-lt"/>
                <a:ea typeface="+mn-lt"/>
                <a:cs typeface="+mn-lt"/>
              </a:defRPr>
            </a:lvl7pPr>
            <a:lvl8pPr marL="2099733" indent="-203200" algn="l">
              <a:lnSpc>
                <a:spcPct val="110000"/>
              </a:lnSpc>
              <a:spcBef>
                <a:spcPts val="0"/>
              </a:spcBef>
              <a:spcAft>
                <a:spcPts val="1067"/>
              </a:spcAft>
              <a:buChar char="•"/>
              <a:defRPr sz="2000" b="0">
                <a:solidFill>
                  <a:schemeClr val="tx1"/>
                </a:solidFill>
                <a:latin typeface="+mn-lt"/>
                <a:ea typeface="+mn-lt"/>
                <a:cs typeface="+mn-lt"/>
              </a:defRPr>
            </a:lvl8pPr>
            <a:lvl9pPr marL="2370667" indent="-203200" algn="l">
              <a:lnSpc>
                <a:spcPct val="110000"/>
              </a:lnSpc>
              <a:spcBef>
                <a:spcPts val="0"/>
              </a:spcBef>
              <a:spcAft>
                <a:spcPts val="1067"/>
              </a:spcAft>
              <a:buChar char="•"/>
              <a:defRPr sz="200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Relationships xmlns="http://schemas.openxmlformats.org/package/2006/relationships"><Relationship Type="http://schemas.openxmlformats.org/officeDocument/2006/relationships/theme" Target="/ppt/slideMasters/theme/theme2.xml" Id="R49cfd2acb3ca4ab2" /><Relationship Type="http://schemas.openxmlformats.org/officeDocument/2006/relationships/slideLayout" Target="/ppt/slideLayouts/slideLayout1.xml" Id="Re8a6ba379293463e" /><Relationship Type="http://schemas.openxmlformats.org/officeDocument/2006/relationships/slideLayout" Target="/ppt/slideLayouts/slideLayout2.xml" Id="R4cdcdff83c1a49e9" /><Relationship Type="http://schemas.openxmlformats.org/officeDocument/2006/relationships/slideLayout" Target="/ppt/slideLayouts/slideLayout3.xml" Id="Rd90f57c55fa040df" /><Relationship Type="http://schemas.openxmlformats.org/officeDocument/2006/relationships/slideLayout" Target="/ppt/slideLayouts/slideLayout4.xml" Id="Raef0ac67a71d4c76" /><Relationship Type="http://schemas.openxmlformats.org/officeDocument/2006/relationships/slideLayout" Target="/ppt/slideLayouts/slideLayout5.xml" Id="R387ba0aec79e49ff" /><Relationship Type="http://schemas.openxmlformats.org/officeDocument/2006/relationships/slideLayout" Target="/ppt/slideLayouts/slideLayout6.xml" Id="R31d37b32ae2448c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8a6ba379293463e"/>
    <p:sldLayoutId xmlns:r="http://schemas.openxmlformats.org/officeDocument/2006/relationships" id="2147483650" r:id="R4cdcdff83c1a49e9"/>
    <p:sldLayoutId xmlns:r="http://schemas.openxmlformats.org/officeDocument/2006/relationships" id="2147483651" r:id="Rd90f57c55fa040df"/>
    <p:sldLayoutId xmlns:r="http://schemas.openxmlformats.org/officeDocument/2006/relationships" id="2147483652" r:id="Raef0ac67a71d4c76"/>
    <p:sldLayoutId xmlns:r="http://schemas.openxmlformats.org/officeDocument/2006/relationships" id="2147483653" r:id="R387ba0aec79e49ff"/>
    <p:sldLayoutId xmlns:r="http://schemas.openxmlformats.org/officeDocument/2006/relationships" id="2147483654" r:id="R31d37b32ae2448c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Relationships xmlns="http://schemas.openxmlformats.org/package/2006/relationships"><Relationship Type="http://schemas.openxmlformats.org/officeDocument/2006/relationships/slideLayout" Target="/ppt/main_figures/Fig1/ppt/slideLayouts/slideLayout6.xml" Id="R8ebd4dec5ff045df" /><Relationship Type="http://schemas.openxmlformats.org/officeDocument/2006/relationships/image" Target="/ppt/main_figures/Fig1/ppt/media/image.png" Id="R98137c4fcc2d49d7" /><Relationship Type="http://schemas.openxmlformats.org/officeDocument/2006/relationships/image" Target="/ppt/main_figures/Fig1/ppt/media/image2.png" Id="R40527520ab964fed" /><Relationship Type="http://schemas.openxmlformats.org/officeDocument/2006/relationships/image" Target="/ppt/main_figures/Fig1/ppt/media/image3.png" Id="R6a76214cd59f4e21" /><Relationship Type="http://schemas.openxmlformats.org/officeDocument/2006/relationships/image" Target="/ppt/main_figures/Fig1/ppt/media/image4.png" Id="R866f10fda1b846fe" /><Relationship Type="http://schemas.openxmlformats.org/officeDocument/2006/relationships/image" Target="/ppt/main_figures/Fig1/ppt/media/image5.png" Id="R9222d24ce14d4c21" /><Relationship Type="http://schemas.openxmlformats.org/officeDocument/2006/relationships/image" Target="/ppt/main_figures/Fig1/ppt/media/image6.png" Id="R4d9d3d719a9247d3" /><Relationship Type="http://schemas.openxmlformats.org/officeDocument/2006/relationships/image" Target="/ppt/main_figures/Fig1/ppt/media/image7.png" Id="R9ac765dc614540c1" /><Relationship Type="http://schemas.openxmlformats.org/officeDocument/2006/relationships/image" Target="/ppt/main_figures/Fig1/ppt/media/image8.png" Id="R0ed711b67b7f406a" /><Relationship Type="http://schemas.openxmlformats.org/officeDocument/2006/relationships/image" Target="/ppt/main_figures/Fig1/ppt/media/image9.png" Id="Rb198c50358984de3" /><Relationship Type="http://schemas.openxmlformats.org/officeDocument/2006/relationships/notesSlide" Target="/ppt/main_figures/Fig1/ppt/notesSlides/notesSlide1.xml" Id="Rce35b436a9a84845" /></Relationships>
</file>

<file path=ppt/slides/_rels/slide2.xml.rels><?xml version='1.0' encoding='utf-8'?>
<Relationships xmlns="http://schemas.openxmlformats.org/package/2006/relationships"><Relationship Id="rId2" Type="http://schemas.openxmlformats.org/officeDocument/2006/relationships/notesSlide" Target="/ppt/main_figures/Fig2/ppt/notesSlides/notesSlide1.xml" /><Relationship Id="rId1" Type="http://schemas.openxmlformats.org/officeDocument/2006/relationships/slideLayout" Target="/ppt/main_figures/Fig2/ppt/slideLayouts/slideLayout1.xml" /></Relationships>
</file>

<file path=ppt/slides/_rels/slide3.xml.rels><?xml version='1.0' encoding='UTF-8' standalone='yes'?>
<Relationships xmlns="http://schemas.openxmlformats.org/package/2006/relationships"><Relationship Id="rId2" Type="http://schemas.openxmlformats.org/officeDocument/2006/relationships/notesSlide" Target="/ppt/main_figures/Fig3/ppt/notesSlides/notesSlide1.xml"/><Relationship Id="rId1" Type="http://schemas.openxmlformats.org/officeDocument/2006/relationships/slideLayout" Target="/ppt/main_figures/Fig3/ppt/slideLayouts/slideLayout6.xml"/></Relationships>
</file>

<file path=ppt/slides/_rels/slide4.xml.rels><?xml version='1.0' encoding='utf-8'?>
<Relationships xmlns="http://schemas.openxmlformats.org/package/2006/relationships"><Relationship Type="http://schemas.openxmlformats.org/officeDocument/2006/relationships/slideLayout" Target="/ppt/main_figures/Fig4/ppt/slideLayouts/slideLayout6.xml" Id="R25a3aa16a2fb4fe5" /><Relationship Type="http://schemas.openxmlformats.org/officeDocument/2006/relationships/notesSlide" Target="/ppt/main_figures/Fig4/ppt/notesSlides/notesSlide1.xml" Id="R7ff86239627245c7" /></Relationships>
</file>

<file path=ppt/slides/_rels/slide5.xml.rels><?xml version='1.0' encoding='utf-8'?>
<Relationships xmlns="http://schemas.openxmlformats.org/package/2006/relationships"><Relationship Type="http://schemas.openxmlformats.org/officeDocument/2006/relationships/slideLayout" Target="/ppt/main_figures/Fig5/ppt/slideLayouts/slideLayout6.xml" Id="Re1ef238375454479" /><Relationship Type="http://schemas.openxmlformats.org/officeDocument/2006/relationships/chart" Target="/ppt/main_figures/Fig5/ppt/slides/charts/chart1.xml" Id="R3fe300061d944fd2" /><Relationship Type="http://schemas.openxmlformats.org/officeDocument/2006/relationships/chart" Target="/ppt/main_figures/Fig5/ppt/slides/charts/chart2.xml" Id="R1690172561004f65" /><Relationship Type="http://schemas.openxmlformats.org/officeDocument/2006/relationships/chart" Target="/ppt/main_figures/Fig5/ppt/slides/charts/chart3.xml" Id="Re5b308f6c35844b2" /><Relationship Type="http://schemas.openxmlformats.org/officeDocument/2006/relationships/chart" Target="/ppt/main_figures/Fig5/ppt/slides/charts/chart4.xml" Id="R9d0cbc572bda4ed6" /><Relationship Type="http://schemas.openxmlformats.org/officeDocument/2006/relationships/chart" Target="/ppt/main_figures/Fig5/ppt/slides/charts/chart5.xml" Id="R5b4d00c5d1454383" /><Relationship Type="http://schemas.openxmlformats.org/officeDocument/2006/relationships/notesSlide" Target="/ppt/main_figures/Fig5/ppt/notesSlides/notesSlide1.xml" Id="R1f787ca14de74ad3" /></Relationships>
</file>

<file path=ppt/slides/_rels/slide6.xml.rels><?xml version='1.0' encoding='utf-8'?>
<Relationships xmlns="http://schemas.openxmlformats.org/package/2006/relationships"><Relationship Type="http://schemas.openxmlformats.org/officeDocument/2006/relationships/slideLayout" Target="/ppt/main_figures/Fig6/ppt/slideLayouts/slideLayout6.xml" Id="R840ff16dd25947e8" /><Relationship Type="http://schemas.openxmlformats.org/officeDocument/2006/relationships/image" Target="/ppt/main_figures/Fig6/ppt/media/image.png" Id="Rfa6da8679f214c30" /><Relationship Type="http://schemas.openxmlformats.org/officeDocument/2006/relationships/image" Target="/ppt/main_figures/Fig6/ppt/media/image2.png" Id="Rc911155fc5004465" /><Relationship Type="http://schemas.openxmlformats.org/officeDocument/2006/relationships/image" Target="/ppt/main_figures/Fig6/ppt/media/image3.png" Id="R116cebab8c0b4f41" /><Relationship Type="http://schemas.openxmlformats.org/officeDocument/2006/relationships/image" Target="/ppt/main_figures/Fig6/ppt/media/image4.png" Id="R0a2037ce2a8e4216" /><Relationship Type="http://schemas.openxmlformats.org/officeDocument/2006/relationships/image" Target="/ppt/main_figures/Fig6/ppt/media/image5.png" Id="R4294b00990454514" /><Relationship Type="http://schemas.openxmlformats.org/officeDocument/2006/relationships/image" Target="/ppt/main_figures/Fig6/ppt/media/image6.png" Id="R88659059dc254568" /><Relationship Type="http://schemas.openxmlformats.org/officeDocument/2006/relationships/image" Target="/ppt/main_figures/Fig6/ppt/media/image7.png" Id="R6524a439eacf43db" /><Relationship Type="http://schemas.openxmlformats.org/officeDocument/2006/relationships/image" Target="/ppt/main_figures/Fig6/ppt/media/image8.png" Id="Rb011c2de608f4d09" /><Relationship Type="http://schemas.openxmlformats.org/officeDocument/2006/relationships/image" Target="/ppt/main_figures/Fig6/ppt/media/image9.png" Id="R4eaf2762797f40fe" /><Relationship Type="http://schemas.openxmlformats.org/officeDocument/2006/relationships/image" Target="/ppt/main_figures/Fig6/ppt/media/image10.png" Id="Rb3fbfaa126e04a30" /><Relationship Type="http://schemas.openxmlformats.org/officeDocument/2006/relationships/notesSlide" Target="/ppt/main_figures/Fig6/ppt/notesSlides/notesSlide1.xml" Id="R19fccc24474b40bf" /></Relationships>
</file>

<file path=ppt/slides/_rels/slide7.xml.rels><?xml version='1.0' encoding='utf-8'?>
<Relationships xmlns="http://schemas.openxmlformats.org/package/2006/relationships"><Relationship Type="http://schemas.openxmlformats.org/officeDocument/2006/relationships/slideLayout" Target="/ppt/main_figures/Fig7/ppt/slideLayouts/slideLayout6.xml" Id="Rb7467d7a3dc34bea" /><Relationship Type="http://schemas.openxmlformats.org/officeDocument/2006/relationships/image" Target="/ppt/main_figures/Fig7/ppt/media/image.png" Id="R253f900e88144a64" /><Relationship Type="http://schemas.openxmlformats.org/officeDocument/2006/relationships/image" Target="/ppt/main_figures/Fig7/ppt/media/image2.png" Id="R3f9694ddd87042f0" /><Relationship Type="http://schemas.openxmlformats.org/officeDocument/2006/relationships/image" Target="/ppt/main_figures/Fig7/ppt/media/image3.png" Id="R842c093534944c0a" /><Relationship Type="http://schemas.openxmlformats.org/officeDocument/2006/relationships/image" Target="/ppt/main_figures/Fig7/ppt/media/image4.png" Id="R4c9786d88bc04978" /><Relationship Type="http://schemas.openxmlformats.org/officeDocument/2006/relationships/image" Target="/ppt/main_figures/Fig7/ppt/media/image5.png" Id="R02134ba4bcbe44da" /><Relationship Type="http://schemas.openxmlformats.org/officeDocument/2006/relationships/image" Target="/ppt/main_figures/Fig7/ppt/media/image6.png" Id="Rf7d9d49a9e9648f9" /><Relationship Type="http://schemas.openxmlformats.org/officeDocument/2006/relationships/image" Target="/ppt/main_figures/Fig7/ppt/media/image7.png" Id="R670ed4927ad74cb9" /><Relationship Type="http://schemas.openxmlformats.org/officeDocument/2006/relationships/image" Target="/ppt/main_figures/Fig7/ppt/media/image8.png" Id="R8aa60bd01a5540b4" /><Relationship Type="http://schemas.openxmlformats.org/officeDocument/2006/relationships/notesSlide" Target="/ppt/main_figures/Fig7/ppt/notesSlides/notesSlide1.xml" Id="Rf094d94c42be4df6" /><Relationship Type="http://schemas.openxmlformats.org/officeDocument/2006/relationships/image" Target="/ppt/main_figures/Fig7/ppt/media/preserved_top_50001.png" Id="rId50001" /><Relationship Type="http://schemas.openxmlformats.org/officeDocument/2006/relationships/image" Target="/ppt/main_figures/Fig7/ppt/media/preserved_top_50002.png" Id="rId50002" /><Relationship Type="http://schemas.openxmlformats.org/officeDocument/2006/relationships/image" Target="/ppt/main_figures/Fig7/ppt/media/preserved_top_50003.png" Id="rId50003" /><Relationship Type="http://schemas.openxmlformats.org/officeDocument/2006/relationships/image" Target="/ppt/main_figures/Fig7/ppt/media/preserved_top_50004.png" Id="rId50004" /></Relationships>
</file>

<file path=ppt/slides/_rels/slide8.xml.rels><?xml version='1.0' encoding='utf-8'?>
<Relationships xmlns="http://schemas.openxmlformats.org/package/2006/relationships"><Relationship Type="http://schemas.openxmlformats.org/officeDocument/2006/relationships/slideLayout" Target="/ppt/main_figures/Fig8/ppt/slideLayouts/slideLayout6.xml" Id="Rd4839f1ff92e44f2" /><Relationship Type="http://schemas.openxmlformats.org/officeDocument/2006/relationships/image" Target="/ppt/main_figures/Fig8/ppt/media/image.png" Id="R7909abcff5c7491b" /><Relationship Type="http://schemas.openxmlformats.org/officeDocument/2006/relationships/image" Target="/ppt/main_figures/Fig8/ppt/media/image2.png" Id="R10a23993c09c4cb5" /><Relationship Type="http://schemas.openxmlformats.org/officeDocument/2006/relationships/image" Target="/ppt/main_figures/Fig8/ppt/media/image3.png" Id="R1f30348dfd8d424c" /><Relationship Type="http://schemas.openxmlformats.org/officeDocument/2006/relationships/image" Target="/ppt/main_figures/Fig8/ppt/media/image4.png" Id="R625fa0795ee244fa" /><Relationship Type="http://schemas.openxmlformats.org/officeDocument/2006/relationships/notesSlide" Target="/ppt/main_figures/Fig8/ppt/notesSlides/notesSlide1.xml" Id="R89127701e7614160" /><Relationship Id="addedSource100043" Type="http://schemas.openxmlformats.org/officeDocument/2006/relationships/image" Target="/ppt/main_figures/Fig8/ppt/media/added_source_100043.png" /><Relationship Id="addedSource100053" Type="http://schemas.openxmlformats.org/officeDocument/2006/relationships/image" Target="/ppt/main_figures/Fig8/ppt/media/added_source_100053.png" /></Relationships>
</file>

<file path=ppt/slides/_rels/slide9.xml.rels><?xml version='1.0' encoding='utf-8'?>
<Relationships xmlns="http://schemas.openxmlformats.org/package/2006/relationships"><Relationship Type="http://schemas.openxmlformats.org/officeDocument/2006/relationships/slideLayout" Target="/ppt/main_figures/Fig9/ppt/slideLayouts/slideLayout6.xml" Id="Rd29a73450db741c6" /><Relationship Type="http://schemas.openxmlformats.org/officeDocument/2006/relationships/image" Target="/ppt/main_figures/Fig9/ppt/media/image.png" Id="R9ab9c0fb85204372" /><Relationship Type="http://schemas.openxmlformats.org/officeDocument/2006/relationships/image" Target="/ppt/main_figures/Fig9/ppt/media/image2.png" Id="R78fb98d9a8af476e" /><Relationship Type="http://schemas.openxmlformats.org/officeDocument/2006/relationships/image" Target="/ppt/main_figures/Fig9/ppt/media/image3.png" Id="R407d650ddf1440f5" /><Relationship Type="http://schemas.openxmlformats.org/officeDocument/2006/relationships/image" Target="/ppt/main_figures/Fig9/ppt/media/image4.png" Id="Rca544ad4d86345a5" /><Relationship Type="http://schemas.openxmlformats.org/officeDocument/2006/relationships/image" Target="/ppt/main_figures/Fig9/ppt/media/image5.png" Id="R9ff658b3385f4164" /><Relationship Type="http://schemas.openxmlformats.org/officeDocument/2006/relationships/image" Target="/ppt/main_figures/Fig9/ppt/media/image6.png" Id="R2004a92c0b3a4cac" /><Relationship Type="http://schemas.openxmlformats.org/officeDocument/2006/relationships/image" Target="/ppt/main_figures/Fig9/ppt/media/image7.png" Id="R355e38ca7c6b4f69" /><Relationship Type="http://schemas.openxmlformats.org/officeDocument/2006/relationships/image" Target="/ppt/main_figures/Fig9/ppt/media/image8.png" Id="R010b6224ce034ffe" /><Relationship Type="http://schemas.openxmlformats.org/officeDocument/2006/relationships/image" Target="/ppt/main_figures/Fig9/ppt/media/image9.png" Id="R0171dcdb745a43db" /><Relationship Type="http://schemas.openxmlformats.org/officeDocument/2006/relationships/notesSlide" Target="/ppt/main_figures/Fig9/ppt/notesSlides/notesSlide1.xml" Id="R9a6e1f0861cf459b" /><Relationship Id="addedSource100064" Type="http://schemas.openxmlformats.org/officeDocument/2006/relationships/image" Target="/ppt/main_figures/Fig9/ppt/media/added_source_100064.png" /><Relationship Id="addedSource100073" Type="http://schemas.openxmlformats.org/officeDocument/2006/relationships/image" Target="/ppt/main_figures/Fig9/ppt/media/added_source_100073.png" /><Relationship Id="addedSource100079" Type="http://schemas.openxmlformats.org/officeDocument/2006/relationships/image" Target="/ppt/main_figures/Fig9/ppt/media/added_source_100079.png" /><Relationship Id="addedSource100085" Type="http://schemas.openxmlformats.org/officeDocument/2006/relationships/image" Target="/ppt/main_figures/Fig9/ppt/media/added_source_100085.png" /><Relationship Id="addedSource100091" Type="http://schemas.openxmlformats.org/officeDocument/2006/relationships/image" Target="/ppt/main_figures/Fig9/ppt/media/added_source_100091.png" /></Relationships>
</file>

<file path=ppt/slides/_rels/slide10.xml.rels><?xml version='1.0' encoding='utf-8'?>
<Relationships xmlns="http://schemas.openxmlformats.org/package/2006/relationships"><Relationship Type="http://schemas.openxmlformats.org/officeDocument/2006/relationships/slideLayout" Target="/ppt/main_figures/Fig10/ppt/slideLayouts/slideLayout6.xml" Id="Ra8e1e61b2a014cf7" /><Relationship Type="http://schemas.openxmlformats.org/officeDocument/2006/relationships/image" Target="/ppt/main_figures/Fig10/ppt/media/image.png" Id="R88c82fee6b904343" /><Relationship Type="http://schemas.openxmlformats.org/officeDocument/2006/relationships/image" Target="/ppt/main_figures/Fig10/ppt/media/image2.png" Id="Ref728bb9d1b34a1e" /><Relationship Type="http://schemas.openxmlformats.org/officeDocument/2006/relationships/image" Target="/ppt/main_figures/Fig10/ppt/media/image3.png" Id="R0ba9d93acb0b42af" /><Relationship Type="http://schemas.openxmlformats.org/officeDocument/2006/relationships/image" Target="/ppt/main_figures/Fig10/ppt/media/image4.png" Id="R5b6e7a7ac1cf4fc8" /><Relationship Type="http://schemas.openxmlformats.org/officeDocument/2006/relationships/image" Target="/ppt/main_figures/Fig10/ppt/media/image5.png" Id="Rc2276ab18d354289" /><Relationship Type="http://schemas.openxmlformats.org/officeDocument/2006/relationships/image" Target="/ppt/main_figures/Fig10/ppt/media/image6.png" Id="R6cac25e28d7144ea" /><Relationship Type="http://schemas.openxmlformats.org/officeDocument/2006/relationships/image" Target="/ppt/main_figures/Fig10/ppt/media/image7.png" Id="Rfeafa6675f064b04" /><Relationship Type="http://schemas.openxmlformats.org/officeDocument/2006/relationships/image" Target="/ppt/main_figures/Fig10/ppt/media/image8.png" Id="R577adeaa070c4096" /><Relationship Type="http://schemas.openxmlformats.org/officeDocument/2006/relationships/image" Target="/ppt/main_figures/Fig10/ppt/media/image9.png" Id="R832e4a261b0440af" /><Relationship Type="http://schemas.openxmlformats.org/officeDocument/2006/relationships/image" Target="/ppt/main_figures/Fig10/ppt/media/image10.png" Id="R102eae7f35704adc" /><Relationship Type="http://schemas.openxmlformats.org/officeDocument/2006/relationships/notesSlide" Target="/ppt/main_figures/Fig10/ppt/notesSlides/notesSlide1.xml" Id="R7177761404234967" /><Relationship Id="FrameView_R2a7a041d5050447c" Type="http://schemas.openxmlformats.org/officeDocument/2006/relationships/image" Target="/ppt/main_figures/Fig10/ppt/fig9_frame_media/image.png" /><Relationship Id="FrameView_R83e1c010b825496c" Type="http://schemas.openxmlformats.org/officeDocument/2006/relationships/image" Target="/ppt/main_figures/Fig10/ppt/fig9_frame_media/image2.png" /><Relationship Id="FrameView_Rf17f8bde6fe240f7" Type="http://schemas.openxmlformats.org/officeDocument/2006/relationships/image" Target="/ppt/main_figures/Fig10/ppt/fig9_frame_media/image3.png" /></Relationships>
</file>

<file path=ppt/slides/_rels/slide11.xml.rels><?xml version='1.0' encoding='utf-8'?>
<Relationships xmlns="http://schemas.openxmlformats.org/package/2006/relationships"><Relationship Type="http://schemas.openxmlformats.org/officeDocument/2006/relationships/slideLayout" Target="/ppt/main_figures/Fig11/ppt/slideLayouts/slideLayout6.xml" Id="R9748401bc63240ee" /><Relationship Type="http://schemas.openxmlformats.org/officeDocument/2006/relationships/image" Target="/ppt/main_figures/Fig11/ppt/media/image.png" Id="R8e3dec1e95f9483e" /><Relationship Type="http://schemas.openxmlformats.org/officeDocument/2006/relationships/image" Target="/ppt/main_figures/Fig11/ppt/media/image2.png" Id="Rc89e92be5cdc423c" /><Relationship Type="http://schemas.openxmlformats.org/officeDocument/2006/relationships/image" Target="/ppt/main_figures/Fig11/ppt/media/image3.png" Id="Rb8703c6751794a98" /><Relationship Type="http://schemas.openxmlformats.org/officeDocument/2006/relationships/image" Target="/ppt/main_figures/Fig11/ppt/media/image4.png" Id="R138068ddb6b5406d" /><Relationship Type="http://schemas.openxmlformats.org/officeDocument/2006/relationships/image" Target="/ppt/main_figures/Fig11/ppt/media/image5.png" Id="R2b4eca6935d043f3" /><Relationship Type="http://schemas.openxmlformats.org/officeDocument/2006/relationships/image" Target="/ppt/main_figures/Fig11/ppt/media/image6.png" Id="R17bff3a3749c4f88" /><Relationship Type="http://schemas.openxmlformats.org/officeDocument/2006/relationships/image" Target="/ppt/main_figures/Fig11/ppt/media/image7.png" Id="Re4e1a71f2c4345da" /><Relationship Type="http://schemas.openxmlformats.org/officeDocument/2006/relationships/image" Target="/ppt/main_figures/Fig11/ppt/media/image8.png" Id="R64c7f2824b0b4d00" /><Relationship Type="http://schemas.openxmlformats.org/officeDocument/2006/relationships/notesSlide" Target="/ppt/main_figures/Fig11/ppt/notesSlides/notesSlide1.xml" Id="R7c2aaec7c99f4f08" /><Relationship Type="http://schemas.openxmlformats.org/officeDocument/2006/relationships/image" Target="/ppt/main_figures/Fig11/ppt/submission_case/ppt/media/image.png" Id="submission_R491d89be41e84fb6" /></Relationships>
</file>

<file path=ppt/slides/_rels/slide12.xml.rels><?xml version='1.0' encoding='utf-8'?>
<Relationships xmlns="http://schemas.openxmlformats.org/package/2006/relationships"><Relationship Type="http://schemas.openxmlformats.org/officeDocument/2006/relationships/slideLayout" Target="/ppt/main_figures/Fig12/ppt/slideLayouts/slideLayout6.xml" Id="R09684380c3b24c5a" /><Relationship Type="http://schemas.openxmlformats.org/officeDocument/2006/relationships/image" Target="/ppt/main_figures/Fig12/ppt/media/image.png" Id="R0fc5b50b55af4524" /><Relationship Type="http://schemas.openxmlformats.org/officeDocument/2006/relationships/image" Target="/ppt/main_figures/Fig12/ppt/media/image2.png" Id="R6e518d2b6b834b1c" /><Relationship Type="http://schemas.openxmlformats.org/officeDocument/2006/relationships/image" Target="/ppt/main_figures/Fig12/ppt/media/image3.png" Id="R11a257e058ca462a" /><Relationship Type="http://schemas.openxmlformats.org/officeDocument/2006/relationships/image" Target="/ppt/main_figures/Fig12/ppt/media/image4.png" Id="R0184382966ff4777" /><Relationship Type="http://schemas.openxmlformats.org/officeDocument/2006/relationships/image" Target="/ppt/main_figures/Fig12/ppt/media/image5.png" Id="R3b64e699ba19403d" /><Relationship Type="http://schemas.openxmlformats.org/officeDocument/2006/relationships/image" Target="/ppt/main_figures/Fig12/ppt/media/image6.png" Id="R1e822fd23d7c4ccb" /><Relationship Type="http://schemas.openxmlformats.org/officeDocument/2006/relationships/image" Target="/ppt/main_figures/Fig12/ppt/media/image7.png" Id="Rf842a86af5ac4745" /><Relationship Type="http://schemas.openxmlformats.org/officeDocument/2006/relationships/image" Target="/ppt/main_figures/Fig12/ppt/media/image8.png" Id="Rd142bff20e0e491b" /><Relationship Type="http://schemas.openxmlformats.org/officeDocument/2006/relationships/image" Target="/ppt/main_figures/Fig12/ppt/media/image9.png" Id="Re712989b92464244" /><Relationship Type="http://schemas.openxmlformats.org/officeDocument/2006/relationships/notesSlide" Target="/ppt/main_figures/Fig12/ppt/notesSlides/notesSlide1.xml" Id="Rdd4fc312200748f3" /></Relationships>
</file>

<file path=ppt/slides/_rels/slide13.xml.rels><?xml version='1.0' encoding='utf-8'?>
<Relationships xmlns="http://schemas.openxmlformats.org/package/2006/relationships"><Relationship Type="http://schemas.openxmlformats.org/officeDocument/2006/relationships/slideLayout" Target="/ppt/main_figures/Fig13/ppt/slideLayouts/slideLayout6.xml" Id="Rbcb2768a06334c0d" /><Relationship Type="http://schemas.openxmlformats.org/officeDocument/2006/relationships/image" Target="/ppt/main_figures/Fig13/ppt/media/image.png" Id="R634ec7d678d64150" /><Relationship Type="http://schemas.openxmlformats.org/officeDocument/2006/relationships/image" Target="/ppt/main_figures/Fig13/ppt/media/image2.png" Id="R7d9cede297ea44c0" /><Relationship Type="http://schemas.openxmlformats.org/officeDocument/2006/relationships/image" Target="/ppt/main_figures/Fig13/ppt/media/image3.png" Id="R821bd0b9183f4d2f" /><Relationship Type="http://schemas.openxmlformats.org/officeDocument/2006/relationships/image" Target="/ppt/main_figures/Fig13/ppt/media/image4.png" Id="R2c61afc213a34f18" /><Relationship Type="http://schemas.openxmlformats.org/officeDocument/2006/relationships/image" Target="/ppt/main_figures/Fig13/ppt/media/image5.png" Id="R06ef78ef3ca9405c" /><Relationship Type="http://schemas.openxmlformats.org/officeDocument/2006/relationships/image" Target="/ppt/main_figures/Fig13/ppt/media/image6.png" Id="R64553e667f5b4856" /><Relationship Type="http://schemas.openxmlformats.org/officeDocument/2006/relationships/image" Target="/ppt/main_figures/Fig13/ppt/media/image7.png" Id="R76e2683e934a43b2" /><Relationship Type="http://schemas.openxmlformats.org/officeDocument/2006/relationships/image" Target="/ppt/main_figures/Fig13/ppt/media/image8.png" Id="R3e60a96477bc4da4" /><Relationship Type="http://schemas.openxmlformats.org/officeDocument/2006/relationships/image" Target="/ppt/main_figures/Fig13/ppt/media/image9.png" Id="R8eccc4fa42544053" /><Relationship Type="http://schemas.openxmlformats.org/officeDocument/2006/relationships/image" Target="/ppt/main_figures/Fig13/ppt/media/image10.png" Id="Re6a2d988a4c44be7" /><Relationship Type="http://schemas.openxmlformats.org/officeDocument/2006/relationships/image" Target="/ppt/main_figures/Fig13/ppt/media/image11.png" Id="Rdf8176ac84734054" /><Relationship Type="http://schemas.openxmlformats.org/officeDocument/2006/relationships/image" Target="/ppt/main_figures/Fig13/ppt/media/image12.png" Id="R018e3504b5ad4977" /><Relationship Type="http://schemas.openxmlformats.org/officeDocument/2006/relationships/notesSlide" Target="/ppt/main_figures/Fig13/ppt/notesSlides/notesSlide1.xml" Id="R3dfd93d1f5ad4a4d" /></Relationships>
</file>

<file path=ppt/slides/_rels/slide14.xml.rels><?xml version='1.0' encoding='utf-8'?>
<Relationships xmlns="http://schemas.openxmlformats.org/package/2006/relationships"><Relationship Type="http://schemas.openxmlformats.org/officeDocument/2006/relationships/slideLayout" Target="/ppt/main_figures/Fig14/ppt/slideLayouts/slideLayout6.xml" Id="R9d9ea59ad84b4199" /><Relationship Type="http://schemas.openxmlformats.org/officeDocument/2006/relationships/chart" Target="/ppt/main_figures/Fig14/ppt/slides/charts/chart1.xml" Id="R7e059928ce994f9f" /><Relationship Type="http://schemas.openxmlformats.org/officeDocument/2006/relationships/chart" Target="/ppt/main_figures/Fig14/ppt/slides/charts/chart2.xml" Id="Rfa5850c507e14a9f" /><Relationship Type="http://schemas.openxmlformats.org/officeDocument/2006/relationships/chart" Target="/ppt/main_figures/Fig14/ppt/slides/charts/chart3.xml" Id="R1a60778a05b04885" /><Relationship Type="http://schemas.openxmlformats.org/officeDocument/2006/relationships/chart" Target="/ppt/main_figures/Fig14/ppt/slides/charts/chart4.xml" Id="R2cdcf40f6fbc40a2" /><Relationship Type="http://schemas.openxmlformats.org/officeDocument/2006/relationships/chart" Target="/ppt/main_figures/Fig14/ppt/slides/charts/chart5.xml" Id="Rd9f894a3aa614369" /><Relationship Type="http://schemas.openxmlformats.org/officeDocument/2006/relationships/chart" Target="/ppt/main_figures/Fig14/ppt/slides/charts/chart6.xml" Id="R18b31092227a46be" /><Relationship Type="http://schemas.openxmlformats.org/officeDocument/2006/relationships/notesSlide" Target="/ppt/main_figures/Fig14/ppt/notesSlides/notesSlide1.xml" Id="R2c2e80cce781492b" /></Relationships>
</file>

<file path=ppt/slides/slide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grpSp>
        <p:nvGrpSpPr>
          <p:cNvPr id="148" name="Manuscript Figure 1: Storms hourly overview, source event and local tracks"/>
          <p:cNvGrpSpPr/>
          <p:nvPr/>
        </p:nvGrpSpPr>
        <p:grpSpPr>
          <a:xfrm>
            <a:off x="0" y="0"/>
            <a:ext cx="12801600" cy="6096000"/>
            <a:chOff x="0" y="0"/>
            <a:chExt cx="12801600" cy="6096000"/>
          </a:xfrm>
        </p:grpSpPr>
        <p:sp>
          <p:nvSpPr>
            <p:cNvPr id="147" name="text_000">
              <a:extLst>
                <a:ext uri="{FF2B5EF4-FFF2-40B4-BE49-F238E27FC236}">
                  <ns2:creationId id="{D66480F9-609D-403A-8667-1D3810A5861B}"/>
                </a:ext>
              </a:extLst>
            </p:cNvPr>
            <p:cNvSpPr>
              <a:spLocks noGrp="1"/>
            </p:cNvSpPr>
            <p:nvPr/>
          </p:nvSpPr>
          <p:spPr>
            <a:xfrm rot="0">
              <a:off x="382429" y="60960"/>
              <a:ext cx="2286000" cy="257175"/>
            </a:xfrm>
            <a:prstGeom prst="rect">
              <a:avLst/>
            </a:prstGeom>
            <a:noFill/>
            <a:ln w="0">
              <a:noFill/>
              <a:prstDash val="solid"/>
            </a:ln>
          </p:spPr>
          <p:txBody>
            <a:bodyPr wrap="none" lIns="0" tIns="0" rIns="0" bIns="0" anchor="t">
              <a:noAutofit/>
            </a:bodyPr>
            <a:lstStyle>
              <a:defPPr algn="l">
                <a:defRPr sz="1500" b="1">
                  <a:solidFill>
                    <a:srgbClr val="000000"/>
                  </a:solidFill>
                  <a:latin typeface="Arial"/>
                  <a:ea typeface="Arial"/>
                  <a:cs typeface="Arial"/>
                </a:defRPr>
              </a:defPPr>
              <a:lvl1pPr algn="l">
                <a:defRPr sz="1500" b="1">
                  <a:solidFill>
                    <a:srgbClr val="000000"/>
                  </a:solidFill>
                  <a:latin typeface="Arial"/>
                  <a:ea typeface="Arial"/>
                  <a:cs typeface="Arial"/>
                </a:defRPr>
              </a:lvl1pPr>
              <a:lvl2pPr algn="l">
                <a:defRPr sz="1500" b="1">
                  <a:solidFill>
                    <a:srgbClr val="000000"/>
                  </a:solidFill>
                  <a:latin typeface="Arial"/>
                  <a:ea typeface="Arial"/>
                  <a:cs typeface="Arial"/>
                </a:defRPr>
              </a:lvl2pPr>
              <a:lvl3pPr algn="l">
                <a:defRPr sz="1500" b="1">
                  <a:solidFill>
                    <a:srgbClr val="000000"/>
                  </a:solidFill>
                  <a:latin typeface="Arial"/>
                  <a:ea typeface="Arial"/>
                  <a:cs typeface="Arial"/>
                </a:defRPr>
              </a:lvl3pPr>
              <a:lvl4pPr algn="l">
                <a:defRPr sz="1500" b="1">
                  <a:solidFill>
                    <a:srgbClr val="000000"/>
                  </a:solidFill>
                  <a:latin typeface="Arial"/>
                  <a:ea typeface="Arial"/>
                  <a:cs typeface="Arial"/>
                </a:defRPr>
              </a:lvl4pPr>
              <a:lvl5pPr algn="l">
                <a:defRPr sz="1500" b="1">
                  <a:solidFill>
                    <a:srgbClr val="000000"/>
                  </a:solidFill>
                  <a:latin typeface="Arial"/>
                  <a:ea typeface="Arial"/>
                  <a:cs typeface="Arial"/>
                </a:defRPr>
              </a:lvl5pPr>
              <a:lvl6pPr algn="l">
                <a:defRPr sz="1500" b="1">
                  <a:solidFill>
                    <a:srgbClr val="000000"/>
                  </a:solidFill>
                  <a:latin typeface="Arial"/>
                  <a:ea typeface="Arial"/>
                  <a:cs typeface="Arial"/>
                </a:defRPr>
              </a:lvl6pPr>
              <a:lvl7pPr algn="l">
                <a:defRPr sz="1500" b="1">
                  <a:solidFill>
                    <a:srgbClr val="000000"/>
                  </a:solidFill>
                  <a:latin typeface="Arial"/>
                  <a:ea typeface="Arial"/>
                  <a:cs typeface="Arial"/>
                </a:defRPr>
              </a:lvl7pPr>
              <a:lvl8pPr algn="l">
                <a:defRPr sz="1500" b="1">
                  <a:solidFill>
                    <a:srgbClr val="000000"/>
                  </a:solidFill>
                  <a:latin typeface="Arial"/>
                  <a:ea typeface="Arial"/>
                  <a:cs typeface="Arial"/>
                </a:defRPr>
              </a:lvl8pPr>
              <a:lvl9pPr algn="l">
                <a:defRPr sz="1500" b="1">
                  <a:solidFill>
                    <a:srgbClr val="000000"/>
                  </a:solidFill>
                  <a:latin typeface="Arial"/>
                  <a:ea typeface="Arial"/>
                  <a:cs typeface="Arial"/>
                </a:defRPr>
              </a:lvl9pPr>
            </a:lstStyle>
            <a:p>
              <a:pPr algn="l">
                <a:defRPr sz="1500" b="1">
                  <a:solidFill>
                    <a:srgbClr val="000000"/>
                  </a:solidFill>
                  <a:latin typeface="Arial"/>
                  <a:ea typeface="Arial"/>
                  <a:cs typeface="Arial"/>
                </a:defRPr>
              </a:pPr>
              <a:r>
                <a:rPr sz="1500" b="1">
                  <a:solidFill>
                    <a:srgbClr val="000000"/>
                  </a:solidFill>
                  <a:latin typeface="Arial"/>
                  <a:ea typeface="Arial"/>
                  <a:cs typeface="Arial"/>
                </a:rPr>
                <a:t>(a) RG-MTM-R20</a:t>
              </a:r>
            </a:p>
          </p:txBody>
        </p:sp>
        <p:sp>
          <p:nvSpPr>
            <p:cNvPr id="2" name="text_001">
              <a:extLst>
                <a:ext uri="{FF2B5EF4-FFF2-40B4-BE49-F238E27FC236}">
                  <ns2:creationId id="{09668DC0-47FD-4BD3-B346-86242C6A1558}"/>
                </a:ext>
              </a:extLst>
            </p:cNvPr>
            <p:cNvSpPr>
              <a:spLocks noGrp="1"/>
            </p:cNvSpPr>
            <p:nvPr/>
          </p:nvSpPr>
          <p:spPr>
            <a:xfrm rot="0">
              <a:off x="5162550" y="60960"/>
              <a:ext cx="3990975" cy="219075"/>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d = (0.948, -0.319) · -18.6°</a:t>
              </a:r>
            </a:p>
          </p:txBody>
        </p:sp>
        <p:pic>
          <p:nvPicPr>
            <p:cNvPr id="3" name="">
              <a:extLst>
                <a:ext uri="{FF2B5EF4-FFF2-40B4-BE49-F238E27FC236}">
                  <ns2:creationId id="{CDCD2DA2-DB01-4F7C-A779-C7CA96148FB2}"/>
                </a:ext>
              </a:extLst>
            </p:cNvPr>
            <p:cNvPicPr>
              <a:picLocks noChangeAspect="1"/>
            </p:cNvPicPr>
            <p:nvPr/>
          </p:nvPicPr>
          <p:blipFill>
            <a:blip r:embed="R98137c4fcc2d49d7"/>
            <a:stretch/>
          </p:blipFill>
          <p:spPr>
            <a:xfrm>
              <a:off x="382429" y="320040"/>
              <a:ext cx="8761095" cy="2971800"/>
            </a:xfrm>
            <a:prstGeom prst="rect">
              <a:avLst/>
            </a:prstGeom>
          </p:spPr>
        </p:pic>
        <p:sp>
          <p:nvSpPr>
            <p:cNvPr id="4" name="a_local_window_outline">
              <a:extLst>
                <a:ext uri="{FF2B5EF4-FFF2-40B4-BE49-F238E27FC236}">
                  <ns2:creationId id="{651B8DE7-01B8-45A5-9CFA-7190B7D22A1F}"/>
                </a:ext>
              </a:extLst>
            </p:cNvPr>
            <p:cNvSpPr>
              <a:spLocks noGrp="1"/>
            </p:cNvSpPr>
            <p:nvPr/>
          </p:nvSpPr>
          <p:spPr>
            <a:xfrm>
              <a:off x="7447828" y="320040"/>
              <a:ext cx="282616" cy="2971800"/>
            </a:xfrm>
            <a:custGeom>
              <a:pathLst>
                <a:path w="282616" h="2971800">
                  <a:moveTo>
                    <a:pt x="0" y="0"/>
                  </a:moveTo>
                  <a:lnTo>
                    <a:pt x="282616" y="0"/>
                  </a:lnTo>
                  <a:lnTo>
                    <a:pt x="282616" y="2971800"/>
                  </a:lnTo>
                  <a:lnTo>
                    <a:pt x="0" y="2971800"/>
                  </a:lnTo>
                  <a:lnTo>
                    <a:pt x="0" y="0"/>
                  </a:lnTo>
                </a:path>
              </a:pathLst>
            </a:custGeom>
            <a:noFill/>
            <a:ln w="12859">
              <a:solidFill>
                <a:srgbClr val="C73A37"/>
              </a:solidFill>
              <a:prstDash val="dash"/>
            </a:ln>
          </p:spPr>
        </p:sp>
        <p:sp>
          <p:nvSpPr>
            <p:cNvPr id="5" name="rect_003">
              <a:extLst>
                <a:ext uri="{FF2B5EF4-FFF2-40B4-BE49-F238E27FC236}">
                  <ns2:creationId id="{89E114C7-D563-458B-8C2C-B7D9B77F1169}"/>
                </a:ext>
              </a:extLst>
            </p:cNvPr>
            <p:cNvSpPr>
              <a:spLocks noGrp="1"/>
            </p:cNvSpPr>
            <p:nvPr/>
          </p:nvSpPr>
          <p:spPr>
            <a:xfrm rot="0">
              <a:off x="382429" y="320040"/>
              <a:ext cx="8761095" cy="2971800"/>
            </a:xfrm>
            <a:prstGeom prst="rect">
              <a:avLst/>
            </a:prstGeom>
            <a:noFill/>
            <a:ln w="7715">
              <a:solidFill>
                <a:srgbClr val="000000"/>
              </a:solidFill>
              <a:prstDash val="solid"/>
            </a:ln>
          </p:spPr>
        </p:sp>
        <p:sp>
          <p:nvSpPr>
            <p:cNvPr id="6" name="line_004">
              <a:extLst>
                <a:ext uri="{FF2B5EF4-FFF2-40B4-BE49-F238E27FC236}">
                  <ns2:creationId id="{D9B01A55-925F-468C-AFD4-C7ED1E448D33}"/>
                </a:ext>
              </a:extLst>
            </p:cNvPr>
            <p:cNvSpPr>
              <a:spLocks noGrp="1"/>
            </p:cNvSpPr>
            <p:nvPr/>
          </p:nvSpPr>
          <p:spPr>
            <a:xfrm>
              <a:off x="382429" y="3345180"/>
              <a:ext cx="8788908" cy="95"/>
            </a:xfrm>
            <a:custGeom>
              <a:pathLst>
                <a:path w="8788908" h="95">
                  <a:moveTo>
                    <a:pt x="0" y="0"/>
                  </a:moveTo>
                  <a:lnTo>
                    <a:pt x="8788908" y="0"/>
                  </a:lnTo>
                </a:path>
              </a:pathLst>
            </a:custGeom>
            <a:noFill/>
            <a:ln w="7715">
              <a:solidFill>
                <a:srgbClr val="000000"/>
              </a:solidFill>
              <a:prstDash val="solid"/>
            </a:ln>
          </p:spPr>
        </p:sp>
        <p:sp>
          <p:nvSpPr>
            <p:cNvPr id="7" name="line_005">
              <a:extLst>
                <a:ext uri="{FF2B5EF4-FFF2-40B4-BE49-F238E27FC236}">
                  <ns2:creationId id="{3FBF22AD-6485-4AD2-8E5A-C0DAEDCA015B}"/>
                </a:ext>
              </a:extLst>
            </p:cNvPr>
            <p:cNvSpPr>
              <a:spLocks noGrp="1"/>
            </p:cNvSpPr>
            <p:nvPr/>
          </p:nvSpPr>
          <p:spPr>
            <a:xfrm>
              <a:off x="9122664" y="3322320"/>
              <a:ext cx="48673" cy="22860"/>
            </a:xfrm>
            <a:custGeom>
              <a:pathLst>
                <a:path w="48673" h="22860">
                  <a:moveTo>
                    <a:pt x="0" y="0"/>
                  </a:moveTo>
                  <a:lnTo>
                    <a:pt x="48673" y="22860"/>
                  </a:lnTo>
                </a:path>
              </a:pathLst>
            </a:custGeom>
            <a:noFill/>
            <a:ln w="7715">
              <a:solidFill>
                <a:srgbClr val="000000"/>
              </a:solidFill>
              <a:prstDash val="solid"/>
            </a:ln>
          </p:spPr>
        </p:sp>
        <p:sp>
          <p:nvSpPr>
            <p:cNvPr id="8" name="line_006">
              <a:extLst>
                <a:ext uri="{FF2B5EF4-FFF2-40B4-BE49-F238E27FC236}">
                  <ns2:creationId id="{E87C72A0-19B7-46B4-B1CB-674D411C14B1}"/>
                </a:ext>
              </a:extLst>
            </p:cNvPr>
            <p:cNvSpPr>
              <a:spLocks noGrp="1"/>
            </p:cNvSpPr>
            <p:nvPr/>
          </p:nvSpPr>
          <p:spPr>
            <a:xfrm>
              <a:off x="9122664" y="3345180"/>
              <a:ext cx="48673" cy="22860"/>
            </a:xfrm>
            <a:custGeom>
              <a:pathLst>
                <a:path w="48673" h="22860">
                  <a:moveTo>
                    <a:pt x="0" y="22860"/>
                  </a:moveTo>
                  <a:lnTo>
                    <a:pt x="48673" y="0"/>
                  </a:lnTo>
                </a:path>
              </a:pathLst>
            </a:custGeom>
            <a:noFill/>
            <a:ln w="7715">
              <a:solidFill>
                <a:srgbClr val="000000"/>
              </a:solidFill>
              <a:prstDash val="solid"/>
            </a:ln>
          </p:spPr>
        </p:sp>
        <p:sp>
          <p:nvSpPr>
            <p:cNvPr id="9" name="line_007">
              <a:extLst>
                <a:ext uri="{FF2B5EF4-FFF2-40B4-BE49-F238E27FC236}">
                  <ns2:creationId id="{D8A5117A-29AF-4642-ADD6-BABCE219079C}"/>
                </a:ext>
              </a:extLst>
            </p:cNvPr>
            <p:cNvSpPr>
              <a:spLocks noGrp="1"/>
            </p:cNvSpPr>
            <p:nvPr/>
          </p:nvSpPr>
          <p:spPr>
            <a:xfrm>
              <a:off x="285083" y="259080"/>
              <a:ext cx="95" cy="3032760"/>
            </a:xfrm>
            <a:custGeom>
              <a:pathLst>
                <a:path w="95" h="3032760">
                  <a:moveTo>
                    <a:pt x="0" y="3032760"/>
                  </a:moveTo>
                  <a:lnTo>
                    <a:pt x="0" y="0"/>
                  </a:lnTo>
                </a:path>
              </a:pathLst>
            </a:custGeom>
            <a:noFill/>
            <a:ln w="7715">
              <a:solidFill>
                <a:srgbClr val="000000"/>
              </a:solidFill>
              <a:prstDash val="solid"/>
            </a:ln>
          </p:spPr>
        </p:sp>
        <p:sp>
          <p:nvSpPr>
            <p:cNvPr id="10" name="line_008">
              <a:extLst>
                <a:ext uri="{FF2B5EF4-FFF2-40B4-BE49-F238E27FC236}">
                  <ns2:creationId id="{2EF2BCF6-BD23-4904-9CD9-8A187DE8E205}"/>
                </a:ext>
              </a:extLst>
            </p:cNvPr>
            <p:cNvSpPr>
              <a:spLocks noGrp="1"/>
            </p:cNvSpPr>
            <p:nvPr/>
          </p:nvSpPr>
          <p:spPr>
            <a:xfrm>
              <a:off x="264224" y="259080"/>
              <a:ext cx="20860" cy="53340"/>
            </a:xfrm>
            <a:custGeom>
              <a:pathLst>
                <a:path w="20860" h="53340">
                  <a:moveTo>
                    <a:pt x="0" y="53340"/>
                  </a:moveTo>
                  <a:lnTo>
                    <a:pt x="20860" y="0"/>
                  </a:lnTo>
                </a:path>
              </a:pathLst>
            </a:custGeom>
            <a:noFill/>
            <a:ln w="7715">
              <a:solidFill>
                <a:srgbClr val="000000"/>
              </a:solidFill>
              <a:prstDash val="solid"/>
            </a:ln>
          </p:spPr>
        </p:sp>
        <p:sp>
          <p:nvSpPr>
            <p:cNvPr id="11" name="line_009">
              <a:extLst>
                <a:ext uri="{FF2B5EF4-FFF2-40B4-BE49-F238E27FC236}">
                  <ns2:creationId id="{16903BC1-3B19-4E4D-9D32-4B423B5E17EC}"/>
                </a:ext>
              </a:extLst>
            </p:cNvPr>
            <p:cNvSpPr>
              <a:spLocks noGrp="1"/>
            </p:cNvSpPr>
            <p:nvPr/>
          </p:nvSpPr>
          <p:spPr>
            <a:xfrm>
              <a:off x="285083" y="259080"/>
              <a:ext cx="20860" cy="53340"/>
            </a:xfrm>
            <a:custGeom>
              <a:pathLst>
                <a:path w="20860" h="53340">
                  <a:moveTo>
                    <a:pt x="20860" y="53340"/>
                  </a:moveTo>
                  <a:lnTo>
                    <a:pt x="0" y="0"/>
                  </a:lnTo>
                </a:path>
              </a:pathLst>
            </a:custGeom>
            <a:noFill/>
            <a:ln w="7715">
              <a:solidFill>
                <a:srgbClr val="000000"/>
              </a:solidFill>
              <a:prstDash val="solid"/>
            </a:ln>
          </p:spPr>
        </p:sp>
        <p:sp>
          <p:nvSpPr>
            <p:cNvPr id="12" name="text_010">
              <a:extLst>
                <a:ext uri="{FF2B5EF4-FFF2-40B4-BE49-F238E27FC236}">
                  <ns2:creationId id="{A258748C-709B-406E-94F1-3225CEB85F0C}"/>
                </a:ext>
              </a:extLst>
            </p:cNvPr>
            <p:cNvSpPr>
              <a:spLocks noGrp="1"/>
            </p:cNvSpPr>
            <p:nvPr/>
          </p:nvSpPr>
          <p:spPr>
            <a:xfrm rot="0">
              <a:off x="8795861" y="3638550"/>
              <a:ext cx="451961" cy="228600"/>
            </a:xfrm>
            <a:prstGeom prst="rect">
              <a:avLst/>
            </a:prstGeom>
            <a:noFill/>
            <a:ln w="0">
              <a:noFill/>
              <a:prstDash val="solid"/>
            </a:ln>
          </p:spPr>
          <p:txBody>
            <a:bodyPr wrap="none" lIns="0" tIns="0" rIns="0" bIns="0" anchor="t">
              <a:noAutofit/>
            </a:bodyPr>
            <a:lstStyle>
              <a:defPPr algn="r">
                <a:defRPr sz="1125" b="0">
                  <a:solidFill>
                    <a:srgbClr val="000000"/>
                  </a:solidFill>
                  <a:latin typeface="Arial"/>
                  <a:ea typeface="Arial"/>
                  <a:cs typeface="Arial"/>
                </a:defRPr>
              </a:defPPr>
              <a:lvl1pPr algn="r">
                <a:defRPr sz="1125" b="0">
                  <a:solidFill>
                    <a:srgbClr val="000000"/>
                  </a:solidFill>
                  <a:latin typeface="Arial"/>
                  <a:ea typeface="Arial"/>
                  <a:cs typeface="Arial"/>
                </a:defRPr>
              </a:lvl1pPr>
              <a:lvl2pPr algn="r">
                <a:defRPr sz="1125" b="0">
                  <a:solidFill>
                    <a:srgbClr val="000000"/>
                  </a:solidFill>
                  <a:latin typeface="Arial"/>
                  <a:ea typeface="Arial"/>
                  <a:cs typeface="Arial"/>
                </a:defRPr>
              </a:lvl2pPr>
              <a:lvl3pPr algn="r">
                <a:defRPr sz="1125" b="0">
                  <a:solidFill>
                    <a:srgbClr val="000000"/>
                  </a:solidFill>
                  <a:latin typeface="Arial"/>
                  <a:ea typeface="Arial"/>
                  <a:cs typeface="Arial"/>
                </a:defRPr>
              </a:lvl3pPr>
              <a:lvl4pPr algn="r">
                <a:defRPr sz="1125" b="0">
                  <a:solidFill>
                    <a:srgbClr val="000000"/>
                  </a:solidFill>
                  <a:latin typeface="Arial"/>
                  <a:ea typeface="Arial"/>
                  <a:cs typeface="Arial"/>
                </a:defRPr>
              </a:lvl4pPr>
              <a:lvl5pPr algn="r">
                <a:defRPr sz="1125" b="0">
                  <a:solidFill>
                    <a:srgbClr val="000000"/>
                  </a:solidFill>
                  <a:latin typeface="Arial"/>
                  <a:ea typeface="Arial"/>
                  <a:cs typeface="Arial"/>
                </a:defRPr>
              </a:lvl5pPr>
              <a:lvl6pPr algn="r">
                <a:defRPr sz="1125" b="0">
                  <a:solidFill>
                    <a:srgbClr val="000000"/>
                  </a:solidFill>
                  <a:latin typeface="Arial"/>
                  <a:ea typeface="Arial"/>
                  <a:cs typeface="Arial"/>
                </a:defRPr>
              </a:lvl6pPr>
              <a:lvl7pPr algn="r">
                <a:defRPr sz="1125" b="0">
                  <a:solidFill>
                    <a:srgbClr val="000000"/>
                  </a:solidFill>
                  <a:latin typeface="Arial"/>
                  <a:ea typeface="Arial"/>
                  <a:cs typeface="Arial"/>
                </a:defRPr>
              </a:lvl7pPr>
              <a:lvl8pPr algn="r">
                <a:defRPr sz="1125" b="0">
                  <a:solidFill>
                    <a:srgbClr val="000000"/>
                  </a:solidFill>
                  <a:latin typeface="Arial"/>
                  <a:ea typeface="Arial"/>
                  <a:cs typeface="Arial"/>
                </a:defRPr>
              </a:lvl8pPr>
              <a:lvl9pPr algn="r">
                <a:defRPr sz="1125" b="0">
                  <a:solidFill>
                    <a:srgbClr val="000000"/>
                  </a:solidFill>
                  <a:latin typeface="Arial"/>
                  <a:ea typeface="Arial"/>
                  <a:cs typeface="Arial"/>
                </a:defRPr>
              </a:lvl9pPr>
            </a:lstStyle>
            <a:p>
              <a:pPr algn="r">
                <a:defRPr sz="1125" b="0">
                  <a:solidFill>
                    <a:srgbClr val="000000"/>
                  </a:solidFill>
                  <a:latin typeface="Arial"/>
                  <a:ea typeface="Arial"/>
                  <a:cs typeface="Arial"/>
                </a:defRPr>
              </a:pPr>
              <a:r>
                <a:rPr sz="1125" b="0">
                  <a:solidFill>
                    <a:srgbClr val="000000"/>
                  </a:solidFill>
                  <a:latin typeface="Arial"/>
                  <a:ea typeface="Arial"/>
                  <a:cs typeface="Arial"/>
                </a:rPr>
                <a:t>Time</a:t>
              </a:r>
            </a:p>
          </p:txBody>
        </p:sp>
        <p:sp>
          <p:nvSpPr>
            <p:cNvPr id="13" name="a_reference_axis">
              <a:extLst>
                <a:ext uri="{FF2B5EF4-FFF2-40B4-BE49-F238E27FC236}">
                  <ns2:creationId id="{0A839A38-204A-4BE6-BC24-5315470B6DA5}"/>
                </a:ext>
              </a:extLst>
            </p:cNvPr>
            <p:cNvSpPr>
              <a:spLocks noGrp="1"/>
            </p:cNvSpPr>
            <p:nvPr/>
          </p:nvSpPr>
          <p:spPr>
            <a:xfrm rot="0">
              <a:off x="9525" y="990600"/>
              <a:ext cx="228600" cy="1952625"/>
            </a:xfrm>
            <a:prstGeom prst="rect">
              <a:avLst/>
            </a:prstGeom>
            <a:noFill/>
            <a:ln w="0">
              <a:noFill/>
              <a:prstDash val="solid"/>
            </a:ln>
          </p:spPr>
          <p:txBody>
            <a:bodyPr wrap="none" lIns="0" tIns="0" rIns="0" bIns="0" anchor="ctr" vert="vert270">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Reference position along d</a:t>
              </a:r>
            </a:p>
          </p:txBody>
        </p:sp>
        <p:sp>
          <p:nvSpPr>
            <p:cNvPr id="14" name="line_012">
              <a:extLst>
                <a:ext uri="{FF2B5EF4-FFF2-40B4-BE49-F238E27FC236}">
                  <ns2:creationId id="{D94D9784-7D21-4182-A527-AE3F5B61B870}"/>
                </a:ext>
              </a:extLst>
            </p:cNvPr>
            <p:cNvSpPr>
              <a:spLocks noGrp="1"/>
            </p:cNvSpPr>
            <p:nvPr/>
          </p:nvSpPr>
          <p:spPr>
            <a:xfrm>
              <a:off x="388317" y="3314700"/>
              <a:ext cx="95" cy="60960"/>
            </a:xfrm>
            <a:custGeom>
              <a:pathLst>
                <a:path w="95" h="60960">
                  <a:moveTo>
                    <a:pt x="0" y="0"/>
                  </a:moveTo>
                  <a:lnTo>
                    <a:pt x="0" y="60960"/>
                  </a:lnTo>
                </a:path>
              </a:pathLst>
            </a:custGeom>
            <a:noFill/>
            <a:ln w="7715">
              <a:solidFill>
                <a:srgbClr val="000000"/>
              </a:solidFill>
              <a:prstDash val="solid"/>
            </a:ln>
          </p:spPr>
        </p:sp>
        <p:sp>
          <p:nvSpPr>
            <p:cNvPr id="15" name="text_013">
              <a:extLst>
                <a:ext uri="{FF2B5EF4-FFF2-40B4-BE49-F238E27FC236}">
                  <ns2:creationId id="{DD56E1BE-CABF-44DE-B5AC-D0B6DB3E8552}"/>
                </a:ext>
              </a:extLst>
            </p:cNvPr>
            <p:cNvSpPr>
              <a:spLocks noGrp="1"/>
            </p:cNvSpPr>
            <p:nvPr/>
          </p:nvSpPr>
          <p:spPr>
            <a:xfrm rot="0">
              <a:off x="179719" y="3390900"/>
              <a:ext cx="417195" cy="167640"/>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1 Dec</a:t>
              </a:r>
            </a:p>
          </p:txBody>
        </p:sp>
        <p:sp>
          <p:nvSpPr>
            <p:cNvPr id="16" name="line_014">
              <a:extLst>
                <a:ext uri="{FF2B5EF4-FFF2-40B4-BE49-F238E27FC236}">
                  <ns2:creationId id="{9D17FA7E-806A-4A50-ADCC-7DDD99B9ECCD}"/>
                </a:ext>
              </a:extLst>
            </p:cNvPr>
            <p:cNvSpPr>
              <a:spLocks noGrp="1"/>
            </p:cNvSpPr>
            <p:nvPr/>
          </p:nvSpPr>
          <p:spPr>
            <a:xfrm>
              <a:off x="2366628" y="3314700"/>
              <a:ext cx="95" cy="60960"/>
            </a:xfrm>
            <a:custGeom>
              <a:pathLst>
                <a:path w="95" h="60960">
                  <a:moveTo>
                    <a:pt x="0" y="0"/>
                  </a:moveTo>
                  <a:lnTo>
                    <a:pt x="0" y="60960"/>
                  </a:lnTo>
                </a:path>
              </a:pathLst>
            </a:custGeom>
            <a:noFill/>
            <a:ln w="7715">
              <a:solidFill>
                <a:srgbClr val="000000"/>
              </a:solidFill>
              <a:prstDash val="solid"/>
            </a:ln>
          </p:spPr>
        </p:sp>
        <p:sp>
          <p:nvSpPr>
            <p:cNvPr id="17" name="text_015">
              <a:extLst>
                <a:ext uri="{FF2B5EF4-FFF2-40B4-BE49-F238E27FC236}">
                  <ns2:creationId id="{720BAF90-A750-4EF1-96D0-5A483ADE3F4C}"/>
                </a:ext>
              </a:extLst>
            </p:cNvPr>
            <p:cNvSpPr>
              <a:spLocks noGrp="1"/>
            </p:cNvSpPr>
            <p:nvPr/>
          </p:nvSpPr>
          <p:spPr>
            <a:xfrm rot="0">
              <a:off x="2158031" y="3390900"/>
              <a:ext cx="417195" cy="167640"/>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8 Dec</a:t>
              </a:r>
            </a:p>
          </p:txBody>
        </p:sp>
        <p:sp>
          <p:nvSpPr>
            <p:cNvPr id="18" name="line_016">
              <a:extLst>
                <a:ext uri="{FF2B5EF4-FFF2-40B4-BE49-F238E27FC236}">
                  <ns2:creationId id="{1934C197-1D40-4E58-B144-08F804E94E20}"/>
                </a:ext>
              </a:extLst>
            </p:cNvPr>
            <p:cNvSpPr>
              <a:spLocks noGrp="1"/>
            </p:cNvSpPr>
            <p:nvPr/>
          </p:nvSpPr>
          <p:spPr>
            <a:xfrm>
              <a:off x="4344940" y="3314700"/>
              <a:ext cx="95" cy="60960"/>
            </a:xfrm>
            <a:custGeom>
              <a:pathLst>
                <a:path w="95" h="60960">
                  <a:moveTo>
                    <a:pt x="0" y="0"/>
                  </a:moveTo>
                  <a:lnTo>
                    <a:pt x="0" y="60960"/>
                  </a:lnTo>
                </a:path>
              </a:pathLst>
            </a:custGeom>
            <a:noFill/>
            <a:ln w="7715">
              <a:solidFill>
                <a:srgbClr val="000000"/>
              </a:solidFill>
              <a:prstDash val="solid"/>
            </a:ln>
          </p:spPr>
        </p:sp>
        <p:sp>
          <p:nvSpPr>
            <p:cNvPr id="19" name="text_017">
              <a:extLst>
                <a:ext uri="{FF2B5EF4-FFF2-40B4-BE49-F238E27FC236}">
                  <ns2:creationId id="{C85AFF0B-710F-4F7F-980A-12D11034F3CB}"/>
                </a:ext>
              </a:extLst>
            </p:cNvPr>
            <p:cNvSpPr>
              <a:spLocks noGrp="1"/>
            </p:cNvSpPr>
            <p:nvPr/>
          </p:nvSpPr>
          <p:spPr>
            <a:xfrm rot="0">
              <a:off x="4136343" y="3390900"/>
              <a:ext cx="417195" cy="167640"/>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15 Dec</a:t>
              </a:r>
            </a:p>
          </p:txBody>
        </p:sp>
        <p:sp>
          <p:nvSpPr>
            <p:cNvPr id="20" name="line_018">
              <a:extLst>
                <a:ext uri="{FF2B5EF4-FFF2-40B4-BE49-F238E27FC236}">
                  <ns2:creationId id="{2CD8E7BC-EDB1-454A-8043-5A213F620C31}"/>
                </a:ext>
              </a:extLst>
            </p:cNvPr>
            <p:cNvSpPr>
              <a:spLocks noGrp="1"/>
            </p:cNvSpPr>
            <p:nvPr/>
          </p:nvSpPr>
          <p:spPr>
            <a:xfrm>
              <a:off x="6323252" y="3314700"/>
              <a:ext cx="95" cy="60960"/>
            </a:xfrm>
            <a:custGeom>
              <a:pathLst>
                <a:path w="95" h="60960">
                  <a:moveTo>
                    <a:pt x="0" y="0"/>
                  </a:moveTo>
                  <a:lnTo>
                    <a:pt x="0" y="60960"/>
                  </a:lnTo>
                </a:path>
              </a:pathLst>
            </a:custGeom>
            <a:noFill/>
            <a:ln w="7715">
              <a:solidFill>
                <a:srgbClr val="000000"/>
              </a:solidFill>
              <a:prstDash val="solid"/>
            </a:ln>
          </p:spPr>
        </p:sp>
        <p:sp>
          <p:nvSpPr>
            <p:cNvPr id="21" name="text_019">
              <a:extLst>
                <a:ext uri="{FF2B5EF4-FFF2-40B4-BE49-F238E27FC236}">
                  <ns2:creationId id="{B14F748D-6C51-483A-BCFE-9C30DB79913F}"/>
                </a:ext>
              </a:extLst>
            </p:cNvPr>
            <p:cNvSpPr>
              <a:spLocks noGrp="1"/>
            </p:cNvSpPr>
            <p:nvPr/>
          </p:nvSpPr>
          <p:spPr>
            <a:xfrm rot="0">
              <a:off x="6114654" y="3390900"/>
              <a:ext cx="417195" cy="167640"/>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22 Dec</a:t>
              </a:r>
            </a:p>
          </p:txBody>
        </p:sp>
        <p:sp>
          <p:nvSpPr>
            <p:cNvPr id="22" name="line_020">
              <a:extLst>
                <a:ext uri="{FF2B5EF4-FFF2-40B4-BE49-F238E27FC236}">
                  <ns2:creationId id="{9038FBD8-4C5E-433E-A7EF-3D90941EDB08}"/>
                </a:ext>
              </a:extLst>
            </p:cNvPr>
            <p:cNvSpPr>
              <a:spLocks noGrp="1"/>
            </p:cNvSpPr>
            <p:nvPr/>
          </p:nvSpPr>
          <p:spPr>
            <a:xfrm>
              <a:off x="8866796" y="3314700"/>
              <a:ext cx="95" cy="60960"/>
            </a:xfrm>
            <a:custGeom>
              <a:pathLst>
                <a:path w="95" h="60960">
                  <a:moveTo>
                    <a:pt x="0" y="0"/>
                  </a:moveTo>
                  <a:lnTo>
                    <a:pt x="0" y="60960"/>
                  </a:lnTo>
                </a:path>
              </a:pathLst>
            </a:custGeom>
            <a:noFill/>
            <a:ln w="7715">
              <a:solidFill>
                <a:srgbClr val="000000"/>
              </a:solidFill>
              <a:prstDash val="solid"/>
            </a:ln>
          </p:spPr>
        </p:sp>
        <p:sp>
          <p:nvSpPr>
            <p:cNvPr id="23" name="text_021">
              <a:extLst>
                <a:ext uri="{FF2B5EF4-FFF2-40B4-BE49-F238E27FC236}">
                  <ns2:creationId id="{04FFFB15-12C7-4169-A3AB-E4B60F2074DE}"/>
                </a:ext>
              </a:extLst>
            </p:cNvPr>
            <p:cNvSpPr>
              <a:spLocks noGrp="1"/>
            </p:cNvSpPr>
            <p:nvPr/>
          </p:nvSpPr>
          <p:spPr>
            <a:xfrm rot="0">
              <a:off x="8658198" y="3390900"/>
              <a:ext cx="417195" cy="167640"/>
            </a:xfrm>
            <a:prstGeom prst="rect">
              <a:avLst/>
            </a:prstGeom>
            <a:noFill/>
            <a:ln w="0">
              <a:noFill/>
              <a:prstDash val="solid"/>
            </a:ln>
          </p:spPr>
          <p:txBody>
            <a:bodyPr wrap="none" lIns="0" tIns="0" rIns="0" bIns="0" anchor="t">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31 Dec</a:t>
              </a:r>
            </a:p>
          </p:txBody>
        </p:sp>
        <p:sp>
          <p:nvSpPr>
            <p:cNvPr id="24" name="a_pressure_legend">
              <a:extLst>
                <a:ext uri="{FF2B5EF4-FFF2-40B4-BE49-F238E27FC236}">
                  <ns2:creationId id="{3C45D391-EC2A-4C1A-BE0D-25A481B7A31A}"/>
                </a:ext>
              </a:extLst>
            </p:cNvPr>
            <p:cNvSpPr>
              <a:spLocks noGrp="1"/>
            </p:cNvSpPr>
            <p:nvPr/>
          </p:nvSpPr>
          <p:spPr>
            <a:xfrm rot="0">
              <a:off x="493681" y="434340"/>
              <a:ext cx="1668780" cy="541020"/>
            </a:xfrm>
            <a:prstGeom prst="roundRect">
              <a:avLst>
                <a:gd name="adj" fmla="val 14085"/>
              </a:avLst>
            </a:prstGeom>
            <a:solidFill>
              <a:srgbClr val="FFFFFF">
                <a:alpha val="85000"/>
              </a:srgbClr>
            </a:solidFill>
            <a:ln w="6858">
              <a:solidFill>
                <a:srgbClr val="000000"/>
              </a:solidFill>
              <a:prstDash val="solid"/>
            </a:ln>
          </p:spPr>
        </p:sp>
        <p:sp>
          <p:nvSpPr>
            <p:cNvPr id="25" name="text_023">
              <a:extLst>
                <a:ext uri="{FF2B5EF4-FFF2-40B4-BE49-F238E27FC236}">
                  <ns2:creationId id="{04C3210D-BE17-4BD8-9166-51B2AB2EA680}"/>
                </a:ext>
              </a:extLst>
            </p:cNvPr>
            <p:cNvSpPr>
              <a:spLocks noGrp="1"/>
            </p:cNvSpPr>
            <p:nvPr/>
          </p:nvSpPr>
          <p:spPr>
            <a:xfrm rot="0">
              <a:off x="584073" y="480060"/>
              <a:ext cx="1494949" cy="175260"/>
            </a:xfrm>
            <a:prstGeom prst="rect">
              <a:avLst/>
            </a:prstGeom>
            <a:noFill/>
            <a:ln w="0">
              <a:noFill/>
              <a:prstDash val="solid"/>
            </a:ln>
          </p:spPr>
          <p:txBody>
            <a:bodyPr wrap="none" lIns="0" tIns="0" rIns="0" bIns="0" anchor="t">
              <a:noAutofit/>
            </a:bodyPr>
            <a:lstStyle>
              <a:defPPr algn="l">
                <a:defRPr sz="1200" b="0">
                  <a:solidFill>
                    <a:srgbClr val="000000"/>
                  </a:solidFill>
                  <a:latin typeface="Arial"/>
                  <a:ea typeface="Arial"/>
                  <a:cs typeface="Arial"/>
                </a:defRPr>
              </a:defPPr>
              <a:lvl1pPr algn="l">
                <a:defRPr sz="1200" b="0">
                  <a:solidFill>
                    <a:srgbClr val="000000"/>
                  </a:solidFill>
                  <a:latin typeface="Arial"/>
                  <a:ea typeface="Arial"/>
                  <a:cs typeface="Arial"/>
                </a:defRPr>
              </a:lvl1pPr>
              <a:lvl2pPr algn="l">
                <a:defRPr sz="1200" b="0">
                  <a:solidFill>
                    <a:srgbClr val="000000"/>
                  </a:solidFill>
                  <a:latin typeface="Arial"/>
                  <a:ea typeface="Arial"/>
                  <a:cs typeface="Arial"/>
                </a:defRPr>
              </a:lvl2pPr>
              <a:lvl3pPr algn="l">
                <a:defRPr sz="1200" b="0">
                  <a:solidFill>
                    <a:srgbClr val="000000"/>
                  </a:solidFill>
                  <a:latin typeface="Arial"/>
                  <a:ea typeface="Arial"/>
                  <a:cs typeface="Arial"/>
                </a:defRPr>
              </a:lvl3pPr>
              <a:lvl4pPr algn="l">
                <a:defRPr sz="1200" b="0">
                  <a:solidFill>
                    <a:srgbClr val="000000"/>
                  </a:solidFill>
                  <a:latin typeface="Arial"/>
                  <a:ea typeface="Arial"/>
                  <a:cs typeface="Arial"/>
                </a:defRPr>
              </a:lvl4pPr>
              <a:lvl5pPr algn="l">
                <a:defRPr sz="1200" b="0">
                  <a:solidFill>
                    <a:srgbClr val="000000"/>
                  </a:solidFill>
                  <a:latin typeface="Arial"/>
                  <a:ea typeface="Arial"/>
                  <a:cs typeface="Arial"/>
                </a:defRPr>
              </a:lvl5pPr>
              <a:lvl6pPr algn="l">
                <a:defRPr sz="1200" b="0">
                  <a:solidFill>
                    <a:srgbClr val="000000"/>
                  </a:solidFill>
                  <a:latin typeface="Arial"/>
                  <a:ea typeface="Arial"/>
                  <a:cs typeface="Arial"/>
                </a:defRPr>
              </a:lvl6pPr>
              <a:lvl7pPr algn="l">
                <a:defRPr sz="1200" b="0">
                  <a:solidFill>
                    <a:srgbClr val="000000"/>
                  </a:solidFill>
                  <a:latin typeface="Arial"/>
                  <a:ea typeface="Arial"/>
                  <a:cs typeface="Arial"/>
                </a:defRPr>
              </a:lvl7pPr>
              <a:lvl8pPr algn="l">
                <a:defRPr sz="1200" b="0">
                  <a:solidFill>
                    <a:srgbClr val="000000"/>
                  </a:solidFill>
                  <a:latin typeface="Arial"/>
                  <a:ea typeface="Arial"/>
                  <a:cs typeface="Arial"/>
                </a:defRPr>
              </a:lvl8pPr>
              <a:lvl9pPr algn="l">
                <a:defRPr sz="1200" b="0">
                  <a:solidFill>
                    <a:srgbClr val="000000"/>
                  </a:solidFill>
                  <a:latin typeface="Arial"/>
                  <a:ea typeface="Arial"/>
                  <a:cs typeface="Arial"/>
                </a:defRPr>
              </a:lvl9pPr>
            </a:lstStyle>
            <a:p>
              <a:pPr algn="l">
                <a:defRPr sz="1200" b="0">
                  <a:solidFill>
                    <a:srgbClr val="000000"/>
                  </a:solidFill>
                  <a:latin typeface="Arial"/>
                  <a:ea typeface="Arial"/>
                  <a:cs typeface="Arial"/>
                </a:defRPr>
              </a:pPr>
              <a:r>
                <a:rPr sz="1200" b="0">
                  <a:solidFill>
                    <a:srgbClr val="000000"/>
                  </a:solidFill>
                  <a:latin typeface="Arial"/>
                  <a:ea typeface="Arial"/>
                  <a:cs typeface="Arial"/>
                </a:rPr>
                <a:t>MSLP anomaly [hPa]</a:t>
              </a:r>
            </a:p>
          </p:txBody>
        </p:sp>
        <p:pic>
          <p:nvPicPr>
            <p:cNvPr id="26" name="">
              <a:extLst>
                <a:ext uri="{FF2B5EF4-FFF2-40B4-BE49-F238E27FC236}">
                  <ns2:creationId id="{3D662A5C-9D41-41F7-9BB0-EC0AD01895B4}"/>
                </a:ext>
              </a:extLst>
            </p:cNvPr>
            <p:cNvPicPr>
              <a:picLocks noChangeAspect="1"/>
            </p:cNvPicPr>
            <p:nvPr/>
          </p:nvPicPr>
          <p:blipFill>
            <a:blip r:embed="R40527520ab964fed"/>
            <a:stretch/>
          </p:blipFill>
          <p:spPr>
            <a:xfrm>
              <a:off x="591026" y="701040"/>
              <a:ext cx="1460182" cy="68580"/>
            </a:xfrm>
            <a:prstGeom prst="rect">
              <a:avLst/>
            </a:prstGeom>
          </p:spPr>
        </p:pic>
        <p:sp>
          <p:nvSpPr>
            <p:cNvPr id="27" name="text_025">
              <a:extLst>
                <a:ext uri="{FF2B5EF4-FFF2-40B4-BE49-F238E27FC236}">
                  <ns2:creationId id="{5231693F-2C00-4A86-8100-C6A8E96301BB}"/>
                </a:ext>
              </a:extLst>
            </p:cNvPr>
            <p:cNvSpPr>
              <a:spLocks noGrp="1"/>
            </p:cNvSpPr>
            <p:nvPr/>
          </p:nvSpPr>
          <p:spPr>
            <a:xfrm rot="0">
              <a:off x="500634" y="777240"/>
              <a:ext cx="194691" cy="152400"/>
            </a:xfrm>
            <a:prstGeom prst="rect">
              <a:avLst/>
            </a:prstGeom>
            <a:noFill/>
            <a:ln w="0">
              <a:noFill/>
              <a:prstDash val="solid"/>
            </a:ln>
          </p:spPr>
          <p:txBody>
            <a:bodyPr wrap="none" lIns="0" tIns="0" rIns="0" bIns="0" anchor="t">
              <a:noAutofit/>
            </a:bodyPr>
            <a:lstStyle>
              <a:defPPr algn="ctr">
                <a:defRPr sz="1050" b="0">
                  <a:solidFill>
                    <a:srgbClr val="000000"/>
                  </a:solidFill>
                  <a:latin typeface="Arial"/>
                  <a:ea typeface="Arial"/>
                  <a:cs typeface="Arial"/>
                </a:defRPr>
              </a:defPPr>
              <a:lvl1pPr algn="ctr">
                <a:defRPr sz="1050" b="0">
                  <a:solidFill>
                    <a:srgbClr val="000000"/>
                  </a:solidFill>
                  <a:latin typeface="Arial"/>
                  <a:ea typeface="Arial"/>
                  <a:cs typeface="Arial"/>
                </a:defRPr>
              </a:lvl1pPr>
              <a:lvl2pPr algn="ctr">
                <a:defRPr sz="1050" b="0">
                  <a:solidFill>
                    <a:srgbClr val="000000"/>
                  </a:solidFill>
                  <a:latin typeface="Arial"/>
                  <a:ea typeface="Arial"/>
                  <a:cs typeface="Arial"/>
                </a:defRPr>
              </a:lvl2pPr>
              <a:lvl3pPr algn="ctr">
                <a:defRPr sz="1050" b="0">
                  <a:solidFill>
                    <a:srgbClr val="000000"/>
                  </a:solidFill>
                  <a:latin typeface="Arial"/>
                  <a:ea typeface="Arial"/>
                  <a:cs typeface="Arial"/>
                </a:defRPr>
              </a:lvl3pPr>
              <a:lvl4pPr algn="ctr">
                <a:defRPr sz="1050" b="0">
                  <a:solidFill>
                    <a:srgbClr val="000000"/>
                  </a:solidFill>
                  <a:latin typeface="Arial"/>
                  <a:ea typeface="Arial"/>
                  <a:cs typeface="Arial"/>
                </a:defRPr>
              </a:lvl4pPr>
              <a:lvl5pPr algn="ctr">
                <a:defRPr sz="1050" b="0">
                  <a:solidFill>
                    <a:srgbClr val="000000"/>
                  </a:solidFill>
                  <a:latin typeface="Arial"/>
                  <a:ea typeface="Arial"/>
                  <a:cs typeface="Arial"/>
                </a:defRPr>
              </a:lvl5pPr>
              <a:lvl6pPr algn="ctr">
                <a:defRPr sz="1050" b="0">
                  <a:solidFill>
                    <a:srgbClr val="000000"/>
                  </a:solidFill>
                  <a:latin typeface="Arial"/>
                  <a:ea typeface="Arial"/>
                  <a:cs typeface="Arial"/>
                </a:defRPr>
              </a:lvl6pPr>
              <a:lvl7pPr algn="ctr">
                <a:defRPr sz="1050" b="0">
                  <a:solidFill>
                    <a:srgbClr val="000000"/>
                  </a:solidFill>
                  <a:latin typeface="Arial"/>
                  <a:ea typeface="Arial"/>
                  <a:cs typeface="Arial"/>
                </a:defRPr>
              </a:lvl7pPr>
              <a:lvl8pPr algn="ctr">
                <a:defRPr sz="1050" b="0">
                  <a:solidFill>
                    <a:srgbClr val="000000"/>
                  </a:solidFill>
                  <a:latin typeface="Arial"/>
                  <a:ea typeface="Arial"/>
                  <a:cs typeface="Arial"/>
                </a:defRPr>
              </a:lvl8pPr>
              <a:lvl9pPr algn="ctr">
                <a:defRPr sz="1050" b="0">
                  <a:solidFill>
                    <a:srgbClr val="000000"/>
                  </a:solidFill>
                  <a:latin typeface="Arial"/>
                  <a:ea typeface="Arial"/>
                  <a:cs typeface="Arial"/>
                </a:defRPr>
              </a:lvl9pPr>
            </a:lstStyle>
            <a:p>
              <a:pPr algn="ctr">
                <a:defRPr sz="1050" b="0">
                  <a:solidFill>
                    <a:srgbClr val="000000"/>
                  </a:solidFill>
                  <a:latin typeface="Arial"/>
                  <a:ea typeface="Arial"/>
                  <a:cs typeface="Arial"/>
                </a:defRPr>
              </a:pPr>
              <a:r>
                <a:rPr sz="1050" b="0">
                  <a:solidFill>
                    <a:srgbClr val="000000"/>
                  </a:solidFill>
                  <a:latin typeface="Arial"/>
                  <a:ea typeface="Arial"/>
                  <a:cs typeface="Arial"/>
                </a:rPr>
                <a:t>-35</a:t>
              </a:r>
            </a:p>
          </p:txBody>
        </p:sp>
        <p:sp>
          <p:nvSpPr>
            <p:cNvPr id="28" name="text_026">
              <a:extLst>
                <a:ext uri="{FF2B5EF4-FFF2-40B4-BE49-F238E27FC236}">
                  <ns2:creationId id="{95C96297-B0DB-4183-921C-1A94233A0D27}"/>
                </a:ext>
              </a:extLst>
            </p:cNvPr>
            <p:cNvSpPr>
              <a:spLocks noGrp="1"/>
            </p:cNvSpPr>
            <p:nvPr/>
          </p:nvSpPr>
          <p:spPr>
            <a:xfrm rot="0">
              <a:off x="1230725" y="777240"/>
              <a:ext cx="194691" cy="152400"/>
            </a:xfrm>
            <a:prstGeom prst="rect">
              <a:avLst/>
            </a:prstGeom>
            <a:noFill/>
            <a:ln w="0">
              <a:noFill/>
              <a:prstDash val="solid"/>
            </a:ln>
          </p:spPr>
          <p:txBody>
            <a:bodyPr wrap="none" lIns="0" tIns="0" rIns="0" bIns="0" anchor="t">
              <a:noAutofit/>
            </a:bodyPr>
            <a:lstStyle>
              <a:defPPr algn="ctr">
                <a:defRPr sz="1050" b="0">
                  <a:solidFill>
                    <a:srgbClr val="000000"/>
                  </a:solidFill>
                  <a:latin typeface="Arial"/>
                  <a:ea typeface="Arial"/>
                  <a:cs typeface="Arial"/>
                </a:defRPr>
              </a:defPPr>
              <a:lvl1pPr algn="ctr">
                <a:defRPr sz="1050" b="0">
                  <a:solidFill>
                    <a:srgbClr val="000000"/>
                  </a:solidFill>
                  <a:latin typeface="Arial"/>
                  <a:ea typeface="Arial"/>
                  <a:cs typeface="Arial"/>
                </a:defRPr>
              </a:lvl1pPr>
              <a:lvl2pPr algn="ctr">
                <a:defRPr sz="1050" b="0">
                  <a:solidFill>
                    <a:srgbClr val="000000"/>
                  </a:solidFill>
                  <a:latin typeface="Arial"/>
                  <a:ea typeface="Arial"/>
                  <a:cs typeface="Arial"/>
                </a:defRPr>
              </a:lvl2pPr>
              <a:lvl3pPr algn="ctr">
                <a:defRPr sz="1050" b="0">
                  <a:solidFill>
                    <a:srgbClr val="000000"/>
                  </a:solidFill>
                  <a:latin typeface="Arial"/>
                  <a:ea typeface="Arial"/>
                  <a:cs typeface="Arial"/>
                </a:defRPr>
              </a:lvl3pPr>
              <a:lvl4pPr algn="ctr">
                <a:defRPr sz="1050" b="0">
                  <a:solidFill>
                    <a:srgbClr val="000000"/>
                  </a:solidFill>
                  <a:latin typeface="Arial"/>
                  <a:ea typeface="Arial"/>
                  <a:cs typeface="Arial"/>
                </a:defRPr>
              </a:lvl4pPr>
              <a:lvl5pPr algn="ctr">
                <a:defRPr sz="1050" b="0">
                  <a:solidFill>
                    <a:srgbClr val="000000"/>
                  </a:solidFill>
                  <a:latin typeface="Arial"/>
                  <a:ea typeface="Arial"/>
                  <a:cs typeface="Arial"/>
                </a:defRPr>
              </a:lvl5pPr>
              <a:lvl6pPr algn="ctr">
                <a:defRPr sz="1050" b="0">
                  <a:solidFill>
                    <a:srgbClr val="000000"/>
                  </a:solidFill>
                  <a:latin typeface="Arial"/>
                  <a:ea typeface="Arial"/>
                  <a:cs typeface="Arial"/>
                </a:defRPr>
              </a:lvl6pPr>
              <a:lvl7pPr algn="ctr">
                <a:defRPr sz="1050" b="0">
                  <a:solidFill>
                    <a:srgbClr val="000000"/>
                  </a:solidFill>
                  <a:latin typeface="Arial"/>
                  <a:ea typeface="Arial"/>
                  <a:cs typeface="Arial"/>
                </a:defRPr>
              </a:lvl7pPr>
              <a:lvl8pPr algn="ctr">
                <a:defRPr sz="1050" b="0">
                  <a:solidFill>
                    <a:srgbClr val="000000"/>
                  </a:solidFill>
                  <a:latin typeface="Arial"/>
                  <a:ea typeface="Arial"/>
                  <a:cs typeface="Arial"/>
                </a:defRPr>
              </a:lvl8pPr>
              <a:lvl9pPr algn="ctr">
                <a:defRPr sz="1050" b="0">
                  <a:solidFill>
                    <a:srgbClr val="000000"/>
                  </a:solidFill>
                  <a:latin typeface="Arial"/>
                  <a:ea typeface="Arial"/>
                  <a:cs typeface="Arial"/>
                </a:defRPr>
              </a:lvl9pPr>
            </a:lstStyle>
            <a:p>
              <a:pPr algn="ctr">
                <a:defRPr sz="1050" b="0">
                  <a:solidFill>
                    <a:srgbClr val="000000"/>
                  </a:solidFill>
                  <a:latin typeface="Arial"/>
                  <a:ea typeface="Arial"/>
                  <a:cs typeface="Arial"/>
                </a:defRPr>
              </a:pPr>
              <a:r>
                <a:rPr sz="1050" b="0">
                  <a:solidFill>
                    <a:srgbClr val="000000"/>
                  </a:solidFill>
                  <a:latin typeface="Arial"/>
                  <a:ea typeface="Arial"/>
                  <a:cs typeface="Arial"/>
                </a:rPr>
                <a:t>0</a:t>
              </a:r>
            </a:p>
          </p:txBody>
        </p:sp>
        <p:sp>
          <p:nvSpPr>
            <p:cNvPr id="29" name="text_027">
              <a:extLst>
                <a:ext uri="{FF2B5EF4-FFF2-40B4-BE49-F238E27FC236}">
                  <ns2:creationId id="{8677A8E2-F5B3-4E73-9355-7215C155999E}"/>
                </a:ext>
              </a:extLst>
            </p:cNvPr>
            <p:cNvSpPr>
              <a:spLocks noGrp="1"/>
            </p:cNvSpPr>
            <p:nvPr/>
          </p:nvSpPr>
          <p:spPr>
            <a:xfrm rot="0">
              <a:off x="1891284" y="777240"/>
              <a:ext cx="194691" cy="152400"/>
            </a:xfrm>
            <a:prstGeom prst="rect">
              <a:avLst/>
            </a:prstGeom>
            <a:noFill/>
            <a:ln w="0">
              <a:noFill/>
              <a:prstDash val="solid"/>
            </a:ln>
          </p:spPr>
          <p:txBody>
            <a:bodyPr wrap="none" lIns="0" tIns="0" rIns="0" bIns="0" anchor="t">
              <a:noAutofit/>
            </a:bodyPr>
            <a:lstStyle>
              <a:defPPr algn="ctr">
                <a:defRPr sz="1050" b="0">
                  <a:solidFill>
                    <a:srgbClr val="000000"/>
                  </a:solidFill>
                  <a:latin typeface="Arial"/>
                  <a:ea typeface="Arial"/>
                  <a:cs typeface="Arial"/>
                </a:defRPr>
              </a:defPPr>
              <a:lvl1pPr algn="ctr">
                <a:defRPr sz="1050" b="0">
                  <a:solidFill>
                    <a:srgbClr val="000000"/>
                  </a:solidFill>
                  <a:latin typeface="Arial"/>
                  <a:ea typeface="Arial"/>
                  <a:cs typeface="Arial"/>
                </a:defRPr>
              </a:lvl1pPr>
              <a:lvl2pPr algn="ctr">
                <a:defRPr sz="1050" b="0">
                  <a:solidFill>
                    <a:srgbClr val="000000"/>
                  </a:solidFill>
                  <a:latin typeface="Arial"/>
                  <a:ea typeface="Arial"/>
                  <a:cs typeface="Arial"/>
                </a:defRPr>
              </a:lvl2pPr>
              <a:lvl3pPr algn="ctr">
                <a:defRPr sz="1050" b="0">
                  <a:solidFill>
                    <a:srgbClr val="000000"/>
                  </a:solidFill>
                  <a:latin typeface="Arial"/>
                  <a:ea typeface="Arial"/>
                  <a:cs typeface="Arial"/>
                </a:defRPr>
              </a:lvl3pPr>
              <a:lvl4pPr algn="ctr">
                <a:defRPr sz="1050" b="0">
                  <a:solidFill>
                    <a:srgbClr val="000000"/>
                  </a:solidFill>
                  <a:latin typeface="Arial"/>
                  <a:ea typeface="Arial"/>
                  <a:cs typeface="Arial"/>
                </a:defRPr>
              </a:lvl4pPr>
              <a:lvl5pPr algn="ctr">
                <a:defRPr sz="1050" b="0">
                  <a:solidFill>
                    <a:srgbClr val="000000"/>
                  </a:solidFill>
                  <a:latin typeface="Arial"/>
                  <a:ea typeface="Arial"/>
                  <a:cs typeface="Arial"/>
                </a:defRPr>
              </a:lvl5pPr>
              <a:lvl6pPr algn="ctr">
                <a:defRPr sz="1050" b="0">
                  <a:solidFill>
                    <a:srgbClr val="000000"/>
                  </a:solidFill>
                  <a:latin typeface="Arial"/>
                  <a:ea typeface="Arial"/>
                  <a:cs typeface="Arial"/>
                </a:defRPr>
              </a:lvl6pPr>
              <a:lvl7pPr algn="ctr">
                <a:defRPr sz="1050" b="0">
                  <a:solidFill>
                    <a:srgbClr val="000000"/>
                  </a:solidFill>
                  <a:latin typeface="Arial"/>
                  <a:ea typeface="Arial"/>
                  <a:cs typeface="Arial"/>
                </a:defRPr>
              </a:lvl7pPr>
              <a:lvl8pPr algn="ctr">
                <a:defRPr sz="1050" b="0">
                  <a:solidFill>
                    <a:srgbClr val="000000"/>
                  </a:solidFill>
                  <a:latin typeface="Arial"/>
                  <a:ea typeface="Arial"/>
                  <a:cs typeface="Arial"/>
                </a:defRPr>
              </a:lvl8pPr>
              <a:lvl9pPr algn="ctr">
                <a:defRPr sz="1050" b="0">
                  <a:solidFill>
                    <a:srgbClr val="000000"/>
                  </a:solidFill>
                  <a:latin typeface="Arial"/>
                  <a:ea typeface="Arial"/>
                  <a:cs typeface="Arial"/>
                </a:defRPr>
              </a:lvl9pPr>
            </a:lstStyle>
            <a:p>
              <a:pPr algn="ctr">
                <a:defRPr sz="1050" b="0">
                  <a:solidFill>
                    <a:srgbClr val="000000"/>
                  </a:solidFill>
                  <a:latin typeface="Arial"/>
                  <a:ea typeface="Arial"/>
                  <a:cs typeface="Arial"/>
                </a:defRPr>
              </a:pPr>
              <a:r>
                <a:rPr sz="1050" b="0">
                  <a:solidFill>
                    <a:srgbClr val="000000"/>
                  </a:solidFill>
                  <a:latin typeface="Arial"/>
                  <a:ea typeface="Arial"/>
                  <a:cs typeface="Arial"/>
                </a:rPr>
                <a:t>35</a:t>
              </a:r>
            </a:p>
          </p:txBody>
        </p:sp>
        <p:sp>
          <p:nvSpPr>
            <p:cNvPr id="30" name="a_event_guide_0">
              <a:extLst>
                <a:ext uri="{FF2B5EF4-FFF2-40B4-BE49-F238E27FC236}">
                  <ns2:creationId id="{944095C7-56E0-44C0-B64D-AD9669AA9425}"/>
                </a:ext>
              </a:extLst>
            </p:cNvPr>
            <p:cNvSpPr>
              <a:spLocks noGrp="1"/>
            </p:cNvSpPr>
            <p:nvPr/>
          </p:nvSpPr>
          <p:spPr>
            <a:xfrm>
              <a:off x="1165510" y="320040"/>
              <a:ext cx="95" cy="2971800"/>
            </a:xfrm>
            <a:custGeom>
              <a:pathLst>
                <a:path w="95" h="2971800">
                  <a:moveTo>
                    <a:pt x="0" y="0"/>
                  </a:moveTo>
                  <a:lnTo>
                    <a:pt x="0" y="2971800"/>
                  </a:lnTo>
                </a:path>
              </a:pathLst>
            </a:custGeom>
            <a:noFill/>
            <a:ln w="8573">
              <a:solidFill>
                <a:srgbClr val="000000"/>
              </a:solidFill>
              <a:prstDash val="dash"/>
            </a:ln>
          </p:spPr>
        </p:sp>
        <p:sp>
          <p:nvSpPr>
            <p:cNvPr id="31" name="a_event_box_0">
              <a:extLst>
                <a:ext uri="{FF2B5EF4-FFF2-40B4-BE49-F238E27FC236}">
                  <ns2:creationId id="{81730220-0084-4CAE-8AD7-C517E7BD4023}"/>
                </a:ext>
              </a:extLst>
            </p:cNvPr>
            <p:cNvSpPr>
              <a:spLocks noGrp="1"/>
            </p:cNvSpPr>
            <p:nvPr/>
          </p:nvSpPr>
          <p:spPr>
            <a:xfrm rot="0">
              <a:off x="869156" y="2240280"/>
              <a:ext cx="1119473" cy="228600"/>
            </a:xfrm>
            <a:prstGeom prst="roundRect">
              <a:avLst>
                <a:gd name="adj" fmla="val 33333"/>
              </a:avLst>
            </a:prstGeom>
            <a:solidFill>
              <a:srgbClr val="FFFFFF">
                <a:alpha val="88000"/>
              </a:srgbClr>
            </a:solidFill>
            <a:ln w="6858">
              <a:solidFill>
                <a:srgbClr val="000000"/>
              </a:solidFill>
              <a:prstDash val="solid"/>
            </a:ln>
          </p:spPr>
        </p:sp>
        <p:sp>
          <p:nvSpPr>
            <p:cNvPr id="32" name="text_030">
              <a:extLst>
                <a:ext uri="{FF2B5EF4-FFF2-40B4-BE49-F238E27FC236}">
                  <ns2:creationId id="{12F91A2C-0BB5-4978-95A6-69779907395B}"/>
                </a:ext>
              </a:extLst>
            </p:cNvPr>
            <p:cNvSpPr>
              <a:spLocks noGrp="1"/>
            </p:cNvSpPr>
            <p:nvPr/>
          </p:nvSpPr>
          <p:spPr>
            <a:xfrm rot="0">
              <a:off x="931735" y="2278380"/>
              <a:ext cx="994315" cy="190500"/>
            </a:xfrm>
            <a:prstGeom prst="rect">
              <a:avLst/>
            </a:prstGeom>
            <a:noFill/>
            <a:ln w="0">
              <a:noFill/>
              <a:prstDash val="solid"/>
            </a:ln>
          </p:spPr>
          <p:txBody>
            <a:bodyPr wrap="none" lIns="0" tIns="0" rIns="0" bIns="0" anchor="t">
              <a:noAutofit/>
            </a:bodyPr>
            <a:lstStyle>
              <a:defPPr algn="l">
                <a:defRPr sz="1125" b="0">
                  <a:solidFill>
                    <a:srgbClr val="000000"/>
                  </a:solidFill>
                  <a:latin typeface="Arial"/>
                  <a:ea typeface="Arial"/>
                  <a:cs typeface="Arial"/>
                </a:defRPr>
              </a:defPPr>
              <a:lvl1pPr algn="l">
                <a:defRPr sz="1125" b="0">
                  <a:solidFill>
                    <a:srgbClr val="000000"/>
                  </a:solidFill>
                  <a:latin typeface="Arial"/>
                  <a:ea typeface="Arial"/>
                  <a:cs typeface="Arial"/>
                </a:defRPr>
              </a:lvl1pPr>
              <a:lvl2pPr algn="l">
                <a:defRPr sz="1125" b="0">
                  <a:solidFill>
                    <a:srgbClr val="000000"/>
                  </a:solidFill>
                  <a:latin typeface="Arial"/>
                  <a:ea typeface="Arial"/>
                  <a:cs typeface="Arial"/>
                </a:defRPr>
              </a:lvl2pPr>
              <a:lvl3pPr algn="l">
                <a:defRPr sz="1125" b="0">
                  <a:solidFill>
                    <a:srgbClr val="000000"/>
                  </a:solidFill>
                  <a:latin typeface="Arial"/>
                  <a:ea typeface="Arial"/>
                  <a:cs typeface="Arial"/>
                </a:defRPr>
              </a:lvl3pPr>
              <a:lvl4pPr algn="l">
                <a:defRPr sz="1125" b="0">
                  <a:solidFill>
                    <a:srgbClr val="000000"/>
                  </a:solidFill>
                  <a:latin typeface="Arial"/>
                  <a:ea typeface="Arial"/>
                  <a:cs typeface="Arial"/>
                </a:defRPr>
              </a:lvl4pPr>
              <a:lvl5pPr algn="l">
                <a:defRPr sz="1125" b="0">
                  <a:solidFill>
                    <a:srgbClr val="000000"/>
                  </a:solidFill>
                  <a:latin typeface="Arial"/>
                  <a:ea typeface="Arial"/>
                  <a:cs typeface="Arial"/>
                </a:defRPr>
              </a:lvl5pPr>
              <a:lvl6pPr algn="l">
                <a:defRPr sz="1125" b="0">
                  <a:solidFill>
                    <a:srgbClr val="000000"/>
                  </a:solidFill>
                  <a:latin typeface="Arial"/>
                  <a:ea typeface="Arial"/>
                  <a:cs typeface="Arial"/>
                </a:defRPr>
              </a:lvl6pPr>
              <a:lvl7pPr algn="l">
                <a:defRPr sz="1125" b="0">
                  <a:solidFill>
                    <a:srgbClr val="000000"/>
                  </a:solidFill>
                  <a:latin typeface="Arial"/>
                  <a:ea typeface="Arial"/>
                  <a:cs typeface="Arial"/>
                </a:defRPr>
              </a:lvl7pPr>
              <a:lvl8pPr algn="l">
                <a:defRPr sz="1125" b="0">
                  <a:solidFill>
                    <a:srgbClr val="000000"/>
                  </a:solidFill>
                  <a:latin typeface="Arial"/>
                  <a:ea typeface="Arial"/>
                  <a:cs typeface="Arial"/>
                </a:defRPr>
              </a:lvl8pPr>
              <a:lvl9pPr algn="l">
                <a:defRPr sz="1125" b="0">
                  <a:solidFill>
                    <a:srgbClr val="000000"/>
                  </a:solidFill>
                  <a:latin typeface="Arial"/>
                  <a:ea typeface="Arial"/>
                  <a:cs typeface="Arial"/>
                </a:defRPr>
              </a:lvl9pPr>
            </a:lstStyle>
            <a:p>
              <a:pPr algn="l">
                <a:defRPr sz="1125" b="0">
                  <a:solidFill>
                    <a:srgbClr val="000000"/>
                  </a:solidFill>
                  <a:latin typeface="Arial"/>
                  <a:ea typeface="Arial"/>
                  <a:cs typeface="Arial"/>
                </a:defRPr>
              </a:pPr>
              <a:r>
                <a:rPr sz="1125" b="0">
                  <a:solidFill>
                    <a:srgbClr val="000000"/>
                  </a:solidFill>
                  <a:latin typeface="Arial"/>
                  <a:ea typeface="Arial"/>
                  <a:cs typeface="Arial"/>
                </a:rPr>
                <a:t>Cyclone Anatol</a:t>
              </a:r>
            </a:p>
          </p:txBody>
        </p:sp>
        <p:sp>
          <p:nvSpPr>
            <p:cNvPr id="33" name="line_031">
              <a:extLst>
                <a:ext uri="{FF2B5EF4-FFF2-40B4-BE49-F238E27FC236}">
                  <ns2:creationId id="{8B02F5F3-0ABA-4100-992F-5FDAB720A4F0}"/>
                </a:ext>
              </a:extLst>
            </p:cNvPr>
            <p:cNvSpPr>
              <a:spLocks noGrp="1"/>
            </p:cNvSpPr>
            <p:nvPr/>
          </p:nvSpPr>
          <p:spPr>
            <a:xfrm>
              <a:off x="1165510" y="1781147"/>
              <a:ext cx="95" cy="459133"/>
            </a:xfrm>
            <a:custGeom>
              <a:pathLst>
                <a:path w="95" h="459133">
                  <a:moveTo>
                    <a:pt x="0" y="459133"/>
                  </a:moveTo>
                  <a:lnTo>
                    <a:pt x="0" y="0"/>
                  </a:lnTo>
                </a:path>
              </a:pathLst>
            </a:custGeom>
            <a:noFill/>
            <a:ln w="9430">
              <a:solidFill>
                <a:srgbClr val="000000"/>
              </a:solidFill>
              <a:prstDash val="solid"/>
            </a:ln>
          </p:spPr>
        </p:sp>
        <p:sp>
          <p:nvSpPr>
            <p:cNvPr id="34" name="line_032">
              <a:extLst>
                <a:ext uri="{FF2B5EF4-FFF2-40B4-BE49-F238E27FC236}">
                  <ns2:creationId id="{035552C5-0259-4772-8F7A-2B8F53EB5FE2}"/>
                </a:ext>
              </a:extLst>
            </p:cNvPr>
            <p:cNvSpPr>
              <a:spLocks noGrp="1"/>
            </p:cNvSpPr>
            <p:nvPr/>
          </p:nvSpPr>
          <p:spPr>
            <a:xfrm>
              <a:off x="1144651" y="1781147"/>
              <a:ext cx="20860" cy="53340"/>
            </a:xfrm>
            <a:custGeom>
              <a:pathLst>
                <a:path w="20860" h="53340">
                  <a:moveTo>
                    <a:pt x="0" y="53340"/>
                  </a:moveTo>
                  <a:lnTo>
                    <a:pt x="20860" y="0"/>
                  </a:lnTo>
                </a:path>
              </a:pathLst>
            </a:custGeom>
            <a:noFill/>
            <a:ln w="9430">
              <a:solidFill>
                <a:srgbClr val="000000"/>
              </a:solidFill>
              <a:prstDash val="solid"/>
            </a:ln>
          </p:spPr>
        </p:sp>
        <p:sp>
          <p:nvSpPr>
            <p:cNvPr id="35" name="line_033">
              <a:extLst>
                <a:ext uri="{FF2B5EF4-FFF2-40B4-BE49-F238E27FC236}">
                  <ns2:creationId id="{0E3546DA-1710-4474-9DF2-400F4983EC21}"/>
                </a:ext>
              </a:extLst>
            </p:cNvPr>
            <p:cNvSpPr>
              <a:spLocks noGrp="1"/>
            </p:cNvSpPr>
            <p:nvPr/>
          </p:nvSpPr>
          <p:spPr>
            <a:xfrm>
              <a:off x="1165510" y="1781147"/>
              <a:ext cx="20860" cy="53340"/>
            </a:xfrm>
            <a:custGeom>
              <a:pathLst>
                <a:path w="20860" h="53340">
                  <a:moveTo>
                    <a:pt x="20860" y="53340"/>
                  </a:moveTo>
                  <a:lnTo>
                    <a:pt x="0" y="0"/>
                  </a:lnTo>
                </a:path>
              </a:pathLst>
            </a:custGeom>
            <a:noFill/>
            <a:ln w="9430">
              <a:solidFill>
                <a:srgbClr val="000000"/>
              </a:solidFill>
              <a:prstDash val="solid"/>
            </a:ln>
          </p:spPr>
        </p:sp>
        <p:sp>
          <p:nvSpPr>
            <p:cNvPr id="36" name="path_034">
              <a:extLst>
                <a:ext uri="{FF2B5EF4-FFF2-40B4-BE49-F238E27FC236}">
                  <ns2:creationId id="{78999037-89A1-47A7-B108-E986762A10AB}"/>
                </a:ext>
              </a:extLst>
            </p:cNvPr>
            <p:cNvSpPr>
              <a:spLocks noGrp="1"/>
            </p:cNvSpPr>
            <p:nvPr/>
          </p:nvSpPr>
          <p:spPr>
            <a:xfrm>
              <a:off x="1165510" y="3383280"/>
              <a:ext cx="68691" cy="712470"/>
            </a:xfrm>
            <a:custGeom>
              <a:pathLst>
                <a:path w="68691" h="712470">
                  <a:moveTo>
                    <a:pt x="0" y="0"/>
                  </a:moveTo>
                  <a:lnTo>
                    <a:pt x="0" y="243840"/>
                  </a:lnTo>
                  <a:lnTo>
                    <a:pt x="68691" y="243840"/>
                  </a:lnTo>
                  <a:lnTo>
                    <a:pt x="68691" y="712470"/>
                  </a:lnTo>
                </a:path>
              </a:pathLst>
            </a:custGeom>
            <a:noFill/>
            <a:ln w="6858">
              <a:solidFill>
                <a:srgbClr val="8B8B8B"/>
              </a:solidFill>
              <a:prstDash val="solid"/>
            </a:ln>
          </p:spPr>
        </p:sp>
        <p:pic>
          <p:nvPicPr>
            <p:cNvPr id="37" name="">
              <a:extLst>
                <a:ext uri="{FF2B5EF4-FFF2-40B4-BE49-F238E27FC236}">
                  <ns2:creationId id="{CF1E618A-C13F-4FAD-8544-E9B5CEF5C665}"/>
                </a:ext>
              </a:extLst>
            </p:cNvPr>
            <p:cNvPicPr>
              <a:picLocks noChangeAspect="1"/>
            </p:cNvPicPr>
            <p:nvPr/>
          </p:nvPicPr>
          <p:blipFill>
            <a:blip r:embed="R6a76214cd59f4e21"/>
            <a:stretch/>
          </p:blipFill>
          <p:spPr>
            <a:xfrm>
              <a:off x="451961" y="4095750"/>
              <a:ext cx="1564481" cy="1609969"/>
            </a:xfrm>
            <a:prstGeom prst="rect">
              <a:avLst/>
            </a:prstGeom>
          </p:spPr>
        </p:pic>
        <p:sp>
          <p:nvSpPr>
            <p:cNvPr id="38" name="rect_036">
              <a:extLst>
                <a:ext uri="{FF2B5EF4-FFF2-40B4-BE49-F238E27FC236}">
                  <ns2:creationId id="{75DC5950-B433-422F-B23D-D5CE147DAC71}"/>
                </a:ext>
              </a:extLst>
            </p:cNvPr>
            <p:cNvSpPr>
              <a:spLocks noGrp="1"/>
            </p:cNvSpPr>
            <p:nvPr/>
          </p:nvSpPr>
          <p:spPr>
            <a:xfrm rot="0">
              <a:off x="451961" y="4095750"/>
              <a:ext cx="1564481" cy="1609969"/>
            </a:xfrm>
            <a:prstGeom prst="rect">
              <a:avLst/>
            </a:prstGeom>
            <a:noFill/>
            <a:ln w="7715">
              <a:solidFill>
                <a:srgbClr val="000000"/>
              </a:solidFill>
              <a:prstDash val="solid"/>
            </a:ln>
          </p:spPr>
        </p:sp>
        <p:sp>
          <p:nvSpPr>
            <p:cNvPr id="39" name="text_037">
              <a:extLst>
                <a:ext uri="{FF2B5EF4-FFF2-40B4-BE49-F238E27FC236}">
                  <ns2:creationId id="{8FA85EBF-B5CA-4E51-BCC8-6C349FB44B7E}"/>
                </a:ext>
              </a:extLst>
            </p:cNvPr>
            <p:cNvSpPr>
              <a:spLocks noGrp="1"/>
            </p:cNvSpPr>
            <p:nvPr/>
          </p:nvSpPr>
          <p:spPr>
            <a:xfrm rot="0">
              <a:off x="389382" y="5768298"/>
              <a:ext cx="1689640" cy="238125"/>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1999-12-03 18:00</a:t>
              </a:r>
            </a:p>
          </p:txBody>
        </p:sp>
        <p:sp>
          <p:nvSpPr>
            <p:cNvPr id="40" name="line_038">
              <a:extLst>
                <a:ext uri="{FF2B5EF4-FFF2-40B4-BE49-F238E27FC236}">
                  <ns2:creationId id="{6346F462-C813-41E9-96E3-3F27D71B0C4F}"/>
                </a:ext>
              </a:extLst>
            </p:cNvPr>
            <p:cNvSpPr>
              <a:spLocks noGrp="1"/>
            </p:cNvSpPr>
            <p:nvPr/>
          </p:nvSpPr>
          <p:spPr>
            <a:xfrm>
              <a:off x="1190561" y="4514541"/>
              <a:ext cx="342707" cy="115258"/>
            </a:xfrm>
            <a:custGeom>
              <a:pathLst>
                <a:path w="342707" h="115258">
                  <a:moveTo>
                    <a:pt x="0" y="0"/>
                  </a:moveTo>
                  <a:lnTo>
                    <a:pt x="342707" y="115258"/>
                  </a:lnTo>
                </a:path>
              </a:pathLst>
            </a:custGeom>
            <a:noFill/>
            <a:ln w="13716">
              <a:solidFill>
                <a:srgbClr val="333333"/>
              </a:solidFill>
              <a:prstDash val="solid"/>
            </a:ln>
          </p:spPr>
        </p:sp>
        <p:sp>
          <p:nvSpPr>
            <p:cNvPr id="41" name="line_039">
              <a:extLst>
                <a:ext uri="{FF2B5EF4-FFF2-40B4-BE49-F238E27FC236}">
                  <ns2:creationId id="{C0E1C947-2385-4F51-99CF-EFF4CF44DF02}"/>
                </a:ext>
              </a:extLst>
            </p:cNvPr>
            <p:cNvSpPr>
              <a:spLocks noGrp="1"/>
            </p:cNvSpPr>
            <p:nvPr/>
          </p:nvSpPr>
          <p:spPr>
            <a:xfrm>
              <a:off x="1493784" y="4594511"/>
              <a:ext cx="39484" cy="35287"/>
            </a:xfrm>
            <a:custGeom>
              <a:pathLst>
                <a:path w="39484" h="35287">
                  <a:moveTo>
                    <a:pt x="0" y="0"/>
                  </a:moveTo>
                  <a:lnTo>
                    <a:pt x="39484" y="35287"/>
                  </a:lnTo>
                </a:path>
              </a:pathLst>
            </a:custGeom>
            <a:noFill/>
            <a:ln w="13716">
              <a:solidFill>
                <a:srgbClr val="333333"/>
              </a:solidFill>
              <a:prstDash val="solid"/>
            </a:ln>
          </p:spPr>
        </p:sp>
        <p:sp>
          <p:nvSpPr>
            <p:cNvPr id="42" name="line_040">
              <a:extLst>
                <a:ext uri="{FF2B5EF4-FFF2-40B4-BE49-F238E27FC236}">
                  <ns2:creationId id="{F9422713-AAFB-40A9-81F4-453D2FE871E2}"/>
                </a:ext>
              </a:extLst>
            </p:cNvPr>
            <p:cNvSpPr>
              <a:spLocks noGrp="1"/>
            </p:cNvSpPr>
            <p:nvPr/>
          </p:nvSpPr>
          <p:spPr>
            <a:xfrm>
              <a:off x="1480485" y="4629798"/>
              <a:ext cx="52783" cy="4256"/>
            </a:xfrm>
            <a:custGeom>
              <a:pathLst>
                <a:path w="52783" h="4256">
                  <a:moveTo>
                    <a:pt x="0" y="4256"/>
                  </a:moveTo>
                  <a:lnTo>
                    <a:pt x="52783" y="0"/>
                  </a:lnTo>
                </a:path>
              </a:pathLst>
            </a:custGeom>
            <a:noFill/>
            <a:ln w="13716">
              <a:solidFill>
                <a:srgbClr val="333333"/>
              </a:solidFill>
              <a:prstDash val="solid"/>
            </a:ln>
          </p:spPr>
        </p:sp>
        <p:sp>
          <p:nvSpPr>
            <p:cNvPr id="43" name="text_041">
              <a:extLst>
                <a:ext uri="{FF2B5EF4-FFF2-40B4-BE49-F238E27FC236}">
                  <ns2:creationId id="{42946281-4C43-4EB6-B9C6-AF43FBD21B74}"/>
                </a:ext>
              </a:extLst>
            </p:cNvPr>
            <p:cNvSpPr>
              <a:spLocks noGrp="1"/>
            </p:cNvSpPr>
            <p:nvPr/>
          </p:nvSpPr>
          <p:spPr>
            <a:xfrm rot="0">
              <a:off x="1561081" y="4553312"/>
              <a:ext cx="139065" cy="166878"/>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d</a:t>
              </a:r>
            </a:p>
          </p:txBody>
        </p:sp>
        <p:sp>
          <p:nvSpPr>
            <p:cNvPr id="44" name="a_event_guide_1">
              <a:extLst>
                <a:ext uri="{FF2B5EF4-FFF2-40B4-BE49-F238E27FC236}">
                  <ns2:creationId id="{891A9FE9-EEAC-4622-8B73-251F0D831C4D}"/>
                </a:ext>
              </a:extLst>
            </p:cNvPr>
            <p:cNvSpPr>
              <a:spLocks noGrp="1"/>
            </p:cNvSpPr>
            <p:nvPr/>
          </p:nvSpPr>
          <p:spPr>
            <a:xfrm>
              <a:off x="5157461" y="320040"/>
              <a:ext cx="95" cy="2971800"/>
            </a:xfrm>
            <a:custGeom>
              <a:pathLst>
                <a:path w="95" h="2971800">
                  <a:moveTo>
                    <a:pt x="0" y="0"/>
                  </a:moveTo>
                  <a:lnTo>
                    <a:pt x="0" y="2971800"/>
                  </a:lnTo>
                </a:path>
              </a:pathLst>
            </a:custGeom>
            <a:noFill/>
            <a:ln w="8573">
              <a:solidFill>
                <a:srgbClr val="000000"/>
              </a:solidFill>
              <a:prstDash val="dash"/>
            </a:ln>
          </p:spPr>
        </p:sp>
        <p:sp>
          <p:nvSpPr>
            <p:cNvPr id="45" name="a_event_box_1">
              <a:extLst>
                <a:ext uri="{FF2B5EF4-FFF2-40B4-BE49-F238E27FC236}">
                  <ns2:creationId id="{41CAA042-62B8-46BC-BFBA-93949032D664}"/>
                </a:ext>
              </a:extLst>
            </p:cNvPr>
            <p:cNvSpPr>
              <a:spLocks noGrp="1"/>
            </p:cNvSpPr>
            <p:nvPr/>
          </p:nvSpPr>
          <p:spPr>
            <a:xfrm rot="0">
              <a:off x="3998119" y="792480"/>
              <a:ext cx="2009489" cy="400050"/>
            </a:xfrm>
            <a:prstGeom prst="roundRect">
              <a:avLst>
                <a:gd name="adj" fmla="val 19048"/>
              </a:avLst>
            </a:prstGeom>
            <a:solidFill>
              <a:srgbClr val="FFFFFF">
                <a:alpha val="88000"/>
              </a:srgbClr>
            </a:solidFill>
            <a:ln w="6858">
              <a:solidFill>
                <a:srgbClr val="000000"/>
              </a:solidFill>
              <a:prstDash val="solid"/>
            </a:ln>
          </p:spPr>
        </p:sp>
        <p:sp>
          <p:nvSpPr>
            <p:cNvPr id="46" name="text_044">
              <a:extLst>
                <a:ext uri="{FF2B5EF4-FFF2-40B4-BE49-F238E27FC236}">
                  <ns2:creationId id="{D05CA193-A138-4353-8C40-B11790CBE7D3}"/>
                </a:ext>
              </a:extLst>
            </p:cNvPr>
            <p:cNvSpPr>
              <a:spLocks noGrp="1"/>
            </p:cNvSpPr>
            <p:nvPr/>
          </p:nvSpPr>
          <p:spPr>
            <a:xfrm rot="0">
              <a:off x="4060698" y="821055"/>
              <a:ext cx="1884331" cy="371475"/>
            </a:xfrm>
            <a:prstGeom prst="rect">
              <a:avLst/>
            </a:prstGeom>
            <a:noFill/>
            <a:ln w="0">
              <a:noFill/>
              <a:prstDash val="solid"/>
            </a:ln>
          </p:spPr>
          <p:txBody>
            <a:bodyPr wrap="none" lIns="0" tIns="0" rIns="0" bIns="0" anchor="t">
              <a:noAutofit/>
            </a:bodyPr>
            <a:lstStyle>
              <a:defPPr algn="l">
                <a:defRPr sz="1125" b="0">
                  <a:solidFill>
                    <a:srgbClr val="000000"/>
                  </a:solidFill>
                  <a:latin typeface="Arial"/>
                  <a:ea typeface="Arial"/>
                  <a:cs typeface="Arial"/>
                </a:defRPr>
              </a:defPPr>
              <a:lvl1pPr algn="l">
                <a:defRPr sz="1125" b="0">
                  <a:solidFill>
                    <a:srgbClr val="000000"/>
                  </a:solidFill>
                  <a:latin typeface="Arial"/>
                  <a:ea typeface="Arial"/>
                  <a:cs typeface="Arial"/>
                </a:defRPr>
              </a:lvl1pPr>
              <a:lvl2pPr algn="l">
                <a:defRPr sz="1125" b="0">
                  <a:solidFill>
                    <a:srgbClr val="000000"/>
                  </a:solidFill>
                  <a:latin typeface="Arial"/>
                  <a:ea typeface="Arial"/>
                  <a:cs typeface="Arial"/>
                </a:defRPr>
              </a:lvl2pPr>
              <a:lvl3pPr algn="l">
                <a:defRPr sz="1125" b="0">
                  <a:solidFill>
                    <a:srgbClr val="000000"/>
                  </a:solidFill>
                  <a:latin typeface="Arial"/>
                  <a:ea typeface="Arial"/>
                  <a:cs typeface="Arial"/>
                </a:defRPr>
              </a:lvl3pPr>
              <a:lvl4pPr algn="l">
                <a:defRPr sz="1125" b="0">
                  <a:solidFill>
                    <a:srgbClr val="000000"/>
                  </a:solidFill>
                  <a:latin typeface="Arial"/>
                  <a:ea typeface="Arial"/>
                  <a:cs typeface="Arial"/>
                </a:defRPr>
              </a:lvl4pPr>
              <a:lvl5pPr algn="l">
                <a:defRPr sz="1125" b="0">
                  <a:solidFill>
                    <a:srgbClr val="000000"/>
                  </a:solidFill>
                  <a:latin typeface="Arial"/>
                  <a:ea typeface="Arial"/>
                  <a:cs typeface="Arial"/>
                </a:defRPr>
              </a:lvl5pPr>
              <a:lvl6pPr algn="l">
                <a:defRPr sz="1125" b="0">
                  <a:solidFill>
                    <a:srgbClr val="000000"/>
                  </a:solidFill>
                  <a:latin typeface="Arial"/>
                  <a:ea typeface="Arial"/>
                  <a:cs typeface="Arial"/>
                </a:defRPr>
              </a:lvl6pPr>
              <a:lvl7pPr algn="l">
                <a:defRPr sz="1125" b="0">
                  <a:solidFill>
                    <a:srgbClr val="000000"/>
                  </a:solidFill>
                  <a:latin typeface="Arial"/>
                  <a:ea typeface="Arial"/>
                  <a:cs typeface="Arial"/>
                </a:defRPr>
              </a:lvl7pPr>
              <a:lvl8pPr algn="l">
                <a:defRPr sz="1125" b="0">
                  <a:solidFill>
                    <a:srgbClr val="000000"/>
                  </a:solidFill>
                  <a:latin typeface="Arial"/>
                  <a:ea typeface="Arial"/>
                  <a:cs typeface="Arial"/>
                </a:defRPr>
              </a:lvl8pPr>
              <a:lvl9pPr algn="l">
                <a:defRPr sz="1125" b="0">
                  <a:solidFill>
                    <a:srgbClr val="000000"/>
                  </a:solidFill>
                  <a:latin typeface="Arial"/>
                  <a:ea typeface="Arial"/>
                  <a:cs typeface="Arial"/>
                </a:defRPr>
              </a:lvl9pPr>
            </a:lstStyle>
            <a:p>
              <a:pPr algn="l">
                <a:defRPr sz="1125" b="0">
                  <a:solidFill>
                    <a:srgbClr val="000000"/>
                  </a:solidFill>
                  <a:latin typeface="Arial"/>
                  <a:ea typeface="Arial"/>
                  <a:cs typeface="Arial"/>
                </a:defRPr>
              </a:pPr>
              <a:r>
                <a:rPr sz="1125" b="0">
                  <a:solidFill>
                    <a:srgbClr val="000000"/>
                  </a:solidFill>
                  <a:latin typeface="Arial"/>
                  <a:ea typeface="Arial"/>
                  <a:cs typeface="Arial"/>
                </a:rPr>
                <a:t>Strong storm over</a:t>
              </a:r>
            </a:p>
            <a:p>
              <a:pPr algn="l">
                <a:defRPr sz="1125" b="0">
                  <a:solidFill>
                    <a:srgbClr val="000000"/>
                  </a:solidFill>
                  <a:latin typeface="Arial"/>
                  <a:ea typeface="Arial"/>
                  <a:cs typeface="Arial"/>
                </a:defRPr>
              </a:pPr>
              <a:r>
                <a:rPr sz="1125" b="0">
                  <a:solidFill>
                    <a:srgbClr val="000000"/>
                  </a:solidFill>
                  <a:latin typeface="Arial"/>
                  <a:ea typeface="Arial"/>
                  <a:cs typeface="Arial"/>
                </a:rPr>
                <a:t>Scandinavia</a:t>
              </a:r>
            </a:p>
          </p:txBody>
        </p:sp>
        <p:sp>
          <p:nvSpPr>
            <p:cNvPr id="47" name="line_045">
              <a:extLst>
                <a:ext uri="{FF2B5EF4-FFF2-40B4-BE49-F238E27FC236}">
                  <ns2:creationId id="{37DA1CA6-2A7A-40CA-95AB-B07D504C224F}"/>
                </a:ext>
              </a:extLst>
            </p:cNvPr>
            <p:cNvSpPr>
              <a:spLocks noGrp="1"/>
            </p:cNvSpPr>
            <p:nvPr/>
          </p:nvSpPr>
          <p:spPr>
            <a:xfrm>
              <a:off x="5157461" y="1192530"/>
              <a:ext cx="95" cy="530226"/>
            </a:xfrm>
            <a:custGeom>
              <a:pathLst>
                <a:path w="95" h="530226">
                  <a:moveTo>
                    <a:pt x="0" y="0"/>
                  </a:moveTo>
                  <a:lnTo>
                    <a:pt x="0" y="530226"/>
                  </a:lnTo>
                </a:path>
              </a:pathLst>
            </a:custGeom>
            <a:noFill/>
            <a:ln w="9430">
              <a:solidFill>
                <a:srgbClr val="000000"/>
              </a:solidFill>
              <a:prstDash val="solid"/>
            </a:ln>
          </p:spPr>
        </p:sp>
        <p:sp>
          <p:nvSpPr>
            <p:cNvPr id="48" name="line_046">
              <a:extLst>
                <a:ext uri="{FF2B5EF4-FFF2-40B4-BE49-F238E27FC236}">
                  <ns2:creationId id="{3DE99298-124B-49C0-9830-328FA93FF27D}"/>
                </a:ext>
              </a:extLst>
            </p:cNvPr>
            <p:cNvSpPr>
              <a:spLocks noGrp="1"/>
            </p:cNvSpPr>
            <p:nvPr/>
          </p:nvSpPr>
          <p:spPr>
            <a:xfrm>
              <a:off x="5157461" y="1669416"/>
              <a:ext cx="20860" cy="53340"/>
            </a:xfrm>
            <a:custGeom>
              <a:pathLst>
                <a:path w="20860" h="53340">
                  <a:moveTo>
                    <a:pt x="20860" y="0"/>
                  </a:moveTo>
                  <a:lnTo>
                    <a:pt x="0" y="53340"/>
                  </a:lnTo>
                </a:path>
              </a:pathLst>
            </a:custGeom>
            <a:noFill/>
            <a:ln w="9430">
              <a:solidFill>
                <a:srgbClr val="000000"/>
              </a:solidFill>
              <a:prstDash val="solid"/>
            </a:ln>
          </p:spPr>
        </p:sp>
        <p:sp>
          <p:nvSpPr>
            <p:cNvPr id="49" name="line_047">
              <a:extLst>
                <a:ext uri="{FF2B5EF4-FFF2-40B4-BE49-F238E27FC236}">
                  <ns2:creationId id="{51924981-8348-4B75-BAAC-142A26F2819C}"/>
                </a:ext>
              </a:extLst>
            </p:cNvPr>
            <p:cNvSpPr>
              <a:spLocks noGrp="1"/>
            </p:cNvSpPr>
            <p:nvPr/>
          </p:nvSpPr>
          <p:spPr>
            <a:xfrm>
              <a:off x="5136601" y="1669416"/>
              <a:ext cx="20860" cy="53340"/>
            </a:xfrm>
            <a:custGeom>
              <a:pathLst>
                <a:path w="20860" h="53340">
                  <a:moveTo>
                    <a:pt x="0" y="0"/>
                  </a:moveTo>
                  <a:lnTo>
                    <a:pt x="20860" y="53340"/>
                  </a:lnTo>
                </a:path>
              </a:pathLst>
            </a:custGeom>
            <a:noFill/>
            <a:ln w="9430">
              <a:solidFill>
                <a:srgbClr val="000000"/>
              </a:solidFill>
              <a:prstDash val="solid"/>
            </a:ln>
          </p:spPr>
        </p:sp>
        <p:sp>
          <p:nvSpPr>
            <p:cNvPr id="50" name="path_048">
              <a:extLst>
                <a:ext uri="{FF2B5EF4-FFF2-40B4-BE49-F238E27FC236}">
                  <ns2:creationId id="{4A642D3F-77AC-4BDD-A844-63A21B9B4F5B}"/>
                </a:ext>
              </a:extLst>
            </p:cNvPr>
            <p:cNvSpPr>
              <a:spLocks noGrp="1"/>
            </p:cNvSpPr>
            <p:nvPr/>
          </p:nvSpPr>
          <p:spPr>
            <a:xfrm>
              <a:off x="2993374" y="3383280"/>
              <a:ext cx="2164087" cy="712470"/>
            </a:xfrm>
            <a:custGeom>
              <a:pathLst>
                <a:path w="2164087" h="712470">
                  <a:moveTo>
                    <a:pt x="2164087" y="0"/>
                  </a:moveTo>
                  <a:lnTo>
                    <a:pt x="2164087" y="259080"/>
                  </a:lnTo>
                  <a:lnTo>
                    <a:pt x="0" y="259080"/>
                  </a:lnTo>
                  <a:lnTo>
                    <a:pt x="0" y="712470"/>
                  </a:lnTo>
                </a:path>
              </a:pathLst>
            </a:custGeom>
            <a:noFill/>
            <a:ln w="6858">
              <a:solidFill>
                <a:srgbClr val="8B8B8B"/>
              </a:solidFill>
              <a:prstDash val="solid"/>
            </a:ln>
          </p:spPr>
        </p:sp>
        <p:pic>
          <p:nvPicPr>
            <p:cNvPr id="51" name="">
              <a:extLst>
                <a:ext uri="{FF2B5EF4-FFF2-40B4-BE49-F238E27FC236}">
                  <ns2:creationId id="{AAE9794C-2190-454C-83EB-F54226C63926}"/>
                </a:ext>
              </a:extLst>
            </p:cNvPr>
            <p:cNvPicPr>
              <a:picLocks noChangeAspect="1"/>
            </p:cNvPicPr>
            <p:nvPr/>
          </p:nvPicPr>
          <p:blipFill>
            <a:blip r:embed="R866f10fda1b846fe"/>
            <a:stretch/>
          </p:blipFill>
          <p:spPr>
            <a:xfrm>
              <a:off x="2211134" y="4095750"/>
              <a:ext cx="1564481" cy="1609969"/>
            </a:xfrm>
            <a:prstGeom prst="rect">
              <a:avLst/>
            </a:prstGeom>
          </p:spPr>
        </p:pic>
        <p:sp>
          <p:nvSpPr>
            <p:cNvPr id="52" name="rect_050">
              <a:extLst>
                <a:ext uri="{FF2B5EF4-FFF2-40B4-BE49-F238E27FC236}">
                  <ns2:creationId id="{56834B69-7300-4FE8-AF8C-D2962D7FF6A3}"/>
                </a:ext>
              </a:extLst>
            </p:cNvPr>
            <p:cNvSpPr>
              <a:spLocks noGrp="1"/>
            </p:cNvSpPr>
            <p:nvPr/>
          </p:nvSpPr>
          <p:spPr>
            <a:xfrm rot="0">
              <a:off x="2211134" y="4095750"/>
              <a:ext cx="1564481" cy="1609969"/>
            </a:xfrm>
            <a:prstGeom prst="rect">
              <a:avLst/>
            </a:prstGeom>
            <a:noFill/>
            <a:ln w="7715">
              <a:solidFill>
                <a:srgbClr val="000000"/>
              </a:solidFill>
              <a:prstDash val="solid"/>
            </a:ln>
          </p:spPr>
        </p:sp>
        <p:sp>
          <p:nvSpPr>
            <p:cNvPr id="53" name="text_051">
              <a:extLst>
                <a:ext uri="{FF2B5EF4-FFF2-40B4-BE49-F238E27FC236}">
                  <ns2:creationId id="{CDA422CD-5D66-4902-99F5-A1DB58E1648D}"/>
                </a:ext>
              </a:extLst>
            </p:cNvPr>
            <p:cNvSpPr>
              <a:spLocks noGrp="1"/>
            </p:cNvSpPr>
            <p:nvPr/>
          </p:nvSpPr>
          <p:spPr>
            <a:xfrm rot="0">
              <a:off x="2148554" y="5768298"/>
              <a:ext cx="1689640" cy="238125"/>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1999-12-17 21:00</a:t>
              </a:r>
            </a:p>
          </p:txBody>
        </p:sp>
        <p:sp>
          <p:nvSpPr>
            <p:cNvPr id="54" name="line_052">
              <a:extLst>
                <a:ext uri="{FF2B5EF4-FFF2-40B4-BE49-F238E27FC236}">
                  <ns2:creationId id="{B8822933-23B0-4473-80F6-6176F29ED8DA}"/>
                </a:ext>
              </a:extLst>
            </p:cNvPr>
            <p:cNvSpPr>
              <a:spLocks noGrp="1"/>
            </p:cNvSpPr>
            <p:nvPr/>
          </p:nvSpPr>
          <p:spPr>
            <a:xfrm>
              <a:off x="3045518" y="4350258"/>
              <a:ext cx="342707" cy="115258"/>
            </a:xfrm>
            <a:custGeom>
              <a:pathLst>
                <a:path w="342707" h="115258">
                  <a:moveTo>
                    <a:pt x="0" y="0"/>
                  </a:moveTo>
                  <a:lnTo>
                    <a:pt x="342707" y="115258"/>
                  </a:lnTo>
                </a:path>
              </a:pathLst>
            </a:custGeom>
            <a:noFill/>
            <a:ln w="13716">
              <a:solidFill>
                <a:srgbClr val="333333"/>
              </a:solidFill>
              <a:prstDash val="solid"/>
            </a:ln>
          </p:spPr>
        </p:sp>
        <p:sp>
          <p:nvSpPr>
            <p:cNvPr id="55" name="line_053">
              <a:extLst>
                <a:ext uri="{FF2B5EF4-FFF2-40B4-BE49-F238E27FC236}">
                  <ns2:creationId id="{8A033FF5-6B2A-4229-A763-252BAA13A4EA}"/>
                </a:ext>
              </a:extLst>
            </p:cNvPr>
            <p:cNvSpPr>
              <a:spLocks noGrp="1"/>
            </p:cNvSpPr>
            <p:nvPr/>
          </p:nvSpPr>
          <p:spPr>
            <a:xfrm>
              <a:off x="3348741" y="4430229"/>
              <a:ext cx="39484" cy="35287"/>
            </a:xfrm>
            <a:custGeom>
              <a:pathLst>
                <a:path w="39484" h="35287">
                  <a:moveTo>
                    <a:pt x="0" y="0"/>
                  </a:moveTo>
                  <a:lnTo>
                    <a:pt x="39484" y="35287"/>
                  </a:lnTo>
                </a:path>
              </a:pathLst>
            </a:custGeom>
            <a:noFill/>
            <a:ln w="13716">
              <a:solidFill>
                <a:srgbClr val="333333"/>
              </a:solidFill>
              <a:prstDash val="solid"/>
            </a:ln>
          </p:spPr>
        </p:sp>
        <p:sp>
          <p:nvSpPr>
            <p:cNvPr id="56" name="line_054">
              <a:extLst>
                <a:ext uri="{FF2B5EF4-FFF2-40B4-BE49-F238E27FC236}">
                  <ns2:creationId id="{DD460354-C5AB-4E3B-A19B-9A9082972751}"/>
                </a:ext>
              </a:extLst>
            </p:cNvPr>
            <p:cNvSpPr>
              <a:spLocks noGrp="1"/>
            </p:cNvSpPr>
            <p:nvPr/>
          </p:nvSpPr>
          <p:spPr>
            <a:xfrm>
              <a:off x="3335442" y="4465516"/>
              <a:ext cx="52783" cy="4256"/>
            </a:xfrm>
            <a:custGeom>
              <a:pathLst>
                <a:path w="52783" h="4256">
                  <a:moveTo>
                    <a:pt x="0" y="4256"/>
                  </a:moveTo>
                  <a:lnTo>
                    <a:pt x="52783" y="0"/>
                  </a:lnTo>
                </a:path>
              </a:pathLst>
            </a:custGeom>
            <a:noFill/>
            <a:ln w="13716">
              <a:solidFill>
                <a:srgbClr val="333333"/>
              </a:solidFill>
              <a:prstDash val="solid"/>
            </a:ln>
          </p:spPr>
        </p:sp>
        <p:sp>
          <p:nvSpPr>
            <p:cNvPr id="57" name="text_055">
              <a:extLst>
                <a:ext uri="{FF2B5EF4-FFF2-40B4-BE49-F238E27FC236}">
                  <ns2:creationId id="{8845366D-D85F-425D-89A3-24317EBC18BB}"/>
                </a:ext>
              </a:extLst>
            </p:cNvPr>
            <p:cNvSpPr>
              <a:spLocks noGrp="1"/>
            </p:cNvSpPr>
            <p:nvPr/>
          </p:nvSpPr>
          <p:spPr>
            <a:xfrm rot="0">
              <a:off x="3416038" y="4389030"/>
              <a:ext cx="139065" cy="166878"/>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d</a:t>
              </a:r>
            </a:p>
          </p:txBody>
        </p:sp>
        <p:sp>
          <p:nvSpPr>
            <p:cNvPr id="58" name="a_event_guide_2">
              <a:extLst>
                <a:ext uri="{FF2B5EF4-FFF2-40B4-BE49-F238E27FC236}">
                  <ns2:creationId id="{A6737ED9-D822-4D61-82E8-773282F04C05}"/>
                </a:ext>
              </a:extLst>
            </p:cNvPr>
            <p:cNvSpPr>
              <a:spLocks noGrp="1"/>
            </p:cNvSpPr>
            <p:nvPr/>
          </p:nvSpPr>
          <p:spPr>
            <a:xfrm>
              <a:off x="7159324" y="320040"/>
              <a:ext cx="95" cy="2971800"/>
            </a:xfrm>
            <a:custGeom>
              <a:pathLst>
                <a:path w="95" h="2971800">
                  <a:moveTo>
                    <a:pt x="0" y="0"/>
                  </a:moveTo>
                  <a:lnTo>
                    <a:pt x="0" y="2971800"/>
                  </a:lnTo>
                </a:path>
              </a:pathLst>
            </a:custGeom>
            <a:noFill/>
            <a:ln w="8573">
              <a:solidFill>
                <a:srgbClr val="000000"/>
              </a:solidFill>
              <a:prstDash val="dash"/>
            </a:ln>
          </p:spPr>
        </p:sp>
        <p:sp>
          <p:nvSpPr>
            <p:cNvPr id="59" name="a_event_box_2">
              <a:extLst>
                <a:ext uri="{FF2B5EF4-FFF2-40B4-BE49-F238E27FC236}">
                  <ns2:creationId id="{9BAD42C3-8036-4A93-9E68-07D682D5D68A}"/>
                </a:ext>
              </a:extLst>
            </p:cNvPr>
            <p:cNvSpPr>
              <a:spLocks noGrp="1"/>
            </p:cNvSpPr>
            <p:nvPr/>
          </p:nvSpPr>
          <p:spPr>
            <a:xfrm rot="0">
              <a:off x="4495991" y="2766060"/>
              <a:ext cx="2892552" cy="400050"/>
            </a:xfrm>
            <a:prstGeom prst="roundRect">
              <a:avLst>
                <a:gd name="adj" fmla="val 19048"/>
              </a:avLst>
            </a:prstGeom>
            <a:solidFill>
              <a:srgbClr val="FFFFFF">
                <a:alpha val="88000"/>
              </a:srgbClr>
            </a:solidFill>
            <a:ln w="6858">
              <a:solidFill>
                <a:srgbClr val="000000"/>
              </a:solidFill>
              <a:prstDash val="solid"/>
            </a:ln>
          </p:spPr>
        </p:sp>
        <p:sp>
          <p:nvSpPr>
            <p:cNvPr id="60" name="text_058">
              <a:extLst>
                <a:ext uri="{FF2B5EF4-FFF2-40B4-BE49-F238E27FC236}">
                  <ns2:creationId id="{EF100C27-1069-4F99-9827-EE0E2DBD610F}"/>
                </a:ext>
              </a:extLst>
            </p:cNvPr>
            <p:cNvSpPr>
              <a:spLocks noGrp="1"/>
            </p:cNvSpPr>
            <p:nvPr/>
          </p:nvSpPr>
          <p:spPr>
            <a:xfrm rot="0">
              <a:off x="4558570" y="2794635"/>
              <a:ext cx="2767394" cy="371475"/>
            </a:xfrm>
            <a:prstGeom prst="rect">
              <a:avLst/>
            </a:prstGeom>
            <a:noFill/>
            <a:ln w="0">
              <a:noFill/>
              <a:prstDash val="solid"/>
            </a:ln>
          </p:spPr>
          <p:txBody>
            <a:bodyPr wrap="none" lIns="0" tIns="0" rIns="0" bIns="0" anchor="t">
              <a:noAutofit/>
            </a:bodyPr>
            <a:lstStyle>
              <a:defPPr algn="l">
                <a:defRPr sz="1125" b="0">
                  <a:solidFill>
                    <a:srgbClr val="000000"/>
                  </a:solidFill>
                  <a:latin typeface="Arial"/>
                  <a:ea typeface="Arial"/>
                  <a:cs typeface="Arial"/>
                </a:defRPr>
              </a:defPPr>
              <a:lvl1pPr algn="l">
                <a:defRPr sz="1125" b="0">
                  <a:solidFill>
                    <a:srgbClr val="000000"/>
                  </a:solidFill>
                  <a:latin typeface="Arial"/>
                  <a:ea typeface="Arial"/>
                  <a:cs typeface="Arial"/>
                </a:defRPr>
              </a:lvl1pPr>
              <a:lvl2pPr algn="l">
                <a:defRPr sz="1125" b="0">
                  <a:solidFill>
                    <a:srgbClr val="000000"/>
                  </a:solidFill>
                  <a:latin typeface="Arial"/>
                  <a:ea typeface="Arial"/>
                  <a:cs typeface="Arial"/>
                </a:defRPr>
              </a:lvl2pPr>
              <a:lvl3pPr algn="l">
                <a:defRPr sz="1125" b="0">
                  <a:solidFill>
                    <a:srgbClr val="000000"/>
                  </a:solidFill>
                  <a:latin typeface="Arial"/>
                  <a:ea typeface="Arial"/>
                  <a:cs typeface="Arial"/>
                </a:defRPr>
              </a:lvl3pPr>
              <a:lvl4pPr algn="l">
                <a:defRPr sz="1125" b="0">
                  <a:solidFill>
                    <a:srgbClr val="000000"/>
                  </a:solidFill>
                  <a:latin typeface="Arial"/>
                  <a:ea typeface="Arial"/>
                  <a:cs typeface="Arial"/>
                </a:defRPr>
              </a:lvl4pPr>
              <a:lvl5pPr algn="l">
                <a:defRPr sz="1125" b="0">
                  <a:solidFill>
                    <a:srgbClr val="000000"/>
                  </a:solidFill>
                  <a:latin typeface="Arial"/>
                  <a:ea typeface="Arial"/>
                  <a:cs typeface="Arial"/>
                </a:defRPr>
              </a:lvl5pPr>
              <a:lvl6pPr algn="l">
                <a:defRPr sz="1125" b="0">
                  <a:solidFill>
                    <a:srgbClr val="000000"/>
                  </a:solidFill>
                  <a:latin typeface="Arial"/>
                  <a:ea typeface="Arial"/>
                  <a:cs typeface="Arial"/>
                </a:defRPr>
              </a:lvl6pPr>
              <a:lvl7pPr algn="l">
                <a:defRPr sz="1125" b="0">
                  <a:solidFill>
                    <a:srgbClr val="000000"/>
                  </a:solidFill>
                  <a:latin typeface="Arial"/>
                  <a:ea typeface="Arial"/>
                  <a:cs typeface="Arial"/>
                </a:defRPr>
              </a:lvl7pPr>
              <a:lvl8pPr algn="l">
                <a:defRPr sz="1125" b="0">
                  <a:solidFill>
                    <a:srgbClr val="000000"/>
                  </a:solidFill>
                  <a:latin typeface="Arial"/>
                  <a:ea typeface="Arial"/>
                  <a:cs typeface="Arial"/>
                </a:defRPr>
              </a:lvl8pPr>
              <a:lvl9pPr algn="l">
                <a:defRPr sz="1125" b="0">
                  <a:solidFill>
                    <a:srgbClr val="000000"/>
                  </a:solidFill>
                  <a:latin typeface="Arial"/>
                  <a:ea typeface="Arial"/>
                  <a:cs typeface="Arial"/>
                </a:defRPr>
              </a:lvl9pPr>
            </a:lstStyle>
            <a:p>
              <a:pPr algn="l">
                <a:defRPr sz="1125" b="0">
                  <a:solidFill>
                    <a:srgbClr val="000000"/>
                  </a:solidFill>
                  <a:latin typeface="Arial"/>
                  <a:ea typeface="Arial"/>
                  <a:cs typeface="Arial"/>
                </a:defRPr>
              </a:pPr>
              <a:r>
                <a:rPr sz="1125" b="0">
                  <a:solidFill>
                    <a:srgbClr val="000000"/>
                  </a:solidFill>
                  <a:latin typeface="Arial"/>
                  <a:ea typeface="Arial"/>
                  <a:cs typeface="Arial"/>
                </a:rPr>
                <a:t>Strong storm over the</a:t>
              </a:r>
            </a:p>
            <a:p>
              <a:pPr algn="l">
                <a:defRPr sz="1125" b="0">
                  <a:solidFill>
                    <a:srgbClr val="000000"/>
                  </a:solidFill>
                  <a:latin typeface="Arial"/>
                  <a:ea typeface="Arial"/>
                  <a:cs typeface="Arial"/>
                </a:defRPr>
              </a:pPr>
              <a:r>
                <a:rPr sz="1125" b="0">
                  <a:solidFill>
                    <a:srgbClr val="000000"/>
                  </a:solidFill>
                  <a:latin typeface="Arial"/>
                  <a:ea typeface="Arial"/>
                  <a:cs typeface="Arial"/>
                </a:rPr>
                <a:t>British Isles and Norway</a:t>
              </a:r>
            </a:p>
          </p:txBody>
        </p:sp>
        <p:sp>
          <p:nvSpPr>
            <p:cNvPr id="61" name="line_059">
              <a:extLst>
                <a:ext uri="{FF2B5EF4-FFF2-40B4-BE49-F238E27FC236}">
                  <ns2:creationId id="{A1B41F57-6EA9-46F3-812C-CA084FC2AB70}"/>
                </a:ext>
              </a:extLst>
            </p:cNvPr>
            <p:cNvSpPr>
              <a:spLocks noGrp="1"/>
            </p:cNvSpPr>
            <p:nvPr/>
          </p:nvSpPr>
          <p:spPr>
            <a:xfrm>
              <a:off x="7159324" y="2178295"/>
              <a:ext cx="95" cy="587765"/>
            </a:xfrm>
            <a:custGeom>
              <a:pathLst>
                <a:path w="95" h="587765">
                  <a:moveTo>
                    <a:pt x="0" y="587765"/>
                  </a:moveTo>
                  <a:lnTo>
                    <a:pt x="0" y="0"/>
                  </a:lnTo>
                </a:path>
              </a:pathLst>
            </a:custGeom>
            <a:noFill/>
            <a:ln w="9430">
              <a:solidFill>
                <a:srgbClr val="000000"/>
              </a:solidFill>
              <a:prstDash val="solid"/>
            </a:ln>
          </p:spPr>
        </p:sp>
        <p:sp>
          <p:nvSpPr>
            <p:cNvPr id="62" name="line_060">
              <a:extLst>
                <a:ext uri="{FF2B5EF4-FFF2-40B4-BE49-F238E27FC236}">
                  <ns2:creationId id="{2DFD914B-65E6-4E31-A91D-334A16D0C8D9}"/>
                </a:ext>
              </a:extLst>
            </p:cNvPr>
            <p:cNvSpPr>
              <a:spLocks noGrp="1"/>
            </p:cNvSpPr>
            <p:nvPr/>
          </p:nvSpPr>
          <p:spPr>
            <a:xfrm>
              <a:off x="7138464" y="2178295"/>
              <a:ext cx="20860" cy="53340"/>
            </a:xfrm>
            <a:custGeom>
              <a:pathLst>
                <a:path w="20860" h="53340">
                  <a:moveTo>
                    <a:pt x="0" y="53340"/>
                  </a:moveTo>
                  <a:lnTo>
                    <a:pt x="20860" y="0"/>
                  </a:lnTo>
                </a:path>
              </a:pathLst>
            </a:custGeom>
            <a:noFill/>
            <a:ln w="9430">
              <a:solidFill>
                <a:srgbClr val="000000"/>
              </a:solidFill>
              <a:prstDash val="solid"/>
            </a:ln>
          </p:spPr>
        </p:sp>
        <p:sp>
          <p:nvSpPr>
            <p:cNvPr id="63" name="line_061">
              <a:extLst>
                <a:ext uri="{FF2B5EF4-FFF2-40B4-BE49-F238E27FC236}">
                  <ns2:creationId id="{1D92A189-99BA-438A-90DC-AF3D821237AA}"/>
                </a:ext>
              </a:extLst>
            </p:cNvPr>
            <p:cNvSpPr>
              <a:spLocks noGrp="1"/>
            </p:cNvSpPr>
            <p:nvPr/>
          </p:nvSpPr>
          <p:spPr>
            <a:xfrm>
              <a:off x="7159324" y="2178295"/>
              <a:ext cx="20860" cy="53340"/>
            </a:xfrm>
            <a:custGeom>
              <a:pathLst>
                <a:path w="20860" h="53340">
                  <a:moveTo>
                    <a:pt x="20860" y="53340"/>
                  </a:moveTo>
                  <a:lnTo>
                    <a:pt x="0" y="0"/>
                  </a:lnTo>
                </a:path>
              </a:pathLst>
            </a:custGeom>
            <a:noFill/>
            <a:ln w="9430">
              <a:solidFill>
                <a:srgbClr val="000000"/>
              </a:solidFill>
              <a:prstDash val="solid"/>
            </a:ln>
          </p:spPr>
        </p:sp>
        <p:sp>
          <p:nvSpPr>
            <p:cNvPr id="64" name="path_062">
              <a:extLst>
                <a:ext uri="{FF2B5EF4-FFF2-40B4-BE49-F238E27FC236}">
                  <ns2:creationId id="{437A50D3-7BFD-4231-AD2E-F5E81C6D2750}"/>
                </a:ext>
              </a:extLst>
            </p:cNvPr>
            <p:cNvSpPr>
              <a:spLocks noGrp="1"/>
            </p:cNvSpPr>
            <p:nvPr/>
          </p:nvSpPr>
          <p:spPr>
            <a:xfrm>
              <a:off x="4752546" y="3383280"/>
              <a:ext cx="2406778" cy="712470"/>
            </a:xfrm>
            <a:custGeom>
              <a:pathLst>
                <a:path w="2406778" h="712470">
                  <a:moveTo>
                    <a:pt x="2406778" y="0"/>
                  </a:moveTo>
                  <a:lnTo>
                    <a:pt x="2406778" y="274320"/>
                  </a:lnTo>
                  <a:lnTo>
                    <a:pt x="0" y="274320"/>
                  </a:lnTo>
                  <a:lnTo>
                    <a:pt x="0" y="712470"/>
                  </a:lnTo>
                </a:path>
              </a:pathLst>
            </a:custGeom>
            <a:noFill/>
            <a:ln w="6858">
              <a:solidFill>
                <a:srgbClr val="8B8B8B"/>
              </a:solidFill>
              <a:prstDash val="solid"/>
            </a:ln>
          </p:spPr>
        </p:sp>
        <p:pic>
          <p:nvPicPr>
            <p:cNvPr id="65" name="">
              <a:extLst>
                <a:ext uri="{FF2B5EF4-FFF2-40B4-BE49-F238E27FC236}">
                  <ns2:creationId id="{8C829D06-65F2-4D3E-A5E7-B1AE47035192}"/>
                </a:ext>
              </a:extLst>
            </p:cNvPr>
            <p:cNvPicPr>
              <a:picLocks noChangeAspect="1"/>
            </p:cNvPicPr>
            <p:nvPr/>
          </p:nvPicPr>
          <p:blipFill>
            <a:blip r:embed="R9222d24ce14d4c21"/>
            <a:stretch/>
          </p:blipFill>
          <p:spPr>
            <a:xfrm>
              <a:off x="3970306" y="4095750"/>
              <a:ext cx="1564481" cy="1609969"/>
            </a:xfrm>
            <a:prstGeom prst="rect">
              <a:avLst/>
            </a:prstGeom>
          </p:spPr>
        </p:pic>
        <p:sp>
          <p:nvSpPr>
            <p:cNvPr id="66" name="rect_064">
              <a:extLst>
                <a:ext uri="{FF2B5EF4-FFF2-40B4-BE49-F238E27FC236}">
                  <ns2:creationId id="{644888FF-26A9-4B0B-ADF9-DA2B45B9021D}"/>
                </a:ext>
              </a:extLst>
            </p:cNvPr>
            <p:cNvSpPr>
              <a:spLocks noGrp="1"/>
            </p:cNvSpPr>
            <p:nvPr/>
          </p:nvSpPr>
          <p:spPr>
            <a:xfrm rot="0">
              <a:off x="3970306" y="4095750"/>
              <a:ext cx="1564481" cy="1609969"/>
            </a:xfrm>
            <a:prstGeom prst="rect">
              <a:avLst/>
            </a:prstGeom>
            <a:noFill/>
            <a:ln w="7715">
              <a:solidFill>
                <a:srgbClr val="000000"/>
              </a:solidFill>
              <a:prstDash val="solid"/>
            </a:ln>
          </p:spPr>
        </p:sp>
        <p:sp>
          <p:nvSpPr>
            <p:cNvPr id="67" name="text_065">
              <a:extLst>
                <a:ext uri="{FF2B5EF4-FFF2-40B4-BE49-F238E27FC236}">
                  <ns2:creationId id="{7728044E-1FF6-493D-ACA5-5E2A23244A85}"/>
                </a:ext>
              </a:extLst>
            </p:cNvPr>
            <p:cNvSpPr>
              <a:spLocks noGrp="1"/>
            </p:cNvSpPr>
            <p:nvPr/>
          </p:nvSpPr>
          <p:spPr>
            <a:xfrm rot="0">
              <a:off x="3907727" y="5768298"/>
              <a:ext cx="1689640" cy="238125"/>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1999-12-24 23:00</a:t>
              </a:r>
            </a:p>
          </p:txBody>
        </p:sp>
        <p:sp>
          <p:nvSpPr>
            <p:cNvPr id="68" name="line_066">
              <a:extLst>
                <a:ext uri="{FF2B5EF4-FFF2-40B4-BE49-F238E27FC236}">
                  <ns2:creationId id="{E3F71738-57E9-454A-A5F3-5B399A9768C8}"/>
                </a:ext>
              </a:extLst>
            </p:cNvPr>
            <p:cNvSpPr>
              <a:spLocks noGrp="1"/>
            </p:cNvSpPr>
            <p:nvPr/>
          </p:nvSpPr>
          <p:spPr>
            <a:xfrm>
              <a:off x="4421552" y="4514541"/>
              <a:ext cx="342707" cy="115258"/>
            </a:xfrm>
            <a:custGeom>
              <a:pathLst>
                <a:path w="342707" h="115258">
                  <a:moveTo>
                    <a:pt x="0" y="0"/>
                  </a:moveTo>
                  <a:lnTo>
                    <a:pt x="342707" y="115258"/>
                  </a:lnTo>
                </a:path>
              </a:pathLst>
            </a:custGeom>
            <a:noFill/>
            <a:ln w="13716">
              <a:solidFill>
                <a:srgbClr val="333333"/>
              </a:solidFill>
              <a:prstDash val="solid"/>
            </a:ln>
          </p:spPr>
        </p:sp>
        <p:sp>
          <p:nvSpPr>
            <p:cNvPr id="69" name="line_067">
              <a:extLst>
                <a:ext uri="{FF2B5EF4-FFF2-40B4-BE49-F238E27FC236}">
                  <ns2:creationId id="{4AA76D13-1E9B-4795-B4B7-16068DBCD7B9}"/>
                </a:ext>
              </a:extLst>
            </p:cNvPr>
            <p:cNvSpPr>
              <a:spLocks noGrp="1"/>
            </p:cNvSpPr>
            <p:nvPr/>
          </p:nvSpPr>
          <p:spPr>
            <a:xfrm>
              <a:off x="4724775" y="4594511"/>
              <a:ext cx="39484" cy="35287"/>
            </a:xfrm>
            <a:custGeom>
              <a:pathLst>
                <a:path w="39484" h="35287">
                  <a:moveTo>
                    <a:pt x="0" y="0"/>
                  </a:moveTo>
                  <a:lnTo>
                    <a:pt x="39484" y="35287"/>
                  </a:lnTo>
                </a:path>
              </a:pathLst>
            </a:custGeom>
            <a:noFill/>
            <a:ln w="13716">
              <a:solidFill>
                <a:srgbClr val="333333"/>
              </a:solidFill>
              <a:prstDash val="solid"/>
            </a:ln>
          </p:spPr>
        </p:sp>
        <p:sp>
          <p:nvSpPr>
            <p:cNvPr id="70" name="line_068">
              <a:extLst>
                <a:ext uri="{FF2B5EF4-FFF2-40B4-BE49-F238E27FC236}">
                  <ns2:creationId id="{25B7CE60-D8BB-4970-AA99-4AA7D3B61773}"/>
                </a:ext>
              </a:extLst>
            </p:cNvPr>
            <p:cNvSpPr>
              <a:spLocks noGrp="1"/>
            </p:cNvSpPr>
            <p:nvPr/>
          </p:nvSpPr>
          <p:spPr>
            <a:xfrm>
              <a:off x="4711476" y="4629798"/>
              <a:ext cx="52783" cy="4256"/>
            </a:xfrm>
            <a:custGeom>
              <a:pathLst>
                <a:path w="52783" h="4256">
                  <a:moveTo>
                    <a:pt x="0" y="4256"/>
                  </a:moveTo>
                  <a:lnTo>
                    <a:pt x="52783" y="0"/>
                  </a:lnTo>
                </a:path>
              </a:pathLst>
            </a:custGeom>
            <a:noFill/>
            <a:ln w="13716">
              <a:solidFill>
                <a:srgbClr val="333333"/>
              </a:solidFill>
              <a:prstDash val="solid"/>
            </a:ln>
          </p:spPr>
        </p:sp>
        <p:sp>
          <p:nvSpPr>
            <p:cNvPr id="71" name="text_069">
              <a:extLst>
                <a:ext uri="{FF2B5EF4-FFF2-40B4-BE49-F238E27FC236}">
                  <ns2:creationId id="{FF5C4BC8-B26E-40CB-8DDC-F9E91CEA26C9}"/>
                </a:ext>
              </a:extLst>
            </p:cNvPr>
            <p:cNvSpPr>
              <a:spLocks noGrp="1"/>
            </p:cNvSpPr>
            <p:nvPr/>
          </p:nvSpPr>
          <p:spPr>
            <a:xfrm rot="0">
              <a:off x="4792072" y="4553312"/>
              <a:ext cx="139065" cy="166878"/>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d</a:t>
              </a:r>
            </a:p>
          </p:txBody>
        </p:sp>
        <p:sp>
          <p:nvSpPr>
            <p:cNvPr id="72" name="a_event_guide_3">
              <a:extLst>
                <a:ext uri="{FF2B5EF4-FFF2-40B4-BE49-F238E27FC236}">
                  <ns2:creationId id="{4B1B118E-6714-4E34-81B3-79C5B0505EFD}"/>
                </a:ext>
              </a:extLst>
            </p:cNvPr>
            <p:cNvSpPr>
              <a:spLocks noGrp="1"/>
            </p:cNvSpPr>
            <p:nvPr/>
          </p:nvSpPr>
          <p:spPr>
            <a:xfrm>
              <a:off x="7571472" y="320040"/>
              <a:ext cx="95" cy="2971800"/>
            </a:xfrm>
            <a:custGeom>
              <a:pathLst>
                <a:path w="95" h="2971800">
                  <a:moveTo>
                    <a:pt x="0" y="0"/>
                  </a:moveTo>
                  <a:lnTo>
                    <a:pt x="0" y="2971800"/>
                  </a:lnTo>
                </a:path>
              </a:pathLst>
            </a:custGeom>
            <a:noFill/>
            <a:ln w="10478">
              <a:solidFill>
                <a:srgbClr val="C73A37"/>
              </a:solidFill>
              <a:prstDash val="dash"/>
            </a:ln>
          </p:spPr>
        </p:sp>
        <p:sp>
          <p:nvSpPr>
            <p:cNvPr id="73" name="a_event_box_3">
              <a:extLst>
                <a:ext uri="{FF2B5EF4-FFF2-40B4-BE49-F238E27FC236}">
                  <ns2:creationId id="{FD7109BD-02AB-40B3-A824-59670E05931D}"/>
                </a:ext>
              </a:extLst>
            </p:cNvPr>
            <p:cNvSpPr>
              <a:spLocks noGrp="1"/>
            </p:cNvSpPr>
            <p:nvPr/>
          </p:nvSpPr>
          <p:spPr>
            <a:xfrm rot="0">
              <a:off x="6063234" y="1645920"/>
              <a:ext cx="1077754" cy="228600"/>
            </a:xfrm>
            <a:prstGeom prst="roundRect">
              <a:avLst>
                <a:gd name="adj" fmla="val 33333"/>
              </a:avLst>
            </a:prstGeom>
            <a:solidFill>
              <a:srgbClr val="FFFFFF">
                <a:alpha val="88000"/>
              </a:srgbClr>
            </a:solidFill>
            <a:ln w="6858">
              <a:solidFill>
                <a:srgbClr val="000000"/>
              </a:solidFill>
              <a:prstDash val="solid"/>
            </a:ln>
          </p:spPr>
        </p:sp>
        <p:sp>
          <p:nvSpPr>
            <p:cNvPr id="74" name="text_072">
              <a:extLst>
                <a:ext uri="{FF2B5EF4-FFF2-40B4-BE49-F238E27FC236}">
                  <ns2:creationId id="{F43A0D89-B335-482A-83E1-E257298D7B55}"/>
                </a:ext>
              </a:extLst>
            </p:cNvPr>
            <p:cNvSpPr>
              <a:spLocks noGrp="1"/>
            </p:cNvSpPr>
            <p:nvPr/>
          </p:nvSpPr>
          <p:spPr>
            <a:xfrm rot="0">
              <a:off x="6125813" y="1684020"/>
              <a:ext cx="952595" cy="190500"/>
            </a:xfrm>
            <a:prstGeom prst="rect">
              <a:avLst/>
            </a:prstGeom>
            <a:noFill/>
            <a:ln w="0">
              <a:noFill/>
              <a:prstDash val="solid"/>
            </a:ln>
          </p:spPr>
          <p:txBody>
            <a:bodyPr wrap="none" lIns="0" tIns="0" rIns="0" bIns="0" anchor="t">
              <a:noAutofit/>
            </a:bodyPr>
            <a:lstStyle>
              <a:defPPr algn="l">
                <a:defRPr sz="1125" b="0">
                  <a:solidFill>
                    <a:srgbClr val="000000"/>
                  </a:solidFill>
                  <a:latin typeface="Arial"/>
                  <a:ea typeface="Arial"/>
                  <a:cs typeface="Arial"/>
                </a:defRPr>
              </a:defPPr>
              <a:lvl1pPr algn="l">
                <a:defRPr sz="1125" b="0">
                  <a:solidFill>
                    <a:srgbClr val="000000"/>
                  </a:solidFill>
                  <a:latin typeface="Arial"/>
                  <a:ea typeface="Arial"/>
                  <a:cs typeface="Arial"/>
                </a:defRPr>
              </a:lvl1pPr>
              <a:lvl2pPr algn="l">
                <a:defRPr sz="1125" b="0">
                  <a:solidFill>
                    <a:srgbClr val="000000"/>
                  </a:solidFill>
                  <a:latin typeface="Arial"/>
                  <a:ea typeface="Arial"/>
                  <a:cs typeface="Arial"/>
                </a:defRPr>
              </a:lvl2pPr>
              <a:lvl3pPr algn="l">
                <a:defRPr sz="1125" b="0">
                  <a:solidFill>
                    <a:srgbClr val="000000"/>
                  </a:solidFill>
                  <a:latin typeface="Arial"/>
                  <a:ea typeface="Arial"/>
                  <a:cs typeface="Arial"/>
                </a:defRPr>
              </a:lvl3pPr>
              <a:lvl4pPr algn="l">
                <a:defRPr sz="1125" b="0">
                  <a:solidFill>
                    <a:srgbClr val="000000"/>
                  </a:solidFill>
                  <a:latin typeface="Arial"/>
                  <a:ea typeface="Arial"/>
                  <a:cs typeface="Arial"/>
                </a:defRPr>
              </a:lvl4pPr>
              <a:lvl5pPr algn="l">
                <a:defRPr sz="1125" b="0">
                  <a:solidFill>
                    <a:srgbClr val="000000"/>
                  </a:solidFill>
                  <a:latin typeface="Arial"/>
                  <a:ea typeface="Arial"/>
                  <a:cs typeface="Arial"/>
                </a:defRPr>
              </a:lvl5pPr>
              <a:lvl6pPr algn="l">
                <a:defRPr sz="1125" b="0">
                  <a:solidFill>
                    <a:srgbClr val="000000"/>
                  </a:solidFill>
                  <a:latin typeface="Arial"/>
                  <a:ea typeface="Arial"/>
                  <a:cs typeface="Arial"/>
                </a:defRPr>
              </a:lvl6pPr>
              <a:lvl7pPr algn="l">
                <a:defRPr sz="1125" b="0">
                  <a:solidFill>
                    <a:srgbClr val="000000"/>
                  </a:solidFill>
                  <a:latin typeface="Arial"/>
                  <a:ea typeface="Arial"/>
                  <a:cs typeface="Arial"/>
                </a:defRPr>
              </a:lvl7pPr>
              <a:lvl8pPr algn="l">
                <a:defRPr sz="1125" b="0">
                  <a:solidFill>
                    <a:srgbClr val="000000"/>
                  </a:solidFill>
                  <a:latin typeface="Arial"/>
                  <a:ea typeface="Arial"/>
                  <a:cs typeface="Arial"/>
                </a:defRPr>
              </a:lvl8pPr>
              <a:lvl9pPr algn="l">
                <a:defRPr sz="1125" b="0">
                  <a:solidFill>
                    <a:srgbClr val="000000"/>
                  </a:solidFill>
                  <a:latin typeface="Arial"/>
                  <a:ea typeface="Arial"/>
                  <a:cs typeface="Arial"/>
                </a:defRPr>
              </a:lvl9pPr>
            </a:lstStyle>
            <a:p>
              <a:pPr algn="l">
                <a:defRPr sz="1125" b="0">
                  <a:solidFill>
                    <a:srgbClr val="000000"/>
                  </a:solidFill>
                  <a:latin typeface="Arial"/>
                  <a:ea typeface="Arial"/>
                  <a:cs typeface="Arial"/>
                </a:defRPr>
              </a:pPr>
              <a:r>
                <a:rPr sz="1125" b="0">
                  <a:solidFill>
                    <a:srgbClr val="000000"/>
                  </a:solidFill>
                  <a:latin typeface="Arial"/>
                  <a:ea typeface="Arial"/>
                  <a:cs typeface="Arial"/>
                </a:rPr>
                <a:t>Cyclone Lothar</a:t>
              </a:r>
            </a:p>
          </p:txBody>
        </p:sp>
        <p:sp>
          <p:nvSpPr>
            <p:cNvPr id="75" name="line_073">
              <a:extLst>
                <a:ext uri="{FF2B5EF4-FFF2-40B4-BE49-F238E27FC236}">
                  <ns2:creationId id="{685118E3-5CB8-4F42-8F59-82A36A4C8BBD}"/>
                </a:ext>
              </a:extLst>
            </p:cNvPr>
            <p:cNvSpPr>
              <a:spLocks noGrp="1"/>
            </p:cNvSpPr>
            <p:nvPr/>
          </p:nvSpPr>
          <p:spPr>
            <a:xfrm>
              <a:off x="7078409" y="1645920"/>
              <a:ext cx="493064" cy="106940"/>
            </a:xfrm>
            <a:custGeom>
              <a:pathLst>
                <a:path w="493064" h="106940">
                  <a:moveTo>
                    <a:pt x="0" y="0"/>
                  </a:moveTo>
                  <a:lnTo>
                    <a:pt x="493064" y="106940"/>
                  </a:lnTo>
                </a:path>
              </a:pathLst>
            </a:custGeom>
            <a:noFill/>
            <a:ln w="9430">
              <a:solidFill>
                <a:srgbClr val="000000"/>
              </a:solidFill>
              <a:prstDash val="solid"/>
            </a:ln>
          </p:spPr>
        </p:sp>
        <p:sp>
          <p:nvSpPr>
            <p:cNvPr id="76" name="line_074">
              <a:extLst>
                <a:ext uri="{FF2B5EF4-FFF2-40B4-BE49-F238E27FC236}">
                  <ns2:creationId id="{552CE11F-4565-494B-BDEB-0F7301C97C52}"/>
                </a:ext>
              </a:extLst>
            </p:cNvPr>
            <p:cNvSpPr>
              <a:spLocks noGrp="1"/>
            </p:cNvSpPr>
            <p:nvPr/>
          </p:nvSpPr>
          <p:spPr>
            <a:xfrm>
              <a:off x="7527776" y="1720079"/>
              <a:ext cx="43697" cy="32781"/>
            </a:xfrm>
            <a:custGeom>
              <a:pathLst>
                <a:path w="43697" h="32781">
                  <a:moveTo>
                    <a:pt x="0" y="0"/>
                  </a:moveTo>
                  <a:lnTo>
                    <a:pt x="43697" y="32781"/>
                  </a:lnTo>
                </a:path>
              </a:pathLst>
            </a:custGeom>
            <a:noFill/>
            <a:ln w="9430">
              <a:solidFill>
                <a:srgbClr val="000000"/>
              </a:solidFill>
              <a:prstDash val="solid"/>
            </a:ln>
          </p:spPr>
        </p:sp>
        <p:sp>
          <p:nvSpPr>
            <p:cNvPr id="77" name="line_075">
              <a:extLst>
                <a:ext uri="{FF2B5EF4-FFF2-40B4-BE49-F238E27FC236}">
                  <ns2:creationId id="{409B601A-056C-4F44-93AE-236588B63C63}"/>
                </a:ext>
              </a:extLst>
            </p:cNvPr>
            <p:cNvSpPr>
              <a:spLocks noGrp="1"/>
            </p:cNvSpPr>
            <p:nvPr/>
          </p:nvSpPr>
          <p:spPr>
            <a:xfrm>
              <a:off x="7519676" y="1752860"/>
              <a:ext cx="51796" cy="12069"/>
            </a:xfrm>
            <a:custGeom>
              <a:pathLst>
                <a:path w="51796" h="12069">
                  <a:moveTo>
                    <a:pt x="0" y="12069"/>
                  </a:moveTo>
                  <a:lnTo>
                    <a:pt x="51796" y="0"/>
                  </a:lnTo>
                </a:path>
              </a:pathLst>
            </a:custGeom>
            <a:noFill/>
            <a:ln w="9430">
              <a:solidFill>
                <a:srgbClr val="000000"/>
              </a:solidFill>
              <a:prstDash val="solid"/>
            </a:ln>
          </p:spPr>
        </p:sp>
        <p:sp>
          <p:nvSpPr>
            <p:cNvPr id="78" name="path_076">
              <a:extLst>
                <a:ext uri="{FF2B5EF4-FFF2-40B4-BE49-F238E27FC236}">
                  <ns2:creationId id="{09802CCA-FA06-483B-B2A1-25370807D334}"/>
                </a:ext>
              </a:extLst>
            </p:cNvPr>
            <p:cNvSpPr>
              <a:spLocks noGrp="1"/>
            </p:cNvSpPr>
            <p:nvPr/>
          </p:nvSpPr>
          <p:spPr>
            <a:xfrm>
              <a:off x="6511719" y="3383280"/>
              <a:ext cx="1059754" cy="712470"/>
            </a:xfrm>
            <a:custGeom>
              <a:pathLst>
                <a:path w="1059754" h="712470">
                  <a:moveTo>
                    <a:pt x="1059754" y="0"/>
                  </a:moveTo>
                  <a:lnTo>
                    <a:pt x="1059754" y="289560"/>
                  </a:lnTo>
                  <a:lnTo>
                    <a:pt x="0" y="289560"/>
                  </a:lnTo>
                  <a:lnTo>
                    <a:pt x="0" y="712470"/>
                  </a:lnTo>
                </a:path>
              </a:pathLst>
            </a:custGeom>
            <a:noFill/>
            <a:ln w="6858">
              <a:solidFill>
                <a:srgbClr val="8B8B8B"/>
              </a:solidFill>
              <a:prstDash val="solid"/>
            </a:ln>
          </p:spPr>
        </p:sp>
        <p:pic>
          <p:nvPicPr>
            <p:cNvPr id="79" name="">
              <a:extLst>
                <a:ext uri="{FF2B5EF4-FFF2-40B4-BE49-F238E27FC236}">
                  <ns2:creationId id="{71073253-1170-4ECA-9282-75C9FE9B1323}"/>
                </a:ext>
              </a:extLst>
            </p:cNvPr>
            <p:cNvPicPr>
              <a:picLocks noChangeAspect="1"/>
            </p:cNvPicPr>
            <p:nvPr/>
          </p:nvPicPr>
          <p:blipFill>
            <a:blip r:embed="R4d9d3d719a9247d3"/>
            <a:stretch/>
          </p:blipFill>
          <p:spPr>
            <a:xfrm>
              <a:off x="5729478" y="4095750"/>
              <a:ext cx="1564481" cy="1609969"/>
            </a:xfrm>
            <a:prstGeom prst="rect">
              <a:avLst/>
            </a:prstGeom>
          </p:spPr>
        </p:pic>
        <p:sp>
          <p:nvSpPr>
            <p:cNvPr id="80" name="rect_078">
              <a:extLst>
                <a:ext uri="{FF2B5EF4-FFF2-40B4-BE49-F238E27FC236}">
                  <ns2:creationId id="{35BDFADC-81FC-472A-9C8B-23B8488C8C85}"/>
                </a:ext>
              </a:extLst>
            </p:cNvPr>
            <p:cNvSpPr>
              <a:spLocks noGrp="1"/>
            </p:cNvSpPr>
            <p:nvPr/>
          </p:nvSpPr>
          <p:spPr>
            <a:xfrm rot="0">
              <a:off x="5729478" y="4095750"/>
              <a:ext cx="1564481" cy="1609969"/>
            </a:xfrm>
            <a:prstGeom prst="rect">
              <a:avLst/>
            </a:prstGeom>
            <a:noFill/>
            <a:ln w="11430">
              <a:solidFill>
                <a:srgbClr val="C73A37"/>
              </a:solidFill>
              <a:prstDash val="solid"/>
            </a:ln>
          </p:spPr>
        </p:sp>
        <p:sp>
          <p:nvSpPr>
            <p:cNvPr id="81" name="text_079">
              <a:extLst>
                <a:ext uri="{FF2B5EF4-FFF2-40B4-BE49-F238E27FC236}">
                  <ns2:creationId id="{B5D81EE7-152A-44D8-BA34-F6ACDA55628F}"/>
                </a:ext>
              </a:extLst>
            </p:cNvPr>
            <p:cNvSpPr>
              <a:spLocks noGrp="1"/>
            </p:cNvSpPr>
            <p:nvPr/>
          </p:nvSpPr>
          <p:spPr>
            <a:xfrm rot="0">
              <a:off x="5666899" y="5768298"/>
              <a:ext cx="1689640" cy="238125"/>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1999-12-26 10:00</a:t>
              </a:r>
            </a:p>
          </p:txBody>
        </p:sp>
        <p:sp>
          <p:nvSpPr>
            <p:cNvPr id="82" name="line_080">
              <a:extLst>
                <a:ext uri="{FF2B5EF4-FFF2-40B4-BE49-F238E27FC236}">
                  <ns2:creationId id="{5DB263CC-0468-4C53-A177-393E29EEADA1}"/>
                </a:ext>
              </a:extLst>
            </p:cNvPr>
            <p:cNvSpPr>
              <a:spLocks noGrp="1"/>
            </p:cNvSpPr>
            <p:nvPr/>
          </p:nvSpPr>
          <p:spPr>
            <a:xfrm>
              <a:off x="6404222" y="4711680"/>
              <a:ext cx="342707" cy="115258"/>
            </a:xfrm>
            <a:custGeom>
              <a:pathLst>
                <a:path w="342707" h="115258">
                  <a:moveTo>
                    <a:pt x="0" y="0"/>
                  </a:moveTo>
                  <a:lnTo>
                    <a:pt x="342707" y="115258"/>
                  </a:lnTo>
                </a:path>
              </a:pathLst>
            </a:custGeom>
            <a:noFill/>
            <a:ln w="13716">
              <a:solidFill>
                <a:srgbClr val="333333"/>
              </a:solidFill>
              <a:prstDash val="solid"/>
            </a:ln>
          </p:spPr>
        </p:sp>
        <p:sp>
          <p:nvSpPr>
            <p:cNvPr id="83" name="line_081">
              <a:extLst>
                <a:ext uri="{FF2B5EF4-FFF2-40B4-BE49-F238E27FC236}">
                  <ns2:creationId id="{BEFB46E8-CEFD-49CA-B1BC-F66DBA5C6CCE}"/>
                </a:ext>
              </a:extLst>
            </p:cNvPr>
            <p:cNvSpPr>
              <a:spLocks noGrp="1"/>
            </p:cNvSpPr>
            <p:nvPr/>
          </p:nvSpPr>
          <p:spPr>
            <a:xfrm>
              <a:off x="6707444" y="4791650"/>
              <a:ext cx="39484" cy="35287"/>
            </a:xfrm>
            <a:custGeom>
              <a:pathLst>
                <a:path w="39484" h="35287">
                  <a:moveTo>
                    <a:pt x="0" y="0"/>
                  </a:moveTo>
                  <a:lnTo>
                    <a:pt x="39484" y="35287"/>
                  </a:lnTo>
                </a:path>
              </a:pathLst>
            </a:custGeom>
            <a:noFill/>
            <a:ln w="13716">
              <a:solidFill>
                <a:srgbClr val="333333"/>
              </a:solidFill>
              <a:prstDash val="solid"/>
            </a:ln>
          </p:spPr>
        </p:sp>
        <p:sp>
          <p:nvSpPr>
            <p:cNvPr id="84" name="line_082">
              <a:extLst>
                <a:ext uri="{FF2B5EF4-FFF2-40B4-BE49-F238E27FC236}">
                  <ns2:creationId id="{8C537DB1-B2E1-4FEF-ACFB-8A7B08258014}"/>
                </a:ext>
              </a:extLst>
            </p:cNvPr>
            <p:cNvSpPr>
              <a:spLocks noGrp="1"/>
            </p:cNvSpPr>
            <p:nvPr/>
          </p:nvSpPr>
          <p:spPr>
            <a:xfrm>
              <a:off x="6694145" y="4826937"/>
              <a:ext cx="52783" cy="4256"/>
            </a:xfrm>
            <a:custGeom>
              <a:pathLst>
                <a:path w="52783" h="4256">
                  <a:moveTo>
                    <a:pt x="0" y="4256"/>
                  </a:moveTo>
                  <a:lnTo>
                    <a:pt x="52783" y="0"/>
                  </a:lnTo>
                </a:path>
              </a:pathLst>
            </a:custGeom>
            <a:noFill/>
            <a:ln w="13716">
              <a:solidFill>
                <a:srgbClr val="333333"/>
              </a:solidFill>
              <a:prstDash val="solid"/>
            </a:ln>
          </p:spPr>
        </p:sp>
        <p:sp>
          <p:nvSpPr>
            <p:cNvPr id="85" name="text_083">
              <a:extLst>
                <a:ext uri="{FF2B5EF4-FFF2-40B4-BE49-F238E27FC236}">
                  <ns2:creationId id="{E39A1115-55DD-4572-A493-74D8A9E81CC8}"/>
                </a:ext>
              </a:extLst>
            </p:cNvPr>
            <p:cNvSpPr>
              <a:spLocks noGrp="1"/>
            </p:cNvSpPr>
            <p:nvPr/>
          </p:nvSpPr>
          <p:spPr>
            <a:xfrm rot="0">
              <a:off x="6774741" y="4750452"/>
              <a:ext cx="139065" cy="166878"/>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d</a:t>
              </a:r>
            </a:p>
          </p:txBody>
        </p:sp>
        <p:sp>
          <p:nvSpPr>
            <p:cNvPr id="86" name="a_event_guide_4">
              <a:extLst>
                <a:ext uri="{FF2B5EF4-FFF2-40B4-BE49-F238E27FC236}">
                  <ns2:creationId id="{EF14D915-F406-4BF4-B31D-8745F9C7E20B}"/>
                </a:ext>
              </a:extLst>
            </p:cNvPr>
            <p:cNvSpPr>
              <a:spLocks noGrp="1"/>
            </p:cNvSpPr>
            <p:nvPr/>
          </p:nvSpPr>
          <p:spPr>
            <a:xfrm>
              <a:off x="7983621" y="320040"/>
              <a:ext cx="95" cy="2971800"/>
            </a:xfrm>
            <a:custGeom>
              <a:pathLst>
                <a:path w="95" h="2971800">
                  <a:moveTo>
                    <a:pt x="0" y="0"/>
                  </a:moveTo>
                  <a:lnTo>
                    <a:pt x="0" y="2971800"/>
                  </a:lnTo>
                </a:path>
              </a:pathLst>
            </a:custGeom>
            <a:noFill/>
            <a:ln w="8573">
              <a:solidFill>
                <a:srgbClr val="000000"/>
              </a:solidFill>
              <a:prstDash val="dash"/>
            </a:ln>
          </p:spPr>
        </p:sp>
        <p:sp>
          <p:nvSpPr>
            <p:cNvPr id="87" name="a_event_box_4">
              <a:extLst>
                <a:ext uri="{FF2B5EF4-FFF2-40B4-BE49-F238E27FC236}">
                  <ns2:creationId id="{E74B9826-15ED-481D-9059-3E4C28D35F61}"/>
                </a:ext>
              </a:extLst>
            </p:cNvPr>
            <p:cNvSpPr>
              <a:spLocks noGrp="1"/>
            </p:cNvSpPr>
            <p:nvPr/>
          </p:nvSpPr>
          <p:spPr>
            <a:xfrm rot="0">
              <a:off x="7769542" y="647700"/>
              <a:ext cx="1098614" cy="228600"/>
            </a:xfrm>
            <a:prstGeom prst="roundRect">
              <a:avLst>
                <a:gd name="adj" fmla="val 33333"/>
              </a:avLst>
            </a:prstGeom>
            <a:solidFill>
              <a:srgbClr val="FFFFFF">
                <a:alpha val="88000"/>
              </a:srgbClr>
            </a:solidFill>
            <a:ln w="6858">
              <a:solidFill>
                <a:srgbClr val="000000"/>
              </a:solidFill>
              <a:prstDash val="solid"/>
            </a:ln>
          </p:spPr>
        </p:sp>
        <p:sp>
          <p:nvSpPr>
            <p:cNvPr id="88" name="text_086">
              <a:extLst>
                <a:ext uri="{FF2B5EF4-FFF2-40B4-BE49-F238E27FC236}">
                  <ns2:creationId id="{F10E45BD-D566-47CD-A91A-DF91CA1C5CF6}"/>
                </a:ext>
              </a:extLst>
            </p:cNvPr>
            <p:cNvSpPr>
              <a:spLocks noGrp="1"/>
            </p:cNvSpPr>
            <p:nvPr/>
          </p:nvSpPr>
          <p:spPr>
            <a:xfrm rot="0">
              <a:off x="7832122" y="685800"/>
              <a:ext cx="973455" cy="190500"/>
            </a:xfrm>
            <a:prstGeom prst="rect">
              <a:avLst/>
            </a:prstGeom>
            <a:noFill/>
            <a:ln w="0">
              <a:noFill/>
              <a:prstDash val="solid"/>
            </a:ln>
          </p:spPr>
          <p:txBody>
            <a:bodyPr wrap="none" lIns="0" tIns="0" rIns="0" bIns="0" anchor="t">
              <a:noAutofit/>
            </a:bodyPr>
            <a:lstStyle>
              <a:defPPr algn="l">
                <a:defRPr sz="1125" b="0">
                  <a:solidFill>
                    <a:srgbClr val="000000"/>
                  </a:solidFill>
                  <a:latin typeface="Arial"/>
                  <a:ea typeface="Arial"/>
                  <a:cs typeface="Arial"/>
                </a:defRPr>
              </a:defPPr>
              <a:lvl1pPr algn="l">
                <a:defRPr sz="1125" b="0">
                  <a:solidFill>
                    <a:srgbClr val="000000"/>
                  </a:solidFill>
                  <a:latin typeface="Arial"/>
                  <a:ea typeface="Arial"/>
                  <a:cs typeface="Arial"/>
                </a:defRPr>
              </a:lvl1pPr>
              <a:lvl2pPr algn="l">
                <a:defRPr sz="1125" b="0">
                  <a:solidFill>
                    <a:srgbClr val="000000"/>
                  </a:solidFill>
                  <a:latin typeface="Arial"/>
                  <a:ea typeface="Arial"/>
                  <a:cs typeface="Arial"/>
                </a:defRPr>
              </a:lvl2pPr>
              <a:lvl3pPr algn="l">
                <a:defRPr sz="1125" b="0">
                  <a:solidFill>
                    <a:srgbClr val="000000"/>
                  </a:solidFill>
                  <a:latin typeface="Arial"/>
                  <a:ea typeface="Arial"/>
                  <a:cs typeface="Arial"/>
                </a:defRPr>
              </a:lvl3pPr>
              <a:lvl4pPr algn="l">
                <a:defRPr sz="1125" b="0">
                  <a:solidFill>
                    <a:srgbClr val="000000"/>
                  </a:solidFill>
                  <a:latin typeface="Arial"/>
                  <a:ea typeface="Arial"/>
                  <a:cs typeface="Arial"/>
                </a:defRPr>
              </a:lvl4pPr>
              <a:lvl5pPr algn="l">
                <a:defRPr sz="1125" b="0">
                  <a:solidFill>
                    <a:srgbClr val="000000"/>
                  </a:solidFill>
                  <a:latin typeface="Arial"/>
                  <a:ea typeface="Arial"/>
                  <a:cs typeface="Arial"/>
                </a:defRPr>
              </a:lvl5pPr>
              <a:lvl6pPr algn="l">
                <a:defRPr sz="1125" b="0">
                  <a:solidFill>
                    <a:srgbClr val="000000"/>
                  </a:solidFill>
                  <a:latin typeface="Arial"/>
                  <a:ea typeface="Arial"/>
                  <a:cs typeface="Arial"/>
                </a:defRPr>
              </a:lvl6pPr>
              <a:lvl7pPr algn="l">
                <a:defRPr sz="1125" b="0">
                  <a:solidFill>
                    <a:srgbClr val="000000"/>
                  </a:solidFill>
                  <a:latin typeface="Arial"/>
                  <a:ea typeface="Arial"/>
                  <a:cs typeface="Arial"/>
                </a:defRPr>
              </a:lvl7pPr>
              <a:lvl8pPr algn="l">
                <a:defRPr sz="1125" b="0">
                  <a:solidFill>
                    <a:srgbClr val="000000"/>
                  </a:solidFill>
                  <a:latin typeface="Arial"/>
                  <a:ea typeface="Arial"/>
                  <a:cs typeface="Arial"/>
                </a:defRPr>
              </a:lvl8pPr>
              <a:lvl9pPr algn="l">
                <a:defRPr sz="1125" b="0">
                  <a:solidFill>
                    <a:srgbClr val="000000"/>
                  </a:solidFill>
                  <a:latin typeface="Arial"/>
                  <a:ea typeface="Arial"/>
                  <a:cs typeface="Arial"/>
                </a:defRPr>
              </a:lvl9pPr>
            </a:lstStyle>
            <a:p>
              <a:pPr algn="l">
                <a:defRPr sz="1125" b="0">
                  <a:solidFill>
                    <a:srgbClr val="000000"/>
                  </a:solidFill>
                  <a:latin typeface="Arial"/>
                  <a:ea typeface="Arial"/>
                  <a:cs typeface="Arial"/>
                </a:defRPr>
              </a:pPr>
              <a:r>
                <a:rPr sz="1125" b="0">
                  <a:solidFill>
                    <a:srgbClr val="000000"/>
                  </a:solidFill>
                  <a:latin typeface="Arial"/>
                  <a:ea typeface="Arial"/>
                  <a:cs typeface="Arial"/>
                </a:rPr>
                <a:t>Cyclone Martin</a:t>
              </a:r>
            </a:p>
          </p:txBody>
        </p:sp>
        <p:sp>
          <p:nvSpPr>
            <p:cNvPr id="89" name="line_087">
              <a:extLst>
                <a:ext uri="{FF2B5EF4-FFF2-40B4-BE49-F238E27FC236}">
                  <ns2:creationId id="{81C91A59-AB74-425B-8ED1-9E9FA19E8C4E}"/>
                </a:ext>
              </a:extLst>
            </p:cNvPr>
            <p:cNvSpPr>
              <a:spLocks noGrp="1"/>
            </p:cNvSpPr>
            <p:nvPr/>
          </p:nvSpPr>
          <p:spPr>
            <a:xfrm>
              <a:off x="7983621" y="876300"/>
              <a:ext cx="95" cy="962577"/>
            </a:xfrm>
            <a:custGeom>
              <a:pathLst>
                <a:path w="95" h="962577">
                  <a:moveTo>
                    <a:pt x="0" y="0"/>
                  </a:moveTo>
                  <a:lnTo>
                    <a:pt x="0" y="962577"/>
                  </a:lnTo>
                </a:path>
              </a:pathLst>
            </a:custGeom>
            <a:noFill/>
            <a:ln w="9430">
              <a:solidFill>
                <a:srgbClr val="000000"/>
              </a:solidFill>
              <a:prstDash val="solid"/>
            </a:ln>
          </p:spPr>
        </p:sp>
        <p:sp>
          <p:nvSpPr>
            <p:cNvPr id="90" name="line_088">
              <a:extLst>
                <a:ext uri="{FF2B5EF4-FFF2-40B4-BE49-F238E27FC236}">
                  <ns2:creationId id="{43D87206-11DD-4821-9EB9-EE1040F2B15E}"/>
                </a:ext>
              </a:extLst>
            </p:cNvPr>
            <p:cNvSpPr>
              <a:spLocks noGrp="1"/>
            </p:cNvSpPr>
            <p:nvPr/>
          </p:nvSpPr>
          <p:spPr>
            <a:xfrm>
              <a:off x="7983621" y="1785537"/>
              <a:ext cx="20860" cy="53340"/>
            </a:xfrm>
            <a:custGeom>
              <a:pathLst>
                <a:path w="20860" h="53340">
                  <a:moveTo>
                    <a:pt x="20860" y="0"/>
                  </a:moveTo>
                  <a:lnTo>
                    <a:pt x="0" y="53340"/>
                  </a:lnTo>
                </a:path>
              </a:pathLst>
            </a:custGeom>
            <a:noFill/>
            <a:ln w="9430">
              <a:solidFill>
                <a:srgbClr val="000000"/>
              </a:solidFill>
              <a:prstDash val="solid"/>
            </a:ln>
          </p:spPr>
        </p:sp>
        <p:sp>
          <p:nvSpPr>
            <p:cNvPr id="91" name="line_089">
              <a:extLst>
                <a:ext uri="{FF2B5EF4-FFF2-40B4-BE49-F238E27FC236}">
                  <ns2:creationId id="{53AA9642-2C9C-4ADA-85BF-1EA1BF9CBABA}"/>
                </a:ext>
              </a:extLst>
            </p:cNvPr>
            <p:cNvSpPr>
              <a:spLocks noGrp="1"/>
            </p:cNvSpPr>
            <p:nvPr/>
          </p:nvSpPr>
          <p:spPr>
            <a:xfrm>
              <a:off x="7962761" y="1785537"/>
              <a:ext cx="20860" cy="53340"/>
            </a:xfrm>
            <a:custGeom>
              <a:pathLst>
                <a:path w="20860" h="53340">
                  <a:moveTo>
                    <a:pt x="0" y="0"/>
                  </a:moveTo>
                  <a:lnTo>
                    <a:pt x="20860" y="53340"/>
                  </a:lnTo>
                </a:path>
              </a:pathLst>
            </a:custGeom>
            <a:noFill/>
            <a:ln w="9430">
              <a:solidFill>
                <a:srgbClr val="000000"/>
              </a:solidFill>
              <a:prstDash val="solid"/>
            </a:ln>
          </p:spPr>
        </p:sp>
        <p:sp>
          <p:nvSpPr>
            <p:cNvPr id="92" name="path_090">
              <a:extLst>
                <a:ext uri="{FF2B5EF4-FFF2-40B4-BE49-F238E27FC236}">
                  <ns2:creationId id="{1F2E3B57-9EFA-4E04-B1FA-3D24107BDA89}"/>
                </a:ext>
              </a:extLst>
            </p:cNvPr>
            <p:cNvSpPr>
              <a:spLocks noGrp="1"/>
            </p:cNvSpPr>
            <p:nvPr/>
          </p:nvSpPr>
          <p:spPr>
            <a:xfrm>
              <a:off x="7983621" y="3383280"/>
              <a:ext cx="287270" cy="712470"/>
            </a:xfrm>
            <a:custGeom>
              <a:pathLst>
                <a:path w="287270" h="712470">
                  <a:moveTo>
                    <a:pt x="0" y="0"/>
                  </a:moveTo>
                  <a:lnTo>
                    <a:pt x="0" y="304800"/>
                  </a:lnTo>
                  <a:lnTo>
                    <a:pt x="287270" y="304800"/>
                  </a:lnTo>
                  <a:lnTo>
                    <a:pt x="287270" y="712470"/>
                  </a:lnTo>
                </a:path>
              </a:pathLst>
            </a:custGeom>
            <a:noFill/>
            <a:ln w="6858">
              <a:solidFill>
                <a:srgbClr val="8B8B8B"/>
              </a:solidFill>
              <a:prstDash val="solid"/>
            </a:ln>
          </p:spPr>
        </p:sp>
        <p:pic>
          <p:nvPicPr>
            <p:cNvPr id="93" name="">
              <a:extLst>
                <a:ext uri="{FF2B5EF4-FFF2-40B4-BE49-F238E27FC236}">
                  <ns2:creationId id="{A5CEDAB8-C15C-438B-9F53-E6506A59288D}"/>
                </a:ext>
              </a:extLst>
            </p:cNvPr>
            <p:cNvPicPr>
              <a:picLocks noChangeAspect="1"/>
            </p:cNvPicPr>
            <p:nvPr/>
          </p:nvPicPr>
          <p:blipFill>
            <a:blip r:embed="R9ac765dc614540c1"/>
            <a:stretch/>
          </p:blipFill>
          <p:spPr>
            <a:xfrm>
              <a:off x="7488650" y="4095750"/>
              <a:ext cx="1564481" cy="1609969"/>
            </a:xfrm>
            <a:prstGeom prst="rect">
              <a:avLst/>
            </a:prstGeom>
          </p:spPr>
        </p:pic>
        <p:sp>
          <p:nvSpPr>
            <p:cNvPr id="94" name="rect_092">
              <a:extLst>
                <a:ext uri="{FF2B5EF4-FFF2-40B4-BE49-F238E27FC236}">
                  <ns2:creationId id="{4287C860-8867-4690-9E7A-ED172D8BC849}"/>
                </a:ext>
              </a:extLst>
            </p:cNvPr>
            <p:cNvSpPr>
              <a:spLocks noGrp="1"/>
            </p:cNvSpPr>
            <p:nvPr/>
          </p:nvSpPr>
          <p:spPr>
            <a:xfrm rot="0">
              <a:off x="7488650" y="4095750"/>
              <a:ext cx="1564481" cy="1609969"/>
            </a:xfrm>
            <a:prstGeom prst="rect">
              <a:avLst/>
            </a:prstGeom>
            <a:noFill/>
            <a:ln w="7715">
              <a:solidFill>
                <a:srgbClr val="000000"/>
              </a:solidFill>
              <a:prstDash val="solid"/>
            </a:ln>
          </p:spPr>
        </p:sp>
        <p:sp>
          <p:nvSpPr>
            <p:cNvPr id="95" name="text_093">
              <a:extLst>
                <a:ext uri="{FF2B5EF4-FFF2-40B4-BE49-F238E27FC236}">
                  <ns2:creationId id="{030A4199-D11E-4915-BB44-52309F24E9BA}"/>
                </a:ext>
              </a:extLst>
            </p:cNvPr>
            <p:cNvSpPr>
              <a:spLocks noGrp="1"/>
            </p:cNvSpPr>
            <p:nvPr/>
          </p:nvSpPr>
          <p:spPr>
            <a:xfrm rot="0">
              <a:off x="7426071" y="5768298"/>
              <a:ext cx="1689640" cy="238125"/>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1999-12-27 21:00</a:t>
              </a:r>
            </a:p>
          </p:txBody>
        </p:sp>
        <p:sp>
          <p:nvSpPr>
            <p:cNvPr id="96" name="line_094">
              <a:extLst>
                <a:ext uri="{FF2B5EF4-FFF2-40B4-BE49-F238E27FC236}">
                  <ns2:creationId id="{24B26DEC-A2F1-405A-99C9-C3D669E583B9}"/>
                </a:ext>
              </a:extLst>
            </p:cNvPr>
            <p:cNvSpPr>
              <a:spLocks noGrp="1"/>
            </p:cNvSpPr>
            <p:nvPr/>
          </p:nvSpPr>
          <p:spPr>
            <a:xfrm>
              <a:off x="8067609" y="4843106"/>
              <a:ext cx="342707" cy="115258"/>
            </a:xfrm>
            <a:custGeom>
              <a:pathLst>
                <a:path w="342707" h="115258">
                  <a:moveTo>
                    <a:pt x="0" y="0"/>
                  </a:moveTo>
                  <a:lnTo>
                    <a:pt x="342707" y="115258"/>
                  </a:lnTo>
                </a:path>
              </a:pathLst>
            </a:custGeom>
            <a:noFill/>
            <a:ln w="13716">
              <a:solidFill>
                <a:srgbClr val="333333"/>
              </a:solidFill>
              <a:prstDash val="solid"/>
            </a:ln>
          </p:spPr>
        </p:sp>
        <p:sp>
          <p:nvSpPr>
            <p:cNvPr id="97" name="line_095">
              <a:extLst>
                <a:ext uri="{FF2B5EF4-FFF2-40B4-BE49-F238E27FC236}">
                  <ns2:creationId id="{A9D7AC8E-4BF0-4092-B4E4-903AD635F2B6}"/>
                </a:ext>
              </a:extLst>
            </p:cNvPr>
            <p:cNvSpPr>
              <a:spLocks noGrp="1"/>
            </p:cNvSpPr>
            <p:nvPr/>
          </p:nvSpPr>
          <p:spPr>
            <a:xfrm>
              <a:off x="8370832" y="4923076"/>
              <a:ext cx="39484" cy="35287"/>
            </a:xfrm>
            <a:custGeom>
              <a:pathLst>
                <a:path w="39484" h="35287">
                  <a:moveTo>
                    <a:pt x="0" y="0"/>
                  </a:moveTo>
                  <a:lnTo>
                    <a:pt x="39484" y="35287"/>
                  </a:lnTo>
                </a:path>
              </a:pathLst>
            </a:custGeom>
            <a:noFill/>
            <a:ln w="13716">
              <a:solidFill>
                <a:srgbClr val="333333"/>
              </a:solidFill>
              <a:prstDash val="solid"/>
            </a:ln>
          </p:spPr>
        </p:sp>
        <p:sp>
          <p:nvSpPr>
            <p:cNvPr id="98" name="line_096">
              <a:extLst>
                <a:ext uri="{FF2B5EF4-FFF2-40B4-BE49-F238E27FC236}">
                  <ns2:creationId id="{EB7D45B3-206F-49B7-800E-7E1D9C413804}"/>
                </a:ext>
              </a:extLst>
            </p:cNvPr>
            <p:cNvSpPr>
              <a:spLocks noGrp="1"/>
            </p:cNvSpPr>
            <p:nvPr/>
          </p:nvSpPr>
          <p:spPr>
            <a:xfrm>
              <a:off x="8357533" y="4958363"/>
              <a:ext cx="52783" cy="4256"/>
            </a:xfrm>
            <a:custGeom>
              <a:pathLst>
                <a:path w="52783" h="4256">
                  <a:moveTo>
                    <a:pt x="0" y="4256"/>
                  </a:moveTo>
                  <a:lnTo>
                    <a:pt x="52783" y="0"/>
                  </a:lnTo>
                </a:path>
              </a:pathLst>
            </a:custGeom>
            <a:noFill/>
            <a:ln w="13716">
              <a:solidFill>
                <a:srgbClr val="333333"/>
              </a:solidFill>
              <a:prstDash val="solid"/>
            </a:ln>
          </p:spPr>
        </p:sp>
        <p:sp>
          <p:nvSpPr>
            <p:cNvPr id="99" name="text_097">
              <a:extLst>
                <a:ext uri="{FF2B5EF4-FFF2-40B4-BE49-F238E27FC236}">
                  <ns2:creationId id="{D04461AD-F892-4146-9BCC-14A3F3C0A592}"/>
                </a:ext>
              </a:extLst>
            </p:cNvPr>
            <p:cNvSpPr>
              <a:spLocks noGrp="1"/>
            </p:cNvSpPr>
            <p:nvPr/>
          </p:nvSpPr>
          <p:spPr>
            <a:xfrm rot="0">
              <a:off x="8438129" y="4881878"/>
              <a:ext cx="139065" cy="166878"/>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d</a:t>
              </a:r>
            </a:p>
          </p:txBody>
        </p:sp>
        <p:sp>
          <p:nvSpPr>
            <p:cNvPr id="100" name="text_098">
              <a:extLst>
                <a:ext uri="{FF2B5EF4-FFF2-40B4-BE49-F238E27FC236}">
                  <ns2:creationId id="{6FD57995-5BD6-47FA-8732-82A47AE821E1}"/>
                </a:ext>
              </a:extLst>
            </p:cNvPr>
            <p:cNvSpPr>
              <a:spLocks noGrp="1"/>
            </p:cNvSpPr>
            <p:nvPr/>
          </p:nvSpPr>
          <p:spPr>
            <a:xfrm rot="0">
              <a:off x="9582150" y="57150"/>
              <a:ext cx="3171825" cy="266700"/>
            </a:xfrm>
            <a:prstGeom prst="rect">
              <a:avLst/>
            </a:prstGeom>
            <a:noFill/>
            <a:ln w="0">
              <a:noFill/>
              <a:prstDash val="solid"/>
            </a:ln>
          </p:spPr>
          <p:txBody>
            <a:bodyPr wrap="none" lIns="0" tIns="0" rIns="0" bIns="0" anchor="t">
              <a:noAutofit/>
            </a:bodyPr>
            <a:lstStyle>
              <a:defPPr algn="l">
                <a:defRPr sz="1500" b="1">
                  <a:solidFill>
                    <a:srgbClr val="000000"/>
                  </a:solidFill>
                  <a:latin typeface="Arial"/>
                  <a:ea typeface="Arial"/>
                  <a:cs typeface="Arial"/>
                </a:defRPr>
              </a:defPPr>
              <a:lvl1pPr algn="l">
                <a:defRPr sz="1500" b="1">
                  <a:solidFill>
                    <a:srgbClr val="000000"/>
                  </a:solidFill>
                  <a:latin typeface="Arial"/>
                  <a:ea typeface="Arial"/>
                  <a:cs typeface="Arial"/>
                </a:defRPr>
              </a:lvl1pPr>
              <a:lvl2pPr algn="l">
                <a:defRPr sz="1500" b="1">
                  <a:solidFill>
                    <a:srgbClr val="000000"/>
                  </a:solidFill>
                  <a:latin typeface="Arial"/>
                  <a:ea typeface="Arial"/>
                  <a:cs typeface="Arial"/>
                </a:defRPr>
              </a:lvl2pPr>
              <a:lvl3pPr algn="l">
                <a:defRPr sz="1500" b="1">
                  <a:solidFill>
                    <a:srgbClr val="000000"/>
                  </a:solidFill>
                  <a:latin typeface="Arial"/>
                  <a:ea typeface="Arial"/>
                  <a:cs typeface="Arial"/>
                </a:defRPr>
              </a:lvl3pPr>
              <a:lvl4pPr algn="l">
                <a:defRPr sz="1500" b="1">
                  <a:solidFill>
                    <a:srgbClr val="000000"/>
                  </a:solidFill>
                  <a:latin typeface="Arial"/>
                  <a:ea typeface="Arial"/>
                  <a:cs typeface="Arial"/>
                </a:defRPr>
              </a:lvl4pPr>
              <a:lvl5pPr algn="l">
                <a:defRPr sz="1500" b="1">
                  <a:solidFill>
                    <a:srgbClr val="000000"/>
                  </a:solidFill>
                  <a:latin typeface="Arial"/>
                  <a:ea typeface="Arial"/>
                  <a:cs typeface="Arial"/>
                </a:defRPr>
              </a:lvl5pPr>
              <a:lvl6pPr algn="l">
                <a:defRPr sz="1500" b="1">
                  <a:solidFill>
                    <a:srgbClr val="000000"/>
                  </a:solidFill>
                  <a:latin typeface="Arial"/>
                  <a:ea typeface="Arial"/>
                  <a:cs typeface="Arial"/>
                </a:defRPr>
              </a:lvl6pPr>
              <a:lvl7pPr algn="l">
                <a:defRPr sz="1500" b="1">
                  <a:solidFill>
                    <a:srgbClr val="000000"/>
                  </a:solidFill>
                  <a:latin typeface="Arial"/>
                  <a:ea typeface="Arial"/>
                  <a:cs typeface="Arial"/>
                </a:defRPr>
              </a:lvl7pPr>
              <a:lvl8pPr algn="l">
                <a:defRPr sz="1500" b="1">
                  <a:solidFill>
                    <a:srgbClr val="000000"/>
                  </a:solidFill>
                  <a:latin typeface="Arial"/>
                  <a:ea typeface="Arial"/>
                  <a:cs typeface="Arial"/>
                </a:defRPr>
              </a:lvl8pPr>
              <a:lvl9pPr algn="l">
                <a:defRPr sz="1500" b="1">
                  <a:solidFill>
                    <a:srgbClr val="000000"/>
                  </a:solidFill>
                  <a:latin typeface="Arial"/>
                  <a:ea typeface="Arial"/>
                  <a:cs typeface="Arial"/>
                </a:defRPr>
              </a:lvl9pPr>
            </a:lstStyle>
            <a:p>
              <a:pPr algn="l">
                <a:defRPr sz="1500" b="1">
                  <a:solidFill>
                    <a:srgbClr val="000000"/>
                  </a:solidFill>
                  <a:latin typeface="Arial"/>
                  <a:ea typeface="Arial"/>
                  <a:cs typeface="Arial"/>
                </a:defRPr>
              </a:pPr>
              <a:r>
                <a:rPr sz="1500" b="1">
                  <a:solidFill>
                    <a:srgbClr val="000000"/>
                  </a:solidFill>
                  <a:latin typeface="Arial"/>
                  <a:ea typeface="Arial"/>
                  <a:cs typeface="Arial"/>
                </a:rPr>
                <a:t>(b) Local event and tracks</a:t>
              </a:r>
            </a:p>
          </p:txBody>
        </p:sp>
        <p:sp>
          <p:nvSpPr>
            <p:cNvPr id="101" name="text_099">
              <a:extLst>
                <a:ext uri="{FF2B5EF4-FFF2-40B4-BE49-F238E27FC236}">
                  <ns2:creationId id="{2566003B-BC2F-41DE-AC92-01E4A624C4D3}"/>
                </a:ext>
              </a:extLst>
            </p:cNvPr>
            <p:cNvSpPr>
              <a:spLocks noGrp="1"/>
            </p:cNvSpPr>
            <p:nvPr/>
          </p:nvSpPr>
          <p:spPr>
            <a:xfrm rot="0">
              <a:off x="9620250" y="342900"/>
              <a:ext cx="3086100" cy="228600"/>
            </a:xfrm>
            <a:prstGeom prst="rect">
              <a:avLst/>
            </a:prstGeom>
            <a:noFill/>
            <a:ln w="0">
              <a:noFill/>
              <a:prstDash val="solid"/>
            </a:ln>
          </p:spPr>
          <p:txBody>
            <a:bodyPr wrap="none" lIns="0" tIns="0" rIns="0" bIns="0" anchor="t">
              <a:noAutofit/>
            </a:bodyPr>
            <a:lstStyle>
              <a:defPPr algn="ctr">
                <a:defRPr sz="1200" b="0">
                  <a:solidFill>
                    <a:srgbClr val="000000"/>
                  </a:solidFill>
                  <a:latin typeface="Arial"/>
                  <a:ea typeface="Arial"/>
                  <a:cs typeface="Arial"/>
                </a:defRPr>
              </a:defPPr>
              <a:lvl1pPr algn="ctr">
                <a:defRPr sz="1200" b="0">
                  <a:solidFill>
                    <a:srgbClr val="000000"/>
                  </a:solidFill>
                  <a:latin typeface="Arial"/>
                  <a:ea typeface="Arial"/>
                  <a:cs typeface="Arial"/>
                </a:defRPr>
              </a:lvl1pPr>
              <a:lvl2pPr algn="ctr">
                <a:defRPr sz="1200" b="0">
                  <a:solidFill>
                    <a:srgbClr val="000000"/>
                  </a:solidFill>
                  <a:latin typeface="Arial"/>
                  <a:ea typeface="Arial"/>
                  <a:cs typeface="Arial"/>
                </a:defRPr>
              </a:lvl2pPr>
              <a:lvl3pPr algn="ctr">
                <a:defRPr sz="1200" b="0">
                  <a:solidFill>
                    <a:srgbClr val="000000"/>
                  </a:solidFill>
                  <a:latin typeface="Arial"/>
                  <a:ea typeface="Arial"/>
                  <a:cs typeface="Arial"/>
                </a:defRPr>
              </a:lvl3pPr>
              <a:lvl4pPr algn="ctr">
                <a:defRPr sz="1200" b="0">
                  <a:solidFill>
                    <a:srgbClr val="000000"/>
                  </a:solidFill>
                  <a:latin typeface="Arial"/>
                  <a:ea typeface="Arial"/>
                  <a:cs typeface="Arial"/>
                </a:defRPr>
              </a:lvl4pPr>
              <a:lvl5pPr algn="ctr">
                <a:defRPr sz="1200" b="0">
                  <a:solidFill>
                    <a:srgbClr val="000000"/>
                  </a:solidFill>
                  <a:latin typeface="Arial"/>
                  <a:ea typeface="Arial"/>
                  <a:cs typeface="Arial"/>
                </a:defRPr>
              </a:lvl5pPr>
              <a:lvl6pPr algn="ctr">
                <a:defRPr sz="1200" b="0">
                  <a:solidFill>
                    <a:srgbClr val="000000"/>
                  </a:solidFill>
                  <a:latin typeface="Arial"/>
                  <a:ea typeface="Arial"/>
                  <a:cs typeface="Arial"/>
                </a:defRPr>
              </a:lvl6pPr>
              <a:lvl7pPr algn="ctr">
                <a:defRPr sz="1200" b="0">
                  <a:solidFill>
                    <a:srgbClr val="000000"/>
                  </a:solidFill>
                  <a:latin typeface="Arial"/>
                  <a:ea typeface="Arial"/>
                  <a:cs typeface="Arial"/>
                </a:defRPr>
              </a:lvl7pPr>
              <a:lvl8pPr algn="ctr">
                <a:defRPr sz="1200" b="0">
                  <a:solidFill>
                    <a:srgbClr val="000000"/>
                  </a:solidFill>
                  <a:latin typeface="Arial"/>
                  <a:ea typeface="Arial"/>
                  <a:cs typeface="Arial"/>
                </a:defRPr>
              </a:lvl8pPr>
              <a:lvl9pPr algn="ctr">
                <a:defRPr sz="1200" b="0">
                  <a:solidFill>
                    <a:srgbClr val="000000"/>
                  </a:solidFill>
                  <a:latin typeface="Arial"/>
                  <a:ea typeface="Arial"/>
                  <a:cs typeface="Arial"/>
                </a:defRPr>
              </a:lvl9pPr>
            </a:lstStyle>
            <a:p>
              <a:pPr algn="ctr">
                <a:defRPr sz="1200" b="0">
                  <a:solidFill>
                    <a:srgbClr val="000000"/>
                  </a:solidFill>
                  <a:latin typeface="Arial"/>
                  <a:ea typeface="Arial"/>
                  <a:cs typeface="Arial"/>
                </a:defRPr>
              </a:pPr>
              <a:r>
                <a:rPr sz="1200" b="0">
                  <a:solidFill>
                    <a:srgbClr val="000000"/>
                  </a:solidFill>
                  <a:latin typeface="Arial"/>
                  <a:ea typeface="Arial"/>
                  <a:cs typeface="Arial"/>
                </a:rPr>
                <a:t>26 Dec 1999 10:00 UTC</a:t>
              </a:r>
            </a:p>
          </p:txBody>
        </p:sp>
        <p:pic>
          <p:nvPicPr>
            <p:cNvPr id="102" name="">
              <a:extLst>
                <a:ext uri="{FF2B5EF4-FFF2-40B4-BE49-F238E27FC236}">
                  <ns2:creationId id="{A09A6F51-96E4-4094-8720-4CCF651D2CF5}"/>
                </a:ext>
              </a:extLst>
            </p:cNvPr>
            <p:cNvPicPr>
              <a:picLocks noChangeAspect="1"/>
            </p:cNvPicPr>
            <p:nvPr/>
          </p:nvPicPr>
          <p:blipFill>
            <a:blip r:embed="R0ed711b67b7f406a"/>
            <a:stretch/>
          </p:blipFill>
          <p:spPr>
            <a:xfrm>
              <a:off x="10001250" y="628650"/>
              <a:ext cx="2333625" cy="2401476"/>
            </a:xfrm>
            <a:prstGeom prst="rect">
              <a:avLst/>
            </a:prstGeom>
          </p:spPr>
        </p:pic>
        <p:sp>
          <p:nvSpPr>
            <p:cNvPr id="103" name="rect_101">
              <a:extLst>
                <a:ext uri="{FF2B5EF4-FFF2-40B4-BE49-F238E27FC236}">
                  <ns2:creationId id="{90AF90CF-D055-4414-9CC1-E29F1B22918D}"/>
                </a:ext>
              </a:extLst>
            </p:cNvPr>
            <p:cNvSpPr>
              <a:spLocks noGrp="1"/>
            </p:cNvSpPr>
            <p:nvPr/>
          </p:nvSpPr>
          <p:spPr>
            <a:xfrm rot="0">
              <a:off x="10001250" y="628650"/>
              <a:ext cx="2333625" cy="2401476"/>
            </a:xfrm>
            <a:prstGeom prst="rect">
              <a:avLst/>
            </a:prstGeom>
            <a:noFill/>
            <a:ln w="7144">
              <a:solidFill>
                <a:srgbClr val="B0B0B0"/>
              </a:solidFill>
              <a:prstDash val="solid"/>
            </a:ln>
          </p:spPr>
        </p:sp>
        <p:sp>
          <p:nvSpPr>
            <p:cNvPr id="104" name="b_source_marker_A">
              <a:extLst>
                <a:ext uri="{FF2B5EF4-FFF2-40B4-BE49-F238E27FC236}">
                  <ns2:creationId id="{55D71A42-2F5B-4817-9E08-2D04448D98B6}"/>
                </a:ext>
              </a:extLst>
            </p:cNvPr>
            <p:cNvSpPr>
              <a:spLocks noGrp="1"/>
            </p:cNvSpPr>
            <p:nvPr/>
          </p:nvSpPr>
          <p:spPr>
            <a:xfrm rot="0">
              <a:off x="11220450" y="1590487"/>
              <a:ext cx="85725" cy="85725"/>
            </a:xfrm>
            <a:prstGeom prst="ellipse">
              <a:avLst/>
            </a:prstGeom>
            <a:solidFill>
              <a:srgbClr val="FFFFFF"/>
            </a:solidFill>
            <a:ln w="17145">
              <a:solidFill>
                <a:srgbClr val="000000"/>
              </a:solidFill>
              <a:prstDash val="solid"/>
            </a:ln>
          </p:spPr>
        </p:sp>
        <p:sp>
          <p:nvSpPr>
            <p:cNvPr id="105" name="b_source_label_A">
              <a:extLst>
                <a:ext uri="{FF2B5EF4-FFF2-40B4-BE49-F238E27FC236}">
                  <ns2:creationId id="{C4752237-D7A4-4DEC-A839-B3FD6EE90EB9}"/>
                </a:ext>
              </a:extLst>
            </p:cNvPr>
            <p:cNvSpPr>
              <a:spLocks noGrp="1"/>
            </p:cNvSpPr>
            <p:nvPr/>
          </p:nvSpPr>
          <p:spPr>
            <a:xfrm rot="0">
              <a:off x="11339513" y="1404749"/>
              <a:ext cx="228600" cy="238125"/>
            </a:xfrm>
            <a:prstGeom prst="rect">
              <a:avLst/>
            </a:prstGeom>
            <a:noFill/>
            <a:ln w="0">
              <a:noFill/>
              <a:prstDash val="solid"/>
            </a:ln>
          </p:spPr>
          <p:txBody>
            <a:bodyPr wrap="none" lIns="0" tIns="0" rIns="0" bIns="0" anchor="t">
              <a:noAutofit/>
            </a:bodyPr>
            <a:lstStyle>
              <a:defPPr algn="l">
                <a:defRPr sz="1425" b="1">
                  <a:solidFill>
                    <a:srgbClr val="000000"/>
                  </a:solidFill>
                  <a:latin typeface="Arial"/>
                  <a:ea typeface="Arial"/>
                  <a:cs typeface="Arial"/>
                </a:defRPr>
              </a:defPPr>
              <a:lvl1pPr algn="l">
                <a:defRPr sz="1425" b="1">
                  <a:solidFill>
                    <a:srgbClr val="000000"/>
                  </a:solidFill>
                  <a:latin typeface="Arial"/>
                  <a:ea typeface="Arial"/>
                  <a:cs typeface="Arial"/>
                </a:defRPr>
              </a:lvl1pPr>
              <a:lvl2pPr algn="l">
                <a:defRPr sz="1425" b="1">
                  <a:solidFill>
                    <a:srgbClr val="000000"/>
                  </a:solidFill>
                  <a:latin typeface="Arial"/>
                  <a:ea typeface="Arial"/>
                  <a:cs typeface="Arial"/>
                </a:defRPr>
              </a:lvl2pPr>
              <a:lvl3pPr algn="l">
                <a:defRPr sz="1425" b="1">
                  <a:solidFill>
                    <a:srgbClr val="000000"/>
                  </a:solidFill>
                  <a:latin typeface="Arial"/>
                  <a:ea typeface="Arial"/>
                  <a:cs typeface="Arial"/>
                </a:defRPr>
              </a:lvl3pPr>
              <a:lvl4pPr algn="l">
                <a:defRPr sz="1425" b="1">
                  <a:solidFill>
                    <a:srgbClr val="000000"/>
                  </a:solidFill>
                  <a:latin typeface="Arial"/>
                  <a:ea typeface="Arial"/>
                  <a:cs typeface="Arial"/>
                </a:defRPr>
              </a:lvl4pPr>
              <a:lvl5pPr algn="l">
                <a:defRPr sz="1425" b="1">
                  <a:solidFill>
                    <a:srgbClr val="000000"/>
                  </a:solidFill>
                  <a:latin typeface="Arial"/>
                  <a:ea typeface="Arial"/>
                  <a:cs typeface="Arial"/>
                </a:defRPr>
              </a:lvl5pPr>
              <a:lvl6pPr algn="l">
                <a:defRPr sz="1425" b="1">
                  <a:solidFill>
                    <a:srgbClr val="000000"/>
                  </a:solidFill>
                  <a:latin typeface="Arial"/>
                  <a:ea typeface="Arial"/>
                  <a:cs typeface="Arial"/>
                </a:defRPr>
              </a:lvl6pPr>
              <a:lvl7pPr algn="l">
                <a:defRPr sz="1425" b="1">
                  <a:solidFill>
                    <a:srgbClr val="000000"/>
                  </a:solidFill>
                  <a:latin typeface="Arial"/>
                  <a:ea typeface="Arial"/>
                  <a:cs typeface="Arial"/>
                </a:defRPr>
              </a:lvl7pPr>
              <a:lvl8pPr algn="l">
                <a:defRPr sz="1425" b="1">
                  <a:solidFill>
                    <a:srgbClr val="000000"/>
                  </a:solidFill>
                  <a:latin typeface="Arial"/>
                  <a:ea typeface="Arial"/>
                  <a:cs typeface="Arial"/>
                </a:defRPr>
              </a:lvl8pPr>
              <a:lvl9pPr algn="l">
                <a:defRPr sz="1425" b="1">
                  <a:solidFill>
                    <a:srgbClr val="000000"/>
                  </a:solidFill>
                  <a:latin typeface="Arial"/>
                  <a:ea typeface="Arial"/>
                  <a:cs typeface="Arial"/>
                </a:defRPr>
              </a:lvl9pPr>
            </a:lstStyle>
            <a:p>
              <a:pPr algn="l">
                <a:defRPr sz="1425" b="1">
                  <a:solidFill>
                    <a:srgbClr val="000000"/>
                  </a:solidFill>
                  <a:latin typeface="Arial"/>
                  <a:ea typeface="Arial"/>
                  <a:cs typeface="Arial"/>
                </a:defRPr>
              </a:pPr>
              <a:r>
                <a:rPr sz="1425" b="1">
                  <a:solidFill>
                    <a:srgbClr val="000000"/>
                  </a:solidFill>
                  <a:latin typeface="Arial"/>
                  <a:ea typeface="Arial"/>
                  <a:cs typeface="Arial"/>
                </a:rPr>
                <a:t>A</a:t>
              </a:r>
            </a:p>
          </p:txBody>
        </p:sp>
        <p:sp>
          <p:nvSpPr>
            <p:cNvPr id="106" name="b_source_marker_B">
              <a:extLst>
                <a:ext uri="{FF2B5EF4-FFF2-40B4-BE49-F238E27FC236}">
                  <ns2:creationId id="{D6FEC123-DD70-45E6-B985-4941FA93B4B5}"/>
                </a:ext>
              </a:extLst>
            </p:cNvPr>
            <p:cNvSpPr>
              <a:spLocks noGrp="1"/>
            </p:cNvSpPr>
            <p:nvPr/>
          </p:nvSpPr>
          <p:spPr>
            <a:xfrm rot="0">
              <a:off x="11268075" y="855341"/>
              <a:ext cx="85725" cy="85725"/>
            </a:xfrm>
            <a:prstGeom prst="ellipse">
              <a:avLst/>
            </a:prstGeom>
            <a:solidFill>
              <a:srgbClr val="FFFFFF"/>
            </a:solidFill>
            <a:ln w="17145">
              <a:solidFill>
                <a:srgbClr val="000000"/>
              </a:solidFill>
              <a:prstDash val="solid"/>
            </a:ln>
          </p:spPr>
        </p:sp>
        <p:sp>
          <p:nvSpPr>
            <p:cNvPr id="107" name="b_source_label_B">
              <a:extLst>
                <a:ext uri="{FF2B5EF4-FFF2-40B4-BE49-F238E27FC236}">
                  <ns2:creationId id="{4AB2A898-1037-481E-8D91-EA8A3FEEA680}"/>
                </a:ext>
              </a:extLst>
            </p:cNvPr>
            <p:cNvSpPr>
              <a:spLocks noGrp="1"/>
            </p:cNvSpPr>
            <p:nvPr/>
          </p:nvSpPr>
          <p:spPr>
            <a:xfrm rot="0">
              <a:off x="11387138" y="669603"/>
              <a:ext cx="228600" cy="238125"/>
            </a:xfrm>
            <a:prstGeom prst="rect">
              <a:avLst/>
            </a:prstGeom>
            <a:noFill/>
            <a:ln w="0">
              <a:noFill/>
              <a:prstDash val="solid"/>
            </a:ln>
          </p:spPr>
          <p:txBody>
            <a:bodyPr wrap="none" lIns="0" tIns="0" rIns="0" bIns="0" anchor="t">
              <a:noAutofit/>
            </a:bodyPr>
            <a:lstStyle>
              <a:defPPr algn="l">
                <a:defRPr sz="1425" b="1">
                  <a:solidFill>
                    <a:srgbClr val="000000"/>
                  </a:solidFill>
                  <a:latin typeface="Arial"/>
                  <a:ea typeface="Arial"/>
                  <a:cs typeface="Arial"/>
                </a:defRPr>
              </a:defPPr>
              <a:lvl1pPr algn="l">
                <a:defRPr sz="1425" b="1">
                  <a:solidFill>
                    <a:srgbClr val="000000"/>
                  </a:solidFill>
                  <a:latin typeface="Arial"/>
                  <a:ea typeface="Arial"/>
                  <a:cs typeface="Arial"/>
                </a:defRPr>
              </a:lvl1pPr>
              <a:lvl2pPr algn="l">
                <a:defRPr sz="1425" b="1">
                  <a:solidFill>
                    <a:srgbClr val="000000"/>
                  </a:solidFill>
                  <a:latin typeface="Arial"/>
                  <a:ea typeface="Arial"/>
                  <a:cs typeface="Arial"/>
                </a:defRPr>
              </a:lvl2pPr>
              <a:lvl3pPr algn="l">
                <a:defRPr sz="1425" b="1">
                  <a:solidFill>
                    <a:srgbClr val="000000"/>
                  </a:solidFill>
                  <a:latin typeface="Arial"/>
                  <a:ea typeface="Arial"/>
                  <a:cs typeface="Arial"/>
                </a:defRPr>
              </a:lvl3pPr>
              <a:lvl4pPr algn="l">
                <a:defRPr sz="1425" b="1">
                  <a:solidFill>
                    <a:srgbClr val="000000"/>
                  </a:solidFill>
                  <a:latin typeface="Arial"/>
                  <a:ea typeface="Arial"/>
                  <a:cs typeface="Arial"/>
                </a:defRPr>
              </a:lvl4pPr>
              <a:lvl5pPr algn="l">
                <a:defRPr sz="1425" b="1">
                  <a:solidFill>
                    <a:srgbClr val="000000"/>
                  </a:solidFill>
                  <a:latin typeface="Arial"/>
                  <a:ea typeface="Arial"/>
                  <a:cs typeface="Arial"/>
                </a:defRPr>
              </a:lvl5pPr>
              <a:lvl6pPr algn="l">
                <a:defRPr sz="1425" b="1">
                  <a:solidFill>
                    <a:srgbClr val="000000"/>
                  </a:solidFill>
                  <a:latin typeface="Arial"/>
                  <a:ea typeface="Arial"/>
                  <a:cs typeface="Arial"/>
                </a:defRPr>
              </a:lvl6pPr>
              <a:lvl7pPr algn="l">
                <a:defRPr sz="1425" b="1">
                  <a:solidFill>
                    <a:srgbClr val="000000"/>
                  </a:solidFill>
                  <a:latin typeface="Arial"/>
                  <a:ea typeface="Arial"/>
                  <a:cs typeface="Arial"/>
                </a:defRPr>
              </a:lvl7pPr>
              <a:lvl8pPr algn="l">
                <a:defRPr sz="1425" b="1">
                  <a:solidFill>
                    <a:srgbClr val="000000"/>
                  </a:solidFill>
                  <a:latin typeface="Arial"/>
                  <a:ea typeface="Arial"/>
                  <a:cs typeface="Arial"/>
                </a:defRPr>
              </a:lvl8pPr>
              <a:lvl9pPr algn="l">
                <a:defRPr sz="1425" b="1">
                  <a:solidFill>
                    <a:srgbClr val="000000"/>
                  </a:solidFill>
                  <a:latin typeface="Arial"/>
                  <a:ea typeface="Arial"/>
                  <a:cs typeface="Arial"/>
                </a:defRPr>
              </a:lvl9pPr>
            </a:lstStyle>
            <a:p>
              <a:pPr algn="l">
                <a:defRPr sz="1425" b="1">
                  <a:solidFill>
                    <a:srgbClr val="000000"/>
                  </a:solidFill>
                  <a:latin typeface="Arial"/>
                  <a:ea typeface="Arial"/>
                  <a:cs typeface="Arial"/>
                </a:defRPr>
              </a:pPr>
              <a:r>
                <a:rPr sz="1425" b="1">
                  <a:solidFill>
                    <a:srgbClr val="000000"/>
                  </a:solidFill>
                  <a:latin typeface="Arial"/>
                  <a:ea typeface="Arial"/>
                  <a:cs typeface="Arial"/>
                </a:rPr>
                <a:t>B</a:t>
              </a:r>
            </a:p>
          </p:txBody>
        </p:sp>
        <p:sp>
          <p:nvSpPr>
            <p:cNvPr id="108" name="b_source_marker_C">
              <a:extLst>
                <a:ext uri="{FF2B5EF4-FFF2-40B4-BE49-F238E27FC236}">
                  <ns2:creationId id="{1F928A86-ABD1-4118-B41C-9037F63678CD}"/>
                </a:ext>
              </a:extLst>
            </p:cNvPr>
            <p:cNvSpPr>
              <a:spLocks noGrp="1"/>
            </p:cNvSpPr>
            <p:nvPr/>
          </p:nvSpPr>
          <p:spPr>
            <a:xfrm rot="0">
              <a:off x="10553700" y="953360"/>
              <a:ext cx="85725" cy="85725"/>
            </a:xfrm>
            <a:prstGeom prst="ellipse">
              <a:avLst/>
            </a:prstGeom>
            <a:solidFill>
              <a:srgbClr val="FFFFFF"/>
            </a:solidFill>
            <a:ln w="17145">
              <a:solidFill>
                <a:srgbClr val="000000"/>
              </a:solidFill>
              <a:prstDash val="solid"/>
            </a:ln>
          </p:spPr>
        </p:sp>
        <p:sp>
          <p:nvSpPr>
            <p:cNvPr id="109" name="b_source_label_C">
              <a:extLst>
                <a:ext uri="{FF2B5EF4-FFF2-40B4-BE49-F238E27FC236}">
                  <ns2:creationId id="{2B5C0938-895A-47C4-B013-3BBCAC068FC6}"/>
                </a:ext>
              </a:extLst>
            </p:cNvPr>
            <p:cNvSpPr>
              <a:spLocks noGrp="1"/>
            </p:cNvSpPr>
            <p:nvPr/>
          </p:nvSpPr>
          <p:spPr>
            <a:xfrm rot="0">
              <a:off x="10358438" y="777148"/>
              <a:ext cx="228600" cy="238125"/>
            </a:xfrm>
            <a:prstGeom prst="rect">
              <a:avLst/>
            </a:prstGeom>
            <a:noFill/>
            <a:ln w="0">
              <a:noFill/>
              <a:prstDash val="solid"/>
            </a:ln>
          </p:spPr>
          <p:txBody>
            <a:bodyPr wrap="none" lIns="0" tIns="0" rIns="0" bIns="0" anchor="t">
              <a:noAutofit/>
            </a:bodyPr>
            <a:lstStyle>
              <a:defPPr algn="l">
                <a:defRPr sz="1425" b="1">
                  <a:solidFill>
                    <a:srgbClr val="000000"/>
                  </a:solidFill>
                  <a:latin typeface="Arial"/>
                  <a:ea typeface="Arial"/>
                  <a:cs typeface="Arial"/>
                </a:defRPr>
              </a:defPPr>
              <a:lvl1pPr algn="l">
                <a:defRPr sz="1425" b="1">
                  <a:solidFill>
                    <a:srgbClr val="000000"/>
                  </a:solidFill>
                  <a:latin typeface="Arial"/>
                  <a:ea typeface="Arial"/>
                  <a:cs typeface="Arial"/>
                </a:defRPr>
              </a:lvl1pPr>
              <a:lvl2pPr algn="l">
                <a:defRPr sz="1425" b="1">
                  <a:solidFill>
                    <a:srgbClr val="000000"/>
                  </a:solidFill>
                  <a:latin typeface="Arial"/>
                  <a:ea typeface="Arial"/>
                  <a:cs typeface="Arial"/>
                </a:defRPr>
              </a:lvl2pPr>
              <a:lvl3pPr algn="l">
                <a:defRPr sz="1425" b="1">
                  <a:solidFill>
                    <a:srgbClr val="000000"/>
                  </a:solidFill>
                  <a:latin typeface="Arial"/>
                  <a:ea typeface="Arial"/>
                  <a:cs typeface="Arial"/>
                </a:defRPr>
              </a:lvl3pPr>
              <a:lvl4pPr algn="l">
                <a:defRPr sz="1425" b="1">
                  <a:solidFill>
                    <a:srgbClr val="000000"/>
                  </a:solidFill>
                  <a:latin typeface="Arial"/>
                  <a:ea typeface="Arial"/>
                  <a:cs typeface="Arial"/>
                </a:defRPr>
              </a:lvl4pPr>
              <a:lvl5pPr algn="l">
                <a:defRPr sz="1425" b="1">
                  <a:solidFill>
                    <a:srgbClr val="000000"/>
                  </a:solidFill>
                  <a:latin typeface="Arial"/>
                  <a:ea typeface="Arial"/>
                  <a:cs typeface="Arial"/>
                </a:defRPr>
              </a:lvl5pPr>
              <a:lvl6pPr algn="l">
                <a:defRPr sz="1425" b="1">
                  <a:solidFill>
                    <a:srgbClr val="000000"/>
                  </a:solidFill>
                  <a:latin typeface="Arial"/>
                  <a:ea typeface="Arial"/>
                  <a:cs typeface="Arial"/>
                </a:defRPr>
              </a:lvl6pPr>
              <a:lvl7pPr algn="l">
                <a:defRPr sz="1425" b="1">
                  <a:solidFill>
                    <a:srgbClr val="000000"/>
                  </a:solidFill>
                  <a:latin typeface="Arial"/>
                  <a:ea typeface="Arial"/>
                  <a:cs typeface="Arial"/>
                </a:defRPr>
              </a:lvl7pPr>
              <a:lvl8pPr algn="l">
                <a:defRPr sz="1425" b="1">
                  <a:solidFill>
                    <a:srgbClr val="000000"/>
                  </a:solidFill>
                  <a:latin typeface="Arial"/>
                  <a:ea typeface="Arial"/>
                  <a:cs typeface="Arial"/>
                </a:defRPr>
              </a:lvl8pPr>
              <a:lvl9pPr algn="l">
                <a:defRPr sz="1425" b="1">
                  <a:solidFill>
                    <a:srgbClr val="000000"/>
                  </a:solidFill>
                  <a:latin typeface="Arial"/>
                  <a:ea typeface="Arial"/>
                  <a:cs typeface="Arial"/>
                </a:defRPr>
              </a:lvl9pPr>
            </a:lstStyle>
            <a:p>
              <a:pPr algn="l">
                <a:defRPr sz="1425" b="1">
                  <a:solidFill>
                    <a:srgbClr val="000000"/>
                  </a:solidFill>
                  <a:latin typeface="Arial"/>
                  <a:ea typeface="Arial"/>
                  <a:cs typeface="Arial"/>
                </a:defRPr>
              </a:pPr>
              <a:r>
                <a:rPr sz="1425" b="1">
                  <a:solidFill>
                    <a:srgbClr val="000000"/>
                  </a:solidFill>
                  <a:latin typeface="Arial"/>
                  <a:ea typeface="Arial"/>
                  <a:cs typeface="Arial"/>
                </a:rPr>
                <a:t>C</a:t>
              </a:r>
            </a:p>
          </p:txBody>
        </p:sp>
        <p:sp>
          <p:nvSpPr>
            <p:cNvPr id="110" name="line_108">
              <a:extLst>
                <a:ext uri="{FF2B5EF4-FFF2-40B4-BE49-F238E27FC236}">
                  <ns2:creationId id="{5B652D6D-709A-4A2E-B802-C66A4C535191}"/>
                </a:ext>
              </a:extLst>
            </p:cNvPr>
            <p:cNvSpPr>
              <a:spLocks noGrp="1"/>
            </p:cNvSpPr>
            <p:nvPr/>
          </p:nvSpPr>
          <p:spPr>
            <a:xfrm>
              <a:off x="11046638" y="1560478"/>
              <a:ext cx="433349" cy="145742"/>
            </a:xfrm>
            <a:custGeom>
              <a:pathLst>
                <a:path w="433349" h="145742">
                  <a:moveTo>
                    <a:pt x="0" y="0"/>
                  </a:moveTo>
                  <a:lnTo>
                    <a:pt x="433349" y="145742"/>
                  </a:lnTo>
                </a:path>
              </a:pathLst>
            </a:custGeom>
            <a:noFill/>
            <a:ln w="11430">
              <a:solidFill>
                <a:srgbClr val="333333"/>
              </a:solidFill>
              <a:prstDash val="solid"/>
            </a:ln>
          </p:spPr>
        </p:sp>
        <p:sp>
          <p:nvSpPr>
            <p:cNvPr id="111" name="line_109">
              <a:extLst>
                <a:ext uri="{FF2B5EF4-FFF2-40B4-BE49-F238E27FC236}">
                  <ns2:creationId id="{CBCB214A-AAF5-412B-A7A4-6176D96C1574}"/>
                </a:ext>
              </a:extLst>
            </p:cNvPr>
            <p:cNvSpPr>
              <a:spLocks noGrp="1"/>
            </p:cNvSpPr>
            <p:nvPr/>
          </p:nvSpPr>
          <p:spPr>
            <a:xfrm>
              <a:off x="11425899" y="1657882"/>
              <a:ext cx="54088" cy="48338"/>
            </a:xfrm>
            <a:custGeom>
              <a:pathLst>
                <a:path w="54088" h="48338">
                  <a:moveTo>
                    <a:pt x="0" y="0"/>
                  </a:moveTo>
                  <a:lnTo>
                    <a:pt x="54088" y="48338"/>
                  </a:lnTo>
                </a:path>
              </a:pathLst>
            </a:custGeom>
            <a:noFill/>
            <a:ln w="11430">
              <a:solidFill>
                <a:srgbClr val="333333"/>
              </a:solidFill>
              <a:prstDash val="solid"/>
            </a:ln>
          </p:spPr>
        </p:sp>
        <p:sp>
          <p:nvSpPr>
            <p:cNvPr id="112" name="line_110">
              <a:extLst>
                <a:ext uri="{FF2B5EF4-FFF2-40B4-BE49-F238E27FC236}">
                  <ns2:creationId id="{9264FC1D-1214-4193-85CE-1B288F29C18E}"/>
                </a:ext>
              </a:extLst>
            </p:cNvPr>
            <p:cNvSpPr>
              <a:spLocks noGrp="1"/>
            </p:cNvSpPr>
            <p:nvPr/>
          </p:nvSpPr>
          <p:spPr>
            <a:xfrm>
              <a:off x="11407681" y="1706220"/>
              <a:ext cx="72306" cy="5830"/>
            </a:xfrm>
            <a:custGeom>
              <a:pathLst>
                <a:path w="72306" h="5830">
                  <a:moveTo>
                    <a:pt x="0" y="5830"/>
                  </a:moveTo>
                  <a:lnTo>
                    <a:pt x="72306" y="0"/>
                  </a:lnTo>
                </a:path>
              </a:pathLst>
            </a:custGeom>
            <a:noFill/>
            <a:ln w="11430">
              <a:solidFill>
                <a:srgbClr val="333333"/>
              </a:solidFill>
              <a:prstDash val="solid"/>
            </a:ln>
          </p:spPr>
        </p:sp>
        <p:sp>
          <p:nvSpPr>
            <p:cNvPr id="113" name="b_true_direction_label">
              <a:extLst>
                <a:ext uri="{FF2B5EF4-FFF2-40B4-BE49-F238E27FC236}">
                  <ns2:creationId id="{BC5E72B6-75C7-423F-ADDA-6BC4815E2C73}"/>
                </a:ext>
              </a:extLst>
            </p:cNvPr>
            <p:cNvSpPr>
              <a:spLocks noGrp="1"/>
            </p:cNvSpPr>
            <p:nvPr/>
          </p:nvSpPr>
          <p:spPr>
            <a:xfrm rot="0">
              <a:off x="11537137" y="1668120"/>
              <a:ext cx="190500" cy="219075"/>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d</a:t>
              </a:r>
            </a:p>
          </p:txBody>
        </p:sp>
        <p:sp>
          <p:nvSpPr>
            <p:cNvPr id="114" name="b_source_to_local_arrow">
              <a:extLst>
                <a:ext uri="{FF2B5EF4-FFF2-40B4-BE49-F238E27FC236}">
                  <ns2:creationId id="{8EDA536D-D737-42DA-80E4-0F8283DDDECD}"/>
                </a:ext>
              </a:extLst>
            </p:cNvPr>
            <p:cNvSpPr>
              <a:spLocks noGrp="1"/>
            </p:cNvSpPr>
            <p:nvPr/>
          </p:nvSpPr>
          <p:spPr>
            <a:xfrm rot="0">
              <a:off x="11077575" y="3162300"/>
              <a:ext cx="228600" cy="257175"/>
            </a:xfrm>
            <a:prstGeom prst="downArrow">
              <a:avLst/>
            </a:prstGeom>
            <a:solidFill>
              <a:srgbClr val="AAB3BC"/>
            </a:solidFill>
            <a:ln w="0">
              <a:noFill/>
              <a:prstDash val="solid"/>
            </a:ln>
          </p:spPr>
        </p:sp>
        <p:sp>
          <p:nvSpPr>
            <p:cNvPr id="115" name="text_113">
              <a:extLst>
                <a:ext uri="{FF2B5EF4-FFF2-40B4-BE49-F238E27FC236}">
                  <ns2:creationId id="{CDB3FE6D-BA4E-46C4-AAFF-7BA734E433F0}"/>
                </a:ext>
              </a:extLst>
            </p:cNvPr>
            <p:cNvSpPr>
              <a:spLocks noGrp="1"/>
            </p:cNvSpPr>
            <p:nvPr/>
          </p:nvSpPr>
          <p:spPr>
            <a:xfrm rot="0">
              <a:off x="9658350" y="3514725"/>
              <a:ext cx="3028950" cy="228600"/>
            </a:xfrm>
            <a:prstGeom prst="rect">
              <a:avLst/>
            </a:prstGeom>
            <a:noFill/>
            <a:ln w="0">
              <a:noFill/>
              <a:prstDash val="solid"/>
            </a:ln>
          </p:spPr>
          <p:txBody>
            <a:bodyPr wrap="none" lIns="0" tIns="0" rIns="0" bIns="0" anchor="t">
              <a:noAutofit/>
            </a:bodyPr>
            <a:lstStyle>
              <a:defPPr algn="ctr">
                <a:defRPr sz="1275" b="1">
                  <a:solidFill>
                    <a:srgbClr val="000000"/>
                  </a:solidFill>
                  <a:latin typeface="Arial"/>
                  <a:ea typeface="Arial"/>
                  <a:cs typeface="Arial"/>
                </a:defRPr>
              </a:defPPr>
              <a:lvl1pPr algn="ctr">
                <a:defRPr sz="1275" b="1">
                  <a:solidFill>
                    <a:srgbClr val="000000"/>
                  </a:solidFill>
                  <a:latin typeface="Arial"/>
                  <a:ea typeface="Arial"/>
                  <a:cs typeface="Arial"/>
                </a:defRPr>
              </a:lvl1pPr>
              <a:lvl2pPr algn="ctr">
                <a:defRPr sz="1275" b="1">
                  <a:solidFill>
                    <a:srgbClr val="000000"/>
                  </a:solidFill>
                  <a:latin typeface="Arial"/>
                  <a:ea typeface="Arial"/>
                  <a:cs typeface="Arial"/>
                </a:defRPr>
              </a:lvl2pPr>
              <a:lvl3pPr algn="ctr">
                <a:defRPr sz="1275" b="1">
                  <a:solidFill>
                    <a:srgbClr val="000000"/>
                  </a:solidFill>
                  <a:latin typeface="Arial"/>
                  <a:ea typeface="Arial"/>
                  <a:cs typeface="Arial"/>
                </a:defRPr>
              </a:lvl3pPr>
              <a:lvl4pPr algn="ctr">
                <a:defRPr sz="1275" b="1">
                  <a:solidFill>
                    <a:srgbClr val="000000"/>
                  </a:solidFill>
                  <a:latin typeface="Arial"/>
                  <a:ea typeface="Arial"/>
                  <a:cs typeface="Arial"/>
                </a:defRPr>
              </a:lvl4pPr>
              <a:lvl5pPr algn="ctr">
                <a:defRPr sz="1275" b="1">
                  <a:solidFill>
                    <a:srgbClr val="000000"/>
                  </a:solidFill>
                  <a:latin typeface="Arial"/>
                  <a:ea typeface="Arial"/>
                  <a:cs typeface="Arial"/>
                </a:defRPr>
              </a:lvl5pPr>
              <a:lvl6pPr algn="ctr">
                <a:defRPr sz="1275" b="1">
                  <a:solidFill>
                    <a:srgbClr val="000000"/>
                  </a:solidFill>
                  <a:latin typeface="Arial"/>
                  <a:ea typeface="Arial"/>
                  <a:cs typeface="Arial"/>
                </a:defRPr>
              </a:lvl6pPr>
              <a:lvl7pPr algn="ctr">
                <a:defRPr sz="1275" b="1">
                  <a:solidFill>
                    <a:srgbClr val="000000"/>
                  </a:solidFill>
                  <a:latin typeface="Arial"/>
                  <a:ea typeface="Arial"/>
                  <a:cs typeface="Arial"/>
                </a:defRPr>
              </a:lvl7pPr>
              <a:lvl8pPr algn="ctr">
                <a:defRPr sz="1275" b="1">
                  <a:solidFill>
                    <a:srgbClr val="000000"/>
                  </a:solidFill>
                  <a:latin typeface="Arial"/>
                  <a:ea typeface="Arial"/>
                  <a:cs typeface="Arial"/>
                </a:defRPr>
              </a:lvl8pPr>
              <a:lvl9pPr algn="ctr">
                <a:defRPr sz="1275" b="1">
                  <a:solidFill>
                    <a:srgbClr val="000000"/>
                  </a:solidFill>
                  <a:latin typeface="Arial"/>
                  <a:ea typeface="Arial"/>
                  <a:cs typeface="Arial"/>
                </a:defRPr>
              </a:lvl9pPr>
            </a:lstStyle>
            <a:p>
              <a:pPr algn="ctr">
                <a:defRPr sz="1275" b="1">
                  <a:solidFill>
                    <a:srgbClr val="000000"/>
                  </a:solidFill>
                  <a:latin typeface="Arial"/>
                  <a:ea typeface="Arial"/>
                  <a:cs typeface="Arial"/>
                </a:defRPr>
              </a:pPr>
              <a:r>
                <a:rPr sz="1275" b="1">
                  <a:solidFill>
                    <a:srgbClr val="000000"/>
                  </a:solidFill>
                  <a:latin typeface="Arial"/>
                  <a:ea typeface="Arial"/>
                  <a:cs typeface="Arial"/>
                </a:rPr>
                <a:t>Local tracks · 00:00–23:00 UTC</a:t>
              </a:r>
            </a:p>
          </p:txBody>
        </p:sp>
        <p:pic>
          <p:nvPicPr>
            <p:cNvPr id="116" name="">
              <a:extLst>
                <a:ext uri="{FF2B5EF4-FFF2-40B4-BE49-F238E27FC236}">
                  <ns2:creationId id="{B5261130-09CE-458A-B2C5-377672BBB75E}"/>
                </a:ext>
              </a:extLst>
            </p:cNvPr>
            <p:cNvPicPr>
              <a:picLocks noChangeAspect="1"/>
            </p:cNvPicPr>
            <p:nvPr/>
          </p:nvPicPr>
          <p:blipFill>
            <a:blip r:embed="Rb198c50358984de3"/>
            <a:stretch/>
          </p:blipFill>
          <p:spPr>
            <a:xfrm>
              <a:off x="10039350" y="3876675"/>
              <a:ext cx="2514600" cy="1819275"/>
            </a:xfrm>
            <a:prstGeom prst="rect">
              <a:avLst/>
            </a:prstGeom>
          </p:spPr>
        </p:pic>
        <p:sp>
          <p:nvSpPr>
            <p:cNvPr id="117" name="b_local_window_outline">
              <a:extLst>
                <a:ext uri="{FF2B5EF4-FFF2-40B4-BE49-F238E27FC236}">
                  <ns2:creationId id="{7B97CEB8-E162-4A46-955E-6CCC3737F656}"/>
                </a:ext>
              </a:extLst>
            </p:cNvPr>
            <p:cNvSpPr>
              <a:spLocks noGrp="1"/>
            </p:cNvSpPr>
            <p:nvPr/>
          </p:nvSpPr>
          <p:spPr>
            <a:xfrm rot="0">
              <a:off x="10039350" y="3876675"/>
              <a:ext cx="2514600" cy="1819275"/>
            </a:xfrm>
            <a:prstGeom prst="rect">
              <a:avLst/>
            </a:prstGeom>
            <a:noFill/>
            <a:ln w="11430">
              <a:solidFill>
                <a:srgbClr val="C73A37"/>
              </a:solidFill>
              <a:prstDash val="solid"/>
            </a:ln>
          </p:spPr>
        </p:sp>
        <p:sp>
          <p:nvSpPr>
            <p:cNvPr id="118" name="b_local_position_axis">
              <a:extLst>
                <a:ext uri="{FF2B5EF4-FFF2-40B4-BE49-F238E27FC236}">
                  <ns2:creationId id="{AC931A35-1EC0-4F02-BD50-D8B1E1543408}"/>
                </a:ext>
              </a:extLst>
            </p:cNvPr>
            <p:cNvSpPr>
              <a:spLocks noGrp="1"/>
            </p:cNvSpPr>
            <p:nvPr/>
          </p:nvSpPr>
          <p:spPr>
            <a:xfrm rot="0">
              <a:off x="9505950" y="3943350"/>
              <a:ext cx="219075" cy="1714500"/>
            </a:xfrm>
            <a:prstGeom prst="rect">
              <a:avLst/>
            </a:prstGeom>
            <a:noFill/>
            <a:ln w="0">
              <a:noFill/>
              <a:prstDash val="solid"/>
            </a:ln>
          </p:spPr>
          <p:txBody>
            <a:bodyPr wrap="none" lIns="0" tIns="0" rIns="0" bIns="0" anchor="ctr" vert="vert270">
              <a:noAutofit/>
            </a:bodyPr>
            <a:lstStyle>
              <a:defPPr algn="ctr">
                <a:defRPr sz="1125" b="0">
                  <a:solidFill>
                    <a:srgbClr val="000000"/>
                  </a:solidFill>
                  <a:latin typeface="Arial"/>
                  <a:ea typeface="Arial"/>
                  <a:cs typeface="Arial"/>
                </a:defRPr>
              </a:defPPr>
              <a:lvl1pPr algn="ctr">
                <a:defRPr sz="1125" b="0">
                  <a:solidFill>
                    <a:srgbClr val="000000"/>
                  </a:solidFill>
                  <a:latin typeface="Arial"/>
                  <a:ea typeface="Arial"/>
                  <a:cs typeface="Arial"/>
                </a:defRPr>
              </a:lvl1pPr>
              <a:lvl2pPr algn="ctr">
                <a:defRPr sz="1125" b="0">
                  <a:solidFill>
                    <a:srgbClr val="000000"/>
                  </a:solidFill>
                  <a:latin typeface="Arial"/>
                  <a:ea typeface="Arial"/>
                  <a:cs typeface="Arial"/>
                </a:defRPr>
              </a:lvl2pPr>
              <a:lvl3pPr algn="ctr">
                <a:defRPr sz="1125" b="0">
                  <a:solidFill>
                    <a:srgbClr val="000000"/>
                  </a:solidFill>
                  <a:latin typeface="Arial"/>
                  <a:ea typeface="Arial"/>
                  <a:cs typeface="Arial"/>
                </a:defRPr>
              </a:lvl3pPr>
              <a:lvl4pPr algn="ctr">
                <a:defRPr sz="1125" b="0">
                  <a:solidFill>
                    <a:srgbClr val="000000"/>
                  </a:solidFill>
                  <a:latin typeface="Arial"/>
                  <a:ea typeface="Arial"/>
                  <a:cs typeface="Arial"/>
                </a:defRPr>
              </a:lvl4pPr>
              <a:lvl5pPr algn="ctr">
                <a:defRPr sz="1125" b="0">
                  <a:solidFill>
                    <a:srgbClr val="000000"/>
                  </a:solidFill>
                  <a:latin typeface="Arial"/>
                  <a:ea typeface="Arial"/>
                  <a:cs typeface="Arial"/>
                </a:defRPr>
              </a:lvl5pPr>
              <a:lvl6pPr algn="ctr">
                <a:defRPr sz="1125" b="0">
                  <a:solidFill>
                    <a:srgbClr val="000000"/>
                  </a:solidFill>
                  <a:latin typeface="Arial"/>
                  <a:ea typeface="Arial"/>
                  <a:cs typeface="Arial"/>
                </a:defRPr>
              </a:lvl6pPr>
              <a:lvl7pPr algn="ctr">
                <a:defRPr sz="1125" b="0">
                  <a:solidFill>
                    <a:srgbClr val="000000"/>
                  </a:solidFill>
                  <a:latin typeface="Arial"/>
                  <a:ea typeface="Arial"/>
                  <a:cs typeface="Arial"/>
                </a:defRPr>
              </a:lvl7pPr>
              <a:lvl8pPr algn="ctr">
                <a:defRPr sz="1125" b="0">
                  <a:solidFill>
                    <a:srgbClr val="000000"/>
                  </a:solidFill>
                  <a:latin typeface="Arial"/>
                  <a:ea typeface="Arial"/>
                  <a:cs typeface="Arial"/>
                </a:defRPr>
              </a:lvl8pPr>
              <a:lvl9pPr algn="ctr">
                <a:defRPr sz="1125" b="0">
                  <a:solidFill>
                    <a:srgbClr val="000000"/>
                  </a:solidFill>
                  <a:latin typeface="Arial"/>
                  <a:ea typeface="Arial"/>
                  <a:cs typeface="Arial"/>
                </a:defRPr>
              </a:lvl9pPr>
            </a:lstStyle>
            <a:p>
              <a:pPr algn="ctr">
                <a:defRPr sz="1125" b="0">
                  <a:solidFill>
                    <a:srgbClr val="000000"/>
                  </a:solidFill>
                  <a:latin typeface="Arial"/>
                  <a:ea typeface="Arial"/>
                  <a:cs typeface="Arial"/>
                </a:defRPr>
              </a:pPr>
              <a:r>
                <a:rPr sz="1125" b="0">
                  <a:solidFill>
                    <a:srgbClr val="000000"/>
                  </a:solidFill>
                  <a:latin typeface="Arial"/>
                  <a:ea typeface="Arial"/>
                  <a:cs typeface="Arial"/>
                </a:rPr>
                <a:t>Output position</a:t>
              </a:r>
            </a:p>
          </p:txBody>
        </p:sp>
        <p:sp>
          <p:nvSpPr>
            <p:cNvPr id="119" name="line_117">
              <a:extLst>
                <a:ext uri="{FF2B5EF4-FFF2-40B4-BE49-F238E27FC236}">
                  <ns2:creationId id="{98572FC2-8711-4B3D-9509-7AB67F5C553F}"/>
                </a:ext>
              </a:extLst>
            </p:cNvPr>
            <p:cNvSpPr>
              <a:spLocks noGrp="1"/>
            </p:cNvSpPr>
            <p:nvPr/>
          </p:nvSpPr>
          <p:spPr>
            <a:xfrm>
              <a:off x="10001250" y="5695950"/>
              <a:ext cx="38100" cy="95"/>
            </a:xfrm>
            <a:custGeom>
              <a:pathLst>
                <a:path w="38100" h="95">
                  <a:moveTo>
                    <a:pt x="0" y="0"/>
                  </a:moveTo>
                  <a:lnTo>
                    <a:pt x="38100" y="0"/>
                  </a:lnTo>
                </a:path>
              </a:pathLst>
            </a:custGeom>
            <a:noFill/>
            <a:ln w="6668">
              <a:solidFill>
                <a:srgbClr val="000000"/>
              </a:solidFill>
              <a:prstDash val="solid"/>
            </a:ln>
          </p:spPr>
        </p:sp>
        <p:sp>
          <p:nvSpPr>
            <p:cNvPr id="120" name="text_118">
              <a:extLst>
                <a:ext uri="{FF2B5EF4-FFF2-40B4-BE49-F238E27FC236}">
                  <ns2:creationId id="{B9518C6D-6385-4C34-89FC-80B4D943C9F7}"/>
                </a:ext>
              </a:extLst>
            </p:cNvPr>
            <p:cNvSpPr>
              <a:spLocks noGrp="1"/>
            </p:cNvSpPr>
            <p:nvPr/>
          </p:nvSpPr>
          <p:spPr>
            <a:xfrm rot="0">
              <a:off x="9686925" y="5600700"/>
              <a:ext cx="276225" cy="200025"/>
            </a:xfrm>
            <a:prstGeom prst="rect">
              <a:avLst/>
            </a:prstGeom>
            <a:noFill/>
            <a:ln w="0">
              <a:noFill/>
              <a:prstDash val="solid"/>
            </a:ln>
          </p:spPr>
          <p:txBody>
            <a:bodyPr wrap="none" lIns="0" tIns="0" rIns="0" bIns="0" anchor="t">
              <a:noAutofit/>
            </a:bodyPr>
            <a:lstStyle>
              <a:defPPr algn="r">
                <a:defRPr sz="1050" b="0">
                  <a:solidFill>
                    <a:srgbClr val="000000"/>
                  </a:solidFill>
                  <a:latin typeface="Arial"/>
                  <a:ea typeface="Arial"/>
                  <a:cs typeface="Arial"/>
                </a:defRPr>
              </a:defPPr>
              <a:lvl1pPr algn="r">
                <a:defRPr sz="1050" b="0">
                  <a:solidFill>
                    <a:srgbClr val="000000"/>
                  </a:solidFill>
                  <a:latin typeface="Arial"/>
                  <a:ea typeface="Arial"/>
                  <a:cs typeface="Arial"/>
                </a:defRPr>
              </a:lvl1pPr>
              <a:lvl2pPr algn="r">
                <a:defRPr sz="1050" b="0">
                  <a:solidFill>
                    <a:srgbClr val="000000"/>
                  </a:solidFill>
                  <a:latin typeface="Arial"/>
                  <a:ea typeface="Arial"/>
                  <a:cs typeface="Arial"/>
                </a:defRPr>
              </a:lvl2pPr>
              <a:lvl3pPr algn="r">
                <a:defRPr sz="1050" b="0">
                  <a:solidFill>
                    <a:srgbClr val="000000"/>
                  </a:solidFill>
                  <a:latin typeface="Arial"/>
                  <a:ea typeface="Arial"/>
                  <a:cs typeface="Arial"/>
                </a:defRPr>
              </a:lvl3pPr>
              <a:lvl4pPr algn="r">
                <a:defRPr sz="1050" b="0">
                  <a:solidFill>
                    <a:srgbClr val="000000"/>
                  </a:solidFill>
                  <a:latin typeface="Arial"/>
                  <a:ea typeface="Arial"/>
                  <a:cs typeface="Arial"/>
                </a:defRPr>
              </a:lvl4pPr>
              <a:lvl5pPr algn="r">
                <a:defRPr sz="1050" b="0">
                  <a:solidFill>
                    <a:srgbClr val="000000"/>
                  </a:solidFill>
                  <a:latin typeface="Arial"/>
                  <a:ea typeface="Arial"/>
                  <a:cs typeface="Arial"/>
                </a:defRPr>
              </a:lvl5pPr>
              <a:lvl6pPr algn="r">
                <a:defRPr sz="1050" b="0">
                  <a:solidFill>
                    <a:srgbClr val="000000"/>
                  </a:solidFill>
                  <a:latin typeface="Arial"/>
                  <a:ea typeface="Arial"/>
                  <a:cs typeface="Arial"/>
                </a:defRPr>
              </a:lvl6pPr>
              <a:lvl7pPr algn="r">
                <a:defRPr sz="1050" b="0">
                  <a:solidFill>
                    <a:srgbClr val="000000"/>
                  </a:solidFill>
                  <a:latin typeface="Arial"/>
                  <a:ea typeface="Arial"/>
                  <a:cs typeface="Arial"/>
                </a:defRPr>
              </a:lvl7pPr>
              <a:lvl8pPr algn="r">
                <a:defRPr sz="1050" b="0">
                  <a:solidFill>
                    <a:srgbClr val="000000"/>
                  </a:solidFill>
                  <a:latin typeface="Arial"/>
                  <a:ea typeface="Arial"/>
                  <a:cs typeface="Arial"/>
                </a:defRPr>
              </a:lvl8pPr>
              <a:lvl9pPr algn="r">
                <a:defRPr sz="1050" b="0">
                  <a:solidFill>
                    <a:srgbClr val="000000"/>
                  </a:solidFill>
                  <a:latin typeface="Arial"/>
                  <a:ea typeface="Arial"/>
                  <a:cs typeface="Arial"/>
                </a:defRPr>
              </a:lvl9pPr>
            </a:lstStyle>
            <a:p>
              <a:pPr algn="r">
                <a:defRPr sz="1050" b="0">
                  <a:solidFill>
                    <a:srgbClr val="000000"/>
                  </a:solidFill>
                  <a:latin typeface="Arial"/>
                  <a:ea typeface="Arial"/>
                  <a:cs typeface="Arial"/>
                </a:defRPr>
              </a:pPr>
              <a:r>
                <a:rPr sz="1050" b="0">
                  <a:solidFill>
                    <a:srgbClr val="000000"/>
                  </a:solidFill>
                  <a:latin typeface="Arial"/>
                  <a:ea typeface="Arial"/>
                  <a:cs typeface="Arial"/>
                </a:rPr>
                <a:t>0.0</a:t>
              </a:r>
            </a:p>
          </p:txBody>
        </p:sp>
        <p:sp>
          <p:nvSpPr>
            <p:cNvPr id="121" name="line_119">
              <a:extLst>
                <a:ext uri="{FF2B5EF4-FFF2-40B4-BE49-F238E27FC236}">
                  <ns2:creationId id="{98EB44D3-24D2-48F5-A551-3DD90C8D9D2C}"/>
                </a:ext>
              </a:extLst>
            </p:cNvPr>
            <p:cNvSpPr>
              <a:spLocks noGrp="1"/>
            </p:cNvSpPr>
            <p:nvPr/>
          </p:nvSpPr>
          <p:spPr>
            <a:xfrm>
              <a:off x="10001250" y="4786313"/>
              <a:ext cx="38100" cy="95"/>
            </a:xfrm>
            <a:custGeom>
              <a:pathLst>
                <a:path w="38100" h="95">
                  <a:moveTo>
                    <a:pt x="0" y="0"/>
                  </a:moveTo>
                  <a:lnTo>
                    <a:pt x="38100" y="0"/>
                  </a:lnTo>
                </a:path>
              </a:pathLst>
            </a:custGeom>
            <a:noFill/>
            <a:ln w="6668">
              <a:solidFill>
                <a:srgbClr val="000000"/>
              </a:solidFill>
              <a:prstDash val="solid"/>
            </a:ln>
          </p:spPr>
        </p:sp>
        <p:sp>
          <p:nvSpPr>
            <p:cNvPr id="122" name="text_120">
              <a:extLst>
                <a:ext uri="{FF2B5EF4-FFF2-40B4-BE49-F238E27FC236}">
                  <ns2:creationId id="{94CD5A16-179A-4D26-AB8C-D16AC9DFE8C7}"/>
                </a:ext>
              </a:extLst>
            </p:cNvPr>
            <p:cNvSpPr>
              <a:spLocks noGrp="1"/>
            </p:cNvSpPr>
            <p:nvPr/>
          </p:nvSpPr>
          <p:spPr>
            <a:xfrm rot="0">
              <a:off x="9686925" y="4691063"/>
              <a:ext cx="276225" cy="200025"/>
            </a:xfrm>
            <a:prstGeom prst="rect">
              <a:avLst/>
            </a:prstGeom>
            <a:noFill/>
            <a:ln w="0">
              <a:noFill/>
              <a:prstDash val="solid"/>
            </a:ln>
          </p:spPr>
          <p:txBody>
            <a:bodyPr wrap="none" lIns="0" tIns="0" rIns="0" bIns="0" anchor="t">
              <a:noAutofit/>
            </a:bodyPr>
            <a:lstStyle>
              <a:defPPr algn="r">
                <a:defRPr sz="1050" b="0">
                  <a:solidFill>
                    <a:srgbClr val="000000"/>
                  </a:solidFill>
                  <a:latin typeface="Arial"/>
                  <a:ea typeface="Arial"/>
                  <a:cs typeface="Arial"/>
                </a:defRPr>
              </a:defPPr>
              <a:lvl1pPr algn="r">
                <a:defRPr sz="1050" b="0">
                  <a:solidFill>
                    <a:srgbClr val="000000"/>
                  </a:solidFill>
                  <a:latin typeface="Arial"/>
                  <a:ea typeface="Arial"/>
                  <a:cs typeface="Arial"/>
                </a:defRPr>
              </a:lvl1pPr>
              <a:lvl2pPr algn="r">
                <a:defRPr sz="1050" b="0">
                  <a:solidFill>
                    <a:srgbClr val="000000"/>
                  </a:solidFill>
                  <a:latin typeface="Arial"/>
                  <a:ea typeface="Arial"/>
                  <a:cs typeface="Arial"/>
                </a:defRPr>
              </a:lvl2pPr>
              <a:lvl3pPr algn="r">
                <a:defRPr sz="1050" b="0">
                  <a:solidFill>
                    <a:srgbClr val="000000"/>
                  </a:solidFill>
                  <a:latin typeface="Arial"/>
                  <a:ea typeface="Arial"/>
                  <a:cs typeface="Arial"/>
                </a:defRPr>
              </a:lvl3pPr>
              <a:lvl4pPr algn="r">
                <a:defRPr sz="1050" b="0">
                  <a:solidFill>
                    <a:srgbClr val="000000"/>
                  </a:solidFill>
                  <a:latin typeface="Arial"/>
                  <a:ea typeface="Arial"/>
                  <a:cs typeface="Arial"/>
                </a:defRPr>
              </a:lvl4pPr>
              <a:lvl5pPr algn="r">
                <a:defRPr sz="1050" b="0">
                  <a:solidFill>
                    <a:srgbClr val="000000"/>
                  </a:solidFill>
                  <a:latin typeface="Arial"/>
                  <a:ea typeface="Arial"/>
                  <a:cs typeface="Arial"/>
                </a:defRPr>
              </a:lvl5pPr>
              <a:lvl6pPr algn="r">
                <a:defRPr sz="1050" b="0">
                  <a:solidFill>
                    <a:srgbClr val="000000"/>
                  </a:solidFill>
                  <a:latin typeface="Arial"/>
                  <a:ea typeface="Arial"/>
                  <a:cs typeface="Arial"/>
                </a:defRPr>
              </a:lvl6pPr>
              <a:lvl7pPr algn="r">
                <a:defRPr sz="1050" b="0">
                  <a:solidFill>
                    <a:srgbClr val="000000"/>
                  </a:solidFill>
                  <a:latin typeface="Arial"/>
                  <a:ea typeface="Arial"/>
                  <a:cs typeface="Arial"/>
                </a:defRPr>
              </a:lvl7pPr>
              <a:lvl8pPr algn="r">
                <a:defRPr sz="1050" b="0">
                  <a:solidFill>
                    <a:srgbClr val="000000"/>
                  </a:solidFill>
                  <a:latin typeface="Arial"/>
                  <a:ea typeface="Arial"/>
                  <a:cs typeface="Arial"/>
                </a:defRPr>
              </a:lvl8pPr>
              <a:lvl9pPr algn="r">
                <a:defRPr sz="1050" b="0">
                  <a:solidFill>
                    <a:srgbClr val="000000"/>
                  </a:solidFill>
                  <a:latin typeface="Arial"/>
                  <a:ea typeface="Arial"/>
                  <a:cs typeface="Arial"/>
                </a:defRPr>
              </a:lvl9pPr>
            </a:lstStyle>
            <a:p>
              <a:pPr algn="r">
                <a:defRPr sz="1050" b="0">
                  <a:solidFill>
                    <a:srgbClr val="000000"/>
                  </a:solidFill>
                  <a:latin typeface="Arial"/>
                  <a:ea typeface="Arial"/>
                  <a:cs typeface="Arial"/>
                </a:defRPr>
              </a:pPr>
              <a:r>
                <a:rPr sz="1050" b="0">
                  <a:solidFill>
                    <a:srgbClr val="000000"/>
                  </a:solidFill>
                  <a:latin typeface="Arial"/>
                  <a:ea typeface="Arial"/>
                  <a:cs typeface="Arial"/>
                </a:rPr>
                <a:t>0.5</a:t>
              </a:r>
            </a:p>
          </p:txBody>
        </p:sp>
        <p:sp>
          <p:nvSpPr>
            <p:cNvPr id="123" name="line_121">
              <a:extLst>
                <a:ext uri="{FF2B5EF4-FFF2-40B4-BE49-F238E27FC236}">
                  <ns2:creationId id="{6B937DA0-4FD0-459E-A199-1E0159FB5724}"/>
                </a:ext>
              </a:extLst>
            </p:cNvPr>
            <p:cNvSpPr>
              <a:spLocks noGrp="1"/>
            </p:cNvSpPr>
            <p:nvPr/>
          </p:nvSpPr>
          <p:spPr>
            <a:xfrm>
              <a:off x="10001250" y="3876675"/>
              <a:ext cx="38100" cy="95"/>
            </a:xfrm>
            <a:custGeom>
              <a:pathLst>
                <a:path w="38100" h="95">
                  <a:moveTo>
                    <a:pt x="0" y="0"/>
                  </a:moveTo>
                  <a:lnTo>
                    <a:pt x="38100" y="0"/>
                  </a:lnTo>
                </a:path>
              </a:pathLst>
            </a:custGeom>
            <a:noFill/>
            <a:ln w="6668">
              <a:solidFill>
                <a:srgbClr val="000000"/>
              </a:solidFill>
              <a:prstDash val="solid"/>
            </a:ln>
          </p:spPr>
        </p:sp>
        <p:sp>
          <p:nvSpPr>
            <p:cNvPr id="124" name="text_122">
              <a:extLst>
                <a:ext uri="{FF2B5EF4-FFF2-40B4-BE49-F238E27FC236}">
                  <ns2:creationId id="{62131759-05A3-4C4B-BA8C-79993547A924}"/>
                </a:ext>
              </a:extLst>
            </p:cNvPr>
            <p:cNvSpPr>
              <a:spLocks noGrp="1"/>
            </p:cNvSpPr>
            <p:nvPr/>
          </p:nvSpPr>
          <p:spPr>
            <a:xfrm rot="0">
              <a:off x="9686925" y="3781425"/>
              <a:ext cx="276225" cy="200025"/>
            </a:xfrm>
            <a:prstGeom prst="rect">
              <a:avLst/>
            </a:prstGeom>
            <a:noFill/>
            <a:ln w="0">
              <a:noFill/>
              <a:prstDash val="solid"/>
            </a:ln>
          </p:spPr>
          <p:txBody>
            <a:bodyPr wrap="none" lIns="0" tIns="0" rIns="0" bIns="0" anchor="t">
              <a:noAutofit/>
            </a:bodyPr>
            <a:lstStyle>
              <a:defPPr algn="r">
                <a:defRPr sz="1050" b="0">
                  <a:solidFill>
                    <a:srgbClr val="000000"/>
                  </a:solidFill>
                  <a:latin typeface="Arial"/>
                  <a:ea typeface="Arial"/>
                  <a:cs typeface="Arial"/>
                </a:defRPr>
              </a:defPPr>
              <a:lvl1pPr algn="r">
                <a:defRPr sz="1050" b="0">
                  <a:solidFill>
                    <a:srgbClr val="000000"/>
                  </a:solidFill>
                  <a:latin typeface="Arial"/>
                  <a:ea typeface="Arial"/>
                  <a:cs typeface="Arial"/>
                </a:defRPr>
              </a:lvl1pPr>
              <a:lvl2pPr algn="r">
                <a:defRPr sz="1050" b="0">
                  <a:solidFill>
                    <a:srgbClr val="000000"/>
                  </a:solidFill>
                  <a:latin typeface="Arial"/>
                  <a:ea typeface="Arial"/>
                  <a:cs typeface="Arial"/>
                </a:defRPr>
              </a:lvl2pPr>
              <a:lvl3pPr algn="r">
                <a:defRPr sz="1050" b="0">
                  <a:solidFill>
                    <a:srgbClr val="000000"/>
                  </a:solidFill>
                  <a:latin typeface="Arial"/>
                  <a:ea typeface="Arial"/>
                  <a:cs typeface="Arial"/>
                </a:defRPr>
              </a:lvl3pPr>
              <a:lvl4pPr algn="r">
                <a:defRPr sz="1050" b="0">
                  <a:solidFill>
                    <a:srgbClr val="000000"/>
                  </a:solidFill>
                  <a:latin typeface="Arial"/>
                  <a:ea typeface="Arial"/>
                  <a:cs typeface="Arial"/>
                </a:defRPr>
              </a:lvl4pPr>
              <a:lvl5pPr algn="r">
                <a:defRPr sz="1050" b="0">
                  <a:solidFill>
                    <a:srgbClr val="000000"/>
                  </a:solidFill>
                  <a:latin typeface="Arial"/>
                  <a:ea typeface="Arial"/>
                  <a:cs typeface="Arial"/>
                </a:defRPr>
              </a:lvl5pPr>
              <a:lvl6pPr algn="r">
                <a:defRPr sz="1050" b="0">
                  <a:solidFill>
                    <a:srgbClr val="000000"/>
                  </a:solidFill>
                  <a:latin typeface="Arial"/>
                  <a:ea typeface="Arial"/>
                  <a:cs typeface="Arial"/>
                </a:defRPr>
              </a:lvl6pPr>
              <a:lvl7pPr algn="r">
                <a:defRPr sz="1050" b="0">
                  <a:solidFill>
                    <a:srgbClr val="000000"/>
                  </a:solidFill>
                  <a:latin typeface="Arial"/>
                  <a:ea typeface="Arial"/>
                  <a:cs typeface="Arial"/>
                </a:defRPr>
              </a:lvl7pPr>
              <a:lvl8pPr algn="r">
                <a:defRPr sz="1050" b="0">
                  <a:solidFill>
                    <a:srgbClr val="000000"/>
                  </a:solidFill>
                  <a:latin typeface="Arial"/>
                  <a:ea typeface="Arial"/>
                  <a:cs typeface="Arial"/>
                </a:defRPr>
              </a:lvl8pPr>
              <a:lvl9pPr algn="r">
                <a:defRPr sz="1050" b="0">
                  <a:solidFill>
                    <a:srgbClr val="000000"/>
                  </a:solidFill>
                  <a:latin typeface="Arial"/>
                  <a:ea typeface="Arial"/>
                  <a:cs typeface="Arial"/>
                </a:defRPr>
              </a:lvl9pPr>
            </a:lstStyle>
            <a:p>
              <a:pPr algn="r">
                <a:defRPr sz="1050" b="0">
                  <a:solidFill>
                    <a:srgbClr val="000000"/>
                  </a:solidFill>
                  <a:latin typeface="Arial"/>
                  <a:ea typeface="Arial"/>
                  <a:cs typeface="Arial"/>
                </a:defRPr>
              </a:pPr>
              <a:r>
                <a:rPr sz="1050" b="0">
                  <a:solidFill>
                    <a:srgbClr val="000000"/>
                  </a:solidFill>
                  <a:latin typeface="Arial"/>
                  <a:ea typeface="Arial"/>
                  <a:cs typeface="Arial"/>
                </a:rPr>
                <a:t>1.0</a:t>
              </a:r>
            </a:p>
          </p:txBody>
        </p:sp>
        <p:sp>
          <p:nvSpPr>
            <p:cNvPr id="125" name="line_123">
              <a:extLst>
                <a:ext uri="{FF2B5EF4-FFF2-40B4-BE49-F238E27FC236}">
                  <ns2:creationId id="{9D256684-605C-4B6C-8C5E-3A68160BA5D2}"/>
                </a:ext>
              </a:extLst>
            </p:cNvPr>
            <p:cNvSpPr>
              <a:spLocks noGrp="1"/>
            </p:cNvSpPr>
            <p:nvPr/>
          </p:nvSpPr>
          <p:spPr>
            <a:xfrm>
              <a:off x="10091738" y="5695950"/>
              <a:ext cx="95" cy="38100"/>
            </a:xfrm>
            <a:custGeom>
              <a:pathLst>
                <a:path w="95" h="38100">
                  <a:moveTo>
                    <a:pt x="0" y="0"/>
                  </a:moveTo>
                  <a:lnTo>
                    <a:pt x="0" y="38100"/>
                  </a:lnTo>
                </a:path>
              </a:pathLst>
            </a:custGeom>
            <a:noFill/>
            <a:ln w="6668">
              <a:solidFill>
                <a:srgbClr val="000000"/>
              </a:solidFill>
              <a:prstDash val="solid"/>
            </a:ln>
          </p:spPr>
        </p:sp>
        <p:sp>
          <p:nvSpPr>
            <p:cNvPr id="126" name="text_124">
              <a:extLst>
                <a:ext uri="{FF2B5EF4-FFF2-40B4-BE49-F238E27FC236}">
                  <ns2:creationId id="{AA47BCF2-1C51-457A-90E7-BE9359DDDD69}"/>
                </a:ext>
              </a:extLst>
            </p:cNvPr>
            <p:cNvSpPr>
              <a:spLocks noGrp="1"/>
            </p:cNvSpPr>
            <p:nvPr/>
          </p:nvSpPr>
          <p:spPr>
            <a:xfrm rot="0">
              <a:off x="9853613" y="5762625"/>
              <a:ext cx="476250" cy="219075"/>
            </a:xfrm>
            <a:prstGeom prst="rect">
              <a:avLst/>
            </a:prstGeom>
            <a:noFill/>
            <a:ln w="0">
              <a:noFill/>
              <a:prstDash val="solid"/>
            </a:ln>
          </p:spPr>
          <p:txBody>
            <a:bodyPr wrap="none" lIns="0" tIns="0" rIns="0" bIns="0" anchor="t">
              <a:noAutofit/>
            </a:bodyPr>
            <a:lstStyle>
              <a:defPPr algn="ctr">
                <a:defRPr sz="1050" b="0">
                  <a:solidFill>
                    <a:srgbClr val="000000"/>
                  </a:solidFill>
                  <a:latin typeface="Arial"/>
                  <a:ea typeface="Arial"/>
                  <a:cs typeface="Arial"/>
                </a:defRPr>
              </a:defPPr>
              <a:lvl1pPr algn="ctr">
                <a:defRPr sz="1050" b="0">
                  <a:solidFill>
                    <a:srgbClr val="000000"/>
                  </a:solidFill>
                  <a:latin typeface="Arial"/>
                  <a:ea typeface="Arial"/>
                  <a:cs typeface="Arial"/>
                </a:defRPr>
              </a:lvl1pPr>
              <a:lvl2pPr algn="ctr">
                <a:defRPr sz="1050" b="0">
                  <a:solidFill>
                    <a:srgbClr val="000000"/>
                  </a:solidFill>
                  <a:latin typeface="Arial"/>
                  <a:ea typeface="Arial"/>
                  <a:cs typeface="Arial"/>
                </a:defRPr>
              </a:lvl2pPr>
              <a:lvl3pPr algn="ctr">
                <a:defRPr sz="1050" b="0">
                  <a:solidFill>
                    <a:srgbClr val="000000"/>
                  </a:solidFill>
                  <a:latin typeface="Arial"/>
                  <a:ea typeface="Arial"/>
                  <a:cs typeface="Arial"/>
                </a:defRPr>
              </a:lvl3pPr>
              <a:lvl4pPr algn="ctr">
                <a:defRPr sz="1050" b="0">
                  <a:solidFill>
                    <a:srgbClr val="000000"/>
                  </a:solidFill>
                  <a:latin typeface="Arial"/>
                  <a:ea typeface="Arial"/>
                  <a:cs typeface="Arial"/>
                </a:defRPr>
              </a:lvl4pPr>
              <a:lvl5pPr algn="ctr">
                <a:defRPr sz="1050" b="0">
                  <a:solidFill>
                    <a:srgbClr val="000000"/>
                  </a:solidFill>
                  <a:latin typeface="Arial"/>
                  <a:ea typeface="Arial"/>
                  <a:cs typeface="Arial"/>
                </a:defRPr>
              </a:lvl5pPr>
              <a:lvl6pPr algn="ctr">
                <a:defRPr sz="1050" b="0">
                  <a:solidFill>
                    <a:srgbClr val="000000"/>
                  </a:solidFill>
                  <a:latin typeface="Arial"/>
                  <a:ea typeface="Arial"/>
                  <a:cs typeface="Arial"/>
                </a:defRPr>
              </a:lvl6pPr>
              <a:lvl7pPr algn="ctr">
                <a:defRPr sz="1050" b="0">
                  <a:solidFill>
                    <a:srgbClr val="000000"/>
                  </a:solidFill>
                  <a:latin typeface="Arial"/>
                  <a:ea typeface="Arial"/>
                  <a:cs typeface="Arial"/>
                </a:defRPr>
              </a:lvl7pPr>
              <a:lvl8pPr algn="ctr">
                <a:defRPr sz="1050" b="0">
                  <a:solidFill>
                    <a:srgbClr val="000000"/>
                  </a:solidFill>
                  <a:latin typeface="Arial"/>
                  <a:ea typeface="Arial"/>
                  <a:cs typeface="Arial"/>
                </a:defRPr>
              </a:lvl8pPr>
              <a:lvl9pPr algn="ctr">
                <a:defRPr sz="1050" b="0">
                  <a:solidFill>
                    <a:srgbClr val="000000"/>
                  </a:solidFill>
                  <a:latin typeface="Arial"/>
                  <a:ea typeface="Arial"/>
                  <a:cs typeface="Arial"/>
                </a:defRPr>
              </a:lvl9pPr>
            </a:lstStyle>
            <a:p>
              <a:pPr algn="ctr">
                <a:defRPr sz="1050" b="0">
                  <a:solidFill>
                    <a:srgbClr val="000000"/>
                  </a:solidFill>
                  <a:latin typeface="Arial"/>
                  <a:ea typeface="Arial"/>
                  <a:cs typeface="Arial"/>
                </a:defRPr>
              </a:pPr>
              <a:r>
                <a:rPr sz="1050" b="0">
                  <a:solidFill>
                    <a:srgbClr val="000000"/>
                  </a:solidFill>
                  <a:latin typeface="Arial"/>
                  <a:ea typeface="Arial"/>
                  <a:cs typeface="Arial"/>
                </a:rPr>
                <a:t>00:00</a:t>
              </a:r>
            </a:p>
          </p:txBody>
        </p:sp>
        <p:sp>
          <p:nvSpPr>
            <p:cNvPr id="127" name="line_125">
              <a:extLst>
                <a:ext uri="{FF2B5EF4-FFF2-40B4-BE49-F238E27FC236}">
                  <ns2:creationId id="{33B52346-E19C-40E1-ABD6-AF92F673222B}"/>
                </a:ext>
              </a:extLst>
            </p:cNvPr>
            <p:cNvSpPr>
              <a:spLocks noGrp="1"/>
            </p:cNvSpPr>
            <p:nvPr/>
          </p:nvSpPr>
          <p:spPr>
            <a:xfrm>
              <a:off x="11139488" y="5695950"/>
              <a:ext cx="95" cy="38100"/>
            </a:xfrm>
            <a:custGeom>
              <a:pathLst>
                <a:path w="95" h="38100">
                  <a:moveTo>
                    <a:pt x="0" y="0"/>
                  </a:moveTo>
                  <a:lnTo>
                    <a:pt x="0" y="38100"/>
                  </a:lnTo>
                </a:path>
              </a:pathLst>
            </a:custGeom>
            <a:noFill/>
            <a:ln w="6668">
              <a:solidFill>
                <a:srgbClr val="000000"/>
              </a:solidFill>
              <a:prstDash val="solid"/>
            </a:ln>
          </p:spPr>
        </p:sp>
        <p:sp>
          <p:nvSpPr>
            <p:cNvPr id="128" name="text_126">
              <a:extLst>
                <a:ext uri="{FF2B5EF4-FFF2-40B4-BE49-F238E27FC236}">
                  <ns2:creationId id="{27CEF783-A541-416E-99F8-A23CD3CE48E5}"/>
                </a:ext>
              </a:extLst>
            </p:cNvPr>
            <p:cNvSpPr>
              <a:spLocks noGrp="1"/>
            </p:cNvSpPr>
            <p:nvPr/>
          </p:nvSpPr>
          <p:spPr>
            <a:xfrm rot="0">
              <a:off x="10901363" y="5762625"/>
              <a:ext cx="476250" cy="219075"/>
            </a:xfrm>
            <a:prstGeom prst="rect">
              <a:avLst/>
            </a:prstGeom>
            <a:noFill/>
            <a:ln w="0">
              <a:noFill/>
              <a:prstDash val="solid"/>
            </a:ln>
          </p:spPr>
          <p:txBody>
            <a:bodyPr wrap="none" lIns="0" tIns="0" rIns="0" bIns="0" anchor="t">
              <a:noAutofit/>
            </a:bodyPr>
            <a:lstStyle>
              <a:defPPr algn="ctr">
                <a:defRPr sz="1050" b="0">
                  <a:solidFill>
                    <a:srgbClr val="000000"/>
                  </a:solidFill>
                  <a:latin typeface="Arial"/>
                  <a:ea typeface="Arial"/>
                  <a:cs typeface="Arial"/>
                </a:defRPr>
              </a:defPPr>
              <a:lvl1pPr algn="ctr">
                <a:defRPr sz="1050" b="0">
                  <a:solidFill>
                    <a:srgbClr val="000000"/>
                  </a:solidFill>
                  <a:latin typeface="Arial"/>
                  <a:ea typeface="Arial"/>
                  <a:cs typeface="Arial"/>
                </a:defRPr>
              </a:lvl1pPr>
              <a:lvl2pPr algn="ctr">
                <a:defRPr sz="1050" b="0">
                  <a:solidFill>
                    <a:srgbClr val="000000"/>
                  </a:solidFill>
                  <a:latin typeface="Arial"/>
                  <a:ea typeface="Arial"/>
                  <a:cs typeface="Arial"/>
                </a:defRPr>
              </a:lvl2pPr>
              <a:lvl3pPr algn="ctr">
                <a:defRPr sz="1050" b="0">
                  <a:solidFill>
                    <a:srgbClr val="000000"/>
                  </a:solidFill>
                  <a:latin typeface="Arial"/>
                  <a:ea typeface="Arial"/>
                  <a:cs typeface="Arial"/>
                </a:defRPr>
              </a:lvl3pPr>
              <a:lvl4pPr algn="ctr">
                <a:defRPr sz="1050" b="0">
                  <a:solidFill>
                    <a:srgbClr val="000000"/>
                  </a:solidFill>
                  <a:latin typeface="Arial"/>
                  <a:ea typeface="Arial"/>
                  <a:cs typeface="Arial"/>
                </a:defRPr>
              </a:lvl4pPr>
              <a:lvl5pPr algn="ctr">
                <a:defRPr sz="1050" b="0">
                  <a:solidFill>
                    <a:srgbClr val="000000"/>
                  </a:solidFill>
                  <a:latin typeface="Arial"/>
                  <a:ea typeface="Arial"/>
                  <a:cs typeface="Arial"/>
                </a:defRPr>
              </a:lvl5pPr>
              <a:lvl6pPr algn="ctr">
                <a:defRPr sz="1050" b="0">
                  <a:solidFill>
                    <a:srgbClr val="000000"/>
                  </a:solidFill>
                  <a:latin typeface="Arial"/>
                  <a:ea typeface="Arial"/>
                  <a:cs typeface="Arial"/>
                </a:defRPr>
              </a:lvl6pPr>
              <a:lvl7pPr algn="ctr">
                <a:defRPr sz="1050" b="0">
                  <a:solidFill>
                    <a:srgbClr val="000000"/>
                  </a:solidFill>
                  <a:latin typeface="Arial"/>
                  <a:ea typeface="Arial"/>
                  <a:cs typeface="Arial"/>
                </a:defRPr>
              </a:lvl7pPr>
              <a:lvl8pPr algn="ctr">
                <a:defRPr sz="1050" b="0">
                  <a:solidFill>
                    <a:srgbClr val="000000"/>
                  </a:solidFill>
                  <a:latin typeface="Arial"/>
                  <a:ea typeface="Arial"/>
                  <a:cs typeface="Arial"/>
                </a:defRPr>
              </a:lvl8pPr>
              <a:lvl9pPr algn="ctr">
                <a:defRPr sz="1050" b="0">
                  <a:solidFill>
                    <a:srgbClr val="000000"/>
                  </a:solidFill>
                  <a:latin typeface="Arial"/>
                  <a:ea typeface="Arial"/>
                  <a:cs typeface="Arial"/>
                </a:defRPr>
              </a:lvl9pPr>
            </a:lstStyle>
            <a:p>
              <a:pPr algn="ctr">
                <a:defRPr sz="1050" b="0">
                  <a:solidFill>
                    <a:srgbClr val="000000"/>
                  </a:solidFill>
                  <a:latin typeface="Arial"/>
                  <a:ea typeface="Arial"/>
                  <a:cs typeface="Arial"/>
                </a:defRPr>
              </a:pPr>
              <a:r>
                <a:rPr sz="1050" b="0">
                  <a:solidFill>
                    <a:srgbClr val="000000"/>
                  </a:solidFill>
                  <a:latin typeface="Arial"/>
                  <a:ea typeface="Arial"/>
                  <a:cs typeface="Arial"/>
                </a:rPr>
                <a:t>10:00</a:t>
              </a:r>
            </a:p>
          </p:txBody>
        </p:sp>
        <p:sp>
          <p:nvSpPr>
            <p:cNvPr id="129" name="line_127">
              <a:extLst>
                <a:ext uri="{FF2B5EF4-FFF2-40B4-BE49-F238E27FC236}">
                  <ns2:creationId id="{62E0124E-9A9C-4B48-AD5D-31B2B2E70ADD}"/>
                </a:ext>
              </a:extLst>
            </p:cNvPr>
            <p:cNvSpPr>
              <a:spLocks noGrp="1"/>
            </p:cNvSpPr>
            <p:nvPr/>
          </p:nvSpPr>
          <p:spPr>
            <a:xfrm>
              <a:off x="12501563" y="5695950"/>
              <a:ext cx="95" cy="38100"/>
            </a:xfrm>
            <a:custGeom>
              <a:pathLst>
                <a:path w="95" h="38100">
                  <a:moveTo>
                    <a:pt x="0" y="0"/>
                  </a:moveTo>
                  <a:lnTo>
                    <a:pt x="0" y="38100"/>
                  </a:lnTo>
                </a:path>
              </a:pathLst>
            </a:custGeom>
            <a:noFill/>
            <a:ln w="6668">
              <a:solidFill>
                <a:srgbClr val="000000"/>
              </a:solidFill>
              <a:prstDash val="solid"/>
            </a:ln>
          </p:spPr>
        </p:sp>
        <p:sp>
          <p:nvSpPr>
            <p:cNvPr id="130" name="text_128">
              <a:extLst>
                <a:ext uri="{FF2B5EF4-FFF2-40B4-BE49-F238E27FC236}">
                  <ns2:creationId id="{0F9691FA-8E1C-40CE-A474-392E5B2CFBB1}"/>
                </a:ext>
              </a:extLst>
            </p:cNvPr>
            <p:cNvSpPr>
              <a:spLocks noGrp="1"/>
            </p:cNvSpPr>
            <p:nvPr/>
          </p:nvSpPr>
          <p:spPr>
            <a:xfrm rot="0">
              <a:off x="12263438" y="5762625"/>
              <a:ext cx="476250" cy="219075"/>
            </a:xfrm>
            <a:prstGeom prst="rect">
              <a:avLst/>
            </a:prstGeom>
            <a:noFill/>
            <a:ln w="0">
              <a:noFill/>
              <a:prstDash val="solid"/>
            </a:ln>
          </p:spPr>
          <p:txBody>
            <a:bodyPr wrap="none" lIns="0" tIns="0" rIns="0" bIns="0" anchor="t">
              <a:noAutofit/>
            </a:bodyPr>
            <a:lstStyle>
              <a:defPPr algn="ctr">
                <a:defRPr sz="1050" b="0">
                  <a:solidFill>
                    <a:srgbClr val="000000"/>
                  </a:solidFill>
                  <a:latin typeface="Arial"/>
                  <a:ea typeface="Arial"/>
                  <a:cs typeface="Arial"/>
                </a:defRPr>
              </a:defPPr>
              <a:lvl1pPr algn="ctr">
                <a:defRPr sz="1050" b="0">
                  <a:solidFill>
                    <a:srgbClr val="000000"/>
                  </a:solidFill>
                  <a:latin typeface="Arial"/>
                  <a:ea typeface="Arial"/>
                  <a:cs typeface="Arial"/>
                </a:defRPr>
              </a:lvl1pPr>
              <a:lvl2pPr algn="ctr">
                <a:defRPr sz="1050" b="0">
                  <a:solidFill>
                    <a:srgbClr val="000000"/>
                  </a:solidFill>
                  <a:latin typeface="Arial"/>
                  <a:ea typeface="Arial"/>
                  <a:cs typeface="Arial"/>
                </a:defRPr>
              </a:lvl2pPr>
              <a:lvl3pPr algn="ctr">
                <a:defRPr sz="1050" b="0">
                  <a:solidFill>
                    <a:srgbClr val="000000"/>
                  </a:solidFill>
                  <a:latin typeface="Arial"/>
                  <a:ea typeface="Arial"/>
                  <a:cs typeface="Arial"/>
                </a:defRPr>
              </a:lvl3pPr>
              <a:lvl4pPr algn="ctr">
                <a:defRPr sz="1050" b="0">
                  <a:solidFill>
                    <a:srgbClr val="000000"/>
                  </a:solidFill>
                  <a:latin typeface="Arial"/>
                  <a:ea typeface="Arial"/>
                  <a:cs typeface="Arial"/>
                </a:defRPr>
              </a:lvl4pPr>
              <a:lvl5pPr algn="ctr">
                <a:defRPr sz="1050" b="0">
                  <a:solidFill>
                    <a:srgbClr val="000000"/>
                  </a:solidFill>
                  <a:latin typeface="Arial"/>
                  <a:ea typeface="Arial"/>
                  <a:cs typeface="Arial"/>
                </a:defRPr>
              </a:lvl5pPr>
              <a:lvl6pPr algn="ctr">
                <a:defRPr sz="1050" b="0">
                  <a:solidFill>
                    <a:srgbClr val="000000"/>
                  </a:solidFill>
                  <a:latin typeface="Arial"/>
                  <a:ea typeface="Arial"/>
                  <a:cs typeface="Arial"/>
                </a:defRPr>
              </a:lvl6pPr>
              <a:lvl7pPr algn="ctr">
                <a:defRPr sz="1050" b="0">
                  <a:solidFill>
                    <a:srgbClr val="000000"/>
                  </a:solidFill>
                  <a:latin typeface="Arial"/>
                  <a:ea typeface="Arial"/>
                  <a:cs typeface="Arial"/>
                </a:defRPr>
              </a:lvl7pPr>
              <a:lvl8pPr algn="ctr">
                <a:defRPr sz="1050" b="0">
                  <a:solidFill>
                    <a:srgbClr val="000000"/>
                  </a:solidFill>
                  <a:latin typeface="Arial"/>
                  <a:ea typeface="Arial"/>
                  <a:cs typeface="Arial"/>
                </a:defRPr>
              </a:lvl8pPr>
              <a:lvl9pPr algn="ctr">
                <a:defRPr sz="1050" b="0">
                  <a:solidFill>
                    <a:srgbClr val="000000"/>
                  </a:solidFill>
                  <a:latin typeface="Arial"/>
                  <a:ea typeface="Arial"/>
                  <a:cs typeface="Arial"/>
                </a:defRPr>
              </a:lvl9pPr>
            </a:lstStyle>
            <a:p>
              <a:pPr algn="ctr">
                <a:defRPr sz="1050" b="0">
                  <a:solidFill>
                    <a:srgbClr val="000000"/>
                  </a:solidFill>
                  <a:latin typeface="Arial"/>
                  <a:ea typeface="Arial"/>
                  <a:cs typeface="Arial"/>
                </a:defRPr>
              </a:pPr>
              <a:r>
                <a:rPr sz="1050" b="0">
                  <a:solidFill>
                    <a:srgbClr val="000000"/>
                  </a:solidFill>
                  <a:latin typeface="Arial"/>
                  <a:ea typeface="Arial"/>
                  <a:cs typeface="Arial"/>
                </a:rPr>
                <a:t>23:00</a:t>
              </a:r>
            </a:p>
          </p:txBody>
        </p:sp>
        <p:sp>
          <p:nvSpPr>
            <p:cNvPr id="131" name="text_129">
              <a:extLst>
                <a:ext uri="{FF2B5EF4-FFF2-40B4-BE49-F238E27FC236}">
                  <ns2:creationId id="{EA66D4ED-025D-4D26-B5DC-0431EC98637B}"/>
                </a:ext>
              </a:extLst>
            </p:cNvPr>
            <p:cNvSpPr>
              <a:spLocks noGrp="1"/>
            </p:cNvSpPr>
            <p:nvPr/>
          </p:nvSpPr>
          <p:spPr>
            <a:xfrm rot="0">
              <a:off x="10125075" y="5905500"/>
              <a:ext cx="2390775" cy="180975"/>
            </a:xfrm>
            <a:prstGeom prst="rect">
              <a:avLst/>
            </a:prstGeom>
            <a:noFill/>
            <a:ln w="0">
              <a:noFill/>
              <a:prstDash val="solid"/>
            </a:ln>
          </p:spPr>
          <p:txBody>
            <a:bodyPr wrap="none" lIns="0" tIns="0" rIns="0" bIns="0" anchor="t">
              <a:noAutofit/>
            </a:bodyPr>
            <a:lstStyle>
              <a:defPPr algn="ctr">
                <a:defRPr sz="1050" b="0">
                  <a:solidFill>
                    <a:srgbClr val="000000"/>
                  </a:solidFill>
                  <a:latin typeface="Arial"/>
                  <a:ea typeface="Arial"/>
                  <a:cs typeface="Arial"/>
                </a:defRPr>
              </a:defPPr>
              <a:lvl1pPr algn="ctr">
                <a:defRPr sz="1050" b="0">
                  <a:solidFill>
                    <a:srgbClr val="000000"/>
                  </a:solidFill>
                  <a:latin typeface="Arial"/>
                  <a:ea typeface="Arial"/>
                  <a:cs typeface="Arial"/>
                </a:defRPr>
              </a:lvl1pPr>
              <a:lvl2pPr algn="ctr">
                <a:defRPr sz="1050" b="0">
                  <a:solidFill>
                    <a:srgbClr val="000000"/>
                  </a:solidFill>
                  <a:latin typeface="Arial"/>
                  <a:ea typeface="Arial"/>
                  <a:cs typeface="Arial"/>
                </a:defRPr>
              </a:lvl2pPr>
              <a:lvl3pPr algn="ctr">
                <a:defRPr sz="1050" b="0">
                  <a:solidFill>
                    <a:srgbClr val="000000"/>
                  </a:solidFill>
                  <a:latin typeface="Arial"/>
                  <a:ea typeface="Arial"/>
                  <a:cs typeface="Arial"/>
                </a:defRPr>
              </a:lvl3pPr>
              <a:lvl4pPr algn="ctr">
                <a:defRPr sz="1050" b="0">
                  <a:solidFill>
                    <a:srgbClr val="000000"/>
                  </a:solidFill>
                  <a:latin typeface="Arial"/>
                  <a:ea typeface="Arial"/>
                  <a:cs typeface="Arial"/>
                </a:defRPr>
              </a:lvl4pPr>
              <a:lvl5pPr algn="ctr">
                <a:defRPr sz="1050" b="0">
                  <a:solidFill>
                    <a:srgbClr val="000000"/>
                  </a:solidFill>
                  <a:latin typeface="Arial"/>
                  <a:ea typeface="Arial"/>
                  <a:cs typeface="Arial"/>
                </a:defRPr>
              </a:lvl5pPr>
              <a:lvl6pPr algn="ctr">
                <a:defRPr sz="1050" b="0">
                  <a:solidFill>
                    <a:srgbClr val="000000"/>
                  </a:solidFill>
                  <a:latin typeface="Arial"/>
                  <a:ea typeface="Arial"/>
                  <a:cs typeface="Arial"/>
                </a:defRPr>
              </a:lvl6pPr>
              <a:lvl7pPr algn="ctr">
                <a:defRPr sz="1050" b="0">
                  <a:solidFill>
                    <a:srgbClr val="000000"/>
                  </a:solidFill>
                  <a:latin typeface="Arial"/>
                  <a:ea typeface="Arial"/>
                  <a:cs typeface="Arial"/>
                </a:defRPr>
              </a:lvl7pPr>
              <a:lvl8pPr algn="ctr">
                <a:defRPr sz="1050" b="0">
                  <a:solidFill>
                    <a:srgbClr val="000000"/>
                  </a:solidFill>
                  <a:latin typeface="Arial"/>
                  <a:ea typeface="Arial"/>
                  <a:cs typeface="Arial"/>
                </a:defRPr>
              </a:lvl8pPr>
              <a:lvl9pPr algn="ctr">
                <a:defRPr sz="1050" b="0">
                  <a:solidFill>
                    <a:srgbClr val="000000"/>
                  </a:solidFill>
                  <a:latin typeface="Arial"/>
                  <a:ea typeface="Arial"/>
                  <a:cs typeface="Arial"/>
                </a:defRPr>
              </a:lvl9pPr>
            </a:lstStyle>
            <a:p>
              <a:pPr algn="ctr">
                <a:defRPr sz="1050" b="0">
                  <a:solidFill>
                    <a:srgbClr val="000000"/>
                  </a:solidFill>
                  <a:latin typeface="Arial"/>
                  <a:ea typeface="Arial"/>
                  <a:cs typeface="Arial"/>
                </a:defRPr>
              </a:pPr>
              <a:r>
                <a:rPr sz="1050" b="0">
                  <a:solidFill>
                    <a:srgbClr val="000000"/>
                  </a:solidFill>
                  <a:latin typeface="Arial"/>
                  <a:ea typeface="Arial"/>
                  <a:cs typeface="Arial"/>
                </a:rPr>
                <a:t>Time (UTC, 26 Dec)</a:t>
              </a:r>
            </a:p>
          </p:txBody>
        </p:sp>
        <p:sp>
          <p:nvSpPr>
            <p:cNvPr id="132" name="b_local_event_guide_f610">
              <a:extLst>
                <a:ext uri="{FF2B5EF4-FFF2-40B4-BE49-F238E27FC236}">
                  <ns2:creationId id="{2C1A389E-ACD2-47B9-A12D-2026297951A4}"/>
                </a:ext>
              </a:extLst>
            </p:cNvPr>
            <p:cNvSpPr>
              <a:spLocks noGrp="1"/>
            </p:cNvSpPr>
            <p:nvPr/>
          </p:nvSpPr>
          <p:spPr>
            <a:xfrm>
              <a:off x="11139488" y="3876675"/>
              <a:ext cx="95" cy="1819275"/>
            </a:xfrm>
            <a:custGeom>
              <a:pathLst>
                <a:path w="95" h="1819275">
                  <a:moveTo>
                    <a:pt x="0" y="0"/>
                  </a:moveTo>
                  <a:lnTo>
                    <a:pt x="0" y="1819275"/>
                  </a:lnTo>
                </a:path>
              </a:pathLst>
            </a:custGeom>
            <a:noFill/>
            <a:ln w="9525">
              <a:solidFill>
                <a:srgbClr val="C73A37"/>
              </a:solidFill>
              <a:prstDash val="dash"/>
            </a:ln>
          </p:spPr>
        </p:sp>
        <p:sp>
          <p:nvSpPr>
            <p:cNvPr id="133" name="b_local_halo_A_0">
              <a:extLst>
                <a:ext uri="{FF2B5EF4-FFF2-40B4-BE49-F238E27FC236}">
                  <ns2:creationId id="{FE61B6C1-B293-428F-94F4-6332AAE305C9}"/>
                </a:ext>
              </a:extLst>
            </p:cNvPr>
            <p:cNvSpPr>
              <a:spLocks noGrp="1"/>
            </p:cNvSpPr>
            <p:nvPr/>
          </p:nvSpPr>
          <p:spPr>
            <a:xfrm>
              <a:off x="10196513" y="4542712"/>
              <a:ext cx="2305050" cy="513249"/>
            </a:xfrm>
            <a:custGeom>
              <a:pathLst>
                <a:path w="2305050" h="513249">
                  <a:moveTo>
                    <a:pt x="0" y="513249"/>
                  </a:moveTo>
                  <a:lnTo>
                    <a:pt x="104775" y="485093"/>
                  </a:lnTo>
                  <a:lnTo>
                    <a:pt x="209550" y="456936"/>
                  </a:lnTo>
                  <a:lnTo>
                    <a:pt x="314325" y="410367"/>
                  </a:lnTo>
                  <a:lnTo>
                    <a:pt x="419100" y="372934"/>
                  </a:lnTo>
                  <a:lnTo>
                    <a:pt x="523875" y="361263"/>
                  </a:lnTo>
                  <a:lnTo>
                    <a:pt x="628650" y="292179"/>
                  </a:lnTo>
                  <a:lnTo>
                    <a:pt x="733425" y="267419"/>
                  </a:lnTo>
                  <a:lnTo>
                    <a:pt x="838200" y="239263"/>
                  </a:lnTo>
                  <a:lnTo>
                    <a:pt x="942975" y="211106"/>
                  </a:lnTo>
                  <a:lnTo>
                    <a:pt x="1047750" y="182949"/>
                  </a:lnTo>
                  <a:lnTo>
                    <a:pt x="1152525" y="154793"/>
                  </a:lnTo>
                  <a:lnTo>
                    <a:pt x="1257300" y="126636"/>
                  </a:lnTo>
                  <a:lnTo>
                    <a:pt x="1362075" y="98479"/>
                  </a:lnTo>
                  <a:lnTo>
                    <a:pt x="1466850" y="98479"/>
                  </a:lnTo>
                  <a:lnTo>
                    <a:pt x="1571625" y="70323"/>
                  </a:lnTo>
                  <a:lnTo>
                    <a:pt x="1676400" y="53938"/>
                  </a:lnTo>
                  <a:lnTo>
                    <a:pt x="1781175" y="56950"/>
                  </a:lnTo>
                  <a:lnTo>
                    <a:pt x="1885950" y="28116"/>
                  </a:lnTo>
                  <a:lnTo>
                    <a:pt x="1990725" y="29053"/>
                  </a:lnTo>
                  <a:lnTo>
                    <a:pt x="2095500" y="0"/>
                  </a:lnTo>
                  <a:lnTo>
                    <a:pt x="2200275" y="901"/>
                  </a:lnTo>
                  <a:lnTo>
                    <a:pt x="2305050" y="1001"/>
                  </a:lnTo>
                </a:path>
              </a:pathLst>
            </a:custGeom>
            <a:noFill/>
            <a:ln w="40958">
              <a:solidFill>
                <a:srgbClr val="FFFFFF"/>
              </a:solidFill>
              <a:prstDash val="solid"/>
            </a:ln>
          </p:spPr>
        </p:sp>
        <p:sp>
          <p:nvSpPr>
            <p:cNvPr id="134" name="b_local_track_A_0">
              <a:extLst>
                <a:ext uri="{FF2B5EF4-FFF2-40B4-BE49-F238E27FC236}">
                  <ns2:creationId id="{63415C98-9E2B-440B-B16F-E0DE1CD3419C}"/>
                </a:ext>
              </a:extLst>
            </p:cNvPr>
            <p:cNvSpPr>
              <a:spLocks noGrp="1"/>
            </p:cNvSpPr>
            <p:nvPr/>
          </p:nvSpPr>
          <p:spPr>
            <a:xfrm>
              <a:off x="10196513" y="4542712"/>
              <a:ext cx="2305050" cy="513249"/>
            </a:xfrm>
            <a:custGeom>
              <a:pathLst>
                <a:path w="2305050" h="513249">
                  <a:moveTo>
                    <a:pt x="0" y="513249"/>
                  </a:moveTo>
                  <a:lnTo>
                    <a:pt x="104775" y="485093"/>
                  </a:lnTo>
                  <a:lnTo>
                    <a:pt x="209550" y="456936"/>
                  </a:lnTo>
                  <a:lnTo>
                    <a:pt x="314325" y="410367"/>
                  </a:lnTo>
                  <a:lnTo>
                    <a:pt x="419100" y="372934"/>
                  </a:lnTo>
                  <a:lnTo>
                    <a:pt x="523875" y="361263"/>
                  </a:lnTo>
                  <a:lnTo>
                    <a:pt x="628650" y="292179"/>
                  </a:lnTo>
                  <a:lnTo>
                    <a:pt x="733425" y="267419"/>
                  </a:lnTo>
                  <a:lnTo>
                    <a:pt x="838200" y="239263"/>
                  </a:lnTo>
                  <a:lnTo>
                    <a:pt x="942975" y="211106"/>
                  </a:lnTo>
                  <a:lnTo>
                    <a:pt x="1047750" y="182949"/>
                  </a:lnTo>
                  <a:lnTo>
                    <a:pt x="1152525" y="154793"/>
                  </a:lnTo>
                  <a:lnTo>
                    <a:pt x="1257300" y="126636"/>
                  </a:lnTo>
                  <a:lnTo>
                    <a:pt x="1362075" y="98479"/>
                  </a:lnTo>
                  <a:lnTo>
                    <a:pt x="1466850" y="98479"/>
                  </a:lnTo>
                  <a:lnTo>
                    <a:pt x="1571625" y="70323"/>
                  </a:lnTo>
                  <a:lnTo>
                    <a:pt x="1676400" y="53938"/>
                  </a:lnTo>
                  <a:lnTo>
                    <a:pt x="1781175" y="56950"/>
                  </a:lnTo>
                  <a:lnTo>
                    <a:pt x="1885950" y="28116"/>
                  </a:lnTo>
                  <a:lnTo>
                    <a:pt x="1990725" y="29053"/>
                  </a:lnTo>
                  <a:lnTo>
                    <a:pt x="2095500" y="0"/>
                  </a:lnTo>
                  <a:lnTo>
                    <a:pt x="2200275" y="901"/>
                  </a:lnTo>
                  <a:lnTo>
                    <a:pt x="2305050" y="1001"/>
                  </a:lnTo>
                </a:path>
              </a:pathLst>
            </a:custGeom>
            <a:noFill/>
            <a:ln w="17145">
              <a:solidFill>
                <a:srgbClr val="000000"/>
              </a:solidFill>
              <a:prstDash val="solid"/>
            </a:ln>
          </p:spPr>
        </p:sp>
        <p:sp>
          <p:nvSpPr>
            <p:cNvPr id="135" name="b_local_event_marker_A">
              <a:extLst>
                <a:ext uri="{FF2B5EF4-FFF2-40B4-BE49-F238E27FC236}">
                  <ns2:creationId id="{79B30CA6-A812-4A01-A445-743B0FDA6329}"/>
                </a:ext>
              </a:extLst>
            </p:cNvPr>
            <p:cNvSpPr>
              <a:spLocks noGrp="1"/>
            </p:cNvSpPr>
            <p:nvPr/>
          </p:nvSpPr>
          <p:spPr>
            <a:xfrm rot="0">
              <a:off x="11106150" y="4720481"/>
              <a:ext cx="66675" cy="66675"/>
            </a:xfrm>
            <a:prstGeom prst="ellipse">
              <a:avLst/>
            </a:prstGeom>
            <a:solidFill>
              <a:srgbClr val="FFFFFF"/>
            </a:solidFill>
            <a:ln w="17145">
              <a:solidFill>
                <a:srgbClr val="000000"/>
              </a:solidFill>
              <a:prstDash val="solid"/>
            </a:ln>
          </p:spPr>
        </p:sp>
        <p:sp>
          <p:nvSpPr>
            <p:cNvPr id="136" name="b_local_track_label_A">
              <a:extLst>
                <a:ext uri="{FF2B5EF4-FFF2-40B4-BE49-F238E27FC236}">
                  <ns2:creationId id="{DDC18A3E-D0E1-44EB-9B7B-2A8C5432AA1B}"/>
                </a:ext>
              </a:extLst>
            </p:cNvPr>
            <p:cNvSpPr>
              <a:spLocks noGrp="1"/>
            </p:cNvSpPr>
            <p:nvPr/>
          </p:nvSpPr>
          <p:spPr>
            <a:xfrm rot="0">
              <a:off x="12549188" y="4438938"/>
              <a:ext cx="171450" cy="219075"/>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A</a:t>
              </a:r>
            </a:p>
          </p:txBody>
        </p:sp>
        <p:sp>
          <p:nvSpPr>
            <p:cNvPr id="137" name="b_local_start_label_A">
              <a:extLst>
                <a:ext uri="{FF2B5EF4-FFF2-40B4-BE49-F238E27FC236}">
                  <ns2:creationId id="{C175E2BD-34AF-498F-B391-BA56DDFAC109}"/>
                </a:ext>
              </a:extLst>
            </p:cNvPr>
            <p:cNvSpPr>
              <a:spLocks noGrp="1"/>
            </p:cNvSpPr>
            <p:nvPr/>
          </p:nvSpPr>
          <p:spPr>
            <a:xfrm rot="0">
              <a:off x="10034588" y="4941661"/>
              <a:ext cx="152400" cy="200025"/>
            </a:xfrm>
            <a:prstGeom prst="rect">
              <a:avLst/>
            </a:prstGeom>
            <a:noFill/>
            <a:ln w="0">
              <a:noFill/>
              <a:prstDash val="solid"/>
            </a:ln>
          </p:spPr>
          <p:txBody>
            <a:bodyPr wrap="none" lIns="0" tIns="0" rIns="0" bIns="0" anchor="t">
              <a:noAutofit/>
            </a:bodyPr>
            <a:lstStyle>
              <a:defPPr algn="l">
                <a:defRPr sz="1050" b="1">
                  <a:solidFill>
                    <a:srgbClr val="000000"/>
                  </a:solidFill>
                  <a:latin typeface="Arial"/>
                  <a:ea typeface="Arial"/>
                  <a:cs typeface="Arial"/>
                </a:defRPr>
              </a:defPPr>
              <a:lvl1pPr algn="l">
                <a:defRPr sz="1050" b="1">
                  <a:solidFill>
                    <a:srgbClr val="000000"/>
                  </a:solidFill>
                  <a:latin typeface="Arial"/>
                  <a:ea typeface="Arial"/>
                  <a:cs typeface="Arial"/>
                </a:defRPr>
              </a:lvl1pPr>
              <a:lvl2pPr algn="l">
                <a:defRPr sz="1050" b="1">
                  <a:solidFill>
                    <a:srgbClr val="000000"/>
                  </a:solidFill>
                  <a:latin typeface="Arial"/>
                  <a:ea typeface="Arial"/>
                  <a:cs typeface="Arial"/>
                </a:defRPr>
              </a:lvl2pPr>
              <a:lvl3pPr algn="l">
                <a:defRPr sz="1050" b="1">
                  <a:solidFill>
                    <a:srgbClr val="000000"/>
                  </a:solidFill>
                  <a:latin typeface="Arial"/>
                  <a:ea typeface="Arial"/>
                  <a:cs typeface="Arial"/>
                </a:defRPr>
              </a:lvl3pPr>
              <a:lvl4pPr algn="l">
                <a:defRPr sz="1050" b="1">
                  <a:solidFill>
                    <a:srgbClr val="000000"/>
                  </a:solidFill>
                  <a:latin typeface="Arial"/>
                  <a:ea typeface="Arial"/>
                  <a:cs typeface="Arial"/>
                </a:defRPr>
              </a:lvl4pPr>
              <a:lvl5pPr algn="l">
                <a:defRPr sz="1050" b="1">
                  <a:solidFill>
                    <a:srgbClr val="000000"/>
                  </a:solidFill>
                  <a:latin typeface="Arial"/>
                  <a:ea typeface="Arial"/>
                  <a:cs typeface="Arial"/>
                </a:defRPr>
              </a:lvl5pPr>
              <a:lvl6pPr algn="l">
                <a:defRPr sz="1050" b="1">
                  <a:solidFill>
                    <a:srgbClr val="000000"/>
                  </a:solidFill>
                  <a:latin typeface="Arial"/>
                  <a:ea typeface="Arial"/>
                  <a:cs typeface="Arial"/>
                </a:defRPr>
              </a:lvl6pPr>
              <a:lvl7pPr algn="l">
                <a:defRPr sz="1050" b="1">
                  <a:solidFill>
                    <a:srgbClr val="000000"/>
                  </a:solidFill>
                  <a:latin typeface="Arial"/>
                  <a:ea typeface="Arial"/>
                  <a:cs typeface="Arial"/>
                </a:defRPr>
              </a:lvl7pPr>
              <a:lvl8pPr algn="l">
                <a:defRPr sz="1050" b="1">
                  <a:solidFill>
                    <a:srgbClr val="000000"/>
                  </a:solidFill>
                  <a:latin typeface="Arial"/>
                  <a:ea typeface="Arial"/>
                  <a:cs typeface="Arial"/>
                </a:defRPr>
              </a:lvl8pPr>
              <a:lvl9pPr algn="l">
                <a:defRPr sz="1050" b="1">
                  <a:solidFill>
                    <a:srgbClr val="000000"/>
                  </a:solidFill>
                  <a:latin typeface="Arial"/>
                  <a:ea typeface="Arial"/>
                  <a:cs typeface="Arial"/>
                </a:defRPr>
              </a:lvl9pPr>
            </a:lstStyle>
            <a:p>
              <a:pPr algn="l">
                <a:defRPr sz="1050" b="1">
                  <a:solidFill>
                    <a:srgbClr val="000000"/>
                  </a:solidFill>
                  <a:latin typeface="Arial"/>
                  <a:ea typeface="Arial"/>
                  <a:cs typeface="Arial"/>
                </a:defRPr>
              </a:pPr>
              <a:r>
                <a:rPr sz="1050" b="1">
                  <a:solidFill>
                    <a:srgbClr val="000000"/>
                  </a:solidFill>
                  <a:latin typeface="Arial"/>
                  <a:ea typeface="Arial"/>
                  <a:cs typeface="Arial"/>
                </a:rPr>
                <a:t>A</a:t>
              </a:r>
            </a:p>
          </p:txBody>
        </p:sp>
        <p:sp>
          <p:nvSpPr>
            <p:cNvPr id="138" name="b_local_halo_B_0">
              <a:extLst>
                <a:ext uri="{FF2B5EF4-FFF2-40B4-BE49-F238E27FC236}">
                  <ns2:creationId id="{A147E743-2CF7-4A8D-9BA8-84BA04869B31}"/>
                </a:ext>
              </a:extLst>
            </p:cNvPr>
            <p:cNvSpPr>
              <a:spLocks noGrp="1"/>
            </p:cNvSpPr>
            <p:nvPr/>
          </p:nvSpPr>
          <p:spPr>
            <a:xfrm>
              <a:off x="10091738" y="4848638"/>
              <a:ext cx="1676400" cy="167223"/>
            </a:xfrm>
            <a:custGeom>
              <a:pathLst>
                <a:path w="1676400" h="167223">
                  <a:moveTo>
                    <a:pt x="0" y="31864"/>
                  </a:moveTo>
                  <a:lnTo>
                    <a:pt x="104775" y="31864"/>
                  </a:lnTo>
                  <a:lnTo>
                    <a:pt x="209550" y="31864"/>
                  </a:lnTo>
                  <a:lnTo>
                    <a:pt x="314325" y="31864"/>
                  </a:lnTo>
                  <a:lnTo>
                    <a:pt x="419100" y="13452"/>
                  </a:lnTo>
                  <a:lnTo>
                    <a:pt x="523875" y="8211"/>
                  </a:lnTo>
                  <a:lnTo>
                    <a:pt x="628650" y="0"/>
                  </a:lnTo>
                  <a:lnTo>
                    <a:pt x="733425" y="47170"/>
                  </a:lnTo>
                  <a:lnTo>
                    <a:pt x="838200" y="43773"/>
                  </a:lnTo>
                  <a:lnTo>
                    <a:pt x="942975" y="53518"/>
                  </a:lnTo>
                  <a:lnTo>
                    <a:pt x="1047750" y="53518"/>
                  </a:lnTo>
                  <a:lnTo>
                    <a:pt x="1152525" y="53518"/>
                  </a:lnTo>
                  <a:lnTo>
                    <a:pt x="1257300" y="63263"/>
                  </a:lnTo>
                  <a:lnTo>
                    <a:pt x="1362075" y="91420"/>
                  </a:lnTo>
                  <a:lnTo>
                    <a:pt x="1466850" y="101164"/>
                  </a:lnTo>
                  <a:lnTo>
                    <a:pt x="1571625" y="167223"/>
                  </a:lnTo>
                  <a:lnTo>
                    <a:pt x="1676400" y="167223"/>
                  </a:lnTo>
                </a:path>
              </a:pathLst>
            </a:custGeom>
            <a:noFill/>
            <a:ln w="40958">
              <a:solidFill>
                <a:srgbClr val="FFFFFF"/>
              </a:solidFill>
              <a:prstDash val="solid"/>
            </a:ln>
          </p:spPr>
        </p:sp>
        <p:sp>
          <p:nvSpPr>
            <p:cNvPr id="139" name="b_local_track_B_0">
              <a:extLst>
                <a:ext uri="{FF2B5EF4-FFF2-40B4-BE49-F238E27FC236}">
                  <ns2:creationId id="{8AE01F12-B742-4A02-86FC-8CD8A360D6B9}"/>
                </a:ext>
              </a:extLst>
            </p:cNvPr>
            <p:cNvSpPr>
              <a:spLocks noGrp="1"/>
            </p:cNvSpPr>
            <p:nvPr/>
          </p:nvSpPr>
          <p:spPr>
            <a:xfrm>
              <a:off x="10091738" y="4848638"/>
              <a:ext cx="1676400" cy="167223"/>
            </a:xfrm>
            <a:custGeom>
              <a:pathLst>
                <a:path w="1676400" h="167223">
                  <a:moveTo>
                    <a:pt x="0" y="31864"/>
                  </a:moveTo>
                  <a:lnTo>
                    <a:pt x="104775" y="31864"/>
                  </a:lnTo>
                  <a:lnTo>
                    <a:pt x="209550" y="31864"/>
                  </a:lnTo>
                  <a:lnTo>
                    <a:pt x="314325" y="31864"/>
                  </a:lnTo>
                  <a:lnTo>
                    <a:pt x="419100" y="13452"/>
                  </a:lnTo>
                  <a:lnTo>
                    <a:pt x="523875" y="8211"/>
                  </a:lnTo>
                  <a:lnTo>
                    <a:pt x="628650" y="0"/>
                  </a:lnTo>
                  <a:lnTo>
                    <a:pt x="733425" y="47170"/>
                  </a:lnTo>
                  <a:lnTo>
                    <a:pt x="838200" y="43773"/>
                  </a:lnTo>
                  <a:lnTo>
                    <a:pt x="942975" y="53518"/>
                  </a:lnTo>
                  <a:lnTo>
                    <a:pt x="1047750" y="53518"/>
                  </a:lnTo>
                  <a:lnTo>
                    <a:pt x="1152525" y="53518"/>
                  </a:lnTo>
                  <a:lnTo>
                    <a:pt x="1257300" y="63263"/>
                  </a:lnTo>
                  <a:lnTo>
                    <a:pt x="1362075" y="91420"/>
                  </a:lnTo>
                  <a:lnTo>
                    <a:pt x="1466850" y="101164"/>
                  </a:lnTo>
                  <a:lnTo>
                    <a:pt x="1571625" y="167223"/>
                  </a:lnTo>
                  <a:lnTo>
                    <a:pt x="1676400" y="167223"/>
                  </a:lnTo>
                </a:path>
              </a:pathLst>
            </a:custGeom>
            <a:noFill/>
            <a:ln w="17145">
              <a:solidFill>
                <a:srgbClr val="000000"/>
              </a:solidFill>
              <a:prstDash val="solid"/>
            </a:ln>
          </p:spPr>
        </p:sp>
        <p:sp>
          <p:nvSpPr>
            <p:cNvPr id="140" name="b_local_event_marker_B">
              <a:extLst>
                <a:ext uri="{FF2B5EF4-FFF2-40B4-BE49-F238E27FC236}">
                  <ns2:creationId id="{D6D5927D-0872-47EB-A93F-D7516005CCC6}"/>
                </a:ext>
              </a:extLst>
            </p:cNvPr>
            <p:cNvSpPr>
              <a:spLocks noGrp="1"/>
            </p:cNvSpPr>
            <p:nvPr/>
          </p:nvSpPr>
          <p:spPr>
            <a:xfrm rot="0">
              <a:off x="11106150" y="4868818"/>
              <a:ext cx="66675" cy="66675"/>
            </a:xfrm>
            <a:prstGeom prst="ellipse">
              <a:avLst/>
            </a:prstGeom>
            <a:solidFill>
              <a:srgbClr val="FFFFFF"/>
            </a:solidFill>
            <a:ln w="17145">
              <a:solidFill>
                <a:srgbClr val="000000"/>
              </a:solidFill>
              <a:prstDash val="solid"/>
            </a:ln>
          </p:spPr>
        </p:sp>
        <p:sp>
          <p:nvSpPr>
            <p:cNvPr id="141" name="b_local_track_label_B">
              <a:extLst>
                <a:ext uri="{FF2B5EF4-FFF2-40B4-BE49-F238E27FC236}">
                  <ns2:creationId id="{67C54238-7119-4B5F-BA13-436041B91E0C}"/>
                </a:ext>
              </a:extLst>
            </p:cNvPr>
            <p:cNvSpPr>
              <a:spLocks noGrp="1"/>
            </p:cNvSpPr>
            <p:nvPr/>
          </p:nvSpPr>
          <p:spPr>
            <a:xfrm rot="0">
              <a:off x="11815763" y="4911085"/>
              <a:ext cx="171450" cy="219075"/>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B</a:t>
              </a:r>
            </a:p>
          </p:txBody>
        </p:sp>
        <p:sp>
          <p:nvSpPr>
            <p:cNvPr id="142" name="b_local_start_label_B">
              <a:extLst>
                <a:ext uri="{FF2B5EF4-FFF2-40B4-BE49-F238E27FC236}">
                  <ns2:creationId id="{D2428B19-C7BB-413C-BDA5-2D719DD8098C}"/>
                </a:ext>
              </a:extLst>
            </p:cNvPr>
            <p:cNvSpPr>
              <a:spLocks noGrp="1"/>
            </p:cNvSpPr>
            <p:nvPr/>
          </p:nvSpPr>
          <p:spPr>
            <a:xfrm rot="0">
              <a:off x="9929813" y="4766201"/>
              <a:ext cx="152400" cy="200025"/>
            </a:xfrm>
            <a:prstGeom prst="rect">
              <a:avLst/>
            </a:prstGeom>
            <a:noFill/>
            <a:ln w="0">
              <a:noFill/>
              <a:prstDash val="solid"/>
            </a:ln>
          </p:spPr>
          <p:txBody>
            <a:bodyPr wrap="none" lIns="0" tIns="0" rIns="0" bIns="0" anchor="t">
              <a:noAutofit/>
            </a:bodyPr>
            <a:lstStyle>
              <a:defPPr algn="l">
                <a:defRPr sz="1050" b="1">
                  <a:solidFill>
                    <a:srgbClr val="000000"/>
                  </a:solidFill>
                  <a:latin typeface="Arial"/>
                  <a:ea typeface="Arial"/>
                  <a:cs typeface="Arial"/>
                </a:defRPr>
              </a:defPPr>
              <a:lvl1pPr algn="l">
                <a:defRPr sz="1050" b="1">
                  <a:solidFill>
                    <a:srgbClr val="000000"/>
                  </a:solidFill>
                  <a:latin typeface="Arial"/>
                  <a:ea typeface="Arial"/>
                  <a:cs typeface="Arial"/>
                </a:defRPr>
              </a:lvl1pPr>
              <a:lvl2pPr algn="l">
                <a:defRPr sz="1050" b="1">
                  <a:solidFill>
                    <a:srgbClr val="000000"/>
                  </a:solidFill>
                  <a:latin typeface="Arial"/>
                  <a:ea typeface="Arial"/>
                  <a:cs typeface="Arial"/>
                </a:defRPr>
              </a:lvl2pPr>
              <a:lvl3pPr algn="l">
                <a:defRPr sz="1050" b="1">
                  <a:solidFill>
                    <a:srgbClr val="000000"/>
                  </a:solidFill>
                  <a:latin typeface="Arial"/>
                  <a:ea typeface="Arial"/>
                  <a:cs typeface="Arial"/>
                </a:defRPr>
              </a:lvl3pPr>
              <a:lvl4pPr algn="l">
                <a:defRPr sz="1050" b="1">
                  <a:solidFill>
                    <a:srgbClr val="000000"/>
                  </a:solidFill>
                  <a:latin typeface="Arial"/>
                  <a:ea typeface="Arial"/>
                  <a:cs typeface="Arial"/>
                </a:defRPr>
              </a:lvl4pPr>
              <a:lvl5pPr algn="l">
                <a:defRPr sz="1050" b="1">
                  <a:solidFill>
                    <a:srgbClr val="000000"/>
                  </a:solidFill>
                  <a:latin typeface="Arial"/>
                  <a:ea typeface="Arial"/>
                  <a:cs typeface="Arial"/>
                </a:defRPr>
              </a:lvl5pPr>
              <a:lvl6pPr algn="l">
                <a:defRPr sz="1050" b="1">
                  <a:solidFill>
                    <a:srgbClr val="000000"/>
                  </a:solidFill>
                  <a:latin typeface="Arial"/>
                  <a:ea typeface="Arial"/>
                  <a:cs typeface="Arial"/>
                </a:defRPr>
              </a:lvl6pPr>
              <a:lvl7pPr algn="l">
                <a:defRPr sz="1050" b="1">
                  <a:solidFill>
                    <a:srgbClr val="000000"/>
                  </a:solidFill>
                  <a:latin typeface="Arial"/>
                  <a:ea typeface="Arial"/>
                  <a:cs typeface="Arial"/>
                </a:defRPr>
              </a:lvl7pPr>
              <a:lvl8pPr algn="l">
                <a:defRPr sz="1050" b="1">
                  <a:solidFill>
                    <a:srgbClr val="000000"/>
                  </a:solidFill>
                  <a:latin typeface="Arial"/>
                  <a:ea typeface="Arial"/>
                  <a:cs typeface="Arial"/>
                </a:defRPr>
              </a:lvl8pPr>
              <a:lvl9pPr algn="l">
                <a:defRPr sz="1050" b="1">
                  <a:solidFill>
                    <a:srgbClr val="000000"/>
                  </a:solidFill>
                  <a:latin typeface="Arial"/>
                  <a:ea typeface="Arial"/>
                  <a:cs typeface="Arial"/>
                </a:defRPr>
              </a:lvl9pPr>
            </a:lstStyle>
            <a:p>
              <a:pPr algn="l">
                <a:defRPr sz="1050" b="1">
                  <a:solidFill>
                    <a:srgbClr val="000000"/>
                  </a:solidFill>
                  <a:latin typeface="Arial"/>
                  <a:ea typeface="Arial"/>
                  <a:cs typeface="Arial"/>
                </a:defRPr>
              </a:pPr>
              <a:r>
                <a:rPr sz="1050" b="1">
                  <a:solidFill>
                    <a:srgbClr val="000000"/>
                  </a:solidFill>
                  <a:latin typeface="Arial"/>
                  <a:ea typeface="Arial"/>
                  <a:cs typeface="Arial"/>
                </a:rPr>
                <a:t>B</a:t>
              </a:r>
            </a:p>
          </p:txBody>
        </p:sp>
        <p:sp>
          <p:nvSpPr>
            <p:cNvPr id="143" name="b_local_halo_C_0">
              <a:extLst>
                <a:ext uri="{FF2B5EF4-FFF2-40B4-BE49-F238E27FC236}">
                  <ns2:creationId id="{B799D38C-64DE-4020-A9EA-0A4CDB2DFD20}"/>
                </a:ext>
              </a:extLst>
            </p:cNvPr>
            <p:cNvSpPr>
              <a:spLocks noGrp="1"/>
            </p:cNvSpPr>
            <p:nvPr/>
          </p:nvSpPr>
          <p:spPr>
            <a:xfrm>
              <a:off x="10615613" y="5285839"/>
              <a:ext cx="523875" cy="26658"/>
            </a:xfrm>
            <a:custGeom>
              <a:pathLst>
                <a:path w="523875" h="26658">
                  <a:moveTo>
                    <a:pt x="0" y="23698"/>
                  </a:moveTo>
                  <a:lnTo>
                    <a:pt x="104775" y="25377"/>
                  </a:lnTo>
                  <a:lnTo>
                    <a:pt x="209550" y="26658"/>
                  </a:lnTo>
                  <a:lnTo>
                    <a:pt x="314325" y="23974"/>
                  </a:lnTo>
                  <a:lnTo>
                    <a:pt x="419100" y="0"/>
                  </a:lnTo>
                  <a:lnTo>
                    <a:pt x="523875" y="8750"/>
                  </a:lnTo>
                </a:path>
              </a:pathLst>
            </a:custGeom>
            <a:noFill/>
            <a:ln w="40958">
              <a:solidFill>
                <a:srgbClr val="FFFFFF"/>
              </a:solidFill>
              <a:prstDash val="solid"/>
            </a:ln>
          </p:spPr>
        </p:sp>
        <p:sp>
          <p:nvSpPr>
            <p:cNvPr id="144" name="b_local_track_C_0">
              <a:extLst>
                <a:ext uri="{FF2B5EF4-FFF2-40B4-BE49-F238E27FC236}">
                  <ns2:creationId id="{F15D783F-2D19-46BA-8592-DCD8E728C4A4}"/>
                </a:ext>
              </a:extLst>
            </p:cNvPr>
            <p:cNvSpPr>
              <a:spLocks noGrp="1"/>
            </p:cNvSpPr>
            <p:nvPr/>
          </p:nvSpPr>
          <p:spPr>
            <a:xfrm>
              <a:off x="10615613" y="5285839"/>
              <a:ext cx="523875" cy="26658"/>
            </a:xfrm>
            <a:custGeom>
              <a:pathLst>
                <a:path w="523875" h="26658">
                  <a:moveTo>
                    <a:pt x="0" y="23698"/>
                  </a:moveTo>
                  <a:lnTo>
                    <a:pt x="104775" y="25377"/>
                  </a:lnTo>
                  <a:lnTo>
                    <a:pt x="209550" y="26658"/>
                  </a:lnTo>
                  <a:lnTo>
                    <a:pt x="314325" y="23974"/>
                  </a:lnTo>
                  <a:lnTo>
                    <a:pt x="419100" y="0"/>
                  </a:lnTo>
                  <a:lnTo>
                    <a:pt x="523875" y="8750"/>
                  </a:lnTo>
                </a:path>
              </a:pathLst>
            </a:custGeom>
            <a:noFill/>
            <a:ln w="17145">
              <a:solidFill>
                <a:srgbClr val="000000"/>
              </a:solidFill>
              <a:prstDash val="solid"/>
            </a:ln>
          </p:spPr>
        </p:sp>
        <p:sp>
          <p:nvSpPr>
            <p:cNvPr id="145" name="b_local_event_marker_C">
              <a:extLst>
                <a:ext uri="{FF2B5EF4-FFF2-40B4-BE49-F238E27FC236}">
                  <ns2:creationId id="{352E32F5-E97D-4316-919D-0AF956BF6467}"/>
                </a:ext>
              </a:extLst>
            </p:cNvPr>
            <p:cNvSpPr>
              <a:spLocks noGrp="1"/>
            </p:cNvSpPr>
            <p:nvPr/>
          </p:nvSpPr>
          <p:spPr>
            <a:xfrm rot="0">
              <a:off x="11106150" y="5261251"/>
              <a:ext cx="66675" cy="66675"/>
            </a:xfrm>
            <a:prstGeom prst="ellipse">
              <a:avLst/>
            </a:prstGeom>
            <a:solidFill>
              <a:srgbClr val="FFFFFF"/>
            </a:solidFill>
            <a:ln w="17145">
              <a:solidFill>
                <a:srgbClr val="000000"/>
              </a:solidFill>
              <a:prstDash val="solid"/>
            </a:ln>
          </p:spPr>
        </p:sp>
        <p:sp>
          <p:nvSpPr>
            <p:cNvPr id="146" name="b_local_track_label_C">
              <a:extLst>
                <a:ext uri="{FF2B5EF4-FFF2-40B4-BE49-F238E27FC236}">
                  <ns2:creationId id="{7B2CCD0D-5DE4-40D2-982E-74C8A06BF086}"/>
                </a:ext>
              </a:extLst>
            </p:cNvPr>
            <p:cNvSpPr>
              <a:spLocks noGrp="1"/>
            </p:cNvSpPr>
            <p:nvPr/>
          </p:nvSpPr>
          <p:spPr>
            <a:xfrm rot="0">
              <a:off x="11187113" y="5189814"/>
              <a:ext cx="171450" cy="219075"/>
            </a:xfrm>
            <a:prstGeom prst="rect">
              <a:avLst/>
            </a:prstGeom>
            <a:noFill/>
            <a:ln w="0">
              <a:noFill/>
              <a:prstDash val="solid"/>
            </a:ln>
          </p:spPr>
          <p:txBody>
            <a:bodyPr wrap="none" lIns="0" tIns="0" rIns="0" bIns="0" anchor="t">
              <a:noAutofit/>
            </a:bodyPr>
            <a:lstStyle>
              <a:defPPr algn="l">
                <a:defRPr sz="1275" b="1">
                  <a:solidFill>
                    <a:srgbClr val="000000"/>
                  </a:solidFill>
                  <a:latin typeface="Arial"/>
                  <a:ea typeface="Arial"/>
                  <a:cs typeface="Arial"/>
                </a:defRPr>
              </a:defPPr>
              <a:lvl1pPr algn="l">
                <a:defRPr sz="1275" b="1">
                  <a:solidFill>
                    <a:srgbClr val="000000"/>
                  </a:solidFill>
                  <a:latin typeface="Arial"/>
                  <a:ea typeface="Arial"/>
                  <a:cs typeface="Arial"/>
                </a:defRPr>
              </a:lvl1pPr>
              <a:lvl2pPr algn="l">
                <a:defRPr sz="1275" b="1">
                  <a:solidFill>
                    <a:srgbClr val="000000"/>
                  </a:solidFill>
                  <a:latin typeface="Arial"/>
                  <a:ea typeface="Arial"/>
                  <a:cs typeface="Arial"/>
                </a:defRPr>
              </a:lvl2pPr>
              <a:lvl3pPr algn="l">
                <a:defRPr sz="1275" b="1">
                  <a:solidFill>
                    <a:srgbClr val="000000"/>
                  </a:solidFill>
                  <a:latin typeface="Arial"/>
                  <a:ea typeface="Arial"/>
                  <a:cs typeface="Arial"/>
                </a:defRPr>
              </a:lvl3pPr>
              <a:lvl4pPr algn="l">
                <a:defRPr sz="1275" b="1">
                  <a:solidFill>
                    <a:srgbClr val="000000"/>
                  </a:solidFill>
                  <a:latin typeface="Arial"/>
                  <a:ea typeface="Arial"/>
                  <a:cs typeface="Arial"/>
                </a:defRPr>
              </a:lvl4pPr>
              <a:lvl5pPr algn="l">
                <a:defRPr sz="1275" b="1">
                  <a:solidFill>
                    <a:srgbClr val="000000"/>
                  </a:solidFill>
                  <a:latin typeface="Arial"/>
                  <a:ea typeface="Arial"/>
                  <a:cs typeface="Arial"/>
                </a:defRPr>
              </a:lvl5pPr>
              <a:lvl6pPr algn="l">
                <a:defRPr sz="1275" b="1">
                  <a:solidFill>
                    <a:srgbClr val="000000"/>
                  </a:solidFill>
                  <a:latin typeface="Arial"/>
                  <a:ea typeface="Arial"/>
                  <a:cs typeface="Arial"/>
                </a:defRPr>
              </a:lvl6pPr>
              <a:lvl7pPr algn="l">
                <a:defRPr sz="1275" b="1">
                  <a:solidFill>
                    <a:srgbClr val="000000"/>
                  </a:solidFill>
                  <a:latin typeface="Arial"/>
                  <a:ea typeface="Arial"/>
                  <a:cs typeface="Arial"/>
                </a:defRPr>
              </a:lvl7pPr>
              <a:lvl8pPr algn="l">
                <a:defRPr sz="1275" b="1">
                  <a:solidFill>
                    <a:srgbClr val="000000"/>
                  </a:solidFill>
                  <a:latin typeface="Arial"/>
                  <a:ea typeface="Arial"/>
                  <a:cs typeface="Arial"/>
                </a:defRPr>
              </a:lvl8pPr>
              <a:lvl9pPr algn="l">
                <a:defRPr sz="1275" b="1">
                  <a:solidFill>
                    <a:srgbClr val="000000"/>
                  </a:solidFill>
                  <a:latin typeface="Arial"/>
                  <a:ea typeface="Arial"/>
                  <a:cs typeface="Arial"/>
                </a:defRPr>
              </a:lvl9pPr>
            </a:lstStyle>
            <a:p>
              <a:pPr algn="l">
                <a:defRPr sz="1275" b="1">
                  <a:solidFill>
                    <a:srgbClr val="000000"/>
                  </a:solidFill>
                  <a:latin typeface="Arial"/>
                  <a:ea typeface="Arial"/>
                  <a:cs typeface="Arial"/>
                </a:defRPr>
              </a:pPr>
              <a:r>
                <a:rPr sz="1275" b="1">
                  <a:solidFill>
                    <a:srgbClr val="000000"/>
                  </a:solidFill>
                  <a:latin typeface="Arial"/>
                  <a:ea typeface="Arial"/>
                  <a:cs typeface="Arial"/>
                </a:rPr>
                <a:t>C</a:t>
              </a:r>
            </a:p>
          </p:txBody>
        </p:sp>
      </p:grpSp>
    </p:spTree>
    <p:extLst>
      <p:ext uri="{BB962C8B-B14F-4D97-AF65-F5344CB8AC3E}">
        <ns4:creationId val="823500159"/>
      </p:ext>
    </p:extLst>
  </p:cSld>
</p:sld>
</file>

<file path=ppt/slides/slide2.xml><?xml version="1.0" encoding="utf-8"?>
<p:sld xmlns:a="http://schemas.openxmlformats.org/drawingml/2006/main" xmlns:ns2="http://schemas.microsoft.com/office/drawing/2014/main"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1006" name="Manuscript Figure 2: TMTM and ST-MTM prior-work overview"/>
          <p:cNvGrpSpPr/>
          <p:nvPr/>
        </p:nvGrpSpPr>
        <p:grpSpPr>
          <a:xfrm>
            <a:off x="0" y="247650"/>
            <a:ext cx="12801600" cy="5600700"/>
            <a:chOff x="0" y="0"/>
            <a:chExt cx="9144000" cy="4000500"/>
          </a:xfrm>
        </p:grpSpPr>
        <p:sp>
          <p:nvSpPr>
            <p:cNvPr id="10000" name="Input and topology frame">
              <a:extLst>
                <a:ext uri="{FF2B5EF4-FFF2-40B4-BE49-F238E27FC236}">
                  <ns2:creationId id="{C7744F0C-4FD8-4778-A131-8158F785C874}"/>
                </a:ext>
              </a:extLst>
            </p:cNvPr>
            <p:cNvSpPr>
              <a:spLocks noGrp="1"/>
            </p:cNvSpPr>
            <p:nvPr/>
          </p:nvSpPr>
          <p:spPr>
            <a:xfrm>
              <a:off x="76200" y="76200"/>
              <a:ext cx="2076450" cy="3848100"/>
            </a:xfrm>
            <a:custGeom>
              <a:pathLst>
                <a:path w="2076450" h="3848100">
                  <a:moveTo>
                    <a:pt x="114300" y="0"/>
                  </a:moveTo>
                  <a:lnTo>
                    <a:pt x="1962150" y="0"/>
                  </a:lnTo>
                  <a:cubicBezTo>
                    <a:pt x="2025276" y="0"/>
                    <a:pt x="2076450" y="51174"/>
                    <a:pt x="2076450" y="114300"/>
                  </a:cubicBezTo>
                  <a:lnTo>
                    <a:pt x="2076450" y="3733800"/>
                  </a:lnTo>
                  <a:cubicBezTo>
                    <a:pt x="2076450" y="3796926"/>
                    <a:pt x="2025276" y="3848100"/>
                    <a:pt x="1962150" y="3848100"/>
                  </a:cubicBezTo>
                  <a:lnTo>
                    <a:pt x="114300" y="3848100"/>
                  </a:lnTo>
                  <a:cubicBezTo>
                    <a:pt x="51174" y="3848100"/>
                    <a:pt x="0" y="3796926"/>
                    <a:pt x="0" y="3733800"/>
                  </a:cubicBezTo>
                  <a:lnTo>
                    <a:pt x="0" y="114300"/>
                  </a:lnTo>
                  <a:cubicBezTo>
                    <a:pt x="0" y="51174"/>
                    <a:pt x="51174" y="0"/>
                    <a:pt x="114300" y="0"/>
                  </a:cubicBezTo>
                  <a:close/>
                </a:path>
              </a:pathLst>
            </a:custGeom>
            <a:solidFill>
              <a:srgbClr val="FFFFFF"/>
            </a:solidFill>
            <a:ln w="13335">
              <a:solidFill>
                <a:srgbClr val="DFE4E8"/>
              </a:solidFill>
              <a:prstDash val="solid"/>
            </a:ln>
          </p:spPr>
        </p:sp>
        <p:sp>
          <p:nvSpPr>
            <p:cNvPr id="10001" name="Input and topology header">
              <a:extLst>
                <a:ext uri="{FF2B5EF4-FFF2-40B4-BE49-F238E27FC236}">
                  <ns2:creationId id="{7537AB63-A5C5-4B77-8CE8-24FA66625BFD}"/>
                </a:ext>
              </a:extLst>
            </p:cNvPr>
            <p:cNvSpPr>
              <a:spLocks noGrp="1"/>
            </p:cNvSpPr>
            <p:nvPr/>
          </p:nvSpPr>
          <p:spPr>
            <a:xfrm>
              <a:off x="80963" y="80963"/>
              <a:ext cx="2066925" cy="319088"/>
            </a:xfrm>
            <a:custGeom>
              <a:pathLst>
                <a:path w="2066925" h="319088">
                  <a:moveTo>
                    <a:pt x="109538" y="0"/>
                  </a:moveTo>
                  <a:lnTo>
                    <a:pt x="1957388" y="0"/>
                  </a:lnTo>
                  <a:cubicBezTo>
                    <a:pt x="2017883" y="0"/>
                    <a:pt x="2066925" y="49042"/>
                    <a:pt x="2066925" y="109538"/>
                  </a:cubicBezTo>
                  <a:lnTo>
                    <a:pt x="2066925" y="319088"/>
                  </a:lnTo>
                  <a:lnTo>
                    <a:pt x="0" y="319088"/>
                  </a:lnTo>
                  <a:lnTo>
                    <a:pt x="0" y="109538"/>
                  </a:lnTo>
                  <a:cubicBezTo>
                    <a:pt x="0" y="49042"/>
                    <a:pt x="49042" y="0"/>
                    <a:pt x="109538" y="0"/>
                  </a:cubicBezTo>
                  <a:close/>
                </a:path>
              </a:pathLst>
            </a:custGeom>
            <a:solidFill>
              <a:srgbClr val="E7EDF0"/>
            </a:solidFill>
            <a:ln w="0">
              <a:noFill/>
              <a:prstDash val="solid"/>
            </a:ln>
          </p:spPr>
        </p:sp>
        <p:sp>
          <p:nvSpPr>
            <p:cNvPr id="10002" name="Input and topology title">
              <a:extLst>
                <a:ext uri="{FF2B5EF4-FFF2-40B4-BE49-F238E27FC236}">
                  <ns2:creationId id="{862E83A4-3B06-4980-BC93-0FC70EB1389D}"/>
                </a:ext>
              </a:extLst>
            </p:cNvPr>
            <p:cNvSpPr>
              <a:spLocks noGrp="1"/>
            </p:cNvSpPr>
            <p:nvPr/>
          </p:nvSpPr>
          <p:spPr>
            <a:xfrm>
              <a:off x="190500" y="133350"/>
              <a:ext cx="1847850" cy="228600"/>
            </a:xfrm>
            <a:prstGeom prst="rect">
              <a:avLst/>
            </a:prstGeom>
            <a:noFill/>
            <a:ln w="0">
              <a:noFill/>
            </a:ln>
          </p:spPr>
          <p:txBody>
            <a:bodyPr wrap="none" lIns="0" tIns="0" rIns="0" bIns="0" anchor="ctr"/>
            <a:lstStyle>
              <a:defPPr algn="l">
                <a:defRPr sz="1785" b="1">
                  <a:solidFill>
                    <a:srgbClr val="000000"/>
                  </a:solidFill>
                  <a:latin typeface="Arial"/>
                  <a:ea typeface="Arial"/>
                  <a:cs typeface="Arial"/>
                </a:defRPr>
              </a:defPPr>
              <a:lvl1pPr algn="l">
                <a:defRPr sz="1785" b="1">
                  <a:solidFill>
                    <a:srgbClr val="000000"/>
                  </a:solidFill>
                  <a:latin typeface="Arial"/>
                  <a:ea typeface="Arial"/>
                  <a:cs typeface="Arial"/>
                </a:defRPr>
              </a:lvl1pPr>
              <a:lvl2pPr algn="l">
                <a:defRPr sz="1785" b="1">
                  <a:solidFill>
                    <a:srgbClr val="000000"/>
                  </a:solidFill>
                  <a:latin typeface="Arial"/>
                  <a:ea typeface="Arial"/>
                  <a:cs typeface="Arial"/>
                </a:defRPr>
              </a:lvl2pPr>
              <a:lvl3pPr algn="l">
                <a:defRPr sz="1785" b="1">
                  <a:solidFill>
                    <a:srgbClr val="000000"/>
                  </a:solidFill>
                  <a:latin typeface="Arial"/>
                  <a:ea typeface="Arial"/>
                  <a:cs typeface="Arial"/>
                </a:defRPr>
              </a:lvl3pPr>
              <a:lvl4pPr algn="l">
                <a:defRPr sz="1785" b="1">
                  <a:solidFill>
                    <a:srgbClr val="000000"/>
                  </a:solidFill>
                  <a:latin typeface="Arial"/>
                  <a:ea typeface="Arial"/>
                  <a:cs typeface="Arial"/>
                </a:defRPr>
              </a:lvl4pPr>
              <a:lvl5pPr algn="l">
                <a:defRPr sz="1785" b="1">
                  <a:solidFill>
                    <a:srgbClr val="000000"/>
                  </a:solidFill>
                  <a:latin typeface="Arial"/>
                  <a:ea typeface="Arial"/>
                  <a:cs typeface="Arial"/>
                </a:defRPr>
              </a:lvl5pPr>
              <a:lvl6pPr algn="l">
                <a:defRPr sz="1785" b="1">
                  <a:solidFill>
                    <a:srgbClr val="000000"/>
                  </a:solidFill>
                  <a:latin typeface="Arial"/>
                  <a:ea typeface="Arial"/>
                  <a:cs typeface="Arial"/>
                </a:defRPr>
              </a:lvl6pPr>
              <a:lvl7pPr algn="l">
                <a:defRPr sz="1785" b="1">
                  <a:solidFill>
                    <a:srgbClr val="000000"/>
                  </a:solidFill>
                  <a:latin typeface="Arial"/>
                  <a:ea typeface="Arial"/>
                  <a:cs typeface="Arial"/>
                </a:defRPr>
              </a:lvl7pPr>
              <a:lvl8pPr algn="l">
                <a:defRPr sz="1785" b="1">
                  <a:solidFill>
                    <a:srgbClr val="000000"/>
                  </a:solidFill>
                  <a:latin typeface="Arial"/>
                  <a:ea typeface="Arial"/>
                  <a:cs typeface="Arial"/>
                </a:defRPr>
              </a:lvl8pPr>
              <a:lvl9pPr algn="l">
                <a:defRPr sz="1785" b="1">
                  <a:solidFill>
                    <a:srgbClr val="000000"/>
                  </a:solidFill>
                  <a:latin typeface="Arial"/>
                  <a:ea typeface="Arial"/>
                  <a:cs typeface="Arial"/>
                </a:defRPr>
              </a:lvl9pPr>
            </a:lstStyle>
            <a:p>
              <a:pPr algn="l">
                <a:defRPr sz="1785" b="1">
                  <a:solidFill>
                    <a:srgbClr val="000000"/>
                  </a:solidFill>
                  <a:latin typeface="Arial"/>
                  <a:ea typeface="Arial"/>
                  <a:cs typeface="Arial"/>
                </a:defRPr>
              </a:pPr>
              <a:r>
                <a:rPr sz="1785" b="1">
                  <a:solidFill>
                    <a:srgbClr val="000000"/>
                  </a:solidFill>
                  <a:latin typeface="Arial"/>
                  <a:ea typeface="Arial"/>
                  <a:cs typeface="Arial"/>
                </a:rPr>
                <a:t>Input and topology</a:t>
              </a:r>
            </a:p>
          </p:txBody>
        </p:sp>
        <p:sp>
          <p:nvSpPr>
            <p:cNvPr id="10003" name="Scalar field subtitle">
              <a:extLst>
                <a:ext uri="{FF2B5EF4-FFF2-40B4-BE49-F238E27FC236}">
                  <ns2:creationId id="{33180ECA-0E3B-4E5B-BC7B-98735BCE8BE5}"/>
                </a:ext>
              </a:extLst>
            </p:cNvPr>
            <p:cNvSpPr>
              <a:spLocks noGrp="1"/>
            </p:cNvSpPr>
            <p:nvPr/>
          </p:nvSpPr>
          <p:spPr>
            <a:xfrm>
              <a:off x="190500" y="466725"/>
              <a:ext cx="1847850" cy="333375"/>
            </a:xfrm>
            <a:prstGeom prst="rect">
              <a:avLst/>
            </a:prstGeom>
            <a:noFill/>
            <a:ln w="0">
              <a:noFill/>
            </a:ln>
          </p:spPr>
          <p:txBody>
            <a:bodyPr wrap="none" lIns="0" tIns="0" rIns="0" bIns="0" anchor="ctr"/>
            <a:lstStyle>
              <a:defPPr algn="ctr">
                <a:defRPr sz="1680" b="1">
                  <a:solidFill>
                    <a:srgbClr val="000000"/>
                  </a:solidFill>
                  <a:latin typeface="Arial"/>
                  <a:ea typeface="Arial"/>
                  <a:cs typeface="Arial"/>
                </a:defRPr>
              </a:defPPr>
              <a:lvl1pPr algn="ctr">
                <a:defRPr sz="1680" b="1">
                  <a:solidFill>
                    <a:srgbClr val="000000"/>
                  </a:solidFill>
                  <a:latin typeface="Arial"/>
                  <a:ea typeface="Arial"/>
                  <a:cs typeface="Arial"/>
                </a:defRPr>
              </a:lvl1pPr>
              <a:lvl2pPr algn="ctr">
                <a:defRPr sz="1680" b="1">
                  <a:solidFill>
                    <a:srgbClr val="000000"/>
                  </a:solidFill>
                  <a:latin typeface="Arial"/>
                  <a:ea typeface="Arial"/>
                  <a:cs typeface="Arial"/>
                </a:defRPr>
              </a:lvl2pPr>
              <a:lvl3pPr algn="ctr">
                <a:defRPr sz="1680" b="1">
                  <a:solidFill>
                    <a:srgbClr val="000000"/>
                  </a:solidFill>
                  <a:latin typeface="Arial"/>
                  <a:ea typeface="Arial"/>
                  <a:cs typeface="Arial"/>
                </a:defRPr>
              </a:lvl3pPr>
              <a:lvl4pPr algn="ctr">
                <a:defRPr sz="1680" b="1">
                  <a:solidFill>
                    <a:srgbClr val="000000"/>
                  </a:solidFill>
                  <a:latin typeface="Arial"/>
                  <a:ea typeface="Arial"/>
                  <a:cs typeface="Arial"/>
                </a:defRPr>
              </a:lvl4pPr>
              <a:lvl5pPr algn="ctr">
                <a:defRPr sz="1680" b="1">
                  <a:solidFill>
                    <a:srgbClr val="000000"/>
                  </a:solidFill>
                  <a:latin typeface="Arial"/>
                  <a:ea typeface="Arial"/>
                  <a:cs typeface="Arial"/>
                </a:defRPr>
              </a:lvl5pPr>
              <a:lvl6pPr algn="ctr">
                <a:defRPr sz="1680" b="1">
                  <a:solidFill>
                    <a:srgbClr val="000000"/>
                  </a:solidFill>
                  <a:latin typeface="Arial"/>
                  <a:ea typeface="Arial"/>
                  <a:cs typeface="Arial"/>
                </a:defRPr>
              </a:lvl6pPr>
              <a:lvl7pPr algn="ctr">
                <a:defRPr sz="1680" b="1">
                  <a:solidFill>
                    <a:srgbClr val="000000"/>
                  </a:solidFill>
                  <a:latin typeface="Arial"/>
                  <a:ea typeface="Arial"/>
                  <a:cs typeface="Arial"/>
                </a:defRPr>
              </a:lvl7pPr>
              <a:lvl8pPr algn="ctr">
                <a:defRPr sz="1680" b="1">
                  <a:solidFill>
                    <a:srgbClr val="000000"/>
                  </a:solidFill>
                  <a:latin typeface="Arial"/>
                  <a:ea typeface="Arial"/>
                  <a:cs typeface="Arial"/>
                </a:defRPr>
              </a:lvl8pPr>
              <a:lvl9pPr algn="ctr">
                <a:defRPr sz="1680" b="1">
                  <a:solidFill>
                    <a:srgbClr val="000000"/>
                  </a:solidFill>
                  <a:latin typeface="Arial"/>
                  <a:ea typeface="Arial"/>
                  <a:cs typeface="Arial"/>
                </a:defRPr>
              </a:lvl9pPr>
            </a:lstStyle>
            <a:p>
              <a:pPr algn="ctr">
                <a:defRPr sz="1680" b="1">
                  <a:solidFill>
                    <a:srgbClr val="000000"/>
                  </a:solidFill>
                  <a:latin typeface="Arial"/>
                  <a:ea typeface="Arial"/>
                  <a:cs typeface="Arial"/>
                </a:defRPr>
              </a:pPr>
              <a:r>
                <a:rPr sz="1680" b="1">
                  <a:solidFill>
                    <a:srgbClr val="000000"/>
                  </a:solidFill>
                  <a:latin typeface="Arial"/>
                  <a:ea typeface="Arial"/>
                  <a:cs typeface="Arial"/>
                </a:rPr>
                <a:t>Time-varying</a:t>
              </a:r>
            </a:p>
            <a:p>
              <a:pPr algn="ctr">
                <a:defRPr sz="1680" b="1">
                  <a:solidFill>
                    <a:srgbClr val="000000"/>
                  </a:solidFill>
                  <a:latin typeface="Arial"/>
                  <a:ea typeface="Arial"/>
                  <a:cs typeface="Arial"/>
                </a:defRPr>
              </a:pPr>
              <a:r>
                <a:rPr sz="1680" b="1">
                  <a:solidFill>
                    <a:srgbClr val="000000"/>
                  </a:solidFill>
                  <a:latin typeface="Arial"/>
                  <a:ea typeface="Arial"/>
                  <a:cs typeface="Arial"/>
                </a:rPr>
                <a:t>2D scalar field</a:t>
              </a:r>
            </a:p>
          </p:txBody>
        </p:sp>
        <p:sp>
          <p:nvSpPr>
            <p:cNvPr id="10004" name="Time axis upper">
              <a:extLst>
                <a:ext uri="{FF2B5EF4-FFF2-40B4-BE49-F238E27FC236}">
                  <ns2:creationId id="{A40B8F2A-27C1-4A8B-9C77-393CF0DD3E32}"/>
                </a:ext>
              </a:extLst>
            </p:cNvPr>
            <p:cNvSpPr>
              <a:spLocks noGrp="1"/>
            </p:cNvSpPr>
            <p:nvPr/>
          </p:nvSpPr>
          <p:spPr>
            <a:xfrm>
              <a:off x="457200" y="819150"/>
              <a:ext cx="95" cy="495300"/>
            </a:xfrm>
            <a:custGeom>
              <a:pathLst>
                <a:path w="95" h="628650">
                  <a:moveTo>
                    <a:pt x="0" y="0"/>
                  </a:moveTo>
                  <a:lnTo>
                    <a:pt x="0" y="628650"/>
                  </a:lnTo>
                </a:path>
              </a:pathLst>
            </a:custGeom>
            <a:noFill/>
            <a:ln w="20003">
              <a:solidFill>
                <a:srgbClr val="000000"/>
              </a:solidFill>
              <a:prstDash val="solid"/>
            </a:ln>
          </p:spPr>
        </p:sp>
        <p:sp>
          <p:nvSpPr>
            <p:cNvPr id="10005" name="Time axis label">
              <a:extLst>
                <a:ext uri="{FF2B5EF4-FFF2-40B4-BE49-F238E27FC236}">
                  <ns2:creationId id="{CB7D9A9F-5BE8-4A68-9F66-5CCD18591880}"/>
                </a:ext>
              </a:extLst>
            </p:cNvPr>
            <p:cNvSpPr>
              <a:spLocks noGrp="1"/>
            </p:cNvSpPr>
            <p:nvPr/>
          </p:nvSpPr>
          <p:spPr>
            <a:xfrm>
              <a:off x="266700" y="1343025"/>
              <a:ext cx="381000" cy="219075"/>
            </a:xfrm>
            <a:prstGeom prst="rect">
              <a:avLst/>
            </a:prstGeom>
            <a:noFill/>
            <a:ln w="0">
              <a:noFill/>
            </a:ln>
          </p:spPr>
          <p:txBody>
            <a:bodyPr wrap="none" lIns="0" tIns="0" rIns="0" bIns="0" anchor="ctr"/>
            <a:lstStyle>
              <a:defPPr algn="ctr">
                <a:defRPr sz="1680" b="0">
                  <a:solidFill>
                    <a:srgbClr val="000000"/>
                  </a:solidFill>
                  <a:latin typeface="Arial"/>
                  <a:ea typeface="Arial"/>
                  <a:cs typeface="Arial"/>
                </a:defRPr>
              </a:defPPr>
              <a:lvl1pPr algn="ctr">
                <a:defRPr sz="1680" b="0">
                  <a:solidFill>
                    <a:srgbClr val="000000"/>
                  </a:solidFill>
                  <a:latin typeface="Arial"/>
                  <a:ea typeface="Arial"/>
                  <a:cs typeface="Arial"/>
                </a:defRPr>
              </a:lvl1pPr>
              <a:lvl2pPr algn="ctr">
                <a:defRPr sz="1680" b="0">
                  <a:solidFill>
                    <a:srgbClr val="000000"/>
                  </a:solidFill>
                  <a:latin typeface="Arial"/>
                  <a:ea typeface="Arial"/>
                  <a:cs typeface="Arial"/>
                </a:defRPr>
              </a:lvl2pPr>
              <a:lvl3pPr algn="ctr">
                <a:defRPr sz="1680" b="0">
                  <a:solidFill>
                    <a:srgbClr val="000000"/>
                  </a:solidFill>
                  <a:latin typeface="Arial"/>
                  <a:ea typeface="Arial"/>
                  <a:cs typeface="Arial"/>
                </a:defRPr>
              </a:lvl3pPr>
              <a:lvl4pPr algn="ctr">
                <a:defRPr sz="1680" b="0">
                  <a:solidFill>
                    <a:srgbClr val="000000"/>
                  </a:solidFill>
                  <a:latin typeface="Arial"/>
                  <a:ea typeface="Arial"/>
                  <a:cs typeface="Arial"/>
                </a:defRPr>
              </a:lvl4pPr>
              <a:lvl5pPr algn="ctr">
                <a:defRPr sz="1680" b="0">
                  <a:solidFill>
                    <a:srgbClr val="000000"/>
                  </a:solidFill>
                  <a:latin typeface="Arial"/>
                  <a:ea typeface="Arial"/>
                  <a:cs typeface="Arial"/>
                </a:defRPr>
              </a:lvl5pPr>
              <a:lvl6pPr algn="ctr">
                <a:defRPr sz="1680" b="0">
                  <a:solidFill>
                    <a:srgbClr val="000000"/>
                  </a:solidFill>
                  <a:latin typeface="Arial"/>
                  <a:ea typeface="Arial"/>
                  <a:cs typeface="Arial"/>
                </a:defRPr>
              </a:lvl6pPr>
              <a:lvl7pPr algn="ctr">
                <a:defRPr sz="1680" b="0">
                  <a:solidFill>
                    <a:srgbClr val="000000"/>
                  </a:solidFill>
                  <a:latin typeface="Arial"/>
                  <a:ea typeface="Arial"/>
                  <a:cs typeface="Arial"/>
                </a:defRPr>
              </a:lvl7pPr>
              <a:lvl8pPr algn="ctr">
                <a:defRPr sz="1680" b="0">
                  <a:solidFill>
                    <a:srgbClr val="000000"/>
                  </a:solidFill>
                  <a:latin typeface="Arial"/>
                  <a:ea typeface="Arial"/>
                  <a:cs typeface="Arial"/>
                </a:defRPr>
              </a:lvl8pPr>
              <a:lvl9pPr algn="ctr">
                <a:defRPr sz="1680" b="0">
                  <a:solidFill>
                    <a:srgbClr val="000000"/>
                  </a:solidFill>
                  <a:latin typeface="Arial"/>
                  <a:ea typeface="Arial"/>
                  <a:cs typeface="Arial"/>
                </a:defRPr>
              </a:lvl9pPr>
            </a:lstStyle>
            <a:p>
              <a:pPr algn="ctr">
                <a:defRPr sz="1680" b="0">
                  <a:solidFill>
                    <a:srgbClr val="000000"/>
                  </a:solidFill>
                  <a:latin typeface="Arial"/>
                  <a:ea typeface="Arial"/>
                  <a:cs typeface="Arial"/>
                </a:defRPr>
              </a:pPr>
              <a:r>
                <a:rPr sz="1680" b="0">
                  <a:solidFill>
                    <a:srgbClr val="000000"/>
                  </a:solidFill>
                  <a:latin typeface="Arial"/>
                  <a:ea typeface="Arial"/>
                  <a:cs typeface="Arial"/>
                </a:rPr>
                <a:t>time</a:t>
              </a:r>
            </a:p>
          </p:txBody>
        </p:sp>
        <p:sp>
          <p:nvSpPr>
            <p:cNvPr id="10006" name="Time axis lower">
              <a:extLst>
                <a:ext uri="{FF2B5EF4-FFF2-40B4-BE49-F238E27FC236}">
                  <ns2:creationId id="{80F7C04E-CD56-465B-B582-E21789543620}"/>
                </a:ext>
              </a:extLst>
            </p:cNvPr>
            <p:cNvSpPr>
              <a:spLocks noGrp="1"/>
            </p:cNvSpPr>
            <p:nvPr/>
          </p:nvSpPr>
          <p:spPr>
            <a:xfrm>
              <a:off x="457200" y="1581150"/>
              <a:ext cx="95" cy="447675"/>
            </a:xfrm>
            <a:custGeom>
              <a:pathLst>
                <a:path w="95" h="647700">
                  <a:moveTo>
                    <a:pt x="0" y="0"/>
                  </a:moveTo>
                  <a:lnTo>
                    <a:pt x="0" y="647700"/>
                  </a:lnTo>
                </a:path>
              </a:pathLst>
            </a:custGeom>
            <a:noFill/>
            <a:ln w="20003">
              <a:solidFill>
                <a:srgbClr val="000000"/>
              </a:solidFill>
              <a:prstDash val="solid"/>
            </a:ln>
          </p:spPr>
        </p:sp>
        <p:sp>
          <p:nvSpPr>
            <p:cNvPr id="10007" name="Time axis arrow">
              <a:extLst>
                <a:ext uri="{FF2B5EF4-FFF2-40B4-BE49-F238E27FC236}">
                  <ns2:creationId id="{46000FB7-AD46-4365-B2CC-084B5F7BF633}"/>
                </a:ext>
              </a:extLst>
            </p:cNvPr>
            <p:cNvSpPr>
              <a:spLocks noGrp="1"/>
            </p:cNvSpPr>
            <p:nvPr/>
          </p:nvSpPr>
          <p:spPr>
            <a:xfrm>
              <a:off x="419100" y="2019300"/>
              <a:ext cx="76200" cy="76200"/>
            </a:xfrm>
            <a:custGeom>
              <a:pathLst>
                <a:path w="76200" h="76200">
                  <a:moveTo>
                    <a:pt x="0" y="0"/>
                  </a:moveTo>
                  <a:lnTo>
                    <a:pt x="76200" y="0"/>
                  </a:lnTo>
                  <a:lnTo>
                    <a:pt x="38100" y="76200"/>
                  </a:lnTo>
                  <a:close/>
                </a:path>
              </a:pathLst>
            </a:custGeom>
            <a:solidFill>
              <a:srgbClr val="000000"/>
            </a:solidFill>
            <a:ln w="0">
              <a:noFill/>
              <a:prstDash val="solid"/>
            </a:ln>
          </p:spPr>
        </p:sp>
        <p:sp>
          <p:nvSpPr>
            <p:cNvPr id="10008" name="Snapshot time 0">
              <a:extLst>
                <a:ext uri="{FF2B5EF4-FFF2-40B4-BE49-F238E27FC236}">
                  <ns2:creationId id="{C22B1D16-E9AE-4873-9C98-B24C23D44898}"/>
                </a:ext>
              </a:extLst>
            </p:cNvPr>
            <p:cNvSpPr>
              <a:spLocks noGrp="1"/>
            </p:cNvSpPr>
            <p:nvPr/>
          </p:nvSpPr>
          <p:spPr>
            <a:xfrm>
              <a:off x="733425" y="923925"/>
              <a:ext cx="266700" cy="190500"/>
            </a:xfrm>
            <a:prstGeom prst="rect">
              <a:avLst/>
            </a:prstGeom>
            <a:noFill/>
            <a:ln w="0">
              <a:noFill/>
            </a:ln>
          </p:spPr>
          <p:txBody>
            <a:bodyPr wrap="none" lIns="0" tIns="0" rIns="0" bIns="0" anchor="ctr"/>
            <a:lstStyle>
              <a:defPPr algn="l">
                <a:defRPr sz="1365" b="0">
                  <a:solidFill>
                    <a:srgbClr val="000000"/>
                  </a:solidFill>
                  <a:latin typeface="Arial"/>
                  <a:ea typeface="Arial"/>
                  <a:cs typeface="Arial"/>
                </a:defRPr>
              </a:defPPr>
              <a:lvl1pPr algn="l">
                <a:defRPr sz="1365" b="0">
                  <a:solidFill>
                    <a:srgbClr val="000000"/>
                  </a:solidFill>
                  <a:latin typeface="Arial"/>
                  <a:ea typeface="Arial"/>
                  <a:cs typeface="Arial"/>
                </a:defRPr>
              </a:lvl1pPr>
              <a:lvl2pPr algn="l">
                <a:defRPr sz="1365" b="0">
                  <a:solidFill>
                    <a:srgbClr val="000000"/>
                  </a:solidFill>
                  <a:latin typeface="Arial"/>
                  <a:ea typeface="Arial"/>
                  <a:cs typeface="Arial"/>
                </a:defRPr>
              </a:lvl2pPr>
              <a:lvl3pPr algn="l">
                <a:defRPr sz="1365" b="0">
                  <a:solidFill>
                    <a:srgbClr val="000000"/>
                  </a:solidFill>
                  <a:latin typeface="Arial"/>
                  <a:ea typeface="Arial"/>
                  <a:cs typeface="Arial"/>
                </a:defRPr>
              </a:lvl3pPr>
              <a:lvl4pPr algn="l">
                <a:defRPr sz="1365" b="0">
                  <a:solidFill>
                    <a:srgbClr val="000000"/>
                  </a:solidFill>
                  <a:latin typeface="Arial"/>
                  <a:ea typeface="Arial"/>
                  <a:cs typeface="Arial"/>
                </a:defRPr>
              </a:lvl4pPr>
              <a:lvl5pPr algn="l">
                <a:defRPr sz="1365" b="0">
                  <a:solidFill>
                    <a:srgbClr val="000000"/>
                  </a:solidFill>
                  <a:latin typeface="Arial"/>
                  <a:ea typeface="Arial"/>
                  <a:cs typeface="Arial"/>
                </a:defRPr>
              </a:lvl5pPr>
              <a:lvl6pPr algn="l">
                <a:defRPr sz="1365" b="0">
                  <a:solidFill>
                    <a:srgbClr val="000000"/>
                  </a:solidFill>
                  <a:latin typeface="Arial"/>
                  <a:ea typeface="Arial"/>
                  <a:cs typeface="Arial"/>
                </a:defRPr>
              </a:lvl6pPr>
              <a:lvl7pPr algn="l">
                <a:defRPr sz="1365" b="0">
                  <a:solidFill>
                    <a:srgbClr val="000000"/>
                  </a:solidFill>
                  <a:latin typeface="Arial"/>
                  <a:ea typeface="Arial"/>
                  <a:cs typeface="Arial"/>
                </a:defRPr>
              </a:lvl7pPr>
              <a:lvl8pPr algn="l">
                <a:defRPr sz="1365" b="0">
                  <a:solidFill>
                    <a:srgbClr val="000000"/>
                  </a:solidFill>
                  <a:latin typeface="Arial"/>
                  <a:ea typeface="Arial"/>
                  <a:cs typeface="Arial"/>
                </a:defRPr>
              </a:lvl8pPr>
              <a:lvl9pPr algn="l">
                <a:defRPr sz="1365" b="0">
                  <a:solidFill>
                    <a:srgbClr val="000000"/>
                  </a:solidFill>
                  <a:latin typeface="Arial"/>
                  <a:ea typeface="Arial"/>
                  <a:cs typeface="Arial"/>
                </a:defRPr>
              </a:lvl9pPr>
            </a:lstStyle>
            <a:p>
              <a:pPr algn="l">
                <a:defRPr sz="1365" b="0">
                  <a:solidFill>
                    <a:srgbClr val="000000"/>
                  </a:solidFill>
                  <a:latin typeface="Arial"/>
                  <a:ea typeface="Arial"/>
                  <a:cs typeface="Arial"/>
                </a:defRPr>
              </a:pPr>
              <a:r>
                <a:rPr sz="1365" b="0">
                  <a:solidFill>
                    <a:srgbClr val="000000"/>
                  </a:solidFill>
                  <a:latin typeface="Arial"/>
                  <a:ea typeface="Arial"/>
                  <a:cs typeface="Arial"/>
                </a:rPr>
                <a:t>t0</a:t>
              </a:r>
            </a:p>
          </p:txBody>
        </p:sp>
        <p:sp>
          <p:nvSpPr>
            <p:cNvPr id="10009" name="Snapshot time 1">
              <a:extLst>
                <a:ext uri="{FF2B5EF4-FFF2-40B4-BE49-F238E27FC236}">
                  <ns2:creationId id="{891DCD29-8D28-4F5F-881E-7914ED799823}"/>
                </a:ext>
              </a:extLst>
            </p:cNvPr>
            <p:cNvSpPr>
              <a:spLocks noGrp="1"/>
            </p:cNvSpPr>
            <p:nvPr/>
          </p:nvSpPr>
          <p:spPr>
            <a:xfrm>
              <a:off x="733425" y="1352550"/>
              <a:ext cx="266700" cy="190500"/>
            </a:xfrm>
            <a:prstGeom prst="rect">
              <a:avLst/>
            </a:prstGeom>
            <a:noFill/>
            <a:ln w="0">
              <a:noFill/>
            </a:ln>
          </p:spPr>
          <p:txBody>
            <a:bodyPr wrap="none" lIns="0" tIns="0" rIns="0" bIns="0" anchor="ctr"/>
            <a:lstStyle>
              <a:defPPr algn="l">
                <a:defRPr sz="1365" b="0">
                  <a:solidFill>
                    <a:srgbClr val="000000"/>
                  </a:solidFill>
                  <a:latin typeface="Arial"/>
                  <a:ea typeface="Arial"/>
                  <a:cs typeface="Arial"/>
                </a:defRPr>
              </a:defPPr>
              <a:lvl1pPr algn="l">
                <a:defRPr sz="1365" b="0">
                  <a:solidFill>
                    <a:srgbClr val="000000"/>
                  </a:solidFill>
                  <a:latin typeface="Arial"/>
                  <a:ea typeface="Arial"/>
                  <a:cs typeface="Arial"/>
                </a:defRPr>
              </a:lvl1pPr>
              <a:lvl2pPr algn="l">
                <a:defRPr sz="1365" b="0">
                  <a:solidFill>
                    <a:srgbClr val="000000"/>
                  </a:solidFill>
                  <a:latin typeface="Arial"/>
                  <a:ea typeface="Arial"/>
                  <a:cs typeface="Arial"/>
                </a:defRPr>
              </a:lvl2pPr>
              <a:lvl3pPr algn="l">
                <a:defRPr sz="1365" b="0">
                  <a:solidFill>
                    <a:srgbClr val="000000"/>
                  </a:solidFill>
                  <a:latin typeface="Arial"/>
                  <a:ea typeface="Arial"/>
                  <a:cs typeface="Arial"/>
                </a:defRPr>
              </a:lvl3pPr>
              <a:lvl4pPr algn="l">
                <a:defRPr sz="1365" b="0">
                  <a:solidFill>
                    <a:srgbClr val="000000"/>
                  </a:solidFill>
                  <a:latin typeface="Arial"/>
                  <a:ea typeface="Arial"/>
                  <a:cs typeface="Arial"/>
                </a:defRPr>
              </a:lvl4pPr>
              <a:lvl5pPr algn="l">
                <a:defRPr sz="1365" b="0">
                  <a:solidFill>
                    <a:srgbClr val="000000"/>
                  </a:solidFill>
                  <a:latin typeface="Arial"/>
                  <a:ea typeface="Arial"/>
                  <a:cs typeface="Arial"/>
                </a:defRPr>
              </a:lvl5pPr>
              <a:lvl6pPr algn="l">
                <a:defRPr sz="1365" b="0">
                  <a:solidFill>
                    <a:srgbClr val="000000"/>
                  </a:solidFill>
                  <a:latin typeface="Arial"/>
                  <a:ea typeface="Arial"/>
                  <a:cs typeface="Arial"/>
                </a:defRPr>
              </a:lvl6pPr>
              <a:lvl7pPr algn="l">
                <a:defRPr sz="1365" b="0">
                  <a:solidFill>
                    <a:srgbClr val="000000"/>
                  </a:solidFill>
                  <a:latin typeface="Arial"/>
                  <a:ea typeface="Arial"/>
                  <a:cs typeface="Arial"/>
                </a:defRPr>
              </a:lvl7pPr>
              <a:lvl8pPr algn="l">
                <a:defRPr sz="1365" b="0">
                  <a:solidFill>
                    <a:srgbClr val="000000"/>
                  </a:solidFill>
                  <a:latin typeface="Arial"/>
                  <a:ea typeface="Arial"/>
                  <a:cs typeface="Arial"/>
                </a:defRPr>
              </a:lvl8pPr>
              <a:lvl9pPr algn="l">
                <a:defRPr sz="1365" b="0">
                  <a:solidFill>
                    <a:srgbClr val="000000"/>
                  </a:solidFill>
                  <a:latin typeface="Arial"/>
                  <a:ea typeface="Arial"/>
                  <a:cs typeface="Arial"/>
                </a:defRPr>
              </a:lvl9pPr>
            </a:lstStyle>
            <a:p>
              <a:pPr algn="l">
                <a:defRPr sz="1365" b="0">
                  <a:solidFill>
                    <a:srgbClr val="000000"/>
                  </a:solidFill>
                  <a:latin typeface="Arial"/>
                  <a:ea typeface="Arial"/>
                  <a:cs typeface="Arial"/>
                </a:defRPr>
              </a:pPr>
              <a:r>
                <a:rPr sz="1365" b="0">
                  <a:solidFill>
                    <a:srgbClr val="000000"/>
                  </a:solidFill>
                  <a:latin typeface="Arial"/>
                  <a:ea typeface="Arial"/>
                  <a:cs typeface="Arial"/>
                </a:rPr>
                <a:t>t1</a:t>
              </a:r>
            </a:p>
          </p:txBody>
        </p:sp>
        <p:sp>
          <p:nvSpPr>
            <p:cNvPr id="10010" name="Snapshot time 2">
              <a:extLst>
                <a:ext uri="{FF2B5EF4-FFF2-40B4-BE49-F238E27FC236}">
                  <ns2:creationId id="{B5443CC0-01E4-479B-9DF2-94D10FD18564}"/>
                </a:ext>
              </a:extLst>
            </p:cNvPr>
            <p:cNvSpPr>
              <a:spLocks noGrp="1"/>
            </p:cNvSpPr>
            <p:nvPr/>
          </p:nvSpPr>
          <p:spPr>
            <a:xfrm>
              <a:off x="733425" y="1781175"/>
              <a:ext cx="266700" cy="190500"/>
            </a:xfrm>
            <a:prstGeom prst="rect">
              <a:avLst/>
            </a:prstGeom>
            <a:noFill/>
            <a:ln w="0">
              <a:noFill/>
            </a:ln>
          </p:spPr>
          <p:txBody>
            <a:bodyPr wrap="none" lIns="0" tIns="0" rIns="0" bIns="0" anchor="ctr"/>
            <a:lstStyle>
              <a:defPPr algn="l">
                <a:defRPr sz="1365" b="0">
                  <a:solidFill>
                    <a:srgbClr val="000000"/>
                  </a:solidFill>
                  <a:latin typeface="Arial"/>
                  <a:ea typeface="Arial"/>
                  <a:cs typeface="Arial"/>
                </a:defRPr>
              </a:defPPr>
              <a:lvl1pPr algn="l">
                <a:defRPr sz="1365" b="0">
                  <a:solidFill>
                    <a:srgbClr val="000000"/>
                  </a:solidFill>
                  <a:latin typeface="Arial"/>
                  <a:ea typeface="Arial"/>
                  <a:cs typeface="Arial"/>
                </a:defRPr>
              </a:lvl1pPr>
              <a:lvl2pPr algn="l">
                <a:defRPr sz="1365" b="0">
                  <a:solidFill>
                    <a:srgbClr val="000000"/>
                  </a:solidFill>
                  <a:latin typeface="Arial"/>
                  <a:ea typeface="Arial"/>
                  <a:cs typeface="Arial"/>
                </a:defRPr>
              </a:lvl2pPr>
              <a:lvl3pPr algn="l">
                <a:defRPr sz="1365" b="0">
                  <a:solidFill>
                    <a:srgbClr val="000000"/>
                  </a:solidFill>
                  <a:latin typeface="Arial"/>
                  <a:ea typeface="Arial"/>
                  <a:cs typeface="Arial"/>
                </a:defRPr>
              </a:lvl3pPr>
              <a:lvl4pPr algn="l">
                <a:defRPr sz="1365" b="0">
                  <a:solidFill>
                    <a:srgbClr val="000000"/>
                  </a:solidFill>
                  <a:latin typeface="Arial"/>
                  <a:ea typeface="Arial"/>
                  <a:cs typeface="Arial"/>
                </a:defRPr>
              </a:lvl4pPr>
              <a:lvl5pPr algn="l">
                <a:defRPr sz="1365" b="0">
                  <a:solidFill>
                    <a:srgbClr val="000000"/>
                  </a:solidFill>
                  <a:latin typeface="Arial"/>
                  <a:ea typeface="Arial"/>
                  <a:cs typeface="Arial"/>
                </a:defRPr>
              </a:lvl5pPr>
              <a:lvl6pPr algn="l">
                <a:defRPr sz="1365" b="0">
                  <a:solidFill>
                    <a:srgbClr val="000000"/>
                  </a:solidFill>
                  <a:latin typeface="Arial"/>
                  <a:ea typeface="Arial"/>
                  <a:cs typeface="Arial"/>
                </a:defRPr>
              </a:lvl6pPr>
              <a:lvl7pPr algn="l">
                <a:defRPr sz="1365" b="0">
                  <a:solidFill>
                    <a:srgbClr val="000000"/>
                  </a:solidFill>
                  <a:latin typeface="Arial"/>
                  <a:ea typeface="Arial"/>
                  <a:cs typeface="Arial"/>
                </a:defRPr>
              </a:lvl7pPr>
              <a:lvl8pPr algn="l">
                <a:defRPr sz="1365" b="0">
                  <a:solidFill>
                    <a:srgbClr val="000000"/>
                  </a:solidFill>
                  <a:latin typeface="Arial"/>
                  <a:ea typeface="Arial"/>
                  <a:cs typeface="Arial"/>
                </a:defRPr>
              </a:lvl8pPr>
              <a:lvl9pPr algn="l">
                <a:defRPr sz="1365" b="0">
                  <a:solidFill>
                    <a:srgbClr val="000000"/>
                  </a:solidFill>
                  <a:latin typeface="Arial"/>
                  <a:ea typeface="Arial"/>
                  <a:cs typeface="Arial"/>
                </a:defRPr>
              </a:lvl9pPr>
            </a:lstStyle>
            <a:p>
              <a:pPr algn="l">
                <a:defRPr sz="1365" b="0">
                  <a:solidFill>
                    <a:srgbClr val="000000"/>
                  </a:solidFill>
                  <a:latin typeface="Arial"/>
                  <a:ea typeface="Arial"/>
                  <a:cs typeface="Arial"/>
                </a:defRPr>
              </a:pPr>
              <a:r>
                <a:rPr sz="1365" b="0">
                  <a:solidFill>
                    <a:srgbClr val="000000"/>
                  </a:solidFill>
                  <a:latin typeface="Arial"/>
                  <a:ea typeface="Arial"/>
                  <a:cs typeface="Arial"/>
                </a:rPr>
                <a:t>t2</a:t>
              </a:r>
            </a:p>
          </p:txBody>
        </p:sp>
        <p:sp>
          <p:nvSpPr>
            <p:cNvPr id="10011" name="Augmented tree subtitle">
              <a:extLst>
                <a:ext uri="{FF2B5EF4-FFF2-40B4-BE49-F238E27FC236}">
                  <ns2:creationId id="{6584A661-0FED-44AF-B1F4-D54F69AC7DD2}"/>
                </a:ext>
              </a:extLst>
            </p:cNvPr>
            <p:cNvSpPr>
              <a:spLocks noGrp="1"/>
            </p:cNvSpPr>
            <p:nvPr/>
          </p:nvSpPr>
          <p:spPr>
            <a:xfrm>
              <a:off x="180975" y="2133600"/>
              <a:ext cx="1866900" cy="228600"/>
            </a:xfrm>
            <a:prstGeom prst="rect">
              <a:avLst/>
            </a:prstGeom>
            <a:noFill/>
            <a:ln w="0">
              <a:noFill/>
            </a:ln>
          </p:spPr>
          <p:txBody>
            <a:bodyPr wrap="none" lIns="0" tIns="0" rIns="0" bIns="0" anchor="ctr"/>
            <a:lstStyle>
              <a:defPPr algn="ctr">
                <a:defRPr sz="1680" b="1">
                  <a:solidFill>
                    <a:srgbClr val="000000"/>
                  </a:solidFill>
                  <a:latin typeface="Arial"/>
                  <a:ea typeface="Arial"/>
                  <a:cs typeface="Arial"/>
                </a:defRPr>
              </a:defPPr>
              <a:lvl1pPr algn="ctr">
                <a:defRPr sz="1680" b="1">
                  <a:solidFill>
                    <a:srgbClr val="000000"/>
                  </a:solidFill>
                  <a:latin typeface="Arial"/>
                  <a:ea typeface="Arial"/>
                  <a:cs typeface="Arial"/>
                </a:defRPr>
              </a:lvl1pPr>
              <a:lvl2pPr algn="ctr">
                <a:defRPr sz="1680" b="1">
                  <a:solidFill>
                    <a:srgbClr val="000000"/>
                  </a:solidFill>
                  <a:latin typeface="Arial"/>
                  <a:ea typeface="Arial"/>
                  <a:cs typeface="Arial"/>
                </a:defRPr>
              </a:lvl2pPr>
              <a:lvl3pPr algn="ctr">
                <a:defRPr sz="1680" b="1">
                  <a:solidFill>
                    <a:srgbClr val="000000"/>
                  </a:solidFill>
                  <a:latin typeface="Arial"/>
                  <a:ea typeface="Arial"/>
                  <a:cs typeface="Arial"/>
                </a:defRPr>
              </a:lvl3pPr>
              <a:lvl4pPr algn="ctr">
                <a:defRPr sz="1680" b="1">
                  <a:solidFill>
                    <a:srgbClr val="000000"/>
                  </a:solidFill>
                  <a:latin typeface="Arial"/>
                  <a:ea typeface="Arial"/>
                  <a:cs typeface="Arial"/>
                </a:defRPr>
              </a:lvl4pPr>
              <a:lvl5pPr algn="ctr">
                <a:defRPr sz="1680" b="1">
                  <a:solidFill>
                    <a:srgbClr val="000000"/>
                  </a:solidFill>
                  <a:latin typeface="Arial"/>
                  <a:ea typeface="Arial"/>
                  <a:cs typeface="Arial"/>
                </a:defRPr>
              </a:lvl5pPr>
              <a:lvl6pPr algn="ctr">
                <a:defRPr sz="1680" b="1">
                  <a:solidFill>
                    <a:srgbClr val="000000"/>
                  </a:solidFill>
                  <a:latin typeface="Arial"/>
                  <a:ea typeface="Arial"/>
                  <a:cs typeface="Arial"/>
                </a:defRPr>
              </a:lvl6pPr>
              <a:lvl7pPr algn="ctr">
                <a:defRPr sz="1680" b="1">
                  <a:solidFill>
                    <a:srgbClr val="000000"/>
                  </a:solidFill>
                  <a:latin typeface="Arial"/>
                  <a:ea typeface="Arial"/>
                  <a:cs typeface="Arial"/>
                </a:defRPr>
              </a:lvl7pPr>
              <a:lvl8pPr algn="ctr">
                <a:defRPr sz="1680" b="1">
                  <a:solidFill>
                    <a:srgbClr val="000000"/>
                  </a:solidFill>
                  <a:latin typeface="Arial"/>
                  <a:ea typeface="Arial"/>
                  <a:cs typeface="Arial"/>
                </a:defRPr>
              </a:lvl8pPr>
              <a:lvl9pPr algn="ctr">
                <a:defRPr sz="1680" b="1">
                  <a:solidFill>
                    <a:srgbClr val="000000"/>
                  </a:solidFill>
                  <a:latin typeface="Arial"/>
                  <a:ea typeface="Arial"/>
                  <a:cs typeface="Arial"/>
                </a:defRPr>
              </a:lvl9pPr>
            </a:lstStyle>
            <a:p>
              <a:pPr algn="ctr">
                <a:defRPr sz="1680" b="1">
                  <a:solidFill>
                    <a:srgbClr val="000000"/>
                  </a:solidFill>
                  <a:latin typeface="Arial"/>
                  <a:ea typeface="Arial"/>
                  <a:cs typeface="Arial"/>
                </a:defRPr>
              </a:pPr>
              <a:r>
                <a:rPr sz="1680" b="1">
                  <a:solidFill>
                    <a:srgbClr val="000000"/>
                  </a:solidFill>
                  <a:latin typeface="Arial"/>
                  <a:ea typeface="Arial"/>
                  <a:cs typeface="Arial"/>
                </a:rPr>
                <a:t>Augmented merge tree</a:t>
              </a:r>
            </a:p>
          </p:txBody>
        </p:sp>
        <p:sp>
          <p:nvSpPr>
            <p:cNvPr id="10012" name="TMTM frame">
              <a:extLst>
                <a:ext uri="{FF2B5EF4-FFF2-40B4-BE49-F238E27FC236}">
                  <ns2:creationId id="{7F0C8DCC-86CB-4FB6-A305-AB7089AE8FE7}"/>
                </a:ext>
              </a:extLst>
            </p:cNvPr>
            <p:cNvSpPr>
              <a:spLocks noGrp="1"/>
            </p:cNvSpPr>
            <p:nvPr/>
          </p:nvSpPr>
          <p:spPr>
            <a:xfrm>
              <a:off x="2438400" y="76200"/>
              <a:ext cx="6629400" cy="1809750"/>
            </a:xfrm>
            <a:custGeom>
              <a:pathLst>
                <a:path w="6629400" h="1809750">
                  <a:moveTo>
                    <a:pt x="114300" y="0"/>
                  </a:moveTo>
                  <a:lnTo>
                    <a:pt x="6515100" y="0"/>
                  </a:lnTo>
                  <a:cubicBezTo>
                    <a:pt x="6578226" y="0"/>
                    <a:pt x="6629400" y="51174"/>
                    <a:pt x="6629400" y="114300"/>
                  </a:cubicBezTo>
                  <a:lnTo>
                    <a:pt x="6629400" y="1695450"/>
                  </a:lnTo>
                  <a:cubicBezTo>
                    <a:pt x="6629400" y="1758576"/>
                    <a:pt x="6578226" y="1809750"/>
                    <a:pt x="6515100" y="1809750"/>
                  </a:cubicBezTo>
                  <a:lnTo>
                    <a:pt x="114300" y="1809750"/>
                  </a:lnTo>
                  <a:cubicBezTo>
                    <a:pt x="51174" y="1809750"/>
                    <a:pt x="0" y="1758576"/>
                    <a:pt x="0" y="1695450"/>
                  </a:cubicBezTo>
                  <a:lnTo>
                    <a:pt x="0" y="114300"/>
                  </a:lnTo>
                  <a:cubicBezTo>
                    <a:pt x="0" y="51174"/>
                    <a:pt x="51174" y="0"/>
                    <a:pt x="114300" y="0"/>
                  </a:cubicBezTo>
                  <a:close/>
                </a:path>
              </a:pathLst>
            </a:custGeom>
            <a:solidFill>
              <a:srgbClr val="FFFFFF"/>
            </a:solidFill>
            <a:ln w="13335">
              <a:solidFill>
                <a:srgbClr val="DFE4E8"/>
              </a:solidFill>
              <a:prstDash val="solid"/>
            </a:ln>
          </p:spPr>
        </p:sp>
        <p:sp>
          <p:nvSpPr>
            <p:cNvPr id="10013" name="TMTM header">
              <a:extLst>
                <a:ext uri="{FF2B5EF4-FFF2-40B4-BE49-F238E27FC236}">
                  <ns2:creationId id="{577E0C17-BE52-4529-9DCD-935D34E372C3}"/>
                </a:ext>
              </a:extLst>
            </p:cNvPr>
            <p:cNvSpPr>
              <a:spLocks noGrp="1"/>
            </p:cNvSpPr>
            <p:nvPr/>
          </p:nvSpPr>
          <p:spPr>
            <a:xfrm>
              <a:off x="2443163" y="80963"/>
              <a:ext cx="6619875" cy="300038"/>
            </a:xfrm>
            <a:custGeom>
              <a:pathLst>
                <a:path w="6619875" h="300038">
                  <a:moveTo>
                    <a:pt x="109538" y="0"/>
                  </a:moveTo>
                  <a:lnTo>
                    <a:pt x="6510338" y="0"/>
                  </a:lnTo>
                  <a:cubicBezTo>
                    <a:pt x="6570833" y="0"/>
                    <a:pt x="6619875" y="49042"/>
                    <a:pt x="6619875" y="109538"/>
                  </a:cubicBezTo>
                  <a:lnTo>
                    <a:pt x="6619875" y="300038"/>
                  </a:lnTo>
                  <a:lnTo>
                    <a:pt x="0" y="300038"/>
                  </a:lnTo>
                  <a:lnTo>
                    <a:pt x="0" y="109538"/>
                  </a:lnTo>
                  <a:cubicBezTo>
                    <a:pt x="0" y="49042"/>
                    <a:pt x="49042" y="0"/>
                    <a:pt x="109538" y="0"/>
                  </a:cubicBezTo>
                  <a:close/>
                </a:path>
              </a:pathLst>
            </a:custGeom>
            <a:solidFill>
              <a:srgbClr val="E7EDF0"/>
            </a:solidFill>
            <a:ln w="0">
              <a:noFill/>
              <a:prstDash val="solid"/>
            </a:ln>
          </p:spPr>
        </p:sp>
        <p:sp>
          <p:nvSpPr>
            <p:cNvPr id="10014" name="TMTM title">
              <a:extLst>
                <a:ext uri="{FF2B5EF4-FFF2-40B4-BE49-F238E27FC236}">
                  <ns2:creationId id="{693F3D01-F75A-4B6F-917C-B0FE477BC685}"/>
                </a:ext>
              </a:extLst>
            </p:cNvPr>
            <p:cNvSpPr>
              <a:spLocks noGrp="1"/>
            </p:cNvSpPr>
            <p:nvPr/>
          </p:nvSpPr>
          <p:spPr>
            <a:xfrm>
              <a:off x="2571750" y="123825"/>
              <a:ext cx="6362700" cy="238125"/>
            </a:xfrm>
            <a:prstGeom prst="rect">
              <a:avLst/>
            </a:prstGeom>
            <a:noFill/>
            <a:ln w="0">
              <a:noFill/>
            </a:ln>
          </p:spPr>
          <p:txBody>
            <a:bodyPr wrap="none" lIns="0" tIns="0" rIns="0" bIns="0" anchor="ctr"/>
            <a:lstStyle>
              <a:defPPr algn="l">
                <a:defRPr sz="2100" b="1">
                  <a:solidFill>
                    <a:srgbClr val="000000"/>
                  </a:solidFill>
                  <a:latin typeface="Arial"/>
                  <a:ea typeface="Arial"/>
                  <a:cs typeface="Arial"/>
                </a:defRPr>
              </a:defPPr>
              <a:lvl1pPr algn="l">
                <a:defRPr sz="2100" b="1">
                  <a:solidFill>
                    <a:srgbClr val="000000"/>
                  </a:solidFill>
                  <a:latin typeface="Arial"/>
                  <a:ea typeface="Arial"/>
                  <a:cs typeface="Arial"/>
                </a:defRPr>
              </a:lvl1pPr>
              <a:lvl2pPr algn="l">
                <a:defRPr sz="2100" b="1">
                  <a:solidFill>
                    <a:srgbClr val="000000"/>
                  </a:solidFill>
                  <a:latin typeface="Arial"/>
                  <a:ea typeface="Arial"/>
                  <a:cs typeface="Arial"/>
                </a:defRPr>
              </a:lvl2pPr>
              <a:lvl3pPr algn="l">
                <a:defRPr sz="2100" b="1">
                  <a:solidFill>
                    <a:srgbClr val="000000"/>
                  </a:solidFill>
                  <a:latin typeface="Arial"/>
                  <a:ea typeface="Arial"/>
                  <a:cs typeface="Arial"/>
                </a:defRPr>
              </a:lvl3pPr>
              <a:lvl4pPr algn="l">
                <a:defRPr sz="2100" b="1">
                  <a:solidFill>
                    <a:srgbClr val="000000"/>
                  </a:solidFill>
                  <a:latin typeface="Arial"/>
                  <a:ea typeface="Arial"/>
                  <a:cs typeface="Arial"/>
                </a:defRPr>
              </a:lvl4pPr>
              <a:lvl5pPr algn="l">
                <a:defRPr sz="2100" b="1">
                  <a:solidFill>
                    <a:srgbClr val="000000"/>
                  </a:solidFill>
                  <a:latin typeface="Arial"/>
                  <a:ea typeface="Arial"/>
                  <a:cs typeface="Arial"/>
                </a:defRPr>
              </a:lvl5pPr>
              <a:lvl6pPr algn="l">
                <a:defRPr sz="2100" b="1">
                  <a:solidFill>
                    <a:srgbClr val="000000"/>
                  </a:solidFill>
                  <a:latin typeface="Arial"/>
                  <a:ea typeface="Arial"/>
                  <a:cs typeface="Arial"/>
                </a:defRPr>
              </a:lvl6pPr>
              <a:lvl7pPr algn="l">
                <a:defRPr sz="2100" b="1">
                  <a:solidFill>
                    <a:srgbClr val="000000"/>
                  </a:solidFill>
                  <a:latin typeface="Arial"/>
                  <a:ea typeface="Arial"/>
                  <a:cs typeface="Arial"/>
                </a:defRPr>
              </a:lvl7pPr>
              <a:lvl8pPr algn="l">
                <a:defRPr sz="2100" b="1">
                  <a:solidFill>
                    <a:srgbClr val="000000"/>
                  </a:solidFill>
                  <a:latin typeface="Arial"/>
                  <a:ea typeface="Arial"/>
                  <a:cs typeface="Arial"/>
                </a:defRPr>
              </a:lvl8pPr>
              <a:lvl9pPr algn="l">
                <a:defRPr sz="2100" b="1">
                  <a:solidFill>
                    <a:srgbClr val="000000"/>
                  </a:solidFill>
                  <a:latin typeface="Arial"/>
                  <a:ea typeface="Arial"/>
                  <a:cs typeface="Arial"/>
                </a:defRPr>
              </a:lvl9pPr>
            </a:lstStyle>
            <a:p>
              <a:pPr algn="l">
                <a:defRPr sz="2100" b="1">
                  <a:solidFill>
                    <a:srgbClr val="000000"/>
                  </a:solidFill>
                  <a:latin typeface="Arial"/>
                  <a:ea typeface="Arial"/>
                  <a:cs typeface="Arial"/>
                </a:defRPr>
              </a:pPr>
              <a:r>
                <a:rPr sz="2100" b="1">
                  <a:solidFill>
                    <a:srgbClr val="000000"/>
                  </a:solidFill>
                  <a:latin typeface="Arial"/>
                  <a:ea typeface="Arial"/>
                  <a:cs typeface="Arial"/>
                </a:rPr>
                <a:t>(a) TMTM</a:t>
              </a:r>
            </a:p>
          </p:txBody>
        </p:sp>
        <p:sp>
          <p:nvSpPr>
            <p:cNvPr id="10015" name="ST-MTM frame">
              <a:extLst>
                <a:ext uri="{FF2B5EF4-FFF2-40B4-BE49-F238E27FC236}">
                  <ns2:creationId id="{8C4E1A91-2C6B-4538-BA97-DD859A7965FF}"/>
                </a:ext>
              </a:extLst>
            </p:cNvPr>
            <p:cNvSpPr>
              <a:spLocks noGrp="1"/>
            </p:cNvSpPr>
            <p:nvPr/>
          </p:nvSpPr>
          <p:spPr>
            <a:xfrm>
              <a:off x="2438400" y="2000250"/>
              <a:ext cx="6629400" cy="1924050"/>
            </a:xfrm>
            <a:custGeom>
              <a:pathLst>
                <a:path w="6629400" h="1924050">
                  <a:moveTo>
                    <a:pt x="114300" y="0"/>
                  </a:moveTo>
                  <a:lnTo>
                    <a:pt x="6515100" y="0"/>
                  </a:lnTo>
                  <a:cubicBezTo>
                    <a:pt x="6578226" y="0"/>
                    <a:pt x="6629400" y="51174"/>
                    <a:pt x="6629400" y="114300"/>
                  </a:cubicBezTo>
                  <a:lnTo>
                    <a:pt x="6629400" y="1809750"/>
                  </a:lnTo>
                  <a:cubicBezTo>
                    <a:pt x="6629400" y="1872876"/>
                    <a:pt x="6578226" y="1924050"/>
                    <a:pt x="6515100" y="1924050"/>
                  </a:cubicBezTo>
                  <a:lnTo>
                    <a:pt x="114300" y="1924050"/>
                  </a:lnTo>
                  <a:cubicBezTo>
                    <a:pt x="51174" y="1924050"/>
                    <a:pt x="0" y="1872876"/>
                    <a:pt x="0" y="1809750"/>
                  </a:cubicBezTo>
                  <a:lnTo>
                    <a:pt x="0" y="114300"/>
                  </a:lnTo>
                  <a:cubicBezTo>
                    <a:pt x="0" y="51174"/>
                    <a:pt x="51174" y="0"/>
                    <a:pt x="114300" y="0"/>
                  </a:cubicBezTo>
                  <a:close/>
                </a:path>
              </a:pathLst>
            </a:custGeom>
            <a:solidFill>
              <a:srgbClr val="FFFFFF"/>
            </a:solidFill>
            <a:ln w="13335">
              <a:solidFill>
                <a:srgbClr val="DFE4E8"/>
              </a:solidFill>
              <a:prstDash val="solid"/>
            </a:ln>
          </p:spPr>
        </p:sp>
        <p:sp>
          <p:nvSpPr>
            <p:cNvPr id="10016" name="ST-MTM header">
              <a:extLst>
                <a:ext uri="{FF2B5EF4-FFF2-40B4-BE49-F238E27FC236}">
                  <ns2:creationId id="{27898425-1CDB-4E70-9805-22A5E888F93E}"/>
                </a:ext>
              </a:extLst>
            </p:cNvPr>
            <p:cNvSpPr>
              <a:spLocks noGrp="1"/>
            </p:cNvSpPr>
            <p:nvPr/>
          </p:nvSpPr>
          <p:spPr>
            <a:xfrm>
              <a:off x="2443163" y="2005013"/>
              <a:ext cx="6619875" cy="300038"/>
            </a:xfrm>
            <a:custGeom>
              <a:pathLst>
                <a:path w="6619875" h="300038">
                  <a:moveTo>
                    <a:pt x="109538" y="0"/>
                  </a:moveTo>
                  <a:lnTo>
                    <a:pt x="6510338" y="0"/>
                  </a:lnTo>
                  <a:cubicBezTo>
                    <a:pt x="6570833" y="0"/>
                    <a:pt x="6619875" y="49042"/>
                    <a:pt x="6619875" y="109538"/>
                  </a:cubicBezTo>
                  <a:lnTo>
                    <a:pt x="6619875" y="300038"/>
                  </a:lnTo>
                  <a:lnTo>
                    <a:pt x="0" y="300038"/>
                  </a:lnTo>
                  <a:lnTo>
                    <a:pt x="0" y="109538"/>
                  </a:lnTo>
                  <a:cubicBezTo>
                    <a:pt x="0" y="49042"/>
                    <a:pt x="49042" y="0"/>
                    <a:pt x="109538" y="0"/>
                  </a:cubicBezTo>
                  <a:close/>
                </a:path>
              </a:pathLst>
            </a:custGeom>
            <a:solidFill>
              <a:srgbClr val="E7EDF0"/>
            </a:solidFill>
            <a:ln w="0">
              <a:noFill/>
              <a:prstDash val="solid"/>
            </a:ln>
          </p:spPr>
        </p:sp>
        <p:sp>
          <p:nvSpPr>
            <p:cNvPr id="10017" name="ST-MTM title">
              <a:extLst>
                <a:ext uri="{FF2B5EF4-FFF2-40B4-BE49-F238E27FC236}">
                  <ns2:creationId id="{9BC084DD-0346-4BC4-9AA8-96304B8A82C8}"/>
                </a:ext>
              </a:extLst>
            </p:cNvPr>
            <p:cNvSpPr>
              <a:spLocks noGrp="1"/>
            </p:cNvSpPr>
            <p:nvPr/>
          </p:nvSpPr>
          <p:spPr>
            <a:xfrm>
              <a:off x="2571750" y="2047875"/>
              <a:ext cx="6362700" cy="238125"/>
            </a:xfrm>
            <a:prstGeom prst="rect">
              <a:avLst/>
            </a:prstGeom>
            <a:noFill/>
            <a:ln w="0">
              <a:noFill/>
            </a:ln>
          </p:spPr>
          <p:txBody>
            <a:bodyPr wrap="none" lIns="0" tIns="0" rIns="0" bIns="0" anchor="ctr"/>
            <a:lstStyle>
              <a:defPPr algn="l">
                <a:defRPr sz="2100" b="1">
                  <a:solidFill>
                    <a:srgbClr val="000000"/>
                  </a:solidFill>
                  <a:latin typeface="Arial"/>
                  <a:ea typeface="Arial"/>
                  <a:cs typeface="Arial"/>
                </a:defRPr>
              </a:defPPr>
              <a:lvl1pPr algn="l">
                <a:defRPr sz="2100" b="1">
                  <a:solidFill>
                    <a:srgbClr val="000000"/>
                  </a:solidFill>
                  <a:latin typeface="Arial"/>
                  <a:ea typeface="Arial"/>
                  <a:cs typeface="Arial"/>
                </a:defRPr>
              </a:lvl1pPr>
              <a:lvl2pPr algn="l">
                <a:defRPr sz="2100" b="1">
                  <a:solidFill>
                    <a:srgbClr val="000000"/>
                  </a:solidFill>
                  <a:latin typeface="Arial"/>
                  <a:ea typeface="Arial"/>
                  <a:cs typeface="Arial"/>
                </a:defRPr>
              </a:lvl2pPr>
              <a:lvl3pPr algn="l">
                <a:defRPr sz="2100" b="1">
                  <a:solidFill>
                    <a:srgbClr val="000000"/>
                  </a:solidFill>
                  <a:latin typeface="Arial"/>
                  <a:ea typeface="Arial"/>
                  <a:cs typeface="Arial"/>
                </a:defRPr>
              </a:lvl3pPr>
              <a:lvl4pPr algn="l">
                <a:defRPr sz="2100" b="1">
                  <a:solidFill>
                    <a:srgbClr val="000000"/>
                  </a:solidFill>
                  <a:latin typeface="Arial"/>
                  <a:ea typeface="Arial"/>
                  <a:cs typeface="Arial"/>
                </a:defRPr>
              </a:lvl4pPr>
              <a:lvl5pPr algn="l">
                <a:defRPr sz="2100" b="1">
                  <a:solidFill>
                    <a:srgbClr val="000000"/>
                  </a:solidFill>
                  <a:latin typeface="Arial"/>
                  <a:ea typeface="Arial"/>
                  <a:cs typeface="Arial"/>
                </a:defRPr>
              </a:lvl5pPr>
              <a:lvl6pPr algn="l">
                <a:defRPr sz="2100" b="1">
                  <a:solidFill>
                    <a:srgbClr val="000000"/>
                  </a:solidFill>
                  <a:latin typeface="Arial"/>
                  <a:ea typeface="Arial"/>
                  <a:cs typeface="Arial"/>
                </a:defRPr>
              </a:lvl6pPr>
              <a:lvl7pPr algn="l">
                <a:defRPr sz="2100" b="1">
                  <a:solidFill>
                    <a:srgbClr val="000000"/>
                  </a:solidFill>
                  <a:latin typeface="Arial"/>
                  <a:ea typeface="Arial"/>
                  <a:cs typeface="Arial"/>
                </a:defRPr>
              </a:lvl7pPr>
              <a:lvl8pPr algn="l">
                <a:defRPr sz="2100" b="1">
                  <a:solidFill>
                    <a:srgbClr val="000000"/>
                  </a:solidFill>
                  <a:latin typeface="Arial"/>
                  <a:ea typeface="Arial"/>
                  <a:cs typeface="Arial"/>
                </a:defRPr>
              </a:lvl8pPr>
              <a:lvl9pPr algn="l">
                <a:defRPr sz="2100" b="1">
                  <a:solidFill>
                    <a:srgbClr val="000000"/>
                  </a:solidFill>
                  <a:latin typeface="Arial"/>
                  <a:ea typeface="Arial"/>
                  <a:cs typeface="Arial"/>
                </a:defRPr>
              </a:lvl9pPr>
            </a:lstStyle>
            <a:p>
              <a:pPr algn="l">
                <a:defRPr sz="2100" b="1">
                  <a:solidFill>
                    <a:srgbClr val="000000"/>
                  </a:solidFill>
                  <a:latin typeface="Arial"/>
                  <a:ea typeface="Arial"/>
                  <a:cs typeface="Arial"/>
                </a:defRPr>
              </a:pPr>
              <a:r>
                <a:rPr sz="2100" b="1">
                  <a:solidFill>
                    <a:srgbClr val="000000"/>
                  </a:solidFill>
                  <a:latin typeface="Arial"/>
                  <a:ea typeface="Arial"/>
                  <a:cs typeface="Arial"/>
                </a:rPr>
                <a:t>(b) ST-MTM</a:t>
              </a:r>
            </a:p>
          </p:txBody>
        </p:sp>
        <p:sp>
          <p:nvSpPr>
            <p:cNvPr id="10018" name="Single-step linearization frame">
              <a:extLst>
                <a:ext uri="{FF2B5EF4-FFF2-40B4-BE49-F238E27FC236}">
                  <ns2:creationId id="{0B4BD75F-8DEB-406B-ABB4-D3D0FA1D288A}"/>
                </a:ext>
              </a:extLst>
            </p:cNvPr>
            <p:cNvSpPr>
              <a:spLocks noGrp="1"/>
            </p:cNvSpPr>
            <p:nvPr/>
          </p:nvSpPr>
          <p:spPr>
            <a:xfrm>
              <a:off x="2533650" y="457200"/>
              <a:ext cx="2952750" cy="1352550"/>
            </a:xfrm>
            <a:custGeom>
              <a:pathLst>
                <a:path w="2952750" h="1352550">
                  <a:moveTo>
                    <a:pt x="114300" y="0"/>
                  </a:moveTo>
                  <a:lnTo>
                    <a:pt x="2838450" y="0"/>
                  </a:lnTo>
                  <a:cubicBezTo>
                    <a:pt x="2901576" y="0"/>
                    <a:pt x="2952750" y="51174"/>
                    <a:pt x="2952750" y="114300"/>
                  </a:cubicBezTo>
                  <a:lnTo>
                    <a:pt x="2952750" y="1238250"/>
                  </a:lnTo>
                  <a:cubicBezTo>
                    <a:pt x="2952750" y="1301376"/>
                    <a:pt x="2901576" y="1352550"/>
                    <a:pt x="2838450" y="1352550"/>
                  </a:cubicBezTo>
                  <a:lnTo>
                    <a:pt x="114300" y="1352550"/>
                  </a:lnTo>
                  <a:cubicBezTo>
                    <a:pt x="51174" y="1352550"/>
                    <a:pt x="0" y="1301376"/>
                    <a:pt x="0" y="1238250"/>
                  </a:cubicBezTo>
                  <a:lnTo>
                    <a:pt x="0" y="114300"/>
                  </a:lnTo>
                  <a:cubicBezTo>
                    <a:pt x="0" y="51174"/>
                    <a:pt x="51174" y="0"/>
                    <a:pt x="114300" y="0"/>
                  </a:cubicBezTo>
                  <a:close/>
                </a:path>
              </a:pathLst>
            </a:custGeom>
            <a:solidFill>
              <a:srgbClr val="F7F9FA"/>
            </a:solidFill>
            <a:ln w="12002">
              <a:solidFill>
                <a:srgbClr val="DFE4E8"/>
              </a:solidFill>
              <a:prstDash val="solid"/>
            </a:ln>
          </p:spPr>
        </p:sp>
        <p:sp>
          <p:nvSpPr>
            <p:cNvPr id="10019" name="Single-step linearization title">
              <a:extLst>
                <a:ext uri="{FF2B5EF4-FFF2-40B4-BE49-F238E27FC236}">
                  <ns2:creationId id="{9BD3F39B-3496-4F0D-891C-0E20809B618A}"/>
                </a:ext>
              </a:extLst>
            </p:cNvPr>
            <p:cNvSpPr>
              <a:spLocks noGrp="1"/>
            </p:cNvSpPr>
            <p:nvPr/>
          </p:nvSpPr>
          <p:spPr>
            <a:xfrm>
              <a:off x="2600325" y="514350"/>
              <a:ext cx="2819400" cy="257175"/>
            </a:xfrm>
            <a:prstGeom prst="rect">
              <a:avLst/>
            </a:prstGeom>
            <a:noFill/>
            <a:ln w="0">
              <a:noFill/>
            </a:ln>
          </p:spPr>
          <p:txBody>
            <a:bodyPr wrap="none" lIns="0" tIns="0" rIns="0" bIns="0" anchor="ctr"/>
            <a:lstStyle>
              <a:defPPr algn="ctr">
                <a:defRPr sz="1680" b="1">
                  <a:solidFill>
                    <a:srgbClr val="000000"/>
                  </a:solidFill>
                  <a:latin typeface="Arial"/>
                  <a:ea typeface="Arial"/>
                  <a:cs typeface="Arial"/>
                </a:defRPr>
              </a:defPPr>
              <a:lvl1pPr algn="ctr">
                <a:defRPr sz="1680" b="1">
                  <a:solidFill>
                    <a:srgbClr val="000000"/>
                  </a:solidFill>
                  <a:latin typeface="Arial"/>
                  <a:ea typeface="Arial"/>
                  <a:cs typeface="Arial"/>
                </a:defRPr>
              </a:lvl1pPr>
              <a:lvl2pPr algn="ctr">
                <a:defRPr sz="1680" b="1">
                  <a:solidFill>
                    <a:srgbClr val="000000"/>
                  </a:solidFill>
                  <a:latin typeface="Arial"/>
                  <a:ea typeface="Arial"/>
                  <a:cs typeface="Arial"/>
                </a:defRPr>
              </a:lvl2pPr>
              <a:lvl3pPr algn="ctr">
                <a:defRPr sz="1680" b="1">
                  <a:solidFill>
                    <a:srgbClr val="000000"/>
                  </a:solidFill>
                  <a:latin typeface="Arial"/>
                  <a:ea typeface="Arial"/>
                  <a:cs typeface="Arial"/>
                </a:defRPr>
              </a:lvl3pPr>
              <a:lvl4pPr algn="ctr">
                <a:defRPr sz="1680" b="1">
                  <a:solidFill>
                    <a:srgbClr val="000000"/>
                  </a:solidFill>
                  <a:latin typeface="Arial"/>
                  <a:ea typeface="Arial"/>
                  <a:cs typeface="Arial"/>
                </a:defRPr>
              </a:lvl4pPr>
              <a:lvl5pPr algn="ctr">
                <a:defRPr sz="1680" b="1">
                  <a:solidFill>
                    <a:srgbClr val="000000"/>
                  </a:solidFill>
                  <a:latin typeface="Arial"/>
                  <a:ea typeface="Arial"/>
                  <a:cs typeface="Arial"/>
                </a:defRPr>
              </a:lvl5pPr>
              <a:lvl6pPr algn="ctr">
                <a:defRPr sz="1680" b="1">
                  <a:solidFill>
                    <a:srgbClr val="000000"/>
                  </a:solidFill>
                  <a:latin typeface="Arial"/>
                  <a:ea typeface="Arial"/>
                  <a:cs typeface="Arial"/>
                </a:defRPr>
              </a:lvl6pPr>
              <a:lvl7pPr algn="ctr">
                <a:defRPr sz="1680" b="1">
                  <a:solidFill>
                    <a:srgbClr val="000000"/>
                  </a:solidFill>
                  <a:latin typeface="Arial"/>
                  <a:ea typeface="Arial"/>
                  <a:cs typeface="Arial"/>
                </a:defRPr>
              </a:lvl7pPr>
              <a:lvl8pPr algn="ctr">
                <a:defRPr sz="1680" b="1">
                  <a:solidFill>
                    <a:srgbClr val="000000"/>
                  </a:solidFill>
                  <a:latin typeface="Arial"/>
                  <a:ea typeface="Arial"/>
                  <a:cs typeface="Arial"/>
                </a:defRPr>
              </a:lvl8pPr>
              <a:lvl9pPr algn="ctr">
                <a:defRPr sz="1680" b="1">
                  <a:solidFill>
                    <a:srgbClr val="000000"/>
                  </a:solidFill>
                  <a:latin typeface="Arial"/>
                  <a:ea typeface="Arial"/>
                  <a:cs typeface="Arial"/>
                </a:defRPr>
              </a:lvl9pPr>
            </a:lstStyle>
            <a:p>
              <a:pPr algn="ctr">
                <a:defRPr sz="1680" b="1">
                  <a:solidFill>
                    <a:srgbClr val="000000"/>
                  </a:solidFill>
                  <a:latin typeface="Arial"/>
                  <a:ea typeface="Arial"/>
                  <a:cs typeface="Arial"/>
                </a:defRPr>
              </a:pPr>
              <a:r>
                <a:rPr sz="1680" b="1">
                  <a:solidFill>
                    <a:srgbClr val="000000"/>
                  </a:solidFill>
                  <a:latin typeface="Arial"/>
                  <a:ea typeface="Arial"/>
                  <a:cs typeface="Arial"/>
                </a:rPr>
                <a:t>Single-step linearization</a:t>
              </a:r>
            </a:p>
          </p:txBody>
        </p:sp>
        <p:sp>
          <p:nvSpPr>
            <p:cNvPr id="10020" name="Temporal alignment frame">
              <a:extLst>
                <a:ext uri="{FF2B5EF4-FFF2-40B4-BE49-F238E27FC236}">
                  <ns2:creationId id="{27672AFD-68D6-4B73-832D-8399E37F2A28}"/>
                </a:ext>
              </a:extLst>
            </p:cNvPr>
            <p:cNvSpPr>
              <a:spLocks noGrp="1"/>
            </p:cNvSpPr>
            <p:nvPr/>
          </p:nvSpPr>
          <p:spPr>
            <a:xfrm>
              <a:off x="5657850" y="457200"/>
              <a:ext cx="3314700" cy="1352550"/>
            </a:xfrm>
            <a:custGeom>
              <a:pathLst>
                <a:path w="3314700" h="1352550">
                  <a:moveTo>
                    <a:pt x="114300" y="0"/>
                  </a:moveTo>
                  <a:lnTo>
                    <a:pt x="3200400" y="0"/>
                  </a:lnTo>
                  <a:cubicBezTo>
                    <a:pt x="3263526" y="0"/>
                    <a:pt x="3314700" y="51174"/>
                    <a:pt x="3314700" y="114300"/>
                  </a:cubicBezTo>
                  <a:lnTo>
                    <a:pt x="3314700" y="1238250"/>
                  </a:lnTo>
                  <a:cubicBezTo>
                    <a:pt x="3314700" y="1301376"/>
                    <a:pt x="3263526" y="1352550"/>
                    <a:pt x="3200400" y="1352550"/>
                  </a:cubicBezTo>
                  <a:lnTo>
                    <a:pt x="114300" y="1352550"/>
                  </a:lnTo>
                  <a:cubicBezTo>
                    <a:pt x="51174" y="1352550"/>
                    <a:pt x="0" y="1301376"/>
                    <a:pt x="0" y="1238250"/>
                  </a:cubicBezTo>
                  <a:lnTo>
                    <a:pt x="0" y="114300"/>
                  </a:lnTo>
                  <a:cubicBezTo>
                    <a:pt x="0" y="51174"/>
                    <a:pt x="51174" y="0"/>
                    <a:pt x="114300" y="0"/>
                  </a:cubicBezTo>
                  <a:close/>
                </a:path>
              </a:pathLst>
            </a:custGeom>
            <a:solidFill>
              <a:srgbClr val="F7F9FA"/>
            </a:solidFill>
            <a:ln w="12002">
              <a:solidFill>
                <a:srgbClr val="DFE4E8"/>
              </a:solidFill>
              <a:prstDash val="solid"/>
            </a:ln>
          </p:spPr>
        </p:sp>
        <p:sp>
          <p:nvSpPr>
            <p:cNvPr id="10021" name="Temporal alignment title">
              <a:extLst>
                <a:ext uri="{FF2B5EF4-FFF2-40B4-BE49-F238E27FC236}">
                  <ns2:creationId id="{74F0B590-D52D-4C0B-A41F-92D0BEEEF5BE}"/>
                </a:ext>
              </a:extLst>
            </p:cNvPr>
            <p:cNvSpPr>
              <a:spLocks noGrp="1"/>
            </p:cNvSpPr>
            <p:nvPr/>
          </p:nvSpPr>
          <p:spPr>
            <a:xfrm>
              <a:off x="5724525" y="514350"/>
              <a:ext cx="3181350" cy="257175"/>
            </a:xfrm>
            <a:prstGeom prst="rect">
              <a:avLst/>
            </a:prstGeom>
            <a:noFill/>
            <a:ln w="0">
              <a:noFill/>
            </a:ln>
          </p:spPr>
          <p:txBody>
            <a:bodyPr wrap="none" lIns="0" tIns="0" rIns="0" bIns="0" anchor="ctr"/>
            <a:lstStyle>
              <a:defPPr algn="ctr">
                <a:defRPr sz="1680" b="1">
                  <a:solidFill>
                    <a:srgbClr val="000000"/>
                  </a:solidFill>
                  <a:latin typeface="Arial"/>
                  <a:ea typeface="Arial"/>
                  <a:cs typeface="Arial"/>
                </a:defRPr>
              </a:defPPr>
              <a:lvl1pPr algn="ctr">
                <a:defRPr sz="1680" b="1">
                  <a:solidFill>
                    <a:srgbClr val="000000"/>
                  </a:solidFill>
                  <a:latin typeface="Arial"/>
                  <a:ea typeface="Arial"/>
                  <a:cs typeface="Arial"/>
                </a:defRPr>
              </a:lvl1pPr>
              <a:lvl2pPr algn="ctr">
                <a:defRPr sz="1680" b="1">
                  <a:solidFill>
                    <a:srgbClr val="000000"/>
                  </a:solidFill>
                  <a:latin typeface="Arial"/>
                  <a:ea typeface="Arial"/>
                  <a:cs typeface="Arial"/>
                </a:defRPr>
              </a:lvl2pPr>
              <a:lvl3pPr algn="ctr">
                <a:defRPr sz="1680" b="1">
                  <a:solidFill>
                    <a:srgbClr val="000000"/>
                  </a:solidFill>
                  <a:latin typeface="Arial"/>
                  <a:ea typeface="Arial"/>
                  <a:cs typeface="Arial"/>
                </a:defRPr>
              </a:lvl3pPr>
              <a:lvl4pPr algn="ctr">
                <a:defRPr sz="1680" b="1">
                  <a:solidFill>
                    <a:srgbClr val="000000"/>
                  </a:solidFill>
                  <a:latin typeface="Arial"/>
                  <a:ea typeface="Arial"/>
                  <a:cs typeface="Arial"/>
                </a:defRPr>
              </a:lvl4pPr>
              <a:lvl5pPr algn="ctr">
                <a:defRPr sz="1680" b="1">
                  <a:solidFill>
                    <a:srgbClr val="000000"/>
                  </a:solidFill>
                  <a:latin typeface="Arial"/>
                  <a:ea typeface="Arial"/>
                  <a:cs typeface="Arial"/>
                </a:defRPr>
              </a:lvl5pPr>
              <a:lvl6pPr algn="ctr">
                <a:defRPr sz="1680" b="1">
                  <a:solidFill>
                    <a:srgbClr val="000000"/>
                  </a:solidFill>
                  <a:latin typeface="Arial"/>
                  <a:ea typeface="Arial"/>
                  <a:cs typeface="Arial"/>
                </a:defRPr>
              </a:lvl6pPr>
              <a:lvl7pPr algn="ctr">
                <a:defRPr sz="1680" b="1">
                  <a:solidFill>
                    <a:srgbClr val="000000"/>
                  </a:solidFill>
                  <a:latin typeface="Arial"/>
                  <a:ea typeface="Arial"/>
                  <a:cs typeface="Arial"/>
                </a:defRPr>
              </a:lvl7pPr>
              <a:lvl8pPr algn="ctr">
                <a:defRPr sz="1680" b="1">
                  <a:solidFill>
                    <a:srgbClr val="000000"/>
                  </a:solidFill>
                  <a:latin typeface="Arial"/>
                  <a:ea typeface="Arial"/>
                  <a:cs typeface="Arial"/>
                </a:defRPr>
              </a:lvl8pPr>
              <a:lvl9pPr algn="ctr">
                <a:defRPr sz="1680" b="1">
                  <a:solidFill>
                    <a:srgbClr val="000000"/>
                  </a:solidFill>
                  <a:latin typeface="Arial"/>
                  <a:ea typeface="Arial"/>
                  <a:cs typeface="Arial"/>
                </a:defRPr>
              </a:lvl9pPr>
            </a:lstStyle>
            <a:p>
              <a:pPr algn="ctr">
                <a:defRPr sz="1680" b="1">
                  <a:solidFill>
                    <a:srgbClr val="000000"/>
                  </a:solidFill>
                  <a:latin typeface="Arial"/>
                  <a:ea typeface="Arial"/>
                  <a:cs typeface="Arial"/>
                </a:defRPr>
              </a:pPr>
              <a:r>
                <a:rPr sz="1680" b="1">
                  <a:solidFill>
                    <a:srgbClr val="000000"/>
                  </a:solidFill>
                  <a:latin typeface="Arial"/>
                  <a:ea typeface="Arial"/>
                  <a:cs typeface="Arial"/>
                </a:rPr>
                <a:t>Temporal alignment</a:t>
              </a:r>
            </a:p>
          </p:txBody>
        </p:sp>
        <p:sp>
          <p:nvSpPr>
            <p:cNvPr id="10022" name="Spatial leaf ordering frame">
              <a:extLst>
                <a:ext uri="{FF2B5EF4-FFF2-40B4-BE49-F238E27FC236}">
                  <ns2:creationId id="{5BB942DC-BA82-41C2-B68C-0B1144A82AE4}"/>
                </a:ext>
              </a:extLst>
            </p:cNvPr>
            <p:cNvSpPr>
              <a:spLocks noGrp="1"/>
            </p:cNvSpPr>
            <p:nvPr/>
          </p:nvSpPr>
          <p:spPr>
            <a:xfrm>
              <a:off x="2533650" y="2381250"/>
              <a:ext cx="1390650" cy="1466850"/>
            </a:xfrm>
            <a:custGeom>
              <a:pathLst>
                <a:path w="1390650" h="1466850">
                  <a:moveTo>
                    <a:pt x="114300" y="0"/>
                  </a:moveTo>
                  <a:lnTo>
                    <a:pt x="1276350" y="0"/>
                  </a:lnTo>
                  <a:cubicBezTo>
                    <a:pt x="1339476" y="0"/>
                    <a:pt x="1390650" y="51174"/>
                    <a:pt x="1390650" y="114300"/>
                  </a:cubicBezTo>
                  <a:lnTo>
                    <a:pt x="1390650" y="1352550"/>
                  </a:lnTo>
                  <a:cubicBezTo>
                    <a:pt x="1390650" y="1415676"/>
                    <a:pt x="1339476" y="1466850"/>
                    <a:pt x="1276350" y="1466850"/>
                  </a:cubicBezTo>
                  <a:lnTo>
                    <a:pt x="114300" y="1466850"/>
                  </a:lnTo>
                  <a:cubicBezTo>
                    <a:pt x="51174" y="1466850"/>
                    <a:pt x="0" y="1415676"/>
                    <a:pt x="0" y="1352550"/>
                  </a:cubicBezTo>
                  <a:lnTo>
                    <a:pt x="0" y="114300"/>
                  </a:lnTo>
                  <a:cubicBezTo>
                    <a:pt x="0" y="51174"/>
                    <a:pt x="51174" y="0"/>
                    <a:pt x="114300" y="0"/>
                  </a:cubicBezTo>
                  <a:close/>
                </a:path>
              </a:pathLst>
            </a:custGeom>
            <a:solidFill>
              <a:srgbClr val="F7F9FA"/>
            </a:solidFill>
            <a:ln w="12002">
              <a:solidFill>
                <a:srgbClr val="DFE4E8"/>
              </a:solidFill>
              <a:prstDash val="solid"/>
            </a:ln>
          </p:spPr>
        </p:sp>
        <p:sp>
          <p:nvSpPr>
            <p:cNvPr id="10023" name="Spatial leaf ordering title">
              <a:extLst>
                <a:ext uri="{FF2B5EF4-FFF2-40B4-BE49-F238E27FC236}">
                  <ns2:creationId id="{AC2AD192-45B8-4B7A-B42E-7E60FD82DF0D}"/>
                </a:ext>
              </a:extLst>
            </p:cNvPr>
            <p:cNvSpPr>
              <a:spLocks noGrp="1"/>
            </p:cNvSpPr>
            <p:nvPr/>
          </p:nvSpPr>
          <p:spPr>
            <a:xfrm>
              <a:off x="2600325" y="2438400"/>
              <a:ext cx="1257300" cy="342900"/>
            </a:xfrm>
            <a:prstGeom prst="rect">
              <a:avLst/>
            </a:prstGeom>
            <a:noFill/>
            <a:ln w="0">
              <a:noFill/>
            </a:ln>
          </p:spPr>
          <p:txBody>
            <a:bodyPr wrap="none" lIns="0" tIns="0" rIns="0" bIns="0" anchor="ctr"/>
            <a:lstStyle>
              <a:defPPr algn="ctr">
                <a:defRPr sz="1680" b="1">
                  <a:solidFill>
                    <a:srgbClr val="000000"/>
                  </a:solidFill>
                  <a:latin typeface="Arial"/>
                  <a:ea typeface="Arial"/>
                  <a:cs typeface="Arial"/>
                </a:defRPr>
              </a:defPPr>
              <a:lvl1pPr algn="ctr">
                <a:defRPr sz="1680" b="1">
                  <a:solidFill>
                    <a:srgbClr val="000000"/>
                  </a:solidFill>
                  <a:latin typeface="Arial"/>
                  <a:ea typeface="Arial"/>
                  <a:cs typeface="Arial"/>
                </a:defRPr>
              </a:lvl1pPr>
              <a:lvl2pPr algn="ctr">
                <a:defRPr sz="1680" b="1">
                  <a:solidFill>
                    <a:srgbClr val="000000"/>
                  </a:solidFill>
                  <a:latin typeface="Arial"/>
                  <a:ea typeface="Arial"/>
                  <a:cs typeface="Arial"/>
                </a:defRPr>
              </a:lvl2pPr>
              <a:lvl3pPr algn="ctr">
                <a:defRPr sz="1680" b="1">
                  <a:solidFill>
                    <a:srgbClr val="000000"/>
                  </a:solidFill>
                  <a:latin typeface="Arial"/>
                  <a:ea typeface="Arial"/>
                  <a:cs typeface="Arial"/>
                </a:defRPr>
              </a:lvl3pPr>
              <a:lvl4pPr algn="ctr">
                <a:defRPr sz="1680" b="1">
                  <a:solidFill>
                    <a:srgbClr val="000000"/>
                  </a:solidFill>
                  <a:latin typeface="Arial"/>
                  <a:ea typeface="Arial"/>
                  <a:cs typeface="Arial"/>
                </a:defRPr>
              </a:lvl4pPr>
              <a:lvl5pPr algn="ctr">
                <a:defRPr sz="1680" b="1">
                  <a:solidFill>
                    <a:srgbClr val="000000"/>
                  </a:solidFill>
                  <a:latin typeface="Arial"/>
                  <a:ea typeface="Arial"/>
                  <a:cs typeface="Arial"/>
                </a:defRPr>
              </a:lvl5pPr>
              <a:lvl6pPr algn="ctr">
                <a:defRPr sz="1680" b="1">
                  <a:solidFill>
                    <a:srgbClr val="000000"/>
                  </a:solidFill>
                  <a:latin typeface="Arial"/>
                  <a:ea typeface="Arial"/>
                  <a:cs typeface="Arial"/>
                </a:defRPr>
              </a:lvl6pPr>
              <a:lvl7pPr algn="ctr">
                <a:defRPr sz="1680" b="1">
                  <a:solidFill>
                    <a:srgbClr val="000000"/>
                  </a:solidFill>
                  <a:latin typeface="Arial"/>
                  <a:ea typeface="Arial"/>
                  <a:cs typeface="Arial"/>
                </a:defRPr>
              </a:lvl7pPr>
              <a:lvl8pPr algn="ctr">
                <a:defRPr sz="1680" b="1">
                  <a:solidFill>
                    <a:srgbClr val="000000"/>
                  </a:solidFill>
                  <a:latin typeface="Arial"/>
                  <a:ea typeface="Arial"/>
                  <a:cs typeface="Arial"/>
                </a:defRPr>
              </a:lvl8pPr>
              <a:lvl9pPr algn="ctr">
                <a:defRPr sz="1680" b="1">
                  <a:solidFill>
                    <a:srgbClr val="000000"/>
                  </a:solidFill>
                  <a:latin typeface="Arial"/>
                  <a:ea typeface="Arial"/>
                  <a:cs typeface="Arial"/>
                </a:defRPr>
              </a:lvl9pPr>
            </a:lstStyle>
            <a:p>
              <a:pPr algn="ctr">
                <a:defRPr sz="1680" b="1">
                  <a:solidFill>
                    <a:srgbClr val="000000"/>
                  </a:solidFill>
                  <a:latin typeface="Arial"/>
                  <a:ea typeface="Arial"/>
                  <a:cs typeface="Arial"/>
                </a:defRPr>
              </a:pPr>
              <a:r>
                <a:rPr sz="1680" b="1">
                  <a:solidFill>
                    <a:srgbClr val="000000"/>
                  </a:solidFill>
                  <a:latin typeface="Arial"/>
                  <a:ea typeface="Arial"/>
                  <a:cs typeface="Arial"/>
                </a:rPr>
                <a:t>Spatial leaf</a:t>
              </a:r>
            </a:p>
            <a:p>
              <a:pPr algn="ctr">
                <a:defRPr sz="1680" b="1">
                  <a:solidFill>
                    <a:srgbClr val="000000"/>
                  </a:solidFill>
                  <a:latin typeface="Arial"/>
                  <a:ea typeface="Arial"/>
                  <a:cs typeface="Arial"/>
                </a:defRPr>
              </a:pPr>
              <a:r>
                <a:rPr sz="1680" b="1">
                  <a:solidFill>
                    <a:srgbClr val="000000"/>
                  </a:solidFill>
                  <a:latin typeface="Arial"/>
                  <a:ea typeface="Arial"/>
                  <a:cs typeface="Arial"/>
                </a:rPr>
                <a:t>ordering</a:t>
              </a:r>
            </a:p>
          </p:txBody>
        </p:sp>
        <p:sp>
          <p:nvSpPr>
            <p:cNvPr id="10024" name="1D skeleton frame">
              <a:extLst>
                <a:ext uri="{FF2B5EF4-FFF2-40B4-BE49-F238E27FC236}">
                  <ns2:creationId id="{1C75E27D-6B5A-4596-BFD6-8FE02037DAFA}"/>
                </a:ext>
              </a:extLst>
            </p:cNvPr>
            <p:cNvSpPr>
              <a:spLocks noGrp="1"/>
            </p:cNvSpPr>
            <p:nvPr/>
          </p:nvSpPr>
          <p:spPr>
            <a:xfrm>
              <a:off x="4038600" y="2381250"/>
              <a:ext cx="1390650" cy="1466850"/>
            </a:xfrm>
            <a:custGeom>
              <a:pathLst>
                <a:path w="1390650" h="1466850">
                  <a:moveTo>
                    <a:pt x="114300" y="0"/>
                  </a:moveTo>
                  <a:lnTo>
                    <a:pt x="1276350" y="0"/>
                  </a:lnTo>
                  <a:cubicBezTo>
                    <a:pt x="1339476" y="0"/>
                    <a:pt x="1390650" y="51174"/>
                    <a:pt x="1390650" y="114300"/>
                  </a:cubicBezTo>
                  <a:lnTo>
                    <a:pt x="1390650" y="1352550"/>
                  </a:lnTo>
                  <a:cubicBezTo>
                    <a:pt x="1390650" y="1415676"/>
                    <a:pt x="1339476" y="1466850"/>
                    <a:pt x="1276350" y="1466850"/>
                  </a:cubicBezTo>
                  <a:lnTo>
                    <a:pt x="114300" y="1466850"/>
                  </a:lnTo>
                  <a:cubicBezTo>
                    <a:pt x="51174" y="1466850"/>
                    <a:pt x="0" y="1415676"/>
                    <a:pt x="0" y="1352550"/>
                  </a:cubicBezTo>
                  <a:lnTo>
                    <a:pt x="0" y="114300"/>
                  </a:lnTo>
                  <a:cubicBezTo>
                    <a:pt x="0" y="51174"/>
                    <a:pt x="51174" y="0"/>
                    <a:pt x="114300" y="0"/>
                  </a:cubicBezTo>
                  <a:close/>
                </a:path>
              </a:pathLst>
            </a:custGeom>
            <a:solidFill>
              <a:srgbClr val="F7F9FA"/>
            </a:solidFill>
            <a:ln w="12002">
              <a:solidFill>
                <a:srgbClr val="DFE4E8"/>
              </a:solidFill>
              <a:prstDash val="solid"/>
            </a:ln>
          </p:spPr>
        </p:sp>
        <p:sp>
          <p:nvSpPr>
            <p:cNvPr id="10025" name="1D skeleton title">
              <a:extLst>
                <a:ext uri="{FF2B5EF4-FFF2-40B4-BE49-F238E27FC236}">
                  <ns2:creationId id="{3DB9743D-4405-4B6C-BB83-B4E08B1553D3}"/>
                </a:ext>
              </a:extLst>
            </p:cNvPr>
            <p:cNvSpPr>
              <a:spLocks noGrp="1"/>
            </p:cNvSpPr>
            <p:nvPr/>
          </p:nvSpPr>
          <p:spPr>
            <a:xfrm>
              <a:off x="4105275" y="2438400"/>
              <a:ext cx="1257300" cy="257175"/>
            </a:xfrm>
            <a:prstGeom prst="rect">
              <a:avLst/>
            </a:prstGeom>
            <a:noFill/>
            <a:ln w="0">
              <a:noFill/>
            </a:ln>
          </p:spPr>
          <p:txBody>
            <a:bodyPr wrap="none" lIns="0" tIns="0" rIns="0" bIns="0" anchor="ctr"/>
            <a:lstStyle>
              <a:defPPr algn="ctr">
                <a:defRPr sz="1680" b="1">
                  <a:solidFill>
                    <a:srgbClr val="000000"/>
                  </a:solidFill>
                  <a:latin typeface="Arial"/>
                  <a:ea typeface="Arial"/>
                  <a:cs typeface="Arial"/>
                </a:defRPr>
              </a:defPPr>
              <a:lvl1pPr algn="ctr">
                <a:defRPr sz="1680" b="1">
                  <a:solidFill>
                    <a:srgbClr val="000000"/>
                  </a:solidFill>
                  <a:latin typeface="Arial"/>
                  <a:ea typeface="Arial"/>
                  <a:cs typeface="Arial"/>
                </a:defRPr>
              </a:lvl1pPr>
              <a:lvl2pPr algn="ctr">
                <a:defRPr sz="1680" b="1">
                  <a:solidFill>
                    <a:srgbClr val="000000"/>
                  </a:solidFill>
                  <a:latin typeface="Arial"/>
                  <a:ea typeface="Arial"/>
                  <a:cs typeface="Arial"/>
                </a:defRPr>
              </a:lvl2pPr>
              <a:lvl3pPr algn="ctr">
                <a:defRPr sz="1680" b="1">
                  <a:solidFill>
                    <a:srgbClr val="000000"/>
                  </a:solidFill>
                  <a:latin typeface="Arial"/>
                  <a:ea typeface="Arial"/>
                  <a:cs typeface="Arial"/>
                </a:defRPr>
              </a:lvl3pPr>
              <a:lvl4pPr algn="ctr">
                <a:defRPr sz="1680" b="1">
                  <a:solidFill>
                    <a:srgbClr val="000000"/>
                  </a:solidFill>
                  <a:latin typeface="Arial"/>
                  <a:ea typeface="Arial"/>
                  <a:cs typeface="Arial"/>
                </a:defRPr>
              </a:lvl4pPr>
              <a:lvl5pPr algn="ctr">
                <a:defRPr sz="1680" b="1">
                  <a:solidFill>
                    <a:srgbClr val="000000"/>
                  </a:solidFill>
                  <a:latin typeface="Arial"/>
                  <a:ea typeface="Arial"/>
                  <a:cs typeface="Arial"/>
                </a:defRPr>
              </a:lvl5pPr>
              <a:lvl6pPr algn="ctr">
                <a:defRPr sz="1680" b="1">
                  <a:solidFill>
                    <a:srgbClr val="000000"/>
                  </a:solidFill>
                  <a:latin typeface="Arial"/>
                  <a:ea typeface="Arial"/>
                  <a:cs typeface="Arial"/>
                </a:defRPr>
              </a:lvl6pPr>
              <a:lvl7pPr algn="ctr">
                <a:defRPr sz="1680" b="1">
                  <a:solidFill>
                    <a:srgbClr val="000000"/>
                  </a:solidFill>
                  <a:latin typeface="Arial"/>
                  <a:ea typeface="Arial"/>
                  <a:cs typeface="Arial"/>
                </a:defRPr>
              </a:lvl7pPr>
              <a:lvl8pPr algn="ctr">
                <a:defRPr sz="1680" b="1">
                  <a:solidFill>
                    <a:srgbClr val="000000"/>
                  </a:solidFill>
                  <a:latin typeface="Arial"/>
                  <a:ea typeface="Arial"/>
                  <a:cs typeface="Arial"/>
                </a:defRPr>
              </a:lvl8pPr>
              <a:lvl9pPr algn="ctr">
                <a:defRPr sz="1680" b="1">
                  <a:solidFill>
                    <a:srgbClr val="000000"/>
                  </a:solidFill>
                  <a:latin typeface="Arial"/>
                  <a:ea typeface="Arial"/>
                  <a:cs typeface="Arial"/>
                </a:defRPr>
              </a:lvl9pPr>
            </a:lstStyle>
            <a:p>
              <a:pPr algn="ctr">
                <a:defRPr sz="1680" b="1">
                  <a:solidFill>
                    <a:srgbClr val="000000"/>
                  </a:solidFill>
                  <a:latin typeface="Arial"/>
                  <a:ea typeface="Arial"/>
                  <a:cs typeface="Arial"/>
                </a:defRPr>
              </a:pPr>
              <a:r>
                <a:rPr sz="1680" b="1">
                  <a:solidFill>
                    <a:srgbClr val="000000"/>
                  </a:solidFill>
                  <a:latin typeface="Arial"/>
                  <a:ea typeface="Arial"/>
                  <a:cs typeface="Arial"/>
                </a:rPr>
                <a:t>1D skeleton</a:t>
              </a:r>
            </a:p>
          </p:txBody>
        </p:sp>
        <p:sp>
          <p:nvSpPr>
            <p:cNvPr id="10026" name="Hierarchical filling frame">
              <a:extLst>
                <a:ext uri="{FF2B5EF4-FFF2-40B4-BE49-F238E27FC236}">
                  <ns2:creationId id="{F3847F38-C75F-49E3-BF53-5FFA4F18507A}"/>
                </a:ext>
              </a:extLst>
            </p:cNvPr>
            <p:cNvSpPr>
              <a:spLocks noGrp="1"/>
            </p:cNvSpPr>
            <p:nvPr/>
          </p:nvSpPr>
          <p:spPr>
            <a:xfrm>
              <a:off x="5543550" y="2381250"/>
              <a:ext cx="1752600" cy="1466850"/>
            </a:xfrm>
            <a:custGeom>
              <a:pathLst>
                <a:path w="1752600" h="1466850">
                  <a:moveTo>
                    <a:pt x="114300" y="0"/>
                  </a:moveTo>
                  <a:lnTo>
                    <a:pt x="1638300" y="0"/>
                  </a:lnTo>
                  <a:cubicBezTo>
                    <a:pt x="1701426" y="0"/>
                    <a:pt x="1752600" y="51174"/>
                    <a:pt x="1752600" y="114300"/>
                  </a:cubicBezTo>
                  <a:lnTo>
                    <a:pt x="1752600" y="1352550"/>
                  </a:lnTo>
                  <a:cubicBezTo>
                    <a:pt x="1752600" y="1415676"/>
                    <a:pt x="1701426" y="1466850"/>
                    <a:pt x="1638300" y="1466850"/>
                  </a:cubicBezTo>
                  <a:lnTo>
                    <a:pt x="114300" y="1466850"/>
                  </a:lnTo>
                  <a:cubicBezTo>
                    <a:pt x="51174" y="1466850"/>
                    <a:pt x="0" y="1415676"/>
                    <a:pt x="0" y="1352550"/>
                  </a:cubicBezTo>
                  <a:lnTo>
                    <a:pt x="0" y="114300"/>
                  </a:lnTo>
                  <a:cubicBezTo>
                    <a:pt x="0" y="51174"/>
                    <a:pt x="51174" y="0"/>
                    <a:pt x="114300" y="0"/>
                  </a:cubicBezTo>
                  <a:close/>
                </a:path>
              </a:pathLst>
            </a:custGeom>
            <a:solidFill>
              <a:srgbClr val="F7F9FA"/>
            </a:solidFill>
            <a:ln w="12002">
              <a:solidFill>
                <a:srgbClr val="DFE4E8"/>
              </a:solidFill>
              <a:prstDash val="solid"/>
            </a:ln>
          </p:spPr>
        </p:sp>
        <p:sp>
          <p:nvSpPr>
            <p:cNvPr id="10027" name="Hierarchical filling title">
              <a:extLst>
                <a:ext uri="{FF2B5EF4-FFF2-40B4-BE49-F238E27FC236}">
                  <ns2:creationId id="{684E8F21-C5F4-4C40-8A06-CC7488CCDD5C}"/>
                </a:ext>
              </a:extLst>
            </p:cNvPr>
            <p:cNvSpPr>
              <a:spLocks noGrp="1"/>
            </p:cNvSpPr>
            <p:nvPr/>
          </p:nvSpPr>
          <p:spPr>
            <a:xfrm>
              <a:off x="5610225" y="2438400"/>
              <a:ext cx="1619250" cy="257175"/>
            </a:xfrm>
            <a:prstGeom prst="rect">
              <a:avLst/>
            </a:prstGeom>
            <a:noFill/>
            <a:ln w="0">
              <a:noFill/>
            </a:ln>
          </p:spPr>
          <p:txBody>
            <a:bodyPr wrap="none" lIns="0" tIns="0" rIns="0" bIns="0" anchor="ctr"/>
            <a:lstStyle>
              <a:defPPr algn="ctr">
                <a:defRPr sz="1680" b="1">
                  <a:solidFill>
                    <a:srgbClr val="000000"/>
                  </a:solidFill>
                  <a:latin typeface="Arial"/>
                  <a:ea typeface="Arial"/>
                  <a:cs typeface="Arial"/>
                </a:defRPr>
              </a:defPPr>
              <a:lvl1pPr algn="ctr">
                <a:defRPr sz="1680" b="1">
                  <a:solidFill>
                    <a:srgbClr val="000000"/>
                  </a:solidFill>
                  <a:latin typeface="Arial"/>
                  <a:ea typeface="Arial"/>
                  <a:cs typeface="Arial"/>
                </a:defRPr>
              </a:lvl1pPr>
              <a:lvl2pPr algn="ctr">
                <a:defRPr sz="1680" b="1">
                  <a:solidFill>
                    <a:srgbClr val="000000"/>
                  </a:solidFill>
                  <a:latin typeface="Arial"/>
                  <a:ea typeface="Arial"/>
                  <a:cs typeface="Arial"/>
                </a:defRPr>
              </a:lvl2pPr>
              <a:lvl3pPr algn="ctr">
                <a:defRPr sz="1680" b="1">
                  <a:solidFill>
                    <a:srgbClr val="000000"/>
                  </a:solidFill>
                  <a:latin typeface="Arial"/>
                  <a:ea typeface="Arial"/>
                  <a:cs typeface="Arial"/>
                </a:defRPr>
              </a:lvl3pPr>
              <a:lvl4pPr algn="ctr">
                <a:defRPr sz="1680" b="1">
                  <a:solidFill>
                    <a:srgbClr val="000000"/>
                  </a:solidFill>
                  <a:latin typeface="Arial"/>
                  <a:ea typeface="Arial"/>
                  <a:cs typeface="Arial"/>
                </a:defRPr>
              </a:lvl4pPr>
              <a:lvl5pPr algn="ctr">
                <a:defRPr sz="1680" b="1">
                  <a:solidFill>
                    <a:srgbClr val="000000"/>
                  </a:solidFill>
                  <a:latin typeface="Arial"/>
                  <a:ea typeface="Arial"/>
                  <a:cs typeface="Arial"/>
                </a:defRPr>
              </a:lvl5pPr>
              <a:lvl6pPr algn="ctr">
                <a:defRPr sz="1680" b="1">
                  <a:solidFill>
                    <a:srgbClr val="000000"/>
                  </a:solidFill>
                  <a:latin typeface="Arial"/>
                  <a:ea typeface="Arial"/>
                  <a:cs typeface="Arial"/>
                </a:defRPr>
              </a:lvl6pPr>
              <a:lvl7pPr algn="ctr">
                <a:defRPr sz="1680" b="1">
                  <a:solidFill>
                    <a:srgbClr val="000000"/>
                  </a:solidFill>
                  <a:latin typeface="Arial"/>
                  <a:ea typeface="Arial"/>
                  <a:cs typeface="Arial"/>
                </a:defRPr>
              </a:lvl7pPr>
              <a:lvl8pPr algn="ctr">
                <a:defRPr sz="1680" b="1">
                  <a:solidFill>
                    <a:srgbClr val="000000"/>
                  </a:solidFill>
                  <a:latin typeface="Arial"/>
                  <a:ea typeface="Arial"/>
                  <a:cs typeface="Arial"/>
                </a:defRPr>
              </a:lvl8pPr>
              <a:lvl9pPr algn="ctr">
                <a:defRPr sz="1680" b="1">
                  <a:solidFill>
                    <a:srgbClr val="000000"/>
                  </a:solidFill>
                  <a:latin typeface="Arial"/>
                  <a:ea typeface="Arial"/>
                  <a:cs typeface="Arial"/>
                </a:defRPr>
              </a:lvl9pPr>
            </a:lstStyle>
            <a:p>
              <a:pPr algn="ctr">
                <a:defRPr sz="1680" b="1">
                  <a:solidFill>
                    <a:srgbClr val="000000"/>
                  </a:solidFill>
                  <a:latin typeface="Arial"/>
                  <a:ea typeface="Arial"/>
                  <a:cs typeface="Arial"/>
                </a:defRPr>
              </a:pPr>
              <a:r>
                <a:rPr sz="1680" b="1">
                  <a:solidFill>
                    <a:srgbClr val="000000"/>
                  </a:solidFill>
                  <a:latin typeface="Arial"/>
                  <a:ea typeface="Arial"/>
                  <a:cs typeface="Arial"/>
                </a:rPr>
                <a:t>Hierarchical filling</a:t>
              </a:r>
            </a:p>
          </p:txBody>
        </p:sp>
        <p:sp>
          <p:nvSpPr>
            <p:cNvPr id="10028" name="Spatiotemporal map frame">
              <a:extLst>
                <a:ext uri="{FF2B5EF4-FFF2-40B4-BE49-F238E27FC236}">
                  <ns2:creationId id="{3264F0F5-1277-4AF9-9B62-987DA69C0187}"/>
                </a:ext>
              </a:extLst>
            </p:cNvPr>
            <p:cNvSpPr>
              <a:spLocks noGrp="1"/>
            </p:cNvSpPr>
            <p:nvPr/>
          </p:nvSpPr>
          <p:spPr>
            <a:xfrm>
              <a:off x="7410450" y="2381250"/>
              <a:ext cx="1562100" cy="1466850"/>
            </a:xfrm>
            <a:custGeom>
              <a:pathLst>
                <a:path w="1562100" h="1466850">
                  <a:moveTo>
                    <a:pt x="114300" y="0"/>
                  </a:moveTo>
                  <a:lnTo>
                    <a:pt x="1447800" y="0"/>
                  </a:lnTo>
                  <a:cubicBezTo>
                    <a:pt x="1510926" y="0"/>
                    <a:pt x="1562100" y="51174"/>
                    <a:pt x="1562100" y="114300"/>
                  </a:cubicBezTo>
                  <a:lnTo>
                    <a:pt x="1562100" y="1352550"/>
                  </a:lnTo>
                  <a:cubicBezTo>
                    <a:pt x="1562100" y="1415676"/>
                    <a:pt x="1510926" y="1466850"/>
                    <a:pt x="1447800" y="1466850"/>
                  </a:cubicBezTo>
                  <a:lnTo>
                    <a:pt x="114300" y="1466850"/>
                  </a:lnTo>
                  <a:cubicBezTo>
                    <a:pt x="51174" y="1466850"/>
                    <a:pt x="0" y="1415676"/>
                    <a:pt x="0" y="1352550"/>
                  </a:cubicBezTo>
                  <a:lnTo>
                    <a:pt x="0" y="114300"/>
                  </a:lnTo>
                  <a:cubicBezTo>
                    <a:pt x="0" y="51174"/>
                    <a:pt x="51174" y="0"/>
                    <a:pt x="114300" y="0"/>
                  </a:cubicBezTo>
                  <a:close/>
                </a:path>
              </a:pathLst>
            </a:custGeom>
            <a:solidFill>
              <a:srgbClr val="F7F9FA"/>
            </a:solidFill>
            <a:ln w="12002">
              <a:solidFill>
                <a:srgbClr val="DFE4E8"/>
              </a:solidFill>
              <a:prstDash val="solid"/>
            </a:ln>
          </p:spPr>
        </p:sp>
        <p:sp>
          <p:nvSpPr>
            <p:cNvPr id="10029" name="Spatiotemporal map title">
              <a:extLst>
                <a:ext uri="{FF2B5EF4-FFF2-40B4-BE49-F238E27FC236}">
                  <ns2:creationId id="{5CC607D7-66E1-4DDD-ADE1-6C7D2C4AA9D8}"/>
                </a:ext>
              </a:extLst>
            </p:cNvPr>
            <p:cNvSpPr>
              <a:spLocks noGrp="1"/>
            </p:cNvSpPr>
            <p:nvPr/>
          </p:nvSpPr>
          <p:spPr>
            <a:xfrm>
              <a:off x="7477125" y="2438400"/>
              <a:ext cx="1428750" cy="342900"/>
            </a:xfrm>
            <a:prstGeom prst="rect">
              <a:avLst/>
            </a:prstGeom>
            <a:noFill/>
            <a:ln w="0">
              <a:noFill/>
            </a:ln>
          </p:spPr>
          <p:txBody>
            <a:bodyPr wrap="none" lIns="0" tIns="0" rIns="0" bIns="0" anchor="ctr"/>
            <a:lstStyle>
              <a:defPPr algn="ctr">
                <a:defRPr sz="1680" b="1">
                  <a:solidFill>
                    <a:srgbClr val="000000"/>
                  </a:solidFill>
                  <a:latin typeface="Arial"/>
                  <a:ea typeface="Arial"/>
                  <a:cs typeface="Arial"/>
                </a:defRPr>
              </a:defPPr>
              <a:lvl1pPr algn="ctr">
                <a:defRPr sz="1680" b="1">
                  <a:solidFill>
                    <a:srgbClr val="000000"/>
                  </a:solidFill>
                  <a:latin typeface="Arial"/>
                  <a:ea typeface="Arial"/>
                  <a:cs typeface="Arial"/>
                </a:defRPr>
              </a:lvl1pPr>
              <a:lvl2pPr algn="ctr">
                <a:defRPr sz="1680" b="1">
                  <a:solidFill>
                    <a:srgbClr val="000000"/>
                  </a:solidFill>
                  <a:latin typeface="Arial"/>
                  <a:ea typeface="Arial"/>
                  <a:cs typeface="Arial"/>
                </a:defRPr>
              </a:lvl2pPr>
              <a:lvl3pPr algn="ctr">
                <a:defRPr sz="1680" b="1">
                  <a:solidFill>
                    <a:srgbClr val="000000"/>
                  </a:solidFill>
                  <a:latin typeface="Arial"/>
                  <a:ea typeface="Arial"/>
                  <a:cs typeface="Arial"/>
                </a:defRPr>
              </a:lvl3pPr>
              <a:lvl4pPr algn="ctr">
                <a:defRPr sz="1680" b="1">
                  <a:solidFill>
                    <a:srgbClr val="000000"/>
                  </a:solidFill>
                  <a:latin typeface="Arial"/>
                  <a:ea typeface="Arial"/>
                  <a:cs typeface="Arial"/>
                </a:defRPr>
              </a:lvl4pPr>
              <a:lvl5pPr algn="ctr">
                <a:defRPr sz="1680" b="1">
                  <a:solidFill>
                    <a:srgbClr val="000000"/>
                  </a:solidFill>
                  <a:latin typeface="Arial"/>
                  <a:ea typeface="Arial"/>
                  <a:cs typeface="Arial"/>
                </a:defRPr>
              </a:lvl5pPr>
              <a:lvl6pPr algn="ctr">
                <a:defRPr sz="1680" b="1">
                  <a:solidFill>
                    <a:srgbClr val="000000"/>
                  </a:solidFill>
                  <a:latin typeface="Arial"/>
                  <a:ea typeface="Arial"/>
                  <a:cs typeface="Arial"/>
                </a:defRPr>
              </a:lvl6pPr>
              <a:lvl7pPr algn="ctr">
                <a:defRPr sz="1680" b="1">
                  <a:solidFill>
                    <a:srgbClr val="000000"/>
                  </a:solidFill>
                  <a:latin typeface="Arial"/>
                  <a:ea typeface="Arial"/>
                  <a:cs typeface="Arial"/>
                </a:defRPr>
              </a:lvl7pPr>
              <a:lvl8pPr algn="ctr">
                <a:defRPr sz="1680" b="1">
                  <a:solidFill>
                    <a:srgbClr val="000000"/>
                  </a:solidFill>
                  <a:latin typeface="Arial"/>
                  <a:ea typeface="Arial"/>
                  <a:cs typeface="Arial"/>
                </a:defRPr>
              </a:lvl8pPr>
              <a:lvl9pPr algn="ctr">
                <a:defRPr sz="1680" b="1">
                  <a:solidFill>
                    <a:srgbClr val="000000"/>
                  </a:solidFill>
                  <a:latin typeface="Arial"/>
                  <a:ea typeface="Arial"/>
                  <a:cs typeface="Arial"/>
                </a:defRPr>
              </a:lvl9pPr>
            </a:lstStyle>
            <a:p>
              <a:pPr algn="ctr">
                <a:defRPr sz="1680" b="1">
                  <a:solidFill>
                    <a:srgbClr val="000000"/>
                  </a:solidFill>
                  <a:latin typeface="Arial"/>
                  <a:ea typeface="Arial"/>
                  <a:cs typeface="Arial"/>
                </a:defRPr>
              </a:pPr>
              <a:r>
                <a:rPr sz="1680" b="1">
                  <a:solidFill>
                    <a:srgbClr val="000000"/>
                  </a:solidFill>
                  <a:latin typeface="Arial"/>
                  <a:ea typeface="Arial"/>
                  <a:cs typeface="Arial"/>
                </a:rPr>
                <a:t>Spatiotemporal</a:t>
              </a:r>
            </a:p>
            <a:p>
              <a:pPr algn="ctr">
                <a:defRPr sz="1680" b="1">
                  <a:solidFill>
                    <a:srgbClr val="000000"/>
                  </a:solidFill>
                  <a:latin typeface="Arial"/>
                  <a:ea typeface="Arial"/>
                  <a:cs typeface="Arial"/>
                </a:defRPr>
              </a:pPr>
              <a:r>
                <a:rPr sz="1680" b="1">
                  <a:solidFill>
                    <a:srgbClr val="000000"/>
                  </a:solidFill>
                  <a:latin typeface="Arial"/>
                  <a:ea typeface="Arial"/>
                  <a:cs typeface="Arial"/>
                </a:rPr>
                <a:t>map</a:t>
              </a:r>
            </a:p>
          </p:txBody>
        </p:sp>
        <p:sp>
          <p:nvSpPr>
            <p:cNvPr id="10030" name="Shared topology output">
              <a:extLst>
                <a:ext uri="{FF2B5EF4-FFF2-40B4-BE49-F238E27FC236}">
                  <ns2:creationId id="{2C51F7E8-6AB0-4D90-9974-D4F3D571B1EF}"/>
                </a:ext>
              </a:extLst>
            </p:cNvPr>
            <p:cNvSpPr>
              <a:spLocks noGrp="1"/>
            </p:cNvSpPr>
            <p:nvPr/>
          </p:nvSpPr>
          <p:spPr>
            <a:xfrm>
              <a:off x="2152650" y="981075"/>
              <a:ext cx="142875" cy="2276475"/>
            </a:xfrm>
            <a:custGeom>
              <a:pathLst>
                <a:path w="142875" h="2276475">
                  <a:moveTo>
                    <a:pt x="0" y="2276475"/>
                  </a:moveTo>
                  <a:lnTo>
                    <a:pt x="142875" y="2276475"/>
                  </a:lnTo>
                  <a:lnTo>
                    <a:pt x="142875" y="0"/>
                  </a:lnTo>
                </a:path>
              </a:pathLst>
            </a:custGeom>
            <a:noFill/>
            <a:ln w="20003">
              <a:solidFill>
                <a:srgbClr val="7B8790"/>
              </a:solidFill>
              <a:prstDash val="solid"/>
            </a:ln>
          </p:spPr>
        </p:sp>
        <p:sp>
          <p:nvSpPr>
            <p:cNvPr id="10031" name="To TMTM stem">
              <a:extLst>
                <a:ext uri="{FF2B5EF4-FFF2-40B4-BE49-F238E27FC236}">
                  <ns2:creationId id="{EA36A074-6DF5-407F-A35B-FB4B4EBF6BD8}"/>
                </a:ext>
              </a:extLst>
            </p:cNvPr>
            <p:cNvSpPr>
              <a:spLocks noGrp="1"/>
            </p:cNvSpPr>
            <p:nvPr/>
          </p:nvSpPr>
          <p:spPr>
            <a:xfrm>
              <a:off x="2295525" y="981075"/>
              <a:ext cx="85725" cy="95"/>
            </a:xfrm>
            <a:custGeom>
              <a:pathLst>
                <a:path w="85725" h="95">
                  <a:moveTo>
                    <a:pt x="0" y="0"/>
                  </a:moveTo>
                  <a:lnTo>
                    <a:pt x="85725" y="0"/>
                  </a:lnTo>
                </a:path>
              </a:pathLst>
            </a:custGeom>
            <a:noFill/>
            <a:ln w="20003">
              <a:solidFill>
                <a:srgbClr val="7B8790"/>
              </a:solidFill>
              <a:prstDash val="solid"/>
            </a:ln>
          </p:spPr>
        </p:sp>
        <p:sp>
          <p:nvSpPr>
            <p:cNvPr id="10032" name="To TMTM tip">
              <a:extLst>
                <a:ext uri="{FF2B5EF4-FFF2-40B4-BE49-F238E27FC236}">
                  <ns2:creationId id="{854263C9-DC4C-4101-8487-FCD7A614C31F}"/>
                </a:ext>
              </a:extLst>
            </p:cNvPr>
            <p:cNvSpPr>
              <a:spLocks noGrp="1"/>
            </p:cNvSpPr>
            <p:nvPr/>
          </p:nvSpPr>
          <p:spPr>
            <a:xfrm>
              <a:off x="2371725" y="947738"/>
              <a:ext cx="57150" cy="66675"/>
            </a:xfrm>
            <a:custGeom>
              <a:pathLst>
                <a:path w="57150" h="66675">
                  <a:moveTo>
                    <a:pt x="0" y="0"/>
                  </a:moveTo>
                  <a:lnTo>
                    <a:pt x="57150" y="33338"/>
                  </a:lnTo>
                  <a:lnTo>
                    <a:pt x="0" y="66675"/>
                  </a:lnTo>
                  <a:close/>
                </a:path>
              </a:pathLst>
            </a:custGeom>
            <a:solidFill>
              <a:srgbClr val="7B8790"/>
            </a:solidFill>
            <a:ln w="0">
              <a:noFill/>
              <a:prstDash val="solid"/>
            </a:ln>
          </p:spPr>
        </p:sp>
        <p:sp>
          <p:nvSpPr>
            <p:cNvPr id="10033" name="To ST-MTM stem">
              <a:extLst>
                <a:ext uri="{FF2B5EF4-FFF2-40B4-BE49-F238E27FC236}">
                  <ns2:creationId id="{5ADDE1FD-E388-4202-AE77-A219D71522E7}"/>
                </a:ext>
              </a:extLst>
            </p:cNvPr>
            <p:cNvSpPr>
              <a:spLocks noGrp="1"/>
            </p:cNvSpPr>
            <p:nvPr/>
          </p:nvSpPr>
          <p:spPr>
            <a:xfrm>
              <a:off x="2295525" y="3162300"/>
              <a:ext cx="85725" cy="95"/>
            </a:xfrm>
            <a:custGeom>
              <a:pathLst>
                <a:path w="85725" h="95">
                  <a:moveTo>
                    <a:pt x="0" y="0"/>
                  </a:moveTo>
                  <a:lnTo>
                    <a:pt x="85725" y="0"/>
                  </a:lnTo>
                </a:path>
              </a:pathLst>
            </a:custGeom>
            <a:noFill/>
            <a:ln w="20003">
              <a:solidFill>
                <a:srgbClr val="7B8790"/>
              </a:solidFill>
              <a:prstDash val="solid"/>
            </a:ln>
          </p:spPr>
        </p:sp>
        <p:sp>
          <p:nvSpPr>
            <p:cNvPr id="10034" name="To ST-MTM tip">
              <a:extLst>
                <a:ext uri="{FF2B5EF4-FFF2-40B4-BE49-F238E27FC236}">
                  <ns2:creationId id="{14FEA76C-15C2-4901-AAC3-BEADA807F705}"/>
                </a:ext>
              </a:extLst>
            </p:cNvPr>
            <p:cNvSpPr>
              <a:spLocks noGrp="1"/>
            </p:cNvSpPr>
            <p:nvPr/>
          </p:nvSpPr>
          <p:spPr>
            <a:xfrm>
              <a:off x="2371725" y="3128963"/>
              <a:ext cx="57150" cy="66675"/>
            </a:xfrm>
            <a:custGeom>
              <a:pathLst>
                <a:path w="57150" h="66675">
                  <a:moveTo>
                    <a:pt x="0" y="0"/>
                  </a:moveTo>
                  <a:lnTo>
                    <a:pt x="57150" y="33338"/>
                  </a:lnTo>
                  <a:lnTo>
                    <a:pt x="0" y="66675"/>
                  </a:lnTo>
                  <a:close/>
                </a:path>
              </a:pathLst>
            </a:custGeom>
            <a:solidFill>
              <a:srgbClr val="7B8790"/>
            </a:solidFill>
            <a:ln w="0">
              <a:noFill/>
              <a:prstDash val="solid"/>
            </a:ln>
          </p:spPr>
        </p:sp>
        <p:sp>
          <p:nvSpPr>
            <p:cNvPr id="10035" name="TMTM step arrow stem">
              <a:extLst>
                <a:ext uri="{FF2B5EF4-FFF2-40B4-BE49-F238E27FC236}">
                  <ns2:creationId id="{E6EFD3E1-B8CA-4F10-A1E6-DD923DBBF62D}"/>
                </a:ext>
              </a:extLst>
            </p:cNvPr>
            <p:cNvSpPr>
              <a:spLocks noGrp="1"/>
            </p:cNvSpPr>
            <p:nvPr/>
          </p:nvSpPr>
          <p:spPr>
            <a:xfrm>
              <a:off x="5505450" y="1133475"/>
              <a:ext cx="85725" cy="95"/>
            </a:xfrm>
            <a:custGeom>
              <a:pathLst>
                <a:path w="85725" h="95">
                  <a:moveTo>
                    <a:pt x="0" y="0"/>
                  </a:moveTo>
                  <a:lnTo>
                    <a:pt x="85725" y="0"/>
                  </a:lnTo>
                </a:path>
              </a:pathLst>
            </a:custGeom>
            <a:noFill/>
            <a:ln w="20003">
              <a:solidFill>
                <a:srgbClr val="7B8790"/>
              </a:solidFill>
              <a:prstDash val="solid"/>
            </a:ln>
          </p:spPr>
        </p:sp>
        <p:sp>
          <p:nvSpPr>
            <p:cNvPr id="10036" name="TMTM step arrow tip">
              <a:extLst>
                <a:ext uri="{FF2B5EF4-FFF2-40B4-BE49-F238E27FC236}">
                  <ns2:creationId id="{4309376B-FED3-4287-A2A4-1BE19DE7CDEF}"/>
                </a:ext>
              </a:extLst>
            </p:cNvPr>
            <p:cNvSpPr>
              <a:spLocks noGrp="1"/>
            </p:cNvSpPr>
            <p:nvPr/>
          </p:nvSpPr>
          <p:spPr>
            <a:xfrm>
              <a:off x="5581650" y="1100138"/>
              <a:ext cx="57150" cy="66675"/>
            </a:xfrm>
            <a:custGeom>
              <a:pathLst>
                <a:path w="57150" h="66675">
                  <a:moveTo>
                    <a:pt x="0" y="0"/>
                  </a:moveTo>
                  <a:lnTo>
                    <a:pt x="57150" y="33338"/>
                  </a:lnTo>
                  <a:lnTo>
                    <a:pt x="0" y="66675"/>
                  </a:lnTo>
                  <a:close/>
                </a:path>
              </a:pathLst>
            </a:custGeom>
            <a:solidFill>
              <a:srgbClr val="7B8790"/>
            </a:solidFill>
            <a:ln w="0">
              <a:noFill/>
              <a:prstDash val="solid"/>
            </a:ln>
          </p:spPr>
        </p:sp>
        <p:sp>
          <p:nvSpPr>
            <p:cNvPr id="10037" name="ST-MTM arrow 1 stem">
              <a:extLst>
                <a:ext uri="{FF2B5EF4-FFF2-40B4-BE49-F238E27FC236}">
                  <ns2:creationId id="{B59D96CD-8DBC-4D2C-A8CE-A9F3274D6EAB}"/>
                </a:ext>
              </a:extLst>
            </p:cNvPr>
            <p:cNvSpPr>
              <a:spLocks noGrp="1"/>
            </p:cNvSpPr>
            <p:nvPr/>
          </p:nvSpPr>
          <p:spPr>
            <a:xfrm>
              <a:off x="3933825" y="3238500"/>
              <a:ext cx="47625" cy="95"/>
            </a:xfrm>
            <a:custGeom>
              <a:pathLst>
                <a:path w="47625" h="95">
                  <a:moveTo>
                    <a:pt x="0" y="0"/>
                  </a:moveTo>
                  <a:lnTo>
                    <a:pt x="47625" y="0"/>
                  </a:lnTo>
                </a:path>
              </a:pathLst>
            </a:custGeom>
            <a:noFill/>
            <a:ln w="20003">
              <a:solidFill>
                <a:srgbClr val="7B8790"/>
              </a:solidFill>
              <a:prstDash val="solid"/>
            </a:ln>
          </p:spPr>
        </p:sp>
        <p:sp>
          <p:nvSpPr>
            <p:cNvPr id="10038" name="ST-MTM arrow 1 tip">
              <a:extLst>
                <a:ext uri="{FF2B5EF4-FFF2-40B4-BE49-F238E27FC236}">
                  <ns2:creationId id="{BEE4FAAD-A03E-4EE7-814C-138845267545}"/>
                </a:ext>
              </a:extLst>
            </p:cNvPr>
            <p:cNvSpPr>
              <a:spLocks noGrp="1"/>
            </p:cNvSpPr>
            <p:nvPr/>
          </p:nvSpPr>
          <p:spPr>
            <a:xfrm>
              <a:off x="3971925" y="3205163"/>
              <a:ext cx="57150" cy="66675"/>
            </a:xfrm>
            <a:custGeom>
              <a:pathLst>
                <a:path w="57150" h="66675">
                  <a:moveTo>
                    <a:pt x="0" y="0"/>
                  </a:moveTo>
                  <a:lnTo>
                    <a:pt x="57150" y="33338"/>
                  </a:lnTo>
                  <a:lnTo>
                    <a:pt x="0" y="66675"/>
                  </a:lnTo>
                  <a:close/>
                </a:path>
              </a:pathLst>
            </a:custGeom>
            <a:solidFill>
              <a:srgbClr val="7B8790"/>
            </a:solidFill>
            <a:ln w="0">
              <a:noFill/>
              <a:prstDash val="solid"/>
            </a:ln>
          </p:spPr>
        </p:sp>
        <p:sp>
          <p:nvSpPr>
            <p:cNvPr id="10039" name="ST-MTM arrow 2 stem">
              <a:extLst>
                <a:ext uri="{FF2B5EF4-FFF2-40B4-BE49-F238E27FC236}">
                  <ns2:creationId id="{8C0A59B5-E38B-439C-8700-41A5903F7268}"/>
                </a:ext>
              </a:extLst>
            </p:cNvPr>
            <p:cNvSpPr>
              <a:spLocks noGrp="1"/>
            </p:cNvSpPr>
            <p:nvPr/>
          </p:nvSpPr>
          <p:spPr>
            <a:xfrm>
              <a:off x="5438775" y="3238500"/>
              <a:ext cx="47625" cy="95"/>
            </a:xfrm>
            <a:custGeom>
              <a:pathLst>
                <a:path w="47625" h="95">
                  <a:moveTo>
                    <a:pt x="0" y="0"/>
                  </a:moveTo>
                  <a:lnTo>
                    <a:pt x="47625" y="0"/>
                  </a:lnTo>
                </a:path>
              </a:pathLst>
            </a:custGeom>
            <a:noFill/>
            <a:ln w="20003">
              <a:solidFill>
                <a:srgbClr val="7B8790"/>
              </a:solidFill>
              <a:prstDash val="solid"/>
            </a:ln>
          </p:spPr>
        </p:sp>
        <p:sp>
          <p:nvSpPr>
            <p:cNvPr id="10040" name="ST-MTM arrow 2 tip">
              <a:extLst>
                <a:ext uri="{FF2B5EF4-FFF2-40B4-BE49-F238E27FC236}">
                  <ns2:creationId id="{2DAABAA6-C718-4A6F-BA4C-528EF8E2CB73}"/>
                </a:ext>
              </a:extLst>
            </p:cNvPr>
            <p:cNvSpPr>
              <a:spLocks noGrp="1"/>
            </p:cNvSpPr>
            <p:nvPr/>
          </p:nvSpPr>
          <p:spPr>
            <a:xfrm>
              <a:off x="5476875" y="3205163"/>
              <a:ext cx="57150" cy="66675"/>
            </a:xfrm>
            <a:custGeom>
              <a:pathLst>
                <a:path w="57150" h="66675">
                  <a:moveTo>
                    <a:pt x="0" y="0"/>
                  </a:moveTo>
                  <a:lnTo>
                    <a:pt x="57150" y="33338"/>
                  </a:lnTo>
                  <a:lnTo>
                    <a:pt x="0" y="66675"/>
                  </a:lnTo>
                  <a:close/>
                </a:path>
              </a:pathLst>
            </a:custGeom>
            <a:solidFill>
              <a:srgbClr val="7B8790"/>
            </a:solidFill>
            <a:ln w="0">
              <a:noFill/>
              <a:prstDash val="solid"/>
            </a:ln>
          </p:spPr>
        </p:sp>
        <p:sp>
          <p:nvSpPr>
            <p:cNvPr id="10041" name="ST-MTM arrow 3 stem">
              <a:extLst>
                <a:ext uri="{FF2B5EF4-FFF2-40B4-BE49-F238E27FC236}">
                  <ns2:creationId id="{4A6F7660-3F4E-46D9-B116-CDBC6C5B02E1}"/>
                </a:ext>
              </a:extLst>
            </p:cNvPr>
            <p:cNvSpPr>
              <a:spLocks noGrp="1"/>
            </p:cNvSpPr>
            <p:nvPr/>
          </p:nvSpPr>
          <p:spPr>
            <a:xfrm>
              <a:off x="7305675" y="3238500"/>
              <a:ext cx="47625" cy="95"/>
            </a:xfrm>
            <a:custGeom>
              <a:pathLst>
                <a:path w="47625" h="95">
                  <a:moveTo>
                    <a:pt x="0" y="0"/>
                  </a:moveTo>
                  <a:lnTo>
                    <a:pt x="47625" y="0"/>
                  </a:lnTo>
                </a:path>
              </a:pathLst>
            </a:custGeom>
            <a:noFill/>
            <a:ln w="20003">
              <a:solidFill>
                <a:srgbClr val="7B8790"/>
              </a:solidFill>
              <a:prstDash val="solid"/>
            </a:ln>
          </p:spPr>
        </p:sp>
        <p:sp>
          <p:nvSpPr>
            <p:cNvPr id="10042" name="ST-MTM arrow 3 tip">
              <a:extLst>
                <a:ext uri="{FF2B5EF4-FFF2-40B4-BE49-F238E27FC236}">
                  <ns2:creationId id="{A275183E-4174-4A87-AE33-7EC8DD386691}"/>
                </a:ext>
              </a:extLst>
            </p:cNvPr>
            <p:cNvSpPr>
              <a:spLocks noGrp="1"/>
            </p:cNvSpPr>
            <p:nvPr/>
          </p:nvSpPr>
          <p:spPr>
            <a:xfrm>
              <a:off x="7343775" y="3205163"/>
              <a:ext cx="57150" cy="66675"/>
            </a:xfrm>
            <a:custGeom>
              <a:pathLst>
                <a:path w="57150" h="66675">
                  <a:moveTo>
                    <a:pt x="0" y="0"/>
                  </a:moveTo>
                  <a:lnTo>
                    <a:pt x="57150" y="33338"/>
                  </a:lnTo>
                  <a:lnTo>
                    <a:pt x="0" y="66675"/>
                  </a:lnTo>
                  <a:close/>
                </a:path>
              </a:pathLst>
            </a:custGeom>
            <a:solidFill>
              <a:srgbClr val="7B8790"/>
            </a:solidFill>
            <a:ln w="0">
              <a:noFill/>
              <a:prstDash val="solid"/>
            </a:ln>
          </p:spPr>
        </p:sp>
        <p:sp>
          <p:nvSpPr>
            <p:cNvPr id="8" name="Input snapshot 0: source 8"/>
            <p:cNvSpPr/>
            <p:nvPr/>
          </p:nvSpPr>
          <p:spPr>
            <a:xfrm>
              <a:off x="1143000" y="819150"/>
              <a:ext cx="38580" cy="44769"/>
            </a:xfrm>
            <a:prstGeom prst="rect">
              <a:avLst/>
            </a:prstGeom>
            <a:solidFill>
              <a:srgbClr val="EFF2F4"/>
            </a:solidFill>
            <a:ln w="2929">
              <a:solidFill>
                <a:srgbClr val="C6D4E2"/>
              </a:solidFill>
              <a:prstDash val="solid"/>
            </a:ln>
          </p:spPr>
        </p:sp>
        <p:sp>
          <p:nvSpPr>
            <p:cNvPr id="9" name="Input snapshot 0: source 9"/>
            <p:cNvSpPr/>
            <p:nvPr/>
          </p:nvSpPr>
          <p:spPr>
            <a:xfrm>
              <a:off x="1180703" y="819150"/>
              <a:ext cx="38580" cy="44769"/>
            </a:xfrm>
            <a:prstGeom prst="rect">
              <a:avLst/>
            </a:prstGeom>
            <a:solidFill>
              <a:srgbClr val="EFF2F4"/>
            </a:solidFill>
            <a:ln w="2929">
              <a:solidFill>
                <a:srgbClr val="C6D4E2"/>
              </a:solidFill>
              <a:prstDash val="solid"/>
            </a:ln>
          </p:spPr>
        </p:sp>
        <p:sp>
          <p:nvSpPr>
            <p:cNvPr id="10" name="Input snapshot 0: source 10"/>
            <p:cNvSpPr/>
            <p:nvPr/>
          </p:nvSpPr>
          <p:spPr>
            <a:xfrm>
              <a:off x="1218405" y="819150"/>
              <a:ext cx="38580" cy="44769"/>
            </a:xfrm>
            <a:prstGeom prst="rect">
              <a:avLst/>
            </a:prstGeom>
            <a:solidFill>
              <a:srgbClr val="EFF2F4"/>
            </a:solidFill>
            <a:ln w="2929">
              <a:solidFill>
                <a:srgbClr val="C6D4E2"/>
              </a:solidFill>
              <a:prstDash val="solid"/>
            </a:ln>
          </p:spPr>
        </p:sp>
        <p:sp>
          <p:nvSpPr>
            <p:cNvPr id="11" name="Input snapshot 0: source 11"/>
            <p:cNvSpPr/>
            <p:nvPr/>
          </p:nvSpPr>
          <p:spPr>
            <a:xfrm>
              <a:off x="1256108" y="819150"/>
              <a:ext cx="38580" cy="44769"/>
            </a:xfrm>
            <a:prstGeom prst="rect">
              <a:avLst/>
            </a:prstGeom>
            <a:solidFill>
              <a:srgbClr val="EFF2F4"/>
            </a:solidFill>
            <a:ln w="2929">
              <a:solidFill>
                <a:srgbClr val="C6D4E2"/>
              </a:solidFill>
              <a:prstDash val="solid"/>
            </a:ln>
          </p:spPr>
        </p:sp>
        <p:sp>
          <p:nvSpPr>
            <p:cNvPr id="12" name="Input snapshot 0: source 12"/>
            <p:cNvSpPr/>
            <p:nvPr/>
          </p:nvSpPr>
          <p:spPr>
            <a:xfrm>
              <a:off x="1293810" y="819150"/>
              <a:ext cx="38580" cy="44769"/>
            </a:xfrm>
            <a:prstGeom prst="rect">
              <a:avLst/>
            </a:prstGeom>
            <a:solidFill>
              <a:srgbClr val="EFF2F4"/>
            </a:solidFill>
            <a:ln w="2929">
              <a:solidFill>
                <a:srgbClr val="C6D4E2"/>
              </a:solidFill>
              <a:prstDash val="solid"/>
            </a:ln>
          </p:spPr>
        </p:sp>
        <p:sp>
          <p:nvSpPr>
            <p:cNvPr id="13" name="Input snapshot 0: source 13"/>
            <p:cNvSpPr/>
            <p:nvPr/>
          </p:nvSpPr>
          <p:spPr>
            <a:xfrm>
              <a:off x="1331513" y="819150"/>
              <a:ext cx="38580" cy="44769"/>
            </a:xfrm>
            <a:prstGeom prst="rect">
              <a:avLst/>
            </a:prstGeom>
            <a:solidFill>
              <a:srgbClr val="EFF2F4"/>
            </a:solidFill>
            <a:ln w="2929">
              <a:solidFill>
                <a:srgbClr val="C6D4E2"/>
              </a:solidFill>
              <a:prstDash val="solid"/>
            </a:ln>
          </p:spPr>
        </p:sp>
        <p:sp>
          <p:nvSpPr>
            <p:cNvPr id="14" name="Input snapshot 0: source 14"/>
            <p:cNvSpPr/>
            <p:nvPr/>
          </p:nvSpPr>
          <p:spPr>
            <a:xfrm>
              <a:off x="1369215" y="819150"/>
              <a:ext cx="38580" cy="44769"/>
            </a:xfrm>
            <a:prstGeom prst="rect">
              <a:avLst/>
            </a:prstGeom>
            <a:solidFill>
              <a:srgbClr val="EFF2F4"/>
            </a:solidFill>
            <a:ln w="2929">
              <a:solidFill>
                <a:srgbClr val="C6D4E2"/>
              </a:solidFill>
              <a:prstDash val="solid"/>
            </a:ln>
          </p:spPr>
        </p:sp>
        <p:sp>
          <p:nvSpPr>
            <p:cNvPr id="15" name="Input snapshot 0: source 15"/>
            <p:cNvSpPr/>
            <p:nvPr/>
          </p:nvSpPr>
          <p:spPr>
            <a:xfrm>
              <a:off x="1406918" y="819150"/>
              <a:ext cx="38580" cy="44769"/>
            </a:xfrm>
            <a:prstGeom prst="rect">
              <a:avLst/>
            </a:prstGeom>
            <a:solidFill>
              <a:srgbClr val="EFF2F4"/>
            </a:solidFill>
            <a:ln w="2929">
              <a:solidFill>
                <a:srgbClr val="C6D4E2"/>
              </a:solidFill>
              <a:prstDash val="solid"/>
            </a:ln>
          </p:spPr>
        </p:sp>
        <p:sp>
          <p:nvSpPr>
            <p:cNvPr id="16" name="Input snapshot 0: source 16"/>
            <p:cNvSpPr/>
            <p:nvPr/>
          </p:nvSpPr>
          <p:spPr>
            <a:xfrm>
              <a:off x="1444620" y="819150"/>
              <a:ext cx="38580" cy="44769"/>
            </a:xfrm>
            <a:prstGeom prst="rect">
              <a:avLst/>
            </a:prstGeom>
            <a:solidFill>
              <a:srgbClr val="EFF2F4"/>
            </a:solidFill>
            <a:ln w="2929">
              <a:solidFill>
                <a:srgbClr val="C6D4E2"/>
              </a:solidFill>
              <a:prstDash val="solid"/>
            </a:ln>
          </p:spPr>
        </p:sp>
        <p:sp>
          <p:nvSpPr>
            <p:cNvPr id="17" name="Input snapshot 0: source 17"/>
            <p:cNvSpPr/>
            <p:nvPr/>
          </p:nvSpPr>
          <p:spPr>
            <a:xfrm>
              <a:off x="1482323" y="819150"/>
              <a:ext cx="38580" cy="44769"/>
            </a:xfrm>
            <a:prstGeom prst="rect">
              <a:avLst/>
            </a:prstGeom>
            <a:solidFill>
              <a:srgbClr val="EFF2F4"/>
            </a:solidFill>
            <a:ln w="2929">
              <a:solidFill>
                <a:srgbClr val="C6D4E2"/>
              </a:solidFill>
              <a:prstDash val="solid"/>
            </a:ln>
          </p:spPr>
        </p:sp>
        <p:sp>
          <p:nvSpPr>
            <p:cNvPr id="18" name="Input snapshot 0: source 18"/>
            <p:cNvSpPr/>
            <p:nvPr/>
          </p:nvSpPr>
          <p:spPr>
            <a:xfrm>
              <a:off x="1520026" y="819150"/>
              <a:ext cx="38580" cy="44769"/>
            </a:xfrm>
            <a:prstGeom prst="rect">
              <a:avLst/>
            </a:prstGeom>
            <a:solidFill>
              <a:srgbClr val="EFF2F4"/>
            </a:solidFill>
            <a:ln w="2929">
              <a:solidFill>
                <a:srgbClr val="C6D4E2"/>
              </a:solidFill>
              <a:prstDash val="solid"/>
            </a:ln>
          </p:spPr>
        </p:sp>
        <p:sp>
          <p:nvSpPr>
            <p:cNvPr id="19" name="Input snapshot 0: source 19"/>
            <p:cNvSpPr/>
            <p:nvPr/>
          </p:nvSpPr>
          <p:spPr>
            <a:xfrm>
              <a:off x="1557728" y="819150"/>
              <a:ext cx="38580" cy="44769"/>
            </a:xfrm>
            <a:prstGeom prst="rect">
              <a:avLst/>
            </a:prstGeom>
            <a:solidFill>
              <a:srgbClr val="009E73"/>
            </a:solidFill>
            <a:ln w="2929">
              <a:solidFill>
                <a:srgbClr val="C6D4E2"/>
              </a:solidFill>
              <a:prstDash val="solid"/>
            </a:ln>
          </p:spPr>
        </p:sp>
        <p:sp>
          <p:nvSpPr>
            <p:cNvPr id="20" name="Input snapshot 0: source 20"/>
            <p:cNvSpPr/>
            <p:nvPr/>
          </p:nvSpPr>
          <p:spPr>
            <a:xfrm>
              <a:off x="1595431" y="819150"/>
              <a:ext cx="38580" cy="44769"/>
            </a:xfrm>
            <a:prstGeom prst="rect">
              <a:avLst/>
            </a:prstGeom>
            <a:solidFill>
              <a:srgbClr val="009E73"/>
            </a:solidFill>
            <a:ln w="2929">
              <a:solidFill>
                <a:srgbClr val="C6D4E2"/>
              </a:solidFill>
              <a:prstDash val="solid"/>
            </a:ln>
          </p:spPr>
        </p:sp>
        <p:sp>
          <p:nvSpPr>
            <p:cNvPr id="21" name="Input snapshot 0: source 21"/>
            <p:cNvSpPr/>
            <p:nvPr/>
          </p:nvSpPr>
          <p:spPr>
            <a:xfrm>
              <a:off x="1633133" y="819150"/>
              <a:ext cx="38580" cy="44769"/>
            </a:xfrm>
            <a:prstGeom prst="rect">
              <a:avLst/>
            </a:prstGeom>
            <a:solidFill>
              <a:srgbClr val="009E73"/>
            </a:solidFill>
            <a:ln w="2929">
              <a:solidFill>
                <a:srgbClr val="C6D4E2"/>
              </a:solidFill>
              <a:prstDash val="solid"/>
            </a:ln>
          </p:spPr>
        </p:sp>
        <p:sp>
          <p:nvSpPr>
            <p:cNvPr id="22" name="Input snapshot 0: source 22"/>
            <p:cNvSpPr/>
            <p:nvPr/>
          </p:nvSpPr>
          <p:spPr>
            <a:xfrm>
              <a:off x="1143000" y="863041"/>
              <a:ext cx="38580" cy="44769"/>
            </a:xfrm>
            <a:prstGeom prst="rect">
              <a:avLst/>
            </a:prstGeom>
            <a:solidFill>
              <a:srgbClr val="EFF2F4"/>
            </a:solidFill>
            <a:ln w="2929">
              <a:solidFill>
                <a:srgbClr val="C6D4E2"/>
              </a:solidFill>
              <a:prstDash val="solid"/>
            </a:ln>
          </p:spPr>
        </p:sp>
        <p:sp>
          <p:nvSpPr>
            <p:cNvPr id="23" name="Input snapshot 0: source 23"/>
            <p:cNvSpPr/>
            <p:nvPr/>
          </p:nvSpPr>
          <p:spPr>
            <a:xfrm>
              <a:off x="1180703" y="863041"/>
              <a:ext cx="38580" cy="44769"/>
            </a:xfrm>
            <a:prstGeom prst="rect">
              <a:avLst/>
            </a:prstGeom>
            <a:solidFill>
              <a:srgbClr val="EFF2F4"/>
            </a:solidFill>
            <a:ln w="2929">
              <a:solidFill>
                <a:srgbClr val="C6D4E2"/>
              </a:solidFill>
              <a:prstDash val="solid"/>
            </a:ln>
          </p:spPr>
        </p:sp>
        <p:sp>
          <p:nvSpPr>
            <p:cNvPr id="24" name="Input snapshot 0: source 24"/>
            <p:cNvSpPr/>
            <p:nvPr/>
          </p:nvSpPr>
          <p:spPr>
            <a:xfrm>
              <a:off x="1218405" y="863041"/>
              <a:ext cx="38580" cy="44769"/>
            </a:xfrm>
            <a:prstGeom prst="rect">
              <a:avLst/>
            </a:prstGeom>
            <a:solidFill>
              <a:srgbClr val="EFF2F4"/>
            </a:solidFill>
            <a:ln w="2929">
              <a:solidFill>
                <a:srgbClr val="C6D4E2"/>
              </a:solidFill>
              <a:prstDash val="solid"/>
            </a:ln>
          </p:spPr>
        </p:sp>
        <p:sp>
          <p:nvSpPr>
            <p:cNvPr id="25" name="Input snapshot 0: source 25"/>
            <p:cNvSpPr/>
            <p:nvPr/>
          </p:nvSpPr>
          <p:spPr>
            <a:xfrm>
              <a:off x="1256108" y="863041"/>
              <a:ext cx="38580" cy="44769"/>
            </a:xfrm>
            <a:prstGeom prst="rect">
              <a:avLst/>
            </a:prstGeom>
            <a:solidFill>
              <a:srgbClr val="EFF2F4"/>
            </a:solidFill>
            <a:ln w="2929">
              <a:solidFill>
                <a:srgbClr val="C6D4E2"/>
              </a:solidFill>
              <a:prstDash val="solid"/>
            </a:ln>
          </p:spPr>
        </p:sp>
        <p:sp>
          <p:nvSpPr>
            <p:cNvPr id="26" name="Input snapshot 0: source 26"/>
            <p:cNvSpPr/>
            <p:nvPr/>
          </p:nvSpPr>
          <p:spPr>
            <a:xfrm>
              <a:off x="1293810" y="863041"/>
              <a:ext cx="38580" cy="44769"/>
            </a:xfrm>
            <a:prstGeom prst="rect">
              <a:avLst/>
            </a:prstGeom>
            <a:solidFill>
              <a:srgbClr val="EFF2F4"/>
            </a:solidFill>
            <a:ln w="2929">
              <a:solidFill>
                <a:srgbClr val="C6D4E2"/>
              </a:solidFill>
              <a:prstDash val="solid"/>
            </a:ln>
          </p:spPr>
        </p:sp>
        <p:sp>
          <p:nvSpPr>
            <p:cNvPr id="27" name="Input snapshot 0: source 27"/>
            <p:cNvSpPr/>
            <p:nvPr/>
          </p:nvSpPr>
          <p:spPr>
            <a:xfrm>
              <a:off x="1331513" y="863041"/>
              <a:ext cx="38580" cy="44769"/>
            </a:xfrm>
            <a:prstGeom prst="rect">
              <a:avLst/>
            </a:prstGeom>
            <a:solidFill>
              <a:srgbClr val="EFF2F4"/>
            </a:solidFill>
            <a:ln w="2929">
              <a:solidFill>
                <a:srgbClr val="C6D4E2"/>
              </a:solidFill>
              <a:prstDash val="solid"/>
            </a:ln>
          </p:spPr>
        </p:sp>
        <p:sp>
          <p:nvSpPr>
            <p:cNvPr id="28" name="Input snapshot 0: source 28"/>
            <p:cNvSpPr/>
            <p:nvPr/>
          </p:nvSpPr>
          <p:spPr>
            <a:xfrm>
              <a:off x="1369215" y="863041"/>
              <a:ext cx="38580" cy="44769"/>
            </a:xfrm>
            <a:prstGeom prst="rect">
              <a:avLst/>
            </a:prstGeom>
            <a:solidFill>
              <a:srgbClr val="EFF2F4"/>
            </a:solidFill>
            <a:ln w="2929">
              <a:solidFill>
                <a:srgbClr val="C6D4E2"/>
              </a:solidFill>
              <a:prstDash val="solid"/>
            </a:ln>
          </p:spPr>
        </p:sp>
        <p:sp>
          <p:nvSpPr>
            <p:cNvPr id="29" name="Input snapshot 0: source 29"/>
            <p:cNvSpPr/>
            <p:nvPr/>
          </p:nvSpPr>
          <p:spPr>
            <a:xfrm>
              <a:off x="1406918" y="863041"/>
              <a:ext cx="38580" cy="44769"/>
            </a:xfrm>
            <a:prstGeom prst="rect">
              <a:avLst/>
            </a:prstGeom>
            <a:solidFill>
              <a:srgbClr val="EFF2F4"/>
            </a:solidFill>
            <a:ln w="2929">
              <a:solidFill>
                <a:srgbClr val="C6D4E2"/>
              </a:solidFill>
              <a:prstDash val="solid"/>
            </a:ln>
          </p:spPr>
        </p:sp>
        <p:sp>
          <p:nvSpPr>
            <p:cNvPr id="30" name="Input snapshot 0: source 30"/>
            <p:cNvSpPr/>
            <p:nvPr/>
          </p:nvSpPr>
          <p:spPr>
            <a:xfrm>
              <a:off x="1444620" y="863041"/>
              <a:ext cx="38580" cy="44769"/>
            </a:xfrm>
            <a:prstGeom prst="rect">
              <a:avLst/>
            </a:prstGeom>
            <a:solidFill>
              <a:srgbClr val="EFF2F4"/>
            </a:solidFill>
            <a:ln w="2929">
              <a:solidFill>
                <a:srgbClr val="C6D4E2"/>
              </a:solidFill>
              <a:prstDash val="solid"/>
            </a:ln>
          </p:spPr>
        </p:sp>
        <p:sp>
          <p:nvSpPr>
            <p:cNvPr id="31" name="Input snapshot 0: source 31"/>
            <p:cNvSpPr/>
            <p:nvPr/>
          </p:nvSpPr>
          <p:spPr>
            <a:xfrm>
              <a:off x="1482323" y="863041"/>
              <a:ext cx="38580" cy="44769"/>
            </a:xfrm>
            <a:prstGeom prst="rect">
              <a:avLst/>
            </a:prstGeom>
            <a:solidFill>
              <a:srgbClr val="EFF2F4"/>
            </a:solidFill>
            <a:ln w="2929">
              <a:solidFill>
                <a:srgbClr val="C6D4E2"/>
              </a:solidFill>
              <a:prstDash val="solid"/>
            </a:ln>
          </p:spPr>
        </p:sp>
        <p:sp>
          <p:nvSpPr>
            <p:cNvPr id="32" name="Input snapshot 0: source 32"/>
            <p:cNvSpPr/>
            <p:nvPr/>
          </p:nvSpPr>
          <p:spPr>
            <a:xfrm>
              <a:off x="1520026" y="863041"/>
              <a:ext cx="38580" cy="44769"/>
            </a:xfrm>
            <a:prstGeom prst="rect">
              <a:avLst/>
            </a:prstGeom>
            <a:solidFill>
              <a:srgbClr val="009E73"/>
            </a:solidFill>
            <a:ln w="2929">
              <a:solidFill>
                <a:srgbClr val="C6D4E2"/>
              </a:solidFill>
              <a:prstDash val="solid"/>
            </a:ln>
          </p:spPr>
        </p:sp>
        <p:sp>
          <p:nvSpPr>
            <p:cNvPr id="33" name="Input snapshot 0: source 33"/>
            <p:cNvSpPr/>
            <p:nvPr/>
          </p:nvSpPr>
          <p:spPr>
            <a:xfrm>
              <a:off x="1557728" y="863041"/>
              <a:ext cx="38580" cy="44769"/>
            </a:xfrm>
            <a:prstGeom prst="rect">
              <a:avLst/>
            </a:prstGeom>
            <a:solidFill>
              <a:srgbClr val="009E73"/>
            </a:solidFill>
            <a:ln w="2929">
              <a:solidFill>
                <a:srgbClr val="C6D4E2"/>
              </a:solidFill>
              <a:prstDash val="solid"/>
            </a:ln>
          </p:spPr>
        </p:sp>
        <p:sp>
          <p:nvSpPr>
            <p:cNvPr id="34" name="Input snapshot 0: source 34"/>
            <p:cNvSpPr/>
            <p:nvPr/>
          </p:nvSpPr>
          <p:spPr>
            <a:xfrm>
              <a:off x="1595431" y="863041"/>
              <a:ext cx="38580" cy="44769"/>
            </a:xfrm>
            <a:prstGeom prst="rect">
              <a:avLst/>
            </a:prstGeom>
            <a:solidFill>
              <a:srgbClr val="009E73"/>
            </a:solidFill>
            <a:ln w="2929">
              <a:solidFill>
                <a:srgbClr val="C6D4E2"/>
              </a:solidFill>
              <a:prstDash val="solid"/>
            </a:ln>
          </p:spPr>
        </p:sp>
        <p:sp>
          <p:nvSpPr>
            <p:cNvPr id="35" name="Input snapshot 0: source 35"/>
            <p:cNvSpPr/>
            <p:nvPr/>
          </p:nvSpPr>
          <p:spPr>
            <a:xfrm>
              <a:off x="1633133" y="863041"/>
              <a:ext cx="38580" cy="44769"/>
            </a:xfrm>
            <a:prstGeom prst="rect">
              <a:avLst/>
            </a:prstGeom>
            <a:solidFill>
              <a:srgbClr val="009E73"/>
            </a:solidFill>
            <a:ln w="2929">
              <a:solidFill>
                <a:srgbClr val="C6D4E2"/>
              </a:solidFill>
              <a:prstDash val="solid"/>
            </a:ln>
          </p:spPr>
        </p:sp>
        <p:sp>
          <p:nvSpPr>
            <p:cNvPr id="36" name="Input snapshot 0: source 36"/>
            <p:cNvSpPr/>
            <p:nvPr/>
          </p:nvSpPr>
          <p:spPr>
            <a:xfrm>
              <a:off x="1143000" y="906933"/>
              <a:ext cx="38580" cy="44769"/>
            </a:xfrm>
            <a:prstGeom prst="rect">
              <a:avLst/>
            </a:prstGeom>
            <a:solidFill>
              <a:srgbClr val="EFF2F4"/>
            </a:solidFill>
            <a:ln w="2929">
              <a:solidFill>
                <a:srgbClr val="C6D4E2"/>
              </a:solidFill>
              <a:prstDash val="solid"/>
            </a:ln>
          </p:spPr>
        </p:sp>
        <p:sp>
          <p:nvSpPr>
            <p:cNvPr id="37" name="Input snapshot 0: source 37"/>
            <p:cNvSpPr/>
            <p:nvPr/>
          </p:nvSpPr>
          <p:spPr>
            <a:xfrm>
              <a:off x="1180703" y="906933"/>
              <a:ext cx="38580" cy="44769"/>
            </a:xfrm>
            <a:prstGeom prst="rect">
              <a:avLst/>
            </a:prstGeom>
            <a:solidFill>
              <a:srgbClr val="EFF2F4"/>
            </a:solidFill>
            <a:ln w="2929">
              <a:solidFill>
                <a:srgbClr val="C6D4E2"/>
              </a:solidFill>
              <a:prstDash val="solid"/>
            </a:ln>
          </p:spPr>
        </p:sp>
        <p:sp>
          <p:nvSpPr>
            <p:cNvPr id="38" name="Input snapshot 0: source 38"/>
            <p:cNvSpPr/>
            <p:nvPr/>
          </p:nvSpPr>
          <p:spPr>
            <a:xfrm>
              <a:off x="1218405" y="906933"/>
              <a:ext cx="38580" cy="44769"/>
            </a:xfrm>
            <a:prstGeom prst="rect">
              <a:avLst/>
            </a:prstGeom>
            <a:solidFill>
              <a:srgbClr val="EFF2F4"/>
            </a:solidFill>
            <a:ln w="2929">
              <a:solidFill>
                <a:srgbClr val="C6D4E2"/>
              </a:solidFill>
              <a:prstDash val="solid"/>
            </a:ln>
          </p:spPr>
        </p:sp>
        <p:sp>
          <p:nvSpPr>
            <p:cNvPr id="39" name="Input snapshot 0: source 39"/>
            <p:cNvSpPr/>
            <p:nvPr/>
          </p:nvSpPr>
          <p:spPr>
            <a:xfrm>
              <a:off x="1256108" y="906933"/>
              <a:ext cx="38580" cy="44769"/>
            </a:xfrm>
            <a:prstGeom prst="rect">
              <a:avLst/>
            </a:prstGeom>
            <a:solidFill>
              <a:srgbClr val="EFF2F4"/>
            </a:solidFill>
            <a:ln w="2929">
              <a:solidFill>
                <a:srgbClr val="C6D4E2"/>
              </a:solidFill>
              <a:prstDash val="solid"/>
            </a:ln>
          </p:spPr>
        </p:sp>
        <p:sp>
          <p:nvSpPr>
            <p:cNvPr id="40" name="Input snapshot 0: source 40"/>
            <p:cNvSpPr/>
            <p:nvPr/>
          </p:nvSpPr>
          <p:spPr>
            <a:xfrm>
              <a:off x="1293810" y="906933"/>
              <a:ext cx="38580" cy="44769"/>
            </a:xfrm>
            <a:prstGeom prst="rect">
              <a:avLst/>
            </a:prstGeom>
            <a:solidFill>
              <a:srgbClr val="EFF2F4"/>
            </a:solidFill>
            <a:ln w="2929">
              <a:solidFill>
                <a:srgbClr val="C6D4E2"/>
              </a:solidFill>
              <a:prstDash val="solid"/>
            </a:ln>
          </p:spPr>
        </p:sp>
        <p:sp>
          <p:nvSpPr>
            <p:cNvPr id="41" name="Input snapshot 0: source 41"/>
            <p:cNvSpPr/>
            <p:nvPr/>
          </p:nvSpPr>
          <p:spPr>
            <a:xfrm>
              <a:off x="1331513" y="906933"/>
              <a:ext cx="38580" cy="44769"/>
            </a:xfrm>
            <a:prstGeom prst="rect">
              <a:avLst/>
            </a:prstGeom>
            <a:solidFill>
              <a:srgbClr val="B7BEC5"/>
            </a:solidFill>
            <a:ln w="2929">
              <a:solidFill>
                <a:srgbClr val="C6D4E2"/>
              </a:solidFill>
              <a:prstDash val="solid"/>
            </a:ln>
          </p:spPr>
        </p:sp>
        <p:sp>
          <p:nvSpPr>
            <p:cNvPr id="42" name="Input snapshot 0: source 42"/>
            <p:cNvSpPr/>
            <p:nvPr/>
          </p:nvSpPr>
          <p:spPr>
            <a:xfrm>
              <a:off x="1369215" y="906933"/>
              <a:ext cx="38580" cy="44769"/>
            </a:xfrm>
            <a:prstGeom prst="rect">
              <a:avLst/>
            </a:prstGeom>
            <a:solidFill>
              <a:srgbClr val="B7BEC5"/>
            </a:solidFill>
            <a:ln w="2929">
              <a:solidFill>
                <a:srgbClr val="C6D4E2"/>
              </a:solidFill>
              <a:prstDash val="solid"/>
            </a:ln>
          </p:spPr>
        </p:sp>
        <p:sp>
          <p:nvSpPr>
            <p:cNvPr id="43" name="Input snapshot 0: source 43"/>
            <p:cNvSpPr/>
            <p:nvPr/>
          </p:nvSpPr>
          <p:spPr>
            <a:xfrm>
              <a:off x="1406918" y="906933"/>
              <a:ext cx="38580" cy="44769"/>
            </a:xfrm>
            <a:prstGeom prst="rect">
              <a:avLst/>
            </a:prstGeom>
            <a:solidFill>
              <a:srgbClr val="B7BEC5"/>
            </a:solidFill>
            <a:ln w="2929">
              <a:solidFill>
                <a:srgbClr val="C6D4E2"/>
              </a:solidFill>
              <a:prstDash val="solid"/>
            </a:ln>
          </p:spPr>
        </p:sp>
        <p:sp>
          <p:nvSpPr>
            <p:cNvPr id="44" name="Input snapshot 0: source 44"/>
            <p:cNvSpPr/>
            <p:nvPr/>
          </p:nvSpPr>
          <p:spPr>
            <a:xfrm>
              <a:off x="1444620" y="906933"/>
              <a:ext cx="38580" cy="44769"/>
            </a:xfrm>
            <a:prstGeom prst="rect">
              <a:avLst/>
            </a:prstGeom>
            <a:solidFill>
              <a:srgbClr val="B7BEC5"/>
            </a:solidFill>
            <a:ln w="2929">
              <a:solidFill>
                <a:srgbClr val="C6D4E2"/>
              </a:solidFill>
              <a:prstDash val="solid"/>
            </a:ln>
          </p:spPr>
        </p:sp>
        <p:sp>
          <p:nvSpPr>
            <p:cNvPr id="45" name="Input snapshot 0: source 45"/>
            <p:cNvSpPr/>
            <p:nvPr/>
          </p:nvSpPr>
          <p:spPr>
            <a:xfrm>
              <a:off x="1482323" y="906933"/>
              <a:ext cx="38580" cy="44769"/>
            </a:xfrm>
            <a:prstGeom prst="rect">
              <a:avLst/>
            </a:prstGeom>
            <a:solidFill>
              <a:srgbClr val="B7BEC5"/>
            </a:solidFill>
            <a:ln w="2929">
              <a:solidFill>
                <a:srgbClr val="C6D4E2"/>
              </a:solidFill>
              <a:prstDash val="solid"/>
            </a:ln>
          </p:spPr>
        </p:sp>
        <p:sp>
          <p:nvSpPr>
            <p:cNvPr id="46" name="Input snapshot 0: source 46"/>
            <p:cNvSpPr/>
            <p:nvPr/>
          </p:nvSpPr>
          <p:spPr>
            <a:xfrm>
              <a:off x="1520026" y="906933"/>
              <a:ext cx="38580" cy="44769"/>
            </a:xfrm>
            <a:prstGeom prst="rect">
              <a:avLst/>
            </a:prstGeom>
            <a:solidFill>
              <a:srgbClr val="009E73"/>
            </a:solidFill>
            <a:ln w="2929">
              <a:solidFill>
                <a:srgbClr val="C6D4E2"/>
              </a:solidFill>
              <a:prstDash val="solid"/>
            </a:ln>
          </p:spPr>
        </p:sp>
        <p:sp>
          <p:nvSpPr>
            <p:cNvPr id="47" name="Input snapshot 0: source 47"/>
            <p:cNvSpPr/>
            <p:nvPr/>
          </p:nvSpPr>
          <p:spPr>
            <a:xfrm>
              <a:off x="1557728" y="906933"/>
              <a:ext cx="38580" cy="44769"/>
            </a:xfrm>
            <a:prstGeom prst="rect">
              <a:avLst/>
            </a:prstGeom>
            <a:solidFill>
              <a:srgbClr val="009E73"/>
            </a:solidFill>
            <a:ln w="2929">
              <a:solidFill>
                <a:srgbClr val="C6D4E2"/>
              </a:solidFill>
              <a:prstDash val="solid"/>
            </a:ln>
          </p:spPr>
        </p:sp>
        <p:sp>
          <p:nvSpPr>
            <p:cNvPr id="48" name="Input snapshot 0: source 48"/>
            <p:cNvSpPr/>
            <p:nvPr/>
          </p:nvSpPr>
          <p:spPr>
            <a:xfrm>
              <a:off x="1595431" y="906933"/>
              <a:ext cx="38580" cy="44769"/>
            </a:xfrm>
            <a:prstGeom prst="rect">
              <a:avLst/>
            </a:prstGeom>
            <a:solidFill>
              <a:srgbClr val="009E73"/>
            </a:solidFill>
            <a:ln w="2929">
              <a:solidFill>
                <a:srgbClr val="C6D4E2"/>
              </a:solidFill>
              <a:prstDash val="solid"/>
            </a:ln>
          </p:spPr>
        </p:sp>
        <p:sp>
          <p:nvSpPr>
            <p:cNvPr id="49" name="Input snapshot 0: source 49"/>
            <p:cNvSpPr/>
            <p:nvPr/>
          </p:nvSpPr>
          <p:spPr>
            <a:xfrm>
              <a:off x="1633133" y="906933"/>
              <a:ext cx="38580" cy="44769"/>
            </a:xfrm>
            <a:prstGeom prst="rect">
              <a:avLst/>
            </a:prstGeom>
            <a:solidFill>
              <a:srgbClr val="009E73"/>
            </a:solidFill>
            <a:ln w="2929">
              <a:solidFill>
                <a:srgbClr val="C6D4E2"/>
              </a:solidFill>
              <a:prstDash val="solid"/>
            </a:ln>
          </p:spPr>
        </p:sp>
        <p:sp>
          <p:nvSpPr>
            <p:cNvPr id="50" name="Input snapshot 0: source 50"/>
            <p:cNvSpPr/>
            <p:nvPr/>
          </p:nvSpPr>
          <p:spPr>
            <a:xfrm>
              <a:off x="1143000" y="950823"/>
              <a:ext cx="38580" cy="44769"/>
            </a:xfrm>
            <a:prstGeom prst="rect">
              <a:avLst/>
            </a:prstGeom>
            <a:solidFill>
              <a:srgbClr val="EFF2F4"/>
            </a:solidFill>
            <a:ln w="2929">
              <a:solidFill>
                <a:srgbClr val="C6D4E2"/>
              </a:solidFill>
              <a:prstDash val="solid"/>
            </a:ln>
          </p:spPr>
        </p:sp>
        <p:sp>
          <p:nvSpPr>
            <p:cNvPr id="51" name="Input snapshot 0: source 51"/>
            <p:cNvSpPr/>
            <p:nvPr/>
          </p:nvSpPr>
          <p:spPr>
            <a:xfrm>
              <a:off x="1180703" y="950823"/>
              <a:ext cx="38580" cy="44769"/>
            </a:xfrm>
            <a:prstGeom prst="rect">
              <a:avLst/>
            </a:prstGeom>
            <a:solidFill>
              <a:srgbClr val="EFF2F4"/>
            </a:solidFill>
            <a:ln w="2929">
              <a:solidFill>
                <a:srgbClr val="C6D4E2"/>
              </a:solidFill>
              <a:prstDash val="solid"/>
            </a:ln>
          </p:spPr>
        </p:sp>
        <p:sp>
          <p:nvSpPr>
            <p:cNvPr id="52" name="Input snapshot 0: source 52"/>
            <p:cNvSpPr/>
            <p:nvPr/>
          </p:nvSpPr>
          <p:spPr>
            <a:xfrm>
              <a:off x="1218405" y="950823"/>
              <a:ext cx="38580" cy="44769"/>
            </a:xfrm>
            <a:prstGeom prst="rect">
              <a:avLst/>
            </a:prstGeom>
            <a:solidFill>
              <a:srgbClr val="B7BEC5"/>
            </a:solidFill>
            <a:ln w="2929">
              <a:solidFill>
                <a:srgbClr val="C6D4E2"/>
              </a:solidFill>
              <a:prstDash val="solid"/>
            </a:ln>
          </p:spPr>
        </p:sp>
        <p:sp>
          <p:nvSpPr>
            <p:cNvPr id="53" name="Input snapshot 0: source 53"/>
            <p:cNvSpPr/>
            <p:nvPr/>
          </p:nvSpPr>
          <p:spPr>
            <a:xfrm>
              <a:off x="1256108" y="950823"/>
              <a:ext cx="38580" cy="44769"/>
            </a:xfrm>
            <a:prstGeom prst="rect">
              <a:avLst/>
            </a:prstGeom>
            <a:solidFill>
              <a:srgbClr val="B7BEC5"/>
            </a:solidFill>
            <a:ln w="2929">
              <a:solidFill>
                <a:srgbClr val="C6D4E2"/>
              </a:solidFill>
              <a:prstDash val="solid"/>
            </a:ln>
          </p:spPr>
        </p:sp>
        <p:sp>
          <p:nvSpPr>
            <p:cNvPr id="54" name="Input snapshot 0: source 54"/>
            <p:cNvSpPr/>
            <p:nvPr/>
          </p:nvSpPr>
          <p:spPr>
            <a:xfrm>
              <a:off x="1293810" y="950823"/>
              <a:ext cx="38580" cy="44769"/>
            </a:xfrm>
            <a:prstGeom prst="rect">
              <a:avLst/>
            </a:prstGeom>
            <a:solidFill>
              <a:srgbClr val="B7BEC5"/>
            </a:solidFill>
            <a:ln w="2929">
              <a:solidFill>
                <a:srgbClr val="C6D4E2"/>
              </a:solidFill>
              <a:prstDash val="solid"/>
            </a:ln>
          </p:spPr>
        </p:sp>
        <p:sp>
          <p:nvSpPr>
            <p:cNvPr id="55" name="Input snapshot 0: source 55"/>
            <p:cNvSpPr/>
            <p:nvPr/>
          </p:nvSpPr>
          <p:spPr>
            <a:xfrm>
              <a:off x="1331513" y="950823"/>
              <a:ext cx="38580" cy="44769"/>
            </a:xfrm>
            <a:prstGeom prst="rect">
              <a:avLst/>
            </a:prstGeom>
            <a:solidFill>
              <a:srgbClr val="B7BEC5"/>
            </a:solidFill>
            <a:ln w="2929">
              <a:solidFill>
                <a:srgbClr val="C6D4E2"/>
              </a:solidFill>
              <a:prstDash val="solid"/>
            </a:ln>
          </p:spPr>
        </p:sp>
        <p:sp>
          <p:nvSpPr>
            <p:cNvPr id="56" name="Input snapshot 0: source 56"/>
            <p:cNvSpPr/>
            <p:nvPr/>
          </p:nvSpPr>
          <p:spPr>
            <a:xfrm>
              <a:off x="1369215" y="950823"/>
              <a:ext cx="38580" cy="44769"/>
            </a:xfrm>
            <a:prstGeom prst="rect">
              <a:avLst/>
            </a:prstGeom>
            <a:solidFill>
              <a:srgbClr val="B7BEC5"/>
            </a:solidFill>
            <a:ln w="2929">
              <a:solidFill>
                <a:srgbClr val="C6D4E2"/>
              </a:solidFill>
              <a:prstDash val="solid"/>
            </a:ln>
          </p:spPr>
        </p:sp>
        <p:sp>
          <p:nvSpPr>
            <p:cNvPr id="57" name="Input snapshot 0: source 57"/>
            <p:cNvSpPr/>
            <p:nvPr/>
          </p:nvSpPr>
          <p:spPr>
            <a:xfrm>
              <a:off x="1406918" y="950823"/>
              <a:ext cx="38580" cy="44769"/>
            </a:xfrm>
            <a:prstGeom prst="rect">
              <a:avLst/>
            </a:prstGeom>
            <a:solidFill>
              <a:srgbClr val="B7BEC5"/>
            </a:solidFill>
            <a:ln w="2929">
              <a:solidFill>
                <a:srgbClr val="C6D4E2"/>
              </a:solidFill>
              <a:prstDash val="solid"/>
            </a:ln>
          </p:spPr>
        </p:sp>
        <p:sp>
          <p:nvSpPr>
            <p:cNvPr id="58" name="Input snapshot 0: source 58"/>
            <p:cNvSpPr/>
            <p:nvPr/>
          </p:nvSpPr>
          <p:spPr>
            <a:xfrm>
              <a:off x="1444620" y="950823"/>
              <a:ext cx="38580" cy="44769"/>
            </a:xfrm>
            <a:prstGeom prst="rect">
              <a:avLst/>
            </a:prstGeom>
            <a:solidFill>
              <a:srgbClr val="B7BEC5"/>
            </a:solidFill>
            <a:ln w="2929">
              <a:solidFill>
                <a:srgbClr val="C6D4E2"/>
              </a:solidFill>
              <a:prstDash val="solid"/>
            </a:ln>
          </p:spPr>
        </p:sp>
        <p:sp>
          <p:nvSpPr>
            <p:cNvPr id="59" name="Input snapshot 0: source 59"/>
            <p:cNvSpPr/>
            <p:nvPr/>
          </p:nvSpPr>
          <p:spPr>
            <a:xfrm>
              <a:off x="1482323" y="950823"/>
              <a:ext cx="38580" cy="44769"/>
            </a:xfrm>
            <a:prstGeom prst="rect">
              <a:avLst/>
            </a:prstGeom>
            <a:solidFill>
              <a:srgbClr val="B7BEC5"/>
            </a:solidFill>
            <a:ln w="2929">
              <a:solidFill>
                <a:srgbClr val="C6D4E2"/>
              </a:solidFill>
              <a:prstDash val="solid"/>
            </a:ln>
          </p:spPr>
        </p:sp>
        <p:sp>
          <p:nvSpPr>
            <p:cNvPr id="60" name="Input snapshot 0: source 60"/>
            <p:cNvSpPr/>
            <p:nvPr/>
          </p:nvSpPr>
          <p:spPr>
            <a:xfrm>
              <a:off x="1520026" y="950823"/>
              <a:ext cx="38580" cy="44769"/>
            </a:xfrm>
            <a:prstGeom prst="rect">
              <a:avLst/>
            </a:prstGeom>
            <a:solidFill>
              <a:srgbClr val="B7BEC5"/>
            </a:solidFill>
            <a:ln w="2929">
              <a:solidFill>
                <a:srgbClr val="C6D4E2"/>
              </a:solidFill>
              <a:prstDash val="solid"/>
            </a:ln>
          </p:spPr>
        </p:sp>
        <p:sp>
          <p:nvSpPr>
            <p:cNvPr id="61" name="Input snapshot 0: source 61"/>
            <p:cNvSpPr/>
            <p:nvPr/>
          </p:nvSpPr>
          <p:spPr>
            <a:xfrm>
              <a:off x="1557728" y="950823"/>
              <a:ext cx="38580" cy="44769"/>
            </a:xfrm>
            <a:prstGeom prst="rect">
              <a:avLst/>
            </a:prstGeom>
            <a:solidFill>
              <a:srgbClr val="EFF2F4"/>
            </a:solidFill>
            <a:ln w="2929">
              <a:solidFill>
                <a:srgbClr val="C6D4E2"/>
              </a:solidFill>
              <a:prstDash val="solid"/>
            </a:ln>
          </p:spPr>
        </p:sp>
        <p:sp>
          <p:nvSpPr>
            <p:cNvPr id="62" name="Input snapshot 0: source 62"/>
            <p:cNvSpPr/>
            <p:nvPr/>
          </p:nvSpPr>
          <p:spPr>
            <a:xfrm>
              <a:off x="1595431" y="950823"/>
              <a:ext cx="38580" cy="44769"/>
            </a:xfrm>
            <a:prstGeom prst="rect">
              <a:avLst/>
            </a:prstGeom>
            <a:solidFill>
              <a:srgbClr val="EFF2F4"/>
            </a:solidFill>
            <a:ln w="2929">
              <a:solidFill>
                <a:srgbClr val="C6D4E2"/>
              </a:solidFill>
              <a:prstDash val="solid"/>
            </a:ln>
          </p:spPr>
        </p:sp>
        <p:sp>
          <p:nvSpPr>
            <p:cNvPr id="63" name="Input snapshot 0: source 63"/>
            <p:cNvSpPr/>
            <p:nvPr/>
          </p:nvSpPr>
          <p:spPr>
            <a:xfrm>
              <a:off x="1633133" y="950823"/>
              <a:ext cx="38580" cy="44769"/>
            </a:xfrm>
            <a:prstGeom prst="rect">
              <a:avLst/>
            </a:prstGeom>
            <a:solidFill>
              <a:srgbClr val="EFF2F4"/>
            </a:solidFill>
            <a:ln w="2929">
              <a:solidFill>
                <a:srgbClr val="C6D4E2"/>
              </a:solidFill>
              <a:prstDash val="solid"/>
            </a:ln>
          </p:spPr>
        </p:sp>
        <p:sp>
          <p:nvSpPr>
            <p:cNvPr id="64" name="Input snapshot 0: source 64"/>
            <p:cNvSpPr/>
            <p:nvPr/>
          </p:nvSpPr>
          <p:spPr>
            <a:xfrm>
              <a:off x="1143000" y="994715"/>
              <a:ext cx="38580" cy="44769"/>
            </a:xfrm>
            <a:prstGeom prst="rect">
              <a:avLst/>
            </a:prstGeom>
            <a:solidFill>
              <a:srgbClr val="EFF2F4"/>
            </a:solidFill>
            <a:ln w="2929">
              <a:solidFill>
                <a:srgbClr val="C6D4E2"/>
              </a:solidFill>
              <a:prstDash val="solid"/>
            </a:ln>
          </p:spPr>
        </p:sp>
        <p:sp>
          <p:nvSpPr>
            <p:cNvPr id="65" name="Input snapshot 0: source 65"/>
            <p:cNvSpPr/>
            <p:nvPr/>
          </p:nvSpPr>
          <p:spPr>
            <a:xfrm>
              <a:off x="1180703" y="994715"/>
              <a:ext cx="38580" cy="44769"/>
            </a:xfrm>
            <a:prstGeom prst="rect">
              <a:avLst/>
            </a:prstGeom>
            <a:solidFill>
              <a:srgbClr val="B7BEC5"/>
            </a:solidFill>
            <a:ln w="2929">
              <a:solidFill>
                <a:srgbClr val="C6D4E2"/>
              </a:solidFill>
              <a:prstDash val="solid"/>
            </a:ln>
          </p:spPr>
        </p:sp>
        <p:sp>
          <p:nvSpPr>
            <p:cNvPr id="66" name="Input snapshot 0: source 66"/>
            <p:cNvSpPr/>
            <p:nvPr/>
          </p:nvSpPr>
          <p:spPr>
            <a:xfrm>
              <a:off x="1218405" y="994715"/>
              <a:ext cx="38580" cy="44769"/>
            </a:xfrm>
            <a:prstGeom prst="rect">
              <a:avLst/>
            </a:prstGeom>
            <a:solidFill>
              <a:srgbClr val="B7BEC5"/>
            </a:solidFill>
            <a:ln w="2929">
              <a:solidFill>
                <a:srgbClr val="C6D4E2"/>
              </a:solidFill>
              <a:prstDash val="solid"/>
            </a:ln>
          </p:spPr>
        </p:sp>
        <p:sp>
          <p:nvSpPr>
            <p:cNvPr id="67" name="Input snapshot 0: source 67"/>
            <p:cNvSpPr/>
            <p:nvPr/>
          </p:nvSpPr>
          <p:spPr>
            <a:xfrm>
              <a:off x="1256108" y="994715"/>
              <a:ext cx="38580" cy="44769"/>
            </a:xfrm>
            <a:prstGeom prst="rect">
              <a:avLst/>
            </a:prstGeom>
            <a:solidFill>
              <a:srgbClr val="B7BEC5"/>
            </a:solidFill>
            <a:ln w="2929">
              <a:solidFill>
                <a:srgbClr val="C6D4E2"/>
              </a:solidFill>
              <a:prstDash val="solid"/>
            </a:ln>
          </p:spPr>
        </p:sp>
        <p:sp>
          <p:nvSpPr>
            <p:cNvPr id="68" name="Input snapshot 0: source 68"/>
            <p:cNvSpPr/>
            <p:nvPr/>
          </p:nvSpPr>
          <p:spPr>
            <a:xfrm>
              <a:off x="1293810" y="994715"/>
              <a:ext cx="38580" cy="44769"/>
            </a:xfrm>
            <a:prstGeom prst="rect">
              <a:avLst/>
            </a:prstGeom>
            <a:solidFill>
              <a:srgbClr val="B7BEC5"/>
            </a:solidFill>
            <a:ln w="2929">
              <a:solidFill>
                <a:srgbClr val="C6D4E2"/>
              </a:solidFill>
              <a:prstDash val="solid"/>
            </a:ln>
          </p:spPr>
        </p:sp>
        <p:sp>
          <p:nvSpPr>
            <p:cNvPr id="69" name="Input snapshot 0: source 69"/>
            <p:cNvSpPr/>
            <p:nvPr/>
          </p:nvSpPr>
          <p:spPr>
            <a:xfrm>
              <a:off x="1331513" y="994715"/>
              <a:ext cx="38580" cy="44769"/>
            </a:xfrm>
            <a:prstGeom prst="rect">
              <a:avLst/>
            </a:prstGeom>
            <a:solidFill>
              <a:srgbClr val="B7BEC5"/>
            </a:solidFill>
            <a:ln w="2929">
              <a:solidFill>
                <a:srgbClr val="C6D4E2"/>
              </a:solidFill>
              <a:prstDash val="solid"/>
            </a:ln>
          </p:spPr>
        </p:sp>
        <p:sp>
          <p:nvSpPr>
            <p:cNvPr id="70" name="Input snapshot 0: source 70"/>
            <p:cNvSpPr/>
            <p:nvPr/>
          </p:nvSpPr>
          <p:spPr>
            <a:xfrm>
              <a:off x="1369215" y="994715"/>
              <a:ext cx="38580" cy="44769"/>
            </a:xfrm>
            <a:prstGeom prst="rect">
              <a:avLst/>
            </a:prstGeom>
            <a:solidFill>
              <a:srgbClr val="B7BEC5"/>
            </a:solidFill>
            <a:ln w="2929">
              <a:solidFill>
                <a:srgbClr val="C6D4E2"/>
              </a:solidFill>
              <a:prstDash val="solid"/>
            </a:ln>
          </p:spPr>
        </p:sp>
        <p:sp>
          <p:nvSpPr>
            <p:cNvPr id="71" name="Input snapshot 0: source 71"/>
            <p:cNvSpPr/>
            <p:nvPr/>
          </p:nvSpPr>
          <p:spPr>
            <a:xfrm>
              <a:off x="1406918" y="994715"/>
              <a:ext cx="38580" cy="44769"/>
            </a:xfrm>
            <a:prstGeom prst="rect">
              <a:avLst/>
            </a:prstGeom>
            <a:solidFill>
              <a:srgbClr val="D55E00"/>
            </a:solidFill>
            <a:ln w="2929">
              <a:solidFill>
                <a:srgbClr val="C6D4E2"/>
              </a:solidFill>
              <a:prstDash val="solid"/>
            </a:ln>
          </p:spPr>
        </p:sp>
        <p:sp>
          <p:nvSpPr>
            <p:cNvPr id="72" name="Input snapshot 0: source 72"/>
            <p:cNvSpPr/>
            <p:nvPr/>
          </p:nvSpPr>
          <p:spPr>
            <a:xfrm>
              <a:off x="1444620" y="994715"/>
              <a:ext cx="38580" cy="44769"/>
            </a:xfrm>
            <a:prstGeom prst="rect">
              <a:avLst/>
            </a:prstGeom>
            <a:solidFill>
              <a:srgbClr val="D55E00"/>
            </a:solidFill>
            <a:ln w="2929">
              <a:solidFill>
                <a:srgbClr val="C6D4E2"/>
              </a:solidFill>
              <a:prstDash val="solid"/>
            </a:ln>
          </p:spPr>
        </p:sp>
        <p:sp>
          <p:nvSpPr>
            <p:cNvPr id="73" name="Input snapshot 0: source 73"/>
            <p:cNvSpPr/>
            <p:nvPr/>
          </p:nvSpPr>
          <p:spPr>
            <a:xfrm>
              <a:off x="1482323" y="994715"/>
              <a:ext cx="38580" cy="44769"/>
            </a:xfrm>
            <a:prstGeom prst="rect">
              <a:avLst/>
            </a:prstGeom>
            <a:solidFill>
              <a:srgbClr val="D55E00"/>
            </a:solidFill>
            <a:ln w="2929">
              <a:solidFill>
                <a:srgbClr val="C6D4E2"/>
              </a:solidFill>
              <a:prstDash val="solid"/>
            </a:ln>
          </p:spPr>
        </p:sp>
        <p:sp>
          <p:nvSpPr>
            <p:cNvPr id="74" name="Input snapshot 0: source 74"/>
            <p:cNvSpPr/>
            <p:nvPr/>
          </p:nvSpPr>
          <p:spPr>
            <a:xfrm>
              <a:off x="1520026" y="994715"/>
              <a:ext cx="38580" cy="44769"/>
            </a:xfrm>
            <a:prstGeom prst="rect">
              <a:avLst/>
            </a:prstGeom>
            <a:solidFill>
              <a:srgbClr val="B7BEC5"/>
            </a:solidFill>
            <a:ln w="2929">
              <a:solidFill>
                <a:srgbClr val="C6D4E2"/>
              </a:solidFill>
              <a:prstDash val="solid"/>
            </a:ln>
          </p:spPr>
        </p:sp>
        <p:sp>
          <p:nvSpPr>
            <p:cNvPr id="75" name="Input snapshot 0: source 75"/>
            <p:cNvSpPr/>
            <p:nvPr/>
          </p:nvSpPr>
          <p:spPr>
            <a:xfrm>
              <a:off x="1557728" y="994715"/>
              <a:ext cx="38580" cy="44769"/>
            </a:xfrm>
            <a:prstGeom prst="rect">
              <a:avLst/>
            </a:prstGeom>
            <a:solidFill>
              <a:srgbClr val="EFF2F4"/>
            </a:solidFill>
            <a:ln w="2929">
              <a:solidFill>
                <a:srgbClr val="C6D4E2"/>
              </a:solidFill>
              <a:prstDash val="solid"/>
            </a:ln>
          </p:spPr>
        </p:sp>
        <p:sp>
          <p:nvSpPr>
            <p:cNvPr id="76" name="Input snapshot 0: source 76"/>
            <p:cNvSpPr/>
            <p:nvPr/>
          </p:nvSpPr>
          <p:spPr>
            <a:xfrm>
              <a:off x="1595431" y="994715"/>
              <a:ext cx="38580" cy="44769"/>
            </a:xfrm>
            <a:prstGeom prst="rect">
              <a:avLst/>
            </a:prstGeom>
            <a:solidFill>
              <a:srgbClr val="EFF2F4"/>
            </a:solidFill>
            <a:ln w="2929">
              <a:solidFill>
                <a:srgbClr val="C6D4E2"/>
              </a:solidFill>
              <a:prstDash val="solid"/>
            </a:ln>
          </p:spPr>
        </p:sp>
        <p:sp>
          <p:nvSpPr>
            <p:cNvPr id="77" name="Input snapshot 0: source 77"/>
            <p:cNvSpPr/>
            <p:nvPr/>
          </p:nvSpPr>
          <p:spPr>
            <a:xfrm>
              <a:off x="1633133" y="994715"/>
              <a:ext cx="38580" cy="44769"/>
            </a:xfrm>
            <a:prstGeom prst="rect">
              <a:avLst/>
            </a:prstGeom>
            <a:solidFill>
              <a:srgbClr val="EFF2F4"/>
            </a:solidFill>
            <a:ln w="2929">
              <a:solidFill>
                <a:srgbClr val="C6D4E2"/>
              </a:solidFill>
              <a:prstDash val="solid"/>
            </a:ln>
          </p:spPr>
        </p:sp>
        <p:sp>
          <p:nvSpPr>
            <p:cNvPr id="78" name="Input snapshot 0: source 78"/>
            <p:cNvSpPr/>
            <p:nvPr/>
          </p:nvSpPr>
          <p:spPr>
            <a:xfrm>
              <a:off x="1143000" y="1038606"/>
              <a:ext cx="38580" cy="44769"/>
            </a:xfrm>
            <a:prstGeom prst="rect">
              <a:avLst/>
            </a:prstGeom>
            <a:solidFill>
              <a:srgbClr val="EFF2F4"/>
            </a:solidFill>
            <a:ln w="2929">
              <a:solidFill>
                <a:srgbClr val="C6D4E2"/>
              </a:solidFill>
              <a:prstDash val="solid"/>
            </a:ln>
          </p:spPr>
        </p:sp>
        <p:sp>
          <p:nvSpPr>
            <p:cNvPr id="79" name="Input snapshot 0: source 79"/>
            <p:cNvSpPr/>
            <p:nvPr/>
          </p:nvSpPr>
          <p:spPr>
            <a:xfrm>
              <a:off x="1180703" y="1038606"/>
              <a:ext cx="38580" cy="44769"/>
            </a:xfrm>
            <a:prstGeom prst="rect">
              <a:avLst/>
            </a:prstGeom>
            <a:solidFill>
              <a:srgbClr val="B7BEC5"/>
            </a:solidFill>
            <a:ln w="2929">
              <a:solidFill>
                <a:srgbClr val="C6D4E2"/>
              </a:solidFill>
              <a:prstDash val="solid"/>
            </a:ln>
          </p:spPr>
        </p:sp>
        <p:sp>
          <p:nvSpPr>
            <p:cNvPr id="80" name="Input snapshot 0: source 80"/>
            <p:cNvSpPr/>
            <p:nvPr/>
          </p:nvSpPr>
          <p:spPr>
            <a:xfrm>
              <a:off x="1218405" y="1038606"/>
              <a:ext cx="38580" cy="44769"/>
            </a:xfrm>
            <a:prstGeom prst="rect">
              <a:avLst/>
            </a:prstGeom>
            <a:solidFill>
              <a:srgbClr val="B7BEC5"/>
            </a:solidFill>
            <a:ln w="2929">
              <a:solidFill>
                <a:srgbClr val="C6D4E2"/>
              </a:solidFill>
              <a:prstDash val="solid"/>
            </a:ln>
          </p:spPr>
        </p:sp>
        <p:sp>
          <p:nvSpPr>
            <p:cNvPr id="81" name="Input snapshot 0: source 81"/>
            <p:cNvSpPr/>
            <p:nvPr/>
          </p:nvSpPr>
          <p:spPr>
            <a:xfrm>
              <a:off x="1256108" y="1038606"/>
              <a:ext cx="38580" cy="44769"/>
            </a:xfrm>
            <a:prstGeom prst="rect">
              <a:avLst/>
            </a:prstGeom>
            <a:solidFill>
              <a:srgbClr val="B7BEC5"/>
            </a:solidFill>
            <a:ln w="2929">
              <a:solidFill>
                <a:srgbClr val="C6D4E2"/>
              </a:solidFill>
              <a:prstDash val="solid"/>
            </a:ln>
          </p:spPr>
        </p:sp>
        <p:sp>
          <p:nvSpPr>
            <p:cNvPr id="82" name="Input snapshot 0: source 82"/>
            <p:cNvSpPr/>
            <p:nvPr/>
          </p:nvSpPr>
          <p:spPr>
            <a:xfrm>
              <a:off x="1293810" y="1038606"/>
              <a:ext cx="38580" cy="44769"/>
            </a:xfrm>
            <a:prstGeom prst="rect">
              <a:avLst/>
            </a:prstGeom>
            <a:solidFill>
              <a:srgbClr val="B7BEC5"/>
            </a:solidFill>
            <a:ln w="2929">
              <a:solidFill>
                <a:srgbClr val="C6D4E2"/>
              </a:solidFill>
              <a:prstDash val="solid"/>
            </a:ln>
          </p:spPr>
        </p:sp>
        <p:sp>
          <p:nvSpPr>
            <p:cNvPr id="83" name="Input snapshot 0: source 83"/>
            <p:cNvSpPr/>
            <p:nvPr/>
          </p:nvSpPr>
          <p:spPr>
            <a:xfrm>
              <a:off x="1331513" y="1038606"/>
              <a:ext cx="38580" cy="44769"/>
            </a:xfrm>
            <a:prstGeom prst="rect">
              <a:avLst/>
            </a:prstGeom>
            <a:solidFill>
              <a:srgbClr val="B7BEC5"/>
            </a:solidFill>
            <a:ln w="2929">
              <a:solidFill>
                <a:srgbClr val="C6D4E2"/>
              </a:solidFill>
              <a:prstDash val="solid"/>
            </a:ln>
          </p:spPr>
        </p:sp>
        <p:sp>
          <p:nvSpPr>
            <p:cNvPr id="84" name="Input snapshot 0: source 84"/>
            <p:cNvSpPr/>
            <p:nvPr/>
          </p:nvSpPr>
          <p:spPr>
            <a:xfrm>
              <a:off x="1369215" y="1038606"/>
              <a:ext cx="38580" cy="44769"/>
            </a:xfrm>
            <a:prstGeom prst="rect">
              <a:avLst/>
            </a:prstGeom>
            <a:solidFill>
              <a:srgbClr val="B7BEC5"/>
            </a:solidFill>
            <a:ln w="2929">
              <a:solidFill>
                <a:srgbClr val="C6D4E2"/>
              </a:solidFill>
              <a:prstDash val="solid"/>
            </a:ln>
          </p:spPr>
        </p:sp>
        <p:sp>
          <p:nvSpPr>
            <p:cNvPr id="85" name="Input snapshot 0: source 85"/>
            <p:cNvSpPr/>
            <p:nvPr/>
          </p:nvSpPr>
          <p:spPr>
            <a:xfrm>
              <a:off x="1406918" y="1038606"/>
              <a:ext cx="38580" cy="44769"/>
            </a:xfrm>
            <a:prstGeom prst="rect">
              <a:avLst/>
            </a:prstGeom>
            <a:solidFill>
              <a:srgbClr val="D55E00"/>
            </a:solidFill>
            <a:ln w="2929">
              <a:solidFill>
                <a:srgbClr val="C6D4E2"/>
              </a:solidFill>
              <a:prstDash val="solid"/>
            </a:ln>
          </p:spPr>
        </p:sp>
        <p:sp>
          <p:nvSpPr>
            <p:cNvPr id="86" name="Input snapshot 0: source 86"/>
            <p:cNvSpPr/>
            <p:nvPr/>
          </p:nvSpPr>
          <p:spPr>
            <a:xfrm>
              <a:off x="1444620" y="1038606"/>
              <a:ext cx="38580" cy="44769"/>
            </a:xfrm>
            <a:prstGeom prst="rect">
              <a:avLst/>
            </a:prstGeom>
            <a:solidFill>
              <a:srgbClr val="D55E00"/>
            </a:solidFill>
            <a:ln w="2929">
              <a:solidFill>
                <a:srgbClr val="C6D4E2"/>
              </a:solidFill>
              <a:prstDash val="solid"/>
            </a:ln>
          </p:spPr>
        </p:sp>
        <p:sp>
          <p:nvSpPr>
            <p:cNvPr id="87" name="Input snapshot 0: source 87"/>
            <p:cNvSpPr/>
            <p:nvPr/>
          </p:nvSpPr>
          <p:spPr>
            <a:xfrm>
              <a:off x="1482323" y="1038606"/>
              <a:ext cx="38580" cy="44769"/>
            </a:xfrm>
            <a:prstGeom prst="rect">
              <a:avLst/>
            </a:prstGeom>
            <a:solidFill>
              <a:srgbClr val="D55E00"/>
            </a:solidFill>
            <a:ln w="2929">
              <a:solidFill>
                <a:srgbClr val="C6D4E2"/>
              </a:solidFill>
              <a:prstDash val="solid"/>
            </a:ln>
          </p:spPr>
        </p:sp>
        <p:sp>
          <p:nvSpPr>
            <p:cNvPr id="88" name="Input snapshot 0: source 88"/>
            <p:cNvSpPr/>
            <p:nvPr/>
          </p:nvSpPr>
          <p:spPr>
            <a:xfrm>
              <a:off x="1520026" y="1038606"/>
              <a:ext cx="38580" cy="44769"/>
            </a:xfrm>
            <a:prstGeom prst="rect">
              <a:avLst/>
            </a:prstGeom>
            <a:solidFill>
              <a:srgbClr val="B7BEC5"/>
            </a:solidFill>
            <a:ln w="2929">
              <a:solidFill>
                <a:srgbClr val="C6D4E2"/>
              </a:solidFill>
              <a:prstDash val="solid"/>
            </a:ln>
          </p:spPr>
        </p:sp>
        <p:sp>
          <p:nvSpPr>
            <p:cNvPr id="89" name="Input snapshot 0: source 89"/>
            <p:cNvSpPr/>
            <p:nvPr/>
          </p:nvSpPr>
          <p:spPr>
            <a:xfrm>
              <a:off x="1557728" y="1038606"/>
              <a:ext cx="38580" cy="44769"/>
            </a:xfrm>
            <a:prstGeom prst="rect">
              <a:avLst/>
            </a:prstGeom>
            <a:solidFill>
              <a:srgbClr val="EFF2F4"/>
            </a:solidFill>
            <a:ln w="2929">
              <a:solidFill>
                <a:srgbClr val="C6D4E2"/>
              </a:solidFill>
              <a:prstDash val="solid"/>
            </a:ln>
          </p:spPr>
        </p:sp>
        <p:sp>
          <p:nvSpPr>
            <p:cNvPr id="90" name="Input snapshot 0: source 90"/>
            <p:cNvSpPr/>
            <p:nvPr/>
          </p:nvSpPr>
          <p:spPr>
            <a:xfrm>
              <a:off x="1595431" y="1038606"/>
              <a:ext cx="38580" cy="44769"/>
            </a:xfrm>
            <a:prstGeom prst="rect">
              <a:avLst/>
            </a:prstGeom>
            <a:solidFill>
              <a:srgbClr val="EFF2F4"/>
            </a:solidFill>
            <a:ln w="2929">
              <a:solidFill>
                <a:srgbClr val="C6D4E2"/>
              </a:solidFill>
              <a:prstDash val="solid"/>
            </a:ln>
          </p:spPr>
        </p:sp>
        <p:sp>
          <p:nvSpPr>
            <p:cNvPr id="91" name="Input snapshot 0: source 91"/>
            <p:cNvSpPr/>
            <p:nvPr/>
          </p:nvSpPr>
          <p:spPr>
            <a:xfrm>
              <a:off x="1633133" y="1038606"/>
              <a:ext cx="38580" cy="44769"/>
            </a:xfrm>
            <a:prstGeom prst="rect">
              <a:avLst/>
            </a:prstGeom>
            <a:solidFill>
              <a:srgbClr val="EFF2F4"/>
            </a:solidFill>
            <a:ln w="2929">
              <a:solidFill>
                <a:srgbClr val="C6D4E2"/>
              </a:solidFill>
              <a:prstDash val="solid"/>
            </a:ln>
          </p:spPr>
        </p:sp>
        <p:sp>
          <p:nvSpPr>
            <p:cNvPr id="92" name="Input snapshot 0: source 92"/>
            <p:cNvSpPr/>
            <p:nvPr/>
          </p:nvSpPr>
          <p:spPr>
            <a:xfrm>
              <a:off x="1143000" y="1082497"/>
              <a:ext cx="38580" cy="44769"/>
            </a:xfrm>
            <a:prstGeom prst="rect">
              <a:avLst/>
            </a:prstGeom>
            <a:solidFill>
              <a:srgbClr val="EFF2F4"/>
            </a:solidFill>
            <a:ln w="2929">
              <a:solidFill>
                <a:srgbClr val="C6D4E2"/>
              </a:solidFill>
              <a:prstDash val="solid"/>
            </a:ln>
          </p:spPr>
        </p:sp>
        <p:sp>
          <p:nvSpPr>
            <p:cNvPr id="93" name="Input snapshot 0: source 93"/>
            <p:cNvSpPr/>
            <p:nvPr/>
          </p:nvSpPr>
          <p:spPr>
            <a:xfrm>
              <a:off x="1180703" y="1082497"/>
              <a:ext cx="38580" cy="44769"/>
            </a:xfrm>
            <a:prstGeom prst="rect">
              <a:avLst/>
            </a:prstGeom>
            <a:solidFill>
              <a:srgbClr val="0072B2"/>
            </a:solidFill>
            <a:ln w="2929">
              <a:solidFill>
                <a:srgbClr val="C6D4E2"/>
              </a:solidFill>
              <a:prstDash val="solid"/>
            </a:ln>
          </p:spPr>
        </p:sp>
        <p:sp>
          <p:nvSpPr>
            <p:cNvPr id="94" name="Input snapshot 0: source 94"/>
            <p:cNvSpPr/>
            <p:nvPr/>
          </p:nvSpPr>
          <p:spPr>
            <a:xfrm>
              <a:off x="1218405" y="1082497"/>
              <a:ext cx="38580" cy="44769"/>
            </a:xfrm>
            <a:prstGeom prst="rect">
              <a:avLst/>
            </a:prstGeom>
            <a:solidFill>
              <a:srgbClr val="0072B2"/>
            </a:solidFill>
            <a:ln w="2929">
              <a:solidFill>
                <a:srgbClr val="C6D4E2"/>
              </a:solidFill>
              <a:prstDash val="solid"/>
            </a:ln>
          </p:spPr>
        </p:sp>
        <p:sp>
          <p:nvSpPr>
            <p:cNvPr id="95" name="Input snapshot 0: source 95"/>
            <p:cNvSpPr/>
            <p:nvPr/>
          </p:nvSpPr>
          <p:spPr>
            <a:xfrm>
              <a:off x="1256108" y="1082497"/>
              <a:ext cx="38580" cy="44769"/>
            </a:xfrm>
            <a:prstGeom prst="rect">
              <a:avLst/>
            </a:prstGeom>
            <a:solidFill>
              <a:srgbClr val="0072B2"/>
            </a:solidFill>
            <a:ln w="2929">
              <a:solidFill>
                <a:srgbClr val="C6D4E2"/>
              </a:solidFill>
              <a:prstDash val="solid"/>
            </a:ln>
          </p:spPr>
        </p:sp>
        <p:sp>
          <p:nvSpPr>
            <p:cNvPr id="96" name="Input snapshot 0: source 96"/>
            <p:cNvSpPr/>
            <p:nvPr/>
          </p:nvSpPr>
          <p:spPr>
            <a:xfrm>
              <a:off x="1293810" y="1082497"/>
              <a:ext cx="38580" cy="44769"/>
            </a:xfrm>
            <a:prstGeom prst="rect">
              <a:avLst/>
            </a:prstGeom>
            <a:solidFill>
              <a:srgbClr val="0072B2"/>
            </a:solidFill>
            <a:ln w="2929">
              <a:solidFill>
                <a:srgbClr val="C6D4E2"/>
              </a:solidFill>
              <a:prstDash val="solid"/>
            </a:ln>
          </p:spPr>
        </p:sp>
        <p:sp>
          <p:nvSpPr>
            <p:cNvPr id="97" name="Input snapshot 0: source 97"/>
            <p:cNvSpPr/>
            <p:nvPr/>
          </p:nvSpPr>
          <p:spPr>
            <a:xfrm>
              <a:off x="1331513" y="1082497"/>
              <a:ext cx="38580" cy="44769"/>
            </a:xfrm>
            <a:prstGeom prst="rect">
              <a:avLst/>
            </a:prstGeom>
            <a:solidFill>
              <a:srgbClr val="B7BEC5"/>
            </a:solidFill>
            <a:ln w="2929">
              <a:solidFill>
                <a:srgbClr val="C6D4E2"/>
              </a:solidFill>
              <a:prstDash val="solid"/>
            </a:ln>
          </p:spPr>
        </p:sp>
        <p:sp>
          <p:nvSpPr>
            <p:cNvPr id="98" name="Input snapshot 0: source 98"/>
            <p:cNvSpPr/>
            <p:nvPr/>
          </p:nvSpPr>
          <p:spPr>
            <a:xfrm>
              <a:off x="1369215" y="1082497"/>
              <a:ext cx="38580" cy="44769"/>
            </a:xfrm>
            <a:prstGeom prst="rect">
              <a:avLst/>
            </a:prstGeom>
            <a:solidFill>
              <a:srgbClr val="B7BEC5"/>
            </a:solidFill>
            <a:ln w="2929">
              <a:solidFill>
                <a:srgbClr val="C6D4E2"/>
              </a:solidFill>
              <a:prstDash val="solid"/>
            </a:ln>
          </p:spPr>
        </p:sp>
        <p:sp>
          <p:nvSpPr>
            <p:cNvPr id="99" name="Input snapshot 0: source 99"/>
            <p:cNvSpPr/>
            <p:nvPr/>
          </p:nvSpPr>
          <p:spPr>
            <a:xfrm>
              <a:off x="1406918" y="1082497"/>
              <a:ext cx="38580" cy="44769"/>
            </a:xfrm>
            <a:prstGeom prst="rect">
              <a:avLst/>
            </a:prstGeom>
            <a:solidFill>
              <a:srgbClr val="D55E00"/>
            </a:solidFill>
            <a:ln w="2929">
              <a:solidFill>
                <a:srgbClr val="C6D4E2"/>
              </a:solidFill>
              <a:prstDash val="solid"/>
            </a:ln>
          </p:spPr>
        </p:sp>
        <p:sp>
          <p:nvSpPr>
            <p:cNvPr id="100" name="Input snapshot 0: source 100"/>
            <p:cNvSpPr/>
            <p:nvPr/>
          </p:nvSpPr>
          <p:spPr>
            <a:xfrm>
              <a:off x="1444620" y="1082497"/>
              <a:ext cx="38580" cy="44769"/>
            </a:xfrm>
            <a:prstGeom prst="rect">
              <a:avLst/>
            </a:prstGeom>
            <a:solidFill>
              <a:srgbClr val="D55E00"/>
            </a:solidFill>
            <a:ln w="2929">
              <a:solidFill>
                <a:srgbClr val="C6D4E2"/>
              </a:solidFill>
              <a:prstDash val="solid"/>
            </a:ln>
          </p:spPr>
        </p:sp>
        <p:sp>
          <p:nvSpPr>
            <p:cNvPr id="101" name="Input snapshot 0: source 101"/>
            <p:cNvSpPr/>
            <p:nvPr/>
          </p:nvSpPr>
          <p:spPr>
            <a:xfrm>
              <a:off x="1482323" y="1082497"/>
              <a:ext cx="38580" cy="44769"/>
            </a:xfrm>
            <a:prstGeom prst="rect">
              <a:avLst/>
            </a:prstGeom>
            <a:solidFill>
              <a:srgbClr val="D55E00"/>
            </a:solidFill>
            <a:ln w="2929">
              <a:solidFill>
                <a:srgbClr val="C6D4E2"/>
              </a:solidFill>
              <a:prstDash val="solid"/>
            </a:ln>
          </p:spPr>
        </p:sp>
        <p:sp>
          <p:nvSpPr>
            <p:cNvPr id="102" name="Input snapshot 0: source 102"/>
            <p:cNvSpPr/>
            <p:nvPr/>
          </p:nvSpPr>
          <p:spPr>
            <a:xfrm>
              <a:off x="1520026" y="1082497"/>
              <a:ext cx="38580" cy="44769"/>
            </a:xfrm>
            <a:prstGeom prst="rect">
              <a:avLst/>
            </a:prstGeom>
            <a:solidFill>
              <a:srgbClr val="B7BEC5"/>
            </a:solidFill>
            <a:ln w="2929">
              <a:solidFill>
                <a:srgbClr val="C6D4E2"/>
              </a:solidFill>
              <a:prstDash val="solid"/>
            </a:ln>
          </p:spPr>
        </p:sp>
        <p:sp>
          <p:nvSpPr>
            <p:cNvPr id="103" name="Input snapshot 0: source 103"/>
            <p:cNvSpPr/>
            <p:nvPr/>
          </p:nvSpPr>
          <p:spPr>
            <a:xfrm>
              <a:off x="1557728" y="1082497"/>
              <a:ext cx="38580" cy="44769"/>
            </a:xfrm>
            <a:prstGeom prst="rect">
              <a:avLst/>
            </a:prstGeom>
            <a:solidFill>
              <a:srgbClr val="EFF2F4"/>
            </a:solidFill>
            <a:ln w="2929">
              <a:solidFill>
                <a:srgbClr val="C6D4E2"/>
              </a:solidFill>
              <a:prstDash val="solid"/>
            </a:ln>
          </p:spPr>
        </p:sp>
        <p:sp>
          <p:nvSpPr>
            <p:cNvPr id="104" name="Input snapshot 0: source 104"/>
            <p:cNvSpPr/>
            <p:nvPr/>
          </p:nvSpPr>
          <p:spPr>
            <a:xfrm>
              <a:off x="1595431" y="1082497"/>
              <a:ext cx="38580" cy="44769"/>
            </a:xfrm>
            <a:prstGeom prst="rect">
              <a:avLst/>
            </a:prstGeom>
            <a:solidFill>
              <a:srgbClr val="EFF2F4"/>
            </a:solidFill>
            <a:ln w="2929">
              <a:solidFill>
                <a:srgbClr val="C6D4E2"/>
              </a:solidFill>
              <a:prstDash val="solid"/>
            </a:ln>
          </p:spPr>
        </p:sp>
        <p:sp>
          <p:nvSpPr>
            <p:cNvPr id="105" name="Input snapshot 0: source 105"/>
            <p:cNvSpPr/>
            <p:nvPr/>
          </p:nvSpPr>
          <p:spPr>
            <a:xfrm>
              <a:off x="1633133" y="1082497"/>
              <a:ext cx="38580" cy="44769"/>
            </a:xfrm>
            <a:prstGeom prst="rect">
              <a:avLst/>
            </a:prstGeom>
            <a:solidFill>
              <a:srgbClr val="EFF2F4"/>
            </a:solidFill>
            <a:ln w="2929">
              <a:solidFill>
                <a:srgbClr val="C6D4E2"/>
              </a:solidFill>
              <a:prstDash val="solid"/>
            </a:ln>
          </p:spPr>
        </p:sp>
        <p:sp>
          <p:nvSpPr>
            <p:cNvPr id="106" name="Input snapshot 0: source 106"/>
            <p:cNvSpPr/>
            <p:nvPr/>
          </p:nvSpPr>
          <p:spPr>
            <a:xfrm>
              <a:off x="1143000" y="1126389"/>
              <a:ext cx="38580" cy="44769"/>
            </a:xfrm>
            <a:prstGeom prst="rect">
              <a:avLst/>
            </a:prstGeom>
            <a:solidFill>
              <a:srgbClr val="0072B2"/>
            </a:solidFill>
            <a:ln w="2929">
              <a:solidFill>
                <a:srgbClr val="C6D4E2"/>
              </a:solidFill>
              <a:prstDash val="solid"/>
            </a:ln>
          </p:spPr>
        </p:sp>
        <p:sp>
          <p:nvSpPr>
            <p:cNvPr id="107" name="Input snapshot 0: source 107"/>
            <p:cNvSpPr/>
            <p:nvPr/>
          </p:nvSpPr>
          <p:spPr>
            <a:xfrm>
              <a:off x="1180703" y="1126389"/>
              <a:ext cx="38580" cy="44769"/>
            </a:xfrm>
            <a:prstGeom prst="rect">
              <a:avLst/>
            </a:prstGeom>
            <a:solidFill>
              <a:srgbClr val="0072B2"/>
            </a:solidFill>
            <a:ln w="2929">
              <a:solidFill>
                <a:srgbClr val="C6D4E2"/>
              </a:solidFill>
              <a:prstDash val="solid"/>
            </a:ln>
          </p:spPr>
        </p:sp>
        <p:sp>
          <p:nvSpPr>
            <p:cNvPr id="108" name="Input snapshot 0: source 108"/>
            <p:cNvSpPr/>
            <p:nvPr/>
          </p:nvSpPr>
          <p:spPr>
            <a:xfrm>
              <a:off x="1218405" y="1126389"/>
              <a:ext cx="38580" cy="44769"/>
            </a:xfrm>
            <a:prstGeom prst="rect">
              <a:avLst/>
            </a:prstGeom>
            <a:solidFill>
              <a:srgbClr val="0072B2"/>
            </a:solidFill>
            <a:ln w="2929">
              <a:solidFill>
                <a:srgbClr val="C6D4E2"/>
              </a:solidFill>
              <a:prstDash val="solid"/>
            </a:ln>
          </p:spPr>
        </p:sp>
        <p:sp>
          <p:nvSpPr>
            <p:cNvPr id="109" name="Input snapshot 0: source 109"/>
            <p:cNvSpPr/>
            <p:nvPr/>
          </p:nvSpPr>
          <p:spPr>
            <a:xfrm>
              <a:off x="1256108" y="1126389"/>
              <a:ext cx="38580" cy="44769"/>
            </a:xfrm>
            <a:prstGeom prst="rect">
              <a:avLst/>
            </a:prstGeom>
            <a:solidFill>
              <a:srgbClr val="0072B2"/>
            </a:solidFill>
            <a:ln w="2929">
              <a:solidFill>
                <a:srgbClr val="C6D4E2"/>
              </a:solidFill>
              <a:prstDash val="solid"/>
            </a:ln>
          </p:spPr>
        </p:sp>
        <p:sp>
          <p:nvSpPr>
            <p:cNvPr id="110" name="Input snapshot 0: source 110"/>
            <p:cNvSpPr/>
            <p:nvPr/>
          </p:nvSpPr>
          <p:spPr>
            <a:xfrm>
              <a:off x="1293810" y="1126389"/>
              <a:ext cx="38580" cy="44769"/>
            </a:xfrm>
            <a:prstGeom prst="rect">
              <a:avLst/>
            </a:prstGeom>
            <a:solidFill>
              <a:srgbClr val="0072B2"/>
            </a:solidFill>
            <a:ln w="2929">
              <a:solidFill>
                <a:srgbClr val="C6D4E2"/>
              </a:solidFill>
              <a:prstDash val="solid"/>
            </a:ln>
          </p:spPr>
        </p:sp>
        <p:sp>
          <p:nvSpPr>
            <p:cNvPr id="111" name="Input snapshot 0: source 111"/>
            <p:cNvSpPr/>
            <p:nvPr/>
          </p:nvSpPr>
          <p:spPr>
            <a:xfrm>
              <a:off x="1331513" y="1126389"/>
              <a:ext cx="38580" cy="44769"/>
            </a:xfrm>
            <a:prstGeom prst="rect">
              <a:avLst/>
            </a:prstGeom>
            <a:solidFill>
              <a:srgbClr val="B7BEC5"/>
            </a:solidFill>
            <a:ln w="2929">
              <a:solidFill>
                <a:srgbClr val="C6D4E2"/>
              </a:solidFill>
              <a:prstDash val="solid"/>
            </a:ln>
          </p:spPr>
        </p:sp>
        <p:sp>
          <p:nvSpPr>
            <p:cNvPr id="112" name="Input snapshot 0: source 112"/>
            <p:cNvSpPr/>
            <p:nvPr/>
          </p:nvSpPr>
          <p:spPr>
            <a:xfrm>
              <a:off x="1369215" y="1126389"/>
              <a:ext cx="38580" cy="44769"/>
            </a:xfrm>
            <a:prstGeom prst="rect">
              <a:avLst/>
            </a:prstGeom>
            <a:solidFill>
              <a:srgbClr val="B7BEC5"/>
            </a:solidFill>
            <a:ln w="2929">
              <a:solidFill>
                <a:srgbClr val="C6D4E2"/>
              </a:solidFill>
              <a:prstDash val="solid"/>
            </a:ln>
          </p:spPr>
        </p:sp>
        <p:sp>
          <p:nvSpPr>
            <p:cNvPr id="113" name="Input snapshot 0: source 113"/>
            <p:cNvSpPr/>
            <p:nvPr/>
          </p:nvSpPr>
          <p:spPr>
            <a:xfrm>
              <a:off x="1406918" y="1126389"/>
              <a:ext cx="38580" cy="44769"/>
            </a:xfrm>
            <a:prstGeom prst="rect">
              <a:avLst/>
            </a:prstGeom>
            <a:solidFill>
              <a:srgbClr val="B7BEC5"/>
            </a:solidFill>
            <a:ln w="2929">
              <a:solidFill>
                <a:srgbClr val="C6D4E2"/>
              </a:solidFill>
              <a:prstDash val="solid"/>
            </a:ln>
          </p:spPr>
        </p:sp>
        <p:sp>
          <p:nvSpPr>
            <p:cNvPr id="114" name="Input snapshot 0: source 114"/>
            <p:cNvSpPr/>
            <p:nvPr/>
          </p:nvSpPr>
          <p:spPr>
            <a:xfrm>
              <a:off x="1444620" y="1126389"/>
              <a:ext cx="38580" cy="44769"/>
            </a:xfrm>
            <a:prstGeom prst="rect">
              <a:avLst/>
            </a:prstGeom>
            <a:solidFill>
              <a:srgbClr val="B7BEC5"/>
            </a:solidFill>
            <a:ln w="2929">
              <a:solidFill>
                <a:srgbClr val="C6D4E2"/>
              </a:solidFill>
              <a:prstDash val="solid"/>
            </a:ln>
          </p:spPr>
        </p:sp>
        <p:sp>
          <p:nvSpPr>
            <p:cNvPr id="115" name="Input snapshot 0: source 115"/>
            <p:cNvSpPr/>
            <p:nvPr/>
          </p:nvSpPr>
          <p:spPr>
            <a:xfrm>
              <a:off x="1482323" y="1126389"/>
              <a:ext cx="38580" cy="44769"/>
            </a:xfrm>
            <a:prstGeom prst="rect">
              <a:avLst/>
            </a:prstGeom>
            <a:solidFill>
              <a:srgbClr val="B7BEC5"/>
            </a:solidFill>
            <a:ln w="2929">
              <a:solidFill>
                <a:srgbClr val="C6D4E2"/>
              </a:solidFill>
              <a:prstDash val="solid"/>
            </a:ln>
          </p:spPr>
        </p:sp>
        <p:sp>
          <p:nvSpPr>
            <p:cNvPr id="116" name="Input snapshot 0: source 116"/>
            <p:cNvSpPr/>
            <p:nvPr/>
          </p:nvSpPr>
          <p:spPr>
            <a:xfrm>
              <a:off x="1520026" y="1126389"/>
              <a:ext cx="38580" cy="44769"/>
            </a:xfrm>
            <a:prstGeom prst="rect">
              <a:avLst/>
            </a:prstGeom>
            <a:solidFill>
              <a:srgbClr val="B7BEC5"/>
            </a:solidFill>
            <a:ln w="2929">
              <a:solidFill>
                <a:srgbClr val="C6D4E2"/>
              </a:solidFill>
              <a:prstDash val="solid"/>
            </a:ln>
          </p:spPr>
        </p:sp>
        <p:sp>
          <p:nvSpPr>
            <p:cNvPr id="117" name="Input snapshot 0: source 117"/>
            <p:cNvSpPr/>
            <p:nvPr/>
          </p:nvSpPr>
          <p:spPr>
            <a:xfrm>
              <a:off x="1557728" y="1126389"/>
              <a:ext cx="38580" cy="44769"/>
            </a:xfrm>
            <a:prstGeom prst="rect">
              <a:avLst/>
            </a:prstGeom>
            <a:solidFill>
              <a:srgbClr val="EFF2F4"/>
            </a:solidFill>
            <a:ln w="2929">
              <a:solidFill>
                <a:srgbClr val="C6D4E2"/>
              </a:solidFill>
              <a:prstDash val="solid"/>
            </a:ln>
          </p:spPr>
        </p:sp>
        <p:sp>
          <p:nvSpPr>
            <p:cNvPr id="118" name="Input snapshot 0: source 118"/>
            <p:cNvSpPr/>
            <p:nvPr/>
          </p:nvSpPr>
          <p:spPr>
            <a:xfrm>
              <a:off x="1595431" y="1126389"/>
              <a:ext cx="38580" cy="44769"/>
            </a:xfrm>
            <a:prstGeom prst="rect">
              <a:avLst/>
            </a:prstGeom>
            <a:solidFill>
              <a:srgbClr val="EFF2F4"/>
            </a:solidFill>
            <a:ln w="2929">
              <a:solidFill>
                <a:srgbClr val="C6D4E2"/>
              </a:solidFill>
              <a:prstDash val="solid"/>
            </a:ln>
          </p:spPr>
        </p:sp>
        <p:sp>
          <p:nvSpPr>
            <p:cNvPr id="119" name="Input snapshot 0: source 119"/>
            <p:cNvSpPr/>
            <p:nvPr/>
          </p:nvSpPr>
          <p:spPr>
            <a:xfrm>
              <a:off x="1633133" y="1126389"/>
              <a:ext cx="38580" cy="44769"/>
            </a:xfrm>
            <a:prstGeom prst="rect">
              <a:avLst/>
            </a:prstGeom>
            <a:solidFill>
              <a:srgbClr val="EFF2F4"/>
            </a:solidFill>
            <a:ln w="2929">
              <a:solidFill>
                <a:srgbClr val="C6D4E2"/>
              </a:solidFill>
              <a:prstDash val="solid"/>
            </a:ln>
          </p:spPr>
        </p:sp>
        <p:sp>
          <p:nvSpPr>
            <p:cNvPr id="120" name="Input snapshot 0: source 120"/>
            <p:cNvSpPr/>
            <p:nvPr/>
          </p:nvSpPr>
          <p:spPr>
            <a:xfrm>
              <a:off x="1143000" y="1170279"/>
              <a:ext cx="38580" cy="44769"/>
            </a:xfrm>
            <a:prstGeom prst="rect">
              <a:avLst/>
            </a:prstGeom>
            <a:solidFill>
              <a:srgbClr val="EFF2F4"/>
            </a:solidFill>
            <a:ln w="2929">
              <a:solidFill>
                <a:srgbClr val="C6D4E2"/>
              </a:solidFill>
              <a:prstDash val="solid"/>
            </a:ln>
          </p:spPr>
        </p:sp>
        <p:sp>
          <p:nvSpPr>
            <p:cNvPr id="121" name="Input snapshot 0: source 121"/>
            <p:cNvSpPr/>
            <p:nvPr/>
          </p:nvSpPr>
          <p:spPr>
            <a:xfrm>
              <a:off x="1180703" y="1170279"/>
              <a:ext cx="38580" cy="44769"/>
            </a:xfrm>
            <a:prstGeom prst="rect">
              <a:avLst/>
            </a:prstGeom>
            <a:solidFill>
              <a:srgbClr val="0072B2"/>
            </a:solidFill>
            <a:ln w="2929">
              <a:solidFill>
                <a:srgbClr val="C6D4E2"/>
              </a:solidFill>
              <a:prstDash val="solid"/>
            </a:ln>
          </p:spPr>
        </p:sp>
        <p:sp>
          <p:nvSpPr>
            <p:cNvPr id="122" name="Input snapshot 0: source 122"/>
            <p:cNvSpPr/>
            <p:nvPr/>
          </p:nvSpPr>
          <p:spPr>
            <a:xfrm>
              <a:off x="1218405" y="1170279"/>
              <a:ext cx="38580" cy="44769"/>
            </a:xfrm>
            <a:prstGeom prst="rect">
              <a:avLst/>
            </a:prstGeom>
            <a:solidFill>
              <a:srgbClr val="0072B2"/>
            </a:solidFill>
            <a:ln w="2929">
              <a:solidFill>
                <a:srgbClr val="C6D4E2"/>
              </a:solidFill>
              <a:prstDash val="solid"/>
            </a:ln>
          </p:spPr>
        </p:sp>
        <p:sp>
          <p:nvSpPr>
            <p:cNvPr id="123" name="Input snapshot 0: source 123"/>
            <p:cNvSpPr/>
            <p:nvPr/>
          </p:nvSpPr>
          <p:spPr>
            <a:xfrm>
              <a:off x="1256108" y="1170279"/>
              <a:ext cx="38580" cy="44769"/>
            </a:xfrm>
            <a:prstGeom prst="rect">
              <a:avLst/>
            </a:prstGeom>
            <a:solidFill>
              <a:srgbClr val="0072B2"/>
            </a:solidFill>
            <a:ln w="2929">
              <a:solidFill>
                <a:srgbClr val="C6D4E2"/>
              </a:solidFill>
              <a:prstDash val="solid"/>
            </a:ln>
          </p:spPr>
        </p:sp>
        <p:sp>
          <p:nvSpPr>
            <p:cNvPr id="124" name="Input snapshot 0: source 124"/>
            <p:cNvSpPr/>
            <p:nvPr/>
          </p:nvSpPr>
          <p:spPr>
            <a:xfrm>
              <a:off x="1293810" y="1170279"/>
              <a:ext cx="38580" cy="44769"/>
            </a:xfrm>
            <a:prstGeom prst="rect">
              <a:avLst/>
            </a:prstGeom>
            <a:solidFill>
              <a:srgbClr val="0072B2"/>
            </a:solidFill>
            <a:ln w="2929">
              <a:solidFill>
                <a:srgbClr val="C6D4E2"/>
              </a:solidFill>
              <a:prstDash val="solid"/>
            </a:ln>
          </p:spPr>
        </p:sp>
        <p:sp>
          <p:nvSpPr>
            <p:cNvPr id="125" name="Input snapshot 0: source 125"/>
            <p:cNvSpPr/>
            <p:nvPr/>
          </p:nvSpPr>
          <p:spPr>
            <a:xfrm>
              <a:off x="1331513" y="1170279"/>
              <a:ext cx="38580" cy="44769"/>
            </a:xfrm>
            <a:prstGeom prst="rect">
              <a:avLst/>
            </a:prstGeom>
            <a:solidFill>
              <a:srgbClr val="B7BEC5"/>
            </a:solidFill>
            <a:ln w="2929">
              <a:solidFill>
                <a:srgbClr val="C6D4E2"/>
              </a:solidFill>
              <a:prstDash val="solid"/>
            </a:ln>
          </p:spPr>
        </p:sp>
        <p:sp>
          <p:nvSpPr>
            <p:cNvPr id="126" name="Input snapshot 0: source 126"/>
            <p:cNvSpPr/>
            <p:nvPr/>
          </p:nvSpPr>
          <p:spPr>
            <a:xfrm>
              <a:off x="1369215" y="1170279"/>
              <a:ext cx="38580" cy="44769"/>
            </a:xfrm>
            <a:prstGeom prst="rect">
              <a:avLst/>
            </a:prstGeom>
            <a:solidFill>
              <a:srgbClr val="B7BEC5"/>
            </a:solidFill>
            <a:ln w="2929">
              <a:solidFill>
                <a:srgbClr val="C6D4E2"/>
              </a:solidFill>
              <a:prstDash val="solid"/>
            </a:ln>
          </p:spPr>
        </p:sp>
        <p:sp>
          <p:nvSpPr>
            <p:cNvPr id="127" name="Input snapshot 0: source 127"/>
            <p:cNvSpPr/>
            <p:nvPr/>
          </p:nvSpPr>
          <p:spPr>
            <a:xfrm>
              <a:off x="1406918" y="1170279"/>
              <a:ext cx="38580" cy="44769"/>
            </a:xfrm>
            <a:prstGeom prst="rect">
              <a:avLst/>
            </a:prstGeom>
            <a:solidFill>
              <a:srgbClr val="B7BEC5"/>
            </a:solidFill>
            <a:ln w="2929">
              <a:solidFill>
                <a:srgbClr val="C6D4E2"/>
              </a:solidFill>
              <a:prstDash val="solid"/>
            </a:ln>
          </p:spPr>
        </p:sp>
        <p:sp>
          <p:nvSpPr>
            <p:cNvPr id="128" name="Input snapshot 0: source 128"/>
            <p:cNvSpPr/>
            <p:nvPr/>
          </p:nvSpPr>
          <p:spPr>
            <a:xfrm>
              <a:off x="1444620" y="1170279"/>
              <a:ext cx="38580" cy="44769"/>
            </a:xfrm>
            <a:prstGeom prst="rect">
              <a:avLst/>
            </a:prstGeom>
            <a:solidFill>
              <a:srgbClr val="B7BEC5"/>
            </a:solidFill>
            <a:ln w="2929">
              <a:solidFill>
                <a:srgbClr val="C6D4E2"/>
              </a:solidFill>
              <a:prstDash val="solid"/>
            </a:ln>
          </p:spPr>
        </p:sp>
        <p:sp>
          <p:nvSpPr>
            <p:cNvPr id="129" name="Input snapshot 0: source 129"/>
            <p:cNvSpPr/>
            <p:nvPr/>
          </p:nvSpPr>
          <p:spPr>
            <a:xfrm>
              <a:off x="1482323" y="1170279"/>
              <a:ext cx="38580" cy="44769"/>
            </a:xfrm>
            <a:prstGeom prst="rect">
              <a:avLst/>
            </a:prstGeom>
            <a:solidFill>
              <a:srgbClr val="EFF2F4"/>
            </a:solidFill>
            <a:ln w="2929">
              <a:solidFill>
                <a:srgbClr val="C6D4E2"/>
              </a:solidFill>
              <a:prstDash val="solid"/>
            </a:ln>
          </p:spPr>
        </p:sp>
        <p:sp>
          <p:nvSpPr>
            <p:cNvPr id="130" name="Input snapshot 0: source 130"/>
            <p:cNvSpPr/>
            <p:nvPr/>
          </p:nvSpPr>
          <p:spPr>
            <a:xfrm>
              <a:off x="1520026" y="1170279"/>
              <a:ext cx="38580" cy="44769"/>
            </a:xfrm>
            <a:prstGeom prst="rect">
              <a:avLst/>
            </a:prstGeom>
            <a:solidFill>
              <a:srgbClr val="EFF2F4"/>
            </a:solidFill>
            <a:ln w="2929">
              <a:solidFill>
                <a:srgbClr val="C6D4E2"/>
              </a:solidFill>
              <a:prstDash val="solid"/>
            </a:ln>
          </p:spPr>
        </p:sp>
        <p:sp>
          <p:nvSpPr>
            <p:cNvPr id="131" name="Input snapshot 0: source 131"/>
            <p:cNvSpPr/>
            <p:nvPr/>
          </p:nvSpPr>
          <p:spPr>
            <a:xfrm>
              <a:off x="1557728" y="1170279"/>
              <a:ext cx="38580" cy="44769"/>
            </a:xfrm>
            <a:prstGeom prst="rect">
              <a:avLst/>
            </a:prstGeom>
            <a:solidFill>
              <a:srgbClr val="EFF2F4"/>
            </a:solidFill>
            <a:ln w="2929">
              <a:solidFill>
                <a:srgbClr val="C6D4E2"/>
              </a:solidFill>
              <a:prstDash val="solid"/>
            </a:ln>
          </p:spPr>
        </p:sp>
        <p:sp>
          <p:nvSpPr>
            <p:cNvPr id="132" name="Input snapshot 0: source 132"/>
            <p:cNvSpPr/>
            <p:nvPr/>
          </p:nvSpPr>
          <p:spPr>
            <a:xfrm>
              <a:off x="1595431" y="1170279"/>
              <a:ext cx="38580" cy="44769"/>
            </a:xfrm>
            <a:prstGeom prst="rect">
              <a:avLst/>
            </a:prstGeom>
            <a:solidFill>
              <a:srgbClr val="EFF2F4"/>
            </a:solidFill>
            <a:ln w="2929">
              <a:solidFill>
                <a:srgbClr val="C6D4E2"/>
              </a:solidFill>
              <a:prstDash val="solid"/>
            </a:ln>
          </p:spPr>
        </p:sp>
        <p:sp>
          <p:nvSpPr>
            <p:cNvPr id="133" name="Input snapshot 0: source 133"/>
            <p:cNvSpPr/>
            <p:nvPr/>
          </p:nvSpPr>
          <p:spPr>
            <a:xfrm>
              <a:off x="1633133" y="1170279"/>
              <a:ext cx="38580" cy="44769"/>
            </a:xfrm>
            <a:prstGeom prst="rect">
              <a:avLst/>
            </a:prstGeom>
            <a:solidFill>
              <a:srgbClr val="EFF2F4"/>
            </a:solidFill>
            <a:ln w="2929">
              <a:solidFill>
                <a:srgbClr val="C6D4E2"/>
              </a:solidFill>
              <a:prstDash val="solid"/>
            </a:ln>
          </p:spPr>
        </p:sp>
        <p:sp>
          <p:nvSpPr>
            <p:cNvPr id="134" name="Input snapshot 0: source 134"/>
            <p:cNvSpPr/>
            <p:nvPr/>
          </p:nvSpPr>
          <p:spPr>
            <a:xfrm>
              <a:off x="1143000" y="819150"/>
              <a:ext cx="527836" cy="395021"/>
            </a:xfrm>
            <a:prstGeom prst="rect">
              <a:avLst/>
            </a:prstGeom>
            <a:solidFill>
              <a:srgbClr val="FFFFFF">
                <a:alpha val="0"/>
              </a:srgbClr>
            </a:solidFill>
            <a:ln w="6073">
              <a:solidFill>
                <a:srgbClr val="263238"/>
              </a:solidFill>
              <a:prstDash val="solid"/>
            </a:ln>
          </p:spPr>
        </p:sp>
        <p:sp>
          <p:nvSpPr>
            <p:cNvPr id="136" name="Input snapshot 1: source 136"/>
            <p:cNvSpPr/>
            <p:nvPr/>
          </p:nvSpPr>
          <p:spPr>
            <a:xfrm>
              <a:off x="1143000" y="1247775"/>
              <a:ext cx="38580" cy="44769"/>
            </a:xfrm>
            <a:prstGeom prst="rect">
              <a:avLst/>
            </a:prstGeom>
            <a:solidFill>
              <a:srgbClr val="EFF2F4"/>
            </a:solidFill>
            <a:ln w="2929">
              <a:solidFill>
                <a:srgbClr val="C6D4E2"/>
              </a:solidFill>
              <a:prstDash val="solid"/>
            </a:ln>
          </p:spPr>
        </p:sp>
        <p:sp>
          <p:nvSpPr>
            <p:cNvPr id="137" name="Input snapshot 1: source 137"/>
            <p:cNvSpPr/>
            <p:nvPr/>
          </p:nvSpPr>
          <p:spPr>
            <a:xfrm>
              <a:off x="1180703" y="1247775"/>
              <a:ext cx="38580" cy="44769"/>
            </a:xfrm>
            <a:prstGeom prst="rect">
              <a:avLst/>
            </a:prstGeom>
            <a:solidFill>
              <a:srgbClr val="EFF2F4"/>
            </a:solidFill>
            <a:ln w="2929">
              <a:solidFill>
                <a:srgbClr val="C6D4E2"/>
              </a:solidFill>
              <a:prstDash val="solid"/>
            </a:ln>
          </p:spPr>
        </p:sp>
        <p:sp>
          <p:nvSpPr>
            <p:cNvPr id="138" name="Input snapshot 1: source 138"/>
            <p:cNvSpPr/>
            <p:nvPr/>
          </p:nvSpPr>
          <p:spPr>
            <a:xfrm>
              <a:off x="1218405" y="1247775"/>
              <a:ext cx="38580" cy="44769"/>
            </a:xfrm>
            <a:prstGeom prst="rect">
              <a:avLst/>
            </a:prstGeom>
            <a:solidFill>
              <a:srgbClr val="EFF2F4"/>
            </a:solidFill>
            <a:ln w="2929">
              <a:solidFill>
                <a:srgbClr val="C6D4E2"/>
              </a:solidFill>
              <a:prstDash val="solid"/>
            </a:ln>
          </p:spPr>
        </p:sp>
        <p:sp>
          <p:nvSpPr>
            <p:cNvPr id="139" name="Input snapshot 1: source 139"/>
            <p:cNvSpPr/>
            <p:nvPr/>
          </p:nvSpPr>
          <p:spPr>
            <a:xfrm>
              <a:off x="1256108" y="1247775"/>
              <a:ext cx="38580" cy="44769"/>
            </a:xfrm>
            <a:prstGeom prst="rect">
              <a:avLst/>
            </a:prstGeom>
            <a:solidFill>
              <a:srgbClr val="EFF2F4"/>
            </a:solidFill>
            <a:ln w="2929">
              <a:solidFill>
                <a:srgbClr val="C6D4E2"/>
              </a:solidFill>
              <a:prstDash val="solid"/>
            </a:ln>
          </p:spPr>
        </p:sp>
        <p:sp>
          <p:nvSpPr>
            <p:cNvPr id="140" name="Input snapshot 1: source 140"/>
            <p:cNvSpPr/>
            <p:nvPr/>
          </p:nvSpPr>
          <p:spPr>
            <a:xfrm>
              <a:off x="1293810" y="1247775"/>
              <a:ext cx="38580" cy="44769"/>
            </a:xfrm>
            <a:prstGeom prst="rect">
              <a:avLst/>
            </a:prstGeom>
            <a:solidFill>
              <a:srgbClr val="EFF2F4"/>
            </a:solidFill>
            <a:ln w="2929">
              <a:solidFill>
                <a:srgbClr val="C6D4E2"/>
              </a:solidFill>
              <a:prstDash val="solid"/>
            </a:ln>
          </p:spPr>
        </p:sp>
        <p:sp>
          <p:nvSpPr>
            <p:cNvPr id="141" name="Input snapshot 1: source 141"/>
            <p:cNvSpPr/>
            <p:nvPr/>
          </p:nvSpPr>
          <p:spPr>
            <a:xfrm>
              <a:off x="1331513" y="1247775"/>
              <a:ext cx="38580" cy="44769"/>
            </a:xfrm>
            <a:prstGeom prst="rect">
              <a:avLst/>
            </a:prstGeom>
            <a:solidFill>
              <a:srgbClr val="EFF2F4"/>
            </a:solidFill>
            <a:ln w="2929">
              <a:solidFill>
                <a:srgbClr val="C6D4E2"/>
              </a:solidFill>
              <a:prstDash val="solid"/>
            </a:ln>
          </p:spPr>
        </p:sp>
        <p:sp>
          <p:nvSpPr>
            <p:cNvPr id="142" name="Input snapshot 1: source 142"/>
            <p:cNvSpPr/>
            <p:nvPr/>
          </p:nvSpPr>
          <p:spPr>
            <a:xfrm>
              <a:off x="1369215" y="1247775"/>
              <a:ext cx="38580" cy="44769"/>
            </a:xfrm>
            <a:prstGeom prst="rect">
              <a:avLst/>
            </a:prstGeom>
            <a:solidFill>
              <a:srgbClr val="EFF2F4"/>
            </a:solidFill>
            <a:ln w="2929">
              <a:solidFill>
                <a:srgbClr val="C6D4E2"/>
              </a:solidFill>
              <a:prstDash val="solid"/>
            </a:ln>
          </p:spPr>
        </p:sp>
        <p:sp>
          <p:nvSpPr>
            <p:cNvPr id="143" name="Input snapshot 1: source 143"/>
            <p:cNvSpPr/>
            <p:nvPr/>
          </p:nvSpPr>
          <p:spPr>
            <a:xfrm>
              <a:off x="1406918" y="1247775"/>
              <a:ext cx="38580" cy="44769"/>
            </a:xfrm>
            <a:prstGeom prst="rect">
              <a:avLst/>
            </a:prstGeom>
            <a:solidFill>
              <a:srgbClr val="EFF2F4"/>
            </a:solidFill>
            <a:ln w="2929">
              <a:solidFill>
                <a:srgbClr val="C6D4E2"/>
              </a:solidFill>
              <a:prstDash val="solid"/>
            </a:ln>
          </p:spPr>
        </p:sp>
        <p:sp>
          <p:nvSpPr>
            <p:cNvPr id="144" name="Input snapshot 1: source 144"/>
            <p:cNvSpPr/>
            <p:nvPr/>
          </p:nvSpPr>
          <p:spPr>
            <a:xfrm>
              <a:off x="1444620" y="1247775"/>
              <a:ext cx="38580" cy="44769"/>
            </a:xfrm>
            <a:prstGeom prst="rect">
              <a:avLst/>
            </a:prstGeom>
            <a:solidFill>
              <a:srgbClr val="EFF2F4"/>
            </a:solidFill>
            <a:ln w="2929">
              <a:solidFill>
                <a:srgbClr val="C6D4E2"/>
              </a:solidFill>
              <a:prstDash val="solid"/>
            </a:ln>
          </p:spPr>
        </p:sp>
        <p:sp>
          <p:nvSpPr>
            <p:cNvPr id="145" name="Input snapshot 1: source 145"/>
            <p:cNvSpPr/>
            <p:nvPr/>
          </p:nvSpPr>
          <p:spPr>
            <a:xfrm>
              <a:off x="1482323" y="1247775"/>
              <a:ext cx="38580" cy="44769"/>
            </a:xfrm>
            <a:prstGeom prst="rect">
              <a:avLst/>
            </a:prstGeom>
            <a:solidFill>
              <a:srgbClr val="EFF2F4"/>
            </a:solidFill>
            <a:ln w="2929">
              <a:solidFill>
                <a:srgbClr val="C6D4E2"/>
              </a:solidFill>
              <a:prstDash val="solid"/>
            </a:ln>
          </p:spPr>
        </p:sp>
        <p:sp>
          <p:nvSpPr>
            <p:cNvPr id="146" name="Input snapshot 1: source 146"/>
            <p:cNvSpPr/>
            <p:nvPr/>
          </p:nvSpPr>
          <p:spPr>
            <a:xfrm>
              <a:off x="1520026" y="1247775"/>
              <a:ext cx="38580" cy="44769"/>
            </a:xfrm>
            <a:prstGeom prst="rect">
              <a:avLst/>
            </a:prstGeom>
            <a:solidFill>
              <a:srgbClr val="EFF2F4"/>
            </a:solidFill>
            <a:ln w="2929">
              <a:solidFill>
                <a:srgbClr val="C6D4E2"/>
              </a:solidFill>
              <a:prstDash val="solid"/>
            </a:ln>
          </p:spPr>
        </p:sp>
        <p:sp>
          <p:nvSpPr>
            <p:cNvPr id="147" name="Input snapshot 1: source 147"/>
            <p:cNvSpPr/>
            <p:nvPr/>
          </p:nvSpPr>
          <p:spPr>
            <a:xfrm>
              <a:off x="1557728" y="1247775"/>
              <a:ext cx="38580" cy="44769"/>
            </a:xfrm>
            <a:prstGeom prst="rect">
              <a:avLst/>
            </a:prstGeom>
            <a:solidFill>
              <a:srgbClr val="009E73"/>
            </a:solidFill>
            <a:ln w="2929">
              <a:solidFill>
                <a:srgbClr val="C6D4E2"/>
              </a:solidFill>
              <a:prstDash val="solid"/>
            </a:ln>
          </p:spPr>
        </p:sp>
        <p:sp>
          <p:nvSpPr>
            <p:cNvPr id="148" name="Input snapshot 1: source 148"/>
            <p:cNvSpPr/>
            <p:nvPr/>
          </p:nvSpPr>
          <p:spPr>
            <a:xfrm>
              <a:off x="1595431" y="1247775"/>
              <a:ext cx="38580" cy="44769"/>
            </a:xfrm>
            <a:prstGeom prst="rect">
              <a:avLst/>
            </a:prstGeom>
            <a:solidFill>
              <a:srgbClr val="009E73"/>
            </a:solidFill>
            <a:ln w="2929">
              <a:solidFill>
                <a:srgbClr val="C6D4E2"/>
              </a:solidFill>
              <a:prstDash val="solid"/>
            </a:ln>
          </p:spPr>
        </p:sp>
        <p:sp>
          <p:nvSpPr>
            <p:cNvPr id="149" name="Input snapshot 1: source 149"/>
            <p:cNvSpPr/>
            <p:nvPr/>
          </p:nvSpPr>
          <p:spPr>
            <a:xfrm>
              <a:off x="1633133" y="1247775"/>
              <a:ext cx="38580" cy="44769"/>
            </a:xfrm>
            <a:prstGeom prst="rect">
              <a:avLst/>
            </a:prstGeom>
            <a:solidFill>
              <a:srgbClr val="009E73"/>
            </a:solidFill>
            <a:ln w="2929">
              <a:solidFill>
                <a:srgbClr val="C6D4E2"/>
              </a:solidFill>
              <a:prstDash val="solid"/>
            </a:ln>
          </p:spPr>
        </p:sp>
        <p:sp>
          <p:nvSpPr>
            <p:cNvPr id="150" name="Input snapshot 1: source 150"/>
            <p:cNvSpPr/>
            <p:nvPr/>
          </p:nvSpPr>
          <p:spPr>
            <a:xfrm>
              <a:off x="1143000" y="1291666"/>
              <a:ext cx="38580" cy="44769"/>
            </a:xfrm>
            <a:prstGeom prst="rect">
              <a:avLst/>
            </a:prstGeom>
            <a:solidFill>
              <a:srgbClr val="EFF2F4"/>
            </a:solidFill>
            <a:ln w="2929">
              <a:solidFill>
                <a:srgbClr val="C6D4E2"/>
              </a:solidFill>
              <a:prstDash val="solid"/>
            </a:ln>
          </p:spPr>
        </p:sp>
        <p:sp>
          <p:nvSpPr>
            <p:cNvPr id="151" name="Input snapshot 1: source 151"/>
            <p:cNvSpPr/>
            <p:nvPr/>
          </p:nvSpPr>
          <p:spPr>
            <a:xfrm>
              <a:off x="1180703" y="1291666"/>
              <a:ext cx="38580" cy="44769"/>
            </a:xfrm>
            <a:prstGeom prst="rect">
              <a:avLst/>
            </a:prstGeom>
            <a:solidFill>
              <a:srgbClr val="EFF2F4"/>
            </a:solidFill>
            <a:ln w="2929">
              <a:solidFill>
                <a:srgbClr val="C6D4E2"/>
              </a:solidFill>
              <a:prstDash val="solid"/>
            </a:ln>
          </p:spPr>
        </p:sp>
        <p:sp>
          <p:nvSpPr>
            <p:cNvPr id="152" name="Input snapshot 1: source 152"/>
            <p:cNvSpPr/>
            <p:nvPr/>
          </p:nvSpPr>
          <p:spPr>
            <a:xfrm>
              <a:off x="1218405" y="1291666"/>
              <a:ext cx="38580" cy="44769"/>
            </a:xfrm>
            <a:prstGeom prst="rect">
              <a:avLst/>
            </a:prstGeom>
            <a:solidFill>
              <a:srgbClr val="EFF2F4"/>
            </a:solidFill>
            <a:ln w="2929">
              <a:solidFill>
                <a:srgbClr val="C6D4E2"/>
              </a:solidFill>
              <a:prstDash val="solid"/>
            </a:ln>
          </p:spPr>
        </p:sp>
        <p:sp>
          <p:nvSpPr>
            <p:cNvPr id="153" name="Input snapshot 1: source 153"/>
            <p:cNvSpPr/>
            <p:nvPr/>
          </p:nvSpPr>
          <p:spPr>
            <a:xfrm>
              <a:off x="1256108" y="1291666"/>
              <a:ext cx="38580" cy="44769"/>
            </a:xfrm>
            <a:prstGeom prst="rect">
              <a:avLst/>
            </a:prstGeom>
            <a:solidFill>
              <a:srgbClr val="EFF2F4"/>
            </a:solidFill>
            <a:ln w="2929">
              <a:solidFill>
                <a:srgbClr val="C6D4E2"/>
              </a:solidFill>
              <a:prstDash val="solid"/>
            </a:ln>
          </p:spPr>
        </p:sp>
        <p:sp>
          <p:nvSpPr>
            <p:cNvPr id="154" name="Input snapshot 1: source 154"/>
            <p:cNvSpPr/>
            <p:nvPr/>
          </p:nvSpPr>
          <p:spPr>
            <a:xfrm>
              <a:off x="1293810" y="1291666"/>
              <a:ext cx="38580" cy="44769"/>
            </a:xfrm>
            <a:prstGeom prst="rect">
              <a:avLst/>
            </a:prstGeom>
            <a:solidFill>
              <a:srgbClr val="EFF2F4"/>
            </a:solidFill>
            <a:ln w="2929">
              <a:solidFill>
                <a:srgbClr val="C6D4E2"/>
              </a:solidFill>
              <a:prstDash val="solid"/>
            </a:ln>
          </p:spPr>
        </p:sp>
        <p:sp>
          <p:nvSpPr>
            <p:cNvPr id="155" name="Input snapshot 1: source 155"/>
            <p:cNvSpPr/>
            <p:nvPr/>
          </p:nvSpPr>
          <p:spPr>
            <a:xfrm>
              <a:off x="1331513" y="1291666"/>
              <a:ext cx="38580" cy="44769"/>
            </a:xfrm>
            <a:prstGeom prst="rect">
              <a:avLst/>
            </a:prstGeom>
            <a:solidFill>
              <a:srgbClr val="EFF2F4"/>
            </a:solidFill>
            <a:ln w="2929">
              <a:solidFill>
                <a:srgbClr val="C6D4E2"/>
              </a:solidFill>
              <a:prstDash val="solid"/>
            </a:ln>
          </p:spPr>
        </p:sp>
        <p:sp>
          <p:nvSpPr>
            <p:cNvPr id="156" name="Input snapshot 1: source 156"/>
            <p:cNvSpPr/>
            <p:nvPr/>
          </p:nvSpPr>
          <p:spPr>
            <a:xfrm>
              <a:off x="1369215" y="1291666"/>
              <a:ext cx="38580" cy="44769"/>
            </a:xfrm>
            <a:prstGeom prst="rect">
              <a:avLst/>
            </a:prstGeom>
            <a:solidFill>
              <a:srgbClr val="EFF2F4"/>
            </a:solidFill>
            <a:ln w="2929">
              <a:solidFill>
                <a:srgbClr val="C6D4E2"/>
              </a:solidFill>
              <a:prstDash val="solid"/>
            </a:ln>
          </p:spPr>
        </p:sp>
        <p:sp>
          <p:nvSpPr>
            <p:cNvPr id="157" name="Input snapshot 1: source 157"/>
            <p:cNvSpPr/>
            <p:nvPr/>
          </p:nvSpPr>
          <p:spPr>
            <a:xfrm>
              <a:off x="1406918" y="1291666"/>
              <a:ext cx="38580" cy="44769"/>
            </a:xfrm>
            <a:prstGeom prst="rect">
              <a:avLst/>
            </a:prstGeom>
            <a:solidFill>
              <a:srgbClr val="EFF2F4"/>
            </a:solidFill>
            <a:ln w="2929">
              <a:solidFill>
                <a:srgbClr val="C6D4E2"/>
              </a:solidFill>
              <a:prstDash val="solid"/>
            </a:ln>
          </p:spPr>
        </p:sp>
        <p:sp>
          <p:nvSpPr>
            <p:cNvPr id="158" name="Input snapshot 1: source 158"/>
            <p:cNvSpPr/>
            <p:nvPr/>
          </p:nvSpPr>
          <p:spPr>
            <a:xfrm>
              <a:off x="1444620" y="1291666"/>
              <a:ext cx="38580" cy="44769"/>
            </a:xfrm>
            <a:prstGeom prst="rect">
              <a:avLst/>
            </a:prstGeom>
            <a:solidFill>
              <a:srgbClr val="EFF2F4"/>
            </a:solidFill>
            <a:ln w="2929">
              <a:solidFill>
                <a:srgbClr val="C6D4E2"/>
              </a:solidFill>
              <a:prstDash val="solid"/>
            </a:ln>
          </p:spPr>
        </p:sp>
        <p:sp>
          <p:nvSpPr>
            <p:cNvPr id="159" name="Input snapshot 1: source 159"/>
            <p:cNvSpPr/>
            <p:nvPr/>
          </p:nvSpPr>
          <p:spPr>
            <a:xfrm>
              <a:off x="1482323" y="1291666"/>
              <a:ext cx="38580" cy="44769"/>
            </a:xfrm>
            <a:prstGeom prst="rect">
              <a:avLst/>
            </a:prstGeom>
            <a:solidFill>
              <a:srgbClr val="EFF2F4"/>
            </a:solidFill>
            <a:ln w="2929">
              <a:solidFill>
                <a:srgbClr val="C6D4E2"/>
              </a:solidFill>
              <a:prstDash val="solid"/>
            </a:ln>
          </p:spPr>
        </p:sp>
        <p:sp>
          <p:nvSpPr>
            <p:cNvPr id="160" name="Input snapshot 1: source 160"/>
            <p:cNvSpPr/>
            <p:nvPr/>
          </p:nvSpPr>
          <p:spPr>
            <a:xfrm>
              <a:off x="1520026" y="1291666"/>
              <a:ext cx="38580" cy="44769"/>
            </a:xfrm>
            <a:prstGeom prst="rect">
              <a:avLst/>
            </a:prstGeom>
            <a:solidFill>
              <a:srgbClr val="009E73"/>
            </a:solidFill>
            <a:ln w="2929">
              <a:solidFill>
                <a:srgbClr val="C6D4E2"/>
              </a:solidFill>
              <a:prstDash val="solid"/>
            </a:ln>
          </p:spPr>
        </p:sp>
        <p:sp>
          <p:nvSpPr>
            <p:cNvPr id="161" name="Input snapshot 1: source 161"/>
            <p:cNvSpPr/>
            <p:nvPr/>
          </p:nvSpPr>
          <p:spPr>
            <a:xfrm>
              <a:off x="1557728" y="1291666"/>
              <a:ext cx="38580" cy="44769"/>
            </a:xfrm>
            <a:prstGeom prst="rect">
              <a:avLst/>
            </a:prstGeom>
            <a:solidFill>
              <a:srgbClr val="009E73"/>
            </a:solidFill>
            <a:ln w="2929">
              <a:solidFill>
                <a:srgbClr val="C6D4E2"/>
              </a:solidFill>
              <a:prstDash val="solid"/>
            </a:ln>
          </p:spPr>
        </p:sp>
        <p:sp>
          <p:nvSpPr>
            <p:cNvPr id="162" name="Input snapshot 1: source 162"/>
            <p:cNvSpPr/>
            <p:nvPr/>
          </p:nvSpPr>
          <p:spPr>
            <a:xfrm>
              <a:off x="1595431" y="1291666"/>
              <a:ext cx="38580" cy="44769"/>
            </a:xfrm>
            <a:prstGeom prst="rect">
              <a:avLst/>
            </a:prstGeom>
            <a:solidFill>
              <a:srgbClr val="009E73"/>
            </a:solidFill>
            <a:ln w="2929">
              <a:solidFill>
                <a:srgbClr val="C6D4E2"/>
              </a:solidFill>
              <a:prstDash val="solid"/>
            </a:ln>
          </p:spPr>
        </p:sp>
        <p:sp>
          <p:nvSpPr>
            <p:cNvPr id="163" name="Input snapshot 1: source 163"/>
            <p:cNvSpPr/>
            <p:nvPr/>
          </p:nvSpPr>
          <p:spPr>
            <a:xfrm>
              <a:off x="1633133" y="1291666"/>
              <a:ext cx="38580" cy="44769"/>
            </a:xfrm>
            <a:prstGeom prst="rect">
              <a:avLst/>
            </a:prstGeom>
            <a:solidFill>
              <a:srgbClr val="009E73"/>
            </a:solidFill>
            <a:ln w="2929">
              <a:solidFill>
                <a:srgbClr val="C6D4E2"/>
              </a:solidFill>
              <a:prstDash val="solid"/>
            </a:ln>
          </p:spPr>
        </p:sp>
        <p:sp>
          <p:nvSpPr>
            <p:cNvPr id="164" name="Input snapshot 1: source 164"/>
            <p:cNvSpPr/>
            <p:nvPr/>
          </p:nvSpPr>
          <p:spPr>
            <a:xfrm>
              <a:off x="1143000" y="1335558"/>
              <a:ext cx="38580" cy="44769"/>
            </a:xfrm>
            <a:prstGeom prst="rect">
              <a:avLst/>
            </a:prstGeom>
            <a:solidFill>
              <a:srgbClr val="EFF2F4"/>
            </a:solidFill>
            <a:ln w="2929">
              <a:solidFill>
                <a:srgbClr val="C6D4E2"/>
              </a:solidFill>
              <a:prstDash val="solid"/>
            </a:ln>
          </p:spPr>
        </p:sp>
        <p:sp>
          <p:nvSpPr>
            <p:cNvPr id="165" name="Input snapshot 1: source 165"/>
            <p:cNvSpPr/>
            <p:nvPr/>
          </p:nvSpPr>
          <p:spPr>
            <a:xfrm>
              <a:off x="1180703" y="1335558"/>
              <a:ext cx="38580" cy="44769"/>
            </a:xfrm>
            <a:prstGeom prst="rect">
              <a:avLst/>
            </a:prstGeom>
            <a:solidFill>
              <a:srgbClr val="EFF2F4"/>
            </a:solidFill>
            <a:ln w="2929">
              <a:solidFill>
                <a:srgbClr val="C6D4E2"/>
              </a:solidFill>
              <a:prstDash val="solid"/>
            </a:ln>
          </p:spPr>
        </p:sp>
        <p:sp>
          <p:nvSpPr>
            <p:cNvPr id="166" name="Input snapshot 1: source 166"/>
            <p:cNvSpPr/>
            <p:nvPr/>
          </p:nvSpPr>
          <p:spPr>
            <a:xfrm>
              <a:off x="1218405" y="1335558"/>
              <a:ext cx="38580" cy="44769"/>
            </a:xfrm>
            <a:prstGeom prst="rect">
              <a:avLst/>
            </a:prstGeom>
            <a:solidFill>
              <a:srgbClr val="EFF2F4"/>
            </a:solidFill>
            <a:ln w="2929">
              <a:solidFill>
                <a:srgbClr val="C6D4E2"/>
              </a:solidFill>
              <a:prstDash val="solid"/>
            </a:ln>
          </p:spPr>
        </p:sp>
        <p:sp>
          <p:nvSpPr>
            <p:cNvPr id="167" name="Input snapshot 1: source 167"/>
            <p:cNvSpPr/>
            <p:nvPr/>
          </p:nvSpPr>
          <p:spPr>
            <a:xfrm>
              <a:off x="1256108" y="1335558"/>
              <a:ext cx="38580" cy="44769"/>
            </a:xfrm>
            <a:prstGeom prst="rect">
              <a:avLst/>
            </a:prstGeom>
            <a:solidFill>
              <a:srgbClr val="EFF2F4"/>
            </a:solidFill>
            <a:ln w="2929">
              <a:solidFill>
                <a:srgbClr val="C6D4E2"/>
              </a:solidFill>
              <a:prstDash val="solid"/>
            </a:ln>
          </p:spPr>
        </p:sp>
        <p:sp>
          <p:nvSpPr>
            <p:cNvPr id="168" name="Input snapshot 1: source 168"/>
            <p:cNvSpPr/>
            <p:nvPr/>
          </p:nvSpPr>
          <p:spPr>
            <a:xfrm>
              <a:off x="1293810" y="1335558"/>
              <a:ext cx="38580" cy="44769"/>
            </a:xfrm>
            <a:prstGeom prst="rect">
              <a:avLst/>
            </a:prstGeom>
            <a:solidFill>
              <a:srgbClr val="EFF2F4"/>
            </a:solidFill>
            <a:ln w="2929">
              <a:solidFill>
                <a:srgbClr val="C6D4E2"/>
              </a:solidFill>
              <a:prstDash val="solid"/>
            </a:ln>
          </p:spPr>
        </p:sp>
        <p:sp>
          <p:nvSpPr>
            <p:cNvPr id="169" name="Input snapshot 1: source 169"/>
            <p:cNvSpPr/>
            <p:nvPr/>
          </p:nvSpPr>
          <p:spPr>
            <a:xfrm>
              <a:off x="1331513" y="1335558"/>
              <a:ext cx="38580" cy="44769"/>
            </a:xfrm>
            <a:prstGeom prst="rect">
              <a:avLst/>
            </a:prstGeom>
            <a:solidFill>
              <a:srgbClr val="B7BEC5"/>
            </a:solidFill>
            <a:ln w="2929">
              <a:solidFill>
                <a:srgbClr val="C6D4E2"/>
              </a:solidFill>
              <a:prstDash val="solid"/>
            </a:ln>
          </p:spPr>
        </p:sp>
        <p:sp>
          <p:nvSpPr>
            <p:cNvPr id="170" name="Input snapshot 1: source 170"/>
            <p:cNvSpPr/>
            <p:nvPr/>
          </p:nvSpPr>
          <p:spPr>
            <a:xfrm>
              <a:off x="1369215" y="1335558"/>
              <a:ext cx="38580" cy="44769"/>
            </a:xfrm>
            <a:prstGeom prst="rect">
              <a:avLst/>
            </a:prstGeom>
            <a:solidFill>
              <a:srgbClr val="B7BEC5"/>
            </a:solidFill>
            <a:ln w="2929">
              <a:solidFill>
                <a:srgbClr val="C6D4E2"/>
              </a:solidFill>
              <a:prstDash val="solid"/>
            </a:ln>
          </p:spPr>
        </p:sp>
        <p:sp>
          <p:nvSpPr>
            <p:cNvPr id="171" name="Input snapshot 1: source 171"/>
            <p:cNvSpPr/>
            <p:nvPr/>
          </p:nvSpPr>
          <p:spPr>
            <a:xfrm>
              <a:off x="1406918" y="1335558"/>
              <a:ext cx="38580" cy="44769"/>
            </a:xfrm>
            <a:prstGeom prst="rect">
              <a:avLst/>
            </a:prstGeom>
            <a:solidFill>
              <a:srgbClr val="B7BEC5"/>
            </a:solidFill>
            <a:ln w="2929">
              <a:solidFill>
                <a:srgbClr val="C6D4E2"/>
              </a:solidFill>
              <a:prstDash val="solid"/>
            </a:ln>
          </p:spPr>
        </p:sp>
        <p:sp>
          <p:nvSpPr>
            <p:cNvPr id="172" name="Input snapshot 1: source 172"/>
            <p:cNvSpPr/>
            <p:nvPr/>
          </p:nvSpPr>
          <p:spPr>
            <a:xfrm>
              <a:off x="1444620" y="1335558"/>
              <a:ext cx="38580" cy="44769"/>
            </a:xfrm>
            <a:prstGeom prst="rect">
              <a:avLst/>
            </a:prstGeom>
            <a:solidFill>
              <a:srgbClr val="B7BEC5"/>
            </a:solidFill>
            <a:ln w="2929">
              <a:solidFill>
                <a:srgbClr val="C6D4E2"/>
              </a:solidFill>
              <a:prstDash val="solid"/>
            </a:ln>
          </p:spPr>
        </p:sp>
        <p:sp>
          <p:nvSpPr>
            <p:cNvPr id="173" name="Input snapshot 1: source 173"/>
            <p:cNvSpPr/>
            <p:nvPr/>
          </p:nvSpPr>
          <p:spPr>
            <a:xfrm>
              <a:off x="1482323" y="1335558"/>
              <a:ext cx="38580" cy="44769"/>
            </a:xfrm>
            <a:prstGeom prst="rect">
              <a:avLst/>
            </a:prstGeom>
            <a:solidFill>
              <a:srgbClr val="B7BEC5"/>
            </a:solidFill>
            <a:ln w="2929">
              <a:solidFill>
                <a:srgbClr val="C6D4E2"/>
              </a:solidFill>
              <a:prstDash val="solid"/>
            </a:ln>
          </p:spPr>
        </p:sp>
        <p:sp>
          <p:nvSpPr>
            <p:cNvPr id="174" name="Input snapshot 1: source 174"/>
            <p:cNvSpPr/>
            <p:nvPr/>
          </p:nvSpPr>
          <p:spPr>
            <a:xfrm>
              <a:off x="1520026" y="1335558"/>
              <a:ext cx="38580" cy="44769"/>
            </a:xfrm>
            <a:prstGeom prst="rect">
              <a:avLst/>
            </a:prstGeom>
            <a:solidFill>
              <a:srgbClr val="009E73"/>
            </a:solidFill>
            <a:ln w="2929">
              <a:solidFill>
                <a:srgbClr val="C6D4E2"/>
              </a:solidFill>
              <a:prstDash val="solid"/>
            </a:ln>
          </p:spPr>
        </p:sp>
        <p:sp>
          <p:nvSpPr>
            <p:cNvPr id="175" name="Input snapshot 1: source 175"/>
            <p:cNvSpPr/>
            <p:nvPr/>
          </p:nvSpPr>
          <p:spPr>
            <a:xfrm>
              <a:off x="1557728" y="1335558"/>
              <a:ext cx="38580" cy="44769"/>
            </a:xfrm>
            <a:prstGeom prst="rect">
              <a:avLst/>
            </a:prstGeom>
            <a:solidFill>
              <a:srgbClr val="009E73"/>
            </a:solidFill>
            <a:ln w="2929">
              <a:solidFill>
                <a:srgbClr val="C6D4E2"/>
              </a:solidFill>
              <a:prstDash val="solid"/>
            </a:ln>
          </p:spPr>
        </p:sp>
        <p:sp>
          <p:nvSpPr>
            <p:cNvPr id="176" name="Input snapshot 1: source 176"/>
            <p:cNvSpPr/>
            <p:nvPr/>
          </p:nvSpPr>
          <p:spPr>
            <a:xfrm>
              <a:off x="1595431" y="1335558"/>
              <a:ext cx="38580" cy="44769"/>
            </a:xfrm>
            <a:prstGeom prst="rect">
              <a:avLst/>
            </a:prstGeom>
            <a:solidFill>
              <a:srgbClr val="009E73"/>
            </a:solidFill>
            <a:ln w="2929">
              <a:solidFill>
                <a:srgbClr val="C6D4E2"/>
              </a:solidFill>
              <a:prstDash val="solid"/>
            </a:ln>
          </p:spPr>
        </p:sp>
        <p:sp>
          <p:nvSpPr>
            <p:cNvPr id="177" name="Input snapshot 1: source 177"/>
            <p:cNvSpPr/>
            <p:nvPr/>
          </p:nvSpPr>
          <p:spPr>
            <a:xfrm>
              <a:off x="1633133" y="1335558"/>
              <a:ext cx="38580" cy="44769"/>
            </a:xfrm>
            <a:prstGeom prst="rect">
              <a:avLst/>
            </a:prstGeom>
            <a:solidFill>
              <a:srgbClr val="009E73"/>
            </a:solidFill>
            <a:ln w="2929">
              <a:solidFill>
                <a:srgbClr val="C6D4E2"/>
              </a:solidFill>
              <a:prstDash val="solid"/>
            </a:ln>
          </p:spPr>
        </p:sp>
        <p:sp>
          <p:nvSpPr>
            <p:cNvPr id="178" name="Input snapshot 1: source 178"/>
            <p:cNvSpPr/>
            <p:nvPr/>
          </p:nvSpPr>
          <p:spPr>
            <a:xfrm>
              <a:off x="1143000" y="1379448"/>
              <a:ext cx="38580" cy="44769"/>
            </a:xfrm>
            <a:prstGeom prst="rect">
              <a:avLst/>
            </a:prstGeom>
            <a:solidFill>
              <a:srgbClr val="EFF2F4"/>
            </a:solidFill>
            <a:ln w="2929">
              <a:solidFill>
                <a:srgbClr val="C6D4E2"/>
              </a:solidFill>
              <a:prstDash val="solid"/>
            </a:ln>
          </p:spPr>
        </p:sp>
        <p:sp>
          <p:nvSpPr>
            <p:cNvPr id="179" name="Input snapshot 1: source 179"/>
            <p:cNvSpPr/>
            <p:nvPr/>
          </p:nvSpPr>
          <p:spPr>
            <a:xfrm>
              <a:off x="1180703" y="1379448"/>
              <a:ext cx="38580" cy="44769"/>
            </a:xfrm>
            <a:prstGeom prst="rect">
              <a:avLst/>
            </a:prstGeom>
            <a:solidFill>
              <a:srgbClr val="EFF2F4"/>
            </a:solidFill>
            <a:ln w="2929">
              <a:solidFill>
                <a:srgbClr val="C6D4E2"/>
              </a:solidFill>
              <a:prstDash val="solid"/>
            </a:ln>
          </p:spPr>
        </p:sp>
        <p:sp>
          <p:nvSpPr>
            <p:cNvPr id="180" name="Input snapshot 1: source 180"/>
            <p:cNvSpPr/>
            <p:nvPr/>
          </p:nvSpPr>
          <p:spPr>
            <a:xfrm>
              <a:off x="1218405" y="1379448"/>
              <a:ext cx="38580" cy="44769"/>
            </a:xfrm>
            <a:prstGeom prst="rect">
              <a:avLst/>
            </a:prstGeom>
            <a:solidFill>
              <a:srgbClr val="B7BEC5"/>
            </a:solidFill>
            <a:ln w="2929">
              <a:solidFill>
                <a:srgbClr val="C6D4E2"/>
              </a:solidFill>
              <a:prstDash val="solid"/>
            </a:ln>
          </p:spPr>
        </p:sp>
        <p:sp>
          <p:nvSpPr>
            <p:cNvPr id="181" name="Input snapshot 1: source 181"/>
            <p:cNvSpPr/>
            <p:nvPr/>
          </p:nvSpPr>
          <p:spPr>
            <a:xfrm>
              <a:off x="1256108" y="1379448"/>
              <a:ext cx="38580" cy="44769"/>
            </a:xfrm>
            <a:prstGeom prst="rect">
              <a:avLst/>
            </a:prstGeom>
            <a:solidFill>
              <a:srgbClr val="B7BEC5"/>
            </a:solidFill>
            <a:ln w="2929">
              <a:solidFill>
                <a:srgbClr val="C6D4E2"/>
              </a:solidFill>
              <a:prstDash val="solid"/>
            </a:ln>
          </p:spPr>
        </p:sp>
        <p:sp>
          <p:nvSpPr>
            <p:cNvPr id="182" name="Input snapshot 1: source 182"/>
            <p:cNvSpPr/>
            <p:nvPr/>
          </p:nvSpPr>
          <p:spPr>
            <a:xfrm>
              <a:off x="1293810" y="1379448"/>
              <a:ext cx="38580" cy="44769"/>
            </a:xfrm>
            <a:prstGeom prst="rect">
              <a:avLst/>
            </a:prstGeom>
            <a:solidFill>
              <a:srgbClr val="B7BEC5"/>
            </a:solidFill>
            <a:ln w="2929">
              <a:solidFill>
                <a:srgbClr val="C6D4E2"/>
              </a:solidFill>
              <a:prstDash val="solid"/>
            </a:ln>
          </p:spPr>
        </p:sp>
        <p:sp>
          <p:nvSpPr>
            <p:cNvPr id="183" name="Input snapshot 1: source 183"/>
            <p:cNvSpPr/>
            <p:nvPr/>
          </p:nvSpPr>
          <p:spPr>
            <a:xfrm>
              <a:off x="1331513" y="1379448"/>
              <a:ext cx="38580" cy="44769"/>
            </a:xfrm>
            <a:prstGeom prst="rect">
              <a:avLst/>
            </a:prstGeom>
            <a:solidFill>
              <a:srgbClr val="B7BEC5"/>
            </a:solidFill>
            <a:ln w="2929">
              <a:solidFill>
                <a:srgbClr val="C6D4E2"/>
              </a:solidFill>
              <a:prstDash val="solid"/>
            </a:ln>
          </p:spPr>
        </p:sp>
        <p:sp>
          <p:nvSpPr>
            <p:cNvPr id="184" name="Input snapshot 1: source 184"/>
            <p:cNvSpPr/>
            <p:nvPr/>
          </p:nvSpPr>
          <p:spPr>
            <a:xfrm>
              <a:off x="1369215" y="1379448"/>
              <a:ext cx="38580" cy="44769"/>
            </a:xfrm>
            <a:prstGeom prst="rect">
              <a:avLst/>
            </a:prstGeom>
            <a:solidFill>
              <a:srgbClr val="B7BEC5"/>
            </a:solidFill>
            <a:ln w="2929">
              <a:solidFill>
                <a:srgbClr val="C6D4E2"/>
              </a:solidFill>
              <a:prstDash val="solid"/>
            </a:ln>
          </p:spPr>
        </p:sp>
        <p:sp>
          <p:nvSpPr>
            <p:cNvPr id="185" name="Input snapshot 1: source 185"/>
            <p:cNvSpPr/>
            <p:nvPr/>
          </p:nvSpPr>
          <p:spPr>
            <a:xfrm>
              <a:off x="1406918" y="1379448"/>
              <a:ext cx="38580" cy="44769"/>
            </a:xfrm>
            <a:prstGeom prst="rect">
              <a:avLst/>
            </a:prstGeom>
            <a:solidFill>
              <a:srgbClr val="B7BEC5"/>
            </a:solidFill>
            <a:ln w="2929">
              <a:solidFill>
                <a:srgbClr val="C6D4E2"/>
              </a:solidFill>
              <a:prstDash val="solid"/>
            </a:ln>
          </p:spPr>
        </p:sp>
        <p:sp>
          <p:nvSpPr>
            <p:cNvPr id="186" name="Input snapshot 1: source 186"/>
            <p:cNvSpPr/>
            <p:nvPr/>
          </p:nvSpPr>
          <p:spPr>
            <a:xfrm>
              <a:off x="1444620" y="1379448"/>
              <a:ext cx="38580" cy="44769"/>
            </a:xfrm>
            <a:prstGeom prst="rect">
              <a:avLst/>
            </a:prstGeom>
            <a:solidFill>
              <a:srgbClr val="B7BEC5"/>
            </a:solidFill>
            <a:ln w="2929">
              <a:solidFill>
                <a:srgbClr val="C6D4E2"/>
              </a:solidFill>
              <a:prstDash val="solid"/>
            </a:ln>
          </p:spPr>
        </p:sp>
        <p:sp>
          <p:nvSpPr>
            <p:cNvPr id="187" name="Input snapshot 1: source 187"/>
            <p:cNvSpPr/>
            <p:nvPr/>
          </p:nvSpPr>
          <p:spPr>
            <a:xfrm>
              <a:off x="1482323" y="1379448"/>
              <a:ext cx="38580" cy="44769"/>
            </a:xfrm>
            <a:prstGeom prst="rect">
              <a:avLst/>
            </a:prstGeom>
            <a:solidFill>
              <a:srgbClr val="B7BEC5"/>
            </a:solidFill>
            <a:ln w="2929">
              <a:solidFill>
                <a:srgbClr val="C6D4E2"/>
              </a:solidFill>
              <a:prstDash val="solid"/>
            </a:ln>
          </p:spPr>
        </p:sp>
        <p:sp>
          <p:nvSpPr>
            <p:cNvPr id="188" name="Input snapshot 1: source 188"/>
            <p:cNvSpPr/>
            <p:nvPr/>
          </p:nvSpPr>
          <p:spPr>
            <a:xfrm>
              <a:off x="1520026" y="1379448"/>
              <a:ext cx="38580" cy="44769"/>
            </a:xfrm>
            <a:prstGeom prst="rect">
              <a:avLst/>
            </a:prstGeom>
            <a:solidFill>
              <a:srgbClr val="B7BEC5"/>
            </a:solidFill>
            <a:ln w="2929">
              <a:solidFill>
                <a:srgbClr val="C6D4E2"/>
              </a:solidFill>
              <a:prstDash val="solid"/>
            </a:ln>
          </p:spPr>
        </p:sp>
        <p:sp>
          <p:nvSpPr>
            <p:cNvPr id="189" name="Input snapshot 1: source 189"/>
            <p:cNvSpPr/>
            <p:nvPr/>
          </p:nvSpPr>
          <p:spPr>
            <a:xfrm>
              <a:off x="1557728" y="1379448"/>
              <a:ext cx="38580" cy="44769"/>
            </a:xfrm>
            <a:prstGeom prst="rect">
              <a:avLst/>
            </a:prstGeom>
            <a:solidFill>
              <a:srgbClr val="EFF2F4"/>
            </a:solidFill>
            <a:ln w="2929">
              <a:solidFill>
                <a:srgbClr val="C6D4E2"/>
              </a:solidFill>
              <a:prstDash val="solid"/>
            </a:ln>
          </p:spPr>
        </p:sp>
        <p:sp>
          <p:nvSpPr>
            <p:cNvPr id="190" name="Input snapshot 1: source 190"/>
            <p:cNvSpPr/>
            <p:nvPr/>
          </p:nvSpPr>
          <p:spPr>
            <a:xfrm>
              <a:off x="1595431" y="1379448"/>
              <a:ext cx="38580" cy="44769"/>
            </a:xfrm>
            <a:prstGeom prst="rect">
              <a:avLst/>
            </a:prstGeom>
            <a:solidFill>
              <a:srgbClr val="EFF2F4"/>
            </a:solidFill>
            <a:ln w="2929">
              <a:solidFill>
                <a:srgbClr val="C6D4E2"/>
              </a:solidFill>
              <a:prstDash val="solid"/>
            </a:ln>
          </p:spPr>
        </p:sp>
        <p:sp>
          <p:nvSpPr>
            <p:cNvPr id="191" name="Input snapshot 1: source 191"/>
            <p:cNvSpPr/>
            <p:nvPr/>
          </p:nvSpPr>
          <p:spPr>
            <a:xfrm>
              <a:off x="1633133" y="1379448"/>
              <a:ext cx="38580" cy="44769"/>
            </a:xfrm>
            <a:prstGeom prst="rect">
              <a:avLst/>
            </a:prstGeom>
            <a:solidFill>
              <a:srgbClr val="EFF2F4"/>
            </a:solidFill>
            <a:ln w="2929">
              <a:solidFill>
                <a:srgbClr val="C6D4E2"/>
              </a:solidFill>
              <a:prstDash val="solid"/>
            </a:ln>
          </p:spPr>
        </p:sp>
        <p:sp>
          <p:nvSpPr>
            <p:cNvPr id="192" name="Input snapshot 1: source 192"/>
            <p:cNvSpPr/>
            <p:nvPr/>
          </p:nvSpPr>
          <p:spPr>
            <a:xfrm>
              <a:off x="1143000" y="1423340"/>
              <a:ext cx="38580" cy="44769"/>
            </a:xfrm>
            <a:prstGeom prst="rect">
              <a:avLst/>
            </a:prstGeom>
            <a:solidFill>
              <a:srgbClr val="EFF2F4"/>
            </a:solidFill>
            <a:ln w="2929">
              <a:solidFill>
                <a:srgbClr val="C6D4E2"/>
              </a:solidFill>
              <a:prstDash val="solid"/>
            </a:ln>
          </p:spPr>
        </p:sp>
        <p:sp>
          <p:nvSpPr>
            <p:cNvPr id="193" name="Input snapshot 1: source 193"/>
            <p:cNvSpPr/>
            <p:nvPr/>
          </p:nvSpPr>
          <p:spPr>
            <a:xfrm>
              <a:off x="1180703" y="1423340"/>
              <a:ext cx="38580" cy="44769"/>
            </a:xfrm>
            <a:prstGeom prst="rect">
              <a:avLst/>
            </a:prstGeom>
            <a:solidFill>
              <a:srgbClr val="B7BEC5"/>
            </a:solidFill>
            <a:ln w="2929">
              <a:solidFill>
                <a:srgbClr val="C6D4E2"/>
              </a:solidFill>
              <a:prstDash val="solid"/>
            </a:ln>
          </p:spPr>
        </p:sp>
        <p:sp>
          <p:nvSpPr>
            <p:cNvPr id="194" name="Input snapshot 1: source 194"/>
            <p:cNvSpPr/>
            <p:nvPr/>
          </p:nvSpPr>
          <p:spPr>
            <a:xfrm>
              <a:off x="1218405" y="1423340"/>
              <a:ext cx="38580" cy="44769"/>
            </a:xfrm>
            <a:prstGeom prst="rect">
              <a:avLst/>
            </a:prstGeom>
            <a:solidFill>
              <a:srgbClr val="B7BEC5"/>
            </a:solidFill>
            <a:ln w="2929">
              <a:solidFill>
                <a:srgbClr val="C6D4E2"/>
              </a:solidFill>
              <a:prstDash val="solid"/>
            </a:ln>
          </p:spPr>
        </p:sp>
        <p:sp>
          <p:nvSpPr>
            <p:cNvPr id="195" name="Input snapshot 1: source 195"/>
            <p:cNvSpPr/>
            <p:nvPr/>
          </p:nvSpPr>
          <p:spPr>
            <a:xfrm>
              <a:off x="1256108" y="1423340"/>
              <a:ext cx="38580" cy="44769"/>
            </a:xfrm>
            <a:prstGeom prst="rect">
              <a:avLst/>
            </a:prstGeom>
            <a:solidFill>
              <a:srgbClr val="B7BEC5"/>
            </a:solidFill>
            <a:ln w="2929">
              <a:solidFill>
                <a:srgbClr val="C6D4E2"/>
              </a:solidFill>
              <a:prstDash val="solid"/>
            </a:ln>
          </p:spPr>
        </p:sp>
        <p:sp>
          <p:nvSpPr>
            <p:cNvPr id="196" name="Input snapshot 1: source 196"/>
            <p:cNvSpPr/>
            <p:nvPr/>
          </p:nvSpPr>
          <p:spPr>
            <a:xfrm>
              <a:off x="1293810" y="1423340"/>
              <a:ext cx="38580" cy="44769"/>
            </a:xfrm>
            <a:prstGeom prst="rect">
              <a:avLst/>
            </a:prstGeom>
            <a:solidFill>
              <a:srgbClr val="B7BEC5"/>
            </a:solidFill>
            <a:ln w="2929">
              <a:solidFill>
                <a:srgbClr val="C6D4E2"/>
              </a:solidFill>
              <a:prstDash val="solid"/>
            </a:ln>
          </p:spPr>
        </p:sp>
        <p:sp>
          <p:nvSpPr>
            <p:cNvPr id="197" name="Input snapshot 1: source 197"/>
            <p:cNvSpPr/>
            <p:nvPr/>
          </p:nvSpPr>
          <p:spPr>
            <a:xfrm>
              <a:off x="1331513" y="1423340"/>
              <a:ext cx="38580" cy="44769"/>
            </a:xfrm>
            <a:prstGeom prst="rect">
              <a:avLst/>
            </a:prstGeom>
            <a:solidFill>
              <a:srgbClr val="B7BEC5"/>
            </a:solidFill>
            <a:ln w="2929">
              <a:solidFill>
                <a:srgbClr val="C6D4E2"/>
              </a:solidFill>
              <a:prstDash val="solid"/>
            </a:ln>
          </p:spPr>
        </p:sp>
        <p:sp>
          <p:nvSpPr>
            <p:cNvPr id="198" name="Input snapshot 1: source 198"/>
            <p:cNvSpPr/>
            <p:nvPr/>
          </p:nvSpPr>
          <p:spPr>
            <a:xfrm>
              <a:off x="1369215" y="1423340"/>
              <a:ext cx="38580" cy="44769"/>
            </a:xfrm>
            <a:prstGeom prst="rect">
              <a:avLst/>
            </a:prstGeom>
            <a:solidFill>
              <a:srgbClr val="B7BEC5"/>
            </a:solidFill>
            <a:ln w="2929">
              <a:solidFill>
                <a:srgbClr val="C6D4E2"/>
              </a:solidFill>
              <a:prstDash val="solid"/>
            </a:ln>
          </p:spPr>
        </p:sp>
        <p:sp>
          <p:nvSpPr>
            <p:cNvPr id="199" name="Input snapshot 1: source 199"/>
            <p:cNvSpPr/>
            <p:nvPr/>
          </p:nvSpPr>
          <p:spPr>
            <a:xfrm>
              <a:off x="1406918" y="1423340"/>
              <a:ext cx="38580" cy="44769"/>
            </a:xfrm>
            <a:prstGeom prst="rect">
              <a:avLst/>
            </a:prstGeom>
            <a:solidFill>
              <a:srgbClr val="D55E00"/>
            </a:solidFill>
            <a:ln w="2929">
              <a:solidFill>
                <a:srgbClr val="C6D4E2"/>
              </a:solidFill>
              <a:prstDash val="solid"/>
            </a:ln>
          </p:spPr>
        </p:sp>
        <p:sp>
          <p:nvSpPr>
            <p:cNvPr id="200" name="Input snapshot 1: source 200"/>
            <p:cNvSpPr/>
            <p:nvPr/>
          </p:nvSpPr>
          <p:spPr>
            <a:xfrm>
              <a:off x="1444620" y="1423340"/>
              <a:ext cx="38580" cy="44769"/>
            </a:xfrm>
            <a:prstGeom prst="rect">
              <a:avLst/>
            </a:prstGeom>
            <a:solidFill>
              <a:srgbClr val="D55E00"/>
            </a:solidFill>
            <a:ln w="2929">
              <a:solidFill>
                <a:srgbClr val="C6D4E2"/>
              </a:solidFill>
              <a:prstDash val="solid"/>
            </a:ln>
          </p:spPr>
        </p:sp>
        <p:sp>
          <p:nvSpPr>
            <p:cNvPr id="201" name="Input snapshot 1: source 201"/>
            <p:cNvSpPr/>
            <p:nvPr/>
          </p:nvSpPr>
          <p:spPr>
            <a:xfrm>
              <a:off x="1482323" y="1423340"/>
              <a:ext cx="38580" cy="44769"/>
            </a:xfrm>
            <a:prstGeom prst="rect">
              <a:avLst/>
            </a:prstGeom>
            <a:solidFill>
              <a:srgbClr val="D55E00"/>
            </a:solidFill>
            <a:ln w="2929">
              <a:solidFill>
                <a:srgbClr val="C6D4E2"/>
              </a:solidFill>
              <a:prstDash val="solid"/>
            </a:ln>
          </p:spPr>
        </p:sp>
        <p:sp>
          <p:nvSpPr>
            <p:cNvPr id="202" name="Input snapshot 1: source 202"/>
            <p:cNvSpPr/>
            <p:nvPr/>
          </p:nvSpPr>
          <p:spPr>
            <a:xfrm>
              <a:off x="1520026" y="1423340"/>
              <a:ext cx="38580" cy="44769"/>
            </a:xfrm>
            <a:prstGeom prst="rect">
              <a:avLst/>
            </a:prstGeom>
            <a:solidFill>
              <a:srgbClr val="B7BEC5"/>
            </a:solidFill>
            <a:ln w="2929">
              <a:solidFill>
                <a:srgbClr val="C6D4E2"/>
              </a:solidFill>
              <a:prstDash val="solid"/>
            </a:ln>
          </p:spPr>
        </p:sp>
        <p:sp>
          <p:nvSpPr>
            <p:cNvPr id="203" name="Input snapshot 1: source 203"/>
            <p:cNvSpPr/>
            <p:nvPr/>
          </p:nvSpPr>
          <p:spPr>
            <a:xfrm>
              <a:off x="1557728" y="1423340"/>
              <a:ext cx="38580" cy="44769"/>
            </a:xfrm>
            <a:prstGeom prst="rect">
              <a:avLst/>
            </a:prstGeom>
            <a:solidFill>
              <a:srgbClr val="EFF2F4"/>
            </a:solidFill>
            <a:ln w="2929">
              <a:solidFill>
                <a:srgbClr val="C6D4E2"/>
              </a:solidFill>
              <a:prstDash val="solid"/>
            </a:ln>
          </p:spPr>
        </p:sp>
        <p:sp>
          <p:nvSpPr>
            <p:cNvPr id="204" name="Input snapshot 1: source 204"/>
            <p:cNvSpPr/>
            <p:nvPr/>
          </p:nvSpPr>
          <p:spPr>
            <a:xfrm>
              <a:off x="1595431" y="1423340"/>
              <a:ext cx="38580" cy="44769"/>
            </a:xfrm>
            <a:prstGeom prst="rect">
              <a:avLst/>
            </a:prstGeom>
            <a:solidFill>
              <a:srgbClr val="EFF2F4"/>
            </a:solidFill>
            <a:ln w="2929">
              <a:solidFill>
                <a:srgbClr val="C6D4E2"/>
              </a:solidFill>
              <a:prstDash val="solid"/>
            </a:ln>
          </p:spPr>
        </p:sp>
        <p:sp>
          <p:nvSpPr>
            <p:cNvPr id="205" name="Input snapshot 1: source 205"/>
            <p:cNvSpPr/>
            <p:nvPr/>
          </p:nvSpPr>
          <p:spPr>
            <a:xfrm>
              <a:off x="1633133" y="1423340"/>
              <a:ext cx="38580" cy="44769"/>
            </a:xfrm>
            <a:prstGeom prst="rect">
              <a:avLst/>
            </a:prstGeom>
            <a:solidFill>
              <a:srgbClr val="EFF2F4"/>
            </a:solidFill>
            <a:ln w="2929">
              <a:solidFill>
                <a:srgbClr val="C6D4E2"/>
              </a:solidFill>
              <a:prstDash val="solid"/>
            </a:ln>
          </p:spPr>
        </p:sp>
        <p:sp>
          <p:nvSpPr>
            <p:cNvPr id="206" name="Input snapshot 1: source 206"/>
            <p:cNvSpPr/>
            <p:nvPr/>
          </p:nvSpPr>
          <p:spPr>
            <a:xfrm>
              <a:off x="1143000" y="1467231"/>
              <a:ext cx="38580" cy="44769"/>
            </a:xfrm>
            <a:prstGeom prst="rect">
              <a:avLst/>
            </a:prstGeom>
            <a:solidFill>
              <a:srgbClr val="EFF2F4"/>
            </a:solidFill>
            <a:ln w="2929">
              <a:solidFill>
                <a:srgbClr val="C6D4E2"/>
              </a:solidFill>
              <a:prstDash val="solid"/>
            </a:ln>
          </p:spPr>
        </p:sp>
        <p:sp>
          <p:nvSpPr>
            <p:cNvPr id="207" name="Input snapshot 1: source 207"/>
            <p:cNvSpPr/>
            <p:nvPr/>
          </p:nvSpPr>
          <p:spPr>
            <a:xfrm>
              <a:off x="1180703" y="1467231"/>
              <a:ext cx="38580" cy="44769"/>
            </a:xfrm>
            <a:prstGeom prst="rect">
              <a:avLst/>
            </a:prstGeom>
            <a:solidFill>
              <a:srgbClr val="B7BEC5"/>
            </a:solidFill>
            <a:ln w="2929">
              <a:solidFill>
                <a:srgbClr val="C6D4E2"/>
              </a:solidFill>
              <a:prstDash val="solid"/>
            </a:ln>
          </p:spPr>
        </p:sp>
        <p:sp>
          <p:nvSpPr>
            <p:cNvPr id="208" name="Input snapshot 1: source 208"/>
            <p:cNvSpPr/>
            <p:nvPr/>
          </p:nvSpPr>
          <p:spPr>
            <a:xfrm>
              <a:off x="1218405" y="1467231"/>
              <a:ext cx="38580" cy="44769"/>
            </a:xfrm>
            <a:prstGeom prst="rect">
              <a:avLst/>
            </a:prstGeom>
            <a:solidFill>
              <a:srgbClr val="B7BEC5"/>
            </a:solidFill>
            <a:ln w="2929">
              <a:solidFill>
                <a:srgbClr val="C6D4E2"/>
              </a:solidFill>
              <a:prstDash val="solid"/>
            </a:ln>
          </p:spPr>
        </p:sp>
        <p:sp>
          <p:nvSpPr>
            <p:cNvPr id="209" name="Input snapshot 1: source 209"/>
            <p:cNvSpPr/>
            <p:nvPr/>
          </p:nvSpPr>
          <p:spPr>
            <a:xfrm>
              <a:off x="1256108" y="1467231"/>
              <a:ext cx="38580" cy="44769"/>
            </a:xfrm>
            <a:prstGeom prst="rect">
              <a:avLst/>
            </a:prstGeom>
            <a:solidFill>
              <a:srgbClr val="B7BEC5"/>
            </a:solidFill>
            <a:ln w="2929">
              <a:solidFill>
                <a:srgbClr val="C6D4E2"/>
              </a:solidFill>
              <a:prstDash val="solid"/>
            </a:ln>
          </p:spPr>
        </p:sp>
        <p:sp>
          <p:nvSpPr>
            <p:cNvPr id="210" name="Input snapshot 1: source 210"/>
            <p:cNvSpPr/>
            <p:nvPr/>
          </p:nvSpPr>
          <p:spPr>
            <a:xfrm>
              <a:off x="1293810" y="1467231"/>
              <a:ext cx="38580" cy="44769"/>
            </a:xfrm>
            <a:prstGeom prst="rect">
              <a:avLst/>
            </a:prstGeom>
            <a:solidFill>
              <a:srgbClr val="B7BEC5"/>
            </a:solidFill>
            <a:ln w="2929">
              <a:solidFill>
                <a:srgbClr val="C6D4E2"/>
              </a:solidFill>
              <a:prstDash val="solid"/>
            </a:ln>
          </p:spPr>
        </p:sp>
        <p:sp>
          <p:nvSpPr>
            <p:cNvPr id="211" name="Input snapshot 1: source 211"/>
            <p:cNvSpPr/>
            <p:nvPr/>
          </p:nvSpPr>
          <p:spPr>
            <a:xfrm>
              <a:off x="1331513" y="1467231"/>
              <a:ext cx="38580" cy="44769"/>
            </a:xfrm>
            <a:prstGeom prst="rect">
              <a:avLst/>
            </a:prstGeom>
            <a:solidFill>
              <a:srgbClr val="B7BEC5"/>
            </a:solidFill>
            <a:ln w="2929">
              <a:solidFill>
                <a:srgbClr val="C6D4E2"/>
              </a:solidFill>
              <a:prstDash val="solid"/>
            </a:ln>
          </p:spPr>
        </p:sp>
        <p:sp>
          <p:nvSpPr>
            <p:cNvPr id="212" name="Input snapshot 1: source 212"/>
            <p:cNvSpPr/>
            <p:nvPr/>
          </p:nvSpPr>
          <p:spPr>
            <a:xfrm>
              <a:off x="1369215" y="1467231"/>
              <a:ext cx="38580" cy="44769"/>
            </a:xfrm>
            <a:prstGeom prst="rect">
              <a:avLst/>
            </a:prstGeom>
            <a:solidFill>
              <a:srgbClr val="B7BEC5"/>
            </a:solidFill>
            <a:ln w="2929">
              <a:solidFill>
                <a:srgbClr val="C6D4E2"/>
              </a:solidFill>
              <a:prstDash val="solid"/>
            </a:ln>
          </p:spPr>
        </p:sp>
        <p:sp>
          <p:nvSpPr>
            <p:cNvPr id="213" name="Input snapshot 1: source 213"/>
            <p:cNvSpPr/>
            <p:nvPr/>
          </p:nvSpPr>
          <p:spPr>
            <a:xfrm>
              <a:off x="1406918" y="1467231"/>
              <a:ext cx="38580" cy="44769"/>
            </a:xfrm>
            <a:prstGeom prst="rect">
              <a:avLst/>
            </a:prstGeom>
            <a:solidFill>
              <a:srgbClr val="D55E00"/>
            </a:solidFill>
            <a:ln w="2929">
              <a:solidFill>
                <a:srgbClr val="C6D4E2"/>
              </a:solidFill>
              <a:prstDash val="solid"/>
            </a:ln>
          </p:spPr>
        </p:sp>
        <p:sp>
          <p:nvSpPr>
            <p:cNvPr id="214" name="Input snapshot 1: source 214"/>
            <p:cNvSpPr/>
            <p:nvPr/>
          </p:nvSpPr>
          <p:spPr>
            <a:xfrm>
              <a:off x="1444620" y="1467231"/>
              <a:ext cx="38580" cy="44769"/>
            </a:xfrm>
            <a:prstGeom prst="rect">
              <a:avLst/>
            </a:prstGeom>
            <a:solidFill>
              <a:srgbClr val="D55E00"/>
            </a:solidFill>
            <a:ln w="2929">
              <a:solidFill>
                <a:srgbClr val="C6D4E2"/>
              </a:solidFill>
              <a:prstDash val="solid"/>
            </a:ln>
          </p:spPr>
        </p:sp>
        <p:sp>
          <p:nvSpPr>
            <p:cNvPr id="215" name="Input snapshot 1: source 215"/>
            <p:cNvSpPr/>
            <p:nvPr/>
          </p:nvSpPr>
          <p:spPr>
            <a:xfrm>
              <a:off x="1482323" y="1467231"/>
              <a:ext cx="38580" cy="44769"/>
            </a:xfrm>
            <a:prstGeom prst="rect">
              <a:avLst/>
            </a:prstGeom>
            <a:solidFill>
              <a:srgbClr val="D55E00"/>
            </a:solidFill>
            <a:ln w="2929">
              <a:solidFill>
                <a:srgbClr val="C6D4E2"/>
              </a:solidFill>
              <a:prstDash val="solid"/>
            </a:ln>
          </p:spPr>
        </p:sp>
        <p:sp>
          <p:nvSpPr>
            <p:cNvPr id="216" name="Input snapshot 1: source 216"/>
            <p:cNvSpPr/>
            <p:nvPr/>
          </p:nvSpPr>
          <p:spPr>
            <a:xfrm>
              <a:off x="1520026" y="1467231"/>
              <a:ext cx="38580" cy="44769"/>
            </a:xfrm>
            <a:prstGeom prst="rect">
              <a:avLst/>
            </a:prstGeom>
            <a:solidFill>
              <a:srgbClr val="B7BEC5"/>
            </a:solidFill>
            <a:ln w="2929">
              <a:solidFill>
                <a:srgbClr val="C6D4E2"/>
              </a:solidFill>
              <a:prstDash val="solid"/>
            </a:ln>
          </p:spPr>
        </p:sp>
        <p:sp>
          <p:nvSpPr>
            <p:cNvPr id="217" name="Input snapshot 1: source 217"/>
            <p:cNvSpPr/>
            <p:nvPr/>
          </p:nvSpPr>
          <p:spPr>
            <a:xfrm>
              <a:off x="1557728" y="1467231"/>
              <a:ext cx="38580" cy="44769"/>
            </a:xfrm>
            <a:prstGeom prst="rect">
              <a:avLst/>
            </a:prstGeom>
            <a:solidFill>
              <a:srgbClr val="EFF2F4"/>
            </a:solidFill>
            <a:ln w="2929">
              <a:solidFill>
                <a:srgbClr val="C6D4E2"/>
              </a:solidFill>
              <a:prstDash val="solid"/>
            </a:ln>
          </p:spPr>
        </p:sp>
        <p:sp>
          <p:nvSpPr>
            <p:cNvPr id="218" name="Input snapshot 1: source 218"/>
            <p:cNvSpPr/>
            <p:nvPr/>
          </p:nvSpPr>
          <p:spPr>
            <a:xfrm>
              <a:off x="1595431" y="1467231"/>
              <a:ext cx="38580" cy="44769"/>
            </a:xfrm>
            <a:prstGeom prst="rect">
              <a:avLst/>
            </a:prstGeom>
            <a:solidFill>
              <a:srgbClr val="EFF2F4"/>
            </a:solidFill>
            <a:ln w="2929">
              <a:solidFill>
                <a:srgbClr val="C6D4E2"/>
              </a:solidFill>
              <a:prstDash val="solid"/>
            </a:ln>
          </p:spPr>
        </p:sp>
        <p:sp>
          <p:nvSpPr>
            <p:cNvPr id="219" name="Input snapshot 1: source 219"/>
            <p:cNvSpPr/>
            <p:nvPr/>
          </p:nvSpPr>
          <p:spPr>
            <a:xfrm>
              <a:off x="1633133" y="1467231"/>
              <a:ext cx="38580" cy="44769"/>
            </a:xfrm>
            <a:prstGeom prst="rect">
              <a:avLst/>
            </a:prstGeom>
            <a:solidFill>
              <a:srgbClr val="EFF2F4"/>
            </a:solidFill>
            <a:ln w="2929">
              <a:solidFill>
                <a:srgbClr val="C6D4E2"/>
              </a:solidFill>
              <a:prstDash val="solid"/>
            </a:ln>
          </p:spPr>
        </p:sp>
        <p:sp>
          <p:nvSpPr>
            <p:cNvPr id="220" name="Input snapshot 1: source 220"/>
            <p:cNvSpPr/>
            <p:nvPr/>
          </p:nvSpPr>
          <p:spPr>
            <a:xfrm>
              <a:off x="1143000" y="1511122"/>
              <a:ext cx="38580" cy="44769"/>
            </a:xfrm>
            <a:prstGeom prst="rect">
              <a:avLst/>
            </a:prstGeom>
            <a:solidFill>
              <a:srgbClr val="EFF2F4"/>
            </a:solidFill>
            <a:ln w="2929">
              <a:solidFill>
                <a:srgbClr val="C6D4E2"/>
              </a:solidFill>
              <a:prstDash val="solid"/>
            </a:ln>
          </p:spPr>
        </p:sp>
        <p:sp>
          <p:nvSpPr>
            <p:cNvPr id="221" name="Input snapshot 1: source 221"/>
            <p:cNvSpPr/>
            <p:nvPr/>
          </p:nvSpPr>
          <p:spPr>
            <a:xfrm>
              <a:off x="1180703" y="1511122"/>
              <a:ext cx="38580" cy="44769"/>
            </a:xfrm>
            <a:prstGeom prst="rect">
              <a:avLst/>
            </a:prstGeom>
            <a:solidFill>
              <a:srgbClr val="B7BEC5"/>
            </a:solidFill>
            <a:ln w="2929">
              <a:solidFill>
                <a:srgbClr val="C6D4E2"/>
              </a:solidFill>
              <a:prstDash val="solid"/>
            </a:ln>
          </p:spPr>
        </p:sp>
        <p:sp>
          <p:nvSpPr>
            <p:cNvPr id="222" name="Input snapshot 1: source 222"/>
            <p:cNvSpPr/>
            <p:nvPr/>
          </p:nvSpPr>
          <p:spPr>
            <a:xfrm>
              <a:off x="1218405" y="1511122"/>
              <a:ext cx="38580" cy="44769"/>
            </a:xfrm>
            <a:prstGeom prst="rect">
              <a:avLst/>
            </a:prstGeom>
            <a:solidFill>
              <a:srgbClr val="0072B2"/>
            </a:solidFill>
            <a:ln w="2929">
              <a:solidFill>
                <a:srgbClr val="C6D4E2"/>
              </a:solidFill>
              <a:prstDash val="solid"/>
            </a:ln>
          </p:spPr>
        </p:sp>
        <p:sp>
          <p:nvSpPr>
            <p:cNvPr id="223" name="Input snapshot 1: source 223"/>
            <p:cNvSpPr/>
            <p:nvPr/>
          </p:nvSpPr>
          <p:spPr>
            <a:xfrm>
              <a:off x="1256108" y="1511122"/>
              <a:ext cx="38580" cy="44769"/>
            </a:xfrm>
            <a:prstGeom prst="rect">
              <a:avLst/>
            </a:prstGeom>
            <a:solidFill>
              <a:srgbClr val="0072B2"/>
            </a:solidFill>
            <a:ln w="2929">
              <a:solidFill>
                <a:srgbClr val="C6D4E2"/>
              </a:solidFill>
              <a:prstDash val="solid"/>
            </a:ln>
          </p:spPr>
        </p:sp>
        <p:sp>
          <p:nvSpPr>
            <p:cNvPr id="224" name="Input snapshot 1: source 224"/>
            <p:cNvSpPr/>
            <p:nvPr/>
          </p:nvSpPr>
          <p:spPr>
            <a:xfrm>
              <a:off x="1293810" y="1511122"/>
              <a:ext cx="38580" cy="44769"/>
            </a:xfrm>
            <a:prstGeom prst="rect">
              <a:avLst/>
            </a:prstGeom>
            <a:solidFill>
              <a:srgbClr val="0072B2"/>
            </a:solidFill>
            <a:ln w="2929">
              <a:solidFill>
                <a:srgbClr val="C6D4E2"/>
              </a:solidFill>
              <a:prstDash val="solid"/>
            </a:ln>
          </p:spPr>
        </p:sp>
        <p:sp>
          <p:nvSpPr>
            <p:cNvPr id="225" name="Input snapshot 1: source 225"/>
            <p:cNvSpPr/>
            <p:nvPr/>
          </p:nvSpPr>
          <p:spPr>
            <a:xfrm>
              <a:off x="1331513" y="1511122"/>
              <a:ext cx="38580" cy="44769"/>
            </a:xfrm>
            <a:prstGeom prst="rect">
              <a:avLst/>
            </a:prstGeom>
            <a:solidFill>
              <a:srgbClr val="0072B2"/>
            </a:solidFill>
            <a:ln w="2929">
              <a:solidFill>
                <a:srgbClr val="C6D4E2"/>
              </a:solidFill>
              <a:prstDash val="solid"/>
            </a:ln>
          </p:spPr>
        </p:sp>
        <p:sp>
          <p:nvSpPr>
            <p:cNvPr id="226" name="Input snapshot 1: source 226"/>
            <p:cNvSpPr/>
            <p:nvPr/>
          </p:nvSpPr>
          <p:spPr>
            <a:xfrm>
              <a:off x="1369215" y="1511122"/>
              <a:ext cx="38580" cy="44769"/>
            </a:xfrm>
            <a:prstGeom prst="rect">
              <a:avLst/>
            </a:prstGeom>
            <a:solidFill>
              <a:srgbClr val="B7BEC5"/>
            </a:solidFill>
            <a:ln w="2929">
              <a:solidFill>
                <a:srgbClr val="C6D4E2"/>
              </a:solidFill>
              <a:prstDash val="solid"/>
            </a:ln>
          </p:spPr>
        </p:sp>
        <p:sp>
          <p:nvSpPr>
            <p:cNvPr id="227" name="Input snapshot 1: source 227"/>
            <p:cNvSpPr/>
            <p:nvPr/>
          </p:nvSpPr>
          <p:spPr>
            <a:xfrm>
              <a:off x="1406918" y="1511122"/>
              <a:ext cx="38580" cy="44769"/>
            </a:xfrm>
            <a:prstGeom prst="rect">
              <a:avLst/>
            </a:prstGeom>
            <a:solidFill>
              <a:srgbClr val="D55E00"/>
            </a:solidFill>
            <a:ln w="2929">
              <a:solidFill>
                <a:srgbClr val="C6D4E2"/>
              </a:solidFill>
              <a:prstDash val="solid"/>
            </a:ln>
          </p:spPr>
        </p:sp>
        <p:sp>
          <p:nvSpPr>
            <p:cNvPr id="228" name="Input snapshot 1: source 228"/>
            <p:cNvSpPr/>
            <p:nvPr/>
          </p:nvSpPr>
          <p:spPr>
            <a:xfrm>
              <a:off x="1444620" y="1511122"/>
              <a:ext cx="38580" cy="44769"/>
            </a:xfrm>
            <a:prstGeom prst="rect">
              <a:avLst/>
            </a:prstGeom>
            <a:solidFill>
              <a:srgbClr val="D55E00"/>
            </a:solidFill>
            <a:ln w="2929">
              <a:solidFill>
                <a:srgbClr val="C6D4E2"/>
              </a:solidFill>
              <a:prstDash val="solid"/>
            </a:ln>
          </p:spPr>
        </p:sp>
        <p:sp>
          <p:nvSpPr>
            <p:cNvPr id="229" name="Input snapshot 1: source 229"/>
            <p:cNvSpPr/>
            <p:nvPr/>
          </p:nvSpPr>
          <p:spPr>
            <a:xfrm>
              <a:off x="1482323" y="1511122"/>
              <a:ext cx="38580" cy="44769"/>
            </a:xfrm>
            <a:prstGeom prst="rect">
              <a:avLst/>
            </a:prstGeom>
            <a:solidFill>
              <a:srgbClr val="D55E00"/>
            </a:solidFill>
            <a:ln w="2929">
              <a:solidFill>
                <a:srgbClr val="C6D4E2"/>
              </a:solidFill>
              <a:prstDash val="solid"/>
            </a:ln>
          </p:spPr>
        </p:sp>
        <p:sp>
          <p:nvSpPr>
            <p:cNvPr id="230" name="Input snapshot 1: source 230"/>
            <p:cNvSpPr/>
            <p:nvPr/>
          </p:nvSpPr>
          <p:spPr>
            <a:xfrm>
              <a:off x="1520026" y="1511122"/>
              <a:ext cx="38580" cy="44769"/>
            </a:xfrm>
            <a:prstGeom prst="rect">
              <a:avLst/>
            </a:prstGeom>
            <a:solidFill>
              <a:srgbClr val="B7BEC5"/>
            </a:solidFill>
            <a:ln w="2929">
              <a:solidFill>
                <a:srgbClr val="C6D4E2"/>
              </a:solidFill>
              <a:prstDash val="solid"/>
            </a:ln>
          </p:spPr>
        </p:sp>
        <p:sp>
          <p:nvSpPr>
            <p:cNvPr id="231" name="Input snapshot 1: source 231"/>
            <p:cNvSpPr/>
            <p:nvPr/>
          </p:nvSpPr>
          <p:spPr>
            <a:xfrm>
              <a:off x="1557728" y="1511122"/>
              <a:ext cx="38580" cy="44769"/>
            </a:xfrm>
            <a:prstGeom prst="rect">
              <a:avLst/>
            </a:prstGeom>
            <a:solidFill>
              <a:srgbClr val="EFF2F4"/>
            </a:solidFill>
            <a:ln w="2929">
              <a:solidFill>
                <a:srgbClr val="C6D4E2"/>
              </a:solidFill>
              <a:prstDash val="solid"/>
            </a:ln>
          </p:spPr>
        </p:sp>
        <p:sp>
          <p:nvSpPr>
            <p:cNvPr id="232" name="Input snapshot 1: source 232"/>
            <p:cNvSpPr/>
            <p:nvPr/>
          </p:nvSpPr>
          <p:spPr>
            <a:xfrm>
              <a:off x="1595431" y="1511122"/>
              <a:ext cx="38580" cy="44769"/>
            </a:xfrm>
            <a:prstGeom prst="rect">
              <a:avLst/>
            </a:prstGeom>
            <a:solidFill>
              <a:srgbClr val="EFF2F4"/>
            </a:solidFill>
            <a:ln w="2929">
              <a:solidFill>
                <a:srgbClr val="C6D4E2"/>
              </a:solidFill>
              <a:prstDash val="solid"/>
            </a:ln>
          </p:spPr>
        </p:sp>
        <p:sp>
          <p:nvSpPr>
            <p:cNvPr id="233" name="Input snapshot 1: source 233"/>
            <p:cNvSpPr/>
            <p:nvPr/>
          </p:nvSpPr>
          <p:spPr>
            <a:xfrm>
              <a:off x="1633133" y="1511122"/>
              <a:ext cx="38580" cy="44769"/>
            </a:xfrm>
            <a:prstGeom prst="rect">
              <a:avLst/>
            </a:prstGeom>
            <a:solidFill>
              <a:srgbClr val="EFF2F4"/>
            </a:solidFill>
            <a:ln w="2929">
              <a:solidFill>
                <a:srgbClr val="C6D4E2"/>
              </a:solidFill>
              <a:prstDash val="solid"/>
            </a:ln>
          </p:spPr>
        </p:sp>
        <p:sp>
          <p:nvSpPr>
            <p:cNvPr id="234" name="Input snapshot 1: source 234"/>
            <p:cNvSpPr/>
            <p:nvPr/>
          </p:nvSpPr>
          <p:spPr>
            <a:xfrm>
              <a:off x="1143000" y="1555014"/>
              <a:ext cx="38580" cy="44769"/>
            </a:xfrm>
            <a:prstGeom prst="rect">
              <a:avLst/>
            </a:prstGeom>
            <a:solidFill>
              <a:srgbClr val="EFF2F4"/>
            </a:solidFill>
            <a:ln w="2929">
              <a:solidFill>
                <a:srgbClr val="C6D4E2"/>
              </a:solidFill>
              <a:prstDash val="solid"/>
            </a:ln>
          </p:spPr>
        </p:sp>
        <p:sp>
          <p:nvSpPr>
            <p:cNvPr id="235" name="Input snapshot 1: source 235"/>
            <p:cNvSpPr/>
            <p:nvPr/>
          </p:nvSpPr>
          <p:spPr>
            <a:xfrm>
              <a:off x="1180703" y="1555014"/>
              <a:ext cx="38580" cy="44769"/>
            </a:xfrm>
            <a:prstGeom prst="rect">
              <a:avLst/>
            </a:prstGeom>
            <a:solidFill>
              <a:srgbClr val="0072B2"/>
            </a:solidFill>
            <a:ln w="2929">
              <a:solidFill>
                <a:srgbClr val="C6D4E2"/>
              </a:solidFill>
              <a:prstDash val="solid"/>
            </a:ln>
          </p:spPr>
        </p:sp>
        <p:sp>
          <p:nvSpPr>
            <p:cNvPr id="236" name="Input snapshot 1: source 236"/>
            <p:cNvSpPr/>
            <p:nvPr/>
          </p:nvSpPr>
          <p:spPr>
            <a:xfrm>
              <a:off x="1218405" y="1555014"/>
              <a:ext cx="38580" cy="44769"/>
            </a:xfrm>
            <a:prstGeom prst="rect">
              <a:avLst/>
            </a:prstGeom>
            <a:solidFill>
              <a:srgbClr val="0072B2"/>
            </a:solidFill>
            <a:ln w="2929">
              <a:solidFill>
                <a:srgbClr val="C6D4E2"/>
              </a:solidFill>
              <a:prstDash val="solid"/>
            </a:ln>
          </p:spPr>
        </p:sp>
        <p:sp>
          <p:nvSpPr>
            <p:cNvPr id="237" name="Input snapshot 1: source 237"/>
            <p:cNvSpPr/>
            <p:nvPr/>
          </p:nvSpPr>
          <p:spPr>
            <a:xfrm>
              <a:off x="1256108" y="1555014"/>
              <a:ext cx="38580" cy="44769"/>
            </a:xfrm>
            <a:prstGeom prst="rect">
              <a:avLst/>
            </a:prstGeom>
            <a:solidFill>
              <a:srgbClr val="0072B2"/>
            </a:solidFill>
            <a:ln w="2929">
              <a:solidFill>
                <a:srgbClr val="C6D4E2"/>
              </a:solidFill>
              <a:prstDash val="solid"/>
            </a:ln>
          </p:spPr>
        </p:sp>
        <p:sp>
          <p:nvSpPr>
            <p:cNvPr id="238" name="Input snapshot 1: source 238"/>
            <p:cNvSpPr/>
            <p:nvPr/>
          </p:nvSpPr>
          <p:spPr>
            <a:xfrm>
              <a:off x="1293810" y="1555014"/>
              <a:ext cx="38580" cy="44769"/>
            </a:xfrm>
            <a:prstGeom prst="rect">
              <a:avLst/>
            </a:prstGeom>
            <a:solidFill>
              <a:srgbClr val="0072B2"/>
            </a:solidFill>
            <a:ln w="2929">
              <a:solidFill>
                <a:srgbClr val="C6D4E2"/>
              </a:solidFill>
              <a:prstDash val="solid"/>
            </a:ln>
          </p:spPr>
        </p:sp>
        <p:sp>
          <p:nvSpPr>
            <p:cNvPr id="239" name="Input snapshot 1: source 239"/>
            <p:cNvSpPr/>
            <p:nvPr/>
          </p:nvSpPr>
          <p:spPr>
            <a:xfrm>
              <a:off x="1331513" y="1555014"/>
              <a:ext cx="38580" cy="44769"/>
            </a:xfrm>
            <a:prstGeom prst="rect">
              <a:avLst/>
            </a:prstGeom>
            <a:solidFill>
              <a:srgbClr val="0072B2"/>
            </a:solidFill>
            <a:ln w="2929">
              <a:solidFill>
                <a:srgbClr val="C6D4E2"/>
              </a:solidFill>
              <a:prstDash val="solid"/>
            </a:ln>
          </p:spPr>
        </p:sp>
        <p:sp>
          <p:nvSpPr>
            <p:cNvPr id="240" name="Input snapshot 1: source 240"/>
            <p:cNvSpPr/>
            <p:nvPr/>
          </p:nvSpPr>
          <p:spPr>
            <a:xfrm>
              <a:off x="1369215" y="1555014"/>
              <a:ext cx="38580" cy="44769"/>
            </a:xfrm>
            <a:prstGeom prst="rect">
              <a:avLst/>
            </a:prstGeom>
            <a:solidFill>
              <a:srgbClr val="B7BEC5"/>
            </a:solidFill>
            <a:ln w="2929">
              <a:solidFill>
                <a:srgbClr val="C6D4E2"/>
              </a:solidFill>
              <a:prstDash val="solid"/>
            </a:ln>
          </p:spPr>
        </p:sp>
        <p:sp>
          <p:nvSpPr>
            <p:cNvPr id="241" name="Input snapshot 1: source 241"/>
            <p:cNvSpPr/>
            <p:nvPr/>
          </p:nvSpPr>
          <p:spPr>
            <a:xfrm>
              <a:off x="1406918" y="1555014"/>
              <a:ext cx="38580" cy="44769"/>
            </a:xfrm>
            <a:prstGeom prst="rect">
              <a:avLst/>
            </a:prstGeom>
            <a:solidFill>
              <a:srgbClr val="B7BEC5"/>
            </a:solidFill>
            <a:ln w="2929">
              <a:solidFill>
                <a:srgbClr val="C6D4E2"/>
              </a:solidFill>
              <a:prstDash val="solid"/>
            </a:ln>
          </p:spPr>
        </p:sp>
        <p:sp>
          <p:nvSpPr>
            <p:cNvPr id="242" name="Input snapshot 1: source 242"/>
            <p:cNvSpPr/>
            <p:nvPr/>
          </p:nvSpPr>
          <p:spPr>
            <a:xfrm>
              <a:off x="1444620" y="1555014"/>
              <a:ext cx="38580" cy="44769"/>
            </a:xfrm>
            <a:prstGeom prst="rect">
              <a:avLst/>
            </a:prstGeom>
            <a:solidFill>
              <a:srgbClr val="B7BEC5"/>
            </a:solidFill>
            <a:ln w="2929">
              <a:solidFill>
                <a:srgbClr val="C6D4E2"/>
              </a:solidFill>
              <a:prstDash val="solid"/>
            </a:ln>
          </p:spPr>
        </p:sp>
        <p:sp>
          <p:nvSpPr>
            <p:cNvPr id="243" name="Input snapshot 1: source 243"/>
            <p:cNvSpPr/>
            <p:nvPr/>
          </p:nvSpPr>
          <p:spPr>
            <a:xfrm>
              <a:off x="1482323" y="1555014"/>
              <a:ext cx="38580" cy="44769"/>
            </a:xfrm>
            <a:prstGeom prst="rect">
              <a:avLst/>
            </a:prstGeom>
            <a:solidFill>
              <a:srgbClr val="B7BEC5"/>
            </a:solidFill>
            <a:ln w="2929">
              <a:solidFill>
                <a:srgbClr val="C6D4E2"/>
              </a:solidFill>
              <a:prstDash val="solid"/>
            </a:ln>
          </p:spPr>
        </p:sp>
        <p:sp>
          <p:nvSpPr>
            <p:cNvPr id="244" name="Input snapshot 1: source 244"/>
            <p:cNvSpPr/>
            <p:nvPr/>
          </p:nvSpPr>
          <p:spPr>
            <a:xfrm>
              <a:off x="1520026" y="1555014"/>
              <a:ext cx="38580" cy="44769"/>
            </a:xfrm>
            <a:prstGeom prst="rect">
              <a:avLst/>
            </a:prstGeom>
            <a:solidFill>
              <a:srgbClr val="B7BEC5"/>
            </a:solidFill>
            <a:ln w="2929">
              <a:solidFill>
                <a:srgbClr val="C6D4E2"/>
              </a:solidFill>
              <a:prstDash val="solid"/>
            </a:ln>
          </p:spPr>
        </p:sp>
        <p:sp>
          <p:nvSpPr>
            <p:cNvPr id="245" name="Input snapshot 1: source 245"/>
            <p:cNvSpPr/>
            <p:nvPr/>
          </p:nvSpPr>
          <p:spPr>
            <a:xfrm>
              <a:off x="1557728" y="1555014"/>
              <a:ext cx="38580" cy="44769"/>
            </a:xfrm>
            <a:prstGeom prst="rect">
              <a:avLst/>
            </a:prstGeom>
            <a:solidFill>
              <a:srgbClr val="EFF2F4"/>
            </a:solidFill>
            <a:ln w="2929">
              <a:solidFill>
                <a:srgbClr val="C6D4E2"/>
              </a:solidFill>
              <a:prstDash val="solid"/>
            </a:ln>
          </p:spPr>
        </p:sp>
        <p:sp>
          <p:nvSpPr>
            <p:cNvPr id="246" name="Input snapshot 1: source 246"/>
            <p:cNvSpPr/>
            <p:nvPr/>
          </p:nvSpPr>
          <p:spPr>
            <a:xfrm>
              <a:off x="1595431" y="1555014"/>
              <a:ext cx="38580" cy="44769"/>
            </a:xfrm>
            <a:prstGeom prst="rect">
              <a:avLst/>
            </a:prstGeom>
            <a:solidFill>
              <a:srgbClr val="EFF2F4"/>
            </a:solidFill>
            <a:ln w="2929">
              <a:solidFill>
                <a:srgbClr val="C6D4E2"/>
              </a:solidFill>
              <a:prstDash val="solid"/>
            </a:ln>
          </p:spPr>
        </p:sp>
        <p:sp>
          <p:nvSpPr>
            <p:cNvPr id="247" name="Input snapshot 1: source 247"/>
            <p:cNvSpPr/>
            <p:nvPr/>
          </p:nvSpPr>
          <p:spPr>
            <a:xfrm>
              <a:off x="1633133" y="1555014"/>
              <a:ext cx="38580" cy="44769"/>
            </a:xfrm>
            <a:prstGeom prst="rect">
              <a:avLst/>
            </a:prstGeom>
            <a:solidFill>
              <a:srgbClr val="EFF2F4"/>
            </a:solidFill>
            <a:ln w="2929">
              <a:solidFill>
                <a:srgbClr val="C6D4E2"/>
              </a:solidFill>
              <a:prstDash val="solid"/>
            </a:ln>
          </p:spPr>
        </p:sp>
        <p:sp>
          <p:nvSpPr>
            <p:cNvPr id="248" name="Input snapshot 1: source 248"/>
            <p:cNvSpPr/>
            <p:nvPr/>
          </p:nvSpPr>
          <p:spPr>
            <a:xfrm>
              <a:off x="1143000" y="1598904"/>
              <a:ext cx="38580" cy="44769"/>
            </a:xfrm>
            <a:prstGeom prst="rect">
              <a:avLst/>
            </a:prstGeom>
            <a:solidFill>
              <a:srgbClr val="EFF2F4"/>
            </a:solidFill>
            <a:ln w="2929">
              <a:solidFill>
                <a:srgbClr val="C6D4E2"/>
              </a:solidFill>
              <a:prstDash val="solid"/>
            </a:ln>
          </p:spPr>
        </p:sp>
        <p:sp>
          <p:nvSpPr>
            <p:cNvPr id="249" name="Input snapshot 1: source 249"/>
            <p:cNvSpPr/>
            <p:nvPr/>
          </p:nvSpPr>
          <p:spPr>
            <a:xfrm>
              <a:off x="1180703" y="1598904"/>
              <a:ext cx="38580" cy="44769"/>
            </a:xfrm>
            <a:prstGeom prst="rect">
              <a:avLst/>
            </a:prstGeom>
            <a:solidFill>
              <a:srgbClr val="B7BEC5"/>
            </a:solidFill>
            <a:ln w="2929">
              <a:solidFill>
                <a:srgbClr val="C6D4E2"/>
              </a:solidFill>
              <a:prstDash val="solid"/>
            </a:ln>
          </p:spPr>
        </p:sp>
        <p:sp>
          <p:nvSpPr>
            <p:cNvPr id="250" name="Input snapshot 1: source 250"/>
            <p:cNvSpPr/>
            <p:nvPr/>
          </p:nvSpPr>
          <p:spPr>
            <a:xfrm>
              <a:off x="1218405" y="1598904"/>
              <a:ext cx="38580" cy="44769"/>
            </a:xfrm>
            <a:prstGeom prst="rect">
              <a:avLst/>
            </a:prstGeom>
            <a:solidFill>
              <a:srgbClr val="0072B2"/>
            </a:solidFill>
            <a:ln w="2929">
              <a:solidFill>
                <a:srgbClr val="C6D4E2"/>
              </a:solidFill>
              <a:prstDash val="solid"/>
            </a:ln>
          </p:spPr>
        </p:sp>
        <p:sp>
          <p:nvSpPr>
            <p:cNvPr id="251" name="Input snapshot 1: source 251"/>
            <p:cNvSpPr/>
            <p:nvPr/>
          </p:nvSpPr>
          <p:spPr>
            <a:xfrm>
              <a:off x="1256108" y="1598904"/>
              <a:ext cx="38580" cy="44769"/>
            </a:xfrm>
            <a:prstGeom prst="rect">
              <a:avLst/>
            </a:prstGeom>
            <a:solidFill>
              <a:srgbClr val="0072B2"/>
            </a:solidFill>
            <a:ln w="2929">
              <a:solidFill>
                <a:srgbClr val="C6D4E2"/>
              </a:solidFill>
              <a:prstDash val="solid"/>
            </a:ln>
          </p:spPr>
        </p:sp>
        <p:sp>
          <p:nvSpPr>
            <p:cNvPr id="252" name="Input snapshot 1: source 252"/>
            <p:cNvSpPr/>
            <p:nvPr/>
          </p:nvSpPr>
          <p:spPr>
            <a:xfrm>
              <a:off x="1293810" y="1598904"/>
              <a:ext cx="38580" cy="44769"/>
            </a:xfrm>
            <a:prstGeom prst="rect">
              <a:avLst/>
            </a:prstGeom>
            <a:solidFill>
              <a:srgbClr val="0072B2"/>
            </a:solidFill>
            <a:ln w="2929">
              <a:solidFill>
                <a:srgbClr val="C6D4E2"/>
              </a:solidFill>
              <a:prstDash val="solid"/>
            </a:ln>
          </p:spPr>
        </p:sp>
        <p:sp>
          <p:nvSpPr>
            <p:cNvPr id="253" name="Input snapshot 1: source 253"/>
            <p:cNvSpPr/>
            <p:nvPr/>
          </p:nvSpPr>
          <p:spPr>
            <a:xfrm>
              <a:off x="1331513" y="1598904"/>
              <a:ext cx="38580" cy="44769"/>
            </a:xfrm>
            <a:prstGeom prst="rect">
              <a:avLst/>
            </a:prstGeom>
            <a:solidFill>
              <a:srgbClr val="0072B2"/>
            </a:solidFill>
            <a:ln w="2929">
              <a:solidFill>
                <a:srgbClr val="C6D4E2"/>
              </a:solidFill>
              <a:prstDash val="solid"/>
            </a:ln>
          </p:spPr>
        </p:sp>
        <p:sp>
          <p:nvSpPr>
            <p:cNvPr id="254" name="Input snapshot 1: source 254"/>
            <p:cNvSpPr/>
            <p:nvPr/>
          </p:nvSpPr>
          <p:spPr>
            <a:xfrm>
              <a:off x="1369215" y="1598904"/>
              <a:ext cx="38580" cy="44769"/>
            </a:xfrm>
            <a:prstGeom prst="rect">
              <a:avLst/>
            </a:prstGeom>
            <a:solidFill>
              <a:srgbClr val="B7BEC5"/>
            </a:solidFill>
            <a:ln w="2929">
              <a:solidFill>
                <a:srgbClr val="C6D4E2"/>
              </a:solidFill>
              <a:prstDash val="solid"/>
            </a:ln>
          </p:spPr>
        </p:sp>
        <p:sp>
          <p:nvSpPr>
            <p:cNvPr id="255" name="Input snapshot 1: source 255"/>
            <p:cNvSpPr/>
            <p:nvPr/>
          </p:nvSpPr>
          <p:spPr>
            <a:xfrm>
              <a:off x="1406918" y="1598904"/>
              <a:ext cx="38580" cy="44769"/>
            </a:xfrm>
            <a:prstGeom prst="rect">
              <a:avLst/>
            </a:prstGeom>
            <a:solidFill>
              <a:srgbClr val="B7BEC5"/>
            </a:solidFill>
            <a:ln w="2929">
              <a:solidFill>
                <a:srgbClr val="C6D4E2"/>
              </a:solidFill>
              <a:prstDash val="solid"/>
            </a:ln>
          </p:spPr>
        </p:sp>
        <p:sp>
          <p:nvSpPr>
            <p:cNvPr id="256" name="Input snapshot 1: source 256"/>
            <p:cNvSpPr/>
            <p:nvPr/>
          </p:nvSpPr>
          <p:spPr>
            <a:xfrm>
              <a:off x="1444620" y="1598904"/>
              <a:ext cx="38580" cy="44769"/>
            </a:xfrm>
            <a:prstGeom prst="rect">
              <a:avLst/>
            </a:prstGeom>
            <a:solidFill>
              <a:srgbClr val="B7BEC5"/>
            </a:solidFill>
            <a:ln w="2929">
              <a:solidFill>
                <a:srgbClr val="C6D4E2"/>
              </a:solidFill>
              <a:prstDash val="solid"/>
            </a:ln>
          </p:spPr>
        </p:sp>
        <p:sp>
          <p:nvSpPr>
            <p:cNvPr id="257" name="Input snapshot 1: source 257"/>
            <p:cNvSpPr/>
            <p:nvPr/>
          </p:nvSpPr>
          <p:spPr>
            <a:xfrm>
              <a:off x="1482323" y="1598904"/>
              <a:ext cx="38580" cy="44769"/>
            </a:xfrm>
            <a:prstGeom prst="rect">
              <a:avLst/>
            </a:prstGeom>
            <a:solidFill>
              <a:srgbClr val="EFF2F4"/>
            </a:solidFill>
            <a:ln w="2929">
              <a:solidFill>
                <a:srgbClr val="C6D4E2"/>
              </a:solidFill>
              <a:prstDash val="solid"/>
            </a:ln>
          </p:spPr>
        </p:sp>
        <p:sp>
          <p:nvSpPr>
            <p:cNvPr id="258" name="Input snapshot 1: source 258"/>
            <p:cNvSpPr/>
            <p:nvPr/>
          </p:nvSpPr>
          <p:spPr>
            <a:xfrm>
              <a:off x="1520026" y="1598904"/>
              <a:ext cx="38580" cy="44769"/>
            </a:xfrm>
            <a:prstGeom prst="rect">
              <a:avLst/>
            </a:prstGeom>
            <a:solidFill>
              <a:srgbClr val="EFF2F4"/>
            </a:solidFill>
            <a:ln w="2929">
              <a:solidFill>
                <a:srgbClr val="C6D4E2"/>
              </a:solidFill>
              <a:prstDash val="solid"/>
            </a:ln>
          </p:spPr>
        </p:sp>
        <p:sp>
          <p:nvSpPr>
            <p:cNvPr id="259" name="Input snapshot 1: source 259"/>
            <p:cNvSpPr/>
            <p:nvPr/>
          </p:nvSpPr>
          <p:spPr>
            <a:xfrm>
              <a:off x="1557728" y="1598904"/>
              <a:ext cx="38580" cy="44769"/>
            </a:xfrm>
            <a:prstGeom prst="rect">
              <a:avLst/>
            </a:prstGeom>
            <a:solidFill>
              <a:srgbClr val="EFF2F4"/>
            </a:solidFill>
            <a:ln w="2929">
              <a:solidFill>
                <a:srgbClr val="C6D4E2"/>
              </a:solidFill>
              <a:prstDash val="solid"/>
            </a:ln>
          </p:spPr>
        </p:sp>
        <p:sp>
          <p:nvSpPr>
            <p:cNvPr id="260" name="Input snapshot 1: source 260"/>
            <p:cNvSpPr/>
            <p:nvPr/>
          </p:nvSpPr>
          <p:spPr>
            <a:xfrm>
              <a:off x="1595431" y="1598904"/>
              <a:ext cx="38580" cy="44769"/>
            </a:xfrm>
            <a:prstGeom prst="rect">
              <a:avLst/>
            </a:prstGeom>
            <a:solidFill>
              <a:srgbClr val="EFF2F4"/>
            </a:solidFill>
            <a:ln w="2929">
              <a:solidFill>
                <a:srgbClr val="C6D4E2"/>
              </a:solidFill>
              <a:prstDash val="solid"/>
            </a:ln>
          </p:spPr>
        </p:sp>
        <p:sp>
          <p:nvSpPr>
            <p:cNvPr id="261" name="Input snapshot 1: source 261"/>
            <p:cNvSpPr/>
            <p:nvPr/>
          </p:nvSpPr>
          <p:spPr>
            <a:xfrm>
              <a:off x="1633133" y="1598904"/>
              <a:ext cx="38580" cy="44769"/>
            </a:xfrm>
            <a:prstGeom prst="rect">
              <a:avLst/>
            </a:prstGeom>
            <a:solidFill>
              <a:srgbClr val="EFF2F4"/>
            </a:solidFill>
            <a:ln w="2929">
              <a:solidFill>
                <a:srgbClr val="C6D4E2"/>
              </a:solidFill>
              <a:prstDash val="solid"/>
            </a:ln>
          </p:spPr>
        </p:sp>
        <p:sp>
          <p:nvSpPr>
            <p:cNvPr id="262" name="Input snapshot 1: source 262"/>
            <p:cNvSpPr/>
            <p:nvPr/>
          </p:nvSpPr>
          <p:spPr>
            <a:xfrm>
              <a:off x="1143000" y="1247775"/>
              <a:ext cx="527836" cy="395021"/>
            </a:xfrm>
            <a:prstGeom prst="rect">
              <a:avLst/>
            </a:prstGeom>
            <a:solidFill>
              <a:srgbClr val="FFFFFF">
                <a:alpha val="0"/>
              </a:srgbClr>
            </a:solidFill>
            <a:ln w="6073">
              <a:solidFill>
                <a:srgbClr val="263238"/>
              </a:solidFill>
              <a:prstDash val="solid"/>
            </a:ln>
          </p:spPr>
        </p:sp>
        <p:sp>
          <p:nvSpPr>
            <p:cNvPr id="264" name="Input snapshot 2: source 264"/>
            <p:cNvSpPr/>
            <p:nvPr/>
          </p:nvSpPr>
          <p:spPr>
            <a:xfrm>
              <a:off x="1143000" y="1676400"/>
              <a:ext cx="38580" cy="44769"/>
            </a:xfrm>
            <a:prstGeom prst="rect">
              <a:avLst/>
            </a:prstGeom>
            <a:solidFill>
              <a:srgbClr val="EFF2F4"/>
            </a:solidFill>
            <a:ln w="2929">
              <a:solidFill>
                <a:srgbClr val="C6D4E2"/>
              </a:solidFill>
              <a:prstDash val="solid"/>
            </a:ln>
          </p:spPr>
        </p:sp>
        <p:sp>
          <p:nvSpPr>
            <p:cNvPr id="265" name="Input snapshot 2: source 265"/>
            <p:cNvSpPr/>
            <p:nvPr/>
          </p:nvSpPr>
          <p:spPr>
            <a:xfrm>
              <a:off x="1180703" y="1676400"/>
              <a:ext cx="38580" cy="44769"/>
            </a:xfrm>
            <a:prstGeom prst="rect">
              <a:avLst/>
            </a:prstGeom>
            <a:solidFill>
              <a:srgbClr val="EFF2F4"/>
            </a:solidFill>
            <a:ln w="2929">
              <a:solidFill>
                <a:srgbClr val="C6D4E2"/>
              </a:solidFill>
              <a:prstDash val="solid"/>
            </a:ln>
          </p:spPr>
        </p:sp>
        <p:sp>
          <p:nvSpPr>
            <p:cNvPr id="266" name="Input snapshot 2: source 266"/>
            <p:cNvSpPr/>
            <p:nvPr/>
          </p:nvSpPr>
          <p:spPr>
            <a:xfrm>
              <a:off x="1218405" y="1676400"/>
              <a:ext cx="38580" cy="44769"/>
            </a:xfrm>
            <a:prstGeom prst="rect">
              <a:avLst/>
            </a:prstGeom>
            <a:solidFill>
              <a:srgbClr val="EFF2F4"/>
            </a:solidFill>
            <a:ln w="2929">
              <a:solidFill>
                <a:srgbClr val="C6D4E2"/>
              </a:solidFill>
              <a:prstDash val="solid"/>
            </a:ln>
          </p:spPr>
        </p:sp>
        <p:sp>
          <p:nvSpPr>
            <p:cNvPr id="267" name="Input snapshot 2: source 267"/>
            <p:cNvSpPr/>
            <p:nvPr/>
          </p:nvSpPr>
          <p:spPr>
            <a:xfrm>
              <a:off x="1256108" y="1676400"/>
              <a:ext cx="38580" cy="44769"/>
            </a:xfrm>
            <a:prstGeom prst="rect">
              <a:avLst/>
            </a:prstGeom>
            <a:solidFill>
              <a:srgbClr val="EFF2F4"/>
            </a:solidFill>
            <a:ln w="2929">
              <a:solidFill>
                <a:srgbClr val="C6D4E2"/>
              </a:solidFill>
              <a:prstDash val="solid"/>
            </a:ln>
          </p:spPr>
        </p:sp>
        <p:sp>
          <p:nvSpPr>
            <p:cNvPr id="268" name="Input snapshot 2: source 268"/>
            <p:cNvSpPr/>
            <p:nvPr/>
          </p:nvSpPr>
          <p:spPr>
            <a:xfrm>
              <a:off x="1293810" y="1676400"/>
              <a:ext cx="38580" cy="44769"/>
            </a:xfrm>
            <a:prstGeom prst="rect">
              <a:avLst/>
            </a:prstGeom>
            <a:solidFill>
              <a:srgbClr val="EFF2F4"/>
            </a:solidFill>
            <a:ln w="2929">
              <a:solidFill>
                <a:srgbClr val="C6D4E2"/>
              </a:solidFill>
              <a:prstDash val="solid"/>
            </a:ln>
          </p:spPr>
        </p:sp>
        <p:sp>
          <p:nvSpPr>
            <p:cNvPr id="269" name="Input snapshot 2: source 269"/>
            <p:cNvSpPr/>
            <p:nvPr/>
          </p:nvSpPr>
          <p:spPr>
            <a:xfrm>
              <a:off x="1331513" y="1676400"/>
              <a:ext cx="38580" cy="44769"/>
            </a:xfrm>
            <a:prstGeom prst="rect">
              <a:avLst/>
            </a:prstGeom>
            <a:solidFill>
              <a:srgbClr val="EFF2F4"/>
            </a:solidFill>
            <a:ln w="2929">
              <a:solidFill>
                <a:srgbClr val="C6D4E2"/>
              </a:solidFill>
              <a:prstDash val="solid"/>
            </a:ln>
          </p:spPr>
        </p:sp>
        <p:sp>
          <p:nvSpPr>
            <p:cNvPr id="270" name="Input snapshot 2: source 270"/>
            <p:cNvSpPr/>
            <p:nvPr/>
          </p:nvSpPr>
          <p:spPr>
            <a:xfrm>
              <a:off x="1369215" y="1676400"/>
              <a:ext cx="38580" cy="44769"/>
            </a:xfrm>
            <a:prstGeom prst="rect">
              <a:avLst/>
            </a:prstGeom>
            <a:solidFill>
              <a:srgbClr val="EFF2F4"/>
            </a:solidFill>
            <a:ln w="2929">
              <a:solidFill>
                <a:srgbClr val="C6D4E2"/>
              </a:solidFill>
              <a:prstDash val="solid"/>
            </a:ln>
          </p:spPr>
        </p:sp>
        <p:sp>
          <p:nvSpPr>
            <p:cNvPr id="271" name="Input snapshot 2: source 271"/>
            <p:cNvSpPr/>
            <p:nvPr/>
          </p:nvSpPr>
          <p:spPr>
            <a:xfrm>
              <a:off x="1406918" y="1676400"/>
              <a:ext cx="38580" cy="44769"/>
            </a:xfrm>
            <a:prstGeom prst="rect">
              <a:avLst/>
            </a:prstGeom>
            <a:solidFill>
              <a:srgbClr val="EFF2F4"/>
            </a:solidFill>
            <a:ln w="2929">
              <a:solidFill>
                <a:srgbClr val="C6D4E2"/>
              </a:solidFill>
              <a:prstDash val="solid"/>
            </a:ln>
          </p:spPr>
        </p:sp>
        <p:sp>
          <p:nvSpPr>
            <p:cNvPr id="272" name="Input snapshot 2: source 272"/>
            <p:cNvSpPr/>
            <p:nvPr/>
          </p:nvSpPr>
          <p:spPr>
            <a:xfrm>
              <a:off x="1444620" y="1676400"/>
              <a:ext cx="38580" cy="44769"/>
            </a:xfrm>
            <a:prstGeom prst="rect">
              <a:avLst/>
            </a:prstGeom>
            <a:solidFill>
              <a:srgbClr val="EFF2F4"/>
            </a:solidFill>
            <a:ln w="2929">
              <a:solidFill>
                <a:srgbClr val="C6D4E2"/>
              </a:solidFill>
              <a:prstDash val="solid"/>
            </a:ln>
          </p:spPr>
        </p:sp>
        <p:sp>
          <p:nvSpPr>
            <p:cNvPr id="273" name="Input snapshot 2: source 273"/>
            <p:cNvSpPr/>
            <p:nvPr/>
          </p:nvSpPr>
          <p:spPr>
            <a:xfrm>
              <a:off x="1482323" y="1676400"/>
              <a:ext cx="38580" cy="44769"/>
            </a:xfrm>
            <a:prstGeom prst="rect">
              <a:avLst/>
            </a:prstGeom>
            <a:solidFill>
              <a:srgbClr val="EFF2F4"/>
            </a:solidFill>
            <a:ln w="2929">
              <a:solidFill>
                <a:srgbClr val="C6D4E2"/>
              </a:solidFill>
              <a:prstDash val="solid"/>
            </a:ln>
          </p:spPr>
        </p:sp>
        <p:sp>
          <p:nvSpPr>
            <p:cNvPr id="274" name="Input snapshot 2: source 274"/>
            <p:cNvSpPr/>
            <p:nvPr/>
          </p:nvSpPr>
          <p:spPr>
            <a:xfrm>
              <a:off x="1520026" y="1676400"/>
              <a:ext cx="38580" cy="44769"/>
            </a:xfrm>
            <a:prstGeom prst="rect">
              <a:avLst/>
            </a:prstGeom>
            <a:solidFill>
              <a:srgbClr val="EFF2F4"/>
            </a:solidFill>
            <a:ln w="2929">
              <a:solidFill>
                <a:srgbClr val="C6D4E2"/>
              </a:solidFill>
              <a:prstDash val="solid"/>
            </a:ln>
          </p:spPr>
        </p:sp>
        <p:sp>
          <p:nvSpPr>
            <p:cNvPr id="275" name="Input snapshot 2: source 275"/>
            <p:cNvSpPr/>
            <p:nvPr/>
          </p:nvSpPr>
          <p:spPr>
            <a:xfrm>
              <a:off x="1557728" y="1676400"/>
              <a:ext cx="38580" cy="44769"/>
            </a:xfrm>
            <a:prstGeom prst="rect">
              <a:avLst/>
            </a:prstGeom>
            <a:solidFill>
              <a:srgbClr val="009E73"/>
            </a:solidFill>
            <a:ln w="2929">
              <a:solidFill>
                <a:srgbClr val="C6D4E2"/>
              </a:solidFill>
              <a:prstDash val="solid"/>
            </a:ln>
          </p:spPr>
        </p:sp>
        <p:sp>
          <p:nvSpPr>
            <p:cNvPr id="276" name="Input snapshot 2: source 276"/>
            <p:cNvSpPr/>
            <p:nvPr/>
          </p:nvSpPr>
          <p:spPr>
            <a:xfrm>
              <a:off x="1595431" y="1676400"/>
              <a:ext cx="38580" cy="44769"/>
            </a:xfrm>
            <a:prstGeom prst="rect">
              <a:avLst/>
            </a:prstGeom>
            <a:solidFill>
              <a:srgbClr val="009E73"/>
            </a:solidFill>
            <a:ln w="2929">
              <a:solidFill>
                <a:srgbClr val="C6D4E2"/>
              </a:solidFill>
              <a:prstDash val="solid"/>
            </a:ln>
          </p:spPr>
        </p:sp>
        <p:sp>
          <p:nvSpPr>
            <p:cNvPr id="277" name="Input snapshot 2: source 277"/>
            <p:cNvSpPr/>
            <p:nvPr/>
          </p:nvSpPr>
          <p:spPr>
            <a:xfrm>
              <a:off x="1633133" y="1676400"/>
              <a:ext cx="38580" cy="44769"/>
            </a:xfrm>
            <a:prstGeom prst="rect">
              <a:avLst/>
            </a:prstGeom>
            <a:solidFill>
              <a:srgbClr val="009E73"/>
            </a:solidFill>
            <a:ln w="2929">
              <a:solidFill>
                <a:srgbClr val="C6D4E2"/>
              </a:solidFill>
              <a:prstDash val="solid"/>
            </a:ln>
          </p:spPr>
        </p:sp>
        <p:sp>
          <p:nvSpPr>
            <p:cNvPr id="278" name="Input snapshot 2: source 278"/>
            <p:cNvSpPr/>
            <p:nvPr/>
          </p:nvSpPr>
          <p:spPr>
            <a:xfrm>
              <a:off x="1143000" y="1720291"/>
              <a:ext cx="38580" cy="44769"/>
            </a:xfrm>
            <a:prstGeom prst="rect">
              <a:avLst/>
            </a:prstGeom>
            <a:solidFill>
              <a:srgbClr val="EFF2F4"/>
            </a:solidFill>
            <a:ln w="2929">
              <a:solidFill>
                <a:srgbClr val="C6D4E2"/>
              </a:solidFill>
              <a:prstDash val="solid"/>
            </a:ln>
          </p:spPr>
        </p:sp>
        <p:sp>
          <p:nvSpPr>
            <p:cNvPr id="279" name="Input snapshot 2: source 279"/>
            <p:cNvSpPr/>
            <p:nvPr/>
          </p:nvSpPr>
          <p:spPr>
            <a:xfrm>
              <a:off x="1180703" y="1720291"/>
              <a:ext cx="38580" cy="44769"/>
            </a:xfrm>
            <a:prstGeom prst="rect">
              <a:avLst/>
            </a:prstGeom>
            <a:solidFill>
              <a:srgbClr val="EFF2F4"/>
            </a:solidFill>
            <a:ln w="2929">
              <a:solidFill>
                <a:srgbClr val="C6D4E2"/>
              </a:solidFill>
              <a:prstDash val="solid"/>
            </a:ln>
          </p:spPr>
        </p:sp>
        <p:sp>
          <p:nvSpPr>
            <p:cNvPr id="280" name="Input snapshot 2: source 280"/>
            <p:cNvSpPr/>
            <p:nvPr/>
          </p:nvSpPr>
          <p:spPr>
            <a:xfrm>
              <a:off x="1218405" y="1720291"/>
              <a:ext cx="38580" cy="44769"/>
            </a:xfrm>
            <a:prstGeom prst="rect">
              <a:avLst/>
            </a:prstGeom>
            <a:solidFill>
              <a:srgbClr val="EFF2F4"/>
            </a:solidFill>
            <a:ln w="2929">
              <a:solidFill>
                <a:srgbClr val="C6D4E2"/>
              </a:solidFill>
              <a:prstDash val="solid"/>
            </a:ln>
          </p:spPr>
        </p:sp>
        <p:sp>
          <p:nvSpPr>
            <p:cNvPr id="281" name="Input snapshot 2: source 281"/>
            <p:cNvSpPr/>
            <p:nvPr/>
          </p:nvSpPr>
          <p:spPr>
            <a:xfrm>
              <a:off x="1256108" y="1720291"/>
              <a:ext cx="38580" cy="44769"/>
            </a:xfrm>
            <a:prstGeom prst="rect">
              <a:avLst/>
            </a:prstGeom>
            <a:solidFill>
              <a:srgbClr val="EFF2F4"/>
            </a:solidFill>
            <a:ln w="2929">
              <a:solidFill>
                <a:srgbClr val="C6D4E2"/>
              </a:solidFill>
              <a:prstDash val="solid"/>
            </a:ln>
          </p:spPr>
        </p:sp>
        <p:sp>
          <p:nvSpPr>
            <p:cNvPr id="282" name="Input snapshot 2: source 282"/>
            <p:cNvSpPr/>
            <p:nvPr/>
          </p:nvSpPr>
          <p:spPr>
            <a:xfrm>
              <a:off x="1293810" y="1720291"/>
              <a:ext cx="38580" cy="44769"/>
            </a:xfrm>
            <a:prstGeom prst="rect">
              <a:avLst/>
            </a:prstGeom>
            <a:solidFill>
              <a:srgbClr val="EFF2F4"/>
            </a:solidFill>
            <a:ln w="2929">
              <a:solidFill>
                <a:srgbClr val="C6D4E2"/>
              </a:solidFill>
              <a:prstDash val="solid"/>
            </a:ln>
          </p:spPr>
        </p:sp>
        <p:sp>
          <p:nvSpPr>
            <p:cNvPr id="283" name="Input snapshot 2: source 283"/>
            <p:cNvSpPr/>
            <p:nvPr/>
          </p:nvSpPr>
          <p:spPr>
            <a:xfrm>
              <a:off x="1331513" y="1720291"/>
              <a:ext cx="38580" cy="44769"/>
            </a:xfrm>
            <a:prstGeom prst="rect">
              <a:avLst/>
            </a:prstGeom>
            <a:solidFill>
              <a:srgbClr val="EFF2F4"/>
            </a:solidFill>
            <a:ln w="2929">
              <a:solidFill>
                <a:srgbClr val="C6D4E2"/>
              </a:solidFill>
              <a:prstDash val="solid"/>
            </a:ln>
          </p:spPr>
        </p:sp>
        <p:sp>
          <p:nvSpPr>
            <p:cNvPr id="284" name="Input snapshot 2: source 284"/>
            <p:cNvSpPr/>
            <p:nvPr/>
          </p:nvSpPr>
          <p:spPr>
            <a:xfrm>
              <a:off x="1369215" y="1720291"/>
              <a:ext cx="38580" cy="44769"/>
            </a:xfrm>
            <a:prstGeom prst="rect">
              <a:avLst/>
            </a:prstGeom>
            <a:solidFill>
              <a:srgbClr val="EFF2F4"/>
            </a:solidFill>
            <a:ln w="2929">
              <a:solidFill>
                <a:srgbClr val="C6D4E2"/>
              </a:solidFill>
              <a:prstDash val="solid"/>
            </a:ln>
          </p:spPr>
        </p:sp>
        <p:sp>
          <p:nvSpPr>
            <p:cNvPr id="285" name="Input snapshot 2: source 285"/>
            <p:cNvSpPr/>
            <p:nvPr/>
          </p:nvSpPr>
          <p:spPr>
            <a:xfrm>
              <a:off x="1406918" y="1720291"/>
              <a:ext cx="38580" cy="44769"/>
            </a:xfrm>
            <a:prstGeom prst="rect">
              <a:avLst/>
            </a:prstGeom>
            <a:solidFill>
              <a:srgbClr val="EFF2F4"/>
            </a:solidFill>
            <a:ln w="2929">
              <a:solidFill>
                <a:srgbClr val="C6D4E2"/>
              </a:solidFill>
              <a:prstDash val="solid"/>
            </a:ln>
          </p:spPr>
        </p:sp>
        <p:sp>
          <p:nvSpPr>
            <p:cNvPr id="286" name="Input snapshot 2: source 286"/>
            <p:cNvSpPr/>
            <p:nvPr/>
          </p:nvSpPr>
          <p:spPr>
            <a:xfrm>
              <a:off x="1444620" y="1720291"/>
              <a:ext cx="38580" cy="44769"/>
            </a:xfrm>
            <a:prstGeom prst="rect">
              <a:avLst/>
            </a:prstGeom>
            <a:solidFill>
              <a:srgbClr val="EFF2F4"/>
            </a:solidFill>
            <a:ln w="2929">
              <a:solidFill>
                <a:srgbClr val="C6D4E2"/>
              </a:solidFill>
              <a:prstDash val="solid"/>
            </a:ln>
          </p:spPr>
        </p:sp>
        <p:sp>
          <p:nvSpPr>
            <p:cNvPr id="287" name="Input snapshot 2: source 287"/>
            <p:cNvSpPr/>
            <p:nvPr/>
          </p:nvSpPr>
          <p:spPr>
            <a:xfrm>
              <a:off x="1482323" y="1720291"/>
              <a:ext cx="38580" cy="44769"/>
            </a:xfrm>
            <a:prstGeom prst="rect">
              <a:avLst/>
            </a:prstGeom>
            <a:solidFill>
              <a:srgbClr val="EFF2F4"/>
            </a:solidFill>
            <a:ln w="2929">
              <a:solidFill>
                <a:srgbClr val="C6D4E2"/>
              </a:solidFill>
              <a:prstDash val="solid"/>
            </a:ln>
          </p:spPr>
        </p:sp>
        <p:sp>
          <p:nvSpPr>
            <p:cNvPr id="288" name="Input snapshot 2: source 288"/>
            <p:cNvSpPr/>
            <p:nvPr/>
          </p:nvSpPr>
          <p:spPr>
            <a:xfrm>
              <a:off x="1520026" y="1720291"/>
              <a:ext cx="38580" cy="44769"/>
            </a:xfrm>
            <a:prstGeom prst="rect">
              <a:avLst/>
            </a:prstGeom>
            <a:solidFill>
              <a:srgbClr val="009E73"/>
            </a:solidFill>
            <a:ln w="2929">
              <a:solidFill>
                <a:srgbClr val="C6D4E2"/>
              </a:solidFill>
              <a:prstDash val="solid"/>
            </a:ln>
          </p:spPr>
        </p:sp>
        <p:sp>
          <p:nvSpPr>
            <p:cNvPr id="289" name="Input snapshot 2: source 289"/>
            <p:cNvSpPr/>
            <p:nvPr/>
          </p:nvSpPr>
          <p:spPr>
            <a:xfrm>
              <a:off x="1557728" y="1720291"/>
              <a:ext cx="38580" cy="44769"/>
            </a:xfrm>
            <a:prstGeom prst="rect">
              <a:avLst/>
            </a:prstGeom>
            <a:solidFill>
              <a:srgbClr val="009E73"/>
            </a:solidFill>
            <a:ln w="2929">
              <a:solidFill>
                <a:srgbClr val="C6D4E2"/>
              </a:solidFill>
              <a:prstDash val="solid"/>
            </a:ln>
          </p:spPr>
        </p:sp>
        <p:sp>
          <p:nvSpPr>
            <p:cNvPr id="290" name="Input snapshot 2: source 290"/>
            <p:cNvSpPr/>
            <p:nvPr/>
          </p:nvSpPr>
          <p:spPr>
            <a:xfrm>
              <a:off x="1595431" y="1720291"/>
              <a:ext cx="38580" cy="44769"/>
            </a:xfrm>
            <a:prstGeom prst="rect">
              <a:avLst/>
            </a:prstGeom>
            <a:solidFill>
              <a:srgbClr val="009E73"/>
            </a:solidFill>
            <a:ln w="2929">
              <a:solidFill>
                <a:srgbClr val="C6D4E2"/>
              </a:solidFill>
              <a:prstDash val="solid"/>
            </a:ln>
          </p:spPr>
        </p:sp>
        <p:sp>
          <p:nvSpPr>
            <p:cNvPr id="291" name="Input snapshot 2: source 291"/>
            <p:cNvSpPr/>
            <p:nvPr/>
          </p:nvSpPr>
          <p:spPr>
            <a:xfrm>
              <a:off x="1633133" y="1720291"/>
              <a:ext cx="38580" cy="44769"/>
            </a:xfrm>
            <a:prstGeom prst="rect">
              <a:avLst/>
            </a:prstGeom>
            <a:solidFill>
              <a:srgbClr val="009E73"/>
            </a:solidFill>
            <a:ln w="2929">
              <a:solidFill>
                <a:srgbClr val="C6D4E2"/>
              </a:solidFill>
              <a:prstDash val="solid"/>
            </a:ln>
          </p:spPr>
        </p:sp>
        <p:sp>
          <p:nvSpPr>
            <p:cNvPr id="292" name="Input snapshot 2: source 292"/>
            <p:cNvSpPr/>
            <p:nvPr/>
          </p:nvSpPr>
          <p:spPr>
            <a:xfrm>
              <a:off x="1143000" y="1764183"/>
              <a:ext cx="38580" cy="44769"/>
            </a:xfrm>
            <a:prstGeom prst="rect">
              <a:avLst/>
            </a:prstGeom>
            <a:solidFill>
              <a:srgbClr val="EFF2F4"/>
            </a:solidFill>
            <a:ln w="2929">
              <a:solidFill>
                <a:srgbClr val="C6D4E2"/>
              </a:solidFill>
              <a:prstDash val="solid"/>
            </a:ln>
          </p:spPr>
        </p:sp>
        <p:sp>
          <p:nvSpPr>
            <p:cNvPr id="293" name="Input snapshot 2: source 293"/>
            <p:cNvSpPr/>
            <p:nvPr/>
          </p:nvSpPr>
          <p:spPr>
            <a:xfrm>
              <a:off x="1180703" y="1764183"/>
              <a:ext cx="38580" cy="44769"/>
            </a:xfrm>
            <a:prstGeom prst="rect">
              <a:avLst/>
            </a:prstGeom>
            <a:solidFill>
              <a:srgbClr val="EFF2F4"/>
            </a:solidFill>
            <a:ln w="2929">
              <a:solidFill>
                <a:srgbClr val="C6D4E2"/>
              </a:solidFill>
              <a:prstDash val="solid"/>
            </a:ln>
          </p:spPr>
        </p:sp>
        <p:sp>
          <p:nvSpPr>
            <p:cNvPr id="294" name="Input snapshot 2: source 294"/>
            <p:cNvSpPr/>
            <p:nvPr/>
          </p:nvSpPr>
          <p:spPr>
            <a:xfrm>
              <a:off x="1218405" y="1764183"/>
              <a:ext cx="38580" cy="44769"/>
            </a:xfrm>
            <a:prstGeom prst="rect">
              <a:avLst/>
            </a:prstGeom>
            <a:solidFill>
              <a:srgbClr val="EFF2F4"/>
            </a:solidFill>
            <a:ln w="2929">
              <a:solidFill>
                <a:srgbClr val="C6D4E2"/>
              </a:solidFill>
              <a:prstDash val="solid"/>
            </a:ln>
          </p:spPr>
        </p:sp>
        <p:sp>
          <p:nvSpPr>
            <p:cNvPr id="295" name="Input snapshot 2: source 295"/>
            <p:cNvSpPr/>
            <p:nvPr/>
          </p:nvSpPr>
          <p:spPr>
            <a:xfrm>
              <a:off x="1256108" y="1764183"/>
              <a:ext cx="38580" cy="44769"/>
            </a:xfrm>
            <a:prstGeom prst="rect">
              <a:avLst/>
            </a:prstGeom>
            <a:solidFill>
              <a:srgbClr val="EFF2F4"/>
            </a:solidFill>
            <a:ln w="2929">
              <a:solidFill>
                <a:srgbClr val="C6D4E2"/>
              </a:solidFill>
              <a:prstDash val="solid"/>
            </a:ln>
          </p:spPr>
        </p:sp>
        <p:sp>
          <p:nvSpPr>
            <p:cNvPr id="296" name="Input snapshot 2: source 296"/>
            <p:cNvSpPr/>
            <p:nvPr/>
          </p:nvSpPr>
          <p:spPr>
            <a:xfrm>
              <a:off x="1293810" y="1764183"/>
              <a:ext cx="38580" cy="44769"/>
            </a:xfrm>
            <a:prstGeom prst="rect">
              <a:avLst/>
            </a:prstGeom>
            <a:solidFill>
              <a:srgbClr val="EFF2F4"/>
            </a:solidFill>
            <a:ln w="2929">
              <a:solidFill>
                <a:srgbClr val="C6D4E2"/>
              </a:solidFill>
              <a:prstDash val="solid"/>
            </a:ln>
          </p:spPr>
        </p:sp>
        <p:sp>
          <p:nvSpPr>
            <p:cNvPr id="297" name="Input snapshot 2: source 297"/>
            <p:cNvSpPr/>
            <p:nvPr/>
          </p:nvSpPr>
          <p:spPr>
            <a:xfrm>
              <a:off x="1331513" y="1764183"/>
              <a:ext cx="38580" cy="44769"/>
            </a:xfrm>
            <a:prstGeom prst="rect">
              <a:avLst/>
            </a:prstGeom>
            <a:solidFill>
              <a:srgbClr val="B7BEC5"/>
            </a:solidFill>
            <a:ln w="2929">
              <a:solidFill>
                <a:srgbClr val="C6D4E2"/>
              </a:solidFill>
              <a:prstDash val="solid"/>
            </a:ln>
          </p:spPr>
        </p:sp>
        <p:sp>
          <p:nvSpPr>
            <p:cNvPr id="298" name="Input snapshot 2: source 298"/>
            <p:cNvSpPr/>
            <p:nvPr/>
          </p:nvSpPr>
          <p:spPr>
            <a:xfrm>
              <a:off x="1369215" y="1764183"/>
              <a:ext cx="38580" cy="44769"/>
            </a:xfrm>
            <a:prstGeom prst="rect">
              <a:avLst/>
            </a:prstGeom>
            <a:solidFill>
              <a:srgbClr val="B7BEC5"/>
            </a:solidFill>
            <a:ln w="2929">
              <a:solidFill>
                <a:srgbClr val="C6D4E2"/>
              </a:solidFill>
              <a:prstDash val="solid"/>
            </a:ln>
          </p:spPr>
        </p:sp>
        <p:sp>
          <p:nvSpPr>
            <p:cNvPr id="299" name="Input snapshot 2: source 299"/>
            <p:cNvSpPr/>
            <p:nvPr/>
          </p:nvSpPr>
          <p:spPr>
            <a:xfrm>
              <a:off x="1406918" y="1764183"/>
              <a:ext cx="38580" cy="44769"/>
            </a:xfrm>
            <a:prstGeom prst="rect">
              <a:avLst/>
            </a:prstGeom>
            <a:solidFill>
              <a:srgbClr val="B7BEC5"/>
            </a:solidFill>
            <a:ln w="2929">
              <a:solidFill>
                <a:srgbClr val="C6D4E2"/>
              </a:solidFill>
              <a:prstDash val="solid"/>
            </a:ln>
          </p:spPr>
        </p:sp>
        <p:sp>
          <p:nvSpPr>
            <p:cNvPr id="300" name="Input snapshot 2: source 300"/>
            <p:cNvSpPr/>
            <p:nvPr/>
          </p:nvSpPr>
          <p:spPr>
            <a:xfrm>
              <a:off x="1444620" y="1764183"/>
              <a:ext cx="38580" cy="44769"/>
            </a:xfrm>
            <a:prstGeom prst="rect">
              <a:avLst/>
            </a:prstGeom>
            <a:solidFill>
              <a:srgbClr val="B7BEC5"/>
            </a:solidFill>
            <a:ln w="2929">
              <a:solidFill>
                <a:srgbClr val="C6D4E2"/>
              </a:solidFill>
              <a:prstDash val="solid"/>
            </a:ln>
          </p:spPr>
        </p:sp>
        <p:sp>
          <p:nvSpPr>
            <p:cNvPr id="301" name="Input snapshot 2: source 301"/>
            <p:cNvSpPr/>
            <p:nvPr/>
          </p:nvSpPr>
          <p:spPr>
            <a:xfrm>
              <a:off x="1482323" y="1764183"/>
              <a:ext cx="38580" cy="44769"/>
            </a:xfrm>
            <a:prstGeom prst="rect">
              <a:avLst/>
            </a:prstGeom>
            <a:solidFill>
              <a:srgbClr val="B7BEC5"/>
            </a:solidFill>
            <a:ln w="2929">
              <a:solidFill>
                <a:srgbClr val="C6D4E2"/>
              </a:solidFill>
              <a:prstDash val="solid"/>
            </a:ln>
          </p:spPr>
        </p:sp>
        <p:sp>
          <p:nvSpPr>
            <p:cNvPr id="302" name="Input snapshot 2: source 302"/>
            <p:cNvSpPr/>
            <p:nvPr/>
          </p:nvSpPr>
          <p:spPr>
            <a:xfrm>
              <a:off x="1520026" y="1764183"/>
              <a:ext cx="38580" cy="44769"/>
            </a:xfrm>
            <a:prstGeom prst="rect">
              <a:avLst/>
            </a:prstGeom>
            <a:solidFill>
              <a:srgbClr val="009E73"/>
            </a:solidFill>
            <a:ln w="2929">
              <a:solidFill>
                <a:srgbClr val="C6D4E2"/>
              </a:solidFill>
              <a:prstDash val="solid"/>
            </a:ln>
          </p:spPr>
        </p:sp>
        <p:sp>
          <p:nvSpPr>
            <p:cNvPr id="303" name="Input snapshot 2: source 303"/>
            <p:cNvSpPr/>
            <p:nvPr/>
          </p:nvSpPr>
          <p:spPr>
            <a:xfrm>
              <a:off x="1557728" y="1764183"/>
              <a:ext cx="38580" cy="44769"/>
            </a:xfrm>
            <a:prstGeom prst="rect">
              <a:avLst/>
            </a:prstGeom>
            <a:solidFill>
              <a:srgbClr val="009E73"/>
            </a:solidFill>
            <a:ln w="2929">
              <a:solidFill>
                <a:srgbClr val="C6D4E2"/>
              </a:solidFill>
              <a:prstDash val="solid"/>
            </a:ln>
          </p:spPr>
        </p:sp>
        <p:sp>
          <p:nvSpPr>
            <p:cNvPr id="304" name="Input snapshot 2: source 304"/>
            <p:cNvSpPr/>
            <p:nvPr/>
          </p:nvSpPr>
          <p:spPr>
            <a:xfrm>
              <a:off x="1595431" y="1764183"/>
              <a:ext cx="38580" cy="44769"/>
            </a:xfrm>
            <a:prstGeom prst="rect">
              <a:avLst/>
            </a:prstGeom>
            <a:solidFill>
              <a:srgbClr val="009E73"/>
            </a:solidFill>
            <a:ln w="2929">
              <a:solidFill>
                <a:srgbClr val="C6D4E2"/>
              </a:solidFill>
              <a:prstDash val="solid"/>
            </a:ln>
          </p:spPr>
        </p:sp>
        <p:sp>
          <p:nvSpPr>
            <p:cNvPr id="305" name="Input snapshot 2: source 305"/>
            <p:cNvSpPr/>
            <p:nvPr/>
          </p:nvSpPr>
          <p:spPr>
            <a:xfrm>
              <a:off x="1633133" y="1764183"/>
              <a:ext cx="38580" cy="44769"/>
            </a:xfrm>
            <a:prstGeom prst="rect">
              <a:avLst/>
            </a:prstGeom>
            <a:solidFill>
              <a:srgbClr val="009E73"/>
            </a:solidFill>
            <a:ln w="2929">
              <a:solidFill>
                <a:srgbClr val="C6D4E2"/>
              </a:solidFill>
              <a:prstDash val="solid"/>
            </a:ln>
          </p:spPr>
        </p:sp>
        <p:sp>
          <p:nvSpPr>
            <p:cNvPr id="306" name="Input snapshot 2: source 306"/>
            <p:cNvSpPr/>
            <p:nvPr/>
          </p:nvSpPr>
          <p:spPr>
            <a:xfrm>
              <a:off x="1143000" y="1808073"/>
              <a:ext cx="38580" cy="44769"/>
            </a:xfrm>
            <a:prstGeom prst="rect">
              <a:avLst/>
            </a:prstGeom>
            <a:solidFill>
              <a:srgbClr val="EFF2F4"/>
            </a:solidFill>
            <a:ln w="2929">
              <a:solidFill>
                <a:srgbClr val="C6D4E2"/>
              </a:solidFill>
              <a:prstDash val="solid"/>
            </a:ln>
          </p:spPr>
        </p:sp>
        <p:sp>
          <p:nvSpPr>
            <p:cNvPr id="307" name="Input snapshot 2: source 307"/>
            <p:cNvSpPr/>
            <p:nvPr/>
          </p:nvSpPr>
          <p:spPr>
            <a:xfrm>
              <a:off x="1180703" y="1808073"/>
              <a:ext cx="38580" cy="44769"/>
            </a:xfrm>
            <a:prstGeom prst="rect">
              <a:avLst/>
            </a:prstGeom>
            <a:solidFill>
              <a:srgbClr val="EFF2F4"/>
            </a:solidFill>
            <a:ln w="2929">
              <a:solidFill>
                <a:srgbClr val="C6D4E2"/>
              </a:solidFill>
              <a:prstDash val="solid"/>
            </a:ln>
          </p:spPr>
        </p:sp>
        <p:sp>
          <p:nvSpPr>
            <p:cNvPr id="308" name="Input snapshot 2: source 308"/>
            <p:cNvSpPr/>
            <p:nvPr/>
          </p:nvSpPr>
          <p:spPr>
            <a:xfrm>
              <a:off x="1218405" y="1808073"/>
              <a:ext cx="38580" cy="44769"/>
            </a:xfrm>
            <a:prstGeom prst="rect">
              <a:avLst/>
            </a:prstGeom>
            <a:solidFill>
              <a:srgbClr val="B7BEC5"/>
            </a:solidFill>
            <a:ln w="2929">
              <a:solidFill>
                <a:srgbClr val="C6D4E2"/>
              </a:solidFill>
              <a:prstDash val="solid"/>
            </a:ln>
          </p:spPr>
        </p:sp>
        <p:sp>
          <p:nvSpPr>
            <p:cNvPr id="309" name="Input snapshot 2: source 309"/>
            <p:cNvSpPr/>
            <p:nvPr/>
          </p:nvSpPr>
          <p:spPr>
            <a:xfrm>
              <a:off x="1256108" y="1808073"/>
              <a:ext cx="38580" cy="44769"/>
            </a:xfrm>
            <a:prstGeom prst="rect">
              <a:avLst/>
            </a:prstGeom>
            <a:solidFill>
              <a:srgbClr val="B7BEC5"/>
            </a:solidFill>
            <a:ln w="2929">
              <a:solidFill>
                <a:srgbClr val="C6D4E2"/>
              </a:solidFill>
              <a:prstDash val="solid"/>
            </a:ln>
          </p:spPr>
        </p:sp>
        <p:sp>
          <p:nvSpPr>
            <p:cNvPr id="310" name="Input snapshot 2: source 310"/>
            <p:cNvSpPr/>
            <p:nvPr/>
          </p:nvSpPr>
          <p:spPr>
            <a:xfrm>
              <a:off x="1293810" y="1808073"/>
              <a:ext cx="38580" cy="44769"/>
            </a:xfrm>
            <a:prstGeom prst="rect">
              <a:avLst/>
            </a:prstGeom>
            <a:solidFill>
              <a:srgbClr val="B7BEC5"/>
            </a:solidFill>
            <a:ln w="2929">
              <a:solidFill>
                <a:srgbClr val="C6D4E2"/>
              </a:solidFill>
              <a:prstDash val="solid"/>
            </a:ln>
          </p:spPr>
        </p:sp>
        <p:sp>
          <p:nvSpPr>
            <p:cNvPr id="311" name="Input snapshot 2: source 311"/>
            <p:cNvSpPr/>
            <p:nvPr/>
          </p:nvSpPr>
          <p:spPr>
            <a:xfrm>
              <a:off x="1331513" y="1808073"/>
              <a:ext cx="38580" cy="44769"/>
            </a:xfrm>
            <a:prstGeom prst="rect">
              <a:avLst/>
            </a:prstGeom>
            <a:solidFill>
              <a:srgbClr val="B7BEC5"/>
            </a:solidFill>
            <a:ln w="2929">
              <a:solidFill>
                <a:srgbClr val="C6D4E2"/>
              </a:solidFill>
              <a:prstDash val="solid"/>
            </a:ln>
          </p:spPr>
        </p:sp>
        <p:sp>
          <p:nvSpPr>
            <p:cNvPr id="312" name="Input snapshot 2: source 312"/>
            <p:cNvSpPr/>
            <p:nvPr/>
          </p:nvSpPr>
          <p:spPr>
            <a:xfrm>
              <a:off x="1369215" y="1808073"/>
              <a:ext cx="38580" cy="44769"/>
            </a:xfrm>
            <a:prstGeom prst="rect">
              <a:avLst/>
            </a:prstGeom>
            <a:solidFill>
              <a:srgbClr val="B7BEC5"/>
            </a:solidFill>
            <a:ln w="2929">
              <a:solidFill>
                <a:srgbClr val="C6D4E2"/>
              </a:solidFill>
              <a:prstDash val="solid"/>
            </a:ln>
          </p:spPr>
        </p:sp>
        <p:sp>
          <p:nvSpPr>
            <p:cNvPr id="313" name="Input snapshot 2: source 313"/>
            <p:cNvSpPr/>
            <p:nvPr/>
          </p:nvSpPr>
          <p:spPr>
            <a:xfrm>
              <a:off x="1406918" y="1808073"/>
              <a:ext cx="38580" cy="44769"/>
            </a:xfrm>
            <a:prstGeom prst="rect">
              <a:avLst/>
            </a:prstGeom>
            <a:solidFill>
              <a:srgbClr val="B7BEC5"/>
            </a:solidFill>
            <a:ln w="2929">
              <a:solidFill>
                <a:srgbClr val="C6D4E2"/>
              </a:solidFill>
              <a:prstDash val="solid"/>
            </a:ln>
          </p:spPr>
        </p:sp>
        <p:sp>
          <p:nvSpPr>
            <p:cNvPr id="314" name="Input snapshot 2: source 314"/>
            <p:cNvSpPr/>
            <p:nvPr/>
          </p:nvSpPr>
          <p:spPr>
            <a:xfrm>
              <a:off x="1444620" y="1808073"/>
              <a:ext cx="38580" cy="44769"/>
            </a:xfrm>
            <a:prstGeom prst="rect">
              <a:avLst/>
            </a:prstGeom>
            <a:solidFill>
              <a:srgbClr val="B7BEC5"/>
            </a:solidFill>
            <a:ln w="2929">
              <a:solidFill>
                <a:srgbClr val="C6D4E2"/>
              </a:solidFill>
              <a:prstDash val="solid"/>
            </a:ln>
          </p:spPr>
        </p:sp>
        <p:sp>
          <p:nvSpPr>
            <p:cNvPr id="315" name="Input snapshot 2: source 315"/>
            <p:cNvSpPr/>
            <p:nvPr/>
          </p:nvSpPr>
          <p:spPr>
            <a:xfrm>
              <a:off x="1482323" y="1808073"/>
              <a:ext cx="38580" cy="44769"/>
            </a:xfrm>
            <a:prstGeom prst="rect">
              <a:avLst/>
            </a:prstGeom>
            <a:solidFill>
              <a:srgbClr val="B7BEC5"/>
            </a:solidFill>
            <a:ln w="2929">
              <a:solidFill>
                <a:srgbClr val="C6D4E2"/>
              </a:solidFill>
              <a:prstDash val="solid"/>
            </a:ln>
          </p:spPr>
        </p:sp>
        <p:sp>
          <p:nvSpPr>
            <p:cNvPr id="316" name="Input snapshot 2: source 316"/>
            <p:cNvSpPr/>
            <p:nvPr/>
          </p:nvSpPr>
          <p:spPr>
            <a:xfrm>
              <a:off x="1520026" y="1808073"/>
              <a:ext cx="38580" cy="44769"/>
            </a:xfrm>
            <a:prstGeom prst="rect">
              <a:avLst/>
            </a:prstGeom>
            <a:solidFill>
              <a:srgbClr val="B7BEC5"/>
            </a:solidFill>
            <a:ln w="2929">
              <a:solidFill>
                <a:srgbClr val="C6D4E2"/>
              </a:solidFill>
              <a:prstDash val="solid"/>
            </a:ln>
          </p:spPr>
        </p:sp>
        <p:sp>
          <p:nvSpPr>
            <p:cNvPr id="317" name="Input snapshot 2: source 317"/>
            <p:cNvSpPr/>
            <p:nvPr/>
          </p:nvSpPr>
          <p:spPr>
            <a:xfrm>
              <a:off x="1557728" y="1808073"/>
              <a:ext cx="38580" cy="44769"/>
            </a:xfrm>
            <a:prstGeom prst="rect">
              <a:avLst/>
            </a:prstGeom>
            <a:solidFill>
              <a:srgbClr val="EFF2F4"/>
            </a:solidFill>
            <a:ln w="2929">
              <a:solidFill>
                <a:srgbClr val="C6D4E2"/>
              </a:solidFill>
              <a:prstDash val="solid"/>
            </a:ln>
          </p:spPr>
        </p:sp>
        <p:sp>
          <p:nvSpPr>
            <p:cNvPr id="318" name="Input snapshot 2: source 318"/>
            <p:cNvSpPr/>
            <p:nvPr/>
          </p:nvSpPr>
          <p:spPr>
            <a:xfrm>
              <a:off x="1595431" y="1808073"/>
              <a:ext cx="38580" cy="44769"/>
            </a:xfrm>
            <a:prstGeom prst="rect">
              <a:avLst/>
            </a:prstGeom>
            <a:solidFill>
              <a:srgbClr val="EFF2F4"/>
            </a:solidFill>
            <a:ln w="2929">
              <a:solidFill>
                <a:srgbClr val="C6D4E2"/>
              </a:solidFill>
              <a:prstDash val="solid"/>
            </a:ln>
          </p:spPr>
        </p:sp>
        <p:sp>
          <p:nvSpPr>
            <p:cNvPr id="319" name="Input snapshot 2: source 319"/>
            <p:cNvSpPr/>
            <p:nvPr/>
          </p:nvSpPr>
          <p:spPr>
            <a:xfrm>
              <a:off x="1633133" y="1808073"/>
              <a:ext cx="38580" cy="44769"/>
            </a:xfrm>
            <a:prstGeom prst="rect">
              <a:avLst/>
            </a:prstGeom>
            <a:solidFill>
              <a:srgbClr val="EFF2F4"/>
            </a:solidFill>
            <a:ln w="2929">
              <a:solidFill>
                <a:srgbClr val="C6D4E2"/>
              </a:solidFill>
              <a:prstDash val="solid"/>
            </a:ln>
          </p:spPr>
        </p:sp>
        <p:sp>
          <p:nvSpPr>
            <p:cNvPr id="320" name="Input snapshot 2: source 320"/>
            <p:cNvSpPr/>
            <p:nvPr/>
          </p:nvSpPr>
          <p:spPr>
            <a:xfrm>
              <a:off x="1143000" y="1851965"/>
              <a:ext cx="38580" cy="44769"/>
            </a:xfrm>
            <a:prstGeom prst="rect">
              <a:avLst/>
            </a:prstGeom>
            <a:solidFill>
              <a:srgbClr val="EFF2F4"/>
            </a:solidFill>
            <a:ln w="2929">
              <a:solidFill>
                <a:srgbClr val="C6D4E2"/>
              </a:solidFill>
              <a:prstDash val="solid"/>
            </a:ln>
          </p:spPr>
        </p:sp>
        <p:sp>
          <p:nvSpPr>
            <p:cNvPr id="321" name="Input snapshot 2: source 321"/>
            <p:cNvSpPr/>
            <p:nvPr/>
          </p:nvSpPr>
          <p:spPr>
            <a:xfrm>
              <a:off x="1180703" y="1851965"/>
              <a:ext cx="38580" cy="44769"/>
            </a:xfrm>
            <a:prstGeom prst="rect">
              <a:avLst/>
            </a:prstGeom>
            <a:solidFill>
              <a:srgbClr val="B7BEC5"/>
            </a:solidFill>
            <a:ln w="2929">
              <a:solidFill>
                <a:srgbClr val="C6D4E2"/>
              </a:solidFill>
              <a:prstDash val="solid"/>
            </a:ln>
          </p:spPr>
        </p:sp>
        <p:sp>
          <p:nvSpPr>
            <p:cNvPr id="322" name="Input snapshot 2: source 322"/>
            <p:cNvSpPr/>
            <p:nvPr/>
          </p:nvSpPr>
          <p:spPr>
            <a:xfrm>
              <a:off x="1218405" y="1851965"/>
              <a:ext cx="38580" cy="44769"/>
            </a:xfrm>
            <a:prstGeom prst="rect">
              <a:avLst/>
            </a:prstGeom>
            <a:solidFill>
              <a:srgbClr val="B7BEC5"/>
            </a:solidFill>
            <a:ln w="2929">
              <a:solidFill>
                <a:srgbClr val="C6D4E2"/>
              </a:solidFill>
              <a:prstDash val="solid"/>
            </a:ln>
          </p:spPr>
        </p:sp>
        <p:sp>
          <p:nvSpPr>
            <p:cNvPr id="323" name="Input snapshot 2: source 323"/>
            <p:cNvSpPr/>
            <p:nvPr/>
          </p:nvSpPr>
          <p:spPr>
            <a:xfrm>
              <a:off x="1256108" y="1851965"/>
              <a:ext cx="38580" cy="44769"/>
            </a:xfrm>
            <a:prstGeom prst="rect">
              <a:avLst/>
            </a:prstGeom>
            <a:solidFill>
              <a:srgbClr val="B7BEC5"/>
            </a:solidFill>
            <a:ln w="2929">
              <a:solidFill>
                <a:srgbClr val="C6D4E2"/>
              </a:solidFill>
              <a:prstDash val="solid"/>
            </a:ln>
          </p:spPr>
        </p:sp>
        <p:sp>
          <p:nvSpPr>
            <p:cNvPr id="324" name="Input snapshot 2: source 324"/>
            <p:cNvSpPr/>
            <p:nvPr/>
          </p:nvSpPr>
          <p:spPr>
            <a:xfrm>
              <a:off x="1293810" y="1851965"/>
              <a:ext cx="38580" cy="44769"/>
            </a:xfrm>
            <a:prstGeom prst="rect">
              <a:avLst/>
            </a:prstGeom>
            <a:solidFill>
              <a:srgbClr val="B7BEC5"/>
            </a:solidFill>
            <a:ln w="2929">
              <a:solidFill>
                <a:srgbClr val="C6D4E2"/>
              </a:solidFill>
              <a:prstDash val="solid"/>
            </a:ln>
          </p:spPr>
        </p:sp>
        <p:sp>
          <p:nvSpPr>
            <p:cNvPr id="325" name="Input snapshot 2: source 325"/>
            <p:cNvSpPr/>
            <p:nvPr/>
          </p:nvSpPr>
          <p:spPr>
            <a:xfrm>
              <a:off x="1331513" y="1851965"/>
              <a:ext cx="38580" cy="44769"/>
            </a:xfrm>
            <a:prstGeom prst="rect">
              <a:avLst/>
            </a:prstGeom>
            <a:solidFill>
              <a:srgbClr val="B7BEC5"/>
            </a:solidFill>
            <a:ln w="2929">
              <a:solidFill>
                <a:srgbClr val="C6D4E2"/>
              </a:solidFill>
              <a:prstDash val="solid"/>
            </a:ln>
          </p:spPr>
        </p:sp>
        <p:sp>
          <p:nvSpPr>
            <p:cNvPr id="326" name="Input snapshot 2: source 326"/>
            <p:cNvSpPr/>
            <p:nvPr/>
          </p:nvSpPr>
          <p:spPr>
            <a:xfrm>
              <a:off x="1369215" y="1851965"/>
              <a:ext cx="38580" cy="44769"/>
            </a:xfrm>
            <a:prstGeom prst="rect">
              <a:avLst/>
            </a:prstGeom>
            <a:solidFill>
              <a:srgbClr val="B7BEC5"/>
            </a:solidFill>
            <a:ln w="2929">
              <a:solidFill>
                <a:srgbClr val="C6D4E2"/>
              </a:solidFill>
              <a:prstDash val="solid"/>
            </a:ln>
          </p:spPr>
        </p:sp>
        <p:sp>
          <p:nvSpPr>
            <p:cNvPr id="327" name="Input snapshot 2: source 327"/>
            <p:cNvSpPr/>
            <p:nvPr/>
          </p:nvSpPr>
          <p:spPr>
            <a:xfrm>
              <a:off x="1406918" y="1851965"/>
              <a:ext cx="38580" cy="44769"/>
            </a:xfrm>
            <a:prstGeom prst="rect">
              <a:avLst/>
            </a:prstGeom>
            <a:solidFill>
              <a:srgbClr val="B7BEC5"/>
            </a:solidFill>
            <a:ln w="2929">
              <a:solidFill>
                <a:srgbClr val="C6D4E2"/>
              </a:solidFill>
              <a:prstDash val="solid"/>
            </a:ln>
          </p:spPr>
        </p:sp>
        <p:sp>
          <p:nvSpPr>
            <p:cNvPr id="328" name="Input snapshot 2: source 328"/>
            <p:cNvSpPr/>
            <p:nvPr/>
          </p:nvSpPr>
          <p:spPr>
            <a:xfrm>
              <a:off x="1444620" y="1851965"/>
              <a:ext cx="38580" cy="44769"/>
            </a:xfrm>
            <a:prstGeom prst="rect">
              <a:avLst/>
            </a:prstGeom>
            <a:solidFill>
              <a:srgbClr val="D55E00"/>
            </a:solidFill>
            <a:ln w="2929">
              <a:solidFill>
                <a:srgbClr val="C6D4E2"/>
              </a:solidFill>
              <a:prstDash val="solid"/>
            </a:ln>
          </p:spPr>
        </p:sp>
        <p:sp>
          <p:nvSpPr>
            <p:cNvPr id="329" name="Input snapshot 2: source 329"/>
            <p:cNvSpPr/>
            <p:nvPr/>
          </p:nvSpPr>
          <p:spPr>
            <a:xfrm>
              <a:off x="1482323" y="1851965"/>
              <a:ext cx="38580" cy="44769"/>
            </a:xfrm>
            <a:prstGeom prst="rect">
              <a:avLst/>
            </a:prstGeom>
            <a:solidFill>
              <a:srgbClr val="D55E00"/>
            </a:solidFill>
            <a:ln w="2929">
              <a:solidFill>
                <a:srgbClr val="C6D4E2"/>
              </a:solidFill>
              <a:prstDash val="solid"/>
            </a:ln>
          </p:spPr>
        </p:sp>
        <p:sp>
          <p:nvSpPr>
            <p:cNvPr id="330" name="Input snapshot 2: source 330"/>
            <p:cNvSpPr/>
            <p:nvPr/>
          </p:nvSpPr>
          <p:spPr>
            <a:xfrm>
              <a:off x="1520026" y="1851965"/>
              <a:ext cx="38580" cy="44769"/>
            </a:xfrm>
            <a:prstGeom prst="rect">
              <a:avLst/>
            </a:prstGeom>
            <a:solidFill>
              <a:srgbClr val="D55E00"/>
            </a:solidFill>
            <a:ln w="2929">
              <a:solidFill>
                <a:srgbClr val="C6D4E2"/>
              </a:solidFill>
              <a:prstDash val="solid"/>
            </a:ln>
          </p:spPr>
        </p:sp>
        <p:sp>
          <p:nvSpPr>
            <p:cNvPr id="331" name="Input snapshot 2: source 331"/>
            <p:cNvSpPr/>
            <p:nvPr/>
          </p:nvSpPr>
          <p:spPr>
            <a:xfrm>
              <a:off x="1557728" y="1851965"/>
              <a:ext cx="38580" cy="44769"/>
            </a:xfrm>
            <a:prstGeom prst="rect">
              <a:avLst/>
            </a:prstGeom>
            <a:solidFill>
              <a:srgbClr val="EFF2F4"/>
            </a:solidFill>
            <a:ln w="2929">
              <a:solidFill>
                <a:srgbClr val="C6D4E2"/>
              </a:solidFill>
              <a:prstDash val="solid"/>
            </a:ln>
          </p:spPr>
        </p:sp>
        <p:sp>
          <p:nvSpPr>
            <p:cNvPr id="332" name="Input snapshot 2: source 332"/>
            <p:cNvSpPr/>
            <p:nvPr/>
          </p:nvSpPr>
          <p:spPr>
            <a:xfrm>
              <a:off x="1595431" y="1851965"/>
              <a:ext cx="38580" cy="44769"/>
            </a:xfrm>
            <a:prstGeom prst="rect">
              <a:avLst/>
            </a:prstGeom>
            <a:solidFill>
              <a:srgbClr val="EFF2F4"/>
            </a:solidFill>
            <a:ln w="2929">
              <a:solidFill>
                <a:srgbClr val="C6D4E2"/>
              </a:solidFill>
              <a:prstDash val="solid"/>
            </a:ln>
          </p:spPr>
        </p:sp>
        <p:sp>
          <p:nvSpPr>
            <p:cNvPr id="333" name="Input snapshot 2: source 333"/>
            <p:cNvSpPr/>
            <p:nvPr/>
          </p:nvSpPr>
          <p:spPr>
            <a:xfrm>
              <a:off x="1633133" y="1851965"/>
              <a:ext cx="38580" cy="44769"/>
            </a:xfrm>
            <a:prstGeom prst="rect">
              <a:avLst/>
            </a:prstGeom>
            <a:solidFill>
              <a:srgbClr val="EFF2F4"/>
            </a:solidFill>
            <a:ln w="2929">
              <a:solidFill>
                <a:srgbClr val="C6D4E2"/>
              </a:solidFill>
              <a:prstDash val="solid"/>
            </a:ln>
          </p:spPr>
        </p:sp>
        <p:sp>
          <p:nvSpPr>
            <p:cNvPr id="334" name="Input snapshot 2: source 334"/>
            <p:cNvSpPr/>
            <p:nvPr/>
          </p:nvSpPr>
          <p:spPr>
            <a:xfrm>
              <a:off x="1143000" y="1895856"/>
              <a:ext cx="38580" cy="44769"/>
            </a:xfrm>
            <a:prstGeom prst="rect">
              <a:avLst/>
            </a:prstGeom>
            <a:solidFill>
              <a:srgbClr val="EFF2F4"/>
            </a:solidFill>
            <a:ln w="2929">
              <a:solidFill>
                <a:srgbClr val="C6D4E2"/>
              </a:solidFill>
              <a:prstDash val="solid"/>
            </a:ln>
          </p:spPr>
        </p:sp>
        <p:sp>
          <p:nvSpPr>
            <p:cNvPr id="335" name="Input snapshot 2: source 335"/>
            <p:cNvSpPr/>
            <p:nvPr/>
          </p:nvSpPr>
          <p:spPr>
            <a:xfrm>
              <a:off x="1180703" y="1895856"/>
              <a:ext cx="38580" cy="44769"/>
            </a:xfrm>
            <a:prstGeom prst="rect">
              <a:avLst/>
            </a:prstGeom>
            <a:solidFill>
              <a:srgbClr val="B7BEC5"/>
            </a:solidFill>
            <a:ln w="2929">
              <a:solidFill>
                <a:srgbClr val="C6D4E2"/>
              </a:solidFill>
              <a:prstDash val="solid"/>
            </a:ln>
          </p:spPr>
        </p:sp>
        <p:sp>
          <p:nvSpPr>
            <p:cNvPr id="336" name="Input snapshot 2: source 336"/>
            <p:cNvSpPr/>
            <p:nvPr/>
          </p:nvSpPr>
          <p:spPr>
            <a:xfrm>
              <a:off x="1218405" y="1895856"/>
              <a:ext cx="38580" cy="44769"/>
            </a:xfrm>
            <a:prstGeom prst="rect">
              <a:avLst/>
            </a:prstGeom>
            <a:solidFill>
              <a:srgbClr val="B7BEC5"/>
            </a:solidFill>
            <a:ln w="2929">
              <a:solidFill>
                <a:srgbClr val="C6D4E2"/>
              </a:solidFill>
              <a:prstDash val="solid"/>
            </a:ln>
          </p:spPr>
        </p:sp>
        <p:sp>
          <p:nvSpPr>
            <p:cNvPr id="337" name="Input snapshot 2: source 337"/>
            <p:cNvSpPr/>
            <p:nvPr/>
          </p:nvSpPr>
          <p:spPr>
            <a:xfrm>
              <a:off x="1256108" y="1895856"/>
              <a:ext cx="38580" cy="44769"/>
            </a:xfrm>
            <a:prstGeom prst="rect">
              <a:avLst/>
            </a:prstGeom>
            <a:solidFill>
              <a:srgbClr val="B7BEC5"/>
            </a:solidFill>
            <a:ln w="2929">
              <a:solidFill>
                <a:srgbClr val="C6D4E2"/>
              </a:solidFill>
              <a:prstDash val="solid"/>
            </a:ln>
          </p:spPr>
        </p:sp>
        <p:sp>
          <p:nvSpPr>
            <p:cNvPr id="338" name="Input snapshot 2: source 338"/>
            <p:cNvSpPr/>
            <p:nvPr/>
          </p:nvSpPr>
          <p:spPr>
            <a:xfrm>
              <a:off x="1293810" y="1895856"/>
              <a:ext cx="38580" cy="44769"/>
            </a:xfrm>
            <a:prstGeom prst="rect">
              <a:avLst/>
            </a:prstGeom>
            <a:solidFill>
              <a:srgbClr val="B7BEC5"/>
            </a:solidFill>
            <a:ln w="2929">
              <a:solidFill>
                <a:srgbClr val="C6D4E2"/>
              </a:solidFill>
              <a:prstDash val="solid"/>
            </a:ln>
          </p:spPr>
        </p:sp>
        <p:sp>
          <p:nvSpPr>
            <p:cNvPr id="339" name="Input snapshot 2: source 339"/>
            <p:cNvSpPr/>
            <p:nvPr/>
          </p:nvSpPr>
          <p:spPr>
            <a:xfrm>
              <a:off x="1331513" y="1895856"/>
              <a:ext cx="38580" cy="44769"/>
            </a:xfrm>
            <a:prstGeom prst="rect">
              <a:avLst/>
            </a:prstGeom>
            <a:solidFill>
              <a:srgbClr val="B7BEC5"/>
            </a:solidFill>
            <a:ln w="2929">
              <a:solidFill>
                <a:srgbClr val="C6D4E2"/>
              </a:solidFill>
              <a:prstDash val="solid"/>
            </a:ln>
          </p:spPr>
        </p:sp>
        <p:sp>
          <p:nvSpPr>
            <p:cNvPr id="340" name="Input snapshot 2: source 340"/>
            <p:cNvSpPr/>
            <p:nvPr/>
          </p:nvSpPr>
          <p:spPr>
            <a:xfrm>
              <a:off x="1369215" y="1895856"/>
              <a:ext cx="38580" cy="44769"/>
            </a:xfrm>
            <a:prstGeom prst="rect">
              <a:avLst/>
            </a:prstGeom>
            <a:solidFill>
              <a:srgbClr val="B7BEC5"/>
            </a:solidFill>
            <a:ln w="2929">
              <a:solidFill>
                <a:srgbClr val="C6D4E2"/>
              </a:solidFill>
              <a:prstDash val="solid"/>
            </a:ln>
          </p:spPr>
        </p:sp>
        <p:sp>
          <p:nvSpPr>
            <p:cNvPr id="341" name="Input snapshot 2: source 341"/>
            <p:cNvSpPr/>
            <p:nvPr/>
          </p:nvSpPr>
          <p:spPr>
            <a:xfrm>
              <a:off x="1406918" y="1895856"/>
              <a:ext cx="38580" cy="44769"/>
            </a:xfrm>
            <a:prstGeom prst="rect">
              <a:avLst/>
            </a:prstGeom>
            <a:solidFill>
              <a:srgbClr val="B7BEC5"/>
            </a:solidFill>
            <a:ln w="2929">
              <a:solidFill>
                <a:srgbClr val="C6D4E2"/>
              </a:solidFill>
              <a:prstDash val="solid"/>
            </a:ln>
          </p:spPr>
        </p:sp>
        <p:sp>
          <p:nvSpPr>
            <p:cNvPr id="342" name="Input snapshot 2: source 342"/>
            <p:cNvSpPr/>
            <p:nvPr/>
          </p:nvSpPr>
          <p:spPr>
            <a:xfrm>
              <a:off x="1444620" y="1895856"/>
              <a:ext cx="38580" cy="44769"/>
            </a:xfrm>
            <a:prstGeom prst="rect">
              <a:avLst/>
            </a:prstGeom>
            <a:solidFill>
              <a:srgbClr val="D55E00"/>
            </a:solidFill>
            <a:ln w="2929">
              <a:solidFill>
                <a:srgbClr val="C6D4E2"/>
              </a:solidFill>
              <a:prstDash val="solid"/>
            </a:ln>
          </p:spPr>
        </p:sp>
        <p:sp>
          <p:nvSpPr>
            <p:cNvPr id="343" name="Input snapshot 2: source 343"/>
            <p:cNvSpPr/>
            <p:nvPr/>
          </p:nvSpPr>
          <p:spPr>
            <a:xfrm>
              <a:off x="1482323" y="1895856"/>
              <a:ext cx="38580" cy="44769"/>
            </a:xfrm>
            <a:prstGeom prst="rect">
              <a:avLst/>
            </a:prstGeom>
            <a:solidFill>
              <a:srgbClr val="D55E00"/>
            </a:solidFill>
            <a:ln w="2929">
              <a:solidFill>
                <a:srgbClr val="C6D4E2"/>
              </a:solidFill>
              <a:prstDash val="solid"/>
            </a:ln>
          </p:spPr>
        </p:sp>
        <p:sp>
          <p:nvSpPr>
            <p:cNvPr id="344" name="Input snapshot 2: source 344"/>
            <p:cNvSpPr/>
            <p:nvPr/>
          </p:nvSpPr>
          <p:spPr>
            <a:xfrm>
              <a:off x="1520026" y="1895856"/>
              <a:ext cx="38580" cy="44769"/>
            </a:xfrm>
            <a:prstGeom prst="rect">
              <a:avLst/>
            </a:prstGeom>
            <a:solidFill>
              <a:srgbClr val="D55E00"/>
            </a:solidFill>
            <a:ln w="2929">
              <a:solidFill>
                <a:srgbClr val="C6D4E2"/>
              </a:solidFill>
              <a:prstDash val="solid"/>
            </a:ln>
          </p:spPr>
        </p:sp>
        <p:sp>
          <p:nvSpPr>
            <p:cNvPr id="345" name="Input snapshot 2: source 345"/>
            <p:cNvSpPr/>
            <p:nvPr/>
          </p:nvSpPr>
          <p:spPr>
            <a:xfrm>
              <a:off x="1557728" y="1895856"/>
              <a:ext cx="38580" cy="44769"/>
            </a:xfrm>
            <a:prstGeom prst="rect">
              <a:avLst/>
            </a:prstGeom>
            <a:solidFill>
              <a:srgbClr val="EFF2F4"/>
            </a:solidFill>
            <a:ln w="2929">
              <a:solidFill>
                <a:srgbClr val="C6D4E2"/>
              </a:solidFill>
              <a:prstDash val="solid"/>
            </a:ln>
          </p:spPr>
        </p:sp>
        <p:sp>
          <p:nvSpPr>
            <p:cNvPr id="346" name="Input snapshot 2: source 346"/>
            <p:cNvSpPr/>
            <p:nvPr/>
          </p:nvSpPr>
          <p:spPr>
            <a:xfrm>
              <a:off x="1595431" y="1895856"/>
              <a:ext cx="38580" cy="44769"/>
            </a:xfrm>
            <a:prstGeom prst="rect">
              <a:avLst/>
            </a:prstGeom>
            <a:solidFill>
              <a:srgbClr val="EFF2F4"/>
            </a:solidFill>
            <a:ln w="2929">
              <a:solidFill>
                <a:srgbClr val="C6D4E2"/>
              </a:solidFill>
              <a:prstDash val="solid"/>
            </a:ln>
          </p:spPr>
        </p:sp>
        <p:sp>
          <p:nvSpPr>
            <p:cNvPr id="347" name="Input snapshot 2: source 347"/>
            <p:cNvSpPr/>
            <p:nvPr/>
          </p:nvSpPr>
          <p:spPr>
            <a:xfrm>
              <a:off x="1633133" y="1895856"/>
              <a:ext cx="38580" cy="44769"/>
            </a:xfrm>
            <a:prstGeom prst="rect">
              <a:avLst/>
            </a:prstGeom>
            <a:solidFill>
              <a:srgbClr val="EFF2F4"/>
            </a:solidFill>
            <a:ln w="2929">
              <a:solidFill>
                <a:srgbClr val="C6D4E2"/>
              </a:solidFill>
              <a:prstDash val="solid"/>
            </a:ln>
          </p:spPr>
        </p:sp>
        <p:sp>
          <p:nvSpPr>
            <p:cNvPr id="348" name="Input snapshot 2: source 348"/>
            <p:cNvSpPr/>
            <p:nvPr/>
          </p:nvSpPr>
          <p:spPr>
            <a:xfrm>
              <a:off x="1143000" y="1939747"/>
              <a:ext cx="38580" cy="44769"/>
            </a:xfrm>
            <a:prstGeom prst="rect">
              <a:avLst/>
            </a:prstGeom>
            <a:solidFill>
              <a:srgbClr val="EFF2F4"/>
            </a:solidFill>
            <a:ln w="2929">
              <a:solidFill>
                <a:srgbClr val="C6D4E2"/>
              </a:solidFill>
              <a:prstDash val="solid"/>
            </a:ln>
          </p:spPr>
        </p:sp>
        <p:sp>
          <p:nvSpPr>
            <p:cNvPr id="349" name="Input snapshot 2: source 349"/>
            <p:cNvSpPr/>
            <p:nvPr/>
          </p:nvSpPr>
          <p:spPr>
            <a:xfrm>
              <a:off x="1180703" y="1939747"/>
              <a:ext cx="38580" cy="44769"/>
            </a:xfrm>
            <a:prstGeom prst="rect">
              <a:avLst/>
            </a:prstGeom>
            <a:solidFill>
              <a:srgbClr val="0072B2"/>
            </a:solidFill>
            <a:ln w="2929">
              <a:solidFill>
                <a:srgbClr val="C6D4E2"/>
              </a:solidFill>
              <a:prstDash val="solid"/>
            </a:ln>
          </p:spPr>
        </p:sp>
        <p:sp>
          <p:nvSpPr>
            <p:cNvPr id="350" name="Input snapshot 2: source 350"/>
            <p:cNvSpPr/>
            <p:nvPr/>
          </p:nvSpPr>
          <p:spPr>
            <a:xfrm>
              <a:off x="1218405" y="1939747"/>
              <a:ext cx="38580" cy="44769"/>
            </a:xfrm>
            <a:prstGeom prst="rect">
              <a:avLst/>
            </a:prstGeom>
            <a:solidFill>
              <a:srgbClr val="0072B2"/>
            </a:solidFill>
            <a:ln w="2929">
              <a:solidFill>
                <a:srgbClr val="C6D4E2"/>
              </a:solidFill>
              <a:prstDash val="solid"/>
            </a:ln>
          </p:spPr>
        </p:sp>
        <p:sp>
          <p:nvSpPr>
            <p:cNvPr id="351" name="Input snapshot 2: source 351"/>
            <p:cNvSpPr/>
            <p:nvPr/>
          </p:nvSpPr>
          <p:spPr>
            <a:xfrm>
              <a:off x="1256108" y="1939747"/>
              <a:ext cx="38580" cy="44769"/>
            </a:xfrm>
            <a:prstGeom prst="rect">
              <a:avLst/>
            </a:prstGeom>
            <a:solidFill>
              <a:srgbClr val="0072B2"/>
            </a:solidFill>
            <a:ln w="2929">
              <a:solidFill>
                <a:srgbClr val="C6D4E2"/>
              </a:solidFill>
              <a:prstDash val="solid"/>
            </a:ln>
          </p:spPr>
        </p:sp>
        <p:sp>
          <p:nvSpPr>
            <p:cNvPr id="352" name="Input snapshot 2: source 352"/>
            <p:cNvSpPr/>
            <p:nvPr/>
          </p:nvSpPr>
          <p:spPr>
            <a:xfrm>
              <a:off x="1293810" y="1939747"/>
              <a:ext cx="38580" cy="44769"/>
            </a:xfrm>
            <a:prstGeom prst="rect">
              <a:avLst/>
            </a:prstGeom>
            <a:solidFill>
              <a:srgbClr val="0072B2"/>
            </a:solidFill>
            <a:ln w="2929">
              <a:solidFill>
                <a:srgbClr val="C6D4E2"/>
              </a:solidFill>
              <a:prstDash val="solid"/>
            </a:ln>
          </p:spPr>
        </p:sp>
        <p:sp>
          <p:nvSpPr>
            <p:cNvPr id="353" name="Input snapshot 2: source 353"/>
            <p:cNvSpPr/>
            <p:nvPr/>
          </p:nvSpPr>
          <p:spPr>
            <a:xfrm>
              <a:off x="1331513" y="1939747"/>
              <a:ext cx="38580" cy="44769"/>
            </a:xfrm>
            <a:prstGeom prst="rect">
              <a:avLst/>
            </a:prstGeom>
            <a:solidFill>
              <a:srgbClr val="B7BEC5"/>
            </a:solidFill>
            <a:ln w="2929">
              <a:solidFill>
                <a:srgbClr val="C6D4E2"/>
              </a:solidFill>
              <a:prstDash val="solid"/>
            </a:ln>
          </p:spPr>
        </p:sp>
        <p:sp>
          <p:nvSpPr>
            <p:cNvPr id="354" name="Input snapshot 2: source 354"/>
            <p:cNvSpPr/>
            <p:nvPr/>
          </p:nvSpPr>
          <p:spPr>
            <a:xfrm>
              <a:off x="1369215" y="1939747"/>
              <a:ext cx="38580" cy="44769"/>
            </a:xfrm>
            <a:prstGeom prst="rect">
              <a:avLst/>
            </a:prstGeom>
            <a:solidFill>
              <a:srgbClr val="B7BEC5"/>
            </a:solidFill>
            <a:ln w="2929">
              <a:solidFill>
                <a:srgbClr val="C6D4E2"/>
              </a:solidFill>
              <a:prstDash val="solid"/>
            </a:ln>
          </p:spPr>
        </p:sp>
        <p:sp>
          <p:nvSpPr>
            <p:cNvPr id="355" name="Input snapshot 2: source 355"/>
            <p:cNvSpPr/>
            <p:nvPr/>
          </p:nvSpPr>
          <p:spPr>
            <a:xfrm>
              <a:off x="1406918" y="1939747"/>
              <a:ext cx="38580" cy="44769"/>
            </a:xfrm>
            <a:prstGeom prst="rect">
              <a:avLst/>
            </a:prstGeom>
            <a:solidFill>
              <a:srgbClr val="B7BEC5"/>
            </a:solidFill>
            <a:ln w="2929">
              <a:solidFill>
                <a:srgbClr val="C6D4E2"/>
              </a:solidFill>
              <a:prstDash val="solid"/>
            </a:ln>
          </p:spPr>
        </p:sp>
        <p:sp>
          <p:nvSpPr>
            <p:cNvPr id="356" name="Input snapshot 2: source 356"/>
            <p:cNvSpPr/>
            <p:nvPr/>
          </p:nvSpPr>
          <p:spPr>
            <a:xfrm>
              <a:off x="1444620" y="1939747"/>
              <a:ext cx="38580" cy="44769"/>
            </a:xfrm>
            <a:prstGeom prst="rect">
              <a:avLst/>
            </a:prstGeom>
            <a:solidFill>
              <a:srgbClr val="D55E00"/>
            </a:solidFill>
            <a:ln w="2929">
              <a:solidFill>
                <a:srgbClr val="C6D4E2"/>
              </a:solidFill>
              <a:prstDash val="solid"/>
            </a:ln>
          </p:spPr>
        </p:sp>
        <p:sp>
          <p:nvSpPr>
            <p:cNvPr id="357" name="Input snapshot 2: source 357"/>
            <p:cNvSpPr/>
            <p:nvPr/>
          </p:nvSpPr>
          <p:spPr>
            <a:xfrm>
              <a:off x="1482323" y="1939747"/>
              <a:ext cx="38580" cy="44769"/>
            </a:xfrm>
            <a:prstGeom prst="rect">
              <a:avLst/>
            </a:prstGeom>
            <a:solidFill>
              <a:srgbClr val="D55E00"/>
            </a:solidFill>
            <a:ln w="2929">
              <a:solidFill>
                <a:srgbClr val="C6D4E2"/>
              </a:solidFill>
              <a:prstDash val="solid"/>
            </a:ln>
          </p:spPr>
        </p:sp>
        <p:sp>
          <p:nvSpPr>
            <p:cNvPr id="358" name="Input snapshot 2: source 358"/>
            <p:cNvSpPr/>
            <p:nvPr/>
          </p:nvSpPr>
          <p:spPr>
            <a:xfrm>
              <a:off x="1520026" y="1939747"/>
              <a:ext cx="38580" cy="44769"/>
            </a:xfrm>
            <a:prstGeom prst="rect">
              <a:avLst/>
            </a:prstGeom>
            <a:solidFill>
              <a:srgbClr val="D55E00"/>
            </a:solidFill>
            <a:ln w="2929">
              <a:solidFill>
                <a:srgbClr val="C6D4E2"/>
              </a:solidFill>
              <a:prstDash val="solid"/>
            </a:ln>
          </p:spPr>
        </p:sp>
        <p:sp>
          <p:nvSpPr>
            <p:cNvPr id="359" name="Input snapshot 2: source 359"/>
            <p:cNvSpPr/>
            <p:nvPr/>
          </p:nvSpPr>
          <p:spPr>
            <a:xfrm>
              <a:off x="1557728" y="1939747"/>
              <a:ext cx="38580" cy="44769"/>
            </a:xfrm>
            <a:prstGeom prst="rect">
              <a:avLst/>
            </a:prstGeom>
            <a:solidFill>
              <a:srgbClr val="EFF2F4"/>
            </a:solidFill>
            <a:ln w="2929">
              <a:solidFill>
                <a:srgbClr val="C6D4E2"/>
              </a:solidFill>
              <a:prstDash val="solid"/>
            </a:ln>
          </p:spPr>
        </p:sp>
        <p:sp>
          <p:nvSpPr>
            <p:cNvPr id="360" name="Input snapshot 2: source 360"/>
            <p:cNvSpPr/>
            <p:nvPr/>
          </p:nvSpPr>
          <p:spPr>
            <a:xfrm>
              <a:off x="1595431" y="1939747"/>
              <a:ext cx="38580" cy="44769"/>
            </a:xfrm>
            <a:prstGeom prst="rect">
              <a:avLst/>
            </a:prstGeom>
            <a:solidFill>
              <a:srgbClr val="EFF2F4"/>
            </a:solidFill>
            <a:ln w="2929">
              <a:solidFill>
                <a:srgbClr val="C6D4E2"/>
              </a:solidFill>
              <a:prstDash val="solid"/>
            </a:ln>
          </p:spPr>
        </p:sp>
        <p:sp>
          <p:nvSpPr>
            <p:cNvPr id="361" name="Input snapshot 2: source 361"/>
            <p:cNvSpPr/>
            <p:nvPr/>
          </p:nvSpPr>
          <p:spPr>
            <a:xfrm>
              <a:off x="1633133" y="1939747"/>
              <a:ext cx="38580" cy="44769"/>
            </a:xfrm>
            <a:prstGeom prst="rect">
              <a:avLst/>
            </a:prstGeom>
            <a:solidFill>
              <a:srgbClr val="EFF2F4"/>
            </a:solidFill>
            <a:ln w="2929">
              <a:solidFill>
                <a:srgbClr val="C6D4E2"/>
              </a:solidFill>
              <a:prstDash val="solid"/>
            </a:ln>
          </p:spPr>
        </p:sp>
        <p:sp>
          <p:nvSpPr>
            <p:cNvPr id="362" name="Input snapshot 2: source 362"/>
            <p:cNvSpPr/>
            <p:nvPr/>
          </p:nvSpPr>
          <p:spPr>
            <a:xfrm>
              <a:off x="1143000" y="1983639"/>
              <a:ext cx="38580" cy="44769"/>
            </a:xfrm>
            <a:prstGeom prst="rect">
              <a:avLst/>
            </a:prstGeom>
            <a:solidFill>
              <a:srgbClr val="0072B2"/>
            </a:solidFill>
            <a:ln w="2929">
              <a:solidFill>
                <a:srgbClr val="C6D4E2"/>
              </a:solidFill>
              <a:prstDash val="solid"/>
            </a:ln>
          </p:spPr>
        </p:sp>
        <p:sp>
          <p:nvSpPr>
            <p:cNvPr id="363" name="Input snapshot 2: source 363"/>
            <p:cNvSpPr/>
            <p:nvPr/>
          </p:nvSpPr>
          <p:spPr>
            <a:xfrm>
              <a:off x="1180703" y="1983639"/>
              <a:ext cx="38580" cy="44769"/>
            </a:xfrm>
            <a:prstGeom prst="rect">
              <a:avLst/>
            </a:prstGeom>
            <a:solidFill>
              <a:srgbClr val="0072B2"/>
            </a:solidFill>
            <a:ln w="2929">
              <a:solidFill>
                <a:srgbClr val="C6D4E2"/>
              </a:solidFill>
              <a:prstDash val="solid"/>
            </a:ln>
          </p:spPr>
        </p:sp>
        <p:sp>
          <p:nvSpPr>
            <p:cNvPr id="364" name="Input snapshot 2: source 364"/>
            <p:cNvSpPr/>
            <p:nvPr/>
          </p:nvSpPr>
          <p:spPr>
            <a:xfrm>
              <a:off x="1218405" y="1983639"/>
              <a:ext cx="38580" cy="44769"/>
            </a:xfrm>
            <a:prstGeom prst="rect">
              <a:avLst/>
            </a:prstGeom>
            <a:solidFill>
              <a:srgbClr val="0072B2"/>
            </a:solidFill>
            <a:ln w="2929">
              <a:solidFill>
                <a:srgbClr val="C6D4E2"/>
              </a:solidFill>
              <a:prstDash val="solid"/>
            </a:ln>
          </p:spPr>
        </p:sp>
        <p:sp>
          <p:nvSpPr>
            <p:cNvPr id="365" name="Input snapshot 2: source 365"/>
            <p:cNvSpPr/>
            <p:nvPr/>
          </p:nvSpPr>
          <p:spPr>
            <a:xfrm>
              <a:off x="1256108" y="1983639"/>
              <a:ext cx="38580" cy="44769"/>
            </a:xfrm>
            <a:prstGeom prst="rect">
              <a:avLst/>
            </a:prstGeom>
            <a:solidFill>
              <a:srgbClr val="0072B2"/>
            </a:solidFill>
            <a:ln w="2929">
              <a:solidFill>
                <a:srgbClr val="C6D4E2"/>
              </a:solidFill>
              <a:prstDash val="solid"/>
            </a:ln>
          </p:spPr>
        </p:sp>
        <p:sp>
          <p:nvSpPr>
            <p:cNvPr id="366" name="Input snapshot 2: source 366"/>
            <p:cNvSpPr/>
            <p:nvPr/>
          </p:nvSpPr>
          <p:spPr>
            <a:xfrm>
              <a:off x="1293810" y="1983639"/>
              <a:ext cx="38580" cy="44769"/>
            </a:xfrm>
            <a:prstGeom prst="rect">
              <a:avLst/>
            </a:prstGeom>
            <a:solidFill>
              <a:srgbClr val="0072B2"/>
            </a:solidFill>
            <a:ln w="2929">
              <a:solidFill>
                <a:srgbClr val="C6D4E2"/>
              </a:solidFill>
              <a:prstDash val="solid"/>
            </a:ln>
          </p:spPr>
        </p:sp>
        <p:sp>
          <p:nvSpPr>
            <p:cNvPr id="367" name="Input snapshot 2: source 367"/>
            <p:cNvSpPr/>
            <p:nvPr/>
          </p:nvSpPr>
          <p:spPr>
            <a:xfrm>
              <a:off x="1331513" y="1983639"/>
              <a:ext cx="38580" cy="44769"/>
            </a:xfrm>
            <a:prstGeom prst="rect">
              <a:avLst/>
            </a:prstGeom>
            <a:solidFill>
              <a:srgbClr val="B7BEC5"/>
            </a:solidFill>
            <a:ln w="2929">
              <a:solidFill>
                <a:srgbClr val="C6D4E2"/>
              </a:solidFill>
              <a:prstDash val="solid"/>
            </a:ln>
          </p:spPr>
        </p:sp>
        <p:sp>
          <p:nvSpPr>
            <p:cNvPr id="368" name="Input snapshot 2: source 368"/>
            <p:cNvSpPr/>
            <p:nvPr/>
          </p:nvSpPr>
          <p:spPr>
            <a:xfrm>
              <a:off x="1369215" y="1983639"/>
              <a:ext cx="38580" cy="44769"/>
            </a:xfrm>
            <a:prstGeom prst="rect">
              <a:avLst/>
            </a:prstGeom>
            <a:solidFill>
              <a:srgbClr val="B7BEC5"/>
            </a:solidFill>
            <a:ln w="2929">
              <a:solidFill>
                <a:srgbClr val="C6D4E2"/>
              </a:solidFill>
              <a:prstDash val="solid"/>
            </a:ln>
          </p:spPr>
        </p:sp>
        <p:sp>
          <p:nvSpPr>
            <p:cNvPr id="369" name="Input snapshot 2: source 369"/>
            <p:cNvSpPr/>
            <p:nvPr/>
          </p:nvSpPr>
          <p:spPr>
            <a:xfrm>
              <a:off x="1406918" y="1983639"/>
              <a:ext cx="38580" cy="44769"/>
            </a:xfrm>
            <a:prstGeom prst="rect">
              <a:avLst/>
            </a:prstGeom>
            <a:solidFill>
              <a:srgbClr val="B7BEC5"/>
            </a:solidFill>
            <a:ln w="2929">
              <a:solidFill>
                <a:srgbClr val="C6D4E2"/>
              </a:solidFill>
              <a:prstDash val="solid"/>
            </a:ln>
          </p:spPr>
        </p:sp>
        <p:sp>
          <p:nvSpPr>
            <p:cNvPr id="370" name="Input snapshot 2: source 370"/>
            <p:cNvSpPr/>
            <p:nvPr/>
          </p:nvSpPr>
          <p:spPr>
            <a:xfrm>
              <a:off x="1444620" y="1983639"/>
              <a:ext cx="38580" cy="44769"/>
            </a:xfrm>
            <a:prstGeom prst="rect">
              <a:avLst/>
            </a:prstGeom>
            <a:solidFill>
              <a:srgbClr val="B7BEC5"/>
            </a:solidFill>
            <a:ln w="2929">
              <a:solidFill>
                <a:srgbClr val="C6D4E2"/>
              </a:solidFill>
              <a:prstDash val="solid"/>
            </a:ln>
          </p:spPr>
        </p:sp>
        <p:sp>
          <p:nvSpPr>
            <p:cNvPr id="371" name="Input snapshot 2: source 371"/>
            <p:cNvSpPr/>
            <p:nvPr/>
          </p:nvSpPr>
          <p:spPr>
            <a:xfrm>
              <a:off x="1482323" y="1983639"/>
              <a:ext cx="38580" cy="44769"/>
            </a:xfrm>
            <a:prstGeom prst="rect">
              <a:avLst/>
            </a:prstGeom>
            <a:solidFill>
              <a:srgbClr val="B7BEC5"/>
            </a:solidFill>
            <a:ln w="2929">
              <a:solidFill>
                <a:srgbClr val="C6D4E2"/>
              </a:solidFill>
              <a:prstDash val="solid"/>
            </a:ln>
          </p:spPr>
        </p:sp>
        <p:sp>
          <p:nvSpPr>
            <p:cNvPr id="372" name="Input snapshot 2: source 372"/>
            <p:cNvSpPr/>
            <p:nvPr/>
          </p:nvSpPr>
          <p:spPr>
            <a:xfrm>
              <a:off x="1520026" y="1983639"/>
              <a:ext cx="38580" cy="44769"/>
            </a:xfrm>
            <a:prstGeom prst="rect">
              <a:avLst/>
            </a:prstGeom>
            <a:solidFill>
              <a:srgbClr val="B7BEC5"/>
            </a:solidFill>
            <a:ln w="2929">
              <a:solidFill>
                <a:srgbClr val="C6D4E2"/>
              </a:solidFill>
              <a:prstDash val="solid"/>
            </a:ln>
          </p:spPr>
        </p:sp>
        <p:sp>
          <p:nvSpPr>
            <p:cNvPr id="373" name="Input snapshot 2: source 373"/>
            <p:cNvSpPr/>
            <p:nvPr/>
          </p:nvSpPr>
          <p:spPr>
            <a:xfrm>
              <a:off x="1557728" y="1983639"/>
              <a:ext cx="38580" cy="44769"/>
            </a:xfrm>
            <a:prstGeom prst="rect">
              <a:avLst/>
            </a:prstGeom>
            <a:solidFill>
              <a:srgbClr val="EFF2F4"/>
            </a:solidFill>
            <a:ln w="2929">
              <a:solidFill>
                <a:srgbClr val="C6D4E2"/>
              </a:solidFill>
              <a:prstDash val="solid"/>
            </a:ln>
          </p:spPr>
        </p:sp>
        <p:sp>
          <p:nvSpPr>
            <p:cNvPr id="374" name="Input snapshot 2: source 374"/>
            <p:cNvSpPr/>
            <p:nvPr/>
          </p:nvSpPr>
          <p:spPr>
            <a:xfrm>
              <a:off x="1595431" y="1983639"/>
              <a:ext cx="38580" cy="44769"/>
            </a:xfrm>
            <a:prstGeom prst="rect">
              <a:avLst/>
            </a:prstGeom>
            <a:solidFill>
              <a:srgbClr val="EFF2F4"/>
            </a:solidFill>
            <a:ln w="2929">
              <a:solidFill>
                <a:srgbClr val="C6D4E2"/>
              </a:solidFill>
              <a:prstDash val="solid"/>
            </a:ln>
          </p:spPr>
        </p:sp>
        <p:sp>
          <p:nvSpPr>
            <p:cNvPr id="375" name="Input snapshot 2: source 375"/>
            <p:cNvSpPr/>
            <p:nvPr/>
          </p:nvSpPr>
          <p:spPr>
            <a:xfrm>
              <a:off x="1633133" y="1983639"/>
              <a:ext cx="38580" cy="44769"/>
            </a:xfrm>
            <a:prstGeom prst="rect">
              <a:avLst/>
            </a:prstGeom>
            <a:solidFill>
              <a:srgbClr val="EFF2F4"/>
            </a:solidFill>
            <a:ln w="2929">
              <a:solidFill>
                <a:srgbClr val="C6D4E2"/>
              </a:solidFill>
              <a:prstDash val="solid"/>
            </a:ln>
          </p:spPr>
        </p:sp>
        <p:sp>
          <p:nvSpPr>
            <p:cNvPr id="376" name="Input snapshot 2: source 376"/>
            <p:cNvSpPr/>
            <p:nvPr/>
          </p:nvSpPr>
          <p:spPr>
            <a:xfrm>
              <a:off x="1143000" y="2027529"/>
              <a:ext cx="38580" cy="44769"/>
            </a:xfrm>
            <a:prstGeom prst="rect">
              <a:avLst/>
            </a:prstGeom>
            <a:solidFill>
              <a:srgbClr val="EFF2F4"/>
            </a:solidFill>
            <a:ln w="2929">
              <a:solidFill>
                <a:srgbClr val="C6D4E2"/>
              </a:solidFill>
              <a:prstDash val="solid"/>
            </a:ln>
          </p:spPr>
        </p:sp>
        <p:sp>
          <p:nvSpPr>
            <p:cNvPr id="377" name="Input snapshot 2: source 377"/>
            <p:cNvSpPr/>
            <p:nvPr/>
          </p:nvSpPr>
          <p:spPr>
            <a:xfrm>
              <a:off x="1180703" y="2027529"/>
              <a:ext cx="38580" cy="44769"/>
            </a:xfrm>
            <a:prstGeom prst="rect">
              <a:avLst/>
            </a:prstGeom>
            <a:solidFill>
              <a:srgbClr val="0072B2"/>
            </a:solidFill>
            <a:ln w="2929">
              <a:solidFill>
                <a:srgbClr val="C6D4E2"/>
              </a:solidFill>
              <a:prstDash val="solid"/>
            </a:ln>
          </p:spPr>
        </p:sp>
        <p:sp>
          <p:nvSpPr>
            <p:cNvPr id="378" name="Input snapshot 2: source 378"/>
            <p:cNvSpPr/>
            <p:nvPr/>
          </p:nvSpPr>
          <p:spPr>
            <a:xfrm>
              <a:off x="1218405" y="2027529"/>
              <a:ext cx="38580" cy="44769"/>
            </a:xfrm>
            <a:prstGeom prst="rect">
              <a:avLst/>
            </a:prstGeom>
            <a:solidFill>
              <a:srgbClr val="0072B2"/>
            </a:solidFill>
            <a:ln w="2929">
              <a:solidFill>
                <a:srgbClr val="C6D4E2"/>
              </a:solidFill>
              <a:prstDash val="solid"/>
            </a:ln>
          </p:spPr>
        </p:sp>
        <p:sp>
          <p:nvSpPr>
            <p:cNvPr id="379" name="Input snapshot 2: source 379"/>
            <p:cNvSpPr/>
            <p:nvPr/>
          </p:nvSpPr>
          <p:spPr>
            <a:xfrm>
              <a:off x="1256108" y="2027529"/>
              <a:ext cx="38580" cy="44769"/>
            </a:xfrm>
            <a:prstGeom prst="rect">
              <a:avLst/>
            </a:prstGeom>
            <a:solidFill>
              <a:srgbClr val="0072B2"/>
            </a:solidFill>
            <a:ln w="2929">
              <a:solidFill>
                <a:srgbClr val="C6D4E2"/>
              </a:solidFill>
              <a:prstDash val="solid"/>
            </a:ln>
          </p:spPr>
        </p:sp>
        <p:sp>
          <p:nvSpPr>
            <p:cNvPr id="380" name="Input snapshot 2: source 380"/>
            <p:cNvSpPr/>
            <p:nvPr/>
          </p:nvSpPr>
          <p:spPr>
            <a:xfrm>
              <a:off x="1293810" y="2027529"/>
              <a:ext cx="38580" cy="44769"/>
            </a:xfrm>
            <a:prstGeom prst="rect">
              <a:avLst/>
            </a:prstGeom>
            <a:solidFill>
              <a:srgbClr val="0072B2"/>
            </a:solidFill>
            <a:ln w="2929">
              <a:solidFill>
                <a:srgbClr val="C6D4E2"/>
              </a:solidFill>
              <a:prstDash val="solid"/>
            </a:ln>
          </p:spPr>
        </p:sp>
        <p:sp>
          <p:nvSpPr>
            <p:cNvPr id="381" name="Input snapshot 2: source 381"/>
            <p:cNvSpPr/>
            <p:nvPr/>
          </p:nvSpPr>
          <p:spPr>
            <a:xfrm>
              <a:off x="1331513" y="2027529"/>
              <a:ext cx="38580" cy="44769"/>
            </a:xfrm>
            <a:prstGeom prst="rect">
              <a:avLst/>
            </a:prstGeom>
            <a:solidFill>
              <a:srgbClr val="B7BEC5"/>
            </a:solidFill>
            <a:ln w="2929">
              <a:solidFill>
                <a:srgbClr val="C6D4E2"/>
              </a:solidFill>
              <a:prstDash val="solid"/>
            </a:ln>
          </p:spPr>
        </p:sp>
        <p:sp>
          <p:nvSpPr>
            <p:cNvPr id="382" name="Input snapshot 2: source 382"/>
            <p:cNvSpPr/>
            <p:nvPr/>
          </p:nvSpPr>
          <p:spPr>
            <a:xfrm>
              <a:off x="1369215" y="2027529"/>
              <a:ext cx="38580" cy="44769"/>
            </a:xfrm>
            <a:prstGeom prst="rect">
              <a:avLst/>
            </a:prstGeom>
            <a:solidFill>
              <a:srgbClr val="B7BEC5"/>
            </a:solidFill>
            <a:ln w="2929">
              <a:solidFill>
                <a:srgbClr val="C6D4E2"/>
              </a:solidFill>
              <a:prstDash val="solid"/>
            </a:ln>
          </p:spPr>
        </p:sp>
        <p:sp>
          <p:nvSpPr>
            <p:cNvPr id="383" name="Input snapshot 2: source 383"/>
            <p:cNvSpPr/>
            <p:nvPr/>
          </p:nvSpPr>
          <p:spPr>
            <a:xfrm>
              <a:off x="1406918" y="2027529"/>
              <a:ext cx="38580" cy="44769"/>
            </a:xfrm>
            <a:prstGeom prst="rect">
              <a:avLst/>
            </a:prstGeom>
            <a:solidFill>
              <a:srgbClr val="B7BEC5"/>
            </a:solidFill>
            <a:ln w="2929">
              <a:solidFill>
                <a:srgbClr val="C6D4E2"/>
              </a:solidFill>
              <a:prstDash val="solid"/>
            </a:ln>
          </p:spPr>
        </p:sp>
        <p:sp>
          <p:nvSpPr>
            <p:cNvPr id="384" name="Input snapshot 2: source 384"/>
            <p:cNvSpPr/>
            <p:nvPr/>
          </p:nvSpPr>
          <p:spPr>
            <a:xfrm>
              <a:off x="1444620" y="2027529"/>
              <a:ext cx="38580" cy="44769"/>
            </a:xfrm>
            <a:prstGeom prst="rect">
              <a:avLst/>
            </a:prstGeom>
            <a:solidFill>
              <a:srgbClr val="B7BEC5"/>
            </a:solidFill>
            <a:ln w="2929">
              <a:solidFill>
                <a:srgbClr val="C6D4E2"/>
              </a:solidFill>
              <a:prstDash val="solid"/>
            </a:ln>
          </p:spPr>
        </p:sp>
        <p:sp>
          <p:nvSpPr>
            <p:cNvPr id="385" name="Input snapshot 2: source 385"/>
            <p:cNvSpPr/>
            <p:nvPr/>
          </p:nvSpPr>
          <p:spPr>
            <a:xfrm>
              <a:off x="1482323" y="2027529"/>
              <a:ext cx="38580" cy="44769"/>
            </a:xfrm>
            <a:prstGeom prst="rect">
              <a:avLst/>
            </a:prstGeom>
            <a:solidFill>
              <a:srgbClr val="EFF2F4"/>
            </a:solidFill>
            <a:ln w="2929">
              <a:solidFill>
                <a:srgbClr val="C6D4E2"/>
              </a:solidFill>
              <a:prstDash val="solid"/>
            </a:ln>
          </p:spPr>
        </p:sp>
        <p:sp>
          <p:nvSpPr>
            <p:cNvPr id="386" name="Input snapshot 2: source 386"/>
            <p:cNvSpPr/>
            <p:nvPr/>
          </p:nvSpPr>
          <p:spPr>
            <a:xfrm>
              <a:off x="1520026" y="2027529"/>
              <a:ext cx="38580" cy="44769"/>
            </a:xfrm>
            <a:prstGeom prst="rect">
              <a:avLst/>
            </a:prstGeom>
            <a:solidFill>
              <a:srgbClr val="EFF2F4"/>
            </a:solidFill>
            <a:ln w="2929">
              <a:solidFill>
                <a:srgbClr val="C6D4E2"/>
              </a:solidFill>
              <a:prstDash val="solid"/>
            </a:ln>
          </p:spPr>
        </p:sp>
        <p:sp>
          <p:nvSpPr>
            <p:cNvPr id="387" name="Input snapshot 2: source 387"/>
            <p:cNvSpPr/>
            <p:nvPr/>
          </p:nvSpPr>
          <p:spPr>
            <a:xfrm>
              <a:off x="1557728" y="2027529"/>
              <a:ext cx="38580" cy="44769"/>
            </a:xfrm>
            <a:prstGeom prst="rect">
              <a:avLst/>
            </a:prstGeom>
            <a:solidFill>
              <a:srgbClr val="EFF2F4"/>
            </a:solidFill>
            <a:ln w="2929">
              <a:solidFill>
                <a:srgbClr val="C6D4E2"/>
              </a:solidFill>
              <a:prstDash val="solid"/>
            </a:ln>
          </p:spPr>
        </p:sp>
        <p:sp>
          <p:nvSpPr>
            <p:cNvPr id="388" name="Input snapshot 2: source 388"/>
            <p:cNvSpPr/>
            <p:nvPr/>
          </p:nvSpPr>
          <p:spPr>
            <a:xfrm>
              <a:off x="1595431" y="2027529"/>
              <a:ext cx="38580" cy="44769"/>
            </a:xfrm>
            <a:prstGeom prst="rect">
              <a:avLst/>
            </a:prstGeom>
            <a:solidFill>
              <a:srgbClr val="EFF2F4"/>
            </a:solidFill>
            <a:ln w="2929">
              <a:solidFill>
                <a:srgbClr val="C6D4E2"/>
              </a:solidFill>
              <a:prstDash val="solid"/>
            </a:ln>
          </p:spPr>
        </p:sp>
        <p:sp>
          <p:nvSpPr>
            <p:cNvPr id="389" name="Input snapshot 2: source 389"/>
            <p:cNvSpPr/>
            <p:nvPr/>
          </p:nvSpPr>
          <p:spPr>
            <a:xfrm>
              <a:off x="1633133" y="2027529"/>
              <a:ext cx="38580" cy="44769"/>
            </a:xfrm>
            <a:prstGeom prst="rect">
              <a:avLst/>
            </a:prstGeom>
            <a:solidFill>
              <a:srgbClr val="EFF2F4"/>
            </a:solidFill>
            <a:ln w="2929">
              <a:solidFill>
                <a:srgbClr val="C6D4E2"/>
              </a:solidFill>
              <a:prstDash val="solid"/>
            </a:ln>
          </p:spPr>
        </p:sp>
        <p:sp>
          <p:nvSpPr>
            <p:cNvPr id="390" name="Input snapshot 2: source 390"/>
            <p:cNvSpPr/>
            <p:nvPr/>
          </p:nvSpPr>
          <p:spPr>
            <a:xfrm>
              <a:off x="1143000" y="1676400"/>
              <a:ext cx="527836" cy="395021"/>
            </a:xfrm>
            <a:prstGeom prst="rect">
              <a:avLst/>
            </a:prstGeom>
            <a:solidFill>
              <a:srgbClr val="FFFFFF">
                <a:alpha val="0"/>
              </a:srgbClr>
            </a:solidFill>
            <a:ln w="6073">
              <a:solidFill>
                <a:srgbClr val="263238"/>
              </a:solidFill>
              <a:prstDash val="solid"/>
            </a:ln>
          </p:spPr>
        </p:sp>
        <p:sp>
          <p:nvSpPr>
            <p:cNvPr id="399" name="Compact vertical topology edge: source 399"/>
            <p:cNvSpPr/>
            <p:nvPr/>
          </p:nvSpPr>
          <p:spPr>
            <a:xfrm>
              <a:off x="1104900" y="2457450"/>
              <a:ext cx="95" cy="114300"/>
            </a:xfrm>
            <a:prstGeom prst="line">
              <a:avLst/>
            </a:prstGeom>
            <a:solidFill>
              <a:srgbClr val="FFFFFF">
                <a:alpha val="0"/>
              </a:srgbClr>
            </a:solidFill>
            <a:ln w="22758">
              <a:solidFill>
                <a:srgbClr val="263238"/>
              </a:solidFill>
              <a:prstDash val="solid"/>
            </a:ln>
          </p:spPr>
        </p:sp>
        <p:sp>
          <p:nvSpPr>
            <p:cNvPr id="400" name="Compact vertical topology edge: source 400"/>
            <p:cNvSpPr/>
            <p:nvPr/>
          </p:nvSpPr>
          <p:spPr>
            <a:xfrm>
              <a:off x="1104900" y="2571750"/>
              <a:ext cx="95" cy="114300"/>
            </a:xfrm>
            <a:prstGeom prst="line">
              <a:avLst/>
            </a:prstGeom>
            <a:solidFill>
              <a:srgbClr val="FFFFFF">
                <a:alpha val="0"/>
              </a:srgbClr>
            </a:solidFill>
            <a:ln w="22758">
              <a:solidFill>
                <a:srgbClr val="263238"/>
              </a:solidFill>
              <a:prstDash val="solid"/>
            </a:ln>
          </p:spPr>
        </p:sp>
        <p:sp>
          <p:nvSpPr>
            <p:cNvPr id="401" name="Compact vertical topology edge: source 401"/>
            <p:cNvSpPr/>
            <p:nvPr/>
          </p:nvSpPr>
          <p:spPr>
            <a:xfrm>
              <a:off x="1104900" y="2686050"/>
              <a:ext cx="95" cy="133350"/>
            </a:xfrm>
            <a:prstGeom prst="line">
              <a:avLst/>
            </a:prstGeom>
            <a:solidFill>
              <a:srgbClr val="FFFFFF">
                <a:alpha val="0"/>
              </a:srgbClr>
            </a:solidFill>
            <a:ln w="22758">
              <a:solidFill>
                <a:srgbClr val="263238"/>
              </a:solidFill>
              <a:prstDash val="solid"/>
            </a:ln>
          </p:spPr>
        </p:sp>
        <p:sp>
          <p:nvSpPr>
            <p:cNvPr id="402" name="Compact vertical topology edge: source 402"/>
            <p:cNvSpPr/>
            <p:nvPr/>
          </p:nvSpPr>
          <p:spPr>
            <a:xfrm flipV="1">
              <a:off x="917814" y="2819400"/>
              <a:ext cx="187086" cy="133350"/>
            </a:xfrm>
            <a:prstGeom prst="line">
              <a:avLst/>
            </a:prstGeom>
            <a:solidFill>
              <a:srgbClr val="FFFFFF">
                <a:alpha val="0"/>
              </a:srgbClr>
            </a:solidFill>
            <a:ln w="22758">
              <a:solidFill>
                <a:srgbClr val="263238"/>
              </a:solidFill>
              <a:prstDash val="solid"/>
            </a:ln>
          </p:spPr>
        </p:sp>
        <p:sp>
          <p:nvSpPr>
            <p:cNvPr id="403" name="Compact vertical topology edge: source 403"/>
            <p:cNvSpPr/>
            <p:nvPr/>
          </p:nvSpPr>
          <p:spPr>
            <a:xfrm flipV="1">
              <a:off x="779008" y="2952750"/>
              <a:ext cx="138806" cy="133350"/>
            </a:xfrm>
            <a:prstGeom prst="line">
              <a:avLst/>
            </a:prstGeom>
            <a:solidFill>
              <a:srgbClr val="FFFFFF">
                <a:alpha val="0"/>
              </a:srgbClr>
            </a:solidFill>
            <a:ln w="22758">
              <a:solidFill>
                <a:srgbClr val="263238"/>
              </a:solidFill>
              <a:prstDash val="solid"/>
            </a:ln>
          </p:spPr>
        </p:sp>
        <p:sp>
          <p:nvSpPr>
            <p:cNvPr id="404" name="Compact vertical topology edge: source 404"/>
            <p:cNvSpPr/>
            <p:nvPr/>
          </p:nvSpPr>
          <p:spPr>
            <a:xfrm flipV="1">
              <a:off x="688482" y="3086100"/>
              <a:ext cx="90526" cy="133350"/>
            </a:xfrm>
            <a:prstGeom prst="line">
              <a:avLst/>
            </a:prstGeom>
            <a:solidFill>
              <a:srgbClr val="FFFFFF">
                <a:alpha val="0"/>
              </a:srgbClr>
            </a:solidFill>
            <a:ln w="22758">
              <a:solidFill>
                <a:srgbClr val="263238"/>
              </a:solidFill>
              <a:prstDash val="solid"/>
            </a:ln>
          </p:spPr>
        </p:sp>
        <p:sp>
          <p:nvSpPr>
            <p:cNvPr id="405" name="Compact vertical topology edge: source 405"/>
            <p:cNvSpPr/>
            <p:nvPr/>
          </p:nvSpPr>
          <p:spPr>
            <a:xfrm flipV="1">
              <a:off x="561746" y="3219450"/>
              <a:ext cx="126736" cy="133350"/>
            </a:xfrm>
            <a:prstGeom prst="line">
              <a:avLst/>
            </a:prstGeom>
            <a:solidFill>
              <a:srgbClr val="FFFFFF">
                <a:alpha val="0"/>
              </a:srgbClr>
            </a:solidFill>
            <a:ln w="22758">
              <a:solidFill>
                <a:srgbClr val="263238"/>
              </a:solidFill>
              <a:prstDash val="solid"/>
            </a:ln>
          </p:spPr>
        </p:sp>
        <p:sp>
          <p:nvSpPr>
            <p:cNvPr id="406" name="Compact vertical topology edge: source 406"/>
            <p:cNvSpPr/>
            <p:nvPr/>
          </p:nvSpPr>
          <p:spPr>
            <a:xfrm flipV="1">
              <a:off x="501396" y="3352800"/>
              <a:ext cx="60350" cy="133350"/>
            </a:xfrm>
            <a:prstGeom prst="line">
              <a:avLst/>
            </a:prstGeom>
            <a:solidFill>
              <a:srgbClr val="FFFFFF">
                <a:alpha val="0"/>
              </a:srgbClr>
            </a:solidFill>
            <a:ln w="22758">
              <a:solidFill>
                <a:srgbClr val="263238"/>
              </a:solidFill>
              <a:prstDash val="solid"/>
            </a:ln>
          </p:spPr>
        </p:sp>
        <p:sp>
          <p:nvSpPr>
            <p:cNvPr id="407" name="Compact vertical topology edge: source 407"/>
            <p:cNvSpPr/>
            <p:nvPr/>
          </p:nvSpPr>
          <p:spPr>
            <a:xfrm flipV="1">
              <a:off x="465186" y="3486150"/>
              <a:ext cx="36210" cy="133350"/>
            </a:xfrm>
            <a:prstGeom prst="line">
              <a:avLst/>
            </a:prstGeom>
            <a:solidFill>
              <a:srgbClr val="FFFFFF">
                <a:alpha val="0"/>
              </a:srgbClr>
            </a:solidFill>
            <a:ln w="22758">
              <a:solidFill>
                <a:srgbClr val="263238"/>
              </a:solidFill>
              <a:prstDash val="solid"/>
            </a:ln>
          </p:spPr>
        </p:sp>
        <p:sp>
          <p:nvSpPr>
            <p:cNvPr id="408" name="Compact vertical topology edge: source 408"/>
            <p:cNvSpPr/>
            <p:nvPr/>
          </p:nvSpPr>
          <p:spPr>
            <a:xfrm>
              <a:off x="688482" y="3219450"/>
              <a:ext cx="205191" cy="133350"/>
            </a:xfrm>
            <a:prstGeom prst="line">
              <a:avLst/>
            </a:prstGeom>
            <a:solidFill>
              <a:srgbClr val="FFFFFF">
                <a:alpha val="0"/>
              </a:srgbClr>
            </a:solidFill>
            <a:ln w="22758">
              <a:solidFill>
                <a:srgbClr val="263238"/>
              </a:solidFill>
              <a:prstDash val="solid"/>
            </a:ln>
          </p:spPr>
        </p:sp>
        <p:sp>
          <p:nvSpPr>
            <p:cNvPr id="409" name="Compact vertical topology edge: source 409"/>
            <p:cNvSpPr/>
            <p:nvPr/>
          </p:nvSpPr>
          <p:spPr>
            <a:xfrm>
              <a:off x="893674" y="3352800"/>
              <a:ext cx="48280" cy="129931"/>
            </a:xfrm>
            <a:prstGeom prst="line">
              <a:avLst/>
            </a:prstGeom>
            <a:solidFill>
              <a:srgbClr val="FFFFFF">
                <a:alpha val="0"/>
              </a:srgbClr>
            </a:solidFill>
            <a:ln w="22758">
              <a:solidFill>
                <a:srgbClr val="263238"/>
              </a:solidFill>
              <a:prstDash val="solid"/>
            </a:ln>
          </p:spPr>
        </p:sp>
        <p:sp>
          <p:nvSpPr>
            <p:cNvPr id="410" name="Compact vertical topology edge: source 410"/>
            <p:cNvSpPr/>
            <p:nvPr/>
          </p:nvSpPr>
          <p:spPr>
            <a:xfrm>
              <a:off x="941954" y="3482731"/>
              <a:ext cx="48280" cy="136769"/>
            </a:xfrm>
            <a:prstGeom prst="line">
              <a:avLst/>
            </a:prstGeom>
            <a:solidFill>
              <a:srgbClr val="FFFFFF">
                <a:alpha val="0"/>
              </a:srgbClr>
            </a:solidFill>
            <a:ln w="22758">
              <a:solidFill>
                <a:srgbClr val="263238"/>
              </a:solidFill>
              <a:prstDash val="solid"/>
            </a:ln>
          </p:spPr>
        </p:sp>
        <p:sp>
          <p:nvSpPr>
            <p:cNvPr id="411" name="Compact vertical topology edge: source 411"/>
            <p:cNvSpPr/>
            <p:nvPr/>
          </p:nvSpPr>
          <p:spPr>
            <a:xfrm>
              <a:off x="1104900" y="2819400"/>
              <a:ext cx="241402" cy="154405"/>
            </a:xfrm>
            <a:prstGeom prst="line">
              <a:avLst/>
            </a:prstGeom>
            <a:solidFill>
              <a:srgbClr val="FFFFFF">
                <a:alpha val="0"/>
              </a:srgbClr>
            </a:solidFill>
            <a:ln w="22758">
              <a:solidFill>
                <a:srgbClr val="263238"/>
              </a:solidFill>
              <a:prstDash val="solid"/>
            </a:ln>
          </p:spPr>
        </p:sp>
        <p:sp>
          <p:nvSpPr>
            <p:cNvPr id="412" name="Compact vertical topology edge: source 412"/>
            <p:cNvSpPr/>
            <p:nvPr/>
          </p:nvSpPr>
          <p:spPr>
            <a:xfrm>
              <a:off x="1346302" y="2973805"/>
              <a:ext cx="168981" cy="149509"/>
            </a:xfrm>
            <a:prstGeom prst="line">
              <a:avLst/>
            </a:prstGeom>
            <a:solidFill>
              <a:srgbClr val="FFFFFF">
                <a:alpha val="0"/>
              </a:srgbClr>
            </a:solidFill>
            <a:ln w="22758">
              <a:solidFill>
                <a:srgbClr val="263238"/>
              </a:solidFill>
              <a:prstDash val="solid"/>
            </a:ln>
          </p:spPr>
        </p:sp>
        <p:sp>
          <p:nvSpPr>
            <p:cNvPr id="413" name="Compact vertical topology edge: source 413"/>
            <p:cNvSpPr/>
            <p:nvPr/>
          </p:nvSpPr>
          <p:spPr>
            <a:xfrm>
              <a:off x="1515283" y="3123314"/>
              <a:ext cx="95250" cy="152400"/>
            </a:xfrm>
            <a:prstGeom prst="line">
              <a:avLst/>
            </a:prstGeom>
            <a:solidFill>
              <a:srgbClr val="FFFFFF">
                <a:alpha val="0"/>
              </a:srgbClr>
            </a:solidFill>
            <a:ln w="22758">
              <a:solidFill>
                <a:srgbClr val="263238"/>
              </a:solidFill>
              <a:prstDash val="solid"/>
            </a:ln>
          </p:spPr>
        </p:sp>
        <p:sp>
          <p:nvSpPr>
            <p:cNvPr id="414" name="Compact vertical topology: source 414"/>
            <p:cNvSpPr/>
            <p:nvPr/>
          </p:nvSpPr>
          <p:spPr>
            <a:xfrm>
              <a:off x="1039590" y="2392140"/>
              <a:ext cx="130620" cy="130620"/>
            </a:xfrm>
            <a:prstGeom prst="diamond">
              <a:avLst/>
            </a:prstGeom>
            <a:solidFill>
              <a:srgbClr val="7B8790"/>
            </a:solidFill>
            <a:ln w="12090">
              <a:solidFill>
                <a:srgbClr val="263238"/>
              </a:solidFill>
              <a:prstDash val="solid"/>
            </a:ln>
          </p:spPr>
        </p:sp>
        <p:sp>
          <p:nvSpPr>
            <p:cNvPr id="415" name="Compact vertical topology: source 415"/>
            <p:cNvSpPr/>
            <p:nvPr/>
          </p:nvSpPr>
          <p:spPr>
            <a:xfrm>
              <a:off x="1062380" y="2529230"/>
              <a:ext cx="85039" cy="85039"/>
            </a:xfrm>
            <a:prstGeom prst="ellipse">
              <a:avLst/>
            </a:prstGeom>
            <a:solidFill>
              <a:srgbClr val="7B8790"/>
            </a:solidFill>
            <a:ln w="8534">
              <a:solidFill>
                <a:srgbClr val="263238"/>
              </a:solidFill>
              <a:prstDash val="solid"/>
            </a:ln>
          </p:spPr>
        </p:sp>
        <p:sp>
          <p:nvSpPr>
            <p:cNvPr id="416" name="Compact vertical topology: source 416"/>
            <p:cNvSpPr/>
            <p:nvPr/>
          </p:nvSpPr>
          <p:spPr>
            <a:xfrm>
              <a:off x="1062380" y="2643530"/>
              <a:ext cx="85039" cy="85039"/>
            </a:xfrm>
            <a:prstGeom prst="ellipse">
              <a:avLst/>
            </a:prstGeom>
            <a:solidFill>
              <a:srgbClr val="7B8790"/>
            </a:solidFill>
            <a:ln w="8534">
              <a:solidFill>
                <a:srgbClr val="263238"/>
              </a:solidFill>
              <a:prstDash val="solid"/>
            </a:ln>
          </p:spPr>
        </p:sp>
        <p:sp>
          <p:nvSpPr>
            <p:cNvPr id="417" name="Compact vertical topology: source 417"/>
            <p:cNvSpPr/>
            <p:nvPr/>
          </p:nvSpPr>
          <p:spPr>
            <a:xfrm>
              <a:off x="1039590" y="2754090"/>
              <a:ext cx="130620" cy="130620"/>
            </a:xfrm>
            <a:prstGeom prst="diamond">
              <a:avLst/>
            </a:prstGeom>
            <a:solidFill>
              <a:srgbClr val="7B8790"/>
            </a:solidFill>
            <a:ln w="12090">
              <a:solidFill>
                <a:srgbClr val="263238"/>
              </a:solidFill>
              <a:prstDash val="solid"/>
            </a:ln>
          </p:spPr>
        </p:sp>
        <p:sp>
          <p:nvSpPr>
            <p:cNvPr id="418" name="Compact vertical topology: source 418"/>
            <p:cNvSpPr/>
            <p:nvPr/>
          </p:nvSpPr>
          <p:spPr>
            <a:xfrm>
              <a:off x="875294" y="2910230"/>
              <a:ext cx="85039" cy="85039"/>
            </a:xfrm>
            <a:prstGeom prst="ellipse">
              <a:avLst/>
            </a:prstGeom>
            <a:solidFill>
              <a:srgbClr val="B7BEC5"/>
            </a:solidFill>
            <a:ln w="8534">
              <a:solidFill>
                <a:srgbClr val="263238"/>
              </a:solidFill>
              <a:prstDash val="solid"/>
            </a:ln>
          </p:spPr>
        </p:sp>
        <p:sp>
          <p:nvSpPr>
            <p:cNvPr id="419" name="Compact vertical topology: source 419"/>
            <p:cNvSpPr/>
            <p:nvPr/>
          </p:nvSpPr>
          <p:spPr>
            <a:xfrm>
              <a:off x="736488" y="3043580"/>
              <a:ext cx="85039" cy="85039"/>
            </a:xfrm>
            <a:prstGeom prst="ellipse">
              <a:avLst/>
            </a:prstGeom>
            <a:solidFill>
              <a:srgbClr val="B7BEC5"/>
            </a:solidFill>
            <a:ln w="8534">
              <a:solidFill>
                <a:srgbClr val="263238"/>
              </a:solidFill>
              <a:prstDash val="solid"/>
            </a:ln>
          </p:spPr>
        </p:sp>
        <p:sp>
          <p:nvSpPr>
            <p:cNvPr id="420" name="Compact vertical topology: source 420"/>
            <p:cNvSpPr/>
            <p:nvPr/>
          </p:nvSpPr>
          <p:spPr>
            <a:xfrm>
              <a:off x="623172" y="3154140"/>
              <a:ext cx="130620" cy="130620"/>
            </a:xfrm>
            <a:prstGeom prst="diamond">
              <a:avLst/>
            </a:prstGeom>
            <a:solidFill>
              <a:srgbClr val="B7BEC5"/>
            </a:solidFill>
            <a:ln w="12090">
              <a:solidFill>
                <a:srgbClr val="263238"/>
              </a:solidFill>
              <a:prstDash val="solid"/>
            </a:ln>
          </p:spPr>
        </p:sp>
        <p:sp>
          <p:nvSpPr>
            <p:cNvPr id="421" name="Compact vertical topology: source 421"/>
            <p:cNvSpPr/>
            <p:nvPr/>
          </p:nvSpPr>
          <p:spPr>
            <a:xfrm>
              <a:off x="519227" y="3310280"/>
              <a:ext cx="85039" cy="85039"/>
            </a:xfrm>
            <a:prstGeom prst="ellipse">
              <a:avLst/>
            </a:prstGeom>
            <a:solidFill>
              <a:srgbClr val="0072B2"/>
            </a:solidFill>
            <a:ln w="8534">
              <a:solidFill>
                <a:srgbClr val="263238"/>
              </a:solidFill>
              <a:prstDash val="solid"/>
            </a:ln>
          </p:spPr>
        </p:sp>
        <p:sp>
          <p:nvSpPr>
            <p:cNvPr id="422" name="Compact vertical topology: source 422"/>
            <p:cNvSpPr/>
            <p:nvPr/>
          </p:nvSpPr>
          <p:spPr>
            <a:xfrm>
              <a:off x="458876" y="3443630"/>
              <a:ext cx="85039" cy="85039"/>
            </a:xfrm>
            <a:prstGeom prst="ellipse">
              <a:avLst/>
            </a:prstGeom>
            <a:solidFill>
              <a:srgbClr val="0072B2"/>
            </a:solidFill>
            <a:ln w="8534">
              <a:solidFill>
                <a:srgbClr val="263238"/>
              </a:solidFill>
              <a:prstDash val="solid"/>
            </a:ln>
          </p:spPr>
        </p:sp>
        <p:sp>
          <p:nvSpPr>
            <p:cNvPr id="423" name="Compact vertical topology: source 423"/>
            <p:cNvSpPr/>
            <p:nvPr/>
          </p:nvSpPr>
          <p:spPr>
            <a:xfrm>
              <a:off x="399876" y="3554190"/>
              <a:ext cx="130620" cy="130620"/>
            </a:xfrm>
            <a:prstGeom prst="diamond">
              <a:avLst/>
            </a:prstGeom>
            <a:solidFill>
              <a:srgbClr val="0072B2"/>
            </a:solidFill>
            <a:ln w="12090">
              <a:solidFill>
                <a:srgbClr val="263238"/>
              </a:solidFill>
              <a:prstDash val="solid"/>
            </a:ln>
          </p:spPr>
        </p:sp>
        <p:sp>
          <p:nvSpPr>
            <p:cNvPr id="424" name="Compact vertical topology: source 424"/>
            <p:cNvSpPr/>
            <p:nvPr/>
          </p:nvSpPr>
          <p:spPr>
            <a:xfrm>
              <a:off x="851154" y="3310280"/>
              <a:ext cx="85039" cy="85039"/>
            </a:xfrm>
            <a:prstGeom prst="ellipse">
              <a:avLst/>
            </a:prstGeom>
            <a:solidFill>
              <a:srgbClr val="D55E00"/>
            </a:solidFill>
            <a:ln w="8534">
              <a:solidFill>
                <a:srgbClr val="263238"/>
              </a:solidFill>
              <a:prstDash val="solid"/>
            </a:ln>
          </p:spPr>
        </p:sp>
        <p:sp>
          <p:nvSpPr>
            <p:cNvPr id="425" name="Compact vertical topology: source 425"/>
            <p:cNvSpPr/>
            <p:nvPr/>
          </p:nvSpPr>
          <p:spPr>
            <a:xfrm>
              <a:off x="899434" y="3440211"/>
              <a:ext cx="85039" cy="85039"/>
            </a:xfrm>
            <a:prstGeom prst="ellipse">
              <a:avLst/>
            </a:prstGeom>
            <a:solidFill>
              <a:srgbClr val="D55E00"/>
            </a:solidFill>
            <a:ln w="8534">
              <a:solidFill>
                <a:srgbClr val="263238"/>
              </a:solidFill>
              <a:prstDash val="solid"/>
            </a:ln>
          </p:spPr>
        </p:sp>
        <p:sp>
          <p:nvSpPr>
            <p:cNvPr id="426" name="Compact vertical topology: source 426"/>
            <p:cNvSpPr/>
            <p:nvPr/>
          </p:nvSpPr>
          <p:spPr>
            <a:xfrm>
              <a:off x="924924" y="3554190"/>
              <a:ext cx="130620" cy="130620"/>
            </a:xfrm>
            <a:prstGeom prst="diamond">
              <a:avLst/>
            </a:prstGeom>
            <a:solidFill>
              <a:srgbClr val="D55E00"/>
            </a:solidFill>
            <a:ln w="12090">
              <a:solidFill>
                <a:srgbClr val="263238"/>
              </a:solidFill>
              <a:prstDash val="solid"/>
            </a:ln>
          </p:spPr>
        </p:sp>
        <p:sp>
          <p:nvSpPr>
            <p:cNvPr id="427" name="Compact vertical topology: source 427"/>
            <p:cNvSpPr/>
            <p:nvPr/>
          </p:nvSpPr>
          <p:spPr>
            <a:xfrm>
              <a:off x="1303782" y="2931286"/>
              <a:ext cx="85039" cy="85039"/>
            </a:xfrm>
            <a:prstGeom prst="ellipse">
              <a:avLst/>
            </a:prstGeom>
            <a:solidFill>
              <a:srgbClr val="009E73"/>
            </a:solidFill>
            <a:ln w="8534">
              <a:solidFill>
                <a:srgbClr val="263238"/>
              </a:solidFill>
              <a:prstDash val="solid"/>
            </a:ln>
          </p:spPr>
        </p:sp>
        <p:sp>
          <p:nvSpPr>
            <p:cNvPr id="428" name="Compact vertical topology: source 428"/>
            <p:cNvSpPr/>
            <p:nvPr/>
          </p:nvSpPr>
          <p:spPr>
            <a:xfrm>
              <a:off x="1472763" y="3080794"/>
              <a:ext cx="85039" cy="85039"/>
            </a:xfrm>
            <a:prstGeom prst="ellipse">
              <a:avLst/>
            </a:prstGeom>
            <a:solidFill>
              <a:srgbClr val="009E73"/>
            </a:solidFill>
            <a:ln w="8534">
              <a:solidFill>
                <a:srgbClr val="263238"/>
              </a:solidFill>
              <a:prstDash val="solid"/>
            </a:ln>
          </p:spPr>
        </p:sp>
        <p:sp>
          <p:nvSpPr>
            <p:cNvPr id="429" name="Compact vertical topology: source 429"/>
            <p:cNvSpPr/>
            <p:nvPr/>
          </p:nvSpPr>
          <p:spPr>
            <a:xfrm>
              <a:off x="1545223" y="3210404"/>
              <a:ext cx="130620" cy="130620"/>
            </a:xfrm>
            <a:prstGeom prst="diamond">
              <a:avLst/>
            </a:prstGeom>
            <a:solidFill>
              <a:srgbClr val="009E73"/>
            </a:solidFill>
            <a:ln w="12090">
              <a:solidFill>
                <a:srgbClr val="263238"/>
              </a:solidFill>
              <a:prstDash val="solid"/>
            </a:ln>
          </p:spPr>
        </p:sp>
        <p:sp>
          <p:nvSpPr>
            <p:cNvPr id="430" name="Shape 428"/>
            <p:cNvSpPr/>
            <p:nvPr/>
          </p:nvSpPr>
          <p:spPr>
            <a:xfrm>
              <a:off x="238125" y="3762375"/>
              <a:ext cx="85725" cy="85725"/>
            </a:xfrm>
            <a:prstGeom prst="diamond">
              <a:avLst/>
            </a:prstGeom>
            <a:solidFill>
              <a:srgbClr val="7B8790"/>
            </a:solidFill>
            <a:ln w="19202">
              <a:solidFill>
                <a:srgbClr val="263238"/>
              </a:solidFill>
              <a:prstDash val="solid"/>
            </a:ln>
          </p:spPr>
        </p:sp>
        <p:sp>
          <p:nvSpPr>
            <p:cNvPr id="431" name="Text 429"/>
            <p:cNvSpPr/>
            <p:nvPr/>
          </p:nvSpPr>
          <p:spPr>
            <a:xfrm>
              <a:off x="371475" y="3714750"/>
              <a:ext cx="619125" cy="190500"/>
            </a:xfrm>
            <a:prstGeom prst="rect">
              <a:avLst/>
            </a:prstGeom>
            <a:noFill/>
          </p:spPr>
          <p:txBody>
            <a:bodyPr wrap="square" lIns="0" tIns="0" rIns="0" bIns="0" rtlCol="0" anchor="ctr">
              <a:normAutofit/>
            </a:bodyPr>
            <a:lstStyle/>
            <a:p>
              <a:pPr marL="0" indent="0" algn="l">
                <a:buNone/>
              </a:pPr>
              <a:r>
                <a:rPr lang="en-US" sz="1365" dirty="0">
                  <a:solidFill>
                    <a:srgbClr val="000000"/>
                  </a:solidFill>
                  <a:latin typeface="Arial" panose="020B0604020202090204" pitchFamily="34" charset="0"/>
                  <a:ea typeface="Arial" panose="020B0604020202090204" pitchFamily="34" charset="-122"/>
                  <a:cs typeface="Arial" panose="020B0604020202090204" pitchFamily="34" charset="-120"/>
                </a:rPr>
                <a:t>Critical</a:t>
              </a:r>
              <a:endParaRPr lang="en-US" sz="1365" dirty="0"/>
            </a:p>
          </p:txBody>
        </p:sp>
        <p:sp>
          <p:nvSpPr>
            <p:cNvPr id="432" name="Shape 430"/>
            <p:cNvSpPr/>
            <p:nvPr/>
          </p:nvSpPr>
          <p:spPr>
            <a:xfrm>
              <a:off x="1143000" y="3762375"/>
              <a:ext cx="85725" cy="85725"/>
            </a:xfrm>
            <a:prstGeom prst="ellipse">
              <a:avLst/>
            </a:prstGeom>
            <a:solidFill>
              <a:srgbClr val="B7BEC5"/>
            </a:solidFill>
            <a:ln w="17780">
              <a:solidFill>
                <a:srgbClr val="263238"/>
              </a:solidFill>
              <a:prstDash val="solid"/>
            </a:ln>
          </p:spPr>
        </p:sp>
        <p:sp>
          <p:nvSpPr>
            <p:cNvPr id="433" name="Text 431"/>
            <p:cNvSpPr/>
            <p:nvPr/>
          </p:nvSpPr>
          <p:spPr>
            <a:xfrm>
              <a:off x="1285875" y="3714750"/>
              <a:ext cx="628650" cy="190500"/>
            </a:xfrm>
            <a:prstGeom prst="rect">
              <a:avLst/>
            </a:prstGeom>
            <a:noFill/>
          </p:spPr>
          <p:txBody>
            <a:bodyPr wrap="square" lIns="0" tIns="0" rIns="0" bIns="0" rtlCol="0" anchor="ctr">
              <a:normAutofit/>
            </a:bodyPr>
            <a:lstStyle/>
            <a:p>
              <a:pPr marL="0" indent="0" algn="l">
                <a:buNone/>
              </a:pPr>
              <a:r>
                <a:rPr lang="en-US" sz="1365" dirty="0">
                  <a:solidFill>
                    <a:srgbClr val="000000"/>
                  </a:solidFill>
                  <a:latin typeface="Arial" panose="020B0604020202090204" pitchFamily="34" charset="0"/>
                  <a:ea typeface="Arial" panose="020B0604020202090204" pitchFamily="34" charset="-122"/>
                  <a:cs typeface="Arial" panose="020B0604020202090204" pitchFamily="34" charset="-120"/>
                </a:rPr>
                <a:t>Regular</a:t>
              </a:r>
              <a:endParaRPr lang="en-US" sz="1365" dirty="0"/>
            </a:p>
          </p:txBody>
        </p:sp>
        <p:sp>
          <p:nvSpPr>
            <p:cNvPr id="446" name="TMTM linearization: source 446"/>
            <p:cNvSpPr/>
            <p:nvPr/>
          </p:nvSpPr>
          <p:spPr>
            <a:xfrm>
              <a:off x="2714701" y="1057275"/>
              <a:ext cx="2592324" cy="823"/>
            </a:xfrm>
            <a:prstGeom prst="line">
              <a:avLst/>
            </a:prstGeom>
            <a:solidFill>
              <a:srgbClr val="FFFFFF">
                <a:alpha val="0"/>
              </a:srgbClr>
            </a:solidFill>
            <a:ln w="12162">
              <a:solidFill>
                <a:srgbClr val="7B8790"/>
              </a:solidFill>
              <a:prstDash val="solid"/>
            </a:ln>
          </p:spPr>
        </p:sp>
        <p:sp>
          <p:nvSpPr>
            <p:cNvPr id="447" name="TMTM linearization: source 447"/>
            <p:cNvSpPr/>
            <p:nvPr/>
          </p:nvSpPr>
          <p:spPr>
            <a:xfrm>
              <a:off x="2727241" y="988805"/>
              <a:ext cx="136940" cy="136940"/>
            </a:xfrm>
            <a:prstGeom prst="diamond">
              <a:avLst/>
            </a:prstGeom>
            <a:solidFill>
              <a:srgbClr val="7B8790"/>
            </a:solidFill>
            <a:ln w="13602">
              <a:solidFill>
                <a:srgbClr val="263238"/>
              </a:solidFill>
              <a:prstDash val="solid"/>
            </a:ln>
          </p:spPr>
        </p:sp>
        <p:sp>
          <p:nvSpPr>
            <p:cNvPr id="448" name="TMTM linearization: source 448"/>
            <p:cNvSpPr/>
            <p:nvPr/>
          </p:nvSpPr>
          <p:spPr>
            <a:xfrm>
              <a:off x="2904239" y="1003783"/>
              <a:ext cx="106985" cy="106985"/>
            </a:xfrm>
            <a:prstGeom prst="ellipse">
              <a:avLst/>
            </a:prstGeom>
            <a:solidFill>
              <a:srgbClr val="7B8790"/>
            </a:solidFill>
            <a:ln w="9601">
              <a:solidFill>
                <a:srgbClr val="263238"/>
              </a:solidFill>
              <a:prstDash val="solid"/>
            </a:ln>
          </p:spPr>
        </p:sp>
        <p:sp>
          <p:nvSpPr>
            <p:cNvPr id="449" name="TMTM linearization: source 449"/>
            <p:cNvSpPr/>
            <p:nvPr/>
          </p:nvSpPr>
          <p:spPr>
            <a:xfrm>
              <a:off x="3066259" y="1003783"/>
              <a:ext cx="106985" cy="106985"/>
            </a:xfrm>
            <a:prstGeom prst="ellipse">
              <a:avLst/>
            </a:prstGeom>
            <a:solidFill>
              <a:srgbClr val="B7BEC5"/>
            </a:solidFill>
            <a:ln w="9601">
              <a:solidFill>
                <a:srgbClr val="263238"/>
              </a:solidFill>
              <a:prstDash val="solid"/>
            </a:ln>
          </p:spPr>
        </p:sp>
        <p:sp>
          <p:nvSpPr>
            <p:cNvPr id="450" name="TMTM linearization: source 450"/>
            <p:cNvSpPr/>
            <p:nvPr/>
          </p:nvSpPr>
          <p:spPr>
            <a:xfrm>
              <a:off x="3228280" y="1003783"/>
              <a:ext cx="106985" cy="106985"/>
            </a:xfrm>
            <a:prstGeom prst="ellipse">
              <a:avLst/>
            </a:prstGeom>
            <a:solidFill>
              <a:srgbClr val="0072B2"/>
            </a:solidFill>
            <a:ln w="9601">
              <a:solidFill>
                <a:srgbClr val="263238"/>
              </a:solidFill>
              <a:prstDash val="solid"/>
            </a:ln>
          </p:spPr>
        </p:sp>
        <p:sp>
          <p:nvSpPr>
            <p:cNvPr id="451" name="TMTM linearization: source 451"/>
            <p:cNvSpPr/>
            <p:nvPr/>
          </p:nvSpPr>
          <p:spPr>
            <a:xfrm>
              <a:off x="3375322" y="988805"/>
              <a:ext cx="136940" cy="136940"/>
            </a:xfrm>
            <a:prstGeom prst="diamond">
              <a:avLst/>
            </a:prstGeom>
            <a:solidFill>
              <a:srgbClr val="0072B2"/>
            </a:solidFill>
            <a:ln w="13602">
              <a:solidFill>
                <a:srgbClr val="263238"/>
              </a:solidFill>
              <a:prstDash val="solid"/>
            </a:ln>
          </p:spPr>
        </p:sp>
        <p:sp>
          <p:nvSpPr>
            <p:cNvPr id="452" name="TMTM linearization: source 452"/>
            <p:cNvSpPr/>
            <p:nvPr/>
          </p:nvSpPr>
          <p:spPr>
            <a:xfrm>
              <a:off x="3552320" y="1003783"/>
              <a:ext cx="106985" cy="106985"/>
            </a:xfrm>
            <a:prstGeom prst="ellipse">
              <a:avLst/>
            </a:prstGeom>
            <a:solidFill>
              <a:srgbClr val="0072B2"/>
            </a:solidFill>
            <a:ln w="9601">
              <a:solidFill>
                <a:srgbClr val="263238"/>
              </a:solidFill>
              <a:prstDash val="solid"/>
            </a:ln>
          </p:spPr>
        </p:sp>
        <p:sp>
          <p:nvSpPr>
            <p:cNvPr id="453" name="TMTM linearization: source 453"/>
            <p:cNvSpPr/>
            <p:nvPr/>
          </p:nvSpPr>
          <p:spPr>
            <a:xfrm>
              <a:off x="3699362" y="988805"/>
              <a:ext cx="136940" cy="136940"/>
            </a:xfrm>
            <a:prstGeom prst="diamond">
              <a:avLst/>
            </a:prstGeom>
            <a:solidFill>
              <a:srgbClr val="B7BEC5"/>
            </a:solidFill>
            <a:ln w="13602">
              <a:solidFill>
                <a:srgbClr val="263238"/>
              </a:solidFill>
              <a:prstDash val="solid"/>
            </a:ln>
          </p:spPr>
        </p:sp>
        <p:sp>
          <p:nvSpPr>
            <p:cNvPr id="454" name="TMTM linearization: source 454"/>
            <p:cNvSpPr/>
            <p:nvPr/>
          </p:nvSpPr>
          <p:spPr>
            <a:xfrm>
              <a:off x="3876361" y="1003783"/>
              <a:ext cx="106985" cy="106985"/>
            </a:xfrm>
            <a:prstGeom prst="ellipse">
              <a:avLst/>
            </a:prstGeom>
            <a:solidFill>
              <a:srgbClr val="D55E00"/>
            </a:solidFill>
            <a:ln w="9601">
              <a:solidFill>
                <a:srgbClr val="263238"/>
              </a:solidFill>
              <a:prstDash val="solid"/>
            </a:ln>
          </p:spPr>
        </p:sp>
        <p:sp>
          <p:nvSpPr>
            <p:cNvPr id="455" name="TMTM linearization: source 455"/>
            <p:cNvSpPr/>
            <p:nvPr/>
          </p:nvSpPr>
          <p:spPr>
            <a:xfrm>
              <a:off x="4023403" y="988805"/>
              <a:ext cx="136940" cy="136940"/>
            </a:xfrm>
            <a:prstGeom prst="diamond">
              <a:avLst/>
            </a:prstGeom>
            <a:solidFill>
              <a:srgbClr val="D55E00"/>
            </a:solidFill>
            <a:ln w="13602">
              <a:solidFill>
                <a:srgbClr val="263238"/>
              </a:solidFill>
              <a:prstDash val="solid"/>
            </a:ln>
          </p:spPr>
        </p:sp>
        <p:sp>
          <p:nvSpPr>
            <p:cNvPr id="456" name="TMTM linearization: source 456"/>
            <p:cNvSpPr/>
            <p:nvPr/>
          </p:nvSpPr>
          <p:spPr>
            <a:xfrm>
              <a:off x="4200401" y="1003783"/>
              <a:ext cx="106985" cy="106985"/>
            </a:xfrm>
            <a:prstGeom prst="ellipse">
              <a:avLst/>
            </a:prstGeom>
            <a:solidFill>
              <a:srgbClr val="D55E00"/>
            </a:solidFill>
            <a:ln w="9601">
              <a:solidFill>
                <a:srgbClr val="263238"/>
              </a:solidFill>
              <a:prstDash val="solid"/>
            </a:ln>
          </p:spPr>
        </p:sp>
        <p:sp>
          <p:nvSpPr>
            <p:cNvPr id="457" name="TMTM linearization: source 457"/>
            <p:cNvSpPr/>
            <p:nvPr/>
          </p:nvSpPr>
          <p:spPr>
            <a:xfrm>
              <a:off x="4362421" y="1003783"/>
              <a:ext cx="106985" cy="106985"/>
            </a:xfrm>
            <a:prstGeom prst="ellipse">
              <a:avLst/>
            </a:prstGeom>
            <a:solidFill>
              <a:srgbClr val="B7BEC5"/>
            </a:solidFill>
            <a:ln w="9601">
              <a:solidFill>
                <a:srgbClr val="263238"/>
              </a:solidFill>
              <a:prstDash val="solid"/>
            </a:ln>
          </p:spPr>
        </p:sp>
        <p:sp>
          <p:nvSpPr>
            <p:cNvPr id="458" name="TMTM linearization: source 458"/>
            <p:cNvSpPr/>
            <p:nvPr/>
          </p:nvSpPr>
          <p:spPr>
            <a:xfrm>
              <a:off x="4509464" y="988805"/>
              <a:ext cx="136940" cy="136940"/>
            </a:xfrm>
            <a:prstGeom prst="diamond">
              <a:avLst/>
            </a:prstGeom>
            <a:solidFill>
              <a:srgbClr val="7B8790"/>
            </a:solidFill>
            <a:ln w="13602">
              <a:solidFill>
                <a:srgbClr val="263238"/>
              </a:solidFill>
              <a:prstDash val="solid"/>
            </a:ln>
          </p:spPr>
        </p:sp>
        <p:sp>
          <p:nvSpPr>
            <p:cNvPr id="459" name="TMTM linearization: source 459"/>
            <p:cNvSpPr/>
            <p:nvPr/>
          </p:nvSpPr>
          <p:spPr>
            <a:xfrm>
              <a:off x="4686462" y="1003783"/>
              <a:ext cx="106985" cy="106985"/>
            </a:xfrm>
            <a:prstGeom prst="ellipse">
              <a:avLst/>
            </a:prstGeom>
            <a:solidFill>
              <a:srgbClr val="009E73"/>
            </a:solidFill>
            <a:ln w="9601">
              <a:solidFill>
                <a:srgbClr val="263238"/>
              </a:solidFill>
              <a:prstDash val="solid"/>
            </a:ln>
          </p:spPr>
        </p:sp>
        <p:sp>
          <p:nvSpPr>
            <p:cNvPr id="460" name="TMTM linearization: source 460"/>
            <p:cNvSpPr/>
            <p:nvPr/>
          </p:nvSpPr>
          <p:spPr>
            <a:xfrm>
              <a:off x="4833505" y="988805"/>
              <a:ext cx="136940" cy="136940"/>
            </a:xfrm>
            <a:prstGeom prst="diamond">
              <a:avLst/>
            </a:prstGeom>
            <a:solidFill>
              <a:srgbClr val="009E73"/>
            </a:solidFill>
            <a:ln w="13602">
              <a:solidFill>
                <a:srgbClr val="263238"/>
              </a:solidFill>
              <a:prstDash val="solid"/>
            </a:ln>
          </p:spPr>
        </p:sp>
        <p:sp>
          <p:nvSpPr>
            <p:cNvPr id="461" name="TMTM linearization: source 461"/>
            <p:cNvSpPr/>
            <p:nvPr/>
          </p:nvSpPr>
          <p:spPr>
            <a:xfrm>
              <a:off x="5010502" y="1003783"/>
              <a:ext cx="106985" cy="106985"/>
            </a:xfrm>
            <a:prstGeom prst="ellipse">
              <a:avLst/>
            </a:prstGeom>
            <a:solidFill>
              <a:srgbClr val="009E73"/>
            </a:solidFill>
            <a:ln w="9601">
              <a:solidFill>
                <a:srgbClr val="263238"/>
              </a:solidFill>
              <a:prstDash val="solid"/>
            </a:ln>
          </p:spPr>
        </p:sp>
        <p:sp>
          <p:nvSpPr>
            <p:cNvPr id="462" name="TMTM linearization: source 462"/>
            <p:cNvSpPr/>
            <p:nvPr/>
          </p:nvSpPr>
          <p:spPr>
            <a:xfrm>
              <a:off x="5172523" y="1003783"/>
              <a:ext cx="106985" cy="106985"/>
            </a:xfrm>
            <a:prstGeom prst="ellipse">
              <a:avLst/>
            </a:prstGeom>
            <a:solidFill>
              <a:srgbClr val="7B8790"/>
            </a:solidFill>
            <a:ln w="9601">
              <a:solidFill>
                <a:srgbClr val="263238"/>
              </a:solidFill>
              <a:prstDash val="solid"/>
            </a:ln>
          </p:spPr>
        </p:sp>
        <p:sp>
          <p:nvSpPr>
            <p:cNvPr id="463" name="TMTM linearization: source 463"/>
            <p:cNvSpPr/>
            <p:nvPr/>
          </p:nvSpPr>
          <p:spPr>
            <a:xfrm>
              <a:off x="2714701" y="1263015"/>
              <a:ext cx="165312" cy="172822"/>
            </a:xfrm>
            <a:prstGeom prst="rect">
              <a:avLst/>
            </a:prstGeom>
            <a:solidFill>
              <a:srgbClr val="7B8790"/>
            </a:solidFill>
            <a:ln w="5281">
              <a:solidFill>
                <a:srgbClr val="FFFFFF"/>
              </a:solidFill>
              <a:prstDash val="solid"/>
            </a:ln>
          </p:spPr>
        </p:sp>
        <p:sp>
          <p:nvSpPr>
            <p:cNvPr id="464" name="TMTM linearization: source 464"/>
            <p:cNvSpPr/>
            <p:nvPr/>
          </p:nvSpPr>
          <p:spPr>
            <a:xfrm>
              <a:off x="2876722" y="1263015"/>
              <a:ext cx="165312" cy="172822"/>
            </a:xfrm>
            <a:prstGeom prst="rect">
              <a:avLst/>
            </a:prstGeom>
            <a:solidFill>
              <a:srgbClr val="7B8790"/>
            </a:solidFill>
            <a:ln w="5281">
              <a:solidFill>
                <a:srgbClr val="FFFFFF"/>
              </a:solidFill>
              <a:prstDash val="solid"/>
            </a:ln>
          </p:spPr>
        </p:sp>
        <p:sp>
          <p:nvSpPr>
            <p:cNvPr id="465" name="TMTM linearization: source 465"/>
            <p:cNvSpPr/>
            <p:nvPr/>
          </p:nvSpPr>
          <p:spPr>
            <a:xfrm>
              <a:off x="3038742" y="1263015"/>
              <a:ext cx="165312" cy="172822"/>
            </a:xfrm>
            <a:prstGeom prst="rect">
              <a:avLst/>
            </a:prstGeom>
            <a:solidFill>
              <a:srgbClr val="B7BEC5"/>
            </a:solidFill>
            <a:ln w="5281">
              <a:solidFill>
                <a:srgbClr val="FFFFFF"/>
              </a:solidFill>
              <a:prstDash val="solid"/>
            </a:ln>
          </p:spPr>
        </p:sp>
        <p:sp>
          <p:nvSpPr>
            <p:cNvPr id="466" name="TMTM linearization: source 466"/>
            <p:cNvSpPr/>
            <p:nvPr/>
          </p:nvSpPr>
          <p:spPr>
            <a:xfrm>
              <a:off x="3200762" y="1263015"/>
              <a:ext cx="165312" cy="172822"/>
            </a:xfrm>
            <a:prstGeom prst="rect">
              <a:avLst/>
            </a:prstGeom>
            <a:solidFill>
              <a:srgbClr val="0072B2"/>
            </a:solidFill>
            <a:ln w="5281">
              <a:solidFill>
                <a:srgbClr val="FFFFFF"/>
              </a:solidFill>
              <a:prstDash val="solid"/>
            </a:ln>
          </p:spPr>
        </p:sp>
        <p:sp>
          <p:nvSpPr>
            <p:cNvPr id="467" name="TMTM linearization: source 467"/>
            <p:cNvSpPr/>
            <p:nvPr/>
          </p:nvSpPr>
          <p:spPr>
            <a:xfrm>
              <a:off x="3362782" y="1263015"/>
              <a:ext cx="165312" cy="172822"/>
            </a:xfrm>
            <a:prstGeom prst="rect">
              <a:avLst/>
            </a:prstGeom>
            <a:solidFill>
              <a:srgbClr val="0072B2"/>
            </a:solidFill>
            <a:ln w="5281">
              <a:solidFill>
                <a:srgbClr val="FFFFFF"/>
              </a:solidFill>
              <a:prstDash val="solid"/>
            </a:ln>
          </p:spPr>
        </p:sp>
        <p:sp>
          <p:nvSpPr>
            <p:cNvPr id="468" name="TMTM linearization: source 468"/>
            <p:cNvSpPr/>
            <p:nvPr/>
          </p:nvSpPr>
          <p:spPr>
            <a:xfrm>
              <a:off x="3524803" y="1263015"/>
              <a:ext cx="165312" cy="172822"/>
            </a:xfrm>
            <a:prstGeom prst="rect">
              <a:avLst/>
            </a:prstGeom>
            <a:solidFill>
              <a:srgbClr val="0072B2"/>
            </a:solidFill>
            <a:ln w="5281">
              <a:solidFill>
                <a:srgbClr val="FFFFFF"/>
              </a:solidFill>
              <a:prstDash val="solid"/>
            </a:ln>
          </p:spPr>
        </p:sp>
        <p:sp>
          <p:nvSpPr>
            <p:cNvPr id="469" name="TMTM linearization: source 469"/>
            <p:cNvSpPr/>
            <p:nvPr/>
          </p:nvSpPr>
          <p:spPr>
            <a:xfrm>
              <a:off x="3686823" y="1263015"/>
              <a:ext cx="165312" cy="172822"/>
            </a:xfrm>
            <a:prstGeom prst="rect">
              <a:avLst/>
            </a:prstGeom>
            <a:solidFill>
              <a:srgbClr val="B7BEC5"/>
            </a:solidFill>
            <a:ln w="5281">
              <a:solidFill>
                <a:srgbClr val="FFFFFF"/>
              </a:solidFill>
              <a:prstDash val="solid"/>
            </a:ln>
          </p:spPr>
        </p:sp>
        <p:sp>
          <p:nvSpPr>
            <p:cNvPr id="470" name="TMTM linearization: source 470"/>
            <p:cNvSpPr/>
            <p:nvPr/>
          </p:nvSpPr>
          <p:spPr>
            <a:xfrm>
              <a:off x="3848843" y="1263015"/>
              <a:ext cx="165312" cy="172822"/>
            </a:xfrm>
            <a:prstGeom prst="rect">
              <a:avLst/>
            </a:prstGeom>
            <a:solidFill>
              <a:srgbClr val="D55E00"/>
            </a:solidFill>
            <a:ln w="5281">
              <a:solidFill>
                <a:srgbClr val="FFFFFF"/>
              </a:solidFill>
              <a:prstDash val="solid"/>
            </a:ln>
          </p:spPr>
        </p:sp>
        <p:sp>
          <p:nvSpPr>
            <p:cNvPr id="471" name="TMTM linearization: source 471"/>
            <p:cNvSpPr/>
            <p:nvPr/>
          </p:nvSpPr>
          <p:spPr>
            <a:xfrm>
              <a:off x="4010863" y="1263015"/>
              <a:ext cx="165312" cy="172822"/>
            </a:xfrm>
            <a:prstGeom prst="rect">
              <a:avLst/>
            </a:prstGeom>
            <a:solidFill>
              <a:srgbClr val="D55E00"/>
            </a:solidFill>
            <a:ln w="5281">
              <a:solidFill>
                <a:srgbClr val="FFFFFF"/>
              </a:solidFill>
              <a:prstDash val="solid"/>
            </a:ln>
          </p:spPr>
        </p:sp>
        <p:sp>
          <p:nvSpPr>
            <p:cNvPr id="472" name="TMTM linearization: source 472"/>
            <p:cNvSpPr/>
            <p:nvPr/>
          </p:nvSpPr>
          <p:spPr>
            <a:xfrm>
              <a:off x="4172884" y="1263015"/>
              <a:ext cx="165312" cy="172822"/>
            </a:xfrm>
            <a:prstGeom prst="rect">
              <a:avLst/>
            </a:prstGeom>
            <a:solidFill>
              <a:srgbClr val="D55E00"/>
            </a:solidFill>
            <a:ln w="5281">
              <a:solidFill>
                <a:srgbClr val="FFFFFF"/>
              </a:solidFill>
              <a:prstDash val="solid"/>
            </a:ln>
          </p:spPr>
        </p:sp>
        <p:sp>
          <p:nvSpPr>
            <p:cNvPr id="473" name="TMTM linearization: source 473"/>
            <p:cNvSpPr/>
            <p:nvPr/>
          </p:nvSpPr>
          <p:spPr>
            <a:xfrm>
              <a:off x="4334904" y="1263015"/>
              <a:ext cx="165312" cy="172822"/>
            </a:xfrm>
            <a:prstGeom prst="rect">
              <a:avLst/>
            </a:prstGeom>
            <a:solidFill>
              <a:srgbClr val="B7BEC5"/>
            </a:solidFill>
            <a:ln w="5281">
              <a:solidFill>
                <a:srgbClr val="FFFFFF"/>
              </a:solidFill>
              <a:prstDash val="solid"/>
            </a:ln>
          </p:spPr>
        </p:sp>
        <p:sp>
          <p:nvSpPr>
            <p:cNvPr id="474" name="TMTM linearization: source 474"/>
            <p:cNvSpPr/>
            <p:nvPr/>
          </p:nvSpPr>
          <p:spPr>
            <a:xfrm>
              <a:off x="4496924" y="1263015"/>
              <a:ext cx="165312" cy="172822"/>
            </a:xfrm>
            <a:prstGeom prst="rect">
              <a:avLst/>
            </a:prstGeom>
            <a:solidFill>
              <a:srgbClr val="7B8790"/>
            </a:solidFill>
            <a:ln w="5281">
              <a:solidFill>
                <a:srgbClr val="FFFFFF"/>
              </a:solidFill>
              <a:prstDash val="solid"/>
            </a:ln>
          </p:spPr>
        </p:sp>
        <p:sp>
          <p:nvSpPr>
            <p:cNvPr id="475" name="TMTM linearization: source 475"/>
            <p:cNvSpPr/>
            <p:nvPr/>
          </p:nvSpPr>
          <p:spPr>
            <a:xfrm>
              <a:off x="4658944" y="1263015"/>
              <a:ext cx="165312" cy="172822"/>
            </a:xfrm>
            <a:prstGeom prst="rect">
              <a:avLst/>
            </a:prstGeom>
            <a:solidFill>
              <a:srgbClr val="009E73"/>
            </a:solidFill>
            <a:ln w="5281">
              <a:solidFill>
                <a:srgbClr val="FFFFFF"/>
              </a:solidFill>
              <a:prstDash val="solid"/>
            </a:ln>
          </p:spPr>
        </p:sp>
        <p:sp>
          <p:nvSpPr>
            <p:cNvPr id="476" name="TMTM linearization: source 476"/>
            <p:cNvSpPr/>
            <p:nvPr/>
          </p:nvSpPr>
          <p:spPr>
            <a:xfrm>
              <a:off x="4820965" y="1263015"/>
              <a:ext cx="165312" cy="172822"/>
            </a:xfrm>
            <a:prstGeom prst="rect">
              <a:avLst/>
            </a:prstGeom>
            <a:solidFill>
              <a:srgbClr val="009E73"/>
            </a:solidFill>
            <a:ln w="5281">
              <a:solidFill>
                <a:srgbClr val="FFFFFF"/>
              </a:solidFill>
              <a:prstDash val="solid"/>
            </a:ln>
          </p:spPr>
        </p:sp>
        <p:sp>
          <p:nvSpPr>
            <p:cNvPr id="477" name="TMTM linearization: source 477"/>
            <p:cNvSpPr/>
            <p:nvPr/>
          </p:nvSpPr>
          <p:spPr>
            <a:xfrm>
              <a:off x="4982985" y="1263015"/>
              <a:ext cx="165312" cy="172822"/>
            </a:xfrm>
            <a:prstGeom prst="rect">
              <a:avLst/>
            </a:prstGeom>
            <a:solidFill>
              <a:srgbClr val="009E73"/>
            </a:solidFill>
            <a:ln w="5281">
              <a:solidFill>
                <a:srgbClr val="FFFFFF"/>
              </a:solidFill>
              <a:prstDash val="solid"/>
            </a:ln>
          </p:spPr>
        </p:sp>
        <p:sp>
          <p:nvSpPr>
            <p:cNvPr id="478" name="TMTM linearization: source 478"/>
            <p:cNvSpPr/>
            <p:nvPr/>
          </p:nvSpPr>
          <p:spPr>
            <a:xfrm>
              <a:off x="5145005" y="1263015"/>
              <a:ext cx="165312" cy="172822"/>
            </a:xfrm>
            <a:prstGeom prst="rect">
              <a:avLst/>
            </a:prstGeom>
            <a:solidFill>
              <a:srgbClr val="7B8790"/>
            </a:solidFill>
            <a:ln w="5281">
              <a:solidFill>
                <a:srgbClr val="FFFFFF"/>
              </a:solidFill>
              <a:prstDash val="solid"/>
            </a:ln>
          </p:spPr>
        </p:sp>
        <p:sp>
          <p:nvSpPr>
            <p:cNvPr id="479" name="TMTM linearization: source 479"/>
            <p:cNvSpPr/>
            <p:nvPr/>
          </p:nvSpPr>
          <p:spPr>
            <a:xfrm>
              <a:off x="2714701" y="1263015"/>
              <a:ext cx="2592324" cy="172822"/>
            </a:xfrm>
            <a:prstGeom prst="rect">
              <a:avLst/>
            </a:prstGeom>
            <a:solidFill>
              <a:srgbClr val="FFFFFF">
                <a:alpha val="0"/>
              </a:srgbClr>
            </a:solidFill>
            <a:ln w="12321">
              <a:solidFill>
                <a:srgbClr val="263238"/>
              </a:solidFill>
              <a:prstDash val="solid"/>
            </a:ln>
          </p:spPr>
        </p:sp>
        <p:sp>
          <p:nvSpPr>
            <p:cNvPr id="483" name="TMTM temporal row 0: source 483"/>
            <p:cNvSpPr/>
            <p:nvPr/>
          </p:nvSpPr>
          <p:spPr>
            <a:xfrm>
              <a:off x="5884164" y="828675"/>
              <a:ext cx="2839212" cy="279806"/>
            </a:xfrm>
            <a:prstGeom prst="rect">
              <a:avLst/>
            </a:prstGeom>
            <a:solidFill>
              <a:srgbClr val="FFFFFF">
                <a:alpha val="0"/>
              </a:srgbClr>
            </a:solidFill>
            <a:ln w="12001">
              <a:solidFill>
                <a:srgbClr val="DFE4E8"/>
              </a:solidFill>
              <a:prstDash val="solid"/>
            </a:ln>
          </p:spPr>
        </p:sp>
        <p:sp>
          <p:nvSpPr>
            <p:cNvPr id="484" name="TMTM temporal row 0: source 484"/>
            <p:cNvSpPr/>
            <p:nvPr/>
          </p:nvSpPr>
          <p:spPr>
            <a:xfrm>
              <a:off x="5970575" y="976808"/>
              <a:ext cx="2674620" cy="823"/>
            </a:xfrm>
            <a:prstGeom prst="line">
              <a:avLst/>
            </a:prstGeom>
            <a:solidFill>
              <a:srgbClr val="FFFFFF">
                <a:alpha val="0"/>
              </a:srgbClr>
            </a:solidFill>
            <a:ln w="12162">
              <a:solidFill>
                <a:srgbClr val="7B8790"/>
              </a:solidFill>
              <a:prstDash val="solid"/>
            </a:ln>
          </p:spPr>
        </p:sp>
        <p:sp>
          <p:nvSpPr>
            <p:cNvPr id="485" name="TMTM temporal row 0: source 485"/>
            <p:cNvSpPr/>
            <p:nvPr/>
          </p:nvSpPr>
          <p:spPr>
            <a:xfrm>
              <a:off x="5997273" y="919925"/>
              <a:ext cx="113766" cy="113766"/>
            </a:xfrm>
            <a:prstGeom prst="diamond">
              <a:avLst/>
            </a:prstGeom>
            <a:solidFill>
              <a:srgbClr val="7B8790"/>
            </a:solidFill>
            <a:ln w="13602">
              <a:solidFill>
                <a:srgbClr val="263238"/>
              </a:solidFill>
              <a:prstDash val="solid"/>
            </a:ln>
          </p:spPr>
        </p:sp>
        <p:sp>
          <p:nvSpPr>
            <p:cNvPr id="486" name="TMTM temporal row 0: source 486"/>
            <p:cNvSpPr/>
            <p:nvPr/>
          </p:nvSpPr>
          <p:spPr>
            <a:xfrm>
              <a:off x="6176881" y="932368"/>
              <a:ext cx="88880" cy="88880"/>
            </a:xfrm>
            <a:prstGeom prst="ellipse">
              <a:avLst/>
            </a:prstGeom>
            <a:solidFill>
              <a:srgbClr val="7B8790"/>
            </a:solidFill>
            <a:ln w="9601">
              <a:solidFill>
                <a:srgbClr val="263238"/>
              </a:solidFill>
              <a:prstDash val="solid"/>
            </a:ln>
          </p:spPr>
        </p:sp>
        <p:sp>
          <p:nvSpPr>
            <p:cNvPr id="487" name="TMTM temporal row 0: source 487"/>
            <p:cNvSpPr/>
            <p:nvPr/>
          </p:nvSpPr>
          <p:spPr>
            <a:xfrm>
              <a:off x="6344044" y="932368"/>
              <a:ext cx="88880" cy="88880"/>
            </a:xfrm>
            <a:prstGeom prst="ellipse">
              <a:avLst/>
            </a:prstGeom>
            <a:solidFill>
              <a:srgbClr val="B7BEC5"/>
            </a:solidFill>
            <a:ln w="9601">
              <a:solidFill>
                <a:srgbClr val="263238"/>
              </a:solidFill>
              <a:prstDash val="solid"/>
            </a:ln>
          </p:spPr>
        </p:sp>
        <p:sp>
          <p:nvSpPr>
            <p:cNvPr id="488" name="TMTM temporal row 0: source 488"/>
            <p:cNvSpPr/>
            <p:nvPr/>
          </p:nvSpPr>
          <p:spPr>
            <a:xfrm>
              <a:off x="6511208" y="932368"/>
              <a:ext cx="88880" cy="88880"/>
            </a:xfrm>
            <a:prstGeom prst="ellipse">
              <a:avLst/>
            </a:prstGeom>
            <a:solidFill>
              <a:srgbClr val="0072B2"/>
            </a:solidFill>
            <a:ln w="9601">
              <a:solidFill>
                <a:srgbClr val="263238"/>
              </a:solidFill>
              <a:prstDash val="solid"/>
            </a:ln>
          </p:spPr>
        </p:sp>
        <p:sp>
          <p:nvSpPr>
            <p:cNvPr id="489" name="TMTM temporal row 0: source 489"/>
            <p:cNvSpPr/>
            <p:nvPr/>
          </p:nvSpPr>
          <p:spPr>
            <a:xfrm>
              <a:off x="6665928" y="919925"/>
              <a:ext cx="113766" cy="113766"/>
            </a:xfrm>
            <a:prstGeom prst="diamond">
              <a:avLst/>
            </a:prstGeom>
            <a:solidFill>
              <a:srgbClr val="0072B2"/>
            </a:solidFill>
            <a:ln w="13602">
              <a:solidFill>
                <a:srgbClr val="263238"/>
              </a:solidFill>
              <a:prstDash val="solid"/>
            </a:ln>
          </p:spPr>
        </p:sp>
        <p:sp>
          <p:nvSpPr>
            <p:cNvPr id="490" name="TMTM temporal row 0: source 490"/>
            <p:cNvSpPr/>
            <p:nvPr/>
          </p:nvSpPr>
          <p:spPr>
            <a:xfrm>
              <a:off x="6845536" y="932368"/>
              <a:ext cx="88880" cy="88880"/>
            </a:xfrm>
            <a:prstGeom prst="ellipse">
              <a:avLst/>
            </a:prstGeom>
            <a:solidFill>
              <a:srgbClr val="0072B2"/>
            </a:solidFill>
            <a:ln w="9601">
              <a:solidFill>
                <a:srgbClr val="263238"/>
              </a:solidFill>
              <a:prstDash val="solid"/>
            </a:ln>
          </p:spPr>
        </p:sp>
        <p:sp>
          <p:nvSpPr>
            <p:cNvPr id="491" name="TMTM temporal row 0: source 491"/>
            <p:cNvSpPr/>
            <p:nvPr/>
          </p:nvSpPr>
          <p:spPr>
            <a:xfrm>
              <a:off x="7000256" y="919925"/>
              <a:ext cx="113766" cy="113766"/>
            </a:xfrm>
            <a:prstGeom prst="diamond">
              <a:avLst/>
            </a:prstGeom>
            <a:solidFill>
              <a:srgbClr val="B7BEC5"/>
            </a:solidFill>
            <a:ln w="13602">
              <a:solidFill>
                <a:srgbClr val="263238"/>
              </a:solidFill>
              <a:prstDash val="solid"/>
            </a:ln>
          </p:spPr>
        </p:sp>
        <p:sp>
          <p:nvSpPr>
            <p:cNvPr id="492" name="TMTM temporal row 0: source 492"/>
            <p:cNvSpPr/>
            <p:nvPr/>
          </p:nvSpPr>
          <p:spPr>
            <a:xfrm>
              <a:off x="7179863" y="932368"/>
              <a:ext cx="88880" cy="88880"/>
            </a:xfrm>
            <a:prstGeom prst="ellipse">
              <a:avLst/>
            </a:prstGeom>
            <a:solidFill>
              <a:srgbClr val="D55E00"/>
            </a:solidFill>
            <a:ln w="9601">
              <a:solidFill>
                <a:srgbClr val="263238"/>
              </a:solidFill>
              <a:prstDash val="solid"/>
            </a:ln>
          </p:spPr>
        </p:sp>
        <p:sp>
          <p:nvSpPr>
            <p:cNvPr id="493" name="TMTM temporal row 0: source 493"/>
            <p:cNvSpPr/>
            <p:nvPr/>
          </p:nvSpPr>
          <p:spPr>
            <a:xfrm>
              <a:off x="7334583" y="919925"/>
              <a:ext cx="113766" cy="113766"/>
            </a:xfrm>
            <a:prstGeom prst="diamond">
              <a:avLst/>
            </a:prstGeom>
            <a:solidFill>
              <a:srgbClr val="D55E00"/>
            </a:solidFill>
            <a:ln w="13602">
              <a:solidFill>
                <a:srgbClr val="263238"/>
              </a:solidFill>
              <a:prstDash val="solid"/>
            </a:ln>
          </p:spPr>
        </p:sp>
        <p:sp>
          <p:nvSpPr>
            <p:cNvPr id="494" name="TMTM temporal row 0: source 494"/>
            <p:cNvSpPr/>
            <p:nvPr/>
          </p:nvSpPr>
          <p:spPr>
            <a:xfrm>
              <a:off x="7514191" y="932368"/>
              <a:ext cx="88880" cy="88880"/>
            </a:xfrm>
            <a:prstGeom prst="ellipse">
              <a:avLst/>
            </a:prstGeom>
            <a:solidFill>
              <a:srgbClr val="D55E00"/>
            </a:solidFill>
            <a:ln w="9601">
              <a:solidFill>
                <a:srgbClr val="263238"/>
              </a:solidFill>
              <a:prstDash val="solid"/>
            </a:ln>
          </p:spPr>
        </p:sp>
        <p:sp>
          <p:nvSpPr>
            <p:cNvPr id="495" name="TMTM temporal row 0: source 495"/>
            <p:cNvSpPr/>
            <p:nvPr/>
          </p:nvSpPr>
          <p:spPr>
            <a:xfrm>
              <a:off x="7681354" y="932368"/>
              <a:ext cx="88880" cy="88880"/>
            </a:xfrm>
            <a:prstGeom prst="ellipse">
              <a:avLst/>
            </a:prstGeom>
            <a:solidFill>
              <a:srgbClr val="B7BEC5"/>
            </a:solidFill>
            <a:ln w="9601">
              <a:solidFill>
                <a:srgbClr val="263238"/>
              </a:solidFill>
              <a:prstDash val="solid"/>
            </a:ln>
          </p:spPr>
        </p:sp>
        <p:sp>
          <p:nvSpPr>
            <p:cNvPr id="496" name="TMTM temporal row 0: source 496"/>
            <p:cNvSpPr/>
            <p:nvPr/>
          </p:nvSpPr>
          <p:spPr>
            <a:xfrm>
              <a:off x="7836075" y="919925"/>
              <a:ext cx="113766" cy="113766"/>
            </a:xfrm>
            <a:prstGeom prst="diamond">
              <a:avLst/>
            </a:prstGeom>
            <a:solidFill>
              <a:srgbClr val="7B8790"/>
            </a:solidFill>
            <a:ln w="13602">
              <a:solidFill>
                <a:srgbClr val="263238"/>
              </a:solidFill>
              <a:prstDash val="solid"/>
            </a:ln>
          </p:spPr>
        </p:sp>
        <p:sp>
          <p:nvSpPr>
            <p:cNvPr id="497" name="TMTM temporal row 0: source 497"/>
            <p:cNvSpPr/>
            <p:nvPr/>
          </p:nvSpPr>
          <p:spPr>
            <a:xfrm>
              <a:off x="8015682" y="932368"/>
              <a:ext cx="88880" cy="88880"/>
            </a:xfrm>
            <a:prstGeom prst="ellipse">
              <a:avLst/>
            </a:prstGeom>
            <a:solidFill>
              <a:srgbClr val="009E73"/>
            </a:solidFill>
            <a:ln w="9601">
              <a:solidFill>
                <a:srgbClr val="263238"/>
              </a:solidFill>
              <a:prstDash val="solid"/>
            </a:ln>
          </p:spPr>
        </p:sp>
        <p:sp>
          <p:nvSpPr>
            <p:cNvPr id="498" name="TMTM temporal row 0: source 498"/>
            <p:cNvSpPr/>
            <p:nvPr/>
          </p:nvSpPr>
          <p:spPr>
            <a:xfrm>
              <a:off x="8170402" y="919925"/>
              <a:ext cx="113766" cy="113766"/>
            </a:xfrm>
            <a:prstGeom prst="diamond">
              <a:avLst/>
            </a:prstGeom>
            <a:solidFill>
              <a:srgbClr val="009E73"/>
            </a:solidFill>
            <a:ln w="13602">
              <a:solidFill>
                <a:srgbClr val="263238"/>
              </a:solidFill>
              <a:prstDash val="solid"/>
            </a:ln>
          </p:spPr>
        </p:sp>
        <p:sp>
          <p:nvSpPr>
            <p:cNvPr id="499" name="TMTM temporal row 0: source 499"/>
            <p:cNvSpPr/>
            <p:nvPr/>
          </p:nvSpPr>
          <p:spPr>
            <a:xfrm>
              <a:off x="8350009" y="932368"/>
              <a:ext cx="88880" cy="88880"/>
            </a:xfrm>
            <a:prstGeom prst="ellipse">
              <a:avLst/>
            </a:prstGeom>
            <a:solidFill>
              <a:srgbClr val="009E73"/>
            </a:solidFill>
            <a:ln w="9601">
              <a:solidFill>
                <a:srgbClr val="263238"/>
              </a:solidFill>
              <a:prstDash val="solid"/>
            </a:ln>
          </p:spPr>
        </p:sp>
        <p:sp>
          <p:nvSpPr>
            <p:cNvPr id="500" name="TMTM temporal row 0: source 500"/>
            <p:cNvSpPr/>
            <p:nvPr/>
          </p:nvSpPr>
          <p:spPr>
            <a:xfrm>
              <a:off x="8517173" y="932368"/>
              <a:ext cx="88880" cy="88880"/>
            </a:xfrm>
            <a:prstGeom prst="ellipse">
              <a:avLst/>
            </a:prstGeom>
            <a:solidFill>
              <a:srgbClr val="7B8790"/>
            </a:solidFill>
            <a:ln w="9601">
              <a:solidFill>
                <a:srgbClr val="263238"/>
              </a:solidFill>
              <a:prstDash val="solid"/>
            </a:ln>
          </p:spPr>
        </p:sp>
        <p:sp>
          <p:nvSpPr>
            <p:cNvPr id="501" name="TMTM temporal row 0: source 501"/>
            <p:cNvSpPr/>
            <p:nvPr/>
          </p:nvSpPr>
          <p:spPr>
            <a:xfrm>
              <a:off x="5970575" y="1063219"/>
              <a:ext cx="170456" cy="69952"/>
            </a:xfrm>
            <a:prstGeom prst="rect">
              <a:avLst/>
            </a:prstGeom>
            <a:solidFill>
              <a:srgbClr val="7B8790"/>
            </a:solidFill>
            <a:ln w="5281">
              <a:solidFill>
                <a:srgbClr val="FFFFFF"/>
              </a:solidFill>
              <a:prstDash val="solid"/>
            </a:ln>
          </p:spPr>
        </p:sp>
        <p:sp>
          <p:nvSpPr>
            <p:cNvPr id="502" name="TMTM temporal row 0: source 502"/>
            <p:cNvSpPr/>
            <p:nvPr/>
          </p:nvSpPr>
          <p:spPr>
            <a:xfrm>
              <a:off x="6137739" y="1063219"/>
              <a:ext cx="170456" cy="69952"/>
            </a:xfrm>
            <a:prstGeom prst="rect">
              <a:avLst/>
            </a:prstGeom>
            <a:solidFill>
              <a:srgbClr val="7B8790"/>
            </a:solidFill>
            <a:ln w="5281">
              <a:solidFill>
                <a:srgbClr val="FFFFFF"/>
              </a:solidFill>
              <a:prstDash val="solid"/>
            </a:ln>
          </p:spPr>
        </p:sp>
        <p:sp>
          <p:nvSpPr>
            <p:cNvPr id="503" name="TMTM temporal row 0: source 503"/>
            <p:cNvSpPr/>
            <p:nvPr/>
          </p:nvSpPr>
          <p:spPr>
            <a:xfrm>
              <a:off x="6304902" y="1063219"/>
              <a:ext cx="170456" cy="69952"/>
            </a:xfrm>
            <a:prstGeom prst="rect">
              <a:avLst/>
            </a:prstGeom>
            <a:solidFill>
              <a:srgbClr val="B7BEC5"/>
            </a:solidFill>
            <a:ln w="5281">
              <a:solidFill>
                <a:srgbClr val="FFFFFF"/>
              </a:solidFill>
              <a:prstDash val="solid"/>
            </a:ln>
          </p:spPr>
        </p:sp>
        <p:sp>
          <p:nvSpPr>
            <p:cNvPr id="504" name="TMTM temporal row 0: source 504"/>
            <p:cNvSpPr/>
            <p:nvPr/>
          </p:nvSpPr>
          <p:spPr>
            <a:xfrm>
              <a:off x="6472066" y="1063219"/>
              <a:ext cx="170456" cy="69952"/>
            </a:xfrm>
            <a:prstGeom prst="rect">
              <a:avLst/>
            </a:prstGeom>
            <a:solidFill>
              <a:srgbClr val="0072B2"/>
            </a:solidFill>
            <a:ln w="5281">
              <a:solidFill>
                <a:srgbClr val="FFFFFF"/>
              </a:solidFill>
              <a:prstDash val="solid"/>
            </a:ln>
          </p:spPr>
        </p:sp>
        <p:sp>
          <p:nvSpPr>
            <p:cNvPr id="505" name="TMTM temporal row 0: source 505"/>
            <p:cNvSpPr/>
            <p:nvPr/>
          </p:nvSpPr>
          <p:spPr>
            <a:xfrm>
              <a:off x="6639230" y="1063219"/>
              <a:ext cx="170456" cy="69952"/>
            </a:xfrm>
            <a:prstGeom prst="rect">
              <a:avLst/>
            </a:prstGeom>
            <a:solidFill>
              <a:srgbClr val="0072B2"/>
            </a:solidFill>
            <a:ln w="5281">
              <a:solidFill>
                <a:srgbClr val="FFFFFF"/>
              </a:solidFill>
              <a:prstDash val="solid"/>
            </a:ln>
          </p:spPr>
        </p:sp>
        <p:sp>
          <p:nvSpPr>
            <p:cNvPr id="506" name="TMTM temporal row 0: source 506"/>
            <p:cNvSpPr/>
            <p:nvPr/>
          </p:nvSpPr>
          <p:spPr>
            <a:xfrm>
              <a:off x="6806394" y="1063219"/>
              <a:ext cx="170456" cy="69952"/>
            </a:xfrm>
            <a:prstGeom prst="rect">
              <a:avLst/>
            </a:prstGeom>
            <a:solidFill>
              <a:srgbClr val="0072B2"/>
            </a:solidFill>
            <a:ln w="5281">
              <a:solidFill>
                <a:srgbClr val="FFFFFF"/>
              </a:solidFill>
              <a:prstDash val="solid"/>
            </a:ln>
          </p:spPr>
        </p:sp>
        <p:sp>
          <p:nvSpPr>
            <p:cNvPr id="507" name="TMTM temporal row 0: source 507"/>
            <p:cNvSpPr/>
            <p:nvPr/>
          </p:nvSpPr>
          <p:spPr>
            <a:xfrm>
              <a:off x="6973557" y="1063219"/>
              <a:ext cx="170456" cy="69952"/>
            </a:xfrm>
            <a:prstGeom prst="rect">
              <a:avLst/>
            </a:prstGeom>
            <a:solidFill>
              <a:srgbClr val="B7BEC5"/>
            </a:solidFill>
            <a:ln w="5281">
              <a:solidFill>
                <a:srgbClr val="FFFFFF"/>
              </a:solidFill>
              <a:prstDash val="solid"/>
            </a:ln>
          </p:spPr>
        </p:sp>
        <p:sp>
          <p:nvSpPr>
            <p:cNvPr id="508" name="TMTM temporal row 0: source 508"/>
            <p:cNvSpPr/>
            <p:nvPr/>
          </p:nvSpPr>
          <p:spPr>
            <a:xfrm>
              <a:off x="7140722" y="1063219"/>
              <a:ext cx="170456" cy="69952"/>
            </a:xfrm>
            <a:prstGeom prst="rect">
              <a:avLst/>
            </a:prstGeom>
            <a:solidFill>
              <a:srgbClr val="D55E00"/>
            </a:solidFill>
            <a:ln w="5281">
              <a:solidFill>
                <a:srgbClr val="FFFFFF"/>
              </a:solidFill>
              <a:prstDash val="solid"/>
            </a:ln>
          </p:spPr>
        </p:sp>
        <p:sp>
          <p:nvSpPr>
            <p:cNvPr id="509" name="TMTM temporal row 0: source 509"/>
            <p:cNvSpPr/>
            <p:nvPr/>
          </p:nvSpPr>
          <p:spPr>
            <a:xfrm>
              <a:off x="7307885" y="1063219"/>
              <a:ext cx="170456" cy="69952"/>
            </a:xfrm>
            <a:prstGeom prst="rect">
              <a:avLst/>
            </a:prstGeom>
            <a:solidFill>
              <a:srgbClr val="D55E00"/>
            </a:solidFill>
            <a:ln w="5281">
              <a:solidFill>
                <a:srgbClr val="FFFFFF"/>
              </a:solidFill>
              <a:prstDash val="solid"/>
            </a:ln>
          </p:spPr>
        </p:sp>
        <p:sp>
          <p:nvSpPr>
            <p:cNvPr id="510" name="TMTM temporal row 0: source 510"/>
            <p:cNvSpPr/>
            <p:nvPr/>
          </p:nvSpPr>
          <p:spPr>
            <a:xfrm>
              <a:off x="7475049" y="1063219"/>
              <a:ext cx="170456" cy="69952"/>
            </a:xfrm>
            <a:prstGeom prst="rect">
              <a:avLst/>
            </a:prstGeom>
            <a:solidFill>
              <a:srgbClr val="D55E00"/>
            </a:solidFill>
            <a:ln w="5281">
              <a:solidFill>
                <a:srgbClr val="FFFFFF"/>
              </a:solidFill>
              <a:prstDash val="solid"/>
            </a:ln>
          </p:spPr>
        </p:sp>
        <p:sp>
          <p:nvSpPr>
            <p:cNvPr id="511" name="TMTM temporal row 0: source 511"/>
            <p:cNvSpPr/>
            <p:nvPr/>
          </p:nvSpPr>
          <p:spPr>
            <a:xfrm>
              <a:off x="7642212" y="1063219"/>
              <a:ext cx="170456" cy="69952"/>
            </a:xfrm>
            <a:prstGeom prst="rect">
              <a:avLst/>
            </a:prstGeom>
            <a:solidFill>
              <a:srgbClr val="B7BEC5"/>
            </a:solidFill>
            <a:ln w="5281">
              <a:solidFill>
                <a:srgbClr val="FFFFFF"/>
              </a:solidFill>
              <a:prstDash val="solid"/>
            </a:ln>
          </p:spPr>
        </p:sp>
        <p:sp>
          <p:nvSpPr>
            <p:cNvPr id="512" name="TMTM temporal row 0: source 512"/>
            <p:cNvSpPr/>
            <p:nvPr/>
          </p:nvSpPr>
          <p:spPr>
            <a:xfrm>
              <a:off x="7809376" y="1063219"/>
              <a:ext cx="170456" cy="69952"/>
            </a:xfrm>
            <a:prstGeom prst="rect">
              <a:avLst/>
            </a:prstGeom>
            <a:solidFill>
              <a:srgbClr val="7B8790"/>
            </a:solidFill>
            <a:ln w="5281">
              <a:solidFill>
                <a:srgbClr val="FFFFFF"/>
              </a:solidFill>
              <a:prstDash val="solid"/>
            </a:ln>
          </p:spPr>
        </p:sp>
        <p:sp>
          <p:nvSpPr>
            <p:cNvPr id="513" name="TMTM temporal row 0: source 513"/>
            <p:cNvSpPr/>
            <p:nvPr/>
          </p:nvSpPr>
          <p:spPr>
            <a:xfrm>
              <a:off x="7976540" y="1063219"/>
              <a:ext cx="170456" cy="69952"/>
            </a:xfrm>
            <a:prstGeom prst="rect">
              <a:avLst/>
            </a:prstGeom>
            <a:solidFill>
              <a:srgbClr val="009E73"/>
            </a:solidFill>
            <a:ln w="5281">
              <a:solidFill>
                <a:srgbClr val="FFFFFF"/>
              </a:solidFill>
              <a:prstDash val="solid"/>
            </a:ln>
          </p:spPr>
        </p:sp>
        <p:sp>
          <p:nvSpPr>
            <p:cNvPr id="514" name="TMTM temporal row 0: source 514"/>
            <p:cNvSpPr/>
            <p:nvPr/>
          </p:nvSpPr>
          <p:spPr>
            <a:xfrm>
              <a:off x="8143704" y="1063219"/>
              <a:ext cx="170456" cy="69952"/>
            </a:xfrm>
            <a:prstGeom prst="rect">
              <a:avLst/>
            </a:prstGeom>
            <a:solidFill>
              <a:srgbClr val="009E73"/>
            </a:solidFill>
            <a:ln w="5281">
              <a:solidFill>
                <a:srgbClr val="FFFFFF"/>
              </a:solidFill>
              <a:prstDash val="solid"/>
            </a:ln>
          </p:spPr>
        </p:sp>
        <p:sp>
          <p:nvSpPr>
            <p:cNvPr id="515" name="TMTM temporal row 0: source 515"/>
            <p:cNvSpPr/>
            <p:nvPr/>
          </p:nvSpPr>
          <p:spPr>
            <a:xfrm>
              <a:off x="8310867" y="1063219"/>
              <a:ext cx="170456" cy="69952"/>
            </a:xfrm>
            <a:prstGeom prst="rect">
              <a:avLst/>
            </a:prstGeom>
            <a:solidFill>
              <a:srgbClr val="009E73"/>
            </a:solidFill>
            <a:ln w="5281">
              <a:solidFill>
                <a:srgbClr val="FFFFFF"/>
              </a:solidFill>
              <a:prstDash val="solid"/>
            </a:ln>
          </p:spPr>
        </p:sp>
        <p:sp>
          <p:nvSpPr>
            <p:cNvPr id="516" name="TMTM temporal row 0: source 516"/>
            <p:cNvSpPr/>
            <p:nvPr/>
          </p:nvSpPr>
          <p:spPr>
            <a:xfrm>
              <a:off x="8478031" y="1063219"/>
              <a:ext cx="170456" cy="69952"/>
            </a:xfrm>
            <a:prstGeom prst="rect">
              <a:avLst/>
            </a:prstGeom>
            <a:solidFill>
              <a:srgbClr val="7B8790"/>
            </a:solidFill>
            <a:ln w="5281">
              <a:solidFill>
                <a:srgbClr val="FFFFFF"/>
              </a:solidFill>
              <a:prstDash val="solid"/>
            </a:ln>
          </p:spPr>
        </p:sp>
        <p:sp>
          <p:nvSpPr>
            <p:cNvPr id="517" name="TMTM temporal row 0: source 517"/>
            <p:cNvSpPr/>
            <p:nvPr/>
          </p:nvSpPr>
          <p:spPr>
            <a:xfrm>
              <a:off x="5970575" y="1063219"/>
              <a:ext cx="2674620" cy="69952"/>
            </a:xfrm>
            <a:prstGeom prst="rect">
              <a:avLst/>
            </a:prstGeom>
            <a:solidFill>
              <a:srgbClr val="FFFFFF">
                <a:alpha val="0"/>
              </a:srgbClr>
            </a:solidFill>
            <a:ln w="12321">
              <a:solidFill>
                <a:srgbClr val="263238"/>
              </a:solidFill>
              <a:prstDash val="solid"/>
            </a:ln>
          </p:spPr>
        </p:sp>
        <p:sp>
          <p:nvSpPr>
            <p:cNvPr id="518" name="TMTM temporal row 1: source 518"/>
            <p:cNvSpPr/>
            <p:nvPr/>
          </p:nvSpPr>
          <p:spPr>
            <a:xfrm>
              <a:off x="5884164" y="1143000"/>
              <a:ext cx="2839212" cy="279806"/>
            </a:xfrm>
            <a:prstGeom prst="rect">
              <a:avLst/>
            </a:prstGeom>
            <a:solidFill>
              <a:srgbClr val="FFFFFF">
                <a:alpha val="0"/>
              </a:srgbClr>
            </a:solidFill>
            <a:ln w="12001">
              <a:solidFill>
                <a:srgbClr val="DFE4E8"/>
              </a:solidFill>
              <a:prstDash val="solid"/>
            </a:ln>
          </p:spPr>
        </p:sp>
        <p:sp>
          <p:nvSpPr>
            <p:cNvPr id="519" name="TMTM temporal row 1: source 519"/>
            <p:cNvSpPr/>
            <p:nvPr/>
          </p:nvSpPr>
          <p:spPr>
            <a:xfrm>
              <a:off x="5970575" y="1291133"/>
              <a:ext cx="2674620" cy="823"/>
            </a:xfrm>
            <a:prstGeom prst="line">
              <a:avLst/>
            </a:prstGeom>
            <a:solidFill>
              <a:srgbClr val="FFFFFF">
                <a:alpha val="0"/>
              </a:srgbClr>
            </a:solidFill>
            <a:ln w="12162">
              <a:solidFill>
                <a:srgbClr val="7B8790"/>
              </a:solidFill>
              <a:prstDash val="solid"/>
            </a:ln>
          </p:spPr>
        </p:sp>
        <p:sp>
          <p:nvSpPr>
            <p:cNvPr id="520" name="TMTM temporal row 1: source 520"/>
            <p:cNvSpPr/>
            <p:nvPr/>
          </p:nvSpPr>
          <p:spPr>
            <a:xfrm>
              <a:off x="5997273" y="1234250"/>
              <a:ext cx="113766" cy="113766"/>
            </a:xfrm>
            <a:prstGeom prst="diamond">
              <a:avLst/>
            </a:prstGeom>
            <a:solidFill>
              <a:srgbClr val="7B8790"/>
            </a:solidFill>
            <a:ln w="13602">
              <a:solidFill>
                <a:srgbClr val="263238"/>
              </a:solidFill>
              <a:prstDash val="solid"/>
            </a:ln>
          </p:spPr>
        </p:sp>
        <p:sp>
          <p:nvSpPr>
            <p:cNvPr id="521" name="TMTM temporal row 1: source 521"/>
            <p:cNvSpPr/>
            <p:nvPr/>
          </p:nvSpPr>
          <p:spPr>
            <a:xfrm>
              <a:off x="6176881" y="1246693"/>
              <a:ext cx="88880" cy="88880"/>
            </a:xfrm>
            <a:prstGeom prst="ellipse">
              <a:avLst/>
            </a:prstGeom>
            <a:solidFill>
              <a:srgbClr val="7B8790"/>
            </a:solidFill>
            <a:ln w="9601">
              <a:solidFill>
                <a:srgbClr val="263238"/>
              </a:solidFill>
              <a:prstDash val="solid"/>
            </a:ln>
          </p:spPr>
        </p:sp>
        <p:sp>
          <p:nvSpPr>
            <p:cNvPr id="522" name="TMTM temporal row 1: source 522"/>
            <p:cNvSpPr/>
            <p:nvPr/>
          </p:nvSpPr>
          <p:spPr>
            <a:xfrm>
              <a:off x="6344044" y="1246693"/>
              <a:ext cx="88880" cy="88880"/>
            </a:xfrm>
            <a:prstGeom prst="ellipse">
              <a:avLst/>
            </a:prstGeom>
            <a:solidFill>
              <a:srgbClr val="B7BEC5"/>
            </a:solidFill>
            <a:ln w="9601">
              <a:solidFill>
                <a:srgbClr val="263238"/>
              </a:solidFill>
              <a:prstDash val="solid"/>
            </a:ln>
          </p:spPr>
        </p:sp>
        <p:sp>
          <p:nvSpPr>
            <p:cNvPr id="523" name="TMTM temporal row 1: source 523"/>
            <p:cNvSpPr/>
            <p:nvPr/>
          </p:nvSpPr>
          <p:spPr>
            <a:xfrm>
              <a:off x="6511208" y="1246693"/>
              <a:ext cx="88880" cy="88880"/>
            </a:xfrm>
            <a:prstGeom prst="ellipse">
              <a:avLst/>
            </a:prstGeom>
            <a:solidFill>
              <a:srgbClr val="0072B2"/>
            </a:solidFill>
            <a:ln w="9601">
              <a:solidFill>
                <a:srgbClr val="263238"/>
              </a:solidFill>
              <a:prstDash val="solid"/>
            </a:ln>
          </p:spPr>
        </p:sp>
        <p:sp>
          <p:nvSpPr>
            <p:cNvPr id="524" name="TMTM temporal row 1: source 524"/>
            <p:cNvSpPr/>
            <p:nvPr/>
          </p:nvSpPr>
          <p:spPr>
            <a:xfrm>
              <a:off x="6665928" y="1234250"/>
              <a:ext cx="113766" cy="113766"/>
            </a:xfrm>
            <a:prstGeom prst="diamond">
              <a:avLst/>
            </a:prstGeom>
            <a:solidFill>
              <a:srgbClr val="0072B2"/>
            </a:solidFill>
            <a:ln w="13602">
              <a:solidFill>
                <a:srgbClr val="263238"/>
              </a:solidFill>
              <a:prstDash val="solid"/>
            </a:ln>
          </p:spPr>
        </p:sp>
        <p:sp>
          <p:nvSpPr>
            <p:cNvPr id="525" name="TMTM temporal row 1: source 525"/>
            <p:cNvSpPr/>
            <p:nvPr/>
          </p:nvSpPr>
          <p:spPr>
            <a:xfrm>
              <a:off x="6845536" y="1246693"/>
              <a:ext cx="88880" cy="88880"/>
            </a:xfrm>
            <a:prstGeom prst="ellipse">
              <a:avLst/>
            </a:prstGeom>
            <a:solidFill>
              <a:srgbClr val="0072B2"/>
            </a:solidFill>
            <a:ln w="9601">
              <a:solidFill>
                <a:srgbClr val="263238"/>
              </a:solidFill>
              <a:prstDash val="solid"/>
            </a:ln>
          </p:spPr>
        </p:sp>
        <p:sp>
          <p:nvSpPr>
            <p:cNvPr id="526" name="TMTM temporal row 1: source 526"/>
            <p:cNvSpPr/>
            <p:nvPr/>
          </p:nvSpPr>
          <p:spPr>
            <a:xfrm>
              <a:off x="7000256" y="1234250"/>
              <a:ext cx="113766" cy="113766"/>
            </a:xfrm>
            <a:prstGeom prst="diamond">
              <a:avLst/>
            </a:prstGeom>
            <a:solidFill>
              <a:srgbClr val="B7BEC5"/>
            </a:solidFill>
            <a:ln w="13602">
              <a:solidFill>
                <a:srgbClr val="263238"/>
              </a:solidFill>
              <a:prstDash val="solid"/>
            </a:ln>
          </p:spPr>
        </p:sp>
        <p:sp>
          <p:nvSpPr>
            <p:cNvPr id="527" name="TMTM temporal row 1: source 527"/>
            <p:cNvSpPr/>
            <p:nvPr/>
          </p:nvSpPr>
          <p:spPr>
            <a:xfrm>
              <a:off x="7179863" y="1246693"/>
              <a:ext cx="88880" cy="88880"/>
            </a:xfrm>
            <a:prstGeom prst="ellipse">
              <a:avLst/>
            </a:prstGeom>
            <a:solidFill>
              <a:srgbClr val="D55E00"/>
            </a:solidFill>
            <a:ln w="9601">
              <a:solidFill>
                <a:srgbClr val="263238"/>
              </a:solidFill>
              <a:prstDash val="solid"/>
            </a:ln>
          </p:spPr>
        </p:sp>
        <p:sp>
          <p:nvSpPr>
            <p:cNvPr id="528" name="TMTM temporal row 1: source 528"/>
            <p:cNvSpPr/>
            <p:nvPr/>
          </p:nvSpPr>
          <p:spPr>
            <a:xfrm>
              <a:off x="7334583" y="1234250"/>
              <a:ext cx="113766" cy="113766"/>
            </a:xfrm>
            <a:prstGeom prst="diamond">
              <a:avLst/>
            </a:prstGeom>
            <a:solidFill>
              <a:srgbClr val="D55E00"/>
            </a:solidFill>
            <a:ln w="13602">
              <a:solidFill>
                <a:srgbClr val="263238"/>
              </a:solidFill>
              <a:prstDash val="solid"/>
            </a:ln>
          </p:spPr>
        </p:sp>
        <p:sp>
          <p:nvSpPr>
            <p:cNvPr id="529" name="TMTM temporal row 1: source 529"/>
            <p:cNvSpPr/>
            <p:nvPr/>
          </p:nvSpPr>
          <p:spPr>
            <a:xfrm>
              <a:off x="7514191" y="1246693"/>
              <a:ext cx="88880" cy="88880"/>
            </a:xfrm>
            <a:prstGeom prst="ellipse">
              <a:avLst/>
            </a:prstGeom>
            <a:solidFill>
              <a:srgbClr val="D55E00"/>
            </a:solidFill>
            <a:ln w="9601">
              <a:solidFill>
                <a:srgbClr val="263238"/>
              </a:solidFill>
              <a:prstDash val="solid"/>
            </a:ln>
          </p:spPr>
        </p:sp>
        <p:sp>
          <p:nvSpPr>
            <p:cNvPr id="530" name="TMTM temporal row 1: source 530"/>
            <p:cNvSpPr/>
            <p:nvPr/>
          </p:nvSpPr>
          <p:spPr>
            <a:xfrm>
              <a:off x="7681354" y="1246693"/>
              <a:ext cx="88880" cy="88880"/>
            </a:xfrm>
            <a:prstGeom prst="ellipse">
              <a:avLst/>
            </a:prstGeom>
            <a:solidFill>
              <a:srgbClr val="B7BEC5"/>
            </a:solidFill>
            <a:ln w="9601">
              <a:solidFill>
                <a:srgbClr val="263238"/>
              </a:solidFill>
              <a:prstDash val="solid"/>
            </a:ln>
          </p:spPr>
        </p:sp>
        <p:sp>
          <p:nvSpPr>
            <p:cNvPr id="531" name="TMTM temporal row 1: source 531"/>
            <p:cNvSpPr/>
            <p:nvPr/>
          </p:nvSpPr>
          <p:spPr>
            <a:xfrm>
              <a:off x="7836075" y="1234250"/>
              <a:ext cx="113766" cy="113766"/>
            </a:xfrm>
            <a:prstGeom prst="diamond">
              <a:avLst/>
            </a:prstGeom>
            <a:solidFill>
              <a:srgbClr val="7B8790"/>
            </a:solidFill>
            <a:ln w="13602">
              <a:solidFill>
                <a:srgbClr val="263238"/>
              </a:solidFill>
              <a:prstDash val="solid"/>
            </a:ln>
          </p:spPr>
        </p:sp>
        <p:sp>
          <p:nvSpPr>
            <p:cNvPr id="532" name="TMTM temporal row 1: source 532"/>
            <p:cNvSpPr/>
            <p:nvPr/>
          </p:nvSpPr>
          <p:spPr>
            <a:xfrm>
              <a:off x="8015682" y="1246693"/>
              <a:ext cx="88880" cy="88880"/>
            </a:xfrm>
            <a:prstGeom prst="ellipse">
              <a:avLst/>
            </a:prstGeom>
            <a:solidFill>
              <a:srgbClr val="009E73"/>
            </a:solidFill>
            <a:ln w="9601">
              <a:solidFill>
                <a:srgbClr val="263238"/>
              </a:solidFill>
              <a:prstDash val="solid"/>
            </a:ln>
          </p:spPr>
        </p:sp>
        <p:sp>
          <p:nvSpPr>
            <p:cNvPr id="533" name="TMTM temporal row 1: source 533"/>
            <p:cNvSpPr/>
            <p:nvPr/>
          </p:nvSpPr>
          <p:spPr>
            <a:xfrm>
              <a:off x="8170402" y="1234250"/>
              <a:ext cx="113766" cy="113766"/>
            </a:xfrm>
            <a:prstGeom prst="diamond">
              <a:avLst/>
            </a:prstGeom>
            <a:solidFill>
              <a:srgbClr val="009E73"/>
            </a:solidFill>
            <a:ln w="13602">
              <a:solidFill>
                <a:srgbClr val="263238"/>
              </a:solidFill>
              <a:prstDash val="solid"/>
            </a:ln>
          </p:spPr>
        </p:sp>
        <p:sp>
          <p:nvSpPr>
            <p:cNvPr id="534" name="TMTM temporal row 1: source 534"/>
            <p:cNvSpPr/>
            <p:nvPr/>
          </p:nvSpPr>
          <p:spPr>
            <a:xfrm>
              <a:off x="8350009" y="1246693"/>
              <a:ext cx="88880" cy="88880"/>
            </a:xfrm>
            <a:prstGeom prst="ellipse">
              <a:avLst/>
            </a:prstGeom>
            <a:solidFill>
              <a:srgbClr val="009E73"/>
            </a:solidFill>
            <a:ln w="9601">
              <a:solidFill>
                <a:srgbClr val="263238"/>
              </a:solidFill>
              <a:prstDash val="solid"/>
            </a:ln>
          </p:spPr>
        </p:sp>
        <p:sp>
          <p:nvSpPr>
            <p:cNvPr id="535" name="TMTM temporal row 1: source 535"/>
            <p:cNvSpPr/>
            <p:nvPr/>
          </p:nvSpPr>
          <p:spPr>
            <a:xfrm>
              <a:off x="8517173" y="1246693"/>
              <a:ext cx="88880" cy="88880"/>
            </a:xfrm>
            <a:prstGeom prst="ellipse">
              <a:avLst/>
            </a:prstGeom>
            <a:solidFill>
              <a:srgbClr val="7B8790"/>
            </a:solidFill>
            <a:ln w="9601">
              <a:solidFill>
                <a:srgbClr val="263238"/>
              </a:solidFill>
              <a:prstDash val="solid"/>
            </a:ln>
          </p:spPr>
        </p:sp>
        <p:sp>
          <p:nvSpPr>
            <p:cNvPr id="536" name="TMTM temporal row 1: source 536"/>
            <p:cNvSpPr/>
            <p:nvPr/>
          </p:nvSpPr>
          <p:spPr>
            <a:xfrm>
              <a:off x="5970575" y="1377544"/>
              <a:ext cx="170456" cy="69952"/>
            </a:xfrm>
            <a:prstGeom prst="rect">
              <a:avLst/>
            </a:prstGeom>
            <a:solidFill>
              <a:srgbClr val="7B8790"/>
            </a:solidFill>
            <a:ln w="5281">
              <a:solidFill>
                <a:srgbClr val="FFFFFF"/>
              </a:solidFill>
              <a:prstDash val="solid"/>
            </a:ln>
          </p:spPr>
        </p:sp>
        <p:sp>
          <p:nvSpPr>
            <p:cNvPr id="537" name="TMTM temporal row 1: source 537"/>
            <p:cNvSpPr/>
            <p:nvPr/>
          </p:nvSpPr>
          <p:spPr>
            <a:xfrm>
              <a:off x="6137739" y="1377544"/>
              <a:ext cx="170456" cy="69952"/>
            </a:xfrm>
            <a:prstGeom prst="rect">
              <a:avLst/>
            </a:prstGeom>
            <a:solidFill>
              <a:srgbClr val="7B8790"/>
            </a:solidFill>
            <a:ln w="5281">
              <a:solidFill>
                <a:srgbClr val="FFFFFF"/>
              </a:solidFill>
              <a:prstDash val="solid"/>
            </a:ln>
          </p:spPr>
        </p:sp>
        <p:sp>
          <p:nvSpPr>
            <p:cNvPr id="538" name="TMTM temporal row 1: source 538"/>
            <p:cNvSpPr/>
            <p:nvPr/>
          </p:nvSpPr>
          <p:spPr>
            <a:xfrm>
              <a:off x="6304902" y="1377544"/>
              <a:ext cx="170456" cy="69952"/>
            </a:xfrm>
            <a:prstGeom prst="rect">
              <a:avLst/>
            </a:prstGeom>
            <a:solidFill>
              <a:srgbClr val="B7BEC5"/>
            </a:solidFill>
            <a:ln w="5281">
              <a:solidFill>
                <a:srgbClr val="FFFFFF"/>
              </a:solidFill>
              <a:prstDash val="solid"/>
            </a:ln>
          </p:spPr>
        </p:sp>
        <p:sp>
          <p:nvSpPr>
            <p:cNvPr id="539" name="TMTM temporal row 1: source 539"/>
            <p:cNvSpPr/>
            <p:nvPr/>
          </p:nvSpPr>
          <p:spPr>
            <a:xfrm>
              <a:off x="6472066" y="1377544"/>
              <a:ext cx="170456" cy="69952"/>
            </a:xfrm>
            <a:prstGeom prst="rect">
              <a:avLst/>
            </a:prstGeom>
            <a:solidFill>
              <a:srgbClr val="0072B2"/>
            </a:solidFill>
            <a:ln w="5281">
              <a:solidFill>
                <a:srgbClr val="FFFFFF"/>
              </a:solidFill>
              <a:prstDash val="solid"/>
            </a:ln>
          </p:spPr>
        </p:sp>
        <p:sp>
          <p:nvSpPr>
            <p:cNvPr id="540" name="TMTM temporal row 1: source 540"/>
            <p:cNvSpPr/>
            <p:nvPr/>
          </p:nvSpPr>
          <p:spPr>
            <a:xfrm>
              <a:off x="6639230" y="1377544"/>
              <a:ext cx="170456" cy="69952"/>
            </a:xfrm>
            <a:prstGeom prst="rect">
              <a:avLst/>
            </a:prstGeom>
            <a:solidFill>
              <a:srgbClr val="0072B2"/>
            </a:solidFill>
            <a:ln w="5281">
              <a:solidFill>
                <a:srgbClr val="FFFFFF"/>
              </a:solidFill>
              <a:prstDash val="solid"/>
            </a:ln>
          </p:spPr>
        </p:sp>
        <p:sp>
          <p:nvSpPr>
            <p:cNvPr id="541" name="TMTM temporal row 1: source 541"/>
            <p:cNvSpPr/>
            <p:nvPr/>
          </p:nvSpPr>
          <p:spPr>
            <a:xfrm>
              <a:off x="6806394" y="1377544"/>
              <a:ext cx="170456" cy="69952"/>
            </a:xfrm>
            <a:prstGeom prst="rect">
              <a:avLst/>
            </a:prstGeom>
            <a:solidFill>
              <a:srgbClr val="0072B2"/>
            </a:solidFill>
            <a:ln w="5281">
              <a:solidFill>
                <a:srgbClr val="FFFFFF"/>
              </a:solidFill>
              <a:prstDash val="solid"/>
            </a:ln>
          </p:spPr>
        </p:sp>
        <p:sp>
          <p:nvSpPr>
            <p:cNvPr id="542" name="TMTM temporal row 1: source 542"/>
            <p:cNvSpPr/>
            <p:nvPr/>
          </p:nvSpPr>
          <p:spPr>
            <a:xfrm>
              <a:off x="6973557" y="1377544"/>
              <a:ext cx="170456" cy="69952"/>
            </a:xfrm>
            <a:prstGeom prst="rect">
              <a:avLst/>
            </a:prstGeom>
            <a:solidFill>
              <a:srgbClr val="B7BEC5"/>
            </a:solidFill>
            <a:ln w="5281">
              <a:solidFill>
                <a:srgbClr val="FFFFFF"/>
              </a:solidFill>
              <a:prstDash val="solid"/>
            </a:ln>
          </p:spPr>
        </p:sp>
        <p:sp>
          <p:nvSpPr>
            <p:cNvPr id="543" name="TMTM temporal row 1: source 543"/>
            <p:cNvSpPr/>
            <p:nvPr/>
          </p:nvSpPr>
          <p:spPr>
            <a:xfrm>
              <a:off x="7140722" y="1377544"/>
              <a:ext cx="170456" cy="69952"/>
            </a:xfrm>
            <a:prstGeom prst="rect">
              <a:avLst/>
            </a:prstGeom>
            <a:solidFill>
              <a:srgbClr val="D55E00"/>
            </a:solidFill>
            <a:ln w="5281">
              <a:solidFill>
                <a:srgbClr val="FFFFFF"/>
              </a:solidFill>
              <a:prstDash val="solid"/>
            </a:ln>
          </p:spPr>
        </p:sp>
        <p:sp>
          <p:nvSpPr>
            <p:cNvPr id="544" name="TMTM temporal row 1: source 544"/>
            <p:cNvSpPr/>
            <p:nvPr/>
          </p:nvSpPr>
          <p:spPr>
            <a:xfrm>
              <a:off x="7307885" y="1377544"/>
              <a:ext cx="170456" cy="69952"/>
            </a:xfrm>
            <a:prstGeom prst="rect">
              <a:avLst/>
            </a:prstGeom>
            <a:solidFill>
              <a:srgbClr val="D55E00"/>
            </a:solidFill>
            <a:ln w="5281">
              <a:solidFill>
                <a:srgbClr val="FFFFFF"/>
              </a:solidFill>
              <a:prstDash val="solid"/>
            </a:ln>
          </p:spPr>
        </p:sp>
        <p:sp>
          <p:nvSpPr>
            <p:cNvPr id="545" name="TMTM temporal row 1: source 545"/>
            <p:cNvSpPr/>
            <p:nvPr/>
          </p:nvSpPr>
          <p:spPr>
            <a:xfrm>
              <a:off x="7475049" y="1377544"/>
              <a:ext cx="170456" cy="69952"/>
            </a:xfrm>
            <a:prstGeom prst="rect">
              <a:avLst/>
            </a:prstGeom>
            <a:solidFill>
              <a:srgbClr val="D55E00"/>
            </a:solidFill>
            <a:ln w="5281">
              <a:solidFill>
                <a:srgbClr val="FFFFFF"/>
              </a:solidFill>
              <a:prstDash val="solid"/>
            </a:ln>
          </p:spPr>
        </p:sp>
        <p:sp>
          <p:nvSpPr>
            <p:cNvPr id="546" name="TMTM temporal row 1: source 546"/>
            <p:cNvSpPr/>
            <p:nvPr/>
          </p:nvSpPr>
          <p:spPr>
            <a:xfrm>
              <a:off x="7642212" y="1377544"/>
              <a:ext cx="170456" cy="69952"/>
            </a:xfrm>
            <a:prstGeom prst="rect">
              <a:avLst/>
            </a:prstGeom>
            <a:solidFill>
              <a:srgbClr val="B7BEC5"/>
            </a:solidFill>
            <a:ln w="5281">
              <a:solidFill>
                <a:srgbClr val="FFFFFF"/>
              </a:solidFill>
              <a:prstDash val="solid"/>
            </a:ln>
          </p:spPr>
        </p:sp>
        <p:sp>
          <p:nvSpPr>
            <p:cNvPr id="547" name="TMTM temporal row 1: source 547"/>
            <p:cNvSpPr/>
            <p:nvPr/>
          </p:nvSpPr>
          <p:spPr>
            <a:xfrm>
              <a:off x="7809376" y="1377544"/>
              <a:ext cx="170456" cy="69952"/>
            </a:xfrm>
            <a:prstGeom prst="rect">
              <a:avLst/>
            </a:prstGeom>
            <a:solidFill>
              <a:srgbClr val="7B8790"/>
            </a:solidFill>
            <a:ln w="5281">
              <a:solidFill>
                <a:srgbClr val="FFFFFF"/>
              </a:solidFill>
              <a:prstDash val="solid"/>
            </a:ln>
          </p:spPr>
        </p:sp>
        <p:sp>
          <p:nvSpPr>
            <p:cNvPr id="548" name="TMTM temporal row 1: source 548"/>
            <p:cNvSpPr/>
            <p:nvPr/>
          </p:nvSpPr>
          <p:spPr>
            <a:xfrm>
              <a:off x="7976540" y="1377544"/>
              <a:ext cx="170456" cy="69952"/>
            </a:xfrm>
            <a:prstGeom prst="rect">
              <a:avLst/>
            </a:prstGeom>
            <a:solidFill>
              <a:srgbClr val="009E73"/>
            </a:solidFill>
            <a:ln w="5281">
              <a:solidFill>
                <a:srgbClr val="FFFFFF"/>
              </a:solidFill>
              <a:prstDash val="solid"/>
            </a:ln>
          </p:spPr>
        </p:sp>
        <p:sp>
          <p:nvSpPr>
            <p:cNvPr id="549" name="TMTM temporal row 1: source 549"/>
            <p:cNvSpPr/>
            <p:nvPr/>
          </p:nvSpPr>
          <p:spPr>
            <a:xfrm>
              <a:off x="8143704" y="1377544"/>
              <a:ext cx="170456" cy="69952"/>
            </a:xfrm>
            <a:prstGeom prst="rect">
              <a:avLst/>
            </a:prstGeom>
            <a:solidFill>
              <a:srgbClr val="009E73"/>
            </a:solidFill>
            <a:ln w="5281">
              <a:solidFill>
                <a:srgbClr val="FFFFFF"/>
              </a:solidFill>
              <a:prstDash val="solid"/>
            </a:ln>
          </p:spPr>
        </p:sp>
        <p:sp>
          <p:nvSpPr>
            <p:cNvPr id="550" name="TMTM temporal row 1: source 550"/>
            <p:cNvSpPr/>
            <p:nvPr/>
          </p:nvSpPr>
          <p:spPr>
            <a:xfrm>
              <a:off x="8310867" y="1377544"/>
              <a:ext cx="170456" cy="69952"/>
            </a:xfrm>
            <a:prstGeom prst="rect">
              <a:avLst/>
            </a:prstGeom>
            <a:solidFill>
              <a:srgbClr val="009E73"/>
            </a:solidFill>
            <a:ln w="5281">
              <a:solidFill>
                <a:srgbClr val="FFFFFF"/>
              </a:solidFill>
              <a:prstDash val="solid"/>
            </a:ln>
          </p:spPr>
        </p:sp>
        <p:sp>
          <p:nvSpPr>
            <p:cNvPr id="551" name="TMTM temporal row 1: source 551"/>
            <p:cNvSpPr/>
            <p:nvPr/>
          </p:nvSpPr>
          <p:spPr>
            <a:xfrm>
              <a:off x="8478031" y="1377544"/>
              <a:ext cx="170456" cy="69952"/>
            </a:xfrm>
            <a:prstGeom prst="rect">
              <a:avLst/>
            </a:prstGeom>
            <a:solidFill>
              <a:srgbClr val="7B8790"/>
            </a:solidFill>
            <a:ln w="5281">
              <a:solidFill>
                <a:srgbClr val="FFFFFF"/>
              </a:solidFill>
              <a:prstDash val="solid"/>
            </a:ln>
          </p:spPr>
        </p:sp>
        <p:sp>
          <p:nvSpPr>
            <p:cNvPr id="552" name="TMTM temporal row 1: source 552"/>
            <p:cNvSpPr/>
            <p:nvPr/>
          </p:nvSpPr>
          <p:spPr>
            <a:xfrm>
              <a:off x="5970575" y="1377544"/>
              <a:ext cx="2674620" cy="69952"/>
            </a:xfrm>
            <a:prstGeom prst="rect">
              <a:avLst/>
            </a:prstGeom>
            <a:solidFill>
              <a:srgbClr val="FFFFFF">
                <a:alpha val="0"/>
              </a:srgbClr>
            </a:solidFill>
            <a:ln w="12321">
              <a:solidFill>
                <a:srgbClr val="263238"/>
              </a:solidFill>
              <a:prstDash val="solid"/>
            </a:ln>
          </p:spPr>
        </p:sp>
        <p:sp>
          <p:nvSpPr>
            <p:cNvPr id="553" name="TMTM temporal row 2: source 553"/>
            <p:cNvSpPr/>
            <p:nvPr/>
          </p:nvSpPr>
          <p:spPr>
            <a:xfrm>
              <a:off x="5884164" y="1457325"/>
              <a:ext cx="2839212" cy="279806"/>
            </a:xfrm>
            <a:prstGeom prst="rect">
              <a:avLst/>
            </a:prstGeom>
            <a:solidFill>
              <a:srgbClr val="FFFFFF">
                <a:alpha val="0"/>
              </a:srgbClr>
            </a:solidFill>
            <a:ln w="12001">
              <a:solidFill>
                <a:srgbClr val="DFE4E8"/>
              </a:solidFill>
              <a:prstDash val="solid"/>
            </a:ln>
          </p:spPr>
        </p:sp>
        <p:sp>
          <p:nvSpPr>
            <p:cNvPr id="554" name="TMTM temporal row 2: source 554"/>
            <p:cNvSpPr/>
            <p:nvPr/>
          </p:nvSpPr>
          <p:spPr>
            <a:xfrm>
              <a:off x="5970575" y="1605458"/>
              <a:ext cx="2674620" cy="823"/>
            </a:xfrm>
            <a:prstGeom prst="line">
              <a:avLst/>
            </a:prstGeom>
            <a:solidFill>
              <a:srgbClr val="FFFFFF">
                <a:alpha val="0"/>
              </a:srgbClr>
            </a:solidFill>
            <a:ln w="12162">
              <a:solidFill>
                <a:srgbClr val="7B8790"/>
              </a:solidFill>
              <a:prstDash val="solid"/>
            </a:ln>
          </p:spPr>
        </p:sp>
        <p:sp>
          <p:nvSpPr>
            <p:cNvPr id="555" name="TMTM temporal row 2: source 555"/>
            <p:cNvSpPr/>
            <p:nvPr/>
          </p:nvSpPr>
          <p:spPr>
            <a:xfrm>
              <a:off x="5997273" y="1548575"/>
              <a:ext cx="113766" cy="113766"/>
            </a:xfrm>
            <a:prstGeom prst="diamond">
              <a:avLst/>
            </a:prstGeom>
            <a:solidFill>
              <a:srgbClr val="7B8790"/>
            </a:solidFill>
            <a:ln w="13602">
              <a:solidFill>
                <a:srgbClr val="263238"/>
              </a:solidFill>
              <a:prstDash val="solid"/>
            </a:ln>
          </p:spPr>
        </p:sp>
        <p:sp>
          <p:nvSpPr>
            <p:cNvPr id="556" name="TMTM temporal row 2: source 556"/>
            <p:cNvSpPr/>
            <p:nvPr/>
          </p:nvSpPr>
          <p:spPr>
            <a:xfrm>
              <a:off x="6176881" y="1561018"/>
              <a:ext cx="88880" cy="88880"/>
            </a:xfrm>
            <a:prstGeom prst="ellipse">
              <a:avLst/>
            </a:prstGeom>
            <a:solidFill>
              <a:srgbClr val="7B8790"/>
            </a:solidFill>
            <a:ln w="9601">
              <a:solidFill>
                <a:srgbClr val="263238"/>
              </a:solidFill>
              <a:prstDash val="solid"/>
            </a:ln>
          </p:spPr>
        </p:sp>
        <p:sp>
          <p:nvSpPr>
            <p:cNvPr id="557" name="TMTM temporal row 2: source 557"/>
            <p:cNvSpPr/>
            <p:nvPr/>
          </p:nvSpPr>
          <p:spPr>
            <a:xfrm>
              <a:off x="6344044" y="1561018"/>
              <a:ext cx="88880" cy="88880"/>
            </a:xfrm>
            <a:prstGeom prst="ellipse">
              <a:avLst/>
            </a:prstGeom>
            <a:solidFill>
              <a:srgbClr val="B7BEC5"/>
            </a:solidFill>
            <a:ln w="9601">
              <a:solidFill>
                <a:srgbClr val="263238"/>
              </a:solidFill>
              <a:prstDash val="solid"/>
            </a:ln>
          </p:spPr>
        </p:sp>
        <p:sp>
          <p:nvSpPr>
            <p:cNvPr id="558" name="TMTM temporal row 2: source 558"/>
            <p:cNvSpPr/>
            <p:nvPr/>
          </p:nvSpPr>
          <p:spPr>
            <a:xfrm>
              <a:off x="6511208" y="1561018"/>
              <a:ext cx="88880" cy="88880"/>
            </a:xfrm>
            <a:prstGeom prst="ellipse">
              <a:avLst/>
            </a:prstGeom>
            <a:solidFill>
              <a:srgbClr val="0072B2"/>
            </a:solidFill>
            <a:ln w="9601">
              <a:solidFill>
                <a:srgbClr val="263238"/>
              </a:solidFill>
              <a:prstDash val="solid"/>
            </a:ln>
          </p:spPr>
        </p:sp>
        <p:sp>
          <p:nvSpPr>
            <p:cNvPr id="559" name="TMTM temporal row 2: source 559"/>
            <p:cNvSpPr/>
            <p:nvPr/>
          </p:nvSpPr>
          <p:spPr>
            <a:xfrm>
              <a:off x="6665928" y="1548575"/>
              <a:ext cx="113766" cy="113766"/>
            </a:xfrm>
            <a:prstGeom prst="diamond">
              <a:avLst/>
            </a:prstGeom>
            <a:solidFill>
              <a:srgbClr val="0072B2"/>
            </a:solidFill>
            <a:ln w="13602">
              <a:solidFill>
                <a:srgbClr val="263238"/>
              </a:solidFill>
              <a:prstDash val="solid"/>
            </a:ln>
          </p:spPr>
        </p:sp>
        <p:sp>
          <p:nvSpPr>
            <p:cNvPr id="560" name="TMTM temporal row 2: source 560"/>
            <p:cNvSpPr/>
            <p:nvPr/>
          </p:nvSpPr>
          <p:spPr>
            <a:xfrm>
              <a:off x="6845536" y="1561018"/>
              <a:ext cx="88880" cy="88880"/>
            </a:xfrm>
            <a:prstGeom prst="ellipse">
              <a:avLst/>
            </a:prstGeom>
            <a:solidFill>
              <a:srgbClr val="0072B2"/>
            </a:solidFill>
            <a:ln w="9601">
              <a:solidFill>
                <a:srgbClr val="263238"/>
              </a:solidFill>
              <a:prstDash val="solid"/>
            </a:ln>
          </p:spPr>
        </p:sp>
        <p:sp>
          <p:nvSpPr>
            <p:cNvPr id="561" name="TMTM temporal row 2: source 561"/>
            <p:cNvSpPr/>
            <p:nvPr/>
          </p:nvSpPr>
          <p:spPr>
            <a:xfrm>
              <a:off x="7000256" y="1548575"/>
              <a:ext cx="113766" cy="113766"/>
            </a:xfrm>
            <a:prstGeom prst="diamond">
              <a:avLst/>
            </a:prstGeom>
            <a:solidFill>
              <a:srgbClr val="B7BEC5"/>
            </a:solidFill>
            <a:ln w="13602">
              <a:solidFill>
                <a:srgbClr val="263238"/>
              </a:solidFill>
              <a:prstDash val="solid"/>
            </a:ln>
          </p:spPr>
        </p:sp>
        <p:sp>
          <p:nvSpPr>
            <p:cNvPr id="562" name="TMTM temporal row 2: source 562"/>
            <p:cNvSpPr/>
            <p:nvPr/>
          </p:nvSpPr>
          <p:spPr>
            <a:xfrm>
              <a:off x="7179863" y="1561018"/>
              <a:ext cx="88880" cy="88880"/>
            </a:xfrm>
            <a:prstGeom prst="ellipse">
              <a:avLst/>
            </a:prstGeom>
            <a:solidFill>
              <a:srgbClr val="D55E00"/>
            </a:solidFill>
            <a:ln w="9601">
              <a:solidFill>
                <a:srgbClr val="263238"/>
              </a:solidFill>
              <a:prstDash val="solid"/>
            </a:ln>
          </p:spPr>
        </p:sp>
        <p:sp>
          <p:nvSpPr>
            <p:cNvPr id="563" name="TMTM temporal row 2: source 563"/>
            <p:cNvSpPr/>
            <p:nvPr/>
          </p:nvSpPr>
          <p:spPr>
            <a:xfrm>
              <a:off x="7334583" y="1548575"/>
              <a:ext cx="113766" cy="113766"/>
            </a:xfrm>
            <a:prstGeom prst="diamond">
              <a:avLst/>
            </a:prstGeom>
            <a:solidFill>
              <a:srgbClr val="D55E00"/>
            </a:solidFill>
            <a:ln w="13602">
              <a:solidFill>
                <a:srgbClr val="263238"/>
              </a:solidFill>
              <a:prstDash val="solid"/>
            </a:ln>
          </p:spPr>
        </p:sp>
        <p:sp>
          <p:nvSpPr>
            <p:cNvPr id="564" name="TMTM temporal row 2: source 564"/>
            <p:cNvSpPr/>
            <p:nvPr/>
          </p:nvSpPr>
          <p:spPr>
            <a:xfrm>
              <a:off x="7514191" y="1561018"/>
              <a:ext cx="88880" cy="88880"/>
            </a:xfrm>
            <a:prstGeom prst="ellipse">
              <a:avLst/>
            </a:prstGeom>
            <a:solidFill>
              <a:srgbClr val="D55E00"/>
            </a:solidFill>
            <a:ln w="9601">
              <a:solidFill>
                <a:srgbClr val="263238"/>
              </a:solidFill>
              <a:prstDash val="solid"/>
            </a:ln>
          </p:spPr>
        </p:sp>
        <p:sp>
          <p:nvSpPr>
            <p:cNvPr id="565" name="TMTM temporal row 2: source 565"/>
            <p:cNvSpPr/>
            <p:nvPr/>
          </p:nvSpPr>
          <p:spPr>
            <a:xfrm>
              <a:off x="7681354" y="1561018"/>
              <a:ext cx="88880" cy="88880"/>
            </a:xfrm>
            <a:prstGeom prst="ellipse">
              <a:avLst/>
            </a:prstGeom>
            <a:solidFill>
              <a:srgbClr val="B7BEC5"/>
            </a:solidFill>
            <a:ln w="9601">
              <a:solidFill>
                <a:srgbClr val="263238"/>
              </a:solidFill>
              <a:prstDash val="solid"/>
            </a:ln>
          </p:spPr>
        </p:sp>
        <p:sp>
          <p:nvSpPr>
            <p:cNvPr id="566" name="TMTM temporal row 2: source 566"/>
            <p:cNvSpPr/>
            <p:nvPr/>
          </p:nvSpPr>
          <p:spPr>
            <a:xfrm>
              <a:off x="7836075" y="1548575"/>
              <a:ext cx="113766" cy="113766"/>
            </a:xfrm>
            <a:prstGeom prst="diamond">
              <a:avLst/>
            </a:prstGeom>
            <a:solidFill>
              <a:srgbClr val="7B8790"/>
            </a:solidFill>
            <a:ln w="13602">
              <a:solidFill>
                <a:srgbClr val="263238"/>
              </a:solidFill>
              <a:prstDash val="solid"/>
            </a:ln>
          </p:spPr>
        </p:sp>
        <p:sp>
          <p:nvSpPr>
            <p:cNvPr id="567" name="TMTM temporal row 2: source 567"/>
            <p:cNvSpPr/>
            <p:nvPr/>
          </p:nvSpPr>
          <p:spPr>
            <a:xfrm>
              <a:off x="8015682" y="1561018"/>
              <a:ext cx="88880" cy="88880"/>
            </a:xfrm>
            <a:prstGeom prst="ellipse">
              <a:avLst/>
            </a:prstGeom>
            <a:solidFill>
              <a:srgbClr val="009E73"/>
            </a:solidFill>
            <a:ln w="9601">
              <a:solidFill>
                <a:srgbClr val="263238"/>
              </a:solidFill>
              <a:prstDash val="solid"/>
            </a:ln>
          </p:spPr>
        </p:sp>
        <p:sp>
          <p:nvSpPr>
            <p:cNvPr id="568" name="TMTM temporal row 2: source 568"/>
            <p:cNvSpPr/>
            <p:nvPr/>
          </p:nvSpPr>
          <p:spPr>
            <a:xfrm>
              <a:off x="8170402" y="1548575"/>
              <a:ext cx="113766" cy="113766"/>
            </a:xfrm>
            <a:prstGeom prst="diamond">
              <a:avLst/>
            </a:prstGeom>
            <a:solidFill>
              <a:srgbClr val="009E73"/>
            </a:solidFill>
            <a:ln w="13602">
              <a:solidFill>
                <a:srgbClr val="263238"/>
              </a:solidFill>
              <a:prstDash val="solid"/>
            </a:ln>
          </p:spPr>
        </p:sp>
        <p:sp>
          <p:nvSpPr>
            <p:cNvPr id="569" name="TMTM temporal row 2: source 569"/>
            <p:cNvSpPr/>
            <p:nvPr/>
          </p:nvSpPr>
          <p:spPr>
            <a:xfrm>
              <a:off x="8350009" y="1561018"/>
              <a:ext cx="88880" cy="88880"/>
            </a:xfrm>
            <a:prstGeom prst="ellipse">
              <a:avLst/>
            </a:prstGeom>
            <a:solidFill>
              <a:srgbClr val="009E73"/>
            </a:solidFill>
            <a:ln w="9601">
              <a:solidFill>
                <a:srgbClr val="263238"/>
              </a:solidFill>
              <a:prstDash val="solid"/>
            </a:ln>
          </p:spPr>
        </p:sp>
        <p:sp>
          <p:nvSpPr>
            <p:cNvPr id="570" name="TMTM temporal row 2: source 570"/>
            <p:cNvSpPr/>
            <p:nvPr/>
          </p:nvSpPr>
          <p:spPr>
            <a:xfrm>
              <a:off x="8517173" y="1561018"/>
              <a:ext cx="88880" cy="88880"/>
            </a:xfrm>
            <a:prstGeom prst="ellipse">
              <a:avLst/>
            </a:prstGeom>
            <a:solidFill>
              <a:srgbClr val="7B8790"/>
            </a:solidFill>
            <a:ln w="9601">
              <a:solidFill>
                <a:srgbClr val="263238"/>
              </a:solidFill>
              <a:prstDash val="solid"/>
            </a:ln>
          </p:spPr>
        </p:sp>
        <p:sp>
          <p:nvSpPr>
            <p:cNvPr id="571" name="TMTM temporal row 2: source 571"/>
            <p:cNvSpPr/>
            <p:nvPr/>
          </p:nvSpPr>
          <p:spPr>
            <a:xfrm>
              <a:off x="5970575" y="1691869"/>
              <a:ext cx="170456" cy="69952"/>
            </a:xfrm>
            <a:prstGeom prst="rect">
              <a:avLst/>
            </a:prstGeom>
            <a:solidFill>
              <a:srgbClr val="7B8790"/>
            </a:solidFill>
            <a:ln w="5281">
              <a:solidFill>
                <a:srgbClr val="FFFFFF"/>
              </a:solidFill>
              <a:prstDash val="solid"/>
            </a:ln>
          </p:spPr>
        </p:sp>
        <p:sp>
          <p:nvSpPr>
            <p:cNvPr id="572" name="TMTM temporal row 2: source 572"/>
            <p:cNvSpPr/>
            <p:nvPr/>
          </p:nvSpPr>
          <p:spPr>
            <a:xfrm>
              <a:off x="6137739" y="1691869"/>
              <a:ext cx="170456" cy="69952"/>
            </a:xfrm>
            <a:prstGeom prst="rect">
              <a:avLst/>
            </a:prstGeom>
            <a:solidFill>
              <a:srgbClr val="7B8790"/>
            </a:solidFill>
            <a:ln w="5281">
              <a:solidFill>
                <a:srgbClr val="FFFFFF"/>
              </a:solidFill>
              <a:prstDash val="solid"/>
            </a:ln>
          </p:spPr>
        </p:sp>
        <p:sp>
          <p:nvSpPr>
            <p:cNvPr id="573" name="TMTM temporal row 2: source 573"/>
            <p:cNvSpPr/>
            <p:nvPr/>
          </p:nvSpPr>
          <p:spPr>
            <a:xfrm>
              <a:off x="6304902" y="1691869"/>
              <a:ext cx="170456" cy="69952"/>
            </a:xfrm>
            <a:prstGeom prst="rect">
              <a:avLst/>
            </a:prstGeom>
            <a:solidFill>
              <a:srgbClr val="B7BEC5"/>
            </a:solidFill>
            <a:ln w="5281">
              <a:solidFill>
                <a:srgbClr val="FFFFFF"/>
              </a:solidFill>
              <a:prstDash val="solid"/>
            </a:ln>
          </p:spPr>
        </p:sp>
        <p:sp>
          <p:nvSpPr>
            <p:cNvPr id="574" name="TMTM temporal row 2: source 574"/>
            <p:cNvSpPr/>
            <p:nvPr/>
          </p:nvSpPr>
          <p:spPr>
            <a:xfrm>
              <a:off x="6472066" y="1691869"/>
              <a:ext cx="170456" cy="69952"/>
            </a:xfrm>
            <a:prstGeom prst="rect">
              <a:avLst/>
            </a:prstGeom>
            <a:solidFill>
              <a:srgbClr val="0072B2"/>
            </a:solidFill>
            <a:ln w="5281">
              <a:solidFill>
                <a:srgbClr val="FFFFFF"/>
              </a:solidFill>
              <a:prstDash val="solid"/>
            </a:ln>
          </p:spPr>
        </p:sp>
        <p:sp>
          <p:nvSpPr>
            <p:cNvPr id="575" name="TMTM temporal row 2: source 575"/>
            <p:cNvSpPr/>
            <p:nvPr/>
          </p:nvSpPr>
          <p:spPr>
            <a:xfrm>
              <a:off x="6639230" y="1691869"/>
              <a:ext cx="170456" cy="69952"/>
            </a:xfrm>
            <a:prstGeom prst="rect">
              <a:avLst/>
            </a:prstGeom>
            <a:solidFill>
              <a:srgbClr val="0072B2"/>
            </a:solidFill>
            <a:ln w="5281">
              <a:solidFill>
                <a:srgbClr val="FFFFFF"/>
              </a:solidFill>
              <a:prstDash val="solid"/>
            </a:ln>
          </p:spPr>
        </p:sp>
        <p:sp>
          <p:nvSpPr>
            <p:cNvPr id="576" name="TMTM temporal row 2: source 576"/>
            <p:cNvSpPr/>
            <p:nvPr/>
          </p:nvSpPr>
          <p:spPr>
            <a:xfrm>
              <a:off x="6806394" y="1691869"/>
              <a:ext cx="170456" cy="69952"/>
            </a:xfrm>
            <a:prstGeom prst="rect">
              <a:avLst/>
            </a:prstGeom>
            <a:solidFill>
              <a:srgbClr val="0072B2"/>
            </a:solidFill>
            <a:ln w="5281">
              <a:solidFill>
                <a:srgbClr val="FFFFFF"/>
              </a:solidFill>
              <a:prstDash val="solid"/>
            </a:ln>
          </p:spPr>
        </p:sp>
        <p:sp>
          <p:nvSpPr>
            <p:cNvPr id="577" name="TMTM temporal row 2: source 577"/>
            <p:cNvSpPr/>
            <p:nvPr/>
          </p:nvSpPr>
          <p:spPr>
            <a:xfrm>
              <a:off x="6973557" y="1691869"/>
              <a:ext cx="170456" cy="69952"/>
            </a:xfrm>
            <a:prstGeom prst="rect">
              <a:avLst/>
            </a:prstGeom>
            <a:solidFill>
              <a:srgbClr val="B7BEC5"/>
            </a:solidFill>
            <a:ln w="5281">
              <a:solidFill>
                <a:srgbClr val="FFFFFF"/>
              </a:solidFill>
              <a:prstDash val="solid"/>
            </a:ln>
          </p:spPr>
        </p:sp>
        <p:sp>
          <p:nvSpPr>
            <p:cNvPr id="578" name="TMTM temporal row 2: source 578"/>
            <p:cNvSpPr/>
            <p:nvPr/>
          </p:nvSpPr>
          <p:spPr>
            <a:xfrm>
              <a:off x="7140722" y="1691869"/>
              <a:ext cx="170456" cy="69952"/>
            </a:xfrm>
            <a:prstGeom prst="rect">
              <a:avLst/>
            </a:prstGeom>
            <a:solidFill>
              <a:srgbClr val="D55E00"/>
            </a:solidFill>
            <a:ln w="5281">
              <a:solidFill>
                <a:srgbClr val="FFFFFF"/>
              </a:solidFill>
              <a:prstDash val="solid"/>
            </a:ln>
          </p:spPr>
        </p:sp>
        <p:sp>
          <p:nvSpPr>
            <p:cNvPr id="579" name="TMTM temporal row 2: source 579"/>
            <p:cNvSpPr/>
            <p:nvPr/>
          </p:nvSpPr>
          <p:spPr>
            <a:xfrm>
              <a:off x="7307885" y="1691869"/>
              <a:ext cx="170456" cy="69952"/>
            </a:xfrm>
            <a:prstGeom prst="rect">
              <a:avLst/>
            </a:prstGeom>
            <a:solidFill>
              <a:srgbClr val="D55E00"/>
            </a:solidFill>
            <a:ln w="5281">
              <a:solidFill>
                <a:srgbClr val="FFFFFF"/>
              </a:solidFill>
              <a:prstDash val="solid"/>
            </a:ln>
          </p:spPr>
        </p:sp>
        <p:sp>
          <p:nvSpPr>
            <p:cNvPr id="580" name="TMTM temporal row 2: source 580"/>
            <p:cNvSpPr/>
            <p:nvPr/>
          </p:nvSpPr>
          <p:spPr>
            <a:xfrm>
              <a:off x="7475049" y="1691869"/>
              <a:ext cx="170456" cy="69952"/>
            </a:xfrm>
            <a:prstGeom prst="rect">
              <a:avLst/>
            </a:prstGeom>
            <a:solidFill>
              <a:srgbClr val="D55E00"/>
            </a:solidFill>
            <a:ln w="5281">
              <a:solidFill>
                <a:srgbClr val="FFFFFF"/>
              </a:solidFill>
              <a:prstDash val="solid"/>
            </a:ln>
          </p:spPr>
        </p:sp>
        <p:sp>
          <p:nvSpPr>
            <p:cNvPr id="581" name="TMTM temporal row 2: source 581"/>
            <p:cNvSpPr/>
            <p:nvPr/>
          </p:nvSpPr>
          <p:spPr>
            <a:xfrm>
              <a:off x="7642212" y="1691869"/>
              <a:ext cx="170456" cy="69952"/>
            </a:xfrm>
            <a:prstGeom prst="rect">
              <a:avLst/>
            </a:prstGeom>
            <a:solidFill>
              <a:srgbClr val="B7BEC5"/>
            </a:solidFill>
            <a:ln w="5281">
              <a:solidFill>
                <a:srgbClr val="FFFFFF"/>
              </a:solidFill>
              <a:prstDash val="solid"/>
            </a:ln>
          </p:spPr>
        </p:sp>
        <p:sp>
          <p:nvSpPr>
            <p:cNvPr id="582" name="TMTM temporal row 2: source 582"/>
            <p:cNvSpPr/>
            <p:nvPr/>
          </p:nvSpPr>
          <p:spPr>
            <a:xfrm>
              <a:off x="7809376" y="1691869"/>
              <a:ext cx="170456" cy="69952"/>
            </a:xfrm>
            <a:prstGeom prst="rect">
              <a:avLst/>
            </a:prstGeom>
            <a:solidFill>
              <a:srgbClr val="7B8790"/>
            </a:solidFill>
            <a:ln w="5281">
              <a:solidFill>
                <a:srgbClr val="FFFFFF"/>
              </a:solidFill>
              <a:prstDash val="solid"/>
            </a:ln>
          </p:spPr>
        </p:sp>
        <p:sp>
          <p:nvSpPr>
            <p:cNvPr id="583" name="TMTM temporal row 2: source 583"/>
            <p:cNvSpPr/>
            <p:nvPr/>
          </p:nvSpPr>
          <p:spPr>
            <a:xfrm>
              <a:off x="7976540" y="1691869"/>
              <a:ext cx="170456" cy="69952"/>
            </a:xfrm>
            <a:prstGeom prst="rect">
              <a:avLst/>
            </a:prstGeom>
            <a:solidFill>
              <a:srgbClr val="009E73"/>
            </a:solidFill>
            <a:ln w="5281">
              <a:solidFill>
                <a:srgbClr val="FFFFFF"/>
              </a:solidFill>
              <a:prstDash val="solid"/>
            </a:ln>
          </p:spPr>
        </p:sp>
        <p:sp>
          <p:nvSpPr>
            <p:cNvPr id="584" name="TMTM temporal row 2: source 584"/>
            <p:cNvSpPr/>
            <p:nvPr/>
          </p:nvSpPr>
          <p:spPr>
            <a:xfrm>
              <a:off x="8143704" y="1691869"/>
              <a:ext cx="170456" cy="69952"/>
            </a:xfrm>
            <a:prstGeom prst="rect">
              <a:avLst/>
            </a:prstGeom>
            <a:solidFill>
              <a:srgbClr val="009E73"/>
            </a:solidFill>
            <a:ln w="5281">
              <a:solidFill>
                <a:srgbClr val="FFFFFF"/>
              </a:solidFill>
              <a:prstDash val="solid"/>
            </a:ln>
          </p:spPr>
        </p:sp>
        <p:sp>
          <p:nvSpPr>
            <p:cNvPr id="585" name="TMTM temporal row 2: source 585"/>
            <p:cNvSpPr/>
            <p:nvPr/>
          </p:nvSpPr>
          <p:spPr>
            <a:xfrm>
              <a:off x="8310867" y="1691869"/>
              <a:ext cx="170456" cy="69952"/>
            </a:xfrm>
            <a:prstGeom prst="rect">
              <a:avLst/>
            </a:prstGeom>
            <a:solidFill>
              <a:srgbClr val="009E73"/>
            </a:solidFill>
            <a:ln w="5281">
              <a:solidFill>
                <a:srgbClr val="FFFFFF"/>
              </a:solidFill>
              <a:prstDash val="solid"/>
            </a:ln>
          </p:spPr>
        </p:sp>
        <p:sp>
          <p:nvSpPr>
            <p:cNvPr id="586" name="TMTM temporal row 2: source 586"/>
            <p:cNvSpPr/>
            <p:nvPr/>
          </p:nvSpPr>
          <p:spPr>
            <a:xfrm>
              <a:off x="8478031" y="1691869"/>
              <a:ext cx="170456" cy="69952"/>
            </a:xfrm>
            <a:prstGeom prst="rect">
              <a:avLst/>
            </a:prstGeom>
            <a:solidFill>
              <a:srgbClr val="7B8790"/>
            </a:solidFill>
            <a:ln w="5281">
              <a:solidFill>
                <a:srgbClr val="FFFFFF"/>
              </a:solidFill>
              <a:prstDash val="solid"/>
            </a:ln>
          </p:spPr>
        </p:sp>
        <p:sp>
          <p:nvSpPr>
            <p:cNvPr id="587" name="TMTM temporal row 2: source 587"/>
            <p:cNvSpPr/>
            <p:nvPr/>
          </p:nvSpPr>
          <p:spPr>
            <a:xfrm>
              <a:off x="5970575" y="1691869"/>
              <a:ext cx="2674620" cy="69952"/>
            </a:xfrm>
            <a:prstGeom prst="rect">
              <a:avLst/>
            </a:prstGeom>
            <a:solidFill>
              <a:srgbClr val="FFFFFF">
                <a:alpha val="0"/>
              </a:srgbClr>
            </a:solidFill>
            <a:ln w="12321">
              <a:solidFill>
                <a:srgbClr val="263238"/>
              </a:solidFill>
              <a:prstDash val="solid"/>
            </a:ln>
          </p:spPr>
        </p:sp>
        <p:sp>
          <p:nvSpPr>
            <p:cNvPr id="480" name="Shape 478"/>
            <p:cNvSpPr/>
            <p:nvPr/>
          </p:nvSpPr>
          <p:spPr>
            <a:xfrm>
              <a:off x="6639230" y="836905"/>
              <a:ext cx="823" cy="876300"/>
            </a:xfrm>
            <a:prstGeom prst="line">
              <a:avLst/>
            </a:prstGeom>
            <a:solidFill>
              <a:srgbClr val="FFFFFF">
                <a:alpha val="0"/>
              </a:srgbClr>
            </a:solidFill>
            <a:ln w="10402">
              <a:solidFill>
                <a:srgbClr val="C9D9E9"/>
              </a:solidFill>
              <a:prstDash val="dash"/>
            </a:ln>
          </p:spPr>
        </p:sp>
        <p:sp>
          <p:nvSpPr>
            <p:cNvPr id="481" name="Shape 479"/>
            <p:cNvSpPr/>
            <p:nvPr/>
          </p:nvSpPr>
          <p:spPr>
            <a:xfrm>
              <a:off x="7307885" y="836905"/>
              <a:ext cx="823" cy="876300"/>
            </a:xfrm>
            <a:prstGeom prst="line">
              <a:avLst/>
            </a:prstGeom>
            <a:solidFill>
              <a:srgbClr val="FFFFFF">
                <a:alpha val="0"/>
              </a:srgbClr>
            </a:solidFill>
            <a:ln w="10402">
              <a:solidFill>
                <a:srgbClr val="C9D9E9"/>
              </a:solidFill>
              <a:prstDash val="dash"/>
            </a:ln>
          </p:spPr>
        </p:sp>
        <p:sp>
          <p:nvSpPr>
            <p:cNvPr id="482" name="Shape 480"/>
            <p:cNvSpPr/>
            <p:nvPr/>
          </p:nvSpPr>
          <p:spPr>
            <a:xfrm>
              <a:off x="7976540" y="836905"/>
              <a:ext cx="823" cy="876300"/>
            </a:xfrm>
            <a:prstGeom prst="line">
              <a:avLst/>
            </a:prstGeom>
            <a:solidFill>
              <a:srgbClr val="FFFFFF">
                <a:alpha val="0"/>
              </a:srgbClr>
            </a:solidFill>
            <a:ln w="10402">
              <a:solidFill>
                <a:srgbClr val="C9D9E9"/>
              </a:solidFill>
              <a:prstDash val="dash"/>
            </a:ln>
          </p:spPr>
        </p:sp>
        <p:sp>
          <p:nvSpPr>
            <p:cNvPr id="600" name="ST-MTM spatial ordering: source 600"/>
            <p:cNvSpPr/>
            <p:nvPr/>
          </p:nvSpPr>
          <p:spPr>
            <a:xfrm flipV="1">
              <a:off x="2759050" y="3036303"/>
              <a:ext cx="435254" cy="450799"/>
            </a:xfrm>
            <a:prstGeom prst="line">
              <a:avLst/>
            </a:prstGeom>
            <a:solidFill>
              <a:srgbClr val="FFFFFF">
                <a:alpha val="0"/>
              </a:srgbClr>
            </a:solidFill>
            <a:ln w="18892">
              <a:solidFill>
                <a:srgbClr val="7B8790"/>
              </a:solidFill>
              <a:prstDash val="dash"/>
            </a:ln>
          </p:spPr>
        </p:sp>
        <p:sp>
          <p:nvSpPr>
            <p:cNvPr id="601" name="ST-MTM spatial ordering: source 601"/>
            <p:cNvSpPr/>
            <p:nvPr/>
          </p:nvSpPr>
          <p:spPr>
            <a:xfrm>
              <a:off x="3194304" y="3036303"/>
              <a:ext cx="435254" cy="505206"/>
            </a:xfrm>
            <a:prstGeom prst="line">
              <a:avLst/>
            </a:prstGeom>
            <a:solidFill>
              <a:srgbClr val="FFFFFF">
                <a:alpha val="0"/>
              </a:srgbClr>
            </a:solidFill>
            <a:ln w="18892">
              <a:solidFill>
                <a:srgbClr val="7B8790"/>
              </a:solidFill>
              <a:prstDash val="dash"/>
            </a:ln>
          </p:spPr>
        </p:sp>
        <p:sp>
          <p:nvSpPr>
            <p:cNvPr id="602" name="ST-MTM spatial ordering: source 602"/>
            <p:cNvSpPr/>
            <p:nvPr/>
          </p:nvSpPr>
          <p:spPr>
            <a:xfrm>
              <a:off x="2759050" y="3487102"/>
              <a:ext cx="870509" cy="54407"/>
            </a:xfrm>
            <a:prstGeom prst="line">
              <a:avLst/>
            </a:prstGeom>
            <a:solidFill>
              <a:srgbClr val="FFFFFF">
                <a:alpha val="0"/>
              </a:srgbClr>
            </a:solidFill>
            <a:ln w="18892">
              <a:solidFill>
                <a:srgbClr val="7B8790"/>
              </a:solidFill>
              <a:prstDash val="dash"/>
            </a:ln>
          </p:spPr>
        </p:sp>
        <p:sp>
          <p:nvSpPr>
            <p:cNvPr id="603" name="ST-MTM spatial ordering: source 603"/>
            <p:cNvSpPr/>
            <p:nvPr/>
          </p:nvSpPr>
          <p:spPr>
            <a:xfrm>
              <a:off x="2675496" y="3403549"/>
              <a:ext cx="167107" cy="167107"/>
            </a:xfrm>
            <a:prstGeom prst="ellipse">
              <a:avLst/>
            </a:prstGeom>
            <a:solidFill>
              <a:srgbClr val="0072B2"/>
            </a:solidFill>
            <a:ln w="18892">
              <a:solidFill>
                <a:srgbClr val="263238"/>
              </a:solidFill>
              <a:prstDash val="solid"/>
            </a:ln>
          </p:spPr>
        </p:sp>
        <p:sp>
          <p:nvSpPr>
            <p:cNvPr id="604" name="ST-MTM spatial ordering: source 604"/>
            <p:cNvSpPr/>
            <p:nvPr/>
          </p:nvSpPr>
          <p:spPr>
            <a:xfrm>
              <a:off x="3110751" y="2952750"/>
              <a:ext cx="167107" cy="167107"/>
            </a:xfrm>
            <a:prstGeom prst="ellipse">
              <a:avLst/>
            </a:prstGeom>
            <a:solidFill>
              <a:srgbClr val="D55E00"/>
            </a:solidFill>
            <a:ln w="18892">
              <a:solidFill>
                <a:srgbClr val="263238"/>
              </a:solidFill>
              <a:prstDash val="solid"/>
            </a:ln>
          </p:spPr>
        </p:sp>
        <p:sp>
          <p:nvSpPr>
            <p:cNvPr id="605" name="ST-MTM spatial ordering: source 605"/>
            <p:cNvSpPr/>
            <p:nvPr/>
          </p:nvSpPr>
          <p:spPr>
            <a:xfrm>
              <a:off x="3546005" y="3457956"/>
              <a:ext cx="167107" cy="167107"/>
            </a:xfrm>
            <a:prstGeom prst="ellipse">
              <a:avLst/>
            </a:prstGeom>
            <a:solidFill>
              <a:srgbClr val="009E73"/>
            </a:solidFill>
            <a:ln w="18892">
              <a:solidFill>
                <a:srgbClr val="263238"/>
              </a:solidFill>
              <a:prstDash val="solid"/>
            </a:ln>
          </p:spPr>
        </p:sp>
        <p:sp>
          <p:nvSpPr>
            <p:cNvPr id="606" name="ST-MTM skeleton: source 606"/>
            <p:cNvSpPr/>
            <p:nvPr/>
          </p:nvSpPr>
          <p:spPr>
            <a:xfrm>
              <a:off x="4170731" y="3018006"/>
              <a:ext cx="1103681" cy="777"/>
            </a:xfrm>
            <a:prstGeom prst="line">
              <a:avLst/>
            </a:prstGeom>
            <a:solidFill>
              <a:srgbClr val="FFFFFF">
                <a:alpha val="0"/>
              </a:srgbClr>
            </a:solidFill>
            <a:ln w="20100">
              <a:solidFill>
                <a:srgbClr val="263238"/>
              </a:solidFill>
              <a:prstDash val="solid"/>
            </a:ln>
          </p:spPr>
        </p:sp>
        <p:sp>
          <p:nvSpPr>
            <p:cNvPr id="607" name="ST-MTM skeleton: source 607"/>
            <p:cNvSpPr/>
            <p:nvPr/>
          </p:nvSpPr>
          <p:spPr>
            <a:xfrm>
              <a:off x="4183166" y="2952717"/>
              <a:ext cx="130576" cy="130576"/>
            </a:xfrm>
            <a:prstGeom prst="ellipse">
              <a:avLst/>
            </a:prstGeom>
            <a:solidFill>
              <a:srgbClr val="0072B2"/>
            </a:solidFill>
            <a:ln w="18892">
              <a:solidFill>
                <a:srgbClr val="263238"/>
              </a:solidFill>
              <a:prstDash val="solid"/>
            </a:ln>
          </p:spPr>
        </p:sp>
        <p:sp>
          <p:nvSpPr>
            <p:cNvPr id="608" name="ST-MTM skeleton: source 608"/>
            <p:cNvSpPr/>
            <p:nvPr/>
          </p:nvSpPr>
          <p:spPr>
            <a:xfrm>
              <a:off x="4248455" y="3111275"/>
              <a:ext cx="777" cy="279806"/>
            </a:xfrm>
            <a:prstGeom prst="line">
              <a:avLst/>
            </a:prstGeom>
            <a:solidFill>
              <a:srgbClr val="FFFFFF">
                <a:alpha val="0"/>
              </a:srgbClr>
            </a:solidFill>
            <a:ln w="12090">
              <a:solidFill>
                <a:srgbClr val="7692B1"/>
              </a:solidFill>
              <a:prstDash val="dash"/>
            </a:ln>
          </p:spPr>
        </p:sp>
        <p:sp>
          <p:nvSpPr>
            <p:cNvPr id="609" name="ST-MTM skeleton: source 609"/>
            <p:cNvSpPr/>
            <p:nvPr/>
          </p:nvSpPr>
          <p:spPr>
            <a:xfrm>
              <a:off x="4131869" y="3398853"/>
              <a:ext cx="233172" cy="240944"/>
            </a:xfrm>
            <a:prstGeom prst="rect">
              <a:avLst/>
            </a:prstGeom>
            <a:solidFill>
              <a:srgbClr val="0072B2"/>
            </a:solidFill>
            <a:ln w="5289">
              <a:solidFill>
                <a:srgbClr val="FFFFFF"/>
              </a:solidFill>
              <a:prstDash val="solid"/>
            </a:ln>
          </p:spPr>
        </p:sp>
        <p:sp>
          <p:nvSpPr>
            <p:cNvPr id="610" name="ST-MTM skeleton: source 610"/>
            <p:cNvSpPr/>
            <p:nvPr/>
          </p:nvSpPr>
          <p:spPr>
            <a:xfrm>
              <a:off x="4509607" y="2952717"/>
              <a:ext cx="130576" cy="130576"/>
            </a:xfrm>
            <a:prstGeom prst="ellipse">
              <a:avLst/>
            </a:prstGeom>
            <a:solidFill>
              <a:srgbClr val="D55E00"/>
            </a:solidFill>
            <a:ln w="18892">
              <a:solidFill>
                <a:srgbClr val="263238"/>
              </a:solidFill>
              <a:prstDash val="solid"/>
            </a:ln>
          </p:spPr>
        </p:sp>
        <p:sp>
          <p:nvSpPr>
            <p:cNvPr id="611" name="ST-MTM skeleton: source 611"/>
            <p:cNvSpPr/>
            <p:nvPr/>
          </p:nvSpPr>
          <p:spPr>
            <a:xfrm>
              <a:off x="4574896" y="3111275"/>
              <a:ext cx="777" cy="279806"/>
            </a:xfrm>
            <a:prstGeom prst="line">
              <a:avLst/>
            </a:prstGeom>
            <a:solidFill>
              <a:srgbClr val="FFFFFF">
                <a:alpha val="0"/>
              </a:srgbClr>
            </a:solidFill>
            <a:ln w="12090">
              <a:solidFill>
                <a:srgbClr val="7692B1"/>
              </a:solidFill>
              <a:prstDash val="dash"/>
            </a:ln>
          </p:spPr>
        </p:sp>
        <p:sp>
          <p:nvSpPr>
            <p:cNvPr id="612" name="ST-MTM skeleton: source 612"/>
            <p:cNvSpPr/>
            <p:nvPr/>
          </p:nvSpPr>
          <p:spPr>
            <a:xfrm>
              <a:off x="4458310" y="3398853"/>
              <a:ext cx="233172" cy="240944"/>
            </a:xfrm>
            <a:prstGeom prst="rect">
              <a:avLst/>
            </a:prstGeom>
            <a:solidFill>
              <a:srgbClr val="D55E00"/>
            </a:solidFill>
            <a:ln w="5289">
              <a:solidFill>
                <a:srgbClr val="FFFFFF"/>
              </a:solidFill>
              <a:prstDash val="solid"/>
            </a:ln>
          </p:spPr>
        </p:sp>
        <p:sp>
          <p:nvSpPr>
            <p:cNvPr id="613" name="ST-MTM skeleton: source 613"/>
            <p:cNvSpPr/>
            <p:nvPr/>
          </p:nvSpPr>
          <p:spPr>
            <a:xfrm>
              <a:off x="5100310" y="2952717"/>
              <a:ext cx="130576" cy="130576"/>
            </a:xfrm>
            <a:prstGeom prst="ellipse">
              <a:avLst/>
            </a:prstGeom>
            <a:solidFill>
              <a:srgbClr val="009E73"/>
            </a:solidFill>
            <a:ln w="18892">
              <a:solidFill>
                <a:srgbClr val="263238"/>
              </a:solidFill>
              <a:prstDash val="solid"/>
            </a:ln>
          </p:spPr>
        </p:sp>
        <p:sp>
          <p:nvSpPr>
            <p:cNvPr id="614" name="ST-MTM skeleton: source 614"/>
            <p:cNvSpPr/>
            <p:nvPr/>
          </p:nvSpPr>
          <p:spPr>
            <a:xfrm>
              <a:off x="5165598" y="3111275"/>
              <a:ext cx="777" cy="279806"/>
            </a:xfrm>
            <a:prstGeom prst="line">
              <a:avLst/>
            </a:prstGeom>
            <a:solidFill>
              <a:srgbClr val="FFFFFF">
                <a:alpha val="0"/>
              </a:srgbClr>
            </a:solidFill>
            <a:ln w="12090">
              <a:solidFill>
                <a:srgbClr val="7692B1"/>
              </a:solidFill>
              <a:prstDash val="dash"/>
            </a:ln>
          </p:spPr>
        </p:sp>
        <p:sp>
          <p:nvSpPr>
            <p:cNvPr id="615" name="ST-MTM skeleton: source 615"/>
            <p:cNvSpPr/>
            <p:nvPr/>
          </p:nvSpPr>
          <p:spPr>
            <a:xfrm>
              <a:off x="5049012" y="3398853"/>
              <a:ext cx="233172" cy="240944"/>
            </a:xfrm>
            <a:prstGeom prst="rect">
              <a:avLst/>
            </a:prstGeom>
            <a:solidFill>
              <a:srgbClr val="009E73"/>
            </a:solidFill>
            <a:ln w="5289">
              <a:solidFill>
                <a:srgbClr val="FFFFFF"/>
              </a:solidFill>
              <a:prstDash val="solid"/>
            </a:ln>
          </p:spPr>
        </p:sp>
        <p:sp>
          <p:nvSpPr>
            <p:cNvPr id="616" name="ST-MTM hierarchical filling: source 616"/>
            <p:cNvSpPr/>
            <p:nvPr/>
          </p:nvSpPr>
          <p:spPr>
            <a:xfrm>
              <a:off x="5691683" y="3195885"/>
              <a:ext cx="1473098" cy="823"/>
            </a:xfrm>
            <a:prstGeom prst="line">
              <a:avLst/>
            </a:prstGeom>
            <a:solidFill>
              <a:srgbClr val="FFFFFF">
                <a:alpha val="0"/>
              </a:srgbClr>
            </a:solidFill>
            <a:ln w="12162">
              <a:solidFill>
                <a:srgbClr val="7B8790"/>
              </a:solidFill>
              <a:prstDash val="solid"/>
            </a:ln>
          </p:spPr>
        </p:sp>
        <p:sp>
          <p:nvSpPr>
            <p:cNvPr id="617" name="ST-MTM hierarchical filling: source 617"/>
            <p:cNvSpPr/>
            <p:nvPr/>
          </p:nvSpPr>
          <p:spPr>
            <a:xfrm>
              <a:off x="5669745" y="3143215"/>
              <a:ext cx="105339" cy="105339"/>
            </a:xfrm>
            <a:prstGeom prst="diamond">
              <a:avLst/>
            </a:prstGeom>
            <a:solidFill>
              <a:srgbClr val="7B8790"/>
            </a:solidFill>
            <a:ln w="13602">
              <a:solidFill>
                <a:srgbClr val="263238"/>
              </a:solidFill>
              <a:prstDash val="solid"/>
            </a:ln>
          </p:spPr>
        </p:sp>
        <p:sp>
          <p:nvSpPr>
            <p:cNvPr id="618" name="ST-MTM hierarchical filling: source 618"/>
            <p:cNvSpPr/>
            <p:nvPr/>
          </p:nvSpPr>
          <p:spPr>
            <a:xfrm>
              <a:off x="5750415" y="3154737"/>
              <a:ext cx="82296" cy="82296"/>
            </a:xfrm>
            <a:prstGeom prst="ellipse">
              <a:avLst/>
            </a:prstGeom>
            <a:solidFill>
              <a:srgbClr val="0072B2"/>
            </a:solidFill>
            <a:ln w="9601">
              <a:solidFill>
                <a:srgbClr val="263238"/>
              </a:solidFill>
              <a:prstDash val="solid"/>
            </a:ln>
          </p:spPr>
        </p:sp>
        <p:sp>
          <p:nvSpPr>
            <p:cNvPr id="619" name="ST-MTM hierarchical filling: source 619"/>
            <p:cNvSpPr/>
            <p:nvPr/>
          </p:nvSpPr>
          <p:spPr>
            <a:xfrm>
              <a:off x="5816236" y="3143215"/>
              <a:ext cx="105339" cy="105339"/>
            </a:xfrm>
            <a:prstGeom prst="diamond">
              <a:avLst/>
            </a:prstGeom>
            <a:solidFill>
              <a:srgbClr val="0072B2"/>
            </a:solidFill>
            <a:ln w="13602">
              <a:solidFill>
                <a:srgbClr val="263238"/>
              </a:solidFill>
              <a:prstDash val="solid"/>
            </a:ln>
          </p:spPr>
        </p:sp>
        <p:sp>
          <p:nvSpPr>
            <p:cNvPr id="620" name="ST-MTM hierarchical filling: source 620"/>
            <p:cNvSpPr/>
            <p:nvPr/>
          </p:nvSpPr>
          <p:spPr>
            <a:xfrm>
              <a:off x="5905100" y="3154737"/>
              <a:ext cx="82296" cy="82296"/>
            </a:xfrm>
            <a:prstGeom prst="ellipse">
              <a:avLst/>
            </a:prstGeom>
            <a:solidFill>
              <a:srgbClr val="0072B2"/>
            </a:solidFill>
            <a:ln w="9601">
              <a:solidFill>
                <a:srgbClr val="263238"/>
              </a:solidFill>
              <a:prstDash val="solid"/>
            </a:ln>
          </p:spPr>
        </p:sp>
        <p:sp>
          <p:nvSpPr>
            <p:cNvPr id="621" name="ST-MTM hierarchical filling: source 621"/>
            <p:cNvSpPr/>
            <p:nvPr/>
          </p:nvSpPr>
          <p:spPr>
            <a:xfrm>
              <a:off x="5967336" y="3143215"/>
              <a:ext cx="105339" cy="105339"/>
            </a:xfrm>
            <a:prstGeom prst="diamond">
              <a:avLst/>
            </a:prstGeom>
            <a:solidFill>
              <a:srgbClr val="B7BEC5"/>
            </a:solidFill>
            <a:ln w="13602">
              <a:solidFill>
                <a:srgbClr val="263238"/>
              </a:solidFill>
              <a:prstDash val="solid"/>
            </a:ln>
          </p:spPr>
        </p:sp>
        <p:sp>
          <p:nvSpPr>
            <p:cNvPr id="622" name="ST-MTM hierarchical filling: source 622"/>
            <p:cNvSpPr/>
            <p:nvPr/>
          </p:nvSpPr>
          <p:spPr>
            <a:xfrm>
              <a:off x="6057737" y="3154737"/>
              <a:ext cx="82296" cy="82296"/>
            </a:xfrm>
            <a:prstGeom prst="ellipse">
              <a:avLst/>
            </a:prstGeom>
            <a:solidFill>
              <a:srgbClr val="D55E00"/>
            </a:solidFill>
            <a:ln w="9601">
              <a:solidFill>
                <a:srgbClr val="263238"/>
              </a:solidFill>
              <a:prstDash val="solid"/>
            </a:ln>
          </p:spPr>
        </p:sp>
        <p:sp>
          <p:nvSpPr>
            <p:cNvPr id="623" name="ST-MTM hierarchical filling: source 623"/>
            <p:cNvSpPr/>
            <p:nvPr/>
          </p:nvSpPr>
          <p:spPr>
            <a:xfrm>
              <a:off x="6134827" y="3143215"/>
              <a:ext cx="105339" cy="105339"/>
            </a:xfrm>
            <a:prstGeom prst="diamond">
              <a:avLst/>
            </a:prstGeom>
            <a:solidFill>
              <a:srgbClr val="D55E00"/>
            </a:solidFill>
            <a:ln w="13602">
              <a:solidFill>
                <a:srgbClr val="263238"/>
              </a:solidFill>
              <a:prstDash val="solid"/>
            </a:ln>
          </p:spPr>
        </p:sp>
        <p:sp>
          <p:nvSpPr>
            <p:cNvPr id="624" name="ST-MTM hierarchical filling: source 624"/>
            <p:cNvSpPr/>
            <p:nvPr/>
          </p:nvSpPr>
          <p:spPr>
            <a:xfrm>
              <a:off x="6234960" y="3154737"/>
              <a:ext cx="82296" cy="82296"/>
            </a:xfrm>
            <a:prstGeom prst="ellipse">
              <a:avLst/>
            </a:prstGeom>
            <a:solidFill>
              <a:srgbClr val="D55E00"/>
            </a:solidFill>
            <a:ln w="9601">
              <a:solidFill>
                <a:srgbClr val="263238"/>
              </a:solidFill>
              <a:prstDash val="solid"/>
            </a:ln>
          </p:spPr>
        </p:sp>
        <p:sp>
          <p:nvSpPr>
            <p:cNvPr id="625" name="ST-MTM hierarchical filling: source 625"/>
            <p:cNvSpPr/>
            <p:nvPr/>
          </p:nvSpPr>
          <p:spPr>
            <a:xfrm>
              <a:off x="6332279" y="3154737"/>
              <a:ext cx="82296" cy="82296"/>
            </a:xfrm>
            <a:prstGeom prst="ellipse">
              <a:avLst/>
            </a:prstGeom>
            <a:solidFill>
              <a:srgbClr val="B7BEC5"/>
            </a:solidFill>
            <a:ln w="9601">
              <a:solidFill>
                <a:srgbClr val="263238"/>
              </a:solidFill>
              <a:prstDash val="solid"/>
            </a:ln>
          </p:spPr>
        </p:sp>
        <p:sp>
          <p:nvSpPr>
            <p:cNvPr id="626" name="ST-MTM hierarchical filling: source 626"/>
            <p:cNvSpPr/>
            <p:nvPr/>
          </p:nvSpPr>
          <p:spPr>
            <a:xfrm>
              <a:off x="6441377" y="3154737"/>
              <a:ext cx="82296" cy="82296"/>
            </a:xfrm>
            <a:prstGeom prst="ellipse">
              <a:avLst/>
            </a:prstGeom>
            <a:solidFill>
              <a:srgbClr val="B7BEC5"/>
            </a:solidFill>
            <a:ln w="9601">
              <a:solidFill>
                <a:srgbClr val="263238"/>
              </a:solidFill>
              <a:prstDash val="solid"/>
            </a:ln>
          </p:spPr>
        </p:sp>
        <p:sp>
          <p:nvSpPr>
            <p:cNvPr id="627" name="ST-MTM hierarchical filling: source 627"/>
            <p:cNvSpPr/>
            <p:nvPr/>
          </p:nvSpPr>
          <p:spPr>
            <a:xfrm>
              <a:off x="6554322" y="3143215"/>
              <a:ext cx="105339" cy="105339"/>
            </a:xfrm>
            <a:prstGeom prst="diamond">
              <a:avLst/>
            </a:prstGeom>
            <a:solidFill>
              <a:srgbClr val="7B8790"/>
            </a:solidFill>
            <a:ln w="13602">
              <a:solidFill>
                <a:srgbClr val="263238"/>
              </a:solidFill>
              <a:prstDash val="solid"/>
            </a:ln>
          </p:spPr>
        </p:sp>
        <p:sp>
          <p:nvSpPr>
            <p:cNvPr id="628" name="ST-MTM hierarchical filling: source 628"/>
            <p:cNvSpPr/>
            <p:nvPr/>
          </p:nvSpPr>
          <p:spPr>
            <a:xfrm>
              <a:off x="6692358" y="3154737"/>
              <a:ext cx="82296" cy="82296"/>
            </a:xfrm>
            <a:prstGeom prst="ellipse">
              <a:avLst/>
            </a:prstGeom>
            <a:solidFill>
              <a:srgbClr val="009E73"/>
            </a:solidFill>
            <a:ln w="9601">
              <a:solidFill>
                <a:srgbClr val="263238"/>
              </a:solidFill>
              <a:prstDash val="solid"/>
            </a:ln>
          </p:spPr>
        </p:sp>
        <p:sp>
          <p:nvSpPr>
            <p:cNvPr id="629" name="ST-MTM hierarchical filling: source 629"/>
            <p:cNvSpPr/>
            <p:nvPr/>
          </p:nvSpPr>
          <p:spPr>
            <a:xfrm>
              <a:off x="6798643" y="3143215"/>
              <a:ext cx="105339" cy="105339"/>
            </a:xfrm>
            <a:prstGeom prst="diamond">
              <a:avLst/>
            </a:prstGeom>
            <a:solidFill>
              <a:srgbClr val="009E73"/>
            </a:solidFill>
            <a:ln w="13602">
              <a:solidFill>
                <a:srgbClr val="263238"/>
              </a:solidFill>
              <a:prstDash val="solid"/>
            </a:ln>
          </p:spPr>
        </p:sp>
        <p:sp>
          <p:nvSpPr>
            <p:cNvPr id="630" name="ST-MTM hierarchical filling: source 630"/>
            <p:cNvSpPr/>
            <p:nvPr/>
          </p:nvSpPr>
          <p:spPr>
            <a:xfrm>
              <a:off x="6927971" y="3154737"/>
              <a:ext cx="82296" cy="82296"/>
            </a:xfrm>
            <a:prstGeom prst="ellipse">
              <a:avLst/>
            </a:prstGeom>
            <a:solidFill>
              <a:srgbClr val="009E73"/>
            </a:solidFill>
            <a:ln w="9601">
              <a:solidFill>
                <a:srgbClr val="263238"/>
              </a:solidFill>
              <a:prstDash val="solid"/>
            </a:ln>
          </p:spPr>
        </p:sp>
        <p:sp>
          <p:nvSpPr>
            <p:cNvPr id="631" name="ST-MTM hierarchical filling: source 631"/>
            <p:cNvSpPr/>
            <p:nvPr/>
          </p:nvSpPr>
          <p:spPr>
            <a:xfrm>
              <a:off x="7022729" y="3154737"/>
              <a:ext cx="82296" cy="82296"/>
            </a:xfrm>
            <a:prstGeom prst="ellipse">
              <a:avLst/>
            </a:prstGeom>
            <a:solidFill>
              <a:srgbClr val="7B8790"/>
            </a:solidFill>
            <a:ln w="9601">
              <a:solidFill>
                <a:srgbClr val="263238"/>
              </a:solidFill>
              <a:prstDash val="solid"/>
            </a:ln>
          </p:spPr>
        </p:sp>
        <p:sp>
          <p:nvSpPr>
            <p:cNvPr id="632" name="ST-MTM hierarchical filling: source 632"/>
            <p:cNvSpPr/>
            <p:nvPr/>
          </p:nvSpPr>
          <p:spPr>
            <a:xfrm>
              <a:off x="7091877" y="3154737"/>
              <a:ext cx="82296" cy="82296"/>
            </a:xfrm>
            <a:prstGeom prst="ellipse">
              <a:avLst/>
            </a:prstGeom>
            <a:solidFill>
              <a:srgbClr val="7B8790"/>
            </a:solidFill>
            <a:ln w="9601">
              <a:solidFill>
                <a:srgbClr val="263238"/>
              </a:solidFill>
              <a:prstDash val="solid"/>
            </a:ln>
          </p:spPr>
        </p:sp>
        <p:sp>
          <p:nvSpPr>
            <p:cNvPr id="633" name="ST-MTM hierarchical filling: source 633"/>
            <p:cNvSpPr/>
            <p:nvPr/>
          </p:nvSpPr>
          <p:spPr>
            <a:xfrm>
              <a:off x="5691683" y="3348133"/>
              <a:ext cx="64756" cy="164592"/>
            </a:xfrm>
            <a:prstGeom prst="rect">
              <a:avLst/>
            </a:prstGeom>
            <a:solidFill>
              <a:srgbClr val="7B8790"/>
            </a:solidFill>
            <a:ln w="5281">
              <a:solidFill>
                <a:srgbClr val="FFFFFF"/>
              </a:solidFill>
              <a:prstDash val="solid"/>
            </a:ln>
          </p:spPr>
        </p:sp>
        <p:sp>
          <p:nvSpPr>
            <p:cNvPr id="634" name="ST-MTM hierarchical filling: source 634"/>
            <p:cNvSpPr/>
            <p:nvPr/>
          </p:nvSpPr>
          <p:spPr>
            <a:xfrm>
              <a:off x="5753147" y="3348133"/>
              <a:ext cx="80122" cy="164592"/>
            </a:xfrm>
            <a:prstGeom prst="rect">
              <a:avLst/>
            </a:prstGeom>
            <a:solidFill>
              <a:srgbClr val="0072B2"/>
            </a:solidFill>
            <a:ln w="5281">
              <a:solidFill>
                <a:srgbClr val="FFFFFF"/>
              </a:solidFill>
              <a:prstDash val="solid"/>
            </a:ln>
          </p:spPr>
        </p:sp>
        <p:sp>
          <p:nvSpPr>
            <p:cNvPr id="635" name="ST-MTM hierarchical filling: source 635"/>
            <p:cNvSpPr/>
            <p:nvPr/>
          </p:nvSpPr>
          <p:spPr>
            <a:xfrm>
              <a:off x="5829978" y="3348133"/>
              <a:ext cx="81147" cy="164592"/>
            </a:xfrm>
            <a:prstGeom prst="rect">
              <a:avLst/>
            </a:prstGeom>
            <a:solidFill>
              <a:srgbClr val="0072B2"/>
            </a:solidFill>
            <a:ln w="5281">
              <a:solidFill>
                <a:srgbClr val="FFFFFF"/>
              </a:solidFill>
              <a:prstDash val="solid"/>
            </a:ln>
          </p:spPr>
        </p:sp>
        <p:sp>
          <p:nvSpPr>
            <p:cNvPr id="636" name="ST-MTM hierarchical filling: source 636"/>
            <p:cNvSpPr/>
            <p:nvPr/>
          </p:nvSpPr>
          <p:spPr>
            <a:xfrm>
              <a:off x="5907833" y="3348133"/>
              <a:ext cx="80122" cy="164592"/>
            </a:xfrm>
            <a:prstGeom prst="rect">
              <a:avLst/>
            </a:prstGeom>
            <a:solidFill>
              <a:srgbClr val="0072B2"/>
            </a:solidFill>
            <a:ln w="5281">
              <a:solidFill>
                <a:srgbClr val="FFFFFF"/>
              </a:solidFill>
              <a:prstDash val="solid"/>
            </a:ln>
          </p:spPr>
        </p:sp>
        <p:sp>
          <p:nvSpPr>
            <p:cNvPr id="637" name="ST-MTM hierarchical filling: source 637"/>
            <p:cNvSpPr/>
            <p:nvPr/>
          </p:nvSpPr>
          <p:spPr>
            <a:xfrm>
              <a:off x="5984663" y="3348133"/>
              <a:ext cx="73976" cy="164592"/>
            </a:xfrm>
            <a:prstGeom prst="rect">
              <a:avLst/>
            </a:prstGeom>
            <a:solidFill>
              <a:srgbClr val="B7BEC5"/>
            </a:solidFill>
            <a:ln w="5281">
              <a:solidFill>
                <a:srgbClr val="FFFFFF"/>
              </a:solidFill>
              <a:prstDash val="solid"/>
            </a:ln>
          </p:spPr>
        </p:sp>
        <p:sp>
          <p:nvSpPr>
            <p:cNvPr id="638" name="ST-MTM hierarchical filling: source 638"/>
            <p:cNvSpPr/>
            <p:nvPr/>
          </p:nvSpPr>
          <p:spPr>
            <a:xfrm>
              <a:off x="6055348" y="3348133"/>
              <a:ext cx="90366" cy="164592"/>
            </a:xfrm>
            <a:prstGeom prst="rect">
              <a:avLst/>
            </a:prstGeom>
            <a:solidFill>
              <a:srgbClr val="D55E00"/>
            </a:solidFill>
            <a:ln w="5281">
              <a:solidFill>
                <a:srgbClr val="FFFFFF"/>
              </a:solidFill>
              <a:prstDash val="solid"/>
            </a:ln>
          </p:spPr>
        </p:sp>
        <p:sp>
          <p:nvSpPr>
            <p:cNvPr id="639" name="ST-MTM hierarchical filling: source 639"/>
            <p:cNvSpPr/>
            <p:nvPr/>
          </p:nvSpPr>
          <p:spPr>
            <a:xfrm>
              <a:off x="6142423" y="3348133"/>
              <a:ext cx="93440" cy="164592"/>
            </a:xfrm>
            <a:prstGeom prst="rect">
              <a:avLst/>
            </a:prstGeom>
            <a:solidFill>
              <a:srgbClr val="D55E00"/>
            </a:solidFill>
            <a:ln w="5281">
              <a:solidFill>
                <a:srgbClr val="FFFFFF"/>
              </a:solidFill>
              <a:prstDash val="solid"/>
            </a:ln>
          </p:spPr>
        </p:sp>
        <p:sp>
          <p:nvSpPr>
            <p:cNvPr id="640" name="ST-MTM hierarchical filling: source 640"/>
            <p:cNvSpPr/>
            <p:nvPr/>
          </p:nvSpPr>
          <p:spPr>
            <a:xfrm>
              <a:off x="6232570" y="3348133"/>
              <a:ext cx="90366" cy="164592"/>
            </a:xfrm>
            <a:prstGeom prst="rect">
              <a:avLst/>
            </a:prstGeom>
            <a:solidFill>
              <a:srgbClr val="D55E00"/>
            </a:solidFill>
            <a:ln w="5281">
              <a:solidFill>
                <a:srgbClr val="FFFFFF"/>
              </a:solidFill>
              <a:prstDash val="solid"/>
            </a:ln>
          </p:spPr>
        </p:sp>
        <p:sp>
          <p:nvSpPr>
            <p:cNvPr id="641" name="ST-MTM hierarchical filling: source 641"/>
            <p:cNvSpPr/>
            <p:nvPr/>
          </p:nvSpPr>
          <p:spPr>
            <a:xfrm>
              <a:off x="6319645" y="3348133"/>
              <a:ext cx="110855" cy="164592"/>
            </a:xfrm>
            <a:prstGeom prst="rect">
              <a:avLst/>
            </a:prstGeom>
            <a:solidFill>
              <a:srgbClr val="B7BEC5"/>
            </a:solidFill>
            <a:ln w="5281">
              <a:solidFill>
                <a:srgbClr val="FFFFFF"/>
              </a:solidFill>
              <a:prstDash val="solid"/>
            </a:ln>
          </p:spPr>
        </p:sp>
        <p:sp>
          <p:nvSpPr>
            <p:cNvPr id="642" name="ST-MTM hierarchical filling: source 642"/>
            <p:cNvSpPr/>
            <p:nvPr/>
          </p:nvSpPr>
          <p:spPr>
            <a:xfrm>
              <a:off x="6427208" y="3348133"/>
              <a:ext cx="113928" cy="164592"/>
            </a:xfrm>
            <a:prstGeom prst="rect">
              <a:avLst/>
            </a:prstGeom>
            <a:solidFill>
              <a:srgbClr val="B7BEC5"/>
            </a:solidFill>
            <a:ln w="5281">
              <a:solidFill>
                <a:srgbClr val="FFFFFF"/>
              </a:solidFill>
              <a:prstDash val="solid"/>
            </a:ln>
          </p:spPr>
        </p:sp>
        <p:sp>
          <p:nvSpPr>
            <p:cNvPr id="643" name="ST-MTM hierarchical filling: source 643"/>
            <p:cNvSpPr/>
            <p:nvPr/>
          </p:nvSpPr>
          <p:spPr>
            <a:xfrm>
              <a:off x="6537844" y="3348133"/>
              <a:ext cx="141587" cy="164592"/>
            </a:xfrm>
            <a:prstGeom prst="rect">
              <a:avLst/>
            </a:prstGeom>
            <a:solidFill>
              <a:srgbClr val="7B8790"/>
            </a:solidFill>
            <a:ln w="5281">
              <a:solidFill>
                <a:srgbClr val="FFFFFF"/>
              </a:solidFill>
              <a:prstDash val="solid"/>
            </a:ln>
          </p:spPr>
        </p:sp>
        <p:sp>
          <p:nvSpPr>
            <p:cNvPr id="644" name="ST-MTM hierarchical filling: source 644"/>
            <p:cNvSpPr/>
            <p:nvPr/>
          </p:nvSpPr>
          <p:spPr>
            <a:xfrm>
              <a:off x="6676139" y="3348133"/>
              <a:ext cx="118025" cy="164592"/>
            </a:xfrm>
            <a:prstGeom prst="rect">
              <a:avLst/>
            </a:prstGeom>
            <a:solidFill>
              <a:srgbClr val="009E73"/>
            </a:solidFill>
            <a:ln w="5281">
              <a:solidFill>
                <a:srgbClr val="FFFFFF"/>
              </a:solidFill>
              <a:prstDash val="solid"/>
            </a:ln>
          </p:spPr>
        </p:sp>
        <p:sp>
          <p:nvSpPr>
            <p:cNvPr id="645" name="ST-MTM hierarchical filling: source 645"/>
            <p:cNvSpPr/>
            <p:nvPr/>
          </p:nvSpPr>
          <p:spPr>
            <a:xfrm>
              <a:off x="6790873" y="3348133"/>
              <a:ext cx="124172" cy="164592"/>
            </a:xfrm>
            <a:prstGeom prst="rect">
              <a:avLst/>
            </a:prstGeom>
            <a:solidFill>
              <a:srgbClr val="009E73"/>
            </a:solidFill>
            <a:ln w="5281">
              <a:solidFill>
                <a:srgbClr val="FFFFFF"/>
              </a:solidFill>
              <a:prstDash val="solid"/>
            </a:ln>
          </p:spPr>
        </p:sp>
        <p:sp>
          <p:nvSpPr>
            <p:cNvPr id="646" name="ST-MTM hierarchical filling: source 646"/>
            <p:cNvSpPr/>
            <p:nvPr/>
          </p:nvSpPr>
          <p:spPr>
            <a:xfrm>
              <a:off x="6911752" y="3348133"/>
              <a:ext cx="118025" cy="164592"/>
            </a:xfrm>
            <a:prstGeom prst="rect">
              <a:avLst/>
            </a:prstGeom>
            <a:solidFill>
              <a:srgbClr val="009E73"/>
            </a:solidFill>
            <a:ln w="5281">
              <a:solidFill>
                <a:srgbClr val="FFFFFF"/>
              </a:solidFill>
              <a:prstDash val="solid"/>
            </a:ln>
          </p:spPr>
        </p:sp>
        <p:sp>
          <p:nvSpPr>
            <p:cNvPr id="647" name="ST-MTM hierarchical filling: source 647"/>
            <p:cNvSpPr/>
            <p:nvPr/>
          </p:nvSpPr>
          <p:spPr>
            <a:xfrm>
              <a:off x="7026486" y="3348133"/>
              <a:ext cx="78073" cy="164592"/>
            </a:xfrm>
            <a:prstGeom prst="rect">
              <a:avLst/>
            </a:prstGeom>
            <a:solidFill>
              <a:srgbClr val="7B8790"/>
            </a:solidFill>
            <a:ln w="5281">
              <a:solidFill>
                <a:srgbClr val="FFFFFF"/>
              </a:solidFill>
              <a:prstDash val="solid"/>
            </a:ln>
          </p:spPr>
        </p:sp>
        <p:sp>
          <p:nvSpPr>
            <p:cNvPr id="648" name="ST-MTM hierarchical filling: source 648"/>
            <p:cNvSpPr/>
            <p:nvPr/>
          </p:nvSpPr>
          <p:spPr>
            <a:xfrm>
              <a:off x="7101268" y="3348133"/>
              <a:ext cx="66805" cy="164592"/>
            </a:xfrm>
            <a:prstGeom prst="rect">
              <a:avLst/>
            </a:prstGeom>
            <a:solidFill>
              <a:srgbClr val="7B8790"/>
            </a:solidFill>
            <a:ln w="5281">
              <a:solidFill>
                <a:srgbClr val="FFFFFF"/>
              </a:solidFill>
              <a:prstDash val="solid"/>
            </a:ln>
          </p:spPr>
        </p:sp>
        <p:sp>
          <p:nvSpPr>
            <p:cNvPr id="649" name="ST-MTM hierarchical filling: source 649"/>
            <p:cNvSpPr/>
            <p:nvPr/>
          </p:nvSpPr>
          <p:spPr>
            <a:xfrm>
              <a:off x="5691683" y="3348133"/>
              <a:ext cx="1473098" cy="164592"/>
            </a:xfrm>
            <a:prstGeom prst="rect">
              <a:avLst/>
            </a:prstGeom>
            <a:solidFill>
              <a:srgbClr val="FFFFFF">
                <a:alpha val="0"/>
              </a:srgbClr>
            </a:solidFill>
            <a:ln w="12321">
              <a:solidFill>
                <a:srgbClr val="263238"/>
              </a:solidFill>
              <a:prstDash val="solid"/>
            </a:ln>
          </p:spPr>
        </p:sp>
        <p:sp>
          <p:nvSpPr>
            <p:cNvPr id="650" name="ST-MTM temporal row 0: source 650"/>
            <p:cNvSpPr/>
            <p:nvPr/>
          </p:nvSpPr>
          <p:spPr>
            <a:xfrm>
              <a:off x="7513320" y="2857500"/>
              <a:ext cx="1341425" cy="296266"/>
            </a:xfrm>
            <a:prstGeom prst="rect">
              <a:avLst/>
            </a:prstGeom>
            <a:solidFill>
              <a:srgbClr val="FFFFFF">
                <a:alpha val="0"/>
              </a:srgbClr>
            </a:solidFill>
            <a:ln w="10881">
              <a:solidFill>
                <a:srgbClr val="CCDDEC"/>
              </a:solidFill>
              <a:prstDash val="solid"/>
            </a:ln>
          </p:spPr>
        </p:sp>
        <p:sp>
          <p:nvSpPr>
            <p:cNvPr id="651" name="ST-MTM temporal row 0: source 651"/>
            <p:cNvSpPr/>
            <p:nvPr/>
          </p:nvSpPr>
          <p:spPr>
            <a:xfrm>
              <a:off x="7566812" y="2952140"/>
              <a:ext cx="1234440" cy="823"/>
            </a:xfrm>
            <a:prstGeom prst="line">
              <a:avLst/>
            </a:prstGeom>
            <a:solidFill>
              <a:srgbClr val="FFFFFF">
                <a:alpha val="0"/>
              </a:srgbClr>
            </a:solidFill>
            <a:ln w="12162">
              <a:solidFill>
                <a:srgbClr val="7B8790"/>
              </a:solidFill>
              <a:prstDash val="solid"/>
            </a:ln>
          </p:spPr>
        </p:sp>
        <p:sp>
          <p:nvSpPr>
            <p:cNvPr id="652" name="ST-MTM temporal row 0: source 652"/>
            <p:cNvSpPr/>
            <p:nvPr/>
          </p:nvSpPr>
          <p:spPr>
            <a:xfrm>
              <a:off x="7549903" y="2909479"/>
              <a:ext cx="85325" cy="85325"/>
            </a:xfrm>
            <a:prstGeom prst="diamond">
              <a:avLst/>
            </a:prstGeom>
            <a:solidFill>
              <a:srgbClr val="7B8790"/>
            </a:solidFill>
            <a:ln w="13602">
              <a:solidFill>
                <a:srgbClr val="263238"/>
              </a:solidFill>
              <a:prstDash val="solid"/>
            </a:ln>
          </p:spPr>
        </p:sp>
        <p:sp>
          <p:nvSpPr>
            <p:cNvPr id="653" name="ST-MTM temporal row 0: source 653"/>
            <p:cNvSpPr/>
            <p:nvPr/>
          </p:nvSpPr>
          <p:spPr>
            <a:xfrm>
              <a:off x="7617181" y="2918811"/>
              <a:ext cx="66659" cy="66659"/>
            </a:xfrm>
            <a:prstGeom prst="ellipse">
              <a:avLst/>
            </a:prstGeom>
            <a:solidFill>
              <a:srgbClr val="0072B2"/>
            </a:solidFill>
            <a:ln w="9601">
              <a:solidFill>
                <a:srgbClr val="263238"/>
              </a:solidFill>
              <a:prstDash val="solid"/>
            </a:ln>
          </p:spPr>
        </p:sp>
        <p:sp>
          <p:nvSpPr>
            <p:cNvPr id="654" name="ST-MTM temporal row 0: source 654"/>
            <p:cNvSpPr/>
            <p:nvPr/>
          </p:nvSpPr>
          <p:spPr>
            <a:xfrm>
              <a:off x="7672660" y="2909479"/>
              <a:ext cx="85325" cy="85325"/>
            </a:xfrm>
            <a:prstGeom prst="diamond">
              <a:avLst/>
            </a:prstGeom>
            <a:solidFill>
              <a:srgbClr val="0072B2"/>
            </a:solidFill>
            <a:ln w="13602">
              <a:solidFill>
                <a:srgbClr val="263238"/>
              </a:solidFill>
              <a:prstDash val="solid"/>
            </a:ln>
          </p:spPr>
        </p:sp>
        <p:sp>
          <p:nvSpPr>
            <p:cNvPr id="655" name="ST-MTM temporal row 0: source 655"/>
            <p:cNvSpPr/>
            <p:nvPr/>
          </p:nvSpPr>
          <p:spPr>
            <a:xfrm>
              <a:off x="7746805" y="2918811"/>
              <a:ext cx="66659" cy="66659"/>
            </a:xfrm>
            <a:prstGeom prst="ellipse">
              <a:avLst/>
            </a:prstGeom>
            <a:solidFill>
              <a:srgbClr val="0072B2"/>
            </a:solidFill>
            <a:ln w="9601">
              <a:solidFill>
                <a:srgbClr val="263238"/>
              </a:solidFill>
              <a:prstDash val="solid"/>
            </a:ln>
          </p:spPr>
        </p:sp>
        <p:sp>
          <p:nvSpPr>
            <p:cNvPr id="656" name="ST-MTM temporal row 0: source 656"/>
            <p:cNvSpPr/>
            <p:nvPr/>
          </p:nvSpPr>
          <p:spPr>
            <a:xfrm>
              <a:off x="7799281" y="2909479"/>
              <a:ext cx="85325" cy="85325"/>
            </a:xfrm>
            <a:prstGeom prst="diamond">
              <a:avLst/>
            </a:prstGeom>
            <a:solidFill>
              <a:srgbClr val="B7BEC5"/>
            </a:solidFill>
            <a:ln w="13602">
              <a:solidFill>
                <a:srgbClr val="263238"/>
              </a:solidFill>
              <a:prstDash val="solid"/>
            </a:ln>
          </p:spPr>
        </p:sp>
        <p:sp>
          <p:nvSpPr>
            <p:cNvPr id="657" name="ST-MTM temporal row 0: source 657"/>
            <p:cNvSpPr/>
            <p:nvPr/>
          </p:nvSpPr>
          <p:spPr>
            <a:xfrm>
              <a:off x="7874713" y="2918811"/>
              <a:ext cx="66659" cy="66659"/>
            </a:xfrm>
            <a:prstGeom prst="ellipse">
              <a:avLst/>
            </a:prstGeom>
            <a:solidFill>
              <a:srgbClr val="D55E00"/>
            </a:solidFill>
            <a:ln w="9601">
              <a:solidFill>
                <a:srgbClr val="263238"/>
              </a:solidFill>
              <a:prstDash val="solid"/>
            </a:ln>
          </p:spPr>
        </p:sp>
        <p:sp>
          <p:nvSpPr>
            <p:cNvPr id="658" name="ST-MTM temporal row 0: source 658"/>
            <p:cNvSpPr/>
            <p:nvPr/>
          </p:nvSpPr>
          <p:spPr>
            <a:xfrm>
              <a:off x="7939636" y="2909479"/>
              <a:ext cx="85325" cy="85325"/>
            </a:xfrm>
            <a:prstGeom prst="diamond">
              <a:avLst/>
            </a:prstGeom>
            <a:solidFill>
              <a:srgbClr val="D55E00"/>
            </a:solidFill>
            <a:ln w="13602">
              <a:solidFill>
                <a:srgbClr val="263238"/>
              </a:solidFill>
              <a:prstDash val="solid"/>
            </a:ln>
          </p:spPr>
        </p:sp>
        <p:sp>
          <p:nvSpPr>
            <p:cNvPr id="659" name="ST-MTM temporal row 0: source 659"/>
            <p:cNvSpPr/>
            <p:nvPr/>
          </p:nvSpPr>
          <p:spPr>
            <a:xfrm>
              <a:off x="8023224" y="2918811"/>
              <a:ext cx="66659" cy="66659"/>
            </a:xfrm>
            <a:prstGeom prst="ellipse">
              <a:avLst/>
            </a:prstGeom>
            <a:solidFill>
              <a:srgbClr val="D55E00"/>
            </a:solidFill>
            <a:ln w="9601">
              <a:solidFill>
                <a:srgbClr val="263238"/>
              </a:solidFill>
              <a:prstDash val="solid"/>
            </a:ln>
          </p:spPr>
        </p:sp>
        <p:sp>
          <p:nvSpPr>
            <p:cNvPr id="660" name="ST-MTM temporal row 0: source 660"/>
            <p:cNvSpPr/>
            <p:nvPr/>
          </p:nvSpPr>
          <p:spPr>
            <a:xfrm>
              <a:off x="8104776" y="2918811"/>
              <a:ext cx="66659" cy="66659"/>
            </a:xfrm>
            <a:prstGeom prst="ellipse">
              <a:avLst/>
            </a:prstGeom>
            <a:solidFill>
              <a:srgbClr val="B7BEC5"/>
            </a:solidFill>
            <a:ln w="9601">
              <a:solidFill>
                <a:srgbClr val="263238"/>
              </a:solidFill>
              <a:prstDash val="solid"/>
            </a:ln>
          </p:spPr>
        </p:sp>
        <p:sp>
          <p:nvSpPr>
            <p:cNvPr id="661" name="ST-MTM temporal row 0: source 661"/>
            <p:cNvSpPr/>
            <p:nvPr/>
          </p:nvSpPr>
          <p:spPr>
            <a:xfrm>
              <a:off x="8196200" y="2918811"/>
              <a:ext cx="66659" cy="66659"/>
            </a:xfrm>
            <a:prstGeom prst="ellipse">
              <a:avLst/>
            </a:prstGeom>
            <a:solidFill>
              <a:srgbClr val="B7BEC5"/>
            </a:solidFill>
            <a:ln w="9601">
              <a:solidFill>
                <a:srgbClr val="263238"/>
              </a:solidFill>
              <a:prstDash val="solid"/>
            </a:ln>
          </p:spPr>
        </p:sp>
        <p:sp>
          <p:nvSpPr>
            <p:cNvPr id="662" name="ST-MTM temporal row 0: source 662"/>
            <p:cNvSpPr/>
            <p:nvPr/>
          </p:nvSpPr>
          <p:spPr>
            <a:xfrm>
              <a:off x="8291168" y="2909479"/>
              <a:ext cx="85325" cy="85325"/>
            </a:xfrm>
            <a:prstGeom prst="diamond">
              <a:avLst/>
            </a:prstGeom>
            <a:solidFill>
              <a:srgbClr val="7B8790"/>
            </a:solidFill>
            <a:ln w="13602">
              <a:solidFill>
                <a:srgbClr val="263238"/>
              </a:solidFill>
              <a:prstDash val="solid"/>
            </a:ln>
          </p:spPr>
        </p:sp>
        <p:sp>
          <p:nvSpPr>
            <p:cNvPr id="663" name="ST-MTM temporal row 0: source 663"/>
            <p:cNvSpPr/>
            <p:nvPr/>
          </p:nvSpPr>
          <p:spPr>
            <a:xfrm>
              <a:off x="8406519" y="2918811"/>
              <a:ext cx="66659" cy="66659"/>
            </a:xfrm>
            <a:prstGeom prst="ellipse">
              <a:avLst/>
            </a:prstGeom>
            <a:solidFill>
              <a:srgbClr val="009E73"/>
            </a:solidFill>
            <a:ln w="9601">
              <a:solidFill>
                <a:srgbClr val="263238"/>
              </a:solidFill>
              <a:prstDash val="solid"/>
            </a:ln>
          </p:spPr>
        </p:sp>
        <p:sp>
          <p:nvSpPr>
            <p:cNvPr id="664" name="ST-MTM temporal row 0: source 664"/>
            <p:cNvSpPr/>
            <p:nvPr/>
          </p:nvSpPr>
          <p:spPr>
            <a:xfrm>
              <a:off x="8495907" y="2909479"/>
              <a:ext cx="85325" cy="85325"/>
            </a:xfrm>
            <a:prstGeom prst="diamond">
              <a:avLst/>
            </a:prstGeom>
            <a:solidFill>
              <a:srgbClr val="009E73"/>
            </a:solidFill>
            <a:ln w="13602">
              <a:solidFill>
                <a:srgbClr val="263238"/>
              </a:solidFill>
              <a:prstDash val="solid"/>
            </a:ln>
          </p:spPr>
        </p:sp>
        <p:sp>
          <p:nvSpPr>
            <p:cNvPr id="665" name="ST-MTM temporal row 0: source 665"/>
            <p:cNvSpPr/>
            <p:nvPr/>
          </p:nvSpPr>
          <p:spPr>
            <a:xfrm>
              <a:off x="8603960" y="2918811"/>
              <a:ext cx="66659" cy="66659"/>
            </a:xfrm>
            <a:prstGeom prst="ellipse">
              <a:avLst/>
            </a:prstGeom>
            <a:solidFill>
              <a:srgbClr val="009E73"/>
            </a:solidFill>
            <a:ln w="9601">
              <a:solidFill>
                <a:srgbClr val="263238"/>
              </a:solidFill>
              <a:prstDash val="solid"/>
            </a:ln>
          </p:spPr>
        </p:sp>
        <p:sp>
          <p:nvSpPr>
            <p:cNvPr id="666" name="ST-MTM temporal row 0: source 666"/>
            <p:cNvSpPr/>
            <p:nvPr/>
          </p:nvSpPr>
          <p:spPr>
            <a:xfrm>
              <a:off x="8683366" y="2918811"/>
              <a:ext cx="66659" cy="66659"/>
            </a:xfrm>
            <a:prstGeom prst="ellipse">
              <a:avLst/>
            </a:prstGeom>
            <a:solidFill>
              <a:srgbClr val="7B8790"/>
            </a:solidFill>
            <a:ln w="9601">
              <a:solidFill>
                <a:srgbClr val="263238"/>
              </a:solidFill>
              <a:prstDash val="solid"/>
            </a:ln>
          </p:spPr>
        </p:sp>
        <p:sp>
          <p:nvSpPr>
            <p:cNvPr id="667" name="ST-MTM temporal row 0: source 667"/>
            <p:cNvSpPr/>
            <p:nvPr/>
          </p:nvSpPr>
          <p:spPr>
            <a:xfrm>
              <a:off x="8741311" y="2918811"/>
              <a:ext cx="66659" cy="66659"/>
            </a:xfrm>
            <a:prstGeom prst="ellipse">
              <a:avLst/>
            </a:prstGeom>
            <a:solidFill>
              <a:srgbClr val="7B8790"/>
            </a:solidFill>
            <a:ln w="9601">
              <a:solidFill>
                <a:srgbClr val="263238"/>
              </a:solidFill>
              <a:prstDash val="solid"/>
            </a:ln>
          </p:spPr>
        </p:sp>
        <p:sp>
          <p:nvSpPr>
            <p:cNvPr id="668" name="ST-MTM temporal row 0: source 668"/>
            <p:cNvSpPr/>
            <p:nvPr/>
          </p:nvSpPr>
          <p:spPr>
            <a:xfrm>
              <a:off x="7566812" y="3037729"/>
              <a:ext cx="54798" cy="90526"/>
            </a:xfrm>
            <a:prstGeom prst="rect">
              <a:avLst/>
            </a:prstGeom>
            <a:solidFill>
              <a:srgbClr val="7B8790"/>
            </a:solidFill>
            <a:ln w="5281">
              <a:solidFill>
                <a:srgbClr val="FFFFFF"/>
              </a:solidFill>
              <a:prstDash val="solid"/>
            </a:ln>
          </p:spPr>
        </p:sp>
        <p:sp>
          <p:nvSpPr>
            <p:cNvPr id="669" name="ST-MTM temporal row 0: source 669"/>
            <p:cNvSpPr/>
            <p:nvPr/>
          </p:nvSpPr>
          <p:spPr>
            <a:xfrm>
              <a:off x="7618318" y="3037729"/>
              <a:ext cx="67675" cy="90526"/>
            </a:xfrm>
            <a:prstGeom prst="rect">
              <a:avLst/>
            </a:prstGeom>
            <a:solidFill>
              <a:srgbClr val="0072B2"/>
            </a:solidFill>
            <a:ln w="5281">
              <a:solidFill>
                <a:srgbClr val="FFFFFF"/>
              </a:solidFill>
              <a:prstDash val="solid"/>
            </a:ln>
          </p:spPr>
        </p:sp>
        <p:sp>
          <p:nvSpPr>
            <p:cNvPr id="670" name="ST-MTM temporal row 0: source 670"/>
            <p:cNvSpPr/>
            <p:nvPr/>
          </p:nvSpPr>
          <p:spPr>
            <a:xfrm>
              <a:off x="7682702" y="3037729"/>
              <a:ext cx="68533" cy="90526"/>
            </a:xfrm>
            <a:prstGeom prst="rect">
              <a:avLst/>
            </a:prstGeom>
            <a:solidFill>
              <a:srgbClr val="0072B2"/>
            </a:solidFill>
            <a:ln w="5281">
              <a:solidFill>
                <a:srgbClr val="FFFFFF"/>
              </a:solidFill>
              <a:prstDash val="solid"/>
            </a:ln>
          </p:spPr>
        </p:sp>
        <p:sp>
          <p:nvSpPr>
            <p:cNvPr id="671" name="ST-MTM temporal row 0: source 671"/>
            <p:cNvSpPr/>
            <p:nvPr/>
          </p:nvSpPr>
          <p:spPr>
            <a:xfrm>
              <a:off x="7747944" y="3037729"/>
              <a:ext cx="67675" cy="90526"/>
            </a:xfrm>
            <a:prstGeom prst="rect">
              <a:avLst/>
            </a:prstGeom>
            <a:solidFill>
              <a:srgbClr val="0072B2"/>
            </a:solidFill>
            <a:ln w="5281">
              <a:solidFill>
                <a:srgbClr val="FFFFFF"/>
              </a:solidFill>
              <a:prstDash val="solid"/>
            </a:ln>
          </p:spPr>
        </p:sp>
        <p:sp>
          <p:nvSpPr>
            <p:cNvPr id="672" name="ST-MTM temporal row 0: source 672"/>
            <p:cNvSpPr/>
            <p:nvPr/>
          </p:nvSpPr>
          <p:spPr>
            <a:xfrm>
              <a:off x="7812327" y="3037729"/>
              <a:ext cx="62525" cy="90526"/>
            </a:xfrm>
            <a:prstGeom prst="rect">
              <a:avLst/>
            </a:prstGeom>
            <a:solidFill>
              <a:srgbClr val="B7BEC5"/>
            </a:solidFill>
            <a:ln w="5281">
              <a:solidFill>
                <a:srgbClr val="FFFFFF"/>
              </a:solidFill>
              <a:prstDash val="solid"/>
            </a:ln>
          </p:spPr>
        </p:sp>
        <p:sp>
          <p:nvSpPr>
            <p:cNvPr id="673" name="ST-MTM temporal row 0: source 673"/>
            <p:cNvSpPr/>
            <p:nvPr/>
          </p:nvSpPr>
          <p:spPr>
            <a:xfrm>
              <a:off x="7871560" y="3037729"/>
              <a:ext cx="76260" cy="90526"/>
            </a:xfrm>
            <a:prstGeom prst="rect">
              <a:avLst/>
            </a:prstGeom>
            <a:solidFill>
              <a:srgbClr val="D55E00"/>
            </a:solidFill>
            <a:ln w="5281">
              <a:solidFill>
                <a:srgbClr val="FFFFFF"/>
              </a:solidFill>
              <a:prstDash val="solid"/>
            </a:ln>
          </p:spPr>
        </p:sp>
        <p:sp>
          <p:nvSpPr>
            <p:cNvPr id="674" name="ST-MTM temporal row 0: source 674"/>
            <p:cNvSpPr/>
            <p:nvPr/>
          </p:nvSpPr>
          <p:spPr>
            <a:xfrm>
              <a:off x="7944527" y="3037729"/>
              <a:ext cx="78835" cy="90526"/>
            </a:xfrm>
            <a:prstGeom prst="rect">
              <a:avLst/>
            </a:prstGeom>
            <a:solidFill>
              <a:srgbClr val="D55E00"/>
            </a:solidFill>
            <a:ln w="5281">
              <a:solidFill>
                <a:srgbClr val="FFFFFF"/>
              </a:solidFill>
              <a:prstDash val="solid"/>
            </a:ln>
          </p:spPr>
        </p:sp>
        <p:sp>
          <p:nvSpPr>
            <p:cNvPr id="675" name="ST-MTM temporal row 0: source 675"/>
            <p:cNvSpPr/>
            <p:nvPr/>
          </p:nvSpPr>
          <p:spPr>
            <a:xfrm>
              <a:off x="8020069" y="3037729"/>
              <a:ext cx="76260" cy="90526"/>
            </a:xfrm>
            <a:prstGeom prst="rect">
              <a:avLst/>
            </a:prstGeom>
            <a:solidFill>
              <a:srgbClr val="D55E00"/>
            </a:solidFill>
            <a:ln w="5281">
              <a:solidFill>
                <a:srgbClr val="FFFFFF"/>
              </a:solidFill>
              <a:prstDash val="solid"/>
            </a:ln>
          </p:spPr>
        </p:sp>
        <p:sp>
          <p:nvSpPr>
            <p:cNvPr id="676" name="ST-MTM temporal row 0: source 676"/>
            <p:cNvSpPr/>
            <p:nvPr/>
          </p:nvSpPr>
          <p:spPr>
            <a:xfrm>
              <a:off x="8093038" y="3037729"/>
              <a:ext cx="93428" cy="90526"/>
            </a:xfrm>
            <a:prstGeom prst="rect">
              <a:avLst/>
            </a:prstGeom>
            <a:solidFill>
              <a:srgbClr val="B7BEC5"/>
            </a:solidFill>
            <a:ln w="5281">
              <a:solidFill>
                <a:srgbClr val="FFFFFF"/>
              </a:solidFill>
              <a:prstDash val="solid"/>
            </a:ln>
          </p:spPr>
        </p:sp>
        <p:sp>
          <p:nvSpPr>
            <p:cNvPr id="677" name="ST-MTM temporal row 0: source 677"/>
            <p:cNvSpPr/>
            <p:nvPr/>
          </p:nvSpPr>
          <p:spPr>
            <a:xfrm>
              <a:off x="8183174" y="3037729"/>
              <a:ext cx="96004" cy="90526"/>
            </a:xfrm>
            <a:prstGeom prst="rect">
              <a:avLst/>
            </a:prstGeom>
            <a:solidFill>
              <a:srgbClr val="B7BEC5"/>
            </a:solidFill>
            <a:ln w="5281">
              <a:solidFill>
                <a:srgbClr val="FFFFFF"/>
              </a:solidFill>
              <a:prstDash val="solid"/>
            </a:ln>
          </p:spPr>
        </p:sp>
        <p:sp>
          <p:nvSpPr>
            <p:cNvPr id="678" name="ST-MTM temporal row 0: source 678"/>
            <p:cNvSpPr/>
            <p:nvPr/>
          </p:nvSpPr>
          <p:spPr>
            <a:xfrm>
              <a:off x="8275885" y="3037729"/>
              <a:ext cx="119182" cy="90526"/>
            </a:xfrm>
            <a:prstGeom prst="rect">
              <a:avLst/>
            </a:prstGeom>
            <a:solidFill>
              <a:srgbClr val="7B8790"/>
            </a:solidFill>
            <a:ln w="5281">
              <a:solidFill>
                <a:srgbClr val="FFFFFF"/>
              </a:solidFill>
              <a:prstDash val="solid"/>
            </a:ln>
          </p:spPr>
        </p:sp>
        <p:sp>
          <p:nvSpPr>
            <p:cNvPr id="679" name="ST-MTM temporal row 0: source 679"/>
            <p:cNvSpPr/>
            <p:nvPr/>
          </p:nvSpPr>
          <p:spPr>
            <a:xfrm>
              <a:off x="8391776" y="3037729"/>
              <a:ext cx="99437" cy="90526"/>
            </a:xfrm>
            <a:prstGeom prst="rect">
              <a:avLst/>
            </a:prstGeom>
            <a:solidFill>
              <a:srgbClr val="009E73"/>
            </a:solidFill>
            <a:ln w="5281">
              <a:solidFill>
                <a:srgbClr val="FFFFFF"/>
              </a:solidFill>
              <a:prstDash val="solid"/>
            </a:ln>
          </p:spPr>
        </p:sp>
        <p:sp>
          <p:nvSpPr>
            <p:cNvPr id="680" name="ST-MTM temporal row 0: source 680"/>
            <p:cNvSpPr/>
            <p:nvPr/>
          </p:nvSpPr>
          <p:spPr>
            <a:xfrm>
              <a:off x="8487921" y="3037729"/>
              <a:ext cx="104588" cy="90526"/>
            </a:xfrm>
            <a:prstGeom prst="rect">
              <a:avLst/>
            </a:prstGeom>
            <a:solidFill>
              <a:srgbClr val="009E73"/>
            </a:solidFill>
            <a:ln w="5281">
              <a:solidFill>
                <a:srgbClr val="FFFFFF"/>
              </a:solidFill>
              <a:prstDash val="solid"/>
            </a:ln>
          </p:spPr>
        </p:sp>
        <p:sp>
          <p:nvSpPr>
            <p:cNvPr id="681" name="ST-MTM temporal row 0: source 681"/>
            <p:cNvSpPr/>
            <p:nvPr/>
          </p:nvSpPr>
          <p:spPr>
            <a:xfrm>
              <a:off x="8589217" y="3037729"/>
              <a:ext cx="99437" cy="90526"/>
            </a:xfrm>
            <a:prstGeom prst="rect">
              <a:avLst/>
            </a:prstGeom>
            <a:solidFill>
              <a:srgbClr val="009E73"/>
            </a:solidFill>
            <a:ln w="5281">
              <a:solidFill>
                <a:srgbClr val="FFFFFF"/>
              </a:solidFill>
              <a:prstDash val="solid"/>
            </a:ln>
          </p:spPr>
        </p:sp>
        <p:sp>
          <p:nvSpPr>
            <p:cNvPr id="682" name="ST-MTM temporal row 0: source 682"/>
            <p:cNvSpPr/>
            <p:nvPr/>
          </p:nvSpPr>
          <p:spPr>
            <a:xfrm>
              <a:off x="8685363" y="3037729"/>
              <a:ext cx="65958" cy="90526"/>
            </a:xfrm>
            <a:prstGeom prst="rect">
              <a:avLst/>
            </a:prstGeom>
            <a:solidFill>
              <a:srgbClr val="7B8790"/>
            </a:solidFill>
            <a:ln w="5281">
              <a:solidFill>
                <a:srgbClr val="FFFFFF"/>
              </a:solidFill>
              <a:prstDash val="solid"/>
            </a:ln>
          </p:spPr>
        </p:sp>
        <p:sp>
          <p:nvSpPr>
            <p:cNvPr id="683" name="ST-MTM temporal row 0: source 683"/>
            <p:cNvSpPr/>
            <p:nvPr/>
          </p:nvSpPr>
          <p:spPr>
            <a:xfrm>
              <a:off x="8748029" y="3037729"/>
              <a:ext cx="56516" cy="90526"/>
            </a:xfrm>
            <a:prstGeom prst="rect">
              <a:avLst/>
            </a:prstGeom>
            <a:solidFill>
              <a:srgbClr val="7B8790"/>
            </a:solidFill>
            <a:ln w="5281">
              <a:solidFill>
                <a:srgbClr val="FFFFFF"/>
              </a:solidFill>
              <a:prstDash val="solid"/>
            </a:ln>
          </p:spPr>
        </p:sp>
        <p:sp>
          <p:nvSpPr>
            <p:cNvPr id="684" name="ST-MTM temporal row 0: source 684"/>
            <p:cNvSpPr/>
            <p:nvPr/>
          </p:nvSpPr>
          <p:spPr>
            <a:xfrm>
              <a:off x="7566812" y="3037729"/>
              <a:ext cx="1234440" cy="90526"/>
            </a:xfrm>
            <a:prstGeom prst="rect">
              <a:avLst/>
            </a:prstGeom>
            <a:solidFill>
              <a:srgbClr val="FFFFFF">
                <a:alpha val="0"/>
              </a:srgbClr>
            </a:solidFill>
            <a:ln w="12321">
              <a:solidFill>
                <a:srgbClr val="263238"/>
              </a:solidFill>
              <a:prstDash val="solid"/>
            </a:ln>
          </p:spPr>
        </p:sp>
        <p:sp>
          <p:nvSpPr>
            <p:cNvPr id="685" name="ST-MTM temporal row 1: source 685"/>
            <p:cNvSpPr/>
            <p:nvPr/>
          </p:nvSpPr>
          <p:spPr>
            <a:xfrm>
              <a:off x="7513320" y="3181350"/>
              <a:ext cx="1341425" cy="296266"/>
            </a:xfrm>
            <a:prstGeom prst="rect">
              <a:avLst/>
            </a:prstGeom>
            <a:solidFill>
              <a:srgbClr val="FFFFFF">
                <a:alpha val="0"/>
              </a:srgbClr>
            </a:solidFill>
            <a:ln w="10881">
              <a:solidFill>
                <a:srgbClr val="CCDDEC"/>
              </a:solidFill>
              <a:prstDash val="solid"/>
            </a:ln>
          </p:spPr>
        </p:sp>
        <p:sp>
          <p:nvSpPr>
            <p:cNvPr id="686" name="ST-MTM temporal row 1: source 686"/>
            <p:cNvSpPr/>
            <p:nvPr/>
          </p:nvSpPr>
          <p:spPr>
            <a:xfrm>
              <a:off x="7566812" y="3275990"/>
              <a:ext cx="1234440" cy="823"/>
            </a:xfrm>
            <a:prstGeom prst="line">
              <a:avLst/>
            </a:prstGeom>
            <a:solidFill>
              <a:srgbClr val="FFFFFF">
                <a:alpha val="0"/>
              </a:srgbClr>
            </a:solidFill>
            <a:ln w="12162">
              <a:solidFill>
                <a:srgbClr val="7B8790"/>
              </a:solidFill>
              <a:prstDash val="solid"/>
            </a:ln>
          </p:spPr>
        </p:sp>
        <p:sp>
          <p:nvSpPr>
            <p:cNvPr id="687" name="ST-MTM temporal row 1: source 687"/>
            <p:cNvSpPr/>
            <p:nvPr/>
          </p:nvSpPr>
          <p:spPr>
            <a:xfrm>
              <a:off x="7549903" y="3233329"/>
              <a:ext cx="85325" cy="85325"/>
            </a:xfrm>
            <a:prstGeom prst="diamond">
              <a:avLst/>
            </a:prstGeom>
            <a:solidFill>
              <a:srgbClr val="7B8790"/>
            </a:solidFill>
            <a:ln w="13602">
              <a:solidFill>
                <a:srgbClr val="263238"/>
              </a:solidFill>
              <a:prstDash val="solid"/>
            </a:ln>
          </p:spPr>
        </p:sp>
        <p:sp>
          <p:nvSpPr>
            <p:cNvPr id="688" name="ST-MTM temporal row 1: source 688"/>
            <p:cNvSpPr/>
            <p:nvPr/>
          </p:nvSpPr>
          <p:spPr>
            <a:xfrm>
              <a:off x="7617181" y="3242661"/>
              <a:ext cx="66659" cy="66659"/>
            </a:xfrm>
            <a:prstGeom prst="ellipse">
              <a:avLst/>
            </a:prstGeom>
            <a:solidFill>
              <a:srgbClr val="0072B2"/>
            </a:solidFill>
            <a:ln w="9601">
              <a:solidFill>
                <a:srgbClr val="263238"/>
              </a:solidFill>
              <a:prstDash val="solid"/>
            </a:ln>
          </p:spPr>
        </p:sp>
        <p:sp>
          <p:nvSpPr>
            <p:cNvPr id="689" name="ST-MTM temporal row 1: source 689"/>
            <p:cNvSpPr/>
            <p:nvPr/>
          </p:nvSpPr>
          <p:spPr>
            <a:xfrm>
              <a:off x="7672660" y="3233329"/>
              <a:ext cx="85325" cy="85325"/>
            </a:xfrm>
            <a:prstGeom prst="diamond">
              <a:avLst/>
            </a:prstGeom>
            <a:solidFill>
              <a:srgbClr val="0072B2"/>
            </a:solidFill>
            <a:ln w="13602">
              <a:solidFill>
                <a:srgbClr val="263238"/>
              </a:solidFill>
              <a:prstDash val="solid"/>
            </a:ln>
          </p:spPr>
        </p:sp>
        <p:sp>
          <p:nvSpPr>
            <p:cNvPr id="690" name="ST-MTM temporal row 1: source 690"/>
            <p:cNvSpPr/>
            <p:nvPr/>
          </p:nvSpPr>
          <p:spPr>
            <a:xfrm>
              <a:off x="7746805" y="3242661"/>
              <a:ext cx="66659" cy="66659"/>
            </a:xfrm>
            <a:prstGeom prst="ellipse">
              <a:avLst/>
            </a:prstGeom>
            <a:solidFill>
              <a:srgbClr val="0072B2"/>
            </a:solidFill>
            <a:ln w="9601">
              <a:solidFill>
                <a:srgbClr val="263238"/>
              </a:solidFill>
              <a:prstDash val="solid"/>
            </a:ln>
          </p:spPr>
        </p:sp>
        <p:sp>
          <p:nvSpPr>
            <p:cNvPr id="691" name="ST-MTM temporal row 1: source 691"/>
            <p:cNvSpPr/>
            <p:nvPr/>
          </p:nvSpPr>
          <p:spPr>
            <a:xfrm>
              <a:off x="7799281" y="3233329"/>
              <a:ext cx="85325" cy="85325"/>
            </a:xfrm>
            <a:prstGeom prst="diamond">
              <a:avLst/>
            </a:prstGeom>
            <a:solidFill>
              <a:srgbClr val="B7BEC5"/>
            </a:solidFill>
            <a:ln w="13602">
              <a:solidFill>
                <a:srgbClr val="263238"/>
              </a:solidFill>
              <a:prstDash val="solid"/>
            </a:ln>
          </p:spPr>
        </p:sp>
        <p:sp>
          <p:nvSpPr>
            <p:cNvPr id="692" name="ST-MTM temporal row 1: source 692"/>
            <p:cNvSpPr/>
            <p:nvPr/>
          </p:nvSpPr>
          <p:spPr>
            <a:xfrm>
              <a:off x="7874713" y="3242661"/>
              <a:ext cx="66659" cy="66659"/>
            </a:xfrm>
            <a:prstGeom prst="ellipse">
              <a:avLst/>
            </a:prstGeom>
            <a:solidFill>
              <a:srgbClr val="D55E00"/>
            </a:solidFill>
            <a:ln w="9601">
              <a:solidFill>
                <a:srgbClr val="263238"/>
              </a:solidFill>
              <a:prstDash val="solid"/>
            </a:ln>
          </p:spPr>
        </p:sp>
        <p:sp>
          <p:nvSpPr>
            <p:cNvPr id="693" name="ST-MTM temporal row 1: source 693"/>
            <p:cNvSpPr/>
            <p:nvPr/>
          </p:nvSpPr>
          <p:spPr>
            <a:xfrm>
              <a:off x="7939636" y="3233329"/>
              <a:ext cx="85325" cy="85325"/>
            </a:xfrm>
            <a:prstGeom prst="diamond">
              <a:avLst/>
            </a:prstGeom>
            <a:solidFill>
              <a:srgbClr val="D55E00"/>
            </a:solidFill>
            <a:ln w="13602">
              <a:solidFill>
                <a:srgbClr val="263238"/>
              </a:solidFill>
              <a:prstDash val="solid"/>
            </a:ln>
          </p:spPr>
        </p:sp>
        <p:sp>
          <p:nvSpPr>
            <p:cNvPr id="694" name="ST-MTM temporal row 1: source 694"/>
            <p:cNvSpPr/>
            <p:nvPr/>
          </p:nvSpPr>
          <p:spPr>
            <a:xfrm>
              <a:off x="8023224" y="3242661"/>
              <a:ext cx="66659" cy="66659"/>
            </a:xfrm>
            <a:prstGeom prst="ellipse">
              <a:avLst/>
            </a:prstGeom>
            <a:solidFill>
              <a:srgbClr val="D55E00"/>
            </a:solidFill>
            <a:ln w="9601">
              <a:solidFill>
                <a:srgbClr val="263238"/>
              </a:solidFill>
              <a:prstDash val="solid"/>
            </a:ln>
          </p:spPr>
        </p:sp>
        <p:sp>
          <p:nvSpPr>
            <p:cNvPr id="695" name="ST-MTM temporal row 1: source 695"/>
            <p:cNvSpPr/>
            <p:nvPr/>
          </p:nvSpPr>
          <p:spPr>
            <a:xfrm>
              <a:off x="8104776" y="3242661"/>
              <a:ext cx="66659" cy="66659"/>
            </a:xfrm>
            <a:prstGeom prst="ellipse">
              <a:avLst/>
            </a:prstGeom>
            <a:solidFill>
              <a:srgbClr val="B7BEC5"/>
            </a:solidFill>
            <a:ln w="9601">
              <a:solidFill>
                <a:srgbClr val="263238"/>
              </a:solidFill>
              <a:prstDash val="solid"/>
            </a:ln>
          </p:spPr>
        </p:sp>
        <p:sp>
          <p:nvSpPr>
            <p:cNvPr id="696" name="ST-MTM temporal row 1: source 696"/>
            <p:cNvSpPr/>
            <p:nvPr/>
          </p:nvSpPr>
          <p:spPr>
            <a:xfrm>
              <a:off x="8196200" y="3242661"/>
              <a:ext cx="66659" cy="66659"/>
            </a:xfrm>
            <a:prstGeom prst="ellipse">
              <a:avLst/>
            </a:prstGeom>
            <a:solidFill>
              <a:srgbClr val="B7BEC5"/>
            </a:solidFill>
            <a:ln w="9601">
              <a:solidFill>
                <a:srgbClr val="263238"/>
              </a:solidFill>
              <a:prstDash val="solid"/>
            </a:ln>
          </p:spPr>
        </p:sp>
        <p:sp>
          <p:nvSpPr>
            <p:cNvPr id="697" name="ST-MTM temporal row 1: source 697"/>
            <p:cNvSpPr/>
            <p:nvPr/>
          </p:nvSpPr>
          <p:spPr>
            <a:xfrm>
              <a:off x="8291168" y="3233329"/>
              <a:ext cx="85325" cy="85325"/>
            </a:xfrm>
            <a:prstGeom prst="diamond">
              <a:avLst/>
            </a:prstGeom>
            <a:solidFill>
              <a:srgbClr val="7B8790"/>
            </a:solidFill>
            <a:ln w="13602">
              <a:solidFill>
                <a:srgbClr val="263238"/>
              </a:solidFill>
              <a:prstDash val="solid"/>
            </a:ln>
          </p:spPr>
        </p:sp>
        <p:sp>
          <p:nvSpPr>
            <p:cNvPr id="698" name="ST-MTM temporal row 1: source 698"/>
            <p:cNvSpPr/>
            <p:nvPr/>
          </p:nvSpPr>
          <p:spPr>
            <a:xfrm>
              <a:off x="8406519" y="3242661"/>
              <a:ext cx="66659" cy="66659"/>
            </a:xfrm>
            <a:prstGeom prst="ellipse">
              <a:avLst/>
            </a:prstGeom>
            <a:solidFill>
              <a:srgbClr val="009E73"/>
            </a:solidFill>
            <a:ln w="9601">
              <a:solidFill>
                <a:srgbClr val="263238"/>
              </a:solidFill>
              <a:prstDash val="solid"/>
            </a:ln>
          </p:spPr>
        </p:sp>
        <p:sp>
          <p:nvSpPr>
            <p:cNvPr id="699" name="ST-MTM temporal row 1: source 699"/>
            <p:cNvSpPr/>
            <p:nvPr/>
          </p:nvSpPr>
          <p:spPr>
            <a:xfrm>
              <a:off x="8495907" y="3233329"/>
              <a:ext cx="85325" cy="85325"/>
            </a:xfrm>
            <a:prstGeom prst="diamond">
              <a:avLst/>
            </a:prstGeom>
            <a:solidFill>
              <a:srgbClr val="009E73"/>
            </a:solidFill>
            <a:ln w="13602">
              <a:solidFill>
                <a:srgbClr val="263238"/>
              </a:solidFill>
              <a:prstDash val="solid"/>
            </a:ln>
          </p:spPr>
        </p:sp>
        <p:sp>
          <p:nvSpPr>
            <p:cNvPr id="700" name="ST-MTM temporal row 1: source 700"/>
            <p:cNvSpPr/>
            <p:nvPr/>
          </p:nvSpPr>
          <p:spPr>
            <a:xfrm>
              <a:off x="8603960" y="3242661"/>
              <a:ext cx="66659" cy="66659"/>
            </a:xfrm>
            <a:prstGeom prst="ellipse">
              <a:avLst/>
            </a:prstGeom>
            <a:solidFill>
              <a:srgbClr val="009E73"/>
            </a:solidFill>
            <a:ln w="9601">
              <a:solidFill>
                <a:srgbClr val="263238"/>
              </a:solidFill>
              <a:prstDash val="solid"/>
            </a:ln>
          </p:spPr>
        </p:sp>
        <p:sp>
          <p:nvSpPr>
            <p:cNvPr id="701" name="ST-MTM temporal row 1: source 701"/>
            <p:cNvSpPr/>
            <p:nvPr/>
          </p:nvSpPr>
          <p:spPr>
            <a:xfrm>
              <a:off x="8683366" y="3242661"/>
              <a:ext cx="66659" cy="66659"/>
            </a:xfrm>
            <a:prstGeom prst="ellipse">
              <a:avLst/>
            </a:prstGeom>
            <a:solidFill>
              <a:srgbClr val="7B8790"/>
            </a:solidFill>
            <a:ln w="9601">
              <a:solidFill>
                <a:srgbClr val="263238"/>
              </a:solidFill>
              <a:prstDash val="solid"/>
            </a:ln>
          </p:spPr>
        </p:sp>
        <p:sp>
          <p:nvSpPr>
            <p:cNvPr id="702" name="ST-MTM temporal row 1: source 702"/>
            <p:cNvSpPr/>
            <p:nvPr/>
          </p:nvSpPr>
          <p:spPr>
            <a:xfrm>
              <a:off x="8741311" y="3242661"/>
              <a:ext cx="66659" cy="66659"/>
            </a:xfrm>
            <a:prstGeom prst="ellipse">
              <a:avLst/>
            </a:prstGeom>
            <a:solidFill>
              <a:srgbClr val="7B8790"/>
            </a:solidFill>
            <a:ln w="9601">
              <a:solidFill>
                <a:srgbClr val="263238"/>
              </a:solidFill>
              <a:prstDash val="solid"/>
            </a:ln>
          </p:spPr>
        </p:sp>
        <p:sp>
          <p:nvSpPr>
            <p:cNvPr id="703" name="ST-MTM temporal row 1: source 703"/>
            <p:cNvSpPr/>
            <p:nvPr/>
          </p:nvSpPr>
          <p:spPr>
            <a:xfrm>
              <a:off x="7566812" y="3361579"/>
              <a:ext cx="54798" cy="90526"/>
            </a:xfrm>
            <a:prstGeom prst="rect">
              <a:avLst/>
            </a:prstGeom>
            <a:solidFill>
              <a:srgbClr val="7B8790"/>
            </a:solidFill>
            <a:ln w="5281">
              <a:solidFill>
                <a:srgbClr val="FFFFFF"/>
              </a:solidFill>
              <a:prstDash val="solid"/>
            </a:ln>
          </p:spPr>
        </p:sp>
        <p:sp>
          <p:nvSpPr>
            <p:cNvPr id="704" name="ST-MTM temporal row 1: source 704"/>
            <p:cNvSpPr/>
            <p:nvPr/>
          </p:nvSpPr>
          <p:spPr>
            <a:xfrm>
              <a:off x="7618318" y="3361579"/>
              <a:ext cx="67675" cy="90526"/>
            </a:xfrm>
            <a:prstGeom prst="rect">
              <a:avLst/>
            </a:prstGeom>
            <a:solidFill>
              <a:srgbClr val="0072B2"/>
            </a:solidFill>
            <a:ln w="5281">
              <a:solidFill>
                <a:srgbClr val="FFFFFF"/>
              </a:solidFill>
              <a:prstDash val="solid"/>
            </a:ln>
          </p:spPr>
        </p:sp>
        <p:sp>
          <p:nvSpPr>
            <p:cNvPr id="705" name="ST-MTM temporal row 1: source 705"/>
            <p:cNvSpPr/>
            <p:nvPr/>
          </p:nvSpPr>
          <p:spPr>
            <a:xfrm>
              <a:off x="7682702" y="3361579"/>
              <a:ext cx="68533" cy="90526"/>
            </a:xfrm>
            <a:prstGeom prst="rect">
              <a:avLst/>
            </a:prstGeom>
            <a:solidFill>
              <a:srgbClr val="0072B2"/>
            </a:solidFill>
            <a:ln w="5281">
              <a:solidFill>
                <a:srgbClr val="FFFFFF"/>
              </a:solidFill>
              <a:prstDash val="solid"/>
            </a:ln>
          </p:spPr>
        </p:sp>
        <p:sp>
          <p:nvSpPr>
            <p:cNvPr id="706" name="ST-MTM temporal row 1: source 706"/>
            <p:cNvSpPr/>
            <p:nvPr/>
          </p:nvSpPr>
          <p:spPr>
            <a:xfrm>
              <a:off x="7747944" y="3361579"/>
              <a:ext cx="67675" cy="90526"/>
            </a:xfrm>
            <a:prstGeom prst="rect">
              <a:avLst/>
            </a:prstGeom>
            <a:solidFill>
              <a:srgbClr val="0072B2"/>
            </a:solidFill>
            <a:ln w="5281">
              <a:solidFill>
                <a:srgbClr val="FFFFFF"/>
              </a:solidFill>
              <a:prstDash val="solid"/>
            </a:ln>
          </p:spPr>
        </p:sp>
        <p:sp>
          <p:nvSpPr>
            <p:cNvPr id="707" name="ST-MTM temporal row 1: source 707"/>
            <p:cNvSpPr/>
            <p:nvPr/>
          </p:nvSpPr>
          <p:spPr>
            <a:xfrm>
              <a:off x="7812327" y="3361579"/>
              <a:ext cx="62525" cy="90526"/>
            </a:xfrm>
            <a:prstGeom prst="rect">
              <a:avLst/>
            </a:prstGeom>
            <a:solidFill>
              <a:srgbClr val="B7BEC5"/>
            </a:solidFill>
            <a:ln w="5281">
              <a:solidFill>
                <a:srgbClr val="FFFFFF"/>
              </a:solidFill>
              <a:prstDash val="solid"/>
            </a:ln>
          </p:spPr>
        </p:sp>
        <p:sp>
          <p:nvSpPr>
            <p:cNvPr id="708" name="ST-MTM temporal row 1: source 708"/>
            <p:cNvSpPr/>
            <p:nvPr/>
          </p:nvSpPr>
          <p:spPr>
            <a:xfrm>
              <a:off x="7871560" y="3361579"/>
              <a:ext cx="76260" cy="90526"/>
            </a:xfrm>
            <a:prstGeom prst="rect">
              <a:avLst/>
            </a:prstGeom>
            <a:solidFill>
              <a:srgbClr val="D55E00"/>
            </a:solidFill>
            <a:ln w="5281">
              <a:solidFill>
                <a:srgbClr val="FFFFFF"/>
              </a:solidFill>
              <a:prstDash val="solid"/>
            </a:ln>
          </p:spPr>
        </p:sp>
        <p:sp>
          <p:nvSpPr>
            <p:cNvPr id="709" name="ST-MTM temporal row 1: source 709"/>
            <p:cNvSpPr/>
            <p:nvPr/>
          </p:nvSpPr>
          <p:spPr>
            <a:xfrm>
              <a:off x="7944527" y="3361579"/>
              <a:ext cx="78835" cy="90526"/>
            </a:xfrm>
            <a:prstGeom prst="rect">
              <a:avLst/>
            </a:prstGeom>
            <a:solidFill>
              <a:srgbClr val="D55E00"/>
            </a:solidFill>
            <a:ln w="5281">
              <a:solidFill>
                <a:srgbClr val="FFFFFF"/>
              </a:solidFill>
              <a:prstDash val="solid"/>
            </a:ln>
          </p:spPr>
        </p:sp>
        <p:sp>
          <p:nvSpPr>
            <p:cNvPr id="710" name="ST-MTM temporal row 1: source 710"/>
            <p:cNvSpPr/>
            <p:nvPr/>
          </p:nvSpPr>
          <p:spPr>
            <a:xfrm>
              <a:off x="8020069" y="3361579"/>
              <a:ext cx="76260" cy="90526"/>
            </a:xfrm>
            <a:prstGeom prst="rect">
              <a:avLst/>
            </a:prstGeom>
            <a:solidFill>
              <a:srgbClr val="D55E00"/>
            </a:solidFill>
            <a:ln w="5281">
              <a:solidFill>
                <a:srgbClr val="FFFFFF"/>
              </a:solidFill>
              <a:prstDash val="solid"/>
            </a:ln>
          </p:spPr>
        </p:sp>
        <p:sp>
          <p:nvSpPr>
            <p:cNvPr id="711" name="ST-MTM temporal row 1: source 711"/>
            <p:cNvSpPr/>
            <p:nvPr/>
          </p:nvSpPr>
          <p:spPr>
            <a:xfrm>
              <a:off x="8093038" y="3361579"/>
              <a:ext cx="93428" cy="90526"/>
            </a:xfrm>
            <a:prstGeom prst="rect">
              <a:avLst/>
            </a:prstGeom>
            <a:solidFill>
              <a:srgbClr val="B7BEC5"/>
            </a:solidFill>
            <a:ln w="5281">
              <a:solidFill>
                <a:srgbClr val="FFFFFF"/>
              </a:solidFill>
              <a:prstDash val="solid"/>
            </a:ln>
          </p:spPr>
        </p:sp>
        <p:sp>
          <p:nvSpPr>
            <p:cNvPr id="712" name="ST-MTM temporal row 1: source 712"/>
            <p:cNvSpPr/>
            <p:nvPr/>
          </p:nvSpPr>
          <p:spPr>
            <a:xfrm>
              <a:off x="8183174" y="3361579"/>
              <a:ext cx="96004" cy="90526"/>
            </a:xfrm>
            <a:prstGeom prst="rect">
              <a:avLst/>
            </a:prstGeom>
            <a:solidFill>
              <a:srgbClr val="B7BEC5"/>
            </a:solidFill>
            <a:ln w="5281">
              <a:solidFill>
                <a:srgbClr val="FFFFFF"/>
              </a:solidFill>
              <a:prstDash val="solid"/>
            </a:ln>
          </p:spPr>
        </p:sp>
        <p:sp>
          <p:nvSpPr>
            <p:cNvPr id="713" name="ST-MTM temporal row 1: source 713"/>
            <p:cNvSpPr/>
            <p:nvPr/>
          </p:nvSpPr>
          <p:spPr>
            <a:xfrm>
              <a:off x="8275885" y="3361579"/>
              <a:ext cx="119182" cy="90526"/>
            </a:xfrm>
            <a:prstGeom prst="rect">
              <a:avLst/>
            </a:prstGeom>
            <a:solidFill>
              <a:srgbClr val="7B8790"/>
            </a:solidFill>
            <a:ln w="5281">
              <a:solidFill>
                <a:srgbClr val="FFFFFF"/>
              </a:solidFill>
              <a:prstDash val="solid"/>
            </a:ln>
          </p:spPr>
        </p:sp>
        <p:sp>
          <p:nvSpPr>
            <p:cNvPr id="714" name="ST-MTM temporal row 1: source 714"/>
            <p:cNvSpPr/>
            <p:nvPr/>
          </p:nvSpPr>
          <p:spPr>
            <a:xfrm>
              <a:off x="8391776" y="3361579"/>
              <a:ext cx="99437" cy="90526"/>
            </a:xfrm>
            <a:prstGeom prst="rect">
              <a:avLst/>
            </a:prstGeom>
            <a:solidFill>
              <a:srgbClr val="009E73"/>
            </a:solidFill>
            <a:ln w="5281">
              <a:solidFill>
                <a:srgbClr val="FFFFFF"/>
              </a:solidFill>
              <a:prstDash val="solid"/>
            </a:ln>
          </p:spPr>
        </p:sp>
        <p:sp>
          <p:nvSpPr>
            <p:cNvPr id="715" name="ST-MTM temporal row 1: source 715"/>
            <p:cNvSpPr/>
            <p:nvPr/>
          </p:nvSpPr>
          <p:spPr>
            <a:xfrm>
              <a:off x="8487921" y="3361579"/>
              <a:ext cx="104588" cy="90526"/>
            </a:xfrm>
            <a:prstGeom prst="rect">
              <a:avLst/>
            </a:prstGeom>
            <a:solidFill>
              <a:srgbClr val="009E73"/>
            </a:solidFill>
            <a:ln w="5281">
              <a:solidFill>
                <a:srgbClr val="FFFFFF"/>
              </a:solidFill>
              <a:prstDash val="solid"/>
            </a:ln>
          </p:spPr>
        </p:sp>
        <p:sp>
          <p:nvSpPr>
            <p:cNvPr id="716" name="ST-MTM temporal row 1: source 716"/>
            <p:cNvSpPr/>
            <p:nvPr/>
          </p:nvSpPr>
          <p:spPr>
            <a:xfrm>
              <a:off x="8589217" y="3361579"/>
              <a:ext cx="99437" cy="90526"/>
            </a:xfrm>
            <a:prstGeom prst="rect">
              <a:avLst/>
            </a:prstGeom>
            <a:solidFill>
              <a:srgbClr val="009E73"/>
            </a:solidFill>
            <a:ln w="5281">
              <a:solidFill>
                <a:srgbClr val="FFFFFF"/>
              </a:solidFill>
              <a:prstDash val="solid"/>
            </a:ln>
          </p:spPr>
        </p:sp>
        <p:sp>
          <p:nvSpPr>
            <p:cNvPr id="717" name="ST-MTM temporal row 1: source 717"/>
            <p:cNvSpPr/>
            <p:nvPr/>
          </p:nvSpPr>
          <p:spPr>
            <a:xfrm>
              <a:off x="8685363" y="3361579"/>
              <a:ext cx="65958" cy="90526"/>
            </a:xfrm>
            <a:prstGeom prst="rect">
              <a:avLst/>
            </a:prstGeom>
            <a:solidFill>
              <a:srgbClr val="7B8790"/>
            </a:solidFill>
            <a:ln w="5281">
              <a:solidFill>
                <a:srgbClr val="FFFFFF"/>
              </a:solidFill>
              <a:prstDash val="solid"/>
            </a:ln>
          </p:spPr>
        </p:sp>
        <p:sp>
          <p:nvSpPr>
            <p:cNvPr id="718" name="ST-MTM temporal row 1: source 718"/>
            <p:cNvSpPr/>
            <p:nvPr/>
          </p:nvSpPr>
          <p:spPr>
            <a:xfrm>
              <a:off x="8748029" y="3361579"/>
              <a:ext cx="56516" cy="90526"/>
            </a:xfrm>
            <a:prstGeom prst="rect">
              <a:avLst/>
            </a:prstGeom>
            <a:solidFill>
              <a:srgbClr val="7B8790"/>
            </a:solidFill>
            <a:ln w="5281">
              <a:solidFill>
                <a:srgbClr val="FFFFFF"/>
              </a:solidFill>
              <a:prstDash val="solid"/>
            </a:ln>
          </p:spPr>
        </p:sp>
        <p:sp>
          <p:nvSpPr>
            <p:cNvPr id="719" name="ST-MTM temporal row 1: source 719"/>
            <p:cNvSpPr/>
            <p:nvPr/>
          </p:nvSpPr>
          <p:spPr>
            <a:xfrm>
              <a:off x="7566812" y="3361579"/>
              <a:ext cx="1234440" cy="90526"/>
            </a:xfrm>
            <a:prstGeom prst="rect">
              <a:avLst/>
            </a:prstGeom>
            <a:solidFill>
              <a:srgbClr val="FFFFFF">
                <a:alpha val="0"/>
              </a:srgbClr>
            </a:solidFill>
            <a:ln w="12321">
              <a:solidFill>
                <a:srgbClr val="263238"/>
              </a:solidFill>
              <a:prstDash val="solid"/>
            </a:ln>
          </p:spPr>
        </p:sp>
        <p:sp>
          <p:nvSpPr>
            <p:cNvPr id="720" name="ST-MTM temporal row 2: source 720"/>
            <p:cNvSpPr/>
            <p:nvPr/>
          </p:nvSpPr>
          <p:spPr>
            <a:xfrm>
              <a:off x="7513320" y="3505200"/>
              <a:ext cx="1341425" cy="296266"/>
            </a:xfrm>
            <a:prstGeom prst="rect">
              <a:avLst/>
            </a:prstGeom>
            <a:solidFill>
              <a:srgbClr val="FFFFFF">
                <a:alpha val="0"/>
              </a:srgbClr>
            </a:solidFill>
            <a:ln w="10881">
              <a:solidFill>
                <a:srgbClr val="CCDDEC"/>
              </a:solidFill>
              <a:prstDash val="solid"/>
            </a:ln>
          </p:spPr>
        </p:sp>
        <p:sp>
          <p:nvSpPr>
            <p:cNvPr id="721" name="ST-MTM temporal row 2: source 721"/>
            <p:cNvSpPr/>
            <p:nvPr/>
          </p:nvSpPr>
          <p:spPr>
            <a:xfrm>
              <a:off x="7566812" y="3599840"/>
              <a:ext cx="1234440" cy="823"/>
            </a:xfrm>
            <a:prstGeom prst="line">
              <a:avLst/>
            </a:prstGeom>
            <a:solidFill>
              <a:srgbClr val="FFFFFF">
                <a:alpha val="0"/>
              </a:srgbClr>
            </a:solidFill>
            <a:ln w="12162">
              <a:solidFill>
                <a:srgbClr val="7B8790"/>
              </a:solidFill>
              <a:prstDash val="solid"/>
            </a:ln>
          </p:spPr>
        </p:sp>
        <p:sp>
          <p:nvSpPr>
            <p:cNvPr id="722" name="ST-MTM temporal row 2: source 722"/>
            <p:cNvSpPr/>
            <p:nvPr/>
          </p:nvSpPr>
          <p:spPr>
            <a:xfrm>
              <a:off x="7549903" y="3557179"/>
              <a:ext cx="85325" cy="85325"/>
            </a:xfrm>
            <a:prstGeom prst="diamond">
              <a:avLst/>
            </a:prstGeom>
            <a:solidFill>
              <a:srgbClr val="7B8790"/>
            </a:solidFill>
            <a:ln w="13602">
              <a:solidFill>
                <a:srgbClr val="263238"/>
              </a:solidFill>
              <a:prstDash val="solid"/>
            </a:ln>
          </p:spPr>
        </p:sp>
        <p:sp>
          <p:nvSpPr>
            <p:cNvPr id="723" name="ST-MTM temporal row 2: source 723"/>
            <p:cNvSpPr/>
            <p:nvPr/>
          </p:nvSpPr>
          <p:spPr>
            <a:xfrm>
              <a:off x="7617181" y="3566511"/>
              <a:ext cx="66659" cy="66659"/>
            </a:xfrm>
            <a:prstGeom prst="ellipse">
              <a:avLst/>
            </a:prstGeom>
            <a:solidFill>
              <a:srgbClr val="0072B2"/>
            </a:solidFill>
            <a:ln w="9601">
              <a:solidFill>
                <a:srgbClr val="263238"/>
              </a:solidFill>
              <a:prstDash val="solid"/>
            </a:ln>
          </p:spPr>
        </p:sp>
        <p:sp>
          <p:nvSpPr>
            <p:cNvPr id="724" name="ST-MTM temporal row 2: source 724"/>
            <p:cNvSpPr/>
            <p:nvPr/>
          </p:nvSpPr>
          <p:spPr>
            <a:xfrm>
              <a:off x="7672660" y="3557179"/>
              <a:ext cx="85325" cy="85325"/>
            </a:xfrm>
            <a:prstGeom prst="diamond">
              <a:avLst/>
            </a:prstGeom>
            <a:solidFill>
              <a:srgbClr val="0072B2"/>
            </a:solidFill>
            <a:ln w="13602">
              <a:solidFill>
                <a:srgbClr val="263238"/>
              </a:solidFill>
              <a:prstDash val="solid"/>
            </a:ln>
          </p:spPr>
        </p:sp>
        <p:sp>
          <p:nvSpPr>
            <p:cNvPr id="725" name="ST-MTM temporal row 2: source 725"/>
            <p:cNvSpPr/>
            <p:nvPr/>
          </p:nvSpPr>
          <p:spPr>
            <a:xfrm>
              <a:off x="7746805" y="3566511"/>
              <a:ext cx="66659" cy="66659"/>
            </a:xfrm>
            <a:prstGeom prst="ellipse">
              <a:avLst/>
            </a:prstGeom>
            <a:solidFill>
              <a:srgbClr val="0072B2"/>
            </a:solidFill>
            <a:ln w="9601">
              <a:solidFill>
                <a:srgbClr val="263238"/>
              </a:solidFill>
              <a:prstDash val="solid"/>
            </a:ln>
          </p:spPr>
        </p:sp>
        <p:sp>
          <p:nvSpPr>
            <p:cNvPr id="726" name="ST-MTM temporal row 2: source 726"/>
            <p:cNvSpPr/>
            <p:nvPr/>
          </p:nvSpPr>
          <p:spPr>
            <a:xfrm>
              <a:off x="7799281" y="3557179"/>
              <a:ext cx="85325" cy="85325"/>
            </a:xfrm>
            <a:prstGeom prst="diamond">
              <a:avLst/>
            </a:prstGeom>
            <a:solidFill>
              <a:srgbClr val="B7BEC5"/>
            </a:solidFill>
            <a:ln w="13602">
              <a:solidFill>
                <a:srgbClr val="263238"/>
              </a:solidFill>
              <a:prstDash val="solid"/>
            </a:ln>
          </p:spPr>
        </p:sp>
        <p:sp>
          <p:nvSpPr>
            <p:cNvPr id="727" name="ST-MTM temporal row 2: source 727"/>
            <p:cNvSpPr/>
            <p:nvPr/>
          </p:nvSpPr>
          <p:spPr>
            <a:xfrm>
              <a:off x="7874713" y="3566511"/>
              <a:ext cx="66659" cy="66659"/>
            </a:xfrm>
            <a:prstGeom prst="ellipse">
              <a:avLst/>
            </a:prstGeom>
            <a:solidFill>
              <a:srgbClr val="D55E00"/>
            </a:solidFill>
            <a:ln w="9601">
              <a:solidFill>
                <a:srgbClr val="263238"/>
              </a:solidFill>
              <a:prstDash val="solid"/>
            </a:ln>
          </p:spPr>
        </p:sp>
        <p:sp>
          <p:nvSpPr>
            <p:cNvPr id="728" name="ST-MTM temporal row 2: source 728"/>
            <p:cNvSpPr/>
            <p:nvPr/>
          </p:nvSpPr>
          <p:spPr>
            <a:xfrm>
              <a:off x="7939636" y="3557179"/>
              <a:ext cx="85325" cy="85325"/>
            </a:xfrm>
            <a:prstGeom prst="diamond">
              <a:avLst/>
            </a:prstGeom>
            <a:solidFill>
              <a:srgbClr val="D55E00"/>
            </a:solidFill>
            <a:ln w="13602">
              <a:solidFill>
                <a:srgbClr val="263238"/>
              </a:solidFill>
              <a:prstDash val="solid"/>
            </a:ln>
          </p:spPr>
        </p:sp>
        <p:sp>
          <p:nvSpPr>
            <p:cNvPr id="729" name="ST-MTM temporal row 2: source 729"/>
            <p:cNvSpPr/>
            <p:nvPr/>
          </p:nvSpPr>
          <p:spPr>
            <a:xfrm>
              <a:off x="8023224" y="3566511"/>
              <a:ext cx="66659" cy="66659"/>
            </a:xfrm>
            <a:prstGeom prst="ellipse">
              <a:avLst/>
            </a:prstGeom>
            <a:solidFill>
              <a:srgbClr val="D55E00"/>
            </a:solidFill>
            <a:ln w="9601">
              <a:solidFill>
                <a:srgbClr val="263238"/>
              </a:solidFill>
              <a:prstDash val="solid"/>
            </a:ln>
          </p:spPr>
        </p:sp>
        <p:sp>
          <p:nvSpPr>
            <p:cNvPr id="730" name="ST-MTM temporal row 2: source 730"/>
            <p:cNvSpPr/>
            <p:nvPr/>
          </p:nvSpPr>
          <p:spPr>
            <a:xfrm>
              <a:off x="8104776" y="3566511"/>
              <a:ext cx="66659" cy="66659"/>
            </a:xfrm>
            <a:prstGeom prst="ellipse">
              <a:avLst/>
            </a:prstGeom>
            <a:solidFill>
              <a:srgbClr val="B7BEC5"/>
            </a:solidFill>
            <a:ln w="9601">
              <a:solidFill>
                <a:srgbClr val="263238"/>
              </a:solidFill>
              <a:prstDash val="solid"/>
            </a:ln>
          </p:spPr>
        </p:sp>
        <p:sp>
          <p:nvSpPr>
            <p:cNvPr id="731" name="ST-MTM temporal row 2: source 731"/>
            <p:cNvSpPr/>
            <p:nvPr/>
          </p:nvSpPr>
          <p:spPr>
            <a:xfrm>
              <a:off x="8196200" y="3566511"/>
              <a:ext cx="66659" cy="66659"/>
            </a:xfrm>
            <a:prstGeom prst="ellipse">
              <a:avLst/>
            </a:prstGeom>
            <a:solidFill>
              <a:srgbClr val="B7BEC5"/>
            </a:solidFill>
            <a:ln w="9601">
              <a:solidFill>
                <a:srgbClr val="263238"/>
              </a:solidFill>
              <a:prstDash val="solid"/>
            </a:ln>
          </p:spPr>
        </p:sp>
        <p:sp>
          <p:nvSpPr>
            <p:cNvPr id="732" name="ST-MTM temporal row 2: source 732"/>
            <p:cNvSpPr/>
            <p:nvPr/>
          </p:nvSpPr>
          <p:spPr>
            <a:xfrm>
              <a:off x="8291168" y="3557179"/>
              <a:ext cx="85325" cy="85325"/>
            </a:xfrm>
            <a:prstGeom prst="diamond">
              <a:avLst/>
            </a:prstGeom>
            <a:solidFill>
              <a:srgbClr val="7B8790"/>
            </a:solidFill>
            <a:ln w="13602">
              <a:solidFill>
                <a:srgbClr val="263238"/>
              </a:solidFill>
              <a:prstDash val="solid"/>
            </a:ln>
          </p:spPr>
        </p:sp>
        <p:sp>
          <p:nvSpPr>
            <p:cNvPr id="733" name="ST-MTM temporal row 2: source 733"/>
            <p:cNvSpPr/>
            <p:nvPr/>
          </p:nvSpPr>
          <p:spPr>
            <a:xfrm>
              <a:off x="8406519" y="3566511"/>
              <a:ext cx="66659" cy="66659"/>
            </a:xfrm>
            <a:prstGeom prst="ellipse">
              <a:avLst/>
            </a:prstGeom>
            <a:solidFill>
              <a:srgbClr val="009E73"/>
            </a:solidFill>
            <a:ln w="9601">
              <a:solidFill>
                <a:srgbClr val="263238"/>
              </a:solidFill>
              <a:prstDash val="solid"/>
            </a:ln>
          </p:spPr>
        </p:sp>
        <p:sp>
          <p:nvSpPr>
            <p:cNvPr id="734" name="ST-MTM temporal row 2: source 734"/>
            <p:cNvSpPr/>
            <p:nvPr/>
          </p:nvSpPr>
          <p:spPr>
            <a:xfrm>
              <a:off x="8495907" y="3557179"/>
              <a:ext cx="85325" cy="85325"/>
            </a:xfrm>
            <a:prstGeom prst="diamond">
              <a:avLst/>
            </a:prstGeom>
            <a:solidFill>
              <a:srgbClr val="009E73"/>
            </a:solidFill>
            <a:ln w="13602">
              <a:solidFill>
                <a:srgbClr val="263238"/>
              </a:solidFill>
              <a:prstDash val="solid"/>
            </a:ln>
          </p:spPr>
        </p:sp>
        <p:sp>
          <p:nvSpPr>
            <p:cNvPr id="735" name="ST-MTM temporal row 2: source 735"/>
            <p:cNvSpPr/>
            <p:nvPr/>
          </p:nvSpPr>
          <p:spPr>
            <a:xfrm>
              <a:off x="8603960" y="3566511"/>
              <a:ext cx="66659" cy="66659"/>
            </a:xfrm>
            <a:prstGeom prst="ellipse">
              <a:avLst/>
            </a:prstGeom>
            <a:solidFill>
              <a:srgbClr val="009E73"/>
            </a:solidFill>
            <a:ln w="9601">
              <a:solidFill>
                <a:srgbClr val="263238"/>
              </a:solidFill>
              <a:prstDash val="solid"/>
            </a:ln>
          </p:spPr>
        </p:sp>
        <p:sp>
          <p:nvSpPr>
            <p:cNvPr id="736" name="ST-MTM temporal row 2: source 736"/>
            <p:cNvSpPr/>
            <p:nvPr/>
          </p:nvSpPr>
          <p:spPr>
            <a:xfrm>
              <a:off x="8683366" y="3566511"/>
              <a:ext cx="66659" cy="66659"/>
            </a:xfrm>
            <a:prstGeom prst="ellipse">
              <a:avLst/>
            </a:prstGeom>
            <a:solidFill>
              <a:srgbClr val="7B8790"/>
            </a:solidFill>
            <a:ln w="9601">
              <a:solidFill>
                <a:srgbClr val="263238"/>
              </a:solidFill>
              <a:prstDash val="solid"/>
            </a:ln>
          </p:spPr>
        </p:sp>
        <p:sp>
          <p:nvSpPr>
            <p:cNvPr id="737" name="ST-MTM temporal row 2: source 737"/>
            <p:cNvSpPr/>
            <p:nvPr/>
          </p:nvSpPr>
          <p:spPr>
            <a:xfrm>
              <a:off x="8741311" y="3566511"/>
              <a:ext cx="66659" cy="66659"/>
            </a:xfrm>
            <a:prstGeom prst="ellipse">
              <a:avLst/>
            </a:prstGeom>
            <a:solidFill>
              <a:srgbClr val="7B8790"/>
            </a:solidFill>
            <a:ln w="9601">
              <a:solidFill>
                <a:srgbClr val="263238"/>
              </a:solidFill>
              <a:prstDash val="solid"/>
            </a:ln>
          </p:spPr>
        </p:sp>
        <p:sp>
          <p:nvSpPr>
            <p:cNvPr id="738" name="ST-MTM temporal row 2: source 738"/>
            <p:cNvSpPr/>
            <p:nvPr/>
          </p:nvSpPr>
          <p:spPr>
            <a:xfrm>
              <a:off x="7566812" y="3685429"/>
              <a:ext cx="54798" cy="90526"/>
            </a:xfrm>
            <a:prstGeom prst="rect">
              <a:avLst/>
            </a:prstGeom>
            <a:solidFill>
              <a:srgbClr val="7B8790"/>
            </a:solidFill>
            <a:ln w="5281">
              <a:solidFill>
                <a:srgbClr val="FFFFFF"/>
              </a:solidFill>
              <a:prstDash val="solid"/>
            </a:ln>
          </p:spPr>
        </p:sp>
        <p:sp>
          <p:nvSpPr>
            <p:cNvPr id="739" name="ST-MTM temporal row 2: source 739"/>
            <p:cNvSpPr/>
            <p:nvPr/>
          </p:nvSpPr>
          <p:spPr>
            <a:xfrm>
              <a:off x="7618318" y="3685429"/>
              <a:ext cx="67675" cy="90526"/>
            </a:xfrm>
            <a:prstGeom prst="rect">
              <a:avLst/>
            </a:prstGeom>
            <a:solidFill>
              <a:srgbClr val="0072B2"/>
            </a:solidFill>
            <a:ln w="5281">
              <a:solidFill>
                <a:srgbClr val="FFFFFF"/>
              </a:solidFill>
              <a:prstDash val="solid"/>
            </a:ln>
          </p:spPr>
        </p:sp>
        <p:sp>
          <p:nvSpPr>
            <p:cNvPr id="740" name="ST-MTM temporal row 2: source 740"/>
            <p:cNvSpPr/>
            <p:nvPr/>
          </p:nvSpPr>
          <p:spPr>
            <a:xfrm>
              <a:off x="7682702" y="3685429"/>
              <a:ext cx="68533" cy="90526"/>
            </a:xfrm>
            <a:prstGeom prst="rect">
              <a:avLst/>
            </a:prstGeom>
            <a:solidFill>
              <a:srgbClr val="0072B2"/>
            </a:solidFill>
            <a:ln w="5281">
              <a:solidFill>
                <a:srgbClr val="FFFFFF"/>
              </a:solidFill>
              <a:prstDash val="solid"/>
            </a:ln>
          </p:spPr>
        </p:sp>
        <p:sp>
          <p:nvSpPr>
            <p:cNvPr id="741" name="ST-MTM temporal row 2: source 741"/>
            <p:cNvSpPr/>
            <p:nvPr/>
          </p:nvSpPr>
          <p:spPr>
            <a:xfrm>
              <a:off x="7747944" y="3685429"/>
              <a:ext cx="67675" cy="90526"/>
            </a:xfrm>
            <a:prstGeom prst="rect">
              <a:avLst/>
            </a:prstGeom>
            <a:solidFill>
              <a:srgbClr val="0072B2"/>
            </a:solidFill>
            <a:ln w="5281">
              <a:solidFill>
                <a:srgbClr val="FFFFFF"/>
              </a:solidFill>
              <a:prstDash val="solid"/>
            </a:ln>
          </p:spPr>
        </p:sp>
        <p:sp>
          <p:nvSpPr>
            <p:cNvPr id="742" name="ST-MTM temporal row 2: source 742"/>
            <p:cNvSpPr/>
            <p:nvPr/>
          </p:nvSpPr>
          <p:spPr>
            <a:xfrm>
              <a:off x="7812327" y="3685429"/>
              <a:ext cx="62525" cy="90526"/>
            </a:xfrm>
            <a:prstGeom prst="rect">
              <a:avLst/>
            </a:prstGeom>
            <a:solidFill>
              <a:srgbClr val="B7BEC5"/>
            </a:solidFill>
            <a:ln w="5281">
              <a:solidFill>
                <a:srgbClr val="FFFFFF"/>
              </a:solidFill>
              <a:prstDash val="solid"/>
            </a:ln>
          </p:spPr>
        </p:sp>
        <p:sp>
          <p:nvSpPr>
            <p:cNvPr id="743" name="ST-MTM temporal row 2: source 743"/>
            <p:cNvSpPr/>
            <p:nvPr/>
          </p:nvSpPr>
          <p:spPr>
            <a:xfrm>
              <a:off x="7871560" y="3685429"/>
              <a:ext cx="76260" cy="90526"/>
            </a:xfrm>
            <a:prstGeom prst="rect">
              <a:avLst/>
            </a:prstGeom>
            <a:solidFill>
              <a:srgbClr val="D55E00"/>
            </a:solidFill>
            <a:ln w="5281">
              <a:solidFill>
                <a:srgbClr val="FFFFFF"/>
              </a:solidFill>
              <a:prstDash val="solid"/>
            </a:ln>
          </p:spPr>
        </p:sp>
        <p:sp>
          <p:nvSpPr>
            <p:cNvPr id="744" name="ST-MTM temporal row 2: source 744"/>
            <p:cNvSpPr/>
            <p:nvPr/>
          </p:nvSpPr>
          <p:spPr>
            <a:xfrm>
              <a:off x="7944527" y="3685429"/>
              <a:ext cx="78835" cy="90526"/>
            </a:xfrm>
            <a:prstGeom prst="rect">
              <a:avLst/>
            </a:prstGeom>
            <a:solidFill>
              <a:srgbClr val="D55E00"/>
            </a:solidFill>
            <a:ln w="5281">
              <a:solidFill>
                <a:srgbClr val="FFFFFF"/>
              </a:solidFill>
              <a:prstDash val="solid"/>
            </a:ln>
          </p:spPr>
        </p:sp>
        <p:sp>
          <p:nvSpPr>
            <p:cNvPr id="745" name="ST-MTM temporal row 2: source 745"/>
            <p:cNvSpPr/>
            <p:nvPr/>
          </p:nvSpPr>
          <p:spPr>
            <a:xfrm>
              <a:off x="8020069" y="3685429"/>
              <a:ext cx="76260" cy="90526"/>
            </a:xfrm>
            <a:prstGeom prst="rect">
              <a:avLst/>
            </a:prstGeom>
            <a:solidFill>
              <a:srgbClr val="D55E00"/>
            </a:solidFill>
            <a:ln w="5281">
              <a:solidFill>
                <a:srgbClr val="FFFFFF"/>
              </a:solidFill>
              <a:prstDash val="solid"/>
            </a:ln>
          </p:spPr>
        </p:sp>
        <p:sp>
          <p:nvSpPr>
            <p:cNvPr id="746" name="ST-MTM temporal row 2: source 746"/>
            <p:cNvSpPr/>
            <p:nvPr/>
          </p:nvSpPr>
          <p:spPr>
            <a:xfrm>
              <a:off x="8093038" y="3685429"/>
              <a:ext cx="93428" cy="90526"/>
            </a:xfrm>
            <a:prstGeom prst="rect">
              <a:avLst/>
            </a:prstGeom>
            <a:solidFill>
              <a:srgbClr val="B7BEC5"/>
            </a:solidFill>
            <a:ln w="5281">
              <a:solidFill>
                <a:srgbClr val="FFFFFF"/>
              </a:solidFill>
              <a:prstDash val="solid"/>
            </a:ln>
          </p:spPr>
        </p:sp>
        <p:sp>
          <p:nvSpPr>
            <p:cNvPr id="747" name="ST-MTM temporal row 2: source 747"/>
            <p:cNvSpPr/>
            <p:nvPr/>
          </p:nvSpPr>
          <p:spPr>
            <a:xfrm>
              <a:off x="8183174" y="3685429"/>
              <a:ext cx="96004" cy="90526"/>
            </a:xfrm>
            <a:prstGeom prst="rect">
              <a:avLst/>
            </a:prstGeom>
            <a:solidFill>
              <a:srgbClr val="B7BEC5"/>
            </a:solidFill>
            <a:ln w="5281">
              <a:solidFill>
                <a:srgbClr val="FFFFFF"/>
              </a:solidFill>
              <a:prstDash val="solid"/>
            </a:ln>
          </p:spPr>
        </p:sp>
        <p:sp>
          <p:nvSpPr>
            <p:cNvPr id="748" name="ST-MTM temporal row 2: source 748"/>
            <p:cNvSpPr/>
            <p:nvPr/>
          </p:nvSpPr>
          <p:spPr>
            <a:xfrm>
              <a:off x="8275885" y="3685429"/>
              <a:ext cx="119182" cy="90526"/>
            </a:xfrm>
            <a:prstGeom prst="rect">
              <a:avLst/>
            </a:prstGeom>
            <a:solidFill>
              <a:srgbClr val="7B8790"/>
            </a:solidFill>
            <a:ln w="5281">
              <a:solidFill>
                <a:srgbClr val="FFFFFF"/>
              </a:solidFill>
              <a:prstDash val="solid"/>
            </a:ln>
          </p:spPr>
        </p:sp>
        <p:sp>
          <p:nvSpPr>
            <p:cNvPr id="749" name="ST-MTM temporal row 2: source 749"/>
            <p:cNvSpPr/>
            <p:nvPr/>
          </p:nvSpPr>
          <p:spPr>
            <a:xfrm>
              <a:off x="8391776" y="3685429"/>
              <a:ext cx="99437" cy="90526"/>
            </a:xfrm>
            <a:prstGeom prst="rect">
              <a:avLst/>
            </a:prstGeom>
            <a:solidFill>
              <a:srgbClr val="009E73"/>
            </a:solidFill>
            <a:ln w="5281">
              <a:solidFill>
                <a:srgbClr val="FFFFFF"/>
              </a:solidFill>
              <a:prstDash val="solid"/>
            </a:ln>
          </p:spPr>
        </p:sp>
        <p:sp>
          <p:nvSpPr>
            <p:cNvPr id="750" name="ST-MTM temporal row 2: source 750"/>
            <p:cNvSpPr/>
            <p:nvPr/>
          </p:nvSpPr>
          <p:spPr>
            <a:xfrm>
              <a:off x="8487921" y="3685429"/>
              <a:ext cx="104588" cy="90526"/>
            </a:xfrm>
            <a:prstGeom prst="rect">
              <a:avLst/>
            </a:prstGeom>
            <a:solidFill>
              <a:srgbClr val="009E73"/>
            </a:solidFill>
            <a:ln w="5281">
              <a:solidFill>
                <a:srgbClr val="FFFFFF"/>
              </a:solidFill>
              <a:prstDash val="solid"/>
            </a:ln>
          </p:spPr>
        </p:sp>
        <p:sp>
          <p:nvSpPr>
            <p:cNvPr id="751" name="ST-MTM temporal row 2: source 751"/>
            <p:cNvSpPr/>
            <p:nvPr/>
          </p:nvSpPr>
          <p:spPr>
            <a:xfrm>
              <a:off x="8589217" y="3685429"/>
              <a:ext cx="99437" cy="90526"/>
            </a:xfrm>
            <a:prstGeom prst="rect">
              <a:avLst/>
            </a:prstGeom>
            <a:solidFill>
              <a:srgbClr val="009E73"/>
            </a:solidFill>
            <a:ln w="5281">
              <a:solidFill>
                <a:srgbClr val="FFFFFF"/>
              </a:solidFill>
              <a:prstDash val="solid"/>
            </a:ln>
          </p:spPr>
        </p:sp>
        <p:sp>
          <p:nvSpPr>
            <p:cNvPr id="752" name="ST-MTM temporal row 2: source 752"/>
            <p:cNvSpPr/>
            <p:nvPr/>
          </p:nvSpPr>
          <p:spPr>
            <a:xfrm>
              <a:off x="8685363" y="3685429"/>
              <a:ext cx="65958" cy="90526"/>
            </a:xfrm>
            <a:prstGeom prst="rect">
              <a:avLst/>
            </a:prstGeom>
            <a:solidFill>
              <a:srgbClr val="7B8790"/>
            </a:solidFill>
            <a:ln w="5281">
              <a:solidFill>
                <a:srgbClr val="FFFFFF"/>
              </a:solidFill>
              <a:prstDash val="solid"/>
            </a:ln>
          </p:spPr>
        </p:sp>
        <p:sp>
          <p:nvSpPr>
            <p:cNvPr id="753" name="ST-MTM temporal row 2: source 753"/>
            <p:cNvSpPr/>
            <p:nvPr/>
          </p:nvSpPr>
          <p:spPr>
            <a:xfrm>
              <a:off x="8748029" y="3685429"/>
              <a:ext cx="56516" cy="90526"/>
            </a:xfrm>
            <a:prstGeom prst="rect">
              <a:avLst/>
            </a:prstGeom>
            <a:solidFill>
              <a:srgbClr val="7B8790"/>
            </a:solidFill>
            <a:ln w="5281">
              <a:solidFill>
                <a:srgbClr val="FFFFFF"/>
              </a:solidFill>
              <a:prstDash val="solid"/>
            </a:ln>
          </p:spPr>
        </p:sp>
        <p:sp>
          <p:nvSpPr>
            <p:cNvPr id="754" name="ST-MTM temporal row 2: source 754"/>
            <p:cNvSpPr/>
            <p:nvPr/>
          </p:nvSpPr>
          <p:spPr>
            <a:xfrm>
              <a:off x="7566812" y="3685429"/>
              <a:ext cx="1234440" cy="90526"/>
            </a:xfrm>
            <a:prstGeom prst="rect">
              <a:avLst/>
            </a:prstGeom>
            <a:solidFill>
              <a:srgbClr val="FFFFFF">
                <a:alpha val="0"/>
              </a:srgbClr>
            </a:solidFill>
            <a:ln w="12321">
              <a:solidFill>
                <a:srgbClr val="263238"/>
              </a:solidFill>
              <a:prstDash val="solid"/>
            </a:ln>
          </p:spPr>
        </p:sp>
        <p:sp>
          <p:nvSpPr>
            <p:cNvPr id="11000" name="Centroid 1">
              <a:extLst>
                <a:ext uri="{FF2B5EF4-FFF2-40B4-BE49-F238E27FC236}">
                  <ns2:creationId id="{F07B54FB-EB0B-45C3-86DD-B1AAA1E730F7}"/>
                </a:ext>
              </a:extLst>
            </p:cNvPr>
            <p:cNvSpPr>
              <a:spLocks noGrp="1"/>
            </p:cNvSpPr>
            <p:nvPr/>
          </p:nvSpPr>
          <p:spPr>
            <a:xfrm>
              <a:off x="2600325" y="3600450"/>
              <a:ext cx="266700" cy="171450"/>
            </a:xfrm>
            <a:prstGeom prst="rect">
              <a:avLst/>
            </a:prstGeom>
            <a:noFill/>
            <a:ln w="0">
              <a:noFill/>
            </a:ln>
          </p:spPr>
          <p:txBody>
            <a:bodyPr wrap="none" lIns="0" tIns="0" rIns="0" bIns="0" anchor="ctr">
              <a:noAutofit/>
            </a:bodyPr>
            <a:lstStyle>
              <a:defPPr algn="ctr">
                <a:defRPr sz="1365">
                  <a:solidFill>
                    <a:srgbClr val="000000"/>
                  </a:solidFill>
                  <a:latin typeface="Arial"/>
                  <a:ea typeface="Arial"/>
                  <a:cs typeface="Arial"/>
                </a:defRPr>
              </a:defPPr>
              <a:lvl1pPr algn="ctr">
                <a:defRPr sz="1365">
                  <a:solidFill>
                    <a:srgbClr val="000000"/>
                  </a:solidFill>
                  <a:latin typeface="Arial"/>
                  <a:ea typeface="Arial"/>
                  <a:cs typeface="Arial"/>
                </a:defRPr>
              </a:lvl1pPr>
              <a:lvl2pPr algn="ctr">
                <a:defRPr sz="1365">
                  <a:solidFill>
                    <a:srgbClr val="000000"/>
                  </a:solidFill>
                  <a:latin typeface="Arial"/>
                  <a:ea typeface="Arial"/>
                  <a:cs typeface="Arial"/>
                </a:defRPr>
              </a:lvl2pPr>
              <a:lvl3pPr algn="ctr">
                <a:defRPr sz="1365">
                  <a:solidFill>
                    <a:srgbClr val="000000"/>
                  </a:solidFill>
                  <a:latin typeface="Arial"/>
                  <a:ea typeface="Arial"/>
                  <a:cs typeface="Arial"/>
                </a:defRPr>
              </a:lvl3pPr>
              <a:lvl4pPr algn="ctr">
                <a:defRPr sz="1365">
                  <a:solidFill>
                    <a:srgbClr val="000000"/>
                  </a:solidFill>
                  <a:latin typeface="Arial"/>
                  <a:ea typeface="Arial"/>
                  <a:cs typeface="Arial"/>
                </a:defRPr>
              </a:lvl4pPr>
              <a:lvl5pPr algn="ctr">
                <a:defRPr sz="1365">
                  <a:solidFill>
                    <a:srgbClr val="000000"/>
                  </a:solidFill>
                  <a:latin typeface="Arial"/>
                  <a:ea typeface="Arial"/>
                  <a:cs typeface="Arial"/>
                </a:defRPr>
              </a:lvl5pPr>
              <a:lvl6pPr algn="ctr">
                <a:defRPr sz="1365">
                  <a:solidFill>
                    <a:srgbClr val="000000"/>
                  </a:solidFill>
                  <a:latin typeface="Arial"/>
                  <a:ea typeface="Arial"/>
                  <a:cs typeface="Arial"/>
                </a:defRPr>
              </a:lvl6pPr>
              <a:lvl7pPr algn="ctr">
                <a:defRPr sz="1365">
                  <a:solidFill>
                    <a:srgbClr val="000000"/>
                  </a:solidFill>
                  <a:latin typeface="Arial"/>
                  <a:ea typeface="Arial"/>
                  <a:cs typeface="Arial"/>
                </a:defRPr>
              </a:lvl7pPr>
              <a:lvl8pPr algn="ctr">
                <a:defRPr sz="1365">
                  <a:solidFill>
                    <a:srgbClr val="000000"/>
                  </a:solidFill>
                  <a:latin typeface="Arial"/>
                  <a:ea typeface="Arial"/>
                  <a:cs typeface="Arial"/>
                </a:defRPr>
              </a:lvl8pPr>
              <a:lvl9pPr algn="ctr">
                <a:defRPr sz="1365">
                  <a:solidFill>
                    <a:srgbClr val="000000"/>
                  </a:solidFill>
                  <a:latin typeface="Arial"/>
                  <a:ea typeface="Arial"/>
                  <a:cs typeface="Arial"/>
                </a:defRPr>
              </a:lvl9pPr>
            </a:lstStyle>
            <a:p>
              <a:pPr algn="ctr">
                <a:defRPr sz="1365">
                  <a:solidFill>
                    <a:srgbClr val="000000"/>
                  </a:solidFill>
                  <a:latin typeface="Arial"/>
                  <a:ea typeface="Arial"/>
                  <a:cs typeface="Arial"/>
                </a:defRPr>
              </a:pPr>
              <a:r>
                <a:rPr sz="1365">
                  <a:solidFill>
                    <a:srgbClr val="000000"/>
                  </a:solidFill>
                  <a:latin typeface="Arial"/>
                  <a:ea typeface="Arial"/>
                  <a:cs typeface="Arial"/>
                </a:rPr>
                <a:t>G_A</a:t>
              </a:r>
              <a:r>
                <a:rPr sz="983" baseline="-25000">
                  <a:solidFill>
                    <a:srgbClr val="000000"/>
                  </a:solidFill>
                  <a:latin typeface="Arial"/>
                  <a:ea typeface="Arial"/>
                  <a:cs typeface="Arial"/>
                </a:rPr>
                <a:t/>
              </a:r>
            </a:p>
          </p:txBody>
        </p:sp>
        <p:sp>
          <p:nvSpPr>
            <p:cNvPr id="11001" name="Centroid 2">
              <a:extLst>
                <a:ext uri="{FF2B5EF4-FFF2-40B4-BE49-F238E27FC236}">
                  <ns2:creationId id="{D5BC90EF-5C58-4CCD-96CB-43780D74607E}"/>
                </a:ext>
              </a:extLst>
            </p:cNvPr>
            <p:cNvSpPr>
              <a:spLocks noGrp="1"/>
            </p:cNvSpPr>
            <p:nvPr/>
          </p:nvSpPr>
          <p:spPr>
            <a:xfrm>
              <a:off x="3067050" y="2771775"/>
              <a:ext cx="266700" cy="171450"/>
            </a:xfrm>
            <a:prstGeom prst="rect">
              <a:avLst/>
            </a:prstGeom>
            <a:noFill/>
            <a:ln w="0">
              <a:noFill/>
            </a:ln>
          </p:spPr>
          <p:txBody>
            <a:bodyPr wrap="none" lIns="0" tIns="0" rIns="0" bIns="0" anchor="ctr">
              <a:noAutofit/>
            </a:bodyPr>
            <a:lstStyle>
              <a:defPPr algn="ctr">
                <a:defRPr sz="1365">
                  <a:solidFill>
                    <a:srgbClr val="000000"/>
                  </a:solidFill>
                  <a:latin typeface="Arial"/>
                  <a:ea typeface="Arial"/>
                  <a:cs typeface="Arial"/>
                </a:defRPr>
              </a:defPPr>
              <a:lvl1pPr algn="ctr">
                <a:defRPr sz="1365">
                  <a:solidFill>
                    <a:srgbClr val="000000"/>
                  </a:solidFill>
                  <a:latin typeface="Arial"/>
                  <a:ea typeface="Arial"/>
                  <a:cs typeface="Arial"/>
                </a:defRPr>
              </a:lvl1pPr>
              <a:lvl2pPr algn="ctr">
                <a:defRPr sz="1365">
                  <a:solidFill>
                    <a:srgbClr val="000000"/>
                  </a:solidFill>
                  <a:latin typeface="Arial"/>
                  <a:ea typeface="Arial"/>
                  <a:cs typeface="Arial"/>
                </a:defRPr>
              </a:lvl2pPr>
              <a:lvl3pPr algn="ctr">
                <a:defRPr sz="1365">
                  <a:solidFill>
                    <a:srgbClr val="000000"/>
                  </a:solidFill>
                  <a:latin typeface="Arial"/>
                  <a:ea typeface="Arial"/>
                  <a:cs typeface="Arial"/>
                </a:defRPr>
              </a:lvl3pPr>
              <a:lvl4pPr algn="ctr">
                <a:defRPr sz="1365">
                  <a:solidFill>
                    <a:srgbClr val="000000"/>
                  </a:solidFill>
                  <a:latin typeface="Arial"/>
                  <a:ea typeface="Arial"/>
                  <a:cs typeface="Arial"/>
                </a:defRPr>
              </a:lvl4pPr>
              <a:lvl5pPr algn="ctr">
                <a:defRPr sz="1365">
                  <a:solidFill>
                    <a:srgbClr val="000000"/>
                  </a:solidFill>
                  <a:latin typeface="Arial"/>
                  <a:ea typeface="Arial"/>
                  <a:cs typeface="Arial"/>
                </a:defRPr>
              </a:lvl5pPr>
              <a:lvl6pPr algn="ctr">
                <a:defRPr sz="1365">
                  <a:solidFill>
                    <a:srgbClr val="000000"/>
                  </a:solidFill>
                  <a:latin typeface="Arial"/>
                  <a:ea typeface="Arial"/>
                  <a:cs typeface="Arial"/>
                </a:defRPr>
              </a:lvl6pPr>
              <a:lvl7pPr algn="ctr">
                <a:defRPr sz="1365">
                  <a:solidFill>
                    <a:srgbClr val="000000"/>
                  </a:solidFill>
                  <a:latin typeface="Arial"/>
                  <a:ea typeface="Arial"/>
                  <a:cs typeface="Arial"/>
                </a:defRPr>
              </a:lvl7pPr>
              <a:lvl8pPr algn="ctr">
                <a:defRPr sz="1365">
                  <a:solidFill>
                    <a:srgbClr val="000000"/>
                  </a:solidFill>
                  <a:latin typeface="Arial"/>
                  <a:ea typeface="Arial"/>
                  <a:cs typeface="Arial"/>
                </a:defRPr>
              </a:lvl8pPr>
              <a:lvl9pPr algn="ctr">
                <a:defRPr sz="1365">
                  <a:solidFill>
                    <a:srgbClr val="000000"/>
                  </a:solidFill>
                  <a:latin typeface="Arial"/>
                  <a:ea typeface="Arial"/>
                  <a:cs typeface="Arial"/>
                </a:defRPr>
              </a:lvl9pPr>
            </a:lstStyle>
            <a:p>
              <a:pPr algn="ctr">
                <a:defRPr sz="1365">
                  <a:solidFill>
                    <a:srgbClr val="000000"/>
                  </a:solidFill>
                  <a:latin typeface="Arial"/>
                  <a:ea typeface="Arial"/>
                  <a:cs typeface="Arial"/>
                </a:defRPr>
              </a:pPr>
              <a:r>
                <a:rPr sz="1365">
                  <a:solidFill>
                    <a:srgbClr val="000000"/>
                  </a:solidFill>
                  <a:latin typeface="Arial"/>
                  <a:ea typeface="Arial"/>
                  <a:cs typeface="Arial"/>
                </a:rPr>
                <a:t>G_B</a:t>
              </a:r>
              <a:r>
                <a:rPr sz="983" baseline="-25000">
                  <a:solidFill>
                    <a:srgbClr val="000000"/>
                  </a:solidFill>
                  <a:latin typeface="Arial"/>
                  <a:ea typeface="Arial"/>
                  <a:cs typeface="Arial"/>
                </a:rPr>
                <a:t/>
              </a:r>
            </a:p>
          </p:txBody>
        </p:sp>
        <p:sp>
          <p:nvSpPr>
            <p:cNvPr id="11002" name="Centroid 3">
              <a:extLst>
                <a:ext uri="{FF2B5EF4-FFF2-40B4-BE49-F238E27FC236}">
                  <ns2:creationId id="{53BA0AE7-7D5B-4E51-93B4-055859798847}"/>
                </a:ext>
              </a:extLst>
            </p:cNvPr>
            <p:cNvSpPr>
              <a:spLocks noGrp="1"/>
            </p:cNvSpPr>
            <p:nvPr/>
          </p:nvSpPr>
          <p:spPr>
            <a:xfrm>
              <a:off x="3590925" y="3638550"/>
              <a:ext cx="266700" cy="171450"/>
            </a:xfrm>
            <a:prstGeom prst="rect">
              <a:avLst/>
            </a:prstGeom>
            <a:noFill/>
            <a:ln w="0">
              <a:noFill/>
            </a:ln>
          </p:spPr>
          <p:txBody>
            <a:bodyPr wrap="none" lIns="0" tIns="0" rIns="0" bIns="0" anchor="ctr">
              <a:noAutofit/>
            </a:bodyPr>
            <a:lstStyle>
              <a:defPPr algn="ctr">
                <a:defRPr sz="1365">
                  <a:solidFill>
                    <a:srgbClr val="000000"/>
                  </a:solidFill>
                  <a:latin typeface="Arial"/>
                  <a:ea typeface="Arial"/>
                  <a:cs typeface="Arial"/>
                </a:defRPr>
              </a:defPPr>
              <a:lvl1pPr algn="ctr">
                <a:defRPr sz="1365">
                  <a:solidFill>
                    <a:srgbClr val="000000"/>
                  </a:solidFill>
                  <a:latin typeface="Arial"/>
                  <a:ea typeface="Arial"/>
                  <a:cs typeface="Arial"/>
                </a:defRPr>
              </a:lvl1pPr>
              <a:lvl2pPr algn="ctr">
                <a:defRPr sz="1365">
                  <a:solidFill>
                    <a:srgbClr val="000000"/>
                  </a:solidFill>
                  <a:latin typeface="Arial"/>
                  <a:ea typeface="Arial"/>
                  <a:cs typeface="Arial"/>
                </a:defRPr>
              </a:lvl2pPr>
              <a:lvl3pPr algn="ctr">
                <a:defRPr sz="1365">
                  <a:solidFill>
                    <a:srgbClr val="000000"/>
                  </a:solidFill>
                  <a:latin typeface="Arial"/>
                  <a:ea typeface="Arial"/>
                  <a:cs typeface="Arial"/>
                </a:defRPr>
              </a:lvl3pPr>
              <a:lvl4pPr algn="ctr">
                <a:defRPr sz="1365">
                  <a:solidFill>
                    <a:srgbClr val="000000"/>
                  </a:solidFill>
                  <a:latin typeface="Arial"/>
                  <a:ea typeface="Arial"/>
                  <a:cs typeface="Arial"/>
                </a:defRPr>
              </a:lvl4pPr>
              <a:lvl5pPr algn="ctr">
                <a:defRPr sz="1365">
                  <a:solidFill>
                    <a:srgbClr val="000000"/>
                  </a:solidFill>
                  <a:latin typeface="Arial"/>
                  <a:ea typeface="Arial"/>
                  <a:cs typeface="Arial"/>
                </a:defRPr>
              </a:lvl5pPr>
              <a:lvl6pPr algn="ctr">
                <a:defRPr sz="1365">
                  <a:solidFill>
                    <a:srgbClr val="000000"/>
                  </a:solidFill>
                  <a:latin typeface="Arial"/>
                  <a:ea typeface="Arial"/>
                  <a:cs typeface="Arial"/>
                </a:defRPr>
              </a:lvl6pPr>
              <a:lvl7pPr algn="ctr">
                <a:defRPr sz="1365">
                  <a:solidFill>
                    <a:srgbClr val="000000"/>
                  </a:solidFill>
                  <a:latin typeface="Arial"/>
                  <a:ea typeface="Arial"/>
                  <a:cs typeface="Arial"/>
                </a:defRPr>
              </a:lvl7pPr>
              <a:lvl8pPr algn="ctr">
                <a:defRPr sz="1365">
                  <a:solidFill>
                    <a:srgbClr val="000000"/>
                  </a:solidFill>
                  <a:latin typeface="Arial"/>
                  <a:ea typeface="Arial"/>
                  <a:cs typeface="Arial"/>
                </a:defRPr>
              </a:lvl8pPr>
              <a:lvl9pPr algn="ctr">
                <a:defRPr sz="1365">
                  <a:solidFill>
                    <a:srgbClr val="000000"/>
                  </a:solidFill>
                  <a:latin typeface="Arial"/>
                  <a:ea typeface="Arial"/>
                  <a:cs typeface="Arial"/>
                </a:defRPr>
              </a:lvl9pPr>
            </a:lstStyle>
            <a:p>
              <a:pPr algn="ctr">
                <a:defRPr sz="1365">
                  <a:solidFill>
                    <a:srgbClr val="000000"/>
                  </a:solidFill>
                  <a:latin typeface="Arial"/>
                  <a:ea typeface="Arial"/>
                  <a:cs typeface="Arial"/>
                </a:defRPr>
              </a:pPr>
              <a:r>
                <a:rPr sz="1365">
                  <a:solidFill>
                    <a:srgbClr val="000000"/>
                  </a:solidFill>
                  <a:latin typeface="Arial"/>
                  <a:ea typeface="Arial"/>
                  <a:cs typeface="Arial"/>
                </a:rPr>
                <a:t>G_C</a:t>
              </a:r>
              <a:r>
                <a:rPr sz="983" baseline="-25000">
                  <a:solidFill>
                    <a:srgbClr val="000000"/>
                  </a:solidFill>
                  <a:latin typeface="Arial"/>
                  <a:ea typeface="Arial"/>
                  <a:cs typeface="Arial"/>
                </a:rPr>
                <a:t/>
              </a:r>
            </a:p>
          </p:txBody>
        </p:sp>
        <p:sp>
          <p:nvSpPr>
            <p:cNvPr id="11003" name="Distance 1–2">
              <a:extLst>
                <a:ext uri="{FF2B5EF4-FFF2-40B4-BE49-F238E27FC236}">
                  <ns2:creationId id="{A729EF3D-E55D-4776-B41D-342390E3CB98}"/>
                </a:ext>
              </a:extLst>
            </p:cNvPr>
            <p:cNvSpPr>
              <a:spLocks noGrp="1"/>
            </p:cNvSpPr>
            <p:nvPr/>
          </p:nvSpPr>
          <p:spPr>
            <a:xfrm>
              <a:off x="2847975" y="3181350"/>
              <a:ext cx="266700" cy="161925"/>
            </a:xfrm>
            <a:prstGeom prst="rect">
              <a:avLst/>
            </a:prstGeom>
            <a:solidFill>
              <a:srgbClr val="F7F9FA"/>
            </a:solidFill>
            <a:ln w="0">
              <a:noFill/>
            </a:ln>
          </p:spPr>
          <p:txBody>
            <a:bodyPr wrap="none" lIns="0" tIns="0" rIns="0" bIns="0" anchor="ctr">
              <a:noAutofit/>
            </a:bodyPr>
            <a:lstStyle>
              <a:defPPr algn="ctr">
                <a:defRPr sz="1365">
                  <a:solidFill>
                    <a:srgbClr val="000000"/>
                  </a:solidFill>
                  <a:latin typeface="Arial"/>
                  <a:ea typeface="Arial"/>
                  <a:cs typeface="Arial"/>
                </a:defRPr>
              </a:defPPr>
              <a:lvl1pPr algn="ctr">
                <a:defRPr sz="1365">
                  <a:solidFill>
                    <a:srgbClr val="000000"/>
                  </a:solidFill>
                  <a:latin typeface="Arial"/>
                  <a:ea typeface="Arial"/>
                  <a:cs typeface="Arial"/>
                </a:defRPr>
              </a:lvl1pPr>
              <a:lvl2pPr algn="ctr">
                <a:defRPr sz="1365">
                  <a:solidFill>
                    <a:srgbClr val="000000"/>
                  </a:solidFill>
                  <a:latin typeface="Arial"/>
                  <a:ea typeface="Arial"/>
                  <a:cs typeface="Arial"/>
                </a:defRPr>
              </a:lvl2pPr>
              <a:lvl3pPr algn="ctr">
                <a:defRPr sz="1365">
                  <a:solidFill>
                    <a:srgbClr val="000000"/>
                  </a:solidFill>
                  <a:latin typeface="Arial"/>
                  <a:ea typeface="Arial"/>
                  <a:cs typeface="Arial"/>
                </a:defRPr>
              </a:lvl3pPr>
              <a:lvl4pPr algn="ctr">
                <a:defRPr sz="1365">
                  <a:solidFill>
                    <a:srgbClr val="000000"/>
                  </a:solidFill>
                  <a:latin typeface="Arial"/>
                  <a:ea typeface="Arial"/>
                  <a:cs typeface="Arial"/>
                </a:defRPr>
              </a:lvl4pPr>
              <a:lvl5pPr algn="ctr">
                <a:defRPr sz="1365">
                  <a:solidFill>
                    <a:srgbClr val="000000"/>
                  </a:solidFill>
                  <a:latin typeface="Arial"/>
                  <a:ea typeface="Arial"/>
                  <a:cs typeface="Arial"/>
                </a:defRPr>
              </a:lvl5pPr>
              <a:lvl6pPr algn="ctr">
                <a:defRPr sz="1365">
                  <a:solidFill>
                    <a:srgbClr val="000000"/>
                  </a:solidFill>
                  <a:latin typeface="Arial"/>
                  <a:ea typeface="Arial"/>
                  <a:cs typeface="Arial"/>
                </a:defRPr>
              </a:lvl6pPr>
              <a:lvl7pPr algn="ctr">
                <a:defRPr sz="1365">
                  <a:solidFill>
                    <a:srgbClr val="000000"/>
                  </a:solidFill>
                  <a:latin typeface="Arial"/>
                  <a:ea typeface="Arial"/>
                  <a:cs typeface="Arial"/>
                </a:defRPr>
              </a:lvl7pPr>
              <a:lvl8pPr algn="ctr">
                <a:defRPr sz="1365">
                  <a:solidFill>
                    <a:srgbClr val="000000"/>
                  </a:solidFill>
                  <a:latin typeface="Arial"/>
                  <a:ea typeface="Arial"/>
                  <a:cs typeface="Arial"/>
                </a:defRPr>
              </a:lvl8pPr>
              <a:lvl9pPr algn="ctr">
                <a:defRPr sz="1365">
                  <a:solidFill>
                    <a:srgbClr val="000000"/>
                  </a:solidFill>
                  <a:latin typeface="Arial"/>
                  <a:ea typeface="Arial"/>
                  <a:cs typeface="Arial"/>
                </a:defRPr>
              </a:lvl9pPr>
            </a:lstStyle>
            <a:p>
              <a:pPr algn="ctr">
                <a:defRPr sz="1365">
                  <a:solidFill>
                    <a:srgbClr val="000000"/>
                  </a:solidFill>
                  <a:latin typeface="Arial"/>
                  <a:ea typeface="Arial"/>
                  <a:cs typeface="Arial"/>
                </a:defRPr>
              </a:pPr>
              <a:r>
                <a:rPr sz="1365">
                  <a:solidFill>
                    <a:srgbClr val="000000"/>
                  </a:solidFill>
                  <a:latin typeface="Arial"/>
                  <a:ea typeface="Arial"/>
                  <a:cs typeface="Arial"/>
                </a:rPr>
                <a:t>d_AB</a:t>
              </a:r>
              <a:r>
                <a:rPr sz="983" baseline="-25000">
                  <a:solidFill>
                    <a:srgbClr val="000000"/>
                  </a:solidFill>
                  <a:latin typeface="Arial"/>
                  <a:ea typeface="Arial"/>
                  <a:cs typeface="Arial"/>
                </a:rPr>
                <a:t/>
              </a:r>
            </a:p>
          </p:txBody>
        </p:sp>
        <p:sp>
          <p:nvSpPr>
            <p:cNvPr id="11004" name="Distance 2–3">
              <a:extLst>
                <a:ext uri="{FF2B5EF4-FFF2-40B4-BE49-F238E27FC236}">
                  <ns2:creationId id="{768B69FD-F9FC-430F-8C7A-CACF1040FD36}"/>
                </a:ext>
              </a:extLst>
            </p:cNvPr>
            <p:cNvSpPr>
              <a:spLocks noGrp="1"/>
            </p:cNvSpPr>
            <p:nvPr/>
          </p:nvSpPr>
          <p:spPr>
            <a:xfrm>
              <a:off x="3276600" y="3209925"/>
              <a:ext cx="266700" cy="161925"/>
            </a:xfrm>
            <a:prstGeom prst="rect">
              <a:avLst/>
            </a:prstGeom>
            <a:solidFill>
              <a:srgbClr val="F7F9FA"/>
            </a:solidFill>
            <a:ln w="0">
              <a:noFill/>
            </a:ln>
          </p:spPr>
          <p:txBody>
            <a:bodyPr wrap="none" lIns="0" tIns="0" rIns="0" bIns="0" anchor="ctr">
              <a:noAutofit/>
            </a:bodyPr>
            <a:lstStyle>
              <a:defPPr algn="ctr">
                <a:defRPr sz="1365">
                  <a:solidFill>
                    <a:srgbClr val="000000"/>
                  </a:solidFill>
                  <a:latin typeface="Arial"/>
                  <a:ea typeface="Arial"/>
                  <a:cs typeface="Arial"/>
                </a:defRPr>
              </a:defPPr>
              <a:lvl1pPr algn="ctr">
                <a:defRPr sz="1365">
                  <a:solidFill>
                    <a:srgbClr val="000000"/>
                  </a:solidFill>
                  <a:latin typeface="Arial"/>
                  <a:ea typeface="Arial"/>
                  <a:cs typeface="Arial"/>
                </a:defRPr>
              </a:lvl1pPr>
              <a:lvl2pPr algn="ctr">
                <a:defRPr sz="1365">
                  <a:solidFill>
                    <a:srgbClr val="000000"/>
                  </a:solidFill>
                  <a:latin typeface="Arial"/>
                  <a:ea typeface="Arial"/>
                  <a:cs typeface="Arial"/>
                </a:defRPr>
              </a:lvl2pPr>
              <a:lvl3pPr algn="ctr">
                <a:defRPr sz="1365">
                  <a:solidFill>
                    <a:srgbClr val="000000"/>
                  </a:solidFill>
                  <a:latin typeface="Arial"/>
                  <a:ea typeface="Arial"/>
                  <a:cs typeface="Arial"/>
                </a:defRPr>
              </a:lvl3pPr>
              <a:lvl4pPr algn="ctr">
                <a:defRPr sz="1365">
                  <a:solidFill>
                    <a:srgbClr val="000000"/>
                  </a:solidFill>
                  <a:latin typeface="Arial"/>
                  <a:ea typeface="Arial"/>
                  <a:cs typeface="Arial"/>
                </a:defRPr>
              </a:lvl4pPr>
              <a:lvl5pPr algn="ctr">
                <a:defRPr sz="1365">
                  <a:solidFill>
                    <a:srgbClr val="000000"/>
                  </a:solidFill>
                  <a:latin typeface="Arial"/>
                  <a:ea typeface="Arial"/>
                  <a:cs typeface="Arial"/>
                </a:defRPr>
              </a:lvl5pPr>
              <a:lvl6pPr algn="ctr">
                <a:defRPr sz="1365">
                  <a:solidFill>
                    <a:srgbClr val="000000"/>
                  </a:solidFill>
                  <a:latin typeface="Arial"/>
                  <a:ea typeface="Arial"/>
                  <a:cs typeface="Arial"/>
                </a:defRPr>
              </a:lvl6pPr>
              <a:lvl7pPr algn="ctr">
                <a:defRPr sz="1365">
                  <a:solidFill>
                    <a:srgbClr val="000000"/>
                  </a:solidFill>
                  <a:latin typeface="Arial"/>
                  <a:ea typeface="Arial"/>
                  <a:cs typeface="Arial"/>
                </a:defRPr>
              </a:lvl7pPr>
              <a:lvl8pPr algn="ctr">
                <a:defRPr sz="1365">
                  <a:solidFill>
                    <a:srgbClr val="000000"/>
                  </a:solidFill>
                  <a:latin typeface="Arial"/>
                  <a:ea typeface="Arial"/>
                  <a:cs typeface="Arial"/>
                </a:defRPr>
              </a:lvl8pPr>
              <a:lvl9pPr algn="ctr">
                <a:defRPr sz="1365">
                  <a:solidFill>
                    <a:srgbClr val="000000"/>
                  </a:solidFill>
                  <a:latin typeface="Arial"/>
                  <a:ea typeface="Arial"/>
                  <a:cs typeface="Arial"/>
                </a:defRPr>
              </a:lvl9pPr>
            </a:lstStyle>
            <a:p>
              <a:pPr algn="ctr">
                <a:defRPr sz="1365">
                  <a:solidFill>
                    <a:srgbClr val="000000"/>
                  </a:solidFill>
                  <a:latin typeface="Arial"/>
                  <a:ea typeface="Arial"/>
                  <a:cs typeface="Arial"/>
                </a:defRPr>
              </a:pPr>
              <a:r>
                <a:rPr sz="1365">
                  <a:solidFill>
                    <a:srgbClr val="000000"/>
                  </a:solidFill>
                  <a:latin typeface="Arial"/>
                  <a:ea typeface="Arial"/>
                  <a:cs typeface="Arial"/>
                </a:rPr>
                <a:t>d_BC</a:t>
              </a:r>
              <a:r>
                <a:rPr sz="983" baseline="-25000">
                  <a:solidFill>
                    <a:srgbClr val="000000"/>
                  </a:solidFill>
                  <a:latin typeface="Arial"/>
                  <a:ea typeface="Arial"/>
                  <a:cs typeface="Arial"/>
                </a:rPr>
                <a:t/>
              </a:r>
            </a:p>
          </p:txBody>
        </p:sp>
        <p:sp>
          <p:nvSpPr>
            <p:cNvPr id="11005" name="Distance 1–3">
              <a:extLst>
                <a:ext uri="{FF2B5EF4-FFF2-40B4-BE49-F238E27FC236}">
                  <ns2:creationId id="{EAF936F1-72B0-49E5-8BA5-0756666AF281}"/>
                </a:ext>
              </a:extLst>
            </p:cNvPr>
            <p:cNvSpPr>
              <a:spLocks noGrp="1"/>
            </p:cNvSpPr>
            <p:nvPr/>
          </p:nvSpPr>
          <p:spPr>
            <a:xfrm>
              <a:off x="3057525" y="3429000"/>
              <a:ext cx="266700" cy="161925"/>
            </a:xfrm>
            <a:prstGeom prst="rect">
              <a:avLst/>
            </a:prstGeom>
            <a:solidFill>
              <a:srgbClr val="F7F9FA"/>
            </a:solidFill>
            <a:ln w="0">
              <a:noFill/>
            </a:ln>
          </p:spPr>
          <p:txBody>
            <a:bodyPr wrap="none" lIns="0" tIns="0" rIns="0" bIns="0" anchor="ctr">
              <a:noAutofit/>
            </a:bodyPr>
            <a:lstStyle>
              <a:defPPr algn="ctr">
                <a:defRPr sz="1365">
                  <a:solidFill>
                    <a:srgbClr val="000000"/>
                  </a:solidFill>
                  <a:latin typeface="Arial"/>
                  <a:ea typeface="Arial"/>
                  <a:cs typeface="Arial"/>
                </a:defRPr>
              </a:defPPr>
              <a:lvl1pPr algn="ctr">
                <a:defRPr sz="1365">
                  <a:solidFill>
                    <a:srgbClr val="000000"/>
                  </a:solidFill>
                  <a:latin typeface="Arial"/>
                  <a:ea typeface="Arial"/>
                  <a:cs typeface="Arial"/>
                </a:defRPr>
              </a:lvl1pPr>
              <a:lvl2pPr algn="ctr">
                <a:defRPr sz="1365">
                  <a:solidFill>
                    <a:srgbClr val="000000"/>
                  </a:solidFill>
                  <a:latin typeface="Arial"/>
                  <a:ea typeface="Arial"/>
                  <a:cs typeface="Arial"/>
                </a:defRPr>
              </a:lvl2pPr>
              <a:lvl3pPr algn="ctr">
                <a:defRPr sz="1365">
                  <a:solidFill>
                    <a:srgbClr val="000000"/>
                  </a:solidFill>
                  <a:latin typeface="Arial"/>
                  <a:ea typeface="Arial"/>
                  <a:cs typeface="Arial"/>
                </a:defRPr>
              </a:lvl3pPr>
              <a:lvl4pPr algn="ctr">
                <a:defRPr sz="1365">
                  <a:solidFill>
                    <a:srgbClr val="000000"/>
                  </a:solidFill>
                  <a:latin typeface="Arial"/>
                  <a:ea typeface="Arial"/>
                  <a:cs typeface="Arial"/>
                </a:defRPr>
              </a:lvl4pPr>
              <a:lvl5pPr algn="ctr">
                <a:defRPr sz="1365">
                  <a:solidFill>
                    <a:srgbClr val="000000"/>
                  </a:solidFill>
                  <a:latin typeface="Arial"/>
                  <a:ea typeface="Arial"/>
                  <a:cs typeface="Arial"/>
                </a:defRPr>
              </a:lvl5pPr>
              <a:lvl6pPr algn="ctr">
                <a:defRPr sz="1365">
                  <a:solidFill>
                    <a:srgbClr val="000000"/>
                  </a:solidFill>
                  <a:latin typeface="Arial"/>
                  <a:ea typeface="Arial"/>
                  <a:cs typeface="Arial"/>
                </a:defRPr>
              </a:lvl6pPr>
              <a:lvl7pPr algn="ctr">
                <a:defRPr sz="1365">
                  <a:solidFill>
                    <a:srgbClr val="000000"/>
                  </a:solidFill>
                  <a:latin typeface="Arial"/>
                  <a:ea typeface="Arial"/>
                  <a:cs typeface="Arial"/>
                </a:defRPr>
              </a:lvl7pPr>
              <a:lvl8pPr algn="ctr">
                <a:defRPr sz="1365">
                  <a:solidFill>
                    <a:srgbClr val="000000"/>
                  </a:solidFill>
                  <a:latin typeface="Arial"/>
                  <a:ea typeface="Arial"/>
                  <a:cs typeface="Arial"/>
                </a:defRPr>
              </a:lvl8pPr>
              <a:lvl9pPr algn="ctr">
                <a:defRPr sz="1365">
                  <a:solidFill>
                    <a:srgbClr val="000000"/>
                  </a:solidFill>
                  <a:latin typeface="Arial"/>
                  <a:ea typeface="Arial"/>
                  <a:cs typeface="Arial"/>
                </a:defRPr>
              </a:lvl9pPr>
            </a:lstStyle>
            <a:p>
              <a:pPr algn="ctr">
                <a:defRPr sz="1365">
                  <a:solidFill>
                    <a:srgbClr val="000000"/>
                  </a:solidFill>
                  <a:latin typeface="Arial"/>
                  <a:ea typeface="Arial"/>
                  <a:cs typeface="Arial"/>
                </a:defRPr>
              </a:pPr>
              <a:r>
                <a:rPr sz="1365">
                  <a:solidFill>
                    <a:srgbClr val="000000"/>
                  </a:solidFill>
                  <a:latin typeface="Arial"/>
                  <a:ea typeface="Arial"/>
                  <a:cs typeface="Arial"/>
                </a:rPr>
                <a:t>d_AC</a:t>
              </a:r>
              <a:r>
                <a:rPr sz="983" baseline="-25000">
                  <a:solidFill>
                    <a:srgbClr val="000000"/>
                  </a:solidFill>
                  <a:latin typeface="Arial"/>
                  <a:ea typeface="Arial"/>
                  <a:cs typeface="Arial"/>
                </a:rPr>
                <a:t/>
              </a:r>
            </a:p>
          </p:txBody>
        </p:sp>
      </p:grpSp>
    </p:spTree>
  </p:cSld>
  <p:clrMapOvr>
    <a:masterClrMapping/>
  </p:clrMapOvr>
</p:sld>
</file>

<file path=ppt/slides/slide3.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grpSp>
        <p:nvGrpSpPr>
          <p:cNvPr id="22003" name="Manuscript Figure 3: RG-MTM five-stage workflow"/>
          <p:cNvGrpSpPr/>
          <p:nvPr/>
        </p:nvGrpSpPr>
        <p:grpSpPr>
          <a:xfrm>
            <a:off x="0" y="1017823"/>
            <a:ext cx="12801600" cy="4060355"/>
            <a:chOff x="0" y="0"/>
            <a:chExt cx="24955500" cy="7915275"/>
          </a:xfrm>
        </p:grpSpPr>
        <p:grpSp>
          <p:nvGrpSpPr>
            <p:cNvPr id="2" name="structure"/>
            <p:cNvGrpSpPr/>
            <p:nvPr/>
          </p:nvGrpSpPr>
          <p:grpSpPr>
            <a:xfrm>
              <a:off x="0" y="0"/>
              <a:ext cx="24955500" cy="8572500"/>
              <a:chOff x="0" y="0"/>
              <a:chExt cx="24955500" cy="8572500"/>
            </a:xfrm>
          </p:grpSpPr>
          <p:sp>
            <p:nvSpPr>
              <p:cNvPr id="3" name="four:structure:substep-frame:4"/>
              <p:cNvSpPr>
                <a:spLocks noGrp="1"/>
              </p:cNvSpPr>
              <p:nvPr/>
            </p:nvSpPr>
            <p:spPr>
              <a:xfrm>
                <a:off x="266700" y="209550"/>
                <a:ext cx="2571750" cy="7534275"/>
              </a:xfrm>
              <a:prstGeom prst="roundRect">
                <a:avLst>
                  <a:gd name="adj" fmla="val 4444"/>
                </a:avLst>
              </a:prstGeom>
              <a:solidFill>
                <a:srgbClr val="F7F9FA"/>
              </a:solidFill>
              <a:ln w="6352">
                <a:solidFill>
                  <a:srgbClr val="A9CDDF"/>
                </a:solidFill>
                <a:prstDash val="solid"/>
              </a:ln>
            </p:spPr>
          </p:sp>
          <p:sp>
            <p:nvSpPr>
              <p:cNvPr id="4" name="four:structure:substep-frame:5"/>
              <p:cNvSpPr>
                <a:spLocks noGrp="1"/>
              </p:cNvSpPr>
              <p:nvPr/>
            </p:nvSpPr>
            <p:spPr>
              <a:xfrm>
                <a:off x="266700" y="209550"/>
                <a:ext cx="2571750" cy="581025"/>
              </a:xfrm>
              <a:prstGeom prst="roundRect">
                <a:avLst>
                  <a:gd name="adj" fmla="val 19672"/>
                </a:avLst>
              </a:prstGeom>
              <a:solidFill>
                <a:srgbClr val="E7EDF0"/>
              </a:solidFill>
              <a:ln w="0">
                <a:noFill/>
                <a:prstDash val="solid"/>
              </a:ln>
            </p:spPr>
          </p:sp>
          <p:sp>
            <p:nvSpPr>
              <p:cNvPr id="5" name="four:structure:rect:6"/>
              <p:cNvSpPr>
                <a:spLocks noGrp="1"/>
              </p:cNvSpPr>
              <p:nvPr/>
            </p:nvSpPr>
            <p:spPr>
              <a:xfrm>
                <a:off x="266700" y="533400"/>
                <a:ext cx="2571750" cy="257175"/>
              </a:xfrm>
              <a:prstGeom prst="rect">
                <a:avLst/>
              </a:prstGeom>
              <a:solidFill>
                <a:srgbClr val="E7EDF0"/>
              </a:solidFill>
              <a:ln w="0">
                <a:noFill/>
                <a:prstDash val="solid"/>
              </a:ln>
            </p:spPr>
          </p:sp>
          <p:sp>
            <p:nvSpPr>
              <p:cNvPr id="6" name="four:structure:regular-node:7"/>
              <p:cNvSpPr>
                <a:spLocks noGrp="1"/>
              </p:cNvSpPr>
              <p:nvPr/>
            </p:nvSpPr>
            <p:spPr>
              <a:xfrm>
                <a:off x="352425" y="323850"/>
                <a:ext cx="342900" cy="342900"/>
              </a:xfrm>
              <a:prstGeom prst="ellipse">
                <a:avLst/>
              </a:prstGeom>
              <a:solidFill>
                <a:srgbClr val="E7EDF0"/>
              </a:solidFill>
              <a:ln w="0">
                <a:noFill/>
                <a:prstDash val="solid"/>
              </a:ln>
            </p:spPr>
          </p:sp>
          <p:sp>
            <p:nvSpPr>
              <p:cNvPr id="7" name="four:structure:textbox:8"/>
              <p:cNvSpPr>
                <a:spLocks noGrp="1"/>
              </p:cNvSpPr>
              <p:nvPr/>
            </p:nvSpPr>
            <p:spPr>
              <a:xfrm>
                <a:off x="276225" y="295275"/>
                <a:ext cx="438150" cy="381000"/>
              </a:xfrm>
              <a:prstGeom prst="rect">
                <a:avLst/>
              </a:prstGeom>
              <a:noFill/>
              <a:ln w="0">
                <a:noFill/>
                <a:prstDash val="solid"/>
              </a:ln>
            </p:spPr>
            <p:txBody>
              <a:bodyPr wrap="none" lIns="0" tIns="0" rIns="0" bIns="0" anchor="ctr">
                <a:normAutofit/>
              </a:bodyPr>
              <a:lstStyle>
                <a:defPPr algn="ctr">
                  <a:defRPr sz="962" b="1">
                    <a:solidFill>
                      <a:srgbClr val="263238"/>
                    </a:solidFill>
                    <a:latin typeface="Arial" panose="020B0604020202090204"/>
                    <a:ea typeface="Arial" panose="020B0604020202090204"/>
                    <a:cs typeface="Arial" panose="020B0604020202090204"/>
                  </a:defRPr>
                </a:defPPr>
              </a:lstStyle>
              <a:p>
                <a:pPr algn="ctr">
                  <a:defRPr sz="962" b="1">
                    <a:solidFill>
                      <a:srgbClr val="263238"/>
                    </a:solidFill>
                    <a:latin typeface="Arial" panose="020B0604020202090204"/>
                    <a:ea typeface="Arial" panose="020B0604020202090204"/>
                    <a:cs typeface="Arial" panose="020B0604020202090204"/>
                  </a:defRPr>
                </a:pPr>
                <a:r>
                  <a:rPr sz="769" b="1">
                    <a:solidFill>
                      <a:srgbClr val="263238"/>
                    </a:solidFill>
                    <a:latin typeface="Arial" panose="020B0604020202090204"/>
                    <a:ea typeface="Arial" panose="020B0604020202090204"/>
                    <a:cs typeface="Arial" panose="020B0604020202090204"/>
                  </a:rPr>
                  <a:t>(a)</a:t>
                </a:r>
                <a:endParaRPr sz="769" b="1">
                  <a:solidFill>
                    <a:srgbClr val="263238"/>
                  </a:solidFill>
                  <a:latin typeface="Arial" panose="020B0604020202090204"/>
                  <a:ea typeface="Arial" panose="020B0604020202090204"/>
                  <a:cs typeface="Arial" panose="020B0604020202090204"/>
                </a:endParaRPr>
              </a:p>
            </p:txBody>
          </p:sp>
          <p:sp>
            <p:nvSpPr>
              <p:cNvPr id="8" name="four:structure:textbox:9"/>
              <p:cNvSpPr>
                <a:spLocks noGrp="1"/>
              </p:cNvSpPr>
              <p:nvPr/>
            </p:nvSpPr>
            <p:spPr>
              <a:xfrm>
                <a:off x="781050" y="285750"/>
                <a:ext cx="2103120" cy="409575"/>
              </a:xfrm>
              <a:prstGeom prst="rect">
                <a:avLst/>
              </a:prstGeom>
              <a:noFill/>
              <a:ln w="0">
                <a:noFill/>
                <a:prstDash val="solid"/>
              </a:ln>
            </p:spPr>
            <p:txBody>
              <a:bodyPr wrap="none" lIns="0" tIns="0" rIns="0" bIns="0" anchor="ctr">
                <a:normAutofit/>
              </a:bodyPr>
              <a:lstStyle>
                <a:defPPr algn="l">
                  <a:defRPr sz="962" b="1">
                    <a:solidFill>
                      <a:srgbClr val="263238"/>
                    </a:solidFill>
                    <a:latin typeface="Arial" panose="020B0604020202090204"/>
                    <a:ea typeface="Arial" panose="020B0604020202090204"/>
                    <a:cs typeface="Arial" panose="020B0604020202090204"/>
                  </a:defRPr>
                </a:defPPr>
              </a:lstStyle>
              <a:p>
                <a:pPr algn="l">
                  <a:defRPr sz="962" b="1">
                    <a:solidFill>
                      <a:srgbClr val="263238"/>
                    </a:solidFill>
                    <a:latin typeface="Arial" panose="020B0604020202090204"/>
                    <a:ea typeface="Arial" panose="020B0604020202090204"/>
                    <a:cs typeface="Arial" panose="020B0604020202090204"/>
                  </a:defRPr>
                </a:pPr>
                <a:r>
                  <a:rPr sz="769" b="1">
                    <a:solidFill>
                      <a:srgbClr val="263238"/>
                    </a:solidFill>
                    <a:latin typeface="Arial" panose="020B0604020202090204"/>
                    <a:ea typeface="Arial" panose="020B0604020202090204"/>
                    <a:cs typeface="Arial" panose="020B0604020202090204"/>
                  </a:rPr>
                  <a:t>Scalar fields (2D / 3D)</a:t>
                </a:r>
                <a:endParaRPr sz="769" b="1">
                  <a:solidFill>
                    <a:srgbClr val="263238"/>
                  </a:solidFill>
                  <a:latin typeface="Arial" panose="020B0604020202090204"/>
                  <a:ea typeface="Arial" panose="020B0604020202090204"/>
                  <a:cs typeface="Arial" panose="020B0604020202090204"/>
                </a:endParaRPr>
              </a:p>
            </p:txBody>
          </p:sp>
          <p:sp>
            <p:nvSpPr>
              <p:cNvPr id="9" name="four:structure:substep-frame:10"/>
              <p:cNvSpPr>
                <a:spLocks noGrp="1"/>
              </p:cNvSpPr>
              <p:nvPr/>
            </p:nvSpPr>
            <p:spPr>
              <a:xfrm>
                <a:off x="3162300" y="209550"/>
                <a:ext cx="4762500" cy="7534275"/>
              </a:xfrm>
              <a:prstGeom prst="roundRect">
                <a:avLst>
                  <a:gd name="adj" fmla="val 2400"/>
                </a:avLst>
              </a:prstGeom>
              <a:solidFill>
                <a:srgbClr val="F7F9FA"/>
              </a:solidFill>
              <a:ln w="6352">
                <a:solidFill>
                  <a:srgbClr val="A9CDDF"/>
                </a:solidFill>
                <a:prstDash val="solid"/>
              </a:ln>
            </p:spPr>
          </p:sp>
          <p:sp>
            <p:nvSpPr>
              <p:cNvPr id="10" name="four:structure:substep-frame:11"/>
              <p:cNvSpPr>
                <a:spLocks noGrp="1"/>
              </p:cNvSpPr>
              <p:nvPr/>
            </p:nvSpPr>
            <p:spPr>
              <a:xfrm>
                <a:off x="3162300" y="209550"/>
                <a:ext cx="4762500" cy="581025"/>
              </a:xfrm>
              <a:prstGeom prst="roundRect">
                <a:avLst>
                  <a:gd name="adj" fmla="val 19672"/>
                </a:avLst>
              </a:prstGeom>
              <a:solidFill>
                <a:srgbClr val="E7EDF0"/>
              </a:solidFill>
              <a:ln w="0">
                <a:noFill/>
                <a:prstDash val="solid"/>
              </a:ln>
            </p:spPr>
          </p:sp>
          <p:sp>
            <p:nvSpPr>
              <p:cNvPr id="11" name="four:structure:rect:12"/>
              <p:cNvSpPr>
                <a:spLocks noGrp="1"/>
              </p:cNvSpPr>
              <p:nvPr/>
            </p:nvSpPr>
            <p:spPr>
              <a:xfrm>
                <a:off x="3162300" y="533400"/>
                <a:ext cx="4762500" cy="257175"/>
              </a:xfrm>
              <a:prstGeom prst="rect">
                <a:avLst/>
              </a:prstGeom>
              <a:solidFill>
                <a:srgbClr val="E7EDF0"/>
              </a:solidFill>
              <a:ln w="0">
                <a:noFill/>
                <a:prstDash val="solid"/>
              </a:ln>
            </p:spPr>
          </p:sp>
          <p:sp>
            <p:nvSpPr>
              <p:cNvPr id="12" name="four:structure:regular-node:13"/>
              <p:cNvSpPr>
                <a:spLocks noGrp="1"/>
              </p:cNvSpPr>
              <p:nvPr/>
            </p:nvSpPr>
            <p:spPr>
              <a:xfrm>
                <a:off x="3248025" y="323850"/>
                <a:ext cx="342900" cy="342900"/>
              </a:xfrm>
              <a:prstGeom prst="ellipse">
                <a:avLst/>
              </a:prstGeom>
              <a:solidFill>
                <a:srgbClr val="E7EDF0"/>
              </a:solidFill>
              <a:ln w="0">
                <a:noFill/>
                <a:prstDash val="solid"/>
              </a:ln>
            </p:spPr>
          </p:sp>
          <p:sp>
            <p:nvSpPr>
              <p:cNvPr id="13" name="four:structure:textbox:14"/>
              <p:cNvSpPr>
                <a:spLocks noGrp="1"/>
              </p:cNvSpPr>
              <p:nvPr/>
            </p:nvSpPr>
            <p:spPr>
              <a:xfrm>
                <a:off x="3171825" y="295275"/>
                <a:ext cx="438150" cy="381000"/>
              </a:xfrm>
              <a:prstGeom prst="rect">
                <a:avLst/>
              </a:prstGeom>
              <a:noFill/>
              <a:ln w="0">
                <a:noFill/>
                <a:prstDash val="solid"/>
              </a:ln>
            </p:spPr>
            <p:txBody>
              <a:bodyPr wrap="none" lIns="0" tIns="0" rIns="0" bIns="0" anchor="ctr">
                <a:normAutofit/>
              </a:bodyPr>
              <a:lstStyle>
                <a:defPPr algn="ctr">
                  <a:defRPr sz="962" b="1">
                    <a:solidFill>
                      <a:srgbClr val="263238"/>
                    </a:solidFill>
                    <a:latin typeface="Arial" panose="020B0604020202090204"/>
                    <a:ea typeface="Arial" panose="020B0604020202090204"/>
                    <a:cs typeface="Arial" panose="020B0604020202090204"/>
                  </a:defRPr>
                </a:defPPr>
              </a:lstStyle>
              <a:p>
                <a:pPr algn="ctr">
                  <a:defRPr sz="962" b="1">
                    <a:solidFill>
                      <a:srgbClr val="263238"/>
                    </a:solidFill>
                    <a:latin typeface="Arial" panose="020B0604020202090204"/>
                    <a:ea typeface="Arial" panose="020B0604020202090204"/>
                    <a:cs typeface="Arial" panose="020B0604020202090204"/>
                  </a:defRPr>
                </a:pPr>
                <a:r>
                  <a:rPr sz="769" b="1">
                    <a:solidFill>
                      <a:srgbClr val="263238"/>
                    </a:solidFill>
                    <a:latin typeface="Arial" panose="020B0604020202090204"/>
                    <a:ea typeface="Arial" panose="020B0604020202090204"/>
                    <a:cs typeface="Arial" panose="020B0604020202090204"/>
                  </a:rPr>
                  <a:t>(b)</a:t>
                </a:r>
                <a:endParaRPr sz="769" b="1">
                  <a:solidFill>
                    <a:srgbClr val="263238"/>
                  </a:solidFill>
                  <a:latin typeface="Arial" panose="020B0604020202090204"/>
                  <a:ea typeface="Arial" panose="020B0604020202090204"/>
                  <a:cs typeface="Arial" panose="020B0604020202090204"/>
                </a:endParaRPr>
              </a:p>
            </p:txBody>
          </p:sp>
          <p:sp>
            <p:nvSpPr>
              <p:cNvPr id="14" name="four:structure:textbox:15"/>
              <p:cNvSpPr>
                <a:spLocks noGrp="1"/>
              </p:cNvSpPr>
              <p:nvPr/>
            </p:nvSpPr>
            <p:spPr>
              <a:xfrm>
                <a:off x="3676650" y="285750"/>
                <a:ext cx="4171950" cy="409575"/>
              </a:xfrm>
              <a:prstGeom prst="rect">
                <a:avLst/>
              </a:prstGeom>
              <a:noFill/>
              <a:ln w="0">
                <a:noFill/>
                <a:prstDash val="solid"/>
              </a:ln>
            </p:spPr>
            <p:txBody>
              <a:bodyPr wrap="none" lIns="0" tIns="0" rIns="0" bIns="0" anchor="ctr">
                <a:normAutofit/>
              </a:bodyPr>
              <a:lstStyle>
                <a:defPPr algn="l">
                  <a:defRPr sz="962" b="1">
                    <a:solidFill>
                      <a:srgbClr val="263238"/>
                    </a:solidFill>
                    <a:latin typeface="Arial" panose="020B0604020202090204"/>
                    <a:ea typeface="Arial" panose="020B0604020202090204"/>
                    <a:cs typeface="Arial" panose="020B0604020202090204"/>
                  </a:defRPr>
                </a:defPPr>
              </a:lstStyle>
              <a:p>
                <a:pPr algn="l">
                  <a:defRPr sz="962" b="1">
                    <a:solidFill>
                      <a:srgbClr val="263238"/>
                    </a:solidFill>
                    <a:latin typeface="Arial" panose="020B0604020202090204"/>
                    <a:ea typeface="Arial" panose="020B0604020202090204"/>
                    <a:cs typeface="Arial" panose="020B0604020202090204"/>
                  </a:defRPr>
                </a:pPr>
                <a:r>
                  <a:rPr sz="962" b="1">
                    <a:solidFill>
                      <a:srgbClr val="263238"/>
                    </a:solidFill>
                    <a:latin typeface="Arial" panose="020B0604020202090204"/>
                    <a:ea typeface="Arial" panose="020B0604020202090204"/>
                    <a:cs typeface="Arial" panose="020B0604020202090204"/>
                  </a:rPr>
                  <a:t>Topology analysis</a:t>
                </a:r>
                <a:endParaRPr sz="962" b="1">
                  <a:solidFill>
                    <a:srgbClr val="263238"/>
                  </a:solidFill>
                  <a:latin typeface="Arial" panose="020B0604020202090204"/>
                  <a:ea typeface="Arial" panose="020B0604020202090204"/>
                  <a:cs typeface="Arial" panose="020B0604020202090204"/>
                </a:endParaRPr>
              </a:p>
            </p:txBody>
          </p:sp>
          <p:sp>
            <p:nvSpPr>
              <p:cNvPr id="15" name="four:structure:substep-frame:16"/>
              <p:cNvSpPr>
                <a:spLocks noGrp="1"/>
              </p:cNvSpPr>
              <p:nvPr/>
            </p:nvSpPr>
            <p:spPr>
              <a:xfrm>
                <a:off x="8248650" y="209550"/>
                <a:ext cx="6858000" cy="7534275"/>
              </a:xfrm>
              <a:prstGeom prst="roundRect">
                <a:avLst>
                  <a:gd name="adj" fmla="val 1667"/>
                </a:avLst>
              </a:prstGeom>
              <a:solidFill>
                <a:srgbClr val="F7F9FA"/>
              </a:solidFill>
              <a:ln w="6352">
                <a:solidFill>
                  <a:srgbClr val="A9CDDF"/>
                </a:solidFill>
                <a:prstDash val="solid"/>
              </a:ln>
            </p:spPr>
          </p:sp>
          <p:sp>
            <p:nvSpPr>
              <p:cNvPr id="16" name="four:structure:substep-frame:17"/>
              <p:cNvSpPr>
                <a:spLocks noGrp="1"/>
              </p:cNvSpPr>
              <p:nvPr/>
            </p:nvSpPr>
            <p:spPr>
              <a:xfrm>
                <a:off x="8248650" y="209550"/>
                <a:ext cx="6858000" cy="581025"/>
              </a:xfrm>
              <a:prstGeom prst="roundRect">
                <a:avLst>
                  <a:gd name="adj" fmla="val 19672"/>
                </a:avLst>
              </a:prstGeom>
              <a:solidFill>
                <a:srgbClr val="E7EDF0"/>
              </a:solidFill>
              <a:ln w="0">
                <a:noFill/>
                <a:prstDash val="solid"/>
              </a:ln>
            </p:spPr>
          </p:sp>
          <p:sp>
            <p:nvSpPr>
              <p:cNvPr id="17" name="four:structure:rect:18"/>
              <p:cNvSpPr>
                <a:spLocks noGrp="1"/>
              </p:cNvSpPr>
              <p:nvPr/>
            </p:nvSpPr>
            <p:spPr>
              <a:xfrm>
                <a:off x="8248650" y="533400"/>
                <a:ext cx="6858000" cy="257175"/>
              </a:xfrm>
              <a:prstGeom prst="rect">
                <a:avLst/>
              </a:prstGeom>
              <a:solidFill>
                <a:srgbClr val="E7EDF0"/>
              </a:solidFill>
              <a:ln w="0">
                <a:noFill/>
                <a:prstDash val="solid"/>
              </a:ln>
            </p:spPr>
          </p:sp>
          <p:sp>
            <p:nvSpPr>
              <p:cNvPr id="18" name="four:structure:regular-node:19"/>
              <p:cNvSpPr>
                <a:spLocks noGrp="1"/>
              </p:cNvSpPr>
              <p:nvPr/>
            </p:nvSpPr>
            <p:spPr>
              <a:xfrm>
                <a:off x="8334375" y="323850"/>
                <a:ext cx="342900" cy="342900"/>
              </a:xfrm>
              <a:prstGeom prst="ellipse">
                <a:avLst/>
              </a:prstGeom>
              <a:solidFill>
                <a:srgbClr val="E7EDF0"/>
              </a:solidFill>
              <a:ln w="0">
                <a:noFill/>
                <a:prstDash val="solid"/>
              </a:ln>
            </p:spPr>
          </p:sp>
          <p:sp>
            <p:nvSpPr>
              <p:cNvPr id="19" name="four:structure:textbox:20"/>
              <p:cNvSpPr>
                <a:spLocks noGrp="1"/>
              </p:cNvSpPr>
              <p:nvPr/>
            </p:nvSpPr>
            <p:spPr>
              <a:xfrm>
                <a:off x="8258175" y="295275"/>
                <a:ext cx="438150" cy="381000"/>
              </a:xfrm>
              <a:prstGeom prst="rect">
                <a:avLst/>
              </a:prstGeom>
              <a:noFill/>
              <a:ln w="0">
                <a:noFill/>
                <a:prstDash val="solid"/>
              </a:ln>
            </p:spPr>
            <p:txBody>
              <a:bodyPr wrap="none" lIns="0" tIns="0" rIns="0" bIns="0" anchor="ctr">
                <a:normAutofit/>
              </a:bodyPr>
              <a:lstStyle>
                <a:defPPr algn="ctr">
                  <a:defRPr sz="962" b="1">
                    <a:solidFill>
                      <a:srgbClr val="263238"/>
                    </a:solidFill>
                    <a:latin typeface="Arial" panose="020B0604020202090204"/>
                    <a:ea typeface="Arial" panose="020B0604020202090204"/>
                    <a:cs typeface="Arial" panose="020B0604020202090204"/>
                  </a:defRPr>
                </a:defPPr>
              </a:lstStyle>
              <a:p>
                <a:pPr algn="ctr">
                  <a:defRPr sz="962" b="1">
                    <a:solidFill>
                      <a:srgbClr val="263238"/>
                    </a:solidFill>
                    <a:latin typeface="Arial" panose="020B0604020202090204"/>
                    <a:ea typeface="Arial" panose="020B0604020202090204"/>
                    <a:cs typeface="Arial" panose="020B0604020202090204"/>
                  </a:defRPr>
                </a:pPr>
                <a:r>
                  <a:rPr sz="769" b="1">
                    <a:solidFill>
                      <a:srgbClr val="263238"/>
                    </a:solidFill>
                    <a:latin typeface="Arial" panose="020B0604020202090204"/>
                    <a:ea typeface="Arial" panose="020B0604020202090204"/>
                    <a:cs typeface="Arial" panose="020B0604020202090204"/>
                  </a:rPr>
                  <a:t>(c)</a:t>
                </a:r>
                <a:endParaRPr sz="769" b="1">
                  <a:solidFill>
                    <a:srgbClr val="263238"/>
                  </a:solidFill>
                  <a:latin typeface="Arial" panose="020B0604020202090204"/>
                  <a:ea typeface="Arial" panose="020B0604020202090204"/>
                  <a:cs typeface="Arial" panose="020B0604020202090204"/>
                </a:endParaRPr>
              </a:p>
            </p:txBody>
          </p:sp>
          <p:sp>
            <p:nvSpPr>
              <p:cNvPr id="20" name="four:structure:textbox:21"/>
              <p:cNvSpPr>
                <a:spLocks noGrp="1"/>
              </p:cNvSpPr>
              <p:nvPr/>
            </p:nvSpPr>
            <p:spPr>
              <a:xfrm>
                <a:off x="8763000" y="285750"/>
                <a:ext cx="6267450" cy="409575"/>
              </a:xfrm>
              <a:prstGeom prst="rect">
                <a:avLst/>
              </a:prstGeom>
              <a:noFill/>
              <a:ln w="0">
                <a:noFill/>
                <a:prstDash val="solid"/>
              </a:ln>
            </p:spPr>
            <p:txBody>
              <a:bodyPr wrap="none" lIns="0" tIns="0" rIns="0" bIns="0" anchor="ctr">
                <a:normAutofit/>
              </a:bodyPr>
              <a:lstStyle>
                <a:defPPr algn="l">
                  <a:defRPr sz="962" b="1">
                    <a:solidFill>
                      <a:srgbClr val="263238"/>
                    </a:solidFill>
                    <a:latin typeface="Arial" panose="020B0604020202090204"/>
                    <a:ea typeface="Arial" panose="020B0604020202090204"/>
                    <a:cs typeface="Arial" panose="020B0604020202090204"/>
                  </a:defRPr>
                </a:defPPr>
              </a:lstStyle>
              <a:p>
                <a:pPr algn="l">
                  <a:defRPr sz="962" b="1">
                    <a:solidFill>
                      <a:srgbClr val="263238"/>
                    </a:solidFill>
                    <a:latin typeface="Arial" panose="020B0604020202090204"/>
                    <a:ea typeface="Arial" panose="020B0604020202090204"/>
                    <a:cs typeface="Arial" panose="020B0604020202090204"/>
                  </a:defRPr>
                </a:pPr>
                <a:r>
                  <a:rPr sz="962" b="1">
                    <a:solidFill>
                      <a:srgbClr val="263238"/>
                    </a:solidFill>
                    <a:latin typeface="Arial" panose="020B0604020202090204"/>
                    <a:ea typeface="Arial" panose="020B0604020202090204"/>
                    <a:cs typeface="Arial" panose="020B0604020202090204"/>
                  </a:rPr>
                  <a:t>Certificate and relaxation</a:t>
                </a:r>
                <a:endParaRPr sz="962" b="1">
                  <a:solidFill>
                    <a:srgbClr val="263238"/>
                  </a:solidFill>
                  <a:latin typeface="Arial" panose="020B0604020202090204"/>
                  <a:ea typeface="Arial" panose="020B0604020202090204"/>
                  <a:cs typeface="Arial" panose="020B0604020202090204"/>
                </a:endParaRPr>
              </a:p>
            </p:txBody>
          </p:sp>
          <p:sp>
            <p:nvSpPr>
              <p:cNvPr id="21" name="four:structure:substep-frame:22"/>
              <p:cNvSpPr>
                <a:spLocks noGrp="1"/>
              </p:cNvSpPr>
              <p:nvPr/>
            </p:nvSpPr>
            <p:spPr>
              <a:xfrm>
                <a:off x="15430500" y="209550"/>
                <a:ext cx="4762500" cy="7534275"/>
              </a:xfrm>
              <a:prstGeom prst="roundRect">
                <a:avLst>
                  <a:gd name="adj" fmla="val 2400"/>
                </a:avLst>
              </a:prstGeom>
              <a:solidFill>
                <a:srgbClr val="F7F9FA"/>
              </a:solidFill>
              <a:ln w="6352">
                <a:solidFill>
                  <a:srgbClr val="A9CDDF"/>
                </a:solidFill>
                <a:prstDash val="solid"/>
              </a:ln>
            </p:spPr>
          </p:sp>
          <p:sp>
            <p:nvSpPr>
              <p:cNvPr id="22" name="four:structure:substep-frame:23"/>
              <p:cNvSpPr>
                <a:spLocks noGrp="1"/>
              </p:cNvSpPr>
              <p:nvPr/>
            </p:nvSpPr>
            <p:spPr>
              <a:xfrm>
                <a:off x="15430500" y="209550"/>
                <a:ext cx="4762500" cy="581025"/>
              </a:xfrm>
              <a:prstGeom prst="roundRect">
                <a:avLst>
                  <a:gd name="adj" fmla="val 19672"/>
                </a:avLst>
              </a:prstGeom>
              <a:solidFill>
                <a:srgbClr val="E7EDF0"/>
              </a:solidFill>
              <a:ln w="0">
                <a:noFill/>
                <a:prstDash val="solid"/>
              </a:ln>
            </p:spPr>
          </p:sp>
          <p:sp>
            <p:nvSpPr>
              <p:cNvPr id="23" name="four:structure:rect:24"/>
              <p:cNvSpPr>
                <a:spLocks noGrp="1"/>
              </p:cNvSpPr>
              <p:nvPr/>
            </p:nvSpPr>
            <p:spPr>
              <a:xfrm>
                <a:off x="15430500" y="533400"/>
                <a:ext cx="4762500" cy="257175"/>
              </a:xfrm>
              <a:prstGeom prst="rect">
                <a:avLst/>
              </a:prstGeom>
              <a:solidFill>
                <a:srgbClr val="E7EDF0"/>
              </a:solidFill>
              <a:ln w="0">
                <a:noFill/>
                <a:prstDash val="solid"/>
              </a:ln>
            </p:spPr>
          </p:sp>
          <p:sp>
            <p:nvSpPr>
              <p:cNvPr id="24" name="four:structure:regular-node:25"/>
              <p:cNvSpPr>
                <a:spLocks noGrp="1"/>
              </p:cNvSpPr>
              <p:nvPr/>
            </p:nvSpPr>
            <p:spPr>
              <a:xfrm>
                <a:off x="15516225" y="323850"/>
                <a:ext cx="342900" cy="342900"/>
              </a:xfrm>
              <a:prstGeom prst="ellipse">
                <a:avLst/>
              </a:prstGeom>
              <a:solidFill>
                <a:srgbClr val="E7EDF0"/>
              </a:solidFill>
              <a:ln w="0">
                <a:noFill/>
                <a:prstDash val="solid"/>
              </a:ln>
            </p:spPr>
          </p:sp>
          <p:sp>
            <p:nvSpPr>
              <p:cNvPr id="25" name="four:structure:textbox:26"/>
              <p:cNvSpPr>
                <a:spLocks noGrp="1"/>
              </p:cNvSpPr>
              <p:nvPr/>
            </p:nvSpPr>
            <p:spPr>
              <a:xfrm>
                <a:off x="15440025" y="295275"/>
                <a:ext cx="438150" cy="381000"/>
              </a:xfrm>
              <a:prstGeom prst="rect">
                <a:avLst/>
              </a:prstGeom>
              <a:noFill/>
              <a:ln w="0">
                <a:noFill/>
                <a:prstDash val="solid"/>
              </a:ln>
            </p:spPr>
            <p:txBody>
              <a:bodyPr wrap="none" lIns="0" tIns="0" rIns="0" bIns="0" anchor="ctr">
                <a:normAutofit/>
              </a:bodyPr>
              <a:lstStyle>
                <a:defPPr algn="ctr">
                  <a:defRPr sz="962" b="1">
                    <a:solidFill>
                      <a:srgbClr val="263238"/>
                    </a:solidFill>
                    <a:latin typeface="Arial" panose="020B0604020202090204"/>
                    <a:ea typeface="Arial" panose="020B0604020202090204"/>
                    <a:cs typeface="Arial" panose="020B0604020202090204"/>
                  </a:defRPr>
                </a:defPPr>
              </a:lstStyle>
              <a:p>
                <a:pPr algn="ctr">
                  <a:defRPr sz="962" b="1">
                    <a:solidFill>
                      <a:srgbClr val="263238"/>
                    </a:solidFill>
                    <a:latin typeface="Arial" panose="020B0604020202090204"/>
                    <a:ea typeface="Arial" panose="020B0604020202090204"/>
                    <a:cs typeface="Arial" panose="020B0604020202090204"/>
                  </a:defRPr>
                </a:pPr>
                <a:r>
                  <a:rPr sz="769" b="1">
                    <a:solidFill>
                      <a:srgbClr val="263238"/>
                    </a:solidFill>
                    <a:latin typeface="Arial" panose="020B0604020202090204"/>
                    <a:ea typeface="Arial" panose="020B0604020202090204"/>
                    <a:cs typeface="Arial" panose="020B0604020202090204"/>
                  </a:rPr>
                  <a:t>(d)</a:t>
                </a:r>
                <a:endParaRPr sz="769" b="1">
                  <a:solidFill>
                    <a:srgbClr val="263238"/>
                  </a:solidFill>
                  <a:latin typeface="Arial" panose="020B0604020202090204"/>
                  <a:ea typeface="Arial" panose="020B0604020202090204"/>
                  <a:cs typeface="Arial" panose="020B0604020202090204"/>
                </a:endParaRPr>
              </a:p>
            </p:txBody>
          </p:sp>
          <p:sp>
            <p:nvSpPr>
              <p:cNvPr id="26" name="four:structure:textbox:27"/>
              <p:cNvSpPr>
                <a:spLocks noGrp="1"/>
              </p:cNvSpPr>
              <p:nvPr/>
            </p:nvSpPr>
            <p:spPr>
              <a:xfrm>
                <a:off x="15944850" y="285750"/>
                <a:ext cx="4171950" cy="409575"/>
              </a:xfrm>
              <a:prstGeom prst="rect">
                <a:avLst/>
              </a:prstGeom>
              <a:noFill/>
              <a:ln w="0">
                <a:noFill/>
                <a:prstDash val="solid"/>
              </a:ln>
            </p:spPr>
            <p:txBody>
              <a:bodyPr wrap="none" lIns="0" tIns="0" rIns="0" bIns="0" anchor="ctr">
                <a:normAutofit/>
              </a:bodyPr>
              <a:lstStyle>
                <a:defPPr algn="l">
                  <a:defRPr sz="962" b="1">
                    <a:solidFill>
                      <a:srgbClr val="263238"/>
                    </a:solidFill>
                    <a:latin typeface="Arial" panose="020B0604020202090204"/>
                    <a:ea typeface="Arial" panose="020B0604020202090204"/>
                    <a:cs typeface="Arial" panose="020B0604020202090204"/>
                  </a:defRPr>
                </a:defPPr>
              </a:lstStyle>
              <a:p>
                <a:pPr algn="l">
                  <a:defRPr sz="962" b="1">
                    <a:solidFill>
                      <a:srgbClr val="263238"/>
                    </a:solidFill>
                    <a:latin typeface="Arial" panose="020B0604020202090204"/>
                    <a:ea typeface="Arial" panose="020B0604020202090204"/>
                    <a:cs typeface="Arial" panose="020B0604020202090204"/>
                  </a:defRPr>
                </a:pPr>
                <a:r>
                  <a:rPr sz="962" b="1">
                    <a:solidFill>
                      <a:srgbClr val="263238"/>
                    </a:solidFill>
                    <a:latin typeface="Arial" panose="020B0604020202090204"/>
                    <a:ea typeface="Arial" panose="020B0604020202090204"/>
                    <a:cs typeface="Arial" panose="020B0604020202090204"/>
                  </a:rPr>
                  <a:t>Layout and optimal filling</a:t>
                </a:r>
                <a:endParaRPr sz="962" b="1">
                  <a:solidFill>
                    <a:srgbClr val="263238"/>
                  </a:solidFill>
                  <a:latin typeface="Arial" panose="020B0604020202090204"/>
                  <a:ea typeface="Arial" panose="020B0604020202090204"/>
                  <a:cs typeface="Arial" panose="020B0604020202090204"/>
                </a:endParaRPr>
              </a:p>
            </p:txBody>
          </p:sp>
          <p:sp>
            <p:nvSpPr>
              <p:cNvPr id="27" name="four:structure:substep-frame:28"/>
              <p:cNvSpPr>
                <a:spLocks noGrp="1"/>
              </p:cNvSpPr>
              <p:nvPr/>
            </p:nvSpPr>
            <p:spPr>
              <a:xfrm>
                <a:off x="20516850" y="209550"/>
                <a:ext cx="4171950" cy="7534275"/>
              </a:xfrm>
              <a:prstGeom prst="roundRect">
                <a:avLst>
                  <a:gd name="adj" fmla="val 2740"/>
                </a:avLst>
              </a:prstGeom>
              <a:solidFill>
                <a:srgbClr val="F7F9FA"/>
              </a:solidFill>
              <a:ln w="6352">
                <a:solidFill>
                  <a:srgbClr val="A9CDDF"/>
                </a:solidFill>
                <a:prstDash val="solid"/>
              </a:ln>
            </p:spPr>
          </p:sp>
          <p:sp>
            <p:nvSpPr>
              <p:cNvPr id="28" name="four:structure:substep-frame:29"/>
              <p:cNvSpPr>
                <a:spLocks noGrp="1"/>
              </p:cNvSpPr>
              <p:nvPr/>
            </p:nvSpPr>
            <p:spPr>
              <a:xfrm>
                <a:off x="20516850" y="209550"/>
                <a:ext cx="4171950" cy="581025"/>
              </a:xfrm>
              <a:prstGeom prst="roundRect">
                <a:avLst>
                  <a:gd name="adj" fmla="val 19672"/>
                </a:avLst>
              </a:prstGeom>
              <a:solidFill>
                <a:srgbClr val="E7EDF0"/>
              </a:solidFill>
              <a:ln w="0">
                <a:noFill/>
                <a:prstDash val="solid"/>
              </a:ln>
            </p:spPr>
          </p:sp>
          <p:sp>
            <p:nvSpPr>
              <p:cNvPr id="29" name="four:structure:rect:30"/>
              <p:cNvSpPr>
                <a:spLocks noGrp="1"/>
              </p:cNvSpPr>
              <p:nvPr/>
            </p:nvSpPr>
            <p:spPr>
              <a:xfrm>
                <a:off x="20516850" y="533400"/>
                <a:ext cx="4171950" cy="257175"/>
              </a:xfrm>
              <a:prstGeom prst="rect">
                <a:avLst/>
              </a:prstGeom>
              <a:solidFill>
                <a:srgbClr val="E7EDF0"/>
              </a:solidFill>
              <a:ln w="0">
                <a:noFill/>
                <a:prstDash val="solid"/>
              </a:ln>
            </p:spPr>
          </p:sp>
          <p:sp>
            <p:nvSpPr>
              <p:cNvPr id="30" name="four:structure:regular-node:31"/>
              <p:cNvSpPr>
                <a:spLocks noGrp="1"/>
              </p:cNvSpPr>
              <p:nvPr/>
            </p:nvSpPr>
            <p:spPr>
              <a:xfrm>
                <a:off x="20602575" y="323850"/>
                <a:ext cx="342900" cy="342900"/>
              </a:xfrm>
              <a:prstGeom prst="ellipse">
                <a:avLst/>
              </a:prstGeom>
              <a:solidFill>
                <a:srgbClr val="E7EDF0"/>
              </a:solidFill>
              <a:ln w="0">
                <a:noFill/>
                <a:prstDash val="solid"/>
              </a:ln>
            </p:spPr>
          </p:sp>
          <p:sp>
            <p:nvSpPr>
              <p:cNvPr id="31" name="four:structure:textbox:32"/>
              <p:cNvSpPr>
                <a:spLocks noGrp="1"/>
              </p:cNvSpPr>
              <p:nvPr/>
            </p:nvSpPr>
            <p:spPr>
              <a:xfrm>
                <a:off x="20526375" y="295275"/>
                <a:ext cx="438150" cy="381000"/>
              </a:xfrm>
              <a:prstGeom prst="rect">
                <a:avLst/>
              </a:prstGeom>
              <a:noFill/>
              <a:ln w="0">
                <a:noFill/>
                <a:prstDash val="solid"/>
              </a:ln>
            </p:spPr>
            <p:txBody>
              <a:bodyPr wrap="none" lIns="0" tIns="0" rIns="0" bIns="0" anchor="ctr">
                <a:normAutofit/>
              </a:bodyPr>
              <a:lstStyle>
                <a:defPPr algn="ctr">
                  <a:defRPr sz="962" b="1">
                    <a:solidFill>
                      <a:srgbClr val="263238"/>
                    </a:solidFill>
                    <a:latin typeface="Arial" panose="020B0604020202090204"/>
                    <a:ea typeface="Arial" panose="020B0604020202090204"/>
                    <a:cs typeface="Arial" panose="020B0604020202090204"/>
                  </a:defRPr>
                </a:defPPr>
              </a:lstStyle>
              <a:p>
                <a:pPr algn="ctr">
                  <a:defRPr sz="962" b="1">
                    <a:solidFill>
                      <a:srgbClr val="263238"/>
                    </a:solidFill>
                    <a:latin typeface="Arial" panose="020B0604020202090204"/>
                    <a:ea typeface="Arial" panose="020B0604020202090204"/>
                    <a:cs typeface="Arial" panose="020B0604020202090204"/>
                  </a:defRPr>
                </a:pPr>
                <a:r>
                  <a:rPr sz="769" b="1">
                    <a:solidFill>
                      <a:srgbClr val="263238"/>
                    </a:solidFill>
                    <a:latin typeface="Arial" panose="020B0604020202090204"/>
                    <a:ea typeface="Arial" panose="020B0604020202090204"/>
                    <a:cs typeface="Arial" panose="020B0604020202090204"/>
                  </a:rPr>
                  <a:t>(e)</a:t>
                </a:r>
                <a:endParaRPr sz="769" b="1">
                  <a:solidFill>
                    <a:srgbClr val="263238"/>
                  </a:solidFill>
                  <a:latin typeface="Arial" panose="020B0604020202090204"/>
                  <a:ea typeface="Arial" panose="020B0604020202090204"/>
                  <a:cs typeface="Arial" panose="020B0604020202090204"/>
                </a:endParaRPr>
              </a:p>
            </p:txBody>
          </p:sp>
          <p:sp>
            <p:nvSpPr>
              <p:cNvPr id="32" name="four:structure:textbox:33"/>
              <p:cNvSpPr>
                <a:spLocks noGrp="1"/>
              </p:cNvSpPr>
              <p:nvPr/>
            </p:nvSpPr>
            <p:spPr>
              <a:xfrm>
                <a:off x="21031200" y="285750"/>
                <a:ext cx="3581400" cy="409575"/>
              </a:xfrm>
              <a:prstGeom prst="rect">
                <a:avLst/>
              </a:prstGeom>
              <a:noFill/>
              <a:ln w="0">
                <a:noFill/>
                <a:prstDash val="solid"/>
              </a:ln>
            </p:spPr>
            <p:txBody>
              <a:bodyPr wrap="none" lIns="0" tIns="0" rIns="0" bIns="0" anchor="ctr">
                <a:normAutofit/>
              </a:bodyPr>
              <a:lstStyle>
                <a:defPPr algn="l">
                  <a:defRPr sz="962" b="1">
                    <a:solidFill>
                      <a:srgbClr val="263238"/>
                    </a:solidFill>
                    <a:latin typeface="Arial" panose="020B0604020202090204"/>
                    <a:ea typeface="Arial" panose="020B0604020202090204"/>
                    <a:cs typeface="Arial" panose="020B0604020202090204"/>
                  </a:defRPr>
                </a:defPPr>
              </a:lstStyle>
              <a:p>
                <a:pPr algn="l">
                  <a:defRPr sz="962" b="1">
                    <a:solidFill>
                      <a:srgbClr val="263238"/>
                    </a:solidFill>
                    <a:latin typeface="Arial" panose="020B0604020202090204"/>
                    <a:ea typeface="Arial" panose="020B0604020202090204"/>
                    <a:cs typeface="Arial" panose="020B0604020202090204"/>
                  </a:defRPr>
                </a:pPr>
                <a:r>
                  <a:rPr sz="962" b="1">
                    <a:solidFill>
                      <a:srgbClr val="263238"/>
                    </a:solidFill>
                    <a:latin typeface="Arial" panose="020B0604020202090204"/>
                    <a:ea typeface="Arial" panose="020B0604020202090204"/>
                    <a:cs typeface="Arial" panose="020B0604020202090204"/>
                  </a:rPr>
                  <a:t>Temporal output</a:t>
                </a:r>
                <a:endParaRPr sz="962" b="1">
                  <a:solidFill>
                    <a:srgbClr val="263238"/>
                  </a:solidFill>
                  <a:latin typeface="Arial" panose="020B0604020202090204"/>
                  <a:ea typeface="Arial" panose="020B0604020202090204"/>
                  <a:cs typeface="Arial" panose="020B0604020202090204"/>
                </a:endParaRPr>
              </a:p>
            </p:txBody>
          </p:sp>
          <p:sp>
            <p:nvSpPr>
              <p:cNvPr id="33" name="four:structure:chevron:34"/>
              <p:cNvSpPr>
                <a:spLocks noGrp="1"/>
              </p:cNvSpPr>
              <p:nvPr/>
            </p:nvSpPr>
            <p:spPr>
              <a:xfrm>
                <a:off x="2924175" y="381000"/>
                <a:ext cx="152400" cy="238125"/>
              </a:xfrm>
              <a:prstGeom prst="chevron">
                <a:avLst/>
              </a:prstGeom>
              <a:solidFill>
                <a:srgbClr val="A3B3BF"/>
              </a:solidFill>
              <a:ln w="0">
                <a:noFill/>
                <a:prstDash val="solid"/>
              </a:ln>
            </p:spPr>
          </p:sp>
          <p:sp>
            <p:nvSpPr>
              <p:cNvPr id="34" name="four:structure:chevron:35"/>
              <p:cNvSpPr>
                <a:spLocks noGrp="1"/>
              </p:cNvSpPr>
              <p:nvPr/>
            </p:nvSpPr>
            <p:spPr>
              <a:xfrm>
                <a:off x="8010525" y="381000"/>
                <a:ext cx="152400" cy="238125"/>
              </a:xfrm>
              <a:prstGeom prst="chevron">
                <a:avLst/>
              </a:prstGeom>
              <a:solidFill>
                <a:srgbClr val="A3B3BF"/>
              </a:solidFill>
              <a:ln w="0">
                <a:noFill/>
                <a:prstDash val="solid"/>
              </a:ln>
            </p:spPr>
          </p:sp>
          <p:sp>
            <p:nvSpPr>
              <p:cNvPr id="35" name="four:structure:chevron:36"/>
              <p:cNvSpPr>
                <a:spLocks noGrp="1"/>
              </p:cNvSpPr>
              <p:nvPr/>
            </p:nvSpPr>
            <p:spPr>
              <a:xfrm>
                <a:off x="15192375" y="381000"/>
                <a:ext cx="152400" cy="238125"/>
              </a:xfrm>
              <a:prstGeom prst="chevron">
                <a:avLst/>
              </a:prstGeom>
              <a:solidFill>
                <a:srgbClr val="A3B3BF"/>
              </a:solidFill>
              <a:ln w="0">
                <a:noFill/>
                <a:prstDash val="solid"/>
              </a:ln>
            </p:spPr>
          </p:sp>
          <p:sp>
            <p:nvSpPr>
              <p:cNvPr id="36" name="four:structure:chevron:37"/>
              <p:cNvSpPr>
                <a:spLocks noGrp="1"/>
              </p:cNvSpPr>
              <p:nvPr/>
            </p:nvSpPr>
            <p:spPr>
              <a:xfrm>
                <a:off x="20278725" y="381000"/>
                <a:ext cx="152400" cy="238125"/>
              </a:xfrm>
              <a:prstGeom prst="chevron">
                <a:avLst/>
              </a:prstGeom>
              <a:solidFill>
                <a:srgbClr val="A3B3BF"/>
              </a:solidFill>
              <a:ln w="0">
                <a:noFill/>
                <a:prstDash val="solid"/>
              </a:ln>
            </p:spPr>
          </p:sp>
        </p:grpSp>
        <p:grpSp>
          <p:nvGrpSpPr>
            <p:cNvPr id="37" name="substep-backgrounds"/>
            <p:cNvGrpSpPr/>
            <p:nvPr/>
          </p:nvGrpSpPr>
          <p:grpSpPr>
            <a:xfrm>
              <a:off x="-66675" y="0"/>
              <a:ext cx="24955500" cy="8572500"/>
              <a:chOff x="0" y="0"/>
              <a:chExt cx="24955500" cy="8572500"/>
            </a:xfrm>
          </p:grpSpPr>
          <p:sp>
            <p:nvSpPr>
              <p:cNvPr id="38" name="four:substep-backgrounds:substep-frame:38"/>
              <p:cNvSpPr>
                <a:spLocks noGrp="1"/>
              </p:cNvSpPr>
              <p:nvPr/>
            </p:nvSpPr>
            <p:spPr>
              <a:xfrm>
                <a:off x="371475" y="1266825"/>
                <a:ext cx="2362200" cy="3019425"/>
              </a:xfrm>
              <a:prstGeom prst="roundRect">
                <a:avLst>
                  <a:gd name="adj" fmla="val 4839"/>
                </a:avLst>
              </a:prstGeom>
              <a:solidFill>
                <a:srgbClr val="FFFFFF"/>
              </a:solidFill>
              <a:ln w="3909">
                <a:solidFill>
                  <a:srgbClr val="D2DFE8"/>
                </a:solidFill>
                <a:prstDash val="solid"/>
              </a:ln>
            </p:spPr>
          </p:sp>
          <p:sp>
            <p:nvSpPr>
              <p:cNvPr id="39" name="four:substep-backgrounds:substep-frame:39"/>
              <p:cNvSpPr>
                <a:spLocks noGrp="1"/>
              </p:cNvSpPr>
              <p:nvPr/>
            </p:nvSpPr>
            <p:spPr>
              <a:xfrm>
                <a:off x="3305175" y="4333875"/>
                <a:ext cx="4476750" cy="3333750"/>
              </a:xfrm>
              <a:prstGeom prst="roundRect">
                <a:avLst>
                  <a:gd name="adj" fmla="val 3429"/>
                </a:avLst>
              </a:prstGeom>
              <a:solidFill>
                <a:srgbClr val="FFFFFF"/>
              </a:solidFill>
              <a:ln w="3909">
                <a:solidFill>
                  <a:srgbClr val="D2DFE8"/>
                </a:solidFill>
                <a:prstDash val="solid"/>
              </a:ln>
            </p:spPr>
          </p:sp>
          <p:sp>
            <p:nvSpPr>
              <p:cNvPr id="40" name="four:substep-backgrounds:substep-frame:40"/>
              <p:cNvSpPr>
                <a:spLocks noGrp="1"/>
              </p:cNvSpPr>
              <p:nvPr/>
            </p:nvSpPr>
            <p:spPr>
              <a:xfrm>
                <a:off x="3324225" y="4714875"/>
                <a:ext cx="1990725" cy="2895600"/>
              </a:xfrm>
              <a:prstGeom prst="roundRect">
                <a:avLst>
                  <a:gd name="adj" fmla="val 5742"/>
                </a:avLst>
              </a:prstGeom>
              <a:solidFill>
                <a:srgbClr val="F7F9FA"/>
              </a:solidFill>
              <a:ln w="3909">
                <a:noFill/>
                <a:prstDash val="solid"/>
              </a:ln>
            </p:spPr>
          </p:sp>
          <p:sp>
            <p:nvSpPr>
              <p:cNvPr id="41" name="four:substep-backgrounds:substep-frame:41"/>
              <p:cNvSpPr>
                <a:spLocks noGrp="1"/>
              </p:cNvSpPr>
              <p:nvPr/>
            </p:nvSpPr>
            <p:spPr>
              <a:xfrm>
                <a:off x="5705475" y="4714875"/>
                <a:ext cx="2076450" cy="2895600"/>
              </a:xfrm>
              <a:prstGeom prst="roundRect">
                <a:avLst>
                  <a:gd name="adj" fmla="val 5505"/>
                </a:avLst>
              </a:prstGeom>
              <a:solidFill>
                <a:srgbClr val="F7F9FA"/>
              </a:solidFill>
              <a:ln w="3909">
                <a:noFill/>
                <a:prstDash val="solid"/>
              </a:ln>
            </p:spPr>
          </p:sp>
          <p:sp>
            <p:nvSpPr>
              <p:cNvPr id="42" name="four:substep-backgrounds:substep-frame:42"/>
              <p:cNvSpPr>
                <a:spLocks noGrp="1"/>
              </p:cNvSpPr>
              <p:nvPr/>
            </p:nvSpPr>
            <p:spPr>
              <a:xfrm>
                <a:off x="3305175" y="962025"/>
                <a:ext cx="4476750" cy="3314700"/>
              </a:xfrm>
              <a:prstGeom prst="roundRect">
                <a:avLst>
                  <a:gd name="adj" fmla="val 3448"/>
                </a:avLst>
              </a:prstGeom>
              <a:solidFill>
                <a:srgbClr val="FFFFFF"/>
              </a:solidFill>
              <a:ln w="3909">
                <a:solidFill>
                  <a:srgbClr val="D2DFE8"/>
                </a:solidFill>
                <a:prstDash val="solid"/>
              </a:ln>
            </p:spPr>
          </p:sp>
          <p:sp>
            <p:nvSpPr>
              <p:cNvPr id="43" name="four:substep-backgrounds:substep-frame:43"/>
              <p:cNvSpPr>
                <a:spLocks noGrp="1"/>
              </p:cNvSpPr>
              <p:nvPr/>
            </p:nvSpPr>
            <p:spPr>
              <a:xfrm>
                <a:off x="8401050" y="962025"/>
                <a:ext cx="6553200" cy="3143250"/>
              </a:xfrm>
              <a:prstGeom prst="roundRect">
                <a:avLst>
                  <a:gd name="adj" fmla="val 3636"/>
                </a:avLst>
              </a:prstGeom>
              <a:solidFill>
                <a:srgbClr val="FFFFFF"/>
              </a:solidFill>
              <a:ln w="3909">
                <a:solidFill>
                  <a:srgbClr val="D2DFE8"/>
                </a:solidFill>
                <a:prstDash val="solid"/>
              </a:ln>
            </p:spPr>
          </p:sp>
          <p:sp>
            <p:nvSpPr>
              <p:cNvPr id="44" name="four:substep-backgrounds:substep-frame:44"/>
              <p:cNvSpPr>
                <a:spLocks noGrp="1"/>
              </p:cNvSpPr>
              <p:nvPr/>
            </p:nvSpPr>
            <p:spPr>
              <a:xfrm>
                <a:off x="8534400" y="1352550"/>
                <a:ext cx="3028950" cy="2219325"/>
              </a:xfrm>
              <a:prstGeom prst="roundRect">
                <a:avLst>
                  <a:gd name="adj" fmla="val 5150"/>
                </a:avLst>
              </a:prstGeom>
              <a:solidFill>
                <a:srgbClr val="F7F9FA"/>
              </a:solidFill>
              <a:ln w="3909">
                <a:noFill/>
                <a:prstDash val="solid"/>
              </a:ln>
            </p:spPr>
          </p:sp>
          <p:sp>
            <p:nvSpPr>
              <p:cNvPr id="45" name="four:substep-backgrounds:substep-frame:45"/>
              <p:cNvSpPr>
                <a:spLocks noGrp="1"/>
              </p:cNvSpPr>
              <p:nvPr/>
            </p:nvSpPr>
            <p:spPr>
              <a:xfrm>
                <a:off x="11811000" y="1352550"/>
                <a:ext cx="3009900" cy="2219325"/>
              </a:xfrm>
              <a:prstGeom prst="roundRect">
                <a:avLst>
                  <a:gd name="adj" fmla="val 5150"/>
                </a:avLst>
              </a:prstGeom>
              <a:solidFill>
                <a:srgbClr val="F7F9FA"/>
              </a:solidFill>
              <a:ln w="3909">
                <a:noFill/>
                <a:prstDash val="solid"/>
              </a:ln>
            </p:spPr>
          </p:sp>
          <p:sp>
            <p:nvSpPr>
              <p:cNvPr id="46" name="four:substep-backgrounds:substep-frame:46"/>
              <p:cNvSpPr>
                <a:spLocks noGrp="1"/>
              </p:cNvSpPr>
              <p:nvPr/>
            </p:nvSpPr>
            <p:spPr>
              <a:xfrm>
                <a:off x="8401050" y="4772025"/>
                <a:ext cx="6553200" cy="2895600"/>
              </a:xfrm>
              <a:prstGeom prst="roundRect">
                <a:avLst>
                  <a:gd name="adj" fmla="val 3947"/>
                </a:avLst>
              </a:prstGeom>
              <a:solidFill>
                <a:srgbClr val="FFFFFF"/>
              </a:solidFill>
              <a:ln w="3909">
                <a:solidFill>
                  <a:srgbClr val="D2DFE8"/>
                </a:solidFill>
                <a:prstDash val="solid"/>
              </a:ln>
            </p:spPr>
          </p:sp>
          <p:sp>
            <p:nvSpPr>
              <p:cNvPr id="47" name="four:substep-backgrounds:substep-frame:47"/>
              <p:cNvSpPr>
                <a:spLocks noGrp="1"/>
              </p:cNvSpPr>
              <p:nvPr/>
            </p:nvSpPr>
            <p:spPr>
              <a:xfrm>
                <a:off x="15582900" y="962025"/>
                <a:ext cx="4457700" cy="3076575"/>
              </a:xfrm>
              <a:prstGeom prst="roundRect">
                <a:avLst>
                  <a:gd name="adj" fmla="val 3715"/>
                </a:avLst>
              </a:prstGeom>
              <a:solidFill>
                <a:srgbClr val="FFFFFF"/>
              </a:solidFill>
              <a:ln w="3909">
                <a:solidFill>
                  <a:srgbClr val="D2DFE8"/>
                </a:solidFill>
                <a:prstDash val="solid"/>
              </a:ln>
            </p:spPr>
          </p:sp>
          <p:sp>
            <p:nvSpPr>
              <p:cNvPr id="48" name="four:substep-backgrounds:substep-frame:48"/>
              <p:cNvSpPr>
                <a:spLocks noGrp="1"/>
              </p:cNvSpPr>
              <p:nvPr/>
            </p:nvSpPr>
            <p:spPr>
              <a:xfrm>
                <a:off x="15582900" y="4191000"/>
                <a:ext cx="4457700" cy="3476625"/>
              </a:xfrm>
              <a:prstGeom prst="roundRect">
                <a:avLst>
                  <a:gd name="adj" fmla="val 3288"/>
                </a:avLst>
              </a:prstGeom>
              <a:solidFill>
                <a:srgbClr val="FFFFFF"/>
              </a:solidFill>
              <a:ln w="3909">
                <a:solidFill>
                  <a:srgbClr val="D2DFE8"/>
                </a:solidFill>
                <a:prstDash val="solid"/>
              </a:ln>
            </p:spPr>
          </p:sp>
          <p:sp>
            <p:nvSpPr>
              <p:cNvPr id="49" name="four:substep-backgrounds:substep-frame:49"/>
              <p:cNvSpPr>
                <a:spLocks noGrp="1"/>
              </p:cNvSpPr>
              <p:nvPr/>
            </p:nvSpPr>
            <p:spPr>
              <a:xfrm>
                <a:off x="20669250" y="962025"/>
                <a:ext cx="3867150" cy="3305175"/>
              </a:xfrm>
              <a:prstGeom prst="roundRect">
                <a:avLst>
                  <a:gd name="adj" fmla="val 3458"/>
                </a:avLst>
              </a:prstGeom>
              <a:solidFill>
                <a:srgbClr val="FFFFFF"/>
              </a:solidFill>
              <a:ln w="3909">
                <a:solidFill>
                  <a:srgbClr val="D2DFE8"/>
                </a:solidFill>
                <a:prstDash val="solid"/>
              </a:ln>
            </p:spPr>
          </p:sp>
          <p:sp>
            <p:nvSpPr>
              <p:cNvPr id="50" name="four:substep-backgrounds:substep-frame:50"/>
              <p:cNvSpPr>
                <a:spLocks noGrp="1"/>
              </p:cNvSpPr>
              <p:nvPr/>
            </p:nvSpPr>
            <p:spPr>
              <a:xfrm>
                <a:off x="21936075" y="4419600"/>
                <a:ext cx="1428750" cy="704850"/>
              </a:xfrm>
              <a:prstGeom prst="roundRect">
                <a:avLst>
                  <a:gd name="adj" fmla="val 16216"/>
                </a:avLst>
              </a:prstGeom>
              <a:solidFill>
                <a:srgbClr val="F7F9FA"/>
              </a:solidFill>
              <a:ln w="3909">
                <a:noFill/>
                <a:prstDash val="solid"/>
              </a:ln>
            </p:spPr>
          </p:sp>
          <p:sp>
            <p:nvSpPr>
              <p:cNvPr id="51" name="four:substep-backgrounds:substep-frame:51"/>
              <p:cNvSpPr>
                <a:spLocks noGrp="1"/>
              </p:cNvSpPr>
              <p:nvPr/>
            </p:nvSpPr>
            <p:spPr>
              <a:xfrm>
                <a:off x="20669250" y="5334000"/>
                <a:ext cx="3867150" cy="2333625"/>
              </a:xfrm>
              <a:prstGeom prst="roundRect">
                <a:avLst>
                  <a:gd name="adj" fmla="val 4898"/>
                </a:avLst>
              </a:prstGeom>
              <a:solidFill>
                <a:srgbClr val="FFFFFF"/>
              </a:solidFill>
              <a:ln w="3909">
                <a:solidFill>
                  <a:srgbClr val="D2DFE8"/>
                </a:solidFill>
                <a:prstDash val="solid"/>
              </a:ln>
            </p:spPr>
          </p:sp>
        </p:grpSp>
        <p:grpSp>
          <p:nvGrpSpPr>
            <p:cNvPr id="52" name="scalar-input"/>
            <p:cNvGrpSpPr/>
            <p:nvPr/>
          </p:nvGrpSpPr>
          <p:grpSpPr>
            <a:xfrm>
              <a:off x="0" y="0"/>
              <a:ext cx="24955500" cy="8572500"/>
              <a:chOff x="0" y="0"/>
              <a:chExt cx="24955500" cy="8572500"/>
            </a:xfrm>
          </p:grpSpPr>
          <p:sp>
            <p:nvSpPr>
              <p:cNvPr id="53" name="four:scalar-input:textbox:52"/>
              <p:cNvSpPr>
                <a:spLocks noGrp="1"/>
              </p:cNvSpPr>
              <p:nvPr/>
            </p:nvSpPr>
            <p:spPr>
              <a:xfrm>
                <a:off x="447675" y="1438275"/>
                <a:ext cx="2190750" cy="304800"/>
              </a:xfrm>
              <a:prstGeom prst="rect">
                <a:avLst/>
              </a:prstGeom>
              <a:noFill/>
              <a:ln w="0">
                <a:noFill/>
                <a:prstDash val="solid"/>
              </a:ln>
            </p:spPr>
            <p:txBody>
              <a:bodyPr wrap="none" lIns="0" tIns="0" rIns="0" bIns="0" anchor="ctr">
                <a:normAutofit fontScale="93672"/>
              </a:bodyPr>
              <a:lstStyle>
                <a:defPPr algn="l">
                  <a:defRPr sz="769" b="1">
                    <a:solidFill>
                      <a:srgbClr val="263238"/>
                    </a:solidFill>
                    <a:latin typeface="Arial" panose="020B0604020202090204"/>
                    <a:ea typeface="Arial" panose="020B0604020202090204"/>
                    <a:cs typeface="Arial" panose="020B0604020202090204"/>
                  </a:defRPr>
                </a:defPPr>
              </a:lstStyle>
              <a:p>
                <a:pPr algn="l">
                  <a:defRPr sz="769" b="1">
                    <a:solidFill>
                      <a:srgbClr val="263238"/>
                    </a:solidFill>
                    <a:latin typeface="Arial" panose="020B0604020202090204"/>
                    <a:ea typeface="Arial" panose="020B0604020202090204"/>
                    <a:cs typeface="Arial" panose="020B0604020202090204"/>
                  </a:defRPr>
                </a:pPr>
                <a:r>
                  <a:rPr sz="636" b="1">
                    <a:solidFill>
                      <a:srgbClr val="263238"/>
                    </a:solidFill>
                    <a:latin typeface="Arial" panose="020B0604020202090204"/>
                    <a:ea typeface="Arial" panose="020B0604020202090204"/>
                    <a:cs typeface="Arial" panose="020B0604020202090204"/>
                  </a:rPr>
                  <a:t>2D time-varying scalar fields</a:t>
                </a:r>
                <a:endParaRPr sz="636" b="1">
                  <a:solidFill>
                    <a:srgbClr val="263238"/>
                  </a:solidFill>
                  <a:latin typeface="Arial" panose="020B0604020202090204"/>
                  <a:ea typeface="Arial" panose="020B0604020202090204"/>
                  <a:cs typeface="Arial" panose="020B0604020202090204"/>
                </a:endParaRPr>
              </a:p>
            </p:txBody>
          </p:sp>
          <p:sp>
            <p:nvSpPr>
              <p:cNvPr id="54" name="four:scalar-input:rect:53"/>
              <p:cNvSpPr>
                <a:spLocks noGrp="1"/>
              </p:cNvSpPr>
              <p:nvPr/>
            </p:nvSpPr>
            <p:spPr>
              <a:xfrm>
                <a:off x="561975" y="1905000"/>
                <a:ext cx="2095500" cy="1885950"/>
              </a:xfrm>
              <a:prstGeom prst="rect">
                <a:avLst/>
              </a:prstGeom>
              <a:solidFill>
                <a:srgbClr val="E0E1E3"/>
              </a:solidFill>
              <a:ln w="4398">
                <a:solidFill>
                  <a:srgbClr val="263238"/>
                </a:solidFill>
                <a:prstDash val="solid"/>
              </a:ln>
            </p:spPr>
          </p:sp>
          <p:sp>
            <p:nvSpPr>
              <p:cNvPr id="55" name="four:scalar-input:rect:54"/>
              <p:cNvSpPr>
                <a:spLocks noGrp="1"/>
              </p:cNvSpPr>
              <p:nvPr/>
            </p:nvSpPr>
            <p:spPr>
              <a:xfrm>
                <a:off x="495300" y="1971675"/>
                <a:ext cx="2095500" cy="1885950"/>
              </a:xfrm>
              <a:prstGeom prst="rect">
                <a:avLst/>
              </a:prstGeom>
              <a:solidFill>
                <a:srgbClr val="E0E1E3"/>
              </a:solidFill>
              <a:ln w="4398">
                <a:solidFill>
                  <a:srgbClr val="263238"/>
                </a:solidFill>
                <a:prstDash val="solid"/>
              </a:ln>
            </p:spPr>
          </p:sp>
          <p:sp>
            <p:nvSpPr>
              <p:cNvPr id="56" name="four:scalar-input:rect:55"/>
              <p:cNvSpPr>
                <a:spLocks noGrp="1"/>
              </p:cNvSpPr>
              <p:nvPr/>
            </p:nvSpPr>
            <p:spPr>
              <a:xfrm>
                <a:off x="428625" y="2038350"/>
                <a:ext cx="2095500" cy="1885950"/>
              </a:xfrm>
              <a:prstGeom prst="rect">
                <a:avLst/>
              </a:prstGeom>
              <a:solidFill>
                <a:srgbClr val="E0E1E3"/>
              </a:solidFill>
              <a:ln w="4398">
                <a:solidFill>
                  <a:srgbClr val="263238"/>
                </a:solidFill>
                <a:prstDash val="solid"/>
              </a:ln>
            </p:spPr>
          </p:sp>
          <p:sp>
            <p:nvSpPr>
              <p:cNvPr id="57" name="four:scalar-input:grid-cell:56"/>
              <p:cNvSpPr>
                <a:spLocks noGrp="1"/>
              </p:cNvSpPr>
              <p:nvPr/>
            </p:nvSpPr>
            <p:spPr>
              <a:xfrm>
                <a:off x="361950" y="2105025"/>
                <a:ext cx="104966" cy="104966"/>
              </a:xfrm>
              <a:prstGeom prst="rect">
                <a:avLst/>
              </a:prstGeom>
              <a:solidFill>
                <a:srgbClr val="DCE8ED"/>
              </a:solidFill>
              <a:ln w="0">
                <a:noFill/>
                <a:prstDash val="solid"/>
              </a:ln>
            </p:spPr>
          </p:sp>
          <p:sp>
            <p:nvSpPr>
              <p:cNvPr id="58" name="four:scalar-input:grid-cell:57"/>
              <p:cNvSpPr>
                <a:spLocks noGrp="1"/>
              </p:cNvSpPr>
              <p:nvPr/>
            </p:nvSpPr>
            <p:spPr>
              <a:xfrm>
                <a:off x="466725" y="2105025"/>
                <a:ext cx="104966" cy="104966"/>
              </a:xfrm>
              <a:prstGeom prst="rect">
                <a:avLst/>
              </a:prstGeom>
              <a:solidFill>
                <a:srgbClr val="DCE8ED"/>
              </a:solidFill>
              <a:ln w="0">
                <a:noFill/>
                <a:prstDash val="solid"/>
              </a:ln>
            </p:spPr>
          </p:sp>
          <p:sp>
            <p:nvSpPr>
              <p:cNvPr id="59" name="four:scalar-input:grid-cell:58"/>
              <p:cNvSpPr>
                <a:spLocks noGrp="1"/>
              </p:cNvSpPr>
              <p:nvPr/>
            </p:nvSpPr>
            <p:spPr>
              <a:xfrm>
                <a:off x="571500" y="2105025"/>
                <a:ext cx="104966" cy="104966"/>
              </a:xfrm>
              <a:prstGeom prst="rect">
                <a:avLst/>
              </a:prstGeom>
              <a:solidFill>
                <a:srgbClr val="DCE8ED"/>
              </a:solidFill>
              <a:ln w="0">
                <a:noFill/>
                <a:prstDash val="solid"/>
              </a:ln>
            </p:spPr>
          </p:sp>
          <p:sp>
            <p:nvSpPr>
              <p:cNvPr id="60" name="four:scalar-input:grid-cell:59"/>
              <p:cNvSpPr>
                <a:spLocks noGrp="1"/>
              </p:cNvSpPr>
              <p:nvPr/>
            </p:nvSpPr>
            <p:spPr>
              <a:xfrm>
                <a:off x="676275" y="2105025"/>
                <a:ext cx="104966" cy="104966"/>
              </a:xfrm>
              <a:prstGeom prst="rect">
                <a:avLst/>
              </a:prstGeom>
              <a:solidFill>
                <a:srgbClr val="DCE8ED"/>
              </a:solidFill>
              <a:ln w="0">
                <a:noFill/>
                <a:prstDash val="solid"/>
              </a:ln>
            </p:spPr>
          </p:sp>
          <p:sp>
            <p:nvSpPr>
              <p:cNvPr id="61" name="four:scalar-input:grid-cell:60"/>
              <p:cNvSpPr>
                <a:spLocks noGrp="1"/>
              </p:cNvSpPr>
              <p:nvPr/>
            </p:nvSpPr>
            <p:spPr>
              <a:xfrm>
                <a:off x="781050" y="2105025"/>
                <a:ext cx="104966" cy="104966"/>
              </a:xfrm>
              <a:prstGeom prst="rect">
                <a:avLst/>
              </a:prstGeom>
              <a:solidFill>
                <a:srgbClr val="DCE8ED"/>
              </a:solidFill>
              <a:ln w="0">
                <a:noFill/>
                <a:prstDash val="solid"/>
              </a:ln>
            </p:spPr>
          </p:sp>
          <p:sp>
            <p:nvSpPr>
              <p:cNvPr id="62" name="four:scalar-input:grid-cell:61"/>
              <p:cNvSpPr>
                <a:spLocks noGrp="1"/>
              </p:cNvSpPr>
              <p:nvPr/>
            </p:nvSpPr>
            <p:spPr>
              <a:xfrm>
                <a:off x="885825" y="2105025"/>
                <a:ext cx="104966" cy="104966"/>
              </a:xfrm>
              <a:prstGeom prst="rect">
                <a:avLst/>
              </a:prstGeom>
              <a:solidFill>
                <a:srgbClr val="DCE8ED"/>
              </a:solidFill>
              <a:ln w="0">
                <a:noFill/>
                <a:prstDash val="solid"/>
              </a:ln>
            </p:spPr>
          </p:sp>
          <p:sp>
            <p:nvSpPr>
              <p:cNvPr id="63" name="four:scalar-input:grid-cell:62"/>
              <p:cNvSpPr>
                <a:spLocks noGrp="1"/>
              </p:cNvSpPr>
              <p:nvPr/>
            </p:nvSpPr>
            <p:spPr>
              <a:xfrm>
                <a:off x="990600" y="2105025"/>
                <a:ext cx="104966" cy="104966"/>
              </a:xfrm>
              <a:prstGeom prst="rect">
                <a:avLst/>
              </a:prstGeom>
              <a:solidFill>
                <a:srgbClr val="DCE8ED"/>
              </a:solidFill>
              <a:ln w="0">
                <a:noFill/>
                <a:prstDash val="solid"/>
              </a:ln>
            </p:spPr>
          </p:sp>
          <p:sp>
            <p:nvSpPr>
              <p:cNvPr id="64" name="four:scalar-input:grid-cell:63"/>
              <p:cNvSpPr>
                <a:spLocks noGrp="1"/>
              </p:cNvSpPr>
              <p:nvPr/>
            </p:nvSpPr>
            <p:spPr>
              <a:xfrm>
                <a:off x="1095375" y="2105025"/>
                <a:ext cx="104966" cy="104966"/>
              </a:xfrm>
              <a:prstGeom prst="rect">
                <a:avLst/>
              </a:prstGeom>
              <a:solidFill>
                <a:srgbClr val="DCE8ED"/>
              </a:solidFill>
              <a:ln w="0">
                <a:noFill/>
                <a:prstDash val="solid"/>
              </a:ln>
            </p:spPr>
          </p:sp>
          <p:sp>
            <p:nvSpPr>
              <p:cNvPr id="65" name="four:scalar-input:grid-cell:64"/>
              <p:cNvSpPr>
                <a:spLocks noGrp="1"/>
              </p:cNvSpPr>
              <p:nvPr/>
            </p:nvSpPr>
            <p:spPr>
              <a:xfrm>
                <a:off x="1200150" y="2105025"/>
                <a:ext cx="104966" cy="104966"/>
              </a:xfrm>
              <a:prstGeom prst="rect">
                <a:avLst/>
              </a:prstGeom>
              <a:solidFill>
                <a:srgbClr val="D4B4CC"/>
              </a:solidFill>
              <a:ln w="0">
                <a:noFill/>
                <a:prstDash val="solid"/>
              </a:ln>
            </p:spPr>
          </p:sp>
          <p:sp>
            <p:nvSpPr>
              <p:cNvPr id="66" name="four:scalar-input:grid-cell:65"/>
              <p:cNvSpPr>
                <a:spLocks noGrp="1"/>
              </p:cNvSpPr>
              <p:nvPr/>
            </p:nvSpPr>
            <p:spPr>
              <a:xfrm>
                <a:off x="1304925" y="2105025"/>
                <a:ext cx="104966" cy="104966"/>
              </a:xfrm>
              <a:prstGeom prst="rect">
                <a:avLst/>
              </a:prstGeom>
              <a:solidFill>
                <a:srgbClr val="D4B4CC"/>
              </a:solidFill>
              <a:ln w="0">
                <a:noFill/>
                <a:prstDash val="solid"/>
              </a:ln>
            </p:spPr>
          </p:sp>
          <p:sp>
            <p:nvSpPr>
              <p:cNvPr id="67" name="four:scalar-input:grid-cell:66"/>
              <p:cNvSpPr>
                <a:spLocks noGrp="1"/>
              </p:cNvSpPr>
              <p:nvPr/>
            </p:nvSpPr>
            <p:spPr>
              <a:xfrm>
                <a:off x="1409700" y="2105025"/>
                <a:ext cx="104966" cy="104966"/>
              </a:xfrm>
              <a:prstGeom prst="rect">
                <a:avLst/>
              </a:prstGeom>
              <a:solidFill>
                <a:srgbClr val="D4B4CC"/>
              </a:solidFill>
              <a:ln w="0">
                <a:noFill/>
                <a:prstDash val="solid"/>
              </a:ln>
            </p:spPr>
          </p:sp>
          <p:sp>
            <p:nvSpPr>
              <p:cNvPr id="68" name="four:scalar-input:grid-cell:67"/>
              <p:cNvSpPr>
                <a:spLocks noGrp="1"/>
              </p:cNvSpPr>
              <p:nvPr/>
            </p:nvSpPr>
            <p:spPr>
              <a:xfrm>
                <a:off x="1514475" y="2105025"/>
                <a:ext cx="104966" cy="104966"/>
              </a:xfrm>
              <a:prstGeom prst="rect">
                <a:avLst/>
              </a:prstGeom>
              <a:solidFill>
                <a:srgbClr val="CC79A7"/>
              </a:solidFill>
              <a:ln w="0">
                <a:noFill/>
                <a:prstDash val="solid"/>
              </a:ln>
            </p:spPr>
          </p:sp>
          <p:sp>
            <p:nvSpPr>
              <p:cNvPr id="69" name="four:scalar-input:grid-cell:68"/>
              <p:cNvSpPr>
                <a:spLocks noGrp="1"/>
              </p:cNvSpPr>
              <p:nvPr/>
            </p:nvSpPr>
            <p:spPr>
              <a:xfrm>
                <a:off x="1619250" y="2105025"/>
                <a:ext cx="104966" cy="104966"/>
              </a:xfrm>
              <a:prstGeom prst="rect">
                <a:avLst/>
              </a:prstGeom>
              <a:solidFill>
                <a:srgbClr val="CC79A7"/>
              </a:solidFill>
              <a:ln w="0">
                <a:noFill/>
                <a:prstDash val="solid"/>
              </a:ln>
            </p:spPr>
          </p:sp>
          <p:sp>
            <p:nvSpPr>
              <p:cNvPr id="70" name="four:scalar-input:grid-cell:69"/>
              <p:cNvSpPr>
                <a:spLocks noGrp="1"/>
              </p:cNvSpPr>
              <p:nvPr/>
            </p:nvSpPr>
            <p:spPr>
              <a:xfrm>
                <a:off x="1724025" y="2105025"/>
                <a:ext cx="104966" cy="104966"/>
              </a:xfrm>
              <a:prstGeom prst="rect">
                <a:avLst/>
              </a:prstGeom>
              <a:solidFill>
                <a:srgbClr val="CC79A7"/>
              </a:solidFill>
              <a:ln w="0">
                <a:noFill/>
                <a:prstDash val="solid"/>
              </a:ln>
            </p:spPr>
          </p:sp>
          <p:sp>
            <p:nvSpPr>
              <p:cNvPr id="71" name="four:scalar-input:grid-cell:70"/>
              <p:cNvSpPr>
                <a:spLocks noGrp="1"/>
              </p:cNvSpPr>
              <p:nvPr/>
            </p:nvSpPr>
            <p:spPr>
              <a:xfrm>
                <a:off x="1828800" y="2105025"/>
                <a:ext cx="104966" cy="104966"/>
              </a:xfrm>
              <a:prstGeom prst="rect">
                <a:avLst/>
              </a:prstGeom>
              <a:solidFill>
                <a:srgbClr val="CC79A7"/>
              </a:solidFill>
              <a:ln w="0">
                <a:noFill/>
                <a:prstDash val="solid"/>
              </a:ln>
            </p:spPr>
          </p:sp>
          <p:sp>
            <p:nvSpPr>
              <p:cNvPr id="72" name="four:scalar-input:grid-cell:71"/>
              <p:cNvSpPr>
                <a:spLocks noGrp="1"/>
              </p:cNvSpPr>
              <p:nvPr/>
            </p:nvSpPr>
            <p:spPr>
              <a:xfrm>
                <a:off x="1933575" y="2105025"/>
                <a:ext cx="104966" cy="104966"/>
              </a:xfrm>
              <a:prstGeom prst="rect">
                <a:avLst/>
              </a:prstGeom>
              <a:solidFill>
                <a:srgbClr val="CC79A7"/>
              </a:solidFill>
              <a:ln w="0">
                <a:noFill/>
                <a:prstDash val="solid"/>
              </a:ln>
            </p:spPr>
          </p:sp>
          <p:sp>
            <p:nvSpPr>
              <p:cNvPr id="73" name="four:scalar-input:grid-cell:72"/>
              <p:cNvSpPr>
                <a:spLocks noGrp="1"/>
              </p:cNvSpPr>
              <p:nvPr/>
            </p:nvSpPr>
            <p:spPr>
              <a:xfrm>
                <a:off x="2038350" y="2105025"/>
                <a:ext cx="104966" cy="104966"/>
              </a:xfrm>
              <a:prstGeom prst="rect">
                <a:avLst/>
              </a:prstGeom>
              <a:solidFill>
                <a:srgbClr val="CC79A7"/>
              </a:solidFill>
              <a:ln w="0">
                <a:noFill/>
                <a:prstDash val="solid"/>
              </a:ln>
            </p:spPr>
          </p:sp>
          <p:sp>
            <p:nvSpPr>
              <p:cNvPr id="74" name="four:scalar-input:grid-cell:73"/>
              <p:cNvSpPr>
                <a:spLocks noGrp="1"/>
              </p:cNvSpPr>
              <p:nvPr/>
            </p:nvSpPr>
            <p:spPr>
              <a:xfrm>
                <a:off x="2143125" y="2105025"/>
                <a:ext cx="104966" cy="104966"/>
              </a:xfrm>
              <a:prstGeom prst="rect">
                <a:avLst/>
              </a:prstGeom>
              <a:solidFill>
                <a:srgbClr val="CC79A7"/>
              </a:solidFill>
              <a:ln w="0">
                <a:noFill/>
                <a:prstDash val="solid"/>
              </a:ln>
            </p:spPr>
          </p:sp>
          <p:sp>
            <p:nvSpPr>
              <p:cNvPr id="75" name="four:scalar-input:grid-cell:74"/>
              <p:cNvSpPr>
                <a:spLocks noGrp="1"/>
              </p:cNvSpPr>
              <p:nvPr/>
            </p:nvSpPr>
            <p:spPr>
              <a:xfrm>
                <a:off x="2247900" y="2105025"/>
                <a:ext cx="104966" cy="104966"/>
              </a:xfrm>
              <a:prstGeom prst="rect">
                <a:avLst/>
              </a:prstGeom>
              <a:solidFill>
                <a:srgbClr val="CC79A7"/>
              </a:solidFill>
              <a:ln w="0">
                <a:noFill/>
                <a:prstDash val="solid"/>
              </a:ln>
            </p:spPr>
          </p:sp>
          <p:sp>
            <p:nvSpPr>
              <p:cNvPr id="76" name="four:scalar-input:grid-cell:75"/>
              <p:cNvSpPr>
                <a:spLocks noGrp="1"/>
              </p:cNvSpPr>
              <p:nvPr/>
            </p:nvSpPr>
            <p:spPr>
              <a:xfrm>
                <a:off x="2352675" y="2105025"/>
                <a:ext cx="104966" cy="104966"/>
              </a:xfrm>
              <a:prstGeom prst="rect">
                <a:avLst/>
              </a:prstGeom>
              <a:solidFill>
                <a:srgbClr val="CC79A7"/>
              </a:solidFill>
              <a:ln w="0">
                <a:noFill/>
                <a:prstDash val="solid"/>
              </a:ln>
            </p:spPr>
          </p:sp>
          <p:sp>
            <p:nvSpPr>
              <p:cNvPr id="77" name="four:scalar-input:grid-cell:76"/>
              <p:cNvSpPr>
                <a:spLocks noGrp="1"/>
              </p:cNvSpPr>
              <p:nvPr/>
            </p:nvSpPr>
            <p:spPr>
              <a:xfrm>
                <a:off x="361950" y="2209800"/>
                <a:ext cx="104966" cy="104966"/>
              </a:xfrm>
              <a:prstGeom prst="rect">
                <a:avLst/>
              </a:prstGeom>
              <a:solidFill>
                <a:srgbClr val="DCE8ED"/>
              </a:solidFill>
              <a:ln w="0">
                <a:noFill/>
                <a:prstDash val="solid"/>
              </a:ln>
            </p:spPr>
          </p:sp>
          <p:sp>
            <p:nvSpPr>
              <p:cNvPr id="78" name="four:scalar-input:grid-cell:77"/>
              <p:cNvSpPr>
                <a:spLocks noGrp="1"/>
              </p:cNvSpPr>
              <p:nvPr/>
            </p:nvSpPr>
            <p:spPr>
              <a:xfrm>
                <a:off x="466725" y="2209800"/>
                <a:ext cx="104966" cy="104966"/>
              </a:xfrm>
              <a:prstGeom prst="rect">
                <a:avLst/>
              </a:prstGeom>
              <a:solidFill>
                <a:srgbClr val="DCE8ED"/>
              </a:solidFill>
              <a:ln w="0">
                <a:noFill/>
                <a:prstDash val="solid"/>
              </a:ln>
            </p:spPr>
          </p:sp>
          <p:sp>
            <p:nvSpPr>
              <p:cNvPr id="79" name="four:scalar-input:grid-cell:78"/>
              <p:cNvSpPr>
                <a:spLocks noGrp="1"/>
              </p:cNvSpPr>
              <p:nvPr/>
            </p:nvSpPr>
            <p:spPr>
              <a:xfrm>
                <a:off x="571500" y="2209800"/>
                <a:ext cx="104966" cy="104966"/>
              </a:xfrm>
              <a:prstGeom prst="rect">
                <a:avLst/>
              </a:prstGeom>
              <a:solidFill>
                <a:srgbClr val="DCE8ED"/>
              </a:solidFill>
              <a:ln w="0">
                <a:noFill/>
                <a:prstDash val="solid"/>
              </a:ln>
            </p:spPr>
          </p:sp>
          <p:sp>
            <p:nvSpPr>
              <p:cNvPr id="80" name="four:scalar-input:grid-cell:79"/>
              <p:cNvSpPr>
                <a:spLocks noGrp="1"/>
              </p:cNvSpPr>
              <p:nvPr/>
            </p:nvSpPr>
            <p:spPr>
              <a:xfrm>
                <a:off x="676275" y="2209800"/>
                <a:ext cx="104966" cy="104966"/>
              </a:xfrm>
              <a:prstGeom prst="rect">
                <a:avLst/>
              </a:prstGeom>
              <a:solidFill>
                <a:srgbClr val="D4B4CC"/>
              </a:solidFill>
              <a:ln w="0">
                <a:noFill/>
                <a:prstDash val="solid"/>
              </a:ln>
            </p:spPr>
          </p:sp>
          <p:sp>
            <p:nvSpPr>
              <p:cNvPr id="81" name="four:scalar-input:grid-cell:80"/>
              <p:cNvSpPr>
                <a:spLocks noGrp="1"/>
              </p:cNvSpPr>
              <p:nvPr/>
            </p:nvSpPr>
            <p:spPr>
              <a:xfrm>
                <a:off x="781050" y="2209800"/>
                <a:ext cx="104966" cy="104966"/>
              </a:xfrm>
              <a:prstGeom prst="rect">
                <a:avLst/>
              </a:prstGeom>
              <a:solidFill>
                <a:srgbClr val="D4B4CC"/>
              </a:solidFill>
              <a:ln w="0">
                <a:noFill/>
                <a:prstDash val="solid"/>
              </a:ln>
            </p:spPr>
          </p:sp>
          <p:sp>
            <p:nvSpPr>
              <p:cNvPr id="82" name="four:scalar-input:grid-cell:81"/>
              <p:cNvSpPr>
                <a:spLocks noGrp="1"/>
              </p:cNvSpPr>
              <p:nvPr/>
            </p:nvSpPr>
            <p:spPr>
              <a:xfrm>
                <a:off x="885825" y="2209800"/>
                <a:ext cx="104966" cy="104966"/>
              </a:xfrm>
              <a:prstGeom prst="rect">
                <a:avLst/>
              </a:prstGeom>
              <a:solidFill>
                <a:srgbClr val="D4B4CC"/>
              </a:solidFill>
              <a:ln w="0">
                <a:noFill/>
                <a:prstDash val="solid"/>
              </a:ln>
            </p:spPr>
          </p:sp>
          <p:sp>
            <p:nvSpPr>
              <p:cNvPr id="83" name="four:scalar-input:grid-cell:82"/>
              <p:cNvSpPr>
                <a:spLocks noGrp="1"/>
              </p:cNvSpPr>
              <p:nvPr/>
            </p:nvSpPr>
            <p:spPr>
              <a:xfrm>
                <a:off x="990600" y="2209800"/>
                <a:ext cx="104966" cy="104966"/>
              </a:xfrm>
              <a:prstGeom prst="rect">
                <a:avLst/>
              </a:prstGeom>
              <a:solidFill>
                <a:srgbClr val="D4B4CC"/>
              </a:solidFill>
              <a:ln w="0">
                <a:noFill/>
                <a:prstDash val="solid"/>
              </a:ln>
            </p:spPr>
          </p:sp>
          <p:sp>
            <p:nvSpPr>
              <p:cNvPr id="84" name="four:scalar-input:grid-cell:83"/>
              <p:cNvSpPr>
                <a:spLocks noGrp="1"/>
              </p:cNvSpPr>
              <p:nvPr/>
            </p:nvSpPr>
            <p:spPr>
              <a:xfrm>
                <a:off x="1095375" y="2209800"/>
                <a:ext cx="104966" cy="104966"/>
              </a:xfrm>
              <a:prstGeom prst="rect">
                <a:avLst/>
              </a:prstGeom>
              <a:solidFill>
                <a:srgbClr val="D4B4CC"/>
              </a:solidFill>
              <a:ln w="0">
                <a:noFill/>
                <a:prstDash val="solid"/>
              </a:ln>
            </p:spPr>
          </p:sp>
          <p:sp>
            <p:nvSpPr>
              <p:cNvPr id="85" name="four:scalar-input:grid-cell:84"/>
              <p:cNvSpPr>
                <a:spLocks noGrp="1"/>
              </p:cNvSpPr>
              <p:nvPr/>
            </p:nvSpPr>
            <p:spPr>
              <a:xfrm>
                <a:off x="1200150" y="2209800"/>
                <a:ext cx="104966" cy="104966"/>
              </a:xfrm>
              <a:prstGeom prst="rect">
                <a:avLst/>
              </a:prstGeom>
              <a:solidFill>
                <a:srgbClr val="D4B4CC"/>
              </a:solidFill>
              <a:ln w="0">
                <a:noFill/>
                <a:prstDash val="solid"/>
              </a:ln>
            </p:spPr>
          </p:sp>
          <p:sp>
            <p:nvSpPr>
              <p:cNvPr id="86" name="four:scalar-input:grid-cell:85"/>
              <p:cNvSpPr>
                <a:spLocks noGrp="1"/>
              </p:cNvSpPr>
              <p:nvPr/>
            </p:nvSpPr>
            <p:spPr>
              <a:xfrm>
                <a:off x="1304925" y="2209800"/>
                <a:ext cx="104966" cy="104966"/>
              </a:xfrm>
              <a:prstGeom prst="rect">
                <a:avLst/>
              </a:prstGeom>
              <a:solidFill>
                <a:srgbClr val="D4B4CC"/>
              </a:solidFill>
              <a:ln w="0">
                <a:noFill/>
                <a:prstDash val="solid"/>
              </a:ln>
            </p:spPr>
          </p:sp>
          <p:sp>
            <p:nvSpPr>
              <p:cNvPr id="87" name="four:scalar-input:grid-cell:86"/>
              <p:cNvSpPr>
                <a:spLocks noGrp="1"/>
              </p:cNvSpPr>
              <p:nvPr/>
            </p:nvSpPr>
            <p:spPr>
              <a:xfrm>
                <a:off x="1409700" y="2209800"/>
                <a:ext cx="104966" cy="104966"/>
              </a:xfrm>
              <a:prstGeom prst="rect">
                <a:avLst/>
              </a:prstGeom>
              <a:solidFill>
                <a:srgbClr val="CC79A7"/>
              </a:solidFill>
              <a:ln w="0">
                <a:noFill/>
                <a:prstDash val="solid"/>
              </a:ln>
            </p:spPr>
          </p:sp>
          <p:sp>
            <p:nvSpPr>
              <p:cNvPr id="88" name="four:scalar-input:grid-cell:87"/>
              <p:cNvSpPr>
                <a:spLocks noGrp="1"/>
              </p:cNvSpPr>
              <p:nvPr/>
            </p:nvSpPr>
            <p:spPr>
              <a:xfrm>
                <a:off x="1514475" y="2209800"/>
                <a:ext cx="104966" cy="104966"/>
              </a:xfrm>
              <a:prstGeom prst="rect">
                <a:avLst/>
              </a:prstGeom>
              <a:solidFill>
                <a:srgbClr val="CC79A7"/>
              </a:solidFill>
              <a:ln w="0">
                <a:noFill/>
                <a:prstDash val="solid"/>
              </a:ln>
            </p:spPr>
          </p:sp>
          <p:sp>
            <p:nvSpPr>
              <p:cNvPr id="89" name="four:scalar-input:grid-cell:88"/>
              <p:cNvSpPr>
                <a:spLocks noGrp="1"/>
              </p:cNvSpPr>
              <p:nvPr/>
            </p:nvSpPr>
            <p:spPr>
              <a:xfrm>
                <a:off x="1619250" y="2209800"/>
                <a:ext cx="104966" cy="104966"/>
              </a:xfrm>
              <a:prstGeom prst="rect">
                <a:avLst/>
              </a:prstGeom>
              <a:solidFill>
                <a:srgbClr val="CC79A7"/>
              </a:solidFill>
              <a:ln w="0">
                <a:noFill/>
                <a:prstDash val="solid"/>
              </a:ln>
            </p:spPr>
          </p:sp>
          <p:sp>
            <p:nvSpPr>
              <p:cNvPr id="90" name="four:scalar-input:grid-cell:89"/>
              <p:cNvSpPr>
                <a:spLocks noGrp="1"/>
              </p:cNvSpPr>
              <p:nvPr/>
            </p:nvSpPr>
            <p:spPr>
              <a:xfrm>
                <a:off x="1724025" y="2209800"/>
                <a:ext cx="104966" cy="104966"/>
              </a:xfrm>
              <a:prstGeom prst="rect">
                <a:avLst/>
              </a:prstGeom>
              <a:solidFill>
                <a:srgbClr val="CC79A7"/>
              </a:solidFill>
              <a:ln w="0">
                <a:noFill/>
                <a:prstDash val="solid"/>
              </a:ln>
            </p:spPr>
          </p:sp>
          <p:sp>
            <p:nvSpPr>
              <p:cNvPr id="91" name="four:scalar-input:grid-cell:90"/>
              <p:cNvSpPr>
                <a:spLocks noGrp="1"/>
              </p:cNvSpPr>
              <p:nvPr/>
            </p:nvSpPr>
            <p:spPr>
              <a:xfrm>
                <a:off x="1828800" y="2209800"/>
                <a:ext cx="104966" cy="104966"/>
              </a:xfrm>
              <a:prstGeom prst="rect">
                <a:avLst/>
              </a:prstGeom>
              <a:solidFill>
                <a:srgbClr val="CC79A7"/>
              </a:solidFill>
              <a:ln w="0">
                <a:noFill/>
                <a:prstDash val="solid"/>
              </a:ln>
            </p:spPr>
          </p:sp>
          <p:sp>
            <p:nvSpPr>
              <p:cNvPr id="92" name="four:scalar-input:grid-cell:91"/>
              <p:cNvSpPr>
                <a:spLocks noGrp="1"/>
              </p:cNvSpPr>
              <p:nvPr/>
            </p:nvSpPr>
            <p:spPr>
              <a:xfrm>
                <a:off x="1933575" y="2209800"/>
                <a:ext cx="104966" cy="104966"/>
              </a:xfrm>
              <a:prstGeom prst="rect">
                <a:avLst/>
              </a:prstGeom>
              <a:solidFill>
                <a:srgbClr val="CC79A7"/>
              </a:solidFill>
              <a:ln w="0">
                <a:noFill/>
                <a:prstDash val="solid"/>
              </a:ln>
            </p:spPr>
          </p:sp>
          <p:sp>
            <p:nvSpPr>
              <p:cNvPr id="93" name="four:scalar-input:grid-cell:92"/>
              <p:cNvSpPr>
                <a:spLocks noGrp="1"/>
              </p:cNvSpPr>
              <p:nvPr/>
            </p:nvSpPr>
            <p:spPr>
              <a:xfrm>
                <a:off x="2038350" y="2209800"/>
                <a:ext cx="104966" cy="104966"/>
              </a:xfrm>
              <a:prstGeom prst="rect">
                <a:avLst/>
              </a:prstGeom>
              <a:solidFill>
                <a:srgbClr val="CC79A7"/>
              </a:solidFill>
              <a:ln w="0">
                <a:noFill/>
                <a:prstDash val="solid"/>
              </a:ln>
            </p:spPr>
          </p:sp>
          <p:sp>
            <p:nvSpPr>
              <p:cNvPr id="94" name="four:scalar-input:grid-cell:93"/>
              <p:cNvSpPr>
                <a:spLocks noGrp="1"/>
              </p:cNvSpPr>
              <p:nvPr/>
            </p:nvSpPr>
            <p:spPr>
              <a:xfrm>
                <a:off x="2143125" y="2209800"/>
                <a:ext cx="104966" cy="104966"/>
              </a:xfrm>
              <a:prstGeom prst="rect">
                <a:avLst/>
              </a:prstGeom>
              <a:solidFill>
                <a:srgbClr val="CC79A7"/>
              </a:solidFill>
              <a:ln w="0">
                <a:noFill/>
                <a:prstDash val="solid"/>
              </a:ln>
            </p:spPr>
          </p:sp>
          <p:sp>
            <p:nvSpPr>
              <p:cNvPr id="95" name="four:scalar-input:grid-cell:94"/>
              <p:cNvSpPr>
                <a:spLocks noGrp="1"/>
              </p:cNvSpPr>
              <p:nvPr/>
            </p:nvSpPr>
            <p:spPr>
              <a:xfrm>
                <a:off x="2247900" y="2209800"/>
                <a:ext cx="104966" cy="104966"/>
              </a:xfrm>
              <a:prstGeom prst="rect">
                <a:avLst/>
              </a:prstGeom>
              <a:solidFill>
                <a:srgbClr val="CC79A7"/>
              </a:solidFill>
              <a:ln w="0">
                <a:noFill/>
                <a:prstDash val="solid"/>
              </a:ln>
            </p:spPr>
          </p:sp>
          <p:sp>
            <p:nvSpPr>
              <p:cNvPr id="96" name="four:scalar-input:grid-cell:95"/>
              <p:cNvSpPr>
                <a:spLocks noGrp="1"/>
              </p:cNvSpPr>
              <p:nvPr/>
            </p:nvSpPr>
            <p:spPr>
              <a:xfrm>
                <a:off x="2352675" y="2209800"/>
                <a:ext cx="104966" cy="104966"/>
              </a:xfrm>
              <a:prstGeom prst="rect">
                <a:avLst/>
              </a:prstGeom>
              <a:solidFill>
                <a:srgbClr val="CC79A7"/>
              </a:solidFill>
              <a:ln w="0">
                <a:noFill/>
                <a:prstDash val="solid"/>
              </a:ln>
            </p:spPr>
          </p:sp>
          <p:sp>
            <p:nvSpPr>
              <p:cNvPr id="97" name="four:scalar-input:grid-cell:96"/>
              <p:cNvSpPr>
                <a:spLocks noGrp="1"/>
              </p:cNvSpPr>
              <p:nvPr/>
            </p:nvSpPr>
            <p:spPr>
              <a:xfrm>
                <a:off x="361950" y="2314575"/>
                <a:ext cx="104966" cy="104966"/>
              </a:xfrm>
              <a:prstGeom prst="rect">
                <a:avLst/>
              </a:prstGeom>
              <a:solidFill>
                <a:srgbClr val="D4B4CC"/>
              </a:solidFill>
              <a:ln w="0">
                <a:noFill/>
                <a:prstDash val="solid"/>
              </a:ln>
            </p:spPr>
          </p:sp>
          <p:sp>
            <p:nvSpPr>
              <p:cNvPr id="98" name="four:scalar-input:grid-cell:97"/>
              <p:cNvSpPr>
                <a:spLocks noGrp="1"/>
              </p:cNvSpPr>
              <p:nvPr/>
            </p:nvSpPr>
            <p:spPr>
              <a:xfrm>
                <a:off x="466725" y="2314575"/>
                <a:ext cx="104966" cy="104966"/>
              </a:xfrm>
              <a:prstGeom prst="rect">
                <a:avLst/>
              </a:prstGeom>
              <a:solidFill>
                <a:srgbClr val="D4B4CC"/>
              </a:solidFill>
              <a:ln w="0">
                <a:noFill/>
                <a:prstDash val="solid"/>
              </a:ln>
            </p:spPr>
          </p:sp>
          <p:sp>
            <p:nvSpPr>
              <p:cNvPr id="99" name="four:scalar-input:grid-cell:98"/>
              <p:cNvSpPr>
                <a:spLocks noGrp="1"/>
              </p:cNvSpPr>
              <p:nvPr/>
            </p:nvSpPr>
            <p:spPr>
              <a:xfrm>
                <a:off x="571500" y="2314575"/>
                <a:ext cx="104966" cy="104966"/>
              </a:xfrm>
              <a:prstGeom prst="rect">
                <a:avLst/>
              </a:prstGeom>
              <a:solidFill>
                <a:srgbClr val="D4B4CC"/>
              </a:solidFill>
              <a:ln w="0">
                <a:noFill/>
                <a:prstDash val="solid"/>
              </a:ln>
            </p:spPr>
          </p:sp>
          <p:sp>
            <p:nvSpPr>
              <p:cNvPr id="100" name="four:scalar-input:grid-cell:99"/>
              <p:cNvSpPr>
                <a:spLocks noGrp="1"/>
              </p:cNvSpPr>
              <p:nvPr/>
            </p:nvSpPr>
            <p:spPr>
              <a:xfrm>
                <a:off x="676275" y="2314575"/>
                <a:ext cx="104966" cy="104966"/>
              </a:xfrm>
              <a:prstGeom prst="rect">
                <a:avLst/>
              </a:prstGeom>
              <a:solidFill>
                <a:srgbClr val="D4B4CC"/>
              </a:solidFill>
              <a:ln w="0">
                <a:noFill/>
                <a:prstDash val="solid"/>
              </a:ln>
            </p:spPr>
          </p:sp>
          <p:sp>
            <p:nvSpPr>
              <p:cNvPr id="101" name="four:scalar-input:grid-cell:100"/>
              <p:cNvSpPr>
                <a:spLocks noGrp="1"/>
              </p:cNvSpPr>
              <p:nvPr/>
            </p:nvSpPr>
            <p:spPr>
              <a:xfrm>
                <a:off x="781050" y="2314575"/>
                <a:ext cx="104966" cy="104966"/>
              </a:xfrm>
              <a:prstGeom prst="rect">
                <a:avLst/>
              </a:prstGeom>
              <a:solidFill>
                <a:srgbClr val="D4B4CC"/>
              </a:solidFill>
              <a:ln w="0">
                <a:noFill/>
                <a:prstDash val="solid"/>
              </a:ln>
            </p:spPr>
          </p:sp>
          <p:sp>
            <p:nvSpPr>
              <p:cNvPr id="102" name="four:scalar-input:grid-cell:101"/>
              <p:cNvSpPr>
                <a:spLocks noGrp="1"/>
              </p:cNvSpPr>
              <p:nvPr/>
            </p:nvSpPr>
            <p:spPr>
              <a:xfrm>
                <a:off x="885825" y="2314575"/>
                <a:ext cx="104966" cy="104966"/>
              </a:xfrm>
              <a:prstGeom prst="rect">
                <a:avLst/>
              </a:prstGeom>
              <a:solidFill>
                <a:srgbClr val="D4B4CC"/>
              </a:solidFill>
              <a:ln w="0">
                <a:noFill/>
                <a:prstDash val="solid"/>
              </a:ln>
            </p:spPr>
          </p:sp>
          <p:sp>
            <p:nvSpPr>
              <p:cNvPr id="103" name="four:scalar-input:grid-cell:102"/>
              <p:cNvSpPr>
                <a:spLocks noGrp="1"/>
              </p:cNvSpPr>
              <p:nvPr/>
            </p:nvSpPr>
            <p:spPr>
              <a:xfrm>
                <a:off x="990600" y="2314575"/>
                <a:ext cx="104966" cy="104966"/>
              </a:xfrm>
              <a:prstGeom prst="rect">
                <a:avLst/>
              </a:prstGeom>
              <a:solidFill>
                <a:srgbClr val="D4B4CC"/>
              </a:solidFill>
              <a:ln w="0">
                <a:noFill/>
                <a:prstDash val="solid"/>
              </a:ln>
            </p:spPr>
          </p:sp>
          <p:sp>
            <p:nvSpPr>
              <p:cNvPr id="104" name="four:scalar-input:grid-cell:103"/>
              <p:cNvSpPr>
                <a:spLocks noGrp="1"/>
              </p:cNvSpPr>
              <p:nvPr/>
            </p:nvSpPr>
            <p:spPr>
              <a:xfrm>
                <a:off x="1095375" y="2314575"/>
                <a:ext cx="104966" cy="104966"/>
              </a:xfrm>
              <a:prstGeom prst="rect">
                <a:avLst/>
              </a:prstGeom>
              <a:solidFill>
                <a:srgbClr val="D4B4CC"/>
              </a:solidFill>
              <a:ln w="0">
                <a:noFill/>
                <a:prstDash val="solid"/>
              </a:ln>
            </p:spPr>
          </p:sp>
          <p:sp>
            <p:nvSpPr>
              <p:cNvPr id="105" name="four:scalar-input:grid-cell:104"/>
              <p:cNvSpPr>
                <a:spLocks noGrp="1"/>
              </p:cNvSpPr>
              <p:nvPr/>
            </p:nvSpPr>
            <p:spPr>
              <a:xfrm>
                <a:off x="1200150" y="2314575"/>
                <a:ext cx="104966" cy="104966"/>
              </a:xfrm>
              <a:prstGeom prst="rect">
                <a:avLst/>
              </a:prstGeom>
              <a:solidFill>
                <a:srgbClr val="D4B4CC"/>
              </a:solidFill>
              <a:ln w="0">
                <a:noFill/>
                <a:prstDash val="solid"/>
              </a:ln>
            </p:spPr>
          </p:sp>
          <p:sp>
            <p:nvSpPr>
              <p:cNvPr id="106" name="four:scalar-input:grid-cell:105"/>
              <p:cNvSpPr>
                <a:spLocks noGrp="1"/>
              </p:cNvSpPr>
              <p:nvPr/>
            </p:nvSpPr>
            <p:spPr>
              <a:xfrm>
                <a:off x="1304925" y="2314575"/>
                <a:ext cx="104966" cy="104966"/>
              </a:xfrm>
              <a:prstGeom prst="rect">
                <a:avLst/>
              </a:prstGeom>
              <a:solidFill>
                <a:srgbClr val="CC79A7"/>
              </a:solidFill>
              <a:ln w="0">
                <a:noFill/>
                <a:prstDash val="solid"/>
              </a:ln>
            </p:spPr>
          </p:sp>
          <p:sp>
            <p:nvSpPr>
              <p:cNvPr id="107" name="four:scalar-input:grid-cell:106"/>
              <p:cNvSpPr>
                <a:spLocks noGrp="1"/>
              </p:cNvSpPr>
              <p:nvPr/>
            </p:nvSpPr>
            <p:spPr>
              <a:xfrm>
                <a:off x="1409700" y="2314575"/>
                <a:ext cx="104966" cy="104966"/>
              </a:xfrm>
              <a:prstGeom prst="rect">
                <a:avLst/>
              </a:prstGeom>
              <a:solidFill>
                <a:srgbClr val="CC79A7"/>
              </a:solidFill>
              <a:ln w="0">
                <a:noFill/>
                <a:prstDash val="solid"/>
              </a:ln>
            </p:spPr>
          </p:sp>
          <p:sp>
            <p:nvSpPr>
              <p:cNvPr id="108" name="four:scalar-input:grid-cell:107"/>
              <p:cNvSpPr>
                <a:spLocks noGrp="1"/>
              </p:cNvSpPr>
              <p:nvPr/>
            </p:nvSpPr>
            <p:spPr>
              <a:xfrm>
                <a:off x="1514475" y="2314575"/>
                <a:ext cx="104966" cy="104966"/>
              </a:xfrm>
              <a:prstGeom prst="rect">
                <a:avLst/>
              </a:prstGeom>
              <a:solidFill>
                <a:srgbClr val="CC79A7"/>
              </a:solidFill>
              <a:ln w="0">
                <a:noFill/>
                <a:prstDash val="solid"/>
              </a:ln>
            </p:spPr>
          </p:sp>
          <p:sp>
            <p:nvSpPr>
              <p:cNvPr id="109" name="four:scalar-input:grid-cell:108"/>
              <p:cNvSpPr>
                <a:spLocks noGrp="1"/>
              </p:cNvSpPr>
              <p:nvPr/>
            </p:nvSpPr>
            <p:spPr>
              <a:xfrm>
                <a:off x="1619250" y="2314575"/>
                <a:ext cx="104966" cy="104966"/>
              </a:xfrm>
              <a:prstGeom prst="rect">
                <a:avLst/>
              </a:prstGeom>
              <a:solidFill>
                <a:srgbClr val="CC79A7"/>
              </a:solidFill>
              <a:ln w="0">
                <a:noFill/>
                <a:prstDash val="solid"/>
              </a:ln>
            </p:spPr>
          </p:sp>
          <p:sp>
            <p:nvSpPr>
              <p:cNvPr id="110" name="four:scalar-input:grid-cell:109"/>
              <p:cNvSpPr>
                <a:spLocks noGrp="1"/>
              </p:cNvSpPr>
              <p:nvPr/>
            </p:nvSpPr>
            <p:spPr>
              <a:xfrm>
                <a:off x="1724025" y="2314575"/>
                <a:ext cx="104966" cy="104966"/>
              </a:xfrm>
              <a:prstGeom prst="rect">
                <a:avLst/>
              </a:prstGeom>
              <a:solidFill>
                <a:srgbClr val="CC79A7"/>
              </a:solidFill>
              <a:ln w="0">
                <a:noFill/>
                <a:prstDash val="solid"/>
              </a:ln>
            </p:spPr>
          </p:sp>
          <p:sp>
            <p:nvSpPr>
              <p:cNvPr id="111" name="four:scalar-input:grid-cell:110"/>
              <p:cNvSpPr>
                <a:spLocks noGrp="1"/>
              </p:cNvSpPr>
              <p:nvPr/>
            </p:nvSpPr>
            <p:spPr>
              <a:xfrm>
                <a:off x="1828800" y="2314575"/>
                <a:ext cx="104966" cy="104966"/>
              </a:xfrm>
              <a:prstGeom prst="rect">
                <a:avLst/>
              </a:prstGeom>
              <a:solidFill>
                <a:srgbClr val="CC79A7"/>
              </a:solidFill>
              <a:ln w="0">
                <a:noFill/>
                <a:prstDash val="solid"/>
              </a:ln>
            </p:spPr>
          </p:sp>
          <p:sp>
            <p:nvSpPr>
              <p:cNvPr id="112" name="four:scalar-input:grid-cell:111"/>
              <p:cNvSpPr>
                <a:spLocks noGrp="1"/>
              </p:cNvSpPr>
              <p:nvPr/>
            </p:nvSpPr>
            <p:spPr>
              <a:xfrm>
                <a:off x="1933575" y="2314575"/>
                <a:ext cx="104966" cy="104966"/>
              </a:xfrm>
              <a:prstGeom prst="rect">
                <a:avLst/>
              </a:prstGeom>
              <a:solidFill>
                <a:srgbClr val="CC79A7"/>
              </a:solidFill>
              <a:ln w="0">
                <a:noFill/>
                <a:prstDash val="solid"/>
              </a:ln>
            </p:spPr>
          </p:sp>
          <p:sp>
            <p:nvSpPr>
              <p:cNvPr id="113" name="four:scalar-input:grid-cell:112"/>
              <p:cNvSpPr>
                <a:spLocks noGrp="1"/>
              </p:cNvSpPr>
              <p:nvPr/>
            </p:nvSpPr>
            <p:spPr>
              <a:xfrm>
                <a:off x="2038350" y="2314575"/>
                <a:ext cx="104966" cy="104966"/>
              </a:xfrm>
              <a:prstGeom prst="rect">
                <a:avLst/>
              </a:prstGeom>
              <a:solidFill>
                <a:srgbClr val="CC79A7"/>
              </a:solidFill>
              <a:ln w="0">
                <a:noFill/>
                <a:prstDash val="solid"/>
              </a:ln>
            </p:spPr>
          </p:sp>
          <p:sp>
            <p:nvSpPr>
              <p:cNvPr id="114" name="four:scalar-input:grid-cell:113"/>
              <p:cNvSpPr>
                <a:spLocks noGrp="1"/>
              </p:cNvSpPr>
              <p:nvPr/>
            </p:nvSpPr>
            <p:spPr>
              <a:xfrm>
                <a:off x="2143125" y="2314575"/>
                <a:ext cx="104966" cy="104966"/>
              </a:xfrm>
              <a:prstGeom prst="rect">
                <a:avLst/>
              </a:prstGeom>
              <a:solidFill>
                <a:srgbClr val="CC79A7"/>
              </a:solidFill>
              <a:ln w="0">
                <a:noFill/>
                <a:prstDash val="solid"/>
              </a:ln>
            </p:spPr>
          </p:sp>
          <p:sp>
            <p:nvSpPr>
              <p:cNvPr id="115" name="four:scalar-input:grid-cell:114"/>
              <p:cNvSpPr>
                <a:spLocks noGrp="1"/>
              </p:cNvSpPr>
              <p:nvPr/>
            </p:nvSpPr>
            <p:spPr>
              <a:xfrm>
                <a:off x="2247900" y="2314575"/>
                <a:ext cx="104966" cy="104966"/>
              </a:xfrm>
              <a:prstGeom prst="rect">
                <a:avLst/>
              </a:prstGeom>
              <a:solidFill>
                <a:srgbClr val="CC79A7"/>
              </a:solidFill>
              <a:ln w="0">
                <a:noFill/>
                <a:prstDash val="solid"/>
              </a:ln>
            </p:spPr>
          </p:sp>
          <p:sp>
            <p:nvSpPr>
              <p:cNvPr id="116" name="four:scalar-input:grid-cell:115"/>
              <p:cNvSpPr>
                <a:spLocks noGrp="1"/>
              </p:cNvSpPr>
              <p:nvPr/>
            </p:nvSpPr>
            <p:spPr>
              <a:xfrm>
                <a:off x="2352675" y="2314575"/>
                <a:ext cx="104966" cy="104966"/>
              </a:xfrm>
              <a:prstGeom prst="rect">
                <a:avLst/>
              </a:prstGeom>
              <a:solidFill>
                <a:srgbClr val="CC79A7"/>
              </a:solidFill>
              <a:ln w="0">
                <a:noFill/>
                <a:prstDash val="solid"/>
              </a:ln>
            </p:spPr>
          </p:sp>
          <p:sp>
            <p:nvSpPr>
              <p:cNvPr id="117" name="four:scalar-input:grid-cell:116"/>
              <p:cNvSpPr>
                <a:spLocks noGrp="1"/>
              </p:cNvSpPr>
              <p:nvPr/>
            </p:nvSpPr>
            <p:spPr>
              <a:xfrm>
                <a:off x="361950" y="2419350"/>
                <a:ext cx="104966" cy="104966"/>
              </a:xfrm>
              <a:prstGeom prst="rect">
                <a:avLst/>
              </a:prstGeom>
              <a:solidFill>
                <a:srgbClr val="D4B4CC"/>
              </a:solidFill>
              <a:ln w="0">
                <a:noFill/>
                <a:prstDash val="solid"/>
              </a:ln>
            </p:spPr>
          </p:sp>
          <p:sp>
            <p:nvSpPr>
              <p:cNvPr id="118" name="four:scalar-input:grid-cell:117"/>
              <p:cNvSpPr>
                <a:spLocks noGrp="1"/>
              </p:cNvSpPr>
              <p:nvPr/>
            </p:nvSpPr>
            <p:spPr>
              <a:xfrm>
                <a:off x="466725" y="2419350"/>
                <a:ext cx="104966" cy="104966"/>
              </a:xfrm>
              <a:prstGeom prst="rect">
                <a:avLst/>
              </a:prstGeom>
              <a:solidFill>
                <a:srgbClr val="D4B4CC"/>
              </a:solidFill>
              <a:ln w="0">
                <a:noFill/>
                <a:prstDash val="solid"/>
              </a:ln>
            </p:spPr>
          </p:sp>
          <p:sp>
            <p:nvSpPr>
              <p:cNvPr id="119" name="four:scalar-input:grid-cell:118"/>
              <p:cNvSpPr>
                <a:spLocks noGrp="1"/>
              </p:cNvSpPr>
              <p:nvPr/>
            </p:nvSpPr>
            <p:spPr>
              <a:xfrm>
                <a:off x="571500" y="2419350"/>
                <a:ext cx="104966" cy="104966"/>
              </a:xfrm>
              <a:prstGeom prst="rect">
                <a:avLst/>
              </a:prstGeom>
              <a:solidFill>
                <a:srgbClr val="0072B2"/>
              </a:solidFill>
              <a:ln w="0">
                <a:noFill/>
                <a:prstDash val="solid"/>
              </a:ln>
            </p:spPr>
          </p:sp>
          <p:sp>
            <p:nvSpPr>
              <p:cNvPr id="120" name="four:scalar-input:grid-cell:119"/>
              <p:cNvSpPr>
                <a:spLocks noGrp="1"/>
              </p:cNvSpPr>
              <p:nvPr/>
            </p:nvSpPr>
            <p:spPr>
              <a:xfrm>
                <a:off x="676275" y="2419350"/>
                <a:ext cx="104966" cy="104966"/>
              </a:xfrm>
              <a:prstGeom prst="rect">
                <a:avLst/>
              </a:prstGeom>
              <a:solidFill>
                <a:srgbClr val="0072B2"/>
              </a:solidFill>
              <a:ln w="0">
                <a:noFill/>
                <a:prstDash val="solid"/>
              </a:ln>
            </p:spPr>
          </p:sp>
          <p:sp>
            <p:nvSpPr>
              <p:cNvPr id="121" name="four:scalar-input:grid-cell:120"/>
              <p:cNvSpPr>
                <a:spLocks noGrp="1"/>
              </p:cNvSpPr>
              <p:nvPr/>
            </p:nvSpPr>
            <p:spPr>
              <a:xfrm>
                <a:off x="781050" y="2419350"/>
                <a:ext cx="104966" cy="104966"/>
              </a:xfrm>
              <a:prstGeom prst="rect">
                <a:avLst/>
              </a:prstGeom>
              <a:solidFill>
                <a:srgbClr val="0072B2"/>
              </a:solidFill>
              <a:ln w="0">
                <a:noFill/>
                <a:prstDash val="solid"/>
              </a:ln>
            </p:spPr>
          </p:sp>
          <p:sp>
            <p:nvSpPr>
              <p:cNvPr id="122" name="four:scalar-input:grid-cell:121"/>
              <p:cNvSpPr>
                <a:spLocks noGrp="1"/>
              </p:cNvSpPr>
              <p:nvPr/>
            </p:nvSpPr>
            <p:spPr>
              <a:xfrm>
                <a:off x="885825" y="2419350"/>
                <a:ext cx="104966" cy="104966"/>
              </a:xfrm>
              <a:prstGeom prst="rect">
                <a:avLst/>
              </a:prstGeom>
              <a:solidFill>
                <a:srgbClr val="0072B2"/>
              </a:solidFill>
              <a:ln w="0">
                <a:noFill/>
                <a:prstDash val="solid"/>
              </a:ln>
            </p:spPr>
          </p:sp>
          <p:sp>
            <p:nvSpPr>
              <p:cNvPr id="123" name="four:scalar-input:grid-cell:122"/>
              <p:cNvSpPr>
                <a:spLocks noGrp="1"/>
              </p:cNvSpPr>
              <p:nvPr/>
            </p:nvSpPr>
            <p:spPr>
              <a:xfrm>
                <a:off x="990600" y="2419350"/>
                <a:ext cx="104966" cy="104966"/>
              </a:xfrm>
              <a:prstGeom prst="rect">
                <a:avLst/>
              </a:prstGeom>
              <a:solidFill>
                <a:srgbClr val="D4B4CC"/>
              </a:solidFill>
              <a:ln w="0">
                <a:noFill/>
                <a:prstDash val="solid"/>
              </a:ln>
            </p:spPr>
          </p:sp>
          <p:sp>
            <p:nvSpPr>
              <p:cNvPr id="124" name="four:scalar-input:grid-cell:123"/>
              <p:cNvSpPr>
                <a:spLocks noGrp="1"/>
              </p:cNvSpPr>
              <p:nvPr/>
            </p:nvSpPr>
            <p:spPr>
              <a:xfrm>
                <a:off x="1095375" y="2419350"/>
                <a:ext cx="104966" cy="104966"/>
              </a:xfrm>
              <a:prstGeom prst="rect">
                <a:avLst/>
              </a:prstGeom>
              <a:solidFill>
                <a:srgbClr val="D4B4CC"/>
              </a:solidFill>
              <a:ln w="0">
                <a:noFill/>
                <a:prstDash val="solid"/>
              </a:ln>
            </p:spPr>
          </p:sp>
          <p:sp>
            <p:nvSpPr>
              <p:cNvPr id="125" name="four:scalar-input:grid-cell:124"/>
              <p:cNvSpPr>
                <a:spLocks noGrp="1"/>
              </p:cNvSpPr>
              <p:nvPr/>
            </p:nvSpPr>
            <p:spPr>
              <a:xfrm>
                <a:off x="1200150" y="2419350"/>
                <a:ext cx="104966" cy="104966"/>
              </a:xfrm>
              <a:prstGeom prst="rect">
                <a:avLst/>
              </a:prstGeom>
              <a:solidFill>
                <a:srgbClr val="CC79A7"/>
              </a:solidFill>
              <a:ln w="0">
                <a:noFill/>
                <a:prstDash val="solid"/>
              </a:ln>
            </p:spPr>
          </p:sp>
          <p:sp>
            <p:nvSpPr>
              <p:cNvPr id="126" name="four:scalar-input:grid-cell:125"/>
              <p:cNvSpPr>
                <a:spLocks noGrp="1"/>
              </p:cNvSpPr>
              <p:nvPr/>
            </p:nvSpPr>
            <p:spPr>
              <a:xfrm>
                <a:off x="1304925" y="2419350"/>
                <a:ext cx="104966" cy="104966"/>
              </a:xfrm>
              <a:prstGeom prst="rect">
                <a:avLst/>
              </a:prstGeom>
              <a:solidFill>
                <a:srgbClr val="CC79A7"/>
              </a:solidFill>
              <a:ln w="0">
                <a:noFill/>
                <a:prstDash val="solid"/>
              </a:ln>
            </p:spPr>
          </p:sp>
          <p:sp>
            <p:nvSpPr>
              <p:cNvPr id="127" name="four:scalar-input:grid-cell:126"/>
              <p:cNvSpPr>
                <a:spLocks noGrp="1"/>
              </p:cNvSpPr>
              <p:nvPr/>
            </p:nvSpPr>
            <p:spPr>
              <a:xfrm>
                <a:off x="1409700" y="2419350"/>
                <a:ext cx="104966" cy="104966"/>
              </a:xfrm>
              <a:prstGeom prst="rect">
                <a:avLst/>
              </a:prstGeom>
              <a:solidFill>
                <a:srgbClr val="CC79A7"/>
              </a:solidFill>
              <a:ln w="0">
                <a:noFill/>
                <a:prstDash val="solid"/>
              </a:ln>
            </p:spPr>
          </p:sp>
          <p:sp>
            <p:nvSpPr>
              <p:cNvPr id="128" name="four:scalar-input:grid-cell:127"/>
              <p:cNvSpPr>
                <a:spLocks noGrp="1"/>
              </p:cNvSpPr>
              <p:nvPr/>
            </p:nvSpPr>
            <p:spPr>
              <a:xfrm>
                <a:off x="1514475" y="2419350"/>
                <a:ext cx="104966" cy="104966"/>
              </a:xfrm>
              <a:prstGeom prst="rect">
                <a:avLst/>
              </a:prstGeom>
              <a:solidFill>
                <a:srgbClr val="CC79A7"/>
              </a:solidFill>
              <a:ln w="0">
                <a:noFill/>
                <a:prstDash val="solid"/>
              </a:ln>
            </p:spPr>
          </p:sp>
          <p:sp>
            <p:nvSpPr>
              <p:cNvPr id="129" name="four:scalar-input:grid-cell:128"/>
              <p:cNvSpPr>
                <a:spLocks noGrp="1"/>
              </p:cNvSpPr>
              <p:nvPr/>
            </p:nvSpPr>
            <p:spPr>
              <a:xfrm>
                <a:off x="1619250" y="2419350"/>
                <a:ext cx="104966" cy="104966"/>
              </a:xfrm>
              <a:prstGeom prst="rect">
                <a:avLst/>
              </a:prstGeom>
              <a:solidFill>
                <a:srgbClr val="CC79A7"/>
              </a:solidFill>
              <a:ln w="0">
                <a:noFill/>
                <a:prstDash val="solid"/>
              </a:ln>
            </p:spPr>
          </p:sp>
          <p:sp>
            <p:nvSpPr>
              <p:cNvPr id="130" name="four:scalar-input:grid-cell:129"/>
              <p:cNvSpPr>
                <a:spLocks noGrp="1"/>
              </p:cNvSpPr>
              <p:nvPr/>
            </p:nvSpPr>
            <p:spPr>
              <a:xfrm>
                <a:off x="1724025" y="2419350"/>
                <a:ext cx="104966" cy="104966"/>
              </a:xfrm>
              <a:prstGeom prst="rect">
                <a:avLst/>
              </a:prstGeom>
              <a:solidFill>
                <a:srgbClr val="CC79A7"/>
              </a:solidFill>
              <a:ln w="0">
                <a:noFill/>
                <a:prstDash val="solid"/>
              </a:ln>
            </p:spPr>
          </p:sp>
          <p:sp>
            <p:nvSpPr>
              <p:cNvPr id="131" name="four:scalar-input:grid-cell:130"/>
              <p:cNvSpPr>
                <a:spLocks noGrp="1"/>
              </p:cNvSpPr>
              <p:nvPr/>
            </p:nvSpPr>
            <p:spPr>
              <a:xfrm>
                <a:off x="1828800" y="2419350"/>
                <a:ext cx="104966" cy="104966"/>
              </a:xfrm>
              <a:prstGeom prst="rect">
                <a:avLst/>
              </a:prstGeom>
              <a:solidFill>
                <a:srgbClr val="CC79A7"/>
              </a:solidFill>
              <a:ln w="0">
                <a:noFill/>
                <a:prstDash val="solid"/>
              </a:ln>
            </p:spPr>
          </p:sp>
          <p:sp>
            <p:nvSpPr>
              <p:cNvPr id="132" name="four:scalar-input:grid-cell:131"/>
              <p:cNvSpPr>
                <a:spLocks noGrp="1"/>
              </p:cNvSpPr>
              <p:nvPr/>
            </p:nvSpPr>
            <p:spPr>
              <a:xfrm>
                <a:off x="1933575" y="2419350"/>
                <a:ext cx="104966" cy="104966"/>
              </a:xfrm>
              <a:prstGeom prst="rect">
                <a:avLst/>
              </a:prstGeom>
              <a:solidFill>
                <a:srgbClr val="CC79A7"/>
              </a:solidFill>
              <a:ln w="0">
                <a:noFill/>
                <a:prstDash val="solid"/>
              </a:ln>
            </p:spPr>
          </p:sp>
          <p:sp>
            <p:nvSpPr>
              <p:cNvPr id="133" name="four:scalar-input:grid-cell:132"/>
              <p:cNvSpPr>
                <a:spLocks noGrp="1"/>
              </p:cNvSpPr>
              <p:nvPr/>
            </p:nvSpPr>
            <p:spPr>
              <a:xfrm>
                <a:off x="2038350" y="2419350"/>
                <a:ext cx="104966" cy="104966"/>
              </a:xfrm>
              <a:prstGeom prst="rect">
                <a:avLst/>
              </a:prstGeom>
              <a:solidFill>
                <a:srgbClr val="CC79A7"/>
              </a:solidFill>
              <a:ln w="0">
                <a:noFill/>
                <a:prstDash val="solid"/>
              </a:ln>
            </p:spPr>
          </p:sp>
          <p:sp>
            <p:nvSpPr>
              <p:cNvPr id="134" name="four:scalar-input:grid-cell:133"/>
              <p:cNvSpPr>
                <a:spLocks noGrp="1"/>
              </p:cNvSpPr>
              <p:nvPr/>
            </p:nvSpPr>
            <p:spPr>
              <a:xfrm>
                <a:off x="2143125" y="2419350"/>
                <a:ext cx="104966" cy="104966"/>
              </a:xfrm>
              <a:prstGeom prst="rect">
                <a:avLst/>
              </a:prstGeom>
              <a:solidFill>
                <a:srgbClr val="CC79A7"/>
              </a:solidFill>
              <a:ln w="0">
                <a:noFill/>
                <a:prstDash val="solid"/>
              </a:ln>
            </p:spPr>
          </p:sp>
          <p:sp>
            <p:nvSpPr>
              <p:cNvPr id="135" name="four:scalar-input:grid-cell:134"/>
              <p:cNvSpPr>
                <a:spLocks noGrp="1"/>
              </p:cNvSpPr>
              <p:nvPr/>
            </p:nvSpPr>
            <p:spPr>
              <a:xfrm>
                <a:off x="2247900" y="2419350"/>
                <a:ext cx="104966" cy="104966"/>
              </a:xfrm>
              <a:prstGeom prst="rect">
                <a:avLst/>
              </a:prstGeom>
              <a:solidFill>
                <a:srgbClr val="CC79A7"/>
              </a:solidFill>
              <a:ln w="0">
                <a:noFill/>
                <a:prstDash val="solid"/>
              </a:ln>
            </p:spPr>
          </p:sp>
          <p:sp>
            <p:nvSpPr>
              <p:cNvPr id="136" name="four:scalar-input:grid-cell:135"/>
              <p:cNvSpPr>
                <a:spLocks noGrp="1"/>
              </p:cNvSpPr>
              <p:nvPr/>
            </p:nvSpPr>
            <p:spPr>
              <a:xfrm>
                <a:off x="2352675" y="2419350"/>
                <a:ext cx="104966" cy="104966"/>
              </a:xfrm>
              <a:prstGeom prst="rect">
                <a:avLst/>
              </a:prstGeom>
              <a:solidFill>
                <a:srgbClr val="D4B4CC"/>
              </a:solidFill>
              <a:ln w="0">
                <a:noFill/>
                <a:prstDash val="solid"/>
              </a:ln>
            </p:spPr>
          </p:sp>
          <p:sp>
            <p:nvSpPr>
              <p:cNvPr id="137" name="four:scalar-input:grid-cell:136"/>
              <p:cNvSpPr>
                <a:spLocks noGrp="1"/>
              </p:cNvSpPr>
              <p:nvPr/>
            </p:nvSpPr>
            <p:spPr>
              <a:xfrm>
                <a:off x="361950" y="2524125"/>
                <a:ext cx="104966" cy="104966"/>
              </a:xfrm>
              <a:prstGeom prst="rect">
                <a:avLst/>
              </a:prstGeom>
              <a:solidFill>
                <a:srgbClr val="D4B4CC"/>
              </a:solidFill>
              <a:ln w="0">
                <a:noFill/>
                <a:prstDash val="solid"/>
              </a:ln>
            </p:spPr>
          </p:sp>
          <p:sp>
            <p:nvSpPr>
              <p:cNvPr id="138" name="four:scalar-input:grid-cell:137"/>
              <p:cNvSpPr>
                <a:spLocks noGrp="1"/>
              </p:cNvSpPr>
              <p:nvPr/>
            </p:nvSpPr>
            <p:spPr>
              <a:xfrm>
                <a:off x="466725" y="2524125"/>
                <a:ext cx="104966" cy="104966"/>
              </a:xfrm>
              <a:prstGeom prst="rect">
                <a:avLst/>
              </a:prstGeom>
              <a:solidFill>
                <a:srgbClr val="0072B2"/>
              </a:solidFill>
              <a:ln w="0">
                <a:noFill/>
                <a:prstDash val="solid"/>
              </a:ln>
            </p:spPr>
          </p:sp>
          <p:sp>
            <p:nvSpPr>
              <p:cNvPr id="139" name="four:scalar-input:grid-cell:138"/>
              <p:cNvSpPr>
                <a:spLocks noGrp="1"/>
              </p:cNvSpPr>
              <p:nvPr/>
            </p:nvSpPr>
            <p:spPr>
              <a:xfrm>
                <a:off x="571500" y="2524125"/>
                <a:ext cx="104966" cy="104966"/>
              </a:xfrm>
              <a:prstGeom prst="rect">
                <a:avLst/>
              </a:prstGeom>
              <a:solidFill>
                <a:srgbClr val="0072B2"/>
              </a:solidFill>
              <a:ln w="0">
                <a:noFill/>
                <a:prstDash val="solid"/>
              </a:ln>
            </p:spPr>
          </p:sp>
          <p:sp>
            <p:nvSpPr>
              <p:cNvPr id="140" name="four:scalar-input:grid-cell:139"/>
              <p:cNvSpPr>
                <a:spLocks noGrp="1"/>
              </p:cNvSpPr>
              <p:nvPr/>
            </p:nvSpPr>
            <p:spPr>
              <a:xfrm>
                <a:off x="676275" y="2524125"/>
                <a:ext cx="104966" cy="104966"/>
              </a:xfrm>
              <a:prstGeom prst="rect">
                <a:avLst/>
              </a:prstGeom>
              <a:solidFill>
                <a:srgbClr val="0072B2"/>
              </a:solidFill>
              <a:ln w="0">
                <a:noFill/>
                <a:prstDash val="solid"/>
              </a:ln>
            </p:spPr>
          </p:sp>
          <p:sp>
            <p:nvSpPr>
              <p:cNvPr id="141" name="four:scalar-input:grid-cell:140"/>
              <p:cNvSpPr>
                <a:spLocks noGrp="1"/>
              </p:cNvSpPr>
              <p:nvPr/>
            </p:nvSpPr>
            <p:spPr>
              <a:xfrm>
                <a:off x="781050" y="2524125"/>
                <a:ext cx="104966" cy="104966"/>
              </a:xfrm>
              <a:prstGeom prst="rect">
                <a:avLst/>
              </a:prstGeom>
              <a:solidFill>
                <a:srgbClr val="0072B2"/>
              </a:solidFill>
              <a:ln w="0">
                <a:noFill/>
                <a:prstDash val="solid"/>
              </a:ln>
            </p:spPr>
          </p:sp>
          <p:sp>
            <p:nvSpPr>
              <p:cNvPr id="142" name="four:scalar-input:grid-cell:141"/>
              <p:cNvSpPr>
                <a:spLocks noGrp="1"/>
              </p:cNvSpPr>
              <p:nvPr/>
            </p:nvSpPr>
            <p:spPr>
              <a:xfrm>
                <a:off x="885825" y="2524125"/>
                <a:ext cx="104966" cy="104966"/>
              </a:xfrm>
              <a:prstGeom prst="rect">
                <a:avLst/>
              </a:prstGeom>
              <a:solidFill>
                <a:srgbClr val="0072B2"/>
              </a:solidFill>
              <a:ln w="0">
                <a:noFill/>
                <a:prstDash val="solid"/>
              </a:ln>
            </p:spPr>
          </p:sp>
          <p:sp>
            <p:nvSpPr>
              <p:cNvPr id="143" name="four:scalar-input:grid-cell:142"/>
              <p:cNvSpPr>
                <a:spLocks noGrp="1"/>
              </p:cNvSpPr>
              <p:nvPr/>
            </p:nvSpPr>
            <p:spPr>
              <a:xfrm>
                <a:off x="990600" y="2524125"/>
                <a:ext cx="104966" cy="104966"/>
              </a:xfrm>
              <a:prstGeom prst="rect">
                <a:avLst/>
              </a:prstGeom>
              <a:solidFill>
                <a:srgbClr val="0072B2"/>
              </a:solidFill>
              <a:ln w="0">
                <a:noFill/>
                <a:prstDash val="solid"/>
              </a:ln>
            </p:spPr>
          </p:sp>
          <p:sp>
            <p:nvSpPr>
              <p:cNvPr id="144" name="four:scalar-input:grid-cell:143"/>
              <p:cNvSpPr>
                <a:spLocks noGrp="1"/>
              </p:cNvSpPr>
              <p:nvPr/>
            </p:nvSpPr>
            <p:spPr>
              <a:xfrm>
                <a:off x="1095375" y="2524125"/>
                <a:ext cx="104966" cy="104966"/>
              </a:xfrm>
              <a:prstGeom prst="rect">
                <a:avLst/>
              </a:prstGeom>
              <a:solidFill>
                <a:srgbClr val="D4B4CC"/>
              </a:solidFill>
              <a:ln w="0">
                <a:noFill/>
                <a:prstDash val="solid"/>
              </a:ln>
            </p:spPr>
          </p:sp>
          <p:sp>
            <p:nvSpPr>
              <p:cNvPr id="145" name="four:scalar-input:grid-cell:144"/>
              <p:cNvSpPr>
                <a:spLocks noGrp="1"/>
              </p:cNvSpPr>
              <p:nvPr/>
            </p:nvSpPr>
            <p:spPr>
              <a:xfrm>
                <a:off x="1200150" y="2524125"/>
                <a:ext cx="104966" cy="104966"/>
              </a:xfrm>
              <a:prstGeom prst="rect">
                <a:avLst/>
              </a:prstGeom>
              <a:solidFill>
                <a:srgbClr val="CC79A7"/>
              </a:solidFill>
              <a:ln w="0">
                <a:noFill/>
                <a:prstDash val="solid"/>
              </a:ln>
            </p:spPr>
          </p:sp>
          <p:sp>
            <p:nvSpPr>
              <p:cNvPr id="146" name="four:scalar-input:grid-cell:145"/>
              <p:cNvSpPr>
                <a:spLocks noGrp="1"/>
              </p:cNvSpPr>
              <p:nvPr/>
            </p:nvSpPr>
            <p:spPr>
              <a:xfrm>
                <a:off x="1304925" y="2524125"/>
                <a:ext cx="104966" cy="104966"/>
              </a:xfrm>
              <a:prstGeom prst="rect">
                <a:avLst/>
              </a:prstGeom>
              <a:solidFill>
                <a:srgbClr val="CC79A7"/>
              </a:solidFill>
              <a:ln w="0">
                <a:noFill/>
                <a:prstDash val="solid"/>
              </a:ln>
            </p:spPr>
          </p:sp>
          <p:sp>
            <p:nvSpPr>
              <p:cNvPr id="147" name="four:scalar-input:grid-cell:146"/>
              <p:cNvSpPr>
                <a:spLocks noGrp="1"/>
              </p:cNvSpPr>
              <p:nvPr/>
            </p:nvSpPr>
            <p:spPr>
              <a:xfrm>
                <a:off x="1409700" y="2524125"/>
                <a:ext cx="104966" cy="104966"/>
              </a:xfrm>
              <a:prstGeom prst="rect">
                <a:avLst/>
              </a:prstGeom>
              <a:solidFill>
                <a:srgbClr val="CC79A7"/>
              </a:solidFill>
              <a:ln w="0">
                <a:noFill/>
                <a:prstDash val="solid"/>
              </a:ln>
            </p:spPr>
          </p:sp>
          <p:sp>
            <p:nvSpPr>
              <p:cNvPr id="148" name="four:scalar-input:grid-cell:147"/>
              <p:cNvSpPr>
                <a:spLocks noGrp="1"/>
              </p:cNvSpPr>
              <p:nvPr/>
            </p:nvSpPr>
            <p:spPr>
              <a:xfrm>
                <a:off x="1514475" y="2524125"/>
                <a:ext cx="104966" cy="104966"/>
              </a:xfrm>
              <a:prstGeom prst="rect">
                <a:avLst/>
              </a:prstGeom>
              <a:solidFill>
                <a:srgbClr val="CC79A7"/>
              </a:solidFill>
              <a:ln w="0">
                <a:noFill/>
                <a:prstDash val="solid"/>
              </a:ln>
            </p:spPr>
          </p:sp>
          <p:sp>
            <p:nvSpPr>
              <p:cNvPr id="149" name="four:scalar-input:grid-cell:148"/>
              <p:cNvSpPr>
                <a:spLocks noGrp="1"/>
              </p:cNvSpPr>
              <p:nvPr/>
            </p:nvSpPr>
            <p:spPr>
              <a:xfrm>
                <a:off x="1619250" y="2524125"/>
                <a:ext cx="104966" cy="104966"/>
              </a:xfrm>
              <a:prstGeom prst="rect">
                <a:avLst/>
              </a:prstGeom>
              <a:solidFill>
                <a:srgbClr val="CC79A7"/>
              </a:solidFill>
              <a:ln w="0">
                <a:noFill/>
                <a:prstDash val="solid"/>
              </a:ln>
            </p:spPr>
          </p:sp>
          <p:sp>
            <p:nvSpPr>
              <p:cNvPr id="150" name="four:scalar-input:grid-cell:149"/>
              <p:cNvSpPr>
                <a:spLocks noGrp="1"/>
              </p:cNvSpPr>
              <p:nvPr/>
            </p:nvSpPr>
            <p:spPr>
              <a:xfrm>
                <a:off x="1724025" y="2524125"/>
                <a:ext cx="104966" cy="104966"/>
              </a:xfrm>
              <a:prstGeom prst="rect">
                <a:avLst/>
              </a:prstGeom>
              <a:solidFill>
                <a:srgbClr val="CC79A7"/>
              </a:solidFill>
              <a:ln w="0">
                <a:noFill/>
                <a:prstDash val="solid"/>
              </a:ln>
            </p:spPr>
          </p:sp>
          <p:sp>
            <p:nvSpPr>
              <p:cNvPr id="151" name="four:scalar-input:grid-cell:150"/>
              <p:cNvSpPr>
                <a:spLocks noGrp="1"/>
              </p:cNvSpPr>
              <p:nvPr/>
            </p:nvSpPr>
            <p:spPr>
              <a:xfrm>
                <a:off x="1828800" y="2524125"/>
                <a:ext cx="104966" cy="104966"/>
              </a:xfrm>
              <a:prstGeom prst="rect">
                <a:avLst/>
              </a:prstGeom>
              <a:solidFill>
                <a:srgbClr val="CC79A7"/>
              </a:solidFill>
              <a:ln w="0">
                <a:noFill/>
                <a:prstDash val="solid"/>
              </a:ln>
            </p:spPr>
          </p:sp>
          <p:sp>
            <p:nvSpPr>
              <p:cNvPr id="152" name="four:scalar-input:grid-cell:151"/>
              <p:cNvSpPr>
                <a:spLocks noGrp="1"/>
              </p:cNvSpPr>
              <p:nvPr/>
            </p:nvSpPr>
            <p:spPr>
              <a:xfrm>
                <a:off x="1933575" y="2524125"/>
                <a:ext cx="104966" cy="104966"/>
              </a:xfrm>
              <a:prstGeom prst="rect">
                <a:avLst/>
              </a:prstGeom>
              <a:solidFill>
                <a:srgbClr val="CC79A7"/>
              </a:solidFill>
              <a:ln w="0">
                <a:noFill/>
                <a:prstDash val="solid"/>
              </a:ln>
            </p:spPr>
          </p:sp>
          <p:sp>
            <p:nvSpPr>
              <p:cNvPr id="153" name="four:scalar-input:grid-cell:152"/>
              <p:cNvSpPr>
                <a:spLocks noGrp="1"/>
              </p:cNvSpPr>
              <p:nvPr/>
            </p:nvSpPr>
            <p:spPr>
              <a:xfrm>
                <a:off x="2038350" y="2524125"/>
                <a:ext cx="104966" cy="104966"/>
              </a:xfrm>
              <a:prstGeom prst="rect">
                <a:avLst/>
              </a:prstGeom>
              <a:solidFill>
                <a:srgbClr val="CC79A7"/>
              </a:solidFill>
              <a:ln w="0">
                <a:noFill/>
                <a:prstDash val="solid"/>
              </a:ln>
            </p:spPr>
          </p:sp>
          <p:sp>
            <p:nvSpPr>
              <p:cNvPr id="154" name="four:scalar-input:grid-cell:153"/>
              <p:cNvSpPr>
                <a:spLocks noGrp="1"/>
              </p:cNvSpPr>
              <p:nvPr/>
            </p:nvSpPr>
            <p:spPr>
              <a:xfrm>
                <a:off x="2143125" y="2524125"/>
                <a:ext cx="104966" cy="104966"/>
              </a:xfrm>
              <a:prstGeom prst="rect">
                <a:avLst/>
              </a:prstGeom>
              <a:solidFill>
                <a:srgbClr val="CC79A7"/>
              </a:solidFill>
              <a:ln w="0">
                <a:noFill/>
                <a:prstDash val="solid"/>
              </a:ln>
            </p:spPr>
          </p:sp>
          <p:sp>
            <p:nvSpPr>
              <p:cNvPr id="155" name="four:scalar-input:grid-cell:154"/>
              <p:cNvSpPr>
                <a:spLocks noGrp="1"/>
              </p:cNvSpPr>
              <p:nvPr/>
            </p:nvSpPr>
            <p:spPr>
              <a:xfrm>
                <a:off x="2247900" y="2524125"/>
                <a:ext cx="104966" cy="104966"/>
              </a:xfrm>
              <a:prstGeom prst="rect">
                <a:avLst/>
              </a:prstGeom>
              <a:solidFill>
                <a:srgbClr val="CC79A7"/>
              </a:solidFill>
              <a:ln w="0">
                <a:noFill/>
                <a:prstDash val="solid"/>
              </a:ln>
            </p:spPr>
          </p:sp>
          <p:sp>
            <p:nvSpPr>
              <p:cNvPr id="156" name="four:scalar-input:grid-cell:155"/>
              <p:cNvSpPr>
                <a:spLocks noGrp="1"/>
              </p:cNvSpPr>
              <p:nvPr/>
            </p:nvSpPr>
            <p:spPr>
              <a:xfrm>
                <a:off x="2352675" y="2524125"/>
                <a:ext cx="104966" cy="104966"/>
              </a:xfrm>
              <a:prstGeom prst="rect">
                <a:avLst/>
              </a:prstGeom>
              <a:solidFill>
                <a:srgbClr val="D4B4CC"/>
              </a:solidFill>
              <a:ln w="0">
                <a:noFill/>
                <a:prstDash val="solid"/>
              </a:ln>
            </p:spPr>
          </p:sp>
          <p:sp>
            <p:nvSpPr>
              <p:cNvPr id="157" name="four:scalar-input:grid-cell:156"/>
              <p:cNvSpPr>
                <a:spLocks noGrp="1"/>
              </p:cNvSpPr>
              <p:nvPr/>
            </p:nvSpPr>
            <p:spPr>
              <a:xfrm>
                <a:off x="361950" y="2628900"/>
                <a:ext cx="104966" cy="104966"/>
              </a:xfrm>
              <a:prstGeom prst="rect">
                <a:avLst/>
              </a:prstGeom>
              <a:solidFill>
                <a:srgbClr val="0072B2"/>
              </a:solidFill>
              <a:ln w="0">
                <a:noFill/>
                <a:prstDash val="solid"/>
              </a:ln>
            </p:spPr>
          </p:sp>
          <p:sp>
            <p:nvSpPr>
              <p:cNvPr id="158" name="four:scalar-input:grid-cell:157"/>
              <p:cNvSpPr>
                <a:spLocks noGrp="1"/>
              </p:cNvSpPr>
              <p:nvPr/>
            </p:nvSpPr>
            <p:spPr>
              <a:xfrm>
                <a:off x="466725" y="2628900"/>
                <a:ext cx="104966" cy="104966"/>
              </a:xfrm>
              <a:prstGeom prst="rect">
                <a:avLst/>
              </a:prstGeom>
              <a:solidFill>
                <a:srgbClr val="0072B2"/>
              </a:solidFill>
              <a:ln w="0">
                <a:noFill/>
                <a:prstDash val="solid"/>
              </a:ln>
            </p:spPr>
          </p:sp>
          <p:sp>
            <p:nvSpPr>
              <p:cNvPr id="159" name="four:scalar-input:grid-cell:158"/>
              <p:cNvSpPr>
                <a:spLocks noGrp="1"/>
              </p:cNvSpPr>
              <p:nvPr/>
            </p:nvSpPr>
            <p:spPr>
              <a:xfrm>
                <a:off x="571500" y="2628900"/>
                <a:ext cx="104966" cy="104966"/>
              </a:xfrm>
              <a:prstGeom prst="rect">
                <a:avLst/>
              </a:prstGeom>
              <a:solidFill>
                <a:srgbClr val="0072B2"/>
              </a:solidFill>
              <a:ln w="0">
                <a:noFill/>
                <a:prstDash val="solid"/>
              </a:ln>
            </p:spPr>
          </p:sp>
          <p:sp>
            <p:nvSpPr>
              <p:cNvPr id="160" name="four:scalar-input:grid-cell:159"/>
              <p:cNvSpPr>
                <a:spLocks noGrp="1"/>
              </p:cNvSpPr>
              <p:nvPr/>
            </p:nvSpPr>
            <p:spPr>
              <a:xfrm>
                <a:off x="676275" y="2628900"/>
                <a:ext cx="104966" cy="104966"/>
              </a:xfrm>
              <a:prstGeom prst="rect">
                <a:avLst/>
              </a:prstGeom>
              <a:solidFill>
                <a:srgbClr val="0072B2"/>
              </a:solidFill>
              <a:ln w="0">
                <a:noFill/>
                <a:prstDash val="solid"/>
              </a:ln>
            </p:spPr>
          </p:sp>
          <p:sp>
            <p:nvSpPr>
              <p:cNvPr id="161" name="four:scalar-input:grid-cell:160"/>
              <p:cNvSpPr>
                <a:spLocks noGrp="1"/>
              </p:cNvSpPr>
              <p:nvPr/>
            </p:nvSpPr>
            <p:spPr>
              <a:xfrm>
                <a:off x="781050" y="2628900"/>
                <a:ext cx="104966" cy="104966"/>
              </a:xfrm>
              <a:prstGeom prst="rect">
                <a:avLst/>
              </a:prstGeom>
              <a:solidFill>
                <a:srgbClr val="0072B2"/>
              </a:solidFill>
              <a:ln w="0">
                <a:noFill/>
                <a:prstDash val="solid"/>
              </a:ln>
            </p:spPr>
          </p:sp>
          <p:sp>
            <p:nvSpPr>
              <p:cNvPr id="162" name="four:scalar-input:grid-cell:161"/>
              <p:cNvSpPr>
                <a:spLocks noGrp="1"/>
              </p:cNvSpPr>
              <p:nvPr/>
            </p:nvSpPr>
            <p:spPr>
              <a:xfrm>
                <a:off x="885825" y="2628900"/>
                <a:ext cx="104966" cy="104966"/>
              </a:xfrm>
              <a:prstGeom prst="rect">
                <a:avLst/>
              </a:prstGeom>
              <a:solidFill>
                <a:srgbClr val="0072B2"/>
              </a:solidFill>
              <a:ln w="0">
                <a:noFill/>
                <a:prstDash val="solid"/>
              </a:ln>
            </p:spPr>
          </p:sp>
          <p:sp>
            <p:nvSpPr>
              <p:cNvPr id="163" name="four:scalar-input:grid-cell:162"/>
              <p:cNvSpPr>
                <a:spLocks noGrp="1"/>
              </p:cNvSpPr>
              <p:nvPr/>
            </p:nvSpPr>
            <p:spPr>
              <a:xfrm>
                <a:off x="990600" y="2628900"/>
                <a:ext cx="104966" cy="104966"/>
              </a:xfrm>
              <a:prstGeom prst="rect">
                <a:avLst/>
              </a:prstGeom>
              <a:solidFill>
                <a:srgbClr val="0072B2"/>
              </a:solidFill>
              <a:ln w="0">
                <a:noFill/>
                <a:prstDash val="solid"/>
              </a:ln>
            </p:spPr>
          </p:sp>
          <p:sp>
            <p:nvSpPr>
              <p:cNvPr id="164" name="four:scalar-input:grid-cell:163"/>
              <p:cNvSpPr>
                <a:spLocks noGrp="1"/>
              </p:cNvSpPr>
              <p:nvPr/>
            </p:nvSpPr>
            <p:spPr>
              <a:xfrm>
                <a:off x="1095375" y="2628900"/>
                <a:ext cx="104966" cy="104966"/>
              </a:xfrm>
              <a:prstGeom prst="rect">
                <a:avLst/>
              </a:prstGeom>
              <a:solidFill>
                <a:srgbClr val="0072B2"/>
              </a:solidFill>
              <a:ln w="0">
                <a:noFill/>
                <a:prstDash val="solid"/>
              </a:ln>
            </p:spPr>
          </p:sp>
          <p:sp>
            <p:nvSpPr>
              <p:cNvPr id="165" name="four:scalar-input:grid-cell:164"/>
              <p:cNvSpPr>
                <a:spLocks noGrp="1"/>
              </p:cNvSpPr>
              <p:nvPr/>
            </p:nvSpPr>
            <p:spPr>
              <a:xfrm>
                <a:off x="1200150" y="2628900"/>
                <a:ext cx="104966" cy="104966"/>
              </a:xfrm>
              <a:prstGeom prst="rect">
                <a:avLst/>
              </a:prstGeom>
              <a:solidFill>
                <a:srgbClr val="D4B4CC"/>
              </a:solidFill>
              <a:ln w="0">
                <a:noFill/>
                <a:prstDash val="solid"/>
              </a:ln>
            </p:spPr>
          </p:sp>
          <p:sp>
            <p:nvSpPr>
              <p:cNvPr id="166" name="four:scalar-input:grid-cell:165"/>
              <p:cNvSpPr>
                <a:spLocks noGrp="1"/>
              </p:cNvSpPr>
              <p:nvPr/>
            </p:nvSpPr>
            <p:spPr>
              <a:xfrm>
                <a:off x="1304925" y="2628900"/>
                <a:ext cx="104966" cy="104966"/>
              </a:xfrm>
              <a:prstGeom prst="rect">
                <a:avLst/>
              </a:prstGeom>
              <a:solidFill>
                <a:srgbClr val="CC79A7"/>
              </a:solidFill>
              <a:ln w="0">
                <a:noFill/>
                <a:prstDash val="solid"/>
              </a:ln>
            </p:spPr>
          </p:sp>
          <p:sp>
            <p:nvSpPr>
              <p:cNvPr id="167" name="four:scalar-input:grid-cell:166"/>
              <p:cNvSpPr>
                <a:spLocks noGrp="1"/>
              </p:cNvSpPr>
              <p:nvPr/>
            </p:nvSpPr>
            <p:spPr>
              <a:xfrm>
                <a:off x="1409700" y="2628900"/>
                <a:ext cx="104966" cy="104966"/>
              </a:xfrm>
              <a:prstGeom prst="rect">
                <a:avLst/>
              </a:prstGeom>
              <a:solidFill>
                <a:srgbClr val="CC79A7"/>
              </a:solidFill>
              <a:ln w="0">
                <a:noFill/>
                <a:prstDash val="solid"/>
              </a:ln>
            </p:spPr>
          </p:sp>
          <p:sp>
            <p:nvSpPr>
              <p:cNvPr id="168" name="four:scalar-input:grid-cell:167"/>
              <p:cNvSpPr>
                <a:spLocks noGrp="1"/>
              </p:cNvSpPr>
              <p:nvPr/>
            </p:nvSpPr>
            <p:spPr>
              <a:xfrm>
                <a:off x="1514475" y="2628900"/>
                <a:ext cx="104966" cy="104966"/>
              </a:xfrm>
              <a:prstGeom prst="rect">
                <a:avLst/>
              </a:prstGeom>
              <a:solidFill>
                <a:srgbClr val="CC79A7"/>
              </a:solidFill>
              <a:ln w="0">
                <a:noFill/>
                <a:prstDash val="solid"/>
              </a:ln>
            </p:spPr>
          </p:sp>
          <p:sp>
            <p:nvSpPr>
              <p:cNvPr id="169" name="four:scalar-input:grid-cell:168"/>
              <p:cNvSpPr>
                <a:spLocks noGrp="1"/>
              </p:cNvSpPr>
              <p:nvPr/>
            </p:nvSpPr>
            <p:spPr>
              <a:xfrm>
                <a:off x="1619250" y="2628900"/>
                <a:ext cx="104966" cy="104966"/>
              </a:xfrm>
              <a:prstGeom prst="rect">
                <a:avLst/>
              </a:prstGeom>
              <a:solidFill>
                <a:srgbClr val="CC79A7"/>
              </a:solidFill>
              <a:ln w="0">
                <a:noFill/>
                <a:prstDash val="solid"/>
              </a:ln>
            </p:spPr>
          </p:sp>
          <p:sp>
            <p:nvSpPr>
              <p:cNvPr id="170" name="four:scalar-input:grid-cell:169"/>
              <p:cNvSpPr>
                <a:spLocks noGrp="1"/>
              </p:cNvSpPr>
              <p:nvPr/>
            </p:nvSpPr>
            <p:spPr>
              <a:xfrm>
                <a:off x="1724025" y="2628900"/>
                <a:ext cx="104966" cy="104966"/>
              </a:xfrm>
              <a:prstGeom prst="rect">
                <a:avLst/>
              </a:prstGeom>
              <a:solidFill>
                <a:srgbClr val="CC79A7"/>
              </a:solidFill>
              <a:ln w="0">
                <a:noFill/>
                <a:prstDash val="solid"/>
              </a:ln>
            </p:spPr>
          </p:sp>
          <p:sp>
            <p:nvSpPr>
              <p:cNvPr id="171" name="four:scalar-input:grid-cell:170"/>
              <p:cNvSpPr>
                <a:spLocks noGrp="1"/>
              </p:cNvSpPr>
              <p:nvPr/>
            </p:nvSpPr>
            <p:spPr>
              <a:xfrm>
                <a:off x="1828800" y="2628900"/>
                <a:ext cx="104966" cy="104966"/>
              </a:xfrm>
              <a:prstGeom prst="rect">
                <a:avLst/>
              </a:prstGeom>
              <a:solidFill>
                <a:srgbClr val="CC79A7"/>
              </a:solidFill>
              <a:ln w="0">
                <a:noFill/>
                <a:prstDash val="solid"/>
              </a:ln>
            </p:spPr>
          </p:sp>
          <p:sp>
            <p:nvSpPr>
              <p:cNvPr id="172" name="four:scalar-input:grid-cell:171"/>
              <p:cNvSpPr>
                <a:spLocks noGrp="1"/>
              </p:cNvSpPr>
              <p:nvPr/>
            </p:nvSpPr>
            <p:spPr>
              <a:xfrm>
                <a:off x="1933575" y="2628900"/>
                <a:ext cx="104966" cy="104966"/>
              </a:xfrm>
              <a:prstGeom prst="rect">
                <a:avLst/>
              </a:prstGeom>
              <a:solidFill>
                <a:srgbClr val="CC79A7"/>
              </a:solidFill>
              <a:ln w="0">
                <a:noFill/>
                <a:prstDash val="solid"/>
              </a:ln>
            </p:spPr>
          </p:sp>
          <p:sp>
            <p:nvSpPr>
              <p:cNvPr id="173" name="four:scalar-input:grid-cell:172"/>
              <p:cNvSpPr>
                <a:spLocks noGrp="1"/>
              </p:cNvSpPr>
              <p:nvPr/>
            </p:nvSpPr>
            <p:spPr>
              <a:xfrm>
                <a:off x="2038350" y="2628900"/>
                <a:ext cx="104966" cy="104966"/>
              </a:xfrm>
              <a:prstGeom prst="rect">
                <a:avLst/>
              </a:prstGeom>
              <a:solidFill>
                <a:srgbClr val="D4B4CC"/>
              </a:solidFill>
              <a:ln w="0">
                <a:noFill/>
                <a:prstDash val="solid"/>
              </a:ln>
            </p:spPr>
          </p:sp>
          <p:sp>
            <p:nvSpPr>
              <p:cNvPr id="174" name="four:scalar-input:grid-cell:173"/>
              <p:cNvSpPr>
                <a:spLocks noGrp="1"/>
              </p:cNvSpPr>
              <p:nvPr/>
            </p:nvSpPr>
            <p:spPr>
              <a:xfrm>
                <a:off x="2143125" y="2628900"/>
                <a:ext cx="104966" cy="104966"/>
              </a:xfrm>
              <a:prstGeom prst="rect">
                <a:avLst/>
              </a:prstGeom>
              <a:solidFill>
                <a:srgbClr val="D4B4CC"/>
              </a:solidFill>
              <a:ln w="0">
                <a:noFill/>
                <a:prstDash val="solid"/>
              </a:ln>
            </p:spPr>
          </p:sp>
          <p:sp>
            <p:nvSpPr>
              <p:cNvPr id="175" name="four:scalar-input:grid-cell:174"/>
              <p:cNvSpPr>
                <a:spLocks noGrp="1"/>
              </p:cNvSpPr>
              <p:nvPr/>
            </p:nvSpPr>
            <p:spPr>
              <a:xfrm>
                <a:off x="2247900" y="2628900"/>
                <a:ext cx="104966" cy="104966"/>
              </a:xfrm>
              <a:prstGeom prst="rect">
                <a:avLst/>
              </a:prstGeom>
              <a:solidFill>
                <a:srgbClr val="D4B4CC"/>
              </a:solidFill>
              <a:ln w="0">
                <a:noFill/>
                <a:prstDash val="solid"/>
              </a:ln>
            </p:spPr>
          </p:sp>
          <p:sp>
            <p:nvSpPr>
              <p:cNvPr id="176" name="four:scalar-input:grid-cell:175"/>
              <p:cNvSpPr>
                <a:spLocks noGrp="1"/>
              </p:cNvSpPr>
              <p:nvPr/>
            </p:nvSpPr>
            <p:spPr>
              <a:xfrm>
                <a:off x="2352675" y="2628900"/>
                <a:ext cx="104966" cy="104966"/>
              </a:xfrm>
              <a:prstGeom prst="rect">
                <a:avLst/>
              </a:prstGeom>
              <a:solidFill>
                <a:srgbClr val="D4B4CC"/>
              </a:solidFill>
              <a:ln w="0">
                <a:noFill/>
                <a:prstDash val="solid"/>
              </a:ln>
            </p:spPr>
          </p:sp>
          <p:sp>
            <p:nvSpPr>
              <p:cNvPr id="177" name="four:scalar-input:grid-cell:176"/>
              <p:cNvSpPr>
                <a:spLocks noGrp="1"/>
              </p:cNvSpPr>
              <p:nvPr/>
            </p:nvSpPr>
            <p:spPr>
              <a:xfrm>
                <a:off x="361950" y="2733675"/>
                <a:ext cx="104966" cy="104966"/>
              </a:xfrm>
              <a:prstGeom prst="rect">
                <a:avLst/>
              </a:prstGeom>
              <a:solidFill>
                <a:srgbClr val="0072B2"/>
              </a:solidFill>
              <a:ln w="0">
                <a:noFill/>
                <a:prstDash val="solid"/>
              </a:ln>
            </p:spPr>
          </p:sp>
          <p:sp>
            <p:nvSpPr>
              <p:cNvPr id="178" name="four:scalar-input:grid-cell:177"/>
              <p:cNvSpPr>
                <a:spLocks noGrp="1"/>
              </p:cNvSpPr>
              <p:nvPr/>
            </p:nvSpPr>
            <p:spPr>
              <a:xfrm>
                <a:off x="466725" y="2733675"/>
                <a:ext cx="104966" cy="104966"/>
              </a:xfrm>
              <a:prstGeom prst="rect">
                <a:avLst/>
              </a:prstGeom>
              <a:solidFill>
                <a:srgbClr val="0072B2"/>
              </a:solidFill>
              <a:ln w="0">
                <a:noFill/>
                <a:prstDash val="solid"/>
              </a:ln>
            </p:spPr>
          </p:sp>
          <p:sp>
            <p:nvSpPr>
              <p:cNvPr id="179" name="four:scalar-input:grid-cell:178"/>
              <p:cNvSpPr>
                <a:spLocks noGrp="1"/>
              </p:cNvSpPr>
              <p:nvPr/>
            </p:nvSpPr>
            <p:spPr>
              <a:xfrm>
                <a:off x="571500" y="2733675"/>
                <a:ext cx="104966" cy="104966"/>
              </a:xfrm>
              <a:prstGeom prst="rect">
                <a:avLst/>
              </a:prstGeom>
              <a:solidFill>
                <a:srgbClr val="0072B2"/>
              </a:solidFill>
              <a:ln w="0">
                <a:noFill/>
                <a:prstDash val="solid"/>
              </a:ln>
            </p:spPr>
          </p:sp>
          <p:sp>
            <p:nvSpPr>
              <p:cNvPr id="180" name="four:scalar-input:grid-cell:179"/>
              <p:cNvSpPr>
                <a:spLocks noGrp="1"/>
              </p:cNvSpPr>
              <p:nvPr/>
            </p:nvSpPr>
            <p:spPr>
              <a:xfrm>
                <a:off x="676275" y="2733675"/>
                <a:ext cx="104966" cy="104966"/>
              </a:xfrm>
              <a:prstGeom prst="rect">
                <a:avLst/>
              </a:prstGeom>
              <a:solidFill>
                <a:srgbClr val="0072B2"/>
              </a:solidFill>
              <a:ln w="0">
                <a:noFill/>
                <a:prstDash val="solid"/>
              </a:ln>
            </p:spPr>
          </p:sp>
          <p:sp>
            <p:nvSpPr>
              <p:cNvPr id="181" name="four:scalar-input:grid-cell:180"/>
              <p:cNvSpPr>
                <a:spLocks noGrp="1"/>
              </p:cNvSpPr>
              <p:nvPr/>
            </p:nvSpPr>
            <p:spPr>
              <a:xfrm>
                <a:off x="781050" y="2733675"/>
                <a:ext cx="104966" cy="104966"/>
              </a:xfrm>
              <a:prstGeom prst="rect">
                <a:avLst/>
              </a:prstGeom>
              <a:solidFill>
                <a:srgbClr val="0072B2"/>
              </a:solidFill>
              <a:ln w="0">
                <a:noFill/>
                <a:prstDash val="solid"/>
              </a:ln>
            </p:spPr>
          </p:sp>
          <p:sp>
            <p:nvSpPr>
              <p:cNvPr id="182" name="four:scalar-input:grid-cell:181"/>
              <p:cNvSpPr>
                <a:spLocks noGrp="1"/>
              </p:cNvSpPr>
              <p:nvPr/>
            </p:nvSpPr>
            <p:spPr>
              <a:xfrm>
                <a:off x="885825" y="2733675"/>
                <a:ext cx="104966" cy="104966"/>
              </a:xfrm>
              <a:prstGeom prst="rect">
                <a:avLst/>
              </a:prstGeom>
              <a:solidFill>
                <a:srgbClr val="0072B2"/>
              </a:solidFill>
              <a:ln w="0">
                <a:noFill/>
                <a:prstDash val="solid"/>
              </a:ln>
            </p:spPr>
          </p:sp>
          <p:sp>
            <p:nvSpPr>
              <p:cNvPr id="183" name="four:scalar-input:grid-cell:182"/>
              <p:cNvSpPr>
                <a:spLocks noGrp="1"/>
              </p:cNvSpPr>
              <p:nvPr/>
            </p:nvSpPr>
            <p:spPr>
              <a:xfrm>
                <a:off x="990600" y="2733675"/>
                <a:ext cx="104966" cy="104966"/>
              </a:xfrm>
              <a:prstGeom prst="rect">
                <a:avLst/>
              </a:prstGeom>
              <a:solidFill>
                <a:srgbClr val="0072B2"/>
              </a:solidFill>
              <a:ln w="0">
                <a:noFill/>
                <a:prstDash val="solid"/>
              </a:ln>
            </p:spPr>
          </p:sp>
          <p:sp>
            <p:nvSpPr>
              <p:cNvPr id="184" name="four:scalar-input:grid-cell:183"/>
              <p:cNvSpPr>
                <a:spLocks noGrp="1"/>
              </p:cNvSpPr>
              <p:nvPr/>
            </p:nvSpPr>
            <p:spPr>
              <a:xfrm>
                <a:off x="1095375" y="2733675"/>
                <a:ext cx="104966" cy="104966"/>
              </a:xfrm>
              <a:prstGeom prst="rect">
                <a:avLst/>
              </a:prstGeom>
              <a:solidFill>
                <a:srgbClr val="0072B2"/>
              </a:solidFill>
              <a:ln w="0">
                <a:noFill/>
                <a:prstDash val="solid"/>
              </a:ln>
            </p:spPr>
          </p:sp>
          <p:sp>
            <p:nvSpPr>
              <p:cNvPr id="185" name="four:scalar-input:grid-cell:184"/>
              <p:cNvSpPr>
                <a:spLocks noGrp="1"/>
              </p:cNvSpPr>
              <p:nvPr/>
            </p:nvSpPr>
            <p:spPr>
              <a:xfrm>
                <a:off x="1200150" y="2733675"/>
                <a:ext cx="104966" cy="104966"/>
              </a:xfrm>
              <a:prstGeom prst="rect">
                <a:avLst/>
              </a:prstGeom>
              <a:solidFill>
                <a:srgbClr val="D4B4CC"/>
              </a:solidFill>
              <a:ln w="0">
                <a:noFill/>
                <a:prstDash val="solid"/>
              </a:ln>
            </p:spPr>
          </p:sp>
          <p:sp>
            <p:nvSpPr>
              <p:cNvPr id="186" name="four:scalar-input:grid-cell:185"/>
              <p:cNvSpPr>
                <a:spLocks noGrp="1"/>
              </p:cNvSpPr>
              <p:nvPr/>
            </p:nvSpPr>
            <p:spPr>
              <a:xfrm>
                <a:off x="1304925" y="2733675"/>
                <a:ext cx="104966" cy="104966"/>
              </a:xfrm>
              <a:prstGeom prst="rect">
                <a:avLst/>
              </a:prstGeom>
              <a:solidFill>
                <a:srgbClr val="D4B4CC"/>
              </a:solidFill>
              <a:ln w="0">
                <a:noFill/>
                <a:prstDash val="solid"/>
              </a:ln>
            </p:spPr>
          </p:sp>
          <p:sp>
            <p:nvSpPr>
              <p:cNvPr id="187" name="four:scalar-input:grid-cell:186"/>
              <p:cNvSpPr>
                <a:spLocks noGrp="1"/>
              </p:cNvSpPr>
              <p:nvPr/>
            </p:nvSpPr>
            <p:spPr>
              <a:xfrm>
                <a:off x="1409700" y="2733675"/>
                <a:ext cx="104966" cy="104966"/>
              </a:xfrm>
              <a:prstGeom prst="rect">
                <a:avLst/>
              </a:prstGeom>
              <a:solidFill>
                <a:srgbClr val="D4B4CC"/>
              </a:solidFill>
              <a:ln w="0">
                <a:noFill/>
                <a:prstDash val="solid"/>
              </a:ln>
            </p:spPr>
          </p:sp>
          <p:sp>
            <p:nvSpPr>
              <p:cNvPr id="188" name="four:scalar-input:grid-cell:187"/>
              <p:cNvSpPr>
                <a:spLocks noGrp="1"/>
              </p:cNvSpPr>
              <p:nvPr/>
            </p:nvSpPr>
            <p:spPr>
              <a:xfrm>
                <a:off x="1514475" y="2733675"/>
                <a:ext cx="104966" cy="104966"/>
              </a:xfrm>
              <a:prstGeom prst="rect">
                <a:avLst/>
              </a:prstGeom>
              <a:solidFill>
                <a:srgbClr val="D4B4CC"/>
              </a:solidFill>
              <a:ln w="0">
                <a:noFill/>
                <a:prstDash val="solid"/>
              </a:ln>
            </p:spPr>
          </p:sp>
          <p:sp>
            <p:nvSpPr>
              <p:cNvPr id="189" name="four:scalar-input:grid-cell:188"/>
              <p:cNvSpPr>
                <a:spLocks noGrp="1"/>
              </p:cNvSpPr>
              <p:nvPr/>
            </p:nvSpPr>
            <p:spPr>
              <a:xfrm>
                <a:off x="1619250" y="2733675"/>
                <a:ext cx="104966" cy="104966"/>
              </a:xfrm>
              <a:prstGeom prst="rect">
                <a:avLst/>
              </a:prstGeom>
              <a:solidFill>
                <a:srgbClr val="D4B4CC"/>
              </a:solidFill>
              <a:ln w="0">
                <a:noFill/>
                <a:prstDash val="solid"/>
              </a:ln>
            </p:spPr>
          </p:sp>
          <p:sp>
            <p:nvSpPr>
              <p:cNvPr id="190" name="four:scalar-input:grid-cell:189"/>
              <p:cNvSpPr>
                <a:spLocks noGrp="1"/>
              </p:cNvSpPr>
              <p:nvPr/>
            </p:nvSpPr>
            <p:spPr>
              <a:xfrm>
                <a:off x="1724025" y="2733675"/>
                <a:ext cx="104966" cy="104966"/>
              </a:xfrm>
              <a:prstGeom prst="rect">
                <a:avLst/>
              </a:prstGeom>
              <a:solidFill>
                <a:srgbClr val="D4B4CC"/>
              </a:solidFill>
              <a:ln w="0">
                <a:noFill/>
                <a:prstDash val="solid"/>
              </a:ln>
            </p:spPr>
          </p:sp>
          <p:sp>
            <p:nvSpPr>
              <p:cNvPr id="191" name="four:scalar-input:grid-cell:190"/>
              <p:cNvSpPr>
                <a:spLocks noGrp="1"/>
              </p:cNvSpPr>
              <p:nvPr/>
            </p:nvSpPr>
            <p:spPr>
              <a:xfrm>
                <a:off x="1828800" y="2733675"/>
                <a:ext cx="104966" cy="104966"/>
              </a:xfrm>
              <a:prstGeom prst="rect">
                <a:avLst/>
              </a:prstGeom>
              <a:solidFill>
                <a:srgbClr val="D4B4CC"/>
              </a:solidFill>
              <a:ln w="0">
                <a:noFill/>
                <a:prstDash val="solid"/>
              </a:ln>
            </p:spPr>
          </p:sp>
          <p:sp>
            <p:nvSpPr>
              <p:cNvPr id="192" name="four:scalar-input:grid-cell:191"/>
              <p:cNvSpPr>
                <a:spLocks noGrp="1"/>
              </p:cNvSpPr>
              <p:nvPr/>
            </p:nvSpPr>
            <p:spPr>
              <a:xfrm>
                <a:off x="1933575" y="2733675"/>
                <a:ext cx="104966" cy="104966"/>
              </a:xfrm>
              <a:prstGeom prst="rect">
                <a:avLst/>
              </a:prstGeom>
              <a:solidFill>
                <a:srgbClr val="D4B4CC"/>
              </a:solidFill>
              <a:ln w="0">
                <a:noFill/>
                <a:prstDash val="solid"/>
              </a:ln>
            </p:spPr>
          </p:sp>
          <p:sp>
            <p:nvSpPr>
              <p:cNvPr id="193" name="four:scalar-input:grid-cell:192"/>
              <p:cNvSpPr>
                <a:spLocks noGrp="1"/>
              </p:cNvSpPr>
              <p:nvPr/>
            </p:nvSpPr>
            <p:spPr>
              <a:xfrm>
                <a:off x="2038350" y="2733675"/>
                <a:ext cx="104966" cy="104966"/>
              </a:xfrm>
              <a:prstGeom prst="rect">
                <a:avLst/>
              </a:prstGeom>
              <a:solidFill>
                <a:srgbClr val="D4B4CC"/>
              </a:solidFill>
              <a:ln w="0">
                <a:noFill/>
                <a:prstDash val="solid"/>
              </a:ln>
            </p:spPr>
          </p:sp>
          <p:sp>
            <p:nvSpPr>
              <p:cNvPr id="194" name="four:scalar-input:grid-cell:193"/>
              <p:cNvSpPr>
                <a:spLocks noGrp="1"/>
              </p:cNvSpPr>
              <p:nvPr/>
            </p:nvSpPr>
            <p:spPr>
              <a:xfrm>
                <a:off x="2143125" y="2733675"/>
                <a:ext cx="104966" cy="104966"/>
              </a:xfrm>
              <a:prstGeom prst="rect">
                <a:avLst/>
              </a:prstGeom>
              <a:solidFill>
                <a:srgbClr val="D4B4CC"/>
              </a:solidFill>
              <a:ln w="0">
                <a:noFill/>
                <a:prstDash val="solid"/>
              </a:ln>
            </p:spPr>
          </p:sp>
          <p:sp>
            <p:nvSpPr>
              <p:cNvPr id="195" name="four:scalar-input:grid-cell:194"/>
              <p:cNvSpPr>
                <a:spLocks noGrp="1"/>
              </p:cNvSpPr>
              <p:nvPr/>
            </p:nvSpPr>
            <p:spPr>
              <a:xfrm>
                <a:off x="2247900" y="2733675"/>
                <a:ext cx="104966" cy="104966"/>
              </a:xfrm>
              <a:prstGeom prst="rect">
                <a:avLst/>
              </a:prstGeom>
              <a:solidFill>
                <a:srgbClr val="D4B4CC"/>
              </a:solidFill>
              <a:ln w="0">
                <a:noFill/>
                <a:prstDash val="solid"/>
              </a:ln>
            </p:spPr>
          </p:sp>
          <p:sp>
            <p:nvSpPr>
              <p:cNvPr id="196" name="four:scalar-input:grid-cell:195"/>
              <p:cNvSpPr>
                <a:spLocks noGrp="1"/>
              </p:cNvSpPr>
              <p:nvPr/>
            </p:nvSpPr>
            <p:spPr>
              <a:xfrm>
                <a:off x="2352675" y="2733675"/>
                <a:ext cx="104966" cy="104966"/>
              </a:xfrm>
              <a:prstGeom prst="rect">
                <a:avLst/>
              </a:prstGeom>
              <a:solidFill>
                <a:srgbClr val="DCE8ED"/>
              </a:solidFill>
              <a:ln w="0">
                <a:noFill/>
                <a:prstDash val="solid"/>
              </a:ln>
            </p:spPr>
          </p:sp>
          <p:sp>
            <p:nvSpPr>
              <p:cNvPr id="197" name="four:scalar-input:grid-cell:196"/>
              <p:cNvSpPr>
                <a:spLocks noGrp="1"/>
              </p:cNvSpPr>
              <p:nvPr/>
            </p:nvSpPr>
            <p:spPr>
              <a:xfrm>
                <a:off x="361950" y="2838450"/>
                <a:ext cx="104966" cy="104966"/>
              </a:xfrm>
              <a:prstGeom prst="rect">
                <a:avLst/>
              </a:prstGeom>
              <a:solidFill>
                <a:srgbClr val="0072B2"/>
              </a:solidFill>
              <a:ln w="0">
                <a:noFill/>
                <a:prstDash val="solid"/>
              </a:ln>
            </p:spPr>
          </p:sp>
          <p:sp>
            <p:nvSpPr>
              <p:cNvPr id="198" name="four:scalar-input:grid-cell:197"/>
              <p:cNvSpPr>
                <a:spLocks noGrp="1"/>
              </p:cNvSpPr>
              <p:nvPr/>
            </p:nvSpPr>
            <p:spPr>
              <a:xfrm>
                <a:off x="466725" y="2838450"/>
                <a:ext cx="104966" cy="104966"/>
              </a:xfrm>
              <a:prstGeom prst="rect">
                <a:avLst/>
              </a:prstGeom>
              <a:solidFill>
                <a:srgbClr val="0072B2"/>
              </a:solidFill>
              <a:ln w="0">
                <a:noFill/>
                <a:prstDash val="solid"/>
              </a:ln>
            </p:spPr>
          </p:sp>
          <p:sp>
            <p:nvSpPr>
              <p:cNvPr id="199" name="four:scalar-input:grid-cell:198"/>
              <p:cNvSpPr>
                <a:spLocks noGrp="1"/>
              </p:cNvSpPr>
              <p:nvPr/>
            </p:nvSpPr>
            <p:spPr>
              <a:xfrm>
                <a:off x="571500" y="2838450"/>
                <a:ext cx="104966" cy="104966"/>
              </a:xfrm>
              <a:prstGeom prst="rect">
                <a:avLst/>
              </a:prstGeom>
              <a:solidFill>
                <a:srgbClr val="0072B2"/>
              </a:solidFill>
              <a:ln w="0">
                <a:noFill/>
                <a:prstDash val="solid"/>
              </a:ln>
            </p:spPr>
          </p:sp>
          <p:sp>
            <p:nvSpPr>
              <p:cNvPr id="200" name="four:scalar-input:grid-cell:199"/>
              <p:cNvSpPr>
                <a:spLocks noGrp="1"/>
              </p:cNvSpPr>
              <p:nvPr/>
            </p:nvSpPr>
            <p:spPr>
              <a:xfrm>
                <a:off x="676275" y="2838450"/>
                <a:ext cx="104966" cy="104966"/>
              </a:xfrm>
              <a:prstGeom prst="rect">
                <a:avLst/>
              </a:prstGeom>
              <a:solidFill>
                <a:srgbClr val="0072B2"/>
              </a:solidFill>
              <a:ln w="0">
                <a:noFill/>
                <a:prstDash val="solid"/>
              </a:ln>
            </p:spPr>
          </p:sp>
          <p:sp>
            <p:nvSpPr>
              <p:cNvPr id="201" name="four:scalar-input:grid-cell:200"/>
              <p:cNvSpPr>
                <a:spLocks noGrp="1"/>
              </p:cNvSpPr>
              <p:nvPr/>
            </p:nvSpPr>
            <p:spPr>
              <a:xfrm>
                <a:off x="781050" y="2838450"/>
                <a:ext cx="104966" cy="104966"/>
              </a:xfrm>
              <a:prstGeom prst="rect">
                <a:avLst/>
              </a:prstGeom>
              <a:solidFill>
                <a:srgbClr val="0072B2"/>
              </a:solidFill>
              <a:ln w="0">
                <a:noFill/>
                <a:prstDash val="solid"/>
              </a:ln>
            </p:spPr>
          </p:sp>
          <p:sp>
            <p:nvSpPr>
              <p:cNvPr id="202" name="four:scalar-input:grid-cell:201"/>
              <p:cNvSpPr>
                <a:spLocks noGrp="1"/>
              </p:cNvSpPr>
              <p:nvPr/>
            </p:nvSpPr>
            <p:spPr>
              <a:xfrm>
                <a:off x="885825" y="2838450"/>
                <a:ext cx="104966" cy="104966"/>
              </a:xfrm>
              <a:prstGeom prst="rect">
                <a:avLst/>
              </a:prstGeom>
              <a:solidFill>
                <a:srgbClr val="0072B2"/>
              </a:solidFill>
              <a:ln w="0">
                <a:noFill/>
                <a:prstDash val="solid"/>
              </a:ln>
            </p:spPr>
          </p:sp>
          <p:sp>
            <p:nvSpPr>
              <p:cNvPr id="203" name="four:scalar-input:grid-cell:202"/>
              <p:cNvSpPr>
                <a:spLocks noGrp="1"/>
              </p:cNvSpPr>
              <p:nvPr/>
            </p:nvSpPr>
            <p:spPr>
              <a:xfrm>
                <a:off x="990600" y="2838450"/>
                <a:ext cx="104966" cy="104966"/>
              </a:xfrm>
              <a:prstGeom prst="rect">
                <a:avLst/>
              </a:prstGeom>
              <a:solidFill>
                <a:srgbClr val="0072B2"/>
              </a:solidFill>
              <a:ln w="0">
                <a:noFill/>
                <a:prstDash val="solid"/>
              </a:ln>
            </p:spPr>
          </p:sp>
          <p:sp>
            <p:nvSpPr>
              <p:cNvPr id="204" name="four:scalar-input:grid-cell:203"/>
              <p:cNvSpPr>
                <a:spLocks noGrp="1"/>
              </p:cNvSpPr>
              <p:nvPr/>
            </p:nvSpPr>
            <p:spPr>
              <a:xfrm>
                <a:off x="1095375" y="2838450"/>
                <a:ext cx="104966" cy="104966"/>
              </a:xfrm>
              <a:prstGeom prst="rect">
                <a:avLst/>
              </a:prstGeom>
              <a:solidFill>
                <a:srgbClr val="D4B4CC"/>
              </a:solidFill>
              <a:ln w="0">
                <a:noFill/>
                <a:prstDash val="solid"/>
              </a:ln>
            </p:spPr>
          </p:sp>
          <p:sp>
            <p:nvSpPr>
              <p:cNvPr id="205" name="four:scalar-input:grid-cell:204"/>
              <p:cNvSpPr>
                <a:spLocks noGrp="1"/>
              </p:cNvSpPr>
              <p:nvPr/>
            </p:nvSpPr>
            <p:spPr>
              <a:xfrm>
                <a:off x="1200150" y="2838450"/>
                <a:ext cx="104966" cy="104966"/>
              </a:xfrm>
              <a:prstGeom prst="rect">
                <a:avLst/>
              </a:prstGeom>
              <a:solidFill>
                <a:srgbClr val="D4B4CC"/>
              </a:solidFill>
              <a:ln w="0">
                <a:noFill/>
                <a:prstDash val="solid"/>
              </a:ln>
            </p:spPr>
          </p:sp>
          <p:sp>
            <p:nvSpPr>
              <p:cNvPr id="206" name="four:scalar-input:grid-cell:205"/>
              <p:cNvSpPr>
                <a:spLocks noGrp="1"/>
              </p:cNvSpPr>
              <p:nvPr/>
            </p:nvSpPr>
            <p:spPr>
              <a:xfrm>
                <a:off x="1304925" y="2838450"/>
                <a:ext cx="104966" cy="104966"/>
              </a:xfrm>
              <a:prstGeom prst="rect">
                <a:avLst/>
              </a:prstGeom>
              <a:solidFill>
                <a:srgbClr val="D4B4CC"/>
              </a:solidFill>
              <a:ln w="0">
                <a:noFill/>
                <a:prstDash val="solid"/>
              </a:ln>
            </p:spPr>
          </p:sp>
          <p:sp>
            <p:nvSpPr>
              <p:cNvPr id="207" name="four:scalar-input:grid-cell:206"/>
              <p:cNvSpPr>
                <a:spLocks noGrp="1"/>
              </p:cNvSpPr>
              <p:nvPr/>
            </p:nvSpPr>
            <p:spPr>
              <a:xfrm>
                <a:off x="1409700" y="2838450"/>
                <a:ext cx="104966" cy="104966"/>
              </a:xfrm>
              <a:prstGeom prst="rect">
                <a:avLst/>
              </a:prstGeom>
              <a:solidFill>
                <a:srgbClr val="D4B4CC"/>
              </a:solidFill>
              <a:ln w="0">
                <a:noFill/>
                <a:prstDash val="solid"/>
              </a:ln>
            </p:spPr>
          </p:sp>
          <p:sp>
            <p:nvSpPr>
              <p:cNvPr id="208" name="four:scalar-input:grid-cell:207"/>
              <p:cNvSpPr>
                <a:spLocks noGrp="1"/>
              </p:cNvSpPr>
              <p:nvPr/>
            </p:nvSpPr>
            <p:spPr>
              <a:xfrm>
                <a:off x="1514475" y="2838450"/>
                <a:ext cx="104966" cy="104966"/>
              </a:xfrm>
              <a:prstGeom prst="rect">
                <a:avLst/>
              </a:prstGeom>
              <a:solidFill>
                <a:srgbClr val="D4B4CC"/>
              </a:solidFill>
              <a:ln w="0">
                <a:noFill/>
                <a:prstDash val="solid"/>
              </a:ln>
            </p:spPr>
          </p:sp>
          <p:sp>
            <p:nvSpPr>
              <p:cNvPr id="209" name="four:scalar-input:grid-cell:208"/>
              <p:cNvSpPr>
                <a:spLocks noGrp="1"/>
              </p:cNvSpPr>
              <p:nvPr/>
            </p:nvSpPr>
            <p:spPr>
              <a:xfrm>
                <a:off x="1619250" y="2838450"/>
                <a:ext cx="104966" cy="104966"/>
              </a:xfrm>
              <a:prstGeom prst="rect">
                <a:avLst/>
              </a:prstGeom>
              <a:solidFill>
                <a:srgbClr val="D4B4CC"/>
              </a:solidFill>
              <a:ln w="0">
                <a:noFill/>
                <a:prstDash val="solid"/>
              </a:ln>
            </p:spPr>
          </p:sp>
          <p:sp>
            <p:nvSpPr>
              <p:cNvPr id="210" name="four:scalar-input:grid-cell:209"/>
              <p:cNvSpPr>
                <a:spLocks noGrp="1"/>
              </p:cNvSpPr>
              <p:nvPr/>
            </p:nvSpPr>
            <p:spPr>
              <a:xfrm>
                <a:off x="1724025" y="2838450"/>
                <a:ext cx="104966" cy="104966"/>
              </a:xfrm>
              <a:prstGeom prst="rect">
                <a:avLst/>
              </a:prstGeom>
              <a:solidFill>
                <a:srgbClr val="D4B4CC"/>
              </a:solidFill>
              <a:ln w="0">
                <a:noFill/>
                <a:prstDash val="solid"/>
              </a:ln>
            </p:spPr>
          </p:sp>
          <p:sp>
            <p:nvSpPr>
              <p:cNvPr id="211" name="four:scalar-input:grid-cell:210"/>
              <p:cNvSpPr>
                <a:spLocks noGrp="1"/>
              </p:cNvSpPr>
              <p:nvPr/>
            </p:nvSpPr>
            <p:spPr>
              <a:xfrm>
                <a:off x="1828800" y="2838450"/>
                <a:ext cx="104966" cy="104966"/>
              </a:xfrm>
              <a:prstGeom prst="rect">
                <a:avLst/>
              </a:prstGeom>
              <a:solidFill>
                <a:srgbClr val="D4B4CC"/>
              </a:solidFill>
              <a:ln w="0">
                <a:noFill/>
                <a:prstDash val="solid"/>
              </a:ln>
            </p:spPr>
          </p:sp>
          <p:sp>
            <p:nvSpPr>
              <p:cNvPr id="212" name="four:scalar-input:grid-cell:211"/>
              <p:cNvSpPr>
                <a:spLocks noGrp="1"/>
              </p:cNvSpPr>
              <p:nvPr/>
            </p:nvSpPr>
            <p:spPr>
              <a:xfrm>
                <a:off x="1933575" y="2838450"/>
                <a:ext cx="104966" cy="104966"/>
              </a:xfrm>
              <a:prstGeom prst="rect">
                <a:avLst/>
              </a:prstGeom>
              <a:solidFill>
                <a:srgbClr val="D4B4CC"/>
              </a:solidFill>
              <a:ln w="0">
                <a:noFill/>
                <a:prstDash val="solid"/>
              </a:ln>
            </p:spPr>
          </p:sp>
          <p:sp>
            <p:nvSpPr>
              <p:cNvPr id="213" name="four:scalar-input:grid-cell:212"/>
              <p:cNvSpPr>
                <a:spLocks noGrp="1"/>
              </p:cNvSpPr>
              <p:nvPr/>
            </p:nvSpPr>
            <p:spPr>
              <a:xfrm>
                <a:off x="2038350" y="2838450"/>
                <a:ext cx="104966" cy="104966"/>
              </a:xfrm>
              <a:prstGeom prst="rect">
                <a:avLst/>
              </a:prstGeom>
              <a:solidFill>
                <a:srgbClr val="DCE8ED"/>
              </a:solidFill>
              <a:ln w="0">
                <a:noFill/>
                <a:prstDash val="solid"/>
              </a:ln>
            </p:spPr>
          </p:sp>
          <p:sp>
            <p:nvSpPr>
              <p:cNvPr id="214" name="four:scalar-input:grid-cell:213"/>
              <p:cNvSpPr>
                <a:spLocks noGrp="1"/>
              </p:cNvSpPr>
              <p:nvPr/>
            </p:nvSpPr>
            <p:spPr>
              <a:xfrm>
                <a:off x="2143125" y="2838450"/>
                <a:ext cx="104966" cy="104966"/>
              </a:xfrm>
              <a:prstGeom prst="rect">
                <a:avLst/>
              </a:prstGeom>
              <a:solidFill>
                <a:srgbClr val="DCE8ED"/>
              </a:solidFill>
              <a:ln w="0">
                <a:noFill/>
                <a:prstDash val="solid"/>
              </a:ln>
            </p:spPr>
          </p:sp>
          <p:sp>
            <p:nvSpPr>
              <p:cNvPr id="215" name="four:scalar-input:grid-cell:214"/>
              <p:cNvSpPr>
                <a:spLocks noGrp="1"/>
              </p:cNvSpPr>
              <p:nvPr/>
            </p:nvSpPr>
            <p:spPr>
              <a:xfrm>
                <a:off x="2247900" y="2838450"/>
                <a:ext cx="104966" cy="104966"/>
              </a:xfrm>
              <a:prstGeom prst="rect">
                <a:avLst/>
              </a:prstGeom>
              <a:solidFill>
                <a:srgbClr val="DCE8ED"/>
              </a:solidFill>
              <a:ln w="0">
                <a:noFill/>
                <a:prstDash val="solid"/>
              </a:ln>
            </p:spPr>
          </p:sp>
          <p:sp>
            <p:nvSpPr>
              <p:cNvPr id="216" name="four:scalar-input:grid-cell:215"/>
              <p:cNvSpPr>
                <a:spLocks noGrp="1"/>
              </p:cNvSpPr>
              <p:nvPr/>
            </p:nvSpPr>
            <p:spPr>
              <a:xfrm>
                <a:off x="2352675" y="2838450"/>
                <a:ext cx="104966" cy="104966"/>
              </a:xfrm>
              <a:prstGeom prst="rect">
                <a:avLst/>
              </a:prstGeom>
              <a:solidFill>
                <a:srgbClr val="DCE8ED"/>
              </a:solidFill>
              <a:ln w="0">
                <a:noFill/>
                <a:prstDash val="solid"/>
              </a:ln>
            </p:spPr>
          </p:sp>
          <p:sp>
            <p:nvSpPr>
              <p:cNvPr id="217" name="four:scalar-input:grid-cell:216"/>
              <p:cNvSpPr>
                <a:spLocks noGrp="1"/>
              </p:cNvSpPr>
              <p:nvPr/>
            </p:nvSpPr>
            <p:spPr>
              <a:xfrm>
                <a:off x="361950" y="2943225"/>
                <a:ext cx="104966" cy="104966"/>
              </a:xfrm>
              <a:prstGeom prst="rect">
                <a:avLst/>
              </a:prstGeom>
              <a:solidFill>
                <a:srgbClr val="0072B2"/>
              </a:solidFill>
              <a:ln w="0">
                <a:noFill/>
                <a:prstDash val="solid"/>
              </a:ln>
            </p:spPr>
          </p:sp>
          <p:sp>
            <p:nvSpPr>
              <p:cNvPr id="218" name="four:scalar-input:grid-cell:217"/>
              <p:cNvSpPr>
                <a:spLocks noGrp="1"/>
              </p:cNvSpPr>
              <p:nvPr/>
            </p:nvSpPr>
            <p:spPr>
              <a:xfrm>
                <a:off x="466725" y="2943225"/>
                <a:ext cx="104966" cy="104966"/>
              </a:xfrm>
              <a:prstGeom prst="rect">
                <a:avLst/>
              </a:prstGeom>
              <a:solidFill>
                <a:srgbClr val="0072B2"/>
              </a:solidFill>
              <a:ln w="0">
                <a:noFill/>
                <a:prstDash val="solid"/>
              </a:ln>
            </p:spPr>
          </p:sp>
          <p:sp>
            <p:nvSpPr>
              <p:cNvPr id="219" name="four:scalar-input:grid-cell:218"/>
              <p:cNvSpPr>
                <a:spLocks noGrp="1"/>
              </p:cNvSpPr>
              <p:nvPr/>
            </p:nvSpPr>
            <p:spPr>
              <a:xfrm>
                <a:off x="571500" y="2943225"/>
                <a:ext cx="104966" cy="104966"/>
              </a:xfrm>
              <a:prstGeom prst="rect">
                <a:avLst/>
              </a:prstGeom>
              <a:solidFill>
                <a:srgbClr val="0072B2"/>
              </a:solidFill>
              <a:ln w="0">
                <a:noFill/>
                <a:prstDash val="solid"/>
              </a:ln>
            </p:spPr>
          </p:sp>
          <p:sp>
            <p:nvSpPr>
              <p:cNvPr id="220" name="four:scalar-input:grid-cell:219"/>
              <p:cNvSpPr>
                <a:spLocks noGrp="1"/>
              </p:cNvSpPr>
              <p:nvPr/>
            </p:nvSpPr>
            <p:spPr>
              <a:xfrm>
                <a:off x="676275" y="2943225"/>
                <a:ext cx="104966" cy="104966"/>
              </a:xfrm>
              <a:prstGeom prst="rect">
                <a:avLst/>
              </a:prstGeom>
              <a:solidFill>
                <a:srgbClr val="0072B2"/>
              </a:solidFill>
              <a:ln w="0">
                <a:noFill/>
                <a:prstDash val="solid"/>
              </a:ln>
            </p:spPr>
          </p:sp>
          <p:sp>
            <p:nvSpPr>
              <p:cNvPr id="221" name="four:scalar-input:grid-cell:220"/>
              <p:cNvSpPr>
                <a:spLocks noGrp="1"/>
              </p:cNvSpPr>
              <p:nvPr/>
            </p:nvSpPr>
            <p:spPr>
              <a:xfrm>
                <a:off x="781050" y="2943225"/>
                <a:ext cx="104966" cy="104966"/>
              </a:xfrm>
              <a:prstGeom prst="rect">
                <a:avLst/>
              </a:prstGeom>
              <a:solidFill>
                <a:srgbClr val="0072B2"/>
              </a:solidFill>
              <a:ln w="0">
                <a:noFill/>
                <a:prstDash val="solid"/>
              </a:ln>
            </p:spPr>
          </p:sp>
          <p:sp>
            <p:nvSpPr>
              <p:cNvPr id="222" name="four:scalar-input:grid-cell:221"/>
              <p:cNvSpPr>
                <a:spLocks noGrp="1"/>
              </p:cNvSpPr>
              <p:nvPr/>
            </p:nvSpPr>
            <p:spPr>
              <a:xfrm>
                <a:off x="885825" y="2943225"/>
                <a:ext cx="104966" cy="104966"/>
              </a:xfrm>
              <a:prstGeom prst="rect">
                <a:avLst/>
              </a:prstGeom>
              <a:solidFill>
                <a:srgbClr val="0072B2"/>
              </a:solidFill>
              <a:ln w="0">
                <a:noFill/>
                <a:prstDash val="solid"/>
              </a:ln>
            </p:spPr>
          </p:sp>
          <p:sp>
            <p:nvSpPr>
              <p:cNvPr id="223" name="four:scalar-input:grid-cell:222"/>
              <p:cNvSpPr>
                <a:spLocks noGrp="1"/>
              </p:cNvSpPr>
              <p:nvPr/>
            </p:nvSpPr>
            <p:spPr>
              <a:xfrm>
                <a:off x="990600" y="2943225"/>
                <a:ext cx="104966" cy="104966"/>
              </a:xfrm>
              <a:prstGeom prst="rect">
                <a:avLst/>
              </a:prstGeom>
              <a:solidFill>
                <a:srgbClr val="D4B4CC"/>
              </a:solidFill>
              <a:ln w="0">
                <a:noFill/>
                <a:prstDash val="solid"/>
              </a:ln>
            </p:spPr>
          </p:sp>
          <p:sp>
            <p:nvSpPr>
              <p:cNvPr id="224" name="four:scalar-input:grid-cell:223"/>
              <p:cNvSpPr>
                <a:spLocks noGrp="1"/>
              </p:cNvSpPr>
              <p:nvPr/>
            </p:nvSpPr>
            <p:spPr>
              <a:xfrm>
                <a:off x="1095375" y="2943225"/>
                <a:ext cx="104966" cy="104966"/>
              </a:xfrm>
              <a:prstGeom prst="rect">
                <a:avLst/>
              </a:prstGeom>
              <a:solidFill>
                <a:srgbClr val="D4B4CC"/>
              </a:solidFill>
              <a:ln w="0">
                <a:noFill/>
                <a:prstDash val="solid"/>
              </a:ln>
            </p:spPr>
          </p:sp>
          <p:sp>
            <p:nvSpPr>
              <p:cNvPr id="225" name="four:scalar-input:grid-cell:224"/>
              <p:cNvSpPr>
                <a:spLocks noGrp="1"/>
              </p:cNvSpPr>
              <p:nvPr/>
            </p:nvSpPr>
            <p:spPr>
              <a:xfrm>
                <a:off x="1200150" y="2943225"/>
                <a:ext cx="104966" cy="104966"/>
              </a:xfrm>
              <a:prstGeom prst="rect">
                <a:avLst/>
              </a:prstGeom>
              <a:solidFill>
                <a:srgbClr val="D4B4CC"/>
              </a:solidFill>
              <a:ln w="0">
                <a:noFill/>
                <a:prstDash val="solid"/>
              </a:ln>
            </p:spPr>
          </p:sp>
          <p:sp>
            <p:nvSpPr>
              <p:cNvPr id="226" name="four:scalar-input:grid-cell:225"/>
              <p:cNvSpPr>
                <a:spLocks noGrp="1"/>
              </p:cNvSpPr>
              <p:nvPr/>
            </p:nvSpPr>
            <p:spPr>
              <a:xfrm>
                <a:off x="1304925" y="2943225"/>
                <a:ext cx="104966" cy="104966"/>
              </a:xfrm>
              <a:prstGeom prst="rect">
                <a:avLst/>
              </a:prstGeom>
              <a:solidFill>
                <a:srgbClr val="D4B4CC"/>
              </a:solidFill>
              <a:ln w="0">
                <a:noFill/>
                <a:prstDash val="solid"/>
              </a:ln>
            </p:spPr>
          </p:sp>
          <p:sp>
            <p:nvSpPr>
              <p:cNvPr id="227" name="four:scalar-input:grid-cell:226"/>
              <p:cNvSpPr>
                <a:spLocks noGrp="1"/>
              </p:cNvSpPr>
              <p:nvPr/>
            </p:nvSpPr>
            <p:spPr>
              <a:xfrm>
                <a:off x="1409700" y="2943225"/>
                <a:ext cx="104966" cy="104966"/>
              </a:xfrm>
              <a:prstGeom prst="rect">
                <a:avLst/>
              </a:prstGeom>
              <a:solidFill>
                <a:srgbClr val="DCE8ED"/>
              </a:solidFill>
              <a:ln w="0">
                <a:noFill/>
                <a:prstDash val="solid"/>
              </a:ln>
            </p:spPr>
          </p:sp>
          <p:sp>
            <p:nvSpPr>
              <p:cNvPr id="228" name="four:scalar-input:grid-cell:227"/>
              <p:cNvSpPr>
                <a:spLocks noGrp="1"/>
              </p:cNvSpPr>
              <p:nvPr/>
            </p:nvSpPr>
            <p:spPr>
              <a:xfrm>
                <a:off x="1514475" y="2943225"/>
                <a:ext cx="104966" cy="104966"/>
              </a:xfrm>
              <a:prstGeom prst="rect">
                <a:avLst/>
              </a:prstGeom>
              <a:solidFill>
                <a:srgbClr val="DCE8ED"/>
              </a:solidFill>
              <a:ln w="0">
                <a:noFill/>
                <a:prstDash val="solid"/>
              </a:ln>
            </p:spPr>
          </p:sp>
          <p:sp>
            <p:nvSpPr>
              <p:cNvPr id="229" name="four:scalar-input:grid-cell:228"/>
              <p:cNvSpPr>
                <a:spLocks noGrp="1"/>
              </p:cNvSpPr>
              <p:nvPr/>
            </p:nvSpPr>
            <p:spPr>
              <a:xfrm>
                <a:off x="1619250" y="2943225"/>
                <a:ext cx="104966" cy="104966"/>
              </a:xfrm>
              <a:prstGeom prst="rect">
                <a:avLst/>
              </a:prstGeom>
              <a:solidFill>
                <a:srgbClr val="DCE8ED"/>
              </a:solidFill>
              <a:ln w="0">
                <a:noFill/>
                <a:prstDash val="solid"/>
              </a:ln>
            </p:spPr>
          </p:sp>
          <p:sp>
            <p:nvSpPr>
              <p:cNvPr id="230" name="four:scalar-input:grid-cell:229"/>
              <p:cNvSpPr>
                <a:spLocks noGrp="1"/>
              </p:cNvSpPr>
              <p:nvPr/>
            </p:nvSpPr>
            <p:spPr>
              <a:xfrm>
                <a:off x="1724025" y="2943225"/>
                <a:ext cx="104966" cy="104966"/>
              </a:xfrm>
              <a:prstGeom prst="rect">
                <a:avLst/>
              </a:prstGeom>
              <a:solidFill>
                <a:srgbClr val="DCE8ED"/>
              </a:solidFill>
              <a:ln w="0">
                <a:noFill/>
                <a:prstDash val="solid"/>
              </a:ln>
            </p:spPr>
          </p:sp>
          <p:sp>
            <p:nvSpPr>
              <p:cNvPr id="231" name="four:scalar-input:grid-cell:230"/>
              <p:cNvSpPr>
                <a:spLocks noGrp="1"/>
              </p:cNvSpPr>
              <p:nvPr/>
            </p:nvSpPr>
            <p:spPr>
              <a:xfrm>
                <a:off x="1828800" y="2943225"/>
                <a:ext cx="104966" cy="104966"/>
              </a:xfrm>
              <a:prstGeom prst="rect">
                <a:avLst/>
              </a:prstGeom>
              <a:solidFill>
                <a:srgbClr val="DCE8ED"/>
              </a:solidFill>
              <a:ln w="0">
                <a:noFill/>
                <a:prstDash val="solid"/>
              </a:ln>
            </p:spPr>
          </p:sp>
          <p:sp>
            <p:nvSpPr>
              <p:cNvPr id="232" name="four:scalar-input:grid-cell:231"/>
              <p:cNvSpPr>
                <a:spLocks noGrp="1"/>
              </p:cNvSpPr>
              <p:nvPr/>
            </p:nvSpPr>
            <p:spPr>
              <a:xfrm>
                <a:off x="1933575" y="2943225"/>
                <a:ext cx="104966" cy="104966"/>
              </a:xfrm>
              <a:prstGeom prst="rect">
                <a:avLst/>
              </a:prstGeom>
              <a:solidFill>
                <a:srgbClr val="DCE8ED"/>
              </a:solidFill>
              <a:ln w="0">
                <a:noFill/>
                <a:prstDash val="solid"/>
              </a:ln>
            </p:spPr>
          </p:sp>
          <p:sp>
            <p:nvSpPr>
              <p:cNvPr id="233" name="four:scalar-input:grid-cell:232"/>
              <p:cNvSpPr>
                <a:spLocks noGrp="1"/>
              </p:cNvSpPr>
              <p:nvPr/>
            </p:nvSpPr>
            <p:spPr>
              <a:xfrm>
                <a:off x="2038350" y="2943225"/>
                <a:ext cx="104966" cy="104966"/>
              </a:xfrm>
              <a:prstGeom prst="rect">
                <a:avLst/>
              </a:prstGeom>
              <a:solidFill>
                <a:srgbClr val="DCE8ED"/>
              </a:solidFill>
              <a:ln w="0">
                <a:noFill/>
                <a:prstDash val="solid"/>
              </a:ln>
            </p:spPr>
          </p:sp>
          <p:sp>
            <p:nvSpPr>
              <p:cNvPr id="234" name="four:scalar-input:grid-cell:233"/>
              <p:cNvSpPr>
                <a:spLocks noGrp="1"/>
              </p:cNvSpPr>
              <p:nvPr/>
            </p:nvSpPr>
            <p:spPr>
              <a:xfrm>
                <a:off x="2143125" y="2943225"/>
                <a:ext cx="104966" cy="104966"/>
              </a:xfrm>
              <a:prstGeom prst="rect">
                <a:avLst/>
              </a:prstGeom>
              <a:solidFill>
                <a:srgbClr val="DCE8ED"/>
              </a:solidFill>
              <a:ln w="0">
                <a:noFill/>
                <a:prstDash val="solid"/>
              </a:ln>
            </p:spPr>
          </p:sp>
          <p:sp>
            <p:nvSpPr>
              <p:cNvPr id="235" name="four:scalar-input:grid-cell:234"/>
              <p:cNvSpPr>
                <a:spLocks noGrp="1"/>
              </p:cNvSpPr>
              <p:nvPr/>
            </p:nvSpPr>
            <p:spPr>
              <a:xfrm>
                <a:off x="2247900" y="2943225"/>
                <a:ext cx="104966" cy="104966"/>
              </a:xfrm>
              <a:prstGeom prst="rect">
                <a:avLst/>
              </a:prstGeom>
              <a:solidFill>
                <a:srgbClr val="DCE8ED"/>
              </a:solidFill>
              <a:ln w="0">
                <a:noFill/>
                <a:prstDash val="solid"/>
              </a:ln>
            </p:spPr>
          </p:sp>
          <p:sp>
            <p:nvSpPr>
              <p:cNvPr id="236" name="four:scalar-input:grid-cell:235"/>
              <p:cNvSpPr>
                <a:spLocks noGrp="1"/>
              </p:cNvSpPr>
              <p:nvPr/>
            </p:nvSpPr>
            <p:spPr>
              <a:xfrm>
                <a:off x="2352675" y="2943225"/>
                <a:ext cx="104966" cy="104966"/>
              </a:xfrm>
              <a:prstGeom prst="rect">
                <a:avLst/>
              </a:prstGeom>
              <a:solidFill>
                <a:srgbClr val="DCE8ED"/>
              </a:solidFill>
              <a:ln w="0">
                <a:noFill/>
                <a:prstDash val="solid"/>
              </a:ln>
            </p:spPr>
          </p:sp>
          <p:sp>
            <p:nvSpPr>
              <p:cNvPr id="237" name="four:scalar-input:grid-cell:236"/>
              <p:cNvSpPr>
                <a:spLocks noGrp="1"/>
              </p:cNvSpPr>
              <p:nvPr/>
            </p:nvSpPr>
            <p:spPr>
              <a:xfrm>
                <a:off x="361950" y="3048000"/>
                <a:ext cx="104966" cy="104966"/>
              </a:xfrm>
              <a:prstGeom prst="rect">
                <a:avLst/>
              </a:prstGeom>
              <a:solidFill>
                <a:srgbClr val="0072B2"/>
              </a:solidFill>
              <a:ln w="0">
                <a:noFill/>
                <a:prstDash val="solid"/>
              </a:ln>
            </p:spPr>
          </p:sp>
          <p:sp>
            <p:nvSpPr>
              <p:cNvPr id="238" name="four:scalar-input:grid-cell:237"/>
              <p:cNvSpPr>
                <a:spLocks noGrp="1"/>
              </p:cNvSpPr>
              <p:nvPr/>
            </p:nvSpPr>
            <p:spPr>
              <a:xfrm>
                <a:off x="466725" y="3048000"/>
                <a:ext cx="104966" cy="104966"/>
              </a:xfrm>
              <a:prstGeom prst="rect">
                <a:avLst/>
              </a:prstGeom>
              <a:solidFill>
                <a:srgbClr val="0072B2"/>
              </a:solidFill>
              <a:ln w="0">
                <a:noFill/>
                <a:prstDash val="solid"/>
              </a:ln>
            </p:spPr>
          </p:sp>
          <p:sp>
            <p:nvSpPr>
              <p:cNvPr id="239" name="four:scalar-input:grid-cell:238"/>
              <p:cNvSpPr>
                <a:spLocks noGrp="1"/>
              </p:cNvSpPr>
              <p:nvPr/>
            </p:nvSpPr>
            <p:spPr>
              <a:xfrm>
                <a:off x="571500" y="3048000"/>
                <a:ext cx="104966" cy="104966"/>
              </a:xfrm>
              <a:prstGeom prst="rect">
                <a:avLst/>
              </a:prstGeom>
              <a:solidFill>
                <a:srgbClr val="0072B2"/>
              </a:solidFill>
              <a:ln w="0">
                <a:noFill/>
                <a:prstDash val="solid"/>
              </a:ln>
            </p:spPr>
          </p:sp>
          <p:sp>
            <p:nvSpPr>
              <p:cNvPr id="240" name="four:scalar-input:grid-cell:239"/>
              <p:cNvSpPr>
                <a:spLocks noGrp="1"/>
              </p:cNvSpPr>
              <p:nvPr/>
            </p:nvSpPr>
            <p:spPr>
              <a:xfrm>
                <a:off x="676275" y="3048000"/>
                <a:ext cx="104966" cy="104966"/>
              </a:xfrm>
              <a:prstGeom prst="rect">
                <a:avLst/>
              </a:prstGeom>
              <a:solidFill>
                <a:srgbClr val="0072B2"/>
              </a:solidFill>
              <a:ln w="0">
                <a:noFill/>
                <a:prstDash val="solid"/>
              </a:ln>
            </p:spPr>
          </p:sp>
          <p:sp>
            <p:nvSpPr>
              <p:cNvPr id="241" name="four:scalar-input:grid-cell:240"/>
              <p:cNvSpPr>
                <a:spLocks noGrp="1"/>
              </p:cNvSpPr>
              <p:nvPr/>
            </p:nvSpPr>
            <p:spPr>
              <a:xfrm>
                <a:off x="781050" y="3048000"/>
                <a:ext cx="104966" cy="104966"/>
              </a:xfrm>
              <a:prstGeom prst="rect">
                <a:avLst/>
              </a:prstGeom>
              <a:solidFill>
                <a:srgbClr val="0072B2"/>
              </a:solidFill>
              <a:ln w="0">
                <a:noFill/>
                <a:prstDash val="solid"/>
              </a:ln>
            </p:spPr>
          </p:sp>
          <p:sp>
            <p:nvSpPr>
              <p:cNvPr id="242" name="four:scalar-input:grid-cell:241"/>
              <p:cNvSpPr>
                <a:spLocks noGrp="1"/>
              </p:cNvSpPr>
              <p:nvPr/>
            </p:nvSpPr>
            <p:spPr>
              <a:xfrm>
                <a:off x="885825" y="3048000"/>
                <a:ext cx="104966" cy="104966"/>
              </a:xfrm>
              <a:prstGeom prst="rect">
                <a:avLst/>
              </a:prstGeom>
              <a:solidFill>
                <a:srgbClr val="D4B4CC"/>
              </a:solidFill>
              <a:ln w="0">
                <a:noFill/>
                <a:prstDash val="solid"/>
              </a:ln>
            </p:spPr>
          </p:sp>
          <p:sp>
            <p:nvSpPr>
              <p:cNvPr id="243" name="four:scalar-input:grid-cell:242"/>
              <p:cNvSpPr>
                <a:spLocks noGrp="1"/>
              </p:cNvSpPr>
              <p:nvPr/>
            </p:nvSpPr>
            <p:spPr>
              <a:xfrm>
                <a:off x="990600" y="3048000"/>
                <a:ext cx="104966" cy="104966"/>
              </a:xfrm>
              <a:prstGeom prst="rect">
                <a:avLst/>
              </a:prstGeom>
              <a:solidFill>
                <a:srgbClr val="D4B4CC"/>
              </a:solidFill>
              <a:ln w="0">
                <a:noFill/>
                <a:prstDash val="solid"/>
              </a:ln>
            </p:spPr>
          </p:sp>
          <p:sp>
            <p:nvSpPr>
              <p:cNvPr id="244" name="four:scalar-input:grid-cell:243"/>
              <p:cNvSpPr>
                <a:spLocks noGrp="1"/>
              </p:cNvSpPr>
              <p:nvPr/>
            </p:nvSpPr>
            <p:spPr>
              <a:xfrm>
                <a:off x="1095375" y="3048000"/>
                <a:ext cx="104966" cy="104966"/>
              </a:xfrm>
              <a:prstGeom prst="rect">
                <a:avLst/>
              </a:prstGeom>
              <a:solidFill>
                <a:srgbClr val="D4B4CC"/>
              </a:solidFill>
              <a:ln w="0">
                <a:noFill/>
                <a:prstDash val="solid"/>
              </a:ln>
            </p:spPr>
          </p:sp>
          <p:sp>
            <p:nvSpPr>
              <p:cNvPr id="245" name="four:scalar-input:grid-cell:244"/>
              <p:cNvSpPr>
                <a:spLocks noGrp="1"/>
              </p:cNvSpPr>
              <p:nvPr/>
            </p:nvSpPr>
            <p:spPr>
              <a:xfrm>
                <a:off x="1200150" y="3048000"/>
                <a:ext cx="104966" cy="104966"/>
              </a:xfrm>
              <a:prstGeom prst="rect">
                <a:avLst/>
              </a:prstGeom>
              <a:solidFill>
                <a:srgbClr val="DCE8ED"/>
              </a:solidFill>
              <a:ln w="0">
                <a:noFill/>
                <a:prstDash val="solid"/>
              </a:ln>
            </p:spPr>
          </p:sp>
          <p:sp>
            <p:nvSpPr>
              <p:cNvPr id="246" name="four:scalar-input:grid-cell:245"/>
              <p:cNvSpPr>
                <a:spLocks noGrp="1"/>
              </p:cNvSpPr>
              <p:nvPr/>
            </p:nvSpPr>
            <p:spPr>
              <a:xfrm>
                <a:off x="1304925" y="3048000"/>
                <a:ext cx="104966" cy="104966"/>
              </a:xfrm>
              <a:prstGeom prst="rect">
                <a:avLst/>
              </a:prstGeom>
              <a:solidFill>
                <a:srgbClr val="DCE8ED"/>
              </a:solidFill>
              <a:ln w="0">
                <a:noFill/>
                <a:prstDash val="solid"/>
              </a:ln>
            </p:spPr>
          </p:sp>
          <p:sp>
            <p:nvSpPr>
              <p:cNvPr id="247" name="four:scalar-input:grid-cell:246"/>
              <p:cNvSpPr>
                <a:spLocks noGrp="1"/>
              </p:cNvSpPr>
              <p:nvPr/>
            </p:nvSpPr>
            <p:spPr>
              <a:xfrm>
                <a:off x="1409700" y="3048000"/>
                <a:ext cx="104966" cy="104966"/>
              </a:xfrm>
              <a:prstGeom prst="rect">
                <a:avLst/>
              </a:prstGeom>
              <a:solidFill>
                <a:srgbClr val="DCE8ED"/>
              </a:solidFill>
              <a:ln w="0">
                <a:noFill/>
                <a:prstDash val="solid"/>
              </a:ln>
            </p:spPr>
          </p:sp>
          <p:sp>
            <p:nvSpPr>
              <p:cNvPr id="248" name="four:scalar-input:grid-cell:247"/>
              <p:cNvSpPr>
                <a:spLocks noGrp="1"/>
              </p:cNvSpPr>
              <p:nvPr/>
            </p:nvSpPr>
            <p:spPr>
              <a:xfrm>
                <a:off x="1514475" y="3048000"/>
                <a:ext cx="104966" cy="104966"/>
              </a:xfrm>
              <a:prstGeom prst="rect">
                <a:avLst/>
              </a:prstGeom>
              <a:solidFill>
                <a:srgbClr val="DCE8ED"/>
              </a:solidFill>
              <a:ln w="0">
                <a:noFill/>
                <a:prstDash val="solid"/>
              </a:ln>
            </p:spPr>
          </p:sp>
          <p:sp>
            <p:nvSpPr>
              <p:cNvPr id="249" name="four:scalar-input:grid-cell:248"/>
              <p:cNvSpPr>
                <a:spLocks noGrp="1"/>
              </p:cNvSpPr>
              <p:nvPr/>
            </p:nvSpPr>
            <p:spPr>
              <a:xfrm>
                <a:off x="1619250" y="3048000"/>
                <a:ext cx="104966" cy="104966"/>
              </a:xfrm>
              <a:prstGeom prst="rect">
                <a:avLst/>
              </a:prstGeom>
              <a:solidFill>
                <a:srgbClr val="81C9BA"/>
              </a:solidFill>
              <a:ln w="0">
                <a:noFill/>
                <a:prstDash val="solid"/>
              </a:ln>
            </p:spPr>
          </p:sp>
          <p:sp>
            <p:nvSpPr>
              <p:cNvPr id="250" name="four:scalar-input:grid-cell:249"/>
              <p:cNvSpPr>
                <a:spLocks noGrp="1"/>
              </p:cNvSpPr>
              <p:nvPr/>
            </p:nvSpPr>
            <p:spPr>
              <a:xfrm>
                <a:off x="1724025" y="3048000"/>
                <a:ext cx="104966" cy="104966"/>
              </a:xfrm>
              <a:prstGeom prst="rect">
                <a:avLst/>
              </a:prstGeom>
              <a:solidFill>
                <a:srgbClr val="81C9BA"/>
              </a:solidFill>
              <a:ln w="0">
                <a:noFill/>
                <a:prstDash val="solid"/>
              </a:ln>
            </p:spPr>
          </p:sp>
          <p:sp>
            <p:nvSpPr>
              <p:cNvPr id="251" name="four:scalar-input:grid-cell:250"/>
              <p:cNvSpPr>
                <a:spLocks noGrp="1"/>
              </p:cNvSpPr>
              <p:nvPr/>
            </p:nvSpPr>
            <p:spPr>
              <a:xfrm>
                <a:off x="1828800" y="3048000"/>
                <a:ext cx="104966" cy="104966"/>
              </a:xfrm>
              <a:prstGeom prst="rect">
                <a:avLst/>
              </a:prstGeom>
              <a:solidFill>
                <a:srgbClr val="81C9BA"/>
              </a:solidFill>
              <a:ln w="0">
                <a:noFill/>
                <a:prstDash val="solid"/>
              </a:ln>
            </p:spPr>
          </p:sp>
          <p:sp>
            <p:nvSpPr>
              <p:cNvPr id="252" name="four:scalar-input:grid-cell:251"/>
              <p:cNvSpPr>
                <a:spLocks noGrp="1"/>
              </p:cNvSpPr>
              <p:nvPr/>
            </p:nvSpPr>
            <p:spPr>
              <a:xfrm>
                <a:off x="1933575" y="3048000"/>
                <a:ext cx="104966" cy="104966"/>
              </a:xfrm>
              <a:prstGeom prst="rect">
                <a:avLst/>
              </a:prstGeom>
              <a:solidFill>
                <a:srgbClr val="81C9BA"/>
              </a:solidFill>
              <a:ln w="0">
                <a:noFill/>
                <a:prstDash val="solid"/>
              </a:ln>
            </p:spPr>
          </p:sp>
          <p:sp>
            <p:nvSpPr>
              <p:cNvPr id="253" name="four:scalar-input:grid-cell:252"/>
              <p:cNvSpPr>
                <a:spLocks noGrp="1"/>
              </p:cNvSpPr>
              <p:nvPr/>
            </p:nvSpPr>
            <p:spPr>
              <a:xfrm>
                <a:off x="2038350" y="3048000"/>
                <a:ext cx="104966" cy="104966"/>
              </a:xfrm>
              <a:prstGeom prst="rect">
                <a:avLst/>
              </a:prstGeom>
              <a:solidFill>
                <a:srgbClr val="81C9BA"/>
              </a:solidFill>
              <a:ln w="0">
                <a:noFill/>
                <a:prstDash val="solid"/>
              </a:ln>
            </p:spPr>
          </p:sp>
          <p:sp>
            <p:nvSpPr>
              <p:cNvPr id="254" name="four:scalar-input:grid-cell:253"/>
              <p:cNvSpPr>
                <a:spLocks noGrp="1"/>
              </p:cNvSpPr>
              <p:nvPr/>
            </p:nvSpPr>
            <p:spPr>
              <a:xfrm>
                <a:off x="2143125" y="3048000"/>
                <a:ext cx="104966" cy="104966"/>
              </a:xfrm>
              <a:prstGeom prst="rect">
                <a:avLst/>
              </a:prstGeom>
              <a:solidFill>
                <a:srgbClr val="81C9BA"/>
              </a:solidFill>
              <a:ln w="0">
                <a:noFill/>
                <a:prstDash val="solid"/>
              </a:ln>
            </p:spPr>
          </p:sp>
          <p:sp>
            <p:nvSpPr>
              <p:cNvPr id="255" name="four:scalar-input:grid-cell:254"/>
              <p:cNvSpPr>
                <a:spLocks noGrp="1"/>
              </p:cNvSpPr>
              <p:nvPr/>
            </p:nvSpPr>
            <p:spPr>
              <a:xfrm>
                <a:off x="2247900" y="3048000"/>
                <a:ext cx="104966" cy="104966"/>
              </a:xfrm>
              <a:prstGeom prst="rect">
                <a:avLst/>
              </a:prstGeom>
              <a:solidFill>
                <a:srgbClr val="DCE8ED"/>
              </a:solidFill>
              <a:ln w="0">
                <a:noFill/>
                <a:prstDash val="solid"/>
              </a:ln>
            </p:spPr>
          </p:sp>
          <p:sp>
            <p:nvSpPr>
              <p:cNvPr id="256" name="four:scalar-input:grid-cell:255"/>
              <p:cNvSpPr>
                <a:spLocks noGrp="1"/>
              </p:cNvSpPr>
              <p:nvPr/>
            </p:nvSpPr>
            <p:spPr>
              <a:xfrm>
                <a:off x="2352675" y="3048000"/>
                <a:ext cx="104966" cy="104966"/>
              </a:xfrm>
              <a:prstGeom prst="rect">
                <a:avLst/>
              </a:prstGeom>
              <a:solidFill>
                <a:srgbClr val="DCE8ED"/>
              </a:solidFill>
              <a:ln w="0">
                <a:noFill/>
                <a:prstDash val="solid"/>
              </a:ln>
            </p:spPr>
          </p:sp>
          <p:sp>
            <p:nvSpPr>
              <p:cNvPr id="257" name="four:scalar-input:grid-cell:256"/>
              <p:cNvSpPr>
                <a:spLocks noGrp="1"/>
              </p:cNvSpPr>
              <p:nvPr/>
            </p:nvSpPr>
            <p:spPr>
              <a:xfrm>
                <a:off x="361950" y="3152775"/>
                <a:ext cx="104966" cy="104966"/>
              </a:xfrm>
              <a:prstGeom prst="rect">
                <a:avLst/>
              </a:prstGeom>
              <a:solidFill>
                <a:srgbClr val="D4B4CC"/>
              </a:solidFill>
              <a:ln w="0">
                <a:noFill/>
                <a:prstDash val="solid"/>
              </a:ln>
            </p:spPr>
          </p:sp>
          <p:sp>
            <p:nvSpPr>
              <p:cNvPr id="258" name="four:scalar-input:grid-cell:257"/>
              <p:cNvSpPr>
                <a:spLocks noGrp="1"/>
              </p:cNvSpPr>
              <p:nvPr/>
            </p:nvSpPr>
            <p:spPr>
              <a:xfrm>
                <a:off x="466725" y="3152775"/>
                <a:ext cx="104966" cy="104966"/>
              </a:xfrm>
              <a:prstGeom prst="rect">
                <a:avLst/>
              </a:prstGeom>
              <a:solidFill>
                <a:srgbClr val="0072B2"/>
              </a:solidFill>
              <a:ln w="0">
                <a:noFill/>
                <a:prstDash val="solid"/>
              </a:ln>
            </p:spPr>
          </p:sp>
          <p:sp>
            <p:nvSpPr>
              <p:cNvPr id="259" name="four:scalar-input:grid-cell:258"/>
              <p:cNvSpPr>
                <a:spLocks noGrp="1"/>
              </p:cNvSpPr>
              <p:nvPr/>
            </p:nvSpPr>
            <p:spPr>
              <a:xfrm>
                <a:off x="571500" y="3152775"/>
                <a:ext cx="104966" cy="104966"/>
              </a:xfrm>
              <a:prstGeom prst="rect">
                <a:avLst/>
              </a:prstGeom>
              <a:solidFill>
                <a:srgbClr val="0072B2"/>
              </a:solidFill>
              <a:ln w="0">
                <a:noFill/>
                <a:prstDash val="solid"/>
              </a:ln>
            </p:spPr>
          </p:sp>
          <p:sp>
            <p:nvSpPr>
              <p:cNvPr id="260" name="four:scalar-input:grid-cell:259"/>
              <p:cNvSpPr>
                <a:spLocks noGrp="1"/>
              </p:cNvSpPr>
              <p:nvPr/>
            </p:nvSpPr>
            <p:spPr>
              <a:xfrm>
                <a:off x="676275" y="3152775"/>
                <a:ext cx="104966" cy="104966"/>
              </a:xfrm>
              <a:prstGeom prst="rect">
                <a:avLst/>
              </a:prstGeom>
              <a:solidFill>
                <a:srgbClr val="D4B4CC"/>
              </a:solidFill>
              <a:ln w="0">
                <a:noFill/>
                <a:prstDash val="solid"/>
              </a:ln>
            </p:spPr>
          </p:sp>
          <p:sp>
            <p:nvSpPr>
              <p:cNvPr id="261" name="four:scalar-input:grid-cell:260"/>
              <p:cNvSpPr>
                <a:spLocks noGrp="1"/>
              </p:cNvSpPr>
              <p:nvPr/>
            </p:nvSpPr>
            <p:spPr>
              <a:xfrm>
                <a:off x="781050" y="3152775"/>
                <a:ext cx="104966" cy="104966"/>
              </a:xfrm>
              <a:prstGeom prst="rect">
                <a:avLst/>
              </a:prstGeom>
              <a:solidFill>
                <a:srgbClr val="D4B4CC"/>
              </a:solidFill>
              <a:ln w="0">
                <a:noFill/>
                <a:prstDash val="solid"/>
              </a:ln>
            </p:spPr>
          </p:sp>
          <p:sp>
            <p:nvSpPr>
              <p:cNvPr id="262" name="four:scalar-input:grid-cell:261"/>
              <p:cNvSpPr>
                <a:spLocks noGrp="1"/>
              </p:cNvSpPr>
              <p:nvPr/>
            </p:nvSpPr>
            <p:spPr>
              <a:xfrm>
                <a:off x="885825" y="3152775"/>
                <a:ext cx="104966" cy="104966"/>
              </a:xfrm>
              <a:prstGeom prst="rect">
                <a:avLst/>
              </a:prstGeom>
              <a:solidFill>
                <a:srgbClr val="D4B4CC"/>
              </a:solidFill>
              <a:ln w="0">
                <a:noFill/>
                <a:prstDash val="solid"/>
              </a:ln>
            </p:spPr>
          </p:sp>
          <p:sp>
            <p:nvSpPr>
              <p:cNvPr id="263" name="four:scalar-input:grid-cell:262"/>
              <p:cNvSpPr>
                <a:spLocks noGrp="1"/>
              </p:cNvSpPr>
              <p:nvPr/>
            </p:nvSpPr>
            <p:spPr>
              <a:xfrm>
                <a:off x="990600" y="3152775"/>
                <a:ext cx="104966" cy="104966"/>
              </a:xfrm>
              <a:prstGeom prst="rect">
                <a:avLst/>
              </a:prstGeom>
              <a:solidFill>
                <a:srgbClr val="D4B4CC"/>
              </a:solidFill>
              <a:ln w="0">
                <a:noFill/>
                <a:prstDash val="solid"/>
              </a:ln>
            </p:spPr>
          </p:sp>
          <p:sp>
            <p:nvSpPr>
              <p:cNvPr id="264" name="four:scalar-input:grid-cell:263"/>
              <p:cNvSpPr>
                <a:spLocks noGrp="1"/>
              </p:cNvSpPr>
              <p:nvPr/>
            </p:nvSpPr>
            <p:spPr>
              <a:xfrm>
                <a:off x="1095375" y="3152775"/>
                <a:ext cx="104966" cy="104966"/>
              </a:xfrm>
              <a:prstGeom prst="rect">
                <a:avLst/>
              </a:prstGeom>
              <a:solidFill>
                <a:srgbClr val="DCE8ED"/>
              </a:solidFill>
              <a:ln w="0">
                <a:noFill/>
                <a:prstDash val="solid"/>
              </a:ln>
            </p:spPr>
          </p:sp>
          <p:sp>
            <p:nvSpPr>
              <p:cNvPr id="265" name="four:scalar-input:grid-cell:264"/>
              <p:cNvSpPr>
                <a:spLocks noGrp="1"/>
              </p:cNvSpPr>
              <p:nvPr/>
            </p:nvSpPr>
            <p:spPr>
              <a:xfrm>
                <a:off x="1200150" y="3152775"/>
                <a:ext cx="104966" cy="104966"/>
              </a:xfrm>
              <a:prstGeom prst="rect">
                <a:avLst/>
              </a:prstGeom>
              <a:solidFill>
                <a:srgbClr val="DCE8ED"/>
              </a:solidFill>
              <a:ln w="0">
                <a:noFill/>
                <a:prstDash val="solid"/>
              </a:ln>
            </p:spPr>
          </p:sp>
          <p:sp>
            <p:nvSpPr>
              <p:cNvPr id="266" name="four:scalar-input:grid-cell:265"/>
              <p:cNvSpPr>
                <a:spLocks noGrp="1"/>
              </p:cNvSpPr>
              <p:nvPr/>
            </p:nvSpPr>
            <p:spPr>
              <a:xfrm>
                <a:off x="1304925" y="3152775"/>
                <a:ext cx="104966" cy="104966"/>
              </a:xfrm>
              <a:prstGeom prst="rect">
                <a:avLst/>
              </a:prstGeom>
              <a:solidFill>
                <a:srgbClr val="81C9BA"/>
              </a:solidFill>
              <a:ln w="0">
                <a:noFill/>
                <a:prstDash val="solid"/>
              </a:ln>
            </p:spPr>
          </p:sp>
          <p:sp>
            <p:nvSpPr>
              <p:cNvPr id="267" name="four:scalar-input:grid-cell:266"/>
              <p:cNvSpPr>
                <a:spLocks noGrp="1"/>
              </p:cNvSpPr>
              <p:nvPr/>
            </p:nvSpPr>
            <p:spPr>
              <a:xfrm>
                <a:off x="1409700" y="3152775"/>
                <a:ext cx="104966" cy="104966"/>
              </a:xfrm>
              <a:prstGeom prst="rect">
                <a:avLst/>
              </a:prstGeom>
              <a:solidFill>
                <a:srgbClr val="81C9BA"/>
              </a:solidFill>
              <a:ln w="0">
                <a:noFill/>
                <a:prstDash val="solid"/>
              </a:ln>
            </p:spPr>
          </p:sp>
          <p:sp>
            <p:nvSpPr>
              <p:cNvPr id="268" name="four:scalar-input:grid-cell:267"/>
              <p:cNvSpPr>
                <a:spLocks noGrp="1"/>
              </p:cNvSpPr>
              <p:nvPr/>
            </p:nvSpPr>
            <p:spPr>
              <a:xfrm>
                <a:off x="1514475" y="3152775"/>
                <a:ext cx="104966" cy="104966"/>
              </a:xfrm>
              <a:prstGeom prst="rect">
                <a:avLst/>
              </a:prstGeom>
              <a:solidFill>
                <a:srgbClr val="81C9BA"/>
              </a:solidFill>
              <a:ln w="0">
                <a:noFill/>
                <a:prstDash val="solid"/>
              </a:ln>
            </p:spPr>
          </p:sp>
          <p:sp>
            <p:nvSpPr>
              <p:cNvPr id="269" name="four:scalar-input:grid-cell:268"/>
              <p:cNvSpPr>
                <a:spLocks noGrp="1"/>
              </p:cNvSpPr>
              <p:nvPr/>
            </p:nvSpPr>
            <p:spPr>
              <a:xfrm>
                <a:off x="1619250" y="3152775"/>
                <a:ext cx="104966" cy="104966"/>
              </a:xfrm>
              <a:prstGeom prst="rect">
                <a:avLst/>
              </a:prstGeom>
              <a:solidFill>
                <a:srgbClr val="81C9BA"/>
              </a:solidFill>
              <a:ln w="0">
                <a:noFill/>
                <a:prstDash val="solid"/>
              </a:ln>
            </p:spPr>
          </p:sp>
          <p:sp>
            <p:nvSpPr>
              <p:cNvPr id="270" name="four:scalar-input:grid-cell:269"/>
              <p:cNvSpPr>
                <a:spLocks noGrp="1"/>
              </p:cNvSpPr>
              <p:nvPr/>
            </p:nvSpPr>
            <p:spPr>
              <a:xfrm>
                <a:off x="1724025" y="3152775"/>
                <a:ext cx="104966" cy="104966"/>
              </a:xfrm>
              <a:prstGeom prst="rect">
                <a:avLst/>
              </a:prstGeom>
              <a:solidFill>
                <a:srgbClr val="81C9BA"/>
              </a:solidFill>
              <a:ln w="0">
                <a:noFill/>
                <a:prstDash val="solid"/>
              </a:ln>
            </p:spPr>
          </p:sp>
          <p:sp>
            <p:nvSpPr>
              <p:cNvPr id="271" name="four:scalar-input:grid-cell:270"/>
              <p:cNvSpPr>
                <a:spLocks noGrp="1"/>
              </p:cNvSpPr>
              <p:nvPr/>
            </p:nvSpPr>
            <p:spPr>
              <a:xfrm>
                <a:off x="1828800" y="3152775"/>
                <a:ext cx="104966" cy="104966"/>
              </a:xfrm>
              <a:prstGeom prst="rect">
                <a:avLst/>
              </a:prstGeom>
              <a:solidFill>
                <a:srgbClr val="81C9BA"/>
              </a:solidFill>
              <a:ln w="0">
                <a:noFill/>
                <a:prstDash val="solid"/>
              </a:ln>
            </p:spPr>
          </p:sp>
          <p:sp>
            <p:nvSpPr>
              <p:cNvPr id="272" name="four:scalar-input:grid-cell:271"/>
              <p:cNvSpPr>
                <a:spLocks noGrp="1"/>
              </p:cNvSpPr>
              <p:nvPr/>
            </p:nvSpPr>
            <p:spPr>
              <a:xfrm>
                <a:off x="1933575" y="3152775"/>
                <a:ext cx="104966" cy="104966"/>
              </a:xfrm>
              <a:prstGeom prst="rect">
                <a:avLst/>
              </a:prstGeom>
              <a:solidFill>
                <a:srgbClr val="81C9BA"/>
              </a:solidFill>
              <a:ln w="0">
                <a:noFill/>
                <a:prstDash val="solid"/>
              </a:ln>
            </p:spPr>
          </p:sp>
          <p:sp>
            <p:nvSpPr>
              <p:cNvPr id="273" name="four:scalar-input:grid-cell:272"/>
              <p:cNvSpPr>
                <a:spLocks noGrp="1"/>
              </p:cNvSpPr>
              <p:nvPr/>
            </p:nvSpPr>
            <p:spPr>
              <a:xfrm>
                <a:off x="2038350" y="3152775"/>
                <a:ext cx="104966" cy="104966"/>
              </a:xfrm>
              <a:prstGeom prst="rect">
                <a:avLst/>
              </a:prstGeom>
              <a:solidFill>
                <a:srgbClr val="81C9BA"/>
              </a:solidFill>
              <a:ln w="0">
                <a:noFill/>
                <a:prstDash val="solid"/>
              </a:ln>
            </p:spPr>
          </p:sp>
          <p:sp>
            <p:nvSpPr>
              <p:cNvPr id="274" name="four:scalar-input:grid-cell:273"/>
              <p:cNvSpPr>
                <a:spLocks noGrp="1"/>
              </p:cNvSpPr>
              <p:nvPr/>
            </p:nvSpPr>
            <p:spPr>
              <a:xfrm>
                <a:off x="2143125" y="3152775"/>
                <a:ext cx="104966" cy="104966"/>
              </a:xfrm>
              <a:prstGeom prst="rect">
                <a:avLst/>
              </a:prstGeom>
              <a:solidFill>
                <a:srgbClr val="81C9BA"/>
              </a:solidFill>
              <a:ln w="0">
                <a:noFill/>
                <a:prstDash val="solid"/>
              </a:ln>
            </p:spPr>
          </p:sp>
          <p:sp>
            <p:nvSpPr>
              <p:cNvPr id="275" name="four:scalar-input:grid-cell:274"/>
              <p:cNvSpPr>
                <a:spLocks noGrp="1"/>
              </p:cNvSpPr>
              <p:nvPr/>
            </p:nvSpPr>
            <p:spPr>
              <a:xfrm>
                <a:off x="2247900" y="3152775"/>
                <a:ext cx="104966" cy="104966"/>
              </a:xfrm>
              <a:prstGeom prst="rect">
                <a:avLst/>
              </a:prstGeom>
              <a:solidFill>
                <a:srgbClr val="81C9BA"/>
              </a:solidFill>
              <a:ln w="0">
                <a:noFill/>
                <a:prstDash val="solid"/>
              </a:ln>
            </p:spPr>
          </p:sp>
          <p:sp>
            <p:nvSpPr>
              <p:cNvPr id="276" name="four:scalar-input:grid-cell:275"/>
              <p:cNvSpPr>
                <a:spLocks noGrp="1"/>
              </p:cNvSpPr>
              <p:nvPr/>
            </p:nvSpPr>
            <p:spPr>
              <a:xfrm>
                <a:off x="2352675" y="3152775"/>
                <a:ext cx="104966" cy="104966"/>
              </a:xfrm>
              <a:prstGeom prst="rect">
                <a:avLst/>
              </a:prstGeom>
              <a:solidFill>
                <a:srgbClr val="DCE8ED"/>
              </a:solidFill>
              <a:ln w="0">
                <a:noFill/>
                <a:prstDash val="solid"/>
              </a:ln>
            </p:spPr>
          </p:sp>
          <p:sp>
            <p:nvSpPr>
              <p:cNvPr id="277" name="four:scalar-input:grid-cell:276"/>
              <p:cNvSpPr>
                <a:spLocks noGrp="1"/>
              </p:cNvSpPr>
              <p:nvPr/>
            </p:nvSpPr>
            <p:spPr>
              <a:xfrm>
                <a:off x="361950" y="3257550"/>
                <a:ext cx="104966" cy="104966"/>
              </a:xfrm>
              <a:prstGeom prst="rect">
                <a:avLst/>
              </a:prstGeom>
              <a:solidFill>
                <a:srgbClr val="D4B4CC"/>
              </a:solidFill>
              <a:ln w="0">
                <a:noFill/>
                <a:prstDash val="solid"/>
              </a:ln>
            </p:spPr>
          </p:sp>
          <p:sp>
            <p:nvSpPr>
              <p:cNvPr id="278" name="four:scalar-input:grid-cell:277"/>
              <p:cNvSpPr>
                <a:spLocks noGrp="1"/>
              </p:cNvSpPr>
              <p:nvPr/>
            </p:nvSpPr>
            <p:spPr>
              <a:xfrm>
                <a:off x="466725" y="3257550"/>
                <a:ext cx="104966" cy="104966"/>
              </a:xfrm>
              <a:prstGeom prst="rect">
                <a:avLst/>
              </a:prstGeom>
              <a:solidFill>
                <a:srgbClr val="D4B4CC"/>
              </a:solidFill>
              <a:ln w="0">
                <a:noFill/>
                <a:prstDash val="solid"/>
              </a:ln>
            </p:spPr>
          </p:sp>
          <p:sp>
            <p:nvSpPr>
              <p:cNvPr id="279" name="four:scalar-input:grid-cell:278"/>
              <p:cNvSpPr>
                <a:spLocks noGrp="1"/>
              </p:cNvSpPr>
              <p:nvPr/>
            </p:nvSpPr>
            <p:spPr>
              <a:xfrm>
                <a:off x="571500" y="3257550"/>
                <a:ext cx="104966" cy="104966"/>
              </a:xfrm>
              <a:prstGeom prst="rect">
                <a:avLst/>
              </a:prstGeom>
              <a:solidFill>
                <a:srgbClr val="D4B4CC"/>
              </a:solidFill>
              <a:ln w="0">
                <a:noFill/>
                <a:prstDash val="solid"/>
              </a:ln>
            </p:spPr>
          </p:sp>
          <p:sp>
            <p:nvSpPr>
              <p:cNvPr id="280" name="four:scalar-input:grid-cell:279"/>
              <p:cNvSpPr>
                <a:spLocks noGrp="1"/>
              </p:cNvSpPr>
              <p:nvPr/>
            </p:nvSpPr>
            <p:spPr>
              <a:xfrm>
                <a:off x="676275" y="3257550"/>
                <a:ext cx="104966" cy="104966"/>
              </a:xfrm>
              <a:prstGeom prst="rect">
                <a:avLst/>
              </a:prstGeom>
              <a:solidFill>
                <a:srgbClr val="D4B4CC"/>
              </a:solidFill>
              <a:ln w="0">
                <a:noFill/>
                <a:prstDash val="solid"/>
              </a:ln>
            </p:spPr>
          </p:sp>
          <p:sp>
            <p:nvSpPr>
              <p:cNvPr id="281" name="four:scalar-input:grid-cell:280"/>
              <p:cNvSpPr>
                <a:spLocks noGrp="1"/>
              </p:cNvSpPr>
              <p:nvPr/>
            </p:nvSpPr>
            <p:spPr>
              <a:xfrm>
                <a:off x="781050" y="3257550"/>
                <a:ext cx="104966" cy="104966"/>
              </a:xfrm>
              <a:prstGeom prst="rect">
                <a:avLst/>
              </a:prstGeom>
              <a:solidFill>
                <a:srgbClr val="D4B4CC"/>
              </a:solidFill>
              <a:ln w="0">
                <a:noFill/>
                <a:prstDash val="solid"/>
              </a:ln>
            </p:spPr>
          </p:sp>
          <p:sp>
            <p:nvSpPr>
              <p:cNvPr id="282" name="four:scalar-input:grid-cell:281"/>
              <p:cNvSpPr>
                <a:spLocks noGrp="1"/>
              </p:cNvSpPr>
              <p:nvPr/>
            </p:nvSpPr>
            <p:spPr>
              <a:xfrm>
                <a:off x="885825" y="3257550"/>
                <a:ext cx="104966" cy="104966"/>
              </a:xfrm>
              <a:prstGeom prst="rect">
                <a:avLst/>
              </a:prstGeom>
              <a:solidFill>
                <a:srgbClr val="DCE8ED"/>
              </a:solidFill>
              <a:ln w="0">
                <a:noFill/>
                <a:prstDash val="solid"/>
              </a:ln>
            </p:spPr>
          </p:sp>
          <p:sp>
            <p:nvSpPr>
              <p:cNvPr id="283" name="four:scalar-input:grid-cell:282"/>
              <p:cNvSpPr>
                <a:spLocks noGrp="1"/>
              </p:cNvSpPr>
              <p:nvPr/>
            </p:nvSpPr>
            <p:spPr>
              <a:xfrm>
                <a:off x="990600" y="3257550"/>
                <a:ext cx="104966" cy="104966"/>
              </a:xfrm>
              <a:prstGeom prst="rect">
                <a:avLst/>
              </a:prstGeom>
              <a:solidFill>
                <a:srgbClr val="DCE8ED"/>
              </a:solidFill>
              <a:ln w="0">
                <a:noFill/>
                <a:prstDash val="solid"/>
              </a:ln>
            </p:spPr>
          </p:sp>
          <p:sp>
            <p:nvSpPr>
              <p:cNvPr id="284" name="four:scalar-input:grid-cell:283"/>
              <p:cNvSpPr>
                <a:spLocks noGrp="1"/>
              </p:cNvSpPr>
              <p:nvPr/>
            </p:nvSpPr>
            <p:spPr>
              <a:xfrm>
                <a:off x="1095375" y="3257550"/>
                <a:ext cx="104966" cy="104966"/>
              </a:xfrm>
              <a:prstGeom prst="rect">
                <a:avLst/>
              </a:prstGeom>
              <a:solidFill>
                <a:srgbClr val="81C9BA"/>
              </a:solidFill>
              <a:ln w="0">
                <a:noFill/>
                <a:prstDash val="solid"/>
              </a:ln>
            </p:spPr>
          </p:sp>
          <p:sp>
            <p:nvSpPr>
              <p:cNvPr id="285" name="four:scalar-input:grid-cell:284"/>
              <p:cNvSpPr>
                <a:spLocks noGrp="1"/>
              </p:cNvSpPr>
              <p:nvPr/>
            </p:nvSpPr>
            <p:spPr>
              <a:xfrm>
                <a:off x="1200150" y="3257550"/>
                <a:ext cx="104966" cy="104966"/>
              </a:xfrm>
              <a:prstGeom prst="rect">
                <a:avLst/>
              </a:prstGeom>
              <a:solidFill>
                <a:srgbClr val="81C9BA"/>
              </a:solidFill>
              <a:ln w="0">
                <a:noFill/>
                <a:prstDash val="solid"/>
              </a:ln>
            </p:spPr>
          </p:sp>
          <p:sp>
            <p:nvSpPr>
              <p:cNvPr id="286" name="four:scalar-input:grid-cell:285"/>
              <p:cNvSpPr>
                <a:spLocks noGrp="1"/>
              </p:cNvSpPr>
              <p:nvPr/>
            </p:nvSpPr>
            <p:spPr>
              <a:xfrm>
                <a:off x="1304925" y="3257550"/>
                <a:ext cx="104966" cy="104966"/>
              </a:xfrm>
              <a:prstGeom prst="rect">
                <a:avLst/>
              </a:prstGeom>
              <a:solidFill>
                <a:srgbClr val="81C9BA"/>
              </a:solidFill>
              <a:ln w="0">
                <a:noFill/>
                <a:prstDash val="solid"/>
              </a:ln>
            </p:spPr>
          </p:sp>
          <p:sp>
            <p:nvSpPr>
              <p:cNvPr id="287" name="four:scalar-input:grid-cell:286"/>
              <p:cNvSpPr>
                <a:spLocks noGrp="1"/>
              </p:cNvSpPr>
              <p:nvPr/>
            </p:nvSpPr>
            <p:spPr>
              <a:xfrm>
                <a:off x="1409700" y="3257550"/>
                <a:ext cx="104966" cy="104966"/>
              </a:xfrm>
              <a:prstGeom prst="rect">
                <a:avLst/>
              </a:prstGeom>
              <a:solidFill>
                <a:srgbClr val="81C9BA"/>
              </a:solidFill>
              <a:ln w="0">
                <a:noFill/>
                <a:prstDash val="solid"/>
              </a:ln>
            </p:spPr>
          </p:sp>
          <p:sp>
            <p:nvSpPr>
              <p:cNvPr id="288" name="four:scalar-input:grid-cell:287"/>
              <p:cNvSpPr>
                <a:spLocks noGrp="1"/>
              </p:cNvSpPr>
              <p:nvPr/>
            </p:nvSpPr>
            <p:spPr>
              <a:xfrm>
                <a:off x="1514475" y="3257550"/>
                <a:ext cx="104966" cy="104966"/>
              </a:xfrm>
              <a:prstGeom prst="rect">
                <a:avLst/>
              </a:prstGeom>
              <a:solidFill>
                <a:srgbClr val="81C9BA"/>
              </a:solidFill>
              <a:ln w="0">
                <a:noFill/>
                <a:prstDash val="solid"/>
              </a:ln>
            </p:spPr>
          </p:sp>
          <p:sp>
            <p:nvSpPr>
              <p:cNvPr id="289" name="four:scalar-input:grid-cell:288"/>
              <p:cNvSpPr>
                <a:spLocks noGrp="1"/>
              </p:cNvSpPr>
              <p:nvPr/>
            </p:nvSpPr>
            <p:spPr>
              <a:xfrm>
                <a:off x="1619250" y="3257550"/>
                <a:ext cx="104966" cy="104966"/>
              </a:xfrm>
              <a:prstGeom prst="rect">
                <a:avLst/>
              </a:prstGeom>
              <a:solidFill>
                <a:srgbClr val="81C9BA"/>
              </a:solidFill>
              <a:ln w="0">
                <a:noFill/>
                <a:prstDash val="solid"/>
              </a:ln>
            </p:spPr>
          </p:sp>
          <p:sp>
            <p:nvSpPr>
              <p:cNvPr id="290" name="four:scalar-input:grid-cell:289"/>
              <p:cNvSpPr>
                <a:spLocks noGrp="1"/>
              </p:cNvSpPr>
              <p:nvPr/>
            </p:nvSpPr>
            <p:spPr>
              <a:xfrm>
                <a:off x="1724025" y="3257550"/>
                <a:ext cx="104966" cy="104966"/>
              </a:xfrm>
              <a:prstGeom prst="rect">
                <a:avLst/>
              </a:prstGeom>
              <a:solidFill>
                <a:srgbClr val="81C9BA"/>
              </a:solidFill>
              <a:ln w="0">
                <a:noFill/>
                <a:prstDash val="solid"/>
              </a:ln>
            </p:spPr>
          </p:sp>
          <p:sp>
            <p:nvSpPr>
              <p:cNvPr id="291" name="four:scalar-input:grid-cell:290"/>
              <p:cNvSpPr>
                <a:spLocks noGrp="1"/>
              </p:cNvSpPr>
              <p:nvPr/>
            </p:nvSpPr>
            <p:spPr>
              <a:xfrm>
                <a:off x="1828800" y="3257550"/>
                <a:ext cx="104966" cy="104966"/>
              </a:xfrm>
              <a:prstGeom prst="rect">
                <a:avLst/>
              </a:prstGeom>
              <a:solidFill>
                <a:srgbClr val="009E73"/>
              </a:solidFill>
              <a:ln w="0">
                <a:noFill/>
                <a:prstDash val="solid"/>
              </a:ln>
            </p:spPr>
          </p:sp>
          <p:sp>
            <p:nvSpPr>
              <p:cNvPr id="292" name="four:scalar-input:grid-cell:291"/>
              <p:cNvSpPr>
                <a:spLocks noGrp="1"/>
              </p:cNvSpPr>
              <p:nvPr/>
            </p:nvSpPr>
            <p:spPr>
              <a:xfrm>
                <a:off x="1933575" y="3257550"/>
                <a:ext cx="104966" cy="104966"/>
              </a:xfrm>
              <a:prstGeom prst="rect">
                <a:avLst/>
              </a:prstGeom>
              <a:solidFill>
                <a:srgbClr val="81C9BA"/>
              </a:solidFill>
              <a:ln w="0">
                <a:noFill/>
                <a:prstDash val="solid"/>
              </a:ln>
            </p:spPr>
          </p:sp>
          <p:sp>
            <p:nvSpPr>
              <p:cNvPr id="293" name="four:scalar-input:grid-cell:292"/>
              <p:cNvSpPr>
                <a:spLocks noGrp="1"/>
              </p:cNvSpPr>
              <p:nvPr/>
            </p:nvSpPr>
            <p:spPr>
              <a:xfrm>
                <a:off x="2038350" y="3257550"/>
                <a:ext cx="104966" cy="104966"/>
              </a:xfrm>
              <a:prstGeom prst="rect">
                <a:avLst/>
              </a:prstGeom>
              <a:solidFill>
                <a:srgbClr val="81C9BA"/>
              </a:solidFill>
              <a:ln w="0">
                <a:noFill/>
                <a:prstDash val="solid"/>
              </a:ln>
            </p:spPr>
          </p:sp>
          <p:sp>
            <p:nvSpPr>
              <p:cNvPr id="294" name="four:scalar-input:grid-cell:293"/>
              <p:cNvSpPr>
                <a:spLocks noGrp="1"/>
              </p:cNvSpPr>
              <p:nvPr/>
            </p:nvSpPr>
            <p:spPr>
              <a:xfrm>
                <a:off x="2143125" y="3257550"/>
                <a:ext cx="104966" cy="104966"/>
              </a:xfrm>
              <a:prstGeom prst="rect">
                <a:avLst/>
              </a:prstGeom>
              <a:solidFill>
                <a:srgbClr val="81C9BA"/>
              </a:solidFill>
              <a:ln w="0">
                <a:noFill/>
                <a:prstDash val="solid"/>
              </a:ln>
            </p:spPr>
          </p:sp>
          <p:sp>
            <p:nvSpPr>
              <p:cNvPr id="295" name="four:scalar-input:grid-cell:294"/>
              <p:cNvSpPr>
                <a:spLocks noGrp="1"/>
              </p:cNvSpPr>
              <p:nvPr/>
            </p:nvSpPr>
            <p:spPr>
              <a:xfrm>
                <a:off x="2247900" y="3257550"/>
                <a:ext cx="104966" cy="104966"/>
              </a:xfrm>
              <a:prstGeom prst="rect">
                <a:avLst/>
              </a:prstGeom>
              <a:solidFill>
                <a:srgbClr val="81C9BA"/>
              </a:solidFill>
              <a:ln w="0">
                <a:noFill/>
                <a:prstDash val="solid"/>
              </a:ln>
            </p:spPr>
          </p:sp>
          <p:sp>
            <p:nvSpPr>
              <p:cNvPr id="296" name="four:scalar-input:grid-cell:295"/>
              <p:cNvSpPr>
                <a:spLocks noGrp="1"/>
              </p:cNvSpPr>
              <p:nvPr/>
            </p:nvSpPr>
            <p:spPr>
              <a:xfrm>
                <a:off x="2352675" y="3257550"/>
                <a:ext cx="104966" cy="104966"/>
              </a:xfrm>
              <a:prstGeom prst="rect">
                <a:avLst/>
              </a:prstGeom>
              <a:solidFill>
                <a:srgbClr val="DCE8ED"/>
              </a:solidFill>
              <a:ln w="0">
                <a:noFill/>
                <a:prstDash val="solid"/>
              </a:ln>
            </p:spPr>
          </p:sp>
          <p:sp>
            <p:nvSpPr>
              <p:cNvPr id="297" name="four:scalar-input:grid-cell:296"/>
              <p:cNvSpPr>
                <a:spLocks noGrp="1"/>
              </p:cNvSpPr>
              <p:nvPr/>
            </p:nvSpPr>
            <p:spPr>
              <a:xfrm>
                <a:off x="361950" y="3362325"/>
                <a:ext cx="104966" cy="104966"/>
              </a:xfrm>
              <a:prstGeom prst="rect">
                <a:avLst/>
              </a:prstGeom>
              <a:solidFill>
                <a:srgbClr val="D4B4CC"/>
              </a:solidFill>
              <a:ln w="0">
                <a:noFill/>
                <a:prstDash val="solid"/>
              </a:ln>
            </p:spPr>
          </p:sp>
          <p:sp>
            <p:nvSpPr>
              <p:cNvPr id="298" name="four:scalar-input:grid-cell:297"/>
              <p:cNvSpPr>
                <a:spLocks noGrp="1"/>
              </p:cNvSpPr>
              <p:nvPr/>
            </p:nvSpPr>
            <p:spPr>
              <a:xfrm>
                <a:off x="466725" y="3362325"/>
                <a:ext cx="104966" cy="104966"/>
              </a:xfrm>
              <a:prstGeom prst="rect">
                <a:avLst/>
              </a:prstGeom>
              <a:solidFill>
                <a:srgbClr val="D4B4CC"/>
              </a:solidFill>
              <a:ln w="0">
                <a:noFill/>
                <a:prstDash val="solid"/>
              </a:ln>
            </p:spPr>
          </p:sp>
          <p:sp>
            <p:nvSpPr>
              <p:cNvPr id="299" name="four:scalar-input:grid-cell:298"/>
              <p:cNvSpPr>
                <a:spLocks noGrp="1"/>
              </p:cNvSpPr>
              <p:nvPr/>
            </p:nvSpPr>
            <p:spPr>
              <a:xfrm>
                <a:off x="571500" y="3362325"/>
                <a:ext cx="104966" cy="104966"/>
              </a:xfrm>
              <a:prstGeom prst="rect">
                <a:avLst/>
              </a:prstGeom>
              <a:solidFill>
                <a:srgbClr val="D4B4CC"/>
              </a:solidFill>
              <a:ln w="0">
                <a:noFill/>
                <a:prstDash val="solid"/>
              </a:ln>
            </p:spPr>
          </p:sp>
          <p:sp>
            <p:nvSpPr>
              <p:cNvPr id="300" name="four:scalar-input:grid-cell:299"/>
              <p:cNvSpPr>
                <a:spLocks noGrp="1"/>
              </p:cNvSpPr>
              <p:nvPr/>
            </p:nvSpPr>
            <p:spPr>
              <a:xfrm>
                <a:off x="676275" y="3362325"/>
                <a:ext cx="104966" cy="104966"/>
              </a:xfrm>
              <a:prstGeom prst="rect">
                <a:avLst/>
              </a:prstGeom>
              <a:solidFill>
                <a:srgbClr val="DCE8ED"/>
              </a:solidFill>
              <a:ln w="0">
                <a:noFill/>
                <a:prstDash val="solid"/>
              </a:ln>
            </p:spPr>
          </p:sp>
          <p:sp>
            <p:nvSpPr>
              <p:cNvPr id="301" name="four:scalar-input:grid-cell:300"/>
              <p:cNvSpPr>
                <a:spLocks noGrp="1"/>
              </p:cNvSpPr>
              <p:nvPr/>
            </p:nvSpPr>
            <p:spPr>
              <a:xfrm>
                <a:off x="781050" y="3362325"/>
                <a:ext cx="104966" cy="104966"/>
              </a:xfrm>
              <a:prstGeom prst="rect">
                <a:avLst/>
              </a:prstGeom>
              <a:solidFill>
                <a:srgbClr val="DCE8ED"/>
              </a:solidFill>
              <a:ln w="0">
                <a:noFill/>
                <a:prstDash val="solid"/>
              </a:ln>
            </p:spPr>
          </p:sp>
          <p:sp>
            <p:nvSpPr>
              <p:cNvPr id="302" name="four:scalar-input:grid-cell:301"/>
              <p:cNvSpPr>
                <a:spLocks noGrp="1"/>
              </p:cNvSpPr>
              <p:nvPr/>
            </p:nvSpPr>
            <p:spPr>
              <a:xfrm>
                <a:off x="885825" y="3362325"/>
                <a:ext cx="104966" cy="104966"/>
              </a:xfrm>
              <a:prstGeom prst="rect">
                <a:avLst/>
              </a:prstGeom>
              <a:solidFill>
                <a:srgbClr val="81C9BA"/>
              </a:solidFill>
              <a:ln w="0">
                <a:noFill/>
                <a:prstDash val="solid"/>
              </a:ln>
            </p:spPr>
          </p:sp>
          <p:sp>
            <p:nvSpPr>
              <p:cNvPr id="303" name="four:scalar-input:grid-cell:302"/>
              <p:cNvSpPr>
                <a:spLocks noGrp="1"/>
              </p:cNvSpPr>
              <p:nvPr/>
            </p:nvSpPr>
            <p:spPr>
              <a:xfrm>
                <a:off x="990600" y="3362325"/>
                <a:ext cx="104966" cy="104966"/>
              </a:xfrm>
              <a:prstGeom prst="rect">
                <a:avLst/>
              </a:prstGeom>
              <a:solidFill>
                <a:srgbClr val="81C9BA"/>
              </a:solidFill>
              <a:ln w="0">
                <a:noFill/>
                <a:prstDash val="solid"/>
              </a:ln>
            </p:spPr>
          </p:sp>
          <p:sp>
            <p:nvSpPr>
              <p:cNvPr id="304" name="four:scalar-input:grid-cell:303"/>
              <p:cNvSpPr>
                <a:spLocks noGrp="1"/>
              </p:cNvSpPr>
              <p:nvPr/>
            </p:nvSpPr>
            <p:spPr>
              <a:xfrm>
                <a:off x="1095375" y="3362325"/>
                <a:ext cx="104966" cy="104966"/>
              </a:xfrm>
              <a:prstGeom prst="rect">
                <a:avLst/>
              </a:prstGeom>
              <a:solidFill>
                <a:srgbClr val="81C9BA"/>
              </a:solidFill>
              <a:ln w="0">
                <a:noFill/>
                <a:prstDash val="solid"/>
              </a:ln>
            </p:spPr>
          </p:sp>
          <p:sp>
            <p:nvSpPr>
              <p:cNvPr id="305" name="four:scalar-input:grid-cell:304"/>
              <p:cNvSpPr>
                <a:spLocks noGrp="1"/>
              </p:cNvSpPr>
              <p:nvPr/>
            </p:nvSpPr>
            <p:spPr>
              <a:xfrm>
                <a:off x="1200150" y="3362325"/>
                <a:ext cx="104966" cy="104966"/>
              </a:xfrm>
              <a:prstGeom prst="rect">
                <a:avLst/>
              </a:prstGeom>
              <a:solidFill>
                <a:srgbClr val="81C9BA"/>
              </a:solidFill>
              <a:ln w="0">
                <a:noFill/>
                <a:prstDash val="solid"/>
              </a:ln>
            </p:spPr>
          </p:sp>
          <p:sp>
            <p:nvSpPr>
              <p:cNvPr id="306" name="four:scalar-input:grid-cell:305"/>
              <p:cNvSpPr>
                <a:spLocks noGrp="1"/>
              </p:cNvSpPr>
              <p:nvPr/>
            </p:nvSpPr>
            <p:spPr>
              <a:xfrm>
                <a:off x="1304925" y="3362325"/>
                <a:ext cx="104966" cy="104966"/>
              </a:xfrm>
              <a:prstGeom prst="rect">
                <a:avLst/>
              </a:prstGeom>
              <a:solidFill>
                <a:srgbClr val="81C9BA"/>
              </a:solidFill>
              <a:ln w="0">
                <a:noFill/>
                <a:prstDash val="solid"/>
              </a:ln>
            </p:spPr>
          </p:sp>
          <p:sp>
            <p:nvSpPr>
              <p:cNvPr id="307" name="four:scalar-input:grid-cell:306"/>
              <p:cNvSpPr>
                <a:spLocks noGrp="1"/>
              </p:cNvSpPr>
              <p:nvPr/>
            </p:nvSpPr>
            <p:spPr>
              <a:xfrm>
                <a:off x="1409700" y="3362325"/>
                <a:ext cx="104966" cy="104966"/>
              </a:xfrm>
              <a:prstGeom prst="rect">
                <a:avLst/>
              </a:prstGeom>
              <a:solidFill>
                <a:srgbClr val="81C9BA"/>
              </a:solidFill>
              <a:ln w="0">
                <a:noFill/>
                <a:prstDash val="solid"/>
              </a:ln>
            </p:spPr>
          </p:sp>
          <p:sp>
            <p:nvSpPr>
              <p:cNvPr id="308" name="four:scalar-input:grid-cell:307"/>
              <p:cNvSpPr>
                <a:spLocks noGrp="1"/>
              </p:cNvSpPr>
              <p:nvPr/>
            </p:nvSpPr>
            <p:spPr>
              <a:xfrm>
                <a:off x="1514475" y="3362325"/>
                <a:ext cx="104966" cy="104966"/>
              </a:xfrm>
              <a:prstGeom prst="rect">
                <a:avLst/>
              </a:prstGeom>
              <a:solidFill>
                <a:srgbClr val="81C9BA"/>
              </a:solidFill>
              <a:ln w="0">
                <a:noFill/>
                <a:prstDash val="solid"/>
              </a:ln>
            </p:spPr>
          </p:sp>
          <p:sp>
            <p:nvSpPr>
              <p:cNvPr id="309" name="four:scalar-input:grid-cell:308"/>
              <p:cNvSpPr>
                <a:spLocks noGrp="1"/>
              </p:cNvSpPr>
              <p:nvPr/>
            </p:nvSpPr>
            <p:spPr>
              <a:xfrm>
                <a:off x="1619250" y="3362325"/>
                <a:ext cx="104966" cy="104966"/>
              </a:xfrm>
              <a:prstGeom prst="rect">
                <a:avLst/>
              </a:prstGeom>
              <a:solidFill>
                <a:srgbClr val="81C9BA"/>
              </a:solidFill>
              <a:ln w="0">
                <a:noFill/>
                <a:prstDash val="solid"/>
              </a:ln>
            </p:spPr>
          </p:sp>
          <p:sp>
            <p:nvSpPr>
              <p:cNvPr id="310" name="four:scalar-input:grid-cell:309"/>
              <p:cNvSpPr>
                <a:spLocks noGrp="1"/>
              </p:cNvSpPr>
              <p:nvPr/>
            </p:nvSpPr>
            <p:spPr>
              <a:xfrm>
                <a:off x="1724025" y="3362325"/>
                <a:ext cx="104966" cy="104966"/>
              </a:xfrm>
              <a:prstGeom prst="rect">
                <a:avLst/>
              </a:prstGeom>
              <a:solidFill>
                <a:srgbClr val="009E73"/>
              </a:solidFill>
              <a:ln w="0">
                <a:noFill/>
                <a:prstDash val="solid"/>
              </a:ln>
            </p:spPr>
          </p:sp>
          <p:sp>
            <p:nvSpPr>
              <p:cNvPr id="311" name="four:scalar-input:grid-cell:310"/>
              <p:cNvSpPr>
                <a:spLocks noGrp="1"/>
              </p:cNvSpPr>
              <p:nvPr/>
            </p:nvSpPr>
            <p:spPr>
              <a:xfrm>
                <a:off x="1828800" y="3362325"/>
                <a:ext cx="104966" cy="104966"/>
              </a:xfrm>
              <a:prstGeom prst="rect">
                <a:avLst/>
              </a:prstGeom>
              <a:solidFill>
                <a:srgbClr val="009E73"/>
              </a:solidFill>
              <a:ln w="0">
                <a:noFill/>
                <a:prstDash val="solid"/>
              </a:ln>
            </p:spPr>
          </p:sp>
          <p:sp>
            <p:nvSpPr>
              <p:cNvPr id="312" name="four:scalar-input:grid-cell:311"/>
              <p:cNvSpPr>
                <a:spLocks noGrp="1"/>
              </p:cNvSpPr>
              <p:nvPr/>
            </p:nvSpPr>
            <p:spPr>
              <a:xfrm>
                <a:off x="1933575" y="3362325"/>
                <a:ext cx="104966" cy="104966"/>
              </a:xfrm>
              <a:prstGeom prst="rect">
                <a:avLst/>
              </a:prstGeom>
              <a:solidFill>
                <a:srgbClr val="009E73"/>
              </a:solidFill>
              <a:ln w="0">
                <a:noFill/>
                <a:prstDash val="solid"/>
              </a:ln>
            </p:spPr>
          </p:sp>
          <p:sp>
            <p:nvSpPr>
              <p:cNvPr id="313" name="four:scalar-input:grid-cell:312"/>
              <p:cNvSpPr>
                <a:spLocks noGrp="1"/>
              </p:cNvSpPr>
              <p:nvPr/>
            </p:nvSpPr>
            <p:spPr>
              <a:xfrm>
                <a:off x="2038350" y="3362325"/>
                <a:ext cx="104966" cy="104966"/>
              </a:xfrm>
              <a:prstGeom prst="rect">
                <a:avLst/>
              </a:prstGeom>
              <a:solidFill>
                <a:srgbClr val="009E73"/>
              </a:solidFill>
              <a:ln w="0">
                <a:noFill/>
                <a:prstDash val="solid"/>
              </a:ln>
            </p:spPr>
          </p:sp>
          <p:sp>
            <p:nvSpPr>
              <p:cNvPr id="314" name="four:scalar-input:grid-cell:313"/>
              <p:cNvSpPr>
                <a:spLocks noGrp="1"/>
              </p:cNvSpPr>
              <p:nvPr/>
            </p:nvSpPr>
            <p:spPr>
              <a:xfrm>
                <a:off x="2143125" y="3362325"/>
                <a:ext cx="104966" cy="104966"/>
              </a:xfrm>
              <a:prstGeom prst="rect">
                <a:avLst/>
              </a:prstGeom>
              <a:solidFill>
                <a:srgbClr val="81C9BA"/>
              </a:solidFill>
              <a:ln w="0">
                <a:noFill/>
                <a:prstDash val="solid"/>
              </a:ln>
            </p:spPr>
          </p:sp>
          <p:sp>
            <p:nvSpPr>
              <p:cNvPr id="315" name="four:scalar-input:grid-cell:314"/>
              <p:cNvSpPr>
                <a:spLocks noGrp="1"/>
              </p:cNvSpPr>
              <p:nvPr/>
            </p:nvSpPr>
            <p:spPr>
              <a:xfrm>
                <a:off x="2247900" y="3362325"/>
                <a:ext cx="104966" cy="104966"/>
              </a:xfrm>
              <a:prstGeom prst="rect">
                <a:avLst/>
              </a:prstGeom>
              <a:solidFill>
                <a:srgbClr val="81C9BA"/>
              </a:solidFill>
              <a:ln w="0">
                <a:noFill/>
                <a:prstDash val="solid"/>
              </a:ln>
            </p:spPr>
          </p:sp>
          <p:sp>
            <p:nvSpPr>
              <p:cNvPr id="316" name="four:scalar-input:grid-cell:315"/>
              <p:cNvSpPr>
                <a:spLocks noGrp="1"/>
              </p:cNvSpPr>
              <p:nvPr/>
            </p:nvSpPr>
            <p:spPr>
              <a:xfrm>
                <a:off x="2352675" y="3362325"/>
                <a:ext cx="104966" cy="104966"/>
              </a:xfrm>
              <a:prstGeom prst="rect">
                <a:avLst/>
              </a:prstGeom>
              <a:solidFill>
                <a:srgbClr val="81C9BA"/>
              </a:solidFill>
              <a:ln w="0">
                <a:noFill/>
                <a:prstDash val="solid"/>
              </a:ln>
            </p:spPr>
          </p:sp>
          <p:sp>
            <p:nvSpPr>
              <p:cNvPr id="317" name="four:scalar-input:grid-cell:316"/>
              <p:cNvSpPr>
                <a:spLocks noGrp="1"/>
              </p:cNvSpPr>
              <p:nvPr/>
            </p:nvSpPr>
            <p:spPr>
              <a:xfrm>
                <a:off x="361950" y="3467100"/>
                <a:ext cx="104966" cy="104966"/>
              </a:xfrm>
              <a:prstGeom prst="rect">
                <a:avLst/>
              </a:prstGeom>
              <a:solidFill>
                <a:srgbClr val="DCE8ED"/>
              </a:solidFill>
              <a:ln w="0">
                <a:noFill/>
                <a:prstDash val="solid"/>
              </a:ln>
            </p:spPr>
          </p:sp>
          <p:sp>
            <p:nvSpPr>
              <p:cNvPr id="318" name="four:scalar-input:grid-cell:317"/>
              <p:cNvSpPr>
                <a:spLocks noGrp="1"/>
              </p:cNvSpPr>
              <p:nvPr/>
            </p:nvSpPr>
            <p:spPr>
              <a:xfrm>
                <a:off x="466725" y="3467100"/>
                <a:ext cx="104966" cy="104966"/>
              </a:xfrm>
              <a:prstGeom prst="rect">
                <a:avLst/>
              </a:prstGeom>
              <a:solidFill>
                <a:srgbClr val="DCE8ED"/>
              </a:solidFill>
              <a:ln w="0">
                <a:noFill/>
                <a:prstDash val="solid"/>
              </a:ln>
            </p:spPr>
          </p:sp>
          <p:sp>
            <p:nvSpPr>
              <p:cNvPr id="319" name="four:scalar-input:grid-cell:318"/>
              <p:cNvSpPr>
                <a:spLocks noGrp="1"/>
              </p:cNvSpPr>
              <p:nvPr/>
            </p:nvSpPr>
            <p:spPr>
              <a:xfrm>
                <a:off x="571500" y="3467100"/>
                <a:ext cx="104966" cy="104966"/>
              </a:xfrm>
              <a:prstGeom prst="rect">
                <a:avLst/>
              </a:prstGeom>
              <a:solidFill>
                <a:srgbClr val="DCE8ED"/>
              </a:solidFill>
              <a:ln w="0">
                <a:noFill/>
                <a:prstDash val="solid"/>
              </a:ln>
            </p:spPr>
          </p:sp>
          <p:sp>
            <p:nvSpPr>
              <p:cNvPr id="320" name="four:scalar-input:grid-cell:319"/>
              <p:cNvSpPr>
                <a:spLocks noGrp="1"/>
              </p:cNvSpPr>
              <p:nvPr/>
            </p:nvSpPr>
            <p:spPr>
              <a:xfrm>
                <a:off x="676275" y="3467100"/>
                <a:ext cx="104966" cy="104966"/>
              </a:xfrm>
              <a:prstGeom prst="rect">
                <a:avLst/>
              </a:prstGeom>
              <a:solidFill>
                <a:srgbClr val="DCE8ED"/>
              </a:solidFill>
              <a:ln w="0">
                <a:noFill/>
                <a:prstDash val="solid"/>
              </a:ln>
            </p:spPr>
          </p:sp>
          <p:sp>
            <p:nvSpPr>
              <p:cNvPr id="321" name="four:scalar-input:grid-cell:320"/>
              <p:cNvSpPr>
                <a:spLocks noGrp="1"/>
              </p:cNvSpPr>
              <p:nvPr/>
            </p:nvSpPr>
            <p:spPr>
              <a:xfrm>
                <a:off x="781050" y="3467100"/>
                <a:ext cx="104966" cy="104966"/>
              </a:xfrm>
              <a:prstGeom prst="rect">
                <a:avLst/>
              </a:prstGeom>
              <a:solidFill>
                <a:srgbClr val="DCE8ED"/>
              </a:solidFill>
              <a:ln w="0">
                <a:noFill/>
                <a:prstDash val="solid"/>
              </a:ln>
            </p:spPr>
          </p:sp>
          <p:sp>
            <p:nvSpPr>
              <p:cNvPr id="322" name="four:scalar-input:grid-cell:321"/>
              <p:cNvSpPr>
                <a:spLocks noGrp="1"/>
              </p:cNvSpPr>
              <p:nvPr/>
            </p:nvSpPr>
            <p:spPr>
              <a:xfrm>
                <a:off x="885825" y="3467100"/>
                <a:ext cx="104966" cy="104966"/>
              </a:xfrm>
              <a:prstGeom prst="rect">
                <a:avLst/>
              </a:prstGeom>
              <a:solidFill>
                <a:srgbClr val="81C9BA"/>
              </a:solidFill>
              <a:ln w="0">
                <a:noFill/>
                <a:prstDash val="solid"/>
              </a:ln>
            </p:spPr>
          </p:sp>
          <p:sp>
            <p:nvSpPr>
              <p:cNvPr id="323" name="four:scalar-input:grid-cell:322"/>
              <p:cNvSpPr>
                <a:spLocks noGrp="1"/>
              </p:cNvSpPr>
              <p:nvPr/>
            </p:nvSpPr>
            <p:spPr>
              <a:xfrm>
                <a:off x="990600" y="3467100"/>
                <a:ext cx="104966" cy="104966"/>
              </a:xfrm>
              <a:prstGeom prst="rect">
                <a:avLst/>
              </a:prstGeom>
              <a:solidFill>
                <a:srgbClr val="81C9BA"/>
              </a:solidFill>
              <a:ln w="0">
                <a:noFill/>
                <a:prstDash val="solid"/>
              </a:ln>
            </p:spPr>
          </p:sp>
          <p:sp>
            <p:nvSpPr>
              <p:cNvPr id="324" name="four:scalar-input:grid-cell:323"/>
              <p:cNvSpPr>
                <a:spLocks noGrp="1"/>
              </p:cNvSpPr>
              <p:nvPr/>
            </p:nvSpPr>
            <p:spPr>
              <a:xfrm>
                <a:off x="1095375" y="3467100"/>
                <a:ext cx="104966" cy="104966"/>
              </a:xfrm>
              <a:prstGeom prst="rect">
                <a:avLst/>
              </a:prstGeom>
              <a:solidFill>
                <a:srgbClr val="81C9BA"/>
              </a:solidFill>
              <a:ln w="0">
                <a:noFill/>
                <a:prstDash val="solid"/>
              </a:ln>
            </p:spPr>
          </p:sp>
          <p:sp>
            <p:nvSpPr>
              <p:cNvPr id="325" name="four:scalar-input:grid-cell:324"/>
              <p:cNvSpPr>
                <a:spLocks noGrp="1"/>
              </p:cNvSpPr>
              <p:nvPr/>
            </p:nvSpPr>
            <p:spPr>
              <a:xfrm>
                <a:off x="1200150" y="3467100"/>
                <a:ext cx="104966" cy="104966"/>
              </a:xfrm>
              <a:prstGeom prst="rect">
                <a:avLst/>
              </a:prstGeom>
              <a:solidFill>
                <a:srgbClr val="81C9BA"/>
              </a:solidFill>
              <a:ln w="0">
                <a:noFill/>
                <a:prstDash val="solid"/>
              </a:ln>
            </p:spPr>
          </p:sp>
          <p:sp>
            <p:nvSpPr>
              <p:cNvPr id="326" name="four:scalar-input:grid-cell:325"/>
              <p:cNvSpPr>
                <a:spLocks noGrp="1"/>
              </p:cNvSpPr>
              <p:nvPr/>
            </p:nvSpPr>
            <p:spPr>
              <a:xfrm>
                <a:off x="1304925" y="3467100"/>
                <a:ext cx="104966" cy="104966"/>
              </a:xfrm>
              <a:prstGeom prst="rect">
                <a:avLst/>
              </a:prstGeom>
              <a:solidFill>
                <a:srgbClr val="D55E00"/>
              </a:solidFill>
              <a:ln w="0">
                <a:noFill/>
                <a:prstDash val="solid"/>
              </a:ln>
            </p:spPr>
          </p:sp>
          <p:sp>
            <p:nvSpPr>
              <p:cNvPr id="327" name="four:scalar-input:grid-cell:326"/>
              <p:cNvSpPr>
                <a:spLocks noGrp="1"/>
              </p:cNvSpPr>
              <p:nvPr/>
            </p:nvSpPr>
            <p:spPr>
              <a:xfrm>
                <a:off x="1409700" y="3467100"/>
                <a:ext cx="104966" cy="104966"/>
              </a:xfrm>
              <a:prstGeom prst="rect">
                <a:avLst/>
              </a:prstGeom>
              <a:solidFill>
                <a:srgbClr val="D55E00"/>
              </a:solidFill>
              <a:ln w="0">
                <a:noFill/>
                <a:prstDash val="solid"/>
              </a:ln>
            </p:spPr>
          </p:sp>
          <p:sp>
            <p:nvSpPr>
              <p:cNvPr id="328" name="four:scalar-input:grid-cell:327"/>
              <p:cNvSpPr>
                <a:spLocks noGrp="1"/>
              </p:cNvSpPr>
              <p:nvPr/>
            </p:nvSpPr>
            <p:spPr>
              <a:xfrm>
                <a:off x="1514475" y="3467100"/>
                <a:ext cx="104966" cy="104966"/>
              </a:xfrm>
              <a:prstGeom prst="rect">
                <a:avLst/>
              </a:prstGeom>
              <a:solidFill>
                <a:srgbClr val="81C9BA"/>
              </a:solidFill>
              <a:ln w="0">
                <a:noFill/>
                <a:prstDash val="solid"/>
              </a:ln>
            </p:spPr>
          </p:sp>
          <p:sp>
            <p:nvSpPr>
              <p:cNvPr id="329" name="four:scalar-input:grid-cell:328"/>
              <p:cNvSpPr>
                <a:spLocks noGrp="1"/>
              </p:cNvSpPr>
              <p:nvPr/>
            </p:nvSpPr>
            <p:spPr>
              <a:xfrm>
                <a:off x="1619250" y="3467100"/>
                <a:ext cx="104966" cy="104966"/>
              </a:xfrm>
              <a:prstGeom prst="rect">
                <a:avLst/>
              </a:prstGeom>
              <a:solidFill>
                <a:srgbClr val="009E73"/>
              </a:solidFill>
              <a:ln w="0">
                <a:noFill/>
                <a:prstDash val="solid"/>
              </a:ln>
            </p:spPr>
          </p:sp>
          <p:sp>
            <p:nvSpPr>
              <p:cNvPr id="330" name="four:scalar-input:grid-cell:329"/>
              <p:cNvSpPr>
                <a:spLocks noGrp="1"/>
              </p:cNvSpPr>
              <p:nvPr/>
            </p:nvSpPr>
            <p:spPr>
              <a:xfrm>
                <a:off x="1724025" y="3467100"/>
                <a:ext cx="104966" cy="104966"/>
              </a:xfrm>
              <a:prstGeom prst="rect">
                <a:avLst/>
              </a:prstGeom>
              <a:solidFill>
                <a:srgbClr val="009E73"/>
              </a:solidFill>
              <a:ln w="0">
                <a:noFill/>
                <a:prstDash val="solid"/>
              </a:ln>
            </p:spPr>
          </p:sp>
          <p:sp>
            <p:nvSpPr>
              <p:cNvPr id="331" name="four:scalar-input:grid-cell:330"/>
              <p:cNvSpPr>
                <a:spLocks noGrp="1"/>
              </p:cNvSpPr>
              <p:nvPr/>
            </p:nvSpPr>
            <p:spPr>
              <a:xfrm>
                <a:off x="1828800" y="3467100"/>
                <a:ext cx="104966" cy="104966"/>
              </a:xfrm>
              <a:prstGeom prst="rect">
                <a:avLst/>
              </a:prstGeom>
              <a:solidFill>
                <a:srgbClr val="009E73"/>
              </a:solidFill>
              <a:ln w="0">
                <a:noFill/>
                <a:prstDash val="solid"/>
              </a:ln>
            </p:spPr>
          </p:sp>
          <p:sp>
            <p:nvSpPr>
              <p:cNvPr id="332" name="four:scalar-input:grid-cell:331"/>
              <p:cNvSpPr>
                <a:spLocks noGrp="1"/>
              </p:cNvSpPr>
              <p:nvPr/>
            </p:nvSpPr>
            <p:spPr>
              <a:xfrm>
                <a:off x="1933575" y="3467100"/>
                <a:ext cx="104966" cy="104966"/>
              </a:xfrm>
              <a:prstGeom prst="rect">
                <a:avLst/>
              </a:prstGeom>
              <a:solidFill>
                <a:srgbClr val="009E73"/>
              </a:solidFill>
              <a:ln w="0">
                <a:noFill/>
                <a:prstDash val="solid"/>
              </a:ln>
            </p:spPr>
          </p:sp>
          <p:sp>
            <p:nvSpPr>
              <p:cNvPr id="333" name="four:scalar-input:grid-cell:332"/>
              <p:cNvSpPr>
                <a:spLocks noGrp="1"/>
              </p:cNvSpPr>
              <p:nvPr/>
            </p:nvSpPr>
            <p:spPr>
              <a:xfrm>
                <a:off x="2038350" y="3467100"/>
                <a:ext cx="104966" cy="104966"/>
              </a:xfrm>
              <a:prstGeom prst="rect">
                <a:avLst/>
              </a:prstGeom>
              <a:solidFill>
                <a:srgbClr val="009E73"/>
              </a:solidFill>
              <a:ln w="0">
                <a:noFill/>
                <a:prstDash val="solid"/>
              </a:ln>
            </p:spPr>
          </p:sp>
          <p:sp>
            <p:nvSpPr>
              <p:cNvPr id="334" name="four:scalar-input:grid-cell:333"/>
              <p:cNvSpPr>
                <a:spLocks noGrp="1"/>
              </p:cNvSpPr>
              <p:nvPr/>
            </p:nvSpPr>
            <p:spPr>
              <a:xfrm>
                <a:off x="2143125" y="3467100"/>
                <a:ext cx="104966" cy="104966"/>
              </a:xfrm>
              <a:prstGeom prst="rect">
                <a:avLst/>
              </a:prstGeom>
              <a:solidFill>
                <a:srgbClr val="81C9BA"/>
              </a:solidFill>
              <a:ln w="0">
                <a:noFill/>
                <a:prstDash val="solid"/>
              </a:ln>
            </p:spPr>
          </p:sp>
          <p:sp>
            <p:nvSpPr>
              <p:cNvPr id="335" name="four:scalar-input:grid-cell:334"/>
              <p:cNvSpPr>
                <a:spLocks noGrp="1"/>
              </p:cNvSpPr>
              <p:nvPr/>
            </p:nvSpPr>
            <p:spPr>
              <a:xfrm>
                <a:off x="2247900" y="3467100"/>
                <a:ext cx="104966" cy="104966"/>
              </a:xfrm>
              <a:prstGeom prst="rect">
                <a:avLst/>
              </a:prstGeom>
              <a:solidFill>
                <a:srgbClr val="81C9BA"/>
              </a:solidFill>
              <a:ln w="0">
                <a:noFill/>
                <a:prstDash val="solid"/>
              </a:ln>
            </p:spPr>
          </p:sp>
          <p:sp>
            <p:nvSpPr>
              <p:cNvPr id="336" name="four:scalar-input:grid-cell:335"/>
              <p:cNvSpPr>
                <a:spLocks noGrp="1"/>
              </p:cNvSpPr>
              <p:nvPr/>
            </p:nvSpPr>
            <p:spPr>
              <a:xfrm>
                <a:off x="2352675" y="3467100"/>
                <a:ext cx="104966" cy="104966"/>
              </a:xfrm>
              <a:prstGeom prst="rect">
                <a:avLst/>
              </a:prstGeom>
              <a:solidFill>
                <a:srgbClr val="81C9BA"/>
              </a:solidFill>
              <a:ln w="0">
                <a:noFill/>
                <a:prstDash val="solid"/>
              </a:ln>
            </p:spPr>
          </p:sp>
          <p:sp>
            <p:nvSpPr>
              <p:cNvPr id="337" name="four:scalar-input:grid-cell:336"/>
              <p:cNvSpPr>
                <a:spLocks noGrp="1"/>
              </p:cNvSpPr>
              <p:nvPr/>
            </p:nvSpPr>
            <p:spPr>
              <a:xfrm>
                <a:off x="361950" y="3571875"/>
                <a:ext cx="104966" cy="104966"/>
              </a:xfrm>
              <a:prstGeom prst="rect">
                <a:avLst/>
              </a:prstGeom>
              <a:solidFill>
                <a:srgbClr val="DCE8ED"/>
              </a:solidFill>
              <a:ln w="0">
                <a:noFill/>
                <a:prstDash val="solid"/>
              </a:ln>
            </p:spPr>
          </p:sp>
          <p:sp>
            <p:nvSpPr>
              <p:cNvPr id="338" name="four:scalar-input:grid-cell:337"/>
              <p:cNvSpPr>
                <a:spLocks noGrp="1"/>
              </p:cNvSpPr>
              <p:nvPr/>
            </p:nvSpPr>
            <p:spPr>
              <a:xfrm>
                <a:off x="466725" y="3571875"/>
                <a:ext cx="104966" cy="104966"/>
              </a:xfrm>
              <a:prstGeom prst="rect">
                <a:avLst/>
              </a:prstGeom>
              <a:solidFill>
                <a:srgbClr val="DCE8ED"/>
              </a:solidFill>
              <a:ln w="0">
                <a:noFill/>
                <a:prstDash val="solid"/>
              </a:ln>
            </p:spPr>
          </p:sp>
          <p:sp>
            <p:nvSpPr>
              <p:cNvPr id="339" name="four:scalar-input:grid-cell:338"/>
              <p:cNvSpPr>
                <a:spLocks noGrp="1"/>
              </p:cNvSpPr>
              <p:nvPr/>
            </p:nvSpPr>
            <p:spPr>
              <a:xfrm>
                <a:off x="571500" y="3571875"/>
                <a:ext cx="104966" cy="104966"/>
              </a:xfrm>
              <a:prstGeom prst="rect">
                <a:avLst/>
              </a:prstGeom>
              <a:solidFill>
                <a:srgbClr val="DCE8ED"/>
              </a:solidFill>
              <a:ln w="0">
                <a:noFill/>
                <a:prstDash val="solid"/>
              </a:ln>
            </p:spPr>
          </p:sp>
          <p:sp>
            <p:nvSpPr>
              <p:cNvPr id="340" name="four:scalar-input:grid-cell:339"/>
              <p:cNvSpPr>
                <a:spLocks noGrp="1"/>
              </p:cNvSpPr>
              <p:nvPr/>
            </p:nvSpPr>
            <p:spPr>
              <a:xfrm>
                <a:off x="676275" y="3571875"/>
                <a:ext cx="104966" cy="104966"/>
              </a:xfrm>
              <a:prstGeom prst="rect">
                <a:avLst/>
              </a:prstGeom>
              <a:solidFill>
                <a:srgbClr val="DCE8ED"/>
              </a:solidFill>
              <a:ln w="0">
                <a:noFill/>
                <a:prstDash val="solid"/>
              </a:ln>
            </p:spPr>
          </p:sp>
          <p:sp>
            <p:nvSpPr>
              <p:cNvPr id="341" name="four:scalar-input:grid-cell:340"/>
              <p:cNvSpPr>
                <a:spLocks noGrp="1"/>
              </p:cNvSpPr>
              <p:nvPr/>
            </p:nvSpPr>
            <p:spPr>
              <a:xfrm>
                <a:off x="781050" y="3571875"/>
                <a:ext cx="104966" cy="104966"/>
              </a:xfrm>
              <a:prstGeom prst="rect">
                <a:avLst/>
              </a:prstGeom>
              <a:solidFill>
                <a:srgbClr val="81C9BA"/>
              </a:solidFill>
              <a:ln w="0">
                <a:noFill/>
                <a:prstDash val="solid"/>
              </a:ln>
            </p:spPr>
          </p:sp>
          <p:sp>
            <p:nvSpPr>
              <p:cNvPr id="342" name="four:scalar-input:grid-cell:341"/>
              <p:cNvSpPr>
                <a:spLocks noGrp="1"/>
              </p:cNvSpPr>
              <p:nvPr/>
            </p:nvSpPr>
            <p:spPr>
              <a:xfrm>
                <a:off x="885825" y="3571875"/>
                <a:ext cx="104966" cy="104966"/>
              </a:xfrm>
              <a:prstGeom prst="rect">
                <a:avLst/>
              </a:prstGeom>
              <a:solidFill>
                <a:srgbClr val="81C9BA"/>
              </a:solidFill>
              <a:ln w="0">
                <a:noFill/>
                <a:prstDash val="solid"/>
              </a:ln>
            </p:spPr>
          </p:sp>
          <p:sp>
            <p:nvSpPr>
              <p:cNvPr id="343" name="four:scalar-input:grid-cell:342"/>
              <p:cNvSpPr>
                <a:spLocks noGrp="1"/>
              </p:cNvSpPr>
              <p:nvPr/>
            </p:nvSpPr>
            <p:spPr>
              <a:xfrm>
                <a:off x="990600" y="3571875"/>
                <a:ext cx="104966" cy="104966"/>
              </a:xfrm>
              <a:prstGeom prst="rect">
                <a:avLst/>
              </a:prstGeom>
              <a:solidFill>
                <a:srgbClr val="81C9BA"/>
              </a:solidFill>
              <a:ln w="0">
                <a:noFill/>
                <a:prstDash val="solid"/>
              </a:ln>
            </p:spPr>
          </p:sp>
          <p:sp>
            <p:nvSpPr>
              <p:cNvPr id="344" name="four:scalar-input:grid-cell:343"/>
              <p:cNvSpPr>
                <a:spLocks noGrp="1"/>
              </p:cNvSpPr>
              <p:nvPr/>
            </p:nvSpPr>
            <p:spPr>
              <a:xfrm>
                <a:off x="1095375" y="3571875"/>
                <a:ext cx="104966" cy="104966"/>
              </a:xfrm>
              <a:prstGeom prst="rect">
                <a:avLst/>
              </a:prstGeom>
              <a:solidFill>
                <a:srgbClr val="81C9BA"/>
              </a:solidFill>
              <a:ln w="0">
                <a:noFill/>
                <a:prstDash val="solid"/>
              </a:ln>
            </p:spPr>
          </p:sp>
          <p:sp>
            <p:nvSpPr>
              <p:cNvPr id="345" name="four:scalar-input:grid-cell:344"/>
              <p:cNvSpPr>
                <a:spLocks noGrp="1"/>
              </p:cNvSpPr>
              <p:nvPr/>
            </p:nvSpPr>
            <p:spPr>
              <a:xfrm>
                <a:off x="1200150" y="3571875"/>
                <a:ext cx="104966" cy="104966"/>
              </a:xfrm>
              <a:prstGeom prst="rect">
                <a:avLst/>
              </a:prstGeom>
              <a:solidFill>
                <a:srgbClr val="D55E00"/>
              </a:solidFill>
              <a:ln w="0">
                <a:noFill/>
                <a:prstDash val="solid"/>
              </a:ln>
            </p:spPr>
          </p:sp>
          <p:sp>
            <p:nvSpPr>
              <p:cNvPr id="346" name="four:scalar-input:grid-cell:345"/>
              <p:cNvSpPr>
                <a:spLocks noGrp="1"/>
              </p:cNvSpPr>
              <p:nvPr/>
            </p:nvSpPr>
            <p:spPr>
              <a:xfrm>
                <a:off x="1304925" y="3571875"/>
                <a:ext cx="104966" cy="104966"/>
              </a:xfrm>
              <a:prstGeom prst="rect">
                <a:avLst/>
              </a:prstGeom>
              <a:solidFill>
                <a:srgbClr val="D55E00"/>
              </a:solidFill>
              <a:ln w="0">
                <a:noFill/>
                <a:prstDash val="solid"/>
              </a:ln>
            </p:spPr>
          </p:sp>
          <p:sp>
            <p:nvSpPr>
              <p:cNvPr id="347" name="four:scalar-input:grid-cell:346"/>
              <p:cNvSpPr>
                <a:spLocks noGrp="1"/>
              </p:cNvSpPr>
              <p:nvPr/>
            </p:nvSpPr>
            <p:spPr>
              <a:xfrm>
                <a:off x="1409700" y="3571875"/>
                <a:ext cx="104966" cy="104966"/>
              </a:xfrm>
              <a:prstGeom prst="rect">
                <a:avLst/>
              </a:prstGeom>
              <a:solidFill>
                <a:srgbClr val="D55E00"/>
              </a:solidFill>
              <a:ln w="0">
                <a:noFill/>
                <a:prstDash val="solid"/>
              </a:ln>
            </p:spPr>
          </p:sp>
          <p:sp>
            <p:nvSpPr>
              <p:cNvPr id="348" name="four:scalar-input:grid-cell:347"/>
              <p:cNvSpPr>
                <a:spLocks noGrp="1"/>
              </p:cNvSpPr>
              <p:nvPr/>
            </p:nvSpPr>
            <p:spPr>
              <a:xfrm>
                <a:off x="1514475" y="3571875"/>
                <a:ext cx="104966" cy="104966"/>
              </a:xfrm>
              <a:prstGeom prst="rect">
                <a:avLst/>
              </a:prstGeom>
              <a:solidFill>
                <a:srgbClr val="D55E00"/>
              </a:solidFill>
              <a:ln w="0">
                <a:noFill/>
                <a:prstDash val="solid"/>
              </a:ln>
            </p:spPr>
          </p:sp>
          <p:sp>
            <p:nvSpPr>
              <p:cNvPr id="349" name="four:scalar-input:grid-cell:348"/>
              <p:cNvSpPr>
                <a:spLocks noGrp="1"/>
              </p:cNvSpPr>
              <p:nvPr/>
            </p:nvSpPr>
            <p:spPr>
              <a:xfrm>
                <a:off x="1619250" y="3571875"/>
                <a:ext cx="104966" cy="104966"/>
              </a:xfrm>
              <a:prstGeom prst="rect">
                <a:avLst/>
              </a:prstGeom>
              <a:solidFill>
                <a:srgbClr val="81C9BA"/>
              </a:solidFill>
              <a:ln w="0">
                <a:noFill/>
                <a:prstDash val="solid"/>
              </a:ln>
            </p:spPr>
          </p:sp>
          <p:sp>
            <p:nvSpPr>
              <p:cNvPr id="350" name="four:scalar-input:grid-cell:349"/>
              <p:cNvSpPr>
                <a:spLocks noGrp="1"/>
              </p:cNvSpPr>
              <p:nvPr/>
            </p:nvSpPr>
            <p:spPr>
              <a:xfrm>
                <a:off x="1724025" y="3571875"/>
                <a:ext cx="104966" cy="104966"/>
              </a:xfrm>
              <a:prstGeom prst="rect">
                <a:avLst/>
              </a:prstGeom>
              <a:solidFill>
                <a:srgbClr val="009E73"/>
              </a:solidFill>
              <a:ln w="0">
                <a:noFill/>
                <a:prstDash val="solid"/>
              </a:ln>
            </p:spPr>
          </p:sp>
          <p:sp>
            <p:nvSpPr>
              <p:cNvPr id="351" name="four:scalar-input:grid-cell:350"/>
              <p:cNvSpPr>
                <a:spLocks noGrp="1"/>
              </p:cNvSpPr>
              <p:nvPr/>
            </p:nvSpPr>
            <p:spPr>
              <a:xfrm>
                <a:off x="1828800" y="3571875"/>
                <a:ext cx="104966" cy="104966"/>
              </a:xfrm>
              <a:prstGeom prst="rect">
                <a:avLst/>
              </a:prstGeom>
              <a:solidFill>
                <a:srgbClr val="009E73"/>
              </a:solidFill>
              <a:ln w="0">
                <a:noFill/>
                <a:prstDash val="solid"/>
              </a:ln>
            </p:spPr>
          </p:sp>
          <p:sp>
            <p:nvSpPr>
              <p:cNvPr id="352" name="four:scalar-input:grid-cell:351"/>
              <p:cNvSpPr>
                <a:spLocks noGrp="1"/>
              </p:cNvSpPr>
              <p:nvPr/>
            </p:nvSpPr>
            <p:spPr>
              <a:xfrm>
                <a:off x="1933575" y="3571875"/>
                <a:ext cx="104966" cy="104966"/>
              </a:xfrm>
              <a:prstGeom prst="rect">
                <a:avLst/>
              </a:prstGeom>
              <a:solidFill>
                <a:srgbClr val="009E73"/>
              </a:solidFill>
              <a:ln w="0">
                <a:noFill/>
                <a:prstDash val="solid"/>
              </a:ln>
            </p:spPr>
          </p:sp>
          <p:sp>
            <p:nvSpPr>
              <p:cNvPr id="353" name="four:scalar-input:grid-cell:352"/>
              <p:cNvSpPr>
                <a:spLocks noGrp="1"/>
              </p:cNvSpPr>
              <p:nvPr/>
            </p:nvSpPr>
            <p:spPr>
              <a:xfrm>
                <a:off x="2038350" y="3571875"/>
                <a:ext cx="104966" cy="104966"/>
              </a:xfrm>
              <a:prstGeom prst="rect">
                <a:avLst/>
              </a:prstGeom>
              <a:solidFill>
                <a:srgbClr val="81C9BA"/>
              </a:solidFill>
              <a:ln w="0">
                <a:noFill/>
                <a:prstDash val="solid"/>
              </a:ln>
            </p:spPr>
          </p:sp>
          <p:sp>
            <p:nvSpPr>
              <p:cNvPr id="354" name="four:scalar-input:grid-cell:353"/>
              <p:cNvSpPr>
                <a:spLocks noGrp="1"/>
              </p:cNvSpPr>
              <p:nvPr/>
            </p:nvSpPr>
            <p:spPr>
              <a:xfrm>
                <a:off x="2143125" y="3571875"/>
                <a:ext cx="104966" cy="104966"/>
              </a:xfrm>
              <a:prstGeom prst="rect">
                <a:avLst/>
              </a:prstGeom>
              <a:solidFill>
                <a:srgbClr val="81C9BA"/>
              </a:solidFill>
              <a:ln w="0">
                <a:noFill/>
                <a:prstDash val="solid"/>
              </a:ln>
            </p:spPr>
          </p:sp>
          <p:sp>
            <p:nvSpPr>
              <p:cNvPr id="355" name="four:scalar-input:grid-cell:354"/>
              <p:cNvSpPr>
                <a:spLocks noGrp="1"/>
              </p:cNvSpPr>
              <p:nvPr/>
            </p:nvSpPr>
            <p:spPr>
              <a:xfrm>
                <a:off x="2247900" y="3571875"/>
                <a:ext cx="104966" cy="104966"/>
              </a:xfrm>
              <a:prstGeom prst="rect">
                <a:avLst/>
              </a:prstGeom>
              <a:solidFill>
                <a:srgbClr val="81C9BA"/>
              </a:solidFill>
              <a:ln w="0">
                <a:noFill/>
                <a:prstDash val="solid"/>
              </a:ln>
            </p:spPr>
          </p:sp>
          <p:sp>
            <p:nvSpPr>
              <p:cNvPr id="356" name="four:scalar-input:grid-cell:355"/>
              <p:cNvSpPr>
                <a:spLocks noGrp="1"/>
              </p:cNvSpPr>
              <p:nvPr/>
            </p:nvSpPr>
            <p:spPr>
              <a:xfrm>
                <a:off x="2352675" y="3571875"/>
                <a:ext cx="104966" cy="104966"/>
              </a:xfrm>
              <a:prstGeom prst="rect">
                <a:avLst/>
              </a:prstGeom>
              <a:solidFill>
                <a:srgbClr val="DCE8ED"/>
              </a:solidFill>
              <a:ln w="0">
                <a:noFill/>
                <a:prstDash val="solid"/>
              </a:ln>
            </p:spPr>
          </p:sp>
          <p:sp>
            <p:nvSpPr>
              <p:cNvPr id="357" name="four:scalar-input:grid-cell:356"/>
              <p:cNvSpPr>
                <a:spLocks noGrp="1"/>
              </p:cNvSpPr>
              <p:nvPr/>
            </p:nvSpPr>
            <p:spPr>
              <a:xfrm>
                <a:off x="361950" y="3676650"/>
                <a:ext cx="104966" cy="104966"/>
              </a:xfrm>
              <a:prstGeom prst="rect">
                <a:avLst/>
              </a:prstGeom>
              <a:solidFill>
                <a:srgbClr val="DCE8ED"/>
              </a:solidFill>
              <a:ln w="0">
                <a:noFill/>
                <a:prstDash val="solid"/>
              </a:ln>
            </p:spPr>
          </p:sp>
          <p:sp>
            <p:nvSpPr>
              <p:cNvPr id="358" name="four:scalar-input:grid-cell:357"/>
              <p:cNvSpPr>
                <a:spLocks noGrp="1"/>
              </p:cNvSpPr>
              <p:nvPr/>
            </p:nvSpPr>
            <p:spPr>
              <a:xfrm>
                <a:off x="466725" y="3676650"/>
                <a:ext cx="104966" cy="104966"/>
              </a:xfrm>
              <a:prstGeom prst="rect">
                <a:avLst/>
              </a:prstGeom>
              <a:solidFill>
                <a:srgbClr val="DCE8ED"/>
              </a:solidFill>
              <a:ln w="0">
                <a:noFill/>
                <a:prstDash val="solid"/>
              </a:ln>
            </p:spPr>
          </p:sp>
          <p:sp>
            <p:nvSpPr>
              <p:cNvPr id="359" name="four:scalar-input:grid-cell:358"/>
              <p:cNvSpPr>
                <a:spLocks noGrp="1"/>
              </p:cNvSpPr>
              <p:nvPr/>
            </p:nvSpPr>
            <p:spPr>
              <a:xfrm>
                <a:off x="571500" y="3676650"/>
                <a:ext cx="104966" cy="104966"/>
              </a:xfrm>
              <a:prstGeom prst="rect">
                <a:avLst/>
              </a:prstGeom>
              <a:solidFill>
                <a:srgbClr val="DCE8ED"/>
              </a:solidFill>
              <a:ln w="0">
                <a:noFill/>
                <a:prstDash val="solid"/>
              </a:ln>
            </p:spPr>
          </p:sp>
          <p:sp>
            <p:nvSpPr>
              <p:cNvPr id="360" name="four:scalar-input:grid-cell:359"/>
              <p:cNvSpPr>
                <a:spLocks noGrp="1"/>
              </p:cNvSpPr>
              <p:nvPr/>
            </p:nvSpPr>
            <p:spPr>
              <a:xfrm>
                <a:off x="676275" y="3676650"/>
                <a:ext cx="104966" cy="104966"/>
              </a:xfrm>
              <a:prstGeom prst="rect">
                <a:avLst/>
              </a:prstGeom>
              <a:solidFill>
                <a:srgbClr val="DCE8ED"/>
              </a:solidFill>
              <a:ln w="0">
                <a:noFill/>
                <a:prstDash val="solid"/>
              </a:ln>
            </p:spPr>
          </p:sp>
          <p:sp>
            <p:nvSpPr>
              <p:cNvPr id="361" name="four:scalar-input:grid-cell:360"/>
              <p:cNvSpPr>
                <a:spLocks noGrp="1"/>
              </p:cNvSpPr>
              <p:nvPr/>
            </p:nvSpPr>
            <p:spPr>
              <a:xfrm>
                <a:off x="781050" y="3676650"/>
                <a:ext cx="104966" cy="104966"/>
              </a:xfrm>
              <a:prstGeom prst="rect">
                <a:avLst/>
              </a:prstGeom>
              <a:solidFill>
                <a:srgbClr val="81C9BA"/>
              </a:solidFill>
              <a:ln w="0">
                <a:noFill/>
                <a:prstDash val="solid"/>
              </a:ln>
            </p:spPr>
          </p:sp>
          <p:sp>
            <p:nvSpPr>
              <p:cNvPr id="362" name="four:scalar-input:grid-cell:361"/>
              <p:cNvSpPr>
                <a:spLocks noGrp="1"/>
              </p:cNvSpPr>
              <p:nvPr/>
            </p:nvSpPr>
            <p:spPr>
              <a:xfrm>
                <a:off x="885825" y="3676650"/>
                <a:ext cx="104966" cy="104966"/>
              </a:xfrm>
              <a:prstGeom prst="rect">
                <a:avLst/>
              </a:prstGeom>
              <a:solidFill>
                <a:srgbClr val="81C9BA"/>
              </a:solidFill>
              <a:ln w="0">
                <a:noFill/>
                <a:prstDash val="solid"/>
              </a:ln>
            </p:spPr>
          </p:sp>
          <p:sp>
            <p:nvSpPr>
              <p:cNvPr id="363" name="four:scalar-input:grid-cell:362"/>
              <p:cNvSpPr>
                <a:spLocks noGrp="1"/>
              </p:cNvSpPr>
              <p:nvPr/>
            </p:nvSpPr>
            <p:spPr>
              <a:xfrm>
                <a:off x="990600" y="3676650"/>
                <a:ext cx="104966" cy="104966"/>
              </a:xfrm>
              <a:prstGeom prst="rect">
                <a:avLst/>
              </a:prstGeom>
              <a:solidFill>
                <a:srgbClr val="81C9BA"/>
              </a:solidFill>
              <a:ln w="0">
                <a:noFill/>
                <a:prstDash val="solid"/>
              </a:ln>
            </p:spPr>
          </p:sp>
          <p:sp>
            <p:nvSpPr>
              <p:cNvPr id="364" name="four:scalar-input:grid-cell:363"/>
              <p:cNvSpPr>
                <a:spLocks noGrp="1"/>
              </p:cNvSpPr>
              <p:nvPr/>
            </p:nvSpPr>
            <p:spPr>
              <a:xfrm>
                <a:off x="1095375" y="3676650"/>
                <a:ext cx="104966" cy="104966"/>
              </a:xfrm>
              <a:prstGeom prst="rect">
                <a:avLst/>
              </a:prstGeom>
              <a:solidFill>
                <a:srgbClr val="81C9BA"/>
              </a:solidFill>
              <a:ln w="0">
                <a:noFill/>
                <a:prstDash val="solid"/>
              </a:ln>
            </p:spPr>
          </p:sp>
          <p:sp>
            <p:nvSpPr>
              <p:cNvPr id="365" name="four:scalar-input:grid-cell:364"/>
              <p:cNvSpPr>
                <a:spLocks noGrp="1"/>
              </p:cNvSpPr>
              <p:nvPr/>
            </p:nvSpPr>
            <p:spPr>
              <a:xfrm>
                <a:off x="1200150" y="3676650"/>
                <a:ext cx="104966" cy="104966"/>
              </a:xfrm>
              <a:prstGeom prst="rect">
                <a:avLst/>
              </a:prstGeom>
              <a:solidFill>
                <a:srgbClr val="D55E00"/>
              </a:solidFill>
              <a:ln w="0">
                <a:noFill/>
                <a:prstDash val="solid"/>
              </a:ln>
            </p:spPr>
          </p:sp>
          <p:sp>
            <p:nvSpPr>
              <p:cNvPr id="366" name="four:scalar-input:grid-cell:365"/>
              <p:cNvSpPr>
                <a:spLocks noGrp="1"/>
              </p:cNvSpPr>
              <p:nvPr/>
            </p:nvSpPr>
            <p:spPr>
              <a:xfrm>
                <a:off x="1304925" y="3676650"/>
                <a:ext cx="104966" cy="104966"/>
              </a:xfrm>
              <a:prstGeom prst="rect">
                <a:avLst/>
              </a:prstGeom>
              <a:solidFill>
                <a:srgbClr val="D55E00"/>
              </a:solidFill>
              <a:ln w="0">
                <a:noFill/>
                <a:prstDash val="solid"/>
              </a:ln>
            </p:spPr>
          </p:sp>
          <p:sp>
            <p:nvSpPr>
              <p:cNvPr id="367" name="four:scalar-input:grid-cell:366"/>
              <p:cNvSpPr>
                <a:spLocks noGrp="1"/>
              </p:cNvSpPr>
              <p:nvPr/>
            </p:nvSpPr>
            <p:spPr>
              <a:xfrm>
                <a:off x="1409700" y="3676650"/>
                <a:ext cx="104966" cy="104966"/>
              </a:xfrm>
              <a:prstGeom prst="rect">
                <a:avLst/>
              </a:prstGeom>
              <a:solidFill>
                <a:srgbClr val="D55E00"/>
              </a:solidFill>
              <a:ln w="0">
                <a:noFill/>
                <a:prstDash val="solid"/>
              </a:ln>
            </p:spPr>
          </p:sp>
          <p:sp>
            <p:nvSpPr>
              <p:cNvPr id="368" name="four:scalar-input:grid-cell:367"/>
              <p:cNvSpPr>
                <a:spLocks noGrp="1"/>
              </p:cNvSpPr>
              <p:nvPr/>
            </p:nvSpPr>
            <p:spPr>
              <a:xfrm>
                <a:off x="1514475" y="3676650"/>
                <a:ext cx="104966" cy="104966"/>
              </a:xfrm>
              <a:prstGeom prst="rect">
                <a:avLst/>
              </a:prstGeom>
              <a:solidFill>
                <a:srgbClr val="D55E00"/>
              </a:solidFill>
              <a:ln w="0">
                <a:noFill/>
                <a:prstDash val="solid"/>
              </a:ln>
            </p:spPr>
          </p:sp>
          <p:sp>
            <p:nvSpPr>
              <p:cNvPr id="369" name="four:scalar-input:grid-cell:368"/>
              <p:cNvSpPr>
                <a:spLocks noGrp="1"/>
              </p:cNvSpPr>
              <p:nvPr/>
            </p:nvSpPr>
            <p:spPr>
              <a:xfrm>
                <a:off x="1619250" y="3676650"/>
                <a:ext cx="104966" cy="104966"/>
              </a:xfrm>
              <a:prstGeom prst="rect">
                <a:avLst/>
              </a:prstGeom>
              <a:solidFill>
                <a:srgbClr val="81C9BA"/>
              </a:solidFill>
              <a:ln w="0">
                <a:noFill/>
                <a:prstDash val="solid"/>
              </a:ln>
            </p:spPr>
          </p:sp>
          <p:sp>
            <p:nvSpPr>
              <p:cNvPr id="370" name="four:scalar-input:grid-cell:369"/>
              <p:cNvSpPr>
                <a:spLocks noGrp="1"/>
              </p:cNvSpPr>
              <p:nvPr/>
            </p:nvSpPr>
            <p:spPr>
              <a:xfrm>
                <a:off x="1724025" y="3676650"/>
                <a:ext cx="104966" cy="104966"/>
              </a:xfrm>
              <a:prstGeom prst="rect">
                <a:avLst/>
              </a:prstGeom>
              <a:solidFill>
                <a:srgbClr val="81C9BA"/>
              </a:solidFill>
              <a:ln w="0">
                <a:noFill/>
                <a:prstDash val="solid"/>
              </a:ln>
            </p:spPr>
          </p:sp>
          <p:sp>
            <p:nvSpPr>
              <p:cNvPr id="371" name="four:scalar-input:grid-cell:370"/>
              <p:cNvSpPr>
                <a:spLocks noGrp="1"/>
              </p:cNvSpPr>
              <p:nvPr/>
            </p:nvSpPr>
            <p:spPr>
              <a:xfrm>
                <a:off x="1828800" y="3676650"/>
                <a:ext cx="104966" cy="104966"/>
              </a:xfrm>
              <a:prstGeom prst="rect">
                <a:avLst/>
              </a:prstGeom>
              <a:solidFill>
                <a:srgbClr val="81C9BA"/>
              </a:solidFill>
              <a:ln w="0">
                <a:noFill/>
                <a:prstDash val="solid"/>
              </a:ln>
            </p:spPr>
          </p:sp>
          <p:sp>
            <p:nvSpPr>
              <p:cNvPr id="372" name="four:scalar-input:grid-cell:371"/>
              <p:cNvSpPr>
                <a:spLocks noGrp="1"/>
              </p:cNvSpPr>
              <p:nvPr/>
            </p:nvSpPr>
            <p:spPr>
              <a:xfrm>
                <a:off x="1933575" y="3676650"/>
                <a:ext cx="104966" cy="104966"/>
              </a:xfrm>
              <a:prstGeom prst="rect">
                <a:avLst/>
              </a:prstGeom>
              <a:solidFill>
                <a:srgbClr val="81C9BA"/>
              </a:solidFill>
              <a:ln w="0">
                <a:noFill/>
                <a:prstDash val="solid"/>
              </a:ln>
            </p:spPr>
          </p:sp>
          <p:sp>
            <p:nvSpPr>
              <p:cNvPr id="373" name="four:scalar-input:grid-cell:372"/>
              <p:cNvSpPr>
                <a:spLocks noGrp="1"/>
              </p:cNvSpPr>
              <p:nvPr/>
            </p:nvSpPr>
            <p:spPr>
              <a:xfrm>
                <a:off x="2038350" y="3676650"/>
                <a:ext cx="104966" cy="104966"/>
              </a:xfrm>
              <a:prstGeom prst="rect">
                <a:avLst/>
              </a:prstGeom>
              <a:solidFill>
                <a:srgbClr val="81C9BA"/>
              </a:solidFill>
              <a:ln w="0">
                <a:noFill/>
                <a:prstDash val="solid"/>
              </a:ln>
            </p:spPr>
          </p:sp>
          <p:sp>
            <p:nvSpPr>
              <p:cNvPr id="374" name="four:scalar-input:grid-cell:373"/>
              <p:cNvSpPr>
                <a:spLocks noGrp="1"/>
              </p:cNvSpPr>
              <p:nvPr/>
            </p:nvSpPr>
            <p:spPr>
              <a:xfrm>
                <a:off x="2143125" y="3676650"/>
                <a:ext cx="104966" cy="104966"/>
              </a:xfrm>
              <a:prstGeom prst="rect">
                <a:avLst/>
              </a:prstGeom>
              <a:solidFill>
                <a:srgbClr val="81C9BA"/>
              </a:solidFill>
              <a:ln w="0">
                <a:noFill/>
                <a:prstDash val="solid"/>
              </a:ln>
            </p:spPr>
          </p:sp>
          <p:sp>
            <p:nvSpPr>
              <p:cNvPr id="375" name="four:scalar-input:grid-cell:374"/>
              <p:cNvSpPr>
                <a:spLocks noGrp="1"/>
              </p:cNvSpPr>
              <p:nvPr/>
            </p:nvSpPr>
            <p:spPr>
              <a:xfrm>
                <a:off x="2247900" y="3676650"/>
                <a:ext cx="104966" cy="104966"/>
              </a:xfrm>
              <a:prstGeom prst="rect">
                <a:avLst/>
              </a:prstGeom>
              <a:solidFill>
                <a:srgbClr val="81C9BA"/>
              </a:solidFill>
              <a:ln w="0">
                <a:noFill/>
                <a:prstDash val="solid"/>
              </a:ln>
            </p:spPr>
          </p:sp>
          <p:sp>
            <p:nvSpPr>
              <p:cNvPr id="376" name="four:scalar-input:grid-cell:375"/>
              <p:cNvSpPr>
                <a:spLocks noGrp="1"/>
              </p:cNvSpPr>
              <p:nvPr/>
            </p:nvSpPr>
            <p:spPr>
              <a:xfrm>
                <a:off x="2352675" y="3676650"/>
                <a:ext cx="104966" cy="104966"/>
              </a:xfrm>
              <a:prstGeom prst="rect">
                <a:avLst/>
              </a:prstGeom>
              <a:solidFill>
                <a:srgbClr val="DCE8ED"/>
              </a:solidFill>
              <a:ln w="0">
                <a:noFill/>
                <a:prstDash val="solid"/>
              </a:ln>
            </p:spPr>
          </p:sp>
          <p:sp>
            <p:nvSpPr>
              <p:cNvPr id="377" name="four:scalar-input:grid-cell:376"/>
              <p:cNvSpPr>
                <a:spLocks noGrp="1"/>
              </p:cNvSpPr>
              <p:nvPr/>
            </p:nvSpPr>
            <p:spPr>
              <a:xfrm>
                <a:off x="361950" y="3781425"/>
                <a:ext cx="104966" cy="104966"/>
              </a:xfrm>
              <a:prstGeom prst="rect">
                <a:avLst/>
              </a:prstGeom>
              <a:solidFill>
                <a:srgbClr val="DCE8ED"/>
              </a:solidFill>
              <a:ln w="0">
                <a:noFill/>
                <a:prstDash val="solid"/>
              </a:ln>
            </p:spPr>
          </p:sp>
          <p:sp>
            <p:nvSpPr>
              <p:cNvPr id="378" name="four:scalar-input:grid-cell:377"/>
              <p:cNvSpPr>
                <a:spLocks noGrp="1"/>
              </p:cNvSpPr>
              <p:nvPr/>
            </p:nvSpPr>
            <p:spPr>
              <a:xfrm>
                <a:off x="466725" y="3781425"/>
                <a:ext cx="104966" cy="104966"/>
              </a:xfrm>
              <a:prstGeom prst="rect">
                <a:avLst/>
              </a:prstGeom>
              <a:solidFill>
                <a:srgbClr val="DCE8ED"/>
              </a:solidFill>
              <a:ln w="0">
                <a:noFill/>
                <a:prstDash val="solid"/>
              </a:ln>
            </p:spPr>
          </p:sp>
          <p:sp>
            <p:nvSpPr>
              <p:cNvPr id="379" name="four:scalar-input:grid-cell:378"/>
              <p:cNvSpPr>
                <a:spLocks noGrp="1"/>
              </p:cNvSpPr>
              <p:nvPr/>
            </p:nvSpPr>
            <p:spPr>
              <a:xfrm>
                <a:off x="571500" y="3781425"/>
                <a:ext cx="104966" cy="104966"/>
              </a:xfrm>
              <a:prstGeom prst="rect">
                <a:avLst/>
              </a:prstGeom>
              <a:solidFill>
                <a:srgbClr val="DCE8ED"/>
              </a:solidFill>
              <a:ln w="0">
                <a:noFill/>
                <a:prstDash val="solid"/>
              </a:ln>
            </p:spPr>
          </p:sp>
          <p:sp>
            <p:nvSpPr>
              <p:cNvPr id="380" name="four:scalar-input:grid-cell:379"/>
              <p:cNvSpPr>
                <a:spLocks noGrp="1"/>
              </p:cNvSpPr>
              <p:nvPr/>
            </p:nvSpPr>
            <p:spPr>
              <a:xfrm>
                <a:off x="676275" y="3781425"/>
                <a:ext cx="104966" cy="104966"/>
              </a:xfrm>
              <a:prstGeom prst="rect">
                <a:avLst/>
              </a:prstGeom>
              <a:solidFill>
                <a:srgbClr val="DCE8ED"/>
              </a:solidFill>
              <a:ln w="0">
                <a:noFill/>
                <a:prstDash val="solid"/>
              </a:ln>
            </p:spPr>
          </p:sp>
          <p:sp>
            <p:nvSpPr>
              <p:cNvPr id="381" name="four:scalar-input:grid-cell:380"/>
              <p:cNvSpPr>
                <a:spLocks noGrp="1"/>
              </p:cNvSpPr>
              <p:nvPr/>
            </p:nvSpPr>
            <p:spPr>
              <a:xfrm>
                <a:off x="781050" y="3781425"/>
                <a:ext cx="104966" cy="104966"/>
              </a:xfrm>
              <a:prstGeom prst="rect">
                <a:avLst/>
              </a:prstGeom>
              <a:solidFill>
                <a:srgbClr val="DCE8ED"/>
              </a:solidFill>
              <a:ln w="0">
                <a:noFill/>
                <a:prstDash val="solid"/>
              </a:ln>
            </p:spPr>
          </p:sp>
          <p:sp>
            <p:nvSpPr>
              <p:cNvPr id="382" name="four:scalar-input:grid-cell:381"/>
              <p:cNvSpPr>
                <a:spLocks noGrp="1"/>
              </p:cNvSpPr>
              <p:nvPr/>
            </p:nvSpPr>
            <p:spPr>
              <a:xfrm>
                <a:off x="885825" y="3781425"/>
                <a:ext cx="104966" cy="104966"/>
              </a:xfrm>
              <a:prstGeom prst="rect">
                <a:avLst/>
              </a:prstGeom>
              <a:solidFill>
                <a:srgbClr val="81C9BA"/>
              </a:solidFill>
              <a:ln w="0">
                <a:noFill/>
                <a:prstDash val="solid"/>
              </a:ln>
            </p:spPr>
          </p:sp>
          <p:sp>
            <p:nvSpPr>
              <p:cNvPr id="383" name="four:scalar-input:grid-cell:382"/>
              <p:cNvSpPr>
                <a:spLocks noGrp="1"/>
              </p:cNvSpPr>
              <p:nvPr/>
            </p:nvSpPr>
            <p:spPr>
              <a:xfrm>
                <a:off x="990600" y="3781425"/>
                <a:ext cx="104966" cy="104966"/>
              </a:xfrm>
              <a:prstGeom prst="rect">
                <a:avLst/>
              </a:prstGeom>
              <a:solidFill>
                <a:srgbClr val="81C9BA"/>
              </a:solidFill>
              <a:ln w="0">
                <a:noFill/>
                <a:prstDash val="solid"/>
              </a:ln>
            </p:spPr>
          </p:sp>
          <p:sp>
            <p:nvSpPr>
              <p:cNvPr id="384" name="four:scalar-input:grid-cell:383"/>
              <p:cNvSpPr>
                <a:spLocks noGrp="1"/>
              </p:cNvSpPr>
              <p:nvPr/>
            </p:nvSpPr>
            <p:spPr>
              <a:xfrm>
                <a:off x="1095375" y="3781425"/>
                <a:ext cx="104966" cy="104966"/>
              </a:xfrm>
              <a:prstGeom prst="rect">
                <a:avLst/>
              </a:prstGeom>
              <a:solidFill>
                <a:srgbClr val="81C9BA"/>
              </a:solidFill>
              <a:ln w="0">
                <a:noFill/>
                <a:prstDash val="solid"/>
              </a:ln>
            </p:spPr>
          </p:sp>
          <p:sp>
            <p:nvSpPr>
              <p:cNvPr id="385" name="four:scalar-input:grid-cell:384"/>
              <p:cNvSpPr>
                <a:spLocks noGrp="1"/>
              </p:cNvSpPr>
              <p:nvPr/>
            </p:nvSpPr>
            <p:spPr>
              <a:xfrm>
                <a:off x="1200150" y="3781425"/>
                <a:ext cx="104966" cy="104966"/>
              </a:xfrm>
              <a:prstGeom prst="rect">
                <a:avLst/>
              </a:prstGeom>
              <a:solidFill>
                <a:srgbClr val="81C9BA"/>
              </a:solidFill>
              <a:ln w="0">
                <a:noFill/>
                <a:prstDash val="solid"/>
              </a:ln>
            </p:spPr>
          </p:sp>
          <p:sp>
            <p:nvSpPr>
              <p:cNvPr id="386" name="four:scalar-input:grid-cell:385"/>
              <p:cNvSpPr>
                <a:spLocks noGrp="1"/>
              </p:cNvSpPr>
              <p:nvPr/>
            </p:nvSpPr>
            <p:spPr>
              <a:xfrm>
                <a:off x="1304925" y="3781425"/>
                <a:ext cx="104966" cy="104966"/>
              </a:xfrm>
              <a:prstGeom prst="rect">
                <a:avLst/>
              </a:prstGeom>
              <a:solidFill>
                <a:srgbClr val="D55E00"/>
              </a:solidFill>
              <a:ln w="0">
                <a:noFill/>
                <a:prstDash val="solid"/>
              </a:ln>
            </p:spPr>
          </p:sp>
          <p:sp>
            <p:nvSpPr>
              <p:cNvPr id="387" name="four:scalar-input:grid-cell:386"/>
              <p:cNvSpPr>
                <a:spLocks noGrp="1"/>
              </p:cNvSpPr>
              <p:nvPr/>
            </p:nvSpPr>
            <p:spPr>
              <a:xfrm>
                <a:off x="1409700" y="3781425"/>
                <a:ext cx="104966" cy="104966"/>
              </a:xfrm>
              <a:prstGeom prst="rect">
                <a:avLst/>
              </a:prstGeom>
              <a:solidFill>
                <a:srgbClr val="D55E00"/>
              </a:solidFill>
              <a:ln w="0">
                <a:noFill/>
                <a:prstDash val="solid"/>
              </a:ln>
            </p:spPr>
          </p:sp>
          <p:sp>
            <p:nvSpPr>
              <p:cNvPr id="388" name="four:scalar-input:grid-cell:387"/>
              <p:cNvSpPr>
                <a:spLocks noGrp="1"/>
              </p:cNvSpPr>
              <p:nvPr/>
            </p:nvSpPr>
            <p:spPr>
              <a:xfrm>
                <a:off x="1514475" y="3781425"/>
                <a:ext cx="104966" cy="104966"/>
              </a:xfrm>
              <a:prstGeom prst="rect">
                <a:avLst/>
              </a:prstGeom>
              <a:solidFill>
                <a:srgbClr val="81C9BA"/>
              </a:solidFill>
              <a:ln w="0">
                <a:noFill/>
                <a:prstDash val="solid"/>
              </a:ln>
            </p:spPr>
          </p:sp>
          <p:sp>
            <p:nvSpPr>
              <p:cNvPr id="389" name="four:scalar-input:grid-cell:388"/>
              <p:cNvSpPr>
                <a:spLocks noGrp="1"/>
              </p:cNvSpPr>
              <p:nvPr/>
            </p:nvSpPr>
            <p:spPr>
              <a:xfrm>
                <a:off x="1619250" y="3781425"/>
                <a:ext cx="104966" cy="104966"/>
              </a:xfrm>
              <a:prstGeom prst="rect">
                <a:avLst/>
              </a:prstGeom>
              <a:solidFill>
                <a:srgbClr val="81C9BA"/>
              </a:solidFill>
              <a:ln w="0">
                <a:noFill/>
                <a:prstDash val="solid"/>
              </a:ln>
            </p:spPr>
          </p:sp>
          <p:sp>
            <p:nvSpPr>
              <p:cNvPr id="390" name="four:scalar-input:grid-cell:389"/>
              <p:cNvSpPr>
                <a:spLocks noGrp="1"/>
              </p:cNvSpPr>
              <p:nvPr/>
            </p:nvSpPr>
            <p:spPr>
              <a:xfrm>
                <a:off x="1724025" y="3781425"/>
                <a:ext cx="104966" cy="104966"/>
              </a:xfrm>
              <a:prstGeom prst="rect">
                <a:avLst/>
              </a:prstGeom>
              <a:solidFill>
                <a:srgbClr val="81C9BA"/>
              </a:solidFill>
              <a:ln w="0">
                <a:noFill/>
                <a:prstDash val="solid"/>
              </a:ln>
            </p:spPr>
          </p:sp>
          <p:sp>
            <p:nvSpPr>
              <p:cNvPr id="391" name="four:scalar-input:grid-cell:390"/>
              <p:cNvSpPr>
                <a:spLocks noGrp="1"/>
              </p:cNvSpPr>
              <p:nvPr/>
            </p:nvSpPr>
            <p:spPr>
              <a:xfrm>
                <a:off x="1828800" y="3781425"/>
                <a:ext cx="104966" cy="104966"/>
              </a:xfrm>
              <a:prstGeom prst="rect">
                <a:avLst/>
              </a:prstGeom>
              <a:solidFill>
                <a:srgbClr val="81C9BA"/>
              </a:solidFill>
              <a:ln w="0">
                <a:noFill/>
                <a:prstDash val="solid"/>
              </a:ln>
            </p:spPr>
          </p:sp>
          <p:sp>
            <p:nvSpPr>
              <p:cNvPr id="392" name="four:scalar-input:grid-cell:391"/>
              <p:cNvSpPr>
                <a:spLocks noGrp="1"/>
              </p:cNvSpPr>
              <p:nvPr/>
            </p:nvSpPr>
            <p:spPr>
              <a:xfrm>
                <a:off x="1933575" y="3781425"/>
                <a:ext cx="104966" cy="104966"/>
              </a:xfrm>
              <a:prstGeom prst="rect">
                <a:avLst/>
              </a:prstGeom>
              <a:solidFill>
                <a:srgbClr val="81C9BA"/>
              </a:solidFill>
              <a:ln w="0">
                <a:noFill/>
                <a:prstDash val="solid"/>
              </a:ln>
            </p:spPr>
          </p:sp>
          <p:sp>
            <p:nvSpPr>
              <p:cNvPr id="393" name="four:scalar-input:grid-cell:392"/>
              <p:cNvSpPr>
                <a:spLocks noGrp="1"/>
              </p:cNvSpPr>
              <p:nvPr/>
            </p:nvSpPr>
            <p:spPr>
              <a:xfrm>
                <a:off x="2038350" y="3781425"/>
                <a:ext cx="104966" cy="104966"/>
              </a:xfrm>
              <a:prstGeom prst="rect">
                <a:avLst/>
              </a:prstGeom>
              <a:solidFill>
                <a:srgbClr val="81C9BA"/>
              </a:solidFill>
              <a:ln w="0">
                <a:noFill/>
                <a:prstDash val="solid"/>
              </a:ln>
            </p:spPr>
          </p:sp>
          <p:sp>
            <p:nvSpPr>
              <p:cNvPr id="394" name="four:scalar-input:grid-cell:393"/>
              <p:cNvSpPr>
                <a:spLocks noGrp="1"/>
              </p:cNvSpPr>
              <p:nvPr/>
            </p:nvSpPr>
            <p:spPr>
              <a:xfrm>
                <a:off x="2143125" y="3781425"/>
                <a:ext cx="104966" cy="104966"/>
              </a:xfrm>
              <a:prstGeom prst="rect">
                <a:avLst/>
              </a:prstGeom>
              <a:solidFill>
                <a:srgbClr val="81C9BA"/>
              </a:solidFill>
              <a:ln w="0">
                <a:noFill/>
                <a:prstDash val="solid"/>
              </a:ln>
            </p:spPr>
          </p:sp>
          <p:sp>
            <p:nvSpPr>
              <p:cNvPr id="395" name="four:scalar-input:grid-cell:394"/>
              <p:cNvSpPr>
                <a:spLocks noGrp="1"/>
              </p:cNvSpPr>
              <p:nvPr/>
            </p:nvSpPr>
            <p:spPr>
              <a:xfrm>
                <a:off x="2247900" y="3781425"/>
                <a:ext cx="104966" cy="104966"/>
              </a:xfrm>
              <a:prstGeom prst="rect">
                <a:avLst/>
              </a:prstGeom>
              <a:solidFill>
                <a:srgbClr val="DCE8ED"/>
              </a:solidFill>
              <a:ln w="0">
                <a:noFill/>
                <a:prstDash val="solid"/>
              </a:ln>
            </p:spPr>
          </p:sp>
          <p:sp>
            <p:nvSpPr>
              <p:cNvPr id="396" name="four:scalar-input:grid-cell:395"/>
              <p:cNvSpPr>
                <a:spLocks noGrp="1"/>
              </p:cNvSpPr>
              <p:nvPr/>
            </p:nvSpPr>
            <p:spPr>
              <a:xfrm>
                <a:off x="2352675" y="3781425"/>
                <a:ext cx="104966" cy="104966"/>
              </a:xfrm>
              <a:prstGeom prst="rect">
                <a:avLst/>
              </a:prstGeom>
              <a:solidFill>
                <a:srgbClr val="DCE8ED"/>
              </a:solidFill>
              <a:ln w="0">
                <a:noFill/>
                <a:prstDash val="solid"/>
              </a:ln>
            </p:spPr>
          </p:sp>
          <p:sp>
            <p:nvSpPr>
              <p:cNvPr id="397" name="four:scalar-input:grid-cell:396"/>
              <p:cNvSpPr>
                <a:spLocks noGrp="1"/>
              </p:cNvSpPr>
              <p:nvPr/>
            </p:nvSpPr>
            <p:spPr>
              <a:xfrm>
                <a:off x="361950" y="3886200"/>
                <a:ext cx="104966" cy="104966"/>
              </a:xfrm>
              <a:prstGeom prst="rect">
                <a:avLst/>
              </a:prstGeom>
              <a:solidFill>
                <a:srgbClr val="DCE8ED"/>
              </a:solidFill>
              <a:ln w="0">
                <a:noFill/>
                <a:prstDash val="solid"/>
              </a:ln>
            </p:spPr>
          </p:sp>
          <p:sp>
            <p:nvSpPr>
              <p:cNvPr id="398" name="four:scalar-input:grid-cell:397"/>
              <p:cNvSpPr>
                <a:spLocks noGrp="1"/>
              </p:cNvSpPr>
              <p:nvPr/>
            </p:nvSpPr>
            <p:spPr>
              <a:xfrm>
                <a:off x="466725" y="3886200"/>
                <a:ext cx="104966" cy="104966"/>
              </a:xfrm>
              <a:prstGeom prst="rect">
                <a:avLst/>
              </a:prstGeom>
              <a:solidFill>
                <a:srgbClr val="DCE8ED"/>
              </a:solidFill>
              <a:ln w="0">
                <a:noFill/>
                <a:prstDash val="solid"/>
              </a:ln>
            </p:spPr>
          </p:sp>
          <p:sp>
            <p:nvSpPr>
              <p:cNvPr id="399" name="four:scalar-input:grid-cell:398"/>
              <p:cNvSpPr>
                <a:spLocks noGrp="1"/>
              </p:cNvSpPr>
              <p:nvPr/>
            </p:nvSpPr>
            <p:spPr>
              <a:xfrm>
                <a:off x="571500" y="3886200"/>
                <a:ext cx="104966" cy="104966"/>
              </a:xfrm>
              <a:prstGeom prst="rect">
                <a:avLst/>
              </a:prstGeom>
              <a:solidFill>
                <a:srgbClr val="DCE8ED"/>
              </a:solidFill>
              <a:ln w="0">
                <a:noFill/>
                <a:prstDash val="solid"/>
              </a:ln>
            </p:spPr>
          </p:sp>
          <p:sp>
            <p:nvSpPr>
              <p:cNvPr id="400" name="four:scalar-input:grid-cell:399"/>
              <p:cNvSpPr>
                <a:spLocks noGrp="1"/>
              </p:cNvSpPr>
              <p:nvPr/>
            </p:nvSpPr>
            <p:spPr>
              <a:xfrm>
                <a:off x="676275" y="3886200"/>
                <a:ext cx="104966" cy="104966"/>
              </a:xfrm>
              <a:prstGeom prst="rect">
                <a:avLst/>
              </a:prstGeom>
              <a:solidFill>
                <a:srgbClr val="DCE8ED"/>
              </a:solidFill>
              <a:ln w="0">
                <a:noFill/>
                <a:prstDash val="solid"/>
              </a:ln>
            </p:spPr>
          </p:sp>
          <p:sp>
            <p:nvSpPr>
              <p:cNvPr id="401" name="four:scalar-input:grid-cell:400"/>
              <p:cNvSpPr>
                <a:spLocks noGrp="1"/>
              </p:cNvSpPr>
              <p:nvPr/>
            </p:nvSpPr>
            <p:spPr>
              <a:xfrm>
                <a:off x="781050" y="3886200"/>
                <a:ext cx="104966" cy="104966"/>
              </a:xfrm>
              <a:prstGeom prst="rect">
                <a:avLst/>
              </a:prstGeom>
              <a:solidFill>
                <a:srgbClr val="DCE8ED"/>
              </a:solidFill>
              <a:ln w="0">
                <a:noFill/>
                <a:prstDash val="solid"/>
              </a:ln>
            </p:spPr>
          </p:sp>
          <p:sp>
            <p:nvSpPr>
              <p:cNvPr id="402" name="four:scalar-input:grid-cell:401"/>
              <p:cNvSpPr>
                <a:spLocks noGrp="1"/>
              </p:cNvSpPr>
              <p:nvPr/>
            </p:nvSpPr>
            <p:spPr>
              <a:xfrm>
                <a:off x="885825" y="3886200"/>
                <a:ext cx="104966" cy="104966"/>
              </a:xfrm>
              <a:prstGeom prst="rect">
                <a:avLst/>
              </a:prstGeom>
              <a:solidFill>
                <a:srgbClr val="81C9BA"/>
              </a:solidFill>
              <a:ln w="0">
                <a:noFill/>
                <a:prstDash val="solid"/>
              </a:ln>
            </p:spPr>
          </p:sp>
          <p:sp>
            <p:nvSpPr>
              <p:cNvPr id="403" name="four:scalar-input:grid-cell:402"/>
              <p:cNvSpPr>
                <a:spLocks noGrp="1"/>
              </p:cNvSpPr>
              <p:nvPr/>
            </p:nvSpPr>
            <p:spPr>
              <a:xfrm>
                <a:off x="990600" y="3886200"/>
                <a:ext cx="104966" cy="104966"/>
              </a:xfrm>
              <a:prstGeom prst="rect">
                <a:avLst/>
              </a:prstGeom>
              <a:solidFill>
                <a:srgbClr val="81C9BA"/>
              </a:solidFill>
              <a:ln w="0">
                <a:noFill/>
                <a:prstDash val="solid"/>
              </a:ln>
            </p:spPr>
          </p:sp>
          <p:sp>
            <p:nvSpPr>
              <p:cNvPr id="404" name="four:scalar-input:grid-cell:403"/>
              <p:cNvSpPr>
                <a:spLocks noGrp="1"/>
              </p:cNvSpPr>
              <p:nvPr/>
            </p:nvSpPr>
            <p:spPr>
              <a:xfrm>
                <a:off x="1095375" y="3886200"/>
                <a:ext cx="104966" cy="104966"/>
              </a:xfrm>
              <a:prstGeom prst="rect">
                <a:avLst/>
              </a:prstGeom>
              <a:solidFill>
                <a:srgbClr val="81C9BA"/>
              </a:solidFill>
              <a:ln w="0">
                <a:noFill/>
                <a:prstDash val="solid"/>
              </a:ln>
            </p:spPr>
          </p:sp>
          <p:sp>
            <p:nvSpPr>
              <p:cNvPr id="405" name="four:scalar-input:grid-cell:404"/>
              <p:cNvSpPr>
                <a:spLocks noGrp="1"/>
              </p:cNvSpPr>
              <p:nvPr/>
            </p:nvSpPr>
            <p:spPr>
              <a:xfrm>
                <a:off x="1200150" y="3886200"/>
                <a:ext cx="104966" cy="104966"/>
              </a:xfrm>
              <a:prstGeom prst="rect">
                <a:avLst/>
              </a:prstGeom>
              <a:solidFill>
                <a:srgbClr val="81C9BA"/>
              </a:solidFill>
              <a:ln w="0">
                <a:noFill/>
                <a:prstDash val="solid"/>
              </a:ln>
            </p:spPr>
          </p:sp>
          <p:sp>
            <p:nvSpPr>
              <p:cNvPr id="406" name="four:scalar-input:grid-cell:405"/>
              <p:cNvSpPr>
                <a:spLocks noGrp="1"/>
              </p:cNvSpPr>
              <p:nvPr/>
            </p:nvSpPr>
            <p:spPr>
              <a:xfrm>
                <a:off x="1304925" y="3886200"/>
                <a:ext cx="104966" cy="104966"/>
              </a:xfrm>
              <a:prstGeom prst="rect">
                <a:avLst/>
              </a:prstGeom>
              <a:solidFill>
                <a:srgbClr val="81C9BA"/>
              </a:solidFill>
              <a:ln w="0">
                <a:noFill/>
                <a:prstDash val="solid"/>
              </a:ln>
            </p:spPr>
          </p:sp>
          <p:sp>
            <p:nvSpPr>
              <p:cNvPr id="407" name="four:scalar-input:grid-cell:406"/>
              <p:cNvSpPr>
                <a:spLocks noGrp="1"/>
              </p:cNvSpPr>
              <p:nvPr/>
            </p:nvSpPr>
            <p:spPr>
              <a:xfrm>
                <a:off x="1409700" y="3886200"/>
                <a:ext cx="104966" cy="104966"/>
              </a:xfrm>
              <a:prstGeom prst="rect">
                <a:avLst/>
              </a:prstGeom>
              <a:solidFill>
                <a:srgbClr val="81C9BA"/>
              </a:solidFill>
              <a:ln w="0">
                <a:noFill/>
                <a:prstDash val="solid"/>
              </a:ln>
            </p:spPr>
          </p:sp>
          <p:sp>
            <p:nvSpPr>
              <p:cNvPr id="408" name="four:scalar-input:grid-cell:407"/>
              <p:cNvSpPr>
                <a:spLocks noGrp="1"/>
              </p:cNvSpPr>
              <p:nvPr/>
            </p:nvSpPr>
            <p:spPr>
              <a:xfrm>
                <a:off x="1514475" y="3886200"/>
                <a:ext cx="104966" cy="104966"/>
              </a:xfrm>
              <a:prstGeom prst="rect">
                <a:avLst/>
              </a:prstGeom>
              <a:solidFill>
                <a:srgbClr val="81C9BA"/>
              </a:solidFill>
              <a:ln w="0">
                <a:noFill/>
                <a:prstDash val="solid"/>
              </a:ln>
            </p:spPr>
          </p:sp>
          <p:sp>
            <p:nvSpPr>
              <p:cNvPr id="409" name="four:scalar-input:grid-cell:408"/>
              <p:cNvSpPr>
                <a:spLocks noGrp="1"/>
              </p:cNvSpPr>
              <p:nvPr/>
            </p:nvSpPr>
            <p:spPr>
              <a:xfrm>
                <a:off x="1619250" y="3886200"/>
                <a:ext cx="104966" cy="104966"/>
              </a:xfrm>
              <a:prstGeom prst="rect">
                <a:avLst/>
              </a:prstGeom>
              <a:solidFill>
                <a:srgbClr val="81C9BA"/>
              </a:solidFill>
              <a:ln w="0">
                <a:noFill/>
                <a:prstDash val="solid"/>
              </a:ln>
            </p:spPr>
          </p:sp>
          <p:sp>
            <p:nvSpPr>
              <p:cNvPr id="410" name="four:scalar-input:grid-cell:409"/>
              <p:cNvSpPr>
                <a:spLocks noGrp="1"/>
              </p:cNvSpPr>
              <p:nvPr/>
            </p:nvSpPr>
            <p:spPr>
              <a:xfrm>
                <a:off x="1724025" y="3886200"/>
                <a:ext cx="104966" cy="104966"/>
              </a:xfrm>
              <a:prstGeom prst="rect">
                <a:avLst/>
              </a:prstGeom>
              <a:solidFill>
                <a:srgbClr val="81C9BA"/>
              </a:solidFill>
              <a:ln w="0">
                <a:noFill/>
                <a:prstDash val="solid"/>
              </a:ln>
            </p:spPr>
          </p:sp>
          <p:sp>
            <p:nvSpPr>
              <p:cNvPr id="411" name="four:scalar-input:grid-cell:410"/>
              <p:cNvSpPr>
                <a:spLocks noGrp="1"/>
              </p:cNvSpPr>
              <p:nvPr/>
            </p:nvSpPr>
            <p:spPr>
              <a:xfrm>
                <a:off x="1828800" y="3886200"/>
                <a:ext cx="104966" cy="104966"/>
              </a:xfrm>
              <a:prstGeom prst="rect">
                <a:avLst/>
              </a:prstGeom>
              <a:solidFill>
                <a:srgbClr val="81C9BA"/>
              </a:solidFill>
              <a:ln w="0">
                <a:noFill/>
                <a:prstDash val="solid"/>
              </a:ln>
            </p:spPr>
          </p:sp>
          <p:sp>
            <p:nvSpPr>
              <p:cNvPr id="412" name="four:scalar-input:grid-cell:411"/>
              <p:cNvSpPr>
                <a:spLocks noGrp="1"/>
              </p:cNvSpPr>
              <p:nvPr/>
            </p:nvSpPr>
            <p:spPr>
              <a:xfrm>
                <a:off x="1933575" y="3886200"/>
                <a:ext cx="104966" cy="104966"/>
              </a:xfrm>
              <a:prstGeom prst="rect">
                <a:avLst/>
              </a:prstGeom>
              <a:solidFill>
                <a:srgbClr val="81C9BA"/>
              </a:solidFill>
              <a:ln w="0">
                <a:noFill/>
                <a:prstDash val="solid"/>
              </a:ln>
            </p:spPr>
          </p:sp>
          <p:sp>
            <p:nvSpPr>
              <p:cNvPr id="413" name="four:scalar-input:grid-cell:412"/>
              <p:cNvSpPr>
                <a:spLocks noGrp="1"/>
              </p:cNvSpPr>
              <p:nvPr/>
            </p:nvSpPr>
            <p:spPr>
              <a:xfrm>
                <a:off x="2038350" y="3886200"/>
                <a:ext cx="104966" cy="104966"/>
              </a:xfrm>
              <a:prstGeom prst="rect">
                <a:avLst/>
              </a:prstGeom>
              <a:solidFill>
                <a:srgbClr val="DCE8ED"/>
              </a:solidFill>
              <a:ln w="0">
                <a:noFill/>
                <a:prstDash val="solid"/>
              </a:ln>
            </p:spPr>
          </p:sp>
          <p:sp>
            <p:nvSpPr>
              <p:cNvPr id="414" name="four:scalar-input:grid-cell:413"/>
              <p:cNvSpPr>
                <a:spLocks noGrp="1"/>
              </p:cNvSpPr>
              <p:nvPr/>
            </p:nvSpPr>
            <p:spPr>
              <a:xfrm>
                <a:off x="2143125" y="3886200"/>
                <a:ext cx="104966" cy="104966"/>
              </a:xfrm>
              <a:prstGeom prst="rect">
                <a:avLst/>
              </a:prstGeom>
              <a:solidFill>
                <a:srgbClr val="DCE8ED"/>
              </a:solidFill>
              <a:ln w="0">
                <a:noFill/>
                <a:prstDash val="solid"/>
              </a:ln>
            </p:spPr>
          </p:sp>
          <p:sp>
            <p:nvSpPr>
              <p:cNvPr id="415" name="four:scalar-input:grid-cell:414"/>
              <p:cNvSpPr>
                <a:spLocks noGrp="1"/>
              </p:cNvSpPr>
              <p:nvPr/>
            </p:nvSpPr>
            <p:spPr>
              <a:xfrm>
                <a:off x="2247900" y="3886200"/>
                <a:ext cx="104966" cy="104966"/>
              </a:xfrm>
              <a:prstGeom prst="rect">
                <a:avLst/>
              </a:prstGeom>
              <a:solidFill>
                <a:srgbClr val="DCE8ED"/>
              </a:solidFill>
              <a:ln w="0">
                <a:noFill/>
                <a:prstDash val="solid"/>
              </a:ln>
            </p:spPr>
          </p:sp>
          <p:sp>
            <p:nvSpPr>
              <p:cNvPr id="416" name="four:scalar-input:grid-cell:415"/>
              <p:cNvSpPr>
                <a:spLocks noGrp="1"/>
              </p:cNvSpPr>
              <p:nvPr/>
            </p:nvSpPr>
            <p:spPr>
              <a:xfrm>
                <a:off x="2352675" y="3886200"/>
                <a:ext cx="104966" cy="104966"/>
              </a:xfrm>
              <a:prstGeom prst="rect">
                <a:avLst/>
              </a:prstGeom>
              <a:solidFill>
                <a:srgbClr val="DCE8ED"/>
              </a:solidFill>
              <a:ln w="0">
                <a:noFill/>
                <a:prstDash val="solid"/>
              </a:ln>
            </p:spPr>
          </p:sp>
          <p:sp>
            <p:nvSpPr>
              <p:cNvPr id="417" name="four:scalar-input:line:416"/>
              <p:cNvSpPr>
                <a:spLocks noGrp="1"/>
              </p:cNvSpPr>
              <p:nvPr/>
            </p:nvSpPr>
            <p:spPr>
              <a:xfrm>
                <a:off x="361950" y="2105025"/>
                <a:ext cx="953" cy="1885950"/>
              </a:xfrm>
              <a:custGeom>
                <a:avLst/>
                <a:gdLst/>
                <a:ahLst/>
                <a:cxnLst/>
                <a:pathLst>
                  <a:path w="953" h="1885950">
                    <a:moveTo>
                      <a:pt x="0" y="0"/>
                    </a:moveTo>
                    <a:lnTo>
                      <a:pt x="0" y="1885950"/>
                    </a:lnTo>
                  </a:path>
                </a:pathLst>
              </a:custGeom>
              <a:noFill/>
              <a:ln w="2199">
                <a:solidFill>
                  <a:srgbClr val="7B8790">
                    <a:alpha val="35000"/>
                  </a:srgbClr>
                </a:solidFill>
                <a:prstDash val="solid"/>
              </a:ln>
            </p:spPr>
          </p:sp>
          <p:sp>
            <p:nvSpPr>
              <p:cNvPr id="418" name="four:scalar-input:line:417"/>
              <p:cNvSpPr>
                <a:spLocks noGrp="1"/>
              </p:cNvSpPr>
              <p:nvPr/>
            </p:nvSpPr>
            <p:spPr>
              <a:xfrm>
                <a:off x="466725" y="2105025"/>
                <a:ext cx="953" cy="1885950"/>
              </a:xfrm>
              <a:custGeom>
                <a:avLst/>
                <a:gdLst/>
                <a:ahLst/>
                <a:cxnLst/>
                <a:pathLst>
                  <a:path w="953" h="1885950">
                    <a:moveTo>
                      <a:pt x="0" y="0"/>
                    </a:moveTo>
                    <a:lnTo>
                      <a:pt x="0" y="1885950"/>
                    </a:lnTo>
                  </a:path>
                </a:pathLst>
              </a:custGeom>
              <a:noFill/>
              <a:ln w="2199">
                <a:solidFill>
                  <a:srgbClr val="7B8790">
                    <a:alpha val="35000"/>
                  </a:srgbClr>
                </a:solidFill>
                <a:prstDash val="solid"/>
              </a:ln>
            </p:spPr>
          </p:sp>
          <p:sp>
            <p:nvSpPr>
              <p:cNvPr id="419" name="four:scalar-input:line:418"/>
              <p:cNvSpPr>
                <a:spLocks noGrp="1"/>
              </p:cNvSpPr>
              <p:nvPr/>
            </p:nvSpPr>
            <p:spPr>
              <a:xfrm>
                <a:off x="571500" y="2105025"/>
                <a:ext cx="953" cy="1885950"/>
              </a:xfrm>
              <a:custGeom>
                <a:avLst/>
                <a:gdLst/>
                <a:ahLst/>
                <a:cxnLst/>
                <a:pathLst>
                  <a:path w="953" h="1885950">
                    <a:moveTo>
                      <a:pt x="0" y="0"/>
                    </a:moveTo>
                    <a:lnTo>
                      <a:pt x="0" y="1885950"/>
                    </a:lnTo>
                  </a:path>
                </a:pathLst>
              </a:custGeom>
              <a:noFill/>
              <a:ln w="2199">
                <a:solidFill>
                  <a:srgbClr val="7B8790">
                    <a:alpha val="35000"/>
                  </a:srgbClr>
                </a:solidFill>
                <a:prstDash val="solid"/>
              </a:ln>
            </p:spPr>
          </p:sp>
          <p:sp>
            <p:nvSpPr>
              <p:cNvPr id="420" name="four:scalar-input:line:419"/>
              <p:cNvSpPr>
                <a:spLocks noGrp="1"/>
              </p:cNvSpPr>
              <p:nvPr/>
            </p:nvSpPr>
            <p:spPr>
              <a:xfrm>
                <a:off x="676275" y="2105025"/>
                <a:ext cx="953" cy="1885950"/>
              </a:xfrm>
              <a:custGeom>
                <a:avLst/>
                <a:gdLst/>
                <a:ahLst/>
                <a:cxnLst/>
                <a:pathLst>
                  <a:path w="953" h="1885950">
                    <a:moveTo>
                      <a:pt x="0" y="0"/>
                    </a:moveTo>
                    <a:lnTo>
                      <a:pt x="0" y="1885950"/>
                    </a:lnTo>
                  </a:path>
                </a:pathLst>
              </a:custGeom>
              <a:noFill/>
              <a:ln w="2199">
                <a:solidFill>
                  <a:srgbClr val="7B8790">
                    <a:alpha val="35000"/>
                  </a:srgbClr>
                </a:solidFill>
                <a:prstDash val="solid"/>
              </a:ln>
            </p:spPr>
          </p:sp>
          <p:sp>
            <p:nvSpPr>
              <p:cNvPr id="421" name="four:scalar-input:line:420"/>
              <p:cNvSpPr>
                <a:spLocks noGrp="1"/>
              </p:cNvSpPr>
              <p:nvPr/>
            </p:nvSpPr>
            <p:spPr>
              <a:xfrm>
                <a:off x="781050" y="2105025"/>
                <a:ext cx="953" cy="1885950"/>
              </a:xfrm>
              <a:custGeom>
                <a:avLst/>
                <a:gdLst/>
                <a:ahLst/>
                <a:cxnLst/>
                <a:pathLst>
                  <a:path w="953" h="1885950">
                    <a:moveTo>
                      <a:pt x="0" y="0"/>
                    </a:moveTo>
                    <a:lnTo>
                      <a:pt x="0" y="1885950"/>
                    </a:lnTo>
                  </a:path>
                </a:pathLst>
              </a:custGeom>
              <a:noFill/>
              <a:ln w="2199">
                <a:solidFill>
                  <a:srgbClr val="7B8790">
                    <a:alpha val="35000"/>
                  </a:srgbClr>
                </a:solidFill>
                <a:prstDash val="solid"/>
              </a:ln>
            </p:spPr>
          </p:sp>
          <p:sp>
            <p:nvSpPr>
              <p:cNvPr id="422" name="four:scalar-input:line:421"/>
              <p:cNvSpPr>
                <a:spLocks noGrp="1"/>
              </p:cNvSpPr>
              <p:nvPr/>
            </p:nvSpPr>
            <p:spPr>
              <a:xfrm>
                <a:off x="885825" y="2105025"/>
                <a:ext cx="953" cy="1885950"/>
              </a:xfrm>
              <a:custGeom>
                <a:avLst/>
                <a:gdLst/>
                <a:ahLst/>
                <a:cxnLst/>
                <a:pathLst>
                  <a:path w="953" h="1885950">
                    <a:moveTo>
                      <a:pt x="0" y="0"/>
                    </a:moveTo>
                    <a:lnTo>
                      <a:pt x="0" y="1885950"/>
                    </a:lnTo>
                  </a:path>
                </a:pathLst>
              </a:custGeom>
              <a:noFill/>
              <a:ln w="2199">
                <a:solidFill>
                  <a:srgbClr val="7B8790">
                    <a:alpha val="35000"/>
                  </a:srgbClr>
                </a:solidFill>
                <a:prstDash val="solid"/>
              </a:ln>
            </p:spPr>
          </p:sp>
          <p:sp>
            <p:nvSpPr>
              <p:cNvPr id="423" name="four:scalar-input:line:422"/>
              <p:cNvSpPr>
                <a:spLocks noGrp="1"/>
              </p:cNvSpPr>
              <p:nvPr/>
            </p:nvSpPr>
            <p:spPr>
              <a:xfrm>
                <a:off x="990600" y="2105025"/>
                <a:ext cx="953" cy="1885950"/>
              </a:xfrm>
              <a:custGeom>
                <a:avLst/>
                <a:gdLst/>
                <a:ahLst/>
                <a:cxnLst/>
                <a:pathLst>
                  <a:path w="953" h="1885950">
                    <a:moveTo>
                      <a:pt x="0" y="0"/>
                    </a:moveTo>
                    <a:lnTo>
                      <a:pt x="0" y="1885950"/>
                    </a:lnTo>
                  </a:path>
                </a:pathLst>
              </a:custGeom>
              <a:noFill/>
              <a:ln w="2199">
                <a:solidFill>
                  <a:srgbClr val="7B8790">
                    <a:alpha val="35000"/>
                  </a:srgbClr>
                </a:solidFill>
                <a:prstDash val="solid"/>
              </a:ln>
            </p:spPr>
          </p:sp>
          <p:sp>
            <p:nvSpPr>
              <p:cNvPr id="424" name="four:scalar-input:line:423"/>
              <p:cNvSpPr>
                <a:spLocks noGrp="1"/>
              </p:cNvSpPr>
              <p:nvPr/>
            </p:nvSpPr>
            <p:spPr>
              <a:xfrm>
                <a:off x="1095375" y="2105025"/>
                <a:ext cx="953" cy="1885950"/>
              </a:xfrm>
              <a:custGeom>
                <a:avLst/>
                <a:gdLst/>
                <a:ahLst/>
                <a:cxnLst/>
                <a:pathLst>
                  <a:path w="953" h="1885950">
                    <a:moveTo>
                      <a:pt x="0" y="0"/>
                    </a:moveTo>
                    <a:lnTo>
                      <a:pt x="0" y="1885950"/>
                    </a:lnTo>
                  </a:path>
                </a:pathLst>
              </a:custGeom>
              <a:noFill/>
              <a:ln w="2199">
                <a:solidFill>
                  <a:srgbClr val="7B8790">
                    <a:alpha val="35000"/>
                  </a:srgbClr>
                </a:solidFill>
                <a:prstDash val="solid"/>
              </a:ln>
            </p:spPr>
          </p:sp>
          <p:sp>
            <p:nvSpPr>
              <p:cNvPr id="425" name="four:scalar-input:line:424"/>
              <p:cNvSpPr>
                <a:spLocks noGrp="1"/>
              </p:cNvSpPr>
              <p:nvPr/>
            </p:nvSpPr>
            <p:spPr>
              <a:xfrm>
                <a:off x="1200150" y="2105025"/>
                <a:ext cx="953" cy="1885950"/>
              </a:xfrm>
              <a:custGeom>
                <a:avLst/>
                <a:gdLst/>
                <a:ahLst/>
                <a:cxnLst/>
                <a:pathLst>
                  <a:path w="953" h="1885950">
                    <a:moveTo>
                      <a:pt x="0" y="0"/>
                    </a:moveTo>
                    <a:lnTo>
                      <a:pt x="0" y="1885950"/>
                    </a:lnTo>
                  </a:path>
                </a:pathLst>
              </a:custGeom>
              <a:noFill/>
              <a:ln w="2199">
                <a:solidFill>
                  <a:srgbClr val="7B8790">
                    <a:alpha val="35000"/>
                  </a:srgbClr>
                </a:solidFill>
                <a:prstDash val="solid"/>
              </a:ln>
            </p:spPr>
          </p:sp>
          <p:sp>
            <p:nvSpPr>
              <p:cNvPr id="426" name="four:scalar-input:line:425"/>
              <p:cNvSpPr>
                <a:spLocks noGrp="1"/>
              </p:cNvSpPr>
              <p:nvPr/>
            </p:nvSpPr>
            <p:spPr>
              <a:xfrm>
                <a:off x="1304925" y="2105025"/>
                <a:ext cx="953" cy="1885950"/>
              </a:xfrm>
              <a:custGeom>
                <a:avLst/>
                <a:gdLst/>
                <a:ahLst/>
                <a:cxnLst/>
                <a:pathLst>
                  <a:path w="953" h="1885950">
                    <a:moveTo>
                      <a:pt x="0" y="0"/>
                    </a:moveTo>
                    <a:lnTo>
                      <a:pt x="0" y="1885950"/>
                    </a:lnTo>
                  </a:path>
                </a:pathLst>
              </a:custGeom>
              <a:noFill/>
              <a:ln w="2199">
                <a:solidFill>
                  <a:srgbClr val="7B8790">
                    <a:alpha val="35000"/>
                  </a:srgbClr>
                </a:solidFill>
                <a:prstDash val="solid"/>
              </a:ln>
            </p:spPr>
          </p:sp>
          <p:sp>
            <p:nvSpPr>
              <p:cNvPr id="427" name="four:scalar-input:line:426"/>
              <p:cNvSpPr>
                <a:spLocks noGrp="1"/>
              </p:cNvSpPr>
              <p:nvPr/>
            </p:nvSpPr>
            <p:spPr>
              <a:xfrm>
                <a:off x="1409700" y="2105025"/>
                <a:ext cx="953" cy="1885950"/>
              </a:xfrm>
              <a:custGeom>
                <a:avLst/>
                <a:gdLst/>
                <a:ahLst/>
                <a:cxnLst/>
                <a:pathLst>
                  <a:path w="953" h="1885950">
                    <a:moveTo>
                      <a:pt x="0" y="0"/>
                    </a:moveTo>
                    <a:lnTo>
                      <a:pt x="0" y="1885950"/>
                    </a:lnTo>
                  </a:path>
                </a:pathLst>
              </a:custGeom>
              <a:noFill/>
              <a:ln w="2199">
                <a:solidFill>
                  <a:srgbClr val="7B8790">
                    <a:alpha val="35000"/>
                  </a:srgbClr>
                </a:solidFill>
                <a:prstDash val="solid"/>
              </a:ln>
            </p:spPr>
          </p:sp>
          <p:sp>
            <p:nvSpPr>
              <p:cNvPr id="428" name="four:scalar-input:line:427"/>
              <p:cNvSpPr>
                <a:spLocks noGrp="1"/>
              </p:cNvSpPr>
              <p:nvPr/>
            </p:nvSpPr>
            <p:spPr>
              <a:xfrm>
                <a:off x="1514475" y="2105025"/>
                <a:ext cx="953" cy="1885950"/>
              </a:xfrm>
              <a:custGeom>
                <a:avLst/>
                <a:gdLst/>
                <a:ahLst/>
                <a:cxnLst/>
                <a:pathLst>
                  <a:path w="953" h="1885950">
                    <a:moveTo>
                      <a:pt x="0" y="0"/>
                    </a:moveTo>
                    <a:lnTo>
                      <a:pt x="0" y="1885950"/>
                    </a:lnTo>
                  </a:path>
                </a:pathLst>
              </a:custGeom>
              <a:noFill/>
              <a:ln w="2199">
                <a:solidFill>
                  <a:srgbClr val="7B8790">
                    <a:alpha val="35000"/>
                  </a:srgbClr>
                </a:solidFill>
                <a:prstDash val="solid"/>
              </a:ln>
            </p:spPr>
          </p:sp>
          <p:sp>
            <p:nvSpPr>
              <p:cNvPr id="429" name="four:scalar-input:line:428"/>
              <p:cNvSpPr>
                <a:spLocks noGrp="1"/>
              </p:cNvSpPr>
              <p:nvPr/>
            </p:nvSpPr>
            <p:spPr>
              <a:xfrm>
                <a:off x="1619250" y="2105025"/>
                <a:ext cx="953" cy="1885950"/>
              </a:xfrm>
              <a:custGeom>
                <a:avLst/>
                <a:gdLst/>
                <a:ahLst/>
                <a:cxnLst/>
                <a:pathLst>
                  <a:path w="953" h="1885950">
                    <a:moveTo>
                      <a:pt x="0" y="0"/>
                    </a:moveTo>
                    <a:lnTo>
                      <a:pt x="0" y="1885950"/>
                    </a:lnTo>
                  </a:path>
                </a:pathLst>
              </a:custGeom>
              <a:noFill/>
              <a:ln w="2199">
                <a:solidFill>
                  <a:srgbClr val="7B8790">
                    <a:alpha val="35000"/>
                  </a:srgbClr>
                </a:solidFill>
                <a:prstDash val="solid"/>
              </a:ln>
            </p:spPr>
          </p:sp>
          <p:sp>
            <p:nvSpPr>
              <p:cNvPr id="430" name="four:scalar-input:line:429"/>
              <p:cNvSpPr>
                <a:spLocks noGrp="1"/>
              </p:cNvSpPr>
              <p:nvPr/>
            </p:nvSpPr>
            <p:spPr>
              <a:xfrm>
                <a:off x="1724025" y="2105025"/>
                <a:ext cx="953" cy="1885950"/>
              </a:xfrm>
              <a:custGeom>
                <a:avLst/>
                <a:gdLst/>
                <a:ahLst/>
                <a:cxnLst/>
                <a:pathLst>
                  <a:path w="953" h="1885950">
                    <a:moveTo>
                      <a:pt x="0" y="0"/>
                    </a:moveTo>
                    <a:lnTo>
                      <a:pt x="0" y="1885950"/>
                    </a:lnTo>
                  </a:path>
                </a:pathLst>
              </a:custGeom>
              <a:noFill/>
              <a:ln w="2199">
                <a:solidFill>
                  <a:srgbClr val="7B8790">
                    <a:alpha val="35000"/>
                  </a:srgbClr>
                </a:solidFill>
                <a:prstDash val="solid"/>
              </a:ln>
            </p:spPr>
          </p:sp>
          <p:sp>
            <p:nvSpPr>
              <p:cNvPr id="431" name="four:scalar-input:line:430"/>
              <p:cNvSpPr>
                <a:spLocks noGrp="1"/>
              </p:cNvSpPr>
              <p:nvPr/>
            </p:nvSpPr>
            <p:spPr>
              <a:xfrm>
                <a:off x="1828800" y="2105025"/>
                <a:ext cx="953" cy="1885950"/>
              </a:xfrm>
              <a:custGeom>
                <a:avLst/>
                <a:gdLst/>
                <a:ahLst/>
                <a:cxnLst/>
                <a:pathLst>
                  <a:path w="953" h="1885950">
                    <a:moveTo>
                      <a:pt x="0" y="0"/>
                    </a:moveTo>
                    <a:lnTo>
                      <a:pt x="0" y="1885950"/>
                    </a:lnTo>
                  </a:path>
                </a:pathLst>
              </a:custGeom>
              <a:noFill/>
              <a:ln w="2199">
                <a:solidFill>
                  <a:srgbClr val="7B8790">
                    <a:alpha val="35000"/>
                  </a:srgbClr>
                </a:solidFill>
                <a:prstDash val="solid"/>
              </a:ln>
            </p:spPr>
          </p:sp>
          <p:sp>
            <p:nvSpPr>
              <p:cNvPr id="432" name="four:scalar-input:line:431"/>
              <p:cNvSpPr>
                <a:spLocks noGrp="1"/>
              </p:cNvSpPr>
              <p:nvPr/>
            </p:nvSpPr>
            <p:spPr>
              <a:xfrm>
                <a:off x="1933575" y="2105025"/>
                <a:ext cx="953" cy="1885950"/>
              </a:xfrm>
              <a:custGeom>
                <a:avLst/>
                <a:gdLst/>
                <a:ahLst/>
                <a:cxnLst/>
                <a:pathLst>
                  <a:path w="953" h="1885950">
                    <a:moveTo>
                      <a:pt x="0" y="0"/>
                    </a:moveTo>
                    <a:lnTo>
                      <a:pt x="0" y="1885950"/>
                    </a:lnTo>
                  </a:path>
                </a:pathLst>
              </a:custGeom>
              <a:noFill/>
              <a:ln w="2199">
                <a:solidFill>
                  <a:srgbClr val="7B8790">
                    <a:alpha val="35000"/>
                  </a:srgbClr>
                </a:solidFill>
                <a:prstDash val="solid"/>
              </a:ln>
            </p:spPr>
          </p:sp>
          <p:sp>
            <p:nvSpPr>
              <p:cNvPr id="433" name="four:scalar-input:line:432"/>
              <p:cNvSpPr>
                <a:spLocks noGrp="1"/>
              </p:cNvSpPr>
              <p:nvPr/>
            </p:nvSpPr>
            <p:spPr>
              <a:xfrm>
                <a:off x="2038350" y="2105025"/>
                <a:ext cx="953" cy="1885950"/>
              </a:xfrm>
              <a:custGeom>
                <a:avLst/>
                <a:gdLst/>
                <a:ahLst/>
                <a:cxnLst/>
                <a:pathLst>
                  <a:path w="953" h="1885950">
                    <a:moveTo>
                      <a:pt x="0" y="0"/>
                    </a:moveTo>
                    <a:lnTo>
                      <a:pt x="0" y="1885950"/>
                    </a:lnTo>
                  </a:path>
                </a:pathLst>
              </a:custGeom>
              <a:noFill/>
              <a:ln w="2199">
                <a:solidFill>
                  <a:srgbClr val="7B8790">
                    <a:alpha val="35000"/>
                  </a:srgbClr>
                </a:solidFill>
                <a:prstDash val="solid"/>
              </a:ln>
            </p:spPr>
          </p:sp>
          <p:sp>
            <p:nvSpPr>
              <p:cNvPr id="434" name="four:scalar-input:line:433"/>
              <p:cNvSpPr>
                <a:spLocks noGrp="1"/>
              </p:cNvSpPr>
              <p:nvPr/>
            </p:nvSpPr>
            <p:spPr>
              <a:xfrm>
                <a:off x="2143125" y="2105025"/>
                <a:ext cx="953" cy="1885950"/>
              </a:xfrm>
              <a:custGeom>
                <a:avLst/>
                <a:gdLst/>
                <a:ahLst/>
                <a:cxnLst/>
                <a:pathLst>
                  <a:path w="953" h="1885950">
                    <a:moveTo>
                      <a:pt x="0" y="0"/>
                    </a:moveTo>
                    <a:lnTo>
                      <a:pt x="0" y="1885950"/>
                    </a:lnTo>
                  </a:path>
                </a:pathLst>
              </a:custGeom>
              <a:noFill/>
              <a:ln w="2199">
                <a:solidFill>
                  <a:srgbClr val="7B8790">
                    <a:alpha val="35000"/>
                  </a:srgbClr>
                </a:solidFill>
                <a:prstDash val="solid"/>
              </a:ln>
            </p:spPr>
          </p:sp>
          <p:sp>
            <p:nvSpPr>
              <p:cNvPr id="435" name="four:scalar-input:line:434"/>
              <p:cNvSpPr>
                <a:spLocks noGrp="1"/>
              </p:cNvSpPr>
              <p:nvPr/>
            </p:nvSpPr>
            <p:spPr>
              <a:xfrm>
                <a:off x="2247900" y="2105025"/>
                <a:ext cx="953" cy="1885950"/>
              </a:xfrm>
              <a:custGeom>
                <a:avLst/>
                <a:gdLst/>
                <a:ahLst/>
                <a:cxnLst/>
                <a:pathLst>
                  <a:path w="953" h="1885950">
                    <a:moveTo>
                      <a:pt x="0" y="0"/>
                    </a:moveTo>
                    <a:lnTo>
                      <a:pt x="0" y="1885950"/>
                    </a:lnTo>
                  </a:path>
                </a:pathLst>
              </a:custGeom>
              <a:noFill/>
              <a:ln w="2199">
                <a:solidFill>
                  <a:srgbClr val="7B8790">
                    <a:alpha val="35000"/>
                  </a:srgbClr>
                </a:solidFill>
                <a:prstDash val="solid"/>
              </a:ln>
            </p:spPr>
          </p:sp>
          <p:sp>
            <p:nvSpPr>
              <p:cNvPr id="436" name="four:scalar-input:line:435"/>
              <p:cNvSpPr>
                <a:spLocks noGrp="1"/>
              </p:cNvSpPr>
              <p:nvPr/>
            </p:nvSpPr>
            <p:spPr>
              <a:xfrm>
                <a:off x="2352675" y="2105025"/>
                <a:ext cx="953" cy="1885950"/>
              </a:xfrm>
              <a:custGeom>
                <a:avLst/>
                <a:gdLst/>
                <a:ahLst/>
                <a:cxnLst/>
                <a:pathLst>
                  <a:path w="953" h="1885950">
                    <a:moveTo>
                      <a:pt x="0" y="0"/>
                    </a:moveTo>
                    <a:lnTo>
                      <a:pt x="0" y="1885950"/>
                    </a:lnTo>
                  </a:path>
                </a:pathLst>
              </a:custGeom>
              <a:noFill/>
              <a:ln w="2199">
                <a:solidFill>
                  <a:srgbClr val="7B8790">
                    <a:alpha val="35000"/>
                  </a:srgbClr>
                </a:solidFill>
                <a:prstDash val="solid"/>
              </a:ln>
            </p:spPr>
          </p:sp>
          <p:sp>
            <p:nvSpPr>
              <p:cNvPr id="437" name="four:scalar-input:line:436"/>
              <p:cNvSpPr>
                <a:spLocks noGrp="1"/>
              </p:cNvSpPr>
              <p:nvPr/>
            </p:nvSpPr>
            <p:spPr>
              <a:xfrm>
                <a:off x="2457450" y="2105025"/>
                <a:ext cx="953" cy="1885950"/>
              </a:xfrm>
              <a:custGeom>
                <a:avLst/>
                <a:gdLst/>
                <a:ahLst/>
                <a:cxnLst/>
                <a:pathLst>
                  <a:path w="953" h="1885950">
                    <a:moveTo>
                      <a:pt x="0" y="0"/>
                    </a:moveTo>
                    <a:lnTo>
                      <a:pt x="0" y="1885950"/>
                    </a:lnTo>
                  </a:path>
                </a:pathLst>
              </a:custGeom>
              <a:noFill/>
              <a:ln w="2199">
                <a:solidFill>
                  <a:srgbClr val="7B8790">
                    <a:alpha val="35000"/>
                  </a:srgbClr>
                </a:solidFill>
                <a:prstDash val="solid"/>
              </a:ln>
            </p:spPr>
          </p:sp>
          <p:sp>
            <p:nvSpPr>
              <p:cNvPr id="438" name="four:scalar-input:line:437"/>
              <p:cNvSpPr>
                <a:spLocks noGrp="1"/>
              </p:cNvSpPr>
              <p:nvPr/>
            </p:nvSpPr>
            <p:spPr>
              <a:xfrm>
                <a:off x="361950" y="2105025"/>
                <a:ext cx="2095500" cy="953"/>
              </a:xfrm>
              <a:custGeom>
                <a:avLst/>
                <a:gdLst/>
                <a:ahLst/>
                <a:cxnLst/>
                <a:pathLst>
                  <a:path w="2095500" h="953">
                    <a:moveTo>
                      <a:pt x="0" y="0"/>
                    </a:moveTo>
                    <a:lnTo>
                      <a:pt x="2095500" y="0"/>
                    </a:lnTo>
                  </a:path>
                </a:pathLst>
              </a:custGeom>
              <a:noFill/>
              <a:ln w="2199">
                <a:solidFill>
                  <a:srgbClr val="7B8790">
                    <a:alpha val="35000"/>
                  </a:srgbClr>
                </a:solidFill>
                <a:prstDash val="solid"/>
              </a:ln>
            </p:spPr>
          </p:sp>
          <p:sp>
            <p:nvSpPr>
              <p:cNvPr id="439" name="four:scalar-input:line:438"/>
              <p:cNvSpPr>
                <a:spLocks noGrp="1"/>
              </p:cNvSpPr>
              <p:nvPr/>
            </p:nvSpPr>
            <p:spPr>
              <a:xfrm>
                <a:off x="361950" y="2209800"/>
                <a:ext cx="2095500" cy="953"/>
              </a:xfrm>
              <a:custGeom>
                <a:avLst/>
                <a:gdLst/>
                <a:ahLst/>
                <a:cxnLst/>
                <a:pathLst>
                  <a:path w="2095500" h="953">
                    <a:moveTo>
                      <a:pt x="0" y="0"/>
                    </a:moveTo>
                    <a:lnTo>
                      <a:pt x="2095500" y="0"/>
                    </a:lnTo>
                  </a:path>
                </a:pathLst>
              </a:custGeom>
              <a:noFill/>
              <a:ln w="2199">
                <a:solidFill>
                  <a:srgbClr val="7B8790">
                    <a:alpha val="35000"/>
                  </a:srgbClr>
                </a:solidFill>
                <a:prstDash val="solid"/>
              </a:ln>
            </p:spPr>
          </p:sp>
          <p:sp>
            <p:nvSpPr>
              <p:cNvPr id="440" name="four:scalar-input:line:439"/>
              <p:cNvSpPr>
                <a:spLocks noGrp="1"/>
              </p:cNvSpPr>
              <p:nvPr/>
            </p:nvSpPr>
            <p:spPr>
              <a:xfrm>
                <a:off x="361950" y="2314575"/>
                <a:ext cx="2095500" cy="953"/>
              </a:xfrm>
              <a:custGeom>
                <a:avLst/>
                <a:gdLst/>
                <a:ahLst/>
                <a:cxnLst/>
                <a:pathLst>
                  <a:path w="2095500" h="953">
                    <a:moveTo>
                      <a:pt x="0" y="0"/>
                    </a:moveTo>
                    <a:lnTo>
                      <a:pt x="2095500" y="0"/>
                    </a:lnTo>
                  </a:path>
                </a:pathLst>
              </a:custGeom>
              <a:noFill/>
              <a:ln w="2199">
                <a:solidFill>
                  <a:srgbClr val="7B8790">
                    <a:alpha val="35000"/>
                  </a:srgbClr>
                </a:solidFill>
                <a:prstDash val="solid"/>
              </a:ln>
            </p:spPr>
          </p:sp>
          <p:sp>
            <p:nvSpPr>
              <p:cNvPr id="441" name="four:scalar-input:line:440"/>
              <p:cNvSpPr>
                <a:spLocks noGrp="1"/>
              </p:cNvSpPr>
              <p:nvPr/>
            </p:nvSpPr>
            <p:spPr>
              <a:xfrm>
                <a:off x="361950" y="2419350"/>
                <a:ext cx="2095500" cy="953"/>
              </a:xfrm>
              <a:custGeom>
                <a:avLst/>
                <a:gdLst/>
                <a:ahLst/>
                <a:cxnLst/>
                <a:pathLst>
                  <a:path w="2095500" h="953">
                    <a:moveTo>
                      <a:pt x="0" y="0"/>
                    </a:moveTo>
                    <a:lnTo>
                      <a:pt x="2095500" y="0"/>
                    </a:lnTo>
                  </a:path>
                </a:pathLst>
              </a:custGeom>
              <a:noFill/>
              <a:ln w="2199">
                <a:solidFill>
                  <a:srgbClr val="7B8790">
                    <a:alpha val="35000"/>
                  </a:srgbClr>
                </a:solidFill>
                <a:prstDash val="solid"/>
              </a:ln>
            </p:spPr>
          </p:sp>
          <p:sp>
            <p:nvSpPr>
              <p:cNvPr id="442" name="four:scalar-input:line:441"/>
              <p:cNvSpPr>
                <a:spLocks noGrp="1"/>
              </p:cNvSpPr>
              <p:nvPr/>
            </p:nvSpPr>
            <p:spPr>
              <a:xfrm>
                <a:off x="361950" y="2524125"/>
                <a:ext cx="2095500" cy="953"/>
              </a:xfrm>
              <a:custGeom>
                <a:avLst/>
                <a:gdLst/>
                <a:ahLst/>
                <a:cxnLst/>
                <a:pathLst>
                  <a:path w="2095500" h="953">
                    <a:moveTo>
                      <a:pt x="0" y="0"/>
                    </a:moveTo>
                    <a:lnTo>
                      <a:pt x="2095500" y="0"/>
                    </a:lnTo>
                  </a:path>
                </a:pathLst>
              </a:custGeom>
              <a:noFill/>
              <a:ln w="2199">
                <a:solidFill>
                  <a:srgbClr val="7B8790">
                    <a:alpha val="35000"/>
                  </a:srgbClr>
                </a:solidFill>
                <a:prstDash val="solid"/>
              </a:ln>
            </p:spPr>
          </p:sp>
          <p:sp>
            <p:nvSpPr>
              <p:cNvPr id="443" name="four:scalar-input:line:442"/>
              <p:cNvSpPr>
                <a:spLocks noGrp="1"/>
              </p:cNvSpPr>
              <p:nvPr/>
            </p:nvSpPr>
            <p:spPr>
              <a:xfrm>
                <a:off x="361950" y="2628900"/>
                <a:ext cx="2095500" cy="953"/>
              </a:xfrm>
              <a:custGeom>
                <a:avLst/>
                <a:gdLst/>
                <a:ahLst/>
                <a:cxnLst/>
                <a:pathLst>
                  <a:path w="2095500" h="953">
                    <a:moveTo>
                      <a:pt x="0" y="0"/>
                    </a:moveTo>
                    <a:lnTo>
                      <a:pt x="2095500" y="0"/>
                    </a:lnTo>
                  </a:path>
                </a:pathLst>
              </a:custGeom>
              <a:noFill/>
              <a:ln w="2199">
                <a:solidFill>
                  <a:srgbClr val="7B8790">
                    <a:alpha val="35000"/>
                  </a:srgbClr>
                </a:solidFill>
                <a:prstDash val="solid"/>
              </a:ln>
            </p:spPr>
          </p:sp>
          <p:sp>
            <p:nvSpPr>
              <p:cNvPr id="444" name="four:scalar-input:line:443"/>
              <p:cNvSpPr>
                <a:spLocks noGrp="1"/>
              </p:cNvSpPr>
              <p:nvPr/>
            </p:nvSpPr>
            <p:spPr>
              <a:xfrm>
                <a:off x="361950" y="2733675"/>
                <a:ext cx="2095500" cy="953"/>
              </a:xfrm>
              <a:custGeom>
                <a:avLst/>
                <a:gdLst/>
                <a:ahLst/>
                <a:cxnLst/>
                <a:pathLst>
                  <a:path w="2095500" h="953">
                    <a:moveTo>
                      <a:pt x="0" y="0"/>
                    </a:moveTo>
                    <a:lnTo>
                      <a:pt x="2095500" y="0"/>
                    </a:lnTo>
                  </a:path>
                </a:pathLst>
              </a:custGeom>
              <a:noFill/>
              <a:ln w="2199">
                <a:solidFill>
                  <a:srgbClr val="7B8790">
                    <a:alpha val="35000"/>
                  </a:srgbClr>
                </a:solidFill>
                <a:prstDash val="solid"/>
              </a:ln>
            </p:spPr>
          </p:sp>
          <p:sp>
            <p:nvSpPr>
              <p:cNvPr id="445" name="four:scalar-input:line:444"/>
              <p:cNvSpPr>
                <a:spLocks noGrp="1"/>
              </p:cNvSpPr>
              <p:nvPr/>
            </p:nvSpPr>
            <p:spPr>
              <a:xfrm>
                <a:off x="361950" y="2838450"/>
                <a:ext cx="2095500" cy="953"/>
              </a:xfrm>
              <a:custGeom>
                <a:avLst/>
                <a:gdLst/>
                <a:ahLst/>
                <a:cxnLst/>
                <a:pathLst>
                  <a:path w="2095500" h="953">
                    <a:moveTo>
                      <a:pt x="0" y="0"/>
                    </a:moveTo>
                    <a:lnTo>
                      <a:pt x="2095500" y="0"/>
                    </a:lnTo>
                  </a:path>
                </a:pathLst>
              </a:custGeom>
              <a:noFill/>
              <a:ln w="2199">
                <a:solidFill>
                  <a:srgbClr val="7B8790">
                    <a:alpha val="35000"/>
                  </a:srgbClr>
                </a:solidFill>
                <a:prstDash val="solid"/>
              </a:ln>
            </p:spPr>
          </p:sp>
          <p:sp>
            <p:nvSpPr>
              <p:cNvPr id="446" name="four:scalar-input:line:445"/>
              <p:cNvSpPr>
                <a:spLocks noGrp="1"/>
              </p:cNvSpPr>
              <p:nvPr/>
            </p:nvSpPr>
            <p:spPr>
              <a:xfrm>
                <a:off x="361950" y="2943225"/>
                <a:ext cx="2095500" cy="953"/>
              </a:xfrm>
              <a:custGeom>
                <a:avLst/>
                <a:gdLst/>
                <a:ahLst/>
                <a:cxnLst/>
                <a:pathLst>
                  <a:path w="2095500" h="953">
                    <a:moveTo>
                      <a:pt x="0" y="0"/>
                    </a:moveTo>
                    <a:lnTo>
                      <a:pt x="2095500" y="0"/>
                    </a:lnTo>
                  </a:path>
                </a:pathLst>
              </a:custGeom>
              <a:noFill/>
              <a:ln w="2199">
                <a:solidFill>
                  <a:srgbClr val="7B8790">
                    <a:alpha val="35000"/>
                  </a:srgbClr>
                </a:solidFill>
                <a:prstDash val="solid"/>
              </a:ln>
            </p:spPr>
          </p:sp>
          <p:sp>
            <p:nvSpPr>
              <p:cNvPr id="447" name="four:scalar-input:line:446"/>
              <p:cNvSpPr>
                <a:spLocks noGrp="1"/>
              </p:cNvSpPr>
              <p:nvPr/>
            </p:nvSpPr>
            <p:spPr>
              <a:xfrm>
                <a:off x="361950" y="3048000"/>
                <a:ext cx="2095500" cy="953"/>
              </a:xfrm>
              <a:custGeom>
                <a:avLst/>
                <a:gdLst/>
                <a:ahLst/>
                <a:cxnLst/>
                <a:pathLst>
                  <a:path w="2095500" h="953">
                    <a:moveTo>
                      <a:pt x="0" y="0"/>
                    </a:moveTo>
                    <a:lnTo>
                      <a:pt x="2095500" y="0"/>
                    </a:lnTo>
                  </a:path>
                </a:pathLst>
              </a:custGeom>
              <a:noFill/>
              <a:ln w="2199">
                <a:solidFill>
                  <a:srgbClr val="7B8790">
                    <a:alpha val="35000"/>
                  </a:srgbClr>
                </a:solidFill>
                <a:prstDash val="solid"/>
              </a:ln>
            </p:spPr>
          </p:sp>
          <p:sp>
            <p:nvSpPr>
              <p:cNvPr id="448" name="four:scalar-input:line:447"/>
              <p:cNvSpPr>
                <a:spLocks noGrp="1"/>
              </p:cNvSpPr>
              <p:nvPr/>
            </p:nvSpPr>
            <p:spPr>
              <a:xfrm>
                <a:off x="361950" y="3152775"/>
                <a:ext cx="2095500" cy="953"/>
              </a:xfrm>
              <a:custGeom>
                <a:avLst/>
                <a:gdLst/>
                <a:ahLst/>
                <a:cxnLst/>
                <a:pathLst>
                  <a:path w="2095500" h="953">
                    <a:moveTo>
                      <a:pt x="0" y="0"/>
                    </a:moveTo>
                    <a:lnTo>
                      <a:pt x="2095500" y="0"/>
                    </a:lnTo>
                  </a:path>
                </a:pathLst>
              </a:custGeom>
              <a:noFill/>
              <a:ln w="2199">
                <a:solidFill>
                  <a:srgbClr val="7B8790">
                    <a:alpha val="35000"/>
                  </a:srgbClr>
                </a:solidFill>
                <a:prstDash val="solid"/>
              </a:ln>
            </p:spPr>
          </p:sp>
          <p:sp>
            <p:nvSpPr>
              <p:cNvPr id="449" name="four:scalar-input:line:448"/>
              <p:cNvSpPr>
                <a:spLocks noGrp="1"/>
              </p:cNvSpPr>
              <p:nvPr/>
            </p:nvSpPr>
            <p:spPr>
              <a:xfrm>
                <a:off x="361950" y="3257550"/>
                <a:ext cx="2095500" cy="953"/>
              </a:xfrm>
              <a:custGeom>
                <a:avLst/>
                <a:gdLst/>
                <a:ahLst/>
                <a:cxnLst/>
                <a:pathLst>
                  <a:path w="2095500" h="953">
                    <a:moveTo>
                      <a:pt x="0" y="0"/>
                    </a:moveTo>
                    <a:lnTo>
                      <a:pt x="2095500" y="0"/>
                    </a:lnTo>
                  </a:path>
                </a:pathLst>
              </a:custGeom>
              <a:noFill/>
              <a:ln w="2199">
                <a:solidFill>
                  <a:srgbClr val="7B8790">
                    <a:alpha val="35000"/>
                  </a:srgbClr>
                </a:solidFill>
                <a:prstDash val="solid"/>
              </a:ln>
            </p:spPr>
          </p:sp>
          <p:sp>
            <p:nvSpPr>
              <p:cNvPr id="450" name="four:scalar-input:line:449"/>
              <p:cNvSpPr>
                <a:spLocks noGrp="1"/>
              </p:cNvSpPr>
              <p:nvPr/>
            </p:nvSpPr>
            <p:spPr>
              <a:xfrm>
                <a:off x="361950" y="3362325"/>
                <a:ext cx="2095500" cy="953"/>
              </a:xfrm>
              <a:custGeom>
                <a:avLst/>
                <a:gdLst/>
                <a:ahLst/>
                <a:cxnLst/>
                <a:pathLst>
                  <a:path w="2095500" h="953">
                    <a:moveTo>
                      <a:pt x="0" y="0"/>
                    </a:moveTo>
                    <a:lnTo>
                      <a:pt x="2095500" y="0"/>
                    </a:lnTo>
                  </a:path>
                </a:pathLst>
              </a:custGeom>
              <a:noFill/>
              <a:ln w="2199">
                <a:solidFill>
                  <a:srgbClr val="7B8790">
                    <a:alpha val="35000"/>
                  </a:srgbClr>
                </a:solidFill>
                <a:prstDash val="solid"/>
              </a:ln>
            </p:spPr>
          </p:sp>
          <p:sp>
            <p:nvSpPr>
              <p:cNvPr id="451" name="four:scalar-input:line:450"/>
              <p:cNvSpPr>
                <a:spLocks noGrp="1"/>
              </p:cNvSpPr>
              <p:nvPr/>
            </p:nvSpPr>
            <p:spPr>
              <a:xfrm>
                <a:off x="361950" y="3467100"/>
                <a:ext cx="2095500" cy="953"/>
              </a:xfrm>
              <a:custGeom>
                <a:avLst/>
                <a:gdLst/>
                <a:ahLst/>
                <a:cxnLst/>
                <a:pathLst>
                  <a:path w="2095500" h="953">
                    <a:moveTo>
                      <a:pt x="0" y="0"/>
                    </a:moveTo>
                    <a:lnTo>
                      <a:pt x="2095500" y="0"/>
                    </a:lnTo>
                  </a:path>
                </a:pathLst>
              </a:custGeom>
              <a:noFill/>
              <a:ln w="2199">
                <a:solidFill>
                  <a:srgbClr val="7B8790">
                    <a:alpha val="35000"/>
                  </a:srgbClr>
                </a:solidFill>
                <a:prstDash val="solid"/>
              </a:ln>
            </p:spPr>
          </p:sp>
          <p:sp>
            <p:nvSpPr>
              <p:cNvPr id="452" name="four:scalar-input:line:451"/>
              <p:cNvSpPr>
                <a:spLocks noGrp="1"/>
              </p:cNvSpPr>
              <p:nvPr/>
            </p:nvSpPr>
            <p:spPr>
              <a:xfrm>
                <a:off x="361950" y="3571875"/>
                <a:ext cx="2095500" cy="953"/>
              </a:xfrm>
              <a:custGeom>
                <a:avLst/>
                <a:gdLst/>
                <a:ahLst/>
                <a:cxnLst/>
                <a:pathLst>
                  <a:path w="2095500" h="953">
                    <a:moveTo>
                      <a:pt x="0" y="0"/>
                    </a:moveTo>
                    <a:lnTo>
                      <a:pt x="2095500" y="0"/>
                    </a:lnTo>
                  </a:path>
                </a:pathLst>
              </a:custGeom>
              <a:noFill/>
              <a:ln w="2199">
                <a:solidFill>
                  <a:srgbClr val="7B8790">
                    <a:alpha val="35000"/>
                  </a:srgbClr>
                </a:solidFill>
                <a:prstDash val="solid"/>
              </a:ln>
            </p:spPr>
          </p:sp>
          <p:sp>
            <p:nvSpPr>
              <p:cNvPr id="453" name="four:scalar-input:line:452"/>
              <p:cNvSpPr>
                <a:spLocks noGrp="1"/>
              </p:cNvSpPr>
              <p:nvPr/>
            </p:nvSpPr>
            <p:spPr>
              <a:xfrm>
                <a:off x="361950" y="3676650"/>
                <a:ext cx="2095500" cy="953"/>
              </a:xfrm>
              <a:custGeom>
                <a:avLst/>
                <a:gdLst/>
                <a:ahLst/>
                <a:cxnLst/>
                <a:pathLst>
                  <a:path w="2095500" h="953">
                    <a:moveTo>
                      <a:pt x="0" y="0"/>
                    </a:moveTo>
                    <a:lnTo>
                      <a:pt x="2095500" y="0"/>
                    </a:lnTo>
                  </a:path>
                </a:pathLst>
              </a:custGeom>
              <a:noFill/>
              <a:ln w="2199">
                <a:solidFill>
                  <a:srgbClr val="7B8790">
                    <a:alpha val="35000"/>
                  </a:srgbClr>
                </a:solidFill>
                <a:prstDash val="solid"/>
              </a:ln>
            </p:spPr>
          </p:sp>
          <p:sp>
            <p:nvSpPr>
              <p:cNvPr id="454" name="four:scalar-input:line:453"/>
              <p:cNvSpPr>
                <a:spLocks noGrp="1"/>
              </p:cNvSpPr>
              <p:nvPr/>
            </p:nvSpPr>
            <p:spPr>
              <a:xfrm>
                <a:off x="361950" y="3781425"/>
                <a:ext cx="2095500" cy="953"/>
              </a:xfrm>
              <a:custGeom>
                <a:avLst/>
                <a:gdLst/>
                <a:ahLst/>
                <a:cxnLst/>
                <a:pathLst>
                  <a:path w="2095500" h="953">
                    <a:moveTo>
                      <a:pt x="0" y="0"/>
                    </a:moveTo>
                    <a:lnTo>
                      <a:pt x="2095500" y="0"/>
                    </a:lnTo>
                  </a:path>
                </a:pathLst>
              </a:custGeom>
              <a:noFill/>
              <a:ln w="2199">
                <a:solidFill>
                  <a:srgbClr val="7B8790">
                    <a:alpha val="35000"/>
                  </a:srgbClr>
                </a:solidFill>
                <a:prstDash val="solid"/>
              </a:ln>
            </p:spPr>
          </p:sp>
          <p:sp>
            <p:nvSpPr>
              <p:cNvPr id="455" name="four:scalar-input:line:454"/>
              <p:cNvSpPr>
                <a:spLocks noGrp="1"/>
              </p:cNvSpPr>
              <p:nvPr/>
            </p:nvSpPr>
            <p:spPr>
              <a:xfrm>
                <a:off x="361950" y="3886200"/>
                <a:ext cx="2095500" cy="953"/>
              </a:xfrm>
              <a:custGeom>
                <a:avLst/>
                <a:gdLst/>
                <a:ahLst/>
                <a:cxnLst/>
                <a:pathLst>
                  <a:path w="2095500" h="953">
                    <a:moveTo>
                      <a:pt x="0" y="0"/>
                    </a:moveTo>
                    <a:lnTo>
                      <a:pt x="2095500" y="0"/>
                    </a:lnTo>
                  </a:path>
                </a:pathLst>
              </a:custGeom>
              <a:noFill/>
              <a:ln w="2199">
                <a:solidFill>
                  <a:srgbClr val="7B8790">
                    <a:alpha val="35000"/>
                  </a:srgbClr>
                </a:solidFill>
                <a:prstDash val="solid"/>
              </a:ln>
            </p:spPr>
          </p:sp>
          <p:sp>
            <p:nvSpPr>
              <p:cNvPr id="456" name="four:scalar-input:line:455"/>
              <p:cNvSpPr>
                <a:spLocks noGrp="1"/>
              </p:cNvSpPr>
              <p:nvPr/>
            </p:nvSpPr>
            <p:spPr>
              <a:xfrm>
                <a:off x="361950" y="3990975"/>
                <a:ext cx="2095500" cy="953"/>
              </a:xfrm>
              <a:custGeom>
                <a:avLst/>
                <a:gdLst/>
                <a:ahLst/>
                <a:cxnLst/>
                <a:pathLst>
                  <a:path w="2095500" h="953">
                    <a:moveTo>
                      <a:pt x="0" y="0"/>
                    </a:moveTo>
                    <a:lnTo>
                      <a:pt x="2095500" y="0"/>
                    </a:lnTo>
                  </a:path>
                </a:pathLst>
              </a:custGeom>
              <a:noFill/>
              <a:ln w="2199">
                <a:solidFill>
                  <a:srgbClr val="7B8790">
                    <a:alpha val="35000"/>
                  </a:srgbClr>
                </a:solidFill>
                <a:prstDash val="solid"/>
              </a:ln>
            </p:spPr>
          </p:sp>
          <p:sp>
            <p:nvSpPr>
              <p:cNvPr id="457" name="four:scalar-input:grid-border:456"/>
              <p:cNvSpPr>
                <a:spLocks noGrp="1"/>
              </p:cNvSpPr>
              <p:nvPr/>
            </p:nvSpPr>
            <p:spPr>
              <a:xfrm>
                <a:off x="361950" y="2105025"/>
                <a:ext cx="2095500" cy="1885950"/>
              </a:xfrm>
              <a:prstGeom prst="rect">
                <a:avLst/>
              </a:prstGeom>
              <a:noFill/>
              <a:ln w="6108">
                <a:solidFill>
                  <a:srgbClr val="263238"/>
                </a:solidFill>
                <a:prstDash val="solid"/>
              </a:ln>
            </p:spPr>
          </p:sp>
          <p:sp>
            <p:nvSpPr>
              <p:cNvPr id="458" name="four:scalar-input:regular-node:457"/>
              <p:cNvSpPr>
                <a:spLocks noGrp="1"/>
              </p:cNvSpPr>
              <p:nvPr/>
            </p:nvSpPr>
            <p:spPr>
              <a:xfrm>
                <a:off x="460095" y="2851013"/>
                <a:ext cx="49530" cy="49530"/>
              </a:xfrm>
              <a:prstGeom prst="ellipse">
                <a:avLst/>
              </a:prstGeom>
              <a:solidFill>
                <a:srgbClr val="263238"/>
              </a:solidFill>
              <a:ln w="0">
                <a:noFill/>
                <a:prstDash val="solid"/>
              </a:ln>
            </p:spPr>
          </p:sp>
          <p:sp>
            <p:nvSpPr>
              <p:cNvPr id="459" name="four:scalar-input:regular-node:458"/>
              <p:cNvSpPr>
                <a:spLocks noGrp="1"/>
              </p:cNvSpPr>
              <p:nvPr/>
            </p:nvSpPr>
            <p:spPr>
              <a:xfrm>
                <a:off x="1917281" y="2321146"/>
                <a:ext cx="49530" cy="49530"/>
              </a:xfrm>
              <a:prstGeom prst="ellipse">
                <a:avLst/>
              </a:prstGeom>
              <a:solidFill>
                <a:srgbClr val="263238"/>
              </a:solidFill>
              <a:ln w="0">
                <a:noFill/>
                <a:prstDash val="solid"/>
              </a:ln>
            </p:spPr>
          </p:sp>
          <p:sp>
            <p:nvSpPr>
              <p:cNvPr id="460" name="four:scalar-input:regular-node:459"/>
              <p:cNvSpPr>
                <a:spLocks noGrp="1"/>
              </p:cNvSpPr>
              <p:nvPr/>
            </p:nvSpPr>
            <p:spPr>
              <a:xfrm>
                <a:off x="1381928" y="3645847"/>
                <a:ext cx="49530" cy="49530"/>
              </a:xfrm>
              <a:prstGeom prst="ellipse">
                <a:avLst/>
              </a:prstGeom>
              <a:solidFill>
                <a:srgbClr val="263238"/>
              </a:solidFill>
              <a:ln w="0">
                <a:noFill/>
                <a:prstDash val="solid"/>
              </a:ln>
            </p:spPr>
          </p:sp>
          <p:sp>
            <p:nvSpPr>
              <p:cNvPr id="461" name="four:scalar-input:regular-node:460"/>
              <p:cNvSpPr>
                <a:spLocks noGrp="1"/>
              </p:cNvSpPr>
              <p:nvPr/>
            </p:nvSpPr>
            <p:spPr>
              <a:xfrm>
                <a:off x="1867657" y="3469225"/>
                <a:ext cx="49530" cy="49530"/>
              </a:xfrm>
              <a:prstGeom prst="ellipse">
                <a:avLst/>
              </a:prstGeom>
              <a:solidFill>
                <a:srgbClr val="263238"/>
              </a:solidFill>
              <a:ln w="0">
                <a:noFill/>
                <a:prstDash val="solid"/>
              </a:ln>
            </p:spPr>
          </p:sp>
          <p:sp>
            <p:nvSpPr>
              <p:cNvPr id="462" name="four:scalar-input:line:461"/>
              <p:cNvSpPr>
                <a:spLocks noGrp="1"/>
              </p:cNvSpPr>
              <p:nvPr/>
            </p:nvSpPr>
            <p:spPr>
              <a:xfrm>
                <a:off x="428625" y="1790700"/>
                <a:ext cx="190500" cy="228600"/>
              </a:xfrm>
              <a:custGeom>
                <a:avLst/>
                <a:gdLst/>
                <a:ahLst/>
                <a:cxnLst/>
                <a:pathLst>
                  <a:path w="190500" h="228600">
                    <a:moveTo>
                      <a:pt x="0" y="228600"/>
                    </a:moveTo>
                    <a:lnTo>
                      <a:pt x="190500" y="0"/>
                    </a:lnTo>
                  </a:path>
                </a:pathLst>
              </a:custGeom>
              <a:noFill/>
              <a:ln w="7818">
                <a:solidFill>
                  <a:srgbClr val="263238"/>
                </a:solidFill>
                <a:prstDash val="solid"/>
              </a:ln>
            </p:spPr>
          </p:sp>
          <p:sp>
            <p:nvSpPr>
              <p:cNvPr id="463" name="four:scalar-input:polygon:462"/>
              <p:cNvSpPr>
                <a:spLocks noGrp="1"/>
              </p:cNvSpPr>
              <p:nvPr/>
            </p:nvSpPr>
            <p:spPr>
              <a:xfrm>
                <a:off x="535927" y="1790700"/>
                <a:ext cx="83198" cy="89454"/>
              </a:xfrm>
              <a:custGeom>
                <a:avLst/>
                <a:gdLst/>
                <a:ahLst/>
                <a:cxnLst/>
                <a:pathLst>
                  <a:path w="83198" h="89454">
                    <a:moveTo>
                      <a:pt x="83198" y="0"/>
                    </a:moveTo>
                    <a:lnTo>
                      <a:pt x="0" y="42257"/>
                    </a:lnTo>
                    <a:lnTo>
                      <a:pt x="56636" y="89454"/>
                    </a:lnTo>
                    <a:close/>
                  </a:path>
                </a:pathLst>
              </a:custGeom>
              <a:solidFill>
                <a:srgbClr val="263238"/>
              </a:solidFill>
              <a:ln w="0">
                <a:noFill/>
                <a:prstDash val="solid"/>
              </a:ln>
            </p:spPr>
          </p:sp>
          <p:sp>
            <p:nvSpPr>
              <p:cNvPr id="464" name="four:scalar-input:textbox:463"/>
              <p:cNvSpPr>
                <a:spLocks noGrp="1"/>
              </p:cNvSpPr>
              <p:nvPr/>
            </p:nvSpPr>
            <p:spPr>
              <a:xfrm>
                <a:off x="304800" y="1714500"/>
                <a:ext cx="171450" cy="342900"/>
              </a:xfrm>
              <a:prstGeom prst="rect">
                <a:avLst/>
              </a:prstGeom>
              <a:noFill/>
              <a:ln w="0">
                <a:noFill/>
                <a:prstDash val="solid"/>
              </a:ln>
            </p:spPr>
            <p:txBody>
              <a:bodyPr wrap="none" lIns="0" tIns="0" rIns="0" bIns="0" anchor="ctr">
                <a:normAutofit/>
              </a:bodyPr>
              <a:lstStyle>
                <a:defPPr algn="ctr">
                  <a:defRPr sz="885" b="0">
                    <a:solidFill>
                      <a:srgbClr val="263238"/>
                    </a:solidFill>
                    <a:latin typeface="Arial" panose="020B0604020202090204"/>
                    <a:ea typeface="Arial" panose="020B0604020202090204"/>
                    <a:cs typeface="Arial" panose="020B0604020202090204"/>
                  </a:defRPr>
                </a:defPPr>
              </a:lstStyle>
              <a:p>
                <a:pPr algn="ctr">
                  <a:defRPr sz="885" b="0">
                    <a:solidFill>
                      <a:srgbClr val="263238"/>
                    </a:solidFill>
                    <a:latin typeface="Arial" panose="020B0604020202090204"/>
                    <a:ea typeface="Arial" panose="020B0604020202090204"/>
                    <a:cs typeface="Arial" panose="020B0604020202090204"/>
                  </a:defRPr>
                </a:pPr>
                <a:r>
                  <a:rPr sz="885" b="0">
                    <a:solidFill>
                      <a:srgbClr val="263238"/>
                    </a:solidFill>
                    <a:latin typeface="Arial" panose="020B0604020202090204"/>
                    <a:ea typeface="Arial" panose="020B0604020202090204"/>
                    <a:cs typeface="Arial" panose="020B0604020202090204"/>
                  </a:rPr>
                  <a:t>t</a:t>
                </a:r>
                <a:endParaRPr sz="885" b="0">
                  <a:solidFill>
                    <a:srgbClr val="263238"/>
                  </a:solidFill>
                  <a:latin typeface="Arial" panose="020B0604020202090204"/>
                  <a:ea typeface="Arial" panose="020B0604020202090204"/>
                  <a:cs typeface="Arial" panose="020B0604020202090204"/>
                </a:endParaRPr>
              </a:p>
            </p:txBody>
          </p:sp>
        </p:grpSp>
        <p:grpSp>
          <p:nvGrpSpPr>
            <p:cNvPr id="465" name="topology-swaps"/>
            <p:cNvGrpSpPr/>
            <p:nvPr/>
          </p:nvGrpSpPr>
          <p:grpSpPr>
            <a:xfrm>
              <a:off x="0" y="0"/>
              <a:ext cx="24955500" cy="8572500"/>
              <a:chOff x="0" y="0"/>
              <a:chExt cx="24955500" cy="8572500"/>
            </a:xfrm>
          </p:grpSpPr>
          <p:sp>
            <p:nvSpPr>
              <p:cNvPr id="466" name="four:topology-swaps:textbox:464"/>
              <p:cNvSpPr>
                <a:spLocks noGrp="1"/>
              </p:cNvSpPr>
              <p:nvPr/>
            </p:nvSpPr>
            <p:spPr>
              <a:xfrm>
                <a:off x="3371850" y="4371975"/>
                <a:ext cx="4352925" cy="304800"/>
              </a:xfrm>
              <a:prstGeom prst="rect">
                <a:avLst/>
              </a:prstGeom>
              <a:noFill/>
              <a:ln w="0">
                <a:noFill/>
                <a:prstDash val="solid"/>
              </a:ln>
            </p:spPr>
            <p:txBody>
              <a:bodyPr wrap="none" lIns="0" tIns="0" rIns="0" bIns="0" anchor="ctr">
                <a:normAutofit/>
              </a:bodyPr>
              <a:lstStyle>
                <a:defPPr algn="l">
                  <a:defRPr sz="923" b="1">
                    <a:solidFill>
                      <a:srgbClr val="263238"/>
                    </a:solidFill>
                    <a:latin typeface="Arial" panose="020B0604020202090204"/>
                    <a:ea typeface="Arial" panose="020B0604020202090204"/>
                    <a:cs typeface="Arial" panose="020B0604020202090204"/>
                  </a:defRPr>
                </a:defPPr>
              </a:lstStyle>
              <a:p>
                <a:pPr algn="l">
                  <a:defRPr sz="923" b="1">
                    <a:solidFill>
                      <a:srgbClr val="263238"/>
                    </a:solidFill>
                    <a:latin typeface="Arial" panose="020B0604020202090204"/>
                    <a:ea typeface="Arial" panose="020B0604020202090204"/>
                    <a:cs typeface="Arial" panose="020B0604020202090204"/>
                  </a:defRPr>
                </a:pPr>
                <a:r>
                  <a:rPr sz="923" b="1">
                    <a:solidFill>
                      <a:srgbClr val="263238"/>
                    </a:solidFill>
                    <a:latin typeface="Arial" panose="020B0604020202090204"/>
                    <a:ea typeface="Arial" panose="020B0604020202090204"/>
                    <a:cs typeface="Arial" panose="020B0604020202090204"/>
                  </a:rPr>
                  <a:t>Topology-preserving reordering</a:t>
                </a:r>
                <a:endParaRPr sz="923" b="1">
                  <a:solidFill>
                    <a:srgbClr val="263238"/>
                  </a:solidFill>
                  <a:latin typeface="Arial" panose="020B0604020202090204"/>
                  <a:ea typeface="Arial" panose="020B0604020202090204"/>
                  <a:cs typeface="Arial" panose="020B0604020202090204"/>
                </a:endParaRPr>
              </a:p>
            </p:txBody>
          </p:sp>
          <p:sp>
            <p:nvSpPr>
              <p:cNvPr id="467" name="four:topology-swaps:textbox:465"/>
              <p:cNvSpPr>
                <a:spLocks noGrp="1"/>
              </p:cNvSpPr>
              <p:nvPr/>
            </p:nvSpPr>
            <p:spPr>
              <a:xfrm>
                <a:off x="3352800" y="4724400"/>
                <a:ext cx="1876425" cy="257175"/>
              </a:xfrm>
              <a:prstGeom prst="rect">
                <a:avLst/>
              </a:prstGeom>
              <a:noFill/>
              <a:ln w="0">
                <a:noFill/>
                <a:prstDash val="solid"/>
              </a:ln>
            </p:spPr>
            <p:txBody>
              <a:bodyPr wrap="none" lIns="0" tIns="0" rIns="0" bIns="0" anchor="ctr">
                <a:normAutofit/>
              </a:bodyPr>
              <a:lstStyle>
                <a:defPPr algn="ctr">
                  <a:defRPr sz="808" b="0">
                    <a:solidFill>
                      <a:srgbClr val="7B8790"/>
                    </a:solidFill>
                    <a:latin typeface="Arial" panose="020B0604020202090204"/>
                    <a:ea typeface="Arial" panose="020B0604020202090204"/>
                    <a:cs typeface="Arial" panose="020B0604020202090204"/>
                  </a:defRPr>
                </a:defPPr>
              </a:lstStyle>
              <a:p>
                <a:pPr algn="ctr">
                  <a:defRPr sz="808" b="0">
                    <a:solidFill>
                      <a:srgbClr val="7B8790"/>
                    </a:solidFill>
                    <a:latin typeface="Arial" panose="020B0604020202090204"/>
                    <a:ea typeface="Arial" panose="020B0604020202090204"/>
                    <a:cs typeface="Arial" panose="020B0604020202090204"/>
                  </a:defRPr>
                </a:pPr>
                <a:r>
                  <a:rPr sz="808" b="0">
                    <a:solidFill>
                      <a:srgbClr val="7B8790"/>
                    </a:solidFill>
                    <a:latin typeface="Arial" panose="020B0604020202090204"/>
                    <a:ea typeface="Arial" panose="020B0604020202090204"/>
                    <a:cs typeface="Arial" panose="020B0604020202090204"/>
                  </a:rPr>
                  <a:t>Initial</a:t>
                </a:r>
                <a:endParaRPr sz="808" b="0">
                  <a:solidFill>
                    <a:srgbClr val="7B8790"/>
                  </a:solidFill>
                  <a:latin typeface="Arial" panose="020B0604020202090204"/>
                  <a:ea typeface="Arial" panose="020B0604020202090204"/>
                  <a:cs typeface="Arial" panose="020B0604020202090204"/>
                </a:endParaRPr>
              </a:p>
            </p:txBody>
          </p:sp>
          <p:sp>
            <p:nvSpPr>
              <p:cNvPr id="468" name="four:topology-swaps:textbox:466"/>
              <p:cNvSpPr>
                <a:spLocks noGrp="1"/>
              </p:cNvSpPr>
              <p:nvPr/>
            </p:nvSpPr>
            <p:spPr>
              <a:xfrm>
                <a:off x="5915025" y="4724400"/>
                <a:ext cx="1876425" cy="257175"/>
              </a:xfrm>
              <a:prstGeom prst="rect">
                <a:avLst/>
              </a:prstGeom>
              <a:noFill/>
              <a:ln w="0">
                <a:noFill/>
                <a:prstDash val="solid"/>
              </a:ln>
            </p:spPr>
            <p:txBody>
              <a:bodyPr wrap="none" lIns="0" tIns="0" rIns="0" bIns="0" anchor="ctr">
                <a:normAutofit/>
              </a:bodyPr>
              <a:lstStyle>
                <a:defPPr algn="ctr">
                  <a:defRPr sz="808" b="0">
                    <a:solidFill>
                      <a:srgbClr val="7B8790"/>
                    </a:solidFill>
                    <a:latin typeface="Arial" panose="020B0604020202090204"/>
                    <a:ea typeface="Arial" panose="020B0604020202090204"/>
                    <a:cs typeface="Arial" panose="020B0604020202090204"/>
                  </a:defRPr>
                </a:defPPr>
              </a:lstStyle>
              <a:p>
                <a:pPr algn="ctr">
                  <a:defRPr sz="808" b="0">
                    <a:solidFill>
                      <a:srgbClr val="7B8790"/>
                    </a:solidFill>
                    <a:latin typeface="Arial" panose="020B0604020202090204"/>
                    <a:ea typeface="Arial" panose="020B0604020202090204"/>
                    <a:cs typeface="Arial" panose="020B0604020202090204"/>
                  </a:defRPr>
                </a:pPr>
                <a:r>
                  <a:rPr sz="808" b="0">
                    <a:solidFill>
                      <a:srgbClr val="7B8790"/>
                    </a:solidFill>
                    <a:latin typeface="Arial" panose="020B0604020202090204"/>
                    <a:ea typeface="Arial" panose="020B0604020202090204"/>
                    <a:cs typeface="Arial" panose="020B0604020202090204"/>
                  </a:rPr>
                  <a:t>Best under T</a:t>
                </a:r>
                <a:endParaRPr sz="808" b="0">
                  <a:solidFill>
                    <a:srgbClr val="7B8790"/>
                  </a:solidFill>
                  <a:latin typeface="Arial" panose="020B0604020202090204"/>
                  <a:ea typeface="Arial" panose="020B0604020202090204"/>
                  <a:cs typeface="Arial" panose="020B0604020202090204"/>
                </a:endParaRPr>
              </a:p>
            </p:txBody>
          </p:sp>
          <p:sp>
            <p:nvSpPr>
              <p:cNvPr id="469" name="four:topology-swaps:line:467"/>
              <p:cNvSpPr>
                <a:spLocks noGrp="1"/>
              </p:cNvSpPr>
              <p:nvPr/>
            </p:nvSpPr>
            <p:spPr>
              <a:xfrm>
                <a:off x="4373880" y="5086350"/>
                <a:ext cx="953" cy="282892"/>
              </a:xfrm>
              <a:custGeom>
                <a:avLst/>
                <a:gdLst/>
                <a:ahLst/>
                <a:cxnLst/>
                <a:pathLst>
                  <a:path w="953" h="282892">
                    <a:moveTo>
                      <a:pt x="0" y="58424"/>
                    </a:moveTo>
                    <a:lnTo>
                      <a:pt x="0" y="224469"/>
                    </a:lnTo>
                  </a:path>
                </a:pathLst>
              </a:custGeom>
              <a:noFill/>
              <a:ln w="5375">
                <a:solidFill>
                  <a:srgbClr val="263238"/>
                </a:solidFill>
                <a:prstDash val="solid"/>
              </a:ln>
            </p:spPr>
          </p:sp>
          <p:sp>
            <p:nvSpPr>
              <p:cNvPr id="470" name="four:topology-swaps:regular-node:468"/>
              <p:cNvSpPr>
                <a:spLocks noGrp="1"/>
              </p:cNvSpPr>
              <p:nvPr/>
            </p:nvSpPr>
            <p:spPr>
              <a:xfrm>
                <a:off x="4356135" y="5174240"/>
                <a:ext cx="35490" cy="35490"/>
              </a:xfrm>
              <a:prstGeom prst="ellipse">
                <a:avLst/>
              </a:prstGeom>
              <a:solidFill>
                <a:srgbClr val="DCE8ED"/>
              </a:solidFill>
              <a:ln w="3421">
                <a:solidFill>
                  <a:srgbClr val="263238"/>
                </a:solidFill>
                <a:prstDash val="solid"/>
              </a:ln>
            </p:spPr>
          </p:sp>
          <p:sp>
            <p:nvSpPr>
              <p:cNvPr id="471" name="four:topology-swaps:regular-node:469"/>
              <p:cNvSpPr>
                <a:spLocks noGrp="1"/>
              </p:cNvSpPr>
              <p:nvPr/>
            </p:nvSpPr>
            <p:spPr>
              <a:xfrm>
                <a:off x="4356135" y="5245863"/>
                <a:ext cx="35490" cy="35490"/>
              </a:xfrm>
              <a:prstGeom prst="ellipse">
                <a:avLst/>
              </a:prstGeom>
              <a:solidFill>
                <a:srgbClr val="DCE8ED"/>
              </a:solidFill>
              <a:ln w="3421">
                <a:solidFill>
                  <a:srgbClr val="263238"/>
                </a:solidFill>
                <a:prstDash val="solid"/>
              </a:ln>
            </p:spPr>
          </p:sp>
          <p:sp>
            <p:nvSpPr>
              <p:cNvPr id="472" name="four:topology-swaps:critical-node:470"/>
              <p:cNvSpPr>
                <a:spLocks noGrp="1"/>
              </p:cNvSpPr>
              <p:nvPr/>
            </p:nvSpPr>
            <p:spPr>
              <a:xfrm>
                <a:off x="4322124" y="5034594"/>
                <a:ext cx="103513" cy="103513"/>
              </a:xfrm>
              <a:prstGeom prst="diamond">
                <a:avLst/>
              </a:prstGeom>
              <a:solidFill>
                <a:srgbClr val="DCE8ED"/>
              </a:solidFill>
              <a:ln w="5375">
                <a:solidFill>
                  <a:srgbClr val="263238"/>
                </a:solidFill>
                <a:prstDash val="solid"/>
              </a:ln>
            </p:spPr>
          </p:sp>
          <p:sp>
            <p:nvSpPr>
              <p:cNvPr id="473" name="four:topology-swaps:critical-node:471"/>
              <p:cNvSpPr>
                <a:spLocks noGrp="1"/>
              </p:cNvSpPr>
              <p:nvPr/>
            </p:nvSpPr>
            <p:spPr>
              <a:xfrm>
                <a:off x="4322124" y="5317486"/>
                <a:ext cx="103513" cy="103513"/>
              </a:xfrm>
              <a:prstGeom prst="diamond">
                <a:avLst/>
              </a:prstGeom>
              <a:solidFill>
                <a:srgbClr val="DCE8ED"/>
              </a:solidFill>
              <a:ln w="5375">
                <a:solidFill>
                  <a:srgbClr val="263238"/>
                </a:solidFill>
                <a:prstDash val="solid"/>
              </a:ln>
            </p:spPr>
          </p:sp>
          <p:sp>
            <p:nvSpPr>
              <p:cNvPr id="474" name="four:topology-swaps:line:472"/>
              <p:cNvSpPr>
                <a:spLocks noGrp="1"/>
              </p:cNvSpPr>
              <p:nvPr/>
            </p:nvSpPr>
            <p:spPr>
              <a:xfrm>
                <a:off x="3870960" y="5369243"/>
                <a:ext cx="1005840" cy="953"/>
              </a:xfrm>
              <a:custGeom>
                <a:avLst/>
                <a:gdLst/>
                <a:ahLst/>
                <a:cxnLst/>
                <a:pathLst>
                  <a:path w="1005840" h="953">
                    <a:moveTo>
                      <a:pt x="0" y="0"/>
                    </a:moveTo>
                    <a:lnTo>
                      <a:pt x="444496" y="0"/>
                    </a:lnTo>
                    <a:moveTo>
                      <a:pt x="561344" y="0"/>
                    </a:moveTo>
                    <a:lnTo>
                      <a:pt x="1005840" y="0"/>
                    </a:lnTo>
                  </a:path>
                </a:pathLst>
              </a:custGeom>
              <a:noFill/>
              <a:ln w="5375">
                <a:solidFill>
                  <a:srgbClr val="263238"/>
                </a:solidFill>
                <a:prstDash val="solid"/>
              </a:ln>
            </p:spPr>
          </p:sp>
          <p:sp>
            <p:nvSpPr>
              <p:cNvPr id="475" name="four:topology-swaps:line:473"/>
              <p:cNvSpPr>
                <a:spLocks noGrp="1"/>
              </p:cNvSpPr>
              <p:nvPr/>
            </p:nvSpPr>
            <p:spPr>
              <a:xfrm>
                <a:off x="3870960" y="5369243"/>
                <a:ext cx="953" cy="308610"/>
              </a:xfrm>
              <a:custGeom>
                <a:avLst/>
                <a:gdLst/>
                <a:ahLst/>
                <a:cxnLst/>
                <a:pathLst>
                  <a:path w="953" h="308610">
                    <a:moveTo>
                      <a:pt x="0" y="0"/>
                    </a:moveTo>
                    <a:lnTo>
                      <a:pt x="0" y="228005"/>
                    </a:lnTo>
                  </a:path>
                </a:pathLst>
              </a:custGeom>
              <a:noFill/>
              <a:ln w="5375">
                <a:solidFill>
                  <a:srgbClr val="263238"/>
                </a:solidFill>
                <a:prstDash val="solid"/>
              </a:ln>
            </p:spPr>
          </p:sp>
          <p:sp>
            <p:nvSpPr>
              <p:cNvPr id="476" name="four:topology-swaps:regular-node:474"/>
              <p:cNvSpPr>
                <a:spLocks noGrp="1"/>
              </p:cNvSpPr>
              <p:nvPr/>
            </p:nvSpPr>
            <p:spPr>
              <a:xfrm>
                <a:off x="3845821" y="5461440"/>
                <a:ext cx="50278" cy="50278"/>
              </a:xfrm>
              <a:prstGeom prst="ellipse">
                <a:avLst/>
              </a:prstGeom>
              <a:solidFill>
                <a:srgbClr val="D4B4CC"/>
              </a:solidFill>
              <a:ln w="3421">
                <a:solidFill>
                  <a:srgbClr val="263238"/>
                </a:solidFill>
                <a:prstDash val="solid"/>
              </a:ln>
            </p:spPr>
          </p:sp>
          <p:sp>
            <p:nvSpPr>
              <p:cNvPr id="477" name="four:topology-swaps:line:475"/>
              <p:cNvSpPr>
                <a:spLocks noGrp="1"/>
              </p:cNvSpPr>
              <p:nvPr/>
            </p:nvSpPr>
            <p:spPr>
              <a:xfrm>
                <a:off x="4876800" y="5369243"/>
                <a:ext cx="953" cy="745808"/>
              </a:xfrm>
              <a:custGeom>
                <a:avLst/>
                <a:gdLst/>
                <a:ahLst/>
                <a:cxnLst/>
                <a:pathLst>
                  <a:path w="953" h="745808">
                    <a:moveTo>
                      <a:pt x="0" y="0"/>
                    </a:moveTo>
                    <a:lnTo>
                      <a:pt x="0" y="665202"/>
                    </a:lnTo>
                  </a:path>
                </a:pathLst>
              </a:custGeom>
              <a:noFill/>
              <a:ln w="5375">
                <a:solidFill>
                  <a:srgbClr val="263238"/>
                </a:solidFill>
                <a:prstDash val="solid"/>
              </a:ln>
            </p:spPr>
          </p:sp>
          <p:sp>
            <p:nvSpPr>
              <p:cNvPr id="478" name="four:topology-swaps:regular-node:476"/>
              <p:cNvSpPr>
                <a:spLocks noGrp="1"/>
              </p:cNvSpPr>
              <p:nvPr/>
            </p:nvSpPr>
            <p:spPr>
              <a:xfrm>
                <a:off x="4851661" y="5559681"/>
                <a:ext cx="50278" cy="50278"/>
              </a:xfrm>
              <a:prstGeom prst="ellipse">
                <a:avLst/>
              </a:prstGeom>
              <a:solidFill>
                <a:srgbClr val="81C9BA"/>
              </a:solidFill>
              <a:ln w="3421">
                <a:solidFill>
                  <a:srgbClr val="263238"/>
                </a:solidFill>
                <a:prstDash val="solid"/>
              </a:ln>
            </p:spPr>
          </p:sp>
          <p:sp>
            <p:nvSpPr>
              <p:cNvPr id="479" name="four:topology-swaps:regular-node:477"/>
              <p:cNvSpPr>
                <a:spLocks noGrp="1"/>
              </p:cNvSpPr>
              <p:nvPr/>
            </p:nvSpPr>
            <p:spPr>
              <a:xfrm>
                <a:off x="4851661" y="5800396"/>
                <a:ext cx="50278" cy="50278"/>
              </a:xfrm>
              <a:prstGeom prst="ellipse">
                <a:avLst/>
              </a:prstGeom>
              <a:solidFill>
                <a:srgbClr val="81C9BA"/>
              </a:solidFill>
              <a:ln w="3421">
                <a:solidFill>
                  <a:srgbClr val="263238"/>
                </a:solidFill>
                <a:prstDash val="solid"/>
              </a:ln>
            </p:spPr>
          </p:sp>
          <p:sp>
            <p:nvSpPr>
              <p:cNvPr id="480" name="four:topology-swaps:critical-node:478"/>
              <p:cNvSpPr>
                <a:spLocks noGrp="1"/>
              </p:cNvSpPr>
              <p:nvPr/>
            </p:nvSpPr>
            <p:spPr>
              <a:xfrm>
                <a:off x="3797022" y="5603915"/>
                <a:ext cx="147876" cy="147876"/>
              </a:xfrm>
              <a:prstGeom prst="diamond">
                <a:avLst/>
              </a:prstGeom>
              <a:solidFill>
                <a:srgbClr val="D4B4CC"/>
              </a:solidFill>
              <a:ln w="5375">
                <a:solidFill>
                  <a:srgbClr val="263238"/>
                </a:solidFill>
                <a:prstDash val="solid"/>
              </a:ln>
            </p:spPr>
          </p:sp>
          <p:sp>
            <p:nvSpPr>
              <p:cNvPr id="481" name="four:topology-swaps:critical-node:479"/>
              <p:cNvSpPr>
                <a:spLocks noGrp="1"/>
              </p:cNvSpPr>
              <p:nvPr/>
            </p:nvSpPr>
            <p:spPr>
              <a:xfrm>
                <a:off x="4802862" y="6041112"/>
                <a:ext cx="147876" cy="147876"/>
              </a:xfrm>
              <a:prstGeom prst="diamond">
                <a:avLst/>
              </a:prstGeom>
              <a:solidFill>
                <a:srgbClr val="81C9BA"/>
              </a:solidFill>
              <a:ln w="5375">
                <a:solidFill>
                  <a:srgbClr val="263238"/>
                </a:solidFill>
                <a:prstDash val="solid"/>
              </a:ln>
            </p:spPr>
          </p:sp>
          <p:sp>
            <p:nvSpPr>
              <p:cNvPr id="482" name="four:topology-swaps:line:480"/>
              <p:cNvSpPr>
                <a:spLocks noGrp="1"/>
              </p:cNvSpPr>
              <p:nvPr/>
            </p:nvSpPr>
            <p:spPr>
              <a:xfrm>
                <a:off x="3619500" y="5677853"/>
                <a:ext cx="502920" cy="953"/>
              </a:xfrm>
              <a:custGeom>
                <a:avLst/>
                <a:gdLst/>
                <a:ahLst/>
                <a:cxnLst/>
                <a:pathLst>
                  <a:path w="502920" h="953">
                    <a:moveTo>
                      <a:pt x="0" y="0"/>
                    </a:moveTo>
                    <a:lnTo>
                      <a:pt x="170855" y="0"/>
                    </a:lnTo>
                    <a:moveTo>
                      <a:pt x="332065" y="0"/>
                    </a:moveTo>
                    <a:lnTo>
                      <a:pt x="502920" y="0"/>
                    </a:lnTo>
                  </a:path>
                </a:pathLst>
              </a:custGeom>
              <a:noFill/>
              <a:ln w="5375">
                <a:solidFill>
                  <a:srgbClr val="263238"/>
                </a:solidFill>
                <a:prstDash val="solid"/>
              </a:ln>
            </p:spPr>
          </p:sp>
          <p:sp>
            <p:nvSpPr>
              <p:cNvPr id="483" name="four:topology-swaps:line:481"/>
              <p:cNvSpPr>
                <a:spLocks noGrp="1"/>
              </p:cNvSpPr>
              <p:nvPr/>
            </p:nvSpPr>
            <p:spPr>
              <a:xfrm>
                <a:off x="4625340" y="6115050"/>
                <a:ext cx="502920" cy="953"/>
              </a:xfrm>
              <a:custGeom>
                <a:avLst/>
                <a:gdLst/>
                <a:ahLst/>
                <a:cxnLst/>
                <a:pathLst>
                  <a:path w="502920" h="953">
                    <a:moveTo>
                      <a:pt x="0" y="0"/>
                    </a:moveTo>
                    <a:lnTo>
                      <a:pt x="170855" y="0"/>
                    </a:lnTo>
                    <a:moveTo>
                      <a:pt x="332065" y="0"/>
                    </a:moveTo>
                    <a:lnTo>
                      <a:pt x="502920" y="0"/>
                    </a:lnTo>
                  </a:path>
                </a:pathLst>
              </a:custGeom>
              <a:noFill/>
              <a:ln w="5375">
                <a:solidFill>
                  <a:srgbClr val="263238"/>
                </a:solidFill>
                <a:prstDash val="solid"/>
              </a:ln>
            </p:spPr>
          </p:sp>
          <p:sp>
            <p:nvSpPr>
              <p:cNvPr id="484" name="four:topology-swaps:line:482"/>
              <p:cNvSpPr>
                <a:spLocks noGrp="1"/>
              </p:cNvSpPr>
              <p:nvPr/>
            </p:nvSpPr>
            <p:spPr>
              <a:xfrm>
                <a:off x="3619500" y="5677853"/>
                <a:ext cx="953" cy="694372"/>
              </a:xfrm>
              <a:custGeom>
                <a:avLst/>
                <a:gdLst/>
                <a:ahLst/>
                <a:cxnLst/>
                <a:pathLst>
                  <a:path w="953" h="694372">
                    <a:moveTo>
                      <a:pt x="0" y="0"/>
                    </a:moveTo>
                    <a:lnTo>
                      <a:pt x="0" y="613767"/>
                    </a:lnTo>
                  </a:path>
                </a:pathLst>
              </a:custGeom>
              <a:noFill/>
              <a:ln w="5375">
                <a:solidFill>
                  <a:srgbClr val="263238"/>
                </a:solidFill>
                <a:prstDash val="solid"/>
              </a:ln>
            </p:spPr>
          </p:sp>
          <p:sp>
            <p:nvSpPr>
              <p:cNvPr id="485" name="four:topology-swaps:regular-node:483"/>
              <p:cNvSpPr>
                <a:spLocks noGrp="1"/>
              </p:cNvSpPr>
              <p:nvPr/>
            </p:nvSpPr>
            <p:spPr>
              <a:xfrm>
                <a:off x="3594361" y="5851146"/>
                <a:ext cx="50278" cy="50278"/>
              </a:xfrm>
              <a:prstGeom prst="ellipse">
                <a:avLst/>
              </a:prstGeom>
              <a:solidFill>
                <a:srgbClr val="CC79A7"/>
              </a:solidFill>
              <a:ln w="3421">
                <a:solidFill>
                  <a:srgbClr val="263238"/>
                </a:solidFill>
                <a:prstDash val="solid"/>
              </a:ln>
            </p:spPr>
          </p:sp>
          <p:sp>
            <p:nvSpPr>
              <p:cNvPr id="486" name="four:topology-swaps:regular-node:484"/>
              <p:cNvSpPr>
                <a:spLocks noGrp="1"/>
              </p:cNvSpPr>
              <p:nvPr/>
            </p:nvSpPr>
            <p:spPr>
              <a:xfrm>
                <a:off x="3594361" y="6074716"/>
                <a:ext cx="50278" cy="50278"/>
              </a:xfrm>
              <a:prstGeom prst="ellipse">
                <a:avLst/>
              </a:prstGeom>
              <a:solidFill>
                <a:srgbClr val="CC79A7"/>
              </a:solidFill>
              <a:ln w="3421">
                <a:solidFill>
                  <a:srgbClr val="263238"/>
                </a:solidFill>
                <a:prstDash val="solid"/>
              </a:ln>
            </p:spPr>
          </p:sp>
          <p:sp>
            <p:nvSpPr>
              <p:cNvPr id="487" name="four:topology-swaps:critical-node:485"/>
              <p:cNvSpPr>
                <a:spLocks noGrp="1"/>
              </p:cNvSpPr>
              <p:nvPr/>
            </p:nvSpPr>
            <p:spPr>
              <a:xfrm>
                <a:off x="3545562" y="6298287"/>
                <a:ext cx="147876" cy="147876"/>
              </a:xfrm>
              <a:prstGeom prst="diamond">
                <a:avLst/>
              </a:prstGeom>
              <a:solidFill>
                <a:srgbClr val="CC79A7"/>
              </a:solidFill>
              <a:ln w="5375">
                <a:solidFill>
                  <a:srgbClr val="263238"/>
                </a:solidFill>
                <a:prstDash val="solid"/>
              </a:ln>
            </p:spPr>
          </p:sp>
          <p:sp>
            <p:nvSpPr>
              <p:cNvPr id="488" name="four:topology-swaps:line:486"/>
              <p:cNvSpPr>
                <a:spLocks noGrp="1"/>
              </p:cNvSpPr>
              <p:nvPr/>
            </p:nvSpPr>
            <p:spPr>
              <a:xfrm>
                <a:off x="4122420" y="5677853"/>
                <a:ext cx="953" cy="694372"/>
              </a:xfrm>
              <a:custGeom>
                <a:avLst/>
                <a:gdLst/>
                <a:ahLst/>
                <a:cxnLst/>
                <a:pathLst>
                  <a:path w="953" h="694372">
                    <a:moveTo>
                      <a:pt x="0" y="0"/>
                    </a:moveTo>
                    <a:lnTo>
                      <a:pt x="0" y="613767"/>
                    </a:lnTo>
                  </a:path>
                </a:pathLst>
              </a:custGeom>
              <a:noFill/>
              <a:ln w="5375">
                <a:solidFill>
                  <a:srgbClr val="263238"/>
                </a:solidFill>
                <a:prstDash val="solid"/>
              </a:ln>
            </p:spPr>
          </p:sp>
          <p:sp>
            <p:nvSpPr>
              <p:cNvPr id="489" name="four:topology-swaps:regular-node:487"/>
              <p:cNvSpPr>
                <a:spLocks noGrp="1"/>
              </p:cNvSpPr>
              <p:nvPr/>
            </p:nvSpPr>
            <p:spPr>
              <a:xfrm>
                <a:off x="4097281" y="5851146"/>
                <a:ext cx="50278" cy="50278"/>
              </a:xfrm>
              <a:prstGeom prst="ellipse">
                <a:avLst/>
              </a:prstGeom>
              <a:solidFill>
                <a:srgbClr val="0072B2"/>
              </a:solidFill>
              <a:ln w="3421">
                <a:solidFill>
                  <a:srgbClr val="263238"/>
                </a:solidFill>
                <a:prstDash val="solid"/>
              </a:ln>
            </p:spPr>
          </p:sp>
          <p:sp>
            <p:nvSpPr>
              <p:cNvPr id="490" name="four:topology-swaps:regular-node:488"/>
              <p:cNvSpPr>
                <a:spLocks noGrp="1"/>
              </p:cNvSpPr>
              <p:nvPr/>
            </p:nvSpPr>
            <p:spPr>
              <a:xfrm>
                <a:off x="4097281" y="6074716"/>
                <a:ext cx="50278" cy="50278"/>
              </a:xfrm>
              <a:prstGeom prst="ellipse">
                <a:avLst/>
              </a:prstGeom>
              <a:solidFill>
                <a:srgbClr val="0072B2"/>
              </a:solidFill>
              <a:ln w="3421">
                <a:solidFill>
                  <a:srgbClr val="263238"/>
                </a:solidFill>
                <a:prstDash val="solid"/>
              </a:ln>
            </p:spPr>
          </p:sp>
          <p:sp>
            <p:nvSpPr>
              <p:cNvPr id="491" name="four:topology-swaps:critical-node:489"/>
              <p:cNvSpPr>
                <a:spLocks noGrp="1"/>
              </p:cNvSpPr>
              <p:nvPr/>
            </p:nvSpPr>
            <p:spPr>
              <a:xfrm>
                <a:off x="4048482" y="6298287"/>
                <a:ext cx="147876" cy="147876"/>
              </a:xfrm>
              <a:prstGeom prst="diamond">
                <a:avLst/>
              </a:prstGeom>
              <a:solidFill>
                <a:srgbClr val="0072B2"/>
              </a:solidFill>
              <a:ln w="5375">
                <a:solidFill>
                  <a:srgbClr val="263238"/>
                </a:solidFill>
                <a:prstDash val="solid"/>
              </a:ln>
            </p:spPr>
          </p:sp>
          <p:sp>
            <p:nvSpPr>
              <p:cNvPr id="492" name="four:topology-swaps:line:490"/>
              <p:cNvSpPr>
                <a:spLocks noGrp="1"/>
              </p:cNvSpPr>
              <p:nvPr/>
            </p:nvSpPr>
            <p:spPr>
              <a:xfrm>
                <a:off x="4625340" y="6115050"/>
                <a:ext cx="953" cy="257175"/>
              </a:xfrm>
              <a:custGeom>
                <a:avLst/>
                <a:gdLst/>
                <a:ahLst/>
                <a:cxnLst/>
                <a:pathLst>
                  <a:path w="953" h="257175">
                    <a:moveTo>
                      <a:pt x="0" y="0"/>
                    </a:moveTo>
                    <a:lnTo>
                      <a:pt x="0" y="176570"/>
                    </a:lnTo>
                  </a:path>
                </a:pathLst>
              </a:custGeom>
              <a:noFill/>
              <a:ln w="5375">
                <a:solidFill>
                  <a:srgbClr val="263238"/>
                </a:solidFill>
                <a:prstDash val="solid"/>
              </a:ln>
            </p:spPr>
          </p:sp>
          <p:sp>
            <p:nvSpPr>
              <p:cNvPr id="493" name="four:topology-swaps:regular-node:491"/>
              <p:cNvSpPr>
                <a:spLocks noGrp="1"/>
              </p:cNvSpPr>
              <p:nvPr/>
            </p:nvSpPr>
            <p:spPr>
              <a:xfrm>
                <a:off x="4600201" y="6181530"/>
                <a:ext cx="50278" cy="50278"/>
              </a:xfrm>
              <a:prstGeom prst="ellipse">
                <a:avLst/>
              </a:prstGeom>
              <a:solidFill>
                <a:srgbClr val="009E73"/>
              </a:solidFill>
              <a:ln w="3421">
                <a:solidFill>
                  <a:srgbClr val="263238"/>
                </a:solidFill>
                <a:prstDash val="solid"/>
              </a:ln>
            </p:spPr>
          </p:sp>
          <p:sp>
            <p:nvSpPr>
              <p:cNvPr id="494" name="four:topology-swaps:critical-node:492"/>
              <p:cNvSpPr>
                <a:spLocks noGrp="1"/>
              </p:cNvSpPr>
              <p:nvPr/>
            </p:nvSpPr>
            <p:spPr>
              <a:xfrm>
                <a:off x="4551402" y="6298287"/>
                <a:ext cx="147876" cy="147876"/>
              </a:xfrm>
              <a:prstGeom prst="diamond">
                <a:avLst/>
              </a:prstGeom>
              <a:solidFill>
                <a:srgbClr val="009E73"/>
              </a:solidFill>
              <a:ln w="5375">
                <a:solidFill>
                  <a:srgbClr val="263238"/>
                </a:solidFill>
                <a:prstDash val="solid"/>
              </a:ln>
            </p:spPr>
          </p:sp>
          <p:sp>
            <p:nvSpPr>
              <p:cNvPr id="495" name="four:topology-swaps:line:493"/>
              <p:cNvSpPr>
                <a:spLocks noGrp="1"/>
              </p:cNvSpPr>
              <p:nvPr/>
            </p:nvSpPr>
            <p:spPr>
              <a:xfrm>
                <a:off x="5128260" y="6115050"/>
                <a:ext cx="953" cy="257175"/>
              </a:xfrm>
              <a:custGeom>
                <a:avLst/>
                <a:gdLst/>
                <a:ahLst/>
                <a:cxnLst/>
                <a:pathLst>
                  <a:path w="953" h="257175">
                    <a:moveTo>
                      <a:pt x="0" y="0"/>
                    </a:moveTo>
                    <a:lnTo>
                      <a:pt x="0" y="176570"/>
                    </a:lnTo>
                  </a:path>
                </a:pathLst>
              </a:custGeom>
              <a:noFill/>
              <a:ln w="5375">
                <a:solidFill>
                  <a:srgbClr val="263238"/>
                </a:solidFill>
                <a:prstDash val="solid"/>
              </a:ln>
            </p:spPr>
          </p:sp>
          <p:sp>
            <p:nvSpPr>
              <p:cNvPr id="496" name="four:topology-swaps:regular-node:494"/>
              <p:cNvSpPr>
                <a:spLocks noGrp="1"/>
              </p:cNvSpPr>
              <p:nvPr/>
            </p:nvSpPr>
            <p:spPr>
              <a:xfrm>
                <a:off x="5103121" y="6181530"/>
                <a:ext cx="50278" cy="50278"/>
              </a:xfrm>
              <a:prstGeom prst="ellipse">
                <a:avLst/>
              </a:prstGeom>
              <a:solidFill>
                <a:srgbClr val="D55E00"/>
              </a:solidFill>
              <a:ln w="3421">
                <a:solidFill>
                  <a:srgbClr val="263238"/>
                </a:solidFill>
                <a:prstDash val="solid"/>
              </a:ln>
            </p:spPr>
          </p:sp>
          <p:sp>
            <p:nvSpPr>
              <p:cNvPr id="497" name="four:topology-swaps:critical-node:495"/>
              <p:cNvSpPr>
                <a:spLocks noGrp="1"/>
              </p:cNvSpPr>
              <p:nvPr/>
            </p:nvSpPr>
            <p:spPr>
              <a:xfrm>
                <a:off x="5054322" y="6298287"/>
                <a:ext cx="147876" cy="147876"/>
              </a:xfrm>
              <a:prstGeom prst="diamond">
                <a:avLst/>
              </a:prstGeom>
              <a:solidFill>
                <a:srgbClr val="D55E00"/>
              </a:solidFill>
              <a:ln w="5375">
                <a:solidFill>
                  <a:srgbClr val="263238"/>
                </a:solidFill>
                <a:prstDash val="solid"/>
              </a:ln>
            </p:spPr>
          </p:sp>
          <p:sp>
            <p:nvSpPr>
              <p:cNvPr id="498" name="four:topology-swaps:line:496"/>
              <p:cNvSpPr>
                <a:spLocks noGrp="1"/>
              </p:cNvSpPr>
              <p:nvPr/>
            </p:nvSpPr>
            <p:spPr>
              <a:xfrm>
                <a:off x="6821805" y="5086350"/>
                <a:ext cx="953" cy="282892"/>
              </a:xfrm>
              <a:custGeom>
                <a:avLst/>
                <a:gdLst/>
                <a:ahLst/>
                <a:cxnLst/>
                <a:pathLst>
                  <a:path w="953" h="282892">
                    <a:moveTo>
                      <a:pt x="0" y="58424"/>
                    </a:moveTo>
                    <a:lnTo>
                      <a:pt x="0" y="224469"/>
                    </a:lnTo>
                  </a:path>
                </a:pathLst>
              </a:custGeom>
              <a:noFill/>
              <a:ln w="5375">
                <a:solidFill>
                  <a:srgbClr val="263238"/>
                </a:solidFill>
                <a:prstDash val="solid"/>
              </a:ln>
            </p:spPr>
          </p:sp>
          <p:sp>
            <p:nvSpPr>
              <p:cNvPr id="499" name="four:topology-swaps:regular-node:497"/>
              <p:cNvSpPr>
                <a:spLocks noGrp="1"/>
              </p:cNvSpPr>
              <p:nvPr/>
            </p:nvSpPr>
            <p:spPr>
              <a:xfrm>
                <a:off x="6804060" y="5174240"/>
                <a:ext cx="35490" cy="35490"/>
              </a:xfrm>
              <a:prstGeom prst="ellipse">
                <a:avLst/>
              </a:prstGeom>
              <a:solidFill>
                <a:srgbClr val="DCE8ED"/>
              </a:solidFill>
              <a:ln w="3421">
                <a:solidFill>
                  <a:srgbClr val="263238"/>
                </a:solidFill>
                <a:prstDash val="solid"/>
              </a:ln>
            </p:spPr>
          </p:sp>
          <p:sp>
            <p:nvSpPr>
              <p:cNvPr id="500" name="four:topology-swaps:regular-node:498"/>
              <p:cNvSpPr>
                <a:spLocks noGrp="1"/>
              </p:cNvSpPr>
              <p:nvPr/>
            </p:nvSpPr>
            <p:spPr>
              <a:xfrm>
                <a:off x="6804060" y="5245863"/>
                <a:ext cx="35490" cy="35490"/>
              </a:xfrm>
              <a:prstGeom prst="ellipse">
                <a:avLst/>
              </a:prstGeom>
              <a:solidFill>
                <a:srgbClr val="DCE8ED"/>
              </a:solidFill>
              <a:ln w="3421">
                <a:solidFill>
                  <a:srgbClr val="263238"/>
                </a:solidFill>
                <a:prstDash val="solid"/>
              </a:ln>
            </p:spPr>
          </p:sp>
          <p:sp>
            <p:nvSpPr>
              <p:cNvPr id="501" name="four:topology-swaps:critical-node:499"/>
              <p:cNvSpPr>
                <a:spLocks noGrp="1"/>
              </p:cNvSpPr>
              <p:nvPr/>
            </p:nvSpPr>
            <p:spPr>
              <a:xfrm>
                <a:off x="6770049" y="5034594"/>
                <a:ext cx="103513" cy="103513"/>
              </a:xfrm>
              <a:prstGeom prst="diamond">
                <a:avLst/>
              </a:prstGeom>
              <a:solidFill>
                <a:srgbClr val="DCE8ED"/>
              </a:solidFill>
              <a:ln w="5375">
                <a:solidFill>
                  <a:srgbClr val="263238"/>
                </a:solidFill>
                <a:prstDash val="solid"/>
              </a:ln>
            </p:spPr>
          </p:sp>
          <p:sp>
            <p:nvSpPr>
              <p:cNvPr id="502" name="four:topology-swaps:critical-node:500"/>
              <p:cNvSpPr>
                <a:spLocks noGrp="1"/>
              </p:cNvSpPr>
              <p:nvPr/>
            </p:nvSpPr>
            <p:spPr>
              <a:xfrm>
                <a:off x="6770049" y="5317486"/>
                <a:ext cx="103513" cy="103513"/>
              </a:xfrm>
              <a:prstGeom prst="diamond">
                <a:avLst/>
              </a:prstGeom>
              <a:solidFill>
                <a:srgbClr val="DCE8ED"/>
              </a:solidFill>
              <a:ln w="5375">
                <a:solidFill>
                  <a:srgbClr val="263238"/>
                </a:solidFill>
                <a:prstDash val="solid"/>
              </a:ln>
            </p:spPr>
          </p:sp>
          <p:sp>
            <p:nvSpPr>
              <p:cNvPr id="503" name="four:topology-swaps:line:501"/>
              <p:cNvSpPr>
                <a:spLocks noGrp="1"/>
              </p:cNvSpPr>
              <p:nvPr/>
            </p:nvSpPr>
            <p:spPr>
              <a:xfrm>
                <a:off x="6318885" y="5369243"/>
                <a:ext cx="1005840" cy="953"/>
              </a:xfrm>
              <a:custGeom>
                <a:avLst/>
                <a:gdLst/>
                <a:ahLst/>
                <a:cxnLst/>
                <a:pathLst>
                  <a:path w="1005840" h="953">
                    <a:moveTo>
                      <a:pt x="0" y="0"/>
                    </a:moveTo>
                    <a:lnTo>
                      <a:pt x="444496" y="0"/>
                    </a:lnTo>
                    <a:moveTo>
                      <a:pt x="561344" y="0"/>
                    </a:moveTo>
                    <a:lnTo>
                      <a:pt x="1005840" y="0"/>
                    </a:lnTo>
                  </a:path>
                </a:pathLst>
              </a:custGeom>
              <a:noFill/>
              <a:ln w="5375">
                <a:solidFill>
                  <a:srgbClr val="263238"/>
                </a:solidFill>
                <a:prstDash val="solid"/>
              </a:ln>
            </p:spPr>
          </p:sp>
          <p:sp>
            <p:nvSpPr>
              <p:cNvPr id="504" name="four:topology-swaps:line:502"/>
              <p:cNvSpPr>
                <a:spLocks noGrp="1"/>
              </p:cNvSpPr>
              <p:nvPr/>
            </p:nvSpPr>
            <p:spPr>
              <a:xfrm>
                <a:off x="6318885" y="5369243"/>
                <a:ext cx="953" cy="308610"/>
              </a:xfrm>
              <a:custGeom>
                <a:avLst/>
                <a:gdLst/>
                <a:ahLst/>
                <a:cxnLst/>
                <a:pathLst>
                  <a:path w="953" h="308610">
                    <a:moveTo>
                      <a:pt x="0" y="0"/>
                    </a:moveTo>
                    <a:lnTo>
                      <a:pt x="0" y="228005"/>
                    </a:lnTo>
                  </a:path>
                </a:pathLst>
              </a:custGeom>
              <a:noFill/>
              <a:ln w="5375">
                <a:solidFill>
                  <a:srgbClr val="263238"/>
                </a:solidFill>
                <a:prstDash val="solid"/>
              </a:ln>
            </p:spPr>
          </p:sp>
          <p:sp>
            <p:nvSpPr>
              <p:cNvPr id="505" name="four:topology-swaps:regular-node:503"/>
              <p:cNvSpPr>
                <a:spLocks noGrp="1"/>
              </p:cNvSpPr>
              <p:nvPr/>
            </p:nvSpPr>
            <p:spPr>
              <a:xfrm>
                <a:off x="6293746" y="5461440"/>
                <a:ext cx="50278" cy="50278"/>
              </a:xfrm>
              <a:prstGeom prst="ellipse">
                <a:avLst/>
              </a:prstGeom>
              <a:solidFill>
                <a:srgbClr val="D4B4CC"/>
              </a:solidFill>
              <a:ln w="3421">
                <a:solidFill>
                  <a:srgbClr val="263238"/>
                </a:solidFill>
                <a:prstDash val="solid"/>
              </a:ln>
            </p:spPr>
          </p:sp>
          <p:sp>
            <p:nvSpPr>
              <p:cNvPr id="506" name="four:topology-swaps:line:504"/>
              <p:cNvSpPr>
                <a:spLocks noGrp="1"/>
              </p:cNvSpPr>
              <p:nvPr/>
            </p:nvSpPr>
            <p:spPr>
              <a:xfrm>
                <a:off x="7324725" y="5369243"/>
                <a:ext cx="953" cy="745808"/>
              </a:xfrm>
              <a:custGeom>
                <a:avLst/>
                <a:gdLst/>
                <a:ahLst/>
                <a:cxnLst/>
                <a:pathLst>
                  <a:path w="953" h="745808">
                    <a:moveTo>
                      <a:pt x="0" y="0"/>
                    </a:moveTo>
                    <a:lnTo>
                      <a:pt x="0" y="665202"/>
                    </a:lnTo>
                  </a:path>
                </a:pathLst>
              </a:custGeom>
              <a:noFill/>
              <a:ln w="5375">
                <a:solidFill>
                  <a:srgbClr val="263238"/>
                </a:solidFill>
                <a:prstDash val="solid"/>
              </a:ln>
            </p:spPr>
          </p:sp>
          <p:sp>
            <p:nvSpPr>
              <p:cNvPr id="507" name="four:topology-swaps:regular-node:505"/>
              <p:cNvSpPr>
                <a:spLocks noGrp="1"/>
              </p:cNvSpPr>
              <p:nvPr/>
            </p:nvSpPr>
            <p:spPr>
              <a:xfrm>
                <a:off x="7299586" y="5559681"/>
                <a:ext cx="50278" cy="50278"/>
              </a:xfrm>
              <a:prstGeom prst="ellipse">
                <a:avLst/>
              </a:prstGeom>
              <a:solidFill>
                <a:srgbClr val="81C9BA"/>
              </a:solidFill>
              <a:ln w="3421">
                <a:solidFill>
                  <a:srgbClr val="263238"/>
                </a:solidFill>
                <a:prstDash val="solid"/>
              </a:ln>
            </p:spPr>
          </p:sp>
          <p:sp>
            <p:nvSpPr>
              <p:cNvPr id="508" name="four:topology-swaps:regular-node:506"/>
              <p:cNvSpPr>
                <a:spLocks noGrp="1"/>
              </p:cNvSpPr>
              <p:nvPr/>
            </p:nvSpPr>
            <p:spPr>
              <a:xfrm>
                <a:off x="7299586" y="5800396"/>
                <a:ext cx="50278" cy="50278"/>
              </a:xfrm>
              <a:prstGeom prst="ellipse">
                <a:avLst/>
              </a:prstGeom>
              <a:solidFill>
                <a:srgbClr val="81C9BA"/>
              </a:solidFill>
              <a:ln w="3421">
                <a:solidFill>
                  <a:srgbClr val="263238"/>
                </a:solidFill>
                <a:prstDash val="solid"/>
              </a:ln>
            </p:spPr>
          </p:sp>
          <p:sp>
            <p:nvSpPr>
              <p:cNvPr id="509" name="four:topology-swaps:critical-node:507"/>
              <p:cNvSpPr>
                <a:spLocks noGrp="1"/>
              </p:cNvSpPr>
              <p:nvPr/>
            </p:nvSpPr>
            <p:spPr>
              <a:xfrm>
                <a:off x="6244947" y="5603915"/>
                <a:ext cx="147876" cy="147876"/>
              </a:xfrm>
              <a:prstGeom prst="diamond">
                <a:avLst/>
              </a:prstGeom>
              <a:solidFill>
                <a:srgbClr val="D4B4CC"/>
              </a:solidFill>
              <a:ln w="5375">
                <a:solidFill>
                  <a:srgbClr val="263238"/>
                </a:solidFill>
                <a:prstDash val="solid"/>
              </a:ln>
            </p:spPr>
          </p:sp>
          <p:sp>
            <p:nvSpPr>
              <p:cNvPr id="510" name="four:topology-swaps:critical-node:508"/>
              <p:cNvSpPr>
                <a:spLocks noGrp="1"/>
              </p:cNvSpPr>
              <p:nvPr/>
            </p:nvSpPr>
            <p:spPr>
              <a:xfrm>
                <a:off x="7250787" y="6041112"/>
                <a:ext cx="147876" cy="147876"/>
              </a:xfrm>
              <a:prstGeom prst="diamond">
                <a:avLst/>
              </a:prstGeom>
              <a:solidFill>
                <a:srgbClr val="81C9BA"/>
              </a:solidFill>
              <a:ln w="5375">
                <a:solidFill>
                  <a:srgbClr val="263238"/>
                </a:solidFill>
                <a:prstDash val="solid"/>
              </a:ln>
            </p:spPr>
          </p:sp>
          <p:sp>
            <p:nvSpPr>
              <p:cNvPr id="511" name="four:topology-swaps:line:509"/>
              <p:cNvSpPr>
                <a:spLocks noGrp="1"/>
              </p:cNvSpPr>
              <p:nvPr/>
            </p:nvSpPr>
            <p:spPr>
              <a:xfrm>
                <a:off x="6067425" y="5677853"/>
                <a:ext cx="502920" cy="953"/>
              </a:xfrm>
              <a:custGeom>
                <a:avLst/>
                <a:gdLst/>
                <a:ahLst/>
                <a:cxnLst/>
                <a:pathLst>
                  <a:path w="502920" h="953">
                    <a:moveTo>
                      <a:pt x="0" y="0"/>
                    </a:moveTo>
                    <a:lnTo>
                      <a:pt x="170855" y="0"/>
                    </a:lnTo>
                    <a:moveTo>
                      <a:pt x="332065" y="0"/>
                    </a:moveTo>
                    <a:lnTo>
                      <a:pt x="502920" y="0"/>
                    </a:lnTo>
                  </a:path>
                </a:pathLst>
              </a:custGeom>
              <a:noFill/>
              <a:ln w="5375">
                <a:solidFill>
                  <a:srgbClr val="263238"/>
                </a:solidFill>
                <a:prstDash val="solid"/>
              </a:ln>
            </p:spPr>
          </p:sp>
          <p:sp>
            <p:nvSpPr>
              <p:cNvPr id="512" name="four:topology-swaps:line:510"/>
              <p:cNvSpPr>
                <a:spLocks noGrp="1"/>
              </p:cNvSpPr>
              <p:nvPr/>
            </p:nvSpPr>
            <p:spPr>
              <a:xfrm>
                <a:off x="7073265" y="6115050"/>
                <a:ext cx="502920" cy="953"/>
              </a:xfrm>
              <a:custGeom>
                <a:avLst/>
                <a:gdLst/>
                <a:ahLst/>
                <a:cxnLst/>
                <a:pathLst>
                  <a:path w="502920" h="953">
                    <a:moveTo>
                      <a:pt x="0" y="0"/>
                    </a:moveTo>
                    <a:lnTo>
                      <a:pt x="170855" y="0"/>
                    </a:lnTo>
                    <a:moveTo>
                      <a:pt x="332065" y="0"/>
                    </a:moveTo>
                    <a:lnTo>
                      <a:pt x="502920" y="0"/>
                    </a:lnTo>
                  </a:path>
                </a:pathLst>
              </a:custGeom>
              <a:noFill/>
              <a:ln w="5375">
                <a:solidFill>
                  <a:srgbClr val="263238"/>
                </a:solidFill>
                <a:prstDash val="solid"/>
              </a:ln>
            </p:spPr>
          </p:sp>
          <p:sp>
            <p:nvSpPr>
              <p:cNvPr id="513" name="four:topology-swaps:line:511"/>
              <p:cNvSpPr>
                <a:spLocks noGrp="1"/>
              </p:cNvSpPr>
              <p:nvPr/>
            </p:nvSpPr>
            <p:spPr>
              <a:xfrm>
                <a:off x="6067425" y="5677853"/>
                <a:ext cx="953" cy="694372"/>
              </a:xfrm>
              <a:custGeom>
                <a:avLst/>
                <a:gdLst/>
                <a:ahLst/>
                <a:cxnLst/>
                <a:pathLst>
                  <a:path w="953" h="694372">
                    <a:moveTo>
                      <a:pt x="0" y="0"/>
                    </a:moveTo>
                    <a:lnTo>
                      <a:pt x="0" y="613767"/>
                    </a:lnTo>
                  </a:path>
                </a:pathLst>
              </a:custGeom>
              <a:noFill/>
              <a:ln w="5375">
                <a:solidFill>
                  <a:srgbClr val="263238"/>
                </a:solidFill>
                <a:prstDash val="solid"/>
              </a:ln>
            </p:spPr>
          </p:sp>
          <p:sp>
            <p:nvSpPr>
              <p:cNvPr id="514" name="four:topology-swaps:regular-node:512"/>
              <p:cNvSpPr>
                <a:spLocks noGrp="1"/>
              </p:cNvSpPr>
              <p:nvPr/>
            </p:nvSpPr>
            <p:spPr>
              <a:xfrm>
                <a:off x="6042286" y="5851146"/>
                <a:ext cx="50278" cy="50278"/>
              </a:xfrm>
              <a:prstGeom prst="ellipse">
                <a:avLst/>
              </a:prstGeom>
              <a:solidFill>
                <a:srgbClr val="0072B2"/>
              </a:solidFill>
              <a:ln w="3421">
                <a:solidFill>
                  <a:srgbClr val="263238"/>
                </a:solidFill>
                <a:prstDash val="solid"/>
              </a:ln>
            </p:spPr>
          </p:sp>
          <p:sp>
            <p:nvSpPr>
              <p:cNvPr id="515" name="four:topology-swaps:regular-node:513"/>
              <p:cNvSpPr>
                <a:spLocks noGrp="1"/>
              </p:cNvSpPr>
              <p:nvPr/>
            </p:nvSpPr>
            <p:spPr>
              <a:xfrm>
                <a:off x="6042286" y="6074716"/>
                <a:ext cx="50278" cy="50278"/>
              </a:xfrm>
              <a:prstGeom prst="ellipse">
                <a:avLst/>
              </a:prstGeom>
              <a:solidFill>
                <a:srgbClr val="0072B2"/>
              </a:solidFill>
              <a:ln w="3421">
                <a:solidFill>
                  <a:srgbClr val="263238"/>
                </a:solidFill>
                <a:prstDash val="solid"/>
              </a:ln>
            </p:spPr>
          </p:sp>
          <p:sp>
            <p:nvSpPr>
              <p:cNvPr id="516" name="four:topology-swaps:critical-node:514"/>
              <p:cNvSpPr>
                <a:spLocks noGrp="1"/>
              </p:cNvSpPr>
              <p:nvPr/>
            </p:nvSpPr>
            <p:spPr>
              <a:xfrm>
                <a:off x="5993487" y="6298287"/>
                <a:ext cx="147876" cy="147876"/>
              </a:xfrm>
              <a:prstGeom prst="diamond">
                <a:avLst/>
              </a:prstGeom>
              <a:solidFill>
                <a:srgbClr val="0072B2"/>
              </a:solidFill>
              <a:ln w="5375">
                <a:solidFill>
                  <a:srgbClr val="263238"/>
                </a:solidFill>
                <a:prstDash val="solid"/>
              </a:ln>
            </p:spPr>
          </p:sp>
          <p:sp>
            <p:nvSpPr>
              <p:cNvPr id="517" name="four:topology-swaps:line:515"/>
              <p:cNvSpPr>
                <a:spLocks noGrp="1"/>
              </p:cNvSpPr>
              <p:nvPr/>
            </p:nvSpPr>
            <p:spPr>
              <a:xfrm>
                <a:off x="6570345" y="5677853"/>
                <a:ext cx="953" cy="694372"/>
              </a:xfrm>
              <a:custGeom>
                <a:avLst/>
                <a:gdLst/>
                <a:ahLst/>
                <a:cxnLst/>
                <a:pathLst>
                  <a:path w="953" h="694372">
                    <a:moveTo>
                      <a:pt x="0" y="0"/>
                    </a:moveTo>
                    <a:lnTo>
                      <a:pt x="0" y="613767"/>
                    </a:lnTo>
                  </a:path>
                </a:pathLst>
              </a:custGeom>
              <a:noFill/>
              <a:ln w="5375">
                <a:solidFill>
                  <a:srgbClr val="263238"/>
                </a:solidFill>
                <a:prstDash val="solid"/>
              </a:ln>
            </p:spPr>
          </p:sp>
          <p:sp>
            <p:nvSpPr>
              <p:cNvPr id="518" name="four:topology-swaps:regular-node:516"/>
              <p:cNvSpPr>
                <a:spLocks noGrp="1"/>
              </p:cNvSpPr>
              <p:nvPr/>
            </p:nvSpPr>
            <p:spPr>
              <a:xfrm>
                <a:off x="6545206" y="5851146"/>
                <a:ext cx="50278" cy="50278"/>
              </a:xfrm>
              <a:prstGeom prst="ellipse">
                <a:avLst/>
              </a:prstGeom>
              <a:solidFill>
                <a:srgbClr val="CC79A7"/>
              </a:solidFill>
              <a:ln w="3421">
                <a:solidFill>
                  <a:srgbClr val="263238"/>
                </a:solidFill>
                <a:prstDash val="solid"/>
              </a:ln>
            </p:spPr>
          </p:sp>
          <p:sp>
            <p:nvSpPr>
              <p:cNvPr id="519" name="four:topology-swaps:regular-node:517"/>
              <p:cNvSpPr>
                <a:spLocks noGrp="1"/>
              </p:cNvSpPr>
              <p:nvPr/>
            </p:nvSpPr>
            <p:spPr>
              <a:xfrm>
                <a:off x="6545206" y="6074716"/>
                <a:ext cx="50278" cy="50278"/>
              </a:xfrm>
              <a:prstGeom prst="ellipse">
                <a:avLst/>
              </a:prstGeom>
              <a:solidFill>
                <a:srgbClr val="CC79A7"/>
              </a:solidFill>
              <a:ln w="3421">
                <a:solidFill>
                  <a:srgbClr val="263238"/>
                </a:solidFill>
                <a:prstDash val="solid"/>
              </a:ln>
            </p:spPr>
          </p:sp>
          <p:sp>
            <p:nvSpPr>
              <p:cNvPr id="520" name="four:topology-swaps:critical-node:518"/>
              <p:cNvSpPr>
                <a:spLocks noGrp="1"/>
              </p:cNvSpPr>
              <p:nvPr/>
            </p:nvSpPr>
            <p:spPr>
              <a:xfrm>
                <a:off x="6496407" y="6298287"/>
                <a:ext cx="147876" cy="147876"/>
              </a:xfrm>
              <a:prstGeom prst="diamond">
                <a:avLst/>
              </a:prstGeom>
              <a:solidFill>
                <a:srgbClr val="CC79A7"/>
              </a:solidFill>
              <a:ln w="5375">
                <a:solidFill>
                  <a:srgbClr val="263238"/>
                </a:solidFill>
                <a:prstDash val="solid"/>
              </a:ln>
            </p:spPr>
          </p:sp>
          <p:sp>
            <p:nvSpPr>
              <p:cNvPr id="521" name="four:topology-swaps:line:519"/>
              <p:cNvSpPr>
                <a:spLocks noGrp="1"/>
              </p:cNvSpPr>
              <p:nvPr/>
            </p:nvSpPr>
            <p:spPr>
              <a:xfrm>
                <a:off x="7073265" y="6115050"/>
                <a:ext cx="953" cy="257175"/>
              </a:xfrm>
              <a:custGeom>
                <a:avLst/>
                <a:gdLst/>
                <a:ahLst/>
                <a:cxnLst/>
                <a:pathLst>
                  <a:path w="953" h="257175">
                    <a:moveTo>
                      <a:pt x="0" y="0"/>
                    </a:moveTo>
                    <a:lnTo>
                      <a:pt x="0" y="176570"/>
                    </a:lnTo>
                  </a:path>
                </a:pathLst>
              </a:custGeom>
              <a:noFill/>
              <a:ln w="5375">
                <a:solidFill>
                  <a:srgbClr val="263238"/>
                </a:solidFill>
                <a:prstDash val="solid"/>
              </a:ln>
            </p:spPr>
          </p:sp>
          <p:sp>
            <p:nvSpPr>
              <p:cNvPr id="522" name="four:topology-swaps:regular-node:520"/>
              <p:cNvSpPr>
                <a:spLocks noGrp="1"/>
              </p:cNvSpPr>
              <p:nvPr/>
            </p:nvSpPr>
            <p:spPr>
              <a:xfrm>
                <a:off x="7048126" y="6181530"/>
                <a:ext cx="50278" cy="50278"/>
              </a:xfrm>
              <a:prstGeom prst="ellipse">
                <a:avLst/>
              </a:prstGeom>
              <a:solidFill>
                <a:srgbClr val="D55E00"/>
              </a:solidFill>
              <a:ln w="3421">
                <a:solidFill>
                  <a:srgbClr val="263238"/>
                </a:solidFill>
                <a:prstDash val="solid"/>
              </a:ln>
            </p:spPr>
          </p:sp>
          <p:sp>
            <p:nvSpPr>
              <p:cNvPr id="523" name="four:topology-swaps:critical-node:521"/>
              <p:cNvSpPr>
                <a:spLocks noGrp="1"/>
              </p:cNvSpPr>
              <p:nvPr/>
            </p:nvSpPr>
            <p:spPr>
              <a:xfrm>
                <a:off x="6999327" y="6298287"/>
                <a:ext cx="147876" cy="147876"/>
              </a:xfrm>
              <a:prstGeom prst="diamond">
                <a:avLst/>
              </a:prstGeom>
              <a:solidFill>
                <a:srgbClr val="D55E00"/>
              </a:solidFill>
              <a:ln w="5375">
                <a:solidFill>
                  <a:srgbClr val="263238"/>
                </a:solidFill>
                <a:prstDash val="solid"/>
              </a:ln>
            </p:spPr>
          </p:sp>
          <p:sp>
            <p:nvSpPr>
              <p:cNvPr id="524" name="four:topology-swaps:line:522"/>
              <p:cNvSpPr>
                <a:spLocks noGrp="1"/>
              </p:cNvSpPr>
              <p:nvPr/>
            </p:nvSpPr>
            <p:spPr>
              <a:xfrm>
                <a:off x="7576185" y="6115050"/>
                <a:ext cx="953" cy="257175"/>
              </a:xfrm>
              <a:custGeom>
                <a:avLst/>
                <a:gdLst/>
                <a:ahLst/>
                <a:cxnLst/>
                <a:pathLst>
                  <a:path w="953" h="257175">
                    <a:moveTo>
                      <a:pt x="0" y="0"/>
                    </a:moveTo>
                    <a:lnTo>
                      <a:pt x="0" y="176570"/>
                    </a:lnTo>
                  </a:path>
                </a:pathLst>
              </a:custGeom>
              <a:noFill/>
              <a:ln w="5375">
                <a:solidFill>
                  <a:srgbClr val="263238"/>
                </a:solidFill>
                <a:prstDash val="solid"/>
              </a:ln>
            </p:spPr>
          </p:sp>
          <p:sp>
            <p:nvSpPr>
              <p:cNvPr id="525" name="four:topology-swaps:regular-node:523"/>
              <p:cNvSpPr>
                <a:spLocks noGrp="1"/>
              </p:cNvSpPr>
              <p:nvPr/>
            </p:nvSpPr>
            <p:spPr>
              <a:xfrm>
                <a:off x="7551046" y="6181530"/>
                <a:ext cx="50278" cy="50278"/>
              </a:xfrm>
              <a:prstGeom prst="ellipse">
                <a:avLst/>
              </a:prstGeom>
              <a:solidFill>
                <a:srgbClr val="009E73"/>
              </a:solidFill>
              <a:ln w="3421">
                <a:solidFill>
                  <a:srgbClr val="263238"/>
                </a:solidFill>
                <a:prstDash val="solid"/>
              </a:ln>
            </p:spPr>
          </p:sp>
          <p:sp>
            <p:nvSpPr>
              <p:cNvPr id="526" name="four:topology-swaps:critical-node:524"/>
              <p:cNvSpPr>
                <a:spLocks noGrp="1"/>
              </p:cNvSpPr>
              <p:nvPr/>
            </p:nvSpPr>
            <p:spPr>
              <a:xfrm>
                <a:off x="7502247" y="6298287"/>
                <a:ext cx="147876" cy="147876"/>
              </a:xfrm>
              <a:prstGeom prst="diamond">
                <a:avLst/>
              </a:prstGeom>
              <a:solidFill>
                <a:srgbClr val="009E73"/>
              </a:solidFill>
              <a:ln w="5375">
                <a:solidFill>
                  <a:srgbClr val="263238"/>
                </a:solidFill>
                <a:prstDash val="solid"/>
              </a:ln>
            </p:spPr>
          </p:sp>
          <p:sp>
            <p:nvSpPr>
              <p:cNvPr id="527" name="four:topology-swaps:rightArrow:525"/>
              <p:cNvSpPr>
                <a:spLocks noGrp="1"/>
              </p:cNvSpPr>
              <p:nvPr/>
            </p:nvSpPr>
            <p:spPr>
              <a:xfrm>
                <a:off x="5381625" y="5610225"/>
                <a:ext cx="371475" cy="276225"/>
              </a:xfrm>
              <a:prstGeom prst="rightArrow">
                <a:avLst/>
              </a:prstGeom>
              <a:solidFill>
                <a:srgbClr val="91A5B4"/>
              </a:solidFill>
              <a:ln w="0">
                <a:noFill/>
                <a:prstDash val="solid"/>
              </a:ln>
            </p:spPr>
          </p:sp>
          <p:sp>
            <p:nvSpPr>
              <p:cNvPr id="528" name="four:topology-swaps:textbox:526"/>
              <p:cNvSpPr>
                <a:spLocks noGrp="1"/>
              </p:cNvSpPr>
              <p:nvPr/>
            </p:nvSpPr>
            <p:spPr>
              <a:xfrm>
                <a:off x="5238750" y="5257800"/>
                <a:ext cx="657225" cy="257175"/>
              </a:xfrm>
              <a:prstGeom prst="rect">
                <a:avLst/>
              </a:prstGeom>
              <a:noFill/>
              <a:ln w="0">
                <a:noFill/>
                <a:prstDash val="solid"/>
              </a:ln>
            </p:spPr>
            <p:txBody>
              <a:bodyPr wrap="none" lIns="0" tIns="0" rIns="0" bIns="0" anchor="ctr">
                <a:normAutofit/>
              </a:bodyPr>
              <a:lstStyle>
                <a:defPPr algn="ctr">
                  <a:defRPr sz="769" b="1">
                    <a:solidFill>
                      <a:srgbClr val="7B8790"/>
                    </a:solidFill>
                    <a:latin typeface="Arial" panose="020B0604020202090204"/>
                    <a:ea typeface="Arial" panose="020B0604020202090204"/>
                    <a:cs typeface="Arial" panose="020B0604020202090204"/>
                  </a:defRPr>
                </a:defPPr>
              </a:lstStyle>
              <a:p>
                <a:pPr algn="ctr">
                  <a:defRPr sz="769" b="1">
                    <a:solidFill>
                      <a:srgbClr val="7B8790"/>
                    </a:solidFill>
                    <a:latin typeface="Arial" panose="020B0604020202090204"/>
                    <a:ea typeface="Arial" panose="020B0604020202090204"/>
                    <a:cs typeface="Arial" panose="020B0604020202090204"/>
                  </a:defRPr>
                </a:pPr>
                <a:r>
                  <a:rPr sz="769" b="1">
                    <a:solidFill>
                      <a:srgbClr val="7B8790"/>
                    </a:solidFill>
                    <a:latin typeface="Arial" panose="020B0604020202090204"/>
                    <a:ea typeface="Arial" panose="020B0604020202090204"/>
                    <a:cs typeface="Arial" panose="020B0604020202090204"/>
                  </a:rPr>
                  <a:t>Swap</a:t>
                </a:r>
                <a:endParaRPr sz="769" b="1">
                  <a:solidFill>
                    <a:srgbClr val="7B8790"/>
                  </a:solidFill>
                  <a:latin typeface="Arial" panose="020B0604020202090204"/>
                  <a:ea typeface="Arial" panose="020B0604020202090204"/>
                  <a:cs typeface="Arial" panose="020B0604020202090204"/>
                </a:endParaRPr>
              </a:p>
            </p:txBody>
          </p:sp>
          <p:sp>
            <p:nvSpPr>
              <p:cNvPr id="529" name="four:topology-swaps:line:527"/>
              <p:cNvSpPr>
                <a:spLocks noGrp="1"/>
              </p:cNvSpPr>
              <p:nvPr/>
            </p:nvSpPr>
            <p:spPr>
              <a:xfrm>
                <a:off x="3505200" y="6581775"/>
                <a:ext cx="1733550" cy="953"/>
              </a:xfrm>
              <a:custGeom>
                <a:avLst/>
                <a:gdLst/>
                <a:ahLst/>
                <a:cxnLst/>
                <a:pathLst>
                  <a:path w="1733550" h="953">
                    <a:moveTo>
                      <a:pt x="0" y="0"/>
                    </a:moveTo>
                    <a:lnTo>
                      <a:pt x="1733550" y="0"/>
                    </a:lnTo>
                  </a:path>
                </a:pathLst>
              </a:custGeom>
              <a:noFill/>
              <a:ln w="5375">
                <a:solidFill>
                  <a:srgbClr val="263238"/>
                </a:solidFill>
                <a:prstDash val="dash"/>
              </a:ln>
            </p:spPr>
          </p:sp>
          <p:sp>
            <p:nvSpPr>
              <p:cNvPr id="530" name="four:topology-swaps:polygon:528"/>
              <p:cNvSpPr>
                <a:spLocks noGrp="1"/>
              </p:cNvSpPr>
              <p:nvPr/>
            </p:nvSpPr>
            <p:spPr>
              <a:xfrm>
                <a:off x="5181600" y="6557201"/>
                <a:ext cx="57150" cy="49149"/>
              </a:xfrm>
              <a:custGeom>
                <a:avLst/>
                <a:gdLst/>
                <a:ahLst/>
                <a:cxnLst/>
                <a:pathLst>
                  <a:path w="57150" h="49149">
                    <a:moveTo>
                      <a:pt x="57150" y="24574"/>
                    </a:moveTo>
                    <a:lnTo>
                      <a:pt x="0" y="0"/>
                    </a:lnTo>
                    <a:lnTo>
                      <a:pt x="0" y="49149"/>
                    </a:lnTo>
                    <a:close/>
                  </a:path>
                </a:pathLst>
              </a:custGeom>
              <a:solidFill>
                <a:srgbClr val="263238"/>
              </a:solidFill>
              <a:ln w="0">
                <a:noFill/>
                <a:prstDash val="solid"/>
              </a:ln>
            </p:spPr>
          </p:sp>
          <p:sp>
            <p:nvSpPr>
              <p:cNvPr id="531" name="four:topology-swaps:textbox:529"/>
              <p:cNvSpPr>
                <a:spLocks noGrp="1"/>
              </p:cNvSpPr>
              <p:nvPr/>
            </p:nvSpPr>
            <p:spPr>
              <a:xfrm>
                <a:off x="3324225" y="6391275"/>
                <a:ext cx="266700" cy="342900"/>
              </a:xfrm>
              <a:prstGeom prst="rect">
                <a:avLst/>
              </a:prstGeom>
              <a:noFill/>
              <a:ln w="0">
                <a:noFill/>
                <a:prstDash val="solid"/>
              </a:ln>
            </p:spPr>
            <p:txBody>
              <a:bodyPr wrap="none" lIns="0" tIns="0" rIns="0" bIns="0" anchor="ctr">
                <a:normAutofit/>
              </a:bodyPr>
              <a:lstStyle>
                <a:defPPr algn="ctr">
                  <a:defRPr sz="846" b="0">
                    <a:solidFill>
                      <a:srgbClr val="7B8790"/>
                    </a:solidFill>
                    <a:latin typeface="Arial" panose="020B0604020202090204"/>
                    <a:ea typeface="Arial" panose="020B0604020202090204"/>
                    <a:cs typeface="Arial" panose="020B0604020202090204"/>
                  </a:defRPr>
                </a:defPPr>
              </a:lstStyle>
              <a:p>
                <a:pPr algn="ctr">
                  <a:defRPr sz="846" b="0">
                    <a:solidFill>
                      <a:srgbClr val="7B8790"/>
                    </a:solidFill>
                    <a:latin typeface="Arial" panose="020B0604020202090204"/>
                    <a:ea typeface="Arial" panose="020B0604020202090204"/>
                    <a:cs typeface="Arial" panose="020B0604020202090204"/>
                  </a:defRPr>
                </a:pPr>
                <a:r>
                  <a:rPr sz="846" b="0">
                    <a:solidFill>
                      <a:srgbClr val="7B8790"/>
                    </a:solidFill>
                    <a:latin typeface="Arial" panose="020B0604020202090204"/>
                    <a:ea typeface="Arial" panose="020B0604020202090204"/>
                    <a:cs typeface="Arial" panose="020B0604020202090204"/>
                  </a:rPr>
                  <a:t>u</a:t>
                </a:r>
                <a:r>
                  <a:rPr sz="610" b="0" baseline="-25000">
                    <a:solidFill>
                      <a:srgbClr val="7B8790"/>
                    </a:solidFill>
                    <a:latin typeface="Arial" panose="020B0604020202090204"/>
                    <a:ea typeface="Arial" panose="020B0604020202090204"/>
                    <a:cs typeface="Arial" panose="020B0604020202090204"/>
                  </a:rPr>
                  <a:t>i</a:t>
                </a:r>
                <a:endParaRPr sz="610" b="0" baseline="-25000">
                  <a:solidFill>
                    <a:srgbClr val="7B8790"/>
                  </a:solidFill>
                  <a:latin typeface="Arial" panose="020B0604020202090204"/>
                  <a:ea typeface="Arial" panose="020B0604020202090204"/>
                  <a:cs typeface="Arial" panose="020B0604020202090204"/>
                </a:endParaRPr>
              </a:p>
            </p:txBody>
          </p:sp>
          <p:sp>
            <p:nvSpPr>
              <p:cNvPr id="532" name="four:topology-swaps:line:530"/>
              <p:cNvSpPr>
                <a:spLocks noGrp="1"/>
              </p:cNvSpPr>
              <p:nvPr/>
            </p:nvSpPr>
            <p:spPr>
              <a:xfrm>
                <a:off x="4122420" y="6448425"/>
                <a:ext cx="953" cy="228600"/>
              </a:xfrm>
              <a:custGeom>
                <a:avLst/>
                <a:gdLst/>
                <a:ahLst/>
                <a:cxnLst/>
                <a:pathLst>
                  <a:path w="953" h="228600">
                    <a:moveTo>
                      <a:pt x="0" y="4405"/>
                    </a:moveTo>
                    <a:lnTo>
                      <a:pt x="0" y="228600"/>
                    </a:lnTo>
                  </a:path>
                </a:pathLst>
              </a:custGeom>
              <a:noFill/>
              <a:ln w="6841">
                <a:solidFill>
                  <a:srgbClr val="0072B2"/>
                </a:solidFill>
                <a:prstDash val="dash"/>
              </a:ln>
            </p:spPr>
          </p:sp>
          <p:sp>
            <p:nvSpPr>
              <p:cNvPr id="533" name="four:topology-swaps:line:531"/>
              <p:cNvSpPr>
                <a:spLocks noGrp="1"/>
              </p:cNvSpPr>
              <p:nvPr/>
            </p:nvSpPr>
            <p:spPr>
              <a:xfrm>
                <a:off x="4093845" y="6486525"/>
                <a:ext cx="57150" cy="953"/>
              </a:xfrm>
              <a:custGeom>
                <a:avLst/>
                <a:gdLst/>
                <a:ahLst/>
                <a:cxnLst/>
                <a:pathLst>
                  <a:path w="57150" h="953">
                    <a:moveTo>
                      <a:pt x="0" y="0"/>
                    </a:moveTo>
                    <a:lnTo>
                      <a:pt x="57150" y="0"/>
                    </a:lnTo>
                  </a:path>
                </a:pathLst>
              </a:custGeom>
              <a:noFill/>
              <a:ln w="7329">
                <a:solidFill>
                  <a:srgbClr val="0072B2"/>
                </a:solidFill>
                <a:prstDash val="solid"/>
              </a:ln>
            </p:spPr>
          </p:sp>
          <p:sp>
            <p:nvSpPr>
              <p:cNvPr id="534" name="four:topology-swaps:regular-node:532"/>
              <p:cNvSpPr>
                <a:spLocks noGrp="1"/>
              </p:cNvSpPr>
              <p:nvPr/>
            </p:nvSpPr>
            <p:spPr>
              <a:xfrm>
                <a:off x="4104323" y="6563678"/>
                <a:ext cx="36195" cy="36195"/>
              </a:xfrm>
              <a:prstGeom prst="ellipse">
                <a:avLst/>
              </a:prstGeom>
              <a:solidFill>
                <a:srgbClr val="0072B2"/>
              </a:solidFill>
              <a:ln w="0">
                <a:noFill/>
                <a:prstDash val="solid"/>
              </a:ln>
            </p:spPr>
          </p:sp>
          <p:sp>
            <p:nvSpPr>
              <p:cNvPr id="535" name="four:topology-swaps:line:533"/>
              <p:cNvSpPr>
                <a:spLocks noGrp="1"/>
              </p:cNvSpPr>
              <p:nvPr/>
            </p:nvSpPr>
            <p:spPr>
              <a:xfrm>
                <a:off x="3619500" y="6696075"/>
                <a:ext cx="502920" cy="200025"/>
              </a:xfrm>
              <a:custGeom>
                <a:avLst/>
                <a:gdLst/>
                <a:ahLst/>
                <a:cxnLst/>
                <a:pathLst>
                  <a:path w="502920" h="200025">
                    <a:moveTo>
                      <a:pt x="502920" y="0"/>
                    </a:moveTo>
                    <a:lnTo>
                      <a:pt x="0" y="200025"/>
                    </a:lnTo>
                  </a:path>
                </a:pathLst>
              </a:custGeom>
              <a:noFill/>
              <a:ln w="5375">
                <a:solidFill>
                  <a:srgbClr val="0072B2">
                    <a:alpha val="60000"/>
                  </a:srgbClr>
                </a:solidFill>
                <a:prstDash val="solid"/>
              </a:ln>
            </p:spPr>
          </p:sp>
          <p:sp>
            <p:nvSpPr>
              <p:cNvPr id="536" name="four:topology-swaps:line:534"/>
              <p:cNvSpPr>
                <a:spLocks noGrp="1"/>
              </p:cNvSpPr>
              <p:nvPr/>
            </p:nvSpPr>
            <p:spPr>
              <a:xfrm>
                <a:off x="5128260" y="6448425"/>
                <a:ext cx="953" cy="228600"/>
              </a:xfrm>
              <a:custGeom>
                <a:avLst/>
                <a:gdLst/>
                <a:ahLst/>
                <a:cxnLst/>
                <a:pathLst>
                  <a:path w="953" h="228600">
                    <a:moveTo>
                      <a:pt x="0" y="4405"/>
                    </a:moveTo>
                    <a:lnTo>
                      <a:pt x="0" y="228600"/>
                    </a:lnTo>
                  </a:path>
                </a:pathLst>
              </a:custGeom>
              <a:noFill/>
              <a:ln w="6841">
                <a:solidFill>
                  <a:srgbClr val="D55E00"/>
                </a:solidFill>
                <a:prstDash val="dash"/>
              </a:ln>
            </p:spPr>
          </p:sp>
          <p:sp>
            <p:nvSpPr>
              <p:cNvPr id="537" name="four:topology-swaps:line:535"/>
              <p:cNvSpPr>
                <a:spLocks noGrp="1"/>
              </p:cNvSpPr>
              <p:nvPr/>
            </p:nvSpPr>
            <p:spPr>
              <a:xfrm>
                <a:off x="5099685" y="6486525"/>
                <a:ext cx="57150" cy="953"/>
              </a:xfrm>
              <a:custGeom>
                <a:avLst/>
                <a:gdLst/>
                <a:ahLst/>
                <a:cxnLst/>
                <a:pathLst>
                  <a:path w="57150" h="953">
                    <a:moveTo>
                      <a:pt x="0" y="0"/>
                    </a:moveTo>
                    <a:lnTo>
                      <a:pt x="57150" y="0"/>
                    </a:lnTo>
                  </a:path>
                </a:pathLst>
              </a:custGeom>
              <a:noFill/>
              <a:ln w="7329">
                <a:solidFill>
                  <a:srgbClr val="D55E00"/>
                </a:solidFill>
                <a:prstDash val="solid"/>
              </a:ln>
            </p:spPr>
          </p:sp>
          <p:sp>
            <p:nvSpPr>
              <p:cNvPr id="538" name="four:topology-swaps:regular-node:536"/>
              <p:cNvSpPr>
                <a:spLocks noGrp="1"/>
              </p:cNvSpPr>
              <p:nvPr/>
            </p:nvSpPr>
            <p:spPr>
              <a:xfrm>
                <a:off x="5110163" y="6563678"/>
                <a:ext cx="36195" cy="36195"/>
              </a:xfrm>
              <a:prstGeom prst="ellipse">
                <a:avLst/>
              </a:prstGeom>
              <a:solidFill>
                <a:srgbClr val="D55E00"/>
              </a:solidFill>
              <a:ln w="0">
                <a:noFill/>
                <a:prstDash val="solid"/>
              </a:ln>
            </p:spPr>
          </p:sp>
          <p:sp>
            <p:nvSpPr>
              <p:cNvPr id="539" name="four:topology-swaps:line:537"/>
              <p:cNvSpPr>
                <a:spLocks noGrp="1"/>
              </p:cNvSpPr>
              <p:nvPr/>
            </p:nvSpPr>
            <p:spPr>
              <a:xfrm>
                <a:off x="4076700" y="6696075"/>
                <a:ext cx="1051560" cy="200025"/>
              </a:xfrm>
              <a:custGeom>
                <a:avLst/>
                <a:gdLst/>
                <a:ahLst/>
                <a:cxnLst/>
                <a:pathLst>
                  <a:path w="1051560" h="200025">
                    <a:moveTo>
                      <a:pt x="1051560" y="0"/>
                    </a:moveTo>
                    <a:lnTo>
                      <a:pt x="0" y="200025"/>
                    </a:lnTo>
                  </a:path>
                </a:pathLst>
              </a:custGeom>
              <a:noFill/>
              <a:ln w="5375">
                <a:solidFill>
                  <a:srgbClr val="D55E00">
                    <a:alpha val="60000"/>
                  </a:srgbClr>
                </a:solidFill>
                <a:prstDash val="solid"/>
              </a:ln>
            </p:spPr>
          </p:sp>
          <p:sp>
            <p:nvSpPr>
              <p:cNvPr id="540" name="four:topology-swaps:line:538"/>
              <p:cNvSpPr>
                <a:spLocks noGrp="1"/>
              </p:cNvSpPr>
              <p:nvPr/>
            </p:nvSpPr>
            <p:spPr>
              <a:xfrm>
                <a:off x="4625340" y="6448425"/>
                <a:ext cx="953" cy="228600"/>
              </a:xfrm>
              <a:custGeom>
                <a:avLst/>
                <a:gdLst/>
                <a:ahLst/>
                <a:cxnLst/>
                <a:pathLst>
                  <a:path w="953" h="228600">
                    <a:moveTo>
                      <a:pt x="0" y="4405"/>
                    </a:moveTo>
                    <a:lnTo>
                      <a:pt x="0" y="228600"/>
                    </a:lnTo>
                  </a:path>
                </a:pathLst>
              </a:custGeom>
              <a:noFill/>
              <a:ln w="6841">
                <a:solidFill>
                  <a:srgbClr val="009E73"/>
                </a:solidFill>
                <a:prstDash val="dash"/>
              </a:ln>
            </p:spPr>
          </p:sp>
          <p:sp>
            <p:nvSpPr>
              <p:cNvPr id="541" name="four:topology-swaps:line:539"/>
              <p:cNvSpPr>
                <a:spLocks noGrp="1"/>
              </p:cNvSpPr>
              <p:nvPr/>
            </p:nvSpPr>
            <p:spPr>
              <a:xfrm>
                <a:off x="4596765" y="6486525"/>
                <a:ext cx="57150" cy="953"/>
              </a:xfrm>
              <a:custGeom>
                <a:avLst/>
                <a:gdLst/>
                <a:ahLst/>
                <a:cxnLst/>
                <a:pathLst>
                  <a:path w="57150" h="953">
                    <a:moveTo>
                      <a:pt x="0" y="0"/>
                    </a:moveTo>
                    <a:lnTo>
                      <a:pt x="57150" y="0"/>
                    </a:lnTo>
                  </a:path>
                </a:pathLst>
              </a:custGeom>
              <a:noFill/>
              <a:ln w="7329">
                <a:solidFill>
                  <a:srgbClr val="009E73"/>
                </a:solidFill>
                <a:prstDash val="solid"/>
              </a:ln>
            </p:spPr>
          </p:sp>
          <p:sp>
            <p:nvSpPr>
              <p:cNvPr id="542" name="four:topology-swaps:regular-node:540"/>
              <p:cNvSpPr>
                <a:spLocks noGrp="1"/>
              </p:cNvSpPr>
              <p:nvPr/>
            </p:nvSpPr>
            <p:spPr>
              <a:xfrm>
                <a:off x="4607243" y="6563678"/>
                <a:ext cx="36195" cy="36195"/>
              </a:xfrm>
              <a:prstGeom prst="ellipse">
                <a:avLst/>
              </a:prstGeom>
              <a:solidFill>
                <a:srgbClr val="009E73"/>
              </a:solidFill>
              <a:ln w="0">
                <a:noFill/>
                <a:prstDash val="solid"/>
              </a:ln>
            </p:spPr>
          </p:sp>
          <p:sp>
            <p:nvSpPr>
              <p:cNvPr id="543" name="four:topology-swaps:line:541"/>
              <p:cNvSpPr>
                <a:spLocks noGrp="1"/>
              </p:cNvSpPr>
              <p:nvPr/>
            </p:nvSpPr>
            <p:spPr>
              <a:xfrm>
                <a:off x="4533900" y="6696075"/>
                <a:ext cx="91440" cy="200025"/>
              </a:xfrm>
              <a:custGeom>
                <a:avLst/>
                <a:gdLst/>
                <a:ahLst/>
                <a:cxnLst/>
                <a:pathLst>
                  <a:path w="91440" h="200025">
                    <a:moveTo>
                      <a:pt x="91440" y="0"/>
                    </a:moveTo>
                    <a:lnTo>
                      <a:pt x="0" y="200025"/>
                    </a:lnTo>
                  </a:path>
                </a:pathLst>
              </a:custGeom>
              <a:noFill/>
              <a:ln w="5375">
                <a:solidFill>
                  <a:srgbClr val="009E73">
                    <a:alpha val="60000"/>
                  </a:srgbClr>
                </a:solidFill>
                <a:prstDash val="solid"/>
              </a:ln>
            </p:spPr>
          </p:sp>
          <p:sp>
            <p:nvSpPr>
              <p:cNvPr id="544" name="four:topology-swaps:line:542"/>
              <p:cNvSpPr>
                <a:spLocks noGrp="1"/>
              </p:cNvSpPr>
              <p:nvPr/>
            </p:nvSpPr>
            <p:spPr>
              <a:xfrm>
                <a:off x="3619500" y="6448425"/>
                <a:ext cx="953" cy="228600"/>
              </a:xfrm>
              <a:custGeom>
                <a:avLst/>
                <a:gdLst/>
                <a:ahLst/>
                <a:cxnLst/>
                <a:pathLst>
                  <a:path w="953" h="228600">
                    <a:moveTo>
                      <a:pt x="0" y="4405"/>
                    </a:moveTo>
                    <a:lnTo>
                      <a:pt x="0" y="228600"/>
                    </a:lnTo>
                  </a:path>
                </a:pathLst>
              </a:custGeom>
              <a:noFill/>
              <a:ln w="6841">
                <a:solidFill>
                  <a:srgbClr val="CC79A7"/>
                </a:solidFill>
                <a:prstDash val="dash"/>
              </a:ln>
            </p:spPr>
          </p:sp>
          <p:sp>
            <p:nvSpPr>
              <p:cNvPr id="545" name="four:topology-swaps:line:543"/>
              <p:cNvSpPr>
                <a:spLocks noGrp="1"/>
              </p:cNvSpPr>
              <p:nvPr/>
            </p:nvSpPr>
            <p:spPr>
              <a:xfrm>
                <a:off x="3590925" y="6486525"/>
                <a:ext cx="57150" cy="953"/>
              </a:xfrm>
              <a:custGeom>
                <a:avLst/>
                <a:gdLst/>
                <a:ahLst/>
                <a:cxnLst/>
                <a:pathLst>
                  <a:path w="57150" h="953">
                    <a:moveTo>
                      <a:pt x="0" y="0"/>
                    </a:moveTo>
                    <a:lnTo>
                      <a:pt x="57150" y="0"/>
                    </a:lnTo>
                  </a:path>
                </a:pathLst>
              </a:custGeom>
              <a:noFill/>
              <a:ln w="7329">
                <a:solidFill>
                  <a:srgbClr val="CC79A7"/>
                </a:solidFill>
                <a:prstDash val="solid"/>
              </a:ln>
            </p:spPr>
          </p:sp>
          <p:sp>
            <p:nvSpPr>
              <p:cNvPr id="546" name="four:topology-swaps:regular-node:544"/>
              <p:cNvSpPr>
                <a:spLocks noGrp="1"/>
              </p:cNvSpPr>
              <p:nvPr/>
            </p:nvSpPr>
            <p:spPr>
              <a:xfrm>
                <a:off x="3601403" y="6563678"/>
                <a:ext cx="36195" cy="36195"/>
              </a:xfrm>
              <a:prstGeom prst="ellipse">
                <a:avLst/>
              </a:prstGeom>
              <a:solidFill>
                <a:srgbClr val="CC79A7"/>
              </a:solidFill>
              <a:ln w="0">
                <a:noFill/>
                <a:prstDash val="solid"/>
              </a:ln>
            </p:spPr>
          </p:sp>
          <p:sp>
            <p:nvSpPr>
              <p:cNvPr id="547" name="four:topology-swaps:line:545"/>
              <p:cNvSpPr>
                <a:spLocks noGrp="1"/>
              </p:cNvSpPr>
              <p:nvPr/>
            </p:nvSpPr>
            <p:spPr>
              <a:xfrm>
                <a:off x="3619500" y="6696075"/>
                <a:ext cx="1371600" cy="200025"/>
              </a:xfrm>
              <a:custGeom>
                <a:avLst/>
                <a:gdLst/>
                <a:ahLst/>
                <a:cxnLst/>
                <a:pathLst>
                  <a:path w="1371600" h="200025">
                    <a:moveTo>
                      <a:pt x="0" y="0"/>
                    </a:moveTo>
                    <a:lnTo>
                      <a:pt x="1371600" y="200025"/>
                    </a:lnTo>
                  </a:path>
                </a:pathLst>
              </a:custGeom>
              <a:noFill/>
              <a:ln w="5375">
                <a:solidFill>
                  <a:srgbClr val="CC79A7">
                    <a:alpha val="60000"/>
                  </a:srgbClr>
                </a:solidFill>
                <a:prstDash val="solid"/>
              </a:ln>
            </p:spPr>
          </p:sp>
          <p:sp>
            <p:nvSpPr>
              <p:cNvPr id="548" name="four:topology-swaps:line:546"/>
              <p:cNvSpPr>
                <a:spLocks noGrp="1"/>
              </p:cNvSpPr>
              <p:nvPr/>
            </p:nvSpPr>
            <p:spPr>
              <a:xfrm>
                <a:off x="3505200" y="7010400"/>
                <a:ext cx="1733550" cy="953"/>
              </a:xfrm>
              <a:custGeom>
                <a:avLst/>
                <a:gdLst/>
                <a:ahLst/>
                <a:cxnLst/>
                <a:pathLst>
                  <a:path w="1733550" h="953">
                    <a:moveTo>
                      <a:pt x="0" y="0"/>
                    </a:moveTo>
                    <a:lnTo>
                      <a:pt x="1733550" y="0"/>
                    </a:lnTo>
                  </a:path>
                </a:pathLst>
              </a:custGeom>
              <a:noFill/>
              <a:ln w="6352">
                <a:solidFill>
                  <a:srgbClr val="263238"/>
                </a:solidFill>
                <a:prstDash val="solid"/>
              </a:ln>
            </p:spPr>
          </p:sp>
          <p:sp>
            <p:nvSpPr>
              <p:cNvPr id="549" name="four:topology-swaps:polygon:547"/>
              <p:cNvSpPr>
                <a:spLocks noGrp="1"/>
              </p:cNvSpPr>
              <p:nvPr/>
            </p:nvSpPr>
            <p:spPr>
              <a:xfrm>
                <a:off x="5181600" y="6985826"/>
                <a:ext cx="57150" cy="49149"/>
              </a:xfrm>
              <a:custGeom>
                <a:avLst/>
                <a:gdLst/>
                <a:ahLst/>
                <a:cxnLst/>
                <a:pathLst>
                  <a:path w="57150" h="49149">
                    <a:moveTo>
                      <a:pt x="57150" y="24574"/>
                    </a:moveTo>
                    <a:lnTo>
                      <a:pt x="0" y="0"/>
                    </a:lnTo>
                    <a:lnTo>
                      <a:pt x="0" y="49149"/>
                    </a:lnTo>
                    <a:close/>
                  </a:path>
                </a:pathLst>
              </a:custGeom>
              <a:solidFill>
                <a:srgbClr val="263238"/>
              </a:solidFill>
              <a:ln w="0">
                <a:noFill/>
                <a:prstDash val="solid"/>
              </a:ln>
            </p:spPr>
          </p:sp>
          <p:sp>
            <p:nvSpPr>
              <p:cNvPr id="550" name="four:topology-swaps:textbox:548"/>
              <p:cNvSpPr>
                <a:spLocks noGrp="1"/>
              </p:cNvSpPr>
              <p:nvPr/>
            </p:nvSpPr>
            <p:spPr>
              <a:xfrm>
                <a:off x="3324225" y="6819900"/>
                <a:ext cx="266700" cy="342900"/>
              </a:xfrm>
              <a:prstGeom prst="rect">
                <a:avLst/>
              </a:prstGeom>
              <a:noFill/>
              <a:ln w="0">
                <a:noFill/>
                <a:prstDash val="solid"/>
              </a:ln>
            </p:spPr>
            <p:txBody>
              <a:bodyPr wrap="none" lIns="0" tIns="0" rIns="0" bIns="0" anchor="ctr">
                <a:normAutofit/>
              </a:bodyPr>
              <a:lstStyle>
                <a:defPPr algn="ctr">
                  <a:defRPr sz="846" b="0">
                    <a:solidFill>
                      <a:srgbClr val="7B8790"/>
                    </a:solidFill>
                    <a:latin typeface="Arial" panose="020B0604020202090204"/>
                    <a:ea typeface="Arial" panose="020B0604020202090204"/>
                    <a:cs typeface="Arial" panose="020B0604020202090204"/>
                  </a:defRPr>
                </a:defPPr>
              </a:lstStyle>
              <a:p>
                <a:pPr algn="ctr">
                  <a:defRPr sz="846" b="0">
                    <a:solidFill>
                      <a:srgbClr val="7B8790"/>
                    </a:solidFill>
                    <a:latin typeface="Arial" panose="020B0604020202090204"/>
                    <a:ea typeface="Arial" panose="020B0604020202090204"/>
                    <a:cs typeface="Arial" panose="020B0604020202090204"/>
                  </a:defRPr>
                </a:pPr>
                <a:r>
                  <a:rPr sz="846" b="0">
                    <a:solidFill>
                      <a:srgbClr val="7B8790"/>
                    </a:solidFill>
                    <a:latin typeface="Arial" panose="020B0604020202090204"/>
                    <a:ea typeface="Arial" panose="020B0604020202090204"/>
                    <a:cs typeface="Arial" panose="020B0604020202090204"/>
                  </a:rPr>
                  <a:t>q</a:t>
                </a:r>
                <a:r>
                  <a:rPr sz="610" b="0" baseline="-25000">
                    <a:solidFill>
                      <a:srgbClr val="7B8790"/>
                    </a:solidFill>
                    <a:latin typeface="Arial" panose="020B0604020202090204"/>
                    <a:ea typeface="Arial" panose="020B0604020202090204"/>
                    <a:cs typeface="Arial" panose="020B0604020202090204"/>
                  </a:rPr>
                  <a:t>i</a:t>
                </a:r>
                <a:endParaRPr sz="610" b="0" baseline="-25000">
                  <a:solidFill>
                    <a:srgbClr val="7B8790"/>
                  </a:solidFill>
                  <a:latin typeface="Arial" panose="020B0604020202090204"/>
                  <a:ea typeface="Arial" panose="020B0604020202090204"/>
                  <a:cs typeface="Arial" panose="020B0604020202090204"/>
                </a:endParaRPr>
              </a:p>
            </p:txBody>
          </p:sp>
          <p:sp>
            <p:nvSpPr>
              <p:cNvPr id="551" name="four:topology-swaps:interval-A:549"/>
              <p:cNvSpPr>
                <a:spLocks noGrp="1"/>
              </p:cNvSpPr>
              <p:nvPr/>
            </p:nvSpPr>
            <p:spPr>
              <a:xfrm>
                <a:off x="3528060" y="6905625"/>
                <a:ext cx="182880" cy="209550"/>
              </a:xfrm>
              <a:prstGeom prst="rect">
                <a:avLst/>
              </a:prstGeom>
              <a:solidFill>
                <a:srgbClr val="0072B2"/>
              </a:solidFill>
              <a:ln w="3909">
                <a:solidFill>
                  <a:srgbClr val="263238"/>
                </a:solidFill>
                <a:prstDash val="solid"/>
              </a:ln>
            </p:spPr>
          </p:sp>
          <p:sp>
            <p:nvSpPr>
              <p:cNvPr id="552" name="four:topology-swaps:regular-node:550"/>
              <p:cNvSpPr>
                <a:spLocks noGrp="1"/>
              </p:cNvSpPr>
              <p:nvPr/>
            </p:nvSpPr>
            <p:spPr>
              <a:xfrm>
                <a:off x="3599498" y="6990398"/>
                <a:ext cx="40005" cy="40005"/>
              </a:xfrm>
              <a:prstGeom prst="ellipse">
                <a:avLst/>
              </a:prstGeom>
              <a:solidFill>
                <a:srgbClr val="263238"/>
              </a:solidFill>
              <a:ln w="0">
                <a:noFill/>
                <a:prstDash val="solid"/>
              </a:ln>
            </p:spPr>
          </p:sp>
          <p:sp>
            <p:nvSpPr>
              <p:cNvPr id="553" name="four:topology-swaps:interval-C:551"/>
              <p:cNvSpPr>
                <a:spLocks noGrp="1"/>
              </p:cNvSpPr>
              <p:nvPr/>
            </p:nvSpPr>
            <p:spPr>
              <a:xfrm>
                <a:off x="3985260" y="6905625"/>
                <a:ext cx="182880" cy="209550"/>
              </a:xfrm>
              <a:prstGeom prst="rect">
                <a:avLst/>
              </a:prstGeom>
              <a:solidFill>
                <a:srgbClr val="D55E00"/>
              </a:solidFill>
              <a:ln w="3909">
                <a:solidFill>
                  <a:srgbClr val="263238"/>
                </a:solidFill>
                <a:prstDash val="solid"/>
              </a:ln>
            </p:spPr>
          </p:sp>
          <p:sp>
            <p:nvSpPr>
              <p:cNvPr id="554" name="four:topology-swaps:regular-node:552"/>
              <p:cNvSpPr>
                <a:spLocks noGrp="1"/>
              </p:cNvSpPr>
              <p:nvPr/>
            </p:nvSpPr>
            <p:spPr>
              <a:xfrm>
                <a:off x="4056698" y="6990398"/>
                <a:ext cx="40005" cy="40005"/>
              </a:xfrm>
              <a:prstGeom prst="ellipse">
                <a:avLst/>
              </a:prstGeom>
              <a:solidFill>
                <a:srgbClr val="263238"/>
              </a:solidFill>
              <a:ln w="0">
                <a:noFill/>
                <a:prstDash val="solid"/>
              </a:ln>
            </p:spPr>
          </p:sp>
          <p:sp>
            <p:nvSpPr>
              <p:cNvPr id="555" name="four:topology-swaps:interval-D:553"/>
              <p:cNvSpPr>
                <a:spLocks noGrp="1"/>
              </p:cNvSpPr>
              <p:nvPr/>
            </p:nvSpPr>
            <p:spPr>
              <a:xfrm>
                <a:off x="4442460" y="6905625"/>
                <a:ext cx="182880" cy="209550"/>
              </a:xfrm>
              <a:prstGeom prst="rect">
                <a:avLst/>
              </a:prstGeom>
              <a:solidFill>
                <a:srgbClr val="009E73"/>
              </a:solidFill>
              <a:ln w="3909">
                <a:solidFill>
                  <a:srgbClr val="263238"/>
                </a:solidFill>
                <a:prstDash val="solid"/>
              </a:ln>
            </p:spPr>
          </p:sp>
          <p:sp>
            <p:nvSpPr>
              <p:cNvPr id="556" name="four:topology-swaps:regular-node:554"/>
              <p:cNvSpPr>
                <a:spLocks noGrp="1"/>
              </p:cNvSpPr>
              <p:nvPr/>
            </p:nvSpPr>
            <p:spPr>
              <a:xfrm>
                <a:off x="4513898" y="6990398"/>
                <a:ext cx="40005" cy="40005"/>
              </a:xfrm>
              <a:prstGeom prst="ellipse">
                <a:avLst/>
              </a:prstGeom>
              <a:solidFill>
                <a:srgbClr val="263238"/>
              </a:solidFill>
              <a:ln w="0">
                <a:noFill/>
                <a:prstDash val="solid"/>
              </a:ln>
            </p:spPr>
          </p:sp>
          <p:sp>
            <p:nvSpPr>
              <p:cNvPr id="557" name="four:topology-swaps:interval-B:555"/>
              <p:cNvSpPr>
                <a:spLocks noGrp="1"/>
              </p:cNvSpPr>
              <p:nvPr/>
            </p:nvSpPr>
            <p:spPr>
              <a:xfrm>
                <a:off x="4899660" y="6905625"/>
                <a:ext cx="182880" cy="209550"/>
              </a:xfrm>
              <a:prstGeom prst="rect">
                <a:avLst/>
              </a:prstGeom>
              <a:solidFill>
                <a:srgbClr val="CC79A7"/>
              </a:solidFill>
              <a:ln w="3909">
                <a:solidFill>
                  <a:srgbClr val="263238"/>
                </a:solidFill>
                <a:prstDash val="solid"/>
              </a:ln>
            </p:spPr>
          </p:sp>
          <p:sp>
            <p:nvSpPr>
              <p:cNvPr id="558" name="four:topology-swaps:regular-node:556"/>
              <p:cNvSpPr>
                <a:spLocks noGrp="1"/>
              </p:cNvSpPr>
              <p:nvPr/>
            </p:nvSpPr>
            <p:spPr>
              <a:xfrm>
                <a:off x="4971098" y="6990398"/>
                <a:ext cx="40005" cy="40005"/>
              </a:xfrm>
              <a:prstGeom prst="ellipse">
                <a:avLst/>
              </a:prstGeom>
              <a:solidFill>
                <a:srgbClr val="263238"/>
              </a:solidFill>
              <a:ln w="0">
                <a:noFill/>
                <a:prstDash val="solid"/>
              </a:ln>
            </p:spPr>
          </p:sp>
          <p:sp>
            <p:nvSpPr>
              <p:cNvPr id="559" name="four:topology-swaps:line:557"/>
              <p:cNvSpPr>
                <a:spLocks noGrp="1"/>
              </p:cNvSpPr>
              <p:nvPr/>
            </p:nvSpPr>
            <p:spPr>
              <a:xfrm>
                <a:off x="3619500" y="6696075"/>
                <a:ext cx="953" cy="171450"/>
              </a:xfrm>
              <a:custGeom>
                <a:avLst/>
                <a:gdLst/>
                <a:ahLst/>
                <a:cxnLst/>
                <a:pathLst>
                  <a:path w="953" h="171450">
                    <a:moveTo>
                      <a:pt x="0" y="0"/>
                    </a:moveTo>
                    <a:lnTo>
                      <a:pt x="0" y="171450"/>
                    </a:lnTo>
                  </a:path>
                </a:pathLst>
              </a:custGeom>
              <a:noFill/>
              <a:ln w="4886">
                <a:solidFill>
                  <a:srgbClr val="CC79A7">
                    <a:alpha val="85000"/>
                  </a:srgbClr>
                </a:solidFill>
                <a:prstDash val="dash"/>
              </a:ln>
            </p:spPr>
          </p:sp>
          <p:sp>
            <p:nvSpPr>
              <p:cNvPr id="560" name="four:topology-swaps:line:558"/>
              <p:cNvSpPr>
                <a:spLocks noGrp="1"/>
              </p:cNvSpPr>
              <p:nvPr/>
            </p:nvSpPr>
            <p:spPr>
              <a:xfrm>
                <a:off x="3619500" y="7153275"/>
                <a:ext cx="953" cy="266700"/>
              </a:xfrm>
              <a:custGeom>
                <a:avLst/>
                <a:gdLst/>
                <a:ahLst/>
                <a:cxnLst/>
                <a:pathLst>
                  <a:path w="953" h="266700">
                    <a:moveTo>
                      <a:pt x="0" y="0"/>
                    </a:moveTo>
                    <a:lnTo>
                      <a:pt x="0" y="266700"/>
                    </a:lnTo>
                  </a:path>
                </a:pathLst>
              </a:custGeom>
              <a:noFill/>
              <a:ln w="4886">
                <a:solidFill>
                  <a:srgbClr val="CC79A7">
                    <a:alpha val="85000"/>
                  </a:srgbClr>
                </a:solidFill>
                <a:prstDash val="dash"/>
              </a:ln>
            </p:spPr>
          </p:sp>
          <p:sp>
            <p:nvSpPr>
              <p:cNvPr id="561" name="four:topology-swaps:line:559"/>
              <p:cNvSpPr>
                <a:spLocks noGrp="1"/>
              </p:cNvSpPr>
              <p:nvPr/>
            </p:nvSpPr>
            <p:spPr>
              <a:xfrm>
                <a:off x="4991100" y="7124700"/>
                <a:ext cx="953" cy="295275"/>
              </a:xfrm>
              <a:custGeom>
                <a:avLst/>
                <a:gdLst/>
                <a:ahLst/>
                <a:cxnLst/>
                <a:pathLst>
                  <a:path w="953" h="295275">
                    <a:moveTo>
                      <a:pt x="0" y="0"/>
                    </a:moveTo>
                    <a:lnTo>
                      <a:pt x="0" y="295275"/>
                    </a:lnTo>
                  </a:path>
                </a:pathLst>
              </a:custGeom>
              <a:noFill/>
              <a:ln w="4886">
                <a:solidFill>
                  <a:srgbClr val="CC79A7"/>
                </a:solidFill>
                <a:prstDash val="solid"/>
              </a:ln>
            </p:spPr>
          </p:sp>
          <p:sp>
            <p:nvSpPr>
              <p:cNvPr id="562" name="four:topology-swaps:line:560"/>
              <p:cNvSpPr>
                <a:spLocks noGrp="1"/>
              </p:cNvSpPr>
              <p:nvPr/>
            </p:nvSpPr>
            <p:spPr>
              <a:xfrm>
                <a:off x="3619500" y="7419975"/>
                <a:ext cx="1371600" cy="953"/>
              </a:xfrm>
              <a:custGeom>
                <a:avLst/>
                <a:gdLst/>
                <a:ahLst/>
                <a:cxnLst/>
                <a:pathLst>
                  <a:path w="1371600" h="953">
                    <a:moveTo>
                      <a:pt x="0" y="0"/>
                    </a:moveTo>
                    <a:lnTo>
                      <a:pt x="1371600" y="0"/>
                    </a:lnTo>
                  </a:path>
                </a:pathLst>
              </a:custGeom>
              <a:noFill/>
              <a:ln w="8795">
                <a:solidFill>
                  <a:srgbClr val="CC79A7"/>
                </a:solidFill>
                <a:prstDash val="solid"/>
              </a:ln>
            </p:spPr>
          </p:sp>
          <p:sp>
            <p:nvSpPr>
              <p:cNvPr id="563" name="four:topology-swaps:polygon:561"/>
              <p:cNvSpPr>
                <a:spLocks noGrp="1"/>
              </p:cNvSpPr>
              <p:nvPr/>
            </p:nvSpPr>
            <p:spPr>
              <a:xfrm>
                <a:off x="4933950" y="7395401"/>
                <a:ext cx="57150" cy="49149"/>
              </a:xfrm>
              <a:custGeom>
                <a:avLst/>
                <a:gdLst/>
                <a:ahLst/>
                <a:cxnLst/>
                <a:pathLst>
                  <a:path w="57150" h="49149">
                    <a:moveTo>
                      <a:pt x="57150" y="24574"/>
                    </a:moveTo>
                    <a:lnTo>
                      <a:pt x="0" y="0"/>
                    </a:lnTo>
                    <a:lnTo>
                      <a:pt x="0" y="49149"/>
                    </a:lnTo>
                    <a:close/>
                  </a:path>
                </a:pathLst>
              </a:custGeom>
              <a:solidFill>
                <a:srgbClr val="CC79A7"/>
              </a:solidFill>
              <a:ln w="0">
                <a:noFill/>
                <a:prstDash val="solid"/>
              </a:ln>
            </p:spPr>
          </p:sp>
          <p:sp>
            <p:nvSpPr>
              <p:cNvPr id="564" name="four:topology-swaps:polygon:562"/>
              <p:cNvSpPr>
                <a:spLocks noGrp="1"/>
              </p:cNvSpPr>
              <p:nvPr/>
            </p:nvSpPr>
            <p:spPr>
              <a:xfrm>
                <a:off x="3619500" y="7395401"/>
                <a:ext cx="57150" cy="49149"/>
              </a:xfrm>
              <a:custGeom>
                <a:avLst/>
                <a:gdLst/>
                <a:ahLst/>
                <a:cxnLst/>
                <a:pathLst>
                  <a:path w="57150" h="49149">
                    <a:moveTo>
                      <a:pt x="0" y="24574"/>
                    </a:moveTo>
                    <a:lnTo>
                      <a:pt x="57150" y="49149"/>
                    </a:lnTo>
                    <a:lnTo>
                      <a:pt x="57150" y="0"/>
                    </a:lnTo>
                    <a:close/>
                  </a:path>
                </a:pathLst>
              </a:custGeom>
              <a:solidFill>
                <a:srgbClr val="CC79A7"/>
              </a:solidFill>
              <a:ln w="0">
                <a:noFill/>
                <a:prstDash val="solid"/>
              </a:ln>
            </p:spPr>
          </p:sp>
          <p:sp>
            <p:nvSpPr>
              <p:cNvPr id="565" name="four:topology-swaps:textbox:563"/>
              <p:cNvSpPr>
                <a:spLocks noGrp="1"/>
              </p:cNvSpPr>
              <p:nvPr/>
            </p:nvSpPr>
            <p:spPr>
              <a:xfrm>
                <a:off x="3876675" y="7086600"/>
                <a:ext cx="857250" cy="342900"/>
              </a:xfrm>
              <a:prstGeom prst="rect">
                <a:avLst/>
              </a:prstGeom>
              <a:noFill/>
              <a:ln w="0">
                <a:noFill/>
                <a:prstDash val="solid"/>
              </a:ln>
            </p:spPr>
            <p:txBody>
              <a:bodyPr wrap="none" lIns="0" tIns="0" rIns="0" bIns="0" anchor="ctr">
                <a:normAutofit/>
              </a:bodyPr>
              <a:lstStyle>
                <a:defPPr algn="ctr">
                  <a:defRPr sz="923" b="0">
                    <a:solidFill>
                      <a:srgbClr val="CC79A7"/>
                    </a:solidFill>
                    <a:latin typeface="Arial" panose="020B0604020202090204"/>
                    <a:ea typeface="Arial" panose="020B0604020202090204"/>
                    <a:cs typeface="Arial" panose="020B0604020202090204"/>
                  </a:defRPr>
                </a:defPPr>
              </a:lstStyle>
              <a:p>
                <a:pPr algn="ctr">
                  <a:defRPr sz="923" b="0">
                    <a:solidFill>
                      <a:srgbClr val="CC79A7"/>
                    </a:solidFill>
                    <a:latin typeface="Arial" panose="020B0604020202090204"/>
                    <a:ea typeface="Arial" panose="020B0604020202090204"/>
                    <a:cs typeface="Arial" panose="020B0604020202090204"/>
                  </a:defRPr>
                </a:pPr>
                <a:r>
                  <a:rPr sz="923" b="0">
                    <a:solidFill>
                      <a:srgbClr val="CC79A7"/>
                    </a:solidFill>
                    <a:latin typeface="Arial" panose="020B0604020202090204"/>
                    <a:ea typeface="Arial" panose="020B0604020202090204"/>
                    <a:cs typeface="Arial" panose="020B0604020202090204"/>
                  </a:rPr>
                  <a:t>τ(π)</a:t>
                </a:r>
                <a:endParaRPr sz="923" b="0">
                  <a:solidFill>
                    <a:srgbClr val="CC79A7"/>
                  </a:solidFill>
                  <a:latin typeface="Arial" panose="020B0604020202090204"/>
                  <a:ea typeface="Arial" panose="020B0604020202090204"/>
                  <a:cs typeface="Arial" panose="020B0604020202090204"/>
                </a:endParaRPr>
              </a:p>
            </p:txBody>
          </p:sp>
          <p:sp>
            <p:nvSpPr>
              <p:cNvPr id="566" name="four:topology-swaps:line:564"/>
              <p:cNvSpPr>
                <a:spLocks noGrp="1"/>
              </p:cNvSpPr>
              <p:nvPr/>
            </p:nvSpPr>
            <p:spPr>
              <a:xfrm>
                <a:off x="5953125" y="6581775"/>
                <a:ext cx="1733550" cy="953"/>
              </a:xfrm>
              <a:custGeom>
                <a:avLst/>
                <a:gdLst/>
                <a:ahLst/>
                <a:cxnLst/>
                <a:pathLst>
                  <a:path w="1733550" h="953">
                    <a:moveTo>
                      <a:pt x="0" y="0"/>
                    </a:moveTo>
                    <a:lnTo>
                      <a:pt x="1733550" y="0"/>
                    </a:lnTo>
                  </a:path>
                </a:pathLst>
              </a:custGeom>
              <a:noFill/>
              <a:ln w="5375">
                <a:solidFill>
                  <a:srgbClr val="263238"/>
                </a:solidFill>
                <a:prstDash val="dash"/>
              </a:ln>
            </p:spPr>
          </p:sp>
          <p:sp>
            <p:nvSpPr>
              <p:cNvPr id="567" name="four:topology-swaps:polygon:565"/>
              <p:cNvSpPr>
                <a:spLocks noGrp="1"/>
              </p:cNvSpPr>
              <p:nvPr/>
            </p:nvSpPr>
            <p:spPr>
              <a:xfrm>
                <a:off x="7629525" y="6557201"/>
                <a:ext cx="57150" cy="49149"/>
              </a:xfrm>
              <a:custGeom>
                <a:avLst/>
                <a:gdLst/>
                <a:ahLst/>
                <a:cxnLst/>
                <a:pathLst>
                  <a:path w="57150" h="49149">
                    <a:moveTo>
                      <a:pt x="57150" y="24574"/>
                    </a:moveTo>
                    <a:lnTo>
                      <a:pt x="0" y="0"/>
                    </a:lnTo>
                    <a:lnTo>
                      <a:pt x="0" y="49149"/>
                    </a:lnTo>
                    <a:close/>
                  </a:path>
                </a:pathLst>
              </a:custGeom>
              <a:solidFill>
                <a:srgbClr val="263238"/>
              </a:solidFill>
              <a:ln w="0">
                <a:noFill/>
                <a:prstDash val="solid"/>
              </a:ln>
            </p:spPr>
          </p:sp>
          <p:sp>
            <p:nvSpPr>
              <p:cNvPr id="568" name="four:topology-swaps:textbox:566"/>
              <p:cNvSpPr>
                <a:spLocks noGrp="1"/>
              </p:cNvSpPr>
              <p:nvPr/>
            </p:nvSpPr>
            <p:spPr>
              <a:xfrm>
                <a:off x="5772150" y="6391275"/>
                <a:ext cx="266700" cy="342900"/>
              </a:xfrm>
              <a:prstGeom prst="rect">
                <a:avLst/>
              </a:prstGeom>
              <a:noFill/>
              <a:ln w="0">
                <a:noFill/>
                <a:prstDash val="solid"/>
              </a:ln>
            </p:spPr>
            <p:txBody>
              <a:bodyPr wrap="none" lIns="0" tIns="0" rIns="0" bIns="0" anchor="ctr">
                <a:normAutofit/>
              </a:bodyPr>
              <a:lstStyle>
                <a:defPPr algn="ctr">
                  <a:defRPr sz="846" b="0">
                    <a:solidFill>
                      <a:srgbClr val="7B8790"/>
                    </a:solidFill>
                    <a:latin typeface="Arial" panose="020B0604020202090204"/>
                    <a:ea typeface="Arial" panose="020B0604020202090204"/>
                    <a:cs typeface="Arial" panose="020B0604020202090204"/>
                  </a:defRPr>
                </a:defPPr>
              </a:lstStyle>
              <a:p>
                <a:pPr algn="ctr">
                  <a:defRPr sz="846" b="0">
                    <a:solidFill>
                      <a:srgbClr val="7B8790"/>
                    </a:solidFill>
                    <a:latin typeface="Arial" panose="020B0604020202090204"/>
                    <a:ea typeface="Arial" panose="020B0604020202090204"/>
                    <a:cs typeface="Arial" panose="020B0604020202090204"/>
                  </a:defRPr>
                </a:pPr>
                <a:r>
                  <a:rPr sz="846" b="0">
                    <a:solidFill>
                      <a:srgbClr val="7B8790"/>
                    </a:solidFill>
                    <a:latin typeface="Arial" panose="020B0604020202090204"/>
                    <a:ea typeface="Arial" panose="020B0604020202090204"/>
                    <a:cs typeface="Arial" panose="020B0604020202090204"/>
                  </a:rPr>
                  <a:t>u</a:t>
                </a:r>
                <a:r>
                  <a:rPr sz="610" b="0" baseline="-25000">
                    <a:solidFill>
                      <a:srgbClr val="7B8790"/>
                    </a:solidFill>
                    <a:latin typeface="Arial" panose="020B0604020202090204"/>
                    <a:ea typeface="Arial" panose="020B0604020202090204"/>
                    <a:cs typeface="Arial" panose="020B0604020202090204"/>
                  </a:rPr>
                  <a:t>i</a:t>
                </a:r>
                <a:endParaRPr sz="610" b="0" baseline="-25000">
                  <a:solidFill>
                    <a:srgbClr val="7B8790"/>
                  </a:solidFill>
                  <a:latin typeface="Arial" panose="020B0604020202090204"/>
                  <a:ea typeface="Arial" panose="020B0604020202090204"/>
                  <a:cs typeface="Arial" panose="020B0604020202090204"/>
                </a:endParaRPr>
              </a:p>
            </p:txBody>
          </p:sp>
          <p:sp>
            <p:nvSpPr>
              <p:cNvPr id="569" name="four:topology-swaps:line:567"/>
              <p:cNvSpPr>
                <a:spLocks noGrp="1"/>
              </p:cNvSpPr>
              <p:nvPr/>
            </p:nvSpPr>
            <p:spPr>
              <a:xfrm>
                <a:off x="6067425" y="6448425"/>
                <a:ext cx="953" cy="228600"/>
              </a:xfrm>
              <a:custGeom>
                <a:avLst/>
                <a:gdLst/>
                <a:ahLst/>
                <a:cxnLst/>
                <a:pathLst>
                  <a:path w="953" h="228600">
                    <a:moveTo>
                      <a:pt x="0" y="4405"/>
                    </a:moveTo>
                    <a:lnTo>
                      <a:pt x="0" y="228600"/>
                    </a:lnTo>
                  </a:path>
                </a:pathLst>
              </a:custGeom>
              <a:noFill/>
              <a:ln w="6841">
                <a:solidFill>
                  <a:srgbClr val="0072B2"/>
                </a:solidFill>
                <a:prstDash val="dash"/>
              </a:ln>
            </p:spPr>
          </p:sp>
          <p:sp>
            <p:nvSpPr>
              <p:cNvPr id="570" name="four:topology-swaps:line:568"/>
              <p:cNvSpPr>
                <a:spLocks noGrp="1"/>
              </p:cNvSpPr>
              <p:nvPr/>
            </p:nvSpPr>
            <p:spPr>
              <a:xfrm>
                <a:off x="6038850" y="6486525"/>
                <a:ext cx="57150" cy="953"/>
              </a:xfrm>
              <a:custGeom>
                <a:avLst/>
                <a:gdLst/>
                <a:ahLst/>
                <a:cxnLst/>
                <a:pathLst>
                  <a:path w="57150" h="953">
                    <a:moveTo>
                      <a:pt x="0" y="0"/>
                    </a:moveTo>
                    <a:lnTo>
                      <a:pt x="57150" y="0"/>
                    </a:lnTo>
                  </a:path>
                </a:pathLst>
              </a:custGeom>
              <a:noFill/>
              <a:ln w="7329">
                <a:solidFill>
                  <a:srgbClr val="0072B2"/>
                </a:solidFill>
                <a:prstDash val="solid"/>
              </a:ln>
            </p:spPr>
          </p:sp>
          <p:sp>
            <p:nvSpPr>
              <p:cNvPr id="571" name="four:topology-swaps:regular-node:569"/>
              <p:cNvSpPr>
                <a:spLocks noGrp="1"/>
              </p:cNvSpPr>
              <p:nvPr/>
            </p:nvSpPr>
            <p:spPr>
              <a:xfrm>
                <a:off x="6049328" y="6563678"/>
                <a:ext cx="36195" cy="36195"/>
              </a:xfrm>
              <a:prstGeom prst="ellipse">
                <a:avLst/>
              </a:prstGeom>
              <a:solidFill>
                <a:srgbClr val="0072B2"/>
              </a:solidFill>
              <a:ln w="0">
                <a:noFill/>
                <a:prstDash val="solid"/>
              </a:ln>
            </p:spPr>
          </p:sp>
          <p:sp>
            <p:nvSpPr>
              <p:cNvPr id="572" name="four:topology-swaps:line:570"/>
              <p:cNvSpPr>
                <a:spLocks noGrp="1"/>
              </p:cNvSpPr>
              <p:nvPr/>
            </p:nvSpPr>
            <p:spPr>
              <a:xfrm>
                <a:off x="6067425" y="6696075"/>
                <a:ext cx="953" cy="200025"/>
              </a:xfrm>
              <a:custGeom>
                <a:avLst/>
                <a:gdLst/>
                <a:ahLst/>
                <a:cxnLst/>
                <a:pathLst>
                  <a:path w="953" h="200025">
                    <a:moveTo>
                      <a:pt x="0" y="0"/>
                    </a:moveTo>
                    <a:lnTo>
                      <a:pt x="0" y="200025"/>
                    </a:lnTo>
                  </a:path>
                </a:pathLst>
              </a:custGeom>
              <a:noFill/>
              <a:ln w="5375">
                <a:solidFill>
                  <a:srgbClr val="0072B2">
                    <a:alpha val="60000"/>
                  </a:srgbClr>
                </a:solidFill>
                <a:prstDash val="solid"/>
              </a:ln>
            </p:spPr>
          </p:sp>
          <p:sp>
            <p:nvSpPr>
              <p:cNvPr id="573" name="four:topology-swaps:line:571"/>
              <p:cNvSpPr>
                <a:spLocks noGrp="1"/>
              </p:cNvSpPr>
              <p:nvPr/>
            </p:nvSpPr>
            <p:spPr>
              <a:xfrm>
                <a:off x="7073265" y="6448425"/>
                <a:ext cx="953" cy="228600"/>
              </a:xfrm>
              <a:custGeom>
                <a:avLst/>
                <a:gdLst/>
                <a:ahLst/>
                <a:cxnLst/>
                <a:pathLst>
                  <a:path w="953" h="228600">
                    <a:moveTo>
                      <a:pt x="0" y="4405"/>
                    </a:moveTo>
                    <a:lnTo>
                      <a:pt x="0" y="228600"/>
                    </a:lnTo>
                  </a:path>
                </a:pathLst>
              </a:custGeom>
              <a:noFill/>
              <a:ln w="6841">
                <a:solidFill>
                  <a:srgbClr val="D55E00"/>
                </a:solidFill>
                <a:prstDash val="dash"/>
              </a:ln>
            </p:spPr>
          </p:sp>
          <p:sp>
            <p:nvSpPr>
              <p:cNvPr id="574" name="four:topology-swaps:line:572"/>
              <p:cNvSpPr>
                <a:spLocks noGrp="1"/>
              </p:cNvSpPr>
              <p:nvPr/>
            </p:nvSpPr>
            <p:spPr>
              <a:xfrm>
                <a:off x="7044690" y="6486525"/>
                <a:ext cx="57150" cy="953"/>
              </a:xfrm>
              <a:custGeom>
                <a:avLst/>
                <a:gdLst/>
                <a:ahLst/>
                <a:cxnLst/>
                <a:pathLst>
                  <a:path w="57150" h="953">
                    <a:moveTo>
                      <a:pt x="0" y="0"/>
                    </a:moveTo>
                    <a:lnTo>
                      <a:pt x="57150" y="0"/>
                    </a:lnTo>
                  </a:path>
                </a:pathLst>
              </a:custGeom>
              <a:noFill/>
              <a:ln w="7329">
                <a:solidFill>
                  <a:srgbClr val="D55E00"/>
                </a:solidFill>
                <a:prstDash val="solid"/>
              </a:ln>
            </p:spPr>
          </p:sp>
          <p:sp>
            <p:nvSpPr>
              <p:cNvPr id="575" name="four:topology-swaps:regular-node:573"/>
              <p:cNvSpPr>
                <a:spLocks noGrp="1"/>
              </p:cNvSpPr>
              <p:nvPr/>
            </p:nvSpPr>
            <p:spPr>
              <a:xfrm>
                <a:off x="7055168" y="6563678"/>
                <a:ext cx="36195" cy="36195"/>
              </a:xfrm>
              <a:prstGeom prst="ellipse">
                <a:avLst/>
              </a:prstGeom>
              <a:solidFill>
                <a:srgbClr val="D55E00"/>
              </a:solidFill>
              <a:ln w="0">
                <a:noFill/>
                <a:prstDash val="solid"/>
              </a:ln>
            </p:spPr>
          </p:sp>
          <p:sp>
            <p:nvSpPr>
              <p:cNvPr id="576" name="four:topology-swaps:line:574"/>
              <p:cNvSpPr>
                <a:spLocks noGrp="1"/>
              </p:cNvSpPr>
              <p:nvPr/>
            </p:nvSpPr>
            <p:spPr>
              <a:xfrm>
                <a:off x="6524625" y="6696075"/>
                <a:ext cx="548640" cy="200025"/>
              </a:xfrm>
              <a:custGeom>
                <a:avLst/>
                <a:gdLst/>
                <a:ahLst/>
                <a:cxnLst/>
                <a:pathLst>
                  <a:path w="548640" h="200025">
                    <a:moveTo>
                      <a:pt x="548640" y="0"/>
                    </a:moveTo>
                    <a:lnTo>
                      <a:pt x="0" y="200025"/>
                    </a:lnTo>
                  </a:path>
                </a:pathLst>
              </a:custGeom>
              <a:noFill/>
              <a:ln w="5375">
                <a:solidFill>
                  <a:srgbClr val="D55E00">
                    <a:alpha val="60000"/>
                  </a:srgbClr>
                </a:solidFill>
                <a:prstDash val="solid"/>
              </a:ln>
            </p:spPr>
          </p:sp>
          <p:sp>
            <p:nvSpPr>
              <p:cNvPr id="577" name="four:topology-swaps:line:575"/>
              <p:cNvSpPr>
                <a:spLocks noGrp="1"/>
              </p:cNvSpPr>
              <p:nvPr/>
            </p:nvSpPr>
            <p:spPr>
              <a:xfrm>
                <a:off x="7576185" y="6448425"/>
                <a:ext cx="953" cy="228600"/>
              </a:xfrm>
              <a:custGeom>
                <a:avLst/>
                <a:gdLst/>
                <a:ahLst/>
                <a:cxnLst/>
                <a:pathLst>
                  <a:path w="953" h="228600">
                    <a:moveTo>
                      <a:pt x="0" y="4405"/>
                    </a:moveTo>
                    <a:lnTo>
                      <a:pt x="0" y="228600"/>
                    </a:lnTo>
                  </a:path>
                </a:pathLst>
              </a:custGeom>
              <a:noFill/>
              <a:ln w="6841">
                <a:solidFill>
                  <a:srgbClr val="009E73"/>
                </a:solidFill>
                <a:prstDash val="dash"/>
              </a:ln>
            </p:spPr>
          </p:sp>
          <p:sp>
            <p:nvSpPr>
              <p:cNvPr id="578" name="four:topology-swaps:line:576"/>
              <p:cNvSpPr>
                <a:spLocks noGrp="1"/>
              </p:cNvSpPr>
              <p:nvPr/>
            </p:nvSpPr>
            <p:spPr>
              <a:xfrm>
                <a:off x="7547610" y="6486525"/>
                <a:ext cx="57150" cy="953"/>
              </a:xfrm>
              <a:custGeom>
                <a:avLst/>
                <a:gdLst/>
                <a:ahLst/>
                <a:cxnLst/>
                <a:pathLst>
                  <a:path w="57150" h="953">
                    <a:moveTo>
                      <a:pt x="0" y="0"/>
                    </a:moveTo>
                    <a:lnTo>
                      <a:pt x="57150" y="0"/>
                    </a:lnTo>
                  </a:path>
                </a:pathLst>
              </a:custGeom>
              <a:noFill/>
              <a:ln w="7329">
                <a:solidFill>
                  <a:srgbClr val="009E73"/>
                </a:solidFill>
                <a:prstDash val="solid"/>
              </a:ln>
            </p:spPr>
          </p:sp>
          <p:sp>
            <p:nvSpPr>
              <p:cNvPr id="579" name="four:topology-swaps:regular-node:577"/>
              <p:cNvSpPr>
                <a:spLocks noGrp="1"/>
              </p:cNvSpPr>
              <p:nvPr/>
            </p:nvSpPr>
            <p:spPr>
              <a:xfrm>
                <a:off x="7558088" y="6563678"/>
                <a:ext cx="36195" cy="36195"/>
              </a:xfrm>
              <a:prstGeom prst="ellipse">
                <a:avLst/>
              </a:prstGeom>
              <a:solidFill>
                <a:srgbClr val="009E73"/>
              </a:solidFill>
              <a:ln w="0">
                <a:noFill/>
                <a:prstDash val="solid"/>
              </a:ln>
            </p:spPr>
          </p:sp>
          <p:sp>
            <p:nvSpPr>
              <p:cNvPr id="580" name="four:topology-swaps:line:578"/>
              <p:cNvSpPr>
                <a:spLocks noGrp="1"/>
              </p:cNvSpPr>
              <p:nvPr/>
            </p:nvSpPr>
            <p:spPr>
              <a:xfrm>
                <a:off x="6981825" y="6696075"/>
                <a:ext cx="594360" cy="200025"/>
              </a:xfrm>
              <a:custGeom>
                <a:avLst/>
                <a:gdLst/>
                <a:ahLst/>
                <a:cxnLst/>
                <a:pathLst>
                  <a:path w="594360" h="200025">
                    <a:moveTo>
                      <a:pt x="594360" y="0"/>
                    </a:moveTo>
                    <a:lnTo>
                      <a:pt x="0" y="200025"/>
                    </a:lnTo>
                  </a:path>
                </a:pathLst>
              </a:custGeom>
              <a:noFill/>
              <a:ln w="5375">
                <a:solidFill>
                  <a:srgbClr val="009E73">
                    <a:alpha val="60000"/>
                  </a:srgbClr>
                </a:solidFill>
                <a:prstDash val="solid"/>
              </a:ln>
            </p:spPr>
          </p:sp>
          <p:sp>
            <p:nvSpPr>
              <p:cNvPr id="581" name="four:topology-swaps:line:579"/>
              <p:cNvSpPr>
                <a:spLocks noGrp="1"/>
              </p:cNvSpPr>
              <p:nvPr/>
            </p:nvSpPr>
            <p:spPr>
              <a:xfrm>
                <a:off x="6570345" y="6448425"/>
                <a:ext cx="953" cy="228600"/>
              </a:xfrm>
              <a:custGeom>
                <a:avLst/>
                <a:gdLst/>
                <a:ahLst/>
                <a:cxnLst/>
                <a:pathLst>
                  <a:path w="953" h="228600">
                    <a:moveTo>
                      <a:pt x="0" y="4405"/>
                    </a:moveTo>
                    <a:lnTo>
                      <a:pt x="0" y="228600"/>
                    </a:lnTo>
                  </a:path>
                </a:pathLst>
              </a:custGeom>
              <a:noFill/>
              <a:ln w="6841">
                <a:solidFill>
                  <a:srgbClr val="CC79A7"/>
                </a:solidFill>
                <a:prstDash val="dash"/>
              </a:ln>
            </p:spPr>
          </p:sp>
          <p:sp>
            <p:nvSpPr>
              <p:cNvPr id="582" name="four:topology-swaps:line:580"/>
              <p:cNvSpPr>
                <a:spLocks noGrp="1"/>
              </p:cNvSpPr>
              <p:nvPr/>
            </p:nvSpPr>
            <p:spPr>
              <a:xfrm>
                <a:off x="6541770" y="6486525"/>
                <a:ext cx="57150" cy="953"/>
              </a:xfrm>
              <a:custGeom>
                <a:avLst/>
                <a:gdLst/>
                <a:ahLst/>
                <a:cxnLst/>
                <a:pathLst>
                  <a:path w="57150" h="953">
                    <a:moveTo>
                      <a:pt x="0" y="0"/>
                    </a:moveTo>
                    <a:lnTo>
                      <a:pt x="57150" y="0"/>
                    </a:lnTo>
                  </a:path>
                </a:pathLst>
              </a:custGeom>
              <a:noFill/>
              <a:ln w="7329">
                <a:solidFill>
                  <a:srgbClr val="CC79A7"/>
                </a:solidFill>
                <a:prstDash val="solid"/>
              </a:ln>
            </p:spPr>
          </p:sp>
          <p:sp>
            <p:nvSpPr>
              <p:cNvPr id="583" name="four:topology-swaps:regular-node:581"/>
              <p:cNvSpPr>
                <a:spLocks noGrp="1"/>
              </p:cNvSpPr>
              <p:nvPr/>
            </p:nvSpPr>
            <p:spPr>
              <a:xfrm>
                <a:off x="6552248" y="6563678"/>
                <a:ext cx="36195" cy="36195"/>
              </a:xfrm>
              <a:prstGeom prst="ellipse">
                <a:avLst/>
              </a:prstGeom>
              <a:solidFill>
                <a:srgbClr val="CC79A7"/>
              </a:solidFill>
              <a:ln w="0">
                <a:noFill/>
                <a:prstDash val="solid"/>
              </a:ln>
            </p:spPr>
          </p:sp>
          <p:sp>
            <p:nvSpPr>
              <p:cNvPr id="584" name="four:topology-swaps:line:582"/>
              <p:cNvSpPr>
                <a:spLocks noGrp="1"/>
              </p:cNvSpPr>
              <p:nvPr/>
            </p:nvSpPr>
            <p:spPr>
              <a:xfrm>
                <a:off x="6570345" y="6696075"/>
                <a:ext cx="868680" cy="200025"/>
              </a:xfrm>
              <a:custGeom>
                <a:avLst/>
                <a:gdLst/>
                <a:ahLst/>
                <a:cxnLst/>
                <a:pathLst>
                  <a:path w="868680" h="200025">
                    <a:moveTo>
                      <a:pt x="0" y="0"/>
                    </a:moveTo>
                    <a:lnTo>
                      <a:pt x="868680" y="200025"/>
                    </a:lnTo>
                  </a:path>
                </a:pathLst>
              </a:custGeom>
              <a:noFill/>
              <a:ln w="5375">
                <a:solidFill>
                  <a:srgbClr val="CC79A7">
                    <a:alpha val="60000"/>
                  </a:srgbClr>
                </a:solidFill>
                <a:prstDash val="solid"/>
              </a:ln>
            </p:spPr>
          </p:sp>
          <p:sp>
            <p:nvSpPr>
              <p:cNvPr id="585" name="four:topology-swaps:line:583"/>
              <p:cNvSpPr>
                <a:spLocks noGrp="1"/>
              </p:cNvSpPr>
              <p:nvPr/>
            </p:nvSpPr>
            <p:spPr>
              <a:xfrm>
                <a:off x="5953125" y="7010400"/>
                <a:ext cx="1733550" cy="953"/>
              </a:xfrm>
              <a:custGeom>
                <a:avLst/>
                <a:gdLst/>
                <a:ahLst/>
                <a:cxnLst/>
                <a:pathLst>
                  <a:path w="1733550" h="953">
                    <a:moveTo>
                      <a:pt x="0" y="0"/>
                    </a:moveTo>
                    <a:lnTo>
                      <a:pt x="1733550" y="0"/>
                    </a:lnTo>
                  </a:path>
                </a:pathLst>
              </a:custGeom>
              <a:noFill/>
              <a:ln w="6352">
                <a:solidFill>
                  <a:srgbClr val="263238"/>
                </a:solidFill>
                <a:prstDash val="solid"/>
              </a:ln>
            </p:spPr>
          </p:sp>
          <p:sp>
            <p:nvSpPr>
              <p:cNvPr id="586" name="four:topology-swaps:polygon:584"/>
              <p:cNvSpPr>
                <a:spLocks noGrp="1"/>
              </p:cNvSpPr>
              <p:nvPr/>
            </p:nvSpPr>
            <p:spPr>
              <a:xfrm>
                <a:off x="7629525" y="6985826"/>
                <a:ext cx="57150" cy="49149"/>
              </a:xfrm>
              <a:custGeom>
                <a:avLst/>
                <a:gdLst/>
                <a:ahLst/>
                <a:cxnLst/>
                <a:pathLst>
                  <a:path w="57150" h="49149">
                    <a:moveTo>
                      <a:pt x="57150" y="24574"/>
                    </a:moveTo>
                    <a:lnTo>
                      <a:pt x="0" y="0"/>
                    </a:lnTo>
                    <a:lnTo>
                      <a:pt x="0" y="49149"/>
                    </a:lnTo>
                    <a:close/>
                  </a:path>
                </a:pathLst>
              </a:custGeom>
              <a:solidFill>
                <a:srgbClr val="263238"/>
              </a:solidFill>
              <a:ln w="0">
                <a:noFill/>
                <a:prstDash val="solid"/>
              </a:ln>
            </p:spPr>
          </p:sp>
          <p:sp>
            <p:nvSpPr>
              <p:cNvPr id="587" name="four:topology-swaps:textbox:585"/>
              <p:cNvSpPr>
                <a:spLocks noGrp="1"/>
              </p:cNvSpPr>
              <p:nvPr/>
            </p:nvSpPr>
            <p:spPr>
              <a:xfrm>
                <a:off x="5772150" y="6819900"/>
                <a:ext cx="266700" cy="342900"/>
              </a:xfrm>
              <a:prstGeom prst="rect">
                <a:avLst/>
              </a:prstGeom>
              <a:noFill/>
              <a:ln w="0">
                <a:noFill/>
                <a:prstDash val="solid"/>
              </a:ln>
            </p:spPr>
            <p:txBody>
              <a:bodyPr wrap="none" lIns="0" tIns="0" rIns="0" bIns="0" anchor="ctr">
                <a:normAutofit/>
              </a:bodyPr>
              <a:lstStyle>
                <a:defPPr algn="ctr">
                  <a:defRPr sz="846" b="0">
                    <a:solidFill>
                      <a:srgbClr val="7B8790"/>
                    </a:solidFill>
                    <a:latin typeface="Arial" panose="020B0604020202090204"/>
                    <a:ea typeface="Arial" panose="020B0604020202090204"/>
                    <a:cs typeface="Arial" panose="020B0604020202090204"/>
                  </a:defRPr>
                </a:defPPr>
              </a:lstStyle>
              <a:p>
                <a:pPr algn="ctr">
                  <a:defRPr sz="846" b="0">
                    <a:solidFill>
                      <a:srgbClr val="7B8790"/>
                    </a:solidFill>
                    <a:latin typeface="Arial" panose="020B0604020202090204"/>
                    <a:ea typeface="Arial" panose="020B0604020202090204"/>
                    <a:cs typeface="Arial" panose="020B0604020202090204"/>
                  </a:defRPr>
                </a:pPr>
                <a:r>
                  <a:rPr sz="846" b="0">
                    <a:solidFill>
                      <a:srgbClr val="7B8790"/>
                    </a:solidFill>
                    <a:latin typeface="Arial" panose="020B0604020202090204"/>
                    <a:ea typeface="Arial" panose="020B0604020202090204"/>
                    <a:cs typeface="Arial" panose="020B0604020202090204"/>
                  </a:rPr>
                  <a:t>q</a:t>
                </a:r>
                <a:r>
                  <a:rPr sz="610" b="0" baseline="-25000">
                    <a:solidFill>
                      <a:srgbClr val="7B8790"/>
                    </a:solidFill>
                    <a:latin typeface="Arial" panose="020B0604020202090204"/>
                    <a:ea typeface="Arial" panose="020B0604020202090204"/>
                    <a:cs typeface="Arial" panose="020B0604020202090204"/>
                  </a:rPr>
                  <a:t>i</a:t>
                </a:r>
                <a:endParaRPr sz="610" b="0" baseline="-25000">
                  <a:solidFill>
                    <a:srgbClr val="7B8790"/>
                  </a:solidFill>
                  <a:latin typeface="Arial" panose="020B0604020202090204"/>
                  <a:ea typeface="Arial" panose="020B0604020202090204"/>
                  <a:cs typeface="Arial" panose="020B0604020202090204"/>
                </a:endParaRPr>
              </a:p>
            </p:txBody>
          </p:sp>
          <p:sp>
            <p:nvSpPr>
              <p:cNvPr id="588" name="four:topology-swaps:interval-A:586"/>
              <p:cNvSpPr>
                <a:spLocks noGrp="1"/>
              </p:cNvSpPr>
              <p:nvPr/>
            </p:nvSpPr>
            <p:spPr>
              <a:xfrm>
                <a:off x="5975985" y="6905625"/>
                <a:ext cx="182880" cy="209550"/>
              </a:xfrm>
              <a:prstGeom prst="rect">
                <a:avLst/>
              </a:prstGeom>
              <a:solidFill>
                <a:srgbClr val="0072B2"/>
              </a:solidFill>
              <a:ln w="3909">
                <a:solidFill>
                  <a:srgbClr val="263238"/>
                </a:solidFill>
                <a:prstDash val="solid"/>
              </a:ln>
            </p:spPr>
          </p:sp>
          <p:sp>
            <p:nvSpPr>
              <p:cNvPr id="589" name="four:topology-swaps:regular-node:587"/>
              <p:cNvSpPr>
                <a:spLocks noGrp="1"/>
              </p:cNvSpPr>
              <p:nvPr/>
            </p:nvSpPr>
            <p:spPr>
              <a:xfrm>
                <a:off x="6047423" y="6990398"/>
                <a:ext cx="40005" cy="40005"/>
              </a:xfrm>
              <a:prstGeom prst="ellipse">
                <a:avLst/>
              </a:prstGeom>
              <a:solidFill>
                <a:srgbClr val="263238"/>
              </a:solidFill>
              <a:ln w="0">
                <a:noFill/>
                <a:prstDash val="solid"/>
              </a:ln>
            </p:spPr>
          </p:sp>
          <p:sp>
            <p:nvSpPr>
              <p:cNvPr id="590" name="four:topology-swaps:interval-C:588"/>
              <p:cNvSpPr>
                <a:spLocks noGrp="1"/>
              </p:cNvSpPr>
              <p:nvPr/>
            </p:nvSpPr>
            <p:spPr>
              <a:xfrm>
                <a:off x="6433185" y="6905625"/>
                <a:ext cx="182880" cy="209550"/>
              </a:xfrm>
              <a:prstGeom prst="rect">
                <a:avLst/>
              </a:prstGeom>
              <a:solidFill>
                <a:srgbClr val="D55E00"/>
              </a:solidFill>
              <a:ln w="3909">
                <a:solidFill>
                  <a:srgbClr val="263238"/>
                </a:solidFill>
                <a:prstDash val="solid"/>
              </a:ln>
            </p:spPr>
          </p:sp>
          <p:sp>
            <p:nvSpPr>
              <p:cNvPr id="591" name="four:topology-swaps:regular-node:589"/>
              <p:cNvSpPr>
                <a:spLocks noGrp="1"/>
              </p:cNvSpPr>
              <p:nvPr/>
            </p:nvSpPr>
            <p:spPr>
              <a:xfrm>
                <a:off x="6504623" y="6990398"/>
                <a:ext cx="40005" cy="40005"/>
              </a:xfrm>
              <a:prstGeom prst="ellipse">
                <a:avLst/>
              </a:prstGeom>
              <a:solidFill>
                <a:srgbClr val="263238"/>
              </a:solidFill>
              <a:ln w="0">
                <a:noFill/>
                <a:prstDash val="solid"/>
              </a:ln>
            </p:spPr>
          </p:sp>
          <p:sp>
            <p:nvSpPr>
              <p:cNvPr id="592" name="four:topology-swaps:interval-D:590"/>
              <p:cNvSpPr>
                <a:spLocks noGrp="1"/>
              </p:cNvSpPr>
              <p:nvPr/>
            </p:nvSpPr>
            <p:spPr>
              <a:xfrm>
                <a:off x="6890385" y="6905625"/>
                <a:ext cx="182880" cy="209550"/>
              </a:xfrm>
              <a:prstGeom prst="rect">
                <a:avLst/>
              </a:prstGeom>
              <a:solidFill>
                <a:srgbClr val="009E73"/>
              </a:solidFill>
              <a:ln w="3909">
                <a:solidFill>
                  <a:srgbClr val="263238"/>
                </a:solidFill>
                <a:prstDash val="solid"/>
              </a:ln>
            </p:spPr>
          </p:sp>
          <p:sp>
            <p:nvSpPr>
              <p:cNvPr id="593" name="four:topology-swaps:regular-node:591"/>
              <p:cNvSpPr>
                <a:spLocks noGrp="1"/>
              </p:cNvSpPr>
              <p:nvPr/>
            </p:nvSpPr>
            <p:spPr>
              <a:xfrm>
                <a:off x="6961823" y="6990398"/>
                <a:ext cx="40005" cy="40005"/>
              </a:xfrm>
              <a:prstGeom prst="ellipse">
                <a:avLst/>
              </a:prstGeom>
              <a:solidFill>
                <a:srgbClr val="263238"/>
              </a:solidFill>
              <a:ln w="0">
                <a:noFill/>
                <a:prstDash val="solid"/>
              </a:ln>
            </p:spPr>
          </p:sp>
          <p:sp>
            <p:nvSpPr>
              <p:cNvPr id="594" name="four:topology-swaps:interval-B:592"/>
              <p:cNvSpPr>
                <a:spLocks noGrp="1"/>
              </p:cNvSpPr>
              <p:nvPr/>
            </p:nvSpPr>
            <p:spPr>
              <a:xfrm>
                <a:off x="7347585" y="6905625"/>
                <a:ext cx="182880" cy="209550"/>
              </a:xfrm>
              <a:prstGeom prst="rect">
                <a:avLst/>
              </a:prstGeom>
              <a:solidFill>
                <a:srgbClr val="CC79A7"/>
              </a:solidFill>
              <a:ln w="3909">
                <a:solidFill>
                  <a:srgbClr val="263238"/>
                </a:solidFill>
                <a:prstDash val="solid"/>
              </a:ln>
            </p:spPr>
          </p:sp>
          <p:sp>
            <p:nvSpPr>
              <p:cNvPr id="595" name="four:topology-swaps:regular-node:593"/>
              <p:cNvSpPr>
                <a:spLocks noGrp="1"/>
              </p:cNvSpPr>
              <p:nvPr/>
            </p:nvSpPr>
            <p:spPr>
              <a:xfrm>
                <a:off x="7419023" y="6990398"/>
                <a:ext cx="40005" cy="40005"/>
              </a:xfrm>
              <a:prstGeom prst="ellipse">
                <a:avLst/>
              </a:prstGeom>
              <a:solidFill>
                <a:srgbClr val="263238"/>
              </a:solidFill>
              <a:ln w="0">
                <a:noFill/>
                <a:prstDash val="solid"/>
              </a:ln>
            </p:spPr>
          </p:sp>
          <p:sp>
            <p:nvSpPr>
              <p:cNvPr id="596" name="four:topology-swaps:line:594"/>
              <p:cNvSpPr>
                <a:spLocks noGrp="1"/>
              </p:cNvSpPr>
              <p:nvPr/>
            </p:nvSpPr>
            <p:spPr>
              <a:xfrm>
                <a:off x="6570345" y="6696075"/>
                <a:ext cx="953" cy="171450"/>
              </a:xfrm>
              <a:custGeom>
                <a:avLst/>
                <a:gdLst/>
                <a:ahLst/>
                <a:cxnLst/>
                <a:pathLst>
                  <a:path w="953" h="171450">
                    <a:moveTo>
                      <a:pt x="0" y="0"/>
                    </a:moveTo>
                    <a:lnTo>
                      <a:pt x="0" y="171450"/>
                    </a:lnTo>
                  </a:path>
                </a:pathLst>
              </a:custGeom>
              <a:noFill/>
              <a:ln w="4886">
                <a:solidFill>
                  <a:srgbClr val="CC79A7">
                    <a:alpha val="85000"/>
                  </a:srgbClr>
                </a:solidFill>
                <a:prstDash val="dash"/>
              </a:ln>
            </p:spPr>
          </p:sp>
          <p:sp>
            <p:nvSpPr>
              <p:cNvPr id="597" name="four:topology-swaps:line:595"/>
              <p:cNvSpPr>
                <a:spLocks noGrp="1"/>
              </p:cNvSpPr>
              <p:nvPr/>
            </p:nvSpPr>
            <p:spPr>
              <a:xfrm>
                <a:off x="6570345" y="7153275"/>
                <a:ext cx="953" cy="266700"/>
              </a:xfrm>
              <a:custGeom>
                <a:avLst/>
                <a:gdLst/>
                <a:ahLst/>
                <a:cxnLst/>
                <a:pathLst>
                  <a:path w="953" h="266700">
                    <a:moveTo>
                      <a:pt x="0" y="0"/>
                    </a:moveTo>
                    <a:lnTo>
                      <a:pt x="0" y="266700"/>
                    </a:lnTo>
                  </a:path>
                </a:pathLst>
              </a:custGeom>
              <a:noFill/>
              <a:ln w="4886">
                <a:solidFill>
                  <a:srgbClr val="CC79A7">
                    <a:alpha val="85000"/>
                  </a:srgbClr>
                </a:solidFill>
                <a:prstDash val="dash"/>
              </a:ln>
            </p:spPr>
          </p:sp>
          <p:sp>
            <p:nvSpPr>
              <p:cNvPr id="598" name="four:topology-swaps:line:596"/>
              <p:cNvSpPr>
                <a:spLocks noGrp="1"/>
              </p:cNvSpPr>
              <p:nvPr/>
            </p:nvSpPr>
            <p:spPr>
              <a:xfrm>
                <a:off x="7439025" y="7124700"/>
                <a:ext cx="953" cy="295275"/>
              </a:xfrm>
              <a:custGeom>
                <a:avLst/>
                <a:gdLst/>
                <a:ahLst/>
                <a:cxnLst/>
                <a:pathLst>
                  <a:path w="953" h="295275">
                    <a:moveTo>
                      <a:pt x="0" y="0"/>
                    </a:moveTo>
                    <a:lnTo>
                      <a:pt x="0" y="295275"/>
                    </a:lnTo>
                  </a:path>
                </a:pathLst>
              </a:custGeom>
              <a:noFill/>
              <a:ln w="4886">
                <a:solidFill>
                  <a:srgbClr val="CC79A7"/>
                </a:solidFill>
                <a:prstDash val="solid"/>
              </a:ln>
            </p:spPr>
          </p:sp>
          <p:sp>
            <p:nvSpPr>
              <p:cNvPr id="599" name="four:topology-swaps:line:597"/>
              <p:cNvSpPr>
                <a:spLocks noGrp="1"/>
              </p:cNvSpPr>
              <p:nvPr/>
            </p:nvSpPr>
            <p:spPr>
              <a:xfrm>
                <a:off x="6570345" y="7419975"/>
                <a:ext cx="868680" cy="953"/>
              </a:xfrm>
              <a:custGeom>
                <a:avLst/>
                <a:gdLst/>
                <a:ahLst/>
                <a:cxnLst/>
                <a:pathLst>
                  <a:path w="868680" h="953">
                    <a:moveTo>
                      <a:pt x="0" y="0"/>
                    </a:moveTo>
                    <a:lnTo>
                      <a:pt x="868680" y="0"/>
                    </a:lnTo>
                  </a:path>
                </a:pathLst>
              </a:custGeom>
              <a:noFill/>
              <a:ln w="8795">
                <a:solidFill>
                  <a:srgbClr val="CC79A7"/>
                </a:solidFill>
                <a:prstDash val="solid"/>
              </a:ln>
            </p:spPr>
          </p:sp>
          <p:sp>
            <p:nvSpPr>
              <p:cNvPr id="600" name="four:topology-swaps:polygon:598"/>
              <p:cNvSpPr>
                <a:spLocks noGrp="1"/>
              </p:cNvSpPr>
              <p:nvPr/>
            </p:nvSpPr>
            <p:spPr>
              <a:xfrm>
                <a:off x="7381875" y="7395401"/>
                <a:ext cx="57150" cy="49149"/>
              </a:xfrm>
              <a:custGeom>
                <a:avLst/>
                <a:gdLst/>
                <a:ahLst/>
                <a:cxnLst/>
                <a:pathLst>
                  <a:path w="57150" h="49149">
                    <a:moveTo>
                      <a:pt x="57150" y="24574"/>
                    </a:moveTo>
                    <a:lnTo>
                      <a:pt x="0" y="0"/>
                    </a:lnTo>
                    <a:lnTo>
                      <a:pt x="0" y="49149"/>
                    </a:lnTo>
                    <a:close/>
                  </a:path>
                </a:pathLst>
              </a:custGeom>
              <a:solidFill>
                <a:srgbClr val="CC79A7"/>
              </a:solidFill>
              <a:ln w="0">
                <a:noFill/>
                <a:prstDash val="solid"/>
              </a:ln>
            </p:spPr>
          </p:sp>
          <p:sp>
            <p:nvSpPr>
              <p:cNvPr id="601" name="four:topology-swaps:polygon:599"/>
              <p:cNvSpPr>
                <a:spLocks noGrp="1"/>
              </p:cNvSpPr>
              <p:nvPr/>
            </p:nvSpPr>
            <p:spPr>
              <a:xfrm>
                <a:off x="6570345" y="7395401"/>
                <a:ext cx="57150" cy="49149"/>
              </a:xfrm>
              <a:custGeom>
                <a:avLst/>
                <a:gdLst/>
                <a:ahLst/>
                <a:cxnLst/>
                <a:pathLst>
                  <a:path w="57150" h="49149">
                    <a:moveTo>
                      <a:pt x="0" y="24574"/>
                    </a:moveTo>
                    <a:lnTo>
                      <a:pt x="57150" y="49149"/>
                    </a:lnTo>
                    <a:lnTo>
                      <a:pt x="57150" y="0"/>
                    </a:lnTo>
                    <a:close/>
                  </a:path>
                </a:pathLst>
              </a:custGeom>
              <a:solidFill>
                <a:srgbClr val="CC79A7"/>
              </a:solidFill>
              <a:ln w="0">
                <a:noFill/>
                <a:prstDash val="solid"/>
              </a:ln>
            </p:spPr>
          </p:sp>
          <p:sp>
            <p:nvSpPr>
              <p:cNvPr id="602" name="four:topology-swaps:textbox:600"/>
              <p:cNvSpPr>
                <a:spLocks noGrp="1"/>
              </p:cNvSpPr>
              <p:nvPr/>
            </p:nvSpPr>
            <p:spPr>
              <a:xfrm>
                <a:off x="6576060" y="7086600"/>
                <a:ext cx="857250" cy="342900"/>
              </a:xfrm>
              <a:prstGeom prst="rect">
                <a:avLst/>
              </a:prstGeom>
              <a:noFill/>
              <a:ln w="0">
                <a:noFill/>
                <a:prstDash val="solid"/>
              </a:ln>
            </p:spPr>
            <p:txBody>
              <a:bodyPr wrap="none" lIns="0" tIns="0" rIns="0" bIns="0" anchor="ctr">
                <a:normAutofit/>
              </a:bodyPr>
              <a:lstStyle>
                <a:defPPr algn="ctr">
                  <a:defRPr sz="923" b="0">
                    <a:solidFill>
                      <a:srgbClr val="CC79A7"/>
                    </a:solidFill>
                    <a:latin typeface="Arial" panose="020B0604020202090204"/>
                    <a:ea typeface="Arial" panose="020B0604020202090204"/>
                    <a:cs typeface="Arial" panose="020B0604020202090204"/>
                  </a:defRPr>
                </a:defPPr>
              </a:lstStyle>
              <a:p>
                <a:pPr algn="ctr">
                  <a:defRPr sz="923" b="0">
                    <a:solidFill>
                      <a:srgbClr val="CC79A7"/>
                    </a:solidFill>
                    <a:latin typeface="Arial" panose="020B0604020202090204"/>
                    <a:ea typeface="Arial" panose="020B0604020202090204"/>
                    <a:cs typeface="Arial" panose="020B0604020202090204"/>
                  </a:defRPr>
                </a:pPr>
                <a:r>
                  <a:rPr sz="923" b="0">
                    <a:solidFill>
                      <a:srgbClr val="CC79A7"/>
                    </a:solidFill>
                    <a:latin typeface="Arial" panose="020B0604020202090204"/>
                    <a:ea typeface="Arial" panose="020B0604020202090204"/>
                    <a:cs typeface="Arial" panose="020B0604020202090204"/>
                  </a:rPr>
                  <a:t>τ</a:t>
                </a:r>
                <a:r>
                  <a:rPr sz="664" b="0" baseline="32000">
                    <a:solidFill>
                      <a:srgbClr val="CC79A7"/>
                    </a:solidFill>
                    <a:latin typeface="Arial" panose="020B0604020202090204"/>
                    <a:ea typeface="Arial" panose="020B0604020202090204"/>
                    <a:cs typeface="Arial" panose="020B0604020202090204"/>
                  </a:rPr>
                  <a:t>*</a:t>
                </a:r>
                <a:endParaRPr sz="664" b="0" baseline="32000">
                  <a:solidFill>
                    <a:srgbClr val="CC79A7"/>
                  </a:solidFill>
                  <a:latin typeface="Arial" panose="020B0604020202090204"/>
                  <a:ea typeface="Arial" panose="020B0604020202090204"/>
                  <a:cs typeface="Arial" panose="020B0604020202090204"/>
                </a:endParaRPr>
              </a:p>
            </p:txBody>
          </p:sp>
        </p:grpSp>
        <p:grpSp>
          <p:nvGrpSpPr>
            <p:cNvPr id="603" name="空间投影：2D与3D（可编辑）"/>
            <p:cNvGrpSpPr/>
            <p:nvPr/>
          </p:nvGrpSpPr>
          <p:grpSpPr>
            <a:xfrm>
              <a:off x="0" y="0"/>
              <a:ext cx="24955500" cy="8572500"/>
              <a:chOff x="0" y="0"/>
              <a:chExt cx="24955500" cy="8572500"/>
            </a:xfrm>
          </p:grpSpPr>
          <p:sp>
            <p:nvSpPr>
              <p:cNvPr id="604" name="addition:spatial:3257"/>
              <p:cNvSpPr>
                <a:spLocks noGrp="1"/>
              </p:cNvSpPr>
              <p:nvPr/>
            </p:nvSpPr>
            <p:spPr>
              <a:xfrm>
                <a:off x="3374136" y="1006983"/>
                <a:ext cx="3931920" cy="320040"/>
              </a:xfrm>
              <a:prstGeom prst="rect">
                <a:avLst/>
              </a:prstGeom>
              <a:noFill/>
            </p:spPr>
            <p:txBody>
              <a:bodyPr wrap="none" lIns="0" tIns="0" rIns="0" bIns="0">
                <a:spAutoFit/>
              </a:bodyPr>
              <a:lstStyle/>
              <a:p>
                <a:r>
                  <a:rPr sz="821" b="1">
                    <a:solidFill>
                      <a:srgbClr val="263238"/>
                    </a:solidFill>
                    <a:latin typeface="Arial" panose="020B0604020202090204"/>
                    <a:ea typeface="Arial" panose="020B0604020202090204"/>
                    <a:cs typeface="Arial" panose="020B0604020202090204"/>
                  </a:rPr>
                  <a:t>Spatial projection</a:t>
                </a:r>
                <a:endParaRPr sz="821" b="1">
                  <a:solidFill>
                    <a:srgbClr val="263238"/>
                  </a:solidFill>
                  <a:latin typeface="Arial" panose="020B0604020202090204"/>
                  <a:ea typeface="Arial" panose="020B0604020202090204"/>
                  <a:cs typeface="Arial" panose="020B0604020202090204"/>
                </a:endParaRPr>
              </a:p>
            </p:txBody>
          </p:sp>
          <p:sp>
            <p:nvSpPr>
              <p:cNvPr id="605" name="addition:spatial:3258"/>
              <p:cNvSpPr>
                <a:spLocks noGrp="1"/>
              </p:cNvSpPr>
              <p:nvPr/>
            </p:nvSpPr>
            <p:spPr>
              <a:xfrm>
                <a:off x="3566160" y="1327023"/>
                <a:ext cx="1664208" cy="228600"/>
              </a:xfrm>
              <a:prstGeom prst="rect">
                <a:avLst/>
              </a:prstGeom>
              <a:noFill/>
            </p:spPr>
            <p:txBody>
              <a:bodyPr wrap="none" lIns="0" tIns="0" rIns="0" bIns="0">
                <a:spAutoFit/>
              </a:bodyPr>
              <a:lstStyle/>
              <a:p>
                <a:pPr algn="ctr">
                  <a:buNone/>
                </a:pPr>
                <a:r>
                  <a:rPr sz="605" b="1">
                    <a:solidFill>
                      <a:srgbClr val="263238"/>
                    </a:solidFill>
                    <a:latin typeface="Arial" panose="020B0604020202090204"/>
                    <a:ea typeface="Arial" panose="020B0604020202090204"/>
                    <a:cs typeface="Arial" panose="020B0604020202090204"/>
                  </a:rPr>
                  <a:t>2D projection</a:t>
                </a:r>
                <a:endParaRPr sz="605" b="1">
                  <a:solidFill>
                    <a:srgbClr val="263238"/>
                  </a:solidFill>
                  <a:latin typeface="Arial" panose="020B0604020202090204"/>
                  <a:ea typeface="Arial" panose="020B0604020202090204"/>
                  <a:cs typeface="Arial" panose="020B0604020202090204"/>
                </a:endParaRPr>
              </a:p>
            </p:txBody>
          </p:sp>
          <p:sp>
            <p:nvSpPr>
              <p:cNvPr id="606" name="addition:spatial:3259"/>
              <p:cNvSpPr>
                <a:spLocks noGrp="1"/>
              </p:cNvSpPr>
              <p:nvPr/>
            </p:nvSpPr>
            <p:spPr>
              <a:xfrm>
                <a:off x="5833872" y="1327023"/>
                <a:ext cx="1664208" cy="228600"/>
              </a:xfrm>
              <a:prstGeom prst="rect">
                <a:avLst/>
              </a:prstGeom>
              <a:noFill/>
            </p:spPr>
            <p:txBody>
              <a:bodyPr wrap="none" lIns="0" tIns="0" rIns="0" bIns="0">
                <a:spAutoFit/>
              </a:bodyPr>
              <a:lstStyle/>
              <a:p>
                <a:pPr algn="ctr">
                  <a:buNone/>
                </a:pPr>
                <a:r>
                  <a:rPr sz="605" b="1">
                    <a:solidFill>
                      <a:srgbClr val="263238"/>
                    </a:solidFill>
                    <a:latin typeface="Arial" panose="020B0604020202090204"/>
                    <a:ea typeface="Arial" panose="020B0604020202090204"/>
                    <a:cs typeface="Arial" panose="020B0604020202090204"/>
                  </a:rPr>
                  <a:t>3D projection</a:t>
                </a:r>
                <a:endParaRPr sz="605" b="1">
                  <a:solidFill>
                    <a:srgbClr val="263238"/>
                  </a:solidFill>
                  <a:latin typeface="Arial" panose="020B0604020202090204"/>
                  <a:ea typeface="Arial" panose="020B0604020202090204"/>
                  <a:cs typeface="Arial" panose="020B0604020202090204"/>
                </a:endParaRPr>
              </a:p>
            </p:txBody>
          </p:sp>
          <p:sp>
            <p:nvSpPr>
              <p:cNvPr id="607" name="addition:spatial:3260"/>
              <p:cNvSpPr>
                <a:spLocks noGrp="1"/>
              </p:cNvSpPr>
              <p:nvPr/>
            </p:nvSpPr>
            <p:spPr>
              <a:xfrm>
                <a:off x="5550408" y="1345311"/>
                <a:ext cx="0" cy="2798064"/>
              </a:xfrm>
              <a:prstGeom prst="line">
                <a:avLst/>
              </a:prstGeom>
              <a:ln w="6841">
                <a:solidFill>
                  <a:srgbClr val="87BBD6"/>
                </a:solidFill>
                <a:prstDash val="dash"/>
              </a:ln>
            </p:spPr>
          </p:sp>
          <p:sp>
            <p:nvSpPr>
              <p:cNvPr id="608" name="addition:spatial:3572"/>
              <p:cNvSpPr>
                <a:spLocks noGrp="1"/>
              </p:cNvSpPr>
              <p:nvPr/>
            </p:nvSpPr>
            <p:spPr>
              <a:xfrm>
                <a:off x="5715000" y="3878199"/>
                <a:ext cx="1783079" cy="0"/>
              </a:xfrm>
              <a:prstGeom prst="line">
                <a:avLst/>
              </a:prstGeom>
              <a:ln w="7361">
                <a:solidFill>
                  <a:srgbClr val="263238"/>
                </a:solidFill>
              </a:ln>
            </p:spPr>
          </p:sp>
          <p:sp>
            <p:nvSpPr>
              <p:cNvPr id="609" name="addition:spatial:3573"/>
              <p:cNvSpPr>
                <a:spLocks noGrp="1"/>
              </p:cNvSpPr>
              <p:nvPr/>
            </p:nvSpPr>
            <p:spPr>
              <a:xfrm flipH="1" flipV="1">
                <a:off x="7415783" y="3837051"/>
                <a:ext cx="82296" cy="41148"/>
              </a:xfrm>
              <a:prstGeom prst="line">
                <a:avLst/>
              </a:prstGeom>
              <a:ln w="5733">
                <a:solidFill>
                  <a:srgbClr val="263238"/>
                </a:solidFill>
              </a:ln>
            </p:spPr>
          </p:sp>
          <p:sp>
            <p:nvSpPr>
              <p:cNvPr id="610" name="addition:spatial:3574"/>
              <p:cNvSpPr>
                <a:spLocks noGrp="1"/>
              </p:cNvSpPr>
              <p:nvPr/>
            </p:nvSpPr>
            <p:spPr>
              <a:xfrm flipH="1">
                <a:off x="7415783" y="3878199"/>
                <a:ext cx="82296" cy="41148"/>
              </a:xfrm>
              <a:prstGeom prst="line">
                <a:avLst/>
              </a:prstGeom>
              <a:ln w="5733">
                <a:solidFill>
                  <a:srgbClr val="263238"/>
                </a:solidFill>
              </a:ln>
            </p:spPr>
          </p:sp>
          <p:sp>
            <p:nvSpPr>
              <p:cNvPr id="611" name="addition:spatial:3575"/>
              <p:cNvSpPr>
                <a:spLocks noGrp="1"/>
              </p:cNvSpPr>
              <p:nvPr/>
            </p:nvSpPr>
            <p:spPr>
              <a:xfrm>
                <a:off x="5833872" y="3731895"/>
                <a:ext cx="274320" cy="274320"/>
              </a:xfrm>
              <a:prstGeom prst="rect">
                <a:avLst/>
              </a:prstGeom>
              <a:solidFill>
                <a:srgbClr val="0977B4"/>
              </a:solidFill>
              <a:ln w="4430">
                <a:solidFill>
                  <a:srgbClr val="263238"/>
                </a:solidFill>
              </a:ln>
            </p:spPr>
            <p:txBody>
              <a:bodyPr anchor="ctr"/>
              <a:lstStyle/>
              <a:p>
                <a:pPr algn="ctr">
                  <a:buNone/>
                </a:pPr>
              </a:p>
            </p:txBody>
          </p:sp>
          <p:sp>
            <p:nvSpPr>
              <p:cNvPr id="612" name="addition:spatial:3576"/>
              <p:cNvSpPr>
                <a:spLocks noGrp="1"/>
              </p:cNvSpPr>
              <p:nvPr/>
            </p:nvSpPr>
            <p:spPr>
              <a:xfrm>
                <a:off x="5950915" y="3848938"/>
                <a:ext cx="40233" cy="40233"/>
              </a:xfrm>
              <a:prstGeom prst="ellipse">
                <a:avLst/>
              </a:prstGeom>
              <a:solidFill>
                <a:srgbClr val="263238"/>
              </a:solidFill>
              <a:ln>
                <a:noFill/>
              </a:ln>
            </p:spPr>
            <p:txBody>
              <a:bodyPr anchor="ctr"/>
              <a:lstStyle/>
              <a:p>
                <a:pPr algn="ctr">
                  <a:buNone/>
                </a:pPr>
              </a:p>
            </p:txBody>
          </p:sp>
          <p:sp>
            <p:nvSpPr>
              <p:cNvPr id="613" name="addition:spatial:3577"/>
              <p:cNvSpPr>
                <a:spLocks noGrp="1"/>
              </p:cNvSpPr>
              <p:nvPr/>
            </p:nvSpPr>
            <p:spPr>
              <a:xfrm>
                <a:off x="6245352" y="3731895"/>
                <a:ext cx="274320" cy="274320"/>
              </a:xfrm>
              <a:prstGeom prst="rect">
                <a:avLst/>
              </a:prstGeom>
              <a:solidFill>
                <a:srgbClr val="EEBF99"/>
              </a:solidFill>
              <a:ln w="4430">
                <a:solidFill>
                  <a:srgbClr val="263238"/>
                </a:solidFill>
              </a:ln>
            </p:spPr>
            <p:txBody>
              <a:bodyPr anchor="ctr"/>
              <a:lstStyle/>
              <a:p>
                <a:pPr algn="ctr">
                  <a:buNone/>
                </a:pPr>
              </a:p>
            </p:txBody>
          </p:sp>
          <p:sp>
            <p:nvSpPr>
              <p:cNvPr id="614" name="addition:spatial:3578"/>
              <p:cNvSpPr>
                <a:spLocks noGrp="1"/>
              </p:cNvSpPr>
              <p:nvPr/>
            </p:nvSpPr>
            <p:spPr>
              <a:xfrm>
                <a:off x="6362395" y="3848938"/>
                <a:ext cx="40233" cy="40233"/>
              </a:xfrm>
              <a:prstGeom prst="ellipse">
                <a:avLst/>
              </a:prstGeom>
              <a:solidFill>
                <a:srgbClr val="263238"/>
              </a:solidFill>
              <a:ln>
                <a:noFill/>
              </a:ln>
            </p:spPr>
            <p:txBody>
              <a:bodyPr anchor="ctr"/>
              <a:lstStyle/>
              <a:p>
                <a:pPr algn="ctr">
                  <a:buNone/>
                </a:pPr>
              </a:p>
            </p:txBody>
          </p:sp>
          <p:sp>
            <p:nvSpPr>
              <p:cNvPr id="615" name="addition:spatial:3579"/>
              <p:cNvSpPr>
                <a:spLocks noGrp="1"/>
              </p:cNvSpPr>
              <p:nvPr/>
            </p:nvSpPr>
            <p:spPr>
              <a:xfrm>
                <a:off x="6656832" y="3731895"/>
                <a:ext cx="274320" cy="274320"/>
              </a:xfrm>
              <a:prstGeom prst="rect">
                <a:avLst/>
              </a:prstGeom>
              <a:solidFill>
                <a:srgbClr val="9EDAC9"/>
              </a:solidFill>
              <a:ln w="4430">
                <a:solidFill>
                  <a:srgbClr val="263238"/>
                </a:solidFill>
              </a:ln>
            </p:spPr>
            <p:txBody>
              <a:bodyPr anchor="ctr"/>
              <a:lstStyle/>
              <a:p>
                <a:pPr algn="ctr">
                  <a:buNone/>
                </a:pPr>
              </a:p>
            </p:txBody>
          </p:sp>
          <p:sp>
            <p:nvSpPr>
              <p:cNvPr id="616" name="addition:spatial:3580"/>
              <p:cNvSpPr>
                <a:spLocks noGrp="1"/>
              </p:cNvSpPr>
              <p:nvPr/>
            </p:nvSpPr>
            <p:spPr>
              <a:xfrm>
                <a:off x="6773875" y="3848938"/>
                <a:ext cx="40233" cy="40233"/>
              </a:xfrm>
              <a:prstGeom prst="ellipse">
                <a:avLst/>
              </a:prstGeom>
              <a:solidFill>
                <a:srgbClr val="263238"/>
              </a:solidFill>
              <a:ln>
                <a:noFill/>
              </a:ln>
            </p:spPr>
            <p:txBody>
              <a:bodyPr anchor="ctr"/>
              <a:lstStyle/>
              <a:p>
                <a:pPr algn="ctr">
                  <a:buNone/>
                </a:pPr>
              </a:p>
            </p:txBody>
          </p:sp>
          <p:sp>
            <p:nvSpPr>
              <p:cNvPr id="617" name="addition:spatial:3581"/>
              <p:cNvSpPr>
                <a:spLocks noGrp="1"/>
              </p:cNvSpPr>
              <p:nvPr/>
            </p:nvSpPr>
            <p:spPr>
              <a:xfrm>
                <a:off x="7068312" y="3731895"/>
                <a:ext cx="274320" cy="274320"/>
              </a:xfrm>
              <a:prstGeom prst="rect">
                <a:avLst/>
              </a:prstGeom>
              <a:solidFill>
                <a:srgbClr val="CD7EAA"/>
              </a:solidFill>
              <a:ln w="4430">
                <a:solidFill>
                  <a:srgbClr val="263238"/>
                </a:solidFill>
              </a:ln>
            </p:spPr>
            <p:txBody>
              <a:bodyPr anchor="ctr"/>
              <a:lstStyle/>
              <a:p>
                <a:pPr algn="ctr">
                  <a:buNone/>
                </a:pPr>
              </a:p>
            </p:txBody>
          </p:sp>
          <p:sp>
            <p:nvSpPr>
              <p:cNvPr id="618" name="addition:spatial:3582"/>
              <p:cNvSpPr>
                <a:spLocks noGrp="1"/>
              </p:cNvSpPr>
              <p:nvPr/>
            </p:nvSpPr>
            <p:spPr>
              <a:xfrm>
                <a:off x="7185355" y="3848938"/>
                <a:ext cx="40233" cy="40233"/>
              </a:xfrm>
              <a:prstGeom prst="ellipse">
                <a:avLst/>
              </a:prstGeom>
              <a:solidFill>
                <a:srgbClr val="263238"/>
              </a:solidFill>
              <a:ln>
                <a:noFill/>
              </a:ln>
            </p:spPr>
            <p:txBody>
              <a:bodyPr anchor="ctr"/>
              <a:lstStyle/>
              <a:p>
                <a:pPr algn="ctr">
                  <a:buNone/>
                </a:pPr>
              </a:p>
            </p:txBody>
          </p:sp>
          <p:sp>
            <p:nvSpPr>
              <p:cNvPr id="619" name="addition:spatial:3583"/>
              <p:cNvSpPr>
                <a:spLocks noGrp="1"/>
              </p:cNvSpPr>
              <p:nvPr/>
            </p:nvSpPr>
            <p:spPr>
              <a:xfrm>
                <a:off x="7488936" y="3759327"/>
                <a:ext cx="182880" cy="310896"/>
              </a:xfrm>
              <a:prstGeom prst="rect">
                <a:avLst/>
              </a:prstGeom>
              <a:noFill/>
            </p:spPr>
            <p:txBody>
              <a:bodyPr wrap="none" lIns="0" tIns="0" rIns="0" bIns="0">
                <a:spAutoFit/>
              </a:bodyPr>
              <a:lstStyle/>
              <a:p>
                <a:r>
                  <a:rPr sz="769" b="0">
                    <a:solidFill>
                      <a:srgbClr val="263238"/>
                    </a:solidFill>
                    <a:latin typeface="Arial" panose="020B0604020202090204"/>
                    <a:ea typeface="Arial" panose="020B0604020202090204"/>
                    <a:cs typeface="Arial" panose="020B0604020202090204"/>
                  </a:rPr>
                  <a:t>d</a:t>
                </a:r>
                <a:endParaRPr sz="769" b="0">
                  <a:solidFill>
                    <a:srgbClr val="263238"/>
                  </a:solidFill>
                  <a:latin typeface="Arial" panose="020B0604020202090204"/>
                  <a:ea typeface="Arial" panose="020B0604020202090204"/>
                  <a:cs typeface="Arial" panose="020B0604020202090204"/>
                </a:endParaRPr>
              </a:p>
            </p:txBody>
          </p:sp>
          <p:sp>
            <p:nvSpPr>
              <p:cNvPr id="620" name="addition:spatial:2"/>
              <p:cNvSpPr>
                <a:spLocks noGrp="1"/>
              </p:cNvSpPr>
              <p:nvPr/>
            </p:nvSpPr>
            <p:spPr>
              <a:xfrm>
                <a:off x="5648325" y="1666875"/>
                <a:ext cx="1922526" cy="1525859"/>
              </a:xfrm>
              <a:custGeom>
                <a:avLst/>
                <a:gdLst/>
                <a:ahLst/>
                <a:cxnLst/>
                <a:rect l="l" t="t" r="r" b="b"/>
                <a:pathLst>
                  <a:path w="1450" h="902">
                    <a:moveTo>
                      <a:pt x="0" y="0"/>
                    </a:moveTo>
                    <a:moveTo>
                      <a:pt x="109" y="817"/>
                    </a:moveTo>
                    <a:lnTo>
                      <a:pt x="969" y="902"/>
                    </a:lnTo>
                    <a:lnTo>
                      <a:pt x="1450" y="513"/>
                    </a:lnTo>
                    <a:lnTo>
                      <a:pt x="645" y="542"/>
                    </a:lnTo>
                    <a:close/>
                  </a:path>
                </a:pathLst>
              </a:custGeom>
              <a:solidFill>
                <a:srgbClr val="D3EAFC">
                  <a:alpha val="19000"/>
                </a:srgbClr>
              </a:solidFill>
              <a:ln>
                <a:noFill/>
              </a:ln>
            </p:spPr>
            <p:txBody>
              <a:bodyPr anchor="ctr"/>
              <a:lstStyle/>
              <a:p>
                <a:pPr algn="ctr">
                  <a:buNone/>
                </a:pPr>
              </a:p>
            </p:txBody>
          </p:sp>
          <p:sp>
            <p:nvSpPr>
              <p:cNvPr id="621" name="addition:spatial:3"/>
              <p:cNvSpPr>
                <a:spLocks noGrp="1"/>
              </p:cNvSpPr>
              <p:nvPr/>
            </p:nvSpPr>
            <p:spPr>
              <a:xfrm>
                <a:off x="5648325" y="1666875"/>
                <a:ext cx="1922526" cy="544708"/>
              </a:xfrm>
              <a:custGeom>
                <a:avLst/>
                <a:gdLst/>
                <a:ahLst/>
                <a:cxnLst/>
                <a:rect l="l" t="t" r="r" b="b"/>
                <a:pathLst>
                  <a:path w="1450" h="322">
                    <a:moveTo>
                      <a:pt x="0" y="0"/>
                    </a:moveTo>
                    <a:moveTo>
                      <a:pt x="109" y="322"/>
                    </a:moveTo>
                    <a:lnTo>
                      <a:pt x="967" y="322"/>
                    </a:lnTo>
                    <a:lnTo>
                      <a:pt x="1450" y="47"/>
                    </a:lnTo>
                    <a:lnTo>
                      <a:pt x="645" y="47"/>
                    </a:lnTo>
                    <a:close/>
                  </a:path>
                </a:pathLst>
              </a:custGeom>
              <a:solidFill>
                <a:srgbClr val="D7ECFD">
                  <a:alpha val="15000"/>
                </a:srgbClr>
              </a:solidFill>
              <a:ln>
                <a:noFill/>
              </a:ln>
            </p:spPr>
            <p:txBody>
              <a:bodyPr anchor="ctr"/>
              <a:lstStyle/>
              <a:p>
                <a:pPr algn="ctr">
                  <a:buNone/>
                </a:pPr>
              </a:p>
            </p:txBody>
          </p:sp>
          <p:sp>
            <p:nvSpPr>
              <p:cNvPr id="622" name="addition:spatial:4"/>
              <p:cNvSpPr>
                <a:spLocks noGrp="1"/>
              </p:cNvSpPr>
              <p:nvPr/>
            </p:nvSpPr>
            <p:spPr>
              <a:xfrm>
                <a:off x="5648325" y="1666875"/>
                <a:ext cx="1922526" cy="1529243"/>
              </a:xfrm>
              <a:custGeom>
                <a:avLst/>
                <a:gdLst/>
                <a:ahLst/>
                <a:cxnLst/>
                <a:rect l="l" t="t" r="r" b="b"/>
                <a:pathLst>
                  <a:path w="1450" h="904">
                    <a:moveTo>
                      <a:pt x="0" y="0"/>
                    </a:moveTo>
                    <a:moveTo>
                      <a:pt x="968" y="323"/>
                    </a:moveTo>
                    <a:lnTo>
                      <a:pt x="1450" y="47"/>
                    </a:lnTo>
                    <a:lnTo>
                      <a:pt x="1450" y="512"/>
                    </a:lnTo>
                    <a:lnTo>
                      <a:pt x="968" y="904"/>
                    </a:lnTo>
                    <a:close/>
                  </a:path>
                </a:pathLst>
              </a:custGeom>
              <a:solidFill>
                <a:srgbClr val="DDEEFF">
                  <a:alpha val="20000"/>
                </a:srgbClr>
              </a:solidFill>
              <a:ln>
                <a:noFill/>
              </a:ln>
            </p:spPr>
            <p:txBody>
              <a:bodyPr anchor="ctr"/>
              <a:lstStyle/>
              <a:p>
                <a:pPr algn="ctr">
                  <a:buNone/>
                </a:pPr>
              </a:p>
            </p:txBody>
          </p:sp>
          <p:sp>
            <p:nvSpPr>
              <p:cNvPr id="623" name="addition:spatial:5"/>
              <p:cNvSpPr>
                <a:spLocks noGrp="1"/>
              </p:cNvSpPr>
              <p:nvPr/>
            </p:nvSpPr>
            <p:spPr>
              <a:xfrm>
                <a:off x="5648325" y="1666875"/>
                <a:ext cx="885688" cy="796762"/>
              </a:xfrm>
              <a:custGeom>
                <a:avLst/>
                <a:gdLst/>
                <a:ahLst/>
                <a:cxnLst/>
                <a:rect l="l" t="t" r="r" b="b"/>
                <a:pathLst>
                  <a:path w="668" h="471">
                    <a:moveTo>
                      <a:pt x="0" y="0"/>
                    </a:moveTo>
                    <a:moveTo>
                      <a:pt x="665" y="378"/>
                    </a:moveTo>
                    <a:lnTo>
                      <a:pt x="660" y="385"/>
                    </a:lnTo>
                    <a:lnTo>
                      <a:pt x="658" y="392"/>
                    </a:lnTo>
                    <a:lnTo>
                      <a:pt x="663" y="400"/>
                    </a:lnTo>
                    <a:lnTo>
                      <a:pt x="668" y="409"/>
                    </a:lnTo>
                    <a:lnTo>
                      <a:pt x="667" y="418"/>
                    </a:lnTo>
                    <a:lnTo>
                      <a:pt x="656" y="423"/>
                    </a:lnTo>
                    <a:lnTo>
                      <a:pt x="639" y="424"/>
                    </a:lnTo>
                    <a:lnTo>
                      <a:pt x="624" y="425"/>
                    </a:lnTo>
                    <a:lnTo>
                      <a:pt x="615" y="428"/>
                    </a:lnTo>
                    <a:lnTo>
                      <a:pt x="610" y="434"/>
                    </a:lnTo>
                    <a:lnTo>
                      <a:pt x="604" y="441"/>
                    </a:lnTo>
                    <a:lnTo>
                      <a:pt x="596" y="447"/>
                    </a:lnTo>
                    <a:lnTo>
                      <a:pt x="587" y="453"/>
                    </a:lnTo>
                    <a:lnTo>
                      <a:pt x="578" y="460"/>
                    </a:lnTo>
                    <a:lnTo>
                      <a:pt x="567" y="467"/>
                    </a:lnTo>
                    <a:lnTo>
                      <a:pt x="555" y="471"/>
                    </a:lnTo>
                    <a:lnTo>
                      <a:pt x="541" y="469"/>
                    </a:lnTo>
                    <a:lnTo>
                      <a:pt x="528" y="460"/>
                    </a:lnTo>
                    <a:lnTo>
                      <a:pt x="518" y="452"/>
                    </a:lnTo>
                    <a:lnTo>
                      <a:pt x="508" y="449"/>
                    </a:lnTo>
                    <a:lnTo>
                      <a:pt x="496" y="451"/>
                    </a:lnTo>
                    <a:lnTo>
                      <a:pt x="484" y="453"/>
                    </a:lnTo>
                    <a:lnTo>
                      <a:pt x="474" y="450"/>
                    </a:lnTo>
                    <a:lnTo>
                      <a:pt x="468" y="443"/>
                    </a:lnTo>
                    <a:lnTo>
                      <a:pt x="464" y="436"/>
                    </a:lnTo>
                    <a:lnTo>
                      <a:pt x="458" y="431"/>
                    </a:lnTo>
                    <a:lnTo>
                      <a:pt x="448" y="429"/>
                    </a:lnTo>
                    <a:lnTo>
                      <a:pt x="436" y="427"/>
                    </a:lnTo>
                    <a:lnTo>
                      <a:pt x="427" y="423"/>
                    </a:lnTo>
                    <a:lnTo>
                      <a:pt x="423" y="416"/>
                    </a:lnTo>
                    <a:lnTo>
                      <a:pt x="420" y="409"/>
                    </a:lnTo>
                    <a:lnTo>
                      <a:pt x="416" y="402"/>
                    </a:lnTo>
                    <a:lnTo>
                      <a:pt x="415" y="394"/>
                    </a:lnTo>
                    <a:lnTo>
                      <a:pt x="421" y="386"/>
                    </a:lnTo>
                    <a:lnTo>
                      <a:pt x="434" y="378"/>
                    </a:lnTo>
                    <a:lnTo>
                      <a:pt x="448" y="372"/>
                    </a:lnTo>
                    <a:lnTo>
                      <a:pt x="455" y="366"/>
                    </a:lnTo>
                    <a:lnTo>
                      <a:pt x="451" y="359"/>
                    </a:lnTo>
                    <a:lnTo>
                      <a:pt x="442" y="350"/>
                    </a:lnTo>
                    <a:lnTo>
                      <a:pt x="436" y="340"/>
                    </a:lnTo>
                    <a:lnTo>
                      <a:pt x="439" y="332"/>
                    </a:lnTo>
                    <a:lnTo>
                      <a:pt x="448" y="327"/>
                    </a:lnTo>
                    <a:lnTo>
                      <a:pt x="458" y="323"/>
                    </a:lnTo>
                    <a:lnTo>
                      <a:pt x="464" y="318"/>
                    </a:lnTo>
                    <a:lnTo>
                      <a:pt x="469" y="311"/>
                    </a:lnTo>
                    <a:lnTo>
                      <a:pt x="477" y="306"/>
                    </a:lnTo>
                    <a:lnTo>
                      <a:pt x="486" y="305"/>
                    </a:lnTo>
                    <a:lnTo>
                      <a:pt x="497" y="305"/>
                    </a:lnTo>
                    <a:lnTo>
                      <a:pt x="505" y="304"/>
                    </a:lnTo>
                    <a:lnTo>
                      <a:pt x="513" y="301"/>
                    </a:lnTo>
                    <a:lnTo>
                      <a:pt x="521" y="299"/>
                    </a:lnTo>
                    <a:lnTo>
                      <a:pt x="530" y="301"/>
                    </a:lnTo>
                    <a:lnTo>
                      <a:pt x="538" y="306"/>
                    </a:lnTo>
                    <a:lnTo>
                      <a:pt x="546" y="309"/>
                    </a:lnTo>
                    <a:lnTo>
                      <a:pt x="555" y="306"/>
                    </a:lnTo>
                    <a:lnTo>
                      <a:pt x="568" y="298"/>
                    </a:lnTo>
                    <a:lnTo>
                      <a:pt x="583" y="292"/>
                    </a:lnTo>
                    <a:lnTo>
                      <a:pt x="595" y="293"/>
                    </a:lnTo>
                    <a:lnTo>
                      <a:pt x="603" y="301"/>
                    </a:lnTo>
                    <a:lnTo>
                      <a:pt x="606" y="312"/>
                    </a:lnTo>
                    <a:lnTo>
                      <a:pt x="609" y="321"/>
                    </a:lnTo>
                    <a:lnTo>
                      <a:pt x="614" y="328"/>
                    </a:lnTo>
                    <a:lnTo>
                      <a:pt x="621" y="333"/>
                    </a:lnTo>
                    <a:lnTo>
                      <a:pt x="626" y="340"/>
                    </a:lnTo>
                    <a:lnTo>
                      <a:pt x="630" y="346"/>
                    </a:lnTo>
                    <a:lnTo>
                      <a:pt x="637" y="352"/>
                    </a:lnTo>
                    <a:lnTo>
                      <a:pt x="647" y="357"/>
                    </a:lnTo>
                    <a:lnTo>
                      <a:pt x="659" y="363"/>
                    </a:lnTo>
                    <a:lnTo>
                      <a:pt x="666" y="370"/>
                    </a:lnTo>
                    <a:close/>
                  </a:path>
                </a:pathLst>
              </a:custGeom>
              <a:solidFill>
                <a:srgbClr val="A7CEE4">
                  <a:alpha val="12900"/>
                </a:srgbClr>
              </a:solidFill>
              <a:ln>
                <a:noFill/>
              </a:ln>
            </p:spPr>
            <p:txBody>
              <a:bodyPr anchor="ctr"/>
              <a:lstStyle/>
              <a:p>
                <a:pPr algn="ctr">
                  <a:buNone/>
                </a:pPr>
              </a:p>
            </p:txBody>
          </p:sp>
          <p:sp>
            <p:nvSpPr>
              <p:cNvPr id="624" name="addition:spatial:6"/>
              <p:cNvSpPr>
                <a:spLocks noGrp="1"/>
              </p:cNvSpPr>
              <p:nvPr/>
            </p:nvSpPr>
            <p:spPr>
              <a:xfrm>
                <a:off x="5648325" y="1666875"/>
                <a:ext cx="845911" cy="778154"/>
              </a:xfrm>
              <a:custGeom>
                <a:avLst/>
                <a:gdLst/>
                <a:ahLst/>
                <a:cxnLst/>
                <a:rect l="l" t="t" r="r" b="b"/>
                <a:pathLst>
                  <a:path w="638" h="460">
                    <a:moveTo>
                      <a:pt x="0" y="0"/>
                    </a:moveTo>
                    <a:moveTo>
                      <a:pt x="629" y="383"/>
                    </a:moveTo>
                    <a:lnTo>
                      <a:pt x="630" y="389"/>
                    </a:lnTo>
                    <a:lnTo>
                      <a:pt x="629" y="395"/>
                    </a:lnTo>
                    <a:lnTo>
                      <a:pt x="629" y="401"/>
                    </a:lnTo>
                    <a:lnTo>
                      <a:pt x="633" y="409"/>
                    </a:lnTo>
                    <a:lnTo>
                      <a:pt x="638" y="417"/>
                    </a:lnTo>
                    <a:lnTo>
                      <a:pt x="637" y="425"/>
                    </a:lnTo>
                    <a:lnTo>
                      <a:pt x="628" y="428"/>
                    </a:lnTo>
                    <a:lnTo>
                      <a:pt x="613" y="428"/>
                    </a:lnTo>
                    <a:lnTo>
                      <a:pt x="599" y="426"/>
                    </a:lnTo>
                    <a:lnTo>
                      <a:pt x="591" y="428"/>
                    </a:lnTo>
                    <a:lnTo>
                      <a:pt x="587" y="433"/>
                    </a:lnTo>
                    <a:lnTo>
                      <a:pt x="583" y="440"/>
                    </a:lnTo>
                    <a:lnTo>
                      <a:pt x="577" y="446"/>
                    </a:lnTo>
                    <a:lnTo>
                      <a:pt x="569" y="449"/>
                    </a:lnTo>
                    <a:lnTo>
                      <a:pt x="560" y="453"/>
                    </a:lnTo>
                    <a:lnTo>
                      <a:pt x="550" y="457"/>
                    </a:lnTo>
                    <a:lnTo>
                      <a:pt x="540" y="460"/>
                    </a:lnTo>
                    <a:lnTo>
                      <a:pt x="528" y="459"/>
                    </a:lnTo>
                    <a:lnTo>
                      <a:pt x="518" y="454"/>
                    </a:lnTo>
                    <a:lnTo>
                      <a:pt x="509" y="448"/>
                    </a:lnTo>
                    <a:lnTo>
                      <a:pt x="500" y="446"/>
                    </a:lnTo>
                    <a:lnTo>
                      <a:pt x="489" y="446"/>
                    </a:lnTo>
                    <a:lnTo>
                      <a:pt x="478" y="446"/>
                    </a:lnTo>
                    <a:lnTo>
                      <a:pt x="469" y="442"/>
                    </a:lnTo>
                    <a:lnTo>
                      <a:pt x="466" y="435"/>
                    </a:lnTo>
                    <a:lnTo>
                      <a:pt x="465" y="427"/>
                    </a:lnTo>
                    <a:lnTo>
                      <a:pt x="461" y="422"/>
                    </a:lnTo>
                    <a:lnTo>
                      <a:pt x="451" y="420"/>
                    </a:lnTo>
                    <a:lnTo>
                      <a:pt x="439" y="419"/>
                    </a:lnTo>
                    <a:lnTo>
                      <a:pt x="427" y="416"/>
                    </a:lnTo>
                    <a:lnTo>
                      <a:pt x="422" y="410"/>
                    </a:lnTo>
                    <a:lnTo>
                      <a:pt x="420" y="403"/>
                    </a:lnTo>
                    <a:lnTo>
                      <a:pt x="420" y="397"/>
                    </a:lnTo>
                    <a:lnTo>
                      <a:pt x="422" y="390"/>
                    </a:lnTo>
                    <a:lnTo>
                      <a:pt x="426" y="383"/>
                    </a:lnTo>
                    <a:lnTo>
                      <a:pt x="436" y="377"/>
                    </a:lnTo>
                    <a:lnTo>
                      <a:pt x="448" y="372"/>
                    </a:lnTo>
                    <a:lnTo>
                      <a:pt x="455" y="368"/>
                    </a:lnTo>
                    <a:lnTo>
                      <a:pt x="455" y="362"/>
                    </a:lnTo>
                    <a:lnTo>
                      <a:pt x="450" y="354"/>
                    </a:lnTo>
                    <a:lnTo>
                      <a:pt x="448" y="346"/>
                    </a:lnTo>
                    <a:lnTo>
                      <a:pt x="453" y="340"/>
                    </a:lnTo>
                    <a:lnTo>
                      <a:pt x="463" y="337"/>
                    </a:lnTo>
                    <a:lnTo>
                      <a:pt x="473" y="334"/>
                    </a:lnTo>
                    <a:lnTo>
                      <a:pt x="479" y="330"/>
                    </a:lnTo>
                    <a:lnTo>
                      <a:pt x="483" y="323"/>
                    </a:lnTo>
                    <a:lnTo>
                      <a:pt x="488" y="316"/>
                    </a:lnTo>
                    <a:lnTo>
                      <a:pt x="496" y="313"/>
                    </a:lnTo>
                    <a:lnTo>
                      <a:pt x="506" y="314"/>
                    </a:lnTo>
                    <a:lnTo>
                      <a:pt x="515" y="316"/>
                    </a:lnTo>
                    <a:lnTo>
                      <a:pt x="523" y="317"/>
                    </a:lnTo>
                    <a:lnTo>
                      <a:pt x="530" y="317"/>
                    </a:lnTo>
                    <a:lnTo>
                      <a:pt x="537" y="319"/>
                    </a:lnTo>
                    <a:lnTo>
                      <a:pt x="543" y="323"/>
                    </a:lnTo>
                    <a:lnTo>
                      <a:pt x="549" y="325"/>
                    </a:lnTo>
                    <a:lnTo>
                      <a:pt x="557" y="323"/>
                    </a:lnTo>
                    <a:lnTo>
                      <a:pt x="568" y="318"/>
                    </a:lnTo>
                    <a:lnTo>
                      <a:pt x="581" y="313"/>
                    </a:lnTo>
                    <a:lnTo>
                      <a:pt x="591" y="314"/>
                    </a:lnTo>
                    <a:lnTo>
                      <a:pt x="595" y="321"/>
                    </a:lnTo>
                    <a:lnTo>
                      <a:pt x="595" y="331"/>
                    </a:lnTo>
                    <a:lnTo>
                      <a:pt x="596" y="339"/>
                    </a:lnTo>
                    <a:lnTo>
                      <a:pt x="600" y="344"/>
                    </a:lnTo>
                    <a:lnTo>
                      <a:pt x="607" y="349"/>
                    </a:lnTo>
                    <a:lnTo>
                      <a:pt x="612" y="354"/>
                    </a:lnTo>
                    <a:lnTo>
                      <a:pt x="614" y="360"/>
                    </a:lnTo>
                    <a:lnTo>
                      <a:pt x="615" y="366"/>
                    </a:lnTo>
                    <a:lnTo>
                      <a:pt x="619" y="371"/>
                    </a:lnTo>
                    <a:lnTo>
                      <a:pt x="624" y="377"/>
                    </a:lnTo>
                    <a:close/>
                  </a:path>
                </a:pathLst>
              </a:custGeom>
              <a:solidFill>
                <a:srgbClr val="59A3CD">
                  <a:alpha val="12900"/>
                </a:srgbClr>
              </a:solidFill>
              <a:ln>
                <a:noFill/>
              </a:ln>
            </p:spPr>
            <p:txBody>
              <a:bodyPr anchor="ctr"/>
              <a:lstStyle/>
              <a:p>
                <a:pPr algn="ctr">
                  <a:buNone/>
                </a:pPr>
              </a:p>
            </p:txBody>
          </p:sp>
          <p:sp>
            <p:nvSpPr>
              <p:cNvPr id="625" name="addition:spatial:7"/>
              <p:cNvSpPr>
                <a:spLocks noGrp="1"/>
              </p:cNvSpPr>
              <p:nvPr/>
            </p:nvSpPr>
            <p:spPr>
              <a:xfrm>
                <a:off x="5648325" y="1666875"/>
                <a:ext cx="827349" cy="771388"/>
              </a:xfrm>
              <a:custGeom>
                <a:avLst/>
                <a:gdLst/>
                <a:ahLst/>
                <a:cxnLst/>
                <a:rect l="l" t="t" r="r" b="b"/>
                <a:pathLst>
                  <a:path w="624" h="456">
                    <a:moveTo>
                      <a:pt x="0" y="0"/>
                    </a:moveTo>
                    <a:moveTo>
                      <a:pt x="610" y="388"/>
                    </a:moveTo>
                    <a:lnTo>
                      <a:pt x="609" y="393"/>
                    </a:lnTo>
                    <a:lnTo>
                      <a:pt x="614" y="399"/>
                    </a:lnTo>
                    <a:lnTo>
                      <a:pt x="621" y="406"/>
                    </a:lnTo>
                    <a:lnTo>
                      <a:pt x="624" y="412"/>
                    </a:lnTo>
                    <a:lnTo>
                      <a:pt x="620" y="418"/>
                    </a:lnTo>
                    <a:lnTo>
                      <a:pt x="609" y="420"/>
                    </a:lnTo>
                    <a:lnTo>
                      <a:pt x="598" y="422"/>
                    </a:lnTo>
                    <a:lnTo>
                      <a:pt x="590" y="424"/>
                    </a:lnTo>
                    <a:lnTo>
                      <a:pt x="585" y="427"/>
                    </a:lnTo>
                    <a:lnTo>
                      <a:pt x="579" y="430"/>
                    </a:lnTo>
                    <a:lnTo>
                      <a:pt x="573" y="433"/>
                    </a:lnTo>
                    <a:lnTo>
                      <a:pt x="567" y="436"/>
                    </a:lnTo>
                    <a:lnTo>
                      <a:pt x="562" y="442"/>
                    </a:lnTo>
                    <a:lnTo>
                      <a:pt x="556" y="450"/>
                    </a:lnTo>
                    <a:lnTo>
                      <a:pt x="548" y="456"/>
                    </a:lnTo>
                    <a:lnTo>
                      <a:pt x="538" y="456"/>
                    </a:lnTo>
                    <a:lnTo>
                      <a:pt x="528" y="452"/>
                    </a:lnTo>
                    <a:lnTo>
                      <a:pt x="519" y="447"/>
                    </a:lnTo>
                    <a:lnTo>
                      <a:pt x="510" y="444"/>
                    </a:lnTo>
                    <a:lnTo>
                      <a:pt x="502" y="445"/>
                    </a:lnTo>
                    <a:lnTo>
                      <a:pt x="492" y="447"/>
                    </a:lnTo>
                    <a:lnTo>
                      <a:pt x="484" y="445"/>
                    </a:lnTo>
                    <a:lnTo>
                      <a:pt x="478" y="440"/>
                    </a:lnTo>
                    <a:lnTo>
                      <a:pt x="475" y="434"/>
                    </a:lnTo>
                    <a:lnTo>
                      <a:pt x="470" y="430"/>
                    </a:lnTo>
                    <a:lnTo>
                      <a:pt x="464" y="428"/>
                    </a:lnTo>
                    <a:lnTo>
                      <a:pt x="456" y="426"/>
                    </a:lnTo>
                    <a:lnTo>
                      <a:pt x="449" y="423"/>
                    </a:lnTo>
                    <a:lnTo>
                      <a:pt x="444" y="420"/>
                    </a:lnTo>
                    <a:lnTo>
                      <a:pt x="439" y="416"/>
                    </a:lnTo>
                    <a:lnTo>
                      <a:pt x="433" y="411"/>
                    </a:lnTo>
                    <a:lnTo>
                      <a:pt x="427" y="407"/>
                    </a:lnTo>
                    <a:lnTo>
                      <a:pt x="428" y="400"/>
                    </a:lnTo>
                    <a:lnTo>
                      <a:pt x="436" y="394"/>
                    </a:lnTo>
                    <a:lnTo>
                      <a:pt x="449" y="388"/>
                    </a:lnTo>
                    <a:lnTo>
                      <a:pt x="457" y="384"/>
                    </a:lnTo>
                    <a:lnTo>
                      <a:pt x="458" y="379"/>
                    </a:lnTo>
                    <a:lnTo>
                      <a:pt x="454" y="373"/>
                    </a:lnTo>
                    <a:lnTo>
                      <a:pt x="450" y="367"/>
                    </a:lnTo>
                    <a:lnTo>
                      <a:pt x="451" y="361"/>
                    </a:lnTo>
                    <a:lnTo>
                      <a:pt x="457" y="357"/>
                    </a:lnTo>
                    <a:lnTo>
                      <a:pt x="462" y="353"/>
                    </a:lnTo>
                    <a:lnTo>
                      <a:pt x="465" y="348"/>
                    </a:lnTo>
                    <a:lnTo>
                      <a:pt x="468" y="342"/>
                    </a:lnTo>
                    <a:lnTo>
                      <a:pt x="473" y="338"/>
                    </a:lnTo>
                    <a:lnTo>
                      <a:pt x="481" y="335"/>
                    </a:lnTo>
                    <a:lnTo>
                      <a:pt x="488" y="334"/>
                    </a:lnTo>
                    <a:lnTo>
                      <a:pt x="494" y="332"/>
                    </a:lnTo>
                    <a:lnTo>
                      <a:pt x="500" y="329"/>
                    </a:lnTo>
                    <a:lnTo>
                      <a:pt x="506" y="328"/>
                    </a:lnTo>
                    <a:lnTo>
                      <a:pt x="514" y="330"/>
                    </a:lnTo>
                    <a:lnTo>
                      <a:pt x="520" y="335"/>
                    </a:lnTo>
                    <a:lnTo>
                      <a:pt x="526" y="339"/>
                    </a:lnTo>
                    <a:lnTo>
                      <a:pt x="531" y="338"/>
                    </a:lnTo>
                    <a:lnTo>
                      <a:pt x="539" y="333"/>
                    </a:lnTo>
                    <a:lnTo>
                      <a:pt x="548" y="326"/>
                    </a:lnTo>
                    <a:lnTo>
                      <a:pt x="558" y="324"/>
                    </a:lnTo>
                    <a:lnTo>
                      <a:pt x="565" y="327"/>
                    </a:lnTo>
                    <a:lnTo>
                      <a:pt x="570" y="333"/>
                    </a:lnTo>
                    <a:lnTo>
                      <a:pt x="574" y="339"/>
                    </a:lnTo>
                    <a:lnTo>
                      <a:pt x="579" y="344"/>
                    </a:lnTo>
                    <a:lnTo>
                      <a:pt x="583" y="349"/>
                    </a:lnTo>
                    <a:lnTo>
                      <a:pt x="586" y="354"/>
                    </a:lnTo>
                    <a:lnTo>
                      <a:pt x="587" y="360"/>
                    </a:lnTo>
                    <a:lnTo>
                      <a:pt x="590" y="365"/>
                    </a:lnTo>
                    <a:lnTo>
                      <a:pt x="597" y="368"/>
                    </a:lnTo>
                    <a:lnTo>
                      <a:pt x="606" y="372"/>
                    </a:lnTo>
                    <a:lnTo>
                      <a:pt x="612" y="377"/>
                    </a:lnTo>
                    <a:lnTo>
                      <a:pt x="612" y="383"/>
                    </a:lnTo>
                    <a:close/>
                  </a:path>
                </a:pathLst>
              </a:custGeom>
              <a:solidFill>
                <a:srgbClr val="0675B4">
                  <a:alpha val="10500"/>
                </a:srgbClr>
              </a:solidFill>
              <a:ln>
                <a:noFill/>
              </a:ln>
            </p:spPr>
            <p:txBody>
              <a:bodyPr anchor="ctr"/>
              <a:lstStyle/>
              <a:p>
                <a:pPr algn="ctr">
                  <a:buNone/>
                </a:pPr>
              </a:p>
            </p:txBody>
          </p:sp>
          <p:sp>
            <p:nvSpPr>
              <p:cNvPr id="626" name="addition:spatial:8"/>
              <p:cNvSpPr>
                <a:spLocks noGrp="1"/>
              </p:cNvSpPr>
              <p:nvPr/>
            </p:nvSpPr>
            <p:spPr>
              <a:xfrm>
                <a:off x="5648325" y="1666875"/>
                <a:ext cx="698739" cy="671581"/>
              </a:xfrm>
              <a:custGeom>
                <a:avLst/>
                <a:gdLst/>
                <a:ahLst/>
                <a:cxnLst/>
                <a:rect l="l" t="t" r="r" b="b"/>
                <a:pathLst>
                  <a:path w="527" h="397">
                    <a:moveTo>
                      <a:pt x="0" y="0"/>
                    </a:moveTo>
                    <a:moveTo>
                      <a:pt x="518" y="368"/>
                    </a:moveTo>
                    <a:lnTo>
                      <a:pt x="520" y="370"/>
                    </a:lnTo>
                    <a:lnTo>
                      <a:pt x="523" y="373"/>
                    </a:lnTo>
                    <a:lnTo>
                      <a:pt x="523" y="375"/>
                    </a:lnTo>
                    <a:lnTo>
                      <a:pt x="522" y="377"/>
                    </a:lnTo>
                    <a:lnTo>
                      <a:pt x="521" y="379"/>
                    </a:lnTo>
                    <a:lnTo>
                      <a:pt x="520" y="382"/>
                    </a:lnTo>
                    <a:lnTo>
                      <a:pt x="520" y="384"/>
                    </a:lnTo>
                    <a:lnTo>
                      <a:pt x="518" y="386"/>
                    </a:lnTo>
                    <a:lnTo>
                      <a:pt x="515" y="387"/>
                    </a:lnTo>
                    <a:lnTo>
                      <a:pt x="512" y="388"/>
                    </a:lnTo>
                    <a:lnTo>
                      <a:pt x="510" y="389"/>
                    </a:lnTo>
                    <a:lnTo>
                      <a:pt x="508" y="391"/>
                    </a:lnTo>
                    <a:lnTo>
                      <a:pt x="506" y="392"/>
                    </a:lnTo>
                    <a:lnTo>
                      <a:pt x="503" y="392"/>
                    </a:lnTo>
                    <a:lnTo>
                      <a:pt x="499" y="390"/>
                    </a:lnTo>
                    <a:lnTo>
                      <a:pt x="496" y="389"/>
                    </a:lnTo>
                    <a:lnTo>
                      <a:pt x="494" y="390"/>
                    </a:lnTo>
                    <a:lnTo>
                      <a:pt x="491" y="393"/>
                    </a:lnTo>
                    <a:lnTo>
                      <a:pt x="488" y="396"/>
                    </a:lnTo>
                    <a:lnTo>
                      <a:pt x="484" y="397"/>
                    </a:lnTo>
                    <a:lnTo>
                      <a:pt x="480" y="395"/>
                    </a:lnTo>
                    <a:lnTo>
                      <a:pt x="477" y="394"/>
                    </a:lnTo>
                    <a:lnTo>
                      <a:pt x="474" y="392"/>
                    </a:lnTo>
                    <a:lnTo>
                      <a:pt x="471" y="390"/>
                    </a:lnTo>
                    <a:lnTo>
                      <a:pt x="469" y="388"/>
                    </a:lnTo>
                    <a:lnTo>
                      <a:pt x="468" y="385"/>
                    </a:lnTo>
                    <a:lnTo>
                      <a:pt x="466" y="383"/>
                    </a:lnTo>
                    <a:lnTo>
                      <a:pt x="464" y="381"/>
                    </a:lnTo>
                    <a:lnTo>
                      <a:pt x="460" y="380"/>
                    </a:lnTo>
                    <a:lnTo>
                      <a:pt x="456" y="379"/>
                    </a:lnTo>
                    <a:lnTo>
                      <a:pt x="453" y="378"/>
                    </a:lnTo>
                    <a:lnTo>
                      <a:pt x="453" y="375"/>
                    </a:lnTo>
                    <a:lnTo>
                      <a:pt x="454" y="373"/>
                    </a:lnTo>
                    <a:lnTo>
                      <a:pt x="453" y="370"/>
                    </a:lnTo>
                    <a:lnTo>
                      <a:pt x="451" y="368"/>
                    </a:lnTo>
                    <a:lnTo>
                      <a:pt x="447" y="366"/>
                    </a:lnTo>
                    <a:lnTo>
                      <a:pt x="446" y="363"/>
                    </a:lnTo>
                    <a:lnTo>
                      <a:pt x="448" y="361"/>
                    </a:lnTo>
                    <a:lnTo>
                      <a:pt x="453" y="359"/>
                    </a:lnTo>
                    <a:lnTo>
                      <a:pt x="457" y="358"/>
                    </a:lnTo>
                    <a:lnTo>
                      <a:pt x="460" y="357"/>
                    </a:lnTo>
                    <a:lnTo>
                      <a:pt x="462" y="355"/>
                    </a:lnTo>
                    <a:lnTo>
                      <a:pt x="465" y="354"/>
                    </a:lnTo>
                    <a:lnTo>
                      <a:pt x="467" y="352"/>
                    </a:lnTo>
                    <a:lnTo>
                      <a:pt x="469" y="350"/>
                    </a:lnTo>
                    <a:lnTo>
                      <a:pt x="471" y="348"/>
                    </a:lnTo>
                    <a:lnTo>
                      <a:pt x="472" y="344"/>
                    </a:lnTo>
                    <a:lnTo>
                      <a:pt x="475" y="341"/>
                    </a:lnTo>
                    <a:lnTo>
                      <a:pt x="479" y="341"/>
                    </a:lnTo>
                    <a:lnTo>
                      <a:pt x="484" y="342"/>
                    </a:lnTo>
                    <a:lnTo>
                      <a:pt x="488" y="344"/>
                    </a:lnTo>
                    <a:lnTo>
                      <a:pt x="491" y="345"/>
                    </a:lnTo>
                    <a:lnTo>
                      <a:pt x="494" y="344"/>
                    </a:lnTo>
                    <a:lnTo>
                      <a:pt x="498" y="343"/>
                    </a:lnTo>
                    <a:lnTo>
                      <a:pt x="501" y="343"/>
                    </a:lnTo>
                    <a:lnTo>
                      <a:pt x="503" y="345"/>
                    </a:lnTo>
                    <a:lnTo>
                      <a:pt x="505" y="347"/>
                    </a:lnTo>
                    <a:lnTo>
                      <a:pt x="508" y="348"/>
                    </a:lnTo>
                    <a:lnTo>
                      <a:pt x="510" y="349"/>
                    </a:lnTo>
                    <a:lnTo>
                      <a:pt x="513" y="349"/>
                    </a:lnTo>
                    <a:lnTo>
                      <a:pt x="516" y="350"/>
                    </a:lnTo>
                    <a:lnTo>
                      <a:pt x="518" y="352"/>
                    </a:lnTo>
                    <a:lnTo>
                      <a:pt x="521" y="353"/>
                    </a:lnTo>
                    <a:lnTo>
                      <a:pt x="524" y="354"/>
                    </a:lnTo>
                    <a:lnTo>
                      <a:pt x="527" y="356"/>
                    </a:lnTo>
                    <a:lnTo>
                      <a:pt x="527" y="358"/>
                    </a:lnTo>
                    <a:lnTo>
                      <a:pt x="523" y="361"/>
                    </a:lnTo>
                    <a:lnTo>
                      <a:pt x="519" y="364"/>
                    </a:lnTo>
                    <a:lnTo>
                      <a:pt x="517" y="366"/>
                    </a:lnTo>
                    <a:close/>
                  </a:path>
                </a:pathLst>
              </a:custGeom>
              <a:solidFill>
                <a:srgbClr val="59A3CD">
                  <a:alpha val="9600"/>
                </a:srgbClr>
              </a:solidFill>
              <a:ln>
                <a:noFill/>
              </a:ln>
            </p:spPr>
            <p:txBody>
              <a:bodyPr anchor="ctr"/>
              <a:lstStyle/>
              <a:p>
                <a:pPr algn="ctr">
                  <a:buNone/>
                </a:pPr>
              </a:p>
            </p:txBody>
          </p:sp>
          <p:sp>
            <p:nvSpPr>
              <p:cNvPr id="627" name="addition:spatial:9"/>
              <p:cNvSpPr>
                <a:spLocks noGrp="1"/>
              </p:cNvSpPr>
              <p:nvPr/>
            </p:nvSpPr>
            <p:spPr>
              <a:xfrm>
                <a:off x="5648325" y="1666875"/>
                <a:ext cx="735863" cy="636057"/>
              </a:xfrm>
              <a:custGeom>
                <a:avLst/>
                <a:gdLst/>
                <a:ahLst/>
                <a:cxnLst/>
                <a:rect l="l" t="t" r="r" b="b"/>
                <a:pathLst>
                  <a:path w="555" h="376">
                    <a:moveTo>
                      <a:pt x="0" y="0"/>
                    </a:moveTo>
                    <a:moveTo>
                      <a:pt x="555" y="348"/>
                    </a:moveTo>
                    <a:lnTo>
                      <a:pt x="555" y="350"/>
                    </a:lnTo>
                    <a:lnTo>
                      <a:pt x="554" y="353"/>
                    </a:lnTo>
                    <a:lnTo>
                      <a:pt x="552" y="354"/>
                    </a:lnTo>
                    <a:lnTo>
                      <a:pt x="552" y="357"/>
                    </a:lnTo>
                    <a:lnTo>
                      <a:pt x="553" y="359"/>
                    </a:lnTo>
                    <a:lnTo>
                      <a:pt x="554" y="362"/>
                    </a:lnTo>
                    <a:lnTo>
                      <a:pt x="552" y="364"/>
                    </a:lnTo>
                    <a:lnTo>
                      <a:pt x="548" y="365"/>
                    </a:lnTo>
                    <a:lnTo>
                      <a:pt x="543" y="364"/>
                    </a:lnTo>
                    <a:lnTo>
                      <a:pt x="540" y="365"/>
                    </a:lnTo>
                    <a:lnTo>
                      <a:pt x="538" y="366"/>
                    </a:lnTo>
                    <a:lnTo>
                      <a:pt x="536" y="368"/>
                    </a:lnTo>
                    <a:lnTo>
                      <a:pt x="534" y="369"/>
                    </a:lnTo>
                    <a:lnTo>
                      <a:pt x="531" y="371"/>
                    </a:lnTo>
                    <a:lnTo>
                      <a:pt x="528" y="372"/>
                    </a:lnTo>
                    <a:lnTo>
                      <a:pt x="525" y="375"/>
                    </a:lnTo>
                    <a:lnTo>
                      <a:pt x="521" y="376"/>
                    </a:lnTo>
                    <a:lnTo>
                      <a:pt x="517" y="376"/>
                    </a:lnTo>
                    <a:lnTo>
                      <a:pt x="514" y="374"/>
                    </a:lnTo>
                    <a:lnTo>
                      <a:pt x="511" y="371"/>
                    </a:lnTo>
                    <a:lnTo>
                      <a:pt x="508" y="369"/>
                    </a:lnTo>
                    <a:lnTo>
                      <a:pt x="505" y="369"/>
                    </a:lnTo>
                    <a:lnTo>
                      <a:pt x="501" y="369"/>
                    </a:lnTo>
                    <a:lnTo>
                      <a:pt x="498" y="369"/>
                    </a:lnTo>
                    <a:lnTo>
                      <a:pt x="495" y="367"/>
                    </a:lnTo>
                    <a:lnTo>
                      <a:pt x="494" y="365"/>
                    </a:lnTo>
                    <a:lnTo>
                      <a:pt x="493" y="363"/>
                    </a:lnTo>
                    <a:lnTo>
                      <a:pt x="491" y="362"/>
                    </a:lnTo>
                    <a:lnTo>
                      <a:pt x="487" y="361"/>
                    </a:lnTo>
                    <a:lnTo>
                      <a:pt x="484" y="359"/>
                    </a:lnTo>
                    <a:lnTo>
                      <a:pt x="483" y="357"/>
                    </a:lnTo>
                    <a:lnTo>
                      <a:pt x="482" y="355"/>
                    </a:lnTo>
                    <a:lnTo>
                      <a:pt x="481" y="353"/>
                    </a:lnTo>
                    <a:lnTo>
                      <a:pt x="481" y="351"/>
                    </a:lnTo>
                    <a:lnTo>
                      <a:pt x="481" y="348"/>
                    </a:lnTo>
                    <a:lnTo>
                      <a:pt x="485" y="346"/>
                    </a:lnTo>
                    <a:lnTo>
                      <a:pt x="490" y="344"/>
                    </a:lnTo>
                    <a:lnTo>
                      <a:pt x="494" y="343"/>
                    </a:lnTo>
                    <a:lnTo>
                      <a:pt x="495" y="341"/>
                    </a:lnTo>
                    <a:lnTo>
                      <a:pt x="493" y="338"/>
                    </a:lnTo>
                    <a:lnTo>
                      <a:pt x="491" y="335"/>
                    </a:lnTo>
                    <a:lnTo>
                      <a:pt x="491" y="332"/>
                    </a:lnTo>
                    <a:lnTo>
                      <a:pt x="494" y="331"/>
                    </a:lnTo>
                    <a:lnTo>
                      <a:pt x="497" y="330"/>
                    </a:lnTo>
                    <a:lnTo>
                      <a:pt x="500" y="328"/>
                    </a:lnTo>
                    <a:lnTo>
                      <a:pt x="502" y="327"/>
                    </a:lnTo>
                    <a:lnTo>
                      <a:pt x="504" y="325"/>
                    </a:lnTo>
                    <a:lnTo>
                      <a:pt x="507" y="325"/>
                    </a:lnTo>
                    <a:lnTo>
                      <a:pt x="510" y="325"/>
                    </a:lnTo>
                    <a:lnTo>
                      <a:pt x="513" y="325"/>
                    </a:lnTo>
                    <a:lnTo>
                      <a:pt x="516" y="325"/>
                    </a:lnTo>
                    <a:lnTo>
                      <a:pt x="518" y="324"/>
                    </a:lnTo>
                    <a:lnTo>
                      <a:pt x="521" y="324"/>
                    </a:lnTo>
                    <a:lnTo>
                      <a:pt x="523" y="326"/>
                    </a:lnTo>
                    <a:lnTo>
                      <a:pt x="525" y="327"/>
                    </a:lnTo>
                    <a:lnTo>
                      <a:pt x="527" y="328"/>
                    </a:lnTo>
                    <a:lnTo>
                      <a:pt x="530" y="326"/>
                    </a:lnTo>
                    <a:lnTo>
                      <a:pt x="535" y="324"/>
                    </a:lnTo>
                    <a:lnTo>
                      <a:pt x="539" y="324"/>
                    </a:lnTo>
                    <a:lnTo>
                      <a:pt x="541" y="326"/>
                    </a:lnTo>
                    <a:lnTo>
                      <a:pt x="542" y="329"/>
                    </a:lnTo>
                    <a:lnTo>
                      <a:pt x="542" y="332"/>
                    </a:lnTo>
                    <a:lnTo>
                      <a:pt x="543" y="334"/>
                    </a:lnTo>
                    <a:lnTo>
                      <a:pt x="544" y="336"/>
                    </a:lnTo>
                    <a:lnTo>
                      <a:pt x="545" y="338"/>
                    </a:lnTo>
                    <a:lnTo>
                      <a:pt x="546" y="340"/>
                    </a:lnTo>
                    <a:lnTo>
                      <a:pt x="547" y="342"/>
                    </a:lnTo>
                    <a:lnTo>
                      <a:pt x="549" y="344"/>
                    </a:lnTo>
                    <a:lnTo>
                      <a:pt x="552" y="346"/>
                    </a:lnTo>
                    <a:close/>
                  </a:path>
                </a:pathLst>
              </a:custGeom>
              <a:solidFill>
                <a:srgbClr val="59A3CD">
                  <a:alpha val="9600"/>
                </a:srgbClr>
              </a:solidFill>
              <a:ln>
                <a:noFill/>
              </a:ln>
            </p:spPr>
            <p:txBody>
              <a:bodyPr anchor="ctr"/>
              <a:lstStyle/>
              <a:p>
                <a:pPr algn="ctr">
                  <a:buNone/>
                </a:pPr>
              </a:p>
            </p:txBody>
          </p:sp>
          <p:sp>
            <p:nvSpPr>
              <p:cNvPr id="628" name="addition:spatial:10"/>
              <p:cNvSpPr>
                <a:spLocks noGrp="1"/>
              </p:cNvSpPr>
              <p:nvPr/>
            </p:nvSpPr>
            <p:spPr>
              <a:xfrm>
                <a:off x="5648325" y="1666875"/>
                <a:ext cx="786247" cy="651281"/>
              </a:xfrm>
              <a:custGeom>
                <a:avLst/>
                <a:gdLst/>
                <a:ahLst/>
                <a:cxnLst/>
                <a:rect l="l" t="t" r="r" b="b"/>
                <a:pathLst>
                  <a:path w="593" h="385">
                    <a:moveTo>
                      <a:pt x="0" y="0"/>
                    </a:moveTo>
                    <a:moveTo>
                      <a:pt x="592" y="354"/>
                    </a:moveTo>
                    <a:lnTo>
                      <a:pt x="593" y="356"/>
                    </a:lnTo>
                    <a:lnTo>
                      <a:pt x="593" y="359"/>
                    </a:lnTo>
                    <a:lnTo>
                      <a:pt x="591" y="361"/>
                    </a:lnTo>
                    <a:lnTo>
                      <a:pt x="590" y="364"/>
                    </a:lnTo>
                    <a:lnTo>
                      <a:pt x="589" y="366"/>
                    </a:lnTo>
                    <a:lnTo>
                      <a:pt x="587" y="368"/>
                    </a:lnTo>
                    <a:lnTo>
                      <a:pt x="584" y="369"/>
                    </a:lnTo>
                    <a:lnTo>
                      <a:pt x="581" y="370"/>
                    </a:lnTo>
                    <a:lnTo>
                      <a:pt x="579" y="371"/>
                    </a:lnTo>
                    <a:lnTo>
                      <a:pt x="578" y="374"/>
                    </a:lnTo>
                    <a:lnTo>
                      <a:pt x="576" y="376"/>
                    </a:lnTo>
                    <a:lnTo>
                      <a:pt x="573" y="377"/>
                    </a:lnTo>
                    <a:lnTo>
                      <a:pt x="569" y="377"/>
                    </a:lnTo>
                    <a:lnTo>
                      <a:pt x="565" y="376"/>
                    </a:lnTo>
                    <a:lnTo>
                      <a:pt x="563" y="378"/>
                    </a:lnTo>
                    <a:lnTo>
                      <a:pt x="560" y="381"/>
                    </a:lnTo>
                    <a:lnTo>
                      <a:pt x="556" y="384"/>
                    </a:lnTo>
                    <a:lnTo>
                      <a:pt x="552" y="385"/>
                    </a:lnTo>
                    <a:lnTo>
                      <a:pt x="548" y="383"/>
                    </a:lnTo>
                    <a:lnTo>
                      <a:pt x="545" y="381"/>
                    </a:lnTo>
                    <a:lnTo>
                      <a:pt x="542" y="378"/>
                    </a:lnTo>
                    <a:lnTo>
                      <a:pt x="539" y="377"/>
                    </a:lnTo>
                    <a:lnTo>
                      <a:pt x="537" y="375"/>
                    </a:lnTo>
                    <a:lnTo>
                      <a:pt x="534" y="373"/>
                    </a:lnTo>
                    <a:lnTo>
                      <a:pt x="532" y="372"/>
                    </a:lnTo>
                    <a:lnTo>
                      <a:pt x="530" y="371"/>
                    </a:lnTo>
                    <a:lnTo>
                      <a:pt x="525" y="371"/>
                    </a:lnTo>
                    <a:lnTo>
                      <a:pt x="521" y="370"/>
                    </a:lnTo>
                    <a:lnTo>
                      <a:pt x="518" y="369"/>
                    </a:lnTo>
                    <a:lnTo>
                      <a:pt x="517" y="366"/>
                    </a:lnTo>
                    <a:lnTo>
                      <a:pt x="519" y="363"/>
                    </a:lnTo>
                    <a:lnTo>
                      <a:pt x="520" y="361"/>
                    </a:lnTo>
                    <a:lnTo>
                      <a:pt x="519" y="358"/>
                    </a:lnTo>
                    <a:lnTo>
                      <a:pt x="517" y="356"/>
                    </a:lnTo>
                    <a:lnTo>
                      <a:pt x="516" y="354"/>
                    </a:lnTo>
                    <a:lnTo>
                      <a:pt x="518" y="351"/>
                    </a:lnTo>
                    <a:lnTo>
                      <a:pt x="522" y="349"/>
                    </a:lnTo>
                    <a:lnTo>
                      <a:pt x="525" y="347"/>
                    </a:lnTo>
                    <a:lnTo>
                      <a:pt x="527" y="345"/>
                    </a:lnTo>
                    <a:lnTo>
                      <a:pt x="527" y="343"/>
                    </a:lnTo>
                    <a:lnTo>
                      <a:pt x="528" y="341"/>
                    </a:lnTo>
                    <a:lnTo>
                      <a:pt x="529" y="339"/>
                    </a:lnTo>
                    <a:lnTo>
                      <a:pt x="531" y="336"/>
                    </a:lnTo>
                    <a:lnTo>
                      <a:pt x="531" y="333"/>
                    </a:lnTo>
                    <a:lnTo>
                      <a:pt x="532" y="330"/>
                    </a:lnTo>
                    <a:lnTo>
                      <a:pt x="534" y="327"/>
                    </a:lnTo>
                    <a:lnTo>
                      <a:pt x="538" y="327"/>
                    </a:lnTo>
                    <a:lnTo>
                      <a:pt x="542" y="329"/>
                    </a:lnTo>
                    <a:lnTo>
                      <a:pt x="546" y="331"/>
                    </a:lnTo>
                    <a:lnTo>
                      <a:pt x="549" y="331"/>
                    </a:lnTo>
                    <a:lnTo>
                      <a:pt x="551" y="330"/>
                    </a:lnTo>
                    <a:lnTo>
                      <a:pt x="553" y="328"/>
                    </a:lnTo>
                    <a:lnTo>
                      <a:pt x="555" y="327"/>
                    </a:lnTo>
                    <a:lnTo>
                      <a:pt x="558" y="328"/>
                    </a:lnTo>
                    <a:lnTo>
                      <a:pt x="560" y="329"/>
                    </a:lnTo>
                    <a:lnTo>
                      <a:pt x="563" y="329"/>
                    </a:lnTo>
                    <a:lnTo>
                      <a:pt x="566" y="329"/>
                    </a:lnTo>
                    <a:lnTo>
                      <a:pt x="569" y="329"/>
                    </a:lnTo>
                    <a:lnTo>
                      <a:pt x="572" y="330"/>
                    </a:lnTo>
                    <a:lnTo>
                      <a:pt x="574" y="332"/>
                    </a:lnTo>
                    <a:lnTo>
                      <a:pt x="576" y="334"/>
                    </a:lnTo>
                    <a:lnTo>
                      <a:pt x="579" y="335"/>
                    </a:lnTo>
                    <a:lnTo>
                      <a:pt x="582" y="337"/>
                    </a:lnTo>
                    <a:lnTo>
                      <a:pt x="583" y="339"/>
                    </a:lnTo>
                    <a:lnTo>
                      <a:pt x="582" y="343"/>
                    </a:lnTo>
                    <a:lnTo>
                      <a:pt x="580" y="346"/>
                    </a:lnTo>
                    <a:lnTo>
                      <a:pt x="579" y="348"/>
                    </a:lnTo>
                    <a:lnTo>
                      <a:pt x="582" y="350"/>
                    </a:lnTo>
                    <a:lnTo>
                      <a:pt x="587" y="351"/>
                    </a:lnTo>
                    <a:close/>
                  </a:path>
                </a:pathLst>
              </a:custGeom>
              <a:solidFill>
                <a:srgbClr val="59A3CD">
                  <a:alpha val="9600"/>
                </a:srgbClr>
              </a:solidFill>
              <a:ln>
                <a:noFill/>
              </a:ln>
            </p:spPr>
            <p:txBody>
              <a:bodyPr anchor="ctr"/>
              <a:lstStyle/>
              <a:p>
                <a:pPr algn="ctr">
                  <a:buNone/>
                </a:pPr>
              </a:p>
            </p:txBody>
          </p:sp>
          <p:sp>
            <p:nvSpPr>
              <p:cNvPr id="629" name="addition:spatial:11"/>
              <p:cNvSpPr>
                <a:spLocks noGrp="1"/>
              </p:cNvSpPr>
              <p:nvPr/>
            </p:nvSpPr>
            <p:spPr>
              <a:xfrm>
                <a:off x="5648325" y="1666875"/>
                <a:ext cx="828675" cy="686806"/>
              </a:xfrm>
              <a:custGeom>
                <a:avLst/>
                <a:gdLst/>
                <a:ahLst/>
                <a:cxnLst/>
                <a:rect l="l" t="t" r="r" b="b"/>
                <a:pathLst>
                  <a:path w="625" h="406">
                    <a:moveTo>
                      <a:pt x="0" y="0"/>
                    </a:moveTo>
                    <a:moveTo>
                      <a:pt x="625" y="376"/>
                    </a:moveTo>
                    <a:lnTo>
                      <a:pt x="625" y="379"/>
                    </a:lnTo>
                    <a:lnTo>
                      <a:pt x="624" y="382"/>
                    </a:lnTo>
                    <a:lnTo>
                      <a:pt x="623" y="384"/>
                    </a:lnTo>
                    <a:lnTo>
                      <a:pt x="622" y="387"/>
                    </a:lnTo>
                    <a:lnTo>
                      <a:pt x="618" y="389"/>
                    </a:lnTo>
                    <a:lnTo>
                      <a:pt x="613" y="390"/>
                    </a:lnTo>
                    <a:lnTo>
                      <a:pt x="608" y="390"/>
                    </a:lnTo>
                    <a:lnTo>
                      <a:pt x="605" y="391"/>
                    </a:lnTo>
                    <a:lnTo>
                      <a:pt x="605" y="394"/>
                    </a:lnTo>
                    <a:lnTo>
                      <a:pt x="605" y="399"/>
                    </a:lnTo>
                    <a:lnTo>
                      <a:pt x="604" y="402"/>
                    </a:lnTo>
                    <a:lnTo>
                      <a:pt x="600" y="404"/>
                    </a:lnTo>
                    <a:lnTo>
                      <a:pt x="596" y="404"/>
                    </a:lnTo>
                    <a:lnTo>
                      <a:pt x="591" y="404"/>
                    </a:lnTo>
                    <a:lnTo>
                      <a:pt x="587" y="405"/>
                    </a:lnTo>
                    <a:lnTo>
                      <a:pt x="584" y="406"/>
                    </a:lnTo>
                    <a:lnTo>
                      <a:pt x="580" y="406"/>
                    </a:lnTo>
                    <a:lnTo>
                      <a:pt x="576" y="405"/>
                    </a:lnTo>
                    <a:lnTo>
                      <a:pt x="573" y="403"/>
                    </a:lnTo>
                    <a:lnTo>
                      <a:pt x="570" y="403"/>
                    </a:lnTo>
                    <a:lnTo>
                      <a:pt x="567" y="402"/>
                    </a:lnTo>
                    <a:lnTo>
                      <a:pt x="564" y="402"/>
                    </a:lnTo>
                    <a:lnTo>
                      <a:pt x="562" y="400"/>
                    </a:lnTo>
                    <a:lnTo>
                      <a:pt x="560" y="398"/>
                    </a:lnTo>
                    <a:lnTo>
                      <a:pt x="558" y="396"/>
                    </a:lnTo>
                    <a:lnTo>
                      <a:pt x="555" y="396"/>
                    </a:lnTo>
                    <a:lnTo>
                      <a:pt x="550" y="396"/>
                    </a:lnTo>
                    <a:lnTo>
                      <a:pt x="545" y="396"/>
                    </a:lnTo>
                    <a:lnTo>
                      <a:pt x="543" y="394"/>
                    </a:lnTo>
                    <a:lnTo>
                      <a:pt x="544" y="390"/>
                    </a:lnTo>
                    <a:lnTo>
                      <a:pt x="547" y="386"/>
                    </a:lnTo>
                    <a:lnTo>
                      <a:pt x="549" y="383"/>
                    </a:lnTo>
                    <a:lnTo>
                      <a:pt x="549" y="381"/>
                    </a:lnTo>
                    <a:lnTo>
                      <a:pt x="549" y="378"/>
                    </a:lnTo>
                    <a:lnTo>
                      <a:pt x="549" y="376"/>
                    </a:lnTo>
                    <a:lnTo>
                      <a:pt x="550" y="374"/>
                    </a:lnTo>
                    <a:lnTo>
                      <a:pt x="549" y="371"/>
                    </a:lnTo>
                    <a:lnTo>
                      <a:pt x="548" y="368"/>
                    </a:lnTo>
                    <a:lnTo>
                      <a:pt x="546" y="365"/>
                    </a:lnTo>
                    <a:lnTo>
                      <a:pt x="546" y="363"/>
                    </a:lnTo>
                    <a:lnTo>
                      <a:pt x="549" y="361"/>
                    </a:lnTo>
                    <a:lnTo>
                      <a:pt x="552" y="359"/>
                    </a:lnTo>
                    <a:lnTo>
                      <a:pt x="554" y="357"/>
                    </a:lnTo>
                    <a:lnTo>
                      <a:pt x="555" y="355"/>
                    </a:lnTo>
                    <a:lnTo>
                      <a:pt x="555" y="351"/>
                    </a:lnTo>
                    <a:lnTo>
                      <a:pt x="557" y="349"/>
                    </a:lnTo>
                    <a:lnTo>
                      <a:pt x="561" y="350"/>
                    </a:lnTo>
                    <a:lnTo>
                      <a:pt x="566" y="351"/>
                    </a:lnTo>
                    <a:lnTo>
                      <a:pt x="569" y="353"/>
                    </a:lnTo>
                    <a:lnTo>
                      <a:pt x="572" y="352"/>
                    </a:lnTo>
                    <a:lnTo>
                      <a:pt x="574" y="351"/>
                    </a:lnTo>
                    <a:lnTo>
                      <a:pt x="577" y="349"/>
                    </a:lnTo>
                    <a:lnTo>
                      <a:pt x="580" y="347"/>
                    </a:lnTo>
                    <a:lnTo>
                      <a:pt x="583" y="347"/>
                    </a:lnTo>
                    <a:lnTo>
                      <a:pt x="587" y="346"/>
                    </a:lnTo>
                    <a:lnTo>
                      <a:pt x="592" y="345"/>
                    </a:lnTo>
                    <a:lnTo>
                      <a:pt x="596" y="346"/>
                    </a:lnTo>
                    <a:lnTo>
                      <a:pt x="599" y="348"/>
                    </a:lnTo>
                    <a:lnTo>
                      <a:pt x="600" y="352"/>
                    </a:lnTo>
                    <a:lnTo>
                      <a:pt x="601" y="356"/>
                    </a:lnTo>
                    <a:lnTo>
                      <a:pt x="603" y="358"/>
                    </a:lnTo>
                    <a:lnTo>
                      <a:pt x="607" y="358"/>
                    </a:lnTo>
                    <a:lnTo>
                      <a:pt x="612" y="359"/>
                    </a:lnTo>
                    <a:lnTo>
                      <a:pt x="615" y="361"/>
                    </a:lnTo>
                    <a:lnTo>
                      <a:pt x="615" y="364"/>
                    </a:lnTo>
                    <a:lnTo>
                      <a:pt x="616" y="367"/>
                    </a:lnTo>
                    <a:lnTo>
                      <a:pt x="617" y="369"/>
                    </a:lnTo>
                    <a:lnTo>
                      <a:pt x="620" y="371"/>
                    </a:lnTo>
                    <a:lnTo>
                      <a:pt x="624" y="373"/>
                    </a:lnTo>
                    <a:close/>
                  </a:path>
                </a:pathLst>
              </a:custGeom>
              <a:solidFill>
                <a:srgbClr val="59A3CD">
                  <a:alpha val="9600"/>
                </a:srgbClr>
              </a:solidFill>
              <a:ln>
                <a:noFill/>
              </a:ln>
            </p:spPr>
            <p:txBody>
              <a:bodyPr anchor="ctr"/>
              <a:lstStyle/>
              <a:p>
                <a:pPr algn="ctr">
                  <a:buNone/>
                </a:pPr>
              </a:p>
            </p:txBody>
          </p:sp>
          <p:sp>
            <p:nvSpPr>
              <p:cNvPr id="630" name="addition:spatial:12"/>
              <p:cNvSpPr>
                <a:spLocks noGrp="1"/>
              </p:cNvSpPr>
              <p:nvPr/>
            </p:nvSpPr>
            <p:spPr>
              <a:xfrm>
                <a:off x="5648325" y="1666875"/>
                <a:ext cx="806135" cy="727405"/>
              </a:xfrm>
              <a:custGeom>
                <a:avLst/>
                <a:gdLst/>
                <a:ahLst/>
                <a:cxnLst/>
                <a:rect l="l" t="t" r="r" b="b"/>
                <a:pathLst>
                  <a:path w="608" h="430">
                    <a:moveTo>
                      <a:pt x="0" y="0"/>
                    </a:moveTo>
                    <a:moveTo>
                      <a:pt x="596" y="400"/>
                    </a:moveTo>
                    <a:lnTo>
                      <a:pt x="595" y="403"/>
                    </a:lnTo>
                    <a:lnTo>
                      <a:pt x="594" y="405"/>
                    </a:lnTo>
                    <a:lnTo>
                      <a:pt x="593" y="407"/>
                    </a:lnTo>
                    <a:lnTo>
                      <a:pt x="592" y="410"/>
                    </a:lnTo>
                    <a:lnTo>
                      <a:pt x="592" y="413"/>
                    </a:lnTo>
                    <a:lnTo>
                      <a:pt x="594" y="416"/>
                    </a:lnTo>
                    <a:lnTo>
                      <a:pt x="594" y="420"/>
                    </a:lnTo>
                    <a:lnTo>
                      <a:pt x="592" y="422"/>
                    </a:lnTo>
                    <a:lnTo>
                      <a:pt x="587" y="423"/>
                    </a:lnTo>
                    <a:lnTo>
                      <a:pt x="582" y="423"/>
                    </a:lnTo>
                    <a:lnTo>
                      <a:pt x="578" y="424"/>
                    </a:lnTo>
                    <a:lnTo>
                      <a:pt x="576" y="426"/>
                    </a:lnTo>
                    <a:lnTo>
                      <a:pt x="574" y="429"/>
                    </a:lnTo>
                    <a:lnTo>
                      <a:pt x="571" y="430"/>
                    </a:lnTo>
                    <a:lnTo>
                      <a:pt x="567" y="429"/>
                    </a:lnTo>
                    <a:lnTo>
                      <a:pt x="563" y="427"/>
                    </a:lnTo>
                    <a:lnTo>
                      <a:pt x="559" y="426"/>
                    </a:lnTo>
                    <a:lnTo>
                      <a:pt x="556" y="427"/>
                    </a:lnTo>
                    <a:lnTo>
                      <a:pt x="553" y="428"/>
                    </a:lnTo>
                    <a:lnTo>
                      <a:pt x="549" y="429"/>
                    </a:lnTo>
                    <a:lnTo>
                      <a:pt x="545" y="429"/>
                    </a:lnTo>
                    <a:lnTo>
                      <a:pt x="541" y="429"/>
                    </a:lnTo>
                    <a:lnTo>
                      <a:pt x="536" y="429"/>
                    </a:lnTo>
                    <a:lnTo>
                      <a:pt x="530" y="429"/>
                    </a:lnTo>
                    <a:lnTo>
                      <a:pt x="527" y="427"/>
                    </a:lnTo>
                    <a:lnTo>
                      <a:pt x="525" y="423"/>
                    </a:lnTo>
                    <a:lnTo>
                      <a:pt x="526" y="419"/>
                    </a:lnTo>
                    <a:lnTo>
                      <a:pt x="527" y="415"/>
                    </a:lnTo>
                    <a:lnTo>
                      <a:pt x="525" y="413"/>
                    </a:lnTo>
                    <a:lnTo>
                      <a:pt x="520" y="412"/>
                    </a:lnTo>
                    <a:lnTo>
                      <a:pt x="514" y="411"/>
                    </a:lnTo>
                    <a:lnTo>
                      <a:pt x="510" y="408"/>
                    </a:lnTo>
                    <a:lnTo>
                      <a:pt x="510" y="406"/>
                    </a:lnTo>
                    <a:lnTo>
                      <a:pt x="510" y="403"/>
                    </a:lnTo>
                    <a:lnTo>
                      <a:pt x="508" y="400"/>
                    </a:lnTo>
                    <a:lnTo>
                      <a:pt x="506" y="398"/>
                    </a:lnTo>
                    <a:lnTo>
                      <a:pt x="505" y="395"/>
                    </a:lnTo>
                    <a:lnTo>
                      <a:pt x="505" y="392"/>
                    </a:lnTo>
                    <a:lnTo>
                      <a:pt x="508" y="390"/>
                    </a:lnTo>
                    <a:lnTo>
                      <a:pt x="510" y="387"/>
                    </a:lnTo>
                    <a:lnTo>
                      <a:pt x="511" y="385"/>
                    </a:lnTo>
                    <a:lnTo>
                      <a:pt x="514" y="383"/>
                    </a:lnTo>
                    <a:lnTo>
                      <a:pt x="518" y="381"/>
                    </a:lnTo>
                    <a:lnTo>
                      <a:pt x="524" y="381"/>
                    </a:lnTo>
                    <a:lnTo>
                      <a:pt x="530" y="382"/>
                    </a:lnTo>
                    <a:lnTo>
                      <a:pt x="533" y="380"/>
                    </a:lnTo>
                    <a:lnTo>
                      <a:pt x="534" y="377"/>
                    </a:lnTo>
                    <a:lnTo>
                      <a:pt x="536" y="372"/>
                    </a:lnTo>
                    <a:lnTo>
                      <a:pt x="539" y="369"/>
                    </a:lnTo>
                    <a:lnTo>
                      <a:pt x="544" y="368"/>
                    </a:lnTo>
                    <a:lnTo>
                      <a:pt x="550" y="369"/>
                    </a:lnTo>
                    <a:lnTo>
                      <a:pt x="555" y="370"/>
                    </a:lnTo>
                    <a:lnTo>
                      <a:pt x="560" y="370"/>
                    </a:lnTo>
                    <a:lnTo>
                      <a:pt x="565" y="371"/>
                    </a:lnTo>
                    <a:lnTo>
                      <a:pt x="569" y="372"/>
                    </a:lnTo>
                    <a:lnTo>
                      <a:pt x="573" y="374"/>
                    </a:lnTo>
                    <a:lnTo>
                      <a:pt x="576" y="376"/>
                    </a:lnTo>
                    <a:lnTo>
                      <a:pt x="580" y="377"/>
                    </a:lnTo>
                    <a:lnTo>
                      <a:pt x="585" y="376"/>
                    </a:lnTo>
                    <a:lnTo>
                      <a:pt x="589" y="377"/>
                    </a:lnTo>
                    <a:lnTo>
                      <a:pt x="591" y="379"/>
                    </a:lnTo>
                    <a:lnTo>
                      <a:pt x="592" y="382"/>
                    </a:lnTo>
                    <a:lnTo>
                      <a:pt x="593" y="384"/>
                    </a:lnTo>
                    <a:lnTo>
                      <a:pt x="597" y="386"/>
                    </a:lnTo>
                    <a:lnTo>
                      <a:pt x="603" y="387"/>
                    </a:lnTo>
                    <a:lnTo>
                      <a:pt x="607" y="388"/>
                    </a:lnTo>
                    <a:lnTo>
                      <a:pt x="608" y="391"/>
                    </a:lnTo>
                    <a:lnTo>
                      <a:pt x="604" y="395"/>
                    </a:lnTo>
                    <a:lnTo>
                      <a:pt x="600" y="398"/>
                    </a:lnTo>
                    <a:close/>
                  </a:path>
                </a:pathLst>
              </a:custGeom>
              <a:solidFill>
                <a:srgbClr val="59A3CD">
                  <a:alpha val="9600"/>
                </a:srgbClr>
              </a:solidFill>
              <a:ln>
                <a:noFill/>
              </a:ln>
            </p:spPr>
            <p:txBody>
              <a:bodyPr anchor="ctr"/>
              <a:lstStyle/>
              <a:p>
                <a:pPr algn="ctr">
                  <a:buNone/>
                </a:pPr>
              </a:p>
            </p:txBody>
          </p:sp>
          <p:sp>
            <p:nvSpPr>
              <p:cNvPr id="631" name="addition:spatial:13"/>
              <p:cNvSpPr>
                <a:spLocks noGrp="1"/>
              </p:cNvSpPr>
              <p:nvPr/>
            </p:nvSpPr>
            <p:spPr>
              <a:xfrm>
                <a:off x="5648325" y="1666875"/>
                <a:ext cx="737189" cy="732480"/>
              </a:xfrm>
              <a:custGeom>
                <a:avLst/>
                <a:gdLst/>
                <a:ahLst/>
                <a:cxnLst/>
                <a:rect l="l" t="t" r="r" b="b"/>
                <a:pathLst>
                  <a:path w="556" h="433">
                    <a:moveTo>
                      <a:pt x="0" y="0"/>
                    </a:moveTo>
                    <a:moveTo>
                      <a:pt x="553" y="403"/>
                    </a:moveTo>
                    <a:lnTo>
                      <a:pt x="551" y="406"/>
                    </a:lnTo>
                    <a:lnTo>
                      <a:pt x="549" y="408"/>
                    </a:lnTo>
                    <a:lnTo>
                      <a:pt x="546" y="410"/>
                    </a:lnTo>
                    <a:lnTo>
                      <a:pt x="545" y="413"/>
                    </a:lnTo>
                    <a:lnTo>
                      <a:pt x="545" y="415"/>
                    </a:lnTo>
                    <a:lnTo>
                      <a:pt x="543" y="418"/>
                    </a:lnTo>
                    <a:lnTo>
                      <a:pt x="540" y="419"/>
                    </a:lnTo>
                    <a:lnTo>
                      <a:pt x="537" y="421"/>
                    </a:lnTo>
                    <a:lnTo>
                      <a:pt x="536" y="424"/>
                    </a:lnTo>
                    <a:lnTo>
                      <a:pt x="536" y="428"/>
                    </a:lnTo>
                    <a:lnTo>
                      <a:pt x="535" y="431"/>
                    </a:lnTo>
                    <a:lnTo>
                      <a:pt x="532" y="433"/>
                    </a:lnTo>
                    <a:lnTo>
                      <a:pt x="527" y="432"/>
                    </a:lnTo>
                    <a:lnTo>
                      <a:pt x="522" y="430"/>
                    </a:lnTo>
                    <a:lnTo>
                      <a:pt x="518" y="428"/>
                    </a:lnTo>
                    <a:lnTo>
                      <a:pt x="516" y="428"/>
                    </a:lnTo>
                    <a:lnTo>
                      <a:pt x="513" y="429"/>
                    </a:lnTo>
                    <a:lnTo>
                      <a:pt x="510" y="430"/>
                    </a:lnTo>
                    <a:lnTo>
                      <a:pt x="508" y="430"/>
                    </a:lnTo>
                    <a:lnTo>
                      <a:pt x="505" y="430"/>
                    </a:lnTo>
                    <a:lnTo>
                      <a:pt x="501" y="431"/>
                    </a:lnTo>
                    <a:lnTo>
                      <a:pt x="497" y="432"/>
                    </a:lnTo>
                    <a:lnTo>
                      <a:pt x="494" y="431"/>
                    </a:lnTo>
                    <a:lnTo>
                      <a:pt x="491" y="429"/>
                    </a:lnTo>
                    <a:lnTo>
                      <a:pt x="490" y="426"/>
                    </a:lnTo>
                    <a:lnTo>
                      <a:pt x="488" y="423"/>
                    </a:lnTo>
                    <a:lnTo>
                      <a:pt x="485" y="422"/>
                    </a:lnTo>
                    <a:lnTo>
                      <a:pt x="481" y="421"/>
                    </a:lnTo>
                    <a:lnTo>
                      <a:pt x="478" y="419"/>
                    </a:lnTo>
                    <a:lnTo>
                      <a:pt x="478" y="416"/>
                    </a:lnTo>
                    <a:lnTo>
                      <a:pt x="480" y="413"/>
                    </a:lnTo>
                    <a:lnTo>
                      <a:pt x="481" y="410"/>
                    </a:lnTo>
                    <a:lnTo>
                      <a:pt x="480" y="408"/>
                    </a:lnTo>
                    <a:lnTo>
                      <a:pt x="476" y="406"/>
                    </a:lnTo>
                    <a:lnTo>
                      <a:pt x="472" y="403"/>
                    </a:lnTo>
                    <a:lnTo>
                      <a:pt x="469" y="401"/>
                    </a:lnTo>
                    <a:lnTo>
                      <a:pt x="468" y="398"/>
                    </a:lnTo>
                    <a:lnTo>
                      <a:pt x="468" y="395"/>
                    </a:lnTo>
                    <a:lnTo>
                      <a:pt x="468" y="392"/>
                    </a:lnTo>
                    <a:lnTo>
                      <a:pt x="469" y="389"/>
                    </a:lnTo>
                    <a:lnTo>
                      <a:pt x="473" y="388"/>
                    </a:lnTo>
                    <a:lnTo>
                      <a:pt x="478" y="387"/>
                    </a:lnTo>
                    <a:lnTo>
                      <a:pt x="483" y="387"/>
                    </a:lnTo>
                    <a:lnTo>
                      <a:pt x="485" y="386"/>
                    </a:lnTo>
                    <a:lnTo>
                      <a:pt x="486" y="383"/>
                    </a:lnTo>
                    <a:lnTo>
                      <a:pt x="487" y="379"/>
                    </a:lnTo>
                    <a:lnTo>
                      <a:pt x="490" y="377"/>
                    </a:lnTo>
                    <a:lnTo>
                      <a:pt x="494" y="377"/>
                    </a:lnTo>
                    <a:lnTo>
                      <a:pt x="498" y="377"/>
                    </a:lnTo>
                    <a:lnTo>
                      <a:pt x="502" y="377"/>
                    </a:lnTo>
                    <a:lnTo>
                      <a:pt x="506" y="375"/>
                    </a:lnTo>
                    <a:lnTo>
                      <a:pt x="510" y="373"/>
                    </a:lnTo>
                    <a:lnTo>
                      <a:pt x="514" y="371"/>
                    </a:lnTo>
                    <a:lnTo>
                      <a:pt x="518" y="372"/>
                    </a:lnTo>
                    <a:lnTo>
                      <a:pt x="523" y="374"/>
                    </a:lnTo>
                    <a:lnTo>
                      <a:pt x="526" y="375"/>
                    </a:lnTo>
                    <a:lnTo>
                      <a:pt x="530" y="377"/>
                    </a:lnTo>
                    <a:lnTo>
                      <a:pt x="533" y="379"/>
                    </a:lnTo>
                    <a:lnTo>
                      <a:pt x="535" y="382"/>
                    </a:lnTo>
                    <a:lnTo>
                      <a:pt x="536" y="385"/>
                    </a:lnTo>
                    <a:lnTo>
                      <a:pt x="538" y="386"/>
                    </a:lnTo>
                    <a:lnTo>
                      <a:pt x="543" y="386"/>
                    </a:lnTo>
                    <a:lnTo>
                      <a:pt x="549" y="386"/>
                    </a:lnTo>
                    <a:lnTo>
                      <a:pt x="554" y="386"/>
                    </a:lnTo>
                    <a:lnTo>
                      <a:pt x="556" y="389"/>
                    </a:lnTo>
                    <a:lnTo>
                      <a:pt x="555" y="392"/>
                    </a:lnTo>
                    <a:lnTo>
                      <a:pt x="553" y="395"/>
                    </a:lnTo>
                    <a:lnTo>
                      <a:pt x="552" y="398"/>
                    </a:lnTo>
                    <a:lnTo>
                      <a:pt x="553" y="401"/>
                    </a:lnTo>
                    <a:close/>
                  </a:path>
                </a:pathLst>
              </a:custGeom>
              <a:solidFill>
                <a:srgbClr val="59A3CD">
                  <a:alpha val="9600"/>
                </a:srgbClr>
              </a:solidFill>
              <a:ln>
                <a:noFill/>
              </a:ln>
            </p:spPr>
            <p:txBody>
              <a:bodyPr anchor="ctr"/>
              <a:lstStyle/>
              <a:p>
                <a:pPr algn="ctr">
                  <a:buNone/>
                </a:pPr>
              </a:p>
            </p:txBody>
          </p:sp>
          <p:sp>
            <p:nvSpPr>
              <p:cNvPr id="632" name="addition:spatial:14"/>
              <p:cNvSpPr>
                <a:spLocks noGrp="1"/>
              </p:cNvSpPr>
              <p:nvPr/>
            </p:nvSpPr>
            <p:spPr>
              <a:xfrm>
                <a:off x="5648325" y="1666875"/>
                <a:ext cx="674873" cy="708797"/>
              </a:xfrm>
              <a:custGeom>
                <a:avLst/>
                <a:gdLst/>
                <a:ahLst/>
                <a:cxnLst/>
                <a:rect l="l" t="t" r="r" b="b"/>
                <a:pathLst>
                  <a:path w="509" h="419">
                    <a:moveTo>
                      <a:pt x="0" y="0"/>
                    </a:moveTo>
                    <a:moveTo>
                      <a:pt x="508" y="393"/>
                    </a:moveTo>
                    <a:lnTo>
                      <a:pt x="507" y="395"/>
                    </a:lnTo>
                    <a:lnTo>
                      <a:pt x="505" y="397"/>
                    </a:lnTo>
                    <a:lnTo>
                      <a:pt x="502" y="399"/>
                    </a:lnTo>
                    <a:lnTo>
                      <a:pt x="500" y="400"/>
                    </a:lnTo>
                    <a:lnTo>
                      <a:pt x="500" y="402"/>
                    </a:lnTo>
                    <a:lnTo>
                      <a:pt x="502" y="405"/>
                    </a:lnTo>
                    <a:lnTo>
                      <a:pt x="504" y="409"/>
                    </a:lnTo>
                    <a:lnTo>
                      <a:pt x="503" y="412"/>
                    </a:lnTo>
                    <a:lnTo>
                      <a:pt x="500" y="413"/>
                    </a:lnTo>
                    <a:lnTo>
                      <a:pt x="497" y="413"/>
                    </a:lnTo>
                    <a:lnTo>
                      <a:pt x="494" y="414"/>
                    </a:lnTo>
                    <a:lnTo>
                      <a:pt x="491" y="414"/>
                    </a:lnTo>
                    <a:lnTo>
                      <a:pt x="489" y="414"/>
                    </a:lnTo>
                    <a:lnTo>
                      <a:pt x="486" y="414"/>
                    </a:lnTo>
                    <a:lnTo>
                      <a:pt x="484" y="413"/>
                    </a:lnTo>
                    <a:lnTo>
                      <a:pt x="482" y="414"/>
                    </a:lnTo>
                    <a:lnTo>
                      <a:pt x="480" y="416"/>
                    </a:lnTo>
                    <a:lnTo>
                      <a:pt x="477" y="418"/>
                    </a:lnTo>
                    <a:lnTo>
                      <a:pt x="474" y="419"/>
                    </a:lnTo>
                    <a:lnTo>
                      <a:pt x="472" y="417"/>
                    </a:lnTo>
                    <a:lnTo>
                      <a:pt x="470" y="416"/>
                    </a:lnTo>
                    <a:lnTo>
                      <a:pt x="467" y="415"/>
                    </a:lnTo>
                    <a:lnTo>
                      <a:pt x="464" y="415"/>
                    </a:lnTo>
                    <a:lnTo>
                      <a:pt x="460" y="415"/>
                    </a:lnTo>
                    <a:lnTo>
                      <a:pt x="457" y="414"/>
                    </a:lnTo>
                    <a:lnTo>
                      <a:pt x="455" y="412"/>
                    </a:lnTo>
                    <a:lnTo>
                      <a:pt x="455" y="409"/>
                    </a:lnTo>
                    <a:lnTo>
                      <a:pt x="454" y="406"/>
                    </a:lnTo>
                    <a:lnTo>
                      <a:pt x="453" y="404"/>
                    </a:lnTo>
                    <a:lnTo>
                      <a:pt x="452" y="402"/>
                    </a:lnTo>
                    <a:lnTo>
                      <a:pt x="450" y="401"/>
                    </a:lnTo>
                    <a:lnTo>
                      <a:pt x="449" y="399"/>
                    </a:lnTo>
                    <a:lnTo>
                      <a:pt x="447" y="397"/>
                    </a:lnTo>
                    <a:lnTo>
                      <a:pt x="443" y="395"/>
                    </a:lnTo>
                    <a:lnTo>
                      <a:pt x="439" y="393"/>
                    </a:lnTo>
                    <a:lnTo>
                      <a:pt x="437" y="390"/>
                    </a:lnTo>
                    <a:lnTo>
                      <a:pt x="439" y="388"/>
                    </a:lnTo>
                    <a:lnTo>
                      <a:pt x="442" y="386"/>
                    </a:lnTo>
                    <a:lnTo>
                      <a:pt x="446" y="385"/>
                    </a:lnTo>
                    <a:lnTo>
                      <a:pt x="448" y="383"/>
                    </a:lnTo>
                    <a:lnTo>
                      <a:pt x="448" y="381"/>
                    </a:lnTo>
                    <a:lnTo>
                      <a:pt x="449" y="378"/>
                    </a:lnTo>
                    <a:lnTo>
                      <a:pt x="451" y="377"/>
                    </a:lnTo>
                    <a:lnTo>
                      <a:pt x="454" y="376"/>
                    </a:lnTo>
                    <a:lnTo>
                      <a:pt x="457" y="375"/>
                    </a:lnTo>
                    <a:lnTo>
                      <a:pt x="459" y="374"/>
                    </a:lnTo>
                    <a:lnTo>
                      <a:pt x="462" y="372"/>
                    </a:lnTo>
                    <a:lnTo>
                      <a:pt x="464" y="370"/>
                    </a:lnTo>
                    <a:lnTo>
                      <a:pt x="467" y="369"/>
                    </a:lnTo>
                    <a:lnTo>
                      <a:pt x="470" y="368"/>
                    </a:lnTo>
                    <a:lnTo>
                      <a:pt x="473" y="367"/>
                    </a:lnTo>
                    <a:lnTo>
                      <a:pt x="477" y="366"/>
                    </a:lnTo>
                    <a:lnTo>
                      <a:pt x="480" y="365"/>
                    </a:lnTo>
                    <a:lnTo>
                      <a:pt x="484" y="366"/>
                    </a:lnTo>
                    <a:lnTo>
                      <a:pt x="486" y="369"/>
                    </a:lnTo>
                    <a:lnTo>
                      <a:pt x="488" y="373"/>
                    </a:lnTo>
                    <a:lnTo>
                      <a:pt x="490" y="375"/>
                    </a:lnTo>
                    <a:lnTo>
                      <a:pt x="492" y="375"/>
                    </a:lnTo>
                    <a:lnTo>
                      <a:pt x="496" y="374"/>
                    </a:lnTo>
                    <a:lnTo>
                      <a:pt x="500" y="373"/>
                    </a:lnTo>
                    <a:lnTo>
                      <a:pt x="502" y="374"/>
                    </a:lnTo>
                    <a:lnTo>
                      <a:pt x="504" y="376"/>
                    </a:lnTo>
                    <a:lnTo>
                      <a:pt x="505" y="378"/>
                    </a:lnTo>
                    <a:lnTo>
                      <a:pt x="507" y="379"/>
                    </a:lnTo>
                    <a:lnTo>
                      <a:pt x="509" y="381"/>
                    </a:lnTo>
                    <a:lnTo>
                      <a:pt x="509" y="384"/>
                    </a:lnTo>
                    <a:lnTo>
                      <a:pt x="508" y="386"/>
                    </a:lnTo>
                    <a:lnTo>
                      <a:pt x="507" y="389"/>
                    </a:lnTo>
                    <a:lnTo>
                      <a:pt x="507" y="391"/>
                    </a:lnTo>
                    <a:close/>
                  </a:path>
                </a:pathLst>
              </a:custGeom>
              <a:solidFill>
                <a:srgbClr val="59A3CD">
                  <a:alpha val="9600"/>
                </a:srgbClr>
              </a:solidFill>
              <a:ln>
                <a:noFill/>
              </a:ln>
            </p:spPr>
            <p:txBody>
              <a:bodyPr anchor="ctr"/>
              <a:lstStyle/>
              <a:p>
                <a:pPr algn="ctr">
                  <a:buNone/>
                </a:pPr>
              </a:p>
            </p:txBody>
          </p:sp>
          <p:sp>
            <p:nvSpPr>
              <p:cNvPr id="633" name="addition:spatial:15"/>
              <p:cNvSpPr>
                <a:spLocks noGrp="1"/>
              </p:cNvSpPr>
              <p:nvPr/>
            </p:nvSpPr>
            <p:spPr>
              <a:xfrm>
                <a:off x="5648325" y="1666875"/>
                <a:ext cx="771662" cy="717255"/>
              </a:xfrm>
              <a:custGeom>
                <a:avLst/>
                <a:gdLst/>
                <a:ahLst/>
                <a:cxnLst/>
                <a:rect l="l" t="t" r="r" b="b"/>
                <a:pathLst>
                  <a:path w="582" h="424">
                    <a:moveTo>
                      <a:pt x="0" y="0"/>
                    </a:moveTo>
                    <a:moveTo>
                      <a:pt x="574" y="389"/>
                    </a:moveTo>
                    <a:lnTo>
                      <a:pt x="577" y="391"/>
                    </a:lnTo>
                    <a:lnTo>
                      <a:pt x="579" y="394"/>
                    </a:lnTo>
                    <a:lnTo>
                      <a:pt x="577" y="397"/>
                    </a:lnTo>
                    <a:lnTo>
                      <a:pt x="574" y="399"/>
                    </a:lnTo>
                    <a:lnTo>
                      <a:pt x="572" y="402"/>
                    </a:lnTo>
                    <a:lnTo>
                      <a:pt x="572" y="405"/>
                    </a:lnTo>
                    <a:lnTo>
                      <a:pt x="573" y="408"/>
                    </a:lnTo>
                    <a:lnTo>
                      <a:pt x="572" y="411"/>
                    </a:lnTo>
                    <a:lnTo>
                      <a:pt x="569" y="413"/>
                    </a:lnTo>
                    <a:lnTo>
                      <a:pt x="565" y="415"/>
                    </a:lnTo>
                    <a:lnTo>
                      <a:pt x="561" y="416"/>
                    </a:lnTo>
                    <a:lnTo>
                      <a:pt x="558" y="417"/>
                    </a:lnTo>
                    <a:lnTo>
                      <a:pt x="554" y="417"/>
                    </a:lnTo>
                    <a:lnTo>
                      <a:pt x="550" y="416"/>
                    </a:lnTo>
                    <a:lnTo>
                      <a:pt x="546" y="414"/>
                    </a:lnTo>
                    <a:lnTo>
                      <a:pt x="542" y="414"/>
                    </a:lnTo>
                    <a:lnTo>
                      <a:pt x="539" y="416"/>
                    </a:lnTo>
                    <a:lnTo>
                      <a:pt x="535" y="420"/>
                    </a:lnTo>
                    <a:lnTo>
                      <a:pt x="531" y="424"/>
                    </a:lnTo>
                    <a:lnTo>
                      <a:pt x="525" y="424"/>
                    </a:lnTo>
                    <a:lnTo>
                      <a:pt x="521" y="422"/>
                    </a:lnTo>
                    <a:lnTo>
                      <a:pt x="518" y="419"/>
                    </a:lnTo>
                    <a:lnTo>
                      <a:pt x="514" y="416"/>
                    </a:lnTo>
                    <a:lnTo>
                      <a:pt x="510" y="415"/>
                    </a:lnTo>
                    <a:lnTo>
                      <a:pt x="506" y="414"/>
                    </a:lnTo>
                    <a:lnTo>
                      <a:pt x="503" y="411"/>
                    </a:lnTo>
                    <a:lnTo>
                      <a:pt x="501" y="408"/>
                    </a:lnTo>
                    <a:lnTo>
                      <a:pt x="498" y="406"/>
                    </a:lnTo>
                    <a:lnTo>
                      <a:pt x="495" y="404"/>
                    </a:lnTo>
                    <a:lnTo>
                      <a:pt x="491" y="402"/>
                    </a:lnTo>
                    <a:lnTo>
                      <a:pt x="488" y="399"/>
                    </a:lnTo>
                    <a:lnTo>
                      <a:pt x="488" y="397"/>
                    </a:lnTo>
                    <a:lnTo>
                      <a:pt x="487" y="394"/>
                    </a:lnTo>
                    <a:lnTo>
                      <a:pt x="485" y="391"/>
                    </a:lnTo>
                    <a:lnTo>
                      <a:pt x="480" y="389"/>
                    </a:lnTo>
                    <a:lnTo>
                      <a:pt x="475" y="385"/>
                    </a:lnTo>
                    <a:lnTo>
                      <a:pt x="474" y="382"/>
                    </a:lnTo>
                    <a:lnTo>
                      <a:pt x="478" y="379"/>
                    </a:lnTo>
                    <a:lnTo>
                      <a:pt x="485" y="378"/>
                    </a:lnTo>
                    <a:lnTo>
                      <a:pt x="492" y="376"/>
                    </a:lnTo>
                    <a:lnTo>
                      <a:pt x="495" y="375"/>
                    </a:lnTo>
                    <a:lnTo>
                      <a:pt x="497" y="372"/>
                    </a:lnTo>
                    <a:lnTo>
                      <a:pt x="499" y="370"/>
                    </a:lnTo>
                    <a:lnTo>
                      <a:pt x="502" y="367"/>
                    </a:lnTo>
                    <a:lnTo>
                      <a:pt x="505" y="365"/>
                    </a:lnTo>
                    <a:lnTo>
                      <a:pt x="507" y="362"/>
                    </a:lnTo>
                    <a:lnTo>
                      <a:pt x="510" y="359"/>
                    </a:lnTo>
                    <a:lnTo>
                      <a:pt x="514" y="357"/>
                    </a:lnTo>
                    <a:lnTo>
                      <a:pt x="520" y="356"/>
                    </a:lnTo>
                    <a:lnTo>
                      <a:pt x="526" y="357"/>
                    </a:lnTo>
                    <a:lnTo>
                      <a:pt x="531" y="358"/>
                    </a:lnTo>
                    <a:lnTo>
                      <a:pt x="535" y="358"/>
                    </a:lnTo>
                    <a:lnTo>
                      <a:pt x="540" y="356"/>
                    </a:lnTo>
                    <a:lnTo>
                      <a:pt x="545" y="355"/>
                    </a:lnTo>
                    <a:lnTo>
                      <a:pt x="549" y="357"/>
                    </a:lnTo>
                    <a:lnTo>
                      <a:pt x="552" y="360"/>
                    </a:lnTo>
                    <a:lnTo>
                      <a:pt x="554" y="364"/>
                    </a:lnTo>
                    <a:lnTo>
                      <a:pt x="556" y="365"/>
                    </a:lnTo>
                    <a:lnTo>
                      <a:pt x="561" y="365"/>
                    </a:lnTo>
                    <a:lnTo>
                      <a:pt x="566" y="365"/>
                    </a:lnTo>
                    <a:lnTo>
                      <a:pt x="570" y="365"/>
                    </a:lnTo>
                    <a:lnTo>
                      <a:pt x="574" y="366"/>
                    </a:lnTo>
                    <a:lnTo>
                      <a:pt x="577" y="368"/>
                    </a:lnTo>
                    <a:lnTo>
                      <a:pt x="580" y="370"/>
                    </a:lnTo>
                    <a:lnTo>
                      <a:pt x="582" y="373"/>
                    </a:lnTo>
                    <a:lnTo>
                      <a:pt x="581" y="377"/>
                    </a:lnTo>
                    <a:lnTo>
                      <a:pt x="578" y="380"/>
                    </a:lnTo>
                    <a:lnTo>
                      <a:pt x="573" y="384"/>
                    </a:lnTo>
                    <a:lnTo>
                      <a:pt x="571" y="386"/>
                    </a:lnTo>
                    <a:close/>
                  </a:path>
                </a:pathLst>
              </a:custGeom>
              <a:solidFill>
                <a:srgbClr val="59A3CD">
                  <a:alpha val="9600"/>
                </a:srgbClr>
              </a:solidFill>
              <a:ln>
                <a:noFill/>
              </a:ln>
            </p:spPr>
            <p:txBody>
              <a:bodyPr anchor="ctr"/>
              <a:lstStyle/>
              <a:p>
                <a:pPr algn="ctr">
                  <a:buNone/>
                </a:pPr>
              </a:p>
            </p:txBody>
          </p:sp>
          <p:sp>
            <p:nvSpPr>
              <p:cNvPr id="634" name="addition:spatial:16"/>
              <p:cNvSpPr>
                <a:spLocks noGrp="1"/>
              </p:cNvSpPr>
              <p:nvPr/>
            </p:nvSpPr>
            <p:spPr>
              <a:xfrm>
                <a:off x="5648325" y="1666875"/>
                <a:ext cx="800832" cy="729097"/>
              </a:xfrm>
              <a:custGeom>
                <a:avLst/>
                <a:gdLst/>
                <a:ahLst/>
                <a:cxnLst/>
                <a:rect l="l" t="t" r="r" b="b"/>
                <a:pathLst>
                  <a:path w="604" h="431">
                    <a:moveTo>
                      <a:pt x="0" y="0"/>
                    </a:moveTo>
                    <a:moveTo>
                      <a:pt x="598" y="383"/>
                    </a:moveTo>
                    <a:lnTo>
                      <a:pt x="603" y="387"/>
                    </a:lnTo>
                    <a:lnTo>
                      <a:pt x="604" y="392"/>
                    </a:lnTo>
                    <a:lnTo>
                      <a:pt x="604" y="396"/>
                    </a:lnTo>
                    <a:lnTo>
                      <a:pt x="603" y="400"/>
                    </a:lnTo>
                    <a:lnTo>
                      <a:pt x="601" y="405"/>
                    </a:lnTo>
                    <a:lnTo>
                      <a:pt x="598" y="408"/>
                    </a:lnTo>
                    <a:lnTo>
                      <a:pt x="591" y="410"/>
                    </a:lnTo>
                    <a:lnTo>
                      <a:pt x="581" y="410"/>
                    </a:lnTo>
                    <a:lnTo>
                      <a:pt x="573" y="410"/>
                    </a:lnTo>
                    <a:lnTo>
                      <a:pt x="569" y="412"/>
                    </a:lnTo>
                    <a:lnTo>
                      <a:pt x="568" y="417"/>
                    </a:lnTo>
                    <a:lnTo>
                      <a:pt x="567" y="424"/>
                    </a:lnTo>
                    <a:lnTo>
                      <a:pt x="562" y="429"/>
                    </a:lnTo>
                    <a:lnTo>
                      <a:pt x="555" y="430"/>
                    </a:lnTo>
                    <a:lnTo>
                      <a:pt x="548" y="429"/>
                    </a:lnTo>
                    <a:lnTo>
                      <a:pt x="541" y="429"/>
                    </a:lnTo>
                    <a:lnTo>
                      <a:pt x="534" y="430"/>
                    </a:lnTo>
                    <a:lnTo>
                      <a:pt x="527" y="431"/>
                    </a:lnTo>
                    <a:lnTo>
                      <a:pt x="520" y="430"/>
                    </a:lnTo>
                    <a:lnTo>
                      <a:pt x="514" y="427"/>
                    </a:lnTo>
                    <a:lnTo>
                      <a:pt x="508" y="425"/>
                    </a:lnTo>
                    <a:lnTo>
                      <a:pt x="503" y="423"/>
                    </a:lnTo>
                    <a:lnTo>
                      <a:pt x="497" y="422"/>
                    </a:lnTo>
                    <a:lnTo>
                      <a:pt x="492" y="420"/>
                    </a:lnTo>
                    <a:lnTo>
                      <a:pt x="489" y="416"/>
                    </a:lnTo>
                    <a:lnTo>
                      <a:pt x="488" y="412"/>
                    </a:lnTo>
                    <a:lnTo>
                      <a:pt x="484" y="409"/>
                    </a:lnTo>
                    <a:lnTo>
                      <a:pt x="477" y="409"/>
                    </a:lnTo>
                    <a:lnTo>
                      <a:pt x="467" y="409"/>
                    </a:lnTo>
                    <a:lnTo>
                      <a:pt x="460" y="406"/>
                    </a:lnTo>
                    <a:lnTo>
                      <a:pt x="458" y="402"/>
                    </a:lnTo>
                    <a:lnTo>
                      <a:pt x="462" y="396"/>
                    </a:lnTo>
                    <a:lnTo>
                      <a:pt x="468" y="391"/>
                    </a:lnTo>
                    <a:lnTo>
                      <a:pt x="471" y="387"/>
                    </a:lnTo>
                    <a:lnTo>
                      <a:pt x="473" y="383"/>
                    </a:lnTo>
                    <a:lnTo>
                      <a:pt x="474" y="379"/>
                    </a:lnTo>
                    <a:lnTo>
                      <a:pt x="477" y="376"/>
                    </a:lnTo>
                    <a:lnTo>
                      <a:pt x="480" y="372"/>
                    </a:lnTo>
                    <a:lnTo>
                      <a:pt x="480" y="368"/>
                    </a:lnTo>
                    <a:lnTo>
                      <a:pt x="478" y="363"/>
                    </a:lnTo>
                    <a:lnTo>
                      <a:pt x="478" y="358"/>
                    </a:lnTo>
                    <a:lnTo>
                      <a:pt x="481" y="354"/>
                    </a:lnTo>
                    <a:lnTo>
                      <a:pt x="487" y="352"/>
                    </a:lnTo>
                    <a:lnTo>
                      <a:pt x="493" y="351"/>
                    </a:lnTo>
                    <a:lnTo>
                      <a:pt x="496" y="348"/>
                    </a:lnTo>
                    <a:lnTo>
                      <a:pt x="498" y="343"/>
                    </a:lnTo>
                    <a:lnTo>
                      <a:pt x="501" y="338"/>
                    </a:lnTo>
                    <a:lnTo>
                      <a:pt x="506" y="336"/>
                    </a:lnTo>
                    <a:lnTo>
                      <a:pt x="513" y="339"/>
                    </a:lnTo>
                    <a:lnTo>
                      <a:pt x="519" y="342"/>
                    </a:lnTo>
                    <a:lnTo>
                      <a:pt x="524" y="344"/>
                    </a:lnTo>
                    <a:lnTo>
                      <a:pt x="528" y="344"/>
                    </a:lnTo>
                    <a:lnTo>
                      <a:pt x="533" y="342"/>
                    </a:lnTo>
                    <a:lnTo>
                      <a:pt x="537" y="340"/>
                    </a:lnTo>
                    <a:lnTo>
                      <a:pt x="543" y="340"/>
                    </a:lnTo>
                    <a:lnTo>
                      <a:pt x="548" y="339"/>
                    </a:lnTo>
                    <a:lnTo>
                      <a:pt x="555" y="337"/>
                    </a:lnTo>
                    <a:lnTo>
                      <a:pt x="563" y="337"/>
                    </a:lnTo>
                    <a:lnTo>
                      <a:pt x="568" y="339"/>
                    </a:lnTo>
                    <a:lnTo>
                      <a:pt x="571" y="345"/>
                    </a:lnTo>
                    <a:lnTo>
                      <a:pt x="571" y="351"/>
                    </a:lnTo>
                    <a:lnTo>
                      <a:pt x="571" y="356"/>
                    </a:lnTo>
                    <a:lnTo>
                      <a:pt x="576" y="359"/>
                    </a:lnTo>
                    <a:lnTo>
                      <a:pt x="583" y="360"/>
                    </a:lnTo>
                    <a:lnTo>
                      <a:pt x="589" y="363"/>
                    </a:lnTo>
                    <a:lnTo>
                      <a:pt x="591" y="367"/>
                    </a:lnTo>
                    <a:lnTo>
                      <a:pt x="590" y="372"/>
                    </a:lnTo>
                    <a:lnTo>
                      <a:pt x="590" y="376"/>
                    </a:lnTo>
                    <a:lnTo>
                      <a:pt x="593" y="379"/>
                    </a:lnTo>
                    <a:close/>
                  </a:path>
                </a:pathLst>
              </a:custGeom>
              <a:solidFill>
                <a:srgbClr val="0675B4">
                  <a:alpha val="11100"/>
                </a:srgbClr>
              </a:solidFill>
              <a:ln>
                <a:noFill/>
              </a:ln>
            </p:spPr>
            <p:txBody>
              <a:bodyPr anchor="ctr"/>
              <a:lstStyle/>
              <a:p>
                <a:pPr algn="ctr">
                  <a:buNone/>
                </a:pPr>
              </a:p>
            </p:txBody>
          </p:sp>
          <p:sp>
            <p:nvSpPr>
              <p:cNvPr id="635" name="addition:spatial:17"/>
              <p:cNvSpPr>
                <a:spLocks noGrp="1"/>
              </p:cNvSpPr>
              <p:nvPr/>
            </p:nvSpPr>
            <p:spPr>
              <a:xfrm>
                <a:off x="5648325" y="1666875"/>
                <a:ext cx="719953" cy="668198"/>
              </a:xfrm>
              <a:custGeom>
                <a:avLst/>
                <a:gdLst/>
                <a:ahLst/>
                <a:cxnLst/>
                <a:rect l="l" t="t" r="r" b="b"/>
                <a:pathLst>
                  <a:path w="543" h="395">
                    <a:moveTo>
                      <a:pt x="0" y="0"/>
                    </a:moveTo>
                    <a:moveTo>
                      <a:pt x="543" y="370"/>
                    </a:moveTo>
                    <a:lnTo>
                      <a:pt x="542" y="373"/>
                    </a:lnTo>
                    <a:lnTo>
                      <a:pt x="539" y="375"/>
                    </a:lnTo>
                    <a:lnTo>
                      <a:pt x="536" y="377"/>
                    </a:lnTo>
                    <a:lnTo>
                      <a:pt x="534" y="378"/>
                    </a:lnTo>
                    <a:lnTo>
                      <a:pt x="532" y="380"/>
                    </a:lnTo>
                    <a:lnTo>
                      <a:pt x="529" y="381"/>
                    </a:lnTo>
                    <a:lnTo>
                      <a:pt x="527" y="382"/>
                    </a:lnTo>
                    <a:lnTo>
                      <a:pt x="525" y="384"/>
                    </a:lnTo>
                    <a:lnTo>
                      <a:pt x="524" y="386"/>
                    </a:lnTo>
                    <a:lnTo>
                      <a:pt x="524" y="389"/>
                    </a:lnTo>
                    <a:lnTo>
                      <a:pt x="523" y="392"/>
                    </a:lnTo>
                    <a:lnTo>
                      <a:pt x="520" y="393"/>
                    </a:lnTo>
                    <a:lnTo>
                      <a:pt x="516" y="393"/>
                    </a:lnTo>
                    <a:lnTo>
                      <a:pt x="512" y="392"/>
                    </a:lnTo>
                    <a:lnTo>
                      <a:pt x="509" y="392"/>
                    </a:lnTo>
                    <a:lnTo>
                      <a:pt x="507" y="394"/>
                    </a:lnTo>
                    <a:lnTo>
                      <a:pt x="504" y="395"/>
                    </a:lnTo>
                    <a:lnTo>
                      <a:pt x="501" y="395"/>
                    </a:lnTo>
                    <a:lnTo>
                      <a:pt x="499" y="393"/>
                    </a:lnTo>
                    <a:lnTo>
                      <a:pt x="497" y="391"/>
                    </a:lnTo>
                    <a:lnTo>
                      <a:pt x="495" y="390"/>
                    </a:lnTo>
                    <a:lnTo>
                      <a:pt x="493" y="389"/>
                    </a:lnTo>
                    <a:lnTo>
                      <a:pt x="490" y="389"/>
                    </a:lnTo>
                    <a:lnTo>
                      <a:pt x="488" y="389"/>
                    </a:lnTo>
                    <a:lnTo>
                      <a:pt x="486" y="388"/>
                    </a:lnTo>
                    <a:lnTo>
                      <a:pt x="483" y="388"/>
                    </a:lnTo>
                    <a:lnTo>
                      <a:pt x="480" y="387"/>
                    </a:lnTo>
                    <a:lnTo>
                      <a:pt x="477" y="386"/>
                    </a:lnTo>
                    <a:lnTo>
                      <a:pt x="476" y="384"/>
                    </a:lnTo>
                    <a:lnTo>
                      <a:pt x="477" y="381"/>
                    </a:lnTo>
                    <a:lnTo>
                      <a:pt x="480" y="378"/>
                    </a:lnTo>
                    <a:lnTo>
                      <a:pt x="482" y="376"/>
                    </a:lnTo>
                    <a:lnTo>
                      <a:pt x="481" y="374"/>
                    </a:lnTo>
                    <a:lnTo>
                      <a:pt x="479" y="372"/>
                    </a:lnTo>
                    <a:lnTo>
                      <a:pt x="478" y="370"/>
                    </a:lnTo>
                    <a:lnTo>
                      <a:pt x="478" y="368"/>
                    </a:lnTo>
                    <a:lnTo>
                      <a:pt x="479" y="366"/>
                    </a:lnTo>
                    <a:lnTo>
                      <a:pt x="479" y="365"/>
                    </a:lnTo>
                    <a:lnTo>
                      <a:pt x="479" y="362"/>
                    </a:lnTo>
                    <a:lnTo>
                      <a:pt x="478" y="360"/>
                    </a:lnTo>
                    <a:lnTo>
                      <a:pt x="479" y="358"/>
                    </a:lnTo>
                    <a:lnTo>
                      <a:pt x="480" y="356"/>
                    </a:lnTo>
                    <a:lnTo>
                      <a:pt x="482" y="355"/>
                    </a:lnTo>
                    <a:lnTo>
                      <a:pt x="483" y="353"/>
                    </a:lnTo>
                    <a:lnTo>
                      <a:pt x="484" y="351"/>
                    </a:lnTo>
                    <a:lnTo>
                      <a:pt x="486" y="350"/>
                    </a:lnTo>
                    <a:lnTo>
                      <a:pt x="489" y="350"/>
                    </a:lnTo>
                    <a:lnTo>
                      <a:pt x="493" y="352"/>
                    </a:lnTo>
                    <a:lnTo>
                      <a:pt x="496" y="353"/>
                    </a:lnTo>
                    <a:lnTo>
                      <a:pt x="497" y="352"/>
                    </a:lnTo>
                    <a:lnTo>
                      <a:pt x="499" y="349"/>
                    </a:lnTo>
                    <a:lnTo>
                      <a:pt x="501" y="347"/>
                    </a:lnTo>
                    <a:lnTo>
                      <a:pt x="504" y="345"/>
                    </a:lnTo>
                    <a:lnTo>
                      <a:pt x="507" y="345"/>
                    </a:lnTo>
                    <a:lnTo>
                      <a:pt x="510" y="346"/>
                    </a:lnTo>
                    <a:lnTo>
                      <a:pt x="513" y="347"/>
                    </a:lnTo>
                    <a:lnTo>
                      <a:pt x="516" y="348"/>
                    </a:lnTo>
                    <a:lnTo>
                      <a:pt x="518" y="349"/>
                    </a:lnTo>
                    <a:lnTo>
                      <a:pt x="520" y="351"/>
                    </a:lnTo>
                    <a:lnTo>
                      <a:pt x="522" y="353"/>
                    </a:lnTo>
                    <a:lnTo>
                      <a:pt x="524" y="355"/>
                    </a:lnTo>
                    <a:lnTo>
                      <a:pt x="527" y="356"/>
                    </a:lnTo>
                    <a:lnTo>
                      <a:pt x="530" y="357"/>
                    </a:lnTo>
                    <a:lnTo>
                      <a:pt x="532" y="359"/>
                    </a:lnTo>
                    <a:lnTo>
                      <a:pt x="532" y="361"/>
                    </a:lnTo>
                    <a:lnTo>
                      <a:pt x="532" y="363"/>
                    </a:lnTo>
                    <a:lnTo>
                      <a:pt x="533" y="365"/>
                    </a:lnTo>
                    <a:lnTo>
                      <a:pt x="536" y="366"/>
                    </a:lnTo>
                    <a:lnTo>
                      <a:pt x="540" y="368"/>
                    </a:lnTo>
                    <a:close/>
                  </a:path>
                </a:pathLst>
              </a:custGeom>
              <a:solidFill>
                <a:srgbClr val="0072B2">
                  <a:alpha val="10800"/>
                </a:srgbClr>
              </a:solidFill>
              <a:ln>
                <a:noFill/>
              </a:ln>
            </p:spPr>
            <p:txBody>
              <a:bodyPr anchor="ctr"/>
              <a:lstStyle/>
              <a:p>
                <a:pPr algn="ctr">
                  <a:buNone/>
                </a:pPr>
              </a:p>
            </p:txBody>
          </p:sp>
          <p:sp>
            <p:nvSpPr>
              <p:cNvPr id="636" name="addition:spatial:18"/>
              <p:cNvSpPr>
                <a:spLocks noGrp="1"/>
              </p:cNvSpPr>
              <p:nvPr/>
            </p:nvSpPr>
            <p:spPr>
              <a:xfrm>
                <a:off x="5648325" y="1666875"/>
                <a:ext cx="757077" cy="647898"/>
              </a:xfrm>
              <a:custGeom>
                <a:avLst/>
                <a:gdLst/>
                <a:ahLst/>
                <a:cxnLst/>
                <a:rect l="l" t="t" r="r" b="b"/>
                <a:pathLst>
                  <a:path w="571" h="383">
                    <a:moveTo>
                      <a:pt x="0" y="0"/>
                    </a:moveTo>
                    <a:moveTo>
                      <a:pt x="571" y="363"/>
                    </a:moveTo>
                    <a:lnTo>
                      <a:pt x="570" y="365"/>
                    </a:lnTo>
                    <a:lnTo>
                      <a:pt x="568" y="366"/>
                    </a:lnTo>
                    <a:lnTo>
                      <a:pt x="568" y="368"/>
                    </a:lnTo>
                    <a:lnTo>
                      <a:pt x="569" y="369"/>
                    </a:lnTo>
                    <a:lnTo>
                      <a:pt x="570" y="371"/>
                    </a:lnTo>
                    <a:lnTo>
                      <a:pt x="570" y="373"/>
                    </a:lnTo>
                    <a:lnTo>
                      <a:pt x="569" y="375"/>
                    </a:lnTo>
                    <a:lnTo>
                      <a:pt x="568" y="376"/>
                    </a:lnTo>
                    <a:lnTo>
                      <a:pt x="566" y="377"/>
                    </a:lnTo>
                    <a:lnTo>
                      <a:pt x="565" y="378"/>
                    </a:lnTo>
                    <a:lnTo>
                      <a:pt x="562" y="378"/>
                    </a:lnTo>
                    <a:lnTo>
                      <a:pt x="560" y="378"/>
                    </a:lnTo>
                    <a:lnTo>
                      <a:pt x="557" y="377"/>
                    </a:lnTo>
                    <a:lnTo>
                      <a:pt x="556" y="377"/>
                    </a:lnTo>
                    <a:lnTo>
                      <a:pt x="555" y="378"/>
                    </a:lnTo>
                    <a:lnTo>
                      <a:pt x="553" y="381"/>
                    </a:lnTo>
                    <a:lnTo>
                      <a:pt x="551" y="383"/>
                    </a:lnTo>
                    <a:lnTo>
                      <a:pt x="549" y="383"/>
                    </a:lnTo>
                    <a:lnTo>
                      <a:pt x="546" y="382"/>
                    </a:lnTo>
                    <a:lnTo>
                      <a:pt x="544" y="381"/>
                    </a:lnTo>
                    <a:lnTo>
                      <a:pt x="542" y="380"/>
                    </a:lnTo>
                    <a:lnTo>
                      <a:pt x="539" y="380"/>
                    </a:lnTo>
                    <a:lnTo>
                      <a:pt x="537" y="379"/>
                    </a:lnTo>
                    <a:lnTo>
                      <a:pt x="535" y="378"/>
                    </a:lnTo>
                    <a:lnTo>
                      <a:pt x="534" y="377"/>
                    </a:lnTo>
                    <a:lnTo>
                      <a:pt x="532" y="375"/>
                    </a:lnTo>
                    <a:lnTo>
                      <a:pt x="530" y="374"/>
                    </a:lnTo>
                    <a:lnTo>
                      <a:pt x="528" y="373"/>
                    </a:lnTo>
                    <a:lnTo>
                      <a:pt x="527" y="372"/>
                    </a:lnTo>
                    <a:lnTo>
                      <a:pt x="527" y="370"/>
                    </a:lnTo>
                    <a:lnTo>
                      <a:pt x="526" y="369"/>
                    </a:lnTo>
                    <a:lnTo>
                      <a:pt x="524" y="368"/>
                    </a:lnTo>
                    <a:lnTo>
                      <a:pt x="521" y="367"/>
                    </a:lnTo>
                    <a:lnTo>
                      <a:pt x="518" y="365"/>
                    </a:lnTo>
                    <a:lnTo>
                      <a:pt x="517" y="363"/>
                    </a:lnTo>
                    <a:lnTo>
                      <a:pt x="519" y="362"/>
                    </a:lnTo>
                    <a:lnTo>
                      <a:pt x="522" y="360"/>
                    </a:lnTo>
                    <a:lnTo>
                      <a:pt x="525" y="359"/>
                    </a:lnTo>
                    <a:lnTo>
                      <a:pt x="527" y="358"/>
                    </a:lnTo>
                    <a:lnTo>
                      <a:pt x="527" y="357"/>
                    </a:lnTo>
                    <a:lnTo>
                      <a:pt x="528" y="355"/>
                    </a:lnTo>
                    <a:lnTo>
                      <a:pt x="530" y="354"/>
                    </a:lnTo>
                    <a:lnTo>
                      <a:pt x="531" y="353"/>
                    </a:lnTo>
                    <a:lnTo>
                      <a:pt x="532" y="351"/>
                    </a:lnTo>
                    <a:lnTo>
                      <a:pt x="533" y="349"/>
                    </a:lnTo>
                    <a:lnTo>
                      <a:pt x="535" y="348"/>
                    </a:lnTo>
                    <a:lnTo>
                      <a:pt x="537" y="347"/>
                    </a:lnTo>
                    <a:lnTo>
                      <a:pt x="540" y="347"/>
                    </a:lnTo>
                    <a:lnTo>
                      <a:pt x="542" y="347"/>
                    </a:lnTo>
                    <a:lnTo>
                      <a:pt x="544" y="346"/>
                    </a:lnTo>
                    <a:lnTo>
                      <a:pt x="546" y="345"/>
                    </a:lnTo>
                    <a:lnTo>
                      <a:pt x="549" y="344"/>
                    </a:lnTo>
                    <a:lnTo>
                      <a:pt x="551" y="345"/>
                    </a:lnTo>
                    <a:lnTo>
                      <a:pt x="553" y="347"/>
                    </a:lnTo>
                    <a:lnTo>
                      <a:pt x="554" y="349"/>
                    </a:lnTo>
                    <a:lnTo>
                      <a:pt x="556" y="350"/>
                    </a:lnTo>
                    <a:lnTo>
                      <a:pt x="557" y="349"/>
                    </a:lnTo>
                    <a:lnTo>
                      <a:pt x="560" y="349"/>
                    </a:lnTo>
                    <a:lnTo>
                      <a:pt x="562" y="349"/>
                    </a:lnTo>
                    <a:lnTo>
                      <a:pt x="564" y="349"/>
                    </a:lnTo>
                    <a:lnTo>
                      <a:pt x="566" y="350"/>
                    </a:lnTo>
                    <a:lnTo>
                      <a:pt x="568" y="351"/>
                    </a:lnTo>
                    <a:lnTo>
                      <a:pt x="569" y="352"/>
                    </a:lnTo>
                    <a:lnTo>
                      <a:pt x="570" y="354"/>
                    </a:lnTo>
                    <a:lnTo>
                      <a:pt x="568" y="356"/>
                    </a:lnTo>
                    <a:lnTo>
                      <a:pt x="567" y="358"/>
                    </a:lnTo>
                    <a:lnTo>
                      <a:pt x="566" y="359"/>
                    </a:lnTo>
                    <a:lnTo>
                      <a:pt x="568" y="361"/>
                    </a:lnTo>
                    <a:lnTo>
                      <a:pt x="570" y="362"/>
                    </a:lnTo>
                    <a:close/>
                  </a:path>
                </a:pathLst>
              </a:custGeom>
              <a:solidFill>
                <a:srgbClr val="0072B2">
                  <a:alpha val="10800"/>
                </a:srgbClr>
              </a:solidFill>
              <a:ln>
                <a:noFill/>
              </a:ln>
            </p:spPr>
            <p:txBody>
              <a:bodyPr anchor="ctr"/>
              <a:lstStyle/>
              <a:p>
                <a:pPr algn="ctr">
                  <a:buNone/>
                </a:pPr>
              </a:p>
            </p:txBody>
          </p:sp>
          <p:sp>
            <p:nvSpPr>
              <p:cNvPr id="637" name="addition:spatial:19"/>
              <p:cNvSpPr>
                <a:spLocks noGrp="1"/>
              </p:cNvSpPr>
              <p:nvPr/>
            </p:nvSpPr>
            <p:spPr>
              <a:xfrm>
                <a:off x="5648325" y="1666875"/>
                <a:ext cx="806135" cy="710489"/>
              </a:xfrm>
              <a:custGeom>
                <a:avLst/>
                <a:gdLst/>
                <a:ahLst/>
                <a:cxnLst/>
                <a:rect l="l" t="t" r="r" b="b"/>
                <a:pathLst>
                  <a:path w="608" h="420">
                    <a:moveTo>
                      <a:pt x="0" y="0"/>
                    </a:moveTo>
                    <a:moveTo>
                      <a:pt x="606" y="394"/>
                    </a:moveTo>
                    <a:lnTo>
                      <a:pt x="601" y="396"/>
                    </a:lnTo>
                    <a:lnTo>
                      <a:pt x="597" y="398"/>
                    </a:lnTo>
                    <a:lnTo>
                      <a:pt x="596" y="400"/>
                    </a:lnTo>
                    <a:lnTo>
                      <a:pt x="596" y="402"/>
                    </a:lnTo>
                    <a:lnTo>
                      <a:pt x="595" y="404"/>
                    </a:lnTo>
                    <a:lnTo>
                      <a:pt x="594" y="406"/>
                    </a:lnTo>
                    <a:lnTo>
                      <a:pt x="591" y="407"/>
                    </a:lnTo>
                    <a:lnTo>
                      <a:pt x="589" y="409"/>
                    </a:lnTo>
                    <a:lnTo>
                      <a:pt x="587" y="410"/>
                    </a:lnTo>
                    <a:lnTo>
                      <a:pt x="586" y="413"/>
                    </a:lnTo>
                    <a:lnTo>
                      <a:pt x="583" y="414"/>
                    </a:lnTo>
                    <a:lnTo>
                      <a:pt x="581" y="415"/>
                    </a:lnTo>
                    <a:lnTo>
                      <a:pt x="577" y="416"/>
                    </a:lnTo>
                    <a:lnTo>
                      <a:pt x="575" y="417"/>
                    </a:lnTo>
                    <a:lnTo>
                      <a:pt x="572" y="419"/>
                    </a:lnTo>
                    <a:lnTo>
                      <a:pt x="569" y="420"/>
                    </a:lnTo>
                    <a:lnTo>
                      <a:pt x="566" y="419"/>
                    </a:lnTo>
                    <a:lnTo>
                      <a:pt x="564" y="416"/>
                    </a:lnTo>
                    <a:lnTo>
                      <a:pt x="562" y="413"/>
                    </a:lnTo>
                    <a:lnTo>
                      <a:pt x="560" y="412"/>
                    </a:lnTo>
                    <a:lnTo>
                      <a:pt x="557" y="413"/>
                    </a:lnTo>
                    <a:lnTo>
                      <a:pt x="554" y="415"/>
                    </a:lnTo>
                    <a:lnTo>
                      <a:pt x="551" y="416"/>
                    </a:lnTo>
                    <a:lnTo>
                      <a:pt x="548" y="415"/>
                    </a:lnTo>
                    <a:lnTo>
                      <a:pt x="546" y="414"/>
                    </a:lnTo>
                    <a:lnTo>
                      <a:pt x="544" y="412"/>
                    </a:lnTo>
                    <a:lnTo>
                      <a:pt x="542" y="411"/>
                    </a:lnTo>
                    <a:lnTo>
                      <a:pt x="541" y="409"/>
                    </a:lnTo>
                    <a:lnTo>
                      <a:pt x="541" y="406"/>
                    </a:lnTo>
                    <a:lnTo>
                      <a:pt x="542" y="404"/>
                    </a:lnTo>
                    <a:lnTo>
                      <a:pt x="542" y="402"/>
                    </a:lnTo>
                    <a:lnTo>
                      <a:pt x="541" y="400"/>
                    </a:lnTo>
                    <a:lnTo>
                      <a:pt x="538" y="398"/>
                    </a:lnTo>
                    <a:lnTo>
                      <a:pt x="537" y="396"/>
                    </a:lnTo>
                    <a:lnTo>
                      <a:pt x="538" y="394"/>
                    </a:lnTo>
                    <a:lnTo>
                      <a:pt x="540" y="392"/>
                    </a:lnTo>
                    <a:lnTo>
                      <a:pt x="541" y="391"/>
                    </a:lnTo>
                    <a:lnTo>
                      <a:pt x="539" y="388"/>
                    </a:lnTo>
                    <a:lnTo>
                      <a:pt x="537" y="386"/>
                    </a:lnTo>
                    <a:lnTo>
                      <a:pt x="535" y="383"/>
                    </a:lnTo>
                    <a:lnTo>
                      <a:pt x="535" y="380"/>
                    </a:lnTo>
                    <a:lnTo>
                      <a:pt x="538" y="379"/>
                    </a:lnTo>
                    <a:lnTo>
                      <a:pt x="541" y="378"/>
                    </a:lnTo>
                    <a:lnTo>
                      <a:pt x="543" y="377"/>
                    </a:lnTo>
                    <a:lnTo>
                      <a:pt x="546" y="377"/>
                    </a:lnTo>
                    <a:lnTo>
                      <a:pt x="549" y="376"/>
                    </a:lnTo>
                    <a:lnTo>
                      <a:pt x="552" y="376"/>
                    </a:lnTo>
                    <a:lnTo>
                      <a:pt x="554" y="376"/>
                    </a:lnTo>
                    <a:lnTo>
                      <a:pt x="556" y="375"/>
                    </a:lnTo>
                    <a:lnTo>
                      <a:pt x="557" y="372"/>
                    </a:lnTo>
                    <a:lnTo>
                      <a:pt x="560" y="369"/>
                    </a:lnTo>
                    <a:lnTo>
                      <a:pt x="563" y="368"/>
                    </a:lnTo>
                    <a:lnTo>
                      <a:pt x="566" y="370"/>
                    </a:lnTo>
                    <a:lnTo>
                      <a:pt x="570" y="371"/>
                    </a:lnTo>
                    <a:lnTo>
                      <a:pt x="573" y="372"/>
                    </a:lnTo>
                    <a:lnTo>
                      <a:pt x="576" y="372"/>
                    </a:lnTo>
                    <a:lnTo>
                      <a:pt x="580" y="371"/>
                    </a:lnTo>
                    <a:lnTo>
                      <a:pt x="583" y="372"/>
                    </a:lnTo>
                    <a:lnTo>
                      <a:pt x="586" y="374"/>
                    </a:lnTo>
                    <a:lnTo>
                      <a:pt x="587" y="377"/>
                    </a:lnTo>
                    <a:lnTo>
                      <a:pt x="588" y="379"/>
                    </a:lnTo>
                    <a:lnTo>
                      <a:pt x="590" y="380"/>
                    </a:lnTo>
                    <a:lnTo>
                      <a:pt x="593" y="382"/>
                    </a:lnTo>
                    <a:lnTo>
                      <a:pt x="595" y="383"/>
                    </a:lnTo>
                    <a:lnTo>
                      <a:pt x="596" y="385"/>
                    </a:lnTo>
                    <a:lnTo>
                      <a:pt x="599" y="386"/>
                    </a:lnTo>
                    <a:lnTo>
                      <a:pt x="602" y="388"/>
                    </a:lnTo>
                    <a:lnTo>
                      <a:pt x="606" y="389"/>
                    </a:lnTo>
                    <a:lnTo>
                      <a:pt x="608" y="392"/>
                    </a:lnTo>
                    <a:close/>
                  </a:path>
                </a:pathLst>
              </a:custGeom>
              <a:solidFill>
                <a:srgbClr val="0072B2">
                  <a:alpha val="10800"/>
                </a:srgbClr>
              </a:solidFill>
              <a:ln>
                <a:noFill/>
              </a:ln>
            </p:spPr>
            <p:txBody>
              <a:bodyPr anchor="ctr"/>
              <a:lstStyle/>
              <a:p>
                <a:pPr algn="ctr">
                  <a:buNone/>
                </a:pPr>
              </a:p>
            </p:txBody>
          </p:sp>
          <p:sp>
            <p:nvSpPr>
              <p:cNvPr id="638" name="addition:spatial:20"/>
              <p:cNvSpPr>
                <a:spLocks noGrp="1"/>
              </p:cNvSpPr>
              <p:nvPr/>
            </p:nvSpPr>
            <p:spPr>
              <a:xfrm>
                <a:off x="5648325" y="1666875"/>
                <a:ext cx="737189" cy="729097"/>
              </a:xfrm>
              <a:custGeom>
                <a:avLst/>
                <a:gdLst/>
                <a:ahLst/>
                <a:cxnLst/>
                <a:rect l="l" t="t" r="r" b="b"/>
                <a:pathLst>
                  <a:path w="556" h="431">
                    <a:moveTo>
                      <a:pt x="0" y="0"/>
                    </a:moveTo>
                    <a:moveTo>
                      <a:pt x="554" y="407"/>
                    </a:moveTo>
                    <a:lnTo>
                      <a:pt x="556" y="410"/>
                    </a:lnTo>
                    <a:lnTo>
                      <a:pt x="555" y="411"/>
                    </a:lnTo>
                    <a:lnTo>
                      <a:pt x="552" y="413"/>
                    </a:lnTo>
                    <a:lnTo>
                      <a:pt x="549" y="414"/>
                    </a:lnTo>
                    <a:lnTo>
                      <a:pt x="548" y="416"/>
                    </a:lnTo>
                    <a:lnTo>
                      <a:pt x="548" y="417"/>
                    </a:lnTo>
                    <a:lnTo>
                      <a:pt x="547" y="419"/>
                    </a:lnTo>
                    <a:lnTo>
                      <a:pt x="545" y="420"/>
                    </a:lnTo>
                    <a:lnTo>
                      <a:pt x="542" y="421"/>
                    </a:lnTo>
                    <a:lnTo>
                      <a:pt x="540" y="422"/>
                    </a:lnTo>
                    <a:lnTo>
                      <a:pt x="538" y="423"/>
                    </a:lnTo>
                    <a:lnTo>
                      <a:pt x="536" y="424"/>
                    </a:lnTo>
                    <a:lnTo>
                      <a:pt x="534" y="425"/>
                    </a:lnTo>
                    <a:lnTo>
                      <a:pt x="531" y="426"/>
                    </a:lnTo>
                    <a:lnTo>
                      <a:pt x="528" y="426"/>
                    </a:lnTo>
                    <a:lnTo>
                      <a:pt x="526" y="428"/>
                    </a:lnTo>
                    <a:lnTo>
                      <a:pt x="523" y="430"/>
                    </a:lnTo>
                    <a:lnTo>
                      <a:pt x="519" y="431"/>
                    </a:lnTo>
                    <a:lnTo>
                      <a:pt x="516" y="429"/>
                    </a:lnTo>
                    <a:lnTo>
                      <a:pt x="514" y="427"/>
                    </a:lnTo>
                    <a:lnTo>
                      <a:pt x="512" y="424"/>
                    </a:lnTo>
                    <a:lnTo>
                      <a:pt x="511" y="422"/>
                    </a:lnTo>
                    <a:lnTo>
                      <a:pt x="508" y="422"/>
                    </a:lnTo>
                    <a:lnTo>
                      <a:pt x="505" y="423"/>
                    </a:lnTo>
                    <a:lnTo>
                      <a:pt x="503" y="422"/>
                    </a:lnTo>
                    <a:lnTo>
                      <a:pt x="500" y="422"/>
                    </a:lnTo>
                    <a:lnTo>
                      <a:pt x="499" y="420"/>
                    </a:lnTo>
                    <a:lnTo>
                      <a:pt x="497" y="419"/>
                    </a:lnTo>
                    <a:lnTo>
                      <a:pt x="495" y="418"/>
                    </a:lnTo>
                    <a:lnTo>
                      <a:pt x="493" y="417"/>
                    </a:lnTo>
                    <a:lnTo>
                      <a:pt x="494" y="415"/>
                    </a:lnTo>
                    <a:lnTo>
                      <a:pt x="495" y="413"/>
                    </a:lnTo>
                    <a:lnTo>
                      <a:pt x="495" y="411"/>
                    </a:lnTo>
                    <a:lnTo>
                      <a:pt x="494" y="409"/>
                    </a:lnTo>
                    <a:lnTo>
                      <a:pt x="493" y="407"/>
                    </a:lnTo>
                    <a:lnTo>
                      <a:pt x="494" y="406"/>
                    </a:lnTo>
                    <a:lnTo>
                      <a:pt x="497" y="404"/>
                    </a:lnTo>
                    <a:lnTo>
                      <a:pt x="500" y="403"/>
                    </a:lnTo>
                    <a:lnTo>
                      <a:pt x="502" y="402"/>
                    </a:lnTo>
                    <a:lnTo>
                      <a:pt x="502" y="400"/>
                    </a:lnTo>
                    <a:lnTo>
                      <a:pt x="501" y="398"/>
                    </a:lnTo>
                    <a:lnTo>
                      <a:pt x="500" y="395"/>
                    </a:lnTo>
                    <a:lnTo>
                      <a:pt x="500" y="393"/>
                    </a:lnTo>
                    <a:lnTo>
                      <a:pt x="502" y="392"/>
                    </a:lnTo>
                    <a:lnTo>
                      <a:pt x="505" y="391"/>
                    </a:lnTo>
                    <a:lnTo>
                      <a:pt x="507" y="390"/>
                    </a:lnTo>
                    <a:lnTo>
                      <a:pt x="509" y="389"/>
                    </a:lnTo>
                    <a:lnTo>
                      <a:pt x="512" y="390"/>
                    </a:lnTo>
                    <a:lnTo>
                      <a:pt x="515" y="391"/>
                    </a:lnTo>
                    <a:lnTo>
                      <a:pt x="517" y="391"/>
                    </a:lnTo>
                    <a:lnTo>
                      <a:pt x="518" y="390"/>
                    </a:lnTo>
                    <a:lnTo>
                      <a:pt x="520" y="389"/>
                    </a:lnTo>
                    <a:lnTo>
                      <a:pt x="522" y="387"/>
                    </a:lnTo>
                    <a:lnTo>
                      <a:pt x="525" y="387"/>
                    </a:lnTo>
                    <a:lnTo>
                      <a:pt x="527" y="388"/>
                    </a:lnTo>
                    <a:lnTo>
                      <a:pt x="528" y="390"/>
                    </a:lnTo>
                    <a:lnTo>
                      <a:pt x="531" y="390"/>
                    </a:lnTo>
                    <a:lnTo>
                      <a:pt x="534" y="390"/>
                    </a:lnTo>
                    <a:lnTo>
                      <a:pt x="537" y="389"/>
                    </a:lnTo>
                    <a:lnTo>
                      <a:pt x="540" y="390"/>
                    </a:lnTo>
                    <a:lnTo>
                      <a:pt x="541" y="392"/>
                    </a:lnTo>
                    <a:lnTo>
                      <a:pt x="542" y="394"/>
                    </a:lnTo>
                    <a:lnTo>
                      <a:pt x="542" y="396"/>
                    </a:lnTo>
                    <a:lnTo>
                      <a:pt x="543" y="398"/>
                    </a:lnTo>
                    <a:lnTo>
                      <a:pt x="544" y="400"/>
                    </a:lnTo>
                    <a:lnTo>
                      <a:pt x="544" y="401"/>
                    </a:lnTo>
                    <a:lnTo>
                      <a:pt x="545" y="403"/>
                    </a:lnTo>
                    <a:lnTo>
                      <a:pt x="547" y="404"/>
                    </a:lnTo>
                    <a:lnTo>
                      <a:pt x="550" y="406"/>
                    </a:lnTo>
                    <a:close/>
                  </a:path>
                </a:pathLst>
              </a:custGeom>
              <a:solidFill>
                <a:srgbClr val="0072B2">
                  <a:alpha val="10800"/>
                </a:srgbClr>
              </a:solidFill>
              <a:ln>
                <a:noFill/>
              </a:ln>
            </p:spPr>
            <p:txBody>
              <a:bodyPr anchor="ctr"/>
              <a:lstStyle/>
              <a:p>
                <a:pPr algn="ctr">
                  <a:buNone/>
                </a:pPr>
              </a:p>
            </p:txBody>
          </p:sp>
          <p:sp>
            <p:nvSpPr>
              <p:cNvPr id="639" name="addition:spatial:21"/>
              <p:cNvSpPr>
                <a:spLocks noGrp="1"/>
              </p:cNvSpPr>
              <p:nvPr/>
            </p:nvSpPr>
            <p:spPr>
              <a:xfrm>
                <a:off x="5648325" y="1666875"/>
                <a:ext cx="1360353" cy="1080958"/>
              </a:xfrm>
              <a:custGeom>
                <a:avLst/>
                <a:gdLst/>
                <a:ahLst/>
                <a:cxnLst/>
                <a:rect l="l" t="t" r="r" b="b"/>
                <a:pathLst>
                  <a:path w="1026" h="639">
                    <a:moveTo>
                      <a:pt x="0" y="0"/>
                    </a:moveTo>
                    <a:moveTo>
                      <a:pt x="1004" y="555"/>
                    </a:moveTo>
                    <a:lnTo>
                      <a:pt x="1010" y="562"/>
                    </a:lnTo>
                    <a:lnTo>
                      <a:pt x="1019" y="570"/>
                    </a:lnTo>
                    <a:lnTo>
                      <a:pt x="1026" y="580"/>
                    </a:lnTo>
                    <a:lnTo>
                      <a:pt x="1023" y="587"/>
                    </a:lnTo>
                    <a:lnTo>
                      <a:pt x="1009" y="592"/>
                    </a:lnTo>
                    <a:lnTo>
                      <a:pt x="991" y="593"/>
                    </a:lnTo>
                    <a:lnTo>
                      <a:pt x="978" y="594"/>
                    </a:lnTo>
                    <a:lnTo>
                      <a:pt x="972" y="599"/>
                    </a:lnTo>
                    <a:lnTo>
                      <a:pt x="970" y="606"/>
                    </a:lnTo>
                    <a:lnTo>
                      <a:pt x="966" y="614"/>
                    </a:lnTo>
                    <a:lnTo>
                      <a:pt x="958" y="619"/>
                    </a:lnTo>
                    <a:lnTo>
                      <a:pt x="950" y="624"/>
                    </a:lnTo>
                    <a:lnTo>
                      <a:pt x="941" y="629"/>
                    </a:lnTo>
                    <a:lnTo>
                      <a:pt x="931" y="635"/>
                    </a:lnTo>
                    <a:lnTo>
                      <a:pt x="920" y="639"/>
                    </a:lnTo>
                    <a:lnTo>
                      <a:pt x="908" y="639"/>
                    </a:lnTo>
                    <a:lnTo>
                      <a:pt x="896" y="635"/>
                    </a:lnTo>
                    <a:lnTo>
                      <a:pt x="885" y="632"/>
                    </a:lnTo>
                    <a:lnTo>
                      <a:pt x="874" y="632"/>
                    </a:lnTo>
                    <a:lnTo>
                      <a:pt x="862" y="635"/>
                    </a:lnTo>
                    <a:lnTo>
                      <a:pt x="851" y="634"/>
                    </a:lnTo>
                    <a:lnTo>
                      <a:pt x="843" y="628"/>
                    </a:lnTo>
                    <a:lnTo>
                      <a:pt x="840" y="618"/>
                    </a:lnTo>
                    <a:lnTo>
                      <a:pt x="837" y="610"/>
                    </a:lnTo>
                    <a:lnTo>
                      <a:pt x="830" y="607"/>
                    </a:lnTo>
                    <a:lnTo>
                      <a:pt x="818" y="608"/>
                    </a:lnTo>
                    <a:lnTo>
                      <a:pt x="804" y="608"/>
                    </a:lnTo>
                    <a:lnTo>
                      <a:pt x="793" y="606"/>
                    </a:lnTo>
                    <a:lnTo>
                      <a:pt x="787" y="600"/>
                    </a:lnTo>
                    <a:lnTo>
                      <a:pt x="784" y="593"/>
                    </a:lnTo>
                    <a:lnTo>
                      <a:pt x="782" y="585"/>
                    </a:lnTo>
                    <a:lnTo>
                      <a:pt x="781" y="578"/>
                    </a:lnTo>
                    <a:lnTo>
                      <a:pt x="786" y="570"/>
                    </a:lnTo>
                    <a:lnTo>
                      <a:pt x="796" y="562"/>
                    </a:lnTo>
                    <a:lnTo>
                      <a:pt x="805" y="555"/>
                    </a:lnTo>
                    <a:lnTo>
                      <a:pt x="808" y="549"/>
                    </a:lnTo>
                    <a:lnTo>
                      <a:pt x="804" y="542"/>
                    </a:lnTo>
                    <a:lnTo>
                      <a:pt x="797" y="534"/>
                    </a:lnTo>
                    <a:lnTo>
                      <a:pt x="797" y="526"/>
                    </a:lnTo>
                    <a:lnTo>
                      <a:pt x="804" y="520"/>
                    </a:lnTo>
                    <a:lnTo>
                      <a:pt x="814" y="516"/>
                    </a:lnTo>
                    <a:lnTo>
                      <a:pt x="820" y="511"/>
                    </a:lnTo>
                    <a:lnTo>
                      <a:pt x="821" y="503"/>
                    </a:lnTo>
                    <a:lnTo>
                      <a:pt x="821" y="494"/>
                    </a:lnTo>
                    <a:lnTo>
                      <a:pt x="825" y="486"/>
                    </a:lnTo>
                    <a:lnTo>
                      <a:pt x="834" y="483"/>
                    </a:lnTo>
                    <a:lnTo>
                      <a:pt x="844" y="482"/>
                    </a:lnTo>
                    <a:lnTo>
                      <a:pt x="854" y="483"/>
                    </a:lnTo>
                    <a:lnTo>
                      <a:pt x="863" y="482"/>
                    </a:lnTo>
                    <a:lnTo>
                      <a:pt x="871" y="483"/>
                    </a:lnTo>
                    <a:lnTo>
                      <a:pt x="879" y="485"/>
                    </a:lnTo>
                    <a:lnTo>
                      <a:pt x="887" y="489"/>
                    </a:lnTo>
                    <a:lnTo>
                      <a:pt x="894" y="488"/>
                    </a:lnTo>
                    <a:lnTo>
                      <a:pt x="902" y="482"/>
                    </a:lnTo>
                    <a:lnTo>
                      <a:pt x="913" y="473"/>
                    </a:lnTo>
                    <a:lnTo>
                      <a:pt x="926" y="468"/>
                    </a:lnTo>
                    <a:lnTo>
                      <a:pt x="936" y="471"/>
                    </a:lnTo>
                    <a:lnTo>
                      <a:pt x="942" y="480"/>
                    </a:lnTo>
                    <a:lnTo>
                      <a:pt x="946" y="489"/>
                    </a:lnTo>
                    <a:lnTo>
                      <a:pt x="952" y="496"/>
                    </a:lnTo>
                    <a:lnTo>
                      <a:pt x="962" y="499"/>
                    </a:lnTo>
                    <a:lnTo>
                      <a:pt x="971" y="503"/>
                    </a:lnTo>
                    <a:lnTo>
                      <a:pt x="977" y="509"/>
                    </a:lnTo>
                    <a:lnTo>
                      <a:pt x="980" y="517"/>
                    </a:lnTo>
                    <a:lnTo>
                      <a:pt x="983" y="523"/>
                    </a:lnTo>
                    <a:lnTo>
                      <a:pt x="989" y="529"/>
                    </a:lnTo>
                    <a:lnTo>
                      <a:pt x="996" y="535"/>
                    </a:lnTo>
                    <a:lnTo>
                      <a:pt x="1001" y="541"/>
                    </a:lnTo>
                    <a:lnTo>
                      <a:pt x="1003" y="548"/>
                    </a:lnTo>
                    <a:close/>
                  </a:path>
                </a:pathLst>
              </a:custGeom>
              <a:solidFill>
                <a:srgbClr val="F5DAC5">
                  <a:alpha val="12900"/>
                </a:srgbClr>
              </a:solidFill>
              <a:ln>
                <a:noFill/>
              </a:ln>
            </p:spPr>
            <p:txBody>
              <a:bodyPr anchor="ctr"/>
              <a:lstStyle/>
              <a:p>
                <a:pPr algn="ctr">
                  <a:buNone/>
                </a:pPr>
              </a:p>
            </p:txBody>
          </p:sp>
          <p:sp>
            <p:nvSpPr>
              <p:cNvPr id="640" name="addition:spatial:22"/>
              <p:cNvSpPr>
                <a:spLocks noGrp="1"/>
              </p:cNvSpPr>
              <p:nvPr/>
            </p:nvSpPr>
            <p:spPr>
              <a:xfrm>
                <a:off x="5648325" y="1666875"/>
                <a:ext cx="1312621" cy="1074191"/>
              </a:xfrm>
              <a:custGeom>
                <a:avLst/>
                <a:gdLst/>
                <a:ahLst/>
                <a:cxnLst/>
                <a:rect l="l" t="t" r="r" b="b"/>
                <a:pathLst>
                  <a:path w="990" h="635">
                    <a:moveTo>
                      <a:pt x="0" y="0"/>
                    </a:moveTo>
                    <a:moveTo>
                      <a:pt x="983" y="560"/>
                    </a:moveTo>
                    <a:lnTo>
                      <a:pt x="986" y="566"/>
                    </a:lnTo>
                    <a:lnTo>
                      <a:pt x="990" y="573"/>
                    </a:lnTo>
                    <a:lnTo>
                      <a:pt x="989" y="579"/>
                    </a:lnTo>
                    <a:lnTo>
                      <a:pt x="984" y="585"/>
                    </a:lnTo>
                    <a:lnTo>
                      <a:pt x="977" y="589"/>
                    </a:lnTo>
                    <a:lnTo>
                      <a:pt x="973" y="594"/>
                    </a:lnTo>
                    <a:lnTo>
                      <a:pt x="971" y="600"/>
                    </a:lnTo>
                    <a:lnTo>
                      <a:pt x="969" y="606"/>
                    </a:lnTo>
                    <a:lnTo>
                      <a:pt x="961" y="610"/>
                    </a:lnTo>
                    <a:lnTo>
                      <a:pt x="950" y="610"/>
                    </a:lnTo>
                    <a:lnTo>
                      <a:pt x="938" y="608"/>
                    </a:lnTo>
                    <a:lnTo>
                      <a:pt x="930" y="609"/>
                    </a:lnTo>
                    <a:lnTo>
                      <a:pt x="926" y="615"/>
                    </a:lnTo>
                    <a:lnTo>
                      <a:pt x="921" y="624"/>
                    </a:lnTo>
                    <a:lnTo>
                      <a:pt x="913" y="632"/>
                    </a:lnTo>
                    <a:lnTo>
                      <a:pt x="904" y="635"/>
                    </a:lnTo>
                    <a:lnTo>
                      <a:pt x="893" y="635"/>
                    </a:lnTo>
                    <a:lnTo>
                      <a:pt x="882" y="633"/>
                    </a:lnTo>
                    <a:lnTo>
                      <a:pt x="872" y="631"/>
                    </a:lnTo>
                    <a:lnTo>
                      <a:pt x="863" y="628"/>
                    </a:lnTo>
                    <a:lnTo>
                      <a:pt x="855" y="622"/>
                    </a:lnTo>
                    <a:lnTo>
                      <a:pt x="850" y="615"/>
                    </a:lnTo>
                    <a:lnTo>
                      <a:pt x="844" y="610"/>
                    </a:lnTo>
                    <a:lnTo>
                      <a:pt x="836" y="610"/>
                    </a:lnTo>
                    <a:lnTo>
                      <a:pt x="824" y="611"/>
                    </a:lnTo>
                    <a:lnTo>
                      <a:pt x="814" y="611"/>
                    </a:lnTo>
                    <a:lnTo>
                      <a:pt x="808" y="606"/>
                    </a:lnTo>
                    <a:lnTo>
                      <a:pt x="807" y="599"/>
                    </a:lnTo>
                    <a:lnTo>
                      <a:pt x="806" y="593"/>
                    </a:lnTo>
                    <a:lnTo>
                      <a:pt x="801" y="588"/>
                    </a:lnTo>
                    <a:lnTo>
                      <a:pt x="792" y="585"/>
                    </a:lnTo>
                    <a:lnTo>
                      <a:pt x="784" y="580"/>
                    </a:lnTo>
                    <a:lnTo>
                      <a:pt x="783" y="573"/>
                    </a:lnTo>
                    <a:lnTo>
                      <a:pt x="788" y="566"/>
                    </a:lnTo>
                    <a:lnTo>
                      <a:pt x="795" y="560"/>
                    </a:lnTo>
                    <a:lnTo>
                      <a:pt x="801" y="554"/>
                    </a:lnTo>
                    <a:lnTo>
                      <a:pt x="806" y="549"/>
                    </a:lnTo>
                    <a:lnTo>
                      <a:pt x="811" y="544"/>
                    </a:lnTo>
                    <a:lnTo>
                      <a:pt x="817" y="539"/>
                    </a:lnTo>
                    <a:lnTo>
                      <a:pt x="822" y="535"/>
                    </a:lnTo>
                    <a:lnTo>
                      <a:pt x="822" y="529"/>
                    </a:lnTo>
                    <a:lnTo>
                      <a:pt x="818" y="520"/>
                    </a:lnTo>
                    <a:lnTo>
                      <a:pt x="816" y="510"/>
                    </a:lnTo>
                    <a:lnTo>
                      <a:pt x="820" y="503"/>
                    </a:lnTo>
                    <a:lnTo>
                      <a:pt x="830" y="501"/>
                    </a:lnTo>
                    <a:lnTo>
                      <a:pt x="842" y="503"/>
                    </a:lnTo>
                    <a:lnTo>
                      <a:pt x="852" y="503"/>
                    </a:lnTo>
                    <a:lnTo>
                      <a:pt x="858" y="501"/>
                    </a:lnTo>
                    <a:lnTo>
                      <a:pt x="863" y="497"/>
                    </a:lnTo>
                    <a:lnTo>
                      <a:pt x="870" y="494"/>
                    </a:lnTo>
                    <a:lnTo>
                      <a:pt x="877" y="495"/>
                    </a:lnTo>
                    <a:lnTo>
                      <a:pt x="884" y="497"/>
                    </a:lnTo>
                    <a:lnTo>
                      <a:pt x="891" y="499"/>
                    </a:lnTo>
                    <a:lnTo>
                      <a:pt x="897" y="498"/>
                    </a:lnTo>
                    <a:lnTo>
                      <a:pt x="904" y="496"/>
                    </a:lnTo>
                    <a:lnTo>
                      <a:pt x="912" y="497"/>
                    </a:lnTo>
                    <a:lnTo>
                      <a:pt x="918" y="499"/>
                    </a:lnTo>
                    <a:lnTo>
                      <a:pt x="926" y="501"/>
                    </a:lnTo>
                    <a:lnTo>
                      <a:pt x="936" y="500"/>
                    </a:lnTo>
                    <a:lnTo>
                      <a:pt x="947" y="500"/>
                    </a:lnTo>
                    <a:lnTo>
                      <a:pt x="956" y="503"/>
                    </a:lnTo>
                    <a:lnTo>
                      <a:pt x="958" y="511"/>
                    </a:lnTo>
                    <a:lnTo>
                      <a:pt x="955" y="521"/>
                    </a:lnTo>
                    <a:lnTo>
                      <a:pt x="950" y="530"/>
                    </a:lnTo>
                    <a:lnTo>
                      <a:pt x="952" y="536"/>
                    </a:lnTo>
                    <a:lnTo>
                      <a:pt x="959" y="539"/>
                    </a:lnTo>
                    <a:lnTo>
                      <a:pt x="969" y="543"/>
                    </a:lnTo>
                    <a:lnTo>
                      <a:pt x="976" y="548"/>
                    </a:lnTo>
                    <a:lnTo>
                      <a:pt x="980" y="554"/>
                    </a:lnTo>
                    <a:close/>
                  </a:path>
                </a:pathLst>
              </a:custGeom>
              <a:solidFill>
                <a:srgbClr val="ECB78D">
                  <a:alpha val="12900"/>
                </a:srgbClr>
              </a:solidFill>
              <a:ln>
                <a:noFill/>
              </a:ln>
            </p:spPr>
            <p:txBody>
              <a:bodyPr anchor="ctr"/>
              <a:lstStyle/>
              <a:p>
                <a:pPr algn="ctr">
                  <a:buNone/>
                </a:pPr>
              </a:p>
            </p:txBody>
          </p:sp>
          <p:sp>
            <p:nvSpPr>
              <p:cNvPr id="641" name="addition:spatial:23"/>
              <p:cNvSpPr>
                <a:spLocks noGrp="1"/>
              </p:cNvSpPr>
              <p:nvPr/>
            </p:nvSpPr>
            <p:spPr>
              <a:xfrm>
                <a:off x="5648325" y="1666875"/>
                <a:ext cx="1282126" cy="1058967"/>
              </a:xfrm>
              <a:custGeom>
                <a:avLst/>
                <a:gdLst/>
                <a:ahLst/>
                <a:cxnLst/>
                <a:rect l="l" t="t" r="r" b="b"/>
                <a:pathLst>
                  <a:path w="967" h="626">
                    <a:moveTo>
                      <a:pt x="0" y="0"/>
                    </a:moveTo>
                    <a:moveTo>
                      <a:pt x="957" y="565"/>
                    </a:moveTo>
                    <a:lnTo>
                      <a:pt x="960" y="570"/>
                    </a:lnTo>
                    <a:lnTo>
                      <a:pt x="958" y="576"/>
                    </a:lnTo>
                    <a:lnTo>
                      <a:pt x="951" y="580"/>
                    </a:lnTo>
                    <a:lnTo>
                      <a:pt x="943" y="583"/>
                    </a:lnTo>
                    <a:lnTo>
                      <a:pt x="938" y="587"/>
                    </a:lnTo>
                    <a:lnTo>
                      <a:pt x="939" y="593"/>
                    </a:lnTo>
                    <a:lnTo>
                      <a:pt x="941" y="600"/>
                    </a:lnTo>
                    <a:lnTo>
                      <a:pt x="940" y="606"/>
                    </a:lnTo>
                    <a:lnTo>
                      <a:pt x="936" y="611"/>
                    </a:lnTo>
                    <a:lnTo>
                      <a:pt x="931" y="615"/>
                    </a:lnTo>
                    <a:lnTo>
                      <a:pt x="925" y="618"/>
                    </a:lnTo>
                    <a:lnTo>
                      <a:pt x="919" y="621"/>
                    </a:lnTo>
                    <a:lnTo>
                      <a:pt x="911" y="621"/>
                    </a:lnTo>
                    <a:lnTo>
                      <a:pt x="903" y="618"/>
                    </a:lnTo>
                    <a:lnTo>
                      <a:pt x="896" y="614"/>
                    </a:lnTo>
                    <a:lnTo>
                      <a:pt x="890" y="612"/>
                    </a:lnTo>
                    <a:lnTo>
                      <a:pt x="886" y="615"/>
                    </a:lnTo>
                    <a:lnTo>
                      <a:pt x="880" y="622"/>
                    </a:lnTo>
                    <a:lnTo>
                      <a:pt x="873" y="626"/>
                    </a:lnTo>
                    <a:lnTo>
                      <a:pt x="866" y="626"/>
                    </a:lnTo>
                    <a:lnTo>
                      <a:pt x="860" y="623"/>
                    </a:lnTo>
                    <a:lnTo>
                      <a:pt x="855" y="619"/>
                    </a:lnTo>
                    <a:lnTo>
                      <a:pt x="849" y="617"/>
                    </a:lnTo>
                    <a:lnTo>
                      <a:pt x="841" y="616"/>
                    </a:lnTo>
                    <a:lnTo>
                      <a:pt x="833" y="614"/>
                    </a:lnTo>
                    <a:lnTo>
                      <a:pt x="828" y="610"/>
                    </a:lnTo>
                    <a:lnTo>
                      <a:pt x="825" y="604"/>
                    </a:lnTo>
                    <a:lnTo>
                      <a:pt x="822" y="599"/>
                    </a:lnTo>
                    <a:lnTo>
                      <a:pt x="818" y="594"/>
                    </a:lnTo>
                    <a:lnTo>
                      <a:pt x="814" y="589"/>
                    </a:lnTo>
                    <a:lnTo>
                      <a:pt x="813" y="584"/>
                    </a:lnTo>
                    <a:lnTo>
                      <a:pt x="814" y="579"/>
                    </a:lnTo>
                    <a:lnTo>
                      <a:pt x="813" y="574"/>
                    </a:lnTo>
                    <a:lnTo>
                      <a:pt x="807" y="570"/>
                    </a:lnTo>
                    <a:lnTo>
                      <a:pt x="796" y="565"/>
                    </a:lnTo>
                    <a:lnTo>
                      <a:pt x="785" y="559"/>
                    </a:lnTo>
                    <a:lnTo>
                      <a:pt x="782" y="553"/>
                    </a:lnTo>
                    <a:lnTo>
                      <a:pt x="787" y="547"/>
                    </a:lnTo>
                    <a:lnTo>
                      <a:pt x="797" y="544"/>
                    </a:lnTo>
                    <a:lnTo>
                      <a:pt x="805" y="541"/>
                    </a:lnTo>
                    <a:lnTo>
                      <a:pt x="809" y="537"/>
                    </a:lnTo>
                    <a:lnTo>
                      <a:pt x="812" y="532"/>
                    </a:lnTo>
                    <a:lnTo>
                      <a:pt x="817" y="529"/>
                    </a:lnTo>
                    <a:lnTo>
                      <a:pt x="823" y="526"/>
                    </a:lnTo>
                    <a:lnTo>
                      <a:pt x="829" y="523"/>
                    </a:lnTo>
                    <a:lnTo>
                      <a:pt x="834" y="519"/>
                    </a:lnTo>
                    <a:lnTo>
                      <a:pt x="839" y="514"/>
                    </a:lnTo>
                    <a:lnTo>
                      <a:pt x="845" y="510"/>
                    </a:lnTo>
                    <a:lnTo>
                      <a:pt x="854" y="508"/>
                    </a:lnTo>
                    <a:lnTo>
                      <a:pt x="863" y="509"/>
                    </a:lnTo>
                    <a:lnTo>
                      <a:pt x="871" y="508"/>
                    </a:lnTo>
                    <a:lnTo>
                      <a:pt x="879" y="504"/>
                    </a:lnTo>
                    <a:lnTo>
                      <a:pt x="888" y="500"/>
                    </a:lnTo>
                    <a:lnTo>
                      <a:pt x="897" y="498"/>
                    </a:lnTo>
                    <a:lnTo>
                      <a:pt x="905" y="503"/>
                    </a:lnTo>
                    <a:lnTo>
                      <a:pt x="911" y="511"/>
                    </a:lnTo>
                    <a:lnTo>
                      <a:pt x="914" y="518"/>
                    </a:lnTo>
                    <a:lnTo>
                      <a:pt x="919" y="522"/>
                    </a:lnTo>
                    <a:lnTo>
                      <a:pt x="926" y="523"/>
                    </a:lnTo>
                    <a:lnTo>
                      <a:pt x="934" y="523"/>
                    </a:lnTo>
                    <a:lnTo>
                      <a:pt x="941" y="524"/>
                    </a:lnTo>
                    <a:lnTo>
                      <a:pt x="948" y="527"/>
                    </a:lnTo>
                    <a:lnTo>
                      <a:pt x="954" y="529"/>
                    </a:lnTo>
                    <a:lnTo>
                      <a:pt x="961" y="532"/>
                    </a:lnTo>
                    <a:lnTo>
                      <a:pt x="967" y="536"/>
                    </a:lnTo>
                    <a:lnTo>
                      <a:pt x="967" y="542"/>
                    </a:lnTo>
                    <a:lnTo>
                      <a:pt x="962" y="549"/>
                    </a:lnTo>
                    <a:lnTo>
                      <a:pt x="956" y="555"/>
                    </a:lnTo>
                    <a:lnTo>
                      <a:pt x="954" y="560"/>
                    </a:lnTo>
                    <a:close/>
                  </a:path>
                </a:pathLst>
              </a:custGeom>
              <a:solidFill>
                <a:srgbClr val="E18B48">
                  <a:alpha val="10500"/>
                </a:srgbClr>
              </a:solidFill>
              <a:ln>
                <a:noFill/>
              </a:ln>
            </p:spPr>
            <p:txBody>
              <a:bodyPr anchor="ctr"/>
              <a:lstStyle/>
              <a:p>
                <a:pPr algn="ctr">
                  <a:buNone/>
                </a:pPr>
              </a:p>
            </p:txBody>
          </p:sp>
          <p:sp>
            <p:nvSpPr>
              <p:cNvPr id="642" name="addition:spatial:24"/>
              <p:cNvSpPr>
                <a:spLocks noGrp="1"/>
              </p:cNvSpPr>
              <p:nvPr/>
            </p:nvSpPr>
            <p:spPr>
              <a:xfrm>
                <a:off x="5648325" y="1666875"/>
                <a:ext cx="1169426" cy="967618"/>
              </a:xfrm>
              <a:custGeom>
                <a:avLst/>
                <a:gdLst/>
                <a:ahLst/>
                <a:cxnLst/>
                <a:rect l="l" t="t" r="r" b="b"/>
                <a:pathLst>
                  <a:path w="882" h="572">
                    <a:moveTo>
                      <a:pt x="0" y="0"/>
                    </a:moveTo>
                    <a:moveTo>
                      <a:pt x="875" y="546"/>
                    </a:moveTo>
                    <a:lnTo>
                      <a:pt x="873" y="548"/>
                    </a:lnTo>
                    <a:lnTo>
                      <a:pt x="874" y="549"/>
                    </a:lnTo>
                    <a:lnTo>
                      <a:pt x="877" y="552"/>
                    </a:lnTo>
                    <a:lnTo>
                      <a:pt x="880" y="555"/>
                    </a:lnTo>
                    <a:lnTo>
                      <a:pt x="880" y="558"/>
                    </a:lnTo>
                    <a:lnTo>
                      <a:pt x="878" y="560"/>
                    </a:lnTo>
                    <a:lnTo>
                      <a:pt x="876" y="561"/>
                    </a:lnTo>
                    <a:lnTo>
                      <a:pt x="874" y="562"/>
                    </a:lnTo>
                    <a:lnTo>
                      <a:pt x="872" y="564"/>
                    </a:lnTo>
                    <a:lnTo>
                      <a:pt x="870" y="566"/>
                    </a:lnTo>
                    <a:lnTo>
                      <a:pt x="867" y="566"/>
                    </a:lnTo>
                    <a:lnTo>
                      <a:pt x="864" y="566"/>
                    </a:lnTo>
                    <a:lnTo>
                      <a:pt x="862" y="567"/>
                    </a:lnTo>
                    <a:lnTo>
                      <a:pt x="860" y="568"/>
                    </a:lnTo>
                    <a:lnTo>
                      <a:pt x="858" y="569"/>
                    </a:lnTo>
                    <a:lnTo>
                      <a:pt x="855" y="570"/>
                    </a:lnTo>
                    <a:lnTo>
                      <a:pt x="852" y="569"/>
                    </a:lnTo>
                    <a:lnTo>
                      <a:pt x="850" y="567"/>
                    </a:lnTo>
                    <a:lnTo>
                      <a:pt x="847" y="568"/>
                    </a:lnTo>
                    <a:lnTo>
                      <a:pt x="844" y="570"/>
                    </a:lnTo>
                    <a:lnTo>
                      <a:pt x="840" y="572"/>
                    </a:lnTo>
                    <a:lnTo>
                      <a:pt x="835" y="572"/>
                    </a:lnTo>
                    <a:lnTo>
                      <a:pt x="833" y="571"/>
                    </a:lnTo>
                    <a:lnTo>
                      <a:pt x="831" y="567"/>
                    </a:lnTo>
                    <a:lnTo>
                      <a:pt x="830" y="564"/>
                    </a:lnTo>
                    <a:lnTo>
                      <a:pt x="828" y="562"/>
                    </a:lnTo>
                    <a:lnTo>
                      <a:pt x="826" y="561"/>
                    </a:lnTo>
                    <a:lnTo>
                      <a:pt x="824" y="559"/>
                    </a:lnTo>
                    <a:lnTo>
                      <a:pt x="823" y="557"/>
                    </a:lnTo>
                    <a:lnTo>
                      <a:pt x="821" y="555"/>
                    </a:lnTo>
                    <a:lnTo>
                      <a:pt x="817" y="554"/>
                    </a:lnTo>
                    <a:lnTo>
                      <a:pt x="813" y="553"/>
                    </a:lnTo>
                    <a:lnTo>
                      <a:pt x="810" y="551"/>
                    </a:lnTo>
                    <a:lnTo>
                      <a:pt x="810" y="548"/>
                    </a:lnTo>
                    <a:lnTo>
                      <a:pt x="812" y="546"/>
                    </a:lnTo>
                    <a:lnTo>
                      <a:pt x="813" y="544"/>
                    </a:lnTo>
                    <a:lnTo>
                      <a:pt x="813" y="541"/>
                    </a:lnTo>
                    <a:lnTo>
                      <a:pt x="812" y="539"/>
                    </a:lnTo>
                    <a:lnTo>
                      <a:pt x="811" y="536"/>
                    </a:lnTo>
                    <a:lnTo>
                      <a:pt x="814" y="534"/>
                    </a:lnTo>
                    <a:lnTo>
                      <a:pt x="818" y="533"/>
                    </a:lnTo>
                    <a:lnTo>
                      <a:pt x="822" y="533"/>
                    </a:lnTo>
                    <a:lnTo>
                      <a:pt x="825" y="532"/>
                    </a:lnTo>
                    <a:lnTo>
                      <a:pt x="827" y="530"/>
                    </a:lnTo>
                    <a:lnTo>
                      <a:pt x="829" y="528"/>
                    </a:lnTo>
                    <a:lnTo>
                      <a:pt x="831" y="526"/>
                    </a:lnTo>
                    <a:lnTo>
                      <a:pt x="833" y="524"/>
                    </a:lnTo>
                    <a:lnTo>
                      <a:pt x="836" y="522"/>
                    </a:lnTo>
                    <a:lnTo>
                      <a:pt x="838" y="520"/>
                    </a:lnTo>
                    <a:lnTo>
                      <a:pt x="842" y="518"/>
                    </a:lnTo>
                    <a:lnTo>
                      <a:pt x="846" y="518"/>
                    </a:lnTo>
                    <a:lnTo>
                      <a:pt x="849" y="520"/>
                    </a:lnTo>
                    <a:lnTo>
                      <a:pt x="853" y="523"/>
                    </a:lnTo>
                    <a:lnTo>
                      <a:pt x="855" y="525"/>
                    </a:lnTo>
                    <a:lnTo>
                      <a:pt x="858" y="525"/>
                    </a:lnTo>
                    <a:lnTo>
                      <a:pt x="861" y="523"/>
                    </a:lnTo>
                    <a:lnTo>
                      <a:pt x="865" y="523"/>
                    </a:lnTo>
                    <a:lnTo>
                      <a:pt x="867" y="524"/>
                    </a:lnTo>
                    <a:lnTo>
                      <a:pt x="868" y="526"/>
                    </a:lnTo>
                    <a:lnTo>
                      <a:pt x="870" y="528"/>
                    </a:lnTo>
                    <a:lnTo>
                      <a:pt x="873" y="529"/>
                    </a:lnTo>
                    <a:lnTo>
                      <a:pt x="876" y="529"/>
                    </a:lnTo>
                    <a:lnTo>
                      <a:pt x="878" y="530"/>
                    </a:lnTo>
                    <a:lnTo>
                      <a:pt x="879" y="532"/>
                    </a:lnTo>
                    <a:lnTo>
                      <a:pt x="880" y="535"/>
                    </a:lnTo>
                    <a:lnTo>
                      <a:pt x="881" y="537"/>
                    </a:lnTo>
                    <a:lnTo>
                      <a:pt x="882" y="539"/>
                    </a:lnTo>
                    <a:lnTo>
                      <a:pt x="882" y="541"/>
                    </a:lnTo>
                    <a:lnTo>
                      <a:pt x="879" y="544"/>
                    </a:lnTo>
                    <a:close/>
                  </a:path>
                </a:pathLst>
              </a:custGeom>
              <a:solidFill>
                <a:srgbClr val="ECB78D">
                  <a:alpha val="9600"/>
                </a:srgbClr>
              </a:solidFill>
              <a:ln>
                <a:noFill/>
              </a:ln>
            </p:spPr>
            <p:txBody>
              <a:bodyPr anchor="ctr"/>
              <a:lstStyle/>
              <a:p>
                <a:pPr algn="ctr">
                  <a:buNone/>
                </a:pPr>
              </a:p>
            </p:txBody>
          </p:sp>
          <p:sp>
            <p:nvSpPr>
              <p:cNvPr id="643" name="addition:spatial:25"/>
              <p:cNvSpPr>
                <a:spLocks noGrp="1"/>
              </p:cNvSpPr>
              <p:nvPr/>
            </p:nvSpPr>
            <p:spPr>
              <a:xfrm>
                <a:off x="5648325" y="1666875"/>
                <a:ext cx="1209203" cy="933785"/>
              </a:xfrm>
              <a:custGeom>
                <a:avLst/>
                <a:gdLst/>
                <a:ahLst/>
                <a:cxnLst/>
                <a:rect l="l" t="t" r="r" b="b"/>
                <a:pathLst>
                  <a:path w="912" h="552">
                    <a:moveTo>
                      <a:pt x="0" y="0"/>
                    </a:moveTo>
                    <a:moveTo>
                      <a:pt x="909" y="526"/>
                    </a:moveTo>
                    <a:lnTo>
                      <a:pt x="911" y="528"/>
                    </a:lnTo>
                    <a:lnTo>
                      <a:pt x="912" y="531"/>
                    </a:lnTo>
                    <a:lnTo>
                      <a:pt x="910" y="533"/>
                    </a:lnTo>
                    <a:lnTo>
                      <a:pt x="906" y="534"/>
                    </a:lnTo>
                    <a:lnTo>
                      <a:pt x="902" y="535"/>
                    </a:lnTo>
                    <a:lnTo>
                      <a:pt x="899" y="537"/>
                    </a:lnTo>
                    <a:lnTo>
                      <a:pt x="898" y="539"/>
                    </a:lnTo>
                    <a:lnTo>
                      <a:pt x="897" y="541"/>
                    </a:lnTo>
                    <a:lnTo>
                      <a:pt x="896" y="543"/>
                    </a:lnTo>
                    <a:lnTo>
                      <a:pt x="894" y="545"/>
                    </a:lnTo>
                    <a:lnTo>
                      <a:pt x="892" y="547"/>
                    </a:lnTo>
                    <a:lnTo>
                      <a:pt x="890" y="550"/>
                    </a:lnTo>
                    <a:lnTo>
                      <a:pt x="888" y="552"/>
                    </a:lnTo>
                    <a:lnTo>
                      <a:pt x="884" y="552"/>
                    </a:lnTo>
                    <a:lnTo>
                      <a:pt x="881" y="550"/>
                    </a:lnTo>
                    <a:lnTo>
                      <a:pt x="877" y="548"/>
                    </a:lnTo>
                    <a:lnTo>
                      <a:pt x="875" y="546"/>
                    </a:lnTo>
                    <a:lnTo>
                      <a:pt x="873" y="547"/>
                    </a:lnTo>
                    <a:lnTo>
                      <a:pt x="870" y="549"/>
                    </a:lnTo>
                    <a:lnTo>
                      <a:pt x="867" y="550"/>
                    </a:lnTo>
                    <a:lnTo>
                      <a:pt x="865" y="549"/>
                    </a:lnTo>
                    <a:lnTo>
                      <a:pt x="863" y="547"/>
                    </a:lnTo>
                    <a:lnTo>
                      <a:pt x="862" y="546"/>
                    </a:lnTo>
                    <a:lnTo>
                      <a:pt x="859" y="546"/>
                    </a:lnTo>
                    <a:lnTo>
                      <a:pt x="856" y="545"/>
                    </a:lnTo>
                    <a:lnTo>
                      <a:pt x="853" y="545"/>
                    </a:lnTo>
                    <a:lnTo>
                      <a:pt x="852" y="543"/>
                    </a:lnTo>
                    <a:lnTo>
                      <a:pt x="851" y="541"/>
                    </a:lnTo>
                    <a:lnTo>
                      <a:pt x="849" y="539"/>
                    </a:lnTo>
                    <a:lnTo>
                      <a:pt x="848" y="537"/>
                    </a:lnTo>
                    <a:lnTo>
                      <a:pt x="847" y="535"/>
                    </a:lnTo>
                    <a:lnTo>
                      <a:pt x="849" y="532"/>
                    </a:lnTo>
                    <a:lnTo>
                      <a:pt x="851" y="530"/>
                    </a:lnTo>
                    <a:lnTo>
                      <a:pt x="853" y="528"/>
                    </a:lnTo>
                    <a:lnTo>
                      <a:pt x="851" y="526"/>
                    </a:lnTo>
                    <a:lnTo>
                      <a:pt x="847" y="524"/>
                    </a:lnTo>
                    <a:lnTo>
                      <a:pt x="844" y="522"/>
                    </a:lnTo>
                    <a:lnTo>
                      <a:pt x="842" y="519"/>
                    </a:lnTo>
                    <a:lnTo>
                      <a:pt x="843" y="517"/>
                    </a:lnTo>
                    <a:lnTo>
                      <a:pt x="846" y="515"/>
                    </a:lnTo>
                    <a:lnTo>
                      <a:pt x="847" y="514"/>
                    </a:lnTo>
                    <a:lnTo>
                      <a:pt x="848" y="512"/>
                    </a:lnTo>
                    <a:lnTo>
                      <a:pt x="850" y="510"/>
                    </a:lnTo>
                    <a:lnTo>
                      <a:pt x="852" y="509"/>
                    </a:lnTo>
                    <a:lnTo>
                      <a:pt x="855" y="509"/>
                    </a:lnTo>
                    <a:lnTo>
                      <a:pt x="857" y="508"/>
                    </a:lnTo>
                    <a:lnTo>
                      <a:pt x="859" y="506"/>
                    </a:lnTo>
                    <a:lnTo>
                      <a:pt x="861" y="505"/>
                    </a:lnTo>
                    <a:lnTo>
                      <a:pt x="864" y="504"/>
                    </a:lnTo>
                    <a:lnTo>
                      <a:pt x="867" y="504"/>
                    </a:lnTo>
                    <a:lnTo>
                      <a:pt x="870" y="505"/>
                    </a:lnTo>
                    <a:lnTo>
                      <a:pt x="872" y="504"/>
                    </a:lnTo>
                    <a:lnTo>
                      <a:pt x="875" y="502"/>
                    </a:lnTo>
                    <a:lnTo>
                      <a:pt x="879" y="500"/>
                    </a:lnTo>
                    <a:lnTo>
                      <a:pt x="883" y="499"/>
                    </a:lnTo>
                    <a:lnTo>
                      <a:pt x="886" y="500"/>
                    </a:lnTo>
                    <a:lnTo>
                      <a:pt x="889" y="503"/>
                    </a:lnTo>
                    <a:lnTo>
                      <a:pt x="890" y="506"/>
                    </a:lnTo>
                    <a:lnTo>
                      <a:pt x="892" y="508"/>
                    </a:lnTo>
                    <a:lnTo>
                      <a:pt x="895" y="509"/>
                    </a:lnTo>
                    <a:lnTo>
                      <a:pt x="897" y="511"/>
                    </a:lnTo>
                    <a:lnTo>
                      <a:pt x="899" y="512"/>
                    </a:lnTo>
                    <a:lnTo>
                      <a:pt x="901" y="514"/>
                    </a:lnTo>
                    <a:lnTo>
                      <a:pt x="905" y="514"/>
                    </a:lnTo>
                    <a:lnTo>
                      <a:pt x="908" y="515"/>
                    </a:lnTo>
                    <a:lnTo>
                      <a:pt x="911" y="517"/>
                    </a:lnTo>
                    <a:lnTo>
                      <a:pt x="912" y="519"/>
                    </a:lnTo>
                    <a:lnTo>
                      <a:pt x="911" y="522"/>
                    </a:lnTo>
                    <a:lnTo>
                      <a:pt x="909" y="524"/>
                    </a:lnTo>
                    <a:close/>
                  </a:path>
                </a:pathLst>
              </a:custGeom>
              <a:solidFill>
                <a:srgbClr val="ECB78D">
                  <a:alpha val="9600"/>
                </a:srgbClr>
              </a:solidFill>
              <a:ln>
                <a:noFill/>
              </a:ln>
            </p:spPr>
            <p:txBody>
              <a:bodyPr anchor="ctr"/>
              <a:lstStyle/>
              <a:p>
                <a:pPr algn="ctr">
                  <a:buNone/>
                </a:pPr>
              </a:p>
            </p:txBody>
          </p:sp>
          <p:sp>
            <p:nvSpPr>
              <p:cNvPr id="644" name="addition:spatial:26"/>
              <p:cNvSpPr>
                <a:spLocks noGrp="1"/>
              </p:cNvSpPr>
              <p:nvPr/>
            </p:nvSpPr>
            <p:spPr>
              <a:xfrm>
                <a:off x="5648325" y="1666875"/>
                <a:ext cx="1255608" cy="945627"/>
              </a:xfrm>
              <a:custGeom>
                <a:avLst/>
                <a:gdLst/>
                <a:ahLst/>
                <a:cxnLst/>
                <a:rect l="l" t="t" r="r" b="b"/>
                <a:pathLst>
                  <a:path w="947" h="559">
                    <a:moveTo>
                      <a:pt x="0" y="0"/>
                    </a:moveTo>
                    <a:moveTo>
                      <a:pt x="946" y="532"/>
                    </a:moveTo>
                    <a:lnTo>
                      <a:pt x="945" y="534"/>
                    </a:lnTo>
                    <a:lnTo>
                      <a:pt x="942" y="536"/>
                    </a:lnTo>
                    <a:lnTo>
                      <a:pt x="938" y="538"/>
                    </a:lnTo>
                    <a:lnTo>
                      <a:pt x="936" y="539"/>
                    </a:lnTo>
                    <a:lnTo>
                      <a:pt x="936" y="542"/>
                    </a:lnTo>
                    <a:lnTo>
                      <a:pt x="936" y="545"/>
                    </a:lnTo>
                    <a:lnTo>
                      <a:pt x="935" y="547"/>
                    </a:lnTo>
                    <a:lnTo>
                      <a:pt x="932" y="549"/>
                    </a:lnTo>
                    <a:lnTo>
                      <a:pt x="929" y="549"/>
                    </a:lnTo>
                    <a:lnTo>
                      <a:pt x="926" y="550"/>
                    </a:lnTo>
                    <a:lnTo>
                      <a:pt x="924" y="553"/>
                    </a:lnTo>
                    <a:lnTo>
                      <a:pt x="923" y="556"/>
                    </a:lnTo>
                    <a:lnTo>
                      <a:pt x="921" y="559"/>
                    </a:lnTo>
                    <a:lnTo>
                      <a:pt x="917" y="559"/>
                    </a:lnTo>
                    <a:lnTo>
                      <a:pt x="914" y="559"/>
                    </a:lnTo>
                    <a:lnTo>
                      <a:pt x="911" y="557"/>
                    </a:lnTo>
                    <a:lnTo>
                      <a:pt x="908" y="556"/>
                    </a:lnTo>
                    <a:lnTo>
                      <a:pt x="905" y="556"/>
                    </a:lnTo>
                    <a:lnTo>
                      <a:pt x="903" y="555"/>
                    </a:lnTo>
                    <a:lnTo>
                      <a:pt x="901" y="553"/>
                    </a:lnTo>
                    <a:lnTo>
                      <a:pt x="899" y="552"/>
                    </a:lnTo>
                    <a:lnTo>
                      <a:pt x="896" y="553"/>
                    </a:lnTo>
                    <a:lnTo>
                      <a:pt x="893" y="555"/>
                    </a:lnTo>
                    <a:lnTo>
                      <a:pt x="889" y="556"/>
                    </a:lnTo>
                    <a:lnTo>
                      <a:pt x="886" y="555"/>
                    </a:lnTo>
                    <a:lnTo>
                      <a:pt x="885" y="552"/>
                    </a:lnTo>
                    <a:lnTo>
                      <a:pt x="886" y="549"/>
                    </a:lnTo>
                    <a:lnTo>
                      <a:pt x="885" y="546"/>
                    </a:lnTo>
                    <a:lnTo>
                      <a:pt x="883" y="545"/>
                    </a:lnTo>
                    <a:lnTo>
                      <a:pt x="881" y="543"/>
                    </a:lnTo>
                    <a:lnTo>
                      <a:pt x="880" y="541"/>
                    </a:lnTo>
                    <a:lnTo>
                      <a:pt x="880" y="538"/>
                    </a:lnTo>
                    <a:lnTo>
                      <a:pt x="881" y="536"/>
                    </a:lnTo>
                    <a:lnTo>
                      <a:pt x="881" y="534"/>
                    </a:lnTo>
                    <a:lnTo>
                      <a:pt x="880" y="532"/>
                    </a:lnTo>
                    <a:lnTo>
                      <a:pt x="879" y="529"/>
                    </a:lnTo>
                    <a:lnTo>
                      <a:pt x="879" y="527"/>
                    </a:lnTo>
                    <a:lnTo>
                      <a:pt x="879" y="525"/>
                    </a:lnTo>
                    <a:lnTo>
                      <a:pt x="878" y="522"/>
                    </a:lnTo>
                    <a:lnTo>
                      <a:pt x="877" y="519"/>
                    </a:lnTo>
                    <a:lnTo>
                      <a:pt x="875" y="516"/>
                    </a:lnTo>
                    <a:lnTo>
                      <a:pt x="876" y="514"/>
                    </a:lnTo>
                    <a:lnTo>
                      <a:pt x="880" y="513"/>
                    </a:lnTo>
                    <a:lnTo>
                      <a:pt x="885" y="514"/>
                    </a:lnTo>
                    <a:lnTo>
                      <a:pt x="889" y="514"/>
                    </a:lnTo>
                    <a:lnTo>
                      <a:pt x="891" y="513"/>
                    </a:lnTo>
                    <a:lnTo>
                      <a:pt x="892" y="511"/>
                    </a:lnTo>
                    <a:lnTo>
                      <a:pt x="894" y="509"/>
                    </a:lnTo>
                    <a:lnTo>
                      <a:pt x="896" y="507"/>
                    </a:lnTo>
                    <a:lnTo>
                      <a:pt x="899" y="507"/>
                    </a:lnTo>
                    <a:lnTo>
                      <a:pt x="902" y="506"/>
                    </a:lnTo>
                    <a:lnTo>
                      <a:pt x="905" y="505"/>
                    </a:lnTo>
                    <a:lnTo>
                      <a:pt x="908" y="504"/>
                    </a:lnTo>
                    <a:lnTo>
                      <a:pt x="912" y="504"/>
                    </a:lnTo>
                    <a:lnTo>
                      <a:pt x="915" y="506"/>
                    </a:lnTo>
                    <a:lnTo>
                      <a:pt x="918" y="507"/>
                    </a:lnTo>
                    <a:lnTo>
                      <a:pt x="921" y="508"/>
                    </a:lnTo>
                    <a:lnTo>
                      <a:pt x="925" y="508"/>
                    </a:lnTo>
                    <a:lnTo>
                      <a:pt x="928" y="509"/>
                    </a:lnTo>
                    <a:lnTo>
                      <a:pt x="931" y="511"/>
                    </a:lnTo>
                    <a:lnTo>
                      <a:pt x="931" y="514"/>
                    </a:lnTo>
                    <a:lnTo>
                      <a:pt x="931" y="518"/>
                    </a:lnTo>
                    <a:lnTo>
                      <a:pt x="932" y="519"/>
                    </a:lnTo>
                    <a:lnTo>
                      <a:pt x="936" y="520"/>
                    </a:lnTo>
                    <a:lnTo>
                      <a:pt x="941" y="520"/>
                    </a:lnTo>
                    <a:lnTo>
                      <a:pt x="945" y="522"/>
                    </a:lnTo>
                    <a:lnTo>
                      <a:pt x="946" y="524"/>
                    </a:lnTo>
                    <a:lnTo>
                      <a:pt x="947" y="527"/>
                    </a:lnTo>
                    <a:lnTo>
                      <a:pt x="947" y="529"/>
                    </a:lnTo>
                    <a:close/>
                  </a:path>
                </a:pathLst>
              </a:custGeom>
              <a:solidFill>
                <a:srgbClr val="ECB78D">
                  <a:alpha val="9600"/>
                </a:srgbClr>
              </a:solidFill>
              <a:ln>
                <a:noFill/>
              </a:ln>
            </p:spPr>
            <p:txBody>
              <a:bodyPr anchor="ctr"/>
              <a:lstStyle/>
              <a:p>
                <a:pPr algn="ctr">
                  <a:buNone/>
                </a:pPr>
              </a:p>
            </p:txBody>
          </p:sp>
          <p:sp>
            <p:nvSpPr>
              <p:cNvPr id="645" name="addition:spatial:27"/>
              <p:cNvSpPr>
                <a:spLocks noGrp="1"/>
              </p:cNvSpPr>
              <p:nvPr/>
            </p:nvSpPr>
            <p:spPr>
              <a:xfrm>
                <a:off x="5648325" y="1666875"/>
                <a:ext cx="1287429" cy="984534"/>
              </a:xfrm>
              <a:custGeom>
                <a:avLst/>
                <a:gdLst/>
                <a:ahLst/>
                <a:cxnLst/>
                <a:rect l="l" t="t" r="r" b="b"/>
                <a:pathLst>
                  <a:path w="971" h="582">
                    <a:moveTo>
                      <a:pt x="0" y="0"/>
                    </a:moveTo>
                    <a:moveTo>
                      <a:pt x="962" y="553"/>
                    </a:moveTo>
                    <a:lnTo>
                      <a:pt x="961" y="555"/>
                    </a:lnTo>
                    <a:lnTo>
                      <a:pt x="962" y="558"/>
                    </a:lnTo>
                    <a:lnTo>
                      <a:pt x="963" y="560"/>
                    </a:lnTo>
                    <a:lnTo>
                      <a:pt x="964" y="563"/>
                    </a:lnTo>
                    <a:lnTo>
                      <a:pt x="964" y="565"/>
                    </a:lnTo>
                    <a:lnTo>
                      <a:pt x="964" y="568"/>
                    </a:lnTo>
                    <a:lnTo>
                      <a:pt x="964" y="572"/>
                    </a:lnTo>
                    <a:lnTo>
                      <a:pt x="963" y="574"/>
                    </a:lnTo>
                    <a:lnTo>
                      <a:pt x="960" y="576"/>
                    </a:lnTo>
                    <a:lnTo>
                      <a:pt x="956" y="575"/>
                    </a:lnTo>
                    <a:lnTo>
                      <a:pt x="952" y="575"/>
                    </a:lnTo>
                    <a:lnTo>
                      <a:pt x="949" y="575"/>
                    </a:lnTo>
                    <a:lnTo>
                      <a:pt x="948" y="577"/>
                    </a:lnTo>
                    <a:lnTo>
                      <a:pt x="946" y="579"/>
                    </a:lnTo>
                    <a:lnTo>
                      <a:pt x="944" y="581"/>
                    </a:lnTo>
                    <a:lnTo>
                      <a:pt x="941" y="580"/>
                    </a:lnTo>
                    <a:lnTo>
                      <a:pt x="938" y="579"/>
                    </a:lnTo>
                    <a:lnTo>
                      <a:pt x="935" y="578"/>
                    </a:lnTo>
                    <a:lnTo>
                      <a:pt x="932" y="580"/>
                    </a:lnTo>
                    <a:lnTo>
                      <a:pt x="929" y="581"/>
                    </a:lnTo>
                    <a:lnTo>
                      <a:pt x="925" y="582"/>
                    </a:lnTo>
                    <a:lnTo>
                      <a:pt x="921" y="581"/>
                    </a:lnTo>
                    <a:lnTo>
                      <a:pt x="918" y="580"/>
                    </a:lnTo>
                    <a:lnTo>
                      <a:pt x="915" y="578"/>
                    </a:lnTo>
                    <a:lnTo>
                      <a:pt x="912" y="577"/>
                    </a:lnTo>
                    <a:lnTo>
                      <a:pt x="910" y="574"/>
                    </a:lnTo>
                    <a:lnTo>
                      <a:pt x="909" y="571"/>
                    </a:lnTo>
                    <a:lnTo>
                      <a:pt x="910" y="567"/>
                    </a:lnTo>
                    <a:lnTo>
                      <a:pt x="909" y="565"/>
                    </a:lnTo>
                    <a:lnTo>
                      <a:pt x="906" y="563"/>
                    </a:lnTo>
                    <a:lnTo>
                      <a:pt x="900" y="563"/>
                    </a:lnTo>
                    <a:lnTo>
                      <a:pt x="895" y="561"/>
                    </a:lnTo>
                    <a:lnTo>
                      <a:pt x="893" y="559"/>
                    </a:lnTo>
                    <a:lnTo>
                      <a:pt x="893" y="556"/>
                    </a:lnTo>
                    <a:lnTo>
                      <a:pt x="895" y="553"/>
                    </a:lnTo>
                    <a:lnTo>
                      <a:pt x="895" y="551"/>
                    </a:lnTo>
                    <a:lnTo>
                      <a:pt x="895" y="548"/>
                    </a:lnTo>
                    <a:lnTo>
                      <a:pt x="895" y="545"/>
                    </a:lnTo>
                    <a:lnTo>
                      <a:pt x="897" y="543"/>
                    </a:lnTo>
                    <a:lnTo>
                      <a:pt x="900" y="541"/>
                    </a:lnTo>
                    <a:lnTo>
                      <a:pt x="902" y="540"/>
                    </a:lnTo>
                    <a:lnTo>
                      <a:pt x="904" y="538"/>
                    </a:lnTo>
                    <a:lnTo>
                      <a:pt x="906" y="535"/>
                    </a:lnTo>
                    <a:lnTo>
                      <a:pt x="909" y="534"/>
                    </a:lnTo>
                    <a:lnTo>
                      <a:pt x="913" y="534"/>
                    </a:lnTo>
                    <a:lnTo>
                      <a:pt x="916" y="533"/>
                    </a:lnTo>
                    <a:lnTo>
                      <a:pt x="919" y="531"/>
                    </a:lnTo>
                    <a:lnTo>
                      <a:pt x="920" y="527"/>
                    </a:lnTo>
                    <a:lnTo>
                      <a:pt x="922" y="523"/>
                    </a:lnTo>
                    <a:lnTo>
                      <a:pt x="926" y="521"/>
                    </a:lnTo>
                    <a:lnTo>
                      <a:pt x="930" y="522"/>
                    </a:lnTo>
                    <a:lnTo>
                      <a:pt x="935" y="524"/>
                    </a:lnTo>
                    <a:lnTo>
                      <a:pt x="938" y="527"/>
                    </a:lnTo>
                    <a:lnTo>
                      <a:pt x="941" y="528"/>
                    </a:lnTo>
                    <a:lnTo>
                      <a:pt x="944" y="528"/>
                    </a:lnTo>
                    <a:lnTo>
                      <a:pt x="947" y="529"/>
                    </a:lnTo>
                    <a:lnTo>
                      <a:pt x="949" y="530"/>
                    </a:lnTo>
                    <a:lnTo>
                      <a:pt x="952" y="531"/>
                    </a:lnTo>
                    <a:lnTo>
                      <a:pt x="955" y="531"/>
                    </a:lnTo>
                    <a:lnTo>
                      <a:pt x="959" y="531"/>
                    </a:lnTo>
                    <a:lnTo>
                      <a:pt x="962" y="532"/>
                    </a:lnTo>
                    <a:lnTo>
                      <a:pt x="963" y="534"/>
                    </a:lnTo>
                    <a:lnTo>
                      <a:pt x="963" y="537"/>
                    </a:lnTo>
                    <a:lnTo>
                      <a:pt x="964" y="539"/>
                    </a:lnTo>
                    <a:lnTo>
                      <a:pt x="966" y="541"/>
                    </a:lnTo>
                    <a:lnTo>
                      <a:pt x="969" y="543"/>
                    </a:lnTo>
                    <a:lnTo>
                      <a:pt x="971" y="545"/>
                    </a:lnTo>
                    <a:lnTo>
                      <a:pt x="970" y="548"/>
                    </a:lnTo>
                    <a:lnTo>
                      <a:pt x="966" y="551"/>
                    </a:lnTo>
                    <a:close/>
                  </a:path>
                </a:pathLst>
              </a:custGeom>
              <a:solidFill>
                <a:srgbClr val="ECB78D">
                  <a:alpha val="9600"/>
                </a:srgbClr>
              </a:solidFill>
              <a:ln>
                <a:noFill/>
              </a:ln>
            </p:spPr>
            <p:txBody>
              <a:bodyPr anchor="ctr"/>
              <a:lstStyle/>
              <a:p>
                <a:pPr algn="ctr">
                  <a:buNone/>
                </a:pPr>
              </a:p>
            </p:txBody>
          </p:sp>
          <p:sp>
            <p:nvSpPr>
              <p:cNvPr id="646" name="addition:spatial:28"/>
              <p:cNvSpPr>
                <a:spLocks noGrp="1"/>
              </p:cNvSpPr>
              <p:nvPr/>
            </p:nvSpPr>
            <p:spPr>
              <a:xfrm>
                <a:off x="5648325" y="1666875"/>
                <a:ext cx="1268867" cy="1028517"/>
              </a:xfrm>
              <a:custGeom>
                <a:avLst/>
                <a:gdLst/>
                <a:ahLst/>
                <a:cxnLst/>
                <a:rect l="l" t="t" r="r" b="b"/>
                <a:pathLst>
                  <a:path w="957" h="608">
                    <a:moveTo>
                      <a:pt x="0" y="0"/>
                    </a:moveTo>
                    <a:moveTo>
                      <a:pt x="946" y="577"/>
                    </a:moveTo>
                    <a:lnTo>
                      <a:pt x="949" y="579"/>
                    </a:lnTo>
                    <a:lnTo>
                      <a:pt x="950" y="582"/>
                    </a:lnTo>
                    <a:lnTo>
                      <a:pt x="948" y="584"/>
                    </a:lnTo>
                    <a:lnTo>
                      <a:pt x="946" y="586"/>
                    </a:lnTo>
                    <a:lnTo>
                      <a:pt x="944" y="589"/>
                    </a:lnTo>
                    <a:lnTo>
                      <a:pt x="944" y="591"/>
                    </a:lnTo>
                    <a:lnTo>
                      <a:pt x="944" y="594"/>
                    </a:lnTo>
                    <a:lnTo>
                      <a:pt x="942" y="597"/>
                    </a:lnTo>
                    <a:lnTo>
                      <a:pt x="940" y="599"/>
                    </a:lnTo>
                    <a:lnTo>
                      <a:pt x="937" y="600"/>
                    </a:lnTo>
                    <a:lnTo>
                      <a:pt x="934" y="602"/>
                    </a:lnTo>
                    <a:lnTo>
                      <a:pt x="932" y="604"/>
                    </a:lnTo>
                    <a:lnTo>
                      <a:pt x="928" y="605"/>
                    </a:lnTo>
                    <a:lnTo>
                      <a:pt x="924" y="603"/>
                    </a:lnTo>
                    <a:lnTo>
                      <a:pt x="920" y="601"/>
                    </a:lnTo>
                    <a:lnTo>
                      <a:pt x="917" y="599"/>
                    </a:lnTo>
                    <a:lnTo>
                      <a:pt x="914" y="601"/>
                    </a:lnTo>
                    <a:lnTo>
                      <a:pt x="911" y="604"/>
                    </a:lnTo>
                    <a:lnTo>
                      <a:pt x="907" y="607"/>
                    </a:lnTo>
                    <a:lnTo>
                      <a:pt x="903" y="608"/>
                    </a:lnTo>
                    <a:lnTo>
                      <a:pt x="899" y="607"/>
                    </a:lnTo>
                    <a:lnTo>
                      <a:pt x="896" y="605"/>
                    </a:lnTo>
                    <a:lnTo>
                      <a:pt x="892" y="603"/>
                    </a:lnTo>
                    <a:lnTo>
                      <a:pt x="889" y="602"/>
                    </a:lnTo>
                    <a:lnTo>
                      <a:pt x="886" y="600"/>
                    </a:lnTo>
                    <a:lnTo>
                      <a:pt x="884" y="597"/>
                    </a:lnTo>
                    <a:lnTo>
                      <a:pt x="882" y="594"/>
                    </a:lnTo>
                    <a:lnTo>
                      <a:pt x="880" y="592"/>
                    </a:lnTo>
                    <a:lnTo>
                      <a:pt x="876" y="591"/>
                    </a:lnTo>
                    <a:lnTo>
                      <a:pt x="872" y="589"/>
                    </a:lnTo>
                    <a:lnTo>
                      <a:pt x="870" y="587"/>
                    </a:lnTo>
                    <a:lnTo>
                      <a:pt x="871" y="584"/>
                    </a:lnTo>
                    <a:lnTo>
                      <a:pt x="871" y="581"/>
                    </a:lnTo>
                    <a:lnTo>
                      <a:pt x="869" y="579"/>
                    </a:lnTo>
                    <a:lnTo>
                      <a:pt x="864" y="577"/>
                    </a:lnTo>
                    <a:lnTo>
                      <a:pt x="859" y="574"/>
                    </a:lnTo>
                    <a:lnTo>
                      <a:pt x="857" y="571"/>
                    </a:lnTo>
                    <a:lnTo>
                      <a:pt x="860" y="568"/>
                    </a:lnTo>
                    <a:lnTo>
                      <a:pt x="864" y="566"/>
                    </a:lnTo>
                    <a:lnTo>
                      <a:pt x="869" y="565"/>
                    </a:lnTo>
                    <a:lnTo>
                      <a:pt x="873" y="563"/>
                    </a:lnTo>
                    <a:lnTo>
                      <a:pt x="875" y="562"/>
                    </a:lnTo>
                    <a:lnTo>
                      <a:pt x="879" y="560"/>
                    </a:lnTo>
                    <a:lnTo>
                      <a:pt x="882" y="559"/>
                    </a:lnTo>
                    <a:lnTo>
                      <a:pt x="885" y="557"/>
                    </a:lnTo>
                    <a:lnTo>
                      <a:pt x="886" y="554"/>
                    </a:lnTo>
                    <a:lnTo>
                      <a:pt x="888" y="550"/>
                    </a:lnTo>
                    <a:lnTo>
                      <a:pt x="891" y="548"/>
                    </a:lnTo>
                    <a:lnTo>
                      <a:pt x="896" y="547"/>
                    </a:lnTo>
                    <a:lnTo>
                      <a:pt x="902" y="548"/>
                    </a:lnTo>
                    <a:lnTo>
                      <a:pt x="906" y="549"/>
                    </a:lnTo>
                    <a:lnTo>
                      <a:pt x="911" y="549"/>
                    </a:lnTo>
                    <a:lnTo>
                      <a:pt x="915" y="547"/>
                    </a:lnTo>
                    <a:lnTo>
                      <a:pt x="920" y="546"/>
                    </a:lnTo>
                    <a:lnTo>
                      <a:pt x="924" y="547"/>
                    </a:lnTo>
                    <a:lnTo>
                      <a:pt x="927" y="551"/>
                    </a:lnTo>
                    <a:lnTo>
                      <a:pt x="929" y="553"/>
                    </a:lnTo>
                    <a:lnTo>
                      <a:pt x="932" y="555"/>
                    </a:lnTo>
                    <a:lnTo>
                      <a:pt x="935" y="556"/>
                    </a:lnTo>
                    <a:lnTo>
                      <a:pt x="939" y="556"/>
                    </a:lnTo>
                    <a:lnTo>
                      <a:pt x="942" y="557"/>
                    </a:lnTo>
                    <a:lnTo>
                      <a:pt x="945" y="558"/>
                    </a:lnTo>
                    <a:lnTo>
                      <a:pt x="949" y="559"/>
                    </a:lnTo>
                    <a:lnTo>
                      <a:pt x="953" y="560"/>
                    </a:lnTo>
                    <a:lnTo>
                      <a:pt x="957" y="562"/>
                    </a:lnTo>
                    <a:lnTo>
                      <a:pt x="957" y="565"/>
                    </a:lnTo>
                    <a:lnTo>
                      <a:pt x="953" y="569"/>
                    </a:lnTo>
                    <a:lnTo>
                      <a:pt x="948" y="572"/>
                    </a:lnTo>
                    <a:lnTo>
                      <a:pt x="945" y="575"/>
                    </a:lnTo>
                    <a:close/>
                  </a:path>
                </a:pathLst>
              </a:custGeom>
              <a:solidFill>
                <a:srgbClr val="ECB78D">
                  <a:alpha val="9600"/>
                </a:srgbClr>
              </a:solidFill>
              <a:ln>
                <a:noFill/>
              </a:ln>
            </p:spPr>
            <p:txBody>
              <a:bodyPr anchor="ctr"/>
              <a:lstStyle/>
              <a:p>
                <a:pPr algn="ctr">
                  <a:buNone/>
                </a:pPr>
              </a:p>
            </p:txBody>
          </p:sp>
          <p:sp>
            <p:nvSpPr>
              <p:cNvPr id="647" name="addition:spatial:29"/>
              <p:cNvSpPr>
                <a:spLocks noGrp="1"/>
              </p:cNvSpPr>
              <p:nvPr/>
            </p:nvSpPr>
            <p:spPr>
              <a:xfrm>
                <a:off x="5648325" y="1666875"/>
                <a:ext cx="1201247" cy="1033592"/>
              </a:xfrm>
              <a:custGeom>
                <a:avLst/>
                <a:gdLst/>
                <a:ahLst/>
                <a:cxnLst/>
                <a:rect l="l" t="t" r="r" b="b"/>
                <a:pathLst>
                  <a:path w="906" h="611">
                    <a:moveTo>
                      <a:pt x="0" y="0"/>
                    </a:moveTo>
                    <a:moveTo>
                      <a:pt x="900" y="580"/>
                    </a:moveTo>
                    <a:lnTo>
                      <a:pt x="903" y="582"/>
                    </a:lnTo>
                    <a:lnTo>
                      <a:pt x="905" y="585"/>
                    </a:lnTo>
                    <a:lnTo>
                      <a:pt x="906" y="588"/>
                    </a:lnTo>
                    <a:lnTo>
                      <a:pt x="905" y="590"/>
                    </a:lnTo>
                    <a:lnTo>
                      <a:pt x="902" y="592"/>
                    </a:lnTo>
                    <a:lnTo>
                      <a:pt x="900" y="593"/>
                    </a:lnTo>
                    <a:lnTo>
                      <a:pt x="900" y="596"/>
                    </a:lnTo>
                    <a:lnTo>
                      <a:pt x="901" y="600"/>
                    </a:lnTo>
                    <a:lnTo>
                      <a:pt x="899" y="602"/>
                    </a:lnTo>
                    <a:lnTo>
                      <a:pt x="896" y="603"/>
                    </a:lnTo>
                    <a:lnTo>
                      <a:pt x="891" y="602"/>
                    </a:lnTo>
                    <a:lnTo>
                      <a:pt x="887" y="601"/>
                    </a:lnTo>
                    <a:lnTo>
                      <a:pt x="885" y="602"/>
                    </a:lnTo>
                    <a:lnTo>
                      <a:pt x="882" y="603"/>
                    </a:lnTo>
                    <a:lnTo>
                      <a:pt x="880" y="605"/>
                    </a:lnTo>
                    <a:lnTo>
                      <a:pt x="877" y="606"/>
                    </a:lnTo>
                    <a:lnTo>
                      <a:pt x="874" y="607"/>
                    </a:lnTo>
                    <a:lnTo>
                      <a:pt x="870" y="609"/>
                    </a:lnTo>
                    <a:lnTo>
                      <a:pt x="866" y="611"/>
                    </a:lnTo>
                    <a:lnTo>
                      <a:pt x="862" y="611"/>
                    </a:lnTo>
                    <a:lnTo>
                      <a:pt x="858" y="610"/>
                    </a:lnTo>
                    <a:lnTo>
                      <a:pt x="855" y="606"/>
                    </a:lnTo>
                    <a:lnTo>
                      <a:pt x="854" y="602"/>
                    </a:lnTo>
                    <a:lnTo>
                      <a:pt x="851" y="600"/>
                    </a:lnTo>
                    <a:lnTo>
                      <a:pt x="847" y="600"/>
                    </a:lnTo>
                    <a:lnTo>
                      <a:pt x="843" y="600"/>
                    </a:lnTo>
                    <a:lnTo>
                      <a:pt x="840" y="598"/>
                    </a:lnTo>
                    <a:lnTo>
                      <a:pt x="838" y="595"/>
                    </a:lnTo>
                    <a:lnTo>
                      <a:pt x="837" y="593"/>
                    </a:lnTo>
                    <a:lnTo>
                      <a:pt x="836" y="591"/>
                    </a:lnTo>
                    <a:lnTo>
                      <a:pt x="833" y="589"/>
                    </a:lnTo>
                    <a:lnTo>
                      <a:pt x="829" y="587"/>
                    </a:lnTo>
                    <a:lnTo>
                      <a:pt x="827" y="585"/>
                    </a:lnTo>
                    <a:lnTo>
                      <a:pt x="827" y="582"/>
                    </a:lnTo>
                    <a:lnTo>
                      <a:pt x="826" y="580"/>
                    </a:lnTo>
                    <a:lnTo>
                      <a:pt x="826" y="577"/>
                    </a:lnTo>
                    <a:lnTo>
                      <a:pt x="826" y="574"/>
                    </a:lnTo>
                    <a:lnTo>
                      <a:pt x="829" y="572"/>
                    </a:lnTo>
                    <a:lnTo>
                      <a:pt x="834" y="570"/>
                    </a:lnTo>
                    <a:lnTo>
                      <a:pt x="840" y="569"/>
                    </a:lnTo>
                    <a:lnTo>
                      <a:pt x="843" y="568"/>
                    </a:lnTo>
                    <a:lnTo>
                      <a:pt x="844" y="566"/>
                    </a:lnTo>
                    <a:lnTo>
                      <a:pt x="843" y="562"/>
                    </a:lnTo>
                    <a:lnTo>
                      <a:pt x="843" y="558"/>
                    </a:lnTo>
                    <a:lnTo>
                      <a:pt x="845" y="556"/>
                    </a:lnTo>
                    <a:lnTo>
                      <a:pt x="849" y="555"/>
                    </a:lnTo>
                    <a:lnTo>
                      <a:pt x="853" y="554"/>
                    </a:lnTo>
                    <a:lnTo>
                      <a:pt x="857" y="553"/>
                    </a:lnTo>
                    <a:lnTo>
                      <a:pt x="860" y="552"/>
                    </a:lnTo>
                    <a:lnTo>
                      <a:pt x="863" y="551"/>
                    </a:lnTo>
                    <a:lnTo>
                      <a:pt x="867" y="552"/>
                    </a:lnTo>
                    <a:lnTo>
                      <a:pt x="871" y="553"/>
                    </a:lnTo>
                    <a:lnTo>
                      <a:pt x="874" y="553"/>
                    </a:lnTo>
                    <a:lnTo>
                      <a:pt x="877" y="553"/>
                    </a:lnTo>
                    <a:lnTo>
                      <a:pt x="880" y="553"/>
                    </a:lnTo>
                    <a:lnTo>
                      <a:pt x="882" y="554"/>
                    </a:lnTo>
                    <a:lnTo>
                      <a:pt x="884" y="557"/>
                    </a:lnTo>
                    <a:lnTo>
                      <a:pt x="885" y="559"/>
                    </a:lnTo>
                    <a:lnTo>
                      <a:pt x="888" y="559"/>
                    </a:lnTo>
                    <a:lnTo>
                      <a:pt x="893" y="557"/>
                    </a:lnTo>
                    <a:lnTo>
                      <a:pt x="898" y="557"/>
                    </a:lnTo>
                    <a:lnTo>
                      <a:pt x="902" y="558"/>
                    </a:lnTo>
                    <a:lnTo>
                      <a:pt x="902" y="561"/>
                    </a:lnTo>
                    <a:lnTo>
                      <a:pt x="901" y="565"/>
                    </a:lnTo>
                    <a:lnTo>
                      <a:pt x="900" y="568"/>
                    </a:lnTo>
                    <a:lnTo>
                      <a:pt x="900" y="570"/>
                    </a:lnTo>
                    <a:lnTo>
                      <a:pt x="900" y="573"/>
                    </a:lnTo>
                    <a:lnTo>
                      <a:pt x="900" y="575"/>
                    </a:lnTo>
                    <a:lnTo>
                      <a:pt x="899" y="577"/>
                    </a:lnTo>
                    <a:close/>
                  </a:path>
                </a:pathLst>
              </a:custGeom>
              <a:solidFill>
                <a:srgbClr val="ECB78D">
                  <a:alpha val="9600"/>
                </a:srgbClr>
              </a:solidFill>
              <a:ln>
                <a:noFill/>
              </a:ln>
            </p:spPr>
            <p:txBody>
              <a:bodyPr anchor="ctr"/>
              <a:lstStyle/>
              <a:p>
                <a:pPr algn="ctr">
                  <a:buNone/>
                </a:pPr>
              </a:p>
            </p:txBody>
          </p:sp>
          <p:sp>
            <p:nvSpPr>
              <p:cNvPr id="648" name="addition:spatial:30"/>
              <p:cNvSpPr>
                <a:spLocks noGrp="1"/>
              </p:cNvSpPr>
              <p:nvPr/>
            </p:nvSpPr>
            <p:spPr>
              <a:xfrm>
                <a:off x="5648325" y="1666875"/>
                <a:ext cx="1156167" cy="1006526"/>
              </a:xfrm>
              <a:custGeom>
                <a:avLst/>
                <a:gdLst/>
                <a:ahLst/>
                <a:cxnLst/>
                <a:rect l="l" t="t" r="r" b="b"/>
                <a:pathLst>
                  <a:path w="872" h="595">
                    <a:moveTo>
                      <a:pt x="0" y="0"/>
                    </a:moveTo>
                    <a:moveTo>
                      <a:pt x="869" y="569"/>
                    </a:moveTo>
                    <a:lnTo>
                      <a:pt x="871" y="572"/>
                    </a:lnTo>
                    <a:lnTo>
                      <a:pt x="872" y="574"/>
                    </a:lnTo>
                    <a:lnTo>
                      <a:pt x="870" y="576"/>
                    </a:lnTo>
                    <a:lnTo>
                      <a:pt x="869" y="578"/>
                    </a:lnTo>
                    <a:lnTo>
                      <a:pt x="867" y="580"/>
                    </a:lnTo>
                    <a:lnTo>
                      <a:pt x="865" y="582"/>
                    </a:lnTo>
                    <a:lnTo>
                      <a:pt x="861" y="582"/>
                    </a:lnTo>
                    <a:lnTo>
                      <a:pt x="858" y="583"/>
                    </a:lnTo>
                    <a:lnTo>
                      <a:pt x="855" y="583"/>
                    </a:lnTo>
                    <a:lnTo>
                      <a:pt x="854" y="586"/>
                    </a:lnTo>
                    <a:lnTo>
                      <a:pt x="854" y="589"/>
                    </a:lnTo>
                    <a:lnTo>
                      <a:pt x="853" y="592"/>
                    </a:lnTo>
                    <a:lnTo>
                      <a:pt x="850" y="594"/>
                    </a:lnTo>
                    <a:lnTo>
                      <a:pt x="846" y="594"/>
                    </a:lnTo>
                    <a:lnTo>
                      <a:pt x="843" y="593"/>
                    </a:lnTo>
                    <a:lnTo>
                      <a:pt x="839" y="593"/>
                    </a:lnTo>
                    <a:lnTo>
                      <a:pt x="836" y="594"/>
                    </a:lnTo>
                    <a:lnTo>
                      <a:pt x="833" y="595"/>
                    </a:lnTo>
                    <a:lnTo>
                      <a:pt x="830" y="594"/>
                    </a:lnTo>
                    <a:lnTo>
                      <a:pt x="828" y="592"/>
                    </a:lnTo>
                    <a:lnTo>
                      <a:pt x="825" y="591"/>
                    </a:lnTo>
                    <a:lnTo>
                      <a:pt x="823" y="590"/>
                    </a:lnTo>
                    <a:lnTo>
                      <a:pt x="821" y="589"/>
                    </a:lnTo>
                    <a:lnTo>
                      <a:pt x="819" y="588"/>
                    </a:lnTo>
                    <a:lnTo>
                      <a:pt x="817" y="586"/>
                    </a:lnTo>
                    <a:lnTo>
                      <a:pt x="816" y="585"/>
                    </a:lnTo>
                    <a:lnTo>
                      <a:pt x="814" y="584"/>
                    </a:lnTo>
                    <a:lnTo>
                      <a:pt x="810" y="584"/>
                    </a:lnTo>
                    <a:lnTo>
                      <a:pt x="806" y="584"/>
                    </a:lnTo>
                    <a:lnTo>
                      <a:pt x="804" y="582"/>
                    </a:lnTo>
                    <a:lnTo>
                      <a:pt x="805" y="579"/>
                    </a:lnTo>
                    <a:lnTo>
                      <a:pt x="808" y="576"/>
                    </a:lnTo>
                    <a:lnTo>
                      <a:pt x="810" y="573"/>
                    </a:lnTo>
                    <a:lnTo>
                      <a:pt x="811" y="571"/>
                    </a:lnTo>
                    <a:lnTo>
                      <a:pt x="811" y="569"/>
                    </a:lnTo>
                    <a:lnTo>
                      <a:pt x="810" y="567"/>
                    </a:lnTo>
                    <a:lnTo>
                      <a:pt x="811" y="566"/>
                    </a:lnTo>
                    <a:lnTo>
                      <a:pt x="812" y="564"/>
                    </a:lnTo>
                    <a:lnTo>
                      <a:pt x="812" y="561"/>
                    </a:lnTo>
                    <a:lnTo>
                      <a:pt x="811" y="559"/>
                    </a:lnTo>
                    <a:lnTo>
                      <a:pt x="811" y="557"/>
                    </a:lnTo>
                    <a:lnTo>
                      <a:pt x="813" y="555"/>
                    </a:lnTo>
                    <a:lnTo>
                      <a:pt x="816" y="554"/>
                    </a:lnTo>
                    <a:lnTo>
                      <a:pt x="818" y="552"/>
                    </a:lnTo>
                    <a:lnTo>
                      <a:pt x="819" y="550"/>
                    </a:lnTo>
                    <a:lnTo>
                      <a:pt x="819" y="548"/>
                    </a:lnTo>
                    <a:lnTo>
                      <a:pt x="821" y="546"/>
                    </a:lnTo>
                    <a:lnTo>
                      <a:pt x="824" y="546"/>
                    </a:lnTo>
                    <a:lnTo>
                      <a:pt x="827" y="548"/>
                    </a:lnTo>
                    <a:lnTo>
                      <a:pt x="830" y="550"/>
                    </a:lnTo>
                    <a:lnTo>
                      <a:pt x="832" y="550"/>
                    </a:lnTo>
                    <a:lnTo>
                      <a:pt x="834" y="549"/>
                    </a:lnTo>
                    <a:lnTo>
                      <a:pt x="836" y="547"/>
                    </a:lnTo>
                    <a:lnTo>
                      <a:pt x="839" y="546"/>
                    </a:lnTo>
                    <a:lnTo>
                      <a:pt x="841" y="545"/>
                    </a:lnTo>
                    <a:lnTo>
                      <a:pt x="844" y="545"/>
                    </a:lnTo>
                    <a:lnTo>
                      <a:pt x="847" y="545"/>
                    </a:lnTo>
                    <a:lnTo>
                      <a:pt x="850" y="546"/>
                    </a:lnTo>
                    <a:lnTo>
                      <a:pt x="852" y="548"/>
                    </a:lnTo>
                    <a:lnTo>
                      <a:pt x="853" y="551"/>
                    </a:lnTo>
                    <a:lnTo>
                      <a:pt x="854" y="554"/>
                    </a:lnTo>
                    <a:lnTo>
                      <a:pt x="855" y="556"/>
                    </a:lnTo>
                    <a:lnTo>
                      <a:pt x="858" y="556"/>
                    </a:lnTo>
                    <a:lnTo>
                      <a:pt x="861" y="557"/>
                    </a:lnTo>
                    <a:lnTo>
                      <a:pt x="864" y="559"/>
                    </a:lnTo>
                    <a:lnTo>
                      <a:pt x="864" y="561"/>
                    </a:lnTo>
                    <a:lnTo>
                      <a:pt x="864" y="564"/>
                    </a:lnTo>
                    <a:lnTo>
                      <a:pt x="864" y="566"/>
                    </a:lnTo>
                    <a:lnTo>
                      <a:pt x="866" y="567"/>
                    </a:lnTo>
                    <a:close/>
                  </a:path>
                </a:pathLst>
              </a:custGeom>
              <a:solidFill>
                <a:srgbClr val="ECB78D">
                  <a:alpha val="9600"/>
                </a:srgbClr>
              </a:solidFill>
              <a:ln>
                <a:noFill/>
              </a:ln>
            </p:spPr>
            <p:txBody>
              <a:bodyPr anchor="ctr"/>
              <a:lstStyle/>
              <a:p>
                <a:pPr algn="ctr">
                  <a:buNone/>
                </a:pPr>
              </a:p>
            </p:txBody>
          </p:sp>
          <p:sp>
            <p:nvSpPr>
              <p:cNvPr id="649" name="addition:spatial:31"/>
              <p:cNvSpPr>
                <a:spLocks noGrp="1"/>
              </p:cNvSpPr>
              <p:nvPr/>
            </p:nvSpPr>
            <p:spPr>
              <a:xfrm>
                <a:off x="5648325" y="1666875"/>
                <a:ext cx="1242350" cy="1018367"/>
              </a:xfrm>
              <a:custGeom>
                <a:avLst/>
                <a:gdLst/>
                <a:ahLst/>
                <a:cxnLst/>
                <a:rect l="l" t="t" r="r" b="b"/>
                <a:pathLst>
                  <a:path w="937" h="602">
                    <a:moveTo>
                      <a:pt x="0" y="0"/>
                    </a:moveTo>
                    <a:moveTo>
                      <a:pt x="929" y="565"/>
                    </a:moveTo>
                    <a:lnTo>
                      <a:pt x="935" y="568"/>
                    </a:lnTo>
                    <a:lnTo>
                      <a:pt x="937" y="571"/>
                    </a:lnTo>
                    <a:lnTo>
                      <a:pt x="936" y="574"/>
                    </a:lnTo>
                    <a:lnTo>
                      <a:pt x="933" y="576"/>
                    </a:lnTo>
                    <a:lnTo>
                      <a:pt x="930" y="579"/>
                    </a:lnTo>
                    <a:lnTo>
                      <a:pt x="930" y="581"/>
                    </a:lnTo>
                    <a:lnTo>
                      <a:pt x="930" y="584"/>
                    </a:lnTo>
                    <a:lnTo>
                      <a:pt x="928" y="587"/>
                    </a:lnTo>
                    <a:lnTo>
                      <a:pt x="924" y="588"/>
                    </a:lnTo>
                    <a:lnTo>
                      <a:pt x="920" y="589"/>
                    </a:lnTo>
                    <a:lnTo>
                      <a:pt x="916" y="589"/>
                    </a:lnTo>
                    <a:lnTo>
                      <a:pt x="913" y="591"/>
                    </a:lnTo>
                    <a:lnTo>
                      <a:pt x="910" y="592"/>
                    </a:lnTo>
                    <a:lnTo>
                      <a:pt x="906" y="592"/>
                    </a:lnTo>
                    <a:lnTo>
                      <a:pt x="902" y="592"/>
                    </a:lnTo>
                    <a:lnTo>
                      <a:pt x="899" y="593"/>
                    </a:lnTo>
                    <a:lnTo>
                      <a:pt x="895" y="596"/>
                    </a:lnTo>
                    <a:lnTo>
                      <a:pt x="890" y="600"/>
                    </a:lnTo>
                    <a:lnTo>
                      <a:pt x="885" y="602"/>
                    </a:lnTo>
                    <a:lnTo>
                      <a:pt x="880" y="600"/>
                    </a:lnTo>
                    <a:lnTo>
                      <a:pt x="876" y="596"/>
                    </a:lnTo>
                    <a:lnTo>
                      <a:pt x="873" y="592"/>
                    </a:lnTo>
                    <a:lnTo>
                      <a:pt x="870" y="590"/>
                    </a:lnTo>
                    <a:lnTo>
                      <a:pt x="866" y="589"/>
                    </a:lnTo>
                    <a:lnTo>
                      <a:pt x="862" y="588"/>
                    </a:lnTo>
                    <a:lnTo>
                      <a:pt x="858" y="586"/>
                    </a:lnTo>
                    <a:lnTo>
                      <a:pt x="855" y="584"/>
                    </a:lnTo>
                    <a:lnTo>
                      <a:pt x="852" y="582"/>
                    </a:lnTo>
                    <a:lnTo>
                      <a:pt x="848" y="581"/>
                    </a:lnTo>
                    <a:lnTo>
                      <a:pt x="844" y="579"/>
                    </a:lnTo>
                    <a:lnTo>
                      <a:pt x="842" y="577"/>
                    </a:lnTo>
                    <a:lnTo>
                      <a:pt x="842" y="574"/>
                    </a:lnTo>
                    <a:lnTo>
                      <a:pt x="842" y="571"/>
                    </a:lnTo>
                    <a:lnTo>
                      <a:pt x="841" y="568"/>
                    </a:lnTo>
                    <a:lnTo>
                      <a:pt x="839" y="565"/>
                    </a:lnTo>
                    <a:lnTo>
                      <a:pt x="837" y="562"/>
                    </a:lnTo>
                    <a:lnTo>
                      <a:pt x="839" y="559"/>
                    </a:lnTo>
                    <a:lnTo>
                      <a:pt x="845" y="557"/>
                    </a:lnTo>
                    <a:lnTo>
                      <a:pt x="852" y="556"/>
                    </a:lnTo>
                    <a:lnTo>
                      <a:pt x="857" y="555"/>
                    </a:lnTo>
                    <a:lnTo>
                      <a:pt x="858" y="552"/>
                    </a:lnTo>
                    <a:lnTo>
                      <a:pt x="858" y="549"/>
                    </a:lnTo>
                    <a:lnTo>
                      <a:pt x="858" y="545"/>
                    </a:lnTo>
                    <a:lnTo>
                      <a:pt x="860" y="543"/>
                    </a:lnTo>
                    <a:lnTo>
                      <a:pt x="863" y="540"/>
                    </a:lnTo>
                    <a:lnTo>
                      <a:pt x="866" y="538"/>
                    </a:lnTo>
                    <a:lnTo>
                      <a:pt x="869" y="535"/>
                    </a:lnTo>
                    <a:lnTo>
                      <a:pt x="874" y="534"/>
                    </a:lnTo>
                    <a:lnTo>
                      <a:pt x="879" y="535"/>
                    </a:lnTo>
                    <a:lnTo>
                      <a:pt x="884" y="537"/>
                    </a:lnTo>
                    <a:lnTo>
                      <a:pt x="888" y="538"/>
                    </a:lnTo>
                    <a:lnTo>
                      <a:pt x="891" y="537"/>
                    </a:lnTo>
                    <a:lnTo>
                      <a:pt x="894" y="536"/>
                    </a:lnTo>
                    <a:lnTo>
                      <a:pt x="898" y="534"/>
                    </a:lnTo>
                    <a:lnTo>
                      <a:pt x="901" y="536"/>
                    </a:lnTo>
                    <a:lnTo>
                      <a:pt x="904" y="538"/>
                    </a:lnTo>
                    <a:lnTo>
                      <a:pt x="906" y="541"/>
                    </a:lnTo>
                    <a:lnTo>
                      <a:pt x="909" y="541"/>
                    </a:lnTo>
                    <a:lnTo>
                      <a:pt x="914" y="540"/>
                    </a:lnTo>
                    <a:lnTo>
                      <a:pt x="919" y="539"/>
                    </a:lnTo>
                    <a:lnTo>
                      <a:pt x="923" y="541"/>
                    </a:lnTo>
                    <a:lnTo>
                      <a:pt x="925" y="543"/>
                    </a:lnTo>
                    <a:lnTo>
                      <a:pt x="926" y="546"/>
                    </a:lnTo>
                    <a:lnTo>
                      <a:pt x="927" y="549"/>
                    </a:lnTo>
                    <a:lnTo>
                      <a:pt x="928" y="552"/>
                    </a:lnTo>
                    <a:lnTo>
                      <a:pt x="927" y="555"/>
                    </a:lnTo>
                    <a:lnTo>
                      <a:pt x="925" y="558"/>
                    </a:lnTo>
                    <a:lnTo>
                      <a:pt x="923" y="561"/>
                    </a:lnTo>
                    <a:lnTo>
                      <a:pt x="924" y="563"/>
                    </a:lnTo>
                    <a:close/>
                  </a:path>
                </a:pathLst>
              </a:custGeom>
              <a:solidFill>
                <a:srgbClr val="ECB78D">
                  <a:alpha val="9600"/>
                </a:srgbClr>
              </a:solidFill>
              <a:ln>
                <a:noFill/>
              </a:ln>
            </p:spPr>
            <p:txBody>
              <a:bodyPr anchor="ctr"/>
              <a:lstStyle/>
              <a:p>
                <a:pPr algn="ctr">
                  <a:buNone/>
                </a:pPr>
              </a:p>
            </p:txBody>
          </p:sp>
          <p:sp>
            <p:nvSpPr>
              <p:cNvPr id="650" name="addition:spatial:32"/>
              <p:cNvSpPr>
                <a:spLocks noGrp="1"/>
              </p:cNvSpPr>
              <p:nvPr/>
            </p:nvSpPr>
            <p:spPr>
              <a:xfrm>
                <a:off x="5648325" y="1666875"/>
                <a:ext cx="1272845" cy="1031900"/>
              </a:xfrm>
              <a:custGeom>
                <a:avLst/>
                <a:gdLst/>
                <a:ahLst/>
                <a:cxnLst/>
                <a:rect l="l" t="t" r="r" b="b"/>
                <a:pathLst>
                  <a:path w="960" h="610">
                    <a:moveTo>
                      <a:pt x="0" y="0"/>
                    </a:moveTo>
                    <a:moveTo>
                      <a:pt x="953" y="560"/>
                    </a:moveTo>
                    <a:lnTo>
                      <a:pt x="954" y="564"/>
                    </a:lnTo>
                    <a:lnTo>
                      <a:pt x="953" y="568"/>
                    </a:lnTo>
                    <a:lnTo>
                      <a:pt x="950" y="572"/>
                    </a:lnTo>
                    <a:lnTo>
                      <a:pt x="945" y="575"/>
                    </a:lnTo>
                    <a:lnTo>
                      <a:pt x="941" y="578"/>
                    </a:lnTo>
                    <a:lnTo>
                      <a:pt x="938" y="581"/>
                    </a:lnTo>
                    <a:lnTo>
                      <a:pt x="935" y="585"/>
                    </a:lnTo>
                    <a:lnTo>
                      <a:pt x="931" y="588"/>
                    </a:lnTo>
                    <a:lnTo>
                      <a:pt x="925" y="590"/>
                    </a:lnTo>
                    <a:lnTo>
                      <a:pt x="920" y="592"/>
                    </a:lnTo>
                    <a:lnTo>
                      <a:pt x="917" y="596"/>
                    </a:lnTo>
                    <a:lnTo>
                      <a:pt x="915" y="602"/>
                    </a:lnTo>
                    <a:lnTo>
                      <a:pt x="912" y="608"/>
                    </a:lnTo>
                    <a:lnTo>
                      <a:pt x="906" y="610"/>
                    </a:lnTo>
                    <a:lnTo>
                      <a:pt x="898" y="608"/>
                    </a:lnTo>
                    <a:lnTo>
                      <a:pt x="891" y="603"/>
                    </a:lnTo>
                    <a:lnTo>
                      <a:pt x="886" y="600"/>
                    </a:lnTo>
                    <a:lnTo>
                      <a:pt x="881" y="599"/>
                    </a:lnTo>
                    <a:lnTo>
                      <a:pt x="877" y="599"/>
                    </a:lnTo>
                    <a:lnTo>
                      <a:pt x="872" y="600"/>
                    </a:lnTo>
                    <a:lnTo>
                      <a:pt x="868" y="599"/>
                    </a:lnTo>
                    <a:lnTo>
                      <a:pt x="863" y="599"/>
                    </a:lnTo>
                    <a:lnTo>
                      <a:pt x="858" y="599"/>
                    </a:lnTo>
                    <a:lnTo>
                      <a:pt x="852" y="599"/>
                    </a:lnTo>
                    <a:lnTo>
                      <a:pt x="847" y="598"/>
                    </a:lnTo>
                    <a:lnTo>
                      <a:pt x="845" y="594"/>
                    </a:lnTo>
                    <a:lnTo>
                      <a:pt x="844" y="589"/>
                    </a:lnTo>
                    <a:lnTo>
                      <a:pt x="843" y="585"/>
                    </a:lnTo>
                    <a:lnTo>
                      <a:pt x="839" y="583"/>
                    </a:lnTo>
                    <a:lnTo>
                      <a:pt x="833" y="580"/>
                    </a:lnTo>
                    <a:lnTo>
                      <a:pt x="830" y="577"/>
                    </a:lnTo>
                    <a:lnTo>
                      <a:pt x="832" y="572"/>
                    </a:lnTo>
                    <a:lnTo>
                      <a:pt x="837" y="567"/>
                    </a:lnTo>
                    <a:lnTo>
                      <a:pt x="842" y="563"/>
                    </a:lnTo>
                    <a:lnTo>
                      <a:pt x="842" y="560"/>
                    </a:lnTo>
                    <a:lnTo>
                      <a:pt x="838" y="556"/>
                    </a:lnTo>
                    <a:lnTo>
                      <a:pt x="833" y="552"/>
                    </a:lnTo>
                    <a:lnTo>
                      <a:pt x="830" y="548"/>
                    </a:lnTo>
                    <a:lnTo>
                      <a:pt x="829" y="543"/>
                    </a:lnTo>
                    <a:lnTo>
                      <a:pt x="830" y="539"/>
                    </a:lnTo>
                    <a:lnTo>
                      <a:pt x="830" y="535"/>
                    </a:lnTo>
                    <a:lnTo>
                      <a:pt x="832" y="531"/>
                    </a:lnTo>
                    <a:lnTo>
                      <a:pt x="837" y="529"/>
                    </a:lnTo>
                    <a:lnTo>
                      <a:pt x="845" y="529"/>
                    </a:lnTo>
                    <a:lnTo>
                      <a:pt x="851" y="529"/>
                    </a:lnTo>
                    <a:lnTo>
                      <a:pt x="856" y="528"/>
                    </a:lnTo>
                    <a:lnTo>
                      <a:pt x="858" y="524"/>
                    </a:lnTo>
                    <a:lnTo>
                      <a:pt x="860" y="520"/>
                    </a:lnTo>
                    <a:lnTo>
                      <a:pt x="864" y="517"/>
                    </a:lnTo>
                    <a:lnTo>
                      <a:pt x="870" y="517"/>
                    </a:lnTo>
                    <a:lnTo>
                      <a:pt x="875" y="519"/>
                    </a:lnTo>
                    <a:lnTo>
                      <a:pt x="881" y="519"/>
                    </a:lnTo>
                    <a:lnTo>
                      <a:pt x="886" y="517"/>
                    </a:lnTo>
                    <a:lnTo>
                      <a:pt x="893" y="514"/>
                    </a:lnTo>
                    <a:lnTo>
                      <a:pt x="900" y="512"/>
                    </a:lnTo>
                    <a:lnTo>
                      <a:pt x="906" y="514"/>
                    </a:lnTo>
                    <a:lnTo>
                      <a:pt x="912" y="517"/>
                    </a:lnTo>
                    <a:lnTo>
                      <a:pt x="917" y="519"/>
                    </a:lnTo>
                    <a:lnTo>
                      <a:pt x="922" y="522"/>
                    </a:lnTo>
                    <a:lnTo>
                      <a:pt x="926" y="526"/>
                    </a:lnTo>
                    <a:lnTo>
                      <a:pt x="928" y="531"/>
                    </a:lnTo>
                    <a:lnTo>
                      <a:pt x="929" y="536"/>
                    </a:lnTo>
                    <a:lnTo>
                      <a:pt x="931" y="539"/>
                    </a:lnTo>
                    <a:lnTo>
                      <a:pt x="938" y="540"/>
                    </a:lnTo>
                    <a:lnTo>
                      <a:pt x="948" y="541"/>
                    </a:lnTo>
                    <a:lnTo>
                      <a:pt x="957" y="543"/>
                    </a:lnTo>
                    <a:lnTo>
                      <a:pt x="960" y="547"/>
                    </a:lnTo>
                    <a:lnTo>
                      <a:pt x="958" y="551"/>
                    </a:lnTo>
                    <a:lnTo>
                      <a:pt x="955" y="556"/>
                    </a:lnTo>
                    <a:close/>
                  </a:path>
                </a:pathLst>
              </a:custGeom>
              <a:solidFill>
                <a:srgbClr val="E18B48">
                  <a:alpha val="11100"/>
                </a:srgbClr>
              </a:solidFill>
              <a:ln>
                <a:noFill/>
              </a:ln>
            </p:spPr>
            <p:txBody>
              <a:bodyPr anchor="ctr"/>
              <a:lstStyle/>
              <a:p>
                <a:pPr algn="ctr">
                  <a:buNone/>
                </a:pPr>
              </a:p>
            </p:txBody>
          </p:sp>
          <p:sp>
            <p:nvSpPr>
              <p:cNvPr id="651" name="addition:spatial:33"/>
              <p:cNvSpPr>
                <a:spLocks noGrp="1"/>
              </p:cNvSpPr>
              <p:nvPr/>
            </p:nvSpPr>
            <p:spPr>
              <a:xfrm>
                <a:off x="5648325" y="1666875"/>
                <a:ext cx="1186663" cy="969310"/>
              </a:xfrm>
              <a:custGeom>
                <a:avLst/>
                <a:gdLst/>
                <a:ahLst/>
                <a:cxnLst/>
                <a:rect l="l" t="t" r="r" b="b"/>
                <a:pathLst>
                  <a:path w="895" h="573">
                    <a:moveTo>
                      <a:pt x="0" y="0"/>
                    </a:moveTo>
                    <a:moveTo>
                      <a:pt x="893" y="548"/>
                    </a:moveTo>
                    <a:lnTo>
                      <a:pt x="895" y="550"/>
                    </a:lnTo>
                    <a:lnTo>
                      <a:pt x="895" y="552"/>
                    </a:lnTo>
                    <a:lnTo>
                      <a:pt x="894" y="554"/>
                    </a:lnTo>
                    <a:lnTo>
                      <a:pt x="893" y="556"/>
                    </a:lnTo>
                    <a:lnTo>
                      <a:pt x="891" y="558"/>
                    </a:lnTo>
                    <a:lnTo>
                      <a:pt x="889" y="559"/>
                    </a:lnTo>
                    <a:lnTo>
                      <a:pt x="887" y="560"/>
                    </a:lnTo>
                    <a:lnTo>
                      <a:pt x="884" y="561"/>
                    </a:lnTo>
                    <a:lnTo>
                      <a:pt x="882" y="562"/>
                    </a:lnTo>
                    <a:lnTo>
                      <a:pt x="881" y="564"/>
                    </a:lnTo>
                    <a:lnTo>
                      <a:pt x="880" y="567"/>
                    </a:lnTo>
                    <a:lnTo>
                      <a:pt x="878" y="568"/>
                    </a:lnTo>
                    <a:lnTo>
                      <a:pt x="875" y="569"/>
                    </a:lnTo>
                    <a:lnTo>
                      <a:pt x="872" y="568"/>
                    </a:lnTo>
                    <a:lnTo>
                      <a:pt x="869" y="568"/>
                    </a:lnTo>
                    <a:lnTo>
                      <a:pt x="867" y="570"/>
                    </a:lnTo>
                    <a:lnTo>
                      <a:pt x="864" y="572"/>
                    </a:lnTo>
                    <a:lnTo>
                      <a:pt x="861" y="573"/>
                    </a:lnTo>
                    <a:lnTo>
                      <a:pt x="857" y="573"/>
                    </a:lnTo>
                    <a:lnTo>
                      <a:pt x="855" y="571"/>
                    </a:lnTo>
                    <a:lnTo>
                      <a:pt x="853" y="569"/>
                    </a:lnTo>
                    <a:lnTo>
                      <a:pt x="850" y="567"/>
                    </a:lnTo>
                    <a:lnTo>
                      <a:pt x="848" y="566"/>
                    </a:lnTo>
                    <a:lnTo>
                      <a:pt x="847" y="564"/>
                    </a:lnTo>
                    <a:lnTo>
                      <a:pt x="845" y="563"/>
                    </a:lnTo>
                    <a:lnTo>
                      <a:pt x="843" y="562"/>
                    </a:lnTo>
                    <a:lnTo>
                      <a:pt x="840" y="562"/>
                    </a:lnTo>
                    <a:lnTo>
                      <a:pt x="836" y="562"/>
                    </a:lnTo>
                    <a:lnTo>
                      <a:pt x="833" y="561"/>
                    </a:lnTo>
                    <a:lnTo>
                      <a:pt x="832" y="559"/>
                    </a:lnTo>
                    <a:lnTo>
                      <a:pt x="833" y="556"/>
                    </a:lnTo>
                    <a:lnTo>
                      <a:pt x="835" y="554"/>
                    </a:lnTo>
                    <a:lnTo>
                      <a:pt x="836" y="552"/>
                    </a:lnTo>
                    <a:lnTo>
                      <a:pt x="835" y="550"/>
                    </a:lnTo>
                    <a:lnTo>
                      <a:pt x="835" y="548"/>
                    </a:lnTo>
                    <a:lnTo>
                      <a:pt x="835" y="546"/>
                    </a:lnTo>
                    <a:lnTo>
                      <a:pt x="837" y="544"/>
                    </a:lnTo>
                    <a:lnTo>
                      <a:pt x="839" y="542"/>
                    </a:lnTo>
                    <a:lnTo>
                      <a:pt x="841" y="541"/>
                    </a:lnTo>
                    <a:lnTo>
                      <a:pt x="841" y="539"/>
                    </a:lnTo>
                    <a:lnTo>
                      <a:pt x="841" y="537"/>
                    </a:lnTo>
                    <a:lnTo>
                      <a:pt x="843" y="535"/>
                    </a:lnTo>
                    <a:lnTo>
                      <a:pt x="844" y="533"/>
                    </a:lnTo>
                    <a:lnTo>
                      <a:pt x="845" y="531"/>
                    </a:lnTo>
                    <a:lnTo>
                      <a:pt x="845" y="529"/>
                    </a:lnTo>
                    <a:lnTo>
                      <a:pt x="846" y="526"/>
                    </a:lnTo>
                    <a:lnTo>
                      <a:pt x="849" y="525"/>
                    </a:lnTo>
                    <a:lnTo>
                      <a:pt x="852" y="526"/>
                    </a:lnTo>
                    <a:lnTo>
                      <a:pt x="856" y="528"/>
                    </a:lnTo>
                    <a:lnTo>
                      <a:pt x="858" y="530"/>
                    </a:lnTo>
                    <a:lnTo>
                      <a:pt x="860" y="529"/>
                    </a:lnTo>
                    <a:lnTo>
                      <a:pt x="861" y="528"/>
                    </a:lnTo>
                    <a:lnTo>
                      <a:pt x="863" y="526"/>
                    </a:lnTo>
                    <a:lnTo>
                      <a:pt x="866" y="526"/>
                    </a:lnTo>
                    <a:lnTo>
                      <a:pt x="868" y="526"/>
                    </a:lnTo>
                    <a:lnTo>
                      <a:pt x="870" y="526"/>
                    </a:lnTo>
                    <a:lnTo>
                      <a:pt x="872" y="526"/>
                    </a:lnTo>
                    <a:lnTo>
                      <a:pt x="875" y="527"/>
                    </a:lnTo>
                    <a:lnTo>
                      <a:pt x="877" y="528"/>
                    </a:lnTo>
                    <a:lnTo>
                      <a:pt x="879" y="530"/>
                    </a:lnTo>
                    <a:lnTo>
                      <a:pt x="880" y="532"/>
                    </a:lnTo>
                    <a:lnTo>
                      <a:pt x="882" y="533"/>
                    </a:lnTo>
                    <a:lnTo>
                      <a:pt x="884" y="534"/>
                    </a:lnTo>
                    <a:lnTo>
                      <a:pt x="886" y="536"/>
                    </a:lnTo>
                    <a:lnTo>
                      <a:pt x="887" y="538"/>
                    </a:lnTo>
                    <a:lnTo>
                      <a:pt x="885" y="541"/>
                    </a:lnTo>
                    <a:lnTo>
                      <a:pt x="884" y="543"/>
                    </a:lnTo>
                    <a:lnTo>
                      <a:pt x="885" y="544"/>
                    </a:lnTo>
                    <a:lnTo>
                      <a:pt x="889" y="546"/>
                    </a:lnTo>
                    <a:close/>
                  </a:path>
                </a:pathLst>
              </a:custGeom>
              <a:solidFill>
                <a:srgbClr val="DE8036">
                  <a:alpha val="10800"/>
                </a:srgbClr>
              </a:solidFill>
              <a:ln>
                <a:noFill/>
              </a:ln>
            </p:spPr>
            <p:txBody>
              <a:bodyPr anchor="ctr"/>
              <a:lstStyle/>
              <a:p>
                <a:pPr algn="ctr">
                  <a:buNone/>
                </a:pPr>
              </a:p>
            </p:txBody>
          </p:sp>
          <p:sp>
            <p:nvSpPr>
              <p:cNvPr id="652" name="addition:spatial:34"/>
              <p:cNvSpPr>
                <a:spLocks noGrp="1"/>
              </p:cNvSpPr>
              <p:nvPr/>
            </p:nvSpPr>
            <p:spPr>
              <a:xfrm>
                <a:off x="5648325" y="1666875"/>
                <a:ext cx="1231743" cy="947318"/>
              </a:xfrm>
              <a:custGeom>
                <a:avLst/>
                <a:gdLst/>
                <a:ahLst/>
                <a:cxnLst/>
                <a:rect l="l" t="t" r="r" b="b"/>
                <a:pathLst>
                  <a:path w="929" h="560">
                    <a:moveTo>
                      <a:pt x="0" y="0"/>
                    </a:moveTo>
                    <a:moveTo>
                      <a:pt x="928" y="541"/>
                    </a:moveTo>
                    <a:lnTo>
                      <a:pt x="929" y="543"/>
                    </a:lnTo>
                    <a:lnTo>
                      <a:pt x="929" y="544"/>
                    </a:lnTo>
                    <a:lnTo>
                      <a:pt x="927" y="546"/>
                    </a:lnTo>
                    <a:lnTo>
                      <a:pt x="926" y="547"/>
                    </a:lnTo>
                    <a:lnTo>
                      <a:pt x="924" y="548"/>
                    </a:lnTo>
                    <a:lnTo>
                      <a:pt x="923" y="550"/>
                    </a:lnTo>
                    <a:lnTo>
                      <a:pt x="923" y="551"/>
                    </a:lnTo>
                    <a:lnTo>
                      <a:pt x="922" y="552"/>
                    </a:lnTo>
                    <a:lnTo>
                      <a:pt x="919" y="553"/>
                    </a:lnTo>
                    <a:lnTo>
                      <a:pt x="916" y="553"/>
                    </a:lnTo>
                    <a:lnTo>
                      <a:pt x="914" y="553"/>
                    </a:lnTo>
                    <a:lnTo>
                      <a:pt x="913" y="555"/>
                    </a:lnTo>
                    <a:lnTo>
                      <a:pt x="912" y="557"/>
                    </a:lnTo>
                    <a:lnTo>
                      <a:pt x="910" y="559"/>
                    </a:lnTo>
                    <a:lnTo>
                      <a:pt x="908" y="560"/>
                    </a:lnTo>
                    <a:lnTo>
                      <a:pt x="905" y="560"/>
                    </a:lnTo>
                    <a:lnTo>
                      <a:pt x="903" y="559"/>
                    </a:lnTo>
                    <a:lnTo>
                      <a:pt x="900" y="558"/>
                    </a:lnTo>
                    <a:lnTo>
                      <a:pt x="898" y="558"/>
                    </a:lnTo>
                    <a:lnTo>
                      <a:pt x="896" y="557"/>
                    </a:lnTo>
                    <a:lnTo>
                      <a:pt x="895" y="555"/>
                    </a:lnTo>
                    <a:lnTo>
                      <a:pt x="894" y="554"/>
                    </a:lnTo>
                    <a:lnTo>
                      <a:pt x="892" y="554"/>
                    </a:lnTo>
                    <a:lnTo>
                      <a:pt x="889" y="555"/>
                    </a:lnTo>
                    <a:lnTo>
                      <a:pt x="887" y="555"/>
                    </a:lnTo>
                    <a:lnTo>
                      <a:pt x="885" y="554"/>
                    </a:lnTo>
                    <a:lnTo>
                      <a:pt x="884" y="553"/>
                    </a:lnTo>
                    <a:lnTo>
                      <a:pt x="884" y="551"/>
                    </a:lnTo>
                    <a:lnTo>
                      <a:pt x="884" y="550"/>
                    </a:lnTo>
                    <a:lnTo>
                      <a:pt x="882" y="549"/>
                    </a:lnTo>
                    <a:lnTo>
                      <a:pt x="880" y="548"/>
                    </a:lnTo>
                    <a:lnTo>
                      <a:pt x="879" y="546"/>
                    </a:lnTo>
                    <a:lnTo>
                      <a:pt x="880" y="544"/>
                    </a:lnTo>
                    <a:lnTo>
                      <a:pt x="882" y="543"/>
                    </a:lnTo>
                    <a:lnTo>
                      <a:pt x="884" y="541"/>
                    </a:lnTo>
                    <a:lnTo>
                      <a:pt x="884" y="540"/>
                    </a:lnTo>
                    <a:lnTo>
                      <a:pt x="885" y="538"/>
                    </a:lnTo>
                    <a:lnTo>
                      <a:pt x="885" y="537"/>
                    </a:lnTo>
                    <a:lnTo>
                      <a:pt x="886" y="536"/>
                    </a:lnTo>
                    <a:lnTo>
                      <a:pt x="886" y="534"/>
                    </a:lnTo>
                    <a:lnTo>
                      <a:pt x="885" y="532"/>
                    </a:lnTo>
                    <a:lnTo>
                      <a:pt x="884" y="530"/>
                    </a:lnTo>
                    <a:lnTo>
                      <a:pt x="884" y="528"/>
                    </a:lnTo>
                    <a:lnTo>
                      <a:pt x="886" y="527"/>
                    </a:lnTo>
                    <a:lnTo>
                      <a:pt x="889" y="527"/>
                    </a:lnTo>
                    <a:lnTo>
                      <a:pt x="892" y="528"/>
                    </a:lnTo>
                    <a:lnTo>
                      <a:pt x="893" y="527"/>
                    </a:lnTo>
                    <a:lnTo>
                      <a:pt x="894" y="526"/>
                    </a:lnTo>
                    <a:lnTo>
                      <a:pt x="896" y="525"/>
                    </a:lnTo>
                    <a:lnTo>
                      <a:pt x="897" y="525"/>
                    </a:lnTo>
                    <a:lnTo>
                      <a:pt x="899" y="525"/>
                    </a:lnTo>
                    <a:lnTo>
                      <a:pt x="901" y="525"/>
                    </a:lnTo>
                    <a:lnTo>
                      <a:pt x="902" y="525"/>
                    </a:lnTo>
                    <a:lnTo>
                      <a:pt x="904" y="524"/>
                    </a:lnTo>
                    <a:lnTo>
                      <a:pt x="906" y="524"/>
                    </a:lnTo>
                    <a:lnTo>
                      <a:pt x="908" y="525"/>
                    </a:lnTo>
                    <a:lnTo>
                      <a:pt x="910" y="525"/>
                    </a:lnTo>
                    <a:lnTo>
                      <a:pt x="913" y="525"/>
                    </a:lnTo>
                    <a:lnTo>
                      <a:pt x="915" y="525"/>
                    </a:lnTo>
                    <a:lnTo>
                      <a:pt x="918" y="526"/>
                    </a:lnTo>
                    <a:lnTo>
                      <a:pt x="919" y="528"/>
                    </a:lnTo>
                    <a:lnTo>
                      <a:pt x="918" y="530"/>
                    </a:lnTo>
                    <a:lnTo>
                      <a:pt x="918" y="533"/>
                    </a:lnTo>
                    <a:lnTo>
                      <a:pt x="918" y="534"/>
                    </a:lnTo>
                    <a:lnTo>
                      <a:pt x="920" y="535"/>
                    </a:lnTo>
                    <a:lnTo>
                      <a:pt x="923" y="535"/>
                    </a:lnTo>
                    <a:lnTo>
                      <a:pt x="926" y="536"/>
                    </a:lnTo>
                    <a:lnTo>
                      <a:pt x="927" y="538"/>
                    </a:lnTo>
                    <a:lnTo>
                      <a:pt x="928" y="539"/>
                    </a:lnTo>
                    <a:close/>
                  </a:path>
                </a:pathLst>
              </a:custGeom>
              <a:solidFill>
                <a:srgbClr val="DE8036">
                  <a:alpha val="10800"/>
                </a:srgbClr>
              </a:solidFill>
              <a:ln>
                <a:noFill/>
              </a:ln>
            </p:spPr>
            <p:txBody>
              <a:bodyPr anchor="ctr"/>
              <a:lstStyle/>
              <a:p>
                <a:pPr algn="ctr">
                  <a:buNone/>
                </a:pPr>
              </a:p>
            </p:txBody>
          </p:sp>
          <p:sp>
            <p:nvSpPr>
              <p:cNvPr id="653" name="addition:spatial:35"/>
              <p:cNvSpPr>
                <a:spLocks noGrp="1"/>
              </p:cNvSpPr>
              <p:nvPr/>
            </p:nvSpPr>
            <p:spPr>
              <a:xfrm>
                <a:off x="5648325" y="1666875"/>
                <a:ext cx="1267541" cy="1009909"/>
              </a:xfrm>
              <a:custGeom>
                <a:avLst/>
                <a:gdLst/>
                <a:ahLst/>
                <a:cxnLst/>
                <a:rect l="l" t="t" r="r" b="b"/>
                <a:pathLst>
                  <a:path w="956" h="597">
                    <a:moveTo>
                      <a:pt x="0" y="0"/>
                    </a:moveTo>
                    <a:moveTo>
                      <a:pt x="953" y="571"/>
                    </a:moveTo>
                    <a:lnTo>
                      <a:pt x="952" y="573"/>
                    </a:lnTo>
                    <a:lnTo>
                      <a:pt x="953" y="575"/>
                    </a:lnTo>
                    <a:lnTo>
                      <a:pt x="954" y="577"/>
                    </a:lnTo>
                    <a:lnTo>
                      <a:pt x="953" y="579"/>
                    </a:lnTo>
                    <a:lnTo>
                      <a:pt x="951" y="581"/>
                    </a:lnTo>
                    <a:lnTo>
                      <a:pt x="947" y="582"/>
                    </a:lnTo>
                    <a:lnTo>
                      <a:pt x="945" y="583"/>
                    </a:lnTo>
                    <a:lnTo>
                      <a:pt x="943" y="584"/>
                    </a:lnTo>
                    <a:lnTo>
                      <a:pt x="941" y="586"/>
                    </a:lnTo>
                    <a:lnTo>
                      <a:pt x="938" y="587"/>
                    </a:lnTo>
                    <a:lnTo>
                      <a:pt x="936" y="588"/>
                    </a:lnTo>
                    <a:lnTo>
                      <a:pt x="934" y="590"/>
                    </a:lnTo>
                    <a:lnTo>
                      <a:pt x="932" y="592"/>
                    </a:lnTo>
                    <a:lnTo>
                      <a:pt x="930" y="595"/>
                    </a:lnTo>
                    <a:lnTo>
                      <a:pt x="927" y="597"/>
                    </a:lnTo>
                    <a:lnTo>
                      <a:pt x="924" y="596"/>
                    </a:lnTo>
                    <a:lnTo>
                      <a:pt x="920" y="594"/>
                    </a:lnTo>
                    <a:lnTo>
                      <a:pt x="917" y="591"/>
                    </a:lnTo>
                    <a:lnTo>
                      <a:pt x="915" y="590"/>
                    </a:lnTo>
                    <a:lnTo>
                      <a:pt x="912" y="591"/>
                    </a:lnTo>
                    <a:lnTo>
                      <a:pt x="910" y="591"/>
                    </a:lnTo>
                    <a:lnTo>
                      <a:pt x="907" y="591"/>
                    </a:lnTo>
                    <a:lnTo>
                      <a:pt x="905" y="590"/>
                    </a:lnTo>
                    <a:lnTo>
                      <a:pt x="903" y="589"/>
                    </a:lnTo>
                    <a:lnTo>
                      <a:pt x="901" y="588"/>
                    </a:lnTo>
                    <a:lnTo>
                      <a:pt x="898" y="588"/>
                    </a:lnTo>
                    <a:lnTo>
                      <a:pt x="896" y="586"/>
                    </a:lnTo>
                    <a:lnTo>
                      <a:pt x="895" y="584"/>
                    </a:lnTo>
                    <a:lnTo>
                      <a:pt x="895" y="582"/>
                    </a:lnTo>
                    <a:lnTo>
                      <a:pt x="894" y="581"/>
                    </a:lnTo>
                    <a:lnTo>
                      <a:pt x="892" y="579"/>
                    </a:lnTo>
                    <a:lnTo>
                      <a:pt x="890" y="577"/>
                    </a:lnTo>
                    <a:lnTo>
                      <a:pt x="891" y="575"/>
                    </a:lnTo>
                    <a:lnTo>
                      <a:pt x="894" y="573"/>
                    </a:lnTo>
                    <a:lnTo>
                      <a:pt x="897" y="571"/>
                    </a:lnTo>
                    <a:lnTo>
                      <a:pt x="899" y="569"/>
                    </a:lnTo>
                    <a:lnTo>
                      <a:pt x="898" y="567"/>
                    </a:lnTo>
                    <a:lnTo>
                      <a:pt x="896" y="565"/>
                    </a:lnTo>
                    <a:lnTo>
                      <a:pt x="894" y="563"/>
                    </a:lnTo>
                    <a:lnTo>
                      <a:pt x="894" y="560"/>
                    </a:lnTo>
                    <a:lnTo>
                      <a:pt x="895" y="558"/>
                    </a:lnTo>
                    <a:lnTo>
                      <a:pt x="896" y="557"/>
                    </a:lnTo>
                    <a:lnTo>
                      <a:pt x="897" y="555"/>
                    </a:lnTo>
                    <a:lnTo>
                      <a:pt x="899" y="553"/>
                    </a:lnTo>
                    <a:lnTo>
                      <a:pt x="902" y="553"/>
                    </a:lnTo>
                    <a:lnTo>
                      <a:pt x="905" y="553"/>
                    </a:lnTo>
                    <a:lnTo>
                      <a:pt x="908" y="553"/>
                    </a:lnTo>
                    <a:lnTo>
                      <a:pt x="909" y="552"/>
                    </a:lnTo>
                    <a:lnTo>
                      <a:pt x="910" y="550"/>
                    </a:lnTo>
                    <a:lnTo>
                      <a:pt x="912" y="549"/>
                    </a:lnTo>
                    <a:lnTo>
                      <a:pt x="915" y="549"/>
                    </a:lnTo>
                    <a:lnTo>
                      <a:pt x="917" y="550"/>
                    </a:lnTo>
                    <a:lnTo>
                      <a:pt x="920" y="551"/>
                    </a:lnTo>
                    <a:lnTo>
                      <a:pt x="922" y="550"/>
                    </a:lnTo>
                    <a:lnTo>
                      <a:pt x="925" y="549"/>
                    </a:lnTo>
                    <a:lnTo>
                      <a:pt x="929" y="547"/>
                    </a:lnTo>
                    <a:lnTo>
                      <a:pt x="932" y="547"/>
                    </a:lnTo>
                    <a:lnTo>
                      <a:pt x="935" y="549"/>
                    </a:lnTo>
                    <a:lnTo>
                      <a:pt x="937" y="551"/>
                    </a:lnTo>
                    <a:lnTo>
                      <a:pt x="938" y="553"/>
                    </a:lnTo>
                    <a:lnTo>
                      <a:pt x="940" y="555"/>
                    </a:lnTo>
                    <a:lnTo>
                      <a:pt x="941" y="557"/>
                    </a:lnTo>
                    <a:lnTo>
                      <a:pt x="942" y="559"/>
                    </a:lnTo>
                    <a:lnTo>
                      <a:pt x="942" y="561"/>
                    </a:lnTo>
                    <a:lnTo>
                      <a:pt x="945" y="562"/>
                    </a:lnTo>
                    <a:lnTo>
                      <a:pt x="949" y="563"/>
                    </a:lnTo>
                    <a:lnTo>
                      <a:pt x="953" y="564"/>
                    </a:lnTo>
                    <a:lnTo>
                      <a:pt x="956" y="566"/>
                    </a:lnTo>
                    <a:lnTo>
                      <a:pt x="955" y="569"/>
                    </a:lnTo>
                    <a:close/>
                  </a:path>
                </a:pathLst>
              </a:custGeom>
              <a:solidFill>
                <a:srgbClr val="DE8036">
                  <a:alpha val="10800"/>
                </a:srgbClr>
              </a:solidFill>
              <a:ln>
                <a:noFill/>
              </a:ln>
            </p:spPr>
            <p:txBody>
              <a:bodyPr anchor="ctr"/>
              <a:lstStyle/>
              <a:p>
                <a:pPr algn="ctr">
                  <a:buNone/>
                </a:pPr>
              </a:p>
            </p:txBody>
          </p:sp>
          <p:sp>
            <p:nvSpPr>
              <p:cNvPr id="654" name="addition:spatial:36"/>
              <p:cNvSpPr>
                <a:spLocks noGrp="1"/>
              </p:cNvSpPr>
              <p:nvPr/>
            </p:nvSpPr>
            <p:spPr>
              <a:xfrm>
                <a:off x="5648325" y="1666875"/>
                <a:ext cx="1205225" cy="1020059"/>
              </a:xfrm>
              <a:custGeom>
                <a:avLst/>
                <a:gdLst/>
                <a:ahLst/>
                <a:cxnLst/>
                <a:rect l="l" t="t" r="r" b="b"/>
                <a:pathLst>
                  <a:path w="909" h="603">
                    <a:moveTo>
                      <a:pt x="0" y="0"/>
                    </a:moveTo>
                    <a:moveTo>
                      <a:pt x="908" y="584"/>
                    </a:moveTo>
                    <a:lnTo>
                      <a:pt x="905" y="585"/>
                    </a:lnTo>
                    <a:lnTo>
                      <a:pt x="902" y="587"/>
                    </a:lnTo>
                    <a:lnTo>
                      <a:pt x="899" y="588"/>
                    </a:lnTo>
                    <a:lnTo>
                      <a:pt x="899" y="589"/>
                    </a:lnTo>
                    <a:lnTo>
                      <a:pt x="900" y="592"/>
                    </a:lnTo>
                    <a:lnTo>
                      <a:pt x="901" y="594"/>
                    </a:lnTo>
                    <a:lnTo>
                      <a:pt x="899" y="595"/>
                    </a:lnTo>
                    <a:lnTo>
                      <a:pt x="897" y="596"/>
                    </a:lnTo>
                    <a:lnTo>
                      <a:pt x="894" y="597"/>
                    </a:lnTo>
                    <a:lnTo>
                      <a:pt x="893" y="598"/>
                    </a:lnTo>
                    <a:lnTo>
                      <a:pt x="892" y="600"/>
                    </a:lnTo>
                    <a:lnTo>
                      <a:pt x="890" y="602"/>
                    </a:lnTo>
                    <a:lnTo>
                      <a:pt x="888" y="603"/>
                    </a:lnTo>
                    <a:lnTo>
                      <a:pt x="885" y="603"/>
                    </a:lnTo>
                    <a:lnTo>
                      <a:pt x="883" y="602"/>
                    </a:lnTo>
                    <a:lnTo>
                      <a:pt x="881" y="602"/>
                    </a:lnTo>
                    <a:lnTo>
                      <a:pt x="879" y="602"/>
                    </a:lnTo>
                    <a:lnTo>
                      <a:pt x="877" y="601"/>
                    </a:lnTo>
                    <a:lnTo>
                      <a:pt x="875" y="600"/>
                    </a:lnTo>
                    <a:lnTo>
                      <a:pt x="874" y="599"/>
                    </a:lnTo>
                    <a:lnTo>
                      <a:pt x="872" y="600"/>
                    </a:lnTo>
                    <a:lnTo>
                      <a:pt x="869" y="601"/>
                    </a:lnTo>
                    <a:lnTo>
                      <a:pt x="866" y="603"/>
                    </a:lnTo>
                    <a:lnTo>
                      <a:pt x="863" y="602"/>
                    </a:lnTo>
                    <a:lnTo>
                      <a:pt x="862" y="601"/>
                    </a:lnTo>
                    <a:lnTo>
                      <a:pt x="861" y="598"/>
                    </a:lnTo>
                    <a:lnTo>
                      <a:pt x="861" y="596"/>
                    </a:lnTo>
                    <a:lnTo>
                      <a:pt x="860" y="595"/>
                    </a:lnTo>
                    <a:lnTo>
                      <a:pt x="859" y="593"/>
                    </a:lnTo>
                    <a:lnTo>
                      <a:pt x="857" y="592"/>
                    </a:lnTo>
                    <a:lnTo>
                      <a:pt x="857" y="590"/>
                    </a:lnTo>
                    <a:lnTo>
                      <a:pt x="857" y="588"/>
                    </a:lnTo>
                    <a:lnTo>
                      <a:pt x="856" y="587"/>
                    </a:lnTo>
                    <a:lnTo>
                      <a:pt x="855" y="585"/>
                    </a:lnTo>
                    <a:lnTo>
                      <a:pt x="853" y="584"/>
                    </a:lnTo>
                    <a:lnTo>
                      <a:pt x="853" y="582"/>
                    </a:lnTo>
                    <a:lnTo>
                      <a:pt x="854" y="580"/>
                    </a:lnTo>
                    <a:lnTo>
                      <a:pt x="854" y="579"/>
                    </a:lnTo>
                    <a:lnTo>
                      <a:pt x="852" y="577"/>
                    </a:lnTo>
                    <a:lnTo>
                      <a:pt x="851" y="574"/>
                    </a:lnTo>
                    <a:lnTo>
                      <a:pt x="851" y="572"/>
                    </a:lnTo>
                    <a:lnTo>
                      <a:pt x="853" y="571"/>
                    </a:lnTo>
                    <a:lnTo>
                      <a:pt x="857" y="571"/>
                    </a:lnTo>
                    <a:lnTo>
                      <a:pt x="861" y="572"/>
                    </a:lnTo>
                    <a:lnTo>
                      <a:pt x="863" y="571"/>
                    </a:lnTo>
                    <a:lnTo>
                      <a:pt x="864" y="570"/>
                    </a:lnTo>
                    <a:lnTo>
                      <a:pt x="865" y="568"/>
                    </a:lnTo>
                    <a:lnTo>
                      <a:pt x="867" y="567"/>
                    </a:lnTo>
                    <a:lnTo>
                      <a:pt x="869" y="566"/>
                    </a:lnTo>
                    <a:lnTo>
                      <a:pt x="871" y="565"/>
                    </a:lnTo>
                    <a:lnTo>
                      <a:pt x="874" y="564"/>
                    </a:lnTo>
                    <a:lnTo>
                      <a:pt x="876" y="563"/>
                    </a:lnTo>
                    <a:lnTo>
                      <a:pt x="879" y="563"/>
                    </a:lnTo>
                    <a:lnTo>
                      <a:pt x="882" y="564"/>
                    </a:lnTo>
                    <a:lnTo>
                      <a:pt x="884" y="566"/>
                    </a:lnTo>
                    <a:lnTo>
                      <a:pt x="887" y="566"/>
                    </a:lnTo>
                    <a:lnTo>
                      <a:pt x="890" y="566"/>
                    </a:lnTo>
                    <a:lnTo>
                      <a:pt x="893" y="566"/>
                    </a:lnTo>
                    <a:lnTo>
                      <a:pt x="895" y="567"/>
                    </a:lnTo>
                    <a:lnTo>
                      <a:pt x="896" y="569"/>
                    </a:lnTo>
                    <a:lnTo>
                      <a:pt x="896" y="572"/>
                    </a:lnTo>
                    <a:lnTo>
                      <a:pt x="897" y="573"/>
                    </a:lnTo>
                    <a:lnTo>
                      <a:pt x="900" y="574"/>
                    </a:lnTo>
                    <a:lnTo>
                      <a:pt x="903" y="574"/>
                    </a:lnTo>
                    <a:lnTo>
                      <a:pt x="906" y="575"/>
                    </a:lnTo>
                    <a:lnTo>
                      <a:pt x="907" y="576"/>
                    </a:lnTo>
                    <a:lnTo>
                      <a:pt x="908" y="578"/>
                    </a:lnTo>
                    <a:lnTo>
                      <a:pt x="909" y="580"/>
                    </a:lnTo>
                    <a:lnTo>
                      <a:pt x="909" y="582"/>
                    </a:lnTo>
                    <a:close/>
                  </a:path>
                </a:pathLst>
              </a:custGeom>
              <a:solidFill>
                <a:srgbClr val="DE8036">
                  <a:alpha val="10800"/>
                </a:srgbClr>
              </a:solidFill>
              <a:ln>
                <a:noFill/>
              </a:ln>
            </p:spPr>
            <p:txBody>
              <a:bodyPr anchor="ctr"/>
              <a:lstStyle/>
              <a:p>
                <a:pPr algn="ctr">
                  <a:buNone/>
                </a:pPr>
              </a:p>
            </p:txBody>
          </p:sp>
          <p:sp>
            <p:nvSpPr>
              <p:cNvPr id="655" name="addition:spatial:37"/>
              <p:cNvSpPr>
                <a:spLocks noGrp="1"/>
              </p:cNvSpPr>
              <p:nvPr/>
            </p:nvSpPr>
            <p:spPr>
              <a:xfrm>
                <a:off x="5648325" y="1666875"/>
                <a:ext cx="1868165" cy="612374"/>
              </a:xfrm>
              <a:custGeom>
                <a:avLst/>
                <a:gdLst/>
                <a:ahLst/>
                <a:cxnLst/>
                <a:rect l="l" t="t" r="r" b="b"/>
                <a:pathLst>
                  <a:path w="1409" h="362">
                    <a:moveTo>
                      <a:pt x="0" y="0"/>
                    </a:moveTo>
                    <a:moveTo>
                      <a:pt x="1405" y="262"/>
                    </a:moveTo>
                    <a:lnTo>
                      <a:pt x="1409" y="271"/>
                    </a:lnTo>
                    <a:lnTo>
                      <a:pt x="1409" y="279"/>
                    </a:lnTo>
                    <a:lnTo>
                      <a:pt x="1402" y="287"/>
                    </a:lnTo>
                    <a:lnTo>
                      <a:pt x="1391" y="293"/>
                    </a:lnTo>
                    <a:lnTo>
                      <a:pt x="1383" y="299"/>
                    </a:lnTo>
                    <a:lnTo>
                      <a:pt x="1379" y="306"/>
                    </a:lnTo>
                    <a:lnTo>
                      <a:pt x="1376" y="315"/>
                    </a:lnTo>
                    <a:lnTo>
                      <a:pt x="1368" y="321"/>
                    </a:lnTo>
                    <a:lnTo>
                      <a:pt x="1354" y="323"/>
                    </a:lnTo>
                    <a:lnTo>
                      <a:pt x="1337" y="323"/>
                    </a:lnTo>
                    <a:lnTo>
                      <a:pt x="1325" y="325"/>
                    </a:lnTo>
                    <a:lnTo>
                      <a:pt x="1319" y="333"/>
                    </a:lnTo>
                    <a:lnTo>
                      <a:pt x="1313" y="345"/>
                    </a:lnTo>
                    <a:lnTo>
                      <a:pt x="1305" y="357"/>
                    </a:lnTo>
                    <a:lnTo>
                      <a:pt x="1291" y="362"/>
                    </a:lnTo>
                    <a:lnTo>
                      <a:pt x="1276" y="361"/>
                    </a:lnTo>
                    <a:lnTo>
                      <a:pt x="1261" y="357"/>
                    </a:lnTo>
                    <a:lnTo>
                      <a:pt x="1248" y="353"/>
                    </a:lnTo>
                    <a:lnTo>
                      <a:pt x="1236" y="350"/>
                    </a:lnTo>
                    <a:lnTo>
                      <a:pt x="1225" y="344"/>
                    </a:lnTo>
                    <a:lnTo>
                      <a:pt x="1216" y="337"/>
                    </a:lnTo>
                    <a:lnTo>
                      <a:pt x="1209" y="332"/>
                    </a:lnTo>
                    <a:lnTo>
                      <a:pt x="1198" y="331"/>
                    </a:lnTo>
                    <a:lnTo>
                      <a:pt x="1184" y="334"/>
                    </a:lnTo>
                    <a:lnTo>
                      <a:pt x="1169" y="335"/>
                    </a:lnTo>
                    <a:lnTo>
                      <a:pt x="1159" y="331"/>
                    </a:lnTo>
                    <a:lnTo>
                      <a:pt x="1156" y="322"/>
                    </a:lnTo>
                    <a:lnTo>
                      <a:pt x="1156" y="313"/>
                    </a:lnTo>
                    <a:lnTo>
                      <a:pt x="1152" y="306"/>
                    </a:lnTo>
                    <a:lnTo>
                      <a:pt x="1141" y="302"/>
                    </a:lnTo>
                    <a:lnTo>
                      <a:pt x="1130" y="296"/>
                    </a:lnTo>
                    <a:lnTo>
                      <a:pt x="1126" y="288"/>
                    </a:lnTo>
                    <a:lnTo>
                      <a:pt x="1132" y="279"/>
                    </a:lnTo>
                    <a:lnTo>
                      <a:pt x="1143" y="270"/>
                    </a:lnTo>
                    <a:lnTo>
                      <a:pt x="1151" y="262"/>
                    </a:lnTo>
                    <a:lnTo>
                      <a:pt x="1155" y="255"/>
                    </a:lnTo>
                    <a:lnTo>
                      <a:pt x="1157" y="248"/>
                    </a:lnTo>
                    <a:lnTo>
                      <a:pt x="1161" y="241"/>
                    </a:lnTo>
                    <a:lnTo>
                      <a:pt x="1164" y="234"/>
                    </a:lnTo>
                    <a:lnTo>
                      <a:pt x="1163" y="226"/>
                    </a:lnTo>
                    <a:lnTo>
                      <a:pt x="1157" y="215"/>
                    </a:lnTo>
                    <a:lnTo>
                      <a:pt x="1151" y="202"/>
                    </a:lnTo>
                    <a:lnTo>
                      <a:pt x="1155" y="193"/>
                    </a:lnTo>
                    <a:lnTo>
                      <a:pt x="1167" y="189"/>
                    </a:lnTo>
                    <a:lnTo>
                      <a:pt x="1185" y="191"/>
                    </a:lnTo>
                    <a:lnTo>
                      <a:pt x="1199" y="193"/>
                    </a:lnTo>
                    <a:lnTo>
                      <a:pt x="1208" y="191"/>
                    </a:lnTo>
                    <a:lnTo>
                      <a:pt x="1213" y="184"/>
                    </a:lnTo>
                    <a:lnTo>
                      <a:pt x="1220" y="178"/>
                    </a:lnTo>
                    <a:lnTo>
                      <a:pt x="1230" y="177"/>
                    </a:lnTo>
                    <a:lnTo>
                      <a:pt x="1240" y="179"/>
                    </a:lnTo>
                    <a:lnTo>
                      <a:pt x="1250" y="180"/>
                    </a:lnTo>
                    <a:lnTo>
                      <a:pt x="1259" y="179"/>
                    </a:lnTo>
                    <a:lnTo>
                      <a:pt x="1270" y="175"/>
                    </a:lnTo>
                    <a:lnTo>
                      <a:pt x="1281" y="174"/>
                    </a:lnTo>
                    <a:lnTo>
                      <a:pt x="1292" y="176"/>
                    </a:lnTo>
                    <a:lnTo>
                      <a:pt x="1304" y="178"/>
                    </a:lnTo>
                    <a:lnTo>
                      <a:pt x="1317" y="179"/>
                    </a:lnTo>
                    <a:lnTo>
                      <a:pt x="1332" y="179"/>
                    </a:lnTo>
                    <a:lnTo>
                      <a:pt x="1345" y="183"/>
                    </a:lnTo>
                    <a:lnTo>
                      <a:pt x="1352" y="192"/>
                    </a:lnTo>
                    <a:lnTo>
                      <a:pt x="1350" y="206"/>
                    </a:lnTo>
                    <a:lnTo>
                      <a:pt x="1346" y="218"/>
                    </a:lnTo>
                    <a:lnTo>
                      <a:pt x="1348" y="225"/>
                    </a:lnTo>
                    <a:lnTo>
                      <a:pt x="1361" y="229"/>
                    </a:lnTo>
                    <a:lnTo>
                      <a:pt x="1379" y="232"/>
                    </a:lnTo>
                    <a:lnTo>
                      <a:pt x="1393" y="238"/>
                    </a:lnTo>
                    <a:lnTo>
                      <a:pt x="1400" y="245"/>
                    </a:lnTo>
                    <a:lnTo>
                      <a:pt x="1403" y="254"/>
                    </a:lnTo>
                    <a:close/>
                  </a:path>
                </a:pathLst>
              </a:custGeom>
              <a:solidFill>
                <a:srgbClr val="C5E9DF">
                  <a:alpha val="12900"/>
                </a:srgbClr>
              </a:solidFill>
              <a:ln>
                <a:noFill/>
              </a:ln>
            </p:spPr>
            <p:txBody>
              <a:bodyPr anchor="ctr"/>
              <a:lstStyle/>
              <a:p>
                <a:pPr algn="ctr">
                  <a:buNone/>
                </a:pPr>
              </a:p>
            </p:txBody>
          </p:sp>
          <p:sp>
            <p:nvSpPr>
              <p:cNvPr id="656" name="addition:spatial:38"/>
              <p:cNvSpPr>
                <a:spLocks noGrp="1"/>
              </p:cNvSpPr>
              <p:nvPr/>
            </p:nvSpPr>
            <p:spPr>
              <a:xfrm>
                <a:off x="5648325" y="1666875"/>
                <a:ext cx="1812478" cy="580233"/>
              </a:xfrm>
              <a:custGeom>
                <a:avLst/>
                <a:gdLst/>
                <a:ahLst/>
                <a:cxnLst/>
                <a:rect l="l" t="t" r="r" b="b"/>
                <a:pathLst>
                  <a:path w="1367" h="343">
                    <a:moveTo>
                      <a:pt x="0" y="0"/>
                    </a:moveTo>
                    <a:moveTo>
                      <a:pt x="1352" y="267"/>
                    </a:moveTo>
                    <a:lnTo>
                      <a:pt x="1347" y="273"/>
                    </a:lnTo>
                    <a:lnTo>
                      <a:pt x="1345" y="279"/>
                    </a:lnTo>
                    <a:lnTo>
                      <a:pt x="1344" y="286"/>
                    </a:lnTo>
                    <a:lnTo>
                      <a:pt x="1342" y="292"/>
                    </a:lnTo>
                    <a:lnTo>
                      <a:pt x="1339" y="298"/>
                    </a:lnTo>
                    <a:lnTo>
                      <a:pt x="1339" y="305"/>
                    </a:lnTo>
                    <a:lnTo>
                      <a:pt x="1343" y="315"/>
                    </a:lnTo>
                    <a:lnTo>
                      <a:pt x="1345" y="325"/>
                    </a:lnTo>
                    <a:lnTo>
                      <a:pt x="1340" y="332"/>
                    </a:lnTo>
                    <a:lnTo>
                      <a:pt x="1328" y="333"/>
                    </a:lnTo>
                    <a:lnTo>
                      <a:pt x="1313" y="330"/>
                    </a:lnTo>
                    <a:lnTo>
                      <a:pt x="1301" y="327"/>
                    </a:lnTo>
                    <a:lnTo>
                      <a:pt x="1293" y="328"/>
                    </a:lnTo>
                    <a:lnTo>
                      <a:pt x="1288" y="333"/>
                    </a:lnTo>
                    <a:lnTo>
                      <a:pt x="1282" y="338"/>
                    </a:lnTo>
                    <a:lnTo>
                      <a:pt x="1274" y="340"/>
                    </a:lnTo>
                    <a:lnTo>
                      <a:pt x="1266" y="340"/>
                    </a:lnTo>
                    <a:lnTo>
                      <a:pt x="1257" y="339"/>
                    </a:lnTo>
                    <a:lnTo>
                      <a:pt x="1248" y="341"/>
                    </a:lnTo>
                    <a:lnTo>
                      <a:pt x="1238" y="343"/>
                    </a:lnTo>
                    <a:lnTo>
                      <a:pt x="1228" y="343"/>
                    </a:lnTo>
                    <a:lnTo>
                      <a:pt x="1219" y="339"/>
                    </a:lnTo>
                    <a:lnTo>
                      <a:pt x="1210" y="335"/>
                    </a:lnTo>
                    <a:lnTo>
                      <a:pt x="1200" y="333"/>
                    </a:lnTo>
                    <a:lnTo>
                      <a:pt x="1187" y="331"/>
                    </a:lnTo>
                    <a:lnTo>
                      <a:pt x="1177" y="327"/>
                    </a:lnTo>
                    <a:lnTo>
                      <a:pt x="1173" y="319"/>
                    </a:lnTo>
                    <a:lnTo>
                      <a:pt x="1175" y="308"/>
                    </a:lnTo>
                    <a:lnTo>
                      <a:pt x="1179" y="299"/>
                    </a:lnTo>
                    <a:lnTo>
                      <a:pt x="1176" y="293"/>
                    </a:lnTo>
                    <a:lnTo>
                      <a:pt x="1164" y="290"/>
                    </a:lnTo>
                    <a:lnTo>
                      <a:pt x="1148" y="287"/>
                    </a:lnTo>
                    <a:lnTo>
                      <a:pt x="1136" y="281"/>
                    </a:lnTo>
                    <a:lnTo>
                      <a:pt x="1130" y="274"/>
                    </a:lnTo>
                    <a:lnTo>
                      <a:pt x="1129" y="267"/>
                    </a:lnTo>
                    <a:lnTo>
                      <a:pt x="1129" y="260"/>
                    </a:lnTo>
                    <a:lnTo>
                      <a:pt x="1129" y="252"/>
                    </a:lnTo>
                    <a:lnTo>
                      <a:pt x="1133" y="246"/>
                    </a:lnTo>
                    <a:lnTo>
                      <a:pt x="1142" y="240"/>
                    </a:lnTo>
                    <a:lnTo>
                      <a:pt x="1153" y="236"/>
                    </a:lnTo>
                    <a:lnTo>
                      <a:pt x="1161" y="232"/>
                    </a:lnTo>
                    <a:lnTo>
                      <a:pt x="1164" y="225"/>
                    </a:lnTo>
                    <a:lnTo>
                      <a:pt x="1166" y="217"/>
                    </a:lnTo>
                    <a:lnTo>
                      <a:pt x="1172" y="211"/>
                    </a:lnTo>
                    <a:lnTo>
                      <a:pt x="1184" y="209"/>
                    </a:lnTo>
                    <a:lnTo>
                      <a:pt x="1197" y="210"/>
                    </a:lnTo>
                    <a:lnTo>
                      <a:pt x="1208" y="208"/>
                    </a:lnTo>
                    <a:lnTo>
                      <a:pt x="1215" y="201"/>
                    </a:lnTo>
                    <a:lnTo>
                      <a:pt x="1221" y="191"/>
                    </a:lnTo>
                    <a:lnTo>
                      <a:pt x="1231" y="183"/>
                    </a:lnTo>
                    <a:lnTo>
                      <a:pt x="1243" y="181"/>
                    </a:lnTo>
                    <a:lnTo>
                      <a:pt x="1256" y="184"/>
                    </a:lnTo>
                    <a:lnTo>
                      <a:pt x="1267" y="188"/>
                    </a:lnTo>
                    <a:lnTo>
                      <a:pt x="1278" y="192"/>
                    </a:lnTo>
                    <a:lnTo>
                      <a:pt x="1287" y="196"/>
                    </a:lnTo>
                    <a:lnTo>
                      <a:pt x="1295" y="201"/>
                    </a:lnTo>
                    <a:lnTo>
                      <a:pt x="1301" y="207"/>
                    </a:lnTo>
                    <a:lnTo>
                      <a:pt x="1307" y="211"/>
                    </a:lnTo>
                    <a:lnTo>
                      <a:pt x="1317" y="210"/>
                    </a:lnTo>
                    <a:lnTo>
                      <a:pt x="1331" y="208"/>
                    </a:lnTo>
                    <a:lnTo>
                      <a:pt x="1345" y="207"/>
                    </a:lnTo>
                    <a:lnTo>
                      <a:pt x="1353" y="211"/>
                    </a:lnTo>
                    <a:lnTo>
                      <a:pt x="1353" y="219"/>
                    </a:lnTo>
                    <a:lnTo>
                      <a:pt x="1351" y="228"/>
                    </a:lnTo>
                    <a:lnTo>
                      <a:pt x="1352" y="235"/>
                    </a:lnTo>
                    <a:lnTo>
                      <a:pt x="1359" y="240"/>
                    </a:lnTo>
                    <a:lnTo>
                      <a:pt x="1365" y="246"/>
                    </a:lnTo>
                    <a:lnTo>
                      <a:pt x="1367" y="253"/>
                    </a:lnTo>
                    <a:lnTo>
                      <a:pt x="1361" y="260"/>
                    </a:lnTo>
                    <a:close/>
                  </a:path>
                </a:pathLst>
              </a:custGeom>
              <a:solidFill>
                <a:srgbClr val="86D1BC">
                  <a:alpha val="12900"/>
                </a:srgbClr>
              </a:solidFill>
              <a:ln>
                <a:noFill/>
              </a:ln>
            </p:spPr>
            <p:txBody>
              <a:bodyPr anchor="ctr"/>
              <a:lstStyle/>
              <a:p>
                <a:pPr algn="ctr">
                  <a:buNone/>
                </a:pPr>
              </a:p>
            </p:txBody>
          </p:sp>
          <p:sp>
            <p:nvSpPr>
              <p:cNvPr id="657" name="addition:spatial:39"/>
              <p:cNvSpPr>
                <a:spLocks noGrp="1"/>
              </p:cNvSpPr>
              <p:nvPr/>
            </p:nvSpPr>
            <p:spPr>
              <a:xfrm>
                <a:off x="5648325" y="1666875"/>
                <a:ext cx="1788612" cy="573466"/>
              </a:xfrm>
              <a:custGeom>
                <a:avLst/>
                <a:gdLst/>
                <a:ahLst/>
                <a:cxnLst/>
                <a:rect l="l" t="t" r="r" b="b"/>
                <a:pathLst>
                  <a:path w="1349" h="339">
                    <a:moveTo>
                      <a:pt x="0" y="0"/>
                    </a:moveTo>
                    <a:moveTo>
                      <a:pt x="1349" y="272"/>
                    </a:moveTo>
                    <a:lnTo>
                      <a:pt x="1341" y="278"/>
                    </a:lnTo>
                    <a:lnTo>
                      <a:pt x="1329" y="283"/>
                    </a:lnTo>
                    <a:lnTo>
                      <a:pt x="1320" y="287"/>
                    </a:lnTo>
                    <a:lnTo>
                      <a:pt x="1318" y="292"/>
                    </a:lnTo>
                    <a:lnTo>
                      <a:pt x="1320" y="298"/>
                    </a:lnTo>
                    <a:lnTo>
                      <a:pt x="1322" y="305"/>
                    </a:lnTo>
                    <a:lnTo>
                      <a:pt x="1320" y="312"/>
                    </a:lnTo>
                    <a:lnTo>
                      <a:pt x="1317" y="318"/>
                    </a:lnTo>
                    <a:lnTo>
                      <a:pt x="1313" y="324"/>
                    </a:lnTo>
                    <a:lnTo>
                      <a:pt x="1309" y="330"/>
                    </a:lnTo>
                    <a:lnTo>
                      <a:pt x="1302" y="334"/>
                    </a:lnTo>
                    <a:lnTo>
                      <a:pt x="1292" y="334"/>
                    </a:lnTo>
                    <a:lnTo>
                      <a:pt x="1280" y="330"/>
                    </a:lnTo>
                    <a:lnTo>
                      <a:pt x="1271" y="326"/>
                    </a:lnTo>
                    <a:lnTo>
                      <a:pt x="1265" y="327"/>
                    </a:lnTo>
                    <a:lnTo>
                      <a:pt x="1260" y="332"/>
                    </a:lnTo>
                    <a:lnTo>
                      <a:pt x="1254" y="338"/>
                    </a:lnTo>
                    <a:lnTo>
                      <a:pt x="1247" y="339"/>
                    </a:lnTo>
                    <a:lnTo>
                      <a:pt x="1240" y="337"/>
                    </a:lnTo>
                    <a:lnTo>
                      <a:pt x="1233" y="333"/>
                    </a:lnTo>
                    <a:lnTo>
                      <a:pt x="1226" y="332"/>
                    </a:lnTo>
                    <a:lnTo>
                      <a:pt x="1217" y="333"/>
                    </a:lnTo>
                    <a:lnTo>
                      <a:pt x="1207" y="334"/>
                    </a:lnTo>
                    <a:lnTo>
                      <a:pt x="1198" y="332"/>
                    </a:lnTo>
                    <a:lnTo>
                      <a:pt x="1191" y="327"/>
                    </a:lnTo>
                    <a:lnTo>
                      <a:pt x="1186" y="322"/>
                    </a:lnTo>
                    <a:lnTo>
                      <a:pt x="1180" y="317"/>
                    </a:lnTo>
                    <a:lnTo>
                      <a:pt x="1175" y="312"/>
                    </a:lnTo>
                    <a:lnTo>
                      <a:pt x="1173" y="305"/>
                    </a:lnTo>
                    <a:lnTo>
                      <a:pt x="1175" y="298"/>
                    </a:lnTo>
                    <a:lnTo>
                      <a:pt x="1177" y="291"/>
                    </a:lnTo>
                    <a:lnTo>
                      <a:pt x="1174" y="286"/>
                    </a:lnTo>
                    <a:lnTo>
                      <a:pt x="1163" y="283"/>
                    </a:lnTo>
                    <a:lnTo>
                      <a:pt x="1148" y="278"/>
                    </a:lnTo>
                    <a:lnTo>
                      <a:pt x="1137" y="272"/>
                    </a:lnTo>
                    <a:lnTo>
                      <a:pt x="1136" y="265"/>
                    </a:lnTo>
                    <a:lnTo>
                      <a:pt x="1141" y="259"/>
                    </a:lnTo>
                    <a:lnTo>
                      <a:pt x="1148" y="254"/>
                    </a:lnTo>
                    <a:lnTo>
                      <a:pt x="1151" y="249"/>
                    </a:lnTo>
                    <a:lnTo>
                      <a:pt x="1153" y="243"/>
                    </a:lnTo>
                    <a:lnTo>
                      <a:pt x="1157" y="238"/>
                    </a:lnTo>
                    <a:lnTo>
                      <a:pt x="1165" y="234"/>
                    </a:lnTo>
                    <a:lnTo>
                      <a:pt x="1173" y="231"/>
                    </a:lnTo>
                    <a:lnTo>
                      <a:pt x="1179" y="228"/>
                    </a:lnTo>
                    <a:lnTo>
                      <a:pt x="1184" y="223"/>
                    </a:lnTo>
                    <a:lnTo>
                      <a:pt x="1191" y="218"/>
                    </a:lnTo>
                    <a:lnTo>
                      <a:pt x="1199" y="216"/>
                    </a:lnTo>
                    <a:lnTo>
                      <a:pt x="1209" y="216"/>
                    </a:lnTo>
                    <a:lnTo>
                      <a:pt x="1218" y="214"/>
                    </a:lnTo>
                    <a:lnTo>
                      <a:pt x="1226" y="209"/>
                    </a:lnTo>
                    <a:lnTo>
                      <a:pt x="1234" y="201"/>
                    </a:lnTo>
                    <a:lnTo>
                      <a:pt x="1245" y="195"/>
                    </a:lnTo>
                    <a:lnTo>
                      <a:pt x="1256" y="194"/>
                    </a:lnTo>
                    <a:lnTo>
                      <a:pt x="1266" y="201"/>
                    </a:lnTo>
                    <a:lnTo>
                      <a:pt x="1274" y="210"/>
                    </a:lnTo>
                    <a:lnTo>
                      <a:pt x="1281" y="216"/>
                    </a:lnTo>
                    <a:lnTo>
                      <a:pt x="1288" y="219"/>
                    </a:lnTo>
                    <a:lnTo>
                      <a:pt x="1296" y="220"/>
                    </a:lnTo>
                    <a:lnTo>
                      <a:pt x="1304" y="222"/>
                    </a:lnTo>
                    <a:lnTo>
                      <a:pt x="1311" y="224"/>
                    </a:lnTo>
                    <a:lnTo>
                      <a:pt x="1318" y="227"/>
                    </a:lnTo>
                    <a:lnTo>
                      <a:pt x="1328" y="228"/>
                    </a:lnTo>
                    <a:lnTo>
                      <a:pt x="1338" y="230"/>
                    </a:lnTo>
                    <a:lnTo>
                      <a:pt x="1344" y="235"/>
                    </a:lnTo>
                    <a:lnTo>
                      <a:pt x="1344" y="242"/>
                    </a:lnTo>
                    <a:lnTo>
                      <a:pt x="1340" y="249"/>
                    </a:lnTo>
                    <a:lnTo>
                      <a:pt x="1339" y="255"/>
                    </a:lnTo>
                    <a:lnTo>
                      <a:pt x="1343" y="260"/>
                    </a:lnTo>
                    <a:lnTo>
                      <a:pt x="1348" y="266"/>
                    </a:lnTo>
                    <a:close/>
                  </a:path>
                </a:pathLst>
              </a:custGeom>
              <a:solidFill>
                <a:srgbClr val="56BFA2">
                  <a:alpha val="10500"/>
                </a:srgbClr>
              </a:solidFill>
              <a:ln>
                <a:noFill/>
              </a:ln>
            </p:spPr>
            <p:txBody>
              <a:bodyPr anchor="ctr"/>
              <a:lstStyle/>
              <a:p>
                <a:pPr algn="ctr">
                  <a:buNone/>
                </a:pPr>
              </a:p>
            </p:txBody>
          </p:sp>
          <p:sp>
            <p:nvSpPr>
              <p:cNvPr id="658" name="addition:spatial:40"/>
              <p:cNvSpPr>
                <a:spLocks noGrp="1"/>
              </p:cNvSpPr>
              <p:nvPr/>
            </p:nvSpPr>
            <p:spPr>
              <a:xfrm>
                <a:off x="5648325" y="1666875"/>
                <a:ext cx="1656024" cy="473659"/>
              </a:xfrm>
              <a:custGeom>
                <a:avLst/>
                <a:gdLst/>
                <a:ahLst/>
                <a:cxnLst/>
                <a:rect l="l" t="t" r="r" b="b"/>
                <a:pathLst>
                  <a:path w="1249" h="280">
                    <a:moveTo>
                      <a:pt x="0" y="0"/>
                    </a:moveTo>
                    <a:moveTo>
                      <a:pt x="1243" y="251"/>
                    </a:moveTo>
                    <a:lnTo>
                      <a:pt x="1246" y="253"/>
                    </a:lnTo>
                    <a:lnTo>
                      <a:pt x="1248" y="256"/>
                    </a:lnTo>
                    <a:lnTo>
                      <a:pt x="1249" y="259"/>
                    </a:lnTo>
                    <a:lnTo>
                      <a:pt x="1249" y="261"/>
                    </a:lnTo>
                    <a:lnTo>
                      <a:pt x="1249" y="264"/>
                    </a:lnTo>
                    <a:lnTo>
                      <a:pt x="1248" y="267"/>
                    </a:lnTo>
                    <a:lnTo>
                      <a:pt x="1247" y="269"/>
                    </a:lnTo>
                    <a:lnTo>
                      <a:pt x="1243" y="270"/>
                    </a:lnTo>
                    <a:lnTo>
                      <a:pt x="1238" y="270"/>
                    </a:lnTo>
                    <a:lnTo>
                      <a:pt x="1232" y="269"/>
                    </a:lnTo>
                    <a:lnTo>
                      <a:pt x="1229" y="269"/>
                    </a:lnTo>
                    <a:lnTo>
                      <a:pt x="1228" y="272"/>
                    </a:lnTo>
                    <a:lnTo>
                      <a:pt x="1227" y="276"/>
                    </a:lnTo>
                    <a:lnTo>
                      <a:pt x="1224" y="279"/>
                    </a:lnTo>
                    <a:lnTo>
                      <a:pt x="1220" y="280"/>
                    </a:lnTo>
                    <a:lnTo>
                      <a:pt x="1216" y="279"/>
                    </a:lnTo>
                    <a:lnTo>
                      <a:pt x="1212" y="279"/>
                    </a:lnTo>
                    <a:lnTo>
                      <a:pt x="1208" y="280"/>
                    </a:lnTo>
                    <a:lnTo>
                      <a:pt x="1203" y="280"/>
                    </a:lnTo>
                    <a:lnTo>
                      <a:pt x="1199" y="279"/>
                    </a:lnTo>
                    <a:lnTo>
                      <a:pt x="1195" y="278"/>
                    </a:lnTo>
                    <a:lnTo>
                      <a:pt x="1192" y="276"/>
                    </a:lnTo>
                    <a:lnTo>
                      <a:pt x="1188" y="275"/>
                    </a:lnTo>
                    <a:lnTo>
                      <a:pt x="1184" y="274"/>
                    </a:lnTo>
                    <a:lnTo>
                      <a:pt x="1181" y="272"/>
                    </a:lnTo>
                    <a:lnTo>
                      <a:pt x="1180" y="270"/>
                    </a:lnTo>
                    <a:lnTo>
                      <a:pt x="1179" y="267"/>
                    </a:lnTo>
                    <a:lnTo>
                      <a:pt x="1178" y="265"/>
                    </a:lnTo>
                    <a:lnTo>
                      <a:pt x="1174" y="264"/>
                    </a:lnTo>
                    <a:lnTo>
                      <a:pt x="1168" y="263"/>
                    </a:lnTo>
                    <a:lnTo>
                      <a:pt x="1162" y="262"/>
                    </a:lnTo>
                    <a:lnTo>
                      <a:pt x="1160" y="260"/>
                    </a:lnTo>
                    <a:lnTo>
                      <a:pt x="1162" y="257"/>
                    </a:lnTo>
                    <a:lnTo>
                      <a:pt x="1165" y="254"/>
                    </a:lnTo>
                    <a:lnTo>
                      <a:pt x="1167" y="251"/>
                    </a:lnTo>
                    <a:lnTo>
                      <a:pt x="1169" y="249"/>
                    </a:lnTo>
                    <a:lnTo>
                      <a:pt x="1171" y="246"/>
                    </a:lnTo>
                    <a:lnTo>
                      <a:pt x="1173" y="244"/>
                    </a:lnTo>
                    <a:lnTo>
                      <a:pt x="1176" y="242"/>
                    </a:lnTo>
                    <a:lnTo>
                      <a:pt x="1177" y="240"/>
                    </a:lnTo>
                    <a:lnTo>
                      <a:pt x="1177" y="237"/>
                    </a:lnTo>
                    <a:lnTo>
                      <a:pt x="1177" y="234"/>
                    </a:lnTo>
                    <a:lnTo>
                      <a:pt x="1179" y="232"/>
                    </a:lnTo>
                    <a:lnTo>
                      <a:pt x="1183" y="231"/>
                    </a:lnTo>
                    <a:lnTo>
                      <a:pt x="1187" y="230"/>
                    </a:lnTo>
                    <a:lnTo>
                      <a:pt x="1190" y="229"/>
                    </a:lnTo>
                    <a:lnTo>
                      <a:pt x="1192" y="226"/>
                    </a:lnTo>
                    <a:lnTo>
                      <a:pt x="1194" y="223"/>
                    </a:lnTo>
                    <a:lnTo>
                      <a:pt x="1197" y="221"/>
                    </a:lnTo>
                    <a:lnTo>
                      <a:pt x="1201" y="222"/>
                    </a:lnTo>
                    <a:lnTo>
                      <a:pt x="1205" y="225"/>
                    </a:lnTo>
                    <a:lnTo>
                      <a:pt x="1209" y="227"/>
                    </a:lnTo>
                    <a:lnTo>
                      <a:pt x="1211" y="227"/>
                    </a:lnTo>
                    <a:lnTo>
                      <a:pt x="1214" y="227"/>
                    </a:lnTo>
                    <a:lnTo>
                      <a:pt x="1217" y="226"/>
                    </a:lnTo>
                    <a:lnTo>
                      <a:pt x="1220" y="226"/>
                    </a:lnTo>
                    <a:lnTo>
                      <a:pt x="1223" y="226"/>
                    </a:lnTo>
                    <a:lnTo>
                      <a:pt x="1227" y="225"/>
                    </a:lnTo>
                    <a:lnTo>
                      <a:pt x="1231" y="225"/>
                    </a:lnTo>
                    <a:lnTo>
                      <a:pt x="1235" y="226"/>
                    </a:lnTo>
                    <a:lnTo>
                      <a:pt x="1236" y="229"/>
                    </a:lnTo>
                    <a:lnTo>
                      <a:pt x="1236" y="233"/>
                    </a:lnTo>
                    <a:lnTo>
                      <a:pt x="1235" y="236"/>
                    </a:lnTo>
                    <a:lnTo>
                      <a:pt x="1237" y="238"/>
                    </a:lnTo>
                    <a:lnTo>
                      <a:pt x="1240" y="239"/>
                    </a:lnTo>
                    <a:lnTo>
                      <a:pt x="1243" y="241"/>
                    </a:lnTo>
                    <a:lnTo>
                      <a:pt x="1245" y="244"/>
                    </a:lnTo>
                    <a:lnTo>
                      <a:pt x="1243" y="246"/>
                    </a:lnTo>
                    <a:lnTo>
                      <a:pt x="1242" y="249"/>
                    </a:lnTo>
                    <a:close/>
                  </a:path>
                </a:pathLst>
              </a:custGeom>
              <a:solidFill>
                <a:srgbClr val="86D1BC">
                  <a:alpha val="9600"/>
                </a:srgbClr>
              </a:solidFill>
              <a:ln>
                <a:noFill/>
              </a:ln>
            </p:spPr>
            <p:txBody>
              <a:bodyPr anchor="ctr"/>
              <a:lstStyle/>
              <a:p>
                <a:pPr algn="ctr">
                  <a:buNone/>
                </a:pPr>
              </a:p>
            </p:txBody>
          </p:sp>
          <p:sp>
            <p:nvSpPr>
              <p:cNvPr id="659" name="addition:spatial:41"/>
              <p:cNvSpPr>
                <a:spLocks noGrp="1"/>
              </p:cNvSpPr>
              <p:nvPr/>
            </p:nvSpPr>
            <p:spPr>
              <a:xfrm>
                <a:off x="5648325" y="1666875"/>
                <a:ext cx="1703756" cy="436443"/>
              </a:xfrm>
              <a:custGeom>
                <a:avLst/>
                <a:gdLst/>
                <a:ahLst/>
                <a:cxnLst/>
                <a:rect l="l" t="t" r="r" b="b"/>
                <a:pathLst>
                  <a:path w="1285" h="258">
                    <a:moveTo>
                      <a:pt x="0" y="0"/>
                    </a:moveTo>
                    <a:moveTo>
                      <a:pt x="1280" y="229"/>
                    </a:moveTo>
                    <a:lnTo>
                      <a:pt x="1281" y="231"/>
                    </a:lnTo>
                    <a:lnTo>
                      <a:pt x="1283" y="234"/>
                    </a:lnTo>
                    <a:lnTo>
                      <a:pt x="1285" y="237"/>
                    </a:lnTo>
                    <a:lnTo>
                      <a:pt x="1284" y="240"/>
                    </a:lnTo>
                    <a:lnTo>
                      <a:pt x="1280" y="241"/>
                    </a:lnTo>
                    <a:lnTo>
                      <a:pt x="1274" y="242"/>
                    </a:lnTo>
                    <a:lnTo>
                      <a:pt x="1269" y="242"/>
                    </a:lnTo>
                    <a:lnTo>
                      <a:pt x="1266" y="243"/>
                    </a:lnTo>
                    <a:lnTo>
                      <a:pt x="1265" y="246"/>
                    </a:lnTo>
                    <a:lnTo>
                      <a:pt x="1264" y="249"/>
                    </a:lnTo>
                    <a:lnTo>
                      <a:pt x="1262" y="251"/>
                    </a:lnTo>
                    <a:lnTo>
                      <a:pt x="1259" y="253"/>
                    </a:lnTo>
                    <a:lnTo>
                      <a:pt x="1256" y="255"/>
                    </a:lnTo>
                    <a:lnTo>
                      <a:pt x="1253" y="257"/>
                    </a:lnTo>
                    <a:lnTo>
                      <a:pt x="1249" y="258"/>
                    </a:lnTo>
                    <a:lnTo>
                      <a:pt x="1244" y="258"/>
                    </a:lnTo>
                    <a:lnTo>
                      <a:pt x="1240" y="256"/>
                    </a:lnTo>
                    <a:lnTo>
                      <a:pt x="1236" y="254"/>
                    </a:lnTo>
                    <a:lnTo>
                      <a:pt x="1233" y="253"/>
                    </a:lnTo>
                    <a:lnTo>
                      <a:pt x="1229" y="254"/>
                    </a:lnTo>
                    <a:lnTo>
                      <a:pt x="1226" y="255"/>
                    </a:lnTo>
                    <a:lnTo>
                      <a:pt x="1222" y="254"/>
                    </a:lnTo>
                    <a:lnTo>
                      <a:pt x="1221" y="251"/>
                    </a:lnTo>
                    <a:lnTo>
                      <a:pt x="1220" y="249"/>
                    </a:lnTo>
                    <a:lnTo>
                      <a:pt x="1218" y="247"/>
                    </a:lnTo>
                    <a:lnTo>
                      <a:pt x="1214" y="247"/>
                    </a:lnTo>
                    <a:lnTo>
                      <a:pt x="1210" y="247"/>
                    </a:lnTo>
                    <a:lnTo>
                      <a:pt x="1206" y="246"/>
                    </a:lnTo>
                    <a:lnTo>
                      <a:pt x="1204" y="244"/>
                    </a:lnTo>
                    <a:lnTo>
                      <a:pt x="1203" y="242"/>
                    </a:lnTo>
                    <a:lnTo>
                      <a:pt x="1203" y="239"/>
                    </a:lnTo>
                    <a:lnTo>
                      <a:pt x="1203" y="236"/>
                    </a:lnTo>
                    <a:lnTo>
                      <a:pt x="1204" y="234"/>
                    </a:lnTo>
                    <a:lnTo>
                      <a:pt x="1207" y="231"/>
                    </a:lnTo>
                    <a:lnTo>
                      <a:pt x="1211" y="229"/>
                    </a:lnTo>
                    <a:lnTo>
                      <a:pt x="1212" y="227"/>
                    </a:lnTo>
                    <a:lnTo>
                      <a:pt x="1211" y="225"/>
                    </a:lnTo>
                    <a:lnTo>
                      <a:pt x="1208" y="222"/>
                    </a:lnTo>
                    <a:lnTo>
                      <a:pt x="1206" y="219"/>
                    </a:lnTo>
                    <a:lnTo>
                      <a:pt x="1207" y="216"/>
                    </a:lnTo>
                    <a:lnTo>
                      <a:pt x="1210" y="215"/>
                    </a:lnTo>
                    <a:lnTo>
                      <a:pt x="1213" y="213"/>
                    </a:lnTo>
                    <a:lnTo>
                      <a:pt x="1214" y="211"/>
                    </a:lnTo>
                    <a:lnTo>
                      <a:pt x="1215" y="209"/>
                    </a:lnTo>
                    <a:lnTo>
                      <a:pt x="1216" y="206"/>
                    </a:lnTo>
                    <a:lnTo>
                      <a:pt x="1219" y="205"/>
                    </a:lnTo>
                    <a:lnTo>
                      <a:pt x="1223" y="205"/>
                    </a:lnTo>
                    <a:lnTo>
                      <a:pt x="1226" y="205"/>
                    </a:lnTo>
                    <a:lnTo>
                      <a:pt x="1229" y="205"/>
                    </a:lnTo>
                    <a:lnTo>
                      <a:pt x="1231" y="204"/>
                    </a:lnTo>
                    <a:lnTo>
                      <a:pt x="1234" y="204"/>
                    </a:lnTo>
                    <a:lnTo>
                      <a:pt x="1237" y="205"/>
                    </a:lnTo>
                    <a:lnTo>
                      <a:pt x="1240" y="206"/>
                    </a:lnTo>
                    <a:lnTo>
                      <a:pt x="1243" y="204"/>
                    </a:lnTo>
                    <a:lnTo>
                      <a:pt x="1246" y="201"/>
                    </a:lnTo>
                    <a:lnTo>
                      <a:pt x="1251" y="199"/>
                    </a:lnTo>
                    <a:lnTo>
                      <a:pt x="1255" y="199"/>
                    </a:lnTo>
                    <a:lnTo>
                      <a:pt x="1258" y="202"/>
                    </a:lnTo>
                    <a:lnTo>
                      <a:pt x="1259" y="206"/>
                    </a:lnTo>
                    <a:lnTo>
                      <a:pt x="1260" y="209"/>
                    </a:lnTo>
                    <a:lnTo>
                      <a:pt x="1263" y="211"/>
                    </a:lnTo>
                    <a:lnTo>
                      <a:pt x="1266" y="212"/>
                    </a:lnTo>
                    <a:lnTo>
                      <a:pt x="1269" y="214"/>
                    </a:lnTo>
                    <a:lnTo>
                      <a:pt x="1271" y="216"/>
                    </a:lnTo>
                    <a:lnTo>
                      <a:pt x="1272" y="218"/>
                    </a:lnTo>
                    <a:lnTo>
                      <a:pt x="1275" y="220"/>
                    </a:lnTo>
                    <a:lnTo>
                      <a:pt x="1278" y="222"/>
                    </a:lnTo>
                    <a:lnTo>
                      <a:pt x="1280" y="224"/>
                    </a:lnTo>
                    <a:lnTo>
                      <a:pt x="1281" y="226"/>
                    </a:lnTo>
                    <a:close/>
                  </a:path>
                </a:pathLst>
              </a:custGeom>
              <a:solidFill>
                <a:srgbClr val="86D1BC">
                  <a:alpha val="9600"/>
                </a:srgbClr>
              </a:solidFill>
              <a:ln>
                <a:noFill/>
              </a:ln>
            </p:spPr>
            <p:txBody>
              <a:bodyPr anchor="ctr"/>
              <a:lstStyle/>
              <a:p>
                <a:pPr algn="ctr">
                  <a:buNone/>
                </a:pPr>
              </a:p>
            </p:txBody>
          </p:sp>
          <p:sp>
            <p:nvSpPr>
              <p:cNvPr id="660" name="addition:spatial:42"/>
              <p:cNvSpPr>
                <a:spLocks noGrp="1"/>
              </p:cNvSpPr>
              <p:nvPr/>
            </p:nvSpPr>
            <p:spPr>
              <a:xfrm>
                <a:off x="5648325" y="1666875"/>
                <a:ext cx="1755465" cy="449976"/>
              </a:xfrm>
              <a:custGeom>
                <a:avLst/>
                <a:gdLst/>
                <a:ahLst/>
                <a:cxnLst/>
                <a:rect l="l" t="t" r="r" b="b"/>
                <a:pathLst>
                  <a:path w="1324" h="266">
                    <a:moveTo>
                      <a:pt x="0" y="0"/>
                    </a:moveTo>
                    <a:moveTo>
                      <a:pt x="1315" y="235"/>
                    </a:moveTo>
                    <a:lnTo>
                      <a:pt x="1319" y="238"/>
                    </a:lnTo>
                    <a:lnTo>
                      <a:pt x="1323" y="241"/>
                    </a:lnTo>
                    <a:lnTo>
                      <a:pt x="1324" y="244"/>
                    </a:lnTo>
                    <a:lnTo>
                      <a:pt x="1322" y="246"/>
                    </a:lnTo>
                    <a:lnTo>
                      <a:pt x="1320" y="248"/>
                    </a:lnTo>
                    <a:lnTo>
                      <a:pt x="1317" y="250"/>
                    </a:lnTo>
                    <a:lnTo>
                      <a:pt x="1314" y="252"/>
                    </a:lnTo>
                    <a:lnTo>
                      <a:pt x="1310" y="253"/>
                    </a:lnTo>
                    <a:lnTo>
                      <a:pt x="1306" y="253"/>
                    </a:lnTo>
                    <a:lnTo>
                      <a:pt x="1303" y="254"/>
                    </a:lnTo>
                    <a:lnTo>
                      <a:pt x="1301" y="256"/>
                    </a:lnTo>
                    <a:lnTo>
                      <a:pt x="1300" y="260"/>
                    </a:lnTo>
                    <a:lnTo>
                      <a:pt x="1298" y="263"/>
                    </a:lnTo>
                    <a:lnTo>
                      <a:pt x="1294" y="265"/>
                    </a:lnTo>
                    <a:lnTo>
                      <a:pt x="1290" y="265"/>
                    </a:lnTo>
                    <a:lnTo>
                      <a:pt x="1285" y="264"/>
                    </a:lnTo>
                    <a:lnTo>
                      <a:pt x="1281" y="263"/>
                    </a:lnTo>
                    <a:lnTo>
                      <a:pt x="1277" y="265"/>
                    </a:lnTo>
                    <a:lnTo>
                      <a:pt x="1273" y="266"/>
                    </a:lnTo>
                    <a:lnTo>
                      <a:pt x="1269" y="266"/>
                    </a:lnTo>
                    <a:lnTo>
                      <a:pt x="1265" y="264"/>
                    </a:lnTo>
                    <a:lnTo>
                      <a:pt x="1262" y="261"/>
                    </a:lnTo>
                    <a:lnTo>
                      <a:pt x="1260" y="259"/>
                    </a:lnTo>
                    <a:lnTo>
                      <a:pt x="1257" y="257"/>
                    </a:lnTo>
                    <a:lnTo>
                      <a:pt x="1254" y="256"/>
                    </a:lnTo>
                    <a:lnTo>
                      <a:pt x="1252" y="254"/>
                    </a:lnTo>
                    <a:lnTo>
                      <a:pt x="1250" y="252"/>
                    </a:lnTo>
                    <a:lnTo>
                      <a:pt x="1247" y="251"/>
                    </a:lnTo>
                    <a:lnTo>
                      <a:pt x="1242" y="250"/>
                    </a:lnTo>
                    <a:lnTo>
                      <a:pt x="1237" y="249"/>
                    </a:lnTo>
                    <a:lnTo>
                      <a:pt x="1234" y="247"/>
                    </a:lnTo>
                    <a:lnTo>
                      <a:pt x="1235" y="244"/>
                    </a:lnTo>
                    <a:lnTo>
                      <a:pt x="1239" y="240"/>
                    </a:lnTo>
                    <a:lnTo>
                      <a:pt x="1243" y="237"/>
                    </a:lnTo>
                    <a:lnTo>
                      <a:pt x="1244" y="235"/>
                    </a:lnTo>
                    <a:lnTo>
                      <a:pt x="1244" y="233"/>
                    </a:lnTo>
                    <a:lnTo>
                      <a:pt x="1244" y="230"/>
                    </a:lnTo>
                    <a:lnTo>
                      <a:pt x="1245" y="227"/>
                    </a:lnTo>
                    <a:lnTo>
                      <a:pt x="1247" y="225"/>
                    </a:lnTo>
                    <a:lnTo>
                      <a:pt x="1249" y="223"/>
                    </a:lnTo>
                    <a:lnTo>
                      <a:pt x="1250" y="220"/>
                    </a:lnTo>
                    <a:lnTo>
                      <a:pt x="1250" y="218"/>
                    </a:lnTo>
                    <a:lnTo>
                      <a:pt x="1252" y="215"/>
                    </a:lnTo>
                    <a:lnTo>
                      <a:pt x="1255" y="214"/>
                    </a:lnTo>
                    <a:lnTo>
                      <a:pt x="1258" y="212"/>
                    </a:lnTo>
                    <a:lnTo>
                      <a:pt x="1260" y="210"/>
                    </a:lnTo>
                    <a:lnTo>
                      <a:pt x="1262" y="207"/>
                    </a:lnTo>
                    <a:lnTo>
                      <a:pt x="1264" y="205"/>
                    </a:lnTo>
                    <a:lnTo>
                      <a:pt x="1268" y="205"/>
                    </a:lnTo>
                    <a:lnTo>
                      <a:pt x="1272" y="207"/>
                    </a:lnTo>
                    <a:lnTo>
                      <a:pt x="1276" y="210"/>
                    </a:lnTo>
                    <a:lnTo>
                      <a:pt x="1278" y="212"/>
                    </a:lnTo>
                    <a:lnTo>
                      <a:pt x="1280" y="210"/>
                    </a:lnTo>
                    <a:lnTo>
                      <a:pt x="1283" y="208"/>
                    </a:lnTo>
                    <a:lnTo>
                      <a:pt x="1287" y="206"/>
                    </a:lnTo>
                    <a:lnTo>
                      <a:pt x="1290" y="206"/>
                    </a:lnTo>
                    <a:lnTo>
                      <a:pt x="1293" y="207"/>
                    </a:lnTo>
                    <a:lnTo>
                      <a:pt x="1297" y="207"/>
                    </a:lnTo>
                    <a:lnTo>
                      <a:pt x="1300" y="208"/>
                    </a:lnTo>
                    <a:lnTo>
                      <a:pt x="1303" y="210"/>
                    </a:lnTo>
                    <a:lnTo>
                      <a:pt x="1304" y="213"/>
                    </a:lnTo>
                    <a:lnTo>
                      <a:pt x="1305" y="217"/>
                    </a:lnTo>
                    <a:lnTo>
                      <a:pt x="1306" y="219"/>
                    </a:lnTo>
                    <a:lnTo>
                      <a:pt x="1308" y="221"/>
                    </a:lnTo>
                    <a:lnTo>
                      <a:pt x="1312" y="222"/>
                    </a:lnTo>
                    <a:lnTo>
                      <a:pt x="1315" y="225"/>
                    </a:lnTo>
                    <a:lnTo>
                      <a:pt x="1315" y="227"/>
                    </a:lnTo>
                    <a:lnTo>
                      <a:pt x="1313" y="230"/>
                    </a:lnTo>
                    <a:lnTo>
                      <a:pt x="1312" y="233"/>
                    </a:lnTo>
                    <a:close/>
                  </a:path>
                </a:pathLst>
              </a:custGeom>
              <a:solidFill>
                <a:srgbClr val="86D1BC">
                  <a:alpha val="9600"/>
                </a:srgbClr>
              </a:solidFill>
              <a:ln>
                <a:noFill/>
              </a:ln>
            </p:spPr>
            <p:txBody>
              <a:bodyPr anchor="ctr"/>
              <a:lstStyle/>
              <a:p>
                <a:pPr algn="ctr">
                  <a:buNone/>
                </a:pPr>
              </a:p>
            </p:txBody>
          </p:sp>
          <p:sp>
            <p:nvSpPr>
              <p:cNvPr id="661" name="addition:spatial:43"/>
              <p:cNvSpPr>
                <a:spLocks noGrp="1"/>
              </p:cNvSpPr>
              <p:nvPr/>
            </p:nvSpPr>
            <p:spPr>
              <a:xfrm>
                <a:off x="5648325" y="1666875"/>
                <a:ext cx="1800545" cy="493959"/>
              </a:xfrm>
              <a:custGeom>
                <a:avLst/>
                <a:gdLst/>
                <a:ahLst/>
                <a:cxnLst/>
                <a:rect l="l" t="t" r="r" b="b"/>
                <a:pathLst>
                  <a:path w="1358" h="292">
                    <a:moveTo>
                      <a:pt x="0" y="0"/>
                    </a:moveTo>
                    <a:moveTo>
                      <a:pt x="1358" y="259"/>
                    </a:moveTo>
                    <a:lnTo>
                      <a:pt x="1357" y="262"/>
                    </a:lnTo>
                    <a:lnTo>
                      <a:pt x="1356" y="265"/>
                    </a:lnTo>
                    <a:lnTo>
                      <a:pt x="1356" y="268"/>
                    </a:lnTo>
                    <a:lnTo>
                      <a:pt x="1355" y="271"/>
                    </a:lnTo>
                    <a:lnTo>
                      <a:pt x="1352" y="274"/>
                    </a:lnTo>
                    <a:lnTo>
                      <a:pt x="1346" y="275"/>
                    </a:lnTo>
                    <a:lnTo>
                      <a:pt x="1340" y="275"/>
                    </a:lnTo>
                    <a:lnTo>
                      <a:pt x="1336" y="276"/>
                    </a:lnTo>
                    <a:lnTo>
                      <a:pt x="1335" y="279"/>
                    </a:lnTo>
                    <a:lnTo>
                      <a:pt x="1335" y="283"/>
                    </a:lnTo>
                    <a:lnTo>
                      <a:pt x="1334" y="288"/>
                    </a:lnTo>
                    <a:lnTo>
                      <a:pt x="1331" y="290"/>
                    </a:lnTo>
                    <a:lnTo>
                      <a:pt x="1326" y="291"/>
                    </a:lnTo>
                    <a:lnTo>
                      <a:pt x="1321" y="291"/>
                    </a:lnTo>
                    <a:lnTo>
                      <a:pt x="1317" y="291"/>
                    </a:lnTo>
                    <a:lnTo>
                      <a:pt x="1312" y="292"/>
                    </a:lnTo>
                    <a:lnTo>
                      <a:pt x="1308" y="292"/>
                    </a:lnTo>
                    <a:lnTo>
                      <a:pt x="1304" y="290"/>
                    </a:lnTo>
                    <a:lnTo>
                      <a:pt x="1301" y="288"/>
                    </a:lnTo>
                    <a:lnTo>
                      <a:pt x="1297" y="288"/>
                    </a:lnTo>
                    <a:lnTo>
                      <a:pt x="1294" y="288"/>
                    </a:lnTo>
                    <a:lnTo>
                      <a:pt x="1290" y="288"/>
                    </a:lnTo>
                    <a:lnTo>
                      <a:pt x="1287" y="287"/>
                    </a:lnTo>
                    <a:lnTo>
                      <a:pt x="1286" y="284"/>
                    </a:lnTo>
                    <a:lnTo>
                      <a:pt x="1284" y="281"/>
                    </a:lnTo>
                    <a:lnTo>
                      <a:pt x="1281" y="280"/>
                    </a:lnTo>
                    <a:lnTo>
                      <a:pt x="1276" y="281"/>
                    </a:lnTo>
                    <a:lnTo>
                      <a:pt x="1270" y="280"/>
                    </a:lnTo>
                    <a:lnTo>
                      <a:pt x="1267" y="278"/>
                    </a:lnTo>
                    <a:lnTo>
                      <a:pt x="1267" y="275"/>
                    </a:lnTo>
                    <a:lnTo>
                      <a:pt x="1270" y="271"/>
                    </a:lnTo>
                    <a:lnTo>
                      <a:pt x="1272" y="267"/>
                    </a:lnTo>
                    <a:lnTo>
                      <a:pt x="1273" y="265"/>
                    </a:lnTo>
                    <a:lnTo>
                      <a:pt x="1274" y="262"/>
                    </a:lnTo>
                    <a:lnTo>
                      <a:pt x="1275" y="259"/>
                    </a:lnTo>
                    <a:lnTo>
                      <a:pt x="1276" y="257"/>
                    </a:lnTo>
                    <a:lnTo>
                      <a:pt x="1275" y="254"/>
                    </a:lnTo>
                    <a:lnTo>
                      <a:pt x="1273" y="251"/>
                    </a:lnTo>
                    <a:lnTo>
                      <a:pt x="1270" y="248"/>
                    </a:lnTo>
                    <a:lnTo>
                      <a:pt x="1270" y="244"/>
                    </a:lnTo>
                    <a:lnTo>
                      <a:pt x="1272" y="242"/>
                    </a:lnTo>
                    <a:lnTo>
                      <a:pt x="1277" y="241"/>
                    </a:lnTo>
                    <a:lnTo>
                      <a:pt x="1280" y="239"/>
                    </a:lnTo>
                    <a:lnTo>
                      <a:pt x="1281" y="237"/>
                    </a:lnTo>
                    <a:lnTo>
                      <a:pt x="1282" y="233"/>
                    </a:lnTo>
                    <a:lnTo>
                      <a:pt x="1284" y="231"/>
                    </a:lnTo>
                    <a:lnTo>
                      <a:pt x="1287" y="230"/>
                    </a:lnTo>
                    <a:lnTo>
                      <a:pt x="1292" y="232"/>
                    </a:lnTo>
                    <a:lnTo>
                      <a:pt x="1296" y="233"/>
                    </a:lnTo>
                    <a:lnTo>
                      <a:pt x="1299" y="233"/>
                    </a:lnTo>
                    <a:lnTo>
                      <a:pt x="1301" y="231"/>
                    </a:lnTo>
                    <a:lnTo>
                      <a:pt x="1304" y="230"/>
                    </a:lnTo>
                    <a:lnTo>
                      <a:pt x="1308" y="229"/>
                    </a:lnTo>
                    <a:lnTo>
                      <a:pt x="1312" y="228"/>
                    </a:lnTo>
                    <a:lnTo>
                      <a:pt x="1316" y="227"/>
                    </a:lnTo>
                    <a:lnTo>
                      <a:pt x="1321" y="225"/>
                    </a:lnTo>
                    <a:lnTo>
                      <a:pt x="1326" y="225"/>
                    </a:lnTo>
                    <a:lnTo>
                      <a:pt x="1329" y="228"/>
                    </a:lnTo>
                    <a:lnTo>
                      <a:pt x="1331" y="233"/>
                    </a:lnTo>
                    <a:lnTo>
                      <a:pt x="1331" y="237"/>
                    </a:lnTo>
                    <a:lnTo>
                      <a:pt x="1333" y="240"/>
                    </a:lnTo>
                    <a:lnTo>
                      <a:pt x="1337" y="241"/>
                    </a:lnTo>
                    <a:lnTo>
                      <a:pt x="1343" y="241"/>
                    </a:lnTo>
                    <a:lnTo>
                      <a:pt x="1346" y="243"/>
                    </a:lnTo>
                    <a:lnTo>
                      <a:pt x="1348" y="246"/>
                    </a:lnTo>
                    <a:lnTo>
                      <a:pt x="1349" y="249"/>
                    </a:lnTo>
                    <a:lnTo>
                      <a:pt x="1350" y="251"/>
                    </a:lnTo>
                    <a:lnTo>
                      <a:pt x="1353" y="254"/>
                    </a:lnTo>
                    <a:lnTo>
                      <a:pt x="1356" y="256"/>
                    </a:lnTo>
                    <a:close/>
                  </a:path>
                </a:pathLst>
              </a:custGeom>
              <a:solidFill>
                <a:srgbClr val="86D1BC">
                  <a:alpha val="9600"/>
                </a:srgbClr>
              </a:solidFill>
              <a:ln>
                <a:noFill/>
              </a:ln>
            </p:spPr>
            <p:txBody>
              <a:bodyPr anchor="ctr"/>
              <a:lstStyle/>
              <a:p>
                <a:pPr algn="ctr">
                  <a:buNone/>
                </a:pPr>
              </a:p>
            </p:txBody>
          </p:sp>
          <p:sp>
            <p:nvSpPr>
              <p:cNvPr id="662" name="addition:spatial:44"/>
              <p:cNvSpPr>
                <a:spLocks noGrp="1"/>
              </p:cNvSpPr>
              <p:nvPr/>
            </p:nvSpPr>
            <p:spPr>
              <a:xfrm>
                <a:off x="5648325" y="1666875"/>
                <a:ext cx="1778005" cy="548091"/>
              </a:xfrm>
              <a:custGeom>
                <a:avLst/>
                <a:gdLst/>
                <a:ahLst/>
                <a:cxnLst/>
                <a:rect l="l" t="t" r="r" b="b"/>
                <a:pathLst>
                  <a:path w="1341" h="324">
                    <a:moveTo>
                      <a:pt x="0" y="0"/>
                    </a:moveTo>
                    <a:moveTo>
                      <a:pt x="1341" y="286"/>
                    </a:moveTo>
                    <a:lnTo>
                      <a:pt x="1339" y="289"/>
                    </a:lnTo>
                    <a:lnTo>
                      <a:pt x="1338" y="292"/>
                    </a:lnTo>
                    <a:lnTo>
                      <a:pt x="1337" y="295"/>
                    </a:lnTo>
                    <a:lnTo>
                      <a:pt x="1335" y="298"/>
                    </a:lnTo>
                    <a:lnTo>
                      <a:pt x="1332" y="300"/>
                    </a:lnTo>
                    <a:lnTo>
                      <a:pt x="1328" y="302"/>
                    </a:lnTo>
                    <a:lnTo>
                      <a:pt x="1324" y="304"/>
                    </a:lnTo>
                    <a:lnTo>
                      <a:pt x="1321" y="306"/>
                    </a:lnTo>
                    <a:lnTo>
                      <a:pt x="1319" y="309"/>
                    </a:lnTo>
                    <a:lnTo>
                      <a:pt x="1316" y="311"/>
                    </a:lnTo>
                    <a:lnTo>
                      <a:pt x="1311" y="312"/>
                    </a:lnTo>
                    <a:lnTo>
                      <a:pt x="1305" y="312"/>
                    </a:lnTo>
                    <a:lnTo>
                      <a:pt x="1300" y="313"/>
                    </a:lnTo>
                    <a:lnTo>
                      <a:pt x="1297" y="316"/>
                    </a:lnTo>
                    <a:lnTo>
                      <a:pt x="1293" y="320"/>
                    </a:lnTo>
                    <a:lnTo>
                      <a:pt x="1288" y="324"/>
                    </a:lnTo>
                    <a:lnTo>
                      <a:pt x="1282" y="324"/>
                    </a:lnTo>
                    <a:lnTo>
                      <a:pt x="1276" y="321"/>
                    </a:lnTo>
                    <a:lnTo>
                      <a:pt x="1272" y="317"/>
                    </a:lnTo>
                    <a:lnTo>
                      <a:pt x="1267" y="315"/>
                    </a:lnTo>
                    <a:lnTo>
                      <a:pt x="1263" y="314"/>
                    </a:lnTo>
                    <a:lnTo>
                      <a:pt x="1259" y="313"/>
                    </a:lnTo>
                    <a:lnTo>
                      <a:pt x="1256" y="311"/>
                    </a:lnTo>
                    <a:lnTo>
                      <a:pt x="1252" y="310"/>
                    </a:lnTo>
                    <a:lnTo>
                      <a:pt x="1248" y="310"/>
                    </a:lnTo>
                    <a:lnTo>
                      <a:pt x="1242" y="310"/>
                    </a:lnTo>
                    <a:lnTo>
                      <a:pt x="1236" y="309"/>
                    </a:lnTo>
                    <a:lnTo>
                      <a:pt x="1233" y="307"/>
                    </a:lnTo>
                    <a:lnTo>
                      <a:pt x="1234" y="303"/>
                    </a:lnTo>
                    <a:lnTo>
                      <a:pt x="1235" y="300"/>
                    </a:lnTo>
                    <a:lnTo>
                      <a:pt x="1235" y="297"/>
                    </a:lnTo>
                    <a:lnTo>
                      <a:pt x="1232" y="295"/>
                    </a:lnTo>
                    <a:lnTo>
                      <a:pt x="1229" y="292"/>
                    </a:lnTo>
                    <a:lnTo>
                      <a:pt x="1229" y="289"/>
                    </a:lnTo>
                    <a:lnTo>
                      <a:pt x="1233" y="286"/>
                    </a:lnTo>
                    <a:lnTo>
                      <a:pt x="1238" y="283"/>
                    </a:lnTo>
                    <a:lnTo>
                      <a:pt x="1242" y="281"/>
                    </a:lnTo>
                    <a:lnTo>
                      <a:pt x="1242" y="279"/>
                    </a:lnTo>
                    <a:lnTo>
                      <a:pt x="1241" y="276"/>
                    </a:lnTo>
                    <a:lnTo>
                      <a:pt x="1241" y="273"/>
                    </a:lnTo>
                    <a:lnTo>
                      <a:pt x="1242" y="270"/>
                    </a:lnTo>
                    <a:lnTo>
                      <a:pt x="1242" y="266"/>
                    </a:lnTo>
                    <a:lnTo>
                      <a:pt x="1243" y="263"/>
                    </a:lnTo>
                    <a:lnTo>
                      <a:pt x="1244" y="259"/>
                    </a:lnTo>
                    <a:lnTo>
                      <a:pt x="1247" y="257"/>
                    </a:lnTo>
                    <a:lnTo>
                      <a:pt x="1253" y="257"/>
                    </a:lnTo>
                    <a:lnTo>
                      <a:pt x="1260" y="259"/>
                    </a:lnTo>
                    <a:lnTo>
                      <a:pt x="1265" y="261"/>
                    </a:lnTo>
                    <a:lnTo>
                      <a:pt x="1268" y="260"/>
                    </a:lnTo>
                    <a:lnTo>
                      <a:pt x="1270" y="257"/>
                    </a:lnTo>
                    <a:lnTo>
                      <a:pt x="1273" y="254"/>
                    </a:lnTo>
                    <a:lnTo>
                      <a:pt x="1277" y="254"/>
                    </a:lnTo>
                    <a:lnTo>
                      <a:pt x="1281" y="255"/>
                    </a:lnTo>
                    <a:lnTo>
                      <a:pt x="1285" y="256"/>
                    </a:lnTo>
                    <a:lnTo>
                      <a:pt x="1289" y="256"/>
                    </a:lnTo>
                    <a:lnTo>
                      <a:pt x="1294" y="255"/>
                    </a:lnTo>
                    <a:lnTo>
                      <a:pt x="1299" y="255"/>
                    </a:lnTo>
                    <a:lnTo>
                      <a:pt x="1304" y="256"/>
                    </a:lnTo>
                    <a:lnTo>
                      <a:pt x="1307" y="258"/>
                    </a:lnTo>
                    <a:lnTo>
                      <a:pt x="1312" y="260"/>
                    </a:lnTo>
                    <a:lnTo>
                      <a:pt x="1316" y="261"/>
                    </a:lnTo>
                    <a:lnTo>
                      <a:pt x="1320" y="264"/>
                    </a:lnTo>
                    <a:lnTo>
                      <a:pt x="1321" y="267"/>
                    </a:lnTo>
                    <a:lnTo>
                      <a:pt x="1319" y="271"/>
                    </a:lnTo>
                    <a:lnTo>
                      <a:pt x="1318" y="275"/>
                    </a:lnTo>
                    <a:lnTo>
                      <a:pt x="1320" y="277"/>
                    </a:lnTo>
                    <a:lnTo>
                      <a:pt x="1327" y="278"/>
                    </a:lnTo>
                    <a:lnTo>
                      <a:pt x="1335" y="280"/>
                    </a:lnTo>
                    <a:lnTo>
                      <a:pt x="1341" y="283"/>
                    </a:lnTo>
                    <a:close/>
                  </a:path>
                </a:pathLst>
              </a:custGeom>
              <a:solidFill>
                <a:srgbClr val="86D1BC">
                  <a:alpha val="9600"/>
                </a:srgbClr>
              </a:solidFill>
              <a:ln>
                <a:noFill/>
              </a:ln>
            </p:spPr>
            <p:txBody>
              <a:bodyPr anchor="ctr"/>
              <a:lstStyle/>
              <a:p>
                <a:pPr algn="ctr">
                  <a:buNone/>
                </a:pPr>
              </a:p>
            </p:txBody>
          </p:sp>
          <p:sp>
            <p:nvSpPr>
              <p:cNvPr id="663" name="addition:spatial:45"/>
              <p:cNvSpPr>
                <a:spLocks noGrp="1"/>
              </p:cNvSpPr>
              <p:nvPr/>
            </p:nvSpPr>
            <p:spPr>
              <a:xfrm>
                <a:off x="5648325" y="1666875"/>
                <a:ext cx="1705082" cy="544708"/>
              </a:xfrm>
              <a:custGeom>
                <a:avLst/>
                <a:gdLst/>
                <a:ahLst/>
                <a:cxnLst/>
                <a:rect l="l" t="t" r="r" b="b"/>
                <a:pathLst>
                  <a:path w="1286" h="322">
                    <a:moveTo>
                      <a:pt x="0" y="0"/>
                    </a:moveTo>
                    <a:moveTo>
                      <a:pt x="1281" y="289"/>
                    </a:moveTo>
                    <a:lnTo>
                      <a:pt x="1284" y="292"/>
                    </a:lnTo>
                    <a:lnTo>
                      <a:pt x="1286" y="296"/>
                    </a:lnTo>
                    <a:lnTo>
                      <a:pt x="1286" y="299"/>
                    </a:lnTo>
                    <a:lnTo>
                      <a:pt x="1282" y="301"/>
                    </a:lnTo>
                    <a:lnTo>
                      <a:pt x="1276" y="302"/>
                    </a:lnTo>
                    <a:lnTo>
                      <a:pt x="1269" y="303"/>
                    </a:lnTo>
                    <a:lnTo>
                      <a:pt x="1265" y="304"/>
                    </a:lnTo>
                    <a:lnTo>
                      <a:pt x="1265" y="307"/>
                    </a:lnTo>
                    <a:lnTo>
                      <a:pt x="1264" y="311"/>
                    </a:lnTo>
                    <a:lnTo>
                      <a:pt x="1262" y="314"/>
                    </a:lnTo>
                    <a:lnTo>
                      <a:pt x="1259" y="316"/>
                    </a:lnTo>
                    <a:lnTo>
                      <a:pt x="1254" y="317"/>
                    </a:lnTo>
                    <a:lnTo>
                      <a:pt x="1250" y="318"/>
                    </a:lnTo>
                    <a:lnTo>
                      <a:pt x="1246" y="320"/>
                    </a:lnTo>
                    <a:lnTo>
                      <a:pt x="1242" y="322"/>
                    </a:lnTo>
                    <a:lnTo>
                      <a:pt x="1237" y="322"/>
                    </a:lnTo>
                    <a:lnTo>
                      <a:pt x="1232" y="321"/>
                    </a:lnTo>
                    <a:lnTo>
                      <a:pt x="1228" y="321"/>
                    </a:lnTo>
                    <a:lnTo>
                      <a:pt x="1223" y="321"/>
                    </a:lnTo>
                    <a:lnTo>
                      <a:pt x="1219" y="321"/>
                    </a:lnTo>
                    <a:lnTo>
                      <a:pt x="1215" y="320"/>
                    </a:lnTo>
                    <a:lnTo>
                      <a:pt x="1213" y="316"/>
                    </a:lnTo>
                    <a:lnTo>
                      <a:pt x="1212" y="312"/>
                    </a:lnTo>
                    <a:lnTo>
                      <a:pt x="1210" y="310"/>
                    </a:lnTo>
                    <a:lnTo>
                      <a:pt x="1206" y="311"/>
                    </a:lnTo>
                    <a:lnTo>
                      <a:pt x="1200" y="312"/>
                    </a:lnTo>
                    <a:lnTo>
                      <a:pt x="1194" y="312"/>
                    </a:lnTo>
                    <a:lnTo>
                      <a:pt x="1190" y="310"/>
                    </a:lnTo>
                    <a:lnTo>
                      <a:pt x="1190" y="307"/>
                    </a:lnTo>
                    <a:lnTo>
                      <a:pt x="1190" y="304"/>
                    </a:lnTo>
                    <a:lnTo>
                      <a:pt x="1190" y="301"/>
                    </a:lnTo>
                    <a:lnTo>
                      <a:pt x="1190" y="298"/>
                    </a:lnTo>
                    <a:lnTo>
                      <a:pt x="1192" y="295"/>
                    </a:lnTo>
                    <a:lnTo>
                      <a:pt x="1194" y="292"/>
                    </a:lnTo>
                    <a:lnTo>
                      <a:pt x="1196" y="289"/>
                    </a:lnTo>
                    <a:lnTo>
                      <a:pt x="1196" y="287"/>
                    </a:lnTo>
                    <a:lnTo>
                      <a:pt x="1194" y="284"/>
                    </a:lnTo>
                    <a:lnTo>
                      <a:pt x="1192" y="281"/>
                    </a:lnTo>
                    <a:lnTo>
                      <a:pt x="1194" y="278"/>
                    </a:lnTo>
                    <a:lnTo>
                      <a:pt x="1197" y="276"/>
                    </a:lnTo>
                    <a:lnTo>
                      <a:pt x="1200" y="274"/>
                    </a:lnTo>
                    <a:lnTo>
                      <a:pt x="1201" y="271"/>
                    </a:lnTo>
                    <a:lnTo>
                      <a:pt x="1200" y="267"/>
                    </a:lnTo>
                    <a:lnTo>
                      <a:pt x="1200" y="263"/>
                    </a:lnTo>
                    <a:lnTo>
                      <a:pt x="1202" y="261"/>
                    </a:lnTo>
                    <a:lnTo>
                      <a:pt x="1207" y="260"/>
                    </a:lnTo>
                    <a:lnTo>
                      <a:pt x="1212" y="261"/>
                    </a:lnTo>
                    <a:lnTo>
                      <a:pt x="1216" y="262"/>
                    </a:lnTo>
                    <a:lnTo>
                      <a:pt x="1219" y="262"/>
                    </a:lnTo>
                    <a:lnTo>
                      <a:pt x="1222" y="262"/>
                    </a:lnTo>
                    <a:lnTo>
                      <a:pt x="1226" y="262"/>
                    </a:lnTo>
                    <a:lnTo>
                      <a:pt x="1229" y="262"/>
                    </a:lnTo>
                    <a:lnTo>
                      <a:pt x="1232" y="260"/>
                    </a:lnTo>
                    <a:lnTo>
                      <a:pt x="1236" y="257"/>
                    </a:lnTo>
                    <a:lnTo>
                      <a:pt x="1240" y="255"/>
                    </a:lnTo>
                    <a:lnTo>
                      <a:pt x="1245" y="254"/>
                    </a:lnTo>
                    <a:lnTo>
                      <a:pt x="1249" y="257"/>
                    </a:lnTo>
                    <a:lnTo>
                      <a:pt x="1251" y="261"/>
                    </a:lnTo>
                    <a:lnTo>
                      <a:pt x="1253" y="264"/>
                    </a:lnTo>
                    <a:lnTo>
                      <a:pt x="1257" y="266"/>
                    </a:lnTo>
                    <a:lnTo>
                      <a:pt x="1261" y="266"/>
                    </a:lnTo>
                    <a:lnTo>
                      <a:pt x="1266" y="268"/>
                    </a:lnTo>
                    <a:lnTo>
                      <a:pt x="1268" y="271"/>
                    </a:lnTo>
                    <a:lnTo>
                      <a:pt x="1268" y="274"/>
                    </a:lnTo>
                    <a:lnTo>
                      <a:pt x="1269" y="277"/>
                    </a:lnTo>
                    <a:lnTo>
                      <a:pt x="1271" y="279"/>
                    </a:lnTo>
                    <a:lnTo>
                      <a:pt x="1275" y="281"/>
                    </a:lnTo>
                    <a:lnTo>
                      <a:pt x="1277" y="284"/>
                    </a:lnTo>
                    <a:lnTo>
                      <a:pt x="1279" y="286"/>
                    </a:lnTo>
                    <a:close/>
                  </a:path>
                </a:pathLst>
              </a:custGeom>
              <a:solidFill>
                <a:srgbClr val="86D1BC">
                  <a:alpha val="9600"/>
                </a:srgbClr>
              </a:solidFill>
              <a:ln>
                <a:noFill/>
              </a:ln>
            </p:spPr>
            <p:txBody>
              <a:bodyPr anchor="ctr"/>
              <a:lstStyle/>
              <a:p>
                <a:pPr algn="ctr">
                  <a:buNone/>
                </a:pPr>
              </a:p>
            </p:txBody>
          </p:sp>
          <p:sp>
            <p:nvSpPr>
              <p:cNvPr id="664" name="addition:spatial:46"/>
              <p:cNvSpPr>
                <a:spLocks noGrp="1"/>
              </p:cNvSpPr>
              <p:nvPr/>
            </p:nvSpPr>
            <p:spPr>
              <a:xfrm>
                <a:off x="5648325" y="1666875"/>
                <a:ext cx="1637462" cy="514259"/>
              </a:xfrm>
              <a:custGeom>
                <a:avLst/>
                <a:gdLst/>
                <a:ahLst/>
                <a:cxnLst/>
                <a:rect l="l" t="t" r="r" b="b"/>
                <a:pathLst>
                  <a:path w="1235" h="304">
                    <a:moveTo>
                      <a:pt x="0" y="0"/>
                    </a:moveTo>
                    <a:moveTo>
                      <a:pt x="1234" y="278"/>
                    </a:moveTo>
                    <a:lnTo>
                      <a:pt x="1232" y="280"/>
                    </a:lnTo>
                    <a:lnTo>
                      <a:pt x="1230" y="282"/>
                    </a:lnTo>
                    <a:lnTo>
                      <a:pt x="1228" y="285"/>
                    </a:lnTo>
                    <a:lnTo>
                      <a:pt x="1225" y="287"/>
                    </a:lnTo>
                    <a:lnTo>
                      <a:pt x="1222" y="288"/>
                    </a:lnTo>
                    <a:lnTo>
                      <a:pt x="1218" y="289"/>
                    </a:lnTo>
                    <a:lnTo>
                      <a:pt x="1217" y="291"/>
                    </a:lnTo>
                    <a:lnTo>
                      <a:pt x="1218" y="295"/>
                    </a:lnTo>
                    <a:lnTo>
                      <a:pt x="1218" y="299"/>
                    </a:lnTo>
                    <a:lnTo>
                      <a:pt x="1217" y="302"/>
                    </a:lnTo>
                    <a:lnTo>
                      <a:pt x="1214" y="304"/>
                    </a:lnTo>
                    <a:lnTo>
                      <a:pt x="1209" y="303"/>
                    </a:lnTo>
                    <a:lnTo>
                      <a:pt x="1205" y="302"/>
                    </a:lnTo>
                    <a:lnTo>
                      <a:pt x="1202" y="302"/>
                    </a:lnTo>
                    <a:lnTo>
                      <a:pt x="1199" y="303"/>
                    </a:lnTo>
                    <a:lnTo>
                      <a:pt x="1197" y="304"/>
                    </a:lnTo>
                    <a:lnTo>
                      <a:pt x="1194" y="304"/>
                    </a:lnTo>
                    <a:lnTo>
                      <a:pt x="1191" y="303"/>
                    </a:lnTo>
                    <a:lnTo>
                      <a:pt x="1189" y="302"/>
                    </a:lnTo>
                    <a:lnTo>
                      <a:pt x="1186" y="302"/>
                    </a:lnTo>
                    <a:lnTo>
                      <a:pt x="1183" y="303"/>
                    </a:lnTo>
                    <a:lnTo>
                      <a:pt x="1181" y="302"/>
                    </a:lnTo>
                    <a:lnTo>
                      <a:pt x="1179" y="300"/>
                    </a:lnTo>
                    <a:lnTo>
                      <a:pt x="1177" y="299"/>
                    </a:lnTo>
                    <a:lnTo>
                      <a:pt x="1173" y="299"/>
                    </a:lnTo>
                    <a:lnTo>
                      <a:pt x="1169" y="299"/>
                    </a:lnTo>
                    <a:lnTo>
                      <a:pt x="1165" y="298"/>
                    </a:lnTo>
                    <a:lnTo>
                      <a:pt x="1163" y="296"/>
                    </a:lnTo>
                    <a:lnTo>
                      <a:pt x="1165" y="292"/>
                    </a:lnTo>
                    <a:lnTo>
                      <a:pt x="1167" y="288"/>
                    </a:lnTo>
                    <a:lnTo>
                      <a:pt x="1169" y="286"/>
                    </a:lnTo>
                    <a:lnTo>
                      <a:pt x="1167" y="284"/>
                    </a:lnTo>
                    <a:lnTo>
                      <a:pt x="1165" y="282"/>
                    </a:lnTo>
                    <a:lnTo>
                      <a:pt x="1162" y="280"/>
                    </a:lnTo>
                    <a:lnTo>
                      <a:pt x="1161" y="278"/>
                    </a:lnTo>
                    <a:lnTo>
                      <a:pt x="1160" y="275"/>
                    </a:lnTo>
                    <a:lnTo>
                      <a:pt x="1158" y="273"/>
                    </a:lnTo>
                    <a:lnTo>
                      <a:pt x="1157" y="270"/>
                    </a:lnTo>
                    <a:lnTo>
                      <a:pt x="1157" y="267"/>
                    </a:lnTo>
                    <a:lnTo>
                      <a:pt x="1159" y="265"/>
                    </a:lnTo>
                    <a:lnTo>
                      <a:pt x="1162" y="264"/>
                    </a:lnTo>
                    <a:lnTo>
                      <a:pt x="1165" y="263"/>
                    </a:lnTo>
                    <a:lnTo>
                      <a:pt x="1166" y="260"/>
                    </a:lnTo>
                    <a:lnTo>
                      <a:pt x="1166" y="258"/>
                    </a:lnTo>
                    <a:lnTo>
                      <a:pt x="1168" y="256"/>
                    </a:lnTo>
                    <a:lnTo>
                      <a:pt x="1172" y="256"/>
                    </a:lnTo>
                    <a:lnTo>
                      <a:pt x="1176" y="257"/>
                    </a:lnTo>
                    <a:lnTo>
                      <a:pt x="1179" y="257"/>
                    </a:lnTo>
                    <a:lnTo>
                      <a:pt x="1182" y="256"/>
                    </a:lnTo>
                    <a:lnTo>
                      <a:pt x="1184" y="253"/>
                    </a:lnTo>
                    <a:lnTo>
                      <a:pt x="1187" y="250"/>
                    </a:lnTo>
                    <a:lnTo>
                      <a:pt x="1190" y="249"/>
                    </a:lnTo>
                    <a:lnTo>
                      <a:pt x="1194" y="248"/>
                    </a:lnTo>
                    <a:lnTo>
                      <a:pt x="1198" y="248"/>
                    </a:lnTo>
                    <a:lnTo>
                      <a:pt x="1202" y="249"/>
                    </a:lnTo>
                    <a:lnTo>
                      <a:pt x="1206" y="250"/>
                    </a:lnTo>
                    <a:lnTo>
                      <a:pt x="1209" y="253"/>
                    </a:lnTo>
                    <a:lnTo>
                      <a:pt x="1210" y="256"/>
                    </a:lnTo>
                    <a:lnTo>
                      <a:pt x="1212" y="259"/>
                    </a:lnTo>
                    <a:lnTo>
                      <a:pt x="1215" y="260"/>
                    </a:lnTo>
                    <a:lnTo>
                      <a:pt x="1219" y="260"/>
                    </a:lnTo>
                    <a:lnTo>
                      <a:pt x="1224" y="260"/>
                    </a:lnTo>
                    <a:lnTo>
                      <a:pt x="1227" y="261"/>
                    </a:lnTo>
                    <a:lnTo>
                      <a:pt x="1228" y="264"/>
                    </a:lnTo>
                    <a:lnTo>
                      <a:pt x="1228" y="266"/>
                    </a:lnTo>
                    <a:lnTo>
                      <a:pt x="1229" y="269"/>
                    </a:lnTo>
                    <a:lnTo>
                      <a:pt x="1232" y="270"/>
                    </a:lnTo>
                    <a:lnTo>
                      <a:pt x="1234" y="272"/>
                    </a:lnTo>
                    <a:lnTo>
                      <a:pt x="1235" y="275"/>
                    </a:lnTo>
                    <a:close/>
                  </a:path>
                </a:pathLst>
              </a:custGeom>
              <a:solidFill>
                <a:srgbClr val="86D1BC">
                  <a:alpha val="9600"/>
                </a:srgbClr>
              </a:solidFill>
              <a:ln>
                <a:noFill/>
              </a:ln>
            </p:spPr>
            <p:txBody>
              <a:bodyPr anchor="ctr"/>
              <a:lstStyle/>
              <a:p>
                <a:pPr algn="ctr">
                  <a:buNone/>
                </a:pPr>
              </a:p>
            </p:txBody>
          </p:sp>
          <p:sp>
            <p:nvSpPr>
              <p:cNvPr id="665" name="addition:spatial:47"/>
              <p:cNvSpPr>
                <a:spLocks noGrp="1"/>
              </p:cNvSpPr>
              <p:nvPr/>
            </p:nvSpPr>
            <p:spPr>
              <a:xfrm>
                <a:off x="5648325" y="1666875"/>
                <a:ext cx="1743532" cy="522717"/>
              </a:xfrm>
              <a:custGeom>
                <a:avLst/>
                <a:gdLst/>
                <a:ahLst/>
                <a:cxnLst/>
                <a:rect l="l" t="t" r="r" b="b"/>
                <a:pathLst>
                  <a:path w="1315" h="309">
                    <a:moveTo>
                      <a:pt x="0" y="0"/>
                    </a:moveTo>
                    <a:moveTo>
                      <a:pt x="1307" y="273"/>
                    </a:moveTo>
                    <a:lnTo>
                      <a:pt x="1303" y="276"/>
                    </a:lnTo>
                    <a:lnTo>
                      <a:pt x="1299" y="278"/>
                    </a:lnTo>
                    <a:lnTo>
                      <a:pt x="1296" y="281"/>
                    </a:lnTo>
                    <a:lnTo>
                      <a:pt x="1298" y="284"/>
                    </a:lnTo>
                    <a:lnTo>
                      <a:pt x="1302" y="288"/>
                    </a:lnTo>
                    <a:lnTo>
                      <a:pt x="1304" y="293"/>
                    </a:lnTo>
                    <a:lnTo>
                      <a:pt x="1302" y="296"/>
                    </a:lnTo>
                    <a:lnTo>
                      <a:pt x="1296" y="297"/>
                    </a:lnTo>
                    <a:lnTo>
                      <a:pt x="1291" y="298"/>
                    </a:lnTo>
                    <a:lnTo>
                      <a:pt x="1287" y="300"/>
                    </a:lnTo>
                    <a:lnTo>
                      <a:pt x="1285" y="302"/>
                    </a:lnTo>
                    <a:lnTo>
                      <a:pt x="1282" y="305"/>
                    </a:lnTo>
                    <a:lnTo>
                      <a:pt x="1278" y="306"/>
                    </a:lnTo>
                    <a:lnTo>
                      <a:pt x="1273" y="306"/>
                    </a:lnTo>
                    <a:lnTo>
                      <a:pt x="1269" y="305"/>
                    </a:lnTo>
                    <a:lnTo>
                      <a:pt x="1265" y="304"/>
                    </a:lnTo>
                    <a:lnTo>
                      <a:pt x="1261" y="305"/>
                    </a:lnTo>
                    <a:lnTo>
                      <a:pt x="1257" y="305"/>
                    </a:lnTo>
                    <a:lnTo>
                      <a:pt x="1254" y="305"/>
                    </a:lnTo>
                    <a:lnTo>
                      <a:pt x="1250" y="304"/>
                    </a:lnTo>
                    <a:lnTo>
                      <a:pt x="1245" y="305"/>
                    </a:lnTo>
                    <a:lnTo>
                      <a:pt x="1239" y="307"/>
                    </a:lnTo>
                    <a:lnTo>
                      <a:pt x="1232" y="309"/>
                    </a:lnTo>
                    <a:lnTo>
                      <a:pt x="1226" y="307"/>
                    </a:lnTo>
                    <a:lnTo>
                      <a:pt x="1224" y="303"/>
                    </a:lnTo>
                    <a:lnTo>
                      <a:pt x="1225" y="298"/>
                    </a:lnTo>
                    <a:lnTo>
                      <a:pt x="1225" y="293"/>
                    </a:lnTo>
                    <a:lnTo>
                      <a:pt x="1222" y="291"/>
                    </a:lnTo>
                    <a:lnTo>
                      <a:pt x="1218" y="289"/>
                    </a:lnTo>
                    <a:lnTo>
                      <a:pt x="1213" y="287"/>
                    </a:lnTo>
                    <a:lnTo>
                      <a:pt x="1210" y="285"/>
                    </a:lnTo>
                    <a:lnTo>
                      <a:pt x="1208" y="282"/>
                    </a:lnTo>
                    <a:lnTo>
                      <a:pt x="1206" y="279"/>
                    </a:lnTo>
                    <a:lnTo>
                      <a:pt x="1202" y="276"/>
                    </a:lnTo>
                    <a:lnTo>
                      <a:pt x="1199" y="273"/>
                    </a:lnTo>
                    <a:lnTo>
                      <a:pt x="1198" y="270"/>
                    </a:lnTo>
                    <a:lnTo>
                      <a:pt x="1200" y="267"/>
                    </a:lnTo>
                    <a:lnTo>
                      <a:pt x="1202" y="264"/>
                    </a:lnTo>
                    <a:lnTo>
                      <a:pt x="1202" y="261"/>
                    </a:lnTo>
                    <a:lnTo>
                      <a:pt x="1201" y="257"/>
                    </a:lnTo>
                    <a:lnTo>
                      <a:pt x="1203" y="254"/>
                    </a:lnTo>
                    <a:lnTo>
                      <a:pt x="1208" y="252"/>
                    </a:lnTo>
                    <a:lnTo>
                      <a:pt x="1216" y="252"/>
                    </a:lnTo>
                    <a:lnTo>
                      <a:pt x="1223" y="253"/>
                    </a:lnTo>
                    <a:lnTo>
                      <a:pt x="1227" y="251"/>
                    </a:lnTo>
                    <a:lnTo>
                      <a:pt x="1229" y="248"/>
                    </a:lnTo>
                    <a:lnTo>
                      <a:pt x="1230" y="243"/>
                    </a:lnTo>
                    <a:lnTo>
                      <a:pt x="1234" y="240"/>
                    </a:lnTo>
                    <a:lnTo>
                      <a:pt x="1239" y="238"/>
                    </a:lnTo>
                    <a:lnTo>
                      <a:pt x="1245" y="237"/>
                    </a:lnTo>
                    <a:lnTo>
                      <a:pt x="1250" y="236"/>
                    </a:lnTo>
                    <a:lnTo>
                      <a:pt x="1256" y="235"/>
                    </a:lnTo>
                    <a:lnTo>
                      <a:pt x="1262" y="236"/>
                    </a:lnTo>
                    <a:lnTo>
                      <a:pt x="1267" y="239"/>
                    </a:lnTo>
                    <a:lnTo>
                      <a:pt x="1272" y="242"/>
                    </a:lnTo>
                    <a:lnTo>
                      <a:pt x="1276" y="244"/>
                    </a:lnTo>
                    <a:lnTo>
                      <a:pt x="1281" y="244"/>
                    </a:lnTo>
                    <a:lnTo>
                      <a:pt x="1287" y="243"/>
                    </a:lnTo>
                    <a:lnTo>
                      <a:pt x="1291" y="244"/>
                    </a:lnTo>
                    <a:lnTo>
                      <a:pt x="1294" y="247"/>
                    </a:lnTo>
                    <a:lnTo>
                      <a:pt x="1295" y="250"/>
                    </a:lnTo>
                    <a:lnTo>
                      <a:pt x="1297" y="253"/>
                    </a:lnTo>
                    <a:lnTo>
                      <a:pt x="1302" y="254"/>
                    </a:lnTo>
                    <a:lnTo>
                      <a:pt x="1308" y="254"/>
                    </a:lnTo>
                    <a:lnTo>
                      <a:pt x="1313" y="256"/>
                    </a:lnTo>
                    <a:lnTo>
                      <a:pt x="1315" y="259"/>
                    </a:lnTo>
                    <a:lnTo>
                      <a:pt x="1313" y="263"/>
                    </a:lnTo>
                    <a:lnTo>
                      <a:pt x="1311" y="267"/>
                    </a:lnTo>
                    <a:lnTo>
                      <a:pt x="1309" y="270"/>
                    </a:lnTo>
                    <a:close/>
                  </a:path>
                </a:pathLst>
              </a:custGeom>
              <a:solidFill>
                <a:srgbClr val="86D1BC">
                  <a:alpha val="9600"/>
                </a:srgbClr>
              </a:solidFill>
              <a:ln>
                <a:noFill/>
              </a:ln>
            </p:spPr>
            <p:txBody>
              <a:bodyPr anchor="ctr"/>
              <a:lstStyle/>
              <a:p>
                <a:pPr algn="ctr">
                  <a:buNone/>
                </a:pPr>
              </a:p>
            </p:txBody>
          </p:sp>
          <p:sp>
            <p:nvSpPr>
              <p:cNvPr id="666" name="addition:spatial:48"/>
              <p:cNvSpPr>
                <a:spLocks noGrp="1"/>
              </p:cNvSpPr>
              <p:nvPr/>
            </p:nvSpPr>
            <p:spPr>
              <a:xfrm>
                <a:off x="5648325" y="1666875"/>
                <a:ext cx="1770050" cy="537942"/>
              </a:xfrm>
              <a:custGeom>
                <a:avLst/>
                <a:gdLst/>
                <a:ahLst/>
                <a:cxnLst/>
                <a:rect l="l" t="t" r="r" b="b"/>
                <a:pathLst>
                  <a:path w="1335" h="318">
                    <a:moveTo>
                      <a:pt x="0" y="0"/>
                    </a:moveTo>
                    <a:moveTo>
                      <a:pt x="1329" y="267"/>
                    </a:moveTo>
                    <a:lnTo>
                      <a:pt x="1330" y="272"/>
                    </a:lnTo>
                    <a:lnTo>
                      <a:pt x="1327" y="276"/>
                    </a:lnTo>
                    <a:lnTo>
                      <a:pt x="1320" y="280"/>
                    </a:lnTo>
                    <a:lnTo>
                      <a:pt x="1312" y="282"/>
                    </a:lnTo>
                    <a:lnTo>
                      <a:pt x="1308" y="286"/>
                    </a:lnTo>
                    <a:lnTo>
                      <a:pt x="1307" y="290"/>
                    </a:lnTo>
                    <a:lnTo>
                      <a:pt x="1307" y="295"/>
                    </a:lnTo>
                    <a:lnTo>
                      <a:pt x="1305" y="300"/>
                    </a:lnTo>
                    <a:lnTo>
                      <a:pt x="1301" y="304"/>
                    </a:lnTo>
                    <a:lnTo>
                      <a:pt x="1298" y="309"/>
                    </a:lnTo>
                    <a:lnTo>
                      <a:pt x="1294" y="314"/>
                    </a:lnTo>
                    <a:lnTo>
                      <a:pt x="1289" y="318"/>
                    </a:lnTo>
                    <a:lnTo>
                      <a:pt x="1282" y="318"/>
                    </a:lnTo>
                    <a:lnTo>
                      <a:pt x="1273" y="314"/>
                    </a:lnTo>
                    <a:lnTo>
                      <a:pt x="1266" y="310"/>
                    </a:lnTo>
                    <a:lnTo>
                      <a:pt x="1261" y="308"/>
                    </a:lnTo>
                    <a:lnTo>
                      <a:pt x="1257" y="310"/>
                    </a:lnTo>
                    <a:lnTo>
                      <a:pt x="1252" y="314"/>
                    </a:lnTo>
                    <a:lnTo>
                      <a:pt x="1246" y="317"/>
                    </a:lnTo>
                    <a:lnTo>
                      <a:pt x="1240" y="317"/>
                    </a:lnTo>
                    <a:lnTo>
                      <a:pt x="1236" y="314"/>
                    </a:lnTo>
                    <a:lnTo>
                      <a:pt x="1231" y="312"/>
                    </a:lnTo>
                    <a:lnTo>
                      <a:pt x="1225" y="311"/>
                    </a:lnTo>
                    <a:lnTo>
                      <a:pt x="1218" y="311"/>
                    </a:lnTo>
                    <a:lnTo>
                      <a:pt x="1212" y="309"/>
                    </a:lnTo>
                    <a:lnTo>
                      <a:pt x="1208" y="305"/>
                    </a:lnTo>
                    <a:lnTo>
                      <a:pt x="1205" y="301"/>
                    </a:lnTo>
                    <a:lnTo>
                      <a:pt x="1201" y="297"/>
                    </a:lnTo>
                    <a:lnTo>
                      <a:pt x="1196" y="293"/>
                    </a:lnTo>
                    <a:lnTo>
                      <a:pt x="1194" y="289"/>
                    </a:lnTo>
                    <a:lnTo>
                      <a:pt x="1195" y="284"/>
                    </a:lnTo>
                    <a:lnTo>
                      <a:pt x="1199" y="278"/>
                    </a:lnTo>
                    <a:lnTo>
                      <a:pt x="1200" y="274"/>
                    </a:lnTo>
                    <a:lnTo>
                      <a:pt x="1195" y="271"/>
                    </a:lnTo>
                    <a:lnTo>
                      <a:pt x="1185" y="267"/>
                    </a:lnTo>
                    <a:lnTo>
                      <a:pt x="1175" y="262"/>
                    </a:lnTo>
                    <a:lnTo>
                      <a:pt x="1171" y="257"/>
                    </a:lnTo>
                    <a:lnTo>
                      <a:pt x="1174" y="252"/>
                    </a:lnTo>
                    <a:lnTo>
                      <a:pt x="1180" y="248"/>
                    </a:lnTo>
                    <a:lnTo>
                      <a:pt x="1184" y="245"/>
                    </a:lnTo>
                    <a:lnTo>
                      <a:pt x="1188" y="241"/>
                    </a:lnTo>
                    <a:lnTo>
                      <a:pt x="1192" y="238"/>
                    </a:lnTo>
                    <a:lnTo>
                      <a:pt x="1197" y="236"/>
                    </a:lnTo>
                    <a:lnTo>
                      <a:pt x="1204" y="234"/>
                    </a:lnTo>
                    <a:lnTo>
                      <a:pt x="1208" y="232"/>
                    </a:lnTo>
                    <a:lnTo>
                      <a:pt x="1212" y="228"/>
                    </a:lnTo>
                    <a:lnTo>
                      <a:pt x="1216" y="223"/>
                    </a:lnTo>
                    <a:lnTo>
                      <a:pt x="1222" y="221"/>
                    </a:lnTo>
                    <a:lnTo>
                      <a:pt x="1229" y="221"/>
                    </a:lnTo>
                    <a:lnTo>
                      <a:pt x="1237" y="222"/>
                    </a:lnTo>
                    <a:lnTo>
                      <a:pt x="1244" y="220"/>
                    </a:lnTo>
                    <a:lnTo>
                      <a:pt x="1250" y="216"/>
                    </a:lnTo>
                    <a:lnTo>
                      <a:pt x="1258" y="211"/>
                    </a:lnTo>
                    <a:lnTo>
                      <a:pt x="1267" y="209"/>
                    </a:lnTo>
                    <a:lnTo>
                      <a:pt x="1275" y="212"/>
                    </a:lnTo>
                    <a:lnTo>
                      <a:pt x="1281" y="219"/>
                    </a:lnTo>
                    <a:lnTo>
                      <a:pt x="1285" y="225"/>
                    </a:lnTo>
                    <a:lnTo>
                      <a:pt x="1290" y="228"/>
                    </a:lnTo>
                    <a:lnTo>
                      <a:pt x="1295" y="230"/>
                    </a:lnTo>
                    <a:lnTo>
                      <a:pt x="1301" y="232"/>
                    </a:lnTo>
                    <a:lnTo>
                      <a:pt x="1306" y="235"/>
                    </a:lnTo>
                    <a:lnTo>
                      <a:pt x="1311" y="237"/>
                    </a:lnTo>
                    <a:lnTo>
                      <a:pt x="1319" y="238"/>
                    </a:lnTo>
                    <a:lnTo>
                      <a:pt x="1328" y="239"/>
                    </a:lnTo>
                    <a:lnTo>
                      <a:pt x="1334" y="242"/>
                    </a:lnTo>
                    <a:lnTo>
                      <a:pt x="1335" y="247"/>
                    </a:lnTo>
                    <a:lnTo>
                      <a:pt x="1331" y="253"/>
                    </a:lnTo>
                    <a:lnTo>
                      <a:pt x="1326" y="258"/>
                    </a:lnTo>
                    <a:lnTo>
                      <a:pt x="1326" y="263"/>
                    </a:lnTo>
                    <a:close/>
                  </a:path>
                </a:pathLst>
              </a:custGeom>
              <a:solidFill>
                <a:srgbClr val="56BFA2">
                  <a:alpha val="11100"/>
                </a:srgbClr>
              </a:solidFill>
              <a:ln>
                <a:noFill/>
              </a:ln>
            </p:spPr>
            <p:txBody>
              <a:bodyPr anchor="ctr"/>
              <a:lstStyle/>
              <a:p>
                <a:pPr algn="ctr">
                  <a:buNone/>
                </a:pPr>
              </a:p>
            </p:txBody>
          </p:sp>
          <p:sp>
            <p:nvSpPr>
              <p:cNvPr id="667" name="addition:spatial:49"/>
              <p:cNvSpPr>
                <a:spLocks noGrp="1"/>
              </p:cNvSpPr>
              <p:nvPr/>
            </p:nvSpPr>
            <p:spPr>
              <a:xfrm>
                <a:off x="5648325" y="1666875"/>
                <a:ext cx="1675912" cy="475351"/>
              </a:xfrm>
              <a:custGeom>
                <a:avLst/>
                <a:gdLst/>
                <a:ahLst/>
                <a:cxnLst/>
                <a:rect l="l" t="t" r="r" b="b"/>
                <a:pathLst>
                  <a:path w="1264" h="281">
                    <a:moveTo>
                      <a:pt x="0" y="0"/>
                    </a:moveTo>
                    <a:moveTo>
                      <a:pt x="1263" y="253"/>
                    </a:moveTo>
                    <a:lnTo>
                      <a:pt x="1264" y="256"/>
                    </a:lnTo>
                    <a:lnTo>
                      <a:pt x="1263" y="258"/>
                    </a:lnTo>
                    <a:lnTo>
                      <a:pt x="1260" y="260"/>
                    </a:lnTo>
                    <a:lnTo>
                      <a:pt x="1258" y="262"/>
                    </a:lnTo>
                    <a:lnTo>
                      <a:pt x="1257" y="264"/>
                    </a:lnTo>
                    <a:lnTo>
                      <a:pt x="1257" y="267"/>
                    </a:lnTo>
                    <a:lnTo>
                      <a:pt x="1256" y="269"/>
                    </a:lnTo>
                    <a:lnTo>
                      <a:pt x="1253" y="270"/>
                    </a:lnTo>
                    <a:lnTo>
                      <a:pt x="1248" y="270"/>
                    </a:lnTo>
                    <a:lnTo>
                      <a:pt x="1245" y="270"/>
                    </a:lnTo>
                    <a:lnTo>
                      <a:pt x="1242" y="271"/>
                    </a:lnTo>
                    <a:lnTo>
                      <a:pt x="1241" y="274"/>
                    </a:lnTo>
                    <a:lnTo>
                      <a:pt x="1239" y="277"/>
                    </a:lnTo>
                    <a:lnTo>
                      <a:pt x="1236" y="279"/>
                    </a:lnTo>
                    <a:lnTo>
                      <a:pt x="1233" y="280"/>
                    </a:lnTo>
                    <a:lnTo>
                      <a:pt x="1229" y="281"/>
                    </a:lnTo>
                    <a:lnTo>
                      <a:pt x="1226" y="281"/>
                    </a:lnTo>
                    <a:lnTo>
                      <a:pt x="1222" y="281"/>
                    </a:lnTo>
                    <a:lnTo>
                      <a:pt x="1218" y="279"/>
                    </a:lnTo>
                    <a:lnTo>
                      <a:pt x="1216" y="277"/>
                    </a:lnTo>
                    <a:lnTo>
                      <a:pt x="1214" y="274"/>
                    </a:lnTo>
                    <a:lnTo>
                      <a:pt x="1211" y="273"/>
                    </a:lnTo>
                    <a:lnTo>
                      <a:pt x="1208" y="273"/>
                    </a:lnTo>
                    <a:lnTo>
                      <a:pt x="1204" y="274"/>
                    </a:lnTo>
                    <a:lnTo>
                      <a:pt x="1201" y="274"/>
                    </a:lnTo>
                    <a:lnTo>
                      <a:pt x="1199" y="272"/>
                    </a:lnTo>
                    <a:lnTo>
                      <a:pt x="1199" y="269"/>
                    </a:lnTo>
                    <a:lnTo>
                      <a:pt x="1198" y="267"/>
                    </a:lnTo>
                    <a:lnTo>
                      <a:pt x="1195" y="266"/>
                    </a:lnTo>
                    <a:lnTo>
                      <a:pt x="1192" y="265"/>
                    </a:lnTo>
                    <a:lnTo>
                      <a:pt x="1190" y="263"/>
                    </a:lnTo>
                    <a:lnTo>
                      <a:pt x="1190" y="261"/>
                    </a:lnTo>
                    <a:lnTo>
                      <a:pt x="1191" y="258"/>
                    </a:lnTo>
                    <a:lnTo>
                      <a:pt x="1193" y="256"/>
                    </a:lnTo>
                    <a:lnTo>
                      <a:pt x="1194" y="253"/>
                    </a:lnTo>
                    <a:lnTo>
                      <a:pt x="1195" y="251"/>
                    </a:lnTo>
                    <a:lnTo>
                      <a:pt x="1198" y="249"/>
                    </a:lnTo>
                    <a:lnTo>
                      <a:pt x="1200" y="248"/>
                    </a:lnTo>
                    <a:lnTo>
                      <a:pt x="1201" y="246"/>
                    </a:lnTo>
                    <a:lnTo>
                      <a:pt x="1200" y="243"/>
                    </a:lnTo>
                    <a:lnTo>
                      <a:pt x="1198" y="240"/>
                    </a:lnTo>
                    <a:lnTo>
                      <a:pt x="1197" y="236"/>
                    </a:lnTo>
                    <a:lnTo>
                      <a:pt x="1198" y="234"/>
                    </a:lnTo>
                    <a:lnTo>
                      <a:pt x="1202" y="233"/>
                    </a:lnTo>
                    <a:lnTo>
                      <a:pt x="1206" y="233"/>
                    </a:lnTo>
                    <a:lnTo>
                      <a:pt x="1209" y="233"/>
                    </a:lnTo>
                    <a:lnTo>
                      <a:pt x="1211" y="231"/>
                    </a:lnTo>
                    <a:lnTo>
                      <a:pt x="1213" y="230"/>
                    </a:lnTo>
                    <a:lnTo>
                      <a:pt x="1215" y="230"/>
                    </a:lnTo>
                    <a:lnTo>
                      <a:pt x="1218" y="230"/>
                    </a:lnTo>
                    <a:lnTo>
                      <a:pt x="1220" y="230"/>
                    </a:lnTo>
                    <a:lnTo>
                      <a:pt x="1222" y="230"/>
                    </a:lnTo>
                    <a:lnTo>
                      <a:pt x="1225" y="229"/>
                    </a:lnTo>
                    <a:lnTo>
                      <a:pt x="1228" y="229"/>
                    </a:lnTo>
                    <a:lnTo>
                      <a:pt x="1230" y="229"/>
                    </a:lnTo>
                    <a:lnTo>
                      <a:pt x="1232" y="230"/>
                    </a:lnTo>
                    <a:lnTo>
                      <a:pt x="1235" y="230"/>
                    </a:lnTo>
                    <a:lnTo>
                      <a:pt x="1240" y="229"/>
                    </a:lnTo>
                    <a:lnTo>
                      <a:pt x="1244" y="229"/>
                    </a:lnTo>
                    <a:lnTo>
                      <a:pt x="1247" y="230"/>
                    </a:lnTo>
                    <a:lnTo>
                      <a:pt x="1248" y="233"/>
                    </a:lnTo>
                    <a:lnTo>
                      <a:pt x="1247" y="237"/>
                    </a:lnTo>
                    <a:lnTo>
                      <a:pt x="1247" y="240"/>
                    </a:lnTo>
                    <a:lnTo>
                      <a:pt x="1248" y="242"/>
                    </a:lnTo>
                    <a:lnTo>
                      <a:pt x="1251" y="243"/>
                    </a:lnTo>
                    <a:lnTo>
                      <a:pt x="1254" y="245"/>
                    </a:lnTo>
                    <a:lnTo>
                      <a:pt x="1256" y="247"/>
                    </a:lnTo>
                    <a:lnTo>
                      <a:pt x="1258" y="249"/>
                    </a:lnTo>
                    <a:lnTo>
                      <a:pt x="1260" y="251"/>
                    </a:lnTo>
                    <a:close/>
                  </a:path>
                </a:pathLst>
              </a:custGeom>
              <a:solidFill>
                <a:srgbClr val="41B796">
                  <a:alpha val="10800"/>
                </a:srgbClr>
              </a:solidFill>
              <a:ln>
                <a:noFill/>
              </a:ln>
            </p:spPr>
            <p:txBody>
              <a:bodyPr anchor="ctr"/>
              <a:lstStyle/>
              <a:p>
                <a:pPr algn="ctr">
                  <a:buNone/>
                </a:pPr>
              </a:p>
            </p:txBody>
          </p:sp>
          <p:sp>
            <p:nvSpPr>
              <p:cNvPr id="668" name="addition:spatial:50"/>
              <p:cNvSpPr>
                <a:spLocks noGrp="1"/>
              </p:cNvSpPr>
              <p:nvPr/>
            </p:nvSpPr>
            <p:spPr>
              <a:xfrm>
                <a:off x="5648325" y="1666875"/>
                <a:ext cx="1730273" cy="449976"/>
              </a:xfrm>
              <a:custGeom>
                <a:avLst/>
                <a:gdLst/>
                <a:ahLst/>
                <a:cxnLst/>
                <a:rect l="l" t="t" r="r" b="b"/>
                <a:pathLst>
                  <a:path w="1305" h="266">
                    <a:moveTo>
                      <a:pt x="0" y="0"/>
                    </a:moveTo>
                    <a:moveTo>
                      <a:pt x="1299" y="246"/>
                    </a:moveTo>
                    <a:lnTo>
                      <a:pt x="1302" y="247"/>
                    </a:lnTo>
                    <a:lnTo>
                      <a:pt x="1304" y="250"/>
                    </a:lnTo>
                    <a:lnTo>
                      <a:pt x="1305" y="252"/>
                    </a:lnTo>
                    <a:lnTo>
                      <a:pt x="1303" y="253"/>
                    </a:lnTo>
                    <a:lnTo>
                      <a:pt x="1299" y="254"/>
                    </a:lnTo>
                    <a:lnTo>
                      <a:pt x="1296" y="255"/>
                    </a:lnTo>
                    <a:lnTo>
                      <a:pt x="1294" y="256"/>
                    </a:lnTo>
                    <a:lnTo>
                      <a:pt x="1293" y="257"/>
                    </a:lnTo>
                    <a:lnTo>
                      <a:pt x="1293" y="259"/>
                    </a:lnTo>
                    <a:lnTo>
                      <a:pt x="1291" y="260"/>
                    </a:lnTo>
                    <a:lnTo>
                      <a:pt x="1288" y="261"/>
                    </a:lnTo>
                    <a:lnTo>
                      <a:pt x="1286" y="262"/>
                    </a:lnTo>
                    <a:lnTo>
                      <a:pt x="1284" y="263"/>
                    </a:lnTo>
                    <a:lnTo>
                      <a:pt x="1282" y="264"/>
                    </a:lnTo>
                    <a:lnTo>
                      <a:pt x="1279" y="265"/>
                    </a:lnTo>
                    <a:lnTo>
                      <a:pt x="1276" y="265"/>
                    </a:lnTo>
                    <a:lnTo>
                      <a:pt x="1274" y="265"/>
                    </a:lnTo>
                    <a:lnTo>
                      <a:pt x="1271" y="265"/>
                    </a:lnTo>
                    <a:lnTo>
                      <a:pt x="1268" y="266"/>
                    </a:lnTo>
                    <a:lnTo>
                      <a:pt x="1265" y="266"/>
                    </a:lnTo>
                    <a:lnTo>
                      <a:pt x="1262" y="265"/>
                    </a:lnTo>
                    <a:lnTo>
                      <a:pt x="1261" y="262"/>
                    </a:lnTo>
                    <a:lnTo>
                      <a:pt x="1260" y="260"/>
                    </a:lnTo>
                    <a:lnTo>
                      <a:pt x="1259" y="258"/>
                    </a:lnTo>
                    <a:lnTo>
                      <a:pt x="1256" y="259"/>
                    </a:lnTo>
                    <a:lnTo>
                      <a:pt x="1253" y="259"/>
                    </a:lnTo>
                    <a:lnTo>
                      <a:pt x="1250" y="259"/>
                    </a:lnTo>
                    <a:lnTo>
                      <a:pt x="1248" y="258"/>
                    </a:lnTo>
                    <a:lnTo>
                      <a:pt x="1247" y="256"/>
                    </a:lnTo>
                    <a:lnTo>
                      <a:pt x="1245" y="255"/>
                    </a:lnTo>
                    <a:lnTo>
                      <a:pt x="1244" y="253"/>
                    </a:lnTo>
                    <a:lnTo>
                      <a:pt x="1244" y="251"/>
                    </a:lnTo>
                    <a:lnTo>
                      <a:pt x="1246" y="249"/>
                    </a:lnTo>
                    <a:lnTo>
                      <a:pt x="1248" y="247"/>
                    </a:lnTo>
                    <a:lnTo>
                      <a:pt x="1249" y="246"/>
                    </a:lnTo>
                    <a:lnTo>
                      <a:pt x="1249" y="244"/>
                    </a:lnTo>
                    <a:lnTo>
                      <a:pt x="1248" y="242"/>
                    </a:lnTo>
                    <a:lnTo>
                      <a:pt x="1248" y="240"/>
                    </a:lnTo>
                    <a:lnTo>
                      <a:pt x="1250" y="239"/>
                    </a:lnTo>
                    <a:lnTo>
                      <a:pt x="1253" y="238"/>
                    </a:lnTo>
                    <a:lnTo>
                      <a:pt x="1255" y="237"/>
                    </a:lnTo>
                    <a:lnTo>
                      <a:pt x="1255" y="235"/>
                    </a:lnTo>
                    <a:lnTo>
                      <a:pt x="1254" y="233"/>
                    </a:lnTo>
                    <a:lnTo>
                      <a:pt x="1254" y="230"/>
                    </a:lnTo>
                    <a:lnTo>
                      <a:pt x="1256" y="228"/>
                    </a:lnTo>
                    <a:lnTo>
                      <a:pt x="1258" y="228"/>
                    </a:lnTo>
                    <a:lnTo>
                      <a:pt x="1261" y="228"/>
                    </a:lnTo>
                    <a:lnTo>
                      <a:pt x="1263" y="228"/>
                    </a:lnTo>
                    <a:lnTo>
                      <a:pt x="1265" y="228"/>
                    </a:lnTo>
                    <a:lnTo>
                      <a:pt x="1268" y="228"/>
                    </a:lnTo>
                    <a:lnTo>
                      <a:pt x="1270" y="229"/>
                    </a:lnTo>
                    <a:lnTo>
                      <a:pt x="1271" y="230"/>
                    </a:lnTo>
                    <a:lnTo>
                      <a:pt x="1273" y="229"/>
                    </a:lnTo>
                    <a:lnTo>
                      <a:pt x="1275" y="227"/>
                    </a:lnTo>
                    <a:lnTo>
                      <a:pt x="1278" y="225"/>
                    </a:lnTo>
                    <a:lnTo>
                      <a:pt x="1280" y="225"/>
                    </a:lnTo>
                    <a:lnTo>
                      <a:pt x="1282" y="227"/>
                    </a:lnTo>
                    <a:lnTo>
                      <a:pt x="1283" y="229"/>
                    </a:lnTo>
                    <a:lnTo>
                      <a:pt x="1285" y="230"/>
                    </a:lnTo>
                    <a:lnTo>
                      <a:pt x="1288" y="230"/>
                    </a:lnTo>
                    <a:lnTo>
                      <a:pt x="1290" y="231"/>
                    </a:lnTo>
                    <a:lnTo>
                      <a:pt x="1292" y="232"/>
                    </a:lnTo>
                    <a:lnTo>
                      <a:pt x="1293" y="234"/>
                    </a:lnTo>
                    <a:lnTo>
                      <a:pt x="1293" y="236"/>
                    </a:lnTo>
                    <a:lnTo>
                      <a:pt x="1294" y="238"/>
                    </a:lnTo>
                    <a:lnTo>
                      <a:pt x="1295" y="239"/>
                    </a:lnTo>
                    <a:lnTo>
                      <a:pt x="1296" y="241"/>
                    </a:lnTo>
                    <a:lnTo>
                      <a:pt x="1297" y="243"/>
                    </a:lnTo>
                    <a:lnTo>
                      <a:pt x="1297" y="244"/>
                    </a:lnTo>
                    <a:close/>
                  </a:path>
                </a:pathLst>
              </a:custGeom>
              <a:solidFill>
                <a:srgbClr val="41B796">
                  <a:alpha val="10800"/>
                </a:srgbClr>
              </a:solidFill>
              <a:ln>
                <a:noFill/>
              </a:ln>
            </p:spPr>
            <p:txBody>
              <a:bodyPr anchor="ctr"/>
              <a:lstStyle/>
              <a:p>
                <a:pPr algn="ctr">
                  <a:buNone/>
                </a:pPr>
              </a:p>
            </p:txBody>
          </p:sp>
          <p:sp>
            <p:nvSpPr>
              <p:cNvPr id="669" name="addition:spatial:51"/>
              <p:cNvSpPr>
                <a:spLocks noGrp="1"/>
              </p:cNvSpPr>
              <p:nvPr/>
            </p:nvSpPr>
            <p:spPr>
              <a:xfrm>
                <a:off x="5648325" y="1666875"/>
                <a:ext cx="1772702" cy="517642"/>
              </a:xfrm>
              <a:custGeom>
                <a:avLst/>
                <a:gdLst/>
                <a:ahLst/>
                <a:cxnLst/>
                <a:rect l="l" t="t" r="r" b="b"/>
                <a:pathLst>
                  <a:path w="1337" h="306">
                    <a:moveTo>
                      <a:pt x="0" y="0"/>
                    </a:moveTo>
                    <a:moveTo>
                      <a:pt x="1334" y="279"/>
                    </a:moveTo>
                    <a:lnTo>
                      <a:pt x="1329" y="281"/>
                    </a:lnTo>
                    <a:lnTo>
                      <a:pt x="1324" y="283"/>
                    </a:lnTo>
                    <a:lnTo>
                      <a:pt x="1322" y="285"/>
                    </a:lnTo>
                    <a:lnTo>
                      <a:pt x="1323" y="287"/>
                    </a:lnTo>
                    <a:lnTo>
                      <a:pt x="1323" y="290"/>
                    </a:lnTo>
                    <a:lnTo>
                      <a:pt x="1322" y="292"/>
                    </a:lnTo>
                    <a:lnTo>
                      <a:pt x="1320" y="294"/>
                    </a:lnTo>
                    <a:lnTo>
                      <a:pt x="1318" y="296"/>
                    </a:lnTo>
                    <a:lnTo>
                      <a:pt x="1317" y="298"/>
                    </a:lnTo>
                    <a:lnTo>
                      <a:pt x="1315" y="300"/>
                    </a:lnTo>
                    <a:lnTo>
                      <a:pt x="1312" y="302"/>
                    </a:lnTo>
                    <a:lnTo>
                      <a:pt x="1308" y="302"/>
                    </a:lnTo>
                    <a:lnTo>
                      <a:pt x="1305" y="302"/>
                    </a:lnTo>
                    <a:lnTo>
                      <a:pt x="1302" y="303"/>
                    </a:lnTo>
                    <a:lnTo>
                      <a:pt x="1300" y="305"/>
                    </a:lnTo>
                    <a:lnTo>
                      <a:pt x="1297" y="306"/>
                    </a:lnTo>
                    <a:lnTo>
                      <a:pt x="1294" y="305"/>
                    </a:lnTo>
                    <a:lnTo>
                      <a:pt x="1291" y="303"/>
                    </a:lnTo>
                    <a:lnTo>
                      <a:pt x="1289" y="300"/>
                    </a:lnTo>
                    <a:lnTo>
                      <a:pt x="1287" y="299"/>
                    </a:lnTo>
                    <a:lnTo>
                      <a:pt x="1284" y="301"/>
                    </a:lnTo>
                    <a:lnTo>
                      <a:pt x="1281" y="303"/>
                    </a:lnTo>
                    <a:lnTo>
                      <a:pt x="1277" y="304"/>
                    </a:lnTo>
                    <a:lnTo>
                      <a:pt x="1274" y="303"/>
                    </a:lnTo>
                    <a:lnTo>
                      <a:pt x="1271" y="301"/>
                    </a:lnTo>
                    <a:lnTo>
                      <a:pt x="1270" y="299"/>
                    </a:lnTo>
                    <a:lnTo>
                      <a:pt x="1268" y="297"/>
                    </a:lnTo>
                    <a:lnTo>
                      <a:pt x="1267" y="295"/>
                    </a:lnTo>
                    <a:lnTo>
                      <a:pt x="1267" y="292"/>
                    </a:lnTo>
                    <a:lnTo>
                      <a:pt x="1268" y="289"/>
                    </a:lnTo>
                    <a:lnTo>
                      <a:pt x="1268" y="287"/>
                    </a:lnTo>
                    <a:lnTo>
                      <a:pt x="1265" y="285"/>
                    </a:lnTo>
                    <a:lnTo>
                      <a:pt x="1261" y="284"/>
                    </a:lnTo>
                    <a:lnTo>
                      <a:pt x="1259" y="282"/>
                    </a:lnTo>
                    <a:lnTo>
                      <a:pt x="1259" y="279"/>
                    </a:lnTo>
                    <a:lnTo>
                      <a:pt x="1261" y="277"/>
                    </a:lnTo>
                    <a:lnTo>
                      <a:pt x="1262" y="275"/>
                    </a:lnTo>
                    <a:lnTo>
                      <a:pt x="1260" y="273"/>
                    </a:lnTo>
                    <a:lnTo>
                      <a:pt x="1258" y="270"/>
                    </a:lnTo>
                    <a:lnTo>
                      <a:pt x="1256" y="267"/>
                    </a:lnTo>
                    <a:lnTo>
                      <a:pt x="1258" y="265"/>
                    </a:lnTo>
                    <a:lnTo>
                      <a:pt x="1261" y="263"/>
                    </a:lnTo>
                    <a:lnTo>
                      <a:pt x="1264" y="262"/>
                    </a:lnTo>
                    <a:lnTo>
                      <a:pt x="1268" y="262"/>
                    </a:lnTo>
                    <a:lnTo>
                      <a:pt x="1270" y="261"/>
                    </a:lnTo>
                    <a:lnTo>
                      <a:pt x="1273" y="260"/>
                    </a:lnTo>
                    <a:lnTo>
                      <a:pt x="1276" y="260"/>
                    </a:lnTo>
                    <a:lnTo>
                      <a:pt x="1279" y="259"/>
                    </a:lnTo>
                    <a:lnTo>
                      <a:pt x="1281" y="257"/>
                    </a:lnTo>
                    <a:lnTo>
                      <a:pt x="1283" y="254"/>
                    </a:lnTo>
                    <a:lnTo>
                      <a:pt x="1286" y="251"/>
                    </a:lnTo>
                    <a:lnTo>
                      <a:pt x="1290" y="250"/>
                    </a:lnTo>
                    <a:lnTo>
                      <a:pt x="1294" y="251"/>
                    </a:lnTo>
                    <a:lnTo>
                      <a:pt x="1298" y="254"/>
                    </a:lnTo>
                    <a:lnTo>
                      <a:pt x="1301" y="255"/>
                    </a:lnTo>
                    <a:lnTo>
                      <a:pt x="1305" y="256"/>
                    </a:lnTo>
                    <a:lnTo>
                      <a:pt x="1309" y="256"/>
                    </a:lnTo>
                    <a:lnTo>
                      <a:pt x="1312" y="256"/>
                    </a:lnTo>
                    <a:lnTo>
                      <a:pt x="1315" y="259"/>
                    </a:lnTo>
                    <a:lnTo>
                      <a:pt x="1317" y="261"/>
                    </a:lnTo>
                    <a:lnTo>
                      <a:pt x="1319" y="263"/>
                    </a:lnTo>
                    <a:lnTo>
                      <a:pt x="1321" y="264"/>
                    </a:lnTo>
                    <a:lnTo>
                      <a:pt x="1324" y="265"/>
                    </a:lnTo>
                    <a:lnTo>
                      <a:pt x="1326" y="267"/>
                    </a:lnTo>
                    <a:lnTo>
                      <a:pt x="1328" y="269"/>
                    </a:lnTo>
                    <a:lnTo>
                      <a:pt x="1330" y="270"/>
                    </a:lnTo>
                    <a:lnTo>
                      <a:pt x="1333" y="272"/>
                    </a:lnTo>
                    <a:lnTo>
                      <a:pt x="1337" y="274"/>
                    </a:lnTo>
                    <a:lnTo>
                      <a:pt x="1337" y="277"/>
                    </a:lnTo>
                    <a:close/>
                  </a:path>
                </a:pathLst>
              </a:custGeom>
              <a:solidFill>
                <a:srgbClr val="41B796">
                  <a:alpha val="10800"/>
                </a:srgbClr>
              </a:solidFill>
              <a:ln>
                <a:noFill/>
              </a:ln>
            </p:spPr>
            <p:txBody>
              <a:bodyPr anchor="ctr"/>
              <a:lstStyle/>
              <a:p>
                <a:pPr algn="ctr">
                  <a:buNone/>
                </a:pPr>
              </a:p>
            </p:txBody>
          </p:sp>
          <p:sp>
            <p:nvSpPr>
              <p:cNvPr id="670" name="addition:spatial:52"/>
              <p:cNvSpPr>
                <a:spLocks noGrp="1"/>
              </p:cNvSpPr>
              <p:nvPr/>
            </p:nvSpPr>
            <p:spPr>
              <a:xfrm>
                <a:off x="5648325" y="1666875"/>
                <a:ext cx="1689171" cy="536250"/>
              </a:xfrm>
              <a:custGeom>
                <a:avLst/>
                <a:gdLst/>
                <a:ahLst/>
                <a:cxnLst/>
                <a:rect l="l" t="t" r="r" b="b"/>
                <a:pathLst>
                  <a:path w="1274" h="317">
                    <a:moveTo>
                      <a:pt x="0" y="0"/>
                    </a:moveTo>
                    <a:moveTo>
                      <a:pt x="1270" y="294"/>
                    </a:moveTo>
                    <a:lnTo>
                      <a:pt x="1272" y="296"/>
                    </a:lnTo>
                    <a:lnTo>
                      <a:pt x="1272" y="298"/>
                    </a:lnTo>
                    <a:lnTo>
                      <a:pt x="1271" y="299"/>
                    </a:lnTo>
                    <a:lnTo>
                      <a:pt x="1269" y="301"/>
                    </a:lnTo>
                    <a:lnTo>
                      <a:pt x="1267" y="302"/>
                    </a:lnTo>
                    <a:lnTo>
                      <a:pt x="1267" y="304"/>
                    </a:lnTo>
                    <a:lnTo>
                      <a:pt x="1268" y="307"/>
                    </a:lnTo>
                    <a:lnTo>
                      <a:pt x="1269" y="310"/>
                    </a:lnTo>
                    <a:lnTo>
                      <a:pt x="1268" y="312"/>
                    </a:lnTo>
                    <a:lnTo>
                      <a:pt x="1265" y="312"/>
                    </a:lnTo>
                    <a:lnTo>
                      <a:pt x="1261" y="312"/>
                    </a:lnTo>
                    <a:lnTo>
                      <a:pt x="1258" y="312"/>
                    </a:lnTo>
                    <a:lnTo>
                      <a:pt x="1256" y="312"/>
                    </a:lnTo>
                    <a:lnTo>
                      <a:pt x="1254" y="312"/>
                    </a:lnTo>
                    <a:lnTo>
                      <a:pt x="1251" y="312"/>
                    </a:lnTo>
                    <a:lnTo>
                      <a:pt x="1249" y="312"/>
                    </a:lnTo>
                    <a:lnTo>
                      <a:pt x="1247" y="313"/>
                    </a:lnTo>
                    <a:lnTo>
                      <a:pt x="1245" y="315"/>
                    </a:lnTo>
                    <a:lnTo>
                      <a:pt x="1242" y="317"/>
                    </a:lnTo>
                    <a:lnTo>
                      <a:pt x="1239" y="317"/>
                    </a:lnTo>
                    <a:lnTo>
                      <a:pt x="1236" y="316"/>
                    </a:lnTo>
                    <a:lnTo>
                      <a:pt x="1234" y="314"/>
                    </a:lnTo>
                    <a:lnTo>
                      <a:pt x="1232" y="312"/>
                    </a:lnTo>
                    <a:lnTo>
                      <a:pt x="1229" y="311"/>
                    </a:lnTo>
                    <a:lnTo>
                      <a:pt x="1225" y="311"/>
                    </a:lnTo>
                    <a:lnTo>
                      <a:pt x="1222" y="310"/>
                    </a:lnTo>
                    <a:lnTo>
                      <a:pt x="1221" y="308"/>
                    </a:lnTo>
                    <a:lnTo>
                      <a:pt x="1221" y="306"/>
                    </a:lnTo>
                    <a:lnTo>
                      <a:pt x="1220" y="304"/>
                    </a:lnTo>
                    <a:lnTo>
                      <a:pt x="1219" y="302"/>
                    </a:lnTo>
                    <a:lnTo>
                      <a:pt x="1216" y="301"/>
                    </a:lnTo>
                    <a:lnTo>
                      <a:pt x="1214" y="299"/>
                    </a:lnTo>
                    <a:lnTo>
                      <a:pt x="1213" y="297"/>
                    </a:lnTo>
                    <a:lnTo>
                      <a:pt x="1211" y="296"/>
                    </a:lnTo>
                    <a:lnTo>
                      <a:pt x="1209" y="294"/>
                    </a:lnTo>
                    <a:lnTo>
                      <a:pt x="1206" y="292"/>
                    </a:lnTo>
                    <a:lnTo>
                      <a:pt x="1205" y="289"/>
                    </a:lnTo>
                    <a:lnTo>
                      <a:pt x="1208" y="287"/>
                    </a:lnTo>
                    <a:lnTo>
                      <a:pt x="1212" y="286"/>
                    </a:lnTo>
                    <a:lnTo>
                      <a:pt x="1217" y="285"/>
                    </a:lnTo>
                    <a:lnTo>
                      <a:pt x="1219" y="284"/>
                    </a:lnTo>
                    <a:lnTo>
                      <a:pt x="1220" y="282"/>
                    </a:lnTo>
                    <a:lnTo>
                      <a:pt x="1220" y="280"/>
                    </a:lnTo>
                    <a:lnTo>
                      <a:pt x="1221" y="278"/>
                    </a:lnTo>
                    <a:lnTo>
                      <a:pt x="1224" y="277"/>
                    </a:lnTo>
                    <a:lnTo>
                      <a:pt x="1227" y="276"/>
                    </a:lnTo>
                    <a:lnTo>
                      <a:pt x="1229" y="275"/>
                    </a:lnTo>
                    <a:lnTo>
                      <a:pt x="1232" y="274"/>
                    </a:lnTo>
                    <a:lnTo>
                      <a:pt x="1235" y="272"/>
                    </a:lnTo>
                    <a:lnTo>
                      <a:pt x="1238" y="272"/>
                    </a:lnTo>
                    <a:lnTo>
                      <a:pt x="1241" y="272"/>
                    </a:lnTo>
                    <a:lnTo>
                      <a:pt x="1244" y="272"/>
                    </a:lnTo>
                    <a:lnTo>
                      <a:pt x="1248" y="271"/>
                    </a:lnTo>
                    <a:lnTo>
                      <a:pt x="1251" y="271"/>
                    </a:lnTo>
                    <a:lnTo>
                      <a:pt x="1254" y="272"/>
                    </a:lnTo>
                    <a:lnTo>
                      <a:pt x="1255" y="274"/>
                    </a:lnTo>
                    <a:lnTo>
                      <a:pt x="1257" y="277"/>
                    </a:lnTo>
                    <a:lnTo>
                      <a:pt x="1258" y="279"/>
                    </a:lnTo>
                    <a:lnTo>
                      <a:pt x="1261" y="278"/>
                    </a:lnTo>
                    <a:lnTo>
                      <a:pt x="1265" y="277"/>
                    </a:lnTo>
                    <a:lnTo>
                      <a:pt x="1269" y="277"/>
                    </a:lnTo>
                    <a:lnTo>
                      <a:pt x="1271" y="278"/>
                    </a:lnTo>
                    <a:lnTo>
                      <a:pt x="1272" y="280"/>
                    </a:lnTo>
                    <a:lnTo>
                      <a:pt x="1273" y="282"/>
                    </a:lnTo>
                    <a:lnTo>
                      <a:pt x="1273" y="284"/>
                    </a:lnTo>
                    <a:lnTo>
                      <a:pt x="1274" y="286"/>
                    </a:lnTo>
                    <a:lnTo>
                      <a:pt x="1273" y="288"/>
                    </a:lnTo>
                    <a:lnTo>
                      <a:pt x="1272" y="290"/>
                    </a:lnTo>
                    <a:lnTo>
                      <a:pt x="1270" y="292"/>
                    </a:lnTo>
                    <a:close/>
                  </a:path>
                </a:pathLst>
              </a:custGeom>
              <a:solidFill>
                <a:srgbClr val="41B796">
                  <a:alpha val="10800"/>
                </a:srgbClr>
              </a:solidFill>
              <a:ln>
                <a:noFill/>
              </a:ln>
            </p:spPr>
            <p:txBody>
              <a:bodyPr anchor="ctr"/>
              <a:lstStyle/>
              <a:p>
                <a:pPr algn="ctr">
                  <a:buNone/>
                </a:pPr>
              </a:p>
            </p:txBody>
          </p:sp>
          <p:sp>
            <p:nvSpPr>
              <p:cNvPr id="671" name="addition:spatial:53"/>
              <p:cNvSpPr>
                <a:spLocks noGrp="1"/>
              </p:cNvSpPr>
              <p:nvPr/>
            </p:nvSpPr>
            <p:spPr>
              <a:xfrm>
                <a:off x="5648325" y="1666875"/>
                <a:ext cx="1921200" cy="740938"/>
              </a:xfrm>
              <a:custGeom>
                <a:avLst/>
                <a:gdLst/>
                <a:ahLst/>
                <a:cxnLst/>
                <a:rect l="l" t="t" r="r" b="b"/>
                <a:pathLst>
                  <a:path w="1449" h="438">
                    <a:moveTo>
                      <a:pt x="0" y="0"/>
                    </a:moveTo>
                    <a:moveTo>
                      <a:pt x="1422" y="349"/>
                    </a:moveTo>
                    <a:lnTo>
                      <a:pt x="1435" y="357"/>
                    </a:lnTo>
                    <a:lnTo>
                      <a:pt x="1446" y="366"/>
                    </a:lnTo>
                    <a:lnTo>
                      <a:pt x="1449" y="375"/>
                    </a:lnTo>
                    <a:lnTo>
                      <a:pt x="1439" y="382"/>
                    </a:lnTo>
                    <a:lnTo>
                      <a:pt x="1423" y="385"/>
                    </a:lnTo>
                    <a:lnTo>
                      <a:pt x="1408" y="387"/>
                    </a:lnTo>
                    <a:lnTo>
                      <a:pt x="1401" y="392"/>
                    </a:lnTo>
                    <a:lnTo>
                      <a:pt x="1398" y="399"/>
                    </a:lnTo>
                    <a:lnTo>
                      <a:pt x="1395" y="406"/>
                    </a:lnTo>
                    <a:lnTo>
                      <a:pt x="1387" y="411"/>
                    </a:lnTo>
                    <a:lnTo>
                      <a:pt x="1377" y="414"/>
                    </a:lnTo>
                    <a:lnTo>
                      <a:pt x="1367" y="418"/>
                    </a:lnTo>
                    <a:lnTo>
                      <a:pt x="1358" y="423"/>
                    </a:lnTo>
                    <a:lnTo>
                      <a:pt x="1349" y="429"/>
                    </a:lnTo>
                    <a:lnTo>
                      <a:pt x="1338" y="433"/>
                    </a:lnTo>
                    <a:lnTo>
                      <a:pt x="1325" y="433"/>
                    </a:lnTo>
                    <a:lnTo>
                      <a:pt x="1313" y="432"/>
                    </a:lnTo>
                    <a:lnTo>
                      <a:pt x="1300" y="434"/>
                    </a:lnTo>
                    <a:lnTo>
                      <a:pt x="1287" y="438"/>
                    </a:lnTo>
                    <a:lnTo>
                      <a:pt x="1274" y="438"/>
                    </a:lnTo>
                    <a:lnTo>
                      <a:pt x="1264" y="432"/>
                    </a:lnTo>
                    <a:lnTo>
                      <a:pt x="1258" y="421"/>
                    </a:lnTo>
                    <a:lnTo>
                      <a:pt x="1254" y="409"/>
                    </a:lnTo>
                    <a:lnTo>
                      <a:pt x="1249" y="404"/>
                    </a:lnTo>
                    <a:lnTo>
                      <a:pt x="1238" y="404"/>
                    </a:lnTo>
                    <a:lnTo>
                      <a:pt x="1223" y="406"/>
                    </a:lnTo>
                    <a:lnTo>
                      <a:pt x="1210" y="405"/>
                    </a:lnTo>
                    <a:lnTo>
                      <a:pt x="1201" y="401"/>
                    </a:lnTo>
                    <a:lnTo>
                      <a:pt x="1196" y="394"/>
                    </a:lnTo>
                    <a:lnTo>
                      <a:pt x="1191" y="388"/>
                    </a:lnTo>
                    <a:lnTo>
                      <a:pt x="1187" y="381"/>
                    </a:lnTo>
                    <a:lnTo>
                      <a:pt x="1186" y="373"/>
                    </a:lnTo>
                    <a:lnTo>
                      <a:pt x="1192" y="364"/>
                    </a:lnTo>
                    <a:lnTo>
                      <a:pt x="1201" y="356"/>
                    </a:lnTo>
                    <a:lnTo>
                      <a:pt x="1206" y="349"/>
                    </a:lnTo>
                    <a:lnTo>
                      <a:pt x="1205" y="342"/>
                    </a:lnTo>
                    <a:lnTo>
                      <a:pt x="1201" y="334"/>
                    </a:lnTo>
                    <a:lnTo>
                      <a:pt x="1202" y="327"/>
                    </a:lnTo>
                    <a:lnTo>
                      <a:pt x="1211" y="321"/>
                    </a:lnTo>
                    <a:lnTo>
                      <a:pt x="1223" y="317"/>
                    </a:lnTo>
                    <a:lnTo>
                      <a:pt x="1231" y="312"/>
                    </a:lnTo>
                    <a:lnTo>
                      <a:pt x="1231" y="304"/>
                    </a:lnTo>
                    <a:lnTo>
                      <a:pt x="1228" y="293"/>
                    </a:lnTo>
                    <a:lnTo>
                      <a:pt x="1228" y="282"/>
                    </a:lnTo>
                    <a:lnTo>
                      <a:pt x="1234" y="275"/>
                    </a:lnTo>
                    <a:lnTo>
                      <a:pt x="1246" y="273"/>
                    </a:lnTo>
                    <a:lnTo>
                      <a:pt x="1257" y="273"/>
                    </a:lnTo>
                    <a:lnTo>
                      <a:pt x="1268" y="272"/>
                    </a:lnTo>
                    <a:lnTo>
                      <a:pt x="1277" y="272"/>
                    </a:lnTo>
                    <a:lnTo>
                      <a:pt x="1287" y="275"/>
                    </a:lnTo>
                    <a:lnTo>
                      <a:pt x="1296" y="279"/>
                    </a:lnTo>
                    <a:lnTo>
                      <a:pt x="1303" y="281"/>
                    </a:lnTo>
                    <a:lnTo>
                      <a:pt x="1310" y="277"/>
                    </a:lnTo>
                    <a:lnTo>
                      <a:pt x="1320" y="269"/>
                    </a:lnTo>
                    <a:lnTo>
                      <a:pt x="1331" y="262"/>
                    </a:lnTo>
                    <a:lnTo>
                      <a:pt x="1342" y="262"/>
                    </a:lnTo>
                    <a:lnTo>
                      <a:pt x="1349" y="269"/>
                    </a:lnTo>
                    <a:lnTo>
                      <a:pt x="1355" y="277"/>
                    </a:lnTo>
                    <a:lnTo>
                      <a:pt x="1362" y="282"/>
                    </a:lnTo>
                    <a:lnTo>
                      <a:pt x="1373" y="284"/>
                    </a:lnTo>
                    <a:lnTo>
                      <a:pt x="1386" y="286"/>
                    </a:lnTo>
                    <a:lnTo>
                      <a:pt x="1394" y="291"/>
                    </a:lnTo>
                    <a:lnTo>
                      <a:pt x="1397" y="300"/>
                    </a:lnTo>
                    <a:lnTo>
                      <a:pt x="1397" y="309"/>
                    </a:lnTo>
                    <a:lnTo>
                      <a:pt x="1399" y="316"/>
                    </a:lnTo>
                    <a:lnTo>
                      <a:pt x="1404" y="323"/>
                    </a:lnTo>
                    <a:lnTo>
                      <a:pt x="1409" y="329"/>
                    </a:lnTo>
                    <a:lnTo>
                      <a:pt x="1412" y="336"/>
                    </a:lnTo>
                    <a:lnTo>
                      <a:pt x="1415" y="342"/>
                    </a:lnTo>
                    <a:close/>
                  </a:path>
                </a:pathLst>
              </a:custGeom>
              <a:solidFill>
                <a:srgbClr val="EFD4E3">
                  <a:alpha val="12900"/>
                </a:srgbClr>
              </a:solidFill>
              <a:ln>
                <a:noFill/>
              </a:ln>
            </p:spPr>
            <p:txBody>
              <a:bodyPr anchor="ctr"/>
              <a:lstStyle/>
              <a:p>
                <a:pPr algn="ctr">
                  <a:buNone/>
                </a:pPr>
              </a:p>
            </p:txBody>
          </p:sp>
          <p:sp>
            <p:nvSpPr>
              <p:cNvPr id="672" name="addition:spatial:54"/>
              <p:cNvSpPr>
                <a:spLocks noGrp="1"/>
              </p:cNvSpPr>
              <p:nvPr/>
            </p:nvSpPr>
            <p:spPr>
              <a:xfrm>
                <a:off x="5648325" y="1666875"/>
                <a:ext cx="1852254" cy="725714"/>
              </a:xfrm>
              <a:custGeom>
                <a:avLst/>
                <a:gdLst/>
                <a:ahLst/>
                <a:cxnLst/>
                <a:rect l="l" t="t" r="r" b="b"/>
                <a:pathLst>
                  <a:path w="1397" h="429">
                    <a:moveTo>
                      <a:pt x="0" y="0"/>
                    </a:moveTo>
                    <a:moveTo>
                      <a:pt x="1385" y="354"/>
                    </a:moveTo>
                    <a:lnTo>
                      <a:pt x="1388" y="360"/>
                    </a:lnTo>
                    <a:lnTo>
                      <a:pt x="1389" y="366"/>
                    </a:lnTo>
                    <a:lnTo>
                      <a:pt x="1388" y="372"/>
                    </a:lnTo>
                    <a:lnTo>
                      <a:pt x="1387" y="378"/>
                    </a:lnTo>
                    <a:lnTo>
                      <a:pt x="1391" y="385"/>
                    </a:lnTo>
                    <a:lnTo>
                      <a:pt x="1396" y="394"/>
                    </a:lnTo>
                    <a:lnTo>
                      <a:pt x="1397" y="403"/>
                    </a:lnTo>
                    <a:lnTo>
                      <a:pt x="1389" y="407"/>
                    </a:lnTo>
                    <a:lnTo>
                      <a:pt x="1376" y="407"/>
                    </a:lnTo>
                    <a:lnTo>
                      <a:pt x="1362" y="404"/>
                    </a:lnTo>
                    <a:lnTo>
                      <a:pt x="1353" y="403"/>
                    </a:lnTo>
                    <a:lnTo>
                      <a:pt x="1348" y="407"/>
                    </a:lnTo>
                    <a:lnTo>
                      <a:pt x="1345" y="413"/>
                    </a:lnTo>
                    <a:lnTo>
                      <a:pt x="1339" y="419"/>
                    </a:lnTo>
                    <a:lnTo>
                      <a:pt x="1331" y="421"/>
                    </a:lnTo>
                    <a:lnTo>
                      <a:pt x="1323" y="422"/>
                    </a:lnTo>
                    <a:lnTo>
                      <a:pt x="1314" y="425"/>
                    </a:lnTo>
                    <a:lnTo>
                      <a:pt x="1305" y="428"/>
                    </a:lnTo>
                    <a:lnTo>
                      <a:pt x="1294" y="429"/>
                    </a:lnTo>
                    <a:lnTo>
                      <a:pt x="1285" y="426"/>
                    </a:lnTo>
                    <a:lnTo>
                      <a:pt x="1276" y="422"/>
                    </a:lnTo>
                    <a:lnTo>
                      <a:pt x="1267" y="418"/>
                    </a:lnTo>
                    <a:lnTo>
                      <a:pt x="1256" y="417"/>
                    </a:lnTo>
                    <a:lnTo>
                      <a:pt x="1245" y="416"/>
                    </a:lnTo>
                    <a:lnTo>
                      <a:pt x="1236" y="412"/>
                    </a:lnTo>
                    <a:lnTo>
                      <a:pt x="1233" y="404"/>
                    </a:lnTo>
                    <a:lnTo>
                      <a:pt x="1234" y="394"/>
                    </a:lnTo>
                    <a:lnTo>
                      <a:pt x="1233" y="387"/>
                    </a:lnTo>
                    <a:lnTo>
                      <a:pt x="1225" y="384"/>
                    </a:lnTo>
                    <a:lnTo>
                      <a:pt x="1212" y="383"/>
                    </a:lnTo>
                    <a:lnTo>
                      <a:pt x="1198" y="380"/>
                    </a:lnTo>
                    <a:lnTo>
                      <a:pt x="1190" y="375"/>
                    </a:lnTo>
                    <a:lnTo>
                      <a:pt x="1187" y="368"/>
                    </a:lnTo>
                    <a:lnTo>
                      <a:pt x="1187" y="361"/>
                    </a:lnTo>
                    <a:lnTo>
                      <a:pt x="1187" y="354"/>
                    </a:lnTo>
                    <a:lnTo>
                      <a:pt x="1190" y="347"/>
                    </a:lnTo>
                    <a:lnTo>
                      <a:pt x="1197" y="341"/>
                    </a:lnTo>
                    <a:lnTo>
                      <a:pt x="1207" y="336"/>
                    </a:lnTo>
                    <a:lnTo>
                      <a:pt x="1217" y="332"/>
                    </a:lnTo>
                    <a:lnTo>
                      <a:pt x="1221" y="327"/>
                    </a:lnTo>
                    <a:lnTo>
                      <a:pt x="1220" y="320"/>
                    </a:lnTo>
                    <a:lnTo>
                      <a:pt x="1221" y="312"/>
                    </a:lnTo>
                    <a:lnTo>
                      <a:pt x="1227" y="307"/>
                    </a:lnTo>
                    <a:lnTo>
                      <a:pt x="1238" y="304"/>
                    </a:lnTo>
                    <a:lnTo>
                      <a:pt x="1249" y="303"/>
                    </a:lnTo>
                    <a:lnTo>
                      <a:pt x="1256" y="299"/>
                    </a:lnTo>
                    <a:lnTo>
                      <a:pt x="1261" y="292"/>
                    </a:lnTo>
                    <a:lnTo>
                      <a:pt x="1266" y="283"/>
                    </a:lnTo>
                    <a:lnTo>
                      <a:pt x="1275" y="278"/>
                    </a:lnTo>
                    <a:lnTo>
                      <a:pt x="1285" y="278"/>
                    </a:lnTo>
                    <a:lnTo>
                      <a:pt x="1296" y="281"/>
                    </a:lnTo>
                    <a:lnTo>
                      <a:pt x="1305" y="284"/>
                    </a:lnTo>
                    <a:lnTo>
                      <a:pt x="1314" y="287"/>
                    </a:lnTo>
                    <a:lnTo>
                      <a:pt x="1321" y="290"/>
                    </a:lnTo>
                    <a:lnTo>
                      <a:pt x="1327" y="294"/>
                    </a:lnTo>
                    <a:lnTo>
                      <a:pt x="1332" y="298"/>
                    </a:lnTo>
                    <a:lnTo>
                      <a:pt x="1339" y="298"/>
                    </a:lnTo>
                    <a:lnTo>
                      <a:pt x="1349" y="295"/>
                    </a:lnTo>
                    <a:lnTo>
                      <a:pt x="1362" y="291"/>
                    </a:lnTo>
                    <a:lnTo>
                      <a:pt x="1372" y="291"/>
                    </a:lnTo>
                    <a:lnTo>
                      <a:pt x="1377" y="297"/>
                    </a:lnTo>
                    <a:lnTo>
                      <a:pt x="1377" y="305"/>
                    </a:lnTo>
                    <a:lnTo>
                      <a:pt x="1376" y="314"/>
                    </a:lnTo>
                    <a:lnTo>
                      <a:pt x="1379" y="319"/>
                    </a:lnTo>
                    <a:lnTo>
                      <a:pt x="1385" y="323"/>
                    </a:lnTo>
                    <a:lnTo>
                      <a:pt x="1390" y="329"/>
                    </a:lnTo>
                    <a:lnTo>
                      <a:pt x="1390" y="335"/>
                    </a:lnTo>
                    <a:lnTo>
                      <a:pt x="1387" y="342"/>
                    </a:lnTo>
                    <a:lnTo>
                      <a:pt x="1384" y="348"/>
                    </a:lnTo>
                    <a:close/>
                  </a:path>
                </a:pathLst>
              </a:custGeom>
              <a:solidFill>
                <a:srgbClr val="DA9FC0">
                  <a:alpha val="12900"/>
                </a:srgbClr>
              </a:solidFill>
              <a:ln>
                <a:noFill/>
              </a:ln>
            </p:spPr>
            <p:txBody>
              <a:bodyPr anchor="ctr"/>
              <a:lstStyle/>
              <a:p>
                <a:pPr algn="ctr">
                  <a:buNone/>
                </a:pPr>
              </a:p>
            </p:txBody>
          </p:sp>
          <p:sp>
            <p:nvSpPr>
              <p:cNvPr id="673" name="addition:spatial:55"/>
              <p:cNvSpPr>
                <a:spLocks noGrp="1"/>
              </p:cNvSpPr>
              <p:nvPr/>
            </p:nvSpPr>
            <p:spPr>
              <a:xfrm>
                <a:off x="5648325" y="1666875"/>
                <a:ext cx="1856232" cy="725714"/>
              </a:xfrm>
              <a:custGeom>
                <a:avLst/>
                <a:gdLst/>
                <a:ahLst/>
                <a:cxnLst/>
                <a:rect l="l" t="t" r="r" b="b"/>
                <a:pathLst>
                  <a:path w="1400" h="429">
                    <a:moveTo>
                      <a:pt x="0" y="0"/>
                    </a:moveTo>
                    <a:moveTo>
                      <a:pt x="1397" y="359"/>
                    </a:moveTo>
                    <a:lnTo>
                      <a:pt x="1392" y="365"/>
                    </a:lnTo>
                    <a:lnTo>
                      <a:pt x="1388" y="370"/>
                    </a:lnTo>
                    <a:lnTo>
                      <a:pt x="1385" y="375"/>
                    </a:lnTo>
                    <a:lnTo>
                      <a:pt x="1380" y="380"/>
                    </a:lnTo>
                    <a:lnTo>
                      <a:pt x="1372" y="384"/>
                    </a:lnTo>
                    <a:lnTo>
                      <a:pt x="1365" y="387"/>
                    </a:lnTo>
                    <a:lnTo>
                      <a:pt x="1361" y="392"/>
                    </a:lnTo>
                    <a:lnTo>
                      <a:pt x="1360" y="398"/>
                    </a:lnTo>
                    <a:lnTo>
                      <a:pt x="1356" y="404"/>
                    </a:lnTo>
                    <a:lnTo>
                      <a:pt x="1349" y="407"/>
                    </a:lnTo>
                    <a:lnTo>
                      <a:pt x="1339" y="408"/>
                    </a:lnTo>
                    <a:lnTo>
                      <a:pt x="1330" y="409"/>
                    </a:lnTo>
                    <a:lnTo>
                      <a:pt x="1324" y="413"/>
                    </a:lnTo>
                    <a:lnTo>
                      <a:pt x="1318" y="420"/>
                    </a:lnTo>
                    <a:lnTo>
                      <a:pt x="1311" y="427"/>
                    </a:lnTo>
                    <a:lnTo>
                      <a:pt x="1302" y="429"/>
                    </a:lnTo>
                    <a:lnTo>
                      <a:pt x="1293" y="425"/>
                    </a:lnTo>
                    <a:lnTo>
                      <a:pt x="1284" y="419"/>
                    </a:lnTo>
                    <a:lnTo>
                      <a:pt x="1278" y="414"/>
                    </a:lnTo>
                    <a:lnTo>
                      <a:pt x="1271" y="412"/>
                    </a:lnTo>
                    <a:lnTo>
                      <a:pt x="1265" y="411"/>
                    </a:lnTo>
                    <a:lnTo>
                      <a:pt x="1259" y="409"/>
                    </a:lnTo>
                    <a:lnTo>
                      <a:pt x="1254" y="407"/>
                    </a:lnTo>
                    <a:lnTo>
                      <a:pt x="1247" y="407"/>
                    </a:lnTo>
                    <a:lnTo>
                      <a:pt x="1237" y="408"/>
                    </a:lnTo>
                    <a:lnTo>
                      <a:pt x="1227" y="408"/>
                    </a:lnTo>
                    <a:lnTo>
                      <a:pt x="1220" y="405"/>
                    </a:lnTo>
                    <a:lnTo>
                      <a:pt x="1219" y="398"/>
                    </a:lnTo>
                    <a:lnTo>
                      <a:pt x="1223" y="391"/>
                    </a:lnTo>
                    <a:lnTo>
                      <a:pt x="1225" y="384"/>
                    </a:lnTo>
                    <a:lnTo>
                      <a:pt x="1222" y="380"/>
                    </a:lnTo>
                    <a:lnTo>
                      <a:pt x="1216" y="375"/>
                    </a:lnTo>
                    <a:lnTo>
                      <a:pt x="1213" y="370"/>
                    </a:lnTo>
                    <a:lnTo>
                      <a:pt x="1215" y="365"/>
                    </a:lnTo>
                    <a:lnTo>
                      <a:pt x="1221" y="359"/>
                    </a:lnTo>
                    <a:lnTo>
                      <a:pt x="1226" y="354"/>
                    </a:lnTo>
                    <a:lnTo>
                      <a:pt x="1227" y="349"/>
                    </a:lnTo>
                    <a:lnTo>
                      <a:pt x="1224" y="344"/>
                    </a:lnTo>
                    <a:lnTo>
                      <a:pt x="1222" y="338"/>
                    </a:lnTo>
                    <a:lnTo>
                      <a:pt x="1222" y="332"/>
                    </a:lnTo>
                    <a:lnTo>
                      <a:pt x="1223" y="327"/>
                    </a:lnTo>
                    <a:lnTo>
                      <a:pt x="1223" y="320"/>
                    </a:lnTo>
                    <a:lnTo>
                      <a:pt x="1224" y="313"/>
                    </a:lnTo>
                    <a:lnTo>
                      <a:pt x="1228" y="308"/>
                    </a:lnTo>
                    <a:lnTo>
                      <a:pt x="1237" y="307"/>
                    </a:lnTo>
                    <a:lnTo>
                      <a:pt x="1248" y="310"/>
                    </a:lnTo>
                    <a:lnTo>
                      <a:pt x="1258" y="313"/>
                    </a:lnTo>
                    <a:lnTo>
                      <a:pt x="1264" y="313"/>
                    </a:lnTo>
                    <a:lnTo>
                      <a:pt x="1267" y="308"/>
                    </a:lnTo>
                    <a:lnTo>
                      <a:pt x="1271" y="301"/>
                    </a:lnTo>
                    <a:lnTo>
                      <a:pt x="1277" y="297"/>
                    </a:lnTo>
                    <a:lnTo>
                      <a:pt x="1285" y="297"/>
                    </a:lnTo>
                    <a:lnTo>
                      <a:pt x="1292" y="298"/>
                    </a:lnTo>
                    <a:lnTo>
                      <a:pt x="1300" y="299"/>
                    </a:lnTo>
                    <a:lnTo>
                      <a:pt x="1308" y="298"/>
                    </a:lnTo>
                    <a:lnTo>
                      <a:pt x="1317" y="297"/>
                    </a:lnTo>
                    <a:lnTo>
                      <a:pt x="1325" y="299"/>
                    </a:lnTo>
                    <a:lnTo>
                      <a:pt x="1332" y="304"/>
                    </a:lnTo>
                    <a:lnTo>
                      <a:pt x="1339" y="308"/>
                    </a:lnTo>
                    <a:lnTo>
                      <a:pt x="1347" y="310"/>
                    </a:lnTo>
                    <a:lnTo>
                      <a:pt x="1355" y="313"/>
                    </a:lnTo>
                    <a:lnTo>
                      <a:pt x="1360" y="319"/>
                    </a:lnTo>
                    <a:lnTo>
                      <a:pt x="1360" y="326"/>
                    </a:lnTo>
                    <a:lnTo>
                      <a:pt x="1358" y="333"/>
                    </a:lnTo>
                    <a:lnTo>
                      <a:pt x="1361" y="338"/>
                    </a:lnTo>
                    <a:lnTo>
                      <a:pt x="1370" y="340"/>
                    </a:lnTo>
                    <a:lnTo>
                      <a:pt x="1384" y="343"/>
                    </a:lnTo>
                    <a:lnTo>
                      <a:pt x="1396" y="347"/>
                    </a:lnTo>
                    <a:lnTo>
                      <a:pt x="1400" y="353"/>
                    </a:lnTo>
                    <a:close/>
                  </a:path>
                </a:pathLst>
              </a:custGeom>
              <a:solidFill>
                <a:srgbClr val="CC79A7">
                  <a:alpha val="10500"/>
                </a:srgbClr>
              </a:solidFill>
              <a:ln>
                <a:noFill/>
              </a:ln>
            </p:spPr>
            <p:txBody>
              <a:bodyPr anchor="ctr"/>
              <a:lstStyle/>
              <a:p>
                <a:pPr algn="ctr">
                  <a:buNone/>
                </a:pPr>
              </a:p>
            </p:txBody>
          </p:sp>
          <p:sp>
            <p:nvSpPr>
              <p:cNvPr id="674" name="addition:spatial:56"/>
              <p:cNvSpPr>
                <a:spLocks noGrp="1"/>
              </p:cNvSpPr>
              <p:nvPr/>
            </p:nvSpPr>
            <p:spPr>
              <a:xfrm>
                <a:off x="5648325" y="1666875"/>
                <a:ext cx="1726296" cy="619140"/>
              </a:xfrm>
              <a:custGeom>
                <a:avLst/>
                <a:gdLst/>
                <a:ahLst/>
                <a:cxnLst/>
                <a:rect l="l" t="t" r="r" b="b"/>
                <a:pathLst>
                  <a:path w="1302" h="366">
                    <a:moveTo>
                      <a:pt x="0" y="0"/>
                    </a:moveTo>
                    <a:moveTo>
                      <a:pt x="1294" y="339"/>
                    </a:moveTo>
                    <a:lnTo>
                      <a:pt x="1295" y="341"/>
                    </a:lnTo>
                    <a:lnTo>
                      <a:pt x="1298" y="344"/>
                    </a:lnTo>
                    <a:lnTo>
                      <a:pt x="1301" y="347"/>
                    </a:lnTo>
                    <a:lnTo>
                      <a:pt x="1302" y="350"/>
                    </a:lnTo>
                    <a:lnTo>
                      <a:pt x="1299" y="352"/>
                    </a:lnTo>
                    <a:lnTo>
                      <a:pt x="1294" y="352"/>
                    </a:lnTo>
                    <a:lnTo>
                      <a:pt x="1289" y="353"/>
                    </a:lnTo>
                    <a:lnTo>
                      <a:pt x="1287" y="354"/>
                    </a:lnTo>
                    <a:lnTo>
                      <a:pt x="1286" y="356"/>
                    </a:lnTo>
                    <a:lnTo>
                      <a:pt x="1285" y="358"/>
                    </a:lnTo>
                    <a:lnTo>
                      <a:pt x="1282" y="360"/>
                    </a:lnTo>
                    <a:lnTo>
                      <a:pt x="1279" y="361"/>
                    </a:lnTo>
                    <a:lnTo>
                      <a:pt x="1276" y="362"/>
                    </a:lnTo>
                    <a:lnTo>
                      <a:pt x="1273" y="363"/>
                    </a:lnTo>
                    <a:lnTo>
                      <a:pt x="1270" y="365"/>
                    </a:lnTo>
                    <a:lnTo>
                      <a:pt x="1266" y="366"/>
                    </a:lnTo>
                    <a:lnTo>
                      <a:pt x="1262" y="366"/>
                    </a:lnTo>
                    <a:lnTo>
                      <a:pt x="1259" y="365"/>
                    </a:lnTo>
                    <a:lnTo>
                      <a:pt x="1255" y="365"/>
                    </a:lnTo>
                    <a:lnTo>
                      <a:pt x="1251" y="366"/>
                    </a:lnTo>
                    <a:lnTo>
                      <a:pt x="1247" y="366"/>
                    </a:lnTo>
                    <a:lnTo>
                      <a:pt x="1243" y="364"/>
                    </a:lnTo>
                    <a:lnTo>
                      <a:pt x="1242" y="360"/>
                    </a:lnTo>
                    <a:lnTo>
                      <a:pt x="1241" y="357"/>
                    </a:lnTo>
                    <a:lnTo>
                      <a:pt x="1240" y="355"/>
                    </a:lnTo>
                    <a:lnTo>
                      <a:pt x="1236" y="355"/>
                    </a:lnTo>
                    <a:lnTo>
                      <a:pt x="1231" y="355"/>
                    </a:lnTo>
                    <a:lnTo>
                      <a:pt x="1227" y="355"/>
                    </a:lnTo>
                    <a:lnTo>
                      <a:pt x="1224" y="353"/>
                    </a:lnTo>
                    <a:lnTo>
                      <a:pt x="1223" y="351"/>
                    </a:lnTo>
                    <a:lnTo>
                      <a:pt x="1222" y="349"/>
                    </a:lnTo>
                    <a:lnTo>
                      <a:pt x="1221" y="346"/>
                    </a:lnTo>
                    <a:lnTo>
                      <a:pt x="1221" y="344"/>
                    </a:lnTo>
                    <a:lnTo>
                      <a:pt x="1223" y="342"/>
                    </a:lnTo>
                    <a:lnTo>
                      <a:pt x="1226" y="339"/>
                    </a:lnTo>
                    <a:lnTo>
                      <a:pt x="1228" y="337"/>
                    </a:lnTo>
                    <a:lnTo>
                      <a:pt x="1228" y="335"/>
                    </a:lnTo>
                    <a:lnTo>
                      <a:pt x="1227" y="333"/>
                    </a:lnTo>
                    <a:lnTo>
                      <a:pt x="1228" y="330"/>
                    </a:lnTo>
                    <a:lnTo>
                      <a:pt x="1231" y="328"/>
                    </a:lnTo>
                    <a:lnTo>
                      <a:pt x="1234" y="327"/>
                    </a:lnTo>
                    <a:lnTo>
                      <a:pt x="1237" y="326"/>
                    </a:lnTo>
                    <a:lnTo>
                      <a:pt x="1238" y="324"/>
                    </a:lnTo>
                    <a:lnTo>
                      <a:pt x="1237" y="320"/>
                    </a:lnTo>
                    <a:lnTo>
                      <a:pt x="1238" y="317"/>
                    </a:lnTo>
                    <a:lnTo>
                      <a:pt x="1240" y="315"/>
                    </a:lnTo>
                    <a:lnTo>
                      <a:pt x="1244" y="314"/>
                    </a:lnTo>
                    <a:lnTo>
                      <a:pt x="1248" y="315"/>
                    </a:lnTo>
                    <a:lnTo>
                      <a:pt x="1251" y="315"/>
                    </a:lnTo>
                    <a:lnTo>
                      <a:pt x="1254" y="315"/>
                    </a:lnTo>
                    <a:lnTo>
                      <a:pt x="1257" y="316"/>
                    </a:lnTo>
                    <a:lnTo>
                      <a:pt x="1259" y="317"/>
                    </a:lnTo>
                    <a:lnTo>
                      <a:pt x="1262" y="318"/>
                    </a:lnTo>
                    <a:lnTo>
                      <a:pt x="1264" y="317"/>
                    </a:lnTo>
                    <a:lnTo>
                      <a:pt x="1267" y="315"/>
                    </a:lnTo>
                    <a:lnTo>
                      <a:pt x="1271" y="313"/>
                    </a:lnTo>
                    <a:lnTo>
                      <a:pt x="1274" y="313"/>
                    </a:lnTo>
                    <a:lnTo>
                      <a:pt x="1276" y="315"/>
                    </a:lnTo>
                    <a:lnTo>
                      <a:pt x="1278" y="318"/>
                    </a:lnTo>
                    <a:lnTo>
                      <a:pt x="1279" y="320"/>
                    </a:lnTo>
                    <a:lnTo>
                      <a:pt x="1282" y="321"/>
                    </a:lnTo>
                    <a:lnTo>
                      <a:pt x="1286" y="321"/>
                    </a:lnTo>
                    <a:lnTo>
                      <a:pt x="1289" y="323"/>
                    </a:lnTo>
                    <a:lnTo>
                      <a:pt x="1289" y="326"/>
                    </a:lnTo>
                    <a:lnTo>
                      <a:pt x="1289" y="329"/>
                    </a:lnTo>
                    <a:lnTo>
                      <a:pt x="1289" y="331"/>
                    </a:lnTo>
                    <a:lnTo>
                      <a:pt x="1290" y="333"/>
                    </a:lnTo>
                    <a:lnTo>
                      <a:pt x="1291" y="335"/>
                    </a:lnTo>
                    <a:lnTo>
                      <a:pt x="1293" y="337"/>
                    </a:lnTo>
                    <a:close/>
                  </a:path>
                </a:pathLst>
              </a:custGeom>
              <a:solidFill>
                <a:srgbClr val="DA9FC0">
                  <a:alpha val="9600"/>
                </a:srgbClr>
              </a:solidFill>
              <a:ln>
                <a:noFill/>
              </a:ln>
            </p:spPr>
            <p:txBody>
              <a:bodyPr anchor="ctr"/>
              <a:lstStyle/>
              <a:p>
                <a:pPr algn="ctr">
                  <a:buNone/>
                </a:pPr>
              </a:p>
            </p:txBody>
          </p:sp>
          <p:sp>
            <p:nvSpPr>
              <p:cNvPr id="675" name="addition:spatial:57"/>
              <p:cNvSpPr>
                <a:spLocks noGrp="1"/>
              </p:cNvSpPr>
              <p:nvPr/>
            </p:nvSpPr>
            <p:spPr>
              <a:xfrm>
                <a:off x="5648325" y="1666875"/>
                <a:ext cx="1758117" cy="583616"/>
              </a:xfrm>
              <a:custGeom>
                <a:avLst/>
                <a:gdLst/>
                <a:ahLst/>
                <a:cxnLst/>
                <a:rect l="l" t="t" r="r" b="b"/>
                <a:pathLst>
                  <a:path w="1326" h="345">
                    <a:moveTo>
                      <a:pt x="0" y="0"/>
                    </a:moveTo>
                    <a:moveTo>
                      <a:pt x="1326" y="319"/>
                    </a:moveTo>
                    <a:lnTo>
                      <a:pt x="1325" y="321"/>
                    </a:lnTo>
                    <a:lnTo>
                      <a:pt x="1322" y="323"/>
                    </a:lnTo>
                    <a:lnTo>
                      <a:pt x="1320" y="325"/>
                    </a:lnTo>
                    <a:lnTo>
                      <a:pt x="1320" y="327"/>
                    </a:lnTo>
                    <a:lnTo>
                      <a:pt x="1319" y="329"/>
                    </a:lnTo>
                    <a:lnTo>
                      <a:pt x="1317" y="331"/>
                    </a:lnTo>
                    <a:lnTo>
                      <a:pt x="1313" y="332"/>
                    </a:lnTo>
                    <a:lnTo>
                      <a:pt x="1310" y="333"/>
                    </a:lnTo>
                    <a:lnTo>
                      <a:pt x="1308" y="335"/>
                    </a:lnTo>
                    <a:lnTo>
                      <a:pt x="1308" y="338"/>
                    </a:lnTo>
                    <a:lnTo>
                      <a:pt x="1307" y="342"/>
                    </a:lnTo>
                    <a:lnTo>
                      <a:pt x="1305" y="345"/>
                    </a:lnTo>
                    <a:lnTo>
                      <a:pt x="1302" y="345"/>
                    </a:lnTo>
                    <a:lnTo>
                      <a:pt x="1298" y="344"/>
                    </a:lnTo>
                    <a:lnTo>
                      <a:pt x="1294" y="342"/>
                    </a:lnTo>
                    <a:lnTo>
                      <a:pt x="1291" y="342"/>
                    </a:lnTo>
                    <a:lnTo>
                      <a:pt x="1288" y="342"/>
                    </a:lnTo>
                    <a:lnTo>
                      <a:pt x="1286" y="341"/>
                    </a:lnTo>
                    <a:lnTo>
                      <a:pt x="1284" y="341"/>
                    </a:lnTo>
                    <a:lnTo>
                      <a:pt x="1282" y="340"/>
                    </a:lnTo>
                    <a:lnTo>
                      <a:pt x="1279" y="341"/>
                    </a:lnTo>
                    <a:lnTo>
                      <a:pt x="1275" y="342"/>
                    </a:lnTo>
                    <a:lnTo>
                      <a:pt x="1272" y="343"/>
                    </a:lnTo>
                    <a:lnTo>
                      <a:pt x="1270" y="341"/>
                    </a:lnTo>
                    <a:lnTo>
                      <a:pt x="1269" y="339"/>
                    </a:lnTo>
                    <a:lnTo>
                      <a:pt x="1268" y="336"/>
                    </a:lnTo>
                    <a:lnTo>
                      <a:pt x="1266" y="335"/>
                    </a:lnTo>
                    <a:lnTo>
                      <a:pt x="1263" y="334"/>
                    </a:lnTo>
                    <a:lnTo>
                      <a:pt x="1260" y="333"/>
                    </a:lnTo>
                    <a:lnTo>
                      <a:pt x="1259" y="330"/>
                    </a:lnTo>
                    <a:lnTo>
                      <a:pt x="1260" y="327"/>
                    </a:lnTo>
                    <a:lnTo>
                      <a:pt x="1262" y="325"/>
                    </a:lnTo>
                    <a:lnTo>
                      <a:pt x="1263" y="323"/>
                    </a:lnTo>
                    <a:lnTo>
                      <a:pt x="1262" y="321"/>
                    </a:lnTo>
                    <a:lnTo>
                      <a:pt x="1260" y="319"/>
                    </a:lnTo>
                    <a:lnTo>
                      <a:pt x="1258" y="317"/>
                    </a:lnTo>
                    <a:lnTo>
                      <a:pt x="1257" y="314"/>
                    </a:lnTo>
                    <a:lnTo>
                      <a:pt x="1256" y="312"/>
                    </a:lnTo>
                    <a:lnTo>
                      <a:pt x="1254" y="309"/>
                    </a:lnTo>
                    <a:lnTo>
                      <a:pt x="1253" y="306"/>
                    </a:lnTo>
                    <a:lnTo>
                      <a:pt x="1255" y="304"/>
                    </a:lnTo>
                    <a:lnTo>
                      <a:pt x="1259" y="303"/>
                    </a:lnTo>
                    <a:lnTo>
                      <a:pt x="1264" y="304"/>
                    </a:lnTo>
                    <a:lnTo>
                      <a:pt x="1267" y="303"/>
                    </a:lnTo>
                    <a:lnTo>
                      <a:pt x="1268" y="301"/>
                    </a:lnTo>
                    <a:lnTo>
                      <a:pt x="1268" y="299"/>
                    </a:lnTo>
                    <a:lnTo>
                      <a:pt x="1270" y="297"/>
                    </a:lnTo>
                    <a:lnTo>
                      <a:pt x="1273" y="296"/>
                    </a:lnTo>
                    <a:lnTo>
                      <a:pt x="1277" y="296"/>
                    </a:lnTo>
                    <a:lnTo>
                      <a:pt x="1280" y="296"/>
                    </a:lnTo>
                    <a:lnTo>
                      <a:pt x="1282" y="295"/>
                    </a:lnTo>
                    <a:lnTo>
                      <a:pt x="1286" y="293"/>
                    </a:lnTo>
                    <a:lnTo>
                      <a:pt x="1289" y="292"/>
                    </a:lnTo>
                    <a:lnTo>
                      <a:pt x="1293" y="292"/>
                    </a:lnTo>
                    <a:lnTo>
                      <a:pt x="1296" y="293"/>
                    </a:lnTo>
                    <a:lnTo>
                      <a:pt x="1300" y="293"/>
                    </a:lnTo>
                    <a:lnTo>
                      <a:pt x="1304" y="294"/>
                    </a:lnTo>
                    <a:lnTo>
                      <a:pt x="1307" y="296"/>
                    </a:lnTo>
                    <a:lnTo>
                      <a:pt x="1308" y="298"/>
                    </a:lnTo>
                    <a:lnTo>
                      <a:pt x="1309" y="302"/>
                    </a:lnTo>
                    <a:lnTo>
                      <a:pt x="1310" y="304"/>
                    </a:lnTo>
                    <a:lnTo>
                      <a:pt x="1312" y="305"/>
                    </a:lnTo>
                    <a:lnTo>
                      <a:pt x="1317" y="305"/>
                    </a:lnTo>
                    <a:lnTo>
                      <a:pt x="1322" y="305"/>
                    </a:lnTo>
                    <a:lnTo>
                      <a:pt x="1326" y="307"/>
                    </a:lnTo>
                    <a:lnTo>
                      <a:pt x="1326" y="309"/>
                    </a:lnTo>
                    <a:lnTo>
                      <a:pt x="1326" y="312"/>
                    </a:lnTo>
                    <a:lnTo>
                      <a:pt x="1326" y="314"/>
                    </a:lnTo>
                    <a:lnTo>
                      <a:pt x="1326" y="316"/>
                    </a:lnTo>
                    <a:close/>
                  </a:path>
                </a:pathLst>
              </a:custGeom>
              <a:solidFill>
                <a:srgbClr val="DA9FC0">
                  <a:alpha val="9600"/>
                </a:srgbClr>
              </a:solidFill>
              <a:ln>
                <a:noFill/>
              </a:ln>
            </p:spPr>
            <p:txBody>
              <a:bodyPr anchor="ctr"/>
              <a:lstStyle/>
              <a:p>
                <a:pPr algn="ctr">
                  <a:buNone/>
                </a:pPr>
              </a:p>
            </p:txBody>
          </p:sp>
          <p:sp>
            <p:nvSpPr>
              <p:cNvPr id="676" name="addition:spatial:58"/>
              <p:cNvSpPr>
                <a:spLocks noGrp="1"/>
              </p:cNvSpPr>
              <p:nvPr/>
            </p:nvSpPr>
            <p:spPr>
              <a:xfrm>
                <a:off x="5648325" y="1666875"/>
                <a:ext cx="1804523" cy="595457"/>
              </a:xfrm>
              <a:custGeom>
                <a:avLst/>
                <a:gdLst/>
                <a:ahLst/>
                <a:cxnLst/>
                <a:rect l="l" t="t" r="r" b="b"/>
                <a:pathLst>
                  <a:path w="1361" h="352">
                    <a:moveTo>
                      <a:pt x="0" y="0"/>
                    </a:moveTo>
                    <a:moveTo>
                      <a:pt x="1359" y="324"/>
                    </a:moveTo>
                    <a:lnTo>
                      <a:pt x="1359" y="327"/>
                    </a:lnTo>
                    <a:lnTo>
                      <a:pt x="1357" y="329"/>
                    </a:lnTo>
                    <a:lnTo>
                      <a:pt x="1353" y="331"/>
                    </a:lnTo>
                    <a:lnTo>
                      <a:pt x="1349" y="332"/>
                    </a:lnTo>
                    <a:lnTo>
                      <a:pt x="1348" y="334"/>
                    </a:lnTo>
                    <a:lnTo>
                      <a:pt x="1349" y="337"/>
                    </a:lnTo>
                    <a:lnTo>
                      <a:pt x="1350" y="341"/>
                    </a:lnTo>
                    <a:lnTo>
                      <a:pt x="1350" y="344"/>
                    </a:lnTo>
                    <a:lnTo>
                      <a:pt x="1348" y="346"/>
                    </a:lnTo>
                    <a:lnTo>
                      <a:pt x="1345" y="348"/>
                    </a:lnTo>
                    <a:lnTo>
                      <a:pt x="1343" y="349"/>
                    </a:lnTo>
                    <a:lnTo>
                      <a:pt x="1340" y="350"/>
                    </a:lnTo>
                    <a:lnTo>
                      <a:pt x="1336" y="350"/>
                    </a:lnTo>
                    <a:lnTo>
                      <a:pt x="1333" y="348"/>
                    </a:lnTo>
                    <a:lnTo>
                      <a:pt x="1330" y="347"/>
                    </a:lnTo>
                    <a:lnTo>
                      <a:pt x="1328" y="347"/>
                    </a:lnTo>
                    <a:lnTo>
                      <a:pt x="1326" y="349"/>
                    </a:lnTo>
                    <a:lnTo>
                      <a:pt x="1323" y="351"/>
                    </a:lnTo>
                    <a:lnTo>
                      <a:pt x="1320" y="352"/>
                    </a:lnTo>
                    <a:lnTo>
                      <a:pt x="1318" y="351"/>
                    </a:lnTo>
                    <a:lnTo>
                      <a:pt x="1315" y="349"/>
                    </a:lnTo>
                    <a:lnTo>
                      <a:pt x="1313" y="348"/>
                    </a:lnTo>
                    <a:lnTo>
                      <a:pt x="1310" y="348"/>
                    </a:lnTo>
                    <a:lnTo>
                      <a:pt x="1306" y="348"/>
                    </a:lnTo>
                    <a:lnTo>
                      <a:pt x="1303" y="348"/>
                    </a:lnTo>
                    <a:lnTo>
                      <a:pt x="1300" y="346"/>
                    </a:lnTo>
                    <a:lnTo>
                      <a:pt x="1299" y="343"/>
                    </a:lnTo>
                    <a:lnTo>
                      <a:pt x="1298" y="340"/>
                    </a:lnTo>
                    <a:lnTo>
                      <a:pt x="1297" y="338"/>
                    </a:lnTo>
                    <a:lnTo>
                      <a:pt x="1296" y="335"/>
                    </a:lnTo>
                    <a:lnTo>
                      <a:pt x="1296" y="333"/>
                    </a:lnTo>
                    <a:lnTo>
                      <a:pt x="1296" y="330"/>
                    </a:lnTo>
                    <a:lnTo>
                      <a:pt x="1295" y="328"/>
                    </a:lnTo>
                    <a:lnTo>
                      <a:pt x="1292" y="327"/>
                    </a:lnTo>
                    <a:lnTo>
                      <a:pt x="1286" y="324"/>
                    </a:lnTo>
                    <a:lnTo>
                      <a:pt x="1283" y="322"/>
                    </a:lnTo>
                    <a:lnTo>
                      <a:pt x="1282" y="319"/>
                    </a:lnTo>
                    <a:lnTo>
                      <a:pt x="1285" y="317"/>
                    </a:lnTo>
                    <a:lnTo>
                      <a:pt x="1289" y="315"/>
                    </a:lnTo>
                    <a:lnTo>
                      <a:pt x="1291" y="313"/>
                    </a:lnTo>
                    <a:lnTo>
                      <a:pt x="1292" y="311"/>
                    </a:lnTo>
                    <a:lnTo>
                      <a:pt x="1293" y="309"/>
                    </a:lnTo>
                    <a:lnTo>
                      <a:pt x="1295" y="307"/>
                    </a:lnTo>
                    <a:lnTo>
                      <a:pt x="1298" y="306"/>
                    </a:lnTo>
                    <a:lnTo>
                      <a:pt x="1301" y="305"/>
                    </a:lnTo>
                    <a:lnTo>
                      <a:pt x="1303" y="303"/>
                    </a:lnTo>
                    <a:lnTo>
                      <a:pt x="1306" y="301"/>
                    </a:lnTo>
                    <a:lnTo>
                      <a:pt x="1309" y="300"/>
                    </a:lnTo>
                    <a:lnTo>
                      <a:pt x="1312" y="299"/>
                    </a:lnTo>
                    <a:lnTo>
                      <a:pt x="1316" y="299"/>
                    </a:lnTo>
                    <a:lnTo>
                      <a:pt x="1319" y="298"/>
                    </a:lnTo>
                    <a:lnTo>
                      <a:pt x="1322" y="295"/>
                    </a:lnTo>
                    <a:lnTo>
                      <a:pt x="1326" y="293"/>
                    </a:lnTo>
                    <a:lnTo>
                      <a:pt x="1331" y="293"/>
                    </a:lnTo>
                    <a:lnTo>
                      <a:pt x="1334" y="296"/>
                    </a:lnTo>
                    <a:lnTo>
                      <a:pt x="1336" y="300"/>
                    </a:lnTo>
                    <a:lnTo>
                      <a:pt x="1338" y="303"/>
                    </a:lnTo>
                    <a:lnTo>
                      <a:pt x="1340" y="304"/>
                    </a:lnTo>
                    <a:lnTo>
                      <a:pt x="1344" y="304"/>
                    </a:lnTo>
                    <a:lnTo>
                      <a:pt x="1347" y="305"/>
                    </a:lnTo>
                    <a:lnTo>
                      <a:pt x="1350" y="305"/>
                    </a:lnTo>
                    <a:lnTo>
                      <a:pt x="1353" y="307"/>
                    </a:lnTo>
                    <a:lnTo>
                      <a:pt x="1355" y="308"/>
                    </a:lnTo>
                    <a:lnTo>
                      <a:pt x="1358" y="309"/>
                    </a:lnTo>
                    <a:lnTo>
                      <a:pt x="1361" y="311"/>
                    </a:lnTo>
                    <a:lnTo>
                      <a:pt x="1360" y="314"/>
                    </a:lnTo>
                    <a:lnTo>
                      <a:pt x="1359" y="317"/>
                    </a:lnTo>
                    <a:lnTo>
                      <a:pt x="1357" y="320"/>
                    </a:lnTo>
                    <a:lnTo>
                      <a:pt x="1358" y="322"/>
                    </a:lnTo>
                    <a:close/>
                  </a:path>
                </a:pathLst>
              </a:custGeom>
              <a:solidFill>
                <a:srgbClr val="DA9FC0">
                  <a:alpha val="9600"/>
                </a:srgbClr>
              </a:solidFill>
              <a:ln>
                <a:noFill/>
              </a:ln>
            </p:spPr>
            <p:txBody>
              <a:bodyPr anchor="ctr"/>
              <a:lstStyle/>
              <a:p>
                <a:pPr algn="ctr">
                  <a:buNone/>
                </a:pPr>
              </a:p>
            </p:txBody>
          </p:sp>
          <p:sp>
            <p:nvSpPr>
              <p:cNvPr id="677" name="addition:spatial:59"/>
              <p:cNvSpPr>
                <a:spLocks noGrp="1"/>
              </p:cNvSpPr>
              <p:nvPr/>
            </p:nvSpPr>
            <p:spPr>
              <a:xfrm>
                <a:off x="5648325" y="1666875"/>
                <a:ext cx="1846951" cy="642823"/>
              </a:xfrm>
              <a:custGeom>
                <a:avLst/>
                <a:gdLst/>
                <a:ahLst/>
                <a:cxnLst/>
                <a:rect l="l" t="t" r="r" b="b"/>
                <a:pathLst>
                  <a:path w="1393" h="380">
                    <a:moveTo>
                      <a:pt x="0" y="0"/>
                    </a:moveTo>
                    <a:moveTo>
                      <a:pt x="1392" y="347"/>
                    </a:moveTo>
                    <a:lnTo>
                      <a:pt x="1393" y="350"/>
                    </a:lnTo>
                    <a:lnTo>
                      <a:pt x="1393" y="352"/>
                    </a:lnTo>
                    <a:lnTo>
                      <a:pt x="1392" y="355"/>
                    </a:lnTo>
                    <a:lnTo>
                      <a:pt x="1389" y="357"/>
                    </a:lnTo>
                    <a:lnTo>
                      <a:pt x="1386" y="359"/>
                    </a:lnTo>
                    <a:lnTo>
                      <a:pt x="1384" y="361"/>
                    </a:lnTo>
                    <a:lnTo>
                      <a:pt x="1382" y="364"/>
                    </a:lnTo>
                    <a:lnTo>
                      <a:pt x="1379" y="365"/>
                    </a:lnTo>
                    <a:lnTo>
                      <a:pt x="1375" y="366"/>
                    </a:lnTo>
                    <a:lnTo>
                      <a:pt x="1371" y="367"/>
                    </a:lnTo>
                    <a:lnTo>
                      <a:pt x="1369" y="368"/>
                    </a:lnTo>
                    <a:lnTo>
                      <a:pt x="1367" y="372"/>
                    </a:lnTo>
                    <a:lnTo>
                      <a:pt x="1366" y="377"/>
                    </a:lnTo>
                    <a:lnTo>
                      <a:pt x="1363" y="380"/>
                    </a:lnTo>
                    <a:lnTo>
                      <a:pt x="1358" y="380"/>
                    </a:lnTo>
                    <a:lnTo>
                      <a:pt x="1354" y="378"/>
                    </a:lnTo>
                    <a:lnTo>
                      <a:pt x="1350" y="375"/>
                    </a:lnTo>
                    <a:lnTo>
                      <a:pt x="1346" y="374"/>
                    </a:lnTo>
                    <a:lnTo>
                      <a:pt x="1343" y="374"/>
                    </a:lnTo>
                    <a:lnTo>
                      <a:pt x="1340" y="373"/>
                    </a:lnTo>
                    <a:lnTo>
                      <a:pt x="1337" y="372"/>
                    </a:lnTo>
                    <a:lnTo>
                      <a:pt x="1335" y="371"/>
                    </a:lnTo>
                    <a:lnTo>
                      <a:pt x="1332" y="371"/>
                    </a:lnTo>
                    <a:lnTo>
                      <a:pt x="1328" y="371"/>
                    </a:lnTo>
                    <a:lnTo>
                      <a:pt x="1324" y="371"/>
                    </a:lnTo>
                    <a:lnTo>
                      <a:pt x="1322" y="369"/>
                    </a:lnTo>
                    <a:lnTo>
                      <a:pt x="1321" y="366"/>
                    </a:lnTo>
                    <a:lnTo>
                      <a:pt x="1321" y="364"/>
                    </a:lnTo>
                    <a:lnTo>
                      <a:pt x="1319" y="362"/>
                    </a:lnTo>
                    <a:lnTo>
                      <a:pt x="1315" y="360"/>
                    </a:lnTo>
                    <a:lnTo>
                      <a:pt x="1312" y="358"/>
                    </a:lnTo>
                    <a:lnTo>
                      <a:pt x="1312" y="355"/>
                    </a:lnTo>
                    <a:lnTo>
                      <a:pt x="1316" y="352"/>
                    </a:lnTo>
                    <a:lnTo>
                      <a:pt x="1320" y="349"/>
                    </a:lnTo>
                    <a:lnTo>
                      <a:pt x="1322" y="347"/>
                    </a:lnTo>
                    <a:lnTo>
                      <a:pt x="1321" y="345"/>
                    </a:lnTo>
                    <a:lnTo>
                      <a:pt x="1320" y="342"/>
                    </a:lnTo>
                    <a:lnTo>
                      <a:pt x="1319" y="340"/>
                    </a:lnTo>
                    <a:lnTo>
                      <a:pt x="1318" y="337"/>
                    </a:lnTo>
                    <a:lnTo>
                      <a:pt x="1318" y="334"/>
                    </a:lnTo>
                    <a:lnTo>
                      <a:pt x="1317" y="331"/>
                    </a:lnTo>
                    <a:lnTo>
                      <a:pt x="1317" y="327"/>
                    </a:lnTo>
                    <a:lnTo>
                      <a:pt x="1319" y="325"/>
                    </a:lnTo>
                    <a:lnTo>
                      <a:pt x="1324" y="325"/>
                    </a:lnTo>
                    <a:lnTo>
                      <a:pt x="1328" y="325"/>
                    </a:lnTo>
                    <a:lnTo>
                      <a:pt x="1332" y="325"/>
                    </a:lnTo>
                    <a:lnTo>
                      <a:pt x="1333" y="324"/>
                    </a:lnTo>
                    <a:lnTo>
                      <a:pt x="1335" y="321"/>
                    </a:lnTo>
                    <a:lnTo>
                      <a:pt x="1337" y="319"/>
                    </a:lnTo>
                    <a:lnTo>
                      <a:pt x="1340" y="319"/>
                    </a:lnTo>
                    <a:lnTo>
                      <a:pt x="1343" y="320"/>
                    </a:lnTo>
                    <a:lnTo>
                      <a:pt x="1346" y="321"/>
                    </a:lnTo>
                    <a:lnTo>
                      <a:pt x="1349" y="320"/>
                    </a:lnTo>
                    <a:lnTo>
                      <a:pt x="1353" y="318"/>
                    </a:lnTo>
                    <a:lnTo>
                      <a:pt x="1357" y="317"/>
                    </a:lnTo>
                    <a:lnTo>
                      <a:pt x="1361" y="317"/>
                    </a:lnTo>
                    <a:lnTo>
                      <a:pt x="1364" y="318"/>
                    </a:lnTo>
                    <a:lnTo>
                      <a:pt x="1368" y="319"/>
                    </a:lnTo>
                    <a:lnTo>
                      <a:pt x="1372" y="321"/>
                    </a:lnTo>
                    <a:lnTo>
                      <a:pt x="1374" y="323"/>
                    </a:lnTo>
                    <a:lnTo>
                      <a:pt x="1376" y="326"/>
                    </a:lnTo>
                    <a:lnTo>
                      <a:pt x="1375" y="330"/>
                    </a:lnTo>
                    <a:lnTo>
                      <a:pt x="1375" y="333"/>
                    </a:lnTo>
                    <a:lnTo>
                      <a:pt x="1378" y="335"/>
                    </a:lnTo>
                    <a:lnTo>
                      <a:pt x="1384" y="335"/>
                    </a:lnTo>
                    <a:lnTo>
                      <a:pt x="1389" y="336"/>
                    </a:lnTo>
                    <a:lnTo>
                      <a:pt x="1393" y="338"/>
                    </a:lnTo>
                    <a:lnTo>
                      <a:pt x="1393" y="341"/>
                    </a:lnTo>
                    <a:lnTo>
                      <a:pt x="1392" y="344"/>
                    </a:lnTo>
                    <a:close/>
                  </a:path>
                </a:pathLst>
              </a:custGeom>
              <a:solidFill>
                <a:srgbClr val="DA9FC0">
                  <a:alpha val="9600"/>
                </a:srgbClr>
              </a:solidFill>
              <a:ln>
                <a:noFill/>
              </a:ln>
            </p:spPr>
            <p:txBody>
              <a:bodyPr anchor="ctr"/>
              <a:lstStyle/>
              <a:p>
                <a:pPr algn="ctr">
                  <a:buNone/>
                </a:pPr>
              </a:p>
            </p:txBody>
          </p:sp>
          <p:sp>
            <p:nvSpPr>
              <p:cNvPr id="678" name="addition:spatial:60"/>
              <p:cNvSpPr>
                <a:spLocks noGrp="1"/>
              </p:cNvSpPr>
              <p:nvPr/>
            </p:nvSpPr>
            <p:spPr>
              <a:xfrm>
                <a:off x="5648325" y="1666875"/>
                <a:ext cx="1832366" cy="681731"/>
              </a:xfrm>
              <a:custGeom>
                <a:avLst/>
                <a:gdLst/>
                <a:ahLst/>
                <a:cxnLst/>
                <a:rect l="l" t="t" r="r" b="b"/>
                <a:pathLst>
                  <a:path w="1382" h="403">
                    <a:moveTo>
                      <a:pt x="0" y="0"/>
                    </a:moveTo>
                    <a:moveTo>
                      <a:pt x="1381" y="372"/>
                    </a:moveTo>
                    <a:lnTo>
                      <a:pt x="1376" y="374"/>
                    </a:lnTo>
                    <a:lnTo>
                      <a:pt x="1368" y="377"/>
                    </a:lnTo>
                    <a:lnTo>
                      <a:pt x="1363" y="378"/>
                    </a:lnTo>
                    <a:lnTo>
                      <a:pt x="1361" y="380"/>
                    </a:lnTo>
                    <a:lnTo>
                      <a:pt x="1362" y="383"/>
                    </a:lnTo>
                    <a:lnTo>
                      <a:pt x="1362" y="386"/>
                    </a:lnTo>
                    <a:lnTo>
                      <a:pt x="1361" y="389"/>
                    </a:lnTo>
                    <a:lnTo>
                      <a:pt x="1358" y="391"/>
                    </a:lnTo>
                    <a:lnTo>
                      <a:pt x="1355" y="394"/>
                    </a:lnTo>
                    <a:lnTo>
                      <a:pt x="1353" y="397"/>
                    </a:lnTo>
                    <a:lnTo>
                      <a:pt x="1350" y="399"/>
                    </a:lnTo>
                    <a:lnTo>
                      <a:pt x="1345" y="400"/>
                    </a:lnTo>
                    <a:lnTo>
                      <a:pt x="1340" y="399"/>
                    </a:lnTo>
                    <a:lnTo>
                      <a:pt x="1336" y="399"/>
                    </a:lnTo>
                    <a:lnTo>
                      <a:pt x="1333" y="400"/>
                    </a:lnTo>
                    <a:lnTo>
                      <a:pt x="1329" y="402"/>
                    </a:lnTo>
                    <a:lnTo>
                      <a:pt x="1326" y="403"/>
                    </a:lnTo>
                    <a:lnTo>
                      <a:pt x="1322" y="401"/>
                    </a:lnTo>
                    <a:lnTo>
                      <a:pt x="1319" y="398"/>
                    </a:lnTo>
                    <a:lnTo>
                      <a:pt x="1317" y="396"/>
                    </a:lnTo>
                    <a:lnTo>
                      <a:pt x="1314" y="396"/>
                    </a:lnTo>
                    <a:lnTo>
                      <a:pt x="1310" y="397"/>
                    </a:lnTo>
                    <a:lnTo>
                      <a:pt x="1304" y="399"/>
                    </a:lnTo>
                    <a:lnTo>
                      <a:pt x="1300" y="399"/>
                    </a:lnTo>
                    <a:lnTo>
                      <a:pt x="1296" y="398"/>
                    </a:lnTo>
                    <a:lnTo>
                      <a:pt x="1294" y="395"/>
                    </a:lnTo>
                    <a:lnTo>
                      <a:pt x="1292" y="393"/>
                    </a:lnTo>
                    <a:lnTo>
                      <a:pt x="1290" y="390"/>
                    </a:lnTo>
                    <a:lnTo>
                      <a:pt x="1290" y="387"/>
                    </a:lnTo>
                    <a:lnTo>
                      <a:pt x="1291" y="384"/>
                    </a:lnTo>
                    <a:lnTo>
                      <a:pt x="1293" y="381"/>
                    </a:lnTo>
                    <a:lnTo>
                      <a:pt x="1292" y="378"/>
                    </a:lnTo>
                    <a:lnTo>
                      <a:pt x="1287" y="377"/>
                    </a:lnTo>
                    <a:lnTo>
                      <a:pt x="1282" y="374"/>
                    </a:lnTo>
                    <a:lnTo>
                      <a:pt x="1280" y="372"/>
                    </a:lnTo>
                    <a:lnTo>
                      <a:pt x="1280" y="369"/>
                    </a:lnTo>
                    <a:lnTo>
                      <a:pt x="1283" y="366"/>
                    </a:lnTo>
                    <a:lnTo>
                      <a:pt x="1284" y="364"/>
                    </a:lnTo>
                    <a:lnTo>
                      <a:pt x="1282" y="361"/>
                    </a:lnTo>
                    <a:lnTo>
                      <a:pt x="1280" y="358"/>
                    </a:lnTo>
                    <a:lnTo>
                      <a:pt x="1280" y="355"/>
                    </a:lnTo>
                    <a:lnTo>
                      <a:pt x="1283" y="352"/>
                    </a:lnTo>
                    <a:lnTo>
                      <a:pt x="1287" y="351"/>
                    </a:lnTo>
                    <a:lnTo>
                      <a:pt x="1292" y="351"/>
                    </a:lnTo>
                    <a:lnTo>
                      <a:pt x="1295" y="350"/>
                    </a:lnTo>
                    <a:lnTo>
                      <a:pt x="1299" y="349"/>
                    </a:lnTo>
                    <a:lnTo>
                      <a:pt x="1303" y="348"/>
                    </a:lnTo>
                    <a:lnTo>
                      <a:pt x="1307" y="348"/>
                    </a:lnTo>
                    <a:lnTo>
                      <a:pt x="1310" y="347"/>
                    </a:lnTo>
                    <a:lnTo>
                      <a:pt x="1313" y="344"/>
                    </a:lnTo>
                    <a:lnTo>
                      <a:pt x="1316" y="340"/>
                    </a:lnTo>
                    <a:lnTo>
                      <a:pt x="1321" y="337"/>
                    </a:lnTo>
                    <a:lnTo>
                      <a:pt x="1326" y="337"/>
                    </a:lnTo>
                    <a:lnTo>
                      <a:pt x="1331" y="340"/>
                    </a:lnTo>
                    <a:lnTo>
                      <a:pt x="1335" y="343"/>
                    </a:lnTo>
                    <a:lnTo>
                      <a:pt x="1339" y="345"/>
                    </a:lnTo>
                    <a:lnTo>
                      <a:pt x="1344" y="345"/>
                    </a:lnTo>
                    <a:lnTo>
                      <a:pt x="1349" y="346"/>
                    </a:lnTo>
                    <a:lnTo>
                      <a:pt x="1353" y="347"/>
                    </a:lnTo>
                    <a:lnTo>
                      <a:pt x="1356" y="350"/>
                    </a:lnTo>
                    <a:lnTo>
                      <a:pt x="1358" y="352"/>
                    </a:lnTo>
                    <a:lnTo>
                      <a:pt x="1361" y="353"/>
                    </a:lnTo>
                    <a:lnTo>
                      <a:pt x="1365" y="355"/>
                    </a:lnTo>
                    <a:lnTo>
                      <a:pt x="1368" y="357"/>
                    </a:lnTo>
                    <a:lnTo>
                      <a:pt x="1370" y="359"/>
                    </a:lnTo>
                    <a:lnTo>
                      <a:pt x="1371" y="361"/>
                    </a:lnTo>
                    <a:lnTo>
                      <a:pt x="1374" y="364"/>
                    </a:lnTo>
                    <a:lnTo>
                      <a:pt x="1378" y="366"/>
                    </a:lnTo>
                    <a:lnTo>
                      <a:pt x="1382" y="369"/>
                    </a:lnTo>
                    <a:close/>
                  </a:path>
                </a:pathLst>
              </a:custGeom>
              <a:solidFill>
                <a:srgbClr val="DA9FC0">
                  <a:alpha val="9600"/>
                </a:srgbClr>
              </a:solidFill>
              <a:ln>
                <a:noFill/>
              </a:ln>
            </p:spPr>
            <p:txBody>
              <a:bodyPr anchor="ctr"/>
              <a:lstStyle/>
              <a:p>
                <a:pPr algn="ctr">
                  <a:buNone/>
                </a:pPr>
              </a:p>
            </p:txBody>
          </p:sp>
          <p:sp>
            <p:nvSpPr>
              <p:cNvPr id="679" name="addition:spatial:61"/>
              <p:cNvSpPr>
                <a:spLocks noGrp="1"/>
              </p:cNvSpPr>
              <p:nvPr/>
            </p:nvSpPr>
            <p:spPr>
              <a:xfrm>
                <a:off x="5648325" y="1666875"/>
                <a:ext cx="1763420" cy="688497"/>
              </a:xfrm>
              <a:custGeom>
                <a:avLst/>
                <a:gdLst/>
                <a:ahLst/>
                <a:cxnLst/>
                <a:rect l="l" t="t" r="r" b="b"/>
                <a:pathLst>
                  <a:path w="1330" h="407">
                    <a:moveTo>
                      <a:pt x="0" y="0"/>
                    </a:moveTo>
                    <a:moveTo>
                      <a:pt x="1330" y="374"/>
                    </a:moveTo>
                    <a:lnTo>
                      <a:pt x="1330" y="377"/>
                    </a:lnTo>
                    <a:lnTo>
                      <a:pt x="1328" y="380"/>
                    </a:lnTo>
                    <a:lnTo>
                      <a:pt x="1326" y="383"/>
                    </a:lnTo>
                    <a:lnTo>
                      <a:pt x="1324" y="385"/>
                    </a:lnTo>
                    <a:lnTo>
                      <a:pt x="1321" y="387"/>
                    </a:lnTo>
                    <a:lnTo>
                      <a:pt x="1318" y="389"/>
                    </a:lnTo>
                    <a:lnTo>
                      <a:pt x="1314" y="390"/>
                    </a:lnTo>
                    <a:lnTo>
                      <a:pt x="1311" y="391"/>
                    </a:lnTo>
                    <a:lnTo>
                      <a:pt x="1309" y="394"/>
                    </a:lnTo>
                    <a:lnTo>
                      <a:pt x="1308" y="397"/>
                    </a:lnTo>
                    <a:lnTo>
                      <a:pt x="1306" y="400"/>
                    </a:lnTo>
                    <a:lnTo>
                      <a:pt x="1302" y="401"/>
                    </a:lnTo>
                    <a:lnTo>
                      <a:pt x="1298" y="401"/>
                    </a:lnTo>
                    <a:lnTo>
                      <a:pt x="1293" y="401"/>
                    </a:lnTo>
                    <a:lnTo>
                      <a:pt x="1290" y="402"/>
                    </a:lnTo>
                    <a:lnTo>
                      <a:pt x="1286" y="405"/>
                    </a:lnTo>
                    <a:lnTo>
                      <a:pt x="1282" y="407"/>
                    </a:lnTo>
                    <a:lnTo>
                      <a:pt x="1278" y="407"/>
                    </a:lnTo>
                    <a:lnTo>
                      <a:pt x="1274" y="405"/>
                    </a:lnTo>
                    <a:lnTo>
                      <a:pt x="1271" y="402"/>
                    </a:lnTo>
                    <a:lnTo>
                      <a:pt x="1268" y="400"/>
                    </a:lnTo>
                    <a:lnTo>
                      <a:pt x="1265" y="398"/>
                    </a:lnTo>
                    <a:lnTo>
                      <a:pt x="1262" y="397"/>
                    </a:lnTo>
                    <a:lnTo>
                      <a:pt x="1260" y="396"/>
                    </a:lnTo>
                    <a:lnTo>
                      <a:pt x="1257" y="395"/>
                    </a:lnTo>
                    <a:lnTo>
                      <a:pt x="1253" y="395"/>
                    </a:lnTo>
                    <a:lnTo>
                      <a:pt x="1248" y="395"/>
                    </a:lnTo>
                    <a:lnTo>
                      <a:pt x="1243" y="394"/>
                    </a:lnTo>
                    <a:lnTo>
                      <a:pt x="1241" y="392"/>
                    </a:lnTo>
                    <a:lnTo>
                      <a:pt x="1242" y="388"/>
                    </a:lnTo>
                    <a:lnTo>
                      <a:pt x="1245" y="385"/>
                    </a:lnTo>
                    <a:lnTo>
                      <a:pt x="1247" y="382"/>
                    </a:lnTo>
                    <a:lnTo>
                      <a:pt x="1246" y="379"/>
                    </a:lnTo>
                    <a:lnTo>
                      <a:pt x="1245" y="377"/>
                    </a:lnTo>
                    <a:lnTo>
                      <a:pt x="1244" y="374"/>
                    </a:lnTo>
                    <a:lnTo>
                      <a:pt x="1246" y="372"/>
                    </a:lnTo>
                    <a:lnTo>
                      <a:pt x="1249" y="370"/>
                    </a:lnTo>
                    <a:lnTo>
                      <a:pt x="1250" y="367"/>
                    </a:lnTo>
                    <a:lnTo>
                      <a:pt x="1251" y="365"/>
                    </a:lnTo>
                    <a:lnTo>
                      <a:pt x="1250" y="362"/>
                    </a:lnTo>
                    <a:lnTo>
                      <a:pt x="1251" y="359"/>
                    </a:lnTo>
                    <a:lnTo>
                      <a:pt x="1252" y="357"/>
                    </a:lnTo>
                    <a:lnTo>
                      <a:pt x="1254" y="355"/>
                    </a:lnTo>
                    <a:lnTo>
                      <a:pt x="1254" y="352"/>
                    </a:lnTo>
                    <a:lnTo>
                      <a:pt x="1255" y="349"/>
                    </a:lnTo>
                    <a:lnTo>
                      <a:pt x="1258" y="347"/>
                    </a:lnTo>
                    <a:lnTo>
                      <a:pt x="1263" y="347"/>
                    </a:lnTo>
                    <a:lnTo>
                      <a:pt x="1268" y="350"/>
                    </a:lnTo>
                    <a:lnTo>
                      <a:pt x="1271" y="352"/>
                    </a:lnTo>
                    <a:lnTo>
                      <a:pt x="1274" y="351"/>
                    </a:lnTo>
                    <a:lnTo>
                      <a:pt x="1276" y="349"/>
                    </a:lnTo>
                    <a:lnTo>
                      <a:pt x="1278" y="346"/>
                    </a:lnTo>
                    <a:lnTo>
                      <a:pt x="1282" y="345"/>
                    </a:lnTo>
                    <a:lnTo>
                      <a:pt x="1285" y="345"/>
                    </a:lnTo>
                    <a:lnTo>
                      <a:pt x="1288" y="345"/>
                    </a:lnTo>
                    <a:lnTo>
                      <a:pt x="1292" y="346"/>
                    </a:lnTo>
                    <a:lnTo>
                      <a:pt x="1296" y="346"/>
                    </a:lnTo>
                    <a:lnTo>
                      <a:pt x="1299" y="347"/>
                    </a:lnTo>
                    <a:lnTo>
                      <a:pt x="1302" y="349"/>
                    </a:lnTo>
                    <a:lnTo>
                      <a:pt x="1304" y="352"/>
                    </a:lnTo>
                    <a:lnTo>
                      <a:pt x="1307" y="354"/>
                    </a:lnTo>
                    <a:lnTo>
                      <a:pt x="1310" y="355"/>
                    </a:lnTo>
                    <a:lnTo>
                      <a:pt x="1314" y="357"/>
                    </a:lnTo>
                    <a:lnTo>
                      <a:pt x="1315" y="360"/>
                    </a:lnTo>
                    <a:lnTo>
                      <a:pt x="1315" y="363"/>
                    </a:lnTo>
                    <a:lnTo>
                      <a:pt x="1314" y="366"/>
                    </a:lnTo>
                    <a:lnTo>
                      <a:pt x="1315" y="368"/>
                    </a:lnTo>
                    <a:lnTo>
                      <a:pt x="1320" y="370"/>
                    </a:lnTo>
                    <a:lnTo>
                      <a:pt x="1326" y="372"/>
                    </a:lnTo>
                    <a:close/>
                  </a:path>
                </a:pathLst>
              </a:custGeom>
              <a:solidFill>
                <a:srgbClr val="DA9FC0">
                  <a:alpha val="9600"/>
                </a:srgbClr>
              </a:solidFill>
              <a:ln>
                <a:noFill/>
              </a:ln>
            </p:spPr>
            <p:txBody>
              <a:bodyPr anchor="ctr"/>
              <a:lstStyle/>
              <a:p>
                <a:pPr algn="ctr">
                  <a:buNone/>
                </a:pPr>
              </a:p>
            </p:txBody>
          </p:sp>
          <p:sp>
            <p:nvSpPr>
              <p:cNvPr id="680" name="addition:spatial:62"/>
              <p:cNvSpPr>
                <a:spLocks noGrp="1"/>
              </p:cNvSpPr>
              <p:nvPr/>
            </p:nvSpPr>
            <p:spPr>
              <a:xfrm>
                <a:off x="5648325" y="1666875"/>
                <a:ext cx="1703756" cy="661431"/>
              </a:xfrm>
              <a:custGeom>
                <a:avLst/>
                <a:gdLst/>
                <a:ahLst/>
                <a:cxnLst/>
                <a:rect l="l" t="t" r="r" b="b"/>
                <a:pathLst>
                  <a:path w="1285" h="391">
                    <a:moveTo>
                      <a:pt x="0" y="0"/>
                    </a:moveTo>
                    <a:moveTo>
                      <a:pt x="1281" y="364"/>
                    </a:moveTo>
                    <a:lnTo>
                      <a:pt x="1282" y="366"/>
                    </a:lnTo>
                    <a:lnTo>
                      <a:pt x="1284" y="369"/>
                    </a:lnTo>
                    <a:lnTo>
                      <a:pt x="1285" y="371"/>
                    </a:lnTo>
                    <a:lnTo>
                      <a:pt x="1283" y="374"/>
                    </a:lnTo>
                    <a:lnTo>
                      <a:pt x="1279" y="375"/>
                    </a:lnTo>
                    <a:lnTo>
                      <a:pt x="1274" y="375"/>
                    </a:lnTo>
                    <a:lnTo>
                      <a:pt x="1271" y="376"/>
                    </a:lnTo>
                    <a:lnTo>
                      <a:pt x="1270" y="378"/>
                    </a:lnTo>
                    <a:lnTo>
                      <a:pt x="1268" y="380"/>
                    </a:lnTo>
                    <a:lnTo>
                      <a:pt x="1267" y="382"/>
                    </a:lnTo>
                    <a:lnTo>
                      <a:pt x="1265" y="384"/>
                    </a:lnTo>
                    <a:lnTo>
                      <a:pt x="1263" y="386"/>
                    </a:lnTo>
                    <a:lnTo>
                      <a:pt x="1260" y="389"/>
                    </a:lnTo>
                    <a:lnTo>
                      <a:pt x="1257" y="391"/>
                    </a:lnTo>
                    <a:lnTo>
                      <a:pt x="1254" y="391"/>
                    </a:lnTo>
                    <a:lnTo>
                      <a:pt x="1250" y="390"/>
                    </a:lnTo>
                    <a:lnTo>
                      <a:pt x="1247" y="388"/>
                    </a:lnTo>
                    <a:lnTo>
                      <a:pt x="1244" y="387"/>
                    </a:lnTo>
                    <a:lnTo>
                      <a:pt x="1241" y="387"/>
                    </a:lnTo>
                    <a:lnTo>
                      <a:pt x="1238" y="388"/>
                    </a:lnTo>
                    <a:lnTo>
                      <a:pt x="1235" y="388"/>
                    </a:lnTo>
                    <a:lnTo>
                      <a:pt x="1233" y="386"/>
                    </a:lnTo>
                    <a:lnTo>
                      <a:pt x="1231" y="384"/>
                    </a:lnTo>
                    <a:lnTo>
                      <a:pt x="1230" y="382"/>
                    </a:lnTo>
                    <a:lnTo>
                      <a:pt x="1228" y="382"/>
                    </a:lnTo>
                    <a:lnTo>
                      <a:pt x="1224" y="382"/>
                    </a:lnTo>
                    <a:lnTo>
                      <a:pt x="1221" y="381"/>
                    </a:lnTo>
                    <a:lnTo>
                      <a:pt x="1219" y="380"/>
                    </a:lnTo>
                    <a:lnTo>
                      <a:pt x="1218" y="378"/>
                    </a:lnTo>
                    <a:lnTo>
                      <a:pt x="1216" y="376"/>
                    </a:lnTo>
                    <a:lnTo>
                      <a:pt x="1215" y="374"/>
                    </a:lnTo>
                    <a:lnTo>
                      <a:pt x="1216" y="371"/>
                    </a:lnTo>
                    <a:lnTo>
                      <a:pt x="1218" y="368"/>
                    </a:lnTo>
                    <a:lnTo>
                      <a:pt x="1222" y="366"/>
                    </a:lnTo>
                    <a:lnTo>
                      <a:pt x="1224" y="364"/>
                    </a:lnTo>
                    <a:lnTo>
                      <a:pt x="1223" y="362"/>
                    </a:lnTo>
                    <a:lnTo>
                      <a:pt x="1220" y="360"/>
                    </a:lnTo>
                    <a:lnTo>
                      <a:pt x="1218" y="357"/>
                    </a:lnTo>
                    <a:lnTo>
                      <a:pt x="1218" y="355"/>
                    </a:lnTo>
                    <a:lnTo>
                      <a:pt x="1220" y="353"/>
                    </a:lnTo>
                    <a:lnTo>
                      <a:pt x="1222" y="351"/>
                    </a:lnTo>
                    <a:lnTo>
                      <a:pt x="1223" y="349"/>
                    </a:lnTo>
                    <a:lnTo>
                      <a:pt x="1224" y="347"/>
                    </a:lnTo>
                    <a:lnTo>
                      <a:pt x="1225" y="345"/>
                    </a:lnTo>
                    <a:lnTo>
                      <a:pt x="1227" y="343"/>
                    </a:lnTo>
                    <a:lnTo>
                      <a:pt x="1230" y="343"/>
                    </a:lnTo>
                    <a:lnTo>
                      <a:pt x="1232" y="342"/>
                    </a:lnTo>
                    <a:lnTo>
                      <a:pt x="1234" y="342"/>
                    </a:lnTo>
                    <a:lnTo>
                      <a:pt x="1236" y="341"/>
                    </a:lnTo>
                    <a:lnTo>
                      <a:pt x="1239" y="341"/>
                    </a:lnTo>
                    <a:lnTo>
                      <a:pt x="1242" y="342"/>
                    </a:lnTo>
                    <a:lnTo>
                      <a:pt x="1244" y="343"/>
                    </a:lnTo>
                    <a:lnTo>
                      <a:pt x="1246" y="342"/>
                    </a:lnTo>
                    <a:lnTo>
                      <a:pt x="1249" y="340"/>
                    </a:lnTo>
                    <a:lnTo>
                      <a:pt x="1253" y="337"/>
                    </a:lnTo>
                    <a:lnTo>
                      <a:pt x="1257" y="336"/>
                    </a:lnTo>
                    <a:lnTo>
                      <a:pt x="1259" y="338"/>
                    </a:lnTo>
                    <a:lnTo>
                      <a:pt x="1261" y="341"/>
                    </a:lnTo>
                    <a:lnTo>
                      <a:pt x="1263" y="343"/>
                    </a:lnTo>
                    <a:lnTo>
                      <a:pt x="1265" y="345"/>
                    </a:lnTo>
                    <a:lnTo>
                      <a:pt x="1267" y="347"/>
                    </a:lnTo>
                    <a:lnTo>
                      <a:pt x="1269" y="348"/>
                    </a:lnTo>
                    <a:lnTo>
                      <a:pt x="1271" y="350"/>
                    </a:lnTo>
                    <a:lnTo>
                      <a:pt x="1272" y="352"/>
                    </a:lnTo>
                    <a:lnTo>
                      <a:pt x="1275" y="354"/>
                    </a:lnTo>
                    <a:lnTo>
                      <a:pt x="1278" y="355"/>
                    </a:lnTo>
                    <a:lnTo>
                      <a:pt x="1281" y="357"/>
                    </a:lnTo>
                    <a:lnTo>
                      <a:pt x="1281" y="359"/>
                    </a:lnTo>
                    <a:lnTo>
                      <a:pt x="1281" y="362"/>
                    </a:lnTo>
                    <a:close/>
                  </a:path>
                </a:pathLst>
              </a:custGeom>
              <a:solidFill>
                <a:srgbClr val="DA9FC0">
                  <a:alpha val="9600"/>
                </a:srgbClr>
              </a:solidFill>
              <a:ln>
                <a:noFill/>
              </a:ln>
            </p:spPr>
            <p:txBody>
              <a:bodyPr anchor="ctr"/>
              <a:lstStyle/>
              <a:p>
                <a:pPr algn="ctr">
                  <a:buNone/>
                </a:pPr>
              </a:p>
            </p:txBody>
          </p:sp>
          <p:sp>
            <p:nvSpPr>
              <p:cNvPr id="681" name="addition:spatial:63"/>
              <p:cNvSpPr>
                <a:spLocks noGrp="1"/>
              </p:cNvSpPr>
              <p:nvPr/>
            </p:nvSpPr>
            <p:spPr>
              <a:xfrm>
                <a:off x="5648325" y="1666875"/>
                <a:ext cx="1808500" cy="666506"/>
              </a:xfrm>
              <a:custGeom>
                <a:avLst/>
                <a:gdLst/>
                <a:ahLst/>
                <a:cxnLst/>
                <a:rect l="l" t="t" r="r" b="b"/>
                <a:pathLst>
                  <a:path w="1364" h="394">
                    <a:moveTo>
                      <a:pt x="0" y="0"/>
                    </a:moveTo>
                    <a:moveTo>
                      <a:pt x="1359" y="360"/>
                    </a:moveTo>
                    <a:lnTo>
                      <a:pt x="1353" y="362"/>
                    </a:lnTo>
                    <a:lnTo>
                      <a:pt x="1347" y="365"/>
                    </a:lnTo>
                    <a:lnTo>
                      <a:pt x="1346" y="367"/>
                    </a:lnTo>
                    <a:lnTo>
                      <a:pt x="1346" y="370"/>
                    </a:lnTo>
                    <a:lnTo>
                      <a:pt x="1345" y="373"/>
                    </a:lnTo>
                    <a:lnTo>
                      <a:pt x="1343" y="375"/>
                    </a:lnTo>
                    <a:lnTo>
                      <a:pt x="1339" y="378"/>
                    </a:lnTo>
                    <a:lnTo>
                      <a:pt x="1337" y="380"/>
                    </a:lnTo>
                    <a:lnTo>
                      <a:pt x="1335" y="383"/>
                    </a:lnTo>
                    <a:lnTo>
                      <a:pt x="1332" y="386"/>
                    </a:lnTo>
                    <a:lnTo>
                      <a:pt x="1328" y="388"/>
                    </a:lnTo>
                    <a:lnTo>
                      <a:pt x="1324" y="388"/>
                    </a:lnTo>
                    <a:lnTo>
                      <a:pt x="1319" y="389"/>
                    </a:lnTo>
                    <a:lnTo>
                      <a:pt x="1316" y="391"/>
                    </a:lnTo>
                    <a:lnTo>
                      <a:pt x="1312" y="394"/>
                    </a:lnTo>
                    <a:lnTo>
                      <a:pt x="1308" y="394"/>
                    </a:lnTo>
                    <a:lnTo>
                      <a:pt x="1303" y="393"/>
                    </a:lnTo>
                    <a:lnTo>
                      <a:pt x="1299" y="389"/>
                    </a:lnTo>
                    <a:lnTo>
                      <a:pt x="1297" y="385"/>
                    </a:lnTo>
                    <a:lnTo>
                      <a:pt x="1294" y="385"/>
                    </a:lnTo>
                    <a:lnTo>
                      <a:pt x="1290" y="387"/>
                    </a:lnTo>
                    <a:lnTo>
                      <a:pt x="1285" y="389"/>
                    </a:lnTo>
                    <a:lnTo>
                      <a:pt x="1280" y="389"/>
                    </a:lnTo>
                    <a:lnTo>
                      <a:pt x="1277" y="388"/>
                    </a:lnTo>
                    <a:lnTo>
                      <a:pt x="1274" y="387"/>
                    </a:lnTo>
                    <a:lnTo>
                      <a:pt x="1270" y="385"/>
                    </a:lnTo>
                    <a:lnTo>
                      <a:pt x="1267" y="383"/>
                    </a:lnTo>
                    <a:lnTo>
                      <a:pt x="1266" y="380"/>
                    </a:lnTo>
                    <a:lnTo>
                      <a:pt x="1267" y="376"/>
                    </a:lnTo>
                    <a:lnTo>
                      <a:pt x="1268" y="372"/>
                    </a:lnTo>
                    <a:lnTo>
                      <a:pt x="1268" y="370"/>
                    </a:lnTo>
                    <a:lnTo>
                      <a:pt x="1264" y="368"/>
                    </a:lnTo>
                    <a:lnTo>
                      <a:pt x="1260" y="365"/>
                    </a:lnTo>
                    <a:lnTo>
                      <a:pt x="1259" y="363"/>
                    </a:lnTo>
                    <a:lnTo>
                      <a:pt x="1261" y="360"/>
                    </a:lnTo>
                    <a:lnTo>
                      <a:pt x="1263" y="357"/>
                    </a:lnTo>
                    <a:lnTo>
                      <a:pt x="1264" y="355"/>
                    </a:lnTo>
                    <a:lnTo>
                      <a:pt x="1261" y="351"/>
                    </a:lnTo>
                    <a:lnTo>
                      <a:pt x="1257" y="348"/>
                    </a:lnTo>
                    <a:lnTo>
                      <a:pt x="1255" y="344"/>
                    </a:lnTo>
                    <a:lnTo>
                      <a:pt x="1256" y="341"/>
                    </a:lnTo>
                    <a:lnTo>
                      <a:pt x="1260" y="339"/>
                    </a:lnTo>
                    <a:lnTo>
                      <a:pt x="1265" y="338"/>
                    </a:lnTo>
                    <a:lnTo>
                      <a:pt x="1268" y="337"/>
                    </a:lnTo>
                    <a:lnTo>
                      <a:pt x="1272" y="336"/>
                    </a:lnTo>
                    <a:lnTo>
                      <a:pt x="1277" y="336"/>
                    </a:lnTo>
                    <a:lnTo>
                      <a:pt x="1281" y="336"/>
                    </a:lnTo>
                    <a:lnTo>
                      <a:pt x="1284" y="335"/>
                    </a:lnTo>
                    <a:lnTo>
                      <a:pt x="1287" y="332"/>
                    </a:lnTo>
                    <a:lnTo>
                      <a:pt x="1289" y="328"/>
                    </a:lnTo>
                    <a:lnTo>
                      <a:pt x="1293" y="325"/>
                    </a:lnTo>
                    <a:lnTo>
                      <a:pt x="1299" y="324"/>
                    </a:lnTo>
                    <a:lnTo>
                      <a:pt x="1304" y="326"/>
                    </a:lnTo>
                    <a:lnTo>
                      <a:pt x="1308" y="328"/>
                    </a:lnTo>
                    <a:lnTo>
                      <a:pt x="1313" y="329"/>
                    </a:lnTo>
                    <a:lnTo>
                      <a:pt x="1318" y="329"/>
                    </a:lnTo>
                    <a:lnTo>
                      <a:pt x="1324" y="328"/>
                    </a:lnTo>
                    <a:lnTo>
                      <a:pt x="1328" y="330"/>
                    </a:lnTo>
                    <a:lnTo>
                      <a:pt x="1331" y="333"/>
                    </a:lnTo>
                    <a:lnTo>
                      <a:pt x="1334" y="336"/>
                    </a:lnTo>
                    <a:lnTo>
                      <a:pt x="1337" y="339"/>
                    </a:lnTo>
                    <a:lnTo>
                      <a:pt x="1340" y="340"/>
                    </a:lnTo>
                    <a:lnTo>
                      <a:pt x="1343" y="342"/>
                    </a:lnTo>
                    <a:lnTo>
                      <a:pt x="1345" y="345"/>
                    </a:lnTo>
                    <a:lnTo>
                      <a:pt x="1348" y="347"/>
                    </a:lnTo>
                    <a:lnTo>
                      <a:pt x="1352" y="349"/>
                    </a:lnTo>
                    <a:lnTo>
                      <a:pt x="1358" y="350"/>
                    </a:lnTo>
                    <a:lnTo>
                      <a:pt x="1363" y="353"/>
                    </a:lnTo>
                    <a:lnTo>
                      <a:pt x="1364" y="356"/>
                    </a:lnTo>
                    <a:close/>
                  </a:path>
                </a:pathLst>
              </a:custGeom>
              <a:solidFill>
                <a:srgbClr val="DA9FC0">
                  <a:alpha val="9600"/>
                </a:srgbClr>
              </a:solidFill>
              <a:ln>
                <a:noFill/>
              </a:ln>
            </p:spPr>
            <p:txBody>
              <a:bodyPr anchor="ctr"/>
              <a:lstStyle/>
              <a:p>
                <a:pPr algn="ctr">
                  <a:buNone/>
                </a:pPr>
              </a:p>
            </p:txBody>
          </p:sp>
          <p:sp>
            <p:nvSpPr>
              <p:cNvPr id="682" name="addition:spatial:64"/>
              <p:cNvSpPr>
                <a:spLocks noGrp="1"/>
              </p:cNvSpPr>
              <p:nvPr/>
            </p:nvSpPr>
            <p:spPr>
              <a:xfrm>
                <a:off x="5648325" y="1666875"/>
                <a:ext cx="1823085" cy="678348"/>
              </a:xfrm>
              <a:custGeom>
                <a:avLst/>
                <a:gdLst/>
                <a:ahLst/>
                <a:cxnLst/>
                <a:rect l="l" t="t" r="r" b="b"/>
                <a:pathLst>
                  <a:path w="1375" h="401">
                    <a:moveTo>
                      <a:pt x="0" y="0"/>
                    </a:moveTo>
                    <a:moveTo>
                      <a:pt x="1371" y="354"/>
                    </a:moveTo>
                    <a:lnTo>
                      <a:pt x="1362" y="358"/>
                    </a:lnTo>
                    <a:lnTo>
                      <a:pt x="1354" y="361"/>
                    </a:lnTo>
                    <a:lnTo>
                      <a:pt x="1351" y="364"/>
                    </a:lnTo>
                    <a:lnTo>
                      <a:pt x="1351" y="368"/>
                    </a:lnTo>
                    <a:lnTo>
                      <a:pt x="1352" y="373"/>
                    </a:lnTo>
                    <a:lnTo>
                      <a:pt x="1352" y="377"/>
                    </a:lnTo>
                    <a:lnTo>
                      <a:pt x="1350" y="381"/>
                    </a:lnTo>
                    <a:lnTo>
                      <a:pt x="1349" y="386"/>
                    </a:lnTo>
                    <a:lnTo>
                      <a:pt x="1347" y="391"/>
                    </a:lnTo>
                    <a:lnTo>
                      <a:pt x="1343" y="395"/>
                    </a:lnTo>
                    <a:lnTo>
                      <a:pt x="1337" y="396"/>
                    </a:lnTo>
                    <a:lnTo>
                      <a:pt x="1329" y="395"/>
                    </a:lnTo>
                    <a:lnTo>
                      <a:pt x="1322" y="393"/>
                    </a:lnTo>
                    <a:lnTo>
                      <a:pt x="1318" y="393"/>
                    </a:lnTo>
                    <a:lnTo>
                      <a:pt x="1314" y="397"/>
                    </a:lnTo>
                    <a:lnTo>
                      <a:pt x="1310" y="400"/>
                    </a:lnTo>
                    <a:lnTo>
                      <a:pt x="1305" y="401"/>
                    </a:lnTo>
                    <a:lnTo>
                      <a:pt x="1300" y="398"/>
                    </a:lnTo>
                    <a:lnTo>
                      <a:pt x="1296" y="395"/>
                    </a:lnTo>
                    <a:lnTo>
                      <a:pt x="1292" y="394"/>
                    </a:lnTo>
                    <a:lnTo>
                      <a:pt x="1286" y="396"/>
                    </a:lnTo>
                    <a:lnTo>
                      <a:pt x="1280" y="398"/>
                    </a:lnTo>
                    <a:lnTo>
                      <a:pt x="1273" y="398"/>
                    </a:lnTo>
                    <a:lnTo>
                      <a:pt x="1268" y="396"/>
                    </a:lnTo>
                    <a:lnTo>
                      <a:pt x="1263" y="393"/>
                    </a:lnTo>
                    <a:lnTo>
                      <a:pt x="1258" y="390"/>
                    </a:lnTo>
                    <a:lnTo>
                      <a:pt x="1254" y="387"/>
                    </a:lnTo>
                    <a:lnTo>
                      <a:pt x="1252" y="382"/>
                    </a:lnTo>
                    <a:lnTo>
                      <a:pt x="1254" y="376"/>
                    </a:lnTo>
                    <a:lnTo>
                      <a:pt x="1257" y="371"/>
                    </a:lnTo>
                    <a:lnTo>
                      <a:pt x="1256" y="367"/>
                    </a:lnTo>
                    <a:lnTo>
                      <a:pt x="1250" y="365"/>
                    </a:lnTo>
                    <a:lnTo>
                      <a:pt x="1240" y="362"/>
                    </a:lnTo>
                    <a:lnTo>
                      <a:pt x="1233" y="358"/>
                    </a:lnTo>
                    <a:lnTo>
                      <a:pt x="1230" y="354"/>
                    </a:lnTo>
                    <a:lnTo>
                      <a:pt x="1232" y="350"/>
                    </a:lnTo>
                    <a:lnTo>
                      <a:pt x="1235" y="346"/>
                    </a:lnTo>
                    <a:lnTo>
                      <a:pt x="1235" y="342"/>
                    </a:lnTo>
                    <a:lnTo>
                      <a:pt x="1235" y="337"/>
                    </a:lnTo>
                    <a:lnTo>
                      <a:pt x="1236" y="333"/>
                    </a:lnTo>
                    <a:lnTo>
                      <a:pt x="1240" y="330"/>
                    </a:lnTo>
                    <a:lnTo>
                      <a:pt x="1245" y="327"/>
                    </a:lnTo>
                    <a:lnTo>
                      <a:pt x="1250" y="325"/>
                    </a:lnTo>
                    <a:lnTo>
                      <a:pt x="1254" y="322"/>
                    </a:lnTo>
                    <a:lnTo>
                      <a:pt x="1258" y="319"/>
                    </a:lnTo>
                    <a:lnTo>
                      <a:pt x="1264" y="318"/>
                    </a:lnTo>
                    <a:lnTo>
                      <a:pt x="1271" y="318"/>
                    </a:lnTo>
                    <a:lnTo>
                      <a:pt x="1277" y="317"/>
                    </a:lnTo>
                    <a:lnTo>
                      <a:pt x="1281" y="314"/>
                    </a:lnTo>
                    <a:lnTo>
                      <a:pt x="1285" y="307"/>
                    </a:lnTo>
                    <a:lnTo>
                      <a:pt x="1291" y="301"/>
                    </a:lnTo>
                    <a:lnTo>
                      <a:pt x="1299" y="299"/>
                    </a:lnTo>
                    <a:lnTo>
                      <a:pt x="1306" y="302"/>
                    </a:lnTo>
                    <a:lnTo>
                      <a:pt x="1313" y="307"/>
                    </a:lnTo>
                    <a:lnTo>
                      <a:pt x="1319" y="311"/>
                    </a:lnTo>
                    <a:lnTo>
                      <a:pt x="1324" y="313"/>
                    </a:lnTo>
                    <a:lnTo>
                      <a:pt x="1330" y="314"/>
                    </a:lnTo>
                    <a:lnTo>
                      <a:pt x="1335" y="316"/>
                    </a:lnTo>
                    <a:lnTo>
                      <a:pt x="1340" y="319"/>
                    </a:lnTo>
                    <a:lnTo>
                      <a:pt x="1344" y="321"/>
                    </a:lnTo>
                    <a:lnTo>
                      <a:pt x="1350" y="322"/>
                    </a:lnTo>
                    <a:lnTo>
                      <a:pt x="1357" y="323"/>
                    </a:lnTo>
                    <a:lnTo>
                      <a:pt x="1362" y="325"/>
                    </a:lnTo>
                    <a:lnTo>
                      <a:pt x="1364" y="330"/>
                    </a:lnTo>
                    <a:lnTo>
                      <a:pt x="1363" y="334"/>
                    </a:lnTo>
                    <a:lnTo>
                      <a:pt x="1364" y="338"/>
                    </a:lnTo>
                    <a:lnTo>
                      <a:pt x="1369" y="341"/>
                    </a:lnTo>
                    <a:lnTo>
                      <a:pt x="1374" y="345"/>
                    </a:lnTo>
                    <a:lnTo>
                      <a:pt x="1375" y="349"/>
                    </a:lnTo>
                    <a:close/>
                  </a:path>
                </a:pathLst>
              </a:custGeom>
              <a:solidFill>
                <a:srgbClr val="CC79A7">
                  <a:alpha val="11100"/>
                </a:srgbClr>
              </a:solidFill>
              <a:ln>
                <a:noFill/>
              </a:ln>
            </p:spPr>
            <p:txBody>
              <a:bodyPr anchor="ctr"/>
              <a:lstStyle/>
              <a:p>
                <a:pPr algn="ctr">
                  <a:buNone/>
                </a:pPr>
              </a:p>
            </p:txBody>
          </p:sp>
          <p:sp>
            <p:nvSpPr>
              <p:cNvPr id="683" name="addition:spatial:65"/>
              <p:cNvSpPr>
                <a:spLocks noGrp="1"/>
              </p:cNvSpPr>
              <p:nvPr/>
            </p:nvSpPr>
            <p:spPr>
              <a:xfrm>
                <a:off x="5648325" y="1666875"/>
                <a:ext cx="1736903" cy="619140"/>
              </a:xfrm>
              <a:custGeom>
                <a:avLst/>
                <a:gdLst/>
                <a:ahLst/>
                <a:cxnLst/>
                <a:rect l="l" t="t" r="r" b="b"/>
                <a:pathLst>
                  <a:path w="1310" h="366">
                    <a:moveTo>
                      <a:pt x="0" y="0"/>
                    </a:moveTo>
                    <a:moveTo>
                      <a:pt x="1309" y="341"/>
                    </a:moveTo>
                    <a:lnTo>
                      <a:pt x="1310" y="344"/>
                    </a:lnTo>
                    <a:lnTo>
                      <a:pt x="1309" y="346"/>
                    </a:lnTo>
                    <a:lnTo>
                      <a:pt x="1309" y="348"/>
                    </a:lnTo>
                    <a:lnTo>
                      <a:pt x="1308" y="350"/>
                    </a:lnTo>
                    <a:lnTo>
                      <a:pt x="1306" y="352"/>
                    </a:lnTo>
                    <a:lnTo>
                      <a:pt x="1303" y="353"/>
                    </a:lnTo>
                    <a:lnTo>
                      <a:pt x="1298" y="353"/>
                    </a:lnTo>
                    <a:lnTo>
                      <a:pt x="1295" y="354"/>
                    </a:lnTo>
                    <a:lnTo>
                      <a:pt x="1293" y="355"/>
                    </a:lnTo>
                    <a:lnTo>
                      <a:pt x="1293" y="358"/>
                    </a:lnTo>
                    <a:lnTo>
                      <a:pt x="1293" y="362"/>
                    </a:lnTo>
                    <a:lnTo>
                      <a:pt x="1291" y="364"/>
                    </a:lnTo>
                    <a:lnTo>
                      <a:pt x="1288" y="365"/>
                    </a:lnTo>
                    <a:lnTo>
                      <a:pt x="1284" y="365"/>
                    </a:lnTo>
                    <a:lnTo>
                      <a:pt x="1281" y="365"/>
                    </a:lnTo>
                    <a:lnTo>
                      <a:pt x="1278" y="365"/>
                    </a:lnTo>
                    <a:lnTo>
                      <a:pt x="1275" y="366"/>
                    </a:lnTo>
                    <a:lnTo>
                      <a:pt x="1272" y="365"/>
                    </a:lnTo>
                    <a:lnTo>
                      <a:pt x="1269" y="364"/>
                    </a:lnTo>
                    <a:lnTo>
                      <a:pt x="1266" y="363"/>
                    </a:lnTo>
                    <a:lnTo>
                      <a:pt x="1264" y="363"/>
                    </a:lnTo>
                    <a:lnTo>
                      <a:pt x="1261" y="362"/>
                    </a:lnTo>
                    <a:lnTo>
                      <a:pt x="1259" y="361"/>
                    </a:lnTo>
                    <a:lnTo>
                      <a:pt x="1258" y="359"/>
                    </a:lnTo>
                    <a:lnTo>
                      <a:pt x="1257" y="357"/>
                    </a:lnTo>
                    <a:lnTo>
                      <a:pt x="1255" y="356"/>
                    </a:lnTo>
                    <a:lnTo>
                      <a:pt x="1252" y="356"/>
                    </a:lnTo>
                    <a:lnTo>
                      <a:pt x="1248" y="357"/>
                    </a:lnTo>
                    <a:lnTo>
                      <a:pt x="1244" y="356"/>
                    </a:lnTo>
                    <a:lnTo>
                      <a:pt x="1244" y="353"/>
                    </a:lnTo>
                    <a:lnTo>
                      <a:pt x="1245" y="350"/>
                    </a:lnTo>
                    <a:lnTo>
                      <a:pt x="1248" y="347"/>
                    </a:lnTo>
                    <a:lnTo>
                      <a:pt x="1249" y="345"/>
                    </a:lnTo>
                    <a:lnTo>
                      <a:pt x="1249" y="343"/>
                    </a:lnTo>
                    <a:lnTo>
                      <a:pt x="1250" y="341"/>
                    </a:lnTo>
                    <a:lnTo>
                      <a:pt x="1250" y="339"/>
                    </a:lnTo>
                    <a:lnTo>
                      <a:pt x="1251" y="338"/>
                    </a:lnTo>
                    <a:lnTo>
                      <a:pt x="1250" y="335"/>
                    </a:lnTo>
                    <a:lnTo>
                      <a:pt x="1249" y="333"/>
                    </a:lnTo>
                    <a:lnTo>
                      <a:pt x="1249" y="330"/>
                    </a:lnTo>
                    <a:lnTo>
                      <a:pt x="1250" y="328"/>
                    </a:lnTo>
                    <a:lnTo>
                      <a:pt x="1252" y="327"/>
                    </a:lnTo>
                    <a:lnTo>
                      <a:pt x="1255" y="326"/>
                    </a:lnTo>
                    <a:lnTo>
                      <a:pt x="1256" y="325"/>
                    </a:lnTo>
                    <a:lnTo>
                      <a:pt x="1256" y="322"/>
                    </a:lnTo>
                    <a:lnTo>
                      <a:pt x="1257" y="320"/>
                    </a:lnTo>
                    <a:lnTo>
                      <a:pt x="1260" y="319"/>
                    </a:lnTo>
                    <a:lnTo>
                      <a:pt x="1263" y="320"/>
                    </a:lnTo>
                    <a:lnTo>
                      <a:pt x="1266" y="321"/>
                    </a:lnTo>
                    <a:lnTo>
                      <a:pt x="1268" y="322"/>
                    </a:lnTo>
                    <a:lnTo>
                      <a:pt x="1270" y="321"/>
                    </a:lnTo>
                    <a:lnTo>
                      <a:pt x="1272" y="320"/>
                    </a:lnTo>
                    <a:lnTo>
                      <a:pt x="1274" y="319"/>
                    </a:lnTo>
                    <a:lnTo>
                      <a:pt x="1277" y="318"/>
                    </a:lnTo>
                    <a:lnTo>
                      <a:pt x="1280" y="318"/>
                    </a:lnTo>
                    <a:lnTo>
                      <a:pt x="1283" y="317"/>
                    </a:lnTo>
                    <a:lnTo>
                      <a:pt x="1286" y="317"/>
                    </a:lnTo>
                    <a:lnTo>
                      <a:pt x="1289" y="318"/>
                    </a:lnTo>
                    <a:lnTo>
                      <a:pt x="1291" y="321"/>
                    </a:lnTo>
                    <a:lnTo>
                      <a:pt x="1291" y="324"/>
                    </a:lnTo>
                    <a:lnTo>
                      <a:pt x="1292" y="326"/>
                    </a:lnTo>
                    <a:lnTo>
                      <a:pt x="1294" y="327"/>
                    </a:lnTo>
                    <a:lnTo>
                      <a:pt x="1298" y="328"/>
                    </a:lnTo>
                    <a:lnTo>
                      <a:pt x="1301" y="329"/>
                    </a:lnTo>
                    <a:lnTo>
                      <a:pt x="1302" y="331"/>
                    </a:lnTo>
                    <a:lnTo>
                      <a:pt x="1302" y="334"/>
                    </a:lnTo>
                    <a:lnTo>
                      <a:pt x="1302" y="336"/>
                    </a:lnTo>
                    <a:lnTo>
                      <a:pt x="1304" y="337"/>
                    </a:lnTo>
                    <a:lnTo>
                      <a:pt x="1307" y="339"/>
                    </a:lnTo>
                    <a:close/>
                  </a:path>
                </a:pathLst>
              </a:custGeom>
              <a:solidFill>
                <a:srgbClr val="CC79A7">
                  <a:alpha val="10800"/>
                </a:srgbClr>
              </a:solidFill>
              <a:ln>
                <a:noFill/>
              </a:ln>
            </p:spPr>
            <p:txBody>
              <a:bodyPr anchor="ctr"/>
              <a:lstStyle/>
              <a:p>
                <a:pPr algn="ctr">
                  <a:buNone/>
                </a:pPr>
              </a:p>
            </p:txBody>
          </p:sp>
          <p:sp>
            <p:nvSpPr>
              <p:cNvPr id="684" name="addition:spatial:66"/>
              <p:cNvSpPr>
                <a:spLocks noGrp="1"/>
              </p:cNvSpPr>
              <p:nvPr/>
            </p:nvSpPr>
            <p:spPr>
              <a:xfrm>
                <a:off x="5648325" y="1666875"/>
                <a:ext cx="1778005" cy="597149"/>
              </a:xfrm>
              <a:custGeom>
                <a:avLst/>
                <a:gdLst/>
                <a:ahLst/>
                <a:cxnLst/>
                <a:rect l="l" t="t" r="r" b="b"/>
                <a:pathLst>
                  <a:path w="1341" h="353">
                    <a:moveTo>
                      <a:pt x="0" y="0"/>
                    </a:moveTo>
                    <a:moveTo>
                      <a:pt x="1339" y="334"/>
                    </a:moveTo>
                    <a:lnTo>
                      <a:pt x="1337" y="336"/>
                    </a:lnTo>
                    <a:lnTo>
                      <a:pt x="1336" y="337"/>
                    </a:lnTo>
                    <a:lnTo>
                      <a:pt x="1337" y="338"/>
                    </a:lnTo>
                    <a:lnTo>
                      <a:pt x="1339" y="341"/>
                    </a:lnTo>
                    <a:lnTo>
                      <a:pt x="1341" y="343"/>
                    </a:lnTo>
                    <a:lnTo>
                      <a:pt x="1341" y="345"/>
                    </a:lnTo>
                    <a:lnTo>
                      <a:pt x="1339" y="346"/>
                    </a:lnTo>
                    <a:lnTo>
                      <a:pt x="1337" y="347"/>
                    </a:lnTo>
                    <a:lnTo>
                      <a:pt x="1335" y="347"/>
                    </a:lnTo>
                    <a:lnTo>
                      <a:pt x="1333" y="348"/>
                    </a:lnTo>
                    <a:lnTo>
                      <a:pt x="1331" y="348"/>
                    </a:lnTo>
                    <a:lnTo>
                      <a:pt x="1329" y="348"/>
                    </a:lnTo>
                    <a:lnTo>
                      <a:pt x="1327" y="348"/>
                    </a:lnTo>
                    <a:lnTo>
                      <a:pt x="1326" y="349"/>
                    </a:lnTo>
                    <a:lnTo>
                      <a:pt x="1325" y="351"/>
                    </a:lnTo>
                    <a:lnTo>
                      <a:pt x="1323" y="352"/>
                    </a:lnTo>
                    <a:lnTo>
                      <a:pt x="1321" y="353"/>
                    </a:lnTo>
                    <a:lnTo>
                      <a:pt x="1319" y="352"/>
                    </a:lnTo>
                    <a:lnTo>
                      <a:pt x="1317" y="351"/>
                    </a:lnTo>
                    <a:lnTo>
                      <a:pt x="1314" y="351"/>
                    </a:lnTo>
                    <a:lnTo>
                      <a:pt x="1312" y="352"/>
                    </a:lnTo>
                    <a:lnTo>
                      <a:pt x="1309" y="352"/>
                    </a:lnTo>
                    <a:lnTo>
                      <a:pt x="1306" y="352"/>
                    </a:lnTo>
                    <a:lnTo>
                      <a:pt x="1304" y="350"/>
                    </a:lnTo>
                    <a:lnTo>
                      <a:pt x="1304" y="348"/>
                    </a:lnTo>
                    <a:lnTo>
                      <a:pt x="1303" y="346"/>
                    </a:lnTo>
                    <a:lnTo>
                      <a:pt x="1302" y="345"/>
                    </a:lnTo>
                    <a:lnTo>
                      <a:pt x="1300" y="344"/>
                    </a:lnTo>
                    <a:lnTo>
                      <a:pt x="1299" y="342"/>
                    </a:lnTo>
                    <a:lnTo>
                      <a:pt x="1297" y="341"/>
                    </a:lnTo>
                    <a:lnTo>
                      <a:pt x="1295" y="340"/>
                    </a:lnTo>
                    <a:lnTo>
                      <a:pt x="1292" y="339"/>
                    </a:lnTo>
                    <a:lnTo>
                      <a:pt x="1289" y="338"/>
                    </a:lnTo>
                    <a:lnTo>
                      <a:pt x="1288" y="336"/>
                    </a:lnTo>
                    <a:lnTo>
                      <a:pt x="1289" y="334"/>
                    </a:lnTo>
                    <a:lnTo>
                      <a:pt x="1292" y="333"/>
                    </a:lnTo>
                    <a:lnTo>
                      <a:pt x="1294" y="331"/>
                    </a:lnTo>
                    <a:lnTo>
                      <a:pt x="1295" y="330"/>
                    </a:lnTo>
                    <a:lnTo>
                      <a:pt x="1295" y="328"/>
                    </a:lnTo>
                    <a:lnTo>
                      <a:pt x="1295" y="326"/>
                    </a:lnTo>
                    <a:lnTo>
                      <a:pt x="1297" y="325"/>
                    </a:lnTo>
                    <a:lnTo>
                      <a:pt x="1299" y="324"/>
                    </a:lnTo>
                    <a:lnTo>
                      <a:pt x="1301" y="324"/>
                    </a:lnTo>
                    <a:lnTo>
                      <a:pt x="1303" y="323"/>
                    </a:lnTo>
                    <a:lnTo>
                      <a:pt x="1304" y="321"/>
                    </a:lnTo>
                    <a:lnTo>
                      <a:pt x="1305" y="319"/>
                    </a:lnTo>
                    <a:lnTo>
                      <a:pt x="1307" y="318"/>
                    </a:lnTo>
                    <a:lnTo>
                      <a:pt x="1310" y="317"/>
                    </a:lnTo>
                    <a:lnTo>
                      <a:pt x="1312" y="316"/>
                    </a:lnTo>
                    <a:lnTo>
                      <a:pt x="1314" y="315"/>
                    </a:lnTo>
                    <a:lnTo>
                      <a:pt x="1316" y="314"/>
                    </a:lnTo>
                    <a:lnTo>
                      <a:pt x="1319" y="315"/>
                    </a:lnTo>
                    <a:lnTo>
                      <a:pt x="1321" y="317"/>
                    </a:lnTo>
                    <a:lnTo>
                      <a:pt x="1322" y="319"/>
                    </a:lnTo>
                    <a:lnTo>
                      <a:pt x="1324" y="320"/>
                    </a:lnTo>
                    <a:lnTo>
                      <a:pt x="1326" y="320"/>
                    </a:lnTo>
                    <a:lnTo>
                      <a:pt x="1328" y="319"/>
                    </a:lnTo>
                    <a:lnTo>
                      <a:pt x="1331" y="318"/>
                    </a:lnTo>
                    <a:lnTo>
                      <a:pt x="1332" y="319"/>
                    </a:lnTo>
                    <a:lnTo>
                      <a:pt x="1334" y="320"/>
                    </a:lnTo>
                    <a:lnTo>
                      <a:pt x="1335" y="321"/>
                    </a:lnTo>
                    <a:lnTo>
                      <a:pt x="1337" y="322"/>
                    </a:lnTo>
                    <a:lnTo>
                      <a:pt x="1338" y="323"/>
                    </a:lnTo>
                    <a:lnTo>
                      <a:pt x="1339" y="325"/>
                    </a:lnTo>
                    <a:lnTo>
                      <a:pt x="1338" y="326"/>
                    </a:lnTo>
                    <a:lnTo>
                      <a:pt x="1338" y="328"/>
                    </a:lnTo>
                    <a:lnTo>
                      <a:pt x="1339" y="330"/>
                    </a:lnTo>
                    <a:lnTo>
                      <a:pt x="1340" y="331"/>
                    </a:lnTo>
                    <a:lnTo>
                      <a:pt x="1340" y="333"/>
                    </a:lnTo>
                    <a:close/>
                  </a:path>
                </a:pathLst>
              </a:custGeom>
              <a:solidFill>
                <a:srgbClr val="CC79A7">
                  <a:alpha val="10800"/>
                </a:srgbClr>
              </a:solidFill>
              <a:ln>
                <a:noFill/>
              </a:ln>
            </p:spPr>
            <p:txBody>
              <a:bodyPr anchor="ctr"/>
              <a:lstStyle/>
              <a:p>
                <a:pPr algn="ctr">
                  <a:buNone/>
                </a:pPr>
              </a:p>
            </p:txBody>
          </p:sp>
          <p:sp>
            <p:nvSpPr>
              <p:cNvPr id="685" name="addition:spatial:67"/>
              <p:cNvSpPr>
                <a:spLocks noGrp="1"/>
              </p:cNvSpPr>
              <p:nvPr/>
            </p:nvSpPr>
            <p:spPr>
              <a:xfrm>
                <a:off x="5648325" y="1666875"/>
                <a:ext cx="1821759" cy="659740"/>
              </a:xfrm>
              <a:custGeom>
                <a:avLst/>
                <a:gdLst/>
                <a:ahLst/>
                <a:cxnLst/>
                <a:rect l="l" t="t" r="r" b="b"/>
                <a:pathLst>
                  <a:path w="1374" h="390">
                    <a:moveTo>
                      <a:pt x="0" y="0"/>
                    </a:moveTo>
                    <a:moveTo>
                      <a:pt x="1367" y="365"/>
                    </a:moveTo>
                    <a:lnTo>
                      <a:pt x="1366" y="367"/>
                    </a:lnTo>
                    <a:lnTo>
                      <a:pt x="1365" y="369"/>
                    </a:lnTo>
                    <a:lnTo>
                      <a:pt x="1364" y="371"/>
                    </a:lnTo>
                    <a:lnTo>
                      <a:pt x="1362" y="373"/>
                    </a:lnTo>
                    <a:lnTo>
                      <a:pt x="1362" y="375"/>
                    </a:lnTo>
                    <a:lnTo>
                      <a:pt x="1362" y="377"/>
                    </a:lnTo>
                    <a:lnTo>
                      <a:pt x="1362" y="380"/>
                    </a:lnTo>
                    <a:lnTo>
                      <a:pt x="1360" y="382"/>
                    </a:lnTo>
                    <a:lnTo>
                      <a:pt x="1357" y="382"/>
                    </a:lnTo>
                    <a:lnTo>
                      <a:pt x="1354" y="383"/>
                    </a:lnTo>
                    <a:lnTo>
                      <a:pt x="1352" y="385"/>
                    </a:lnTo>
                    <a:lnTo>
                      <a:pt x="1351" y="387"/>
                    </a:lnTo>
                    <a:lnTo>
                      <a:pt x="1349" y="390"/>
                    </a:lnTo>
                    <a:lnTo>
                      <a:pt x="1346" y="390"/>
                    </a:lnTo>
                    <a:lnTo>
                      <a:pt x="1343" y="388"/>
                    </a:lnTo>
                    <a:lnTo>
                      <a:pt x="1340" y="386"/>
                    </a:lnTo>
                    <a:lnTo>
                      <a:pt x="1337" y="385"/>
                    </a:lnTo>
                    <a:lnTo>
                      <a:pt x="1335" y="385"/>
                    </a:lnTo>
                    <a:lnTo>
                      <a:pt x="1333" y="386"/>
                    </a:lnTo>
                    <a:lnTo>
                      <a:pt x="1331" y="387"/>
                    </a:lnTo>
                    <a:lnTo>
                      <a:pt x="1328" y="387"/>
                    </a:lnTo>
                    <a:lnTo>
                      <a:pt x="1326" y="387"/>
                    </a:lnTo>
                    <a:lnTo>
                      <a:pt x="1322" y="388"/>
                    </a:lnTo>
                    <a:lnTo>
                      <a:pt x="1319" y="388"/>
                    </a:lnTo>
                    <a:lnTo>
                      <a:pt x="1316" y="386"/>
                    </a:lnTo>
                    <a:lnTo>
                      <a:pt x="1316" y="383"/>
                    </a:lnTo>
                    <a:lnTo>
                      <a:pt x="1316" y="380"/>
                    </a:lnTo>
                    <a:lnTo>
                      <a:pt x="1316" y="378"/>
                    </a:lnTo>
                    <a:lnTo>
                      <a:pt x="1314" y="376"/>
                    </a:lnTo>
                    <a:lnTo>
                      <a:pt x="1311" y="375"/>
                    </a:lnTo>
                    <a:lnTo>
                      <a:pt x="1308" y="374"/>
                    </a:lnTo>
                    <a:lnTo>
                      <a:pt x="1308" y="371"/>
                    </a:lnTo>
                    <a:lnTo>
                      <a:pt x="1309" y="369"/>
                    </a:lnTo>
                    <a:lnTo>
                      <a:pt x="1309" y="367"/>
                    </a:lnTo>
                    <a:lnTo>
                      <a:pt x="1308" y="365"/>
                    </a:lnTo>
                    <a:lnTo>
                      <a:pt x="1305" y="363"/>
                    </a:lnTo>
                    <a:lnTo>
                      <a:pt x="1303" y="361"/>
                    </a:lnTo>
                    <a:lnTo>
                      <a:pt x="1303" y="359"/>
                    </a:lnTo>
                    <a:lnTo>
                      <a:pt x="1303" y="356"/>
                    </a:lnTo>
                    <a:lnTo>
                      <a:pt x="1304" y="354"/>
                    </a:lnTo>
                    <a:lnTo>
                      <a:pt x="1305" y="352"/>
                    </a:lnTo>
                    <a:lnTo>
                      <a:pt x="1307" y="350"/>
                    </a:lnTo>
                    <a:lnTo>
                      <a:pt x="1310" y="350"/>
                    </a:lnTo>
                    <a:lnTo>
                      <a:pt x="1315" y="350"/>
                    </a:lnTo>
                    <a:lnTo>
                      <a:pt x="1318" y="351"/>
                    </a:lnTo>
                    <a:lnTo>
                      <a:pt x="1320" y="349"/>
                    </a:lnTo>
                    <a:lnTo>
                      <a:pt x="1321" y="346"/>
                    </a:lnTo>
                    <a:lnTo>
                      <a:pt x="1322" y="343"/>
                    </a:lnTo>
                    <a:lnTo>
                      <a:pt x="1324" y="341"/>
                    </a:lnTo>
                    <a:lnTo>
                      <a:pt x="1328" y="341"/>
                    </a:lnTo>
                    <a:lnTo>
                      <a:pt x="1331" y="341"/>
                    </a:lnTo>
                    <a:lnTo>
                      <a:pt x="1335" y="342"/>
                    </a:lnTo>
                    <a:lnTo>
                      <a:pt x="1338" y="341"/>
                    </a:lnTo>
                    <a:lnTo>
                      <a:pt x="1342" y="341"/>
                    </a:lnTo>
                    <a:lnTo>
                      <a:pt x="1345" y="342"/>
                    </a:lnTo>
                    <a:lnTo>
                      <a:pt x="1348" y="343"/>
                    </a:lnTo>
                    <a:lnTo>
                      <a:pt x="1351" y="345"/>
                    </a:lnTo>
                    <a:lnTo>
                      <a:pt x="1353" y="345"/>
                    </a:lnTo>
                    <a:lnTo>
                      <a:pt x="1356" y="346"/>
                    </a:lnTo>
                    <a:lnTo>
                      <a:pt x="1358" y="348"/>
                    </a:lnTo>
                    <a:lnTo>
                      <a:pt x="1359" y="350"/>
                    </a:lnTo>
                    <a:lnTo>
                      <a:pt x="1360" y="352"/>
                    </a:lnTo>
                    <a:lnTo>
                      <a:pt x="1362" y="353"/>
                    </a:lnTo>
                    <a:lnTo>
                      <a:pt x="1366" y="354"/>
                    </a:lnTo>
                    <a:lnTo>
                      <a:pt x="1371" y="354"/>
                    </a:lnTo>
                    <a:lnTo>
                      <a:pt x="1374" y="356"/>
                    </a:lnTo>
                    <a:lnTo>
                      <a:pt x="1374" y="358"/>
                    </a:lnTo>
                    <a:lnTo>
                      <a:pt x="1372" y="361"/>
                    </a:lnTo>
                    <a:lnTo>
                      <a:pt x="1369" y="363"/>
                    </a:lnTo>
                    <a:close/>
                  </a:path>
                </a:pathLst>
              </a:custGeom>
              <a:solidFill>
                <a:srgbClr val="CC79A7">
                  <a:alpha val="10800"/>
                </a:srgbClr>
              </a:solidFill>
              <a:ln>
                <a:noFill/>
              </a:ln>
            </p:spPr>
            <p:txBody>
              <a:bodyPr anchor="ctr"/>
              <a:lstStyle/>
              <a:p>
                <a:pPr algn="ctr">
                  <a:buNone/>
                </a:pPr>
              </a:p>
            </p:txBody>
          </p:sp>
          <p:sp>
            <p:nvSpPr>
              <p:cNvPr id="686" name="addition:spatial:68"/>
              <p:cNvSpPr>
                <a:spLocks noGrp="1"/>
              </p:cNvSpPr>
              <p:nvPr/>
            </p:nvSpPr>
            <p:spPr>
              <a:xfrm>
                <a:off x="5648325" y="1666875"/>
                <a:ext cx="1754139" cy="676656"/>
              </a:xfrm>
              <a:custGeom>
                <a:avLst/>
                <a:gdLst/>
                <a:ahLst/>
                <a:cxnLst/>
                <a:rect l="l" t="t" r="r" b="b"/>
                <a:pathLst>
                  <a:path w="1323" h="400">
                    <a:moveTo>
                      <a:pt x="0" y="0"/>
                    </a:moveTo>
                    <a:moveTo>
                      <a:pt x="1317" y="379"/>
                    </a:moveTo>
                    <a:lnTo>
                      <a:pt x="1314" y="380"/>
                    </a:lnTo>
                    <a:lnTo>
                      <a:pt x="1314" y="382"/>
                    </a:lnTo>
                    <a:lnTo>
                      <a:pt x="1315" y="384"/>
                    </a:lnTo>
                    <a:lnTo>
                      <a:pt x="1317" y="386"/>
                    </a:lnTo>
                    <a:lnTo>
                      <a:pt x="1316" y="388"/>
                    </a:lnTo>
                    <a:lnTo>
                      <a:pt x="1314" y="389"/>
                    </a:lnTo>
                    <a:lnTo>
                      <a:pt x="1312" y="390"/>
                    </a:lnTo>
                    <a:lnTo>
                      <a:pt x="1311" y="392"/>
                    </a:lnTo>
                    <a:lnTo>
                      <a:pt x="1310" y="393"/>
                    </a:lnTo>
                    <a:lnTo>
                      <a:pt x="1309" y="395"/>
                    </a:lnTo>
                    <a:lnTo>
                      <a:pt x="1307" y="397"/>
                    </a:lnTo>
                    <a:lnTo>
                      <a:pt x="1304" y="397"/>
                    </a:lnTo>
                    <a:lnTo>
                      <a:pt x="1302" y="397"/>
                    </a:lnTo>
                    <a:lnTo>
                      <a:pt x="1300" y="398"/>
                    </a:lnTo>
                    <a:lnTo>
                      <a:pt x="1298" y="398"/>
                    </a:lnTo>
                    <a:lnTo>
                      <a:pt x="1296" y="398"/>
                    </a:lnTo>
                    <a:lnTo>
                      <a:pt x="1294" y="396"/>
                    </a:lnTo>
                    <a:lnTo>
                      <a:pt x="1292" y="395"/>
                    </a:lnTo>
                    <a:lnTo>
                      <a:pt x="1290" y="395"/>
                    </a:lnTo>
                    <a:lnTo>
                      <a:pt x="1288" y="397"/>
                    </a:lnTo>
                    <a:lnTo>
                      <a:pt x="1285" y="399"/>
                    </a:lnTo>
                    <a:lnTo>
                      <a:pt x="1281" y="400"/>
                    </a:lnTo>
                    <a:lnTo>
                      <a:pt x="1279" y="399"/>
                    </a:lnTo>
                    <a:lnTo>
                      <a:pt x="1277" y="397"/>
                    </a:lnTo>
                    <a:lnTo>
                      <a:pt x="1277" y="394"/>
                    </a:lnTo>
                    <a:lnTo>
                      <a:pt x="1275" y="393"/>
                    </a:lnTo>
                    <a:lnTo>
                      <a:pt x="1273" y="392"/>
                    </a:lnTo>
                    <a:lnTo>
                      <a:pt x="1272" y="390"/>
                    </a:lnTo>
                    <a:lnTo>
                      <a:pt x="1271" y="388"/>
                    </a:lnTo>
                    <a:lnTo>
                      <a:pt x="1270" y="387"/>
                    </a:lnTo>
                    <a:lnTo>
                      <a:pt x="1269" y="385"/>
                    </a:lnTo>
                    <a:lnTo>
                      <a:pt x="1267" y="384"/>
                    </a:lnTo>
                    <a:lnTo>
                      <a:pt x="1265" y="382"/>
                    </a:lnTo>
                    <a:lnTo>
                      <a:pt x="1264" y="380"/>
                    </a:lnTo>
                    <a:lnTo>
                      <a:pt x="1265" y="379"/>
                    </a:lnTo>
                    <a:lnTo>
                      <a:pt x="1265" y="377"/>
                    </a:lnTo>
                    <a:lnTo>
                      <a:pt x="1263" y="375"/>
                    </a:lnTo>
                    <a:lnTo>
                      <a:pt x="1261" y="373"/>
                    </a:lnTo>
                    <a:lnTo>
                      <a:pt x="1260" y="371"/>
                    </a:lnTo>
                    <a:lnTo>
                      <a:pt x="1261" y="369"/>
                    </a:lnTo>
                    <a:lnTo>
                      <a:pt x="1265" y="368"/>
                    </a:lnTo>
                    <a:lnTo>
                      <a:pt x="1269" y="368"/>
                    </a:lnTo>
                    <a:lnTo>
                      <a:pt x="1272" y="367"/>
                    </a:lnTo>
                    <a:lnTo>
                      <a:pt x="1273" y="366"/>
                    </a:lnTo>
                    <a:lnTo>
                      <a:pt x="1275" y="365"/>
                    </a:lnTo>
                    <a:lnTo>
                      <a:pt x="1276" y="363"/>
                    </a:lnTo>
                    <a:lnTo>
                      <a:pt x="1278" y="362"/>
                    </a:lnTo>
                    <a:lnTo>
                      <a:pt x="1280" y="361"/>
                    </a:lnTo>
                    <a:lnTo>
                      <a:pt x="1282" y="359"/>
                    </a:lnTo>
                    <a:lnTo>
                      <a:pt x="1285" y="357"/>
                    </a:lnTo>
                    <a:lnTo>
                      <a:pt x="1288" y="356"/>
                    </a:lnTo>
                    <a:lnTo>
                      <a:pt x="1291" y="357"/>
                    </a:lnTo>
                    <a:lnTo>
                      <a:pt x="1294" y="359"/>
                    </a:lnTo>
                    <a:lnTo>
                      <a:pt x="1297" y="360"/>
                    </a:lnTo>
                    <a:lnTo>
                      <a:pt x="1300" y="360"/>
                    </a:lnTo>
                    <a:lnTo>
                      <a:pt x="1303" y="359"/>
                    </a:lnTo>
                    <a:lnTo>
                      <a:pt x="1305" y="360"/>
                    </a:lnTo>
                    <a:lnTo>
                      <a:pt x="1307" y="361"/>
                    </a:lnTo>
                    <a:lnTo>
                      <a:pt x="1308" y="364"/>
                    </a:lnTo>
                    <a:lnTo>
                      <a:pt x="1309" y="365"/>
                    </a:lnTo>
                    <a:lnTo>
                      <a:pt x="1311" y="366"/>
                    </a:lnTo>
                    <a:lnTo>
                      <a:pt x="1314" y="366"/>
                    </a:lnTo>
                    <a:lnTo>
                      <a:pt x="1317" y="367"/>
                    </a:lnTo>
                    <a:lnTo>
                      <a:pt x="1319" y="368"/>
                    </a:lnTo>
                    <a:lnTo>
                      <a:pt x="1320" y="369"/>
                    </a:lnTo>
                    <a:lnTo>
                      <a:pt x="1322" y="371"/>
                    </a:lnTo>
                    <a:lnTo>
                      <a:pt x="1323" y="373"/>
                    </a:lnTo>
                    <a:lnTo>
                      <a:pt x="1323" y="375"/>
                    </a:lnTo>
                    <a:lnTo>
                      <a:pt x="1321" y="377"/>
                    </a:lnTo>
                    <a:close/>
                  </a:path>
                </a:pathLst>
              </a:custGeom>
              <a:solidFill>
                <a:srgbClr val="CC79A7">
                  <a:alpha val="10800"/>
                </a:srgbClr>
              </a:solidFill>
              <a:ln>
                <a:noFill/>
              </a:ln>
            </p:spPr>
            <p:txBody>
              <a:bodyPr anchor="ctr"/>
              <a:lstStyle/>
              <a:p>
                <a:pPr algn="ctr">
                  <a:buNone/>
                </a:pPr>
              </a:p>
            </p:txBody>
          </p:sp>
          <p:sp>
            <p:nvSpPr>
              <p:cNvPr id="687" name="addition:spatial:69"/>
              <p:cNvSpPr>
                <a:spLocks noGrp="1"/>
              </p:cNvSpPr>
              <p:nvPr/>
            </p:nvSpPr>
            <p:spPr>
              <a:xfrm>
                <a:off x="5648325" y="1666875"/>
                <a:ext cx="892317" cy="979460"/>
              </a:xfrm>
              <a:custGeom>
                <a:avLst/>
                <a:gdLst/>
                <a:ahLst/>
                <a:cxnLst/>
                <a:rect l="l" t="t" r="r" b="b"/>
                <a:pathLst>
                  <a:path w="673" h="579">
                    <a:moveTo>
                      <a:pt x="0" y="0"/>
                    </a:moveTo>
                    <a:moveTo>
                      <a:pt x="662" y="506"/>
                    </a:moveTo>
                    <a:lnTo>
                      <a:pt x="650" y="512"/>
                    </a:lnTo>
                    <a:lnTo>
                      <a:pt x="640" y="516"/>
                    </a:lnTo>
                    <a:lnTo>
                      <a:pt x="639" y="522"/>
                    </a:lnTo>
                    <a:lnTo>
                      <a:pt x="644" y="529"/>
                    </a:lnTo>
                    <a:lnTo>
                      <a:pt x="649" y="537"/>
                    </a:lnTo>
                    <a:lnTo>
                      <a:pt x="647" y="544"/>
                    </a:lnTo>
                    <a:lnTo>
                      <a:pt x="639" y="549"/>
                    </a:lnTo>
                    <a:lnTo>
                      <a:pt x="629" y="551"/>
                    </a:lnTo>
                    <a:lnTo>
                      <a:pt x="622" y="555"/>
                    </a:lnTo>
                    <a:lnTo>
                      <a:pt x="619" y="562"/>
                    </a:lnTo>
                    <a:lnTo>
                      <a:pt x="615" y="569"/>
                    </a:lnTo>
                    <a:lnTo>
                      <a:pt x="607" y="573"/>
                    </a:lnTo>
                    <a:lnTo>
                      <a:pt x="598" y="573"/>
                    </a:lnTo>
                    <a:lnTo>
                      <a:pt x="589" y="572"/>
                    </a:lnTo>
                    <a:lnTo>
                      <a:pt x="581" y="572"/>
                    </a:lnTo>
                    <a:lnTo>
                      <a:pt x="573" y="573"/>
                    </a:lnTo>
                    <a:lnTo>
                      <a:pt x="566" y="571"/>
                    </a:lnTo>
                    <a:lnTo>
                      <a:pt x="559" y="568"/>
                    </a:lnTo>
                    <a:lnTo>
                      <a:pt x="553" y="564"/>
                    </a:lnTo>
                    <a:lnTo>
                      <a:pt x="546" y="565"/>
                    </a:lnTo>
                    <a:lnTo>
                      <a:pt x="537" y="570"/>
                    </a:lnTo>
                    <a:lnTo>
                      <a:pt x="524" y="577"/>
                    </a:lnTo>
                    <a:lnTo>
                      <a:pt x="513" y="579"/>
                    </a:lnTo>
                    <a:lnTo>
                      <a:pt x="505" y="574"/>
                    </a:lnTo>
                    <a:lnTo>
                      <a:pt x="503" y="564"/>
                    </a:lnTo>
                    <a:lnTo>
                      <a:pt x="501" y="556"/>
                    </a:lnTo>
                    <a:lnTo>
                      <a:pt x="498" y="549"/>
                    </a:lnTo>
                    <a:lnTo>
                      <a:pt x="491" y="545"/>
                    </a:lnTo>
                    <a:lnTo>
                      <a:pt x="485" y="541"/>
                    </a:lnTo>
                    <a:lnTo>
                      <a:pt x="482" y="535"/>
                    </a:lnTo>
                    <a:lnTo>
                      <a:pt x="480" y="529"/>
                    </a:lnTo>
                    <a:lnTo>
                      <a:pt x="476" y="523"/>
                    </a:lnTo>
                    <a:lnTo>
                      <a:pt x="469" y="518"/>
                    </a:lnTo>
                    <a:lnTo>
                      <a:pt x="462" y="512"/>
                    </a:lnTo>
                    <a:lnTo>
                      <a:pt x="460" y="506"/>
                    </a:lnTo>
                    <a:lnTo>
                      <a:pt x="461" y="500"/>
                    </a:lnTo>
                    <a:lnTo>
                      <a:pt x="462" y="494"/>
                    </a:lnTo>
                    <a:lnTo>
                      <a:pt x="459" y="487"/>
                    </a:lnTo>
                    <a:lnTo>
                      <a:pt x="453" y="479"/>
                    </a:lnTo>
                    <a:lnTo>
                      <a:pt x="450" y="471"/>
                    </a:lnTo>
                    <a:lnTo>
                      <a:pt x="457" y="465"/>
                    </a:lnTo>
                    <a:lnTo>
                      <a:pt x="470" y="464"/>
                    </a:lnTo>
                    <a:lnTo>
                      <a:pt x="486" y="465"/>
                    </a:lnTo>
                    <a:lnTo>
                      <a:pt x="496" y="464"/>
                    </a:lnTo>
                    <a:lnTo>
                      <a:pt x="501" y="460"/>
                    </a:lnTo>
                    <a:lnTo>
                      <a:pt x="505" y="453"/>
                    </a:lnTo>
                    <a:lnTo>
                      <a:pt x="510" y="447"/>
                    </a:lnTo>
                    <a:lnTo>
                      <a:pt x="518" y="443"/>
                    </a:lnTo>
                    <a:lnTo>
                      <a:pt x="526" y="439"/>
                    </a:lnTo>
                    <a:lnTo>
                      <a:pt x="535" y="434"/>
                    </a:lnTo>
                    <a:lnTo>
                      <a:pt x="545" y="429"/>
                    </a:lnTo>
                    <a:lnTo>
                      <a:pt x="557" y="428"/>
                    </a:lnTo>
                    <a:lnTo>
                      <a:pt x="568" y="432"/>
                    </a:lnTo>
                    <a:lnTo>
                      <a:pt x="578" y="438"/>
                    </a:lnTo>
                    <a:lnTo>
                      <a:pt x="587" y="442"/>
                    </a:lnTo>
                    <a:lnTo>
                      <a:pt x="597" y="442"/>
                    </a:lnTo>
                    <a:lnTo>
                      <a:pt x="608" y="441"/>
                    </a:lnTo>
                    <a:lnTo>
                      <a:pt x="618" y="442"/>
                    </a:lnTo>
                    <a:lnTo>
                      <a:pt x="624" y="449"/>
                    </a:lnTo>
                    <a:lnTo>
                      <a:pt x="627" y="457"/>
                    </a:lnTo>
                    <a:lnTo>
                      <a:pt x="629" y="463"/>
                    </a:lnTo>
                    <a:lnTo>
                      <a:pt x="637" y="466"/>
                    </a:lnTo>
                    <a:lnTo>
                      <a:pt x="648" y="466"/>
                    </a:lnTo>
                    <a:lnTo>
                      <a:pt x="660" y="468"/>
                    </a:lnTo>
                    <a:lnTo>
                      <a:pt x="667" y="473"/>
                    </a:lnTo>
                    <a:lnTo>
                      <a:pt x="671" y="479"/>
                    </a:lnTo>
                    <a:lnTo>
                      <a:pt x="672" y="486"/>
                    </a:lnTo>
                    <a:lnTo>
                      <a:pt x="673" y="492"/>
                    </a:lnTo>
                    <a:lnTo>
                      <a:pt x="670" y="499"/>
                    </a:lnTo>
                    <a:close/>
                  </a:path>
                </a:pathLst>
              </a:custGeom>
              <a:solidFill>
                <a:srgbClr val="A7CEE4">
                  <a:alpha val="12900"/>
                </a:srgbClr>
              </a:solidFill>
              <a:ln>
                <a:noFill/>
              </a:ln>
            </p:spPr>
            <p:txBody>
              <a:bodyPr anchor="ctr"/>
              <a:lstStyle/>
              <a:p>
                <a:pPr algn="ctr">
                  <a:buNone/>
                </a:pPr>
              </a:p>
            </p:txBody>
          </p:sp>
          <p:sp>
            <p:nvSpPr>
              <p:cNvPr id="688" name="addition:spatial:70"/>
              <p:cNvSpPr>
                <a:spLocks noGrp="1"/>
              </p:cNvSpPr>
              <p:nvPr/>
            </p:nvSpPr>
            <p:spPr>
              <a:xfrm>
                <a:off x="5648325" y="1666875"/>
                <a:ext cx="853867" cy="977768"/>
              </a:xfrm>
              <a:custGeom>
                <a:avLst/>
                <a:gdLst/>
                <a:ahLst/>
                <a:cxnLst/>
                <a:rect l="l" t="t" r="r" b="b"/>
                <a:pathLst>
                  <a:path w="644" h="578">
                    <a:moveTo>
                      <a:pt x="0" y="0"/>
                    </a:moveTo>
                    <a:moveTo>
                      <a:pt x="633" y="511"/>
                    </a:moveTo>
                    <a:lnTo>
                      <a:pt x="640" y="516"/>
                    </a:lnTo>
                    <a:lnTo>
                      <a:pt x="644" y="522"/>
                    </a:lnTo>
                    <a:lnTo>
                      <a:pt x="643" y="528"/>
                    </a:lnTo>
                    <a:lnTo>
                      <a:pt x="638" y="532"/>
                    </a:lnTo>
                    <a:lnTo>
                      <a:pt x="633" y="536"/>
                    </a:lnTo>
                    <a:lnTo>
                      <a:pt x="631" y="541"/>
                    </a:lnTo>
                    <a:lnTo>
                      <a:pt x="633" y="548"/>
                    </a:lnTo>
                    <a:lnTo>
                      <a:pt x="631" y="554"/>
                    </a:lnTo>
                    <a:lnTo>
                      <a:pt x="625" y="557"/>
                    </a:lnTo>
                    <a:lnTo>
                      <a:pt x="614" y="556"/>
                    </a:lnTo>
                    <a:lnTo>
                      <a:pt x="603" y="554"/>
                    </a:lnTo>
                    <a:lnTo>
                      <a:pt x="596" y="555"/>
                    </a:lnTo>
                    <a:lnTo>
                      <a:pt x="591" y="558"/>
                    </a:lnTo>
                    <a:lnTo>
                      <a:pt x="586" y="564"/>
                    </a:lnTo>
                    <a:lnTo>
                      <a:pt x="580" y="568"/>
                    </a:lnTo>
                    <a:lnTo>
                      <a:pt x="572" y="571"/>
                    </a:lnTo>
                    <a:lnTo>
                      <a:pt x="564" y="574"/>
                    </a:lnTo>
                    <a:lnTo>
                      <a:pt x="554" y="577"/>
                    </a:lnTo>
                    <a:lnTo>
                      <a:pt x="544" y="578"/>
                    </a:lnTo>
                    <a:lnTo>
                      <a:pt x="535" y="576"/>
                    </a:lnTo>
                    <a:lnTo>
                      <a:pt x="528" y="569"/>
                    </a:lnTo>
                    <a:lnTo>
                      <a:pt x="523" y="561"/>
                    </a:lnTo>
                    <a:lnTo>
                      <a:pt x="517" y="557"/>
                    </a:lnTo>
                    <a:lnTo>
                      <a:pt x="509" y="556"/>
                    </a:lnTo>
                    <a:lnTo>
                      <a:pt x="498" y="556"/>
                    </a:lnTo>
                    <a:lnTo>
                      <a:pt x="489" y="555"/>
                    </a:lnTo>
                    <a:lnTo>
                      <a:pt x="485" y="550"/>
                    </a:lnTo>
                    <a:lnTo>
                      <a:pt x="483" y="544"/>
                    </a:lnTo>
                    <a:lnTo>
                      <a:pt x="481" y="539"/>
                    </a:lnTo>
                    <a:lnTo>
                      <a:pt x="474" y="536"/>
                    </a:lnTo>
                    <a:lnTo>
                      <a:pt x="466" y="532"/>
                    </a:lnTo>
                    <a:lnTo>
                      <a:pt x="459" y="528"/>
                    </a:lnTo>
                    <a:lnTo>
                      <a:pt x="457" y="523"/>
                    </a:lnTo>
                    <a:lnTo>
                      <a:pt x="458" y="517"/>
                    </a:lnTo>
                    <a:lnTo>
                      <a:pt x="459" y="511"/>
                    </a:lnTo>
                    <a:lnTo>
                      <a:pt x="461" y="505"/>
                    </a:lnTo>
                    <a:lnTo>
                      <a:pt x="466" y="500"/>
                    </a:lnTo>
                    <a:lnTo>
                      <a:pt x="475" y="496"/>
                    </a:lnTo>
                    <a:lnTo>
                      <a:pt x="487" y="493"/>
                    </a:lnTo>
                    <a:lnTo>
                      <a:pt x="495" y="490"/>
                    </a:lnTo>
                    <a:lnTo>
                      <a:pt x="496" y="485"/>
                    </a:lnTo>
                    <a:lnTo>
                      <a:pt x="493" y="478"/>
                    </a:lnTo>
                    <a:lnTo>
                      <a:pt x="490" y="469"/>
                    </a:lnTo>
                    <a:lnTo>
                      <a:pt x="494" y="463"/>
                    </a:lnTo>
                    <a:lnTo>
                      <a:pt x="503" y="460"/>
                    </a:lnTo>
                    <a:lnTo>
                      <a:pt x="512" y="459"/>
                    </a:lnTo>
                    <a:lnTo>
                      <a:pt x="521" y="458"/>
                    </a:lnTo>
                    <a:lnTo>
                      <a:pt x="527" y="455"/>
                    </a:lnTo>
                    <a:lnTo>
                      <a:pt x="534" y="452"/>
                    </a:lnTo>
                    <a:lnTo>
                      <a:pt x="542" y="452"/>
                    </a:lnTo>
                    <a:lnTo>
                      <a:pt x="549" y="453"/>
                    </a:lnTo>
                    <a:lnTo>
                      <a:pt x="556" y="455"/>
                    </a:lnTo>
                    <a:lnTo>
                      <a:pt x="562" y="455"/>
                    </a:lnTo>
                    <a:lnTo>
                      <a:pt x="569" y="454"/>
                    </a:lnTo>
                    <a:lnTo>
                      <a:pt x="575" y="455"/>
                    </a:lnTo>
                    <a:lnTo>
                      <a:pt x="580" y="459"/>
                    </a:lnTo>
                    <a:lnTo>
                      <a:pt x="584" y="462"/>
                    </a:lnTo>
                    <a:lnTo>
                      <a:pt x="590" y="463"/>
                    </a:lnTo>
                    <a:lnTo>
                      <a:pt x="600" y="461"/>
                    </a:lnTo>
                    <a:lnTo>
                      <a:pt x="611" y="458"/>
                    </a:lnTo>
                    <a:lnTo>
                      <a:pt x="621" y="460"/>
                    </a:lnTo>
                    <a:lnTo>
                      <a:pt x="624" y="466"/>
                    </a:lnTo>
                    <a:lnTo>
                      <a:pt x="621" y="474"/>
                    </a:lnTo>
                    <a:lnTo>
                      <a:pt x="618" y="482"/>
                    </a:lnTo>
                    <a:lnTo>
                      <a:pt x="618" y="488"/>
                    </a:lnTo>
                    <a:lnTo>
                      <a:pt x="621" y="492"/>
                    </a:lnTo>
                    <a:lnTo>
                      <a:pt x="625" y="497"/>
                    </a:lnTo>
                    <a:lnTo>
                      <a:pt x="627" y="501"/>
                    </a:lnTo>
                    <a:lnTo>
                      <a:pt x="629" y="506"/>
                    </a:lnTo>
                    <a:close/>
                  </a:path>
                </a:pathLst>
              </a:custGeom>
              <a:solidFill>
                <a:srgbClr val="59A3CD">
                  <a:alpha val="12900"/>
                </a:srgbClr>
              </a:solidFill>
              <a:ln>
                <a:noFill/>
              </a:ln>
            </p:spPr>
            <p:txBody>
              <a:bodyPr anchor="ctr"/>
              <a:lstStyle/>
              <a:p>
                <a:pPr algn="ctr">
                  <a:buNone/>
                </a:pPr>
              </a:p>
            </p:txBody>
          </p:sp>
          <p:sp>
            <p:nvSpPr>
              <p:cNvPr id="689" name="addition:spatial:71"/>
              <p:cNvSpPr>
                <a:spLocks noGrp="1"/>
              </p:cNvSpPr>
              <p:nvPr/>
            </p:nvSpPr>
            <p:spPr>
              <a:xfrm>
                <a:off x="5648325" y="1666875"/>
                <a:ext cx="828675" cy="972693"/>
              </a:xfrm>
              <a:custGeom>
                <a:avLst/>
                <a:gdLst/>
                <a:ahLst/>
                <a:cxnLst/>
                <a:rect l="l" t="t" r="r" b="b"/>
                <a:pathLst>
                  <a:path w="625" h="575">
                    <a:moveTo>
                      <a:pt x="0" y="0"/>
                    </a:moveTo>
                    <a:moveTo>
                      <a:pt x="622" y="516"/>
                    </a:moveTo>
                    <a:lnTo>
                      <a:pt x="622" y="521"/>
                    </a:lnTo>
                    <a:lnTo>
                      <a:pt x="622" y="525"/>
                    </a:lnTo>
                    <a:lnTo>
                      <a:pt x="624" y="530"/>
                    </a:lnTo>
                    <a:lnTo>
                      <a:pt x="625" y="535"/>
                    </a:lnTo>
                    <a:lnTo>
                      <a:pt x="622" y="540"/>
                    </a:lnTo>
                    <a:lnTo>
                      <a:pt x="617" y="543"/>
                    </a:lnTo>
                    <a:lnTo>
                      <a:pt x="613" y="546"/>
                    </a:lnTo>
                    <a:lnTo>
                      <a:pt x="610" y="550"/>
                    </a:lnTo>
                    <a:lnTo>
                      <a:pt x="607" y="555"/>
                    </a:lnTo>
                    <a:lnTo>
                      <a:pt x="601" y="557"/>
                    </a:lnTo>
                    <a:lnTo>
                      <a:pt x="593" y="556"/>
                    </a:lnTo>
                    <a:lnTo>
                      <a:pt x="584" y="555"/>
                    </a:lnTo>
                    <a:lnTo>
                      <a:pt x="577" y="555"/>
                    </a:lnTo>
                    <a:lnTo>
                      <a:pt x="573" y="559"/>
                    </a:lnTo>
                    <a:lnTo>
                      <a:pt x="569" y="567"/>
                    </a:lnTo>
                    <a:lnTo>
                      <a:pt x="563" y="573"/>
                    </a:lnTo>
                    <a:lnTo>
                      <a:pt x="555" y="575"/>
                    </a:lnTo>
                    <a:lnTo>
                      <a:pt x="546" y="574"/>
                    </a:lnTo>
                    <a:lnTo>
                      <a:pt x="538" y="571"/>
                    </a:lnTo>
                    <a:lnTo>
                      <a:pt x="530" y="568"/>
                    </a:lnTo>
                    <a:lnTo>
                      <a:pt x="523" y="566"/>
                    </a:lnTo>
                    <a:lnTo>
                      <a:pt x="517" y="562"/>
                    </a:lnTo>
                    <a:lnTo>
                      <a:pt x="512" y="558"/>
                    </a:lnTo>
                    <a:lnTo>
                      <a:pt x="508" y="554"/>
                    </a:lnTo>
                    <a:lnTo>
                      <a:pt x="501" y="552"/>
                    </a:lnTo>
                    <a:lnTo>
                      <a:pt x="493" y="552"/>
                    </a:lnTo>
                    <a:lnTo>
                      <a:pt x="485" y="551"/>
                    </a:lnTo>
                    <a:lnTo>
                      <a:pt x="480" y="547"/>
                    </a:lnTo>
                    <a:lnTo>
                      <a:pt x="479" y="542"/>
                    </a:lnTo>
                    <a:lnTo>
                      <a:pt x="479" y="537"/>
                    </a:lnTo>
                    <a:lnTo>
                      <a:pt x="476" y="533"/>
                    </a:lnTo>
                    <a:lnTo>
                      <a:pt x="468" y="530"/>
                    </a:lnTo>
                    <a:lnTo>
                      <a:pt x="461" y="526"/>
                    </a:lnTo>
                    <a:lnTo>
                      <a:pt x="459" y="521"/>
                    </a:lnTo>
                    <a:lnTo>
                      <a:pt x="465" y="516"/>
                    </a:lnTo>
                    <a:lnTo>
                      <a:pt x="473" y="511"/>
                    </a:lnTo>
                    <a:lnTo>
                      <a:pt x="480" y="507"/>
                    </a:lnTo>
                    <a:lnTo>
                      <a:pt x="484" y="504"/>
                    </a:lnTo>
                    <a:lnTo>
                      <a:pt x="488" y="500"/>
                    </a:lnTo>
                    <a:lnTo>
                      <a:pt x="491" y="496"/>
                    </a:lnTo>
                    <a:lnTo>
                      <a:pt x="495" y="493"/>
                    </a:lnTo>
                    <a:lnTo>
                      <a:pt x="496" y="488"/>
                    </a:lnTo>
                    <a:lnTo>
                      <a:pt x="496" y="481"/>
                    </a:lnTo>
                    <a:lnTo>
                      <a:pt x="496" y="474"/>
                    </a:lnTo>
                    <a:lnTo>
                      <a:pt x="500" y="469"/>
                    </a:lnTo>
                    <a:lnTo>
                      <a:pt x="508" y="468"/>
                    </a:lnTo>
                    <a:lnTo>
                      <a:pt x="518" y="470"/>
                    </a:lnTo>
                    <a:lnTo>
                      <a:pt x="526" y="471"/>
                    </a:lnTo>
                    <a:lnTo>
                      <a:pt x="531" y="470"/>
                    </a:lnTo>
                    <a:lnTo>
                      <a:pt x="536" y="466"/>
                    </a:lnTo>
                    <a:lnTo>
                      <a:pt x="541" y="463"/>
                    </a:lnTo>
                    <a:lnTo>
                      <a:pt x="547" y="464"/>
                    </a:lnTo>
                    <a:lnTo>
                      <a:pt x="553" y="467"/>
                    </a:lnTo>
                    <a:lnTo>
                      <a:pt x="558" y="470"/>
                    </a:lnTo>
                    <a:lnTo>
                      <a:pt x="563" y="471"/>
                    </a:lnTo>
                    <a:lnTo>
                      <a:pt x="568" y="470"/>
                    </a:lnTo>
                    <a:lnTo>
                      <a:pt x="574" y="469"/>
                    </a:lnTo>
                    <a:lnTo>
                      <a:pt x="580" y="470"/>
                    </a:lnTo>
                    <a:lnTo>
                      <a:pt x="586" y="472"/>
                    </a:lnTo>
                    <a:lnTo>
                      <a:pt x="593" y="473"/>
                    </a:lnTo>
                    <a:lnTo>
                      <a:pt x="601" y="474"/>
                    </a:lnTo>
                    <a:lnTo>
                      <a:pt x="607" y="477"/>
                    </a:lnTo>
                    <a:lnTo>
                      <a:pt x="608" y="483"/>
                    </a:lnTo>
                    <a:lnTo>
                      <a:pt x="605" y="490"/>
                    </a:lnTo>
                    <a:lnTo>
                      <a:pt x="600" y="497"/>
                    </a:lnTo>
                    <a:lnTo>
                      <a:pt x="600" y="501"/>
                    </a:lnTo>
                    <a:lnTo>
                      <a:pt x="606" y="504"/>
                    </a:lnTo>
                    <a:lnTo>
                      <a:pt x="614" y="507"/>
                    </a:lnTo>
                    <a:lnTo>
                      <a:pt x="620" y="511"/>
                    </a:lnTo>
                    <a:close/>
                  </a:path>
                </a:pathLst>
              </a:custGeom>
              <a:solidFill>
                <a:srgbClr val="0675B4">
                  <a:alpha val="10500"/>
                </a:srgbClr>
              </a:solidFill>
              <a:ln>
                <a:noFill/>
              </a:ln>
            </p:spPr>
            <p:txBody>
              <a:bodyPr anchor="ctr"/>
              <a:lstStyle/>
              <a:p>
                <a:pPr algn="ctr">
                  <a:buNone/>
                </a:pPr>
              </a:p>
            </p:txBody>
          </p:sp>
          <p:sp>
            <p:nvSpPr>
              <p:cNvPr id="690" name="addition:spatial:72"/>
              <p:cNvSpPr>
                <a:spLocks noGrp="1"/>
              </p:cNvSpPr>
              <p:nvPr/>
            </p:nvSpPr>
            <p:spPr>
              <a:xfrm>
                <a:off x="5648325" y="1666875"/>
                <a:ext cx="731886" cy="884728"/>
              </a:xfrm>
              <a:custGeom>
                <a:avLst/>
                <a:gdLst/>
                <a:ahLst/>
                <a:cxnLst/>
                <a:rect l="l" t="t" r="r" b="b"/>
                <a:pathLst>
                  <a:path w="552" h="523">
                    <a:moveTo>
                      <a:pt x="0" y="0"/>
                    </a:moveTo>
                    <a:moveTo>
                      <a:pt x="552" y="498"/>
                    </a:moveTo>
                    <a:lnTo>
                      <a:pt x="552" y="501"/>
                    </a:lnTo>
                    <a:lnTo>
                      <a:pt x="550" y="502"/>
                    </a:lnTo>
                    <a:lnTo>
                      <a:pt x="549" y="504"/>
                    </a:lnTo>
                    <a:lnTo>
                      <a:pt x="549" y="506"/>
                    </a:lnTo>
                    <a:lnTo>
                      <a:pt x="550" y="508"/>
                    </a:lnTo>
                    <a:lnTo>
                      <a:pt x="551" y="511"/>
                    </a:lnTo>
                    <a:lnTo>
                      <a:pt x="549" y="513"/>
                    </a:lnTo>
                    <a:lnTo>
                      <a:pt x="545" y="513"/>
                    </a:lnTo>
                    <a:lnTo>
                      <a:pt x="541" y="513"/>
                    </a:lnTo>
                    <a:lnTo>
                      <a:pt x="538" y="513"/>
                    </a:lnTo>
                    <a:lnTo>
                      <a:pt x="536" y="514"/>
                    </a:lnTo>
                    <a:lnTo>
                      <a:pt x="534" y="516"/>
                    </a:lnTo>
                    <a:lnTo>
                      <a:pt x="532" y="517"/>
                    </a:lnTo>
                    <a:lnTo>
                      <a:pt x="530" y="518"/>
                    </a:lnTo>
                    <a:lnTo>
                      <a:pt x="527" y="520"/>
                    </a:lnTo>
                    <a:lnTo>
                      <a:pt x="524" y="522"/>
                    </a:lnTo>
                    <a:lnTo>
                      <a:pt x="521" y="523"/>
                    </a:lnTo>
                    <a:lnTo>
                      <a:pt x="517" y="523"/>
                    </a:lnTo>
                    <a:lnTo>
                      <a:pt x="514" y="521"/>
                    </a:lnTo>
                    <a:lnTo>
                      <a:pt x="511" y="519"/>
                    </a:lnTo>
                    <a:lnTo>
                      <a:pt x="509" y="517"/>
                    </a:lnTo>
                    <a:lnTo>
                      <a:pt x="506" y="516"/>
                    </a:lnTo>
                    <a:lnTo>
                      <a:pt x="503" y="517"/>
                    </a:lnTo>
                    <a:lnTo>
                      <a:pt x="499" y="517"/>
                    </a:lnTo>
                    <a:lnTo>
                      <a:pt x="497" y="515"/>
                    </a:lnTo>
                    <a:lnTo>
                      <a:pt x="496" y="513"/>
                    </a:lnTo>
                    <a:lnTo>
                      <a:pt x="495" y="511"/>
                    </a:lnTo>
                    <a:lnTo>
                      <a:pt x="493" y="510"/>
                    </a:lnTo>
                    <a:lnTo>
                      <a:pt x="490" y="509"/>
                    </a:lnTo>
                    <a:lnTo>
                      <a:pt x="487" y="508"/>
                    </a:lnTo>
                    <a:lnTo>
                      <a:pt x="486" y="507"/>
                    </a:lnTo>
                    <a:lnTo>
                      <a:pt x="485" y="505"/>
                    </a:lnTo>
                    <a:lnTo>
                      <a:pt x="484" y="503"/>
                    </a:lnTo>
                    <a:lnTo>
                      <a:pt x="484" y="501"/>
                    </a:lnTo>
                    <a:lnTo>
                      <a:pt x="484" y="498"/>
                    </a:lnTo>
                    <a:lnTo>
                      <a:pt x="487" y="496"/>
                    </a:lnTo>
                    <a:lnTo>
                      <a:pt x="492" y="495"/>
                    </a:lnTo>
                    <a:lnTo>
                      <a:pt x="495" y="494"/>
                    </a:lnTo>
                    <a:lnTo>
                      <a:pt x="496" y="492"/>
                    </a:lnTo>
                    <a:lnTo>
                      <a:pt x="495" y="490"/>
                    </a:lnTo>
                    <a:lnTo>
                      <a:pt x="493" y="487"/>
                    </a:lnTo>
                    <a:lnTo>
                      <a:pt x="494" y="485"/>
                    </a:lnTo>
                    <a:lnTo>
                      <a:pt x="496" y="483"/>
                    </a:lnTo>
                    <a:lnTo>
                      <a:pt x="499" y="482"/>
                    </a:lnTo>
                    <a:lnTo>
                      <a:pt x="501" y="481"/>
                    </a:lnTo>
                    <a:lnTo>
                      <a:pt x="503" y="480"/>
                    </a:lnTo>
                    <a:lnTo>
                      <a:pt x="505" y="478"/>
                    </a:lnTo>
                    <a:lnTo>
                      <a:pt x="508" y="478"/>
                    </a:lnTo>
                    <a:lnTo>
                      <a:pt x="511" y="478"/>
                    </a:lnTo>
                    <a:lnTo>
                      <a:pt x="513" y="478"/>
                    </a:lnTo>
                    <a:lnTo>
                      <a:pt x="516" y="478"/>
                    </a:lnTo>
                    <a:lnTo>
                      <a:pt x="518" y="477"/>
                    </a:lnTo>
                    <a:lnTo>
                      <a:pt x="520" y="477"/>
                    </a:lnTo>
                    <a:lnTo>
                      <a:pt x="522" y="479"/>
                    </a:lnTo>
                    <a:lnTo>
                      <a:pt x="524" y="480"/>
                    </a:lnTo>
                    <a:lnTo>
                      <a:pt x="526" y="481"/>
                    </a:lnTo>
                    <a:lnTo>
                      <a:pt x="529" y="479"/>
                    </a:lnTo>
                    <a:lnTo>
                      <a:pt x="533" y="478"/>
                    </a:lnTo>
                    <a:lnTo>
                      <a:pt x="537" y="477"/>
                    </a:lnTo>
                    <a:lnTo>
                      <a:pt x="539" y="479"/>
                    </a:lnTo>
                    <a:lnTo>
                      <a:pt x="540" y="481"/>
                    </a:lnTo>
                    <a:lnTo>
                      <a:pt x="540" y="484"/>
                    </a:lnTo>
                    <a:lnTo>
                      <a:pt x="540" y="486"/>
                    </a:lnTo>
                    <a:lnTo>
                      <a:pt x="542" y="488"/>
                    </a:lnTo>
                    <a:lnTo>
                      <a:pt x="543" y="490"/>
                    </a:lnTo>
                    <a:lnTo>
                      <a:pt x="543" y="492"/>
                    </a:lnTo>
                    <a:lnTo>
                      <a:pt x="544" y="493"/>
                    </a:lnTo>
                    <a:lnTo>
                      <a:pt x="546" y="495"/>
                    </a:lnTo>
                    <a:lnTo>
                      <a:pt x="549" y="497"/>
                    </a:lnTo>
                    <a:close/>
                  </a:path>
                </a:pathLst>
              </a:custGeom>
              <a:solidFill>
                <a:srgbClr val="59A3CD">
                  <a:alpha val="9600"/>
                </a:srgbClr>
              </a:solidFill>
              <a:ln>
                <a:noFill/>
              </a:ln>
            </p:spPr>
            <p:txBody>
              <a:bodyPr anchor="ctr"/>
              <a:lstStyle/>
              <a:p>
                <a:pPr algn="ctr">
                  <a:buNone/>
                </a:pPr>
              </a:p>
            </p:txBody>
          </p:sp>
          <p:sp>
            <p:nvSpPr>
              <p:cNvPr id="691" name="addition:spatial:73"/>
              <p:cNvSpPr>
                <a:spLocks noGrp="1"/>
              </p:cNvSpPr>
              <p:nvPr/>
            </p:nvSpPr>
            <p:spPr>
              <a:xfrm>
                <a:off x="5648325" y="1666875"/>
                <a:ext cx="765033" cy="855970"/>
              </a:xfrm>
              <a:custGeom>
                <a:avLst/>
                <a:gdLst/>
                <a:ahLst/>
                <a:cxnLst/>
                <a:rect l="l" t="t" r="r" b="b"/>
                <a:pathLst>
                  <a:path w="577" h="506">
                    <a:moveTo>
                      <a:pt x="0" y="0"/>
                    </a:moveTo>
                    <a:moveTo>
                      <a:pt x="575" y="481"/>
                    </a:moveTo>
                    <a:lnTo>
                      <a:pt x="577" y="483"/>
                    </a:lnTo>
                    <a:lnTo>
                      <a:pt x="576" y="485"/>
                    </a:lnTo>
                    <a:lnTo>
                      <a:pt x="575" y="487"/>
                    </a:lnTo>
                    <a:lnTo>
                      <a:pt x="574" y="489"/>
                    </a:lnTo>
                    <a:lnTo>
                      <a:pt x="573" y="491"/>
                    </a:lnTo>
                    <a:lnTo>
                      <a:pt x="572" y="492"/>
                    </a:lnTo>
                    <a:lnTo>
                      <a:pt x="569" y="493"/>
                    </a:lnTo>
                    <a:lnTo>
                      <a:pt x="567" y="494"/>
                    </a:lnTo>
                    <a:lnTo>
                      <a:pt x="565" y="495"/>
                    </a:lnTo>
                    <a:lnTo>
                      <a:pt x="564" y="497"/>
                    </a:lnTo>
                    <a:lnTo>
                      <a:pt x="562" y="499"/>
                    </a:lnTo>
                    <a:lnTo>
                      <a:pt x="560" y="499"/>
                    </a:lnTo>
                    <a:lnTo>
                      <a:pt x="556" y="499"/>
                    </a:lnTo>
                    <a:lnTo>
                      <a:pt x="553" y="499"/>
                    </a:lnTo>
                    <a:lnTo>
                      <a:pt x="551" y="500"/>
                    </a:lnTo>
                    <a:lnTo>
                      <a:pt x="549" y="503"/>
                    </a:lnTo>
                    <a:lnTo>
                      <a:pt x="546" y="505"/>
                    </a:lnTo>
                    <a:lnTo>
                      <a:pt x="542" y="506"/>
                    </a:lnTo>
                    <a:lnTo>
                      <a:pt x="539" y="505"/>
                    </a:lnTo>
                    <a:lnTo>
                      <a:pt x="536" y="502"/>
                    </a:lnTo>
                    <a:lnTo>
                      <a:pt x="534" y="501"/>
                    </a:lnTo>
                    <a:lnTo>
                      <a:pt x="531" y="499"/>
                    </a:lnTo>
                    <a:lnTo>
                      <a:pt x="529" y="498"/>
                    </a:lnTo>
                    <a:lnTo>
                      <a:pt x="527" y="497"/>
                    </a:lnTo>
                    <a:lnTo>
                      <a:pt x="526" y="495"/>
                    </a:lnTo>
                    <a:lnTo>
                      <a:pt x="523" y="495"/>
                    </a:lnTo>
                    <a:lnTo>
                      <a:pt x="520" y="495"/>
                    </a:lnTo>
                    <a:lnTo>
                      <a:pt x="516" y="494"/>
                    </a:lnTo>
                    <a:lnTo>
                      <a:pt x="513" y="493"/>
                    </a:lnTo>
                    <a:lnTo>
                      <a:pt x="513" y="491"/>
                    </a:lnTo>
                    <a:lnTo>
                      <a:pt x="514" y="489"/>
                    </a:lnTo>
                    <a:lnTo>
                      <a:pt x="515" y="487"/>
                    </a:lnTo>
                    <a:lnTo>
                      <a:pt x="514" y="485"/>
                    </a:lnTo>
                    <a:lnTo>
                      <a:pt x="512" y="483"/>
                    </a:lnTo>
                    <a:lnTo>
                      <a:pt x="512" y="481"/>
                    </a:lnTo>
                    <a:lnTo>
                      <a:pt x="513" y="479"/>
                    </a:lnTo>
                    <a:lnTo>
                      <a:pt x="517" y="478"/>
                    </a:lnTo>
                    <a:lnTo>
                      <a:pt x="520" y="476"/>
                    </a:lnTo>
                    <a:lnTo>
                      <a:pt x="521" y="475"/>
                    </a:lnTo>
                    <a:lnTo>
                      <a:pt x="521" y="473"/>
                    </a:lnTo>
                    <a:lnTo>
                      <a:pt x="522" y="471"/>
                    </a:lnTo>
                    <a:lnTo>
                      <a:pt x="523" y="469"/>
                    </a:lnTo>
                    <a:lnTo>
                      <a:pt x="524" y="467"/>
                    </a:lnTo>
                    <a:lnTo>
                      <a:pt x="525" y="465"/>
                    </a:lnTo>
                    <a:lnTo>
                      <a:pt x="525" y="462"/>
                    </a:lnTo>
                    <a:lnTo>
                      <a:pt x="527" y="460"/>
                    </a:lnTo>
                    <a:lnTo>
                      <a:pt x="530" y="460"/>
                    </a:lnTo>
                    <a:lnTo>
                      <a:pt x="534" y="461"/>
                    </a:lnTo>
                    <a:lnTo>
                      <a:pt x="537" y="463"/>
                    </a:lnTo>
                    <a:lnTo>
                      <a:pt x="539" y="464"/>
                    </a:lnTo>
                    <a:lnTo>
                      <a:pt x="541" y="463"/>
                    </a:lnTo>
                    <a:lnTo>
                      <a:pt x="543" y="461"/>
                    </a:lnTo>
                    <a:lnTo>
                      <a:pt x="545" y="460"/>
                    </a:lnTo>
                    <a:lnTo>
                      <a:pt x="547" y="461"/>
                    </a:lnTo>
                    <a:lnTo>
                      <a:pt x="549" y="462"/>
                    </a:lnTo>
                    <a:lnTo>
                      <a:pt x="551" y="462"/>
                    </a:lnTo>
                    <a:lnTo>
                      <a:pt x="554" y="462"/>
                    </a:lnTo>
                    <a:lnTo>
                      <a:pt x="557" y="462"/>
                    </a:lnTo>
                    <a:lnTo>
                      <a:pt x="559" y="463"/>
                    </a:lnTo>
                    <a:lnTo>
                      <a:pt x="561" y="464"/>
                    </a:lnTo>
                    <a:lnTo>
                      <a:pt x="563" y="465"/>
                    </a:lnTo>
                    <a:lnTo>
                      <a:pt x="565" y="466"/>
                    </a:lnTo>
                    <a:lnTo>
                      <a:pt x="567" y="468"/>
                    </a:lnTo>
                    <a:lnTo>
                      <a:pt x="568" y="470"/>
                    </a:lnTo>
                    <a:lnTo>
                      <a:pt x="567" y="472"/>
                    </a:lnTo>
                    <a:lnTo>
                      <a:pt x="565" y="475"/>
                    </a:lnTo>
                    <a:lnTo>
                      <a:pt x="565" y="477"/>
                    </a:lnTo>
                    <a:lnTo>
                      <a:pt x="567" y="478"/>
                    </a:lnTo>
                    <a:lnTo>
                      <a:pt x="572" y="479"/>
                    </a:lnTo>
                    <a:close/>
                  </a:path>
                </a:pathLst>
              </a:custGeom>
              <a:solidFill>
                <a:srgbClr val="59A3CD">
                  <a:alpha val="9600"/>
                </a:srgbClr>
              </a:solidFill>
              <a:ln>
                <a:noFill/>
              </a:ln>
            </p:spPr>
            <p:txBody>
              <a:bodyPr anchor="ctr"/>
              <a:lstStyle/>
              <a:p>
                <a:pPr algn="ctr">
                  <a:buNone/>
                </a:pPr>
              </a:p>
            </p:txBody>
          </p:sp>
          <p:sp>
            <p:nvSpPr>
              <p:cNvPr id="692" name="addition:spatial:74"/>
              <p:cNvSpPr>
                <a:spLocks noGrp="1"/>
              </p:cNvSpPr>
              <p:nvPr/>
            </p:nvSpPr>
            <p:spPr>
              <a:xfrm>
                <a:off x="5648325" y="1666875"/>
                <a:ext cx="807461" cy="862736"/>
              </a:xfrm>
              <a:custGeom>
                <a:avLst/>
                <a:gdLst/>
                <a:ahLst/>
                <a:cxnLst/>
                <a:rect l="l" t="t" r="r" b="b"/>
                <a:pathLst>
                  <a:path w="609" h="510">
                    <a:moveTo>
                      <a:pt x="0" y="0"/>
                    </a:moveTo>
                    <a:moveTo>
                      <a:pt x="609" y="486"/>
                    </a:moveTo>
                    <a:lnTo>
                      <a:pt x="609" y="488"/>
                    </a:lnTo>
                    <a:lnTo>
                      <a:pt x="608" y="490"/>
                    </a:lnTo>
                    <a:lnTo>
                      <a:pt x="608" y="492"/>
                    </a:lnTo>
                    <a:lnTo>
                      <a:pt x="607" y="494"/>
                    </a:lnTo>
                    <a:lnTo>
                      <a:pt x="604" y="496"/>
                    </a:lnTo>
                    <a:lnTo>
                      <a:pt x="600" y="497"/>
                    </a:lnTo>
                    <a:lnTo>
                      <a:pt x="596" y="497"/>
                    </a:lnTo>
                    <a:lnTo>
                      <a:pt x="593" y="498"/>
                    </a:lnTo>
                    <a:lnTo>
                      <a:pt x="593" y="500"/>
                    </a:lnTo>
                    <a:lnTo>
                      <a:pt x="593" y="504"/>
                    </a:lnTo>
                    <a:lnTo>
                      <a:pt x="592" y="507"/>
                    </a:lnTo>
                    <a:lnTo>
                      <a:pt x="589" y="508"/>
                    </a:lnTo>
                    <a:lnTo>
                      <a:pt x="586" y="508"/>
                    </a:lnTo>
                    <a:lnTo>
                      <a:pt x="582" y="508"/>
                    </a:lnTo>
                    <a:lnTo>
                      <a:pt x="579" y="509"/>
                    </a:lnTo>
                    <a:lnTo>
                      <a:pt x="576" y="509"/>
                    </a:lnTo>
                    <a:lnTo>
                      <a:pt x="573" y="510"/>
                    </a:lnTo>
                    <a:lnTo>
                      <a:pt x="570" y="509"/>
                    </a:lnTo>
                    <a:lnTo>
                      <a:pt x="568" y="508"/>
                    </a:lnTo>
                    <a:lnTo>
                      <a:pt x="565" y="507"/>
                    </a:lnTo>
                    <a:lnTo>
                      <a:pt x="563" y="507"/>
                    </a:lnTo>
                    <a:lnTo>
                      <a:pt x="560" y="506"/>
                    </a:lnTo>
                    <a:lnTo>
                      <a:pt x="559" y="505"/>
                    </a:lnTo>
                    <a:lnTo>
                      <a:pt x="557" y="503"/>
                    </a:lnTo>
                    <a:lnTo>
                      <a:pt x="556" y="502"/>
                    </a:lnTo>
                    <a:lnTo>
                      <a:pt x="553" y="501"/>
                    </a:lnTo>
                    <a:lnTo>
                      <a:pt x="549" y="502"/>
                    </a:lnTo>
                    <a:lnTo>
                      <a:pt x="545" y="502"/>
                    </a:lnTo>
                    <a:lnTo>
                      <a:pt x="543" y="500"/>
                    </a:lnTo>
                    <a:lnTo>
                      <a:pt x="544" y="497"/>
                    </a:lnTo>
                    <a:lnTo>
                      <a:pt x="547" y="494"/>
                    </a:lnTo>
                    <a:lnTo>
                      <a:pt x="548" y="492"/>
                    </a:lnTo>
                    <a:lnTo>
                      <a:pt x="549" y="490"/>
                    </a:lnTo>
                    <a:lnTo>
                      <a:pt x="548" y="488"/>
                    </a:lnTo>
                    <a:lnTo>
                      <a:pt x="549" y="486"/>
                    </a:lnTo>
                    <a:lnTo>
                      <a:pt x="549" y="484"/>
                    </a:lnTo>
                    <a:lnTo>
                      <a:pt x="549" y="482"/>
                    </a:lnTo>
                    <a:lnTo>
                      <a:pt x="548" y="480"/>
                    </a:lnTo>
                    <a:lnTo>
                      <a:pt x="546" y="477"/>
                    </a:lnTo>
                    <a:lnTo>
                      <a:pt x="546" y="475"/>
                    </a:lnTo>
                    <a:lnTo>
                      <a:pt x="548" y="474"/>
                    </a:lnTo>
                    <a:lnTo>
                      <a:pt x="551" y="473"/>
                    </a:lnTo>
                    <a:lnTo>
                      <a:pt x="553" y="471"/>
                    </a:lnTo>
                    <a:lnTo>
                      <a:pt x="553" y="469"/>
                    </a:lnTo>
                    <a:lnTo>
                      <a:pt x="553" y="466"/>
                    </a:lnTo>
                    <a:lnTo>
                      <a:pt x="555" y="465"/>
                    </a:lnTo>
                    <a:lnTo>
                      <a:pt x="558" y="465"/>
                    </a:lnTo>
                    <a:lnTo>
                      <a:pt x="562" y="466"/>
                    </a:lnTo>
                    <a:lnTo>
                      <a:pt x="565" y="467"/>
                    </a:lnTo>
                    <a:lnTo>
                      <a:pt x="567" y="467"/>
                    </a:lnTo>
                    <a:lnTo>
                      <a:pt x="568" y="466"/>
                    </a:lnTo>
                    <a:lnTo>
                      <a:pt x="570" y="464"/>
                    </a:lnTo>
                    <a:lnTo>
                      <a:pt x="573" y="463"/>
                    </a:lnTo>
                    <a:lnTo>
                      <a:pt x="576" y="463"/>
                    </a:lnTo>
                    <a:lnTo>
                      <a:pt x="579" y="462"/>
                    </a:lnTo>
                    <a:lnTo>
                      <a:pt x="582" y="461"/>
                    </a:lnTo>
                    <a:lnTo>
                      <a:pt x="586" y="462"/>
                    </a:lnTo>
                    <a:lnTo>
                      <a:pt x="588" y="464"/>
                    </a:lnTo>
                    <a:lnTo>
                      <a:pt x="589" y="467"/>
                    </a:lnTo>
                    <a:lnTo>
                      <a:pt x="590" y="470"/>
                    </a:lnTo>
                    <a:lnTo>
                      <a:pt x="592" y="471"/>
                    </a:lnTo>
                    <a:lnTo>
                      <a:pt x="595" y="472"/>
                    </a:lnTo>
                    <a:lnTo>
                      <a:pt x="599" y="473"/>
                    </a:lnTo>
                    <a:lnTo>
                      <a:pt x="601" y="474"/>
                    </a:lnTo>
                    <a:lnTo>
                      <a:pt x="601" y="476"/>
                    </a:lnTo>
                    <a:lnTo>
                      <a:pt x="601" y="479"/>
                    </a:lnTo>
                    <a:lnTo>
                      <a:pt x="603" y="480"/>
                    </a:lnTo>
                    <a:lnTo>
                      <a:pt x="605" y="482"/>
                    </a:lnTo>
                    <a:lnTo>
                      <a:pt x="608" y="484"/>
                    </a:lnTo>
                    <a:close/>
                  </a:path>
                </a:pathLst>
              </a:custGeom>
              <a:solidFill>
                <a:srgbClr val="59A3CD">
                  <a:alpha val="9600"/>
                </a:srgbClr>
              </a:solidFill>
              <a:ln>
                <a:noFill/>
              </a:ln>
            </p:spPr>
            <p:txBody>
              <a:bodyPr anchor="ctr"/>
              <a:lstStyle/>
              <a:p>
                <a:pPr algn="ctr">
                  <a:buNone/>
                </a:pPr>
              </a:p>
            </p:txBody>
          </p:sp>
          <p:sp>
            <p:nvSpPr>
              <p:cNvPr id="693" name="addition:spatial:75"/>
              <p:cNvSpPr>
                <a:spLocks noGrp="1"/>
              </p:cNvSpPr>
              <p:nvPr/>
            </p:nvSpPr>
            <p:spPr>
              <a:xfrm>
                <a:off x="5648325" y="1666875"/>
                <a:ext cx="840608" cy="896569"/>
              </a:xfrm>
              <a:custGeom>
                <a:avLst/>
                <a:gdLst/>
                <a:ahLst/>
                <a:cxnLst/>
                <a:rect l="l" t="t" r="r" b="b"/>
                <a:pathLst>
                  <a:path w="634" h="530">
                    <a:moveTo>
                      <a:pt x="0" y="0"/>
                    </a:moveTo>
                    <a:moveTo>
                      <a:pt x="626" y="505"/>
                    </a:moveTo>
                    <a:lnTo>
                      <a:pt x="625" y="507"/>
                    </a:lnTo>
                    <a:lnTo>
                      <a:pt x="624" y="509"/>
                    </a:lnTo>
                    <a:lnTo>
                      <a:pt x="623" y="511"/>
                    </a:lnTo>
                    <a:lnTo>
                      <a:pt x="623" y="513"/>
                    </a:lnTo>
                    <a:lnTo>
                      <a:pt x="623" y="515"/>
                    </a:lnTo>
                    <a:lnTo>
                      <a:pt x="624" y="518"/>
                    </a:lnTo>
                    <a:lnTo>
                      <a:pt x="625" y="521"/>
                    </a:lnTo>
                    <a:lnTo>
                      <a:pt x="623" y="523"/>
                    </a:lnTo>
                    <a:lnTo>
                      <a:pt x="620" y="524"/>
                    </a:lnTo>
                    <a:lnTo>
                      <a:pt x="616" y="524"/>
                    </a:lnTo>
                    <a:lnTo>
                      <a:pt x="613" y="525"/>
                    </a:lnTo>
                    <a:lnTo>
                      <a:pt x="611" y="526"/>
                    </a:lnTo>
                    <a:lnTo>
                      <a:pt x="610" y="528"/>
                    </a:lnTo>
                    <a:lnTo>
                      <a:pt x="608" y="530"/>
                    </a:lnTo>
                    <a:lnTo>
                      <a:pt x="605" y="529"/>
                    </a:lnTo>
                    <a:lnTo>
                      <a:pt x="602" y="527"/>
                    </a:lnTo>
                    <a:lnTo>
                      <a:pt x="600" y="526"/>
                    </a:lnTo>
                    <a:lnTo>
                      <a:pt x="598" y="527"/>
                    </a:lnTo>
                    <a:lnTo>
                      <a:pt x="595" y="528"/>
                    </a:lnTo>
                    <a:lnTo>
                      <a:pt x="592" y="529"/>
                    </a:lnTo>
                    <a:lnTo>
                      <a:pt x="589" y="529"/>
                    </a:lnTo>
                    <a:lnTo>
                      <a:pt x="586" y="529"/>
                    </a:lnTo>
                    <a:lnTo>
                      <a:pt x="583" y="529"/>
                    </a:lnTo>
                    <a:lnTo>
                      <a:pt x="579" y="529"/>
                    </a:lnTo>
                    <a:lnTo>
                      <a:pt x="576" y="527"/>
                    </a:lnTo>
                    <a:lnTo>
                      <a:pt x="575" y="524"/>
                    </a:lnTo>
                    <a:lnTo>
                      <a:pt x="576" y="520"/>
                    </a:lnTo>
                    <a:lnTo>
                      <a:pt x="577" y="517"/>
                    </a:lnTo>
                    <a:lnTo>
                      <a:pt x="575" y="516"/>
                    </a:lnTo>
                    <a:lnTo>
                      <a:pt x="571" y="515"/>
                    </a:lnTo>
                    <a:lnTo>
                      <a:pt x="567" y="514"/>
                    </a:lnTo>
                    <a:lnTo>
                      <a:pt x="565" y="512"/>
                    </a:lnTo>
                    <a:lnTo>
                      <a:pt x="564" y="509"/>
                    </a:lnTo>
                    <a:lnTo>
                      <a:pt x="564" y="507"/>
                    </a:lnTo>
                    <a:lnTo>
                      <a:pt x="563" y="505"/>
                    </a:lnTo>
                    <a:lnTo>
                      <a:pt x="562" y="503"/>
                    </a:lnTo>
                    <a:lnTo>
                      <a:pt x="561" y="500"/>
                    </a:lnTo>
                    <a:lnTo>
                      <a:pt x="561" y="498"/>
                    </a:lnTo>
                    <a:lnTo>
                      <a:pt x="563" y="496"/>
                    </a:lnTo>
                    <a:lnTo>
                      <a:pt x="564" y="494"/>
                    </a:lnTo>
                    <a:lnTo>
                      <a:pt x="566" y="492"/>
                    </a:lnTo>
                    <a:lnTo>
                      <a:pt x="567" y="490"/>
                    </a:lnTo>
                    <a:lnTo>
                      <a:pt x="570" y="489"/>
                    </a:lnTo>
                    <a:lnTo>
                      <a:pt x="575" y="489"/>
                    </a:lnTo>
                    <a:lnTo>
                      <a:pt x="579" y="489"/>
                    </a:lnTo>
                    <a:lnTo>
                      <a:pt x="581" y="488"/>
                    </a:lnTo>
                    <a:lnTo>
                      <a:pt x="582" y="485"/>
                    </a:lnTo>
                    <a:lnTo>
                      <a:pt x="583" y="481"/>
                    </a:lnTo>
                    <a:lnTo>
                      <a:pt x="585" y="478"/>
                    </a:lnTo>
                    <a:lnTo>
                      <a:pt x="589" y="478"/>
                    </a:lnTo>
                    <a:lnTo>
                      <a:pt x="593" y="478"/>
                    </a:lnTo>
                    <a:lnTo>
                      <a:pt x="597" y="479"/>
                    </a:lnTo>
                    <a:lnTo>
                      <a:pt x="600" y="480"/>
                    </a:lnTo>
                    <a:lnTo>
                      <a:pt x="604" y="480"/>
                    </a:lnTo>
                    <a:lnTo>
                      <a:pt x="607" y="482"/>
                    </a:lnTo>
                    <a:lnTo>
                      <a:pt x="609" y="483"/>
                    </a:lnTo>
                    <a:lnTo>
                      <a:pt x="612" y="485"/>
                    </a:lnTo>
                    <a:lnTo>
                      <a:pt x="614" y="485"/>
                    </a:lnTo>
                    <a:lnTo>
                      <a:pt x="618" y="485"/>
                    </a:lnTo>
                    <a:lnTo>
                      <a:pt x="621" y="486"/>
                    </a:lnTo>
                    <a:lnTo>
                      <a:pt x="622" y="487"/>
                    </a:lnTo>
                    <a:lnTo>
                      <a:pt x="623" y="490"/>
                    </a:lnTo>
                    <a:lnTo>
                      <a:pt x="624" y="492"/>
                    </a:lnTo>
                    <a:lnTo>
                      <a:pt x="626" y="493"/>
                    </a:lnTo>
                    <a:lnTo>
                      <a:pt x="630" y="493"/>
                    </a:lnTo>
                    <a:lnTo>
                      <a:pt x="634" y="495"/>
                    </a:lnTo>
                    <a:lnTo>
                      <a:pt x="634" y="497"/>
                    </a:lnTo>
                    <a:lnTo>
                      <a:pt x="632" y="500"/>
                    </a:lnTo>
                    <a:lnTo>
                      <a:pt x="628" y="503"/>
                    </a:lnTo>
                    <a:close/>
                  </a:path>
                </a:pathLst>
              </a:custGeom>
              <a:solidFill>
                <a:srgbClr val="59A3CD">
                  <a:alpha val="9600"/>
                </a:srgbClr>
              </a:solidFill>
              <a:ln>
                <a:noFill/>
              </a:ln>
            </p:spPr>
            <p:txBody>
              <a:bodyPr anchor="ctr"/>
              <a:lstStyle/>
              <a:p>
                <a:pPr algn="ctr">
                  <a:buNone/>
                </a:pPr>
              </a:p>
            </p:txBody>
          </p:sp>
          <p:sp>
            <p:nvSpPr>
              <p:cNvPr id="694" name="addition:spatial:76"/>
              <p:cNvSpPr>
                <a:spLocks noGrp="1"/>
              </p:cNvSpPr>
              <p:nvPr/>
            </p:nvSpPr>
            <p:spPr>
              <a:xfrm>
                <a:off x="5648325" y="1666875"/>
                <a:ext cx="822046" cy="933785"/>
              </a:xfrm>
              <a:custGeom>
                <a:avLst/>
                <a:gdLst/>
                <a:ahLst/>
                <a:cxnLst/>
                <a:rect l="l" t="t" r="r" b="b"/>
                <a:pathLst>
                  <a:path w="620" h="552">
                    <a:moveTo>
                      <a:pt x="0" y="0"/>
                    </a:moveTo>
                    <a:moveTo>
                      <a:pt x="616" y="526"/>
                    </a:moveTo>
                    <a:lnTo>
                      <a:pt x="615" y="528"/>
                    </a:lnTo>
                    <a:lnTo>
                      <a:pt x="612" y="530"/>
                    </a:lnTo>
                    <a:lnTo>
                      <a:pt x="610" y="532"/>
                    </a:lnTo>
                    <a:lnTo>
                      <a:pt x="609" y="534"/>
                    </a:lnTo>
                    <a:lnTo>
                      <a:pt x="608" y="537"/>
                    </a:lnTo>
                    <a:lnTo>
                      <a:pt x="606" y="538"/>
                    </a:lnTo>
                    <a:lnTo>
                      <a:pt x="603" y="540"/>
                    </a:lnTo>
                    <a:lnTo>
                      <a:pt x="601" y="541"/>
                    </a:lnTo>
                    <a:lnTo>
                      <a:pt x="600" y="544"/>
                    </a:lnTo>
                    <a:lnTo>
                      <a:pt x="600" y="547"/>
                    </a:lnTo>
                    <a:lnTo>
                      <a:pt x="599" y="551"/>
                    </a:lnTo>
                    <a:lnTo>
                      <a:pt x="595" y="552"/>
                    </a:lnTo>
                    <a:lnTo>
                      <a:pt x="590" y="551"/>
                    </a:lnTo>
                    <a:lnTo>
                      <a:pt x="586" y="549"/>
                    </a:lnTo>
                    <a:lnTo>
                      <a:pt x="582" y="548"/>
                    </a:lnTo>
                    <a:lnTo>
                      <a:pt x="579" y="548"/>
                    </a:lnTo>
                    <a:lnTo>
                      <a:pt x="577" y="549"/>
                    </a:lnTo>
                    <a:lnTo>
                      <a:pt x="574" y="549"/>
                    </a:lnTo>
                    <a:lnTo>
                      <a:pt x="571" y="550"/>
                    </a:lnTo>
                    <a:lnTo>
                      <a:pt x="568" y="550"/>
                    </a:lnTo>
                    <a:lnTo>
                      <a:pt x="565" y="550"/>
                    </a:lnTo>
                    <a:lnTo>
                      <a:pt x="561" y="551"/>
                    </a:lnTo>
                    <a:lnTo>
                      <a:pt x="557" y="550"/>
                    </a:lnTo>
                    <a:lnTo>
                      <a:pt x="555" y="548"/>
                    </a:lnTo>
                    <a:lnTo>
                      <a:pt x="554" y="546"/>
                    </a:lnTo>
                    <a:lnTo>
                      <a:pt x="552" y="544"/>
                    </a:lnTo>
                    <a:lnTo>
                      <a:pt x="549" y="542"/>
                    </a:lnTo>
                    <a:lnTo>
                      <a:pt x="545" y="542"/>
                    </a:lnTo>
                    <a:lnTo>
                      <a:pt x="542" y="540"/>
                    </a:lnTo>
                    <a:lnTo>
                      <a:pt x="542" y="537"/>
                    </a:lnTo>
                    <a:lnTo>
                      <a:pt x="544" y="534"/>
                    </a:lnTo>
                    <a:lnTo>
                      <a:pt x="545" y="532"/>
                    </a:lnTo>
                    <a:lnTo>
                      <a:pt x="544" y="530"/>
                    </a:lnTo>
                    <a:lnTo>
                      <a:pt x="540" y="528"/>
                    </a:lnTo>
                    <a:lnTo>
                      <a:pt x="536" y="526"/>
                    </a:lnTo>
                    <a:lnTo>
                      <a:pt x="534" y="524"/>
                    </a:lnTo>
                    <a:lnTo>
                      <a:pt x="533" y="521"/>
                    </a:lnTo>
                    <a:lnTo>
                      <a:pt x="532" y="519"/>
                    </a:lnTo>
                    <a:lnTo>
                      <a:pt x="532" y="516"/>
                    </a:lnTo>
                    <a:lnTo>
                      <a:pt x="533" y="514"/>
                    </a:lnTo>
                    <a:lnTo>
                      <a:pt x="537" y="512"/>
                    </a:lnTo>
                    <a:lnTo>
                      <a:pt x="542" y="512"/>
                    </a:lnTo>
                    <a:lnTo>
                      <a:pt x="547" y="512"/>
                    </a:lnTo>
                    <a:lnTo>
                      <a:pt x="549" y="510"/>
                    </a:lnTo>
                    <a:lnTo>
                      <a:pt x="550" y="508"/>
                    </a:lnTo>
                    <a:lnTo>
                      <a:pt x="551" y="505"/>
                    </a:lnTo>
                    <a:lnTo>
                      <a:pt x="553" y="503"/>
                    </a:lnTo>
                    <a:lnTo>
                      <a:pt x="558" y="503"/>
                    </a:lnTo>
                    <a:lnTo>
                      <a:pt x="562" y="503"/>
                    </a:lnTo>
                    <a:lnTo>
                      <a:pt x="566" y="503"/>
                    </a:lnTo>
                    <a:lnTo>
                      <a:pt x="569" y="501"/>
                    </a:lnTo>
                    <a:lnTo>
                      <a:pt x="573" y="499"/>
                    </a:lnTo>
                    <a:lnTo>
                      <a:pt x="578" y="498"/>
                    </a:lnTo>
                    <a:lnTo>
                      <a:pt x="582" y="499"/>
                    </a:lnTo>
                    <a:lnTo>
                      <a:pt x="586" y="500"/>
                    </a:lnTo>
                    <a:lnTo>
                      <a:pt x="590" y="501"/>
                    </a:lnTo>
                    <a:lnTo>
                      <a:pt x="594" y="503"/>
                    </a:lnTo>
                    <a:lnTo>
                      <a:pt x="597" y="504"/>
                    </a:lnTo>
                    <a:lnTo>
                      <a:pt x="598" y="507"/>
                    </a:lnTo>
                    <a:lnTo>
                      <a:pt x="599" y="510"/>
                    </a:lnTo>
                    <a:lnTo>
                      <a:pt x="602" y="511"/>
                    </a:lnTo>
                    <a:lnTo>
                      <a:pt x="606" y="511"/>
                    </a:lnTo>
                    <a:lnTo>
                      <a:pt x="612" y="511"/>
                    </a:lnTo>
                    <a:lnTo>
                      <a:pt x="618" y="511"/>
                    </a:lnTo>
                    <a:lnTo>
                      <a:pt x="620" y="513"/>
                    </a:lnTo>
                    <a:lnTo>
                      <a:pt x="619" y="516"/>
                    </a:lnTo>
                    <a:lnTo>
                      <a:pt x="617" y="519"/>
                    </a:lnTo>
                    <a:lnTo>
                      <a:pt x="616" y="521"/>
                    </a:lnTo>
                    <a:lnTo>
                      <a:pt x="616" y="524"/>
                    </a:lnTo>
                    <a:close/>
                  </a:path>
                </a:pathLst>
              </a:custGeom>
              <a:solidFill>
                <a:srgbClr val="59A3CD">
                  <a:alpha val="9600"/>
                </a:srgbClr>
              </a:solidFill>
              <a:ln>
                <a:noFill/>
              </a:ln>
            </p:spPr>
            <p:txBody>
              <a:bodyPr anchor="ctr"/>
              <a:lstStyle/>
              <a:p>
                <a:pPr algn="ctr">
                  <a:buNone/>
                </a:pPr>
              </a:p>
            </p:txBody>
          </p:sp>
          <p:sp>
            <p:nvSpPr>
              <p:cNvPr id="695" name="addition:spatial:77"/>
              <p:cNvSpPr>
                <a:spLocks noGrp="1"/>
              </p:cNvSpPr>
              <p:nvPr/>
            </p:nvSpPr>
            <p:spPr>
              <a:xfrm>
                <a:off x="5648325" y="1666875"/>
                <a:ext cx="758403" cy="937169"/>
              </a:xfrm>
              <a:custGeom>
                <a:avLst/>
                <a:gdLst/>
                <a:ahLst/>
                <a:cxnLst/>
                <a:rect l="l" t="t" r="r" b="b"/>
                <a:pathLst>
                  <a:path w="572" h="554">
                    <a:moveTo>
                      <a:pt x="0" y="0"/>
                    </a:moveTo>
                    <a:moveTo>
                      <a:pt x="571" y="528"/>
                    </a:moveTo>
                    <a:lnTo>
                      <a:pt x="571" y="531"/>
                    </a:lnTo>
                    <a:lnTo>
                      <a:pt x="568" y="533"/>
                    </a:lnTo>
                    <a:lnTo>
                      <a:pt x="565" y="534"/>
                    </a:lnTo>
                    <a:lnTo>
                      <a:pt x="562" y="536"/>
                    </a:lnTo>
                    <a:lnTo>
                      <a:pt x="562" y="538"/>
                    </a:lnTo>
                    <a:lnTo>
                      <a:pt x="565" y="541"/>
                    </a:lnTo>
                    <a:lnTo>
                      <a:pt x="566" y="544"/>
                    </a:lnTo>
                    <a:lnTo>
                      <a:pt x="566" y="547"/>
                    </a:lnTo>
                    <a:lnTo>
                      <a:pt x="563" y="548"/>
                    </a:lnTo>
                    <a:lnTo>
                      <a:pt x="559" y="549"/>
                    </a:lnTo>
                    <a:lnTo>
                      <a:pt x="556" y="549"/>
                    </a:lnTo>
                    <a:lnTo>
                      <a:pt x="553" y="550"/>
                    </a:lnTo>
                    <a:lnTo>
                      <a:pt x="551" y="550"/>
                    </a:lnTo>
                    <a:lnTo>
                      <a:pt x="548" y="550"/>
                    </a:lnTo>
                    <a:lnTo>
                      <a:pt x="545" y="549"/>
                    </a:lnTo>
                    <a:lnTo>
                      <a:pt x="543" y="550"/>
                    </a:lnTo>
                    <a:lnTo>
                      <a:pt x="541" y="552"/>
                    </a:lnTo>
                    <a:lnTo>
                      <a:pt x="538" y="554"/>
                    </a:lnTo>
                    <a:lnTo>
                      <a:pt x="535" y="554"/>
                    </a:lnTo>
                    <a:lnTo>
                      <a:pt x="532" y="553"/>
                    </a:lnTo>
                    <a:lnTo>
                      <a:pt x="530" y="551"/>
                    </a:lnTo>
                    <a:lnTo>
                      <a:pt x="527" y="550"/>
                    </a:lnTo>
                    <a:lnTo>
                      <a:pt x="524" y="550"/>
                    </a:lnTo>
                    <a:lnTo>
                      <a:pt x="519" y="551"/>
                    </a:lnTo>
                    <a:lnTo>
                      <a:pt x="516" y="550"/>
                    </a:lnTo>
                    <a:lnTo>
                      <a:pt x="514" y="548"/>
                    </a:lnTo>
                    <a:lnTo>
                      <a:pt x="514" y="544"/>
                    </a:lnTo>
                    <a:lnTo>
                      <a:pt x="513" y="542"/>
                    </a:lnTo>
                    <a:lnTo>
                      <a:pt x="512" y="540"/>
                    </a:lnTo>
                    <a:lnTo>
                      <a:pt x="510" y="538"/>
                    </a:lnTo>
                    <a:lnTo>
                      <a:pt x="509" y="536"/>
                    </a:lnTo>
                    <a:lnTo>
                      <a:pt x="507" y="534"/>
                    </a:lnTo>
                    <a:lnTo>
                      <a:pt x="505" y="532"/>
                    </a:lnTo>
                    <a:lnTo>
                      <a:pt x="501" y="531"/>
                    </a:lnTo>
                    <a:lnTo>
                      <a:pt x="497" y="528"/>
                    </a:lnTo>
                    <a:lnTo>
                      <a:pt x="495" y="526"/>
                    </a:lnTo>
                    <a:lnTo>
                      <a:pt x="496" y="523"/>
                    </a:lnTo>
                    <a:lnTo>
                      <a:pt x="500" y="522"/>
                    </a:lnTo>
                    <a:lnTo>
                      <a:pt x="504" y="520"/>
                    </a:lnTo>
                    <a:lnTo>
                      <a:pt x="506" y="519"/>
                    </a:lnTo>
                    <a:lnTo>
                      <a:pt x="507" y="516"/>
                    </a:lnTo>
                    <a:lnTo>
                      <a:pt x="507" y="514"/>
                    </a:lnTo>
                    <a:lnTo>
                      <a:pt x="509" y="512"/>
                    </a:lnTo>
                    <a:lnTo>
                      <a:pt x="513" y="511"/>
                    </a:lnTo>
                    <a:lnTo>
                      <a:pt x="516" y="511"/>
                    </a:lnTo>
                    <a:lnTo>
                      <a:pt x="519" y="509"/>
                    </a:lnTo>
                    <a:lnTo>
                      <a:pt x="521" y="507"/>
                    </a:lnTo>
                    <a:lnTo>
                      <a:pt x="524" y="506"/>
                    </a:lnTo>
                    <a:lnTo>
                      <a:pt x="527" y="504"/>
                    </a:lnTo>
                    <a:lnTo>
                      <a:pt x="530" y="504"/>
                    </a:lnTo>
                    <a:lnTo>
                      <a:pt x="534" y="503"/>
                    </a:lnTo>
                    <a:lnTo>
                      <a:pt x="538" y="501"/>
                    </a:lnTo>
                    <a:lnTo>
                      <a:pt x="541" y="500"/>
                    </a:lnTo>
                    <a:lnTo>
                      <a:pt x="545" y="501"/>
                    </a:lnTo>
                    <a:lnTo>
                      <a:pt x="548" y="505"/>
                    </a:lnTo>
                    <a:lnTo>
                      <a:pt x="550" y="508"/>
                    </a:lnTo>
                    <a:lnTo>
                      <a:pt x="551" y="510"/>
                    </a:lnTo>
                    <a:lnTo>
                      <a:pt x="554" y="510"/>
                    </a:lnTo>
                    <a:lnTo>
                      <a:pt x="558" y="509"/>
                    </a:lnTo>
                    <a:lnTo>
                      <a:pt x="562" y="509"/>
                    </a:lnTo>
                    <a:lnTo>
                      <a:pt x="565" y="510"/>
                    </a:lnTo>
                    <a:lnTo>
                      <a:pt x="567" y="512"/>
                    </a:lnTo>
                    <a:lnTo>
                      <a:pt x="568" y="513"/>
                    </a:lnTo>
                    <a:lnTo>
                      <a:pt x="570" y="515"/>
                    </a:lnTo>
                    <a:lnTo>
                      <a:pt x="572" y="517"/>
                    </a:lnTo>
                    <a:lnTo>
                      <a:pt x="572" y="519"/>
                    </a:lnTo>
                    <a:lnTo>
                      <a:pt x="571" y="522"/>
                    </a:lnTo>
                    <a:lnTo>
                      <a:pt x="570" y="524"/>
                    </a:lnTo>
                    <a:lnTo>
                      <a:pt x="570" y="526"/>
                    </a:lnTo>
                    <a:close/>
                  </a:path>
                </a:pathLst>
              </a:custGeom>
              <a:solidFill>
                <a:srgbClr val="59A3CD">
                  <a:alpha val="9600"/>
                </a:srgbClr>
              </a:solidFill>
              <a:ln>
                <a:noFill/>
              </a:ln>
            </p:spPr>
            <p:txBody>
              <a:bodyPr anchor="ctr"/>
              <a:lstStyle/>
              <a:p>
                <a:pPr algn="ctr">
                  <a:buNone/>
                </a:pPr>
              </a:p>
            </p:txBody>
          </p:sp>
          <p:sp>
            <p:nvSpPr>
              <p:cNvPr id="696" name="addition:spatial:78"/>
              <p:cNvSpPr>
                <a:spLocks noGrp="1"/>
              </p:cNvSpPr>
              <p:nvPr/>
            </p:nvSpPr>
            <p:spPr>
              <a:xfrm>
                <a:off x="5648325" y="1666875"/>
                <a:ext cx="709346" cy="918561"/>
              </a:xfrm>
              <a:custGeom>
                <a:avLst/>
                <a:gdLst/>
                <a:ahLst/>
                <a:cxnLst/>
                <a:rect l="l" t="t" r="r" b="b"/>
                <a:pathLst>
                  <a:path w="535" h="543">
                    <a:moveTo>
                      <a:pt x="0" y="0"/>
                    </a:moveTo>
                    <a:moveTo>
                      <a:pt x="530" y="519"/>
                    </a:moveTo>
                    <a:lnTo>
                      <a:pt x="532" y="521"/>
                    </a:lnTo>
                    <a:lnTo>
                      <a:pt x="533" y="523"/>
                    </a:lnTo>
                    <a:lnTo>
                      <a:pt x="532" y="525"/>
                    </a:lnTo>
                    <a:lnTo>
                      <a:pt x="530" y="526"/>
                    </a:lnTo>
                    <a:lnTo>
                      <a:pt x="529" y="528"/>
                    </a:lnTo>
                    <a:lnTo>
                      <a:pt x="529" y="530"/>
                    </a:lnTo>
                    <a:lnTo>
                      <a:pt x="530" y="532"/>
                    </a:lnTo>
                    <a:lnTo>
                      <a:pt x="529" y="535"/>
                    </a:lnTo>
                    <a:lnTo>
                      <a:pt x="528" y="536"/>
                    </a:lnTo>
                    <a:lnTo>
                      <a:pt x="525" y="537"/>
                    </a:lnTo>
                    <a:lnTo>
                      <a:pt x="523" y="537"/>
                    </a:lnTo>
                    <a:lnTo>
                      <a:pt x="521" y="538"/>
                    </a:lnTo>
                    <a:lnTo>
                      <a:pt x="519" y="538"/>
                    </a:lnTo>
                    <a:lnTo>
                      <a:pt x="516" y="538"/>
                    </a:lnTo>
                    <a:lnTo>
                      <a:pt x="514" y="537"/>
                    </a:lnTo>
                    <a:lnTo>
                      <a:pt x="512" y="536"/>
                    </a:lnTo>
                    <a:lnTo>
                      <a:pt x="511" y="538"/>
                    </a:lnTo>
                    <a:lnTo>
                      <a:pt x="508" y="540"/>
                    </a:lnTo>
                    <a:lnTo>
                      <a:pt x="505" y="543"/>
                    </a:lnTo>
                    <a:lnTo>
                      <a:pt x="503" y="543"/>
                    </a:lnTo>
                    <a:lnTo>
                      <a:pt x="500" y="541"/>
                    </a:lnTo>
                    <a:lnTo>
                      <a:pt x="498" y="539"/>
                    </a:lnTo>
                    <a:lnTo>
                      <a:pt x="496" y="538"/>
                    </a:lnTo>
                    <a:lnTo>
                      <a:pt x="494" y="537"/>
                    </a:lnTo>
                    <a:lnTo>
                      <a:pt x="491" y="536"/>
                    </a:lnTo>
                    <a:lnTo>
                      <a:pt x="489" y="534"/>
                    </a:lnTo>
                    <a:lnTo>
                      <a:pt x="488" y="532"/>
                    </a:lnTo>
                    <a:lnTo>
                      <a:pt x="487" y="531"/>
                    </a:lnTo>
                    <a:lnTo>
                      <a:pt x="485" y="529"/>
                    </a:lnTo>
                    <a:lnTo>
                      <a:pt x="483" y="528"/>
                    </a:lnTo>
                    <a:lnTo>
                      <a:pt x="481" y="527"/>
                    </a:lnTo>
                    <a:lnTo>
                      <a:pt x="481" y="525"/>
                    </a:lnTo>
                    <a:lnTo>
                      <a:pt x="481" y="523"/>
                    </a:lnTo>
                    <a:lnTo>
                      <a:pt x="479" y="521"/>
                    </a:lnTo>
                    <a:lnTo>
                      <a:pt x="476" y="519"/>
                    </a:lnTo>
                    <a:lnTo>
                      <a:pt x="473" y="517"/>
                    </a:lnTo>
                    <a:lnTo>
                      <a:pt x="473" y="515"/>
                    </a:lnTo>
                    <a:lnTo>
                      <a:pt x="475" y="513"/>
                    </a:lnTo>
                    <a:lnTo>
                      <a:pt x="479" y="512"/>
                    </a:lnTo>
                    <a:lnTo>
                      <a:pt x="483" y="511"/>
                    </a:lnTo>
                    <a:lnTo>
                      <a:pt x="485" y="510"/>
                    </a:lnTo>
                    <a:lnTo>
                      <a:pt x="486" y="508"/>
                    </a:lnTo>
                    <a:lnTo>
                      <a:pt x="487" y="507"/>
                    </a:lnTo>
                    <a:lnTo>
                      <a:pt x="489" y="505"/>
                    </a:lnTo>
                    <a:lnTo>
                      <a:pt x="491" y="504"/>
                    </a:lnTo>
                    <a:lnTo>
                      <a:pt x="492" y="502"/>
                    </a:lnTo>
                    <a:lnTo>
                      <a:pt x="494" y="500"/>
                    </a:lnTo>
                    <a:lnTo>
                      <a:pt x="496" y="498"/>
                    </a:lnTo>
                    <a:lnTo>
                      <a:pt x="499" y="498"/>
                    </a:lnTo>
                    <a:lnTo>
                      <a:pt x="503" y="498"/>
                    </a:lnTo>
                    <a:lnTo>
                      <a:pt x="506" y="499"/>
                    </a:lnTo>
                    <a:lnTo>
                      <a:pt x="508" y="499"/>
                    </a:lnTo>
                    <a:lnTo>
                      <a:pt x="511" y="498"/>
                    </a:lnTo>
                    <a:lnTo>
                      <a:pt x="514" y="497"/>
                    </a:lnTo>
                    <a:lnTo>
                      <a:pt x="516" y="498"/>
                    </a:lnTo>
                    <a:lnTo>
                      <a:pt x="518" y="501"/>
                    </a:lnTo>
                    <a:lnTo>
                      <a:pt x="519" y="503"/>
                    </a:lnTo>
                    <a:lnTo>
                      <a:pt x="520" y="504"/>
                    </a:lnTo>
                    <a:lnTo>
                      <a:pt x="523" y="504"/>
                    </a:lnTo>
                    <a:lnTo>
                      <a:pt x="526" y="503"/>
                    </a:lnTo>
                    <a:lnTo>
                      <a:pt x="528" y="504"/>
                    </a:lnTo>
                    <a:lnTo>
                      <a:pt x="530" y="505"/>
                    </a:lnTo>
                    <a:lnTo>
                      <a:pt x="532" y="506"/>
                    </a:lnTo>
                    <a:lnTo>
                      <a:pt x="534" y="507"/>
                    </a:lnTo>
                    <a:lnTo>
                      <a:pt x="535" y="509"/>
                    </a:lnTo>
                    <a:lnTo>
                      <a:pt x="535" y="511"/>
                    </a:lnTo>
                    <a:lnTo>
                      <a:pt x="533" y="514"/>
                    </a:lnTo>
                    <a:lnTo>
                      <a:pt x="530" y="516"/>
                    </a:lnTo>
                    <a:lnTo>
                      <a:pt x="529" y="518"/>
                    </a:lnTo>
                    <a:close/>
                  </a:path>
                </a:pathLst>
              </a:custGeom>
              <a:solidFill>
                <a:srgbClr val="59A3CD">
                  <a:alpha val="9600"/>
                </a:srgbClr>
              </a:solidFill>
              <a:ln>
                <a:noFill/>
              </a:ln>
            </p:spPr>
            <p:txBody>
              <a:bodyPr anchor="ctr"/>
              <a:lstStyle/>
              <a:p>
                <a:pPr algn="ctr">
                  <a:buNone/>
                </a:pPr>
              </a:p>
            </p:txBody>
          </p:sp>
          <p:sp>
            <p:nvSpPr>
              <p:cNvPr id="697" name="addition:spatial:79"/>
              <p:cNvSpPr>
                <a:spLocks noGrp="1"/>
              </p:cNvSpPr>
              <p:nvPr/>
            </p:nvSpPr>
            <p:spPr>
              <a:xfrm>
                <a:off x="5648325" y="1666875"/>
                <a:ext cx="800832" cy="920252"/>
              </a:xfrm>
              <a:custGeom>
                <a:avLst/>
                <a:gdLst/>
                <a:ahLst/>
                <a:cxnLst/>
                <a:rect l="l" t="t" r="r" b="b"/>
                <a:pathLst>
                  <a:path w="604" h="544">
                    <a:moveTo>
                      <a:pt x="0" y="0"/>
                    </a:moveTo>
                    <a:moveTo>
                      <a:pt x="602" y="516"/>
                    </a:moveTo>
                    <a:lnTo>
                      <a:pt x="599" y="518"/>
                    </a:lnTo>
                    <a:lnTo>
                      <a:pt x="595" y="520"/>
                    </a:lnTo>
                    <a:lnTo>
                      <a:pt x="593" y="522"/>
                    </a:lnTo>
                    <a:lnTo>
                      <a:pt x="593" y="525"/>
                    </a:lnTo>
                    <a:lnTo>
                      <a:pt x="593" y="528"/>
                    </a:lnTo>
                    <a:lnTo>
                      <a:pt x="592" y="530"/>
                    </a:lnTo>
                    <a:lnTo>
                      <a:pt x="588" y="531"/>
                    </a:lnTo>
                    <a:lnTo>
                      <a:pt x="583" y="532"/>
                    </a:lnTo>
                    <a:lnTo>
                      <a:pt x="580" y="533"/>
                    </a:lnTo>
                    <a:lnTo>
                      <a:pt x="579" y="536"/>
                    </a:lnTo>
                    <a:lnTo>
                      <a:pt x="578" y="540"/>
                    </a:lnTo>
                    <a:lnTo>
                      <a:pt x="576" y="543"/>
                    </a:lnTo>
                    <a:lnTo>
                      <a:pt x="572" y="544"/>
                    </a:lnTo>
                    <a:lnTo>
                      <a:pt x="567" y="543"/>
                    </a:lnTo>
                    <a:lnTo>
                      <a:pt x="563" y="542"/>
                    </a:lnTo>
                    <a:lnTo>
                      <a:pt x="559" y="542"/>
                    </a:lnTo>
                    <a:lnTo>
                      <a:pt x="556" y="541"/>
                    </a:lnTo>
                    <a:lnTo>
                      <a:pt x="553" y="540"/>
                    </a:lnTo>
                    <a:lnTo>
                      <a:pt x="551" y="539"/>
                    </a:lnTo>
                    <a:lnTo>
                      <a:pt x="548" y="538"/>
                    </a:lnTo>
                    <a:lnTo>
                      <a:pt x="545" y="540"/>
                    </a:lnTo>
                    <a:lnTo>
                      <a:pt x="540" y="542"/>
                    </a:lnTo>
                    <a:lnTo>
                      <a:pt x="536" y="543"/>
                    </a:lnTo>
                    <a:lnTo>
                      <a:pt x="533" y="541"/>
                    </a:lnTo>
                    <a:lnTo>
                      <a:pt x="531" y="538"/>
                    </a:lnTo>
                    <a:lnTo>
                      <a:pt x="531" y="535"/>
                    </a:lnTo>
                    <a:lnTo>
                      <a:pt x="529" y="533"/>
                    </a:lnTo>
                    <a:lnTo>
                      <a:pt x="526" y="532"/>
                    </a:lnTo>
                    <a:lnTo>
                      <a:pt x="522" y="530"/>
                    </a:lnTo>
                    <a:lnTo>
                      <a:pt x="521" y="528"/>
                    </a:lnTo>
                    <a:lnTo>
                      <a:pt x="522" y="525"/>
                    </a:lnTo>
                    <a:lnTo>
                      <a:pt x="523" y="522"/>
                    </a:lnTo>
                    <a:lnTo>
                      <a:pt x="523" y="520"/>
                    </a:lnTo>
                    <a:lnTo>
                      <a:pt x="521" y="518"/>
                    </a:lnTo>
                    <a:lnTo>
                      <a:pt x="520" y="516"/>
                    </a:lnTo>
                    <a:lnTo>
                      <a:pt x="519" y="514"/>
                    </a:lnTo>
                    <a:lnTo>
                      <a:pt x="519" y="511"/>
                    </a:lnTo>
                    <a:lnTo>
                      <a:pt x="517" y="509"/>
                    </a:lnTo>
                    <a:lnTo>
                      <a:pt x="514" y="505"/>
                    </a:lnTo>
                    <a:lnTo>
                      <a:pt x="512" y="502"/>
                    </a:lnTo>
                    <a:lnTo>
                      <a:pt x="513" y="499"/>
                    </a:lnTo>
                    <a:lnTo>
                      <a:pt x="519" y="499"/>
                    </a:lnTo>
                    <a:lnTo>
                      <a:pt x="525" y="499"/>
                    </a:lnTo>
                    <a:lnTo>
                      <a:pt x="529" y="499"/>
                    </a:lnTo>
                    <a:lnTo>
                      <a:pt x="531" y="497"/>
                    </a:lnTo>
                    <a:lnTo>
                      <a:pt x="532" y="495"/>
                    </a:lnTo>
                    <a:lnTo>
                      <a:pt x="534" y="493"/>
                    </a:lnTo>
                    <a:lnTo>
                      <a:pt x="537" y="491"/>
                    </a:lnTo>
                    <a:lnTo>
                      <a:pt x="541" y="491"/>
                    </a:lnTo>
                    <a:lnTo>
                      <a:pt x="545" y="490"/>
                    </a:lnTo>
                    <a:lnTo>
                      <a:pt x="548" y="489"/>
                    </a:lnTo>
                    <a:lnTo>
                      <a:pt x="552" y="487"/>
                    </a:lnTo>
                    <a:lnTo>
                      <a:pt x="557" y="487"/>
                    </a:lnTo>
                    <a:lnTo>
                      <a:pt x="561" y="488"/>
                    </a:lnTo>
                    <a:lnTo>
                      <a:pt x="565" y="489"/>
                    </a:lnTo>
                    <a:lnTo>
                      <a:pt x="570" y="489"/>
                    </a:lnTo>
                    <a:lnTo>
                      <a:pt x="575" y="489"/>
                    </a:lnTo>
                    <a:lnTo>
                      <a:pt x="579" y="490"/>
                    </a:lnTo>
                    <a:lnTo>
                      <a:pt x="582" y="493"/>
                    </a:lnTo>
                    <a:lnTo>
                      <a:pt x="582" y="497"/>
                    </a:lnTo>
                    <a:lnTo>
                      <a:pt x="582" y="500"/>
                    </a:lnTo>
                    <a:lnTo>
                      <a:pt x="585" y="501"/>
                    </a:lnTo>
                    <a:lnTo>
                      <a:pt x="590" y="501"/>
                    </a:lnTo>
                    <a:lnTo>
                      <a:pt x="596" y="502"/>
                    </a:lnTo>
                    <a:lnTo>
                      <a:pt x="601" y="503"/>
                    </a:lnTo>
                    <a:lnTo>
                      <a:pt x="603" y="505"/>
                    </a:lnTo>
                    <a:lnTo>
                      <a:pt x="603" y="508"/>
                    </a:lnTo>
                    <a:lnTo>
                      <a:pt x="604" y="511"/>
                    </a:lnTo>
                    <a:lnTo>
                      <a:pt x="604" y="513"/>
                    </a:lnTo>
                    <a:close/>
                  </a:path>
                </a:pathLst>
              </a:custGeom>
              <a:solidFill>
                <a:srgbClr val="59A3CD">
                  <a:alpha val="9600"/>
                </a:srgbClr>
              </a:solidFill>
              <a:ln>
                <a:noFill/>
              </a:ln>
            </p:spPr>
            <p:txBody>
              <a:bodyPr anchor="ctr"/>
              <a:lstStyle/>
              <a:p>
                <a:pPr algn="ctr">
                  <a:buNone/>
                </a:pPr>
              </a:p>
            </p:txBody>
          </p:sp>
          <p:sp>
            <p:nvSpPr>
              <p:cNvPr id="698" name="addition:spatial:80"/>
              <p:cNvSpPr>
                <a:spLocks noGrp="1"/>
              </p:cNvSpPr>
              <p:nvPr/>
            </p:nvSpPr>
            <p:spPr>
              <a:xfrm>
                <a:off x="5648325" y="1666875"/>
                <a:ext cx="828675" cy="935477"/>
              </a:xfrm>
              <a:custGeom>
                <a:avLst/>
                <a:gdLst/>
                <a:ahLst/>
                <a:cxnLst/>
                <a:rect l="l" t="t" r="r" b="b"/>
                <a:pathLst>
                  <a:path w="625" h="553">
                    <a:moveTo>
                      <a:pt x="0" y="0"/>
                    </a:moveTo>
                    <a:moveTo>
                      <a:pt x="624" y="511"/>
                    </a:moveTo>
                    <a:lnTo>
                      <a:pt x="617" y="515"/>
                    </a:lnTo>
                    <a:lnTo>
                      <a:pt x="609" y="517"/>
                    </a:lnTo>
                    <a:lnTo>
                      <a:pt x="603" y="520"/>
                    </a:lnTo>
                    <a:lnTo>
                      <a:pt x="602" y="523"/>
                    </a:lnTo>
                    <a:lnTo>
                      <a:pt x="603" y="527"/>
                    </a:lnTo>
                    <a:lnTo>
                      <a:pt x="602" y="531"/>
                    </a:lnTo>
                    <a:lnTo>
                      <a:pt x="599" y="534"/>
                    </a:lnTo>
                    <a:lnTo>
                      <a:pt x="594" y="536"/>
                    </a:lnTo>
                    <a:lnTo>
                      <a:pt x="590" y="538"/>
                    </a:lnTo>
                    <a:lnTo>
                      <a:pt x="587" y="542"/>
                    </a:lnTo>
                    <a:lnTo>
                      <a:pt x="584" y="545"/>
                    </a:lnTo>
                    <a:lnTo>
                      <a:pt x="579" y="547"/>
                    </a:lnTo>
                    <a:lnTo>
                      <a:pt x="574" y="548"/>
                    </a:lnTo>
                    <a:lnTo>
                      <a:pt x="568" y="549"/>
                    </a:lnTo>
                    <a:lnTo>
                      <a:pt x="564" y="551"/>
                    </a:lnTo>
                    <a:lnTo>
                      <a:pt x="559" y="552"/>
                    </a:lnTo>
                    <a:lnTo>
                      <a:pt x="554" y="553"/>
                    </a:lnTo>
                    <a:lnTo>
                      <a:pt x="549" y="550"/>
                    </a:lnTo>
                    <a:lnTo>
                      <a:pt x="545" y="545"/>
                    </a:lnTo>
                    <a:lnTo>
                      <a:pt x="543" y="541"/>
                    </a:lnTo>
                    <a:lnTo>
                      <a:pt x="539" y="542"/>
                    </a:lnTo>
                    <a:lnTo>
                      <a:pt x="534" y="544"/>
                    </a:lnTo>
                    <a:lnTo>
                      <a:pt x="527" y="547"/>
                    </a:lnTo>
                    <a:lnTo>
                      <a:pt x="521" y="547"/>
                    </a:lnTo>
                    <a:lnTo>
                      <a:pt x="518" y="545"/>
                    </a:lnTo>
                    <a:lnTo>
                      <a:pt x="515" y="541"/>
                    </a:lnTo>
                    <a:lnTo>
                      <a:pt x="513" y="538"/>
                    </a:lnTo>
                    <a:lnTo>
                      <a:pt x="510" y="535"/>
                    </a:lnTo>
                    <a:lnTo>
                      <a:pt x="509" y="532"/>
                    </a:lnTo>
                    <a:lnTo>
                      <a:pt x="510" y="527"/>
                    </a:lnTo>
                    <a:lnTo>
                      <a:pt x="511" y="523"/>
                    </a:lnTo>
                    <a:lnTo>
                      <a:pt x="511" y="520"/>
                    </a:lnTo>
                    <a:lnTo>
                      <a:pt x="507" y="518"/>
                    </a:lnTo>
                    <a:lnTo>
                      <a:pt x="503" y="515"/>
                    </a:lnTo>
                    <a:lnTo>
                      <a:pt x="502" y="511"/>
                    </a:lnTo>
                    <a:lnTo>
                      <a:pt x="504" y="508"/>
                    </a:lnTo>
                    <a:lnTo>
                      <a:pt x="507" y="505"/>
                    </a:lnTo>
                    <a:lnTo>
                      <a:pt x="507" y="502"/>
                    </a:lnTo>
                    <a:lnTo>
                      <a:pt x="504" y="497"/>
                    </a:lnTo>
                    <a:lnTo>
                      <a:pt x="499" y="492"/>
                    </a:lnTo>
                    <a:lnTo>
                      <a:pt x="498" y="488"/>
                    </a:lnTo>
                    <a:lnTo>
                      <a:pt x="502" y="485"/>
                    </a:lnTo>
                    <a:lnTo>
                      <a:pt x="508" y="484"/>
                    </a:lnTo>
                    <a:lnTo>
                      <a:pt x="514" y="483"/>
                    </a:lnTo>
                    <a:lnTo>
                      <a:pt x="518" y="482"/>
                    </a:lnTo>
                    <a:lnTo>
                      <a:pt x="523" y="481"/>
                    </a:lnTo>
                    <a:lnTo>
                      <a:pt x="527" y="480"/>
                    </a:lnTo>
                    <a:lnTo>
                      <a:pt x="532" y="480"/>
                    </a:lnTo>
                    <a:lnTo>
                      <a:pt x="535" y="479"/>
                    </a:lnTo>
                    <a:lnTo>
                      <a:pt x="539" y="475"/>
                    </a:lnTo>
                    <a:lnTo>
                      <a:pt x="543" y="470"/>
                    </a:lnTo>
                    <a:lnTo>
                      <a:pt x="548" y="467"/>
                    </a:lnTo>
                    <a:lnTo>
                      <a:pt x="554" y="467"/>
                    </a:lnTo>
                    <a:lnTo>
                      <a:pt x="560" y="471"/>
                    </a:lnTo>
                    <a:lnTo>
                      <a:pt x="565" y="474"/>
                    </a:lnTo>
                    <a:lnTo>
                      <a:pt x="570" y="475"/>
                    </a:lnTo>
                    <a:lnTo>
                      <a:pt x="577" y="474"/>
                    </a:lnTo>
                    <a:lnTo>
                      <a:pt x="583" y="475"/>
                    </a:lnTo>
                    <a:lnTo>
                      <a:pt x="588" y="477"/>
                    </a:lnTo>
                    <a:lnTo>
                      <a:pt x="591" y="481"/>
                    </a:lnTo>
                    <a:lnTo>
                      <a:pt x="593" y="485"/>
                    </a:lnTo>
                    <a:lnTo>
                      <a:pt x="596" y="488"/>
                    </a:lnTo>
                    <a:lnTo>
                      <a:pt x="600" y="490"/>
                    </a:lnTo>
                    <a:lnTo>
                      <a:pt x="604" y="492"/>
                    </a:lnTo>
                    <a:lnTo>
                      <a:pt x="608" y="495"/>
                    </a:lnTo>
                    <a:lnTo>
                      <a:pt x="611" y="498"/>
                    </a:lnTo>
                    <a:lnTo>
                      <a:pt x="616" y="500"/>
                    </a:lnTo>
                    <a:lnTo>
                      <a:pt x="621" y="503"/>
                    </a:lnTo>
                    <a:lnTo>
                      <a:pt x="625" y="507"/>
                    </a:lnTo>
                    <a:close/>
                  </a:path>
                </a:pathLst>
              </a:custGeom>
              <a:solidFill>
                <a:srgbClr val="0675B4">
                  <a:alpha val="11100"/>
                </a:srgbClr>
              </a:solidFill>
              <a:ln>
                <a:noFill/>
              </a:ln>
            </p:spPr>
            <p:txBody>
              <a:bodyPr anchor="ctr"/>
              <a:lstStyle/>
              <a:p>
                <a:pPr algn="ctr">
                  <a:buNone/>
                </a:pPr>
              </a:p>
            </p:txBody>
          </p:sp>
          <p:sp>
            <p:nvSpPr>
              <p:cNvPr id="699" name="addition:spatial:81"/>
              <p:cNvSpPr>
                <a:spLocks noGrp="1"/>
              </p:cNvSpPr>
              <p:nvPr/>
            </p:nvSpPr>
            <p:spPr>
              <a:xfrm>
                <a:off x="5648325" y="1666875"/>
                <a:ext cx="737189" cy="883036"/>
              </a:xfrm>
              <a:custGeom>
                <a:avLst/>
                <a:gdLst/>
                <a:ahLst/>
                <a:cxnLst/>
                <a:rect l="l" t="t" r="r" b="b"/>
                <a:pathLst>
                  <a:path w="556" h="522">
                    <a:moveTo>
                      <a:pt x="0" y="0"/>
                    </a:moveTo>
                    <a:moveTo>
                      <a:pt x="556" y="500"/>
                    </a:moveTo>
                    <a:lnTo>
                      <a:pt x="555" y="502"/>
                    </a:lnTo>
                    <a:lnTo>
                      <a:pt x="554" y="504"/>
                    </a:lnTo>
                    <a:lnTo>
                      <a:pt x="553" y="505"/>
                    </a:lnTo>
                    <a:lnTo>
                      <a:pt x="554" y="507"/>
                    </a:lnTo>
                    <a:lnTo>
                      <a:pt x="555" y="509"/>
                    </a:lnTo>
                    <a:lnTo>
                      <a:pt x="555" y="511"/>
                    </a:lnTo>
                    <a:lnTo>
                      <a:pt x="554" y="513"/>
                    </a:lnTo>
                    <a:lnTo>
                      <a:pt x="553" y="514"/>
                    </a:lnTo>
                    <a:lnTo>
                      <a:pt x="551" y="515"/>
                    </a:lnTo>
                    <a:lnTo>
                      <a:pt x="550" y="517"/>
                    </a:lnTo>
                    <a:lnTo>
                      <a:pt x="547" y="517"/>
                    </a:lnTo>
                    <a:lnTo>
                      <a:pt x="545" y="516"/>
                    </a:lnTo>
                    <a:lnTo>
                      <a:pt x="542" y="515"/>
                    </a:lnTo>
                    <a:lnTo>
                      <a:pt x="540" y="515"/>
                    </a:lnTo>
                    <a:lnTo>
                      <a:pt x="539" y="517"/>
                    </a:lnTo>
                    <a:lnTo>
                      <a:pt x="537" y="520"/>
                    </a:lnTo>
                    <a:lnTo>
                      <a:pt x="535" y="522"/>
                    </a:lnTo>
                    <a:lnTo>
                      <a:pt x="532" y="522"/>
                    </a:lnTo>
                    <a:lnTo>
                      <a:pt x="530" y="521"/>
                    </a:lnTo>
                    <a:lnTo>
                      <a:pt x="527" y="520"/>
                    </a:lnTo>
                    <a:lnTo>
                      <a:pt x="525" y="519"/>
                    </a:lnTo>
                    <a:lnTo>
                      <a:pt x="522" y="519"/>
                    </a:lnTo>
                    <a:lnTo>
                      <a:pt x="520" y="518"/>
                    </a:lnTo>
                    <a:lnTo>
                      <a:pt x="518" y="517"/>
                    </a:lnTo>
                    <a:lnTo>
                      <a:pt x="516" y="515"/>
                    </a:lnTo>
                    <a:lnTo>
                      <a:pt x="514" y="514"/>
                    </a:lnTo>
                    <a:lnTo>
                      <a:pt x="512" y="513"/>
                    </a:lnTo>
                    <a:lnTo>
                      <a:pt x="510" y="511"/>
                    </a:lnTo>
                    <a:lnTo>
                      <a:pt x="509" y="510"/>
                    </a:lnTo>
                    <a:lnTo>
                      <a:pt x="509" y="508"/>
                    </a:lnTo>
                    <a:lnTo>
                      <a:pt x="508" y="506"/>
                    </a:lnTo>
                    <a:lnTo>
                      <a:pt x="506" y="505"/>
                    </a:lnTo>
                    <a:lnTo>
                      <a:pt x="503" y="504"/>
                    </a:lnTo>
                    <a:lnTo>
                      <a:pt x="499" y="502"/>
                    </a:lnTo>
                    <a:lnTo>
                      <a:pt x="499" y="500"/>
                    </a:lnTo>
                    <a:lnTo>
                      <a:pt x="500" y="498"/>
                    </a:lnTo>
                    <a:lnTo>
                      <a:pt x="504" y="497"/>
                    </a:lnTo>
                    <a:lnTo>
                      <a:pt x="507" y="495"/>
                    </a:lnTo>
                    <a:lnTo>
                      <a:pt x="509" y="494"/>
                    </a:lnTo>
                    <a:lnTo>
                      <a:pt x="509" y="492"/>
                    </a:lnTo>
                    <a:lnTo>
                      <a:pt x="510" y="491"/>
                    </a:lnTo>
                    <a:lnTo>
                      <a:pt x="512" y="490"/>
                    </a:lnTo>
                    <a:lnTo>
                      <a:pt x="514" y="488"/>
                    </a:lnTo>
                    <a:lnTo>
                      <a:pt x="515" y="486"/>
                    </a:lnTo>
                    <a:lnTo>
                      <a:pt x="516" y="484"/>
                    </a:lnTo>
                    <a:lnTo>
                      <a:pt x="517" y="482"/>
                    </a:lnTo>
                    <a:lnTo>
                      <a:pt x="520" y="482"/>
                    </a:lnTo>
                    <a:lnTo>
                      <a:pt x="523" y="482"/>
                    </a:lnTo>
                    <a:lnTo>
                      <a:pt x="526" y="482"/>
                    </a:lnTo>
                    <a:lnTo>
                      <a:pt x="528" y="481"/>
                    </a:lnTo>
                    <a:lnTo>
                      <a:pt x="530" y="479"/>
                    </a:lnTo>
                    <a:lnTo>
                      <a:pt x="532" y="478"/>
                    </a:lnTo>
                    <a:lnTo>
                      <a:pt x="535" y="479"/>
                    </a:lnTo>
                    <a:lnTo>
                      <a:pt x="537" y="482"/>
                    </a:lnTo>
                    <a:lnTo>
                      <a:pt x="538" y="484"/>
                    </a:lnTo>
                    <a:lnTo>
                      <a:pt x="540" y="485"/>
                    </a:lnTo>
                    <a:lnTo>
                      <a:pt x="542" y="484"/>
                    </a:lnTo>
                    <a:lnTo>
                      <a:pt x="544" y="484"/>
                    </a:lnTo>
                    <a:lnTo>
                      <a:pt x="547" y="484"/>
                    </a:lnTo>
                    <a:lnTo>
                      <a:pt x="549" y="484"/>
                    </a:lnTo>
                    <a:lnTo>
                      <a:pt x="551" y="485"/>
                    </a:lnTo>
                    <a:lnTo>
                      <a:pt x="553" y="486"/>
                    </a:lnTo>
                    <a:lnTo>
                      <a:pt x="555" y="487"/>
                    </a:lnTo>
                    <a:lnTo>
                      <a:pt x="555" y="489"/>
                    </a:lnTo>
                    <a:lnTo>
                      <a:pt x="554" y="492"/>
                    </a:lnTo>
                    <a:lnTo>
                      <a:pt x="552" y="494"/>
                    </a:lnTo>
                    <a:lnTo>
                      <a:pt x="552" y="496"/>
                    </a:lnTo>
                    <a:lnTo>
                      <a:pt x="553" y="497"/>
                    </a:lnTo>
                    <a:lnTo>
                      <a:pt x="555" y="498"/>
                    </a:lnTo>
                    <a:close/>
                  </a:path>
                </a:pathLst>
              </a:custGeom>
              <a:solidFill>
                <a:srgbClr val="0072B2">
                  <a:alpha val="10800"/>
                </a:srgbClr>
              </a:solidFill>
              <a:ln>
                <a:noFill/>
              </a:ln>
            </p:spPr>
            <p:txBody>
              <a:bodyPr anchor="ctr"/>
              <a:lstStyle/>
              <a:p>
                <a:pPr algn="ctr">
                  <a:buNone/>
                </a:pPr>
              </a:p>
            </p:txBody>
          </p:sp>
          <p:sp>
            <p:nvSpPr>
              <p:cNvPr id="700" name="addition:spatial:82"/>
              <p:cNvSpPr>
                <a:spLocks noGrp="1"/>
              </p:cNvSpPr>
              <p:nvPr/>
            </p:nvSpPr>
            <p:spPr>
              <a:xfrm>
                <a:off x="5648325" y="1666875"/>
                <a:ext cx="788899" cy="864428"/>
              </a:xfrm>
              <a:custGeom>
                <a:avLst/>
                <a:gdLst/>
                <a:ahLst/>
                <a:cxnLst/>
                <a:rect l="l" t="t" r="r" b="b"/>
                <a:pathLst>
                  <a:path w="595" h="511">
                    <a:moveTo>
                      <a:pt x="0" y="0"/>
                    </a:moveTo>
                    <a:moveTo>
                      <a:pt x="594" y="494"/>
                    </a:moveTo>
                    <a:lnTo>
                      <a:pt x="591" y="496"/>
                    </a:lnTo>
                    <a:lnTo>
                      <a:pt x="588" y="497"/>
                    </a:lnTo>
                    <a:lnTo>
                      <a:pt x="587" y="498"/>
                    </a:lnTo>
                    <a:lnTo>
                      <a:pt x="587" y="499"/>
                    </a:lnTo>
                    <a:lnTo>
                      <a:pt x="587" y="501"/>
                    </a:lnTo>
                    <a:lnTo>
                      <a:pt x="586" y="502"/>
                    </a:lnTo>
                    <a:lnTo>
                      <a:pt x="585" y="503"/>
                    </a:lnTo>
                    <a:lnTo>
                      <a:pt x="583" y="504"/>
                    </a:lnTo>
                    <a:lnTo>
                      <a:pt x="582" y="505"/>
                    </a:lnTo>
                    <a:lnTo>
                      <a:pt x="581" y="506"/>
                    </a:lnTo>
                    <a:lnTo>
                      <a:pt x="579" y="507"/>
                    </a:lnTo>
                    <a:lnTo>
                      <a:pt x="578" y="508"/>
                    </a:lnTo>
                    <a:lnTo>
                      <a:pt x="576" y="508"/>
                    </a:lnTo>
                    <a:lnTo>
                      <a:pt x="574" y="509"/>
                    </a:lnTo>
                    <a:lnTo>
                      <a:pt x="572" y="510"/>
                    </a:lnTo>
                    <a:lnTo>
                      <a:pt x="570" y="511"/>
                    </a:lnTo>
                    <a:lnTo>
                      <a:pt x="568" y="510"/>
                    </a:lnTo>
                    <a:lnTo>
                      <a:pt x="567" y="508"/>
                    </a:lnTo>
                    <a:lnTo>
                      <a:pt x="565" y="507"/>
                    </a:lnTo>
                    <a:lnTo>
                      <a:pt x="564" y="506"/>
                    </a:lnTo>
                    <a:lnTo>
                      <a:pt x="563" y="507"/>
                    </a:lnTo>
                    <a:lnTo>
                      <a:pt x="560" y="508"/>
                    </a:lnTo>
                    <a:lnTo>
                      <a:pt x="558" y="508"/>
                    </a:lnTo>
                    <a:lnTo>
                      <a:pt x="557" y="508"/>
                    </a:lnTo>
                    <a:lnTo>
                      <a:pt x="555" y="507"/>
                    </a:lnTo>
                    <a:lnTo>
                      <a:pt x="554" y="506"/>
                    </a:lnTo>
                    <a:lnTo>
                      <a:pt x="553" y="505"/>
                    </a:lnTo>
                    <a:lnTo>
                      <a:pt x="552" y="504"/>
                    </a:lnTo>
                    <a:lnTo>
                      <a:pt x="552" y="502"/>
                    </a:lnTo>
                    <a:lnTo>
                      <a:pt x="553" y="500"/>
                    </a:lnTo>
                    <a:lnTo>
                      <a:pt x="553" y="499"/>
                    </a:lnTo>
                    <a:lnTo>
                      <a:pt x="552" y="498"/>
                    </a:lnTo>
                    <a:lnTo>
                      <a:pt x="550" y="497"/>
                    </a:lnTo>
                    <a:lnTo>
                      <a:pt x="549" y="496"/>
                    </a:lnTo>
                    <a:lnTo>
                      <a:pt x="550" y="494"/>
                    </a:lnTo>
                    <a:lnTo>
                      <a:pt x="551" y="493"/>
                    </a:lnTo>
                    <a:lnTo>
                      <a:pt x="552" y="492"/>
                    </a:lnTo>
                    <a:lnTo>
                      <a:pt x="551" y="491"/>
                    </a:lnTo>
                    <a:lnTo>
                      <a:pt x="549" y="489"/>
                    </a:lnTo>
                    <a:lnTo>
                      <a:pt x="548" y="487"/>
                    </a:lnTo>
                    <a:lnTo>
                      <a:pt x="548" y="485"/>
                    </a:lnTo>
                    <a:lnTo>
                      <a:pt x="550" y="484"/>
                    </a:lnTo>
                    <a:lnTo>
                      <a:pt x="552" y="484"/>
                    </a:lnTo>
                    <a:lnTo>
                      <a:pt x="554" y="483"/>
                    </a:lnTo>
                    <a:lnTo>
                      <a:pt x="555" y="483"/>
                    </a:lnTo>
                    <a:lnTo>
                      <a:pt x="557" y="483"/>
                    </a:lnTo>
                    <a:lnTo>
                      <a:pt x="559" y="483"/>
                    </a:lnTo>
                    <a:lnTo>
                      <a:pt x="560" y="483"/>
                    </a:lnTo>
                    <a:lnTo>
                      <a:pt x="561" y="482"/>
                    </a:lnTo>
                    <a:lnTo>
                      <a:pt x="563" y="480"/>
                    </a:lnTo>
                    <a:lnTo>
                      <a:pt x="564" y="478"/>
                    </a:lnTo>
                    <a:lnTo>
                      <a:pt x="566" y="478"/>
                    </a:lnTo>
                    <a:lnTo>
                      <a:pt x="568" y="478"/>
                    </a:lnTo>
                    <a:lnTo>
                      <a:pt x="570" y="479"/>
                    </a:lnTo>
                    <a:lnTo>
                      <a:pt x="572" y="480"/>
                    </a:lnTo>
                    <a:lnTo>
                      <a:pt x="575" y="480"/>
                    </a:lnTo>
                    <a:lnTo>
                      <a:pt x="577" y="479"/>
                    </a:lnTo>
                    <a:lnTo>
                      <a:pt x="579" y="480"/>
                    </a:lnTo>
                    <a:lnTo>
                      <a:pt x="581" y="481"/>
                    </a:lnTo>
                    <a:lnTo>
                      <a:pt x="582" y="483"/>
                    </a:lnTo>
                    <a:lnTo>
                      <a:pt x="583" y="484"/>
                    </a:lnTo>
                    <a:lnTo>
                      <a:pt x="584" y="485"/>
                    </a:lnTo>
                    <a:lnTo>
                      <a:pt x="585" y="486"/>
                    </a:lnTo>
                    <a:lnTo>
                      <a:pt x="587" y="487"/>
                    </a:lnTo>
                    <a:lnTo>
                      <a:pt x="588" y="488"/>
                    </a:lnTo>
                    <a:lnTo>
                      <a:pt x="589" y="489"/>
                    </a:lnTo>
                    <a:lnTo>
                      <a:pt x="592" y="490"/>
                    </a:lnTo>
                    <a:lnTo>
                      <a:pt x="594" y="491"/>
                    </a:lnTo>
                    <a:lnTo>
                      <a:pt x="595" y="493"/>
                    </a:lnTo>
                    <a:close/>
                  </a:path>
                </a:pathLst>
              </a:custGeom>
              <a:solidFill>
                <a:srgbClr val="0072B2">
                  <a:alpha val="10800"/>
                </a:srgbClr>
              </a:solidFill>
              <a:ln>
                <a:noFill/>
              </a:ln>
            </p:spPr>
            <p:txBody>
              <a:bodyPr anchor="ctr"/>
              <a:lstStyle/>
              <a:p>
                <a:pPr algn="ctr">
                  <a:buNone/>
                </a:pPr>
              </a:p>
            </p:txBody>
          </p:sp>
          <p:sp>
            <p:nvSpPr>
              <p:cNvPr id="701" name="addition:spatial:83"/>
              <p:cNvSpPr>
                <a:spLocks noGrp="1"/>
              </p:cNvSpPr>
              <p:nvPr/>
            </p:nvSpPr>
            <p:spPr>
              <a:xfrm>
                <a:off x="5648325" y="1666875"/>
                <a:ext cx="820720" cy="920252"/>
              </a:xfrm>
              <a:custGeom>
                <a:avLst/>
                <a:gdLst/>
                <a:ahLst/>
                <a:cxnLst/>
                <a:rect l="l" t="t" r="r" b="b"/>
                <a:pathLst>
                  <a:path w="619" h="544">
                    <a:moveTo>
                      <a:pt x="0" y="0"/>
                    </a:moveTo>
                    <a:moveTo>
                      <a:pt x="617" y="521"/>
                    </a:moveTo>
                    <a:lnTo>
                      <a:pt x="619" y="523"/>
                    </a:lnTo>
                    <a:lnTo>
                      <a:pt x="618" y="525"/>
                    </a:lnTo>
                    <a:lnTo>
                      <a:pt x="615" y="526"/>
                    </a:lnTo>
                    <a:lnTo>
                      <a:pt x="612" y="527"/>
                    </a:lnTo>
                    <a:lnTo>
                      <a:pt x="611" y="529"/>
                    </a:lnTo>
                    <a:lnTo>
                      <a:pt x="611" y="531"/>
                    </a:lnTo>
                    <a:lnTo>
                      <a:pt x="610" y="532"/>
                    </a:lnTo>
                    <a:lnTo>
                      <a:pt x="608" y="533"/>
                    </a:lnTo>
                    <a:lnTo>
                      <a:pt x="605" y="534"/>
                    </a:lnTo>
                    <a:lnTo>
                      <a:pt x="603" y="535"/>
                    </a:lnTo>
                    <a:lnTo>
                      <a:pt x="601" y="536"/>
                    </a:lnTo>
                    <a:lnTo>
                      <a:pt x="599" y="537"/>
                    </a:lnTo>
                    <a:lnTo>
                      <a:pt x="597" y="538"/>
                    </a:lnTo>
                    <a:lnTo>
                      <a:pt x="594" y="539"/>
                    </a:lnTo>
                    <a:lnTo>
                      <a:pt x="591" y="540"/>
                    </a:lnTo>
                    <a:lnTo>
                      <a:pt x="589" y="541"/>
                    </a:lnTo>
                    <a:lnTo>
                      <a:pt x="586" y="543"/>
                    </a:lnTo>
                    <a:lnTo>
                      <a:pt x="583" y="544"/>
                    </a:lnTo>
                    <a:lnTo>
                      <a:pt x="580" y="543"/>
                    </a:lnTo>
                    <a:lnTo>
                      <a:pt x="577" y="540"/>
                    </a:lnTo>
                    <a:lnTo>
                      <a:pt x="576" y="537"/>
                    </a:lnTo>
                    <a:lnTo>
                      <a:pt x="574" y="536"/>
                    </a:lnTo>
                    <a:lnTo>
                      <a:pt x="572" y="536"/>
                    </a:lnTo>
                    <a:lnTo>
                      <a:pt x="569" y="536"/>
                    </a:lnTo>
                    <a:lnTo>
                      <a:pt x="566" y="536"/>
                    </a:lnTo>
                    <a:lnTo>
                      <a:pt x="564" y="535"/>
                    </a:lnTo>
                    <a:lnTo>
                      <a:pt x="562" y="534"/>
                    </a:lnTo>
                    <a:lnTo>
                      <a:pt x="560" y="533"/>
                    </a:lnTo>
                    <a:lnTo>
                      <a:pt x="558" y="531"/>
                    </a:lnTo>
                    <a:lnTo>
                      <a:pt x="557" y="530"/>
                    </a:lnTo>
                    <a:lnTo>
                      <a:pt x="557" y="528"/>
                    </a:lnTo>
                    <a:lnTo>
                      <a:pt x="558" y="526"/>
                    </a:lnTo>
                    <a:lnTo>
                      <a:pt x="559" y="524"/>
                    </a:lnTo>
                    <a:lnTo>
                      <a:pt x="558" y="522"/>
                    </a:lnTo>
                    <a:lnTo>
                      <a:pt x="557" y="521"/>
                    </a:lnTo>
                    <a:lnTo>
                      <a:pt x="558" y="519"/>
                    </a:lnTo>
                    <a:lnTo>
                      <a:pt x="560" y="517"/>
                    </a:lnTo>
                    <a:lnTo>
                      <a:pt x="564" y="516"/>
                    </a:lnTo>
                    <a:lnTo>
                      <a:pt x="566" y="515"/>
                    </a:lnTo>
                    <a:lnTo>
                      <a:pt x="566" y="513"/>
                    </a:lnTo>
                    <a:lnTo>
                      <a:pt x="564" y="511"/>
                    </a:lnTo>
                    <a:lnTo>
                      <a:pt x="563" y="508"/>
                    </a:lnTo>
                    <a:lnTo>
                      <a:pt x="564" y="506"/>
                    </a:lnTo>
                    <a:lnTo>
                      <a:pt x="566" y="505"/>
                    </a:lnTo>
                    <a:lnTo>
                      <a:pt x="568" y="504"/>
                    </a:lnTo>
                    <a:lnTo>
                      <a:pt x="570" y="503"/>
                    </a:lnTo>
                    <a:lnTo>
                      <a:pt x="573" y="502"/>
                    </a:lnTo>
                    <a:lnTo>
                      <a:pt x="575" y="503"/>
                    </a:lnTo>
                    <a:lnTo>
                      <a:pt x="578" y="504"/>
                    </a:lnTo>
                    <a:lnTo>
                      <a:pt x="580" y="504"/>
                    </a:lnTo>
                    <a:lnTo>
                      <a:pt x="582" y="503"/>
                    </a:lnTo>
                    <a:lnTo>
                      <a:pt x="583" y="502"/>
                    </a:lnTo>
                    <a:lnTo>
                      <a:pt x="585" y="500"/>
                    </a:lnTo>
                    <a:lnTo>
                      <a:pt x="588" y="500"/>
                    </a:lnTo>
                    <a:lnTo>
                      <a:pt x="590" y="501"/>
                    </a:lnTo>
                    <a:lnTo>
                      <a:pt x="592" y="503"/>
                    </a:lnTo>
                    <a:lnTo>
                      <a:pt x="594" y="503"/>
                    </a:lnTo>
                    <a:lnTo>
                      <a:pt x="597" y="503"/>
                    </a:lnTo>
                    <a:lnTo>
                      <a:pt x="600" y="502"/>
                    </a:lnTo>
                    <a:lnTo>
                      <a:pt x="603" y="503"/>
                    </a:lnTo>
                    <a:lnTo>
                      <a:pt x="604" y="505"/>
                    </a:lnTo>
                    <a:lnTo>
                      <a:pt x="605" y="507"/>
                    </a:lnTo>
                    <a:lnTo>
                      <a:pt x="605" y="509"/>
                    </a:lnTo>
                    <a:lnTo>
                      <a:pt x="606" y="511"/>
                    </a:lnTo>
                    <a:lnTo>
                      <a:pt x="607" y="513"/>
                    </a:lnTo>
                    <a:lnTo>
                      <a:pt x="607" y="514"/>
                    </a:lnTo>
                    <a:lnTo>
                      <a:pt x="608" y="516"/>
                    </a:lnTo>
                    <a:lnTo>
                      <a:pt x="610" y="517"/>
                    </a:lnTo>
                    <a:lnTo>
                      <a:pt x="613" y="519"/>
                    </a:lnTo>
                    <a:close/>
                  </a:path>
                </a:pathLst>
              </a:custGeom>
              <a:solidFill>
                <a:srgbClr val="0072B2">
                  <a:alpha val="10800"/>
                </a:srgbClr>
              </a:solidFill>
              <a:ln>
                <a:noFill/>
              </a:ln>
            </p:spPr>
            <p:txBody>
              <a:bodyPr anchor="ctr"/>
              <a:lstStyle/>
              <a:p>
                <a:pPr algn="ctr">
                  <a:buNone/>
                </a:pPr>
              </a:p>
            </p:txBody>
          </p:sp>
          <p:sp>
            <p:nvSpPr>
              <p:cNvPr id="702" name="addition:spatial:84"/>
              <p:cNvSpPr>
                <a:spLocks noGrp="1"/>
              </p:cNvSpPr>
              <p:nvPr/>
            </p:nvSpPr>
            <p:spPr>
              <a:xfrm>
                <a:off x="5648325" y="1666875"/>
                <a:ext cx="754426" cy="930402"/>
              </a:xfrm>
              <a:custGeom>
                <a:avLst/>
                <a:gdLst/>
                <a:ahLst/>
                <a:cxnLst/>
                <a:rect l="l" t="t" r="r" b="b"/>
                <a:pathLst>
                  <a:path w="569" h="550">
                    <a:moveTo>
                      <a:pt x="0" y="0"/>
                    </a:moveTo>
                    <a:moveTo>
                      <a:pt x="567" y="532"/>
                    </a:moveTo>
                    <a:lnTo>
                      <a:pt x="567" y="533"/>
                    </a:lnTo>
                    <a:lnTo>
                      <a:pt x="567" y="535"/>
                    </a:lnTo>
                    <a:lnTo>
                      <a:pt x="567" y="536"/>
                    </a:lnTo>
                    <a:lnTo>
                      <a:pt x="566" y="538"/>
                    </a:lnTo>
                    <a:lnTo>
                      <a:pt x="565" y="539"/>
                    </a:lnTo>
                    <a:lnTo>
                      <a:pt x="565" y="540"/>
                    </a:lnTo>
                    <a:lnTo>
                      <a:pt x="566" y="543"/>
                    </a:lnTo>
                    <a:lnTo>
                      <a:pt x="567" y="545"/>
                    </a:lnTo>
                    <a:lnTo>
                      <a:pt x="566" y="546"/>
                    </a:lnTo>
                    <a:lnTo>
                      <a:pt x="563" y="546"/>
                    </a:lnTo>
                    <a:lnTo>
                      <a:pt x="560" y="546"/>
                    </a:lnTo>
                    <a:lnTo>
                      <a:pt x="557" y="545"/>
                    </a:lnTo>
                    <a:lnTo>
                      <a:pt x="555" y="545"/>
                    </a:lnTo>
                    <a:lnTo>
                      <a:pt x="554" y="546"/>
                    </a:lnTo>
                    <a:lnTo>
                      <a:pt x="553" y="547"/>
                    </a:lnTo>
                    <a:lnTo>
                      <a:pt x="551" y="548"/>
                    </a:lnTo>
                    <a:lnTo>
                      <a:pt x="549" y="548"/>
                    </a:lnTo>
                    <a:lnTo>
                      <a:pt x="547" y="549"/>
                    </a:lnTo>
                    <a:lnTo>
                      <a:pt x="545" y="550"/>
                    </a:lnTo>
                    <a:lnTo>
                      <a:pt x="542" y="550"/>
                    </a:lnTo>
                    <a:lnTo>
                      <a:pt x="540" y="549"/>
                    </a:lnTo>
                    <a:lnTo>
                      <a:pt x="538" y="548"/>
                    </a:lnTo>
                    <a:lnTo>
                      <a:pt x="537" y="546"/>
                    </a:lnTo>
                    <a:lnTo>
                      <a:pt x="534" y="546"/>
                    </a:lnTo>
                    <a:lnTo>
                      <a:pt x="532" y="546"/>
                    </a:lnTo>
                    <a:lnTo>
                      <a:pt x="529" y="545"/>
                    </a:lnTo>
                    <a:lnTo>
                      <a:pt x="528" y="543"/>
                    </a:lnTo>
                    <a:lnTo>
                      <a:pt x="528" y="541"/>
                    </a:lnTo>
                    <a:lnTo>
                      <a:pt x="529" y="539"/>
                    </a:lnTo>
                    <a:lnTo>
                      <a:pt x="528" y="538"/>
                    </a:lnTo>
                    <a:lnTo>
                      <a:pt x="525" y="537"/>
                    </a:lnTo>
                    <a:lnTo>
                      <a:pt x="522" y="536"/>
                    </a:lnTo>
                    <a:lnTo>
                      <a:pt x="519" y="535"/>
                    </a:lnTo>
                    <a:lnTo>
                      <a:pt x="518" y="534"/>
                    </a:lnTo>
                    <a:lnTo>
                      <a:pt x="518" y="532"/>
                    </a:lnTo>
                    <a:lnTo>
                      <a:pt x="518" y="530"/>
                    </a:lnTo>
                    <a:lnTo>
                      <a:pt x="518" y="529"/>
                    </a:lnTo>
                    <a:lnTo>
                      <a:pt x="520" y="527"/>
                    </a:lnTo>
                    <a:lnTo>
                      <a:pt x="523" y="526"/>
                    </a:lnTo>
                    <a:lnTo>
                      <a:pt x="526" y="526"/>
                    </a:lnTo>
                    <a:lnTo>
                      <a:pt x="527" y="525"/>
                    </a:lnTo>
                    <a:lnTo>
                      <a:pt x="527" y="523"/>
                    </a:lnTo>
                    <a:lnTo>
                      <a:pt x="527" y="521"/>
                    </a:lnTo>
                    <a:lnTo>
                      <a:pt x="528" y="519"/>
                    </a:lnTo>
                    <a:lnTo>
                      <a:pt x="531" y="519"/>
                    </a:lnTo>
                    <a:lnTo>
                      <a:pt x="534" y="519"/>
                    </a:lnTo>
                    <a:lnTo>
                      <a:pt x="536" y="518"/>
                    </a:lnTo>
                    <a:lnTo>
                      <a:pt x="538" y="517"/>
                    </a:lnTo>
                    <a:lnTo>
                      <a:pt x="540" y="515"/>
                    </a:lnTo>
                    <a:lnTo>
                      <a:pt x="542" y="514"/>
                    </a:lnTo>
                    <a:lnTo>
                      <a:pt x="544" y="513"/>
                    </a:lnTo>
                    <a:lnTo>
                      <a:pt x="547" y="514"/>
                    </a:lnTo>
                    <a:lnTo>
                      <a:pt x="549" y="515"/>
                    </a:lnTo>
                    <a:lnTo>
                      <a:pt x="552" y="515"/>
                    </a:lnTo>
                    <a:lnTo>
                      <a:pt x="553" y="516"/>
                    </a:lnTo>
                    <a:lnTo>
                      <a:pt x="555" y="517"/>
                    </a:lnTo>
                    <a:lnTo>
                      <a:pt x="556" y="519"/>
                    </a:lnTo>
                    <a:lnTo>
                      <a:pt x="557" y="520"/>
                    </a:lnTo>
                    <a:lnTo>
                      <a:pt x="560" y="519"/>
                    </a:lnTo>
                    <a:lnTo>
                      <a:pt x="563" y="518"/>
                    </a:lnTo>
                    <a:lnTo>
                      <a:pt x="566" y="518"/>
                    </a:lnTo>
                    <a:lnTo>
                      <a:pt x="568" y="519"/>
                    </a:lnTo>
                    <a:lnTo>
                      <a:pt x="568" y="521"/>
                    </a:lnTo>
                    <a:lnTo>
                      <a:pt x="567" y="523"/>
                    </a:lnTo>
                    <a:lnTo>
                      <a:pt x="567" y="525"/>
                    </a:lnTo>
                    <a:lnTo>
                      <a:pt x="568" y="526"/>
                    </a:lnTo>
                    <a:lnTo>
                      <a:pt x="569" y="527"/>
                    </a:lnTo>
                    <a:lnTo>
                      <a:pt x="569" y="529"/>
                    </a:lnTo>
                    <a:lnTo>
                      <a:pt x="568" y="530"/>
                    </a:lnTo>
                    <a:close/>
                  </a:path>
                </a:pathLst>
              </a:custGeom>
              <a:solidFill>
                <a:srgbClr val="0072B2">
                  <a:alpha val="10800"/>
                </a:srgbClr>
              </a:solidFill>
              <a:ln>
                <a:noFill/>
              </a:ln>
            </p:spPr>
            <p:txBody>
              <a:bodyPr anchor="ctr"/>
              <a:lstStyle/>
              <a:p>
                <a:pPr algn="ctr">
                  <a:buNone/>
                </a:pPr>
              </a:p>
            </p:txBody>
          </p:sp>
          <p:sp>
            <p:nvSpPr>
              <p:cNvPr id="703" name="addition:spatial:85"/>
              <p:cNvSpPr>
                <a:spLocks noGrp="1"/>
              </p:cNvSpPr>
              <p:nvPr/>
            </p:nvSpPr>
            <p:spPr>
              <a:xfrm>
                <a:off x="5648325" y="1666875"/>
                <a:ext cx="1569842" cy="950702"/>
              </a:xfrm>
              <a:custGeom>
                <a:avLst/>
                <a:gdLst/>
                <a:ahLst/>
                <a:cxnLst/>
                <a:rect l="l" t="t" r="r" b="b"/>
                <a:pathLst>
                  <a:path w="1184" h="562">
                    <a:moveTo>
                      <a:pt x="0" y="0"/>
                    </a:moveTo>
                    <a:moveTo>
                      <a:pt x="1181" y="505"/>
                    </a:moveTo>
                    <a:lnTo>
                      <a:pt x="1176" y="510"/>
                    </a:lnTo>
                    <a:lnTo>
                      <a:pt x="1172" y="516"/>
                    </a:lnTo>
                    <a:lnTo>
                      <a:pt x="1168" y="521"/>
                    </a:lnTo>
                    <a:lnTo>
                      <a:pt x="1159" y="525"/>
                    </a:lnTo>
                    <a:lnTo>
                      <a:pt x="1148" y="527"/>
                    </a:lnTo>
                    <a:lnTo>
                      <a:pt x="1139" y="530"/>
                    </a:lnTo>
                    <a:lnTo>
                      <a:pt x="1136" y="534"/>
                    </a:lnTo>
                    <a:lnTo>
                      <a:pt x="1139" y="542"/>
                    </a:lnTo>
                    <a:lnTo>
                      <a:pt x="1141" y="552"/>
                    </a:lnTo>
                    <a:lnTo>
                      <a:pt x="1138" y="558"/>
                    </a:lnTo>
                    <a:lnTo>
                      <a:pt x="1128" y="561"/>
                    </a:lnTo>
                    <a:lnTo>
                      <a:pt x="1116" y="560"/>
                    </a:lnTo>
                    <a:lnTo>
                      <a:pt x="1105" y="559"/>
                    </a:lnTo>
                    <a:lnTo>
                      <a:pt x="1097" y="560"/>
                    </a:lnTo>
                    <a:lnTo>
                      <a:pt x="1089" y="562"/>
                    </a:lnTo>
                    <a:lnTo>
                      <a:pt x="1082" y="562"/>
                    </a:lnTo>
                    <a:lnTo>
                      <a:pt x="1074" y="561"/>
                    </a:lnTo>
                    <a:lnTo>
                      <a:pt x="1067" y="559"/>
                    </a:lnTo>
                    <a:lnTo>
                      <a:pt x="1060" y="559"/>
                    </a:lnTo>
                    <a:lnTo>
                      <a:pt x="1053" y="560"/>
                    </a:lnTo>
                    <a:lnTo>
                      <a:pt x="1046" y="560"/>
                    </a:lnTo>
                    <a:lnTo>
                      <a:pt x="1039" y="558"/>
                    </a:lnTo>
                    <a:lnTo>
                      <a:pt x="1035" y="554"/>
                    </a:lnTo>
                    <a:lnTo>
                      <a:pt x="1029" y="552"/>
                    </a:lnTo>
                    <a:lnTo>
                      <a:pt x="1019" y="552"/>
                    </a:lnTo>
                    <a:lnTo>
                      <a:pt x="1007" y="553"/>
                    </a:lnTo>
                    <a:lnTo>
                      <a:pt x="997" y="551"/>
                    </a:lnTo>
                    <a:lnTo>
                      <a:pt x="994" y="545"/>
                    </a:lnTo>
                    <a:lnTo>
                      <a:pt x="998" y="536"/>
                    </a:lnTo>
                    <a:lnTo>
                      <a:pt x="1003" y="528"/>
                    </a:lnTo>
                    <a:lnTo>
                      <a:pt x="1005" y="523"/>
                    </a:lnTo>
                    <a:lnTo>
                      <a:pt x="1002" y="519"/>
                    </a:lnTo>
                    <a:lnTo>
                      <a:pt x="996" y="514"/>
                    </a:lnTo>
                    <a:lnTo>
                      <a:pt x="992" y="510"/>
                    </a:lnTo>
                    <a:lnTo>
                      <a:pt x="989" y="505"/>
                    </a:lnTo>
                    <a:lnTo>
                      <a:pt x="984" y="500"/>
                    </a:lnTo>
                    <a:lnTo>
                      <a:pt x="978" y="494"/>
                    </a:lnTo>
                    <a:lnTo>
                      <a:pt x="973" y="488"/>
                    </a:lnTo>
                    <a:lnTo>
                      <a:pt x="975" y="482"/>
                    </a:lnTo>
                    <a:lnTo>
                      <a:pt x="983" y="478"/>
                    </a:lnTo>
                    <a:lnTo>
                      <a:pt x="991" y="476"/>
                    </a:lnTo>
                    <a:lnTo>
                      <a:pt x="996" y="472"/>
                    </a:lnTo>
                    <a:lnTo>
                      <a:pt x="998" y="466"/>
                    </a:lnTo>
                    <a:lnTo>
                      <a:pt x="999" y="460"/>
                    </a:lnTo>
                    <a:lnTo>
                      <a:pt x="1005" y="457"/>
                    </a:lnTo>
                    <a:lnTo>
                      <a:pt x="1016" y="457"/>
                    </a:lnTo>
                    <a:lnTo>
                      <a:pt x="1027" y="459"/>
                    </a:lnTo>
                    <a:lnTo>
                      <a:pt x="1036" y="460"/>
                    </a:lnTo>
                    <a:lnTo>
                      <a:pt x="1042" y="456"/>
                    </a:lnTo>
                    <a:lnTo>
                      <a:pt x="1048" y="450"/>
                    </a:lnTo>
                    <a:lnTo>
                      <a:pt x="1056" y="445"/>
                    </a:lnTo>
                    <a:lnTo>
                      <a:pt x="1065" y="443"/>
                    </a:lnTo>
                    <a:lnTo>
                      <a:pt x="1076" y="441"/>
                    </a:lnTo>
                    <a:lnTo>
                      <a:pt x="1086" y="441"/>
                    </a:lnTo>
                    <a:lnTo>
                      <a:pt x="1097" y="441"/>
                    </a:lnTo>
                    <a:lnTo>
                      <a:pt x="1107" y="444"/>
                    </a:lnTo>
                    <a:lnTo>
                      <a:pt x="1114" y="450"/>
                    </a:lnTo>
                    <a:lnTo>
                      <a:pt x="1118" y="458"/>
                    </a:lnTo>
                    <a:lnTo>
                      <a:pt x="1123" y="464"/>
                    </a:lnTo>
                    <a:lnTo>
                      <a:pt x="1131" y="466"/>
                    </a:lnTo>
                    <a:lnTo>
                      <a:pt x="1143" y="465"/>
                    </a:lnTo>
                    <a:lnTo>
                      <a:pt x="1155" y="466"/>
                    </a:lnTo>
                    <a:lnTo>
                      <a:pt x="1162" y="469"/>
                    </a:lnTo>
                    <a:lnTo>
                      <a:pt x="1165" y="475"/>
                    </a:lnTo>
                    <a:lnTo>
                      <a:pt x="1166" y="480"/>
                    </a:lnTo>
                    <a:lnTo>
                      <a:pt x="1170" y="485"/>
                    </a:lnTo>
                    <a:lnTo>
                      <a:pt x="1177" y="489"/>
                    </a:lnTo>
                    <a:lnTo>
                      <a:pt x="1183" y="494"/>
                    </a:lnTo>
                    <a:lnTo>
                      <a:pt x="1184" y="499"/>
                    </a:lnTo>
                    <a:close/>
                  </a:path>
                </a:pathLst>
              </a:custGeom>
              <a:solidFill>
                <a:srgbClr val="F5DAC5">
                  <a:alpha val="12900"/>
                </a:srgbClr>
              </a:solidFill>
              <a:ln>
                <a:noFill/>
              </a:ln>
            </p:spPr>
            <p:txBody>
              <a:bodyPr anchor="ctr"/>
              <a:lstStyle/>
              <a:p>
                <a:pPr algn="ctr">
                  <a:buNone/>
                </a:pPr>
              </a:p>
            </p:txBody>
          </p:sp>
          <p:sp>
            <p:nvSpPr>
              <p:cNvPr id="704" name="addition:spatial:86"/>
              <p:cNvSpPr>
                <a:spLocks noGrp="1"/>
              </p:cNvSpPr>
              <p:nvPr/>
            </p:nvSpPr>
            <p:spPr>
              <a:xfrm>
                <a:off x="5648325" y="1666875"/>
                <a:ext cx="1543324" cy="952393"/>
              </a:xfrm>
              <a:custGeom>
                <a:avLst/>
                <a:gdLst/>
                <a:ahLst/>
                <a:cxnLst/>
                <a:rect l="l" t="t" r="r" b="b"/>
                <a:pathLst>
                  <a:path w="1164" h="563">
                    <a:moveTo>
                      <a:pt x="0" y="0"/>
                    </a:moveTo>
                    <a:moveTo>
                      <a:pt x="1141" y="510"/>
                    </a:moveTo>
                    <a:lnTo>
                      <a:pt x="1140" y="514"/>
                    </a:lnTo>
                    <a:lnTo>
                      <a:pt x="1140" y="518"/>
                    </a:lnTo>
                    <a:lnTo>
                      <a:pt x="1139" y="523"/>
                    </a:lnTo>
                    <a:lnTo>
                      <a:pt x="1136" y="527"/>
                    </a:lnTo>
                    <a:lnTo>
                      <a:pt x="1132" y="531"/>
                    </a:lnTo>
                    <a:lnTo>
                      <a:pt x="1131" y="535"/>
                    </a:lnTo>
                    <a:lnTo>
                      <a:pt x="1130" y="540"/>
                    </a:lnTo>
                    <a:lnTo>
                      <a:pt x="1126" y="545"/>
                    </a:lnTo>
                    <a:lnTo>
                      <a:pt x="1120" y="548"/>
                    </a:lnTo>
                    <a:lnTo>
                      <a:pt x="1113" y="549"/>
                    </a:lnTo>
                    <a:lnTo>
                      <a:pt x="1107" y="552"/>
                    </a:lnTo>
                    <a:lnTo>
                      <a:pt x="1103" y="556"/>
                    </a:lnTo>
                    <a:lnTo>
                      <a:pt x="1099" y="561"/>
                    </a:lnTo>
                    <a:lnTo>
                      <a:pt x="1092" y="563"/>
                    </a:lnTo>
                    <a:lnTo>
                      <a:pt x="1084" y="560"/>
                    </a:lnTo>
                    <a:lnTo>
                      <a:pt x="1076" y="555"/>
                    </a:lnTo>
                    <a:lnTo>
                      <a:pt x="1071" y="551"/>
                    </a:lnTo>
                    <a:lnTo>
                      <a:pt x="1066" y="551"/>
                    </a:lnTo>
                    <a:lnTo>
                      <a:pt x="1060" y="555"/>
                    </a:lnTo>
                    <a:lnTo>
                      <a:pt x="1053" y="558"/>
                    </a:lnTo>
                    <a:lnTo>
                      <a:pt x="1046" y="560"/>
                    </a:lnTo>
                    <a:lnTo>
                      <a:pt x="1039" y="559"/>
                    </a:lnTo>
                    <a:lnTo>
                      <a:pt x="1032" y="558"/>
                    </a:lnTo>
                    <a:lnTo>
                      <a:pt x="1024" y="556"/>
                    </a:lnTo>
                    <a:lnTo>
                      <a:pt x="1018" y="553"/>
                    </a:lnTo>
                    <a:lnTo>
                      <a:pt x="1015" y="548"/>
                    </a:lnTo>
                    <a:lnTo>
                      <a:pt x="1015" y="542"/>
                    </a:lnTo>
                    <a:lnTo>
                      <a:pt x="1014" y="537"/>
                    </a:lnTo>
                    <a:lnTo>
                      <a:pt x="1010" y="533"/>
                    </a:lnTo>
                    <a:lnTo>
                      <a:pt x="1002" y="531"/>
                    </a:lnTo>
                    <a:lnTo>
                      <a:pt x="995" y="528"/>
                    </a:lnTo>
                    <a:lnTo>
                      <a:pt x="992" y="523"/>
                    </a:lnTo>
                    <a:lnTo>
                      <a:pt x="994" y="518"/>
                    </a:lnTo>
                    <a:lnTo>
                      <a:pt x="996" y="514"/>
                    </a:lnTo>
                    <a:lnTo>
                      <a:pt x="994" y="510"/>
                    </a:lnTo>
                    <a:lnTo>
                      <a:pt x="987" y="506"/>
                    </a:lnTo>
                    <a:lnTo>
                      <a:pt x="979" y="500"/>
                    </a:lnTo>
                    <a:lnTo>
                      <a:pt x="976" y="495"/>
                    </a:lnTo>
                    <a:lnTo>
                      <a:pt x="978" y="490"/>
                    </a:lnTo>
                    <a:lnTo>
                      <a:pt x="983" y="487"/>
                    </a:lnTo>
                    <a:lnTo>
                      <a:pt x="989" y="483"/>
                    </a:lnTo>
                    <a:lnTo>
                      <a:pt x="994" y="480"/>
                    </a:lnTo>
                    <a:lnTo>
                      <a:pt x="1002" y="478"/>
                    </a:lnTo>
                    <a:lnTo>
                      <a:pt x="1011" y="478"/>
                    </a:lnTo>
                    <a:lnTo>
                      <a:pt x="1020" y="478"/>
                    </a:lnTo>
                    <a:lnTo>
                      <a:pt x="1025" y="475"/>
                    </a:lnTo>
                    <a:lnTo>
                      <a:pt x="1027" y="470"/>
                    </a:lnTo>
                    <a:lnTo>
                      <a:pt x="1030" y="462"/>
                    </a:lnTo>
                    <a:lnTo>
                      <a:pt x="1036" y="457"/>
                    </a:lnTo>
                    <a:lnTo>
                      <a:pt x="1045" y="456"/>
                    </a:lnTo>
                    <a:lnTo>
                      <a:pt x="1055" y="458"/>
                    </a:lnTo>
                    <a:lnTo>
                      <a:pt x="1064" y="460"/>
                    </a:lnTo>
                    <a:lnTo>
                      <a:pt x="1072" y="460"/>
                    </a:lnTo>
                    <a:lnTo>
                      <a:pt x="1081" y="458"/>
                    </a:lnTo>
                    <a:lnTo>
                      <a:pt x="1090" y="458"/>
                    </a:lnTo>
                    <a:lnTo>
                      <a:pt x="1098" y="461"/>
                    </a:lnTo>
                    <a:lnTo>
                      <a:pt x="1104" y="465"/>
                    </a:lnTo>
                    <a:lnTo>
                      <a:pt x="1110" y="469"/>
                    </a:lnTo>
                    <a:lnTo>
                      <a:pt x="1116" y="471"/>
                    </a:lnTo>
                    <a:lnTo>
                      <a:pt x="1122" y="473"/>
                    </a:lnTo>
                    <a:lnTo>
                      <a:pt x="1127" y="477"/>
                    </a:lnTo>
                    <a:lnTo>
                      <a:pt x="1130" y="480"/>
                    </a:lnTo>
                    <a:lnTo>
                      <a:pt x="1134" y="483"/>
                    </a:lnTo>
                    <a:lnTo>
                      <a:pt x="1143" y="485"/>
                    </a:lnTo>
                    <a:lnTo>
                      <a:pt x="1154" y="486"/>
                    </a:lnTo>
                    <a:lnTo>
                      <a:pt x="1163" y="489"/>
                    </a:lnTo>
                    <a:lnTo>
                      <a:pt x="1164" y="494"/>
                    </a:lnTo>
                    <a:lnTo>
                      <a:pt x="1157" y="500"/>
                    </a:lnTo>
                    <a:lnTo>
                      <a:pt x="1147" y="506"/>
                    </a:lnTo>
                    <a:close/>
                  </a:path>
                </a:pathLst>
              </a:custGeom>
              <a:solidFill>
                <a:srgbClr val="ECB78D">
                  <a:alpha val="12900"/>
                </a:srgbClr>
              </a:solidFill>
              <a:ln>
                <a:noFill/>
              </a:ln>
            </p:spPr>
            <p:txBody>
              <a:bodyPr anchor="ctr"/>
              <a:lstStyle/>
              <a:p>
                <a:pPr algn="ctr">
                  <a:buNone/>
                </a:pPr>
              </a:p>
            </p:txBody>
          </p:sp>
          <p:sp>
            <p:nvSpPr>
              <p:cNvPr id="705" name="addition:spatial:87"/>
              <p:cNvSpPr>
                <a:spLocks noGrp="1"/>
              </p:cNvSpPr>
              <p:nvPr/>
            </p:nvSpPr>
            <p:spPr>
              <a:xfrm>
                <a:off x="5648325" y="1666875"/>
                <a:ext cx="1520784" cy="952393"/>
              </a:xfrm>
              <a:custGeom>
                <a:avLst/>
                <a:gdLst/>
                <a:ahLst/>
                <a:cxnLst/>
                <a:rect l="l" t="t" r="r" b="b"/>
                <a:pathLst>
                  <a:path w="1147" h="563">
                    <a:moveTo>
                      <a:pt x="0" y="0"/>
                    </a:moveTo>
                    <a:moveTo>
                      <a:pt x="1132" y="515"/>
                    </a:moveTo>
                    <a:lnTo>
                      <a:pt x="1129" y="519"/>
                    </a:lnTo>
                    <a:lnTo>
                      <a:pt x="1130" y="523"/>
                    </a:lnTo>
                    <a:lnTo>
                      <a:pt x="1131" y="527"/>
                    </a:lnTo>
                    <a:lnTo>
                      <a:pt x="1127" y="530"/>
                    </a:lnTo>
                    <a:lnTo>
                      <a:pt x="1120" y="533"/>
                    </a:lnTo>
                    <a:lnTo>
                      <a:pt x="1115" y="535"/>
                    </a:lnTo>
                    <a:lnTo>
                      <a:pt x="1111" y="539"/>
                    </a:lnTo>
                    <a:lnTo>
                      <a:pt x="1109" y="543"/>
                    </a:lnTo>
                    <a:lnTo>
                      <a:pt x="1105" y="546"/>
                    </a:lnTo>
                    <a:lnTo>
                      <a:pt x="1101" y="549"/>
                    </a:lnTo>
                    <a:lnTo>
                      <a:pt x="1095" y="552"/>
                    </a:lnTo>
                    <a:lnTo>
                      <a:pt x="1091" y="556"/>
                    </a:lnTo>
                    <a:lnTo>
                      <a:pt x="1087" y="560"/>
                    </a:lnTo>
                    <a:lnTo>
                      <a:pt x="1081" y="563"/>
                    </a:lnTo>
                    <a:lnTo>
                      <a:pt x="1073" y="562"/>
                    </a:lnTo>
                    <a:lnTo>
                      <a:pt x="1066" y="558"/>
                    </a:lnTo>
                    <a:lnTo>
                      <a:pt x="1060" y="552"/>
                    </a:lnTo>
                    <a:lnTo>
                      <a:pt x="1055" y="550"/>
                    </a:lnTo>
                    <a:lnTo>
                      <a:pt x="1050" y="552"/>
                    </a:lnTo>
                    <a:lnTo>
                      <a:pt x="1045" y="555"/>
                    </a:lnTo>
                    <a:lnTo>
                      <a:pt x="1038" y="557"/>
                    </a:lnTo>
                    <a:lnTo>
                      <a:pt x="1033" y="556"/>
                    </a:lnTo>
                    <a:lnTo>
                      <a:pt x="1028" y="554"/>
                    </a:lnTo>
                    <a:lnTo>
                      <a:pt x="1023" y="553"/>
                    </a:lnTo>
                    <a:lnTo>
                      <a:pt x="1017" y="551"/>
                    </a:lnTo>
                    <a:lnTo>
                      <a:pt x="1012" y="549"/>
                    </a:lnTo>
                    <a:lnTo>
                      <a:pt x="1009" y="545"/>
                    </a:lnTo>
                    <a:lnTo>
                      <a:pt x="1009" y="541"/>
                    </a:lnTo>
                    <a:lnTo>
                      <a:pt x="1007" y="537"/>
                    </a:lnTo>
                    <a:lnTo>
                      <a:pt x="1004" y="534"/>
                    </a:lnTo>
                    <a:lnTo>
                      <a:pt x="999" y="531"/>
                    </a:lnTo>
                    <a:lnTo>
                      <a:pt x="997" y="527"/>
                    </a:lnTo>
                    <a:lnTo>
                      <a:pt x="999" y="522"/>
                    </a:lnTo>
                    <a:lnTo>
                      <a:pt x="1004" y="518"/>
                    </a:lnTo>
                    <a:lnTo>
                      <a:pt x="1006" y="515"/>
                    </a:lnTo>
                    <a:lnTo>
                      <a:pt x="1002" y="512"/>
                    </a:lnTo>
                    <a:lnTo>
                      <a:pt x="993" y="507"/>
                    </a:lnTo>
                    <a:lnTo>
                      <a:pt x="986" y="502"/>
                    </a:lnTo>
                    <a:lnTo>
                      <a:pt x="985" y="497"/>
                    </a:lnTo>
                    <a:lnTo>
                      <a:pt x="988" y="494"/>
                    </a:lnTo>
                    <a:lnTo>
                      <a:pt x="994" y="491"/>
                    </a:lnTo>
                    <a:lnTo>
                      <a:pt x="998" y="488"/>
                    </a:lnTo>
                    <a:lnTo>
                      <a:pt x="1003" y="486"/>
                    </a:lnTo>
                    <a:lnTo>
                      <a:pt x="1009" y="485"/>
                    </a:lnTo>
                    <a:lnTo>
                      <a:pt x="1016" y="484"/>
                    </a:lnTo>
                    <a:lnTo>
                      <a:pt x="1022" y="484"/>
                    </a:lnTo>
                    <a:lnTo>
                      <a:pt x="1026" y="481"/>
                    </a:lnTo>
                    <a:lnTo>
                      <a:pt x="1029" y="477"/>
                    </a:lnTo>
                    <a:lnTo>
                      <a:pt x="1033" y="472"/>
                    </a:lnTo>
                    <a:lnTo>
                      <a:pt x="1039" y="470"/>
                    </a:lnTo>
                    <a:lnTo>
                      <a:pt x="1047" y="471"/>
                    </a:lnTo>
                    <a:lnTo>
                      <a:pt x="1054" y="473"/>
                    </a:lnTo>
                    <a:lnTo>
                      <a:pt x="1061" y="473"/>
                    </a:lnTo>
                    <a:lnTo>
                      <a:pt x="1068" y="471"/>
                    </a:lnTo>
                    <a:lnTo>
                      <a:pt x="1077" y="468"/>
                    </a:lnTo>
                    <a:lnTo>
                      <a:pt x="1085" y="468"/>
                    </a:lnTo>
                    <a:lnTo>
                      <a:pt x="1092" y="472"/>
                    </a:lnTo>
                    <a:lnTo>
                      <a:pt x="1096" y="477"/>
                    </a:lnTo>
                    <a:lnTo>
                      <a:pt x="1100" y="481"/>
                    </a:lnTo>
                    <a:lnTo>
                      <a:pt x="1104" y="484"/>
                    </a:lnTo>
                    <a:lnTo>
                      <a:pt x="1109" y="487"/>
                    </a:lnTo>
                    <a:lnTo>
                      <a:pt x="1113" y="490"/>
                    </a:lnTo>
                    <a:lnTo>
                      <a:pt x="1117" y="492"/>
                    </a:lnTo>
                    <a:lnTo>
                      <a:pt x="1123" y="494"/>
                    </a:lnTo>
                    <a:lnTo>
                      <a:pt x="1132" y="496"/>
                    </a:lnTo>
                    <a:lnTo>
                      <a:pt x="1141" y="498"/>
                    </a:lnTo>
                    <a:lnTo>
                      <a:pt x="1147" y="501"/>
                    </a:lnTo>
                    <a:lnTo>
                      <a:pt x="1145" y="506"/>
                    </a:lnTo>
                    <a:lnTo>
                      <a:pt x="1139" y="511"/>
                    </a:lnTo>
                    <a:close/>
                  </a:path>
                </a:pathLst>
              </a:custGeom>
              <a:solidFill>
                <a:srgbClr val="E18B48">
                  <a:alpha val="10500"/>
                </a:srgbClr>
              </a:solidFill>
              <a:ln>
                <a:noFill/>
              </a:ln>
            </p:spPr>
            <p:txBody>
              <a:bodyPr anchor="ctr"/>
              <a:lstStyle/>
              <a:p>
                <a:pPr algn="ctr">
                  <a:buNone/>
                </a:pPr>
              </a:p>
            </p:txBody>
          </p:sp>
          <p:sp>
            <p:nvSpPr>
              <p:cNvPr id="706" name="addition:spatial:88"/>
              <p:cNvSpPr>
                <a:spLocks noGrp="1"/>
              </p:cNvSpPr>
              <p:nvPr/>
            </p:nvSpPr>
            <p:spPr>
              <a:xfrm>
                <a:off x="5648325" y="1666875"/>
                <a:ext cx="1414714" cy="877961"/>
              </a:xfrm>
              <a:custGeom>
                <a:avLst/>
                <a:gdLst/>
                <a:ahLst/>
                <a:cxnLst/>
                <a:rect l="l" t="t" r="r" b="b"/>
                <a:pathLst>
                  <a:path w="1067" h="519">
                    <a:moveTo>
                      <a:pt x="0" y="0"/>
                    </a:moveTo>
                    <a:moveTo>
                      <a:pt x="1065" y="499"/>
                    </a:moveTo>
                    <a:lnTo>
                      <a:pt x="1066" y="501"/>
                    </a:lnTo>
                    <a:lnTo>
                      <a:pt x="1067" y="503"/>
                    </a:lnTo>
                    <a:lnTo>
                      <a:pt x="1065" y="505"/>
                    </a:lnTo>
                    <a:lnTo>
                      <a:pt x="1061" y="506"/>
                    </a:lnTo>
                    <a:lnTo>
                      <a:pt x="1057" y="506"/>
                    </a:lnTo>
                    <a:lnTo>
                      <a:pt x="1055" y="507"/>
                    </a:lnTo>
                    <a:lnTo>
                      <a:pt x="1054" y="509"/>
                    </a:lnTo>
                    <a:lnTo>
                      <a:pt x="1053" y="511"/>
                    </a:lnTo>
                    <a:lnTo>
                      <a:pt x="1052" y="512"/>
                    </a:lnTo>
                    <a:lnTo>
                      <a:pt x="1050" y="514"/>
                    </a:lnTo>
                    <a:lnTo>
                      <a:pt x="1049" y="515"/>
                    </a:lnTo>
                    <a:lnTo>
                      <a:pt x="1047" y="517"/>
                    </a:lnTo>
                    <a:lnTo>
                      <a:pt x="1045" y="519"/>
                    </a:lnTo>
                    <a:lnTo>
                      <a:pt x="1042" y="519"/>
                    </a:lnTo>
                    <a:lnTo>
                      <a:pt x="1038" y="518"/>
                    </a:lnTo>
                    <a:lnTo>
                      <a:pt x="1035" y="516"/>
                    </a:lnTo>
                    <a:lnTo>
                      <a:pt x="1033" y="515"/>
                    </a:lnTo>
                    <a:lnTo>
                      <a:pt x="1030" y="516"/>
                    </a:lnTo>
                    <a:lnTo>
                      <a:pt x="1028" y="517"/>
                    </a:lnTo>
                    <a:lnTo>
                      <a:pt x="1026" y="517"/>
                    </a:lnTo>
                    <a:lnTo>
                      <a:pt x="1024" y="517"/>
                    </a:lnTo>
                    <a:lnTo>
                      <a:pt x="1022" y="515"/>
                    </a:lnTo>
                    <a:lnTo>
                      <a:pt x="1020" y="515"/>
                    </a:lnTo>
                    <a:lnTo>
                      <a:pt x="1018" y="514"/>
                    </a:lnTo>
                    <a:lnTo>
                      <a:pt x="1015" y="514"/>
                    </a:lnTo>
                    <a:lnTo>
                      <a:pt x="1013" y="514"/>
                    </a:lnTo>
                    <a:lnTo>
                      <a:pt x="1011" y="512"/>
                    </a:lnTo>
                    <a:lnTo>
                      <a:pt x="1010" y="511"/>
                    </a:lnTo>
                    <a:lnTo>
                      <a:pt x="1009" y="509"/>
                    </a:lnTo>
                    <a:lnTo>
                      <a:pt x="1007" y="508"/>
                    </a:lnTo>
                    <a:lnTo>
                      <a:pt x="1007" y="506"/>
                    </a:lnTo>
                    <a:lnTo>
                      <a:pt x="1008" y="504"/>
                    </a:lnTo>
                    <a:lnTo>
                      <a:pt x="1011" y="502"/>
                    </a:lnTo>
                    <a:lnTo>
                      <a:pt x="1012" y="501"/>
                    </a:lnTo>
                    <a:lnTo>
                      <a:pt x="1011" y="499"/>
                    </a:lnTo>
                    <a:lnTo>
                      <a:pt x="1007" y="498"/>
                    </a:lnTo>
                    <a:lnTo>
                      <a:pt x="1004" y="496"/>
                    </a:lnTo>
                    <a:lnTo>
                      <a:pt x="1002" y="494"/>
                    </a:lnTo>
                    <a:lnTo>
                      <a:pt x="1003" y="492"/>
                    </a:lnTo>
                    <a:lnTo>
                      <a:pt x="1005" y="491"/>
                    </a:lnTo>
                    <a:lnTo>
                      <a:pt x="1007" y="490"/>
                    </a:lnTo>
                    <a:lnTo>
                      <a:pt x="1008" y="488"/>
                    </a:lnTo>
                    <a:lnTo>
                      <a:pt x="1010" y="487"/>
                    </a:lnTo>
                    <a:lnTo>
                      <a:pt x="1012" y="486"/>
                    </a:lnTo>
                    <a:lnTo>
                      <a:pt x="1014" y="486"/>
                    </a:lnTo>
                    <a:lnTo>
                      <a:pt x="1016" y="485"/>
                    </a:lnTo>
                    <a:lnTo>
                      <a:pt x="1018" y="484"/>
                    </a:lnTo>
                    <a:lnTo>
                      <a:pt x="1020" y="483"/>
                    </a:lnTo>
                    <a:lnTo>
                      <a:pt x="1022" y="482"/>
                    </a:lnTo>
                    <a:lnTo>
                      <a:pt x="1025" y="483"/>
                    </a:lnTo>
                    <a:lnTo>
                      <a:pt x="1028" y="483"/>
                    </a:lnTo>
                    <a:lnTo>
                      <a:pt x="1030" y="483"/>
                    </a:lnTo>
                    <a:lnTo>
                      <a:pt x="1033" y="481"/>
                    </a:lnTo>
                    <a:lnTo>
                      <a:pt x="1036" y="479"/>
                    </a:lnTo>
                    <a:lnTo>
                      <a:pt x="1040" y="478"/>
                    </a:lnTo>
                    <a:lnTo>
                      <a:pt x="1043" y="480"/>
                    </a:lnTo>
                    <a:lnTo>
                      <a:pt x="1045" y="482"/>
                    </a:lnTo>
                    <a:lnTo>
                      <a:pt x="1047" y="484"/>
                    </a:lnTo>
                    <a:lnTo>
                      <a:pt x="1049" y="485"/>
                    </a:lnTo>
                    <a:lnTo>
                      <a:pt x="1051" y="486"/>
                    </a:lnTo>
                    <a:lnTo>
                      <a:pt x="1053" y="488"/>
                    </a:lnTo>
                    <a:lnTo>
                      <a:pt x="1055" y="489"/>
                    </a:lnTo>
                    <a:lnTo>
                      <a:pt x="1057" y="490"/>
                    </a:lnTo>
                    <a:lnTo>
                      <a:pt x="1060" y="490"/>
                    </a:lnTo>
                    <a:lnTo>
                      <a:pt x="1064" y="491"/>
                    </a:lnTo>
                    <a:lnTo>
                      <a:pt x="1067" y="492"/>
                    </a:lnTo>
                    <a:lnTo>
                      <a:pt x="1067" y="494"/>
                    </a:lnTo>
                    <a:lnTo>
                      <a:pt x="1066" y="496"/>
                    </a:lnTo>
                    <a:lnTo>
                      <a:pt x="1064" y="498"/>
                    </a:lnTo>
                    <a:close/>
                  </a:path>
                </a:pathLst>
              </a:custGeom>
              <a:solidFill>
                <a:srgbClr val="ECB78D">
                  <a:alpha val="9600"/>
                </a:srgbClr>
              </a:solidFill>
              <a:ln>
                <a:noFill/>
              </a:ln>
            </p:spPr>
            <p:txBody>
              <a:bodyPr anchor="ctr"/>
              <a:lstStyle/>
              <a:p>
                <a:pPr algn="ctr">
                  <a:buNone/>
                </a:pPr>
              </a:p>
            </p:txBody>
          </p:sp>
          <p:sp>
            <p:nvSpPr>
              <p:cNvPr id="707" name="addition:spatial:89"/>
              <p:cNvSpPr>
                <a:spLocks noGrp="1"/>
              </p:cNvSpPr>
              <p:nvPr/>
            </p:nvSpPr>
            <p:spPr>
              <a:xfrm>
                <a:off x="5648325" y="1666875"/>
                <a:ext cx="1445209" cy="852587"/>
              </a:xfrm>
              <a:custGeom>
                <a:avLst/>
                <a:gdLst/>
                <a:ahLst/>
                <a:cxnLst/>
                <a:rect l="l" t="t" r="r" b="b"/>
                <a:pathLst>
                  <a:path w="1090" h="504">
                    <a:moveTo>
                      <a:pt x="0" y="0"/>
                    </a:moveTo>
                    <a:moveTo>
                      <a:pt x="1089" y="485"/>
                    </a:moveTo>
                    <a:lnTo>
                      <a:pt x="1088" y="486"/>
                    </a:lnTo>
                    <a:lnTo>
                      <a:pt x="1085" y="488"/>
                    </a:lnTo>
                    <a:lnTo>
                      <a:pt x="1082" y="489"/>
                    </a:lnTo>
                    <a:lnTo>
                      <a:pt x="1081" y="490"/>
                    </a:lnTo>
                    <a:lnTo>
                      <a:pt x="1081" y="492"/>
                    </a:lnTo>
                    <a:lnTo>
                      <a:pt x="1081" y="494"/>
                    </a:lnTo>
                    <a:lnTo>
                      <a:pt x="1080" y="496"/>
                    </a:lnTo>
                    <a:lnTo>
                      <a:pt x="1078" y="497"/>
                    </a:lnTo>
                    <a:lnTo>
                      <a:pt x="1074" y="497"/>
                    </a:lnTo>
                    <a:lnTo>
                      <a:pt x="1072" y="498"/>
                    </a:lnTo>
                    <a:lnTo>
                      <a:pt x="1070" y="499"/>
                    </a:lnTo>
                    <a:lnTo>
                      <a:pt x="1069" y="501"/>
                    </a:lnTo>
                    <a:lnTo>
                      <a:pt x="1068" y="503"/>
                    </a:lnTo>
                    <a:lnTo>
                      <a:pt x="1065" y="504"/>
                    </a:lnTo>
                    <a:lnTo>
                      <a:pt x="1062" y="503"/>
                    </a:lnTo>
                    <a:lnTo>
                      <a:pt x="1059" y="502"/>
                    </a:lnTo>
                    <a:lnTo>
                      <a:pt x="1057" y="502"/>
                    </a:lnTo>
                    <a:lnTo>
                      <a:pt x="1054" y="501"/>
                    </a:lnTo>
                    <a:lnTo>
                      <a:pt x="1053" y="501"/>
                    </a:lnTo>
                    <a:lnTo>
                      <a:pt x="1051" y="500"/>
                    </a:lnTo>
                    <a:lnTo>
                      <a:pt x="1049" y="499"/>
                    </a:lnTo>
                    <a:lnTo>
                      <a:pt x="1047" y="500"/>
                    </a:lnTo>
                    <a:lnTo>
                      <a:pt x="1044" y="501"/>
                    </a:lnTo>
                    <a:lnTo>
                      <a:pt x="1040" y="502"/>
                    </a:lnTo>
                    <a:lnTo>
                      <a:pt x="1038" y="501"/>
                    </a:lnTo>
                    <a:lnTo>
                      <a:pt x="1037" y="499"/>
                    </a:lnTo>
                    <a:lnTo>
                      <a:pt x="1038" y="496"/>
                    </a:lnTo>
                    <a:lnTo>
                      <a:pt x="1037" y="495"/>
                    </a:lnTo>
                    <a:lnTo>
                      <a:pt x="1036" y="494"/>
                    </a:lnTo>
                    <a:lnTo>
                      <a:pt x="1034" y="493"/>
                    </a:lnTo>
                    <a:lnTo>
                      <a:pt x="1033" y="491"/>
                    </a:lnTo>
                    <a:lnTo>
                      <a:pt x="1033" y="489"/>
                    </a:lnTo>
                    <a:lnTo>
                      <a:pt x="1034" y="488"/>
                    </a:lnTo>
                    <a:lnTo>
                      <a:pt x="1034" y="486"/>
                    </a:lnTo>
                    <a:lnTo>
                      <a:pt x="1033" y="485"/>
                    </a:lnTo>
                    <a:lnTo>
                      <a:pt x="1032" y="483"/>
                    </a:lnTo>
                    <a:lnTo>
                      <a:pt x="1032" y="482"/>
                    </a:lnTo>
                    <a:lnTo>
                      <a:pt x="1032" y="480"/>
                    </a:lnTo>
                    <a:lnTo>
                      <a:pt x="1032" y="479"/>
                    </a:lnTo>
                    <a:lnTo>
                      <a:pt x="1030" y="476"/>
                    </a:lnTo>
                    <a:lnTo>
                      <a:pt x="1029" y="474"/>
                    </a:lnTo>
                    <a:lnTo>
                      <a:pt x="1030" y="473"/>
                    </a:lnTo>
                    <a:lnTo>
                      <a:pt x="1033" y="472"/>
                    </a:lnTo>
                    <a:lnTo>
                      <a:pt x="1037" y="473"/>
                    </a:lnTo>
                    <a:lnTo>
                      <a:pt x="1041" y="473"/>
                    </a:lnTo>
                    <a:lnTo>
                      <a:pt x="1042" y="472"/>
                    </a:lnTo>
                    <a:lnTo>
                      <a:pt x="1043" y="471"/>
                    </a:lnTo>
                    <a:lnTo>
                      <a:pt x="1045" y="469"/>
                    </a:lnTo>
                    <a:lnTo>
                      <a:pt x="1047" y="468"/>
                    </a:lnTo>
                    <a:lnTo>
                      <a:pt x="1049" y="468"/>
                    </a:lnTo>
                    <a:lnTo>
                      <a:pt x="1051" y="467"/>
                    </a:lnTo>
                    <a:lnTo>
                      <a:pt x="1054" y="467"/>
                    </a:lnTo>
                    <a:lnTo>
                      <a:pt x="1057" y="466"/>
                    </a:lnTo>
                    <a:lnTo>
                      <a:pt x="1060" y="466"/>
                    </a:lnTo>
                    <a:lnTo>
                      <a:pt x="1063" y="467"/>
                    </a:lnTo>
                    <a:lnTo>
                      <a:pt x="1065" y="468"/>
                    </a:lnTo>
                    <a:lnTo>
                      <a:pt x="1068" y="468"/>
                    </a:lnTo>
                    <a:lnTo>
                      <a:pt x="1071" y="468"/>
                    </a:lnTo>
                    <a:lnTo>
                      <a:pt x="1074" y="469"/>
                    </a:lnTo>
                    <a:lnTo>
                      <a:pt x="1076" y="471"/>
                    </a:lnTo>
                    <a:lnTo>
                      <a:pt x="1076" y="473"/>
                    </a:lnTo>
                    <a:lnTo>
                      <a:pt x="1076" y="475"/>
                    </a:lnTo>
                    <a:lnTo>
                      <a:pt x="1078" y="476"/>
                    </a:lnTo>
                    <a:lnTo>
                      <a:pt x="1081" y="477"/>
                    </a:lnTo>
                    <a:lnTo>
                      <a:pt x="1085" y="477"/>
                    </a:lnTo>
                    <a:lnTo>
                      <a:pt x="1088" y="478"/>
                    </a:lnTo>
                    <a:lnTo>
                      <a:pt x="1090" y="480"/>
                    </a:lnTo>
                    <a:lnTo>
                      <a:pt x="1090" y="481"/>
                    </a:lnTo>
                    <a:lnTo>
                      <a:pt x="1090" y="483"/>
                    </a:lnTo>
                    <a:close/>
                  </a:path>
                </a:pathLst>
              </a:custGeom>
              <a:solidFill>
                <a:srgbClr val="ECB78D">
                  <a:alpha val="9600"/>
                </a:srgbClr>
              </a:solidFill>
              <a:ln>
                <a:noFill/>
              </a:ln>
            </p:spPr>
            <p:txBody>
              <a:bodyPr anchor="ctr"/>
              <a:lstStyle/>
              <a:p>
                <a:pPr algn="ctr">
                  <a:buNone/>
                </a:pPr>
              </a:p>
            </p:txBody>
          </p:sp>
          <p:sp>
            <p:nvSpPr>
              <p:cNvPr id="708" name="addition:spatial:90"/>
              <p:cNvSpPr>
                <a:spLocks noGrp="1"/>
              </p:cNvSpPr>
              <p:nvPr/>
            </p:nvSpPr>
            <p:spPr>
              <a:xfrm>
                <a:off x="5648325" y="1666875"/>
                <a:ext cx="1479682" cy="861045"/>
              </a:xfrm>
              <a:custGeom>
                <a:avLst/>
                <a:gdLst/>
                <a:ahLst/>
                <a:cxnLst/>
                <a:rect l="l" t="t" r="r" b="b"/>
                <a:pathLst>
                  <a:path w="1116" h="509">
                    <a:moveTo>
                      <a:pt x="0" y="0"/>
                    </a:moveTo>
                    <a:moveTo>
                      <a:pt x="1109" y="489"/>
                    </a:moveTo>
                    <a:lnTo>
                      <a:pt x="1108" y="490"/>
                    </a:lnTo>
                    <a:lnTo>
                      <a:pt x="1109" y="492"/>
                    </a:lnTo>
                    <a:lnTo>
                      <a:pt x="1110" y="494"/>
                    </a:lnTo>
                    <a:lnTo>
                      <a:pt x="1110" y="495"/>
                    </a:lnTo>
                    <a:lnTo>
                      <a:pt x="1110" y="497"/>
                    </a:lnTo>
                    <a:lnTo>
                      <a:pt x="1110" y="499"/>
                    </a:lnTo>
                    <a:lnTo>
                      <a:pt x="1110" y="501"/>
                    </a:lnTo>
                    <a:lnTo>
                      <a:pt x="1110" y="503"/>
                    </a:lnTo>
                    <a:lnTo>
                      <a:pt x="1107" y="504"/>
                    </a:lnTo>
                    <a:lnTo>
                      <a:pt x="1104" y="504"/>
                    </a:lnTo>
                    <a:lnTo>
                      <a:pt x="1101" y="504"/>
                    </a:lnTo>
                    <a:lnTo>
                      <a:pt x="1098" y="504"/>
                    </a:lnTo>
                    <a:lnTo>
                      <a:pt x="1097" y="505"/>
                    </a:lnTo>
                    <a:lnTo>
                      <a:pt x="1096" y="507"/>
                    </a:lnTo>
                    <a:lnTo>
                      <a:pt x="1094" y="508"/>
                    </a:lnTo>
                    <a:lnTo>
                      <a:pt x="1092" y="507"/>
                    </a:lnTo>
                    <a:lnTo>
                      <a:pt x="1089" y="507"/>
                    </a:lnTo>
                    <a:lnTo>
                      <a:pt x="1087" y="506"/>
                    </a:lnTo>
                    <a:lnTo>
                      <a:pt x="1085" y="507"/>
                    </a:lnTo>
                    <a:lnTo>
                      <a:pt x="1082" y="508"/>
                    </a:lnTo>
                    <a:lnTo>
                      <a:pt x="1079" y="509"/>
                    </a:lnTo>
                    <a:lnTo>
                      <a:pt x="1076" y="508"/>
                    </a:lnTo>
                    <a:lnTo>
                      <a:pt x="1073" y="507"/>
                    </a:lnTo>
                    <a:lnTo>
                      <a:pt x="1071" y="506"/>
                    </a:lnTo>
                    <a:lnTo>
                      <a:pt x="1068" y="505"/>
                    </a:lnTo>
                    <a:lnTo>
                      <a:pt x="1067" y="503"/>
                    </a:lnTo>
                    <a:lnTo>
                      <a:pt x="1066" y="501"/>
                    </a:lnTo>
                    <a:lnTo>
                      <a:pt x="1067" y="498"/>
                    </a:lnTo>
                    <a:lnTo>
                      <a:pt x="1066" y="497"/>
                    </a:lnTo>
                    <a:lnTo>
                      <a:pt x="1064" y="496"/>
                    </a:lnTo>
                    <a:lnTo>
                      <a:pt x="1059" y="495"/>
                    </a:lnTo>
                    <a:lnTo>
                      <a:pt x="1055" y="494"/>
                    </a:lnTo>
                    <a:lnTo>
                      <a:pt x="1053" y="493"/>
                    </a:lnTo>
                    <a:lnTo>
                      <a:pt x="1053" y="491"/>
                    </a:lnTo>
                    <a:lnTo>
                      <a:pt x="1054" y="489"/>
                    </a:lnTo>
                    <a:lnTo>
                      <a:pt x="1055" y="487"/>
                    </a:lnTo>
                    <a:lnTo>
                      <a:pt x="1054" y="485"/>
                    </a:lnTo>
                    <a:lnTo>
                      <a:pt x="1055" y="483"/>
                    </a:lnTo>
                    <a:lnTo>
                      <a:pt x="1056" y="482"/>
                    </a:lnTo>
                    <a:lnTo>
                      <a:pt x="1059" y="481"/>
                    </a:lnTo>
                    <a:lnTo>
                      <a:pt x="1061" y="479"/>
                    </a:lnTo>
                    <a:lnTo>
                      <a:pt x="1062" y="478"/>
                    </a:lnTo>
                    <a:lnTo>
                      <a:pt x="1064" y="477"/>
                    </a:lnTo>
                    <a:lnTo>
                      <a:pt x="1066" y="476"/>
                    </a:lnTo>
                    <a:lnTo>
                      <a:pt x="1069" y="475"/>
                    </a:lnTo>
                    <a:lnTo>
                      <a:pt x="1072" y="475"/>
                    </a:lnTo>
                    <a:lnTo>
                      <a:pt x="1074" y="473"/>
                    </a:lnTo>
                    <a:lnTo>
                      <a:pt x="1075" y="471"/>
                    </a:lnTo>
                    <a:lnTo>
                      <a:pt x="1077" y="468"/>
                    </a:lnTo>
                    <a:lnTo>
                      <a:pt x="1080" y="466"/>
                    </a:lnTo>
                    <a:lnTo>
                      <a:pt x="1083" y="467"/>
                    </a:lnTo>
                    <a:lnTo>
                      <a:pt x="1087" y="469"/>
                    </a:lnTo>
                    <a:lnTo>
                      <a:pt x="1089" y="471"/>
                    </a:lnTo>
                    <a:lnTo>
                      <a:pt x="1092" y="471"/>
                    </a:lnTo>
                    <a:lnTo>
                      <a:pt x="1094" y="472"/>
                    </a:lnTo>
                    <a:lnTo>
                      <a:pt x="1097" y="472"/>
                    </a:lnTo>
                    <a:lnTo>
                      <a:pt x="1099" y="473"/>
                    </a:lnTo>
                    <a:lnTo>
                      <a:pt x="1101" y="473"/>
                    </a:lnTo>
                    <a:lnTo>
                      <a:pt x="1103" y="473"/>
                    </a:lnTo>
                    <a:lnTo>
                      <a:pt x="1106" y="473"/>
                    </a:lnTo>
                    <a:lnTo>
                      <a:pt x="1109" y="474"/>
                    </a:lnTo>
                    <a:lnTo>
                      <a:pt x="1110" y="475"/>
                    </a:lnTo>
                    <a:lnTo>
                      <a:pt x="1110" y="477"/>
                    </a:lnTo>
                    <a:lnTo>
                      <a:pt x="1110" y="479"/>
                    </a:lnTo>
                    <a:lnTo>
                      <a:pt x="1112" y="480"/>
                    </a:lnTo>
                    <a:lnTo>
                      <a:pt x="1114" y="482"/>
                    </a:lnTo>
                    <a:lnTo>
                      <a:pt x="1116" y="483"/>
                    </a:lnTo>
                    <a:lnTo>
                      <a:pt x="1115" y="485"/>
                    </a:lnTo>
                    <a:lnTo>
                      <a:pt x="1112" y="487"/>
                    </a:lnTo>
                    <a:close/>
                  </a:path>
                </a:pathLst>
              </a:custGeom>
              <a:solidFill>
                <a:srgbClr val="ECB78D">
                  <a:alpha val="9600"/>
                </a:srgbClr>
              </a:solidFill>
              <a:ln>
                <a:noFill/>
              </a:ln>
            </p:spPr>
            <p:txBody>
              <a:bodyPr anchor="ctr"/>
              <a:lstStyle/>
              <a:p>
                <a:pPr algn="ctr">
                  <a:buNone/>
                </a:pPr>
              </a:p>
            </p:txBody>
          </p:sp>
          <p:sp>
            <p:nvSpPr>
              <p:cNvPr id="709" name="addition:spatial:91"/>
              <p:cNvSpPr>
                <a:spLocks noGrp="1"/>
              </p:cNvSpPr>
              <p:nvPr/>
            </p:nvSpPr>
            <p:spPr>
              <a:xfrm>
                <a:off x="5648325" y="1666875"/>
                <a:ext cx="1514155" cy="891494"/>
              </a:xfrm>
              <a:custGeom>
                <a:avLst/>
                <a:gdLst/>
                <a:ahLst/>
                <a:cxnLst/>
                <a:rect l="l" t="t" r="r" b="b"/>
                <a:pathLst>
                  <a:path w="1142" h="527">
                    <a:moveTo>
                      <a:pt x="0" y="0"/>
                    </a:moveTo>
                    <a:moveTo>
                      <a:pt x="1134" y="505"/>
                    </a:moveTo>
                    <a:lnTo>
                      <a:pt x="1136" y="507"/>
                    </a:lnTo>
                    <a:lnTo>
                      <a:pt x="1137" y="509"/>
                    </a:lnTo>
                    <a:lnTo>
                      <a:pt x="1136" y="510"/>
                    </a:lnTo>
                    <a:lnTo>
                      <a:pt x="1134" y="512"/>
                    </a:lnTo>
                    <a:lnTo>
                      <a:pt x="1133" y="514"/>
                    </a:lnTo>
                    <a:lnTo>
                      <a:pt x="1132" y="515"/>
                    </a:lnTo>
                    <a:lnTo>
                      <a:pt x="1132" y="518"/>
                    </a:lnTo>
                    <a:lnTo>
                      <a:pt x="1131" y="519"/>
                    </a:lnTo>
                    <a:lnTo>
                      <a:pt x="1129" y="521"/>
                    </a:lnTo>
                    <a:lnTo>
                      <a:pt x="1127" y="522"/>
                    </a:lnTo>
                    <a:lnTo>
                      <a:pt x="1126" y="523"/>
                    </a:lnTo>
                    <a:lnTo>
                      <a:pt x="1124" y="525"/>
                    </a:lnTo>
                    <a:lnTo>
                      <a:pt x="1121" y="525"/>
                    </a:lnTo>
                    <a:lnTo>
                      <a:pt x="1118" y="524"/>
                    </a:lnTo>
                    <a:lnTo>
                      <a:pt x="1115" y="522"/>
                    </a:lnTo>
                    <a:lnTo>
                      <a:pt x="1113" y="521"/>
                    </a:lnTo>
                    <a:lnTo>
                      <a:pt x="1111" y="522"/>
                    </a:lnTo>
                    <a:lnTo>
                      <a:pt x="1109" y="525"/>
                    </a:lnTo>
                    <a:lnTo>
                      <a:pt x="1106" y="527"/>
                    </a:lnTo>
                    <a:lnTo>
                      <a:pt x="1103" y="527"/>
                    </a:lnTo>
                    <a:lnTo>
                      <a:pt x="1100" y="527"/>
                    </a:lnTo>
                    <a:lnTo>
                      <a:pt x="1098" y="525"/>
                    </a:lnTo>
                    <a:lnTo>
                      <a:pt x="1095" y="524"/>
                    </a:lnTo>
                    <a:lnTo>
                      <a:pt x="1093" y="523"/>
                    </a:lnTo>
                    <a:lnTo>
                      <a:pt x="1090" y="522"/>
                    </a:lnTo>
                    <a:lnTo>
                      <a:pt x="1089" y="520"/>
                    </a:lnTo>
                    <a:lnTo>
                      <a:pt x="1088" y="518"/>
                    </a:lnTo>
                    <a:lnTo>
                      <a:pt x="1086" y="516"/>
                    </a:lnTo>
                    <a:lnTo>
                      <a:pt x="1083" y="515"/>
                    </a:lnTo>
                    <a:lnTo>
                      <a:pt x="1080" y="514"/>
                    </a:lnTo>
                    <a:lnTo>
                      <a:pt x="1079" y="512"/>
                    </a:lnTo>
                    <a:lnTo>
                      <a:pt x="1079" y="510"/>
                    </a:lnTo>
                    <a:lnTo>
                      <a:pt x="1080" y="508"/>
                    </a:lnTo>
                    <a:lnTo>
                      <a:pt x="1078" y="507"/>
                    </a:lnTo>
                    <a:lnTo>
                      <a:pt x="1075" y="505"/>
                    </a:lnTo>
                    <a:lnTo>
                      <a:pt x="1071" y="503"/>
                    </a:lnTo>
                    <a:lnTo>
                      <a:pt x="1070" y="501"/>
                    </a:lnTo>
                    <a:lnTo>
                      <a:pt x="1071" y="499"/>
                    </a:lnTo>
                    <a:lnTo>
                      <a:pt x="1075" y="497"/>
                    </a:lnTo>
                    <a:lnTo>
                      <a:pt x="1078" y="496"/>
                    </a:lnTo>
                    <a:lnTo>
                      <a:pt x="1081" y="495"/>
                    </a:lnTo>
                    <a:lnTo>
                      <a:pt x="1083" y="494"/>
                    </a:lnTo>
                    <a:lnTo>
                      <a:pt x="1085" y="493"/>
                    </a:lnTo>
                    <a:lnTo>
                      <a:pt x="1088" y="492"/>
                    </a:lnTo>
                    <a:lnTo>
                      <a:pt x="1089" y="490"/>
                    </a:lnTo>
                    <a:lnTo>
                      <a:pt x="1091" y="488"/>
                    </a:lnTo>
                    <a:lnTo>
                      <a:pt x="1092" y="486"/>
                    </a:lnTo>
                    <a:lnTo>
                      <a:pt x="1094" y="484"/>
                    </a:lnTo>
                    <a:lnTo>
                      <a:pt x="1098" y="483"/>
                    </a:lnTo>
                    <a:lnTo>
                      <a:pt x="1102" y="484"/>
                    </a:lnTo>
                    <a:lnTo>
                      <a:pt x="1105" y="485"/>
                    </a:lnTo>
                    <a:lnTo>
                      <a:pt x="1108" y="485"/>
                    </a:lnTo>
                    <a:lnTo>
                      <a:pt x="1112" y="483"/>
                    </a:lnTo>
                    <a:lnTo>
                      <a:pt x="1115" y="483"/>
                    </a:lnTo>
                    <a:lnTo>
                      <a:pt x="1118" y="484"/>
                    </a:lnTo>
                    <a:lnTo>
                      <a:pt x="1120" y="486"/>
                    </a:lnTo>
                    <a:lnTo>
                      <a:pt x="1122" y="488"/>
                    </a:lnTo>
                    <a:lnTo>
                      <a:pt x="1124" y="489"/>
                    </a:lnTo>
                    <a:lnTo>
                      <a:pt x="1126" y="490"/>
                    </a:lnTo>
                    <a:lnTo>
                      <a:pt x="1129" y="490"/>
                    </a:lnTo>
                    <a:lnTo>
                      <a:pt x="1131" y="491"/>
                    </a:lnTo>
                    <a:lnTo>
                      <a:pt x="1133" y="491"/>
                    </a:lnTo>
                    <a:lnTo>
                      <a:pt x="1136" y="492"/>
                    </a:lnTo>
                    <a:lnTo>
                      <a:pt x="1139" y="493"/>
                    </a:lnTo>
                    <a:lnTo>
                      <a:pt x="1142" y="494"/>
                    </a:lnTo>
                    <a:lnTo>
                      <a:pt x="1142" y="497"/>
                    </a:lnTo>
                    <a:lnTo>
                      <a:pt x="1139" y="499"/>
                    </a:lnTo>
                    <a:lnTo>
                      <a:pt x="1135" y="502"/>
                    </a:lnTo>
                    <a:lnTo>
                      <a:pt x="1134" y="503"/>
                    </a:lnTo>
                    <a:close/>
                  </a:path>
                </a:pathLst>
              </a:custGeom>
              <a:solidFill>
                <a:srgbClr val="ECB78D">
                  <a:alpha val="9600"/>
                </a:srgbClr>
              </a:solidFill>
              <a:ln>
                <a:noFill/>
              </a:ln>
            </p:spPr>
            <p:txBody>
              <a:bodyPr anchor="ctr"/>
              <a:lstStyle/>
              <a:p>
                <a:pPr algn="ctr">
                  <a:buNone/>
                </a:pPr>
              </a:p>
            </p:txBody>
          </p:sp>
          <p:sp>
            <p:nvSpPr>
              <p:cNvPr id="710" name="addition:spatial:92"/>
              <p:cNvSpPr>
                <a:spLocks noGrp="1"/>
              </p:cNvSpPr>
              <p:nvPr/>
            </p:nvSpPr>
            <p:spPr>
              <a:xfrm>
                <a:off x="5648325" y="1666875"/>
                <a:ext cx="1491615" cy="925327"/>
              </a:xfrm>
              <a:custGeom>
                <a:avLst/>
                <a:gdLst/>
                <a:ahLst/>
                <a:cxnLst/>
                <a:rect l="l" t="t" r="r" b="b"/>
                <a:pathLst>
                  <a:path w="1125" h="547">
                    <a:moveTo>
                      <a:pt x="0" y="0"/>
                    </a:moveTo>
                    <a:moveTo>
                      <a:pt x="1119" y="523"/>
                    </a:moveTo>
                    <a:lnTo>
                      <a:pt x="1121" y="524"/>
                    </a:lnTo>
                    <a:lnTo>
                      <a:pt x="1124" y="527"/>
                    </a:lnTo>
                    <a:lnTo>
                      <a:pt x="1125" y="529"/>
                    </a:lnTo>
                    <a:lnTo>
                      <a:pt x="1123" y="530"/>
                    </a:lnTo>
                    <a:lnTo>
                      <a:pt x="1120" y="532"/>
                    </a:lnTo>
                    <a:lnTo>
                      <a:pt x="1119" y="533"/>
                    </a:lnTo>
                    <a:lnTo>
                      <a:pt x="1119" y="535"/>
                    </a:lnTo>
                    <a:lnTo>
                      <a:pt x="1119" y="538"/>
                    </a:lnTo>
                    <a:lnTo>
                      <a:pt x="1118" y="540"/>
                    </a:lnTo>
                    <a:lnTo>
                      <a:pt x="1115" y="540"/>
                    </a:lnTo>
                    <a:lnTo>
                      <a:pt x="1110" y="540"/>
                    </a:lnTo>
                    <a:lnTo>
                      <a:pt x="1106" y="539"/>
                    </a:lnTo>
                    <a:lnTo>
                      <a:pt x="1103" y="539"/>
                    </a:lnTo>
                    <a:lnTo>
                      <a:pt x="1101" y="540"/>
                    </a:lnTo>
                    <a:lnTo>
                      <a:pt x="1098" y="542"/>
                    </a:lnTo>
                    <a:lnTo>
                      <a:pt x="1096" y="542"/>
                    </a:lnTo>
                    <a:lnTo>
                      <a:pt x="1092" y="543"/>
                    </a:lnTo>
                    <a:lnTo>
                      <a:pt x="1089" y="545"/>
                    </a:lnTo>
                    <a:lnTo>
                      <a:pt x="1085" y="546"/>
                    </a:lnTo>
                    <a:lnTo>
                      <a:pt x="1080" y="547"/>
                    </a:lnTo>
                    <a:lnTo>
                      <a:pt x="1076" y="545"/>
                    </a:lnTo>
                    <a:lnTo>
                      <a:pt x="1074" y="543"/>
                    </a:lnTo>
                    <a:lnTo>
                      <a:pt x="1072" y="540"/>
                    </a:lnTo>
                    <a:lnTo>
                      <a:pt x="1069" y="538"/>
                    </a:lnTo>
                    <a:lnTo>
                      <a:pt x="1065" y="538"/>
                    </a:lnTo>
                    <a:lnTo>
                      <a:pt x="1061" y="538"/>
                    </a:lnTo>
                    <a:lnTo>
                      <a:pt x="1058" y="537"/>
                    </a:lnTo>
                    <a:lnTo>
                      <a:pt x="1056" y="535"/>
                    </a:lnTo>
                    <a:lnTo>
                      <a:pt x="1056" y="533"/>
                    </a:lnTo>
                    <a:lnTo>
                      <a:pt x="1054" y="531"/>
                    </a:lnTo>
                    <a:lnTo>
                      <a:pt x="1051" y="530"/>
                    </a:lnTo>
                    <a:lnTo>
                      <a:pt x="1047" y="528"/>
                    </a:lnTo>
                    <a:lnTo>
                      <a:pt x="1045" y="527"/>
                    </a:lnTo>
                    <a:lnTo>
                      <a:pt x="1045" y="525"/>
                    </a:lnTo>
                    <a:lnTo>
                      <a:pt x="1044" y="523"/>
                    </a:lnTo>
                    <a:lnTo>
                      <a:pt x="1044" y="521"/>
                    </a:lnTo>
                    <a:lnTo>
                      <a:pt x="1044" y="518"/>
                    </a:lnTo>
                    <a:lnTo>
                      <a:pt x="1047" y="517"/>
                    </a:lnTo>
                    <a:lnTo>
                      <a:pt x="1052" y="515"/>
                    </a:lnTo>
                    <a:lnTo>
                      <a:pt x="1058" y="515"/>
                    </a:lnTo>
                    <a:lnTo>
                      <a:pt x="1061" y="514"/>
                    </a:lnTo>
                    <a:lnTo>
                      <a:pt x="1062" y="512"/>
                    </a:lnTo>
                    <a:lnTo>
                      <a:pt x="1061" y="509"/>
                    </a:lnTo>
                    <a:lnTo>
                      <a:pt x="1061" y="506"/>
                    </a:lnTo>
                    <a:lnTo>
                      <a:pt x="1064" y="505"/>
                    </a:lnTo>
                    <a:lnTo>
                      <a:pt x="1067" y="504"/>
                    </a:lnTo>
                    <a:lnTo>
                      <a:pt x="1071" y="503"/>
                    </a:lnTo>
                    <a:lnTo>
                      <a:pt x="1075" y="502"/>
                    </a:lnTo>
                    <a:lnTo>
                      <a:pt x="1078" y="501"/>
                    </a:lnTo>
                    <a:lnTo>
                      <a:pt x="1082" y="501"/>
                    </a:lnTo>
                    <a:lnTo>
                      <a:pt x="1086" y="501"/>
                    </a:lnTo>
                    <a:lnTo>
                      <a:pt x="1089" y="502"/>
                    </a:lnTo>
                    <a:lnTo>
                      <a:pt x="1092" y="502"/>
                    </a:lnTo>
                    <a:lnTo>
                      <a:pt x="1095" y="502"/>
                    </a:lnTo>
                    <a:lnTo>
                      <a:pt x="1098" y="502"/>
                    </a:lnTo>
                    <a:lnTo>
                      <a:pt x="1101" y="503"/>
                    </a:lnTo>
                    <a:lnTo>
                      <a:pt x="1102" y="505"/>
                    </a:lnTo>
                    <a:lnTo>
                      <a:pt x="1104" y="507"/>
                    </a:lnTo>
                    <a:lnTo>
                      <a:pt x="1107" y="507"/>
                    </a:lnTo>
                    <a:lnTo>
                      <a:pt x="1112" y="506"/>
                    </a:lnTo>
                    <a:lnTo>
                      <a:pt x="1117" y="505"/>
                    </a:lnTo>
                    <a:lnTo>
                      <a:pt x="1120" y="506"/>
                    </a:lnTo>
                    <a:lnTo>
                      <a:pt x="1121" y="508"/>
                    </a:lnTo>
                    <a:lnTo>
                      <a:pt x="1120" y="511"/>
                    </a:lnTo>
                    <a:lnTo>
                      <a:pt x="1119" y="514"/>
                    </a:lnTo>
                    <a:lnTo>
                      <a:pt x="1119" y="515"/>
                    </a:lnTo>
                    <a:lnTo>
                      <a:pt x="1119" y="517"/>
                    </a:lnTo>
                    <a:lnTo>
                      <a:pt x="1119" y="519"/>
                    </a:lnTo>
                    <a:lnTo>
                      <a:pt x="1118" y="521"/>
                    </a:lnTo>
                    <a:close/>
                  </a:path>
                </a:pathLst>
              </a:custGeom>
              <a:solidFill>
                <a:srgbClr val="ECB78D">
                  <a:alpha val="9600"/>
                </a:srgbClr>
              </a:solidFill>
              <a:ln>
                <a:noFill/>
              </a:ln>
            </p:spPr>
            <p:txBody>
              <a:bodyPr anchor="ctr"/>
              <a:lstStyle/>
              <a:p>
                <a:pPr algn="ctr">
                  <a:buNone/>
                </a:pPr>
              </a:p>
            </p:txBody>
          </p:sp>
          <p:sp>
            <p:nvSpPr>
              <p:cNvPr id="711" name="addition:spatial:93"/>
              <p:cNvSpPr>
                <a:spLocks noGrp="1"/>
              </p:cNvSpPr>
              <p:nvPr/>
            </p:nvSpPr>
            <p:spPr>
              <a:xfrm>
                <a:off x="5648325" y="1666875"/>
                <a:ext cx="1445209" cy="923635"/>
              </a:xfrm>
              <a:custGeom>
                <a:avLst/>
                <a:gdLst/>
                <a:ahLst/>
                <a:cxnLst/>
                <a:rect l="l" t="t" r="r" b="b"/>
                <a:pathLst>
                  <a:path w="1090" h="546">
                    <a:moveTo>
                      <a:pt x="0" y="0"/>
                    </a:moveTo>
                    <a:moveTo>
                      <a:pt x="1088" y="525"/>
                    </a:moveTo>
                    <a:lnTo>
                      <a:pt x="1090" y="527"/>
                    </a:lnTo>
                    <a:lnTo>
                      <a:pt x="1090" y="529"/>
                    </a:lnTo>
                    <a:lnTo>
                      <a:pt x="1089" y="531"/>
                    </a:lnTo>
                    <a:lnTo>
                      <a:pt x="1087" y="532"/>
                    </a:lnTo>
                    <a:lnTo>
                      <a:pt x="1085" y="534"/>
                    </a:lnTo>
                    <a:lnTo>
                      <a:pt x="1083" y="535"/>
                    </a:lnTo>
                    <a:lnTo>
                      <a:pt x="1079" y="536"/>
                    </a:lnTo>
                    <a:lnTo>
                      <a:pt x="1075" y="536"/>
                    </a:lnTo>
                    <a:lnTo>
                      <a:pt x="1072" y="537"/>
                    </a:lnTo>
                    <a:lnTo>
                      <a:pt x="1071" y="539"/>
                    </a:lnTo>
                    <a:lnTo>
                      <a:pt x="1071" y="542"/>
                    </a:lnTo>
                    <a:lnTo>
                      <a:pt x="1069" y="545"/>
                    </a:lnTo>
                    <a:lnTo>
                      <a:pt x="1066" y="546"/>
                    </a:lnTo>
                    <a:lnTo>
                      <a:pt x="1062" y="546"/>
                    </a:lnTo>
                    <a:lnTo>
                      <a:pt x="1058" y="545"/>
                    </a:lnTo>
                    <a:lnTo>
                      <a:pt x="1055" y="545"/>
                    </a:lnTo>
                    <a:lnTo>
                      <a:pt x="1052" y="546"/>
                    </a:lnTo>
                    <a:lnTo>
                      <a:pt x="1048" y="546"/>
                    </a:lnTo>
                    <a:lnTo>
                      <a:pt x="1045" y="546"/>
                    </a:lnTo>
                    <a:lnTo>
                      <a:pt x="1042" y="545"/>
                    </a:lnTo>
                    <a:lnTo>
                      <a:pt x="1039" y="543"/>
                    </a:lnTo>
                    <a:lnTo>
                      <a:pt x="1037" y="543"/>
                    </a:lnTo>
                    <a:lnTo>
                      <a:pt x="1034" y="542"/>
                    </a:lnTo>
                    <a:lnTo>
                      <a:pt x="1032" y="541"/>
                    </a:lnTo>
                    <a:lnTo>
                      <a:pt x="1031" y="539"/>
                    </a:lnTo>
                    <a:lnTo>
                      <a:pt x="1029" y="538"/>
                    </a:lnTo>
                    <a:lnTo>
                      <a:pt x="1027" y="537"/>
                    </a:lnTo>
                    <a:lnTo>
                      <a:pt x="1022" y="537"/>
                    </a:lnTo>
                    <a:lnTo>
                      <a:pt x="1018" y="537"/>
                    </a:lnTo>
                    <a:lnTo>
                      <a:pt x="1016" y="535"/>
                    </a:lnTo>
                    <a:lnTo>
                      <a:pt x="1017" y="533"/>
                    </a:lnTo>
                    <a:lnTo>
                      <a:pt x="1020" y="530"/>
                    </a:lnTo>
                    <a:lnTo>
                      <a:pt x="1023" y="528"/>
                    </a:lnTo>
                    <a:lnTo>
                      <a:pt x="1023" y="526"/>
                    </a:lnTo>
                    <a:lnTo>
                      <a:pt x="1023" y="525"/>
                    </a:lnTo>
                    <a:lnTo>
                      <a:pt x="1023" y="523"/>
                    </a:lnTo>
                    <a:lnTo>
                      <a:pt x="1024" y="521"/>
                    </a:lnTo>
                    <a:lnTo>
                      <a:pt x="1024" y="519"/>
                    </a:lnTo>
                    <a:lnTo>
                      <a:pt x="1024" y="518"/>
                    </a:lnTo>
                    <a:lnTo>
                      <a:pt x="1024" y="515"/>
                    </a:lnTo>
                    <a:lnTo>
                      <a:pt x="1024" y="513"/>
                    </a:lnTo>
                    <a:lnTo>
                      <a:pt x="1026" y="512"/>
                    </a:lnTo>
                    <a:lnTo>
                      <a:pt x="1029" y="511"/>
                    </a:lnTo>
                    <a:lnTo>
                      <a:pt x="1031" y="510"/>
                    </a:lnTo>
                    <a:lnTo>
                      <a:pt x="1032" y="508"/>
                    </a:lnTo>
                    <a:lnTo>
                      <a:pt x="1033" y="506"/>
                    </a:lnTo>
                    <a:lnTo>
                      <a:pt x="1035" y="504"/>
                    </a:lnTo>
                    <a:lnTo>
                      <a:pt x="1038" y="504"/>
                    </a:lnTo>
                    <a:lnTo>
                      <a:pt x="1042" y="506"/>
                    </a:lnTo>
                    <a:lnTo>
                      <a:pt x="1045" y="507"/>
                    </a:lnTo>
                    <a:lnTo>
                      <a:pt x="1047" y="508"/>
                    </a:lnTo>
                    <a:lnTo>
                      <a:pt x="1049" y="507"/>
                    </a:lnTo>
                    <a:lnTo>
                      <a:pt x="1051" y="505"/>
                    </a:lnTo>
                    <a:lnTo>
                      <a:pt x="1054" y="504"/>
                    </a:lnTo>
                    <a:lnTo>
                      <a:pt x="1057" y="504"/>
                    </a:lnTo>
                    <a:lnTo>
                      <a:pt x="1060" y="503"/>
                    </a:lnTo>
                    <a:lnTo>
                      <a:pt x="1063" y="503"/>
                    </a:lnTo>
                    <a:lnTo>
                      <a:pt x="1067" y="504"/>
                    </a:lnTo>
                    <a:lnTo>
                      <a:pt x="1069" y="506"/>
                    </a:lnTo>
                    <a:lnTo>
                      <a:pt x="1070" y="508"/>
                    </a:lnTo>
                    <a:lnTo>
                      <a:pt x="1070" y="511"/>
                    </a:lnTo>
                    <a:lnTo>
                      <a:pt x="1072" y="513"/>
                    </a:lnTo>
                    <a:lnTo>
                      <a:pt x="1075" y="513"/>
                    </a:lnTo>
                    <a:lnTo>
                      <a:pt x="1079" y="514"/>
                    </a:lnTo>
                    <a:lnTo>
                      <a:pt x="1081" y="515"/>
                    </a:lnTo>
                    <a:lnTo>
                      <a:pt x="1082" y="517"/>
                    </a:lnTo>
                    <a:lnTo>
                      <a:pt x="1081" y="520"/>
                    </a:lnTo>
                    <a:lnTo>
                      <a:pt x="1082" y="521"/>
                    </a:lnTo>
                    <a:lnTo>
                      <a:pt x="1084" y="523"/>
                    </a:lnTo>
                    <a:close/>
                  </a:path>
                </a:pathLst>
              </a:custGeom>
              <a:solidFill>
                <a:srgbClr val="ECB78D">
                  <a:alpha val="9600"/>
                </a:srgbClr>
              </a:solidFill>
              <a:ln>
                <a:noFill/>
              </a:ln>
            </p:spPr>
            <p:txBody>
              <a:bodyPr anchor="ctr"/>
              <a:lstStyle/>
              <a:p>
                <a:pPr algn="ctr">
                  <a:buNone/>
                </a:pPr>
              </a:p>
            </p:txBody>
          </p:sp>
          <p:sp>
            <p:nvSpPr>
              <p:cNvPr id="712" name="addition:spatial:94"/>
              <p:cNvSpPr>
                <a:spLocks noGrp="1"/>
              </p:cNvSpPr>
              <p:nvPr/>
            </p:nvSpPr>
            <p:spPr>
              <a:xfrm>
                <a:off x="5648325" y="1666875"/>
                <a:ext cx="1393500" cy="910102"/>
              </a:xfrm>
              <a:custGeom>
                <a:avLst/>
                <a:gdLst/>
                <a:ahLst/>
                <a:cxnLst/>
                <a:rect l="l" t="t" r="r" b="b"/>
                <a:pathLst>
                  <a:path w="1051" h="538">
                    <a:moveTo>
                      <a:pt x="0" y="0"/>
                    </a:moveTo>
                    <a:moveTo>
                      <a:pt x="1046" y="517"/>
                    </a:moveTo>
                    <a:lnTo>
                      <a:pt x="1049" y="519"/>
                    </a:lnTo>
                    <a:lnTo>
                      <a:pt x="1051" y="521"/>
                    </a:lnTo>
                    <a:lnTo>
                      <a:pt x="1050" y="522"/>
                    </a:lnTo>
                    <a:lnTo>
                      <a:pt x="1048" y="523"/>
                    </a:lnTo>
                    <a:lnTo>
                      <a:pt x="1046" y="525"/>
                    </a:lnTo>
                    <a:lnTo>
                      <a:pt x="1046" y="526"/>
                    </a:lnTo>
                    <a:lnTo>
                      <a:pt x="1046" y="528"/>
                    </a:lnTo>
                    <a:lnTo>
                      <a:pt x="1045" y="529"/>
                    </a:lnTo>
                    <a:lnTo>
                      <a:pt x="1043" y="530"/>
                    </a:lnTo>
                    <a:lnTo>
                      <a:pt x="1041" y="531"/>
                    </a:lnTo>
                    <a:lnTo>
                      <a:pt x="1038" y="531"/>
                    </a:lnTo>
                    <a:lnTo>
                      <a:pt x="1037" y="532"/>
                    </a:lnTo>
                    <a:lnTo>
                      <a:pt x="1035" y="532"/>
                    </a:lnTo>
                    <a:lnTo>
                      <a:pt x="1032" y="532"/>
                    </a:lnTo>
                    <a:lnTo>
                      <a:pt x="1030" y="532"/>
                    </a:lnTo>
                    <a:lnTo>
                      <a:pt x="1028" y="533"/>
                    </a:lnTo>
                    <a:lnTo>
                      <a:pt x="1026" y="535"/>
                    </a:lnTo>
                    <a:lnTo>
                      <a:pt x="1023" y="537"/>
                    </a:lnTo>
                    <a:lnTo>
                      <a:pt x="1020" y="538"/>
                    </a:lnTo>
                    <a:lnTo>
                      <a:pt x="1017" y="537"/>
                    </a:lnTo>
                    <a:lnTo>
                      <a:pt x="1015" y="535"/>
                    </a:lnTo>
                    <a:lnTo>
                      <a:pt x="1013" y="533"/>
                    </a:lnTo>
                    <a:lnTo>
                      <a:pt x="1011" y="531"/>
                    </a:lnTo>
                    <a:lnTo>
                      <a:pt x="1009" y="531"/>
                    </a:lnTo>
                    <a:lnTo>
                      <a:pt x="1006" y="530"/>
                    </a:lnTo>
                    <a:lnTo>
                      <a:pt x="1004" y="529"/>
                    </a:lnTo>
                    <a:lnTo>
                      <a:pt x="1003" y="528"/>
                    </a:lnTo>
                    <a:lnTo>
                      <a:pt x="1001" y="527"/>
                    </a:lnTo>
                    <a:lnTo>
                      <a:pt x="999" y="526"/>
                    </a:lnTo>
                    <a:lnTo>
                      <a:pt x="996" y="525"/>
                    </a:lnTo>
                    <a:lnTo>
                      <a:pt x="995" y="524"/>
                    </a:lnTo>
                    <a:lnTo>
                      <a:pt x="995" y="522"/>
                    </a:lnTo>
                    <a:lnTo>
                      <a:pt x="995" y="520"/>
                    </a:lnTo>
                    <a:lnTo>
                      <a:pt x="994" y="519"/>
                    </a:lnTo>
                    <a:lnTo>
                      <a:pt x="993" y="517"/>
                    </a:lnTo>
                    <a:lnTo>
                      <a:pt x="992" y="515"/>
                    </a:lnTo>
                    <a:lnTo>
                      <a:pt x="993" y="514"/>
                    </a:lnTo>
                    <a:lnTo>
                      <a:pt x="997" y="512"/>
                    </a:lnTo>
                    <a:lnTo>
                      <a:pt x="1001" y="512"/>
                    </a:lnTo>
                    <a:lnTo>
                      <a:pt x="1004" y="511"/>
                    </a:lnTo>
                    <a:lnTo>
                      <a:pt x="1004" y="509"/>
                    </a:lnTo>
                    <a:lnTo>
                      <a:pt x="1004" y="507"/>
                    </a:lnTo>
                    <a:lnTo>
                      <a:pt x="1004" y="505"/>
                    </a:lnTo>
                    <a:lnTo>
                      <a:pt x="1005" y="504"/>
                    </a:lnTo>
                    <a:lnTo>
                      <a:pt x="1007" y="502"/>
                    </a:lnTo>
                    <a:lnTo>
                      <a:pt x="1009" y="501"/>
                    </a:lnTo>
                    <a:lnTo>
                      <a:pt x="1011" y="500"/>
                    </a:lnTo>
                    <a:lnTo>
                      <a:pt x="1013" y="499"/>
                    </a:lnTo>
                    <a:lnTo>
                      <a:pt x="1016" y="499"/>
                    </a:lnTo>
                    <a:lnTo>
                      <a:pt x="1019" y="500"/>
                    </a:lnTo>
                    <a:lnTo>
                      <a:pt x="1022" y="501"/>
                    </a:lnTo>
                    <a:lnTo>
                      <a:pt x="1023" y="501"/>
                    </a:lnTo>
                    <a:lnTo>
                      <a:pt x="1025" y="500"/>
                    </a:lnTo>
                    <a:lnTo>
                      <a:pt x="1028" y="499"/>
                    </a:lnTo>
                    <a:lnTo>
                      <a:pt x="1030" y="500"/>
                    </a:lnTo>
                    <a:lnTo>
                      <a:pt x="1031" y="501"/>
                    </a:lnTo>
                    <a:lnTo>
                      <a:pt x="1032" y="503"/>
                    </a:lnTo>
                    <a:lnTo>
                      <a:pt x="1034" y="503"/>
                    </a:lnTo>
                    <a:lnTo>
                      <a:pt x="1037" y="502"/>
                    </a:lnTo>
                    <a:lnTo>
                      <a:pt x="1040" y="502"/>
                    </a:lnTo>
                    <a:lnTo>
                      <a:pt x="1042" y="503"/>
                    </a:lnTo>
                    <a:lnTo>
                      <a:pt x="1043" y="504"/>
                    </a:lnTo>
                    <a:lnTo>
                      <a:pt x="1044" y="506"/>
                    </a:lnTo>
                    <a:lnTo>
                      <a:pt x="1045" y="507"/>
                    </a:lnTo>
                    <a:lnTo>
                      <a:pt x="1045" y="509"/>
                    </a:lnTo>
                    <a:lnTo>
                      <a:pt x="1045" y="511"/>
                    </a:lnTo>
                    <a:lnTo>
                      <a:pt x="1043" y="513"/>
                    </a:lnTo>
                    <a:lnTo>
                      <a:pt x="1042" y="514"/>
                    </a:lnTo>
                    <a:lnTo>
                      <a:pt x="1043" y="516"/>
                    </a:lnTo>
                    <a:close/>
                  </a:path>
                </a:pathLst>
              </a:custGeom>
              <a:solidFill>
                <a:srgbClr val="ECB78D">
                  <a:alpha val="9600"/>
                </a:srgbClr>
              </a:solidFill>
              <a:ln>
                <a:noFill/>
              </a:ln>
            </p:spPr>
            <p:txBody>
              <a:bodyPr anchor="ctr"/>
              <a:lstStyle/>
              <a:p>
                <a:pPr algn="ctr">
                  <a:buNone/>
                </a:pPr>
              </a:p>
            </p:txBody>
          </p:sp>
          <p:sp>
            <p:nvSpPr>
              <p:cNvPr id="713" name="addition:spatial:95"/>
              <p:cNvSpPr>
                <a:spLocks noGrp="1"/>
              </p:cNvSpPr>
              <p:nvPr/>
            </p:nvSpPr>
            <p:spPr>
              <a:xfrm>
                <a:off x="5648325" y="1666875"/>
                <a:ext cx="1470401" cy="911794"/>
              </a:xfrm>
              <a:custGeom>
                <a:avLst/>
                <a:gdLst/>
                <a:ahLst/>
                <a:cxnLst/>
                <a:rect l="l" t="t" r="r" b="b"/>
                <a:pathLst>
                  <a:path w="1109" h="539">
                    <a:moveTo>
                      <a:pt x="0" y="0"/>
                    </a:moveTo>
                    <a:moveTo>
                      <a:pt x="1102" y="514"/>
                    </a:moveTo>
                    <a:lnTo>
                      <a:pt x="1100" y="516"/>
                    </a:lnTo>
                    <a:lnTo>
                      <a:pt x="1100" y="518"/>
                    </a:lnTo>
                    <a:lnTo>
                      <a:pt x="1103" y="520"/>
                    </a:lnTo>
                    <a:lnTo>
                      <a:pt x="1106" y="522"/>
                    </a:lnTo>
                    <a:lnTo>
                      <a:pt x="1107" y="525"/>
                    </a:lnTo>
                    <a:lnTo>
                      <a:pt x="1105" y="527"/>
                    </a:lnTo>
                    <a:lnTo>
                      <a:pt x="1101" y="528"/>
                    </a:lnTo>
                    <a:lnTo>
                      <a:pt x="1097" y="529"/>
                    </a:lnTo>
                    <a:lnTo>
                      <a:pt x="1095" y="530"/>
                    </a:lnTo>
                    <a:lnTo>
                      <a:pt x="1095" y="532"/>
                    </a:lnTo>
                    <a:lnTo>
                      <a:pt x="1093" y="534"/>
                    </a:lnTo>
                    <a:lnTo>
                      <a:pt x="1090" y="535"/>
                    </a:lnTo>
                    <a:lnTo>
                      <a:pt x="1086" y="534"/>
                    </a:lnTo>
                    <a:lnTo>
                      <a:pt x="1082" y="534"/>
                    </a:lnTo>
                    <a:lnTo>
                      <a:pt x="1080" y="534"/>
                    </a:lnTo>
                    <a:lnTo>
                      <a:pt x="1077" y="535"/>
                    </a:lnTo>
                    <a:lnTo>
                      <a:pt x="1074" y="535"/>
                    </a:lnTo>
                    <a:lnTo>
                      <a:pt x="1071" y="535"/>
                    </a:lnTo>
                    <a:lnTo>
                      <a:pt x="1068" y="536"/>
                    </a:lnTo>
                    <a:lnTo>
                      <a:pt x="1064" y="537"/>
                    </a:lnTo>
                    <a:lnTo>
                      <a:pt x="1059" y="538"/>
                    </a:lnTo>
                    <a:lnTo>
                      <a:pt x="1054" y="539"/>
                    </a:lnTo>
                    <a:lnTo>
                      <a:pt x="1050" y="537"/>
                    </a:lnTo>
                    <a:lnTo>
                      <a:pt x="1049" y="534"/>
                    </a:lnTo>
                    <a:lnTo>
                      <a:pt x="1048" y="531"/>
                    </a:lnTo>
                    <a:lnTo>
                      <a:pt x="1047" y="528"/>
                    </a:lnTo>
                    <a:lnTo>
                      <a:pt x="1044" y="527"/>
                    </a:lnTo>
                    <a:lnTo>
                      <a:pt x="1040" y="527"/>
                    </a:lnTo>
                    <a:lnTo>
                      <a:pt x="1036" y="525"/>
                    </a:lnTo>
                    <a:lnTo>
                      <a:pt x="1034" y="524"/>
                    </a:lnTo>
                    <a:lnTo>
                      <a:pt x="1033" y="522"/>
                    </a:lnTo>
                    <a:lnTo>
                      <a:pt x="1031" y="520"/>
                    </a:lnTo>
                    <a:lnTo>
                      <a:pt x="1028" y="518"/>
                    </a:lnTo>
                    <a:lnTo>
                      <a:pt x="1026" y="516"/>
                    </a:lnTo>
                    <a:lnTo>
                      <a:pt x="1025" y="514"/>
                    </a:lnTo>
                    <a:lnTo>
                      <a:pt x="1026" y="512"/>
                    </a:lnTo>
                    <a:lnTo>
                      <a:pt x="1027" y="510"/>
                    </a:lnTo>
                    <a:lnTo>
                      <a:pt x="1027" y="508"/>
                    </a:lnTo>
                    <a:lnTo>
                      <a:pt x="1026" y="505"/>
                    </a:lnTo>
                    <a:lnTo>
                      <a:pt x="1029" y="503"/>
                    </a:lnTo>
                    <a:lnTo>
                      <a:pt x="1033" y="502"/>
                    </a:lnTo>
                    <a:lnTo>
                      <a:pt x="1040" y="502"/>
                    </a:lnTo>
                    <a:lnTo>
                      <a:pt x="1044" y="502"/>
                    </a:lnTo>
                    <a:lnTo>
                      <a:pt x="1046" y="500"/>
                    </a:lnTo>
                    <a:lnTo>
                      <a:pt x="1046" y="498"/>
                    </a:lnTo>
                    <a:lnTo>
                      <a:pt x="1047" y="494"/>
                    </a:lnTo>
                    <a:lnTo>
                      <a:pt x="1050" y="492"/>
                    </a:lnTo>
                    <a:lnTo>
                      <a:pt x="1054" y="491"/>
                    </a:lnTo>
                    <a:lnTo>
                      <a:pt x="1058" y="491"/>
                    </a:lnTo>
                    <a:lnTo>
                      <a:pt x="1062" y="490"/>
                    </a:lnTo>
                    <a:lnTo>
                      <a:pt x="1066" y="490"/>
                    </a:lnTo>
                    <a:lnTo>
                      <a:pt x="1071" y="490"/>
                    </a:lnTo>
                    <a:lnTo>
                      <a:pt x="1074" y="492"/>
                    </a:lnTo>
                    <a:lnTo>
                      <a:pt x="1078" y="494"/>
                    </a:lnTo>
                    <a:lnTo>
                      <a:pt x="1081" y="494"/>
                    </a:lnTo>
                    <a:lnTo>
                      <a:pt x="1084" y="493"/>
                    </a:lnTo>
                    <a:lnTo>
                      <a:pt x="1088" y="493"/>
                    </a:lnTo>
                    <a:lnTo>
                      <a:pt x="1091" y="494"/>
                    </a:lnTo>
                    <a:lnTo>
                      <a:pt x="1093" y="496"/>
                    </a:lnTo>
                    <a:lnTo>
                      <a:pt x="1094" y="498"/>
                    </a:lnTo>
                    <a:lnTo>
                      <a:pt x="1096" y="499"/>
                    </a:lnTo>
                    <a:lnTo>
                      <a:pt x="1100" y="499"/>
                    </a:lnTo>
                    <a:lnTo>
                      <a:pt x="1105" y="499"/>
                    </a:lnTo>
                    <a:lnTo>
                      <a:pt x="1109" y="501"/>
                    </a:lnTo>
                    <a:lnTo>
                      <a:pt x="1109" y="503"/>
                    </a:lnTo>
                    <a:lnTo>
                      <a:pt x="1108" y="506"/>
                    </a:lnTo>
                    <a:lnTo>
                      <a:pt x="1106" y="508"/>
                    </a:lnTo>
                    <a:lnTo>
                      <a:pt x="1105" y="510"/>
                    </a:lnTo>
                    <a:lnTo>
                      <a:pt x="1104" y="512"/>
                    </a:lnTo>
                    <a:close/>
                  </a:path>
                </a:pathLst>
              </a:custGeom>
              <a:solidFill>
                <a:srgbClr val="ECB78D">
                  <a:alpha val="9600"/>
                </a:srgbClr>
              </a:solidFill>
              <a:ln>
                <a:noFill/>
              </a:ln>
            </p:spPr>
            <p:txBody>
              <a:bodyPr anchor="ctr"/>
              <a:lstStyle/>
              <a:p>
                <a:pPr algn="ctr">
                  <a:buNone/>
                </a:pPr>
              </a:p>
            </p:txBody>
          </p:sp>
          <p:sp>
            <p:nvSpPr>
              <p:cNvPr id="714" name="addition:spatial:96"/>
              <p:cNvSpPr>
                <a:spLocks noGrp="1"/>
              </p:cNvSpPr>
              <p:nvPr/>
            </p:nvSpPr>
            <p:spPr>
              <a:xfrm>
                <a:off x="5648325" y="1666875"/>
                <a:ext cx="1494267" cy="928710"/>
              </a:xfrm>
              <a:custGeom>
                <a:avLst/>
                <a:gdLst/>
                <a:ahLst/>
                <a:cxnLst/>
                <a:rect l="l" t="t" r="r" b="b"/>
                <a:pathLst>
                  <a:path w="1127" h="549">
                    <a:moveTo>
                      <a:pt x="0" y="0"/>
                    </a:moveTo>
                    <a:moveTo>
                      <a:pt x="1127" y="510"/>
                    </a:moveTo>
                    <a:lnTo>
                      <a:pt x="1126" y="513"/>
                    </a:lnTo>
                    <a:lnTo>
                      <a:pt x="1124" y="516"/>
                    </a:lnTo>
                    <a:lnTo>
                      <a:pt x="1124" y="519"/>
                    </a:lnTo>
                    <a:lnTo>
                      <a:pt x="1124" y="522"/>
                    </a:lnTo>
                    <a:lnTo>
                      <a:pt x="1122" y="525"/>
                    </a:lnTo>
                    <a:lnTo>
                      <a:pt x="1118" y="527"/>
                    </a:lnTo>
                    <a:lnTo>
                      <a:pt x="1114" y="529"/>
                    </a:lnTo>
                    <a:lnTo>
                      <a:pt x="1111" y="531"/>
                    </a:lnTo>
                    <a:lnTo>
                      <a:pt x="1108" y="533"/>
                    </a:lnTo>
                    <a:lnTo>
                      <a:pt x="1105" y="535"/>
                    </a:lnTo>
                    <a:lnTo>
                      <a:pt x="1100" y="536"/>
                    </a:lnTo>
                    <a:lnTo>
                      <a:pt x="1094" y="536"/>
                    </a:lnTo>
                    <a:lnTo>
                      <a:pt x="1089" y="536"/>
                    </a:lnTo>
                    <a:lnTo>
                      <a:pt x="1085" y="539"/>
                    </a:lnTo>
                    <a:lnTo>
                      <a:pt x="1082" y="543"/>
                    </a:lnTo>
                    <a:lnTo>
                      <a:pt x="1077" y="547"/>
                    </a:lnTo>
                    <a:lnTo>
                      <a:pt x="1071" y="549"/>
                    </a:lnTo>
                    <a:lnTo>
                      <a:pt x="1064" y="547"/>
                    </a:lnTo>
                    <a:lnTo>
                      <a:pt x="1059" y="544"/>
                    </a:lnTo>
                    <a:lnTo>
                      <a:pt x="1054" y="541"/>
                    </a:lnTo>
                    <a:lnTo>
                      <a:pt x="1049" y="540"/>
                    </a:lnTo>
                    <a:lnTo>
                      <a:pt x="1045" y="538"/>
                    </a:lnTo>
                    <a:lnTo>
                      <a:pt x="1041" y="536"/>
                    </a:lnTo>
                    <a:lnTo>
                      <a:pt x="1038" y="534"/>
                    </a:lnTo>
                    <a:lnTo>
                      <a:pt x="1034" y="533"/>
                    </a:lnTo>
                    <a:lnTo>
                      <a:pt x="1028" y="533"/>
                    </a:lnTo>
                    <a:lnTo>
                      <a:pt x="1022" y="533"/>
                    </a:lnTo>
                    <a:lnTo>
                      <a:pt x="1018" y="531"/>
                    </a:lnTo>
                    <a:lnTo>
                      <a:pt x="1017" y="528"/>
                    </a:lnTo>
                    <a:lnTo>
                      <a:pt x="1017" y="524"/>
                    </a:lnTo>
                    <a:lnTo>
                      <a:pt x="1017" y="521"/>
                    </a:lnTo>
                    <a:lnTo>
                      <a:pt x="1013" y="519"/>
                    </a:lnTo>
                    <a:lnTo>
                      <a:pt x="1009" y="516"/>
                    </a:lnTo>
                    <a:lnTo>
                      <a:pt x="1008" y="513"/>
                    </a:lnTo>
                    <a:lnTo>
                      <a:pt x="1011" y="510"/>
                    </a:lnTo>
                    <a:lnTo>
                      <a:pt x="1018" y="507"/>
                    </a:lnTo>
                    <a:lnTo>
                      <a:pt x="1024" y="505"/>
                    </a:lnTo>
                    <a:lnTo>
                      <a:pt x="1026" y="502"/>
                    </a:lnTo>
                    <a:lnTo>
                      <a:pt x="1027" y="500"/>
                    </a:lnTo>
                    <a:lnTo>
                      <a:pt x="1027" y="497"/>
                    </a:lnTo>
                    <a:lnTo>
                      <a:pt x="1028" y="494"/>
                    </a:lnTo>
                    <a:lnTo>
                      <a:pt x="1029" y="491"/>
                    </a:lnTo>
                    <a:lnTo>
                      <a:pt x="1030" y="487"/>
                    </a:lnTo>
                    <a:lnTo>
                      <a:pt x="1030" y="483"/>
                    </a:lnTo>
                    <a:lnTo>
                      <a:pt x="1033" y="480"/>
                    </a:lnTo>
                    <a:lnTo>
                      <a:pt x="1039" y="479"/>
                    </a:lnTo>
                    <a:lnTo>
                      <a:pt x="1046" y="481"/>
                    </a:lnTo>
                    <a:lnTo>
                      <a:pt x="1051" y="482"/>
                    </a:lnTo>
                    <a:lnTo>
                      <a:pt x="1055" y="482"/>
                    </a:lnTo>
                    <a:lnTo>
                      <a:pt x="1058" y="480"/>
                    </a:lnTo>
                    <a:lnTo>
                      <a:pt x="1061" y="477"/>
                    </a:lnTo>
                    <a:lnTo>
                      <a:pt x="1065" y="477"/>
                    </a:lnTo>
                    <a:lnTo>
                      <a:pt x="1069" y="478"/>
                    </a:lnTo>
                    <a:lnTo>
                      <a:pt x="1073" y="480"/>
                    </a:lnTo>
                    <a:lnTo>
                      <a:pt x="1077" y="481"/>
                    </a:lnTo>
                    <a:lnTo>
                      <a:pt x="1081" y="480"/>
                    </a:lnTo>
                    <a:lnTo>
                      <a:pt x="1086" y="479"/>
                    </a:lnTo>
                    <a:lnTo>
                      <a:pt x="1091" y="479"/>
                    </a:lnTo>
                    <a:lnTo>
                      <a:pt x="1095" y="481"/>
                    </a:lnTo>
                    <a:lnTo>
                      <a:pt x="1100" y="482"/>
                    </a:lnTo>
                    <a:lnTo>
                      <a:pt x="1104" y="484"/>
                    </a:lnTo>
                    <a:lnTo>
                      <a:pt x="1108" y="486"/>
                    </a:lnTo>
                    <a:lnTo>
                      <a:pt x="1110" y="490"/>
                    </a:lnTo>
                    <a:lnTo>
                      <a:pt x="1108" y="494"/>
                    </a:lnTo>
                    <a:lnTo>
                      <a:pt x="1105" y="498"/>
                    </a:lnTo>
                    <a:lnTo>
                      <a:pt x="1105" y="501"/>
                    </a:lnTo>
                    <a:lnTo>
                      <a:pt x="1110" y="503"/>
                    </a:lnTo>
                    <a:lnTo>
                      <a:pt x="1118" y="504"/>
                    </a:lnTo>
                    <a:lnTo>
                      <a:pt x="1125" y="507"/>
                    </a:lnTo>
                    <a:close/>
                  </a:path>
                </a:pathLst>
              </a:custGeom>
              <a:solidFill>
                <a:srgbClr val="E18B48">
                  <a:alpha val="11100"/>
                </a:srgbClr>
              </a:solidFill>
              <a:ln>
                <a:noFill/>
              </a:ln>
            </p:spPr>
            <p:txBody>
              <a:bodyPr anchor="ctr"/>
              <a:lstStyle/>
              <a:p>
                <a:pPr algn="ctr">
                  <a:buNone/>
                </a:pPr>
              </a:p>
            </p:txBody>
          </p:sp>
          <p:sp>
            <p:nvSpPr>
              <p:cNvPr id="715" name="addition:spatial:97"/>
              <p:cNvSpPr>
                <a:spLocks noGrp="1"/>
              </p:cNvSpPr>
              <p:nvPr/>
            </p:nvSpPr>
            <p:spPr>
              <a:xfrm>
                <a:off x="5648325" y="1666875"/>
                <a:ext cx="1423995" cy="879653"/>
              </a:xfrm>
              <a:custGeom>
                <a:avLst/>
                <a:gdLst/>
                <a:ahLst/>
                <a:cxnLst/>
                <a:rect l="l" t="t" r="r" b="b"/>
                <a:pathLst>
                  <a:path w="1074" h="520">
                    <a:moveTo>
                      <a:pt x="0" y="0"/>
                    </a:moveTo>
                    <a:moveTo>
                      <a:pt x="1073" y="501"/>
                    </a:moveTo>
                    <a:lnTo>
                      <a:pt x="1074" y="503"/>
                    </a:lnTo>
                    <a:lnTo>
                      <a:pt x="1074" y="504"/>
                    </a:lnTo>
                    <a:lnTo>
                      <a:pt x="1073" y="506"/>
                    </a:lnTo>
                    <a:lnTo>
                      <a:pt x="1071" y="507"/>
                    </a:lnTo>
                    <a:lnTo>
                      <a:pt x="1069" y="508"/>
                    </a:lnTo>
                    <a:lnTo>
                      <a:pt x="1068" y="509"/>
                    </a:lnTo>
                    <a:lnTo>
                      <a:pt x="1068" y="511"/>
                    </a:lnTo>
                    <a:lnTo>
                      <a:pt x="1066" y="512"/>
                    </a:lnTo>
                    <a:lnTo>
                      <a:pt x="1063" y="512"/>
                    </a:lnTo>
                    <a:lnTo>
                      <a:pt x="1060" y="512"/>
                    </a:lnTo>
                    <a:lnTo>
                      <a:pt x="1058" y="513"/>
                    </a:lnTo>
                    <a:lnTo>
                      <a:pt x="1057" y="514"/>
                    </a:lnTo>
                    <a:lnTo>
                      <a:pt x="1056" y="517"/>
                    </a:lnTo>
                    <a:lnTo>
                      <a:pt x="1054" y="519"/>
                    </a:lnTo>
                    <a:lnTo>
                      <a:pt x="1051" y="520"/>
                    </a:lnTo>
                    <a:lnTo>
                      <a:pt x="1048" y="519"/>
                    </a:lnTo>
                    <a:lnTo>
                      <a:pt x="1046" y="519"/>
                    </a:lnTo>
                    <a:lnTo>
                      <a:pt x="1043" y="518"/>
                    </a:lnTo>
                    <a:lnTo>
                      <a:pt x="1041" y="517"/>
                    </a:lnTo>
                    <a:lnTo>
                      <a:pt x="1039" y="516"/>
                    </a:lnTo>
                    <a:lnTo>
                      <a:pt x="1037" y="515"/>
                    </a:lnTo>
                    <a:lnTo>
                      <a:pt x="1036" y="514"/>
                    </a:lnTo>
                    <a:lnTo>
                      <a:pt x="1034" y="514"/>
                    </a:lnTo>
                    <a:lnTo>
                      <a:pt x="1031" y="514"/>
                    </a:lnTo>
                    <a:lnTo>
                      <a:pt x="1028" y="515"/>
                    </a:lnTo>
                    <a:lnTo>
                      <a:pt x="1026" y="514"/>
                    </a:lnTo>
                    <a:lnTo>
                      <a:pt x="1026" y="512"/>
                    </a:lnTo>
                    <a:lnTo>
                      <a:pt x="1026" y="511"/>
                    </a:lnTo>
                    <a:lnTo>
                      <a:pt x="1025" y="509"/>
                    </a:lnTo>
                    <a:lnTo>
                      <a:pt x="1023" y="508"/>
                    </a:lnTo>
                    <a:lnTo>
                      <a:pt x="1021" y="507"/>
                    </a:lnTo>
                    <a:lnTo>
                      <a:pt x="1020" y="506"/>
                    </a:lnTo>
                    <a:lnTo>
                      <a:pt x="1021" y="504"/>
                    </a:lnTo>
                    <a:lnTo>
                      <a:pt x="1023" y="502"/>
                    </a:lnTo>
                    <a:lnTo>
                      <a:pt x="1025" y="501"/>
                    </a:lnTo>
                    <a:lnTo>
                      <a:pt x="1025" y="500"/>
                    </a:lnTo>
                    <a:lnTo>
                      <a:pt x="1026" y="498"/>
                    </a:lnTo>
                    <a:lnTo>
                      <a:pt x="1026" y="497"/>
                    </a:lnTo>
                    <a:lnTo>
                      <a:pt x="1027" y="496"/>
                    </a:lnTo>
                    <a:lnTo>
                      <a:pt x="1027" y="494"/>
                    </a:lnTo>
                    <a:lnTo>
                      <a:pt x="1026" y="492"/>
                    </a:lnTo>
                    <a:lnTo>
                      <a:pt x="1025" y="490"/>
                    </a:lnTo>
                    <a:lnTo>
                      <a:pt x="1025" y="488"/>
                    </a:lnTo>
                    <a:lnTo>
                      <a:pt x="1028" y="487"/>
                    </a:lnTo>
                    <a:lnTo>
                      <a:pt x="1031" y="488"/>
                    </a:lnTo>
                    <a:lnTo>
                      <a:pt x="1034" y="488"/>
                    </a:lnTo>
                    <a:lnTo>
                      <a:pt x="1035" y="488"/>
                    </a:lnTo>
                    <a:lnTo>
                      <a:pt x="1037" y="486"/>
                    </a:lnTo>
                    <a:lnTo>
                      <a:pt x="1038" y="485"/>
                    </a:lnTo>
                    <a:lnTo>
                      <a:pt x="1040" y="485"/>
                    </a:lnTo>
                    <a:lnTo>
                      <a:pt x="1042" y="485"/>
                    </a:lnTo>
                    <a:lnTo>
                      <a:pt x="1043" y="486"/>
                    </a:lnTo>
                    <a:lnTo>
                      <a:pt x="1045" y="485"/>
                    </a:lnTo>
                    <a:lnTo>
                      <a:pt x="1047" y="485"/>
                    </a:lnTo>
                    <a:lnTo>
                      <a:pt x="1050" y="484"/>
                    </a:lnTo>
                    <a:lnTo>
                      <a:pt x="1052" y="485"/>
                    </a:lnTo>
                    <a:lnTo>
                      <a:pt x="1054" y="485"/>
                    </a:lnTo>
                    <a:lnTo>
                      <a:pt x="1056" y="485"/>
                    </a:lnTo>
                    <a:lnTo>
                      <a:pt x="1059" y="485"/>
                    </a:lnTo>
                    <a:lnTo>
                      <a:pt x="1062" y="486"/>
                    </a:lnTo>
                    <a:lnTo>
                      <a:pt x="1063" y="488"/>
                    </a:lnTo>
                    <a:lnTo>
                      <a:pt x="1063" y="490"/>
                    </a:lnTo>
                    <a:lnTo>
                      <a:pt x="1062" y="493"/>
                    </a:lnTo>
                    <a:lnTo>
                      <a:pt x="1062" y="494"/>
                    </a:lnTo>
                    <a:lnTo>
                      <a:pt x="1065" y="495"/>
                    </a:lnTo>
                    <a:lnTo>
                      <a:pt x="1068" y="495"/>
                    </a:lnTo>
                    <a:lnTo>
                      <a:pt x="1071" y="496"/>
                    </a:lnTo>
                    <a:lnTo>
                      <a:pt x="1072" y="498"/>
                    </a:lnTo>
                    <a:lnTo>
                      <a:pt x="1073" y="499"/>
                    </a:lnTo>
                    <a:close/>
                  </a:path>
                </a:pathLst>
              </a:custGeom>
              <a:solidFill>
                <a:srgbClr val="DE8036">
                  <a:alpha val="10800"/>
                </a:srgbClr>
              </a:solidFill>
              <a:ln>
                <a:noFill/>
              </a:ln>
            </p:spPr>
            <p:txBody>
              <a:bodyPr anchor="ctr"/>
              <a:lstStyle/>
              <a:p>
                <a:pPr algn="ctr">
                  <a:buNone/>
                </a:pPr>
              </a:p>
            </p:txBody>
          </p:sp>
          <p:sp>
            <p:nvSpPr>
              <p:cNvPr id="716" name="addition:spatial:98"/>
              <p:cNvSpPr>
                <a:spLocks noGrp="1"/>
              </p:cNvSpPr>
              <p:nvPr/>
            </p:nvSpPr>
            <p:spPr>
              <a:xfrm>
                <a:off x="5648325" y="1666875"/>
                <a:ext cx="1463772" cy="864428"/>
              </a:xfrm>
              <a:custGeom>
                <a:avLst/>
                <a:gdLst/>
                <a:ahLst/>
                <a:cxnLst/>
                <a:rect l="l" t="t" r="r" b="b"/>
                <a:pathLst>
                  <a:path w="1104" h="511">
                    <a:moveTo>
                      <a:pt x="0" y="0"/>
                    </a:moveTo>
                    <a:moveTo>
                      <a:pt x="1103" y="496"/>
                    </a:moveTo>
                    <a:lnTo>
                      <a:pt x="1102" y="497"/>
                    </a:lnTo>
                    <a:lnTo>
                      <a:pt x="1102" y="498"/>
                    </a:lnTo>
                    <a:lnTo>
                      <a:pt x="1103" y="499"/>
                    </a:lnTo>
                    <a:lnTo>
                      <a:pt x="1102" y="501"/>
                    </a:lnTo>
                    <a:lnTo>
                      <a:pt x="1101" y="502"/>
                    </a:lnTo>
                    <a:lnTo>
                      <a:pt x="1099" y="502"/>
                    </a:lnTo>
                    <a:lnTo>
                      <a:pt x="1097" y="503"/>
                    </a:lnTo>
                    <a:lnTo>
                      <a:pt x="1096" y="504"/>
                    </a:lnTo>
                    <a:lnTo>
                      <a:pt x="1094" y="504"/>
                    </a:lnTo>
                    <a:lnTo>
                      <a:pt x="1093" y="505"/>
                    </a:lnTo>
                    <a:lnTo>
                      <a:pt x="1091" y="506"/>
                    </a:lnTo>
                    <a:lnTo>
                      <a:pt x="1090" y="506"/>
                    </a:lnTo>
                    <a:lnTo>
                      <a:pt x="1089" y="508"/>
                    </a:lnTo>
                    <a:lnTo>
                      <a:pt x="1087" y="510"/>
                    </a:lnTo>
                    <a:lnTo>
                      <a:pt x="1085" y="511"/>
                    </a:lnTo>
                    <a:lnTo>
                      <a:pt x="1083" y="510"/>
                    </a:lnTo>
                    <a:lnTo>
                      <a:pt x="1081" y="509"/>
                    </a:lnTo>
                    <a:lnTo>
                      <a:pt x="1079" y="508"/>
                    </a:lnTo>
                    <a:lnTo>
                      <a:pt x="1077" y="507"/>
                    </a:lnTo>
                    <a:lnTo>
                      <a:pt x="1076" y="507"/>
                    </a:lnTo>
                    <a:lnTo>
                      <a:pt x="1074" y="507"/>
                    </a:lnTo>
                    <a:lnTo>
                      <a:pt x="1072" y="507"/>
                    </a:lnTo>
                    <a:lnTo>
                      <a:pt x="1071" y="507"/>
                    </a:lnTo>
                    <a:lnTo>
                      <a:pt x="1070" y="506"/>
                    </a:lnTo>
                    <a:lnTo>
                      <a:pt x="1068" y="506"/>
                    </a:lnTo>
                    <a:lnTo>
                      <a:pt x="1066" y="505"/>
                    </a:lnTo>
                    <a:lnTo>
                      <a:pt x="1065" y="505"/>
                    </a:lnTo>
                    <a:lnTo>
                      <a:pt x="1064" y="504"/>
                    </a:lnTo>
                    <a:lnTo>
                      <a:pt x="1064" y="502"/>
                    </a:lnTo>
                    <a:lnTo>
                      <a:pt x="1063" y="502"/>
                    </a:lnTo>
                    <a:lnTo>
                      <a:pt x="1062" y="501"/>
                    </a:lnTo>
                    <a:lnTo>
                      <a:pt x="1061" y="500"/>
                    </a:lnTo>
                    <a:lnTo>
                      <a:pt x="1061" y="498"/>
                    </a:lnTo>
                    <a:lnTo>
                      <a:pt x="1063" y="497"/>
                    </a:lnTo>
                    <a:lnTo>
                      <a:pt x="1066" y="496"/>
                    </a:lnTo>
                    <a:lnTo>
                      <a:pt x="1067" y="495"/>
                    </a:lnTo>
                    <a:lnTo>
                      <a:pt x="1066" y="494"/>
                    </a:lnTo>
                    <a:lnTo>
                      <a:pt x="1065" y="493"/>
                    </a:lnTo>
                    <a:lnTo>
                      <a:pt x="1064" y="491"/>
                    </a:lnTo>
                    <a:lnTo>
                      <a:pt x="1063" y="490"/>
                    </a:lnTo>
                    <a:lnTo>
                      <a:pt x="1064" y="489"/>
                    </a:lnTo>
                    <a:lnTo>
                      <a:pt x="1065" y="488"/>
                    </a:lnTo>
                    <a:lnTo>
                      <a:pt x="1066" y="487"/>
                    </a:lnTo>
                    <a:lnTo>
                      <a:pt x="1067" y="486"/>
                    </a:lnTo>
                    <a:lnTo>
                      <a:pt x="1069" y="486"/>
                    </a:lnTo>
                    <a:lnTo>
                      <a:pt x="1071" y="486"/>
                    </a:lnTo>
                    <a:lnTo>
                      <a:pt x="1072" y="486"/>
                    </a:lnTo>
                    <a:lnTo>
                      <a:pt x="1073" y="485"/>
                    </a:lnTo>
                    <a:lnTo>
                      <a:pt x="1074" y="484"/>
                    </a:lnTo>
                    <a:lnTo>
                      <a:pt x="1076" y="483"/>
                    </a:lnTo>
                    <a:lnTo>
                      <a:pt x="1077" y="483"/>
                    </a:lnTo>
                    <a:lnTo>
                      <a:pt x="1079" y="484"/>
                    </a:lnTo>
                    <a:lnTo>
                      <a:pt x="1080" y="485"/>
                    </a:lnTo>
                    <a:lnTo>
                      <a:pt x="1082" y="484"/>
                    </a:lnTo>
                    <a:lnTo>
                      <a:pt x="1084" y="483"/>
                    </a:lnTo>
                    <a:lnTo>
                      <a:pt x="1086" y="482"/>
                    </a:lnTo>
                    <a:lnTo>
                      <a:pt x="1089" y="483"/>
                    </a:lnTo>
                    <a:lnTo>
                      <a:pt x="1090" y="483"/>
                    </a:lnTo>
                    <a:lnTo>
                      <a:pt x="1092" y="485"/>
                    </a:lnTo>
                    <a:lnTo>
                      <a:pt x="1093" y="486"/>
                    </a:lnTo>
                    <a:lnTo>
                      <a:pt x="1094" y="487"/>
                    </a:lnTo>
                    <a:lnTo>
                      <a:pt x="1095" y="488"/>
                    </a:lnTo>
                    <a:lnTo>
                      <a:pt x="1095" y="489"/>
                    </a:lnTo>
                    <a:lnTo>
                      <a:pt x="1095" y="490"/>
                    </a:lnTo>
                    <a:lnTo>
                      <a:pt x="1097" y="491"/>
                    </a:lnTo>
                    <a:lnTo>
                      <a:pt x="1100" y="492"/>
                    </a:lnTo>
                    <a:lnTo>
                      <a:pt x="1103" y="492"/>
                    </a:lnTo>
                    <a:lnTo>
                      <a:pt x="1104" y="493"/>
                    </a:lnTo>
                    <a:lnTo>
                      <a:pt x="1104" y="495"/>
                    </a:lnTo>
                    <a:close/>
                  </a:path>
                </a:pathLst>
              </a:custGeom>
              <a:solidFill>
                <a:srgbClr val="DE8036">
                  <a:alpha val="10800"/>
                </a:srgbClr>
              </a:solidFill>
              <a:ln>
                <a:noFill/>
              </a:ln>
            </p:spPr>
            <p:txBody>
              <a:bodyPr anchor="ctr"/>
              <a:lstStyle/>
              <a:p>
                <a:pPr algn="ctr">
                  <a:buNone/>
                </a:pPr>
              </a:p>
            </p:txBody>
          </p:sp>
          <p:sp>
            <p:nvSpPr>
              <p:cNvPr id="717" name="addition:spatial:99"/>
              <p:cNvSpPr>
                <a:spLocks noGrp="1"/>
              </p:cNvSpPr>
              <p:nvPr/>
            </p:nvSpPr>
            <p:spPr>
              <a:xfrm>
                <a:off x="5648325" y="1666875"/>
                <a:ext cx="1494267" cy="905027"/>
              </a:xfrm>
              <a:custGeom>
                <a:avLst/>
                <a:gdLst/>
                <a:ahLst/>
                <a:cxnLst/>
                <a:rect l="l" t="t" r="r" b="b"/>
                <a:pathLst>
                  <a:path w="1127" h="535">
                    <a:moveTo>
                      <a:pt x="0" y="0"/>
                    </a:moveTo>
                    <a:moveTo>
                      <a:pt x="1126" y="518"/>
                    </a:moveTo>
                    <a:lnTo>
                      <a:pt x="1123" y="520"/>
                    </a:lnTo>
                    <a:lnTo>
                      <a:pt x="1120" y="521"/>
                    </a:lnTo>
                    <a:lnTo>
                      <a:pt x="1118" y="522"/>
                    </a:lnTo>
                    <a:lnTo>
                      <a:pt x="1118" y="523"/>
                    </a:lnTo>
                    <a:lnTo>
                      <a:pt x="1119" y="525"/>
                    </a:lnTo>
                    <a:lnTo>
                      <a:pt x="1119" y="527"/>
                    </a:lnTo>
                    <a:lnTo>
                      <a:pt x="1118" y="528"/>
                    </a:lnTo>
                    <a:lnTo>
                      <a:pt x="1115" y="529"/>
                    </a:lnTo>
                    <a:lnTo>
                      <a:pt x="1112" y="530"/>
                    </a:lnTo>
                    <a:lnTo>
                      <a:pt x="1111" y="531"/>
                    </a:lnTo>
                    <a:lnTo>
                      <a:pt x="1110" y="533"/>
                    </a:lnTo>
                    <a:lnTo>
                      <a:pt x="1108" y="534"/>
                    </a:lnTo>
                    <a:lnTo>
                      <a:pt x="1106" y="535"/>
                    </a:lnTo>
                    <a:lnTo>
                      <a:pt x="1103" y="535"/>
                    </a:lnTo>
                    <a:lnTo>
                      <a:pt x="1101" y="535"/>
                    </a:lnTo>
                    <a:lnTo>
                      <a:pt x="1099" y="534"/>
                    </a:lnTo>
                    <a:lnTo>
                      <a:pt x="1097" y="534"/>
                    </a:lnTo>
                    <a:lnTo>
                      <a:pt x="1095" y="534"/>
                    </a:lnTo>
                    <a:lnTo>
                      <a:pt x="1093" y="532"/>
                    </a:lnTo>
                    <a:lnTo>
                      <a:pt x="1092" y="532"/>
                    </a:lnTo>
                    <a:lnTo>
                      <a:pt x="1090" y="532"/>
                    </a:lnTo>
                    <a:lnTo>
                      <a:pt x="1087" y="533"/>
                    </a:lnTo>
                    <a:lnTo>
                      <a:pt x="1084" y="535"/>
                    </a:lnTo>
                    <a:lnTo>
                      <a:pt x="1081" y="534"/>
                    </a:lnTo>
                    <a:lnTo>
                      <a:pt x="1080" y="533"/>
                    </a:lnTo>
                    <a:lnTo>
                      <a:pt x="1080" y="531"/>
                    </a:lnTo>
                    <a:lnTo>
                      <a:pt x="1079" y="529"/>
                    </a:lnTo>
                    <a:lnTo>
                      <a:pt x="1078" y="528"/>
                    </a:lnTo>
                    <a:lnTo>
                      <a:pt x="1077" y="526"/>
                    </a:lnTo>
                    <a:lnTo>
                      <a:pt x="1075" y="525"/>
                    </a:lnTo>
                    <a:lnTo>
                      <a:pt x="1075" y="524"/>
                    </a:lnTo>
                    <a:lnTo>
                      <a:pt x="1075" y="522"/>
                    </a:lnTo>
                    <a:lnTo>
                      <a:pt x="1074" y="521"/>
                    </a:lnTo>
                    <a:lnTo>
                      <a:pt x="1073" y="520"/>
                    </a:lnTo>
                    <a:lnTo>
                      <a:pt x="1071" y="518"/>
                    </a:lnTo>
                    <a:lnTo>
                      <a:pt x="1071" y="517"/>
                    </a:lnTo>
                    <a:lnTo>
                      <a:pt x="1072" y="515"/>
                    </a:lnTo>
                    <a:lnTo>
                      <a:pt x="1072" y="514"/>
                    </a:lnTo>
                    <a:lnTo>
                      <a:pt x="1070" y="512"/>
                    </a:lnTo>
                    <a:lnTo>
                      <a:pt x="1069" y="510"/>
                    </a:lnTo>
                    <a:lnTo>
                      <a:pt x="1069" y="508"/>
                    </a:lnTo>
                    <a:lnTo>
                      <a:pt x="1071" y="507"/>
                    </a:lnTo>
                    <a:lnTo>
                      <a:pt x="1075" y="507"/>
                    </a:lnTo>
                    <a:lnTo>
                      <a:pt x="1079" y="507"/>
                    </a:lnTo>
                    <a:lnTo>
                      <a:pt x="1081" y="507"/>
                    </a:lnTo>
                    <a:lnTo>
                      <a:pt x="1082" y="506"/>
                    </a:lnTo>
                    <a:lnTo>
                      <a:pt x="1083" y="505"/>
                    </a:lnTo>
                    <a:lnTo>
                      <a:pt x="1085" y="503"/>
                    </a:lnTo>
                    <a:lnTo>
                      <a:pt x="1087" y="503"/>
                    </a:lnTo>
                    <a:lnTo>
                      <a:pt x="1089" y="502"/>
                    </a:lnTo>
                    <a:lnTo>
                      <a:pt x="1092" y="500"/>
                    </a:lnTo>
                    <a:lnTo>
                      <a:pt x="1094" y="500"/>
                    </a:lnTo>
                    <a:lnTo>
                      <a:pt x="1097" y="500"/>
                    </a:lnTo>
                    <a:lnTo>
                      <a:pt x="1100" y="501"/>
                    </a:lnTo>
                    <a:lnTo>
                      <a:pt x="1102" y="502"/>
                    </a:lnTo>
                    <a:lnTo>
                      <a:pt x="1105" y="503"/>
                    </a:lnTo>
                    <a:lnTo>
                      <a:pt x="1108" y="503"/>
                    </a:lnTo>
                    <a:lnTo>
                      <a:pt x="1111" y="503"/>
                    </a:lnTo>
                    <a:lnTo>
                      <a:pt x="1113" y="504"/>
                    </a:lnTo>
                    <a:lnTo>
                      <a:pt x="1114" y="506"/>
                    </a:lnTo>
                    <a:lnTo>
                      <a:pt x="1114" y="508"/>
                    </a:lnTo>
                    <a:lnTo>
                      <a:pt x="1115" y="509"/>
                    </a:lnTo>
                    <a:lnTo>
                      <a:pt x="1118" y="509"/>
                    </a:lnTo>
                    <a:lnTo>
                      <a:pt x="1121" y="510"/>
                    </a:lnTo>
                    <a:lnTo>
                      <a:pt x="1124" y="510"/>
                    </a:lnTo>
                    <a:lnTo>
                      <a:pt x="1126" y="512"/>
                    </a:lnTo>
                    <a:lnTo>
                      <a:pt x="1126" y="513"/>
                    </a:lnTo>
                    <a:lnTo>
                      <a:pt x="1127" y="515"/>
                    </a:lnTo>
                    <a:lnTo>
                      <a:pt x="1127" y="516"/>
                    </a:lnTo>
                    <a:close/>
                  </a:path>
                </a:pathLst>
              </a:custGeom>
              <a:solidFill>
                <a:srgbClr val="DE8036">
                  <a:alpha val="10800"/>
                </a:srgbClr>
              </a:solidFill>
              <a:ln>
                <a:noFill/>
              </a:ln>
            </p:spPr>
            <p:txBody>
              <a:bodyPr anchor="ctr"/>
              <a:lstStyle/>
              <a:p>
                <a:pPr algn="ctr">
                  <a:buNone/>
                </a:pPr>
              </a:p>
            </p:txBody>
          </p:sp>
          <p:sp>
            <p:nvSpPr>
              <p:cNvPr id="718" name="addition:spatial:100"/>
              <p:cNvSpPr>
                <a:spLocks noGrp="1"/>
              </p:cNvSpPr>
              <p:nvPr/>
            </p:nvSpPr>
            <p:spPr>
              <a:xfrm>
                <a:off x="5648325" y="1666875"/>
                <a:ext cx="1435928" cy="916869"/>
              </a:xfrm>
              <a:custGeom>
                <a:avLst/>
                <a:gdLst/>
                <a:ahLst/>
                <a:cxnLst/>
                <a:rect l="l" t="t" r="r" b="b"/>
                <a:pathLst>
                  <a:path w="1083" h="542">
                    <a:moveTo>
                      <a:pt x="0" y="0"/>
                    </a:moveTo>
                    <a:moveTo>
                      <a:pt x="1080" y="528"/>
                    </a:moveTo>
                    <a:lnTo>
                      <a:pt x="1079" y="529"/>
                    </a:lnTo>
                    <a:lnTo>
                      <a:pt x="1079" y="530"/>
                    </a:lnTo>
                    <a:lnTo>
                      <a:pt x="1078" y="531"/>
                    </a:lnTo>
                    <a:lnTo>
                      <a:pt x="1078" y="532"/>
                    </a:lnTo>
                    <a:lnTo>
                      <a:pt x="1077" y="533"/>
                    </a:lnTo>
                    <a:lnTo>
                      <a:pt x="1077" y="535"/>
                    </a:lnTo>
                    <a:lnTo>
                      <a:pt x="1078" y="537"/>
                    </a:lnTo>
                    <a:lnTo>
                      <a:pt x="1079" y="539"/>
                    </a:lnTo>
                    <a:lnTo>
                      <a:pt x="1078" y="540"/>
                    </a:lnTo>
                    <a:lnTo>
                      <a:pt x="1075" y="540"/>
                    </a:lnTo>
                    <a:lnTo>
                      <a:pt x="1072" y="539"/>
                    </a:lnTo>
                    <a:lnTo>
                      <a:pt x="1069" y="539"/>
                    </a:lnTo>
                    <a:lnTo>
                      <a:pt x="1068" y="539"/>
                    </a:lnTo>
                    <a:lnTo>
                      <a:pt x="1067" y="540"/>
                    </a:lnTo>
                    <a:lnTo>
                      <a:pt x="1065" y="541"/>
                    </a:lnTo>
                    <a:lnTo>
                      <a:pt x="1064" y="541"/>
                    </a:lnTo>
                    <a:lnTo>
                      <a:pt x="1062" y="541"/>
                    </a:lnTo>
                    <a:lnTo>
                      <a:pt x="1060" y="541"/>
                    </a:lnTo>
                    <a:lnTo>
                      <a:pt x="1058" y="542"/>
                    </a:lnTo>
                    <a:lnTo>
                      <a:pt x="1056" y="542"/>
                    </a:lnTo>
                    <a:lnTo>
                      <a:pt x="1054" y="542"/>
                    </a:lnTo>
                    <a:lnTo>
                      <a:pt x="1052" y="541"/>
                    </a:lnTo>
                    <a:lnTo>
                      <a:pt x="1050" y="540"/>
                    </a:lnTo>
                    <a:lnTo>
                      <a:pt x="1048" y="540"/>
                    </a:lnTo>
                    <a:lnTo>
                      <a:pt x="1046" y="540"/>
                    </a:lnTo>
                    <a:lnTo>
                      <a:pt x="1043" y="539"/>
                    </a:lnTo>
                    <a:lnTo>
                      <a:pt x="1043" y="537"/>
                    </a:lnTo>
                    <a:lnTo>
                      <a:pt x="1043" y="535"/>
                    </a:lnTo>
                    <a:lnTo>
                      <a:pt x="1044" y="534"/>
                    </a:lnTo>
                    <a:lnTo>
                      <a:pt x="1043" y="533"/>
                    </a:lnTo>
                    <a:lnTo>
                      <a:pt x="1041" y="532"/>
                    </a:lnTo>
                    <a:lnTo>
                      <a:pt x="1037" y="531"/>
                    </a:lnTo>
                    <a:lnTo>
                      <a:pt x="1035" y="530"/>
                    </a:lnTo>
                    <a:lnTo>
                      <a:pt x="1034" y="529"/>
                    </a:lnTo>
                    <a:lnTo>
                      <a:pt x="1033" y="528"/>
                    </a:lnTo>
                    <a:lnTo>
                      <a:pt x="1033" y="526"/>
                    </a:lnTo>
                    <a:lnTo>
                      <a:pt x="1033" y="525"/>
                    </a:lnTo>
                    <a:lnTo>
                      <a:pt x="1034" y="524"/>
                    </a:lnTo>
                    <a:lnTo>
                      <a:pt x="1036" y="523"/>
                    </a:lnTo>
                    <a:lnTo>
                      <a:pt x="1039" y="522"/>
                    </a:lnTo>
                    <a:lnTo>
                      <a:pt x="1040" y="521"/>
                    </a:lnTo>
                    <a:lnTo>
                      <a:pt x="1041" y="520"/>
                    </a:lnTo>
                    <a:lnTo>
                      <a:pt x="1041" y="518"/>
                    </a:lnTo>
                    <a:lnTo>
                      <a:pt x="1042" y="517"/>
                    </a:lnTo>
                    <a:lnTo>
                      <a:pt x="1045" y="517"/>
                    </a:lnTo>
                    <a:lnTo>
                      <a:pt x="1048" y="517"/>
                    </a:lnTo>
                    <a:lnTo>
                      <a:pt x="1050" y="517"/>
                    </a:lnTo>
                    <a:lnTo>
                      <a:pt x="1051" y="515"/>
                    </a:lnTo>
                    <a:lnTo>
                      <a:pt x="1053" y="513"/>
                    </a:lnTo>
                    <a:lnTo>
                      <a:pt x="1055" y="512"/>
                    </a:lnTo>
                    <a:lnTo>
                      <a:pt x="1057" y="511"/>
                    </a:lnTo>
                    <a:lnTo>
                      <a:pt x="1060" y="512"/>
                    </a:lnTo>
                    <a:lnTo>
                      <a:pt x="1062" y="513"/>
                    </a:lnTo>
                    <a:lnTo>
                      <a:pt x="1065" y="514"/>
                    </a:lnTo>
                    <a:lnTo>
                      <a:pt x="1067" y="514"/>
                    </a:lnTo>
                    <a:lnTo>
                      <a:pt x="1068" y="515"/>
                    </a:lnTo>
                    <a:lnTo>
                      <a:pt x="1069" y="516"/>
                    </a:lnTo>
                    <a:lnTo>
                      <a:pt x="1071" y="517"/>
                    </a:lnTo>
                    <a:lnTo>
                      <a:pt x="1073" y="517"/>
                    </a:lnTo>
                    <a:lnTo>
                      <a:pt x="1076" y="517"/>
                    </a:lnTo>
                    <a:lnTo>
                      <a:pt x="1079" y="516"/>
                    </a:lnTo>
                    <a:lnTo>
                      <a:pt x="1080" y="517"/>
                    </a:lnTo>
                    <a:lnTo>
                      <a:pt x="1080" y="519"/>
                    </a:lnTo>
                    <a:lnTo>
                      <a:pt x="1080" y="520"/>
                    </a:lnTo>
                    <a:lnTo>
                      <a:pt x="1080" y="522"/>
                    </a:lnTo>
                    <a:lnTo>
                      <a:pt x="1081" y="523"/>
                    </a:lnTo>
                    <a:lnTo>
                      <a:pt x="1083" y="524"/>
                    </a:lnTo>
                    <a:lnTo>
                      <a:pt x="1083" y="525"/>
                    </a:lnTo>
                    <a:lnTo>
                      <a:pt x="1082" y="526"/>
                    </a:lnTo>
                    <a:close/>
                  </a:path>
                </a:pathLst>
              </a:custGeom>
              <a:solidFill>
                <a:srgbClr val="DE8036">
                  <a:alpha val="10800"/>
                </a:srgbClr>
              </a:solidFill>
              <a:ln>
                <a:noFill/>
              </a:ln>
            </p:spPr>
            <p:txBody>
              <a:bodyPr anchor="ctr"/>
              <a:lstStyle/>
              <a:p>
                <a:pPr algn="ctr">
                  <a:buNone/>
                </a:pPr>
              </a:p>
            </p:txBody>
          </p:sp>
          <p:sp>
            <p:nvSpPr>
              <p:cNvPr id="719" name="addition:spatial:101"/>
              <p:cNvSpPr>
                <a:spLocks noGrp="1"/>
              </p:cNvSpPr>
              <p:nvPr/>
            </p:nvSpPr>
            <p:spPr>
              <a:xfrm>
                <a:off x="5648325" y="1666875"/>
                <a:ext cx="1412062" cy="1434511"/>
              </a:xfrm>
              <a:custGeom>
                <a:avLst/>
                <a:gdLst/>
                <a:ahLst/>
                <a:cxnLst/>
                <a:rect l="l" t="t" r="r" b="b"/>
                <a:pathLst>
                  <a:path w="1065" h="848">
                    <a:moveTo>
                      <a:pt x="0" y="0"/>
                    </a:moveTo>
                    <a:moveTo>
                      <a:pt x="203" y="266"/>
                    </a:moveTo>
                    <a:lnTo>
                      <a:pt x="1065" y="266"/>
                    </a:lnTo>
                    <a:lnTo>
                      <a:pt x="1065" y="848"/>
                    </a:lnTo>
                    <a:lnTo>
                      <a:pt x="203" y="762"/>
                    </a:lnTo>
                    <a:close/>
                  </a:path>
                </a:pathLst>
              </a:custGeom>
              <a:solidFill>
                <a:srgbClr val="7AB5D7">
                  <a:alpha val="4500"/>
                </a:srgbClr>
              </a:solidFill>
              <a:ln w="2199">
                <a:solidFill>
                  <a:srgbClr val="338EC1">
                    <a:alpha val="28000"/>
                  </a:srgbClr>
                </a:solidFill>
              </a:ln>
            </p:spPr>
            <p:txBody>
              <a:bodyPr anchor="ctr"/>
              <a:lstStyle/>
              <a:p>
                <a:pPr algn="ctr">
                  <a:buNone/>
                </a:pPr>
              </a:p>
            </p:txBody>
          </p:sp>
          <p:sp>
            <p:nvSpPr>
              <p:cNvPr id="720" name="addition:spatial:102"/>
              <p:cNvSpPr>
                <a:spLocks noGrp="1"/>
              </p:cNvSpPr>
              <p:nvPr/>
            </p:nvSpPr>
            <p:spPr>
              <a:xfrm>
                <a:off x="5648325" y="1666875"/>
                <a:ext cx="1539347" cy="1341471"/>
              </a:xfrm>
              <a:custGeom>
                <a:avLst/>
                <a:gdLst/>
                <a:ahLst/>
                <a:cxnLst/>
                <a:rect l="l" t="t" r="r" b="b"/>
                <a:pathLst>
                  <a:path w="1161" h="793">
                    <a:moveTo>
                      <a:pt x="0" y="0"/>
                    </a:moveTo>
                    <a:moveTo>
                      <a:pt x="299" y="211"/>
                    </a:moveTo>
                    <a:lnTo>
                      <a:pt x="1161" y="211"/>
                    </a:lnTo>
                    <a:lnTo>
                      <a:pt x="1161" y="793"/>
                    </a:lnTo>
                    <a:lnTo>
                      <a:pt x="299" y="707"/>
                    </a:lnTo>
                    <a:close/>
                  </a:path>
                </a:pathLst>
              </a:custGeom>
              <a:solidFill>
                <a:srgbClr val="7AB5D7">
                  <a:alpha val="4500"/>
                </a:srgbClr>
              </a:solidFill>
              <a:ln w="2199">
                <a:solidFill>
                  <a:srgbClr val="338EC1">
                    <a:alpha val="28000"/>
                  </a:srgbClr>
                </a:solidFill>
              </a:ln>
            </p:spPr>
            <p:txBody>
              <a:bodyPr anchor="ctr"/>
              <a:lstStyle/>
              <a:p>
                <a:pPr algn="ctr">
                  <a:buNone/>
                </a:pPr>
              </a:p>
            </p:txBody>
          </p:sp>
          <p:sp>
            <p:nvSpPr>
              <p:cNvPr id="721" name="addition:spatial:103"/>
              <p:cNvSpPr>
                <a:spLocks noGrp="1"/>
              </p:cNvSpPr>
              <p:nvPr/>
            </p:nvSpPr>
            <p:spPr>
              <a:xfrm>
                <a:off x="5648325" y="1666875"/>
                <a:ext cx="1667957" cy="1246739"/>
              </a:xfrm>
              <a:custGeom>
                <a:avLst/>
                <a:gdLst/>
                <a:ahLst/>
                <a:cxnLst/>
                <a:rect l="l" t="t" r="r" b="b"/>
                <a:pathLst>
                  <a:path w="1258" h="737">
                    <a:moveTo>
                      <a:pt x="0" y="0"/>
                    </a:moveTo>
                    <a:moveTo>
                      <a:pt x="396" y="155"/>
                    </a:moveTo>
                    <a:lnTo>
                      <a:pt x="1258" y="155"/>
                    </a:lnTo>
                    <a:lnTo>
                      <a:pt x="1258" y="737"/>
                    </a:lnTo>
                    <a:lnTo>
                      <a:pt x="396" y="651"/>
                    </a:lnTo>
                    <a:close/>
                  </a:path>
                </a:pathLst>
              </a:custGeom>
              <a:solidFill>
                <a:srgbClr val="7AB5D7">
                  <a:alpha val="4500"/>
                </a:srgbClr>
              </a:solidFill>
              <a:ln w="2199">
                <a:solidFill>
                  <a:srgbClr val="338EC1">
                    <a:alpha val="28000"/>
                  </a:srgbClr>
                </a:solidFill>
              </a:ln>
            </p:spPr>
            <p:txBody>
              <a:bodyPr anchor="ctr"/>
              <a:lstStyle/>
              <a:p>
                <a:pPr algn="ctr">
                  <a:buNone/>
                </a:pPr>
              </a:p>
            </p:txBody>
          </p:sp>
          <p:sp>
            <p:nvSpPr>
              <p:cNvPr id="722" name="addition:spatial:104"/>
              <p:cNvSpPr>
                <a:spLocks noGrp="1"/>
              </p:cNvSpPr>
              <p:nvPr/>
            </p:nvSpPr>
            <p:spPr>
              <a:xfrm>
                <a:off x="5648325" y="1666875"/>
                <a:ext cx="1795242" cy="1153698"/>
              </a:xfrm>
              <a:custGeom>
                <a:avLst/>
                <a:gdLst/>
                <a:ahLst/>
                <a:cxnLst/>
                <a:rect l="l" t="t" r="r" b="b"/>
                <a:pathLst>
                  <a:path w="1354" h="682">
                    <a:moveTo>
                      <a:pt x="0" y="0"/>
                    </a:moveTo>
                    <a:moveTo>
                      <a:pt x="492" y="100"/>
                    </a:moveTo>
                    <a:lnTo>
                      <a:pt x="1354" y="100"/>
                    </a:lnTo>
                    <a:lnTo>
                      <a:pt x="1354" y="682"/>
                    </a:lnTo>
                    <a:lnTo>
                      <a:pt x="492" y="596"/>
                    </a:lnTo>
                    <a:close/>
                  </a:path>
                </a:pathLst>
              </a:custGeom>
              <a:solidFill>
                <a:srgbClr val="7AB5D7">
                  <a:alpha val="4500"/>
                </a:srgbClr>
              </a:solidFill>
              <a:ln w="2199">
                <a:solidFill>
                  <a:srgbClr val="338EC1">
                    <a:alpha val="28000"/>
                  </a:srgbClr>
                </a:solidFill>
              </a:ln>
            </p:spPr>
            <p:txBody>
              <a:bodyPr anchor="ctr"/>
              <a:lstStyle/>
              <a:p>
                <a:pPr algn="ctr">
                  <a:buNone/>
                </a:pPr>
              </a:p>
            </p:txBody>
          </p:sp>
          <p:sp>
            <p:nvSpPr>
              <p:cNvPr id="723" name="addition:spatial:105"/>
              <p:cNvSpPr>
                <a:spLocks noGrp="1"/>
              </p:cNvSpPr>
              <p:nvPr/>
            </p:nvSpPr>
            <p:spPr>
              <a:xfrm>
                <a:off x="5648325" y="1666875"/>
                <a:ext cx="701391" cy="1256889"/>
              </a:xfrm>
              <a:custGeom>
                <a:avLst/>
                <a:gdLst/>
                <a:ahLst/>
                <a:cxnLst/>
                <a:rect l="l" t="t" r="r" b="b"/>
                <a:pathLst>
                  <a:path w="529" h="743">
                    <a:moveTo>
                      <a:pt x="0" y="0"/>
                    </a:moveTo>
                    <a:moveTo>
                      <a:pt x="529" y="580"/>
                    </a:moveTo>
                    <a:lnTo>
                      <a:pt x="518" y="596"/>
                    </a:lnTo>
                    <a:lnTo>
                      <a:pt x="493" y="608"/>
                    </a:lnTo>
                    <a:lnTo>
                      <a:pt x="467" y="617"/>
                    </a:lnTo>
                    <a:lnTo>
                      <a:pt x="451" y="626"/>
                    </a:lnTo>
                    <a:lnTo>
                      <a:pt x="449" y="639"/>
                    </a:lnTo>
                    <a:lnTo>
                      <a:pt x="452" y="655"/>
                    </a:lnTo>
                    <a:lnTo>
                      <a:pt x="450" y="672"/>
                    </a:lnTo>
                    <a:lnTo>
                      <a:pt x="441" y="685"/>
                    </a:lnTo>
                    <a:lnTo>
                      <a:pt x="431" y="697"/>
                    </a:lnTo>
                    <a:lnTo>
                      <a:pt x="421" y="711"/>
                    </a:lnTo>
                    <a:lnTo>
                      <a:pt x="410" y="725"/>
                    </a:lnTo>
                    <a:lnTo>
                      <a:pt x="395" y="733"/>
                    </a:lnTo>
                    <a:lnTo>
                      <a:pt x="376" y="732"/>
                    </a:lnTo>
                    <a:lnTo>
                      <a:pt x="358" y="728"/>
                    </a:lnTo>
                    <a:lnTo>
                      <a:pt x="343" y="727"/>
                    </a:lnTo>
                    <a:lnTo>
                      <a:pt x="330" y="734"/>
                    </a:lnTo>
                    <a:lnTo>
                      <a:pt x="317" y="743"/>
                    </a:lnTo>
                    <a:lnTo>
                      <a:pt x="303" y="743"/>
                    </a:lnTo>
                    <a:lnTo>
                      <a:pt x="290" y="732"/>
                    </a:lnTo>
                    <a:lnTo>
                      <a:pt x="281" y="716"/>
                    </a:lnTo>
                    <a:lnTo>
                      <a:pt x="273" y="706"/>
                    </a:lnTo>
                    <a:lnTo>
                      <a:pt x="260" y="709"/>
                    </a:lnTo>
                    <a:lnTo>
                      <a:pt x="241" y="718"/>
                    </a:lnTo>
                    <a:lnTo>
                      <a:pt x="222" y="723"/>
                    </a:lnTo>
                    <a:lnTo>
                      <a:pt x="206" y="719"/>
                    </a:lnTo>
                    <a:lnTo>
                      <a:pt x="196" y="707"/>
                    </a:lnTo>
                    <a:lnTo>
                      <a:pt x="189" y="694"/>
                    </a:lnTo>
                    <a:lnTo>
                      <a:pt x="182" y="680"/>
                    </a:lnTo>
                    <a:lnTo>
                      <a:pt x="178" y="665"/>
                    </a:lnTo>
                    <a:lnTo>
                      <a:pt x="181" y="647"/>
                    </a:lnTo>
                    <a:lnTo>
                      <a:pt x="189" y="629"/>
                    </a:lnTo>
                    <a:lnTo>
                      <a:pt x="193" y="615"/>
                    </a:lnTo>
                    <a:lnTo>
                      <a:pt x="185" y="604"/>
                    </a:lnTo>
                    <a:lnTo>
                      <a:pt x="166" y="594"/>
                    </a:lnTo>
                    <a:lnTo>
                      <a:pt x="149" y="580"/>
                    </a:lnTo>
                    <a:lnTo>
                      <a:pt x="143" y="565"/>
                    </a:lnTo>
                    <a:lnTo>
                      <a:pt x="151" y="551"/>
                    </a:lnTo>
                    <a:lnTo>
                      <a:pt x="160" y="539"/>
                    </a:lnTo>
                    <a:lnTo>
                      <a:pt x="162" y="526"/>
                    </a:lnTo>
                    <a:lnTo>
                      <a:pt x="157" y="509"/>
                    </a:lnTo>
                    <a:lnTo>
                      <a:pt x="153" y="491"/>
                    </a:lnTo>
                    <a:lnTo>
                      <a:pt x="158" y="477"/>
                    </a:lnTo>
                    <a:lnTo>
                      <a:pt x="172" y="469"/>
                    </a:lnTo>
                    <a:lnTo>
                      <a:pt x="190" y="466"/>
                    </a:lnTo>
                    <a:lnTo>
                      <a:pt x="204" y="461"/>
                    </a:lnTo>
                    <a:lnTo>
                      <a:pt x="217" y="456"/>
                    </a:lnTo>
                    <a:lnTo>
                      <a:pt x="231" y="452"/>
                    </a:lnTo>
                    <a:lnTo>
                      <a:pt x="246" y="452"/>
                    </a:lnTo>
                    <a:lnTo>
                      <a:pt x="260" y="451"/>
                    </a:lnTo>
                    <a:lnTo>
                      <a:pt x="272" y="441"/>
                    </a:lnTo>
                    <a:lnTo>
                      <a:pt x="284" y="422"/>
                    </a:lnTo>
                    <a:lnTo>
                      <a:pt x="300" y="402"/>
                    </a:lnTo>
                    <a:lnTo>
                      <a:pt x="320" y="392"/>
                    </a:lnTo>
                    <a:lnTo>
                      <a:pt x="339" y="400"/>
                    </a:lnTo>
                    <a:lnTo>
                      <a:pt x="355" y="419"/>
                    </a:lnTo>
                    <a:lnTo>
                      <a:pt x="369" y="435"/>
                    </a:lnTo>
                    <a:lnTo>
                      <a:pt x="383" y="443"/>
                    </a:lnTo>
                    <a:lnTo>
                      <a:pt x="401" y="446"/>
                    </a:lnTo>
                    <a:lnTo>
                      <a:pt x="418" y="450"/>
                    </a:lnTo>
                    <a:lnTo>
                      <a:pt x="431" y="460"/>
                    </a:lnTo>
                    <a:lnTo>
                      <a:pt x="440" y="473"/>
                    </a:lnTo>
                    <a:lnTo>
                      <a:pt x="450" y="484"/>
                    </a:lnTo>
                    <a:lnTo>
                      <a:pt x="464" y="491"/>
                    </a:lnTo>
                    <a:lnTo>
                      <a:pt x="479" y="500"/>
                    </a:lnTo>
                    <a:lnTo>
                      <a:pt x="488" y="511"/>
                    </a:lnTo>
                    <a:lnTo>
                      <a:pt x="492" y="525"/>
                    </a:lnTo>
                    <a:lnTo>
                      <a:pt x="497" y="538"/>
                    </a:lnTo>
                    <a:lnTo>
                      <a:pt x="508" y="551"/>
                    </a:lnTo>
                    <a:lnTo>
                      <a:pt x="522" y="564"/>
                    </a:lnTo>
                    <a:close/>
                  </a:path>
                </a:pathLst>
              </a:custGeom>
              <a:solidFill>
                <a:srgbClr val="A7CEE4">
                  <a:alpha val="43000"/>
                </a:srgbClr>
              </a:solidFill>
              <a:ln>
                <a:noFill/>
              </a:ln>
            </p:spPr>
            <p:txBody>
              <a:bodyPr anchor="ctr"/>
              <a:lstStyle/>
              <a:p>
                <a:pPr algn="ctr">
                  <a:buNone/>
                </a:pPr>
              </a:p>
            </p:txBody>
          </p:sp>
          <p:sp>
            <p:nvSpPr>
              <p:cNvPr id="724" name="addition:spatial:106"/>
              <p:cNvSpPr>
                <a:spLocks noGrp="1"/>
              </p:cNvSpPr>
              <p:nvPr/>
            </p:nvSpPr>
            <p:spPr>
              <a:xfrm>
                <a:off x="5648325" y="1666875"/>
                <a:ext cx="649681" cy="1238280"/>
              </a:xfrm>
              <a:custGeom>
                <a:avLst/>
                <a:gdLst/>
                <a:ahLst/>
                <a:cxnLst/>
                <a:rect l="l" t="t" r="r" b="b"/>
                <a:pathLst>
                  <a:path w="490" h="732">
                    <a:moveTo>
                      <a:pt x="0" y="0"/>
                    </a:moveTo>
                    <a:moveTo>
                      <a:pt x="464" y="585"/>
                    </a:moveTo>
                    <a:lnTo>
                      <a:pt x="458" y="597"/>
                    </a:lnTo>
                    <a:lnTo>
                      <a:pt x="452" y="608"/>
                    </a:lnTo>
                    <a:lnTo>
                      <a:pt x="444" y="618"/>
                    </a:lnTo>
                    <a:lnTo>
                      <a:pt x="434" y="628"/>
                    </a:lnTo>
                    <a:lnTo>
                      <a:pt x="428" y="638"/>
                    </a:lnTo>
                    <a:lnTo>
                      <a:pt x="427" y="651"/>
                    </a:lnTo>
                    <a:lnTo>
                      <a:pt x="426" y="666"/>
                    </a:lnTo>
                    <a:lnTo>
                      <a:pt x="420" y="679"/>
                    </a:lnTo>
                    <a:lnTo>
                      <a:pt x="406" y="685"/>
                    </a:lnTo>
                    <a:lnTo>
                      <a:pt x="391" y="688"/>
                    </a:lnTo>
                    <a:lnTo>
                      <a:pt x="379" y="694"/>
                    </a:lnTo>
                    <a:lnTo>
                      <a:pt x="372" y="707"/>
                    </a:lnTo>
                    <a:lnTo>
                      <a:pt x="365" y="723"/>
                    </a:lnTo>
                    <a:lnTo>
                      <a:pt x="353" y="732"/>
                    </a:lnTo>
                    <a:lnTo>
                      <a:pt x="338" y="729"/>
                    </a:lnTo>
                    <a:lnTo>
                      <a:pt x="323" y="717"/>
                    </a:lnTo>
                    <a:lnTo>
                      <a:pt x="311" y="705"/>
                    </a:lnTo>
                    <a:lnTo>
                      <a:pt x="301" y="701"/>
                    </a:lnTo>
                    <a:lnTo>
                      <a:pt x="291" y="703"/>
                    </a:lnTo>
                    <a:lnTo>
                      <a:pt x="281" y="705"/>
                    </a:lnTo>
                    <a:lnTo>
                      <a:pt x="270" y="705"/>
                    </a:lnTo>
                    <a:lnTo>
                      <a:pt x="259" y="706"/>
                    </a:lnTo>
                    <a:lnTo>
                      <a:pt x="245" y="708"/>
                    </a:lnTo>
                    <a:lnTo>
                      <a:pt x="228" y="711"/>
                    </a:lnTo>
                    <a:lnTo>
                      <a:pt x="214" y="707"/>
                    </a:lnTo>
                    <a:lnTo>
                      <a:pt x="207" y="695"/>
                    </a:lnTo>
                    <a:lnTo>
                      <a:pt x="209" y="677"/>
                    </a:lnTo>
                    <a:lnTo>
                      <a:pt x="212" y="660"/>
                    </a:lnTo>
                    <a:lnTo>
                      <a:pt x="208" y="648"/>
                    </a:lnTo>
                    <a:lnTo>
                      <a:pt x="197" y="641"/>
                    </a:lnTo>
                    <a:lnTo>
                      <a:pt x="184" y="633"/>
                    </a:lnTo>
                    <a:lnTo>
                      <a:pt x="179" y="621"/>
                    </a:lnTo>
                    <a:lnTo>
                      <a:pt x="182" y="608"/>
                    </a:lnTo>
                    <a:lnTo>
                      <a:pt x="188" y="596"/>
                    </a:lnTo>
                    <a:lnTo>
                      <a:pt x="187" y="585"/>
                    </a:lnTo>
                    <a:lnTo>
                      <a:pt x="179" y="574"/>
                    </a:lnTo>
                    <a:lnTo>
                      <a:pt x="169" y="561"/>
                    </a:lnTo>
                    <a:lnTo>
                      <a:pt x="163" y="547"/>
                    </a:lnTo>
                    <a:lnTo>
                      <a:pt x="164" y="534"/>
                    </a:lnTo>
                    <a:lnTo>
                      <a:pt x="165" y="522"/>
                    </a:lnTo>
                    <a:lnTo>
                      <a:pt x="167" y="508"/>
                    </a:lnTo>
                    <a:lnTo>
                      <a:pt x="172" y="496"/>
                    </a:lnTo>
                    <a:lnTo>
                      <a:pt x="184" y="489"/>
                    </a:lnTo>
                    <a:lnTo>
                      <a:pt x="203" y="490"/>
                    </a:lnTo>
                    <a:lnTo>
                      <a:pt x="223" y="495"/>
                    </a:lnTo>
                    <a:lnTo>
                      <a:pt x="236" y="495"/>
                    </a:lnTo>
                    <a:lnTo>
                      <a:pt x="241" y="484"/>
                    </a:lnTo>
                    <a:lnTo>
                      <a:pt x="245" y="466"/>
                    </a:lnTo>
                    <a:lnTo>
                      <a:pt x="253" y="450"/>
                    </a:lnTo>
                    <a:lnTo>
                      <a:pt x="267" y="444"/>
                    </a:lnTo>
                    <a:lnTo>
                      <a:pt x="283" y="446"/>
                    </a:lnTo>
                    <a:lnTo>
                      <a:pt x="298" y="448"/>
                    </a:lnTo>
                    <a:lnTo>
                      <a:pt x="313" y="446"/>
                    </a:lnTo>
                    <a:lnTo>
                      <a:pt x="329" y="444"/>
                    </a:lnTo>
                    <a:lnTo>
                      <a:pt x="345" y="445"/>
                    </a:lnTo>
                    <a:lnTo>
                      <a:pt x="360" y="452"/>
                    </a:lnTo>
                    <a:lnTo>
                      <a:pt x="372" y="462"/>
                    </a:lnTo>
                    <a:lnTo>
                      <a:pt x="385" y="469"/>
                    </a:lnTo>
                    <a:lnTo>
                      <a:pt x="399" y="473"/>
                    </a:lnTo>
                    <a:lnTo>
                      <a:pt x="411" y="480"/>
                    </a:lnTo>
                    <a:lnTo>
                      <a:pt x="418" y="493"/>
                    </a:lnTo>
                    <a:lnTo>
                      <a:pt x="420" y="507"/>
                    </a:lnTo>
                    <a:lnTo>
                      <a:pt x="423" y="518"/>
                    </a:lnTo>
                    <a:lnTo>
                      <a:pt x="436" y="523"/>
                    </a:lnTo>
                    <a:lnTo>
                      <a:pt x="458" y="526"/>
                    </a:lnTo>
                    <a:lnTo>
                      <a:pt x="480" y="531"/>
                    </a:lnTo>
                    <a:lnTo>
                      <a:pt x="490" y="542"/>
                    </a:lnTo>
                    <a:lnTo>
                      <a:pt x="486" y="558"/>
                    </a:lnTo>
                    <a:lnTo>
                      <a:pt x="475" y="572"/>
                    </a:lnTo>
                    <a:close/>
                  </a:path>
                </a:pathLst>
              </a:custGeom>
              <a:solidFill>
                <a:srgbClr val="59A3CD">
                  <a:alpha val="43000"/>
                </a:srgbClr>
              </a:solidFill>
              <a:ln>
                <a:noFill/>
              </a:ln>
            </p:spPr>
            <p:txBody>
              <a:bodyPr anchor="ctr"/>
              <a:lstStyle/>
              <a:p>
                <a:pPr algn="ctr">
                  <a:buNone/>
                </a:pPr>
              </a:p>
            </p:txBody>
          </p:sp>
          <p:sp>
            <p:nvSpPr>
              <p:cNvPr id="725" name="addition:spatial:107"/>
              <p:cNvSpPr>
                <a:spLocks noGrp="1"/>
              </p:cNvSpPr>
              <p:nvPr/>
            </p:nvSpPr>
            <p:spPr>
              <a:xfrm>
                <a:off x="5648325" y="1666875"/>
                <a:ext cx="617860" cy="1216289"/>
              </a:xfrm>
              <a:custGeom>
                <a:avLst/>
                <a:gdLst/>
                <a:ahLst/>
                <a:cxnLst/>
                <a:rect l="l" t="t" r="r" b="b"/>
                <a:pathLst>
                  <a:path w="466" h="719">
                    <a:moveTo>
                      <a:pt x="0" y="0"/>
                    </a:moveTo>
                    <a:moveTo>
                      <a:pt x="455" y="590"/>
                    </a:moveTo>
                    <a:lnTo>
                      <a:pt x="437" y="600"/>
                    </a:lnTo>
                    <a:lnTo>
                      <a:pt x="423" y="609"/>
                    </a:lnTo>
                    <a:lnTo>
                      <a:pt x="418" y="618"/>
                    </a:lnTo>
                    <a:lnTo>
                      <a:pt x="418" y="628"/>
                    </a:lnTo>
                    <a:lnTo>
                      <a:pt x="415" y="639"/>
                    </a:lnTo>
                    <a:lnTo>
                      <a:pt x="408" y="648"/>
                    </a:lnTo>
                    <a:lnTo>
                      <a:pt x="400" y="655"/>
                    </a:lnTo>
                    <a:lnTo>
                      <a:pt x="393" y="664"/>
                    </a:lnTo>
                    <a:lnTo>
                      <a:pt x="388" y="676"/>
                    </a:lnTo>
                    <a:lnTo>
                      <a:pt x="381" y="686"/>
                    </a:lnTo>
                    <a:lnTo>
                      <a:pt x="370" y="693"/>
                    </a:lnTo>
                    <a:lnTo>
                      <a:pt x="357" y="695"/>
                    </a:lnTo>
                    <a:lnTo>
                      <a:pt x="345" y="699"/>
                    </a:lnTo>
                    <a:lnTo>
                      <a:pt x="336" y="706"/>
                    </a:lnTo>
                    <a:lnTo>
                      <a:pt x="326" y="716"/>
                    </a:lnTo>
                    <a:lnTo>
                      <a:pt x="315" y="719"/>
                    </a:lnTo>
                    <a:lnTo>
                      <a:pt x="302" y="712"/>
                    </a:lnTo>
                    <a:lnTo>
                      <a:pt x="292" y="698"/>
                    </a:lnTo>
                    <a:lnTo>
                      <a:pt x="285" y="686"/>
                    </a:lnTo>
                    <a:lnTo>
                      <a:pt x="277" y="683"/>
                    </a:lnTo>
                    <a:lnTo>
                      <a:pt x="267" y="689"/>
                    </a:lnTo>
                    <a:lnTo>
                      <a:pt x="254" y="696"/>
                    </a:lnTo>
                    <a:lnTo>
                      <a:pt x="242" y="698"/>
                    </a:lnTo>
                    <a:lnTo>
                      <a:pt x="232" y="695"/>
                    </a:lnTo>
                    <a:lnTo>
                      <a:pt x="223" y="689"/>
                    </a:lnTo>
                    <a:lnTo>
                      <a:pt x="214" y="683"/>
                    </a:lnTo>
                    <a:lnTo>
                      <a:pt x="206" y="675"/>
                    </a:lnTo>
                    <a:lnTo>
                      <a:pt x="203" y="664"/>
                    </a:lnTo>
                    <a:lnTo>
                      <a:pt x="205" y="650"/>
                    </a:lnTo>
                    <a:lnTo>
                      <a:pt x="209" y="637"/>
                    </a:lnTo>
                    <a:lnTo>
                      <a:pt x="208" y="627"/>
                    </a:lnTo>
                    <a:lnTo>
                      <a:pt x="199" y="619"/>
                    </a:lnTo>
                    <a:lnTo>
                      <a:pt x="189" y="611"/>
                    </a:lnTo>
                    <a:lnTo>
                      <a:pt x="185" y="601"/>
                    </a:lnTo>
                    <a:lnTo>
                      <a:pt x="190" y="590"/>
                    </a:lnTo>
                    <a:lnTo>
                      <a:pt x="197" y="581"/>
                    </a:lnTo>
                    <a:lnTo>
                      <a:pt x="198" y="571"/>
                    </a:lnTo>
                    <a:lnTo>
                      <a:pt x="191" y="560"/>
                    </a:lnTo>
                    <a:lnTo>
                      <a:pt x="180" y="546"/>
                    </a:lnTo>
                    <a:lnTo>
                      <a:pt x="175" y="532"/>
                    </a:lnTo>
                    <a:lnTo>
                      <a:pt x="179" y="522"/>
                    </a:lnTo>
                    <a:lnTo>
                      <a:pt x="189" y="515"/>
                    </a:lnTo>
                    <a:lnTo>
                      <a:pt x="199" y="509"/>
                    </a:lnTo>
                    <a:lnTo>
                      <a:pt x="209" y="504"/>
                    </a:lnTo>
                    <a:lnTo>
                      <a:pt x="220" y="501"/>
                    </a:lnTo>
                    <a:lnTo>
                      <a:pt x="232" y="501"/>
                    </a:lnTo>
                    <a:lnTo>
                      <a:pt x="244" y="503"/>
                    </a:lnTo>
                    <a:lnTo>
                      <a:pt x="253" y="500"/>
                    </a:lnTo>
                    <a:lnTo>
                      <a:pt x="259" y="490"/>
                    </a:lnTo>
                    <a:lnTo>
                      <a:pt x="266" y="474"/>
                    </a:lnTo>
                    <a:lnTo>
                      <a:pt x="277" y="461"/>
                    </a:lnTo>
                    <a:lnTo>
                      <a:pt x="290" y="459"/>
                    </a:lnTo>
                    <a:lnTo>
                      <a:pt x="303" y="466"/>
                    </a:lnTo>
                    <a:lnTo>
                      <a:pt x="316" y="474"/>
                    </a:lnTo>
                    <a:lnTo>
                      <a:pt x="328" y="477"/>
                    </a:lnTo>
                    <a:lnTo>
                      <a:pt x="343" y="475"/>
                    </a:lnTo>
                    <a:lnTo>
                      <a:pt x="357" y="475"/>
                    </a:lnTo>
                    <a:lnTo>
                      <a:pt x="369" y="481"/>
                    </a:lnTo>
                    <a:lnTo>
                      <a:pt x="378" y="492"/>
                    </a:lnTo>
                    <a:lnTo>
                      <a:pt x="384" y="504"/>
                    </a:lnTo>
                    <a:lnTo>
                      <a:pt x="392" y="512"/>
                    </a:lnTo>
                    <a:lnTo>
                      <a:pt x="401" y="518"/>
                    </a:lnTo>
                    <a:lnTo>
                      <a:pt x="409" y="526"/>
                    </a:lnTo>
                    <a:lnTo>
                      <a:pt x="414" y="535"/>
                    </a:lnTo>
                    <a:lnTo>
                      <a:pt x="420" y="543"/>
                    </a:lnTo>
                    <a:lnTo>
                      <a:pt x="431" y="550"/>
                    </a:lnTo>
                    <a:lnTo>
                      <a:pt x="448" y="556"/>
                    </a:lnTo>
                    <a:lnTo>
                      <a:pt x="463" y="565"/>
                    </a:lnTo>
                    <a:lnTo>
                      <a:pt x="466" y="577"/>
                    </a:lnTo>
                    <a:close/>
                  </a:path>
                </a:pathLst>
              </a:custGeom>
              <a:solidFill>
                <a:srgbClr val="0675B4">
                  <a:alpha val="35000"/>
                </a:srgbClr>
              </a:solidFill>
              <a:ln>
                <a:noFill/>
              </a:ln>
            </p:spPr>
            <p:txBody>
              <a:bodyPr anchor="ctr"/>
              <a:lstStyle/>
              <a:p>
                <a:pPr algn="ctr">
                  <a:buNone/>
                </a:pPr>
              </a:p>
            </p:txBody>
          </p:sp>
          <p:sp>
            <p:nvSpPr>
              <p:cNvPr id="726" name="addition:spatial:108"/>
              <p:cNvSpPr>
                <a:spLocks noGrp="1"/>
              </p:cNvSpPr>
              <p:nvPr/>
            </p:nvSpPr>
            <p:spPr>
              <a:xfrm>
                <a:off x="5648325" y="1666875"/>
                <a:ext cx="413675" cy="1033592"/>
              </a:xfrm>
              <a:custGeom>
                <a:avLst/>
                <a:gdLst/>
                <a:ahLst/>
                <a:cxnLst/>
                <a:rect l="l" t="t" r="r" b="b"/>
                <a:pathLst>
                  <a:path w="312" h="611">
                    <a:moveTo>
                      <a:pt x="0" y="0"/>
                    </a:moveTo>
                    <a:moveTo>
                      <a:pt x="309" y="556"/>
                    </a:moveTo>
                    <a:lnTo>
                      <a:pt x="308" y="561"/>
                    </a:lnTo>
                    <a:lnTo>
                      <a:pt x="305" y="565"/>
                    </a:lnTo>
                    <a:lnTo>
                      <a:pt x="301" y="569"/>
                    </a:lnTo>
                    <a:lnTo>
                      <a:pt x="298" y="572"/>
                    </a:lnTo>
                    <a:lnTo>
                      <a:pt x="296" y="576"/>
                    </a:lnTo>
                    <a:lnTo>
                      <a:pt x="295" y="581"/>
                    </a:lnTo>
                    <a:lnTo>
                      <a:pt x="292" y="585"/>
                    </a:lnTo>
                    <a:lnTo>
                      <a:pt x="287" y="588"/>
                    </a:lnTo>
                    <a:lnTo>
                      <a:pt x="281" y="589"/>
                    </a:lnTo>
                    <a:lnTo>
                      <a:pt x="277" y="591"/>
                    </a:lnTo>
                    <a:lnTo>
                      <a:pt x="275" y="597"/>
                    </a:lnTo>
                    <a:lnTo>
                      <a:pt x="274" y="604"/>
                    </a:lnTo>
                    <a:lnTo>
                      <a:pt x="271" y="610"/>
                    </a:lnTo>
                    <a:lnTo>
                      <a:pt x="265" y="611"/>
                    </a:lnTo>
                    <a:lnTo>
                      <a:pt x="258" y="608"/>
                    </a:lnTo>
                    <a:lnTo>
                      <a:pt x="253" y="604"/>
                    </a:lnTo>
                    <a:lnTo>
                      <a:pt x="248" y="602"/>
                    </a:lnTo>
                    <a:lnTo>
                      <a:pt x="244" y="601"/>
                    </a:lnTo>
                    <a:lnTo>
                      <a:pt x="240" y="600"/>
                    </a:lnTo>
                    <a:lnTo>
                      <a:pt x="237" y="599"/>
                    </a:lnTo>
                    <a:lnTo>
                      <a:pt x="233" y="598"/>
                    </a:lnTo>
                    <a:lnTo>
                      <a:pt x="229" y="599"/>
                    </a:lnTo>
                    <a:lnTo>
                      <a:pt x="223" y="601"/>
                    </a:lnTo>
                    <a:lnTo>
                      <a:pt x="218" y="602"/>
                    </a:lnTo>
                    <a:lnTo>
                      <a:pt x="214" y="599"/>
                    </a:lnTo>
                    <a:lnTo>
                      <a:pt x="213" y="594"/>
                    </a:lnTo>
                    <a:lnTo>
                      <a:pt x="213" y="588"/>
                    </a:lnTo>
                    <a:lnTo>
                      <a:pt x="211" y="584"/>
                    </a:lnTo>
                    <a:lnTo>
                      <a:pt x="207" y="582"/>
                    </a:lnTo>
                    <a:lnTo>
                      <a:pt x="202" y="579"/>
                    </a:lnTo>
                    <a:lnTo>
                      <a:pt x="200" y="575"/>
                    </a:lnTo>
                    <a:lnTo>
                      <a:pt x="202" y="570"/>
                    </a:lnTo>
                    <a:lnTo>
                      <a:pt x="206" y="564"/>
                    </a:lnTo>
                    <a:lnTo>
                      <a:pt x="208" y="560"/>
                    </a:lnTo>
                    <a:lnTo>
                      <a:pt x="207" y="556"/>
                    </a:lnTo>
                    <a:lnTo>
                      <a:pt x="204" y="552"/>
                    </a:lnTo>
                    <a:lnTo>
                      <a:pt x="202" y="548"/>
                    </a:lnTo>
                    <a:lnTo>
                      <a:pt x="201" y="543"/>
                    </a:lnTo>
                    <a:lnTo>
                      <a:pt x="200" y="539"/>
                    </a:lnTo>
                    <a:lnTo>
                      <a:pt x="198" y="533"/>
                    </a:lnTo>
                    <a:lnTo>
                      <a:pt x="197" y="527"/>
                    </a:lnTo>
                    <a:lnTo>
                      <a:pt x="199" y="523"/>
                    </a:lnTo>
                    <a:lnTo>
                      <a:pt x="205" y="522"/>
                    </a:lnTo>
                    <a:lnTo>
                      <a:pt x="213" y="523"/>
                    </a:lnTo>
                    <a:lnTo>
                      <a:pt x="218" y="523"/>
                    </a:lnTo>
                    <a:lnTo>
                      <a:pt x="221" y="521"/>
                    </a:lnTo>
                    <a:lnTo>
                      <a:pt x="223" y="516"/>
                    </a:lnTo>
                    <a:lnTo>
                      <a:pt x="225" y="511"/>
                    </a:lnTo>
                    <a:lnTo>
                      <a:pt x="229" y="509"/>
                    </a:lnTo>
                    <a:lnTo>
                      <a:pt x="234" y="510"/>
                    </a:lnTo>
                    <a:lnTo>
                      <a:pt x="239" y="510"/>
                    </a:lnTo>
                    <a:lnTo>
                      <a:pt x="244" y="509"/>
                    </a:lnTo>
                    <a:lnTo>
                      <a:pt x="249" y="506"/>
                    </a:lnTo>
                    <a:lnTo>
                      <a:pt x="254" y="505"/>
                    </a:lnTo>
                    <a:lnTo>
                      <a:pt x="260" y="505"/>
                    </a:lnTo>
                    <a:lnTo>
                      <a:pt x="265" y="507"/>
                    </a:lnTo>
                    <a:lnTo>
                      <a:pt x="271" y="509"/>
                    </a:lnTo>
                    <a:lnTo>
                      <a:pt x="276" y="510"/>
                    </a:lnTo>
                    <a:lnTo>
                      <a:pt x="281" y="513"/>
                    </a:lnTo>
                    <a:lnTo>
                      <a:pt x="284" y="518"/>
                    </a:lnTo>
                    <a:lnTo>
                      <a:pt x="284" y="525"/>
                    </a:lnTo>
                    <a:lnTo>
                      <a:pt x="285" y="530"/>
                    </a:lnTo>
                    <a:lnTo>
                      <a:pt x="288" y="533"/>
                    </a:lnTo>
                    <a:lnTo>
                      <a:pt x="295" y="534"/>
                    </a:lnTo>
                    <a:lnTo>
                      <a:pt x="304" y="534"/>
                    </a:lnTo>
                    <a:lnTo>
                      <a:pt x="310" y="537"/>
                    </a:lnTo>
                    <a:lnTo>
                      <a:pt x="312" y="542"/>
                    </a:lnTo>
                    <a:lnTo>
                      <a:pt x="311" y="547"/>
                    </a:lnTo>
                    <a:lnTo>
                      <a:pt x="309" y="552"/>
                    </a:lnTo>
                    <a:close/>
                  </a:path>
                </a:pathLst>
              </a:custGeom>
              <a:solidFill>
                <a:srgbClr val="59A3CD">
                  <a:alpha val="32000"/>
                </a:srgbClr>
              </a:solidFill>
              <a:ln>
                <a:noFill/>
              </a:ln>
            </p:spPr>
            <p:txBody>
              <a:bodyPr anchor="ctr"/>
              <a:lstStyle/>
              <a:p>
                <a:pPr algn="ctr">
                  <a:buNone/>
                </a:pPr>
              </a:p>
            </p:txBody>
          </p:sp>
          <p:sp>
            <p:nvSpPr>
              <p:cNvPr id="727" name="addition:spatial:109"/>
              <p:cNvSpPr>
                <a:spLocks noGrp="1"/>
              </p:cNvSpPr>
              <p:nvPr/>
            </p:nvSpPr>
            <p:spPr>
              <a:xfrm>
                <a:off x="5648325" y="1666875"/>
                <a:ext cx="462732" cy="962543"/>
              </a:xfrm>
              <a:custGeom>
                <a:avLst/>
                <a:gdLst/>
                <a:ahLst/>
                <a:cxnLst/>
                <a:rect l="l" t="t" r="r" b="b"/>
                <a:pathLst>
                  <a:path w="349" h="569">
                    <a:moveTo>
                      <a:pt x="0" y="0"/>
                    </a:moveTo>
                    <a:moveTo>
                      <a:pt x="345" y="517"/>
                    </a:moveTo>
                    <a:lnTo>
                      <a:pt x="348" y="521"/>
                    </a:lnTo>
                    <a:lnTo>
                      <a:pt x="349" y="526"/>
                    </a:lnTo>
                    <a:lnTo>
                      <a:pt x="348" y="530"/>
                    </a:lnTo>
                    <a:lnTo>
                      <a:pt x="346" y="534"/>
                    </a:lnTo>
                    <a:lnTo>
                      <a:pt x="344" y="539"/>
                    </a:lnTo>
                    <a:lnTo>
                      <a:pt x="343" y="543"/>
                    </a:lnTo>
                    <a:lnTo>
                      <a:pt x="339" y="546"/>
                    </a:lnTo>
                    <a:lnTo>
                      <a:pt x="333" y="547"/>
                    </a:lnTo>
                    <a:lnTo>
                      <a:pt x="326" y="546"/>
                    </a:lnTo>
                    <a:lnTo>
                      <a:pt x="321" y="547"/>
                    </a:lnTo>
                    <a:lnTo>
                      <a:pt x="319" y="550"/>
                    </a:lnTo>
                    <a:lnTo>
                      <a:pt x="318" y="557"/>
                    </a:lnTo>
                    <a:lnTo>
                      <a:pt x="316" y="564"/>
                    </a:lnTo>
                    <a:lnTo>
                      <a:pt x="311" y="568"/>
                    </a:lnTo>
                    <a:lnTo>
                      <a:pt x="305" y="569"/>
                    </a:lnTo>
                    <a:lnTo>
                      <a:pt x="299" y="567"/>
                    </a:lnTo>
                    <a:lnTo>
                      <a:pt x="294" y="567"/>
                    </a:lnTo>
                    <a:lnTo>
                      <a:pt x="288" y="566"/>
                    </a:lnTo>
                    <a:lnTo>
                      <a:pt x="283" y="565"/>
                    </a:lnTo>
                    <a:lnTo>
                      <a:pt x="279" y="562"/>
                    </a:lnTo>
                    <a:lnTo>
                      <a:pt x="275" y="559"/>
                    </a:lnTo>
                    <a:lnTo>
                      <a:pt x="271" y="557"/>
                    </a:lnTo>
                    <a:lnTo>
                      <a:pt x="266" y="557"/>
                    </a:lnTo>
                    <a:lnTo>
                      <a:pt x="261" y="557"/>
                    </a:lnTo>
                    <a:lnTo>
                      <a:pt x="257" y="554"/>
                    </a:lnTo>
                    <a:lnTo>
                      <a:pt x="256" y="550"/>
                    </a:lnTo>
                    <a:lnTo>
                      <a:pt x="255" y="545"/>
                    </a:lnTo>
                    <a:lnTo>
                      <a:pt x="252" y="543"/>
                    </a:lnTo>
                    <a:lnTo>
                      <a:pt x="246" y="542"/>
                    </a:lnTo>
                    <a:lnTo>
                      <a:pt x="240" y="540"/>
                    </a:lnTo>
                    <a:lnTo>
                      <a:pt x="236" y="537"/>
                    </a:lnTo>
                    <a:lnTo>
                      <a:pt x="237" y="531"/>
                    </a:lnTo>
                    <a:lnTo>
                      <a:pt x="241" y="526"/>
                    </a:lnTo>
                    <a:lnTo>
                      <a:pt x="246" y="521"/>
                    </a:lnTo>
                    <a:lnTo>
                      <a:pt x="248" y="517"/>
                    </a:lnTo>
                    <a:lnTo>
                      <a:pt x="250" y="513"/>
                    </a:lnTo>
                    <a:lnTo>
                      <a:pt x="251" y="509"/>
                    </a:lnTo>
                    <a:lnTo>
                      <a:pt x="253" y="506"/>
                    </a:lnTo>
                    <a:lnTo>
                      <a:pt x="254" y="502"/>
                    </a:lnTo>
                    <a:lnTo>
                      <a:pt x="252" y="497"/>
                    </a:lnTo>
                    <a:lnTo>
                      <a:pt x="251" y="491"/>
                    </a:lnTo>
                    <a:lnTo>
                      <a:pt x="251" y="485"/>
                    </a:lnTo>
                    <a:lnTo>
                      <a:pt x="255" y="482"/>
                    </a:lnTo>
                    <a:lnTo>
                      <a:pt x="260" y="481"/>
                    </a:lnTo>
                    <a:lnTo>
                      <a:pt x="265" y="481"/>
                    </a:lnTo>
                    <a:lnTo>
                      <a:pt x="268" y="478"/>
                    </a:lnTo>
                    <a:lnTo>
                      <a:pt x="270" y="473"/>
                    </a:lnTo>
                    <a:lnTo>
                      <a:pt x="273" y="470"/>
                    </a:lnTo>
                    <a:lnTo>
                      <a:pt x="277" y="469"/>
                    </a:lnTo>
                    <a:lnTo>
                      <a:pt x="282" y="472"/>
                    </a:lnTo>
                    <a:lnTo>
                      <a:pt x="286" y="475"/>
                    </a:lnTo>
                    <a:lnTo>
                      <a:pt x="289" y="476"/>
                    </a:lnTo>
                    <a:lnTo>
                      <a:pt x="293" y="474"/>
                    </a:lnTo>
                    <a:lnTo>
                      <a:pt x="296" y="472"/>
                    </a:lnTo>
                    <a:lnTo>
                      <a:pt x="301" y="471"/>
                    </a:lnTo>
                    <a:lnTo>
                      <a:pt x="305" y="471"/>
                    </a:lnTo>
                    <a:lnTo>
                      <a:pt x="310" y="471"/>
                    </a:lnTo>
                    <a:lnTo>
                      <a:pt x="316" y="470"/>
                    </a:lnTo>
                    <a:lnTo>
                      <a:pt x="321" y="470"/>
                    </a:lnTo>
                    <a:lnTo>
                      <a:pt x="325" y="475"/>
                    </a:lnTo>
                    <a:lnTo>
                      <a:pt x="325" y="482"/>
                    </a:lnTo>
                    <a:lnTo>
                      <a:pt x="324" y="489"/>
                    </a:lnTo>
                    <a:lnTo>
                      <a:pt x="324" y="493"/>
                    </a:lnTo>
                    <a:lnTo>
                      <a:pt x="329" y="495"/>
                    </a:lnTo>
                    <a:lnTo>
                      <a:pt x="335" y="497"/>
                    </a:lnTo>
                    <a:lnTo>
                      <a:pt x="339" y="500"/>
                    </a:lnTo>
                    <a:lnTo>
                      <a:pt x="341" y="504"/>
                    </a:lnTo>
                    <a:lnTo>
                      <a:pt x="341" y="509"/>
                    </a:lnTo>
                    <a:lnTo>
                      <a:pt x="342" y="513"/>
                    </a:lnTo>
                    <a:close/>
                  </a:path>
                </a:pathLst>
              </a:custGeom>
              <a:solidFill>
                <a:srgbClr val="59A3CD">
                  <a:alpha val="32000"/>
                </a:srgbClr>
              </a:solidFill>
              <a:ln>
                <a:noFill/>
              </a:ln>
            </p:spPr>
            <p:txBody>
              <a:bodyPr anchor="ctr"/>
              <a:lstStyle/>
              <a:p>
                <a:pPr algn="ctr">
                  <a:buNone/>
                </a:pPr>
              </a:p>
            </p:txBody>
          </p:sp>
          <p:sp>
            <p:nvSpPr>
              <p:cNvPr id="728" name="addition:spatial:110"/>
              <p:cNvSpPr>
                <a:spLocks noGrp="1"/>
              </p:cNvSpPr>
              <p:nvPr/>
            </p:nvSpPr>
            <p:spPr>
              <a:xfrm>
                <a:off x="5648325" y="1666875"/>
                <a:ext cx="542285" cy="992993"/>
              </a:xfrm>
              <a:custGeom>
                <a:avLst/>
                <a:gdLst/>
                <a:ahLst/>
                <a:cxnLst/>
                <a:rect l="l" t="t" r="r" b="b"/>
                <a:pathLst>
                  <a:path w="409" h="587">
                    <a:moveTo>
                      <a:pt x="0" y="0"/>
                    </a:moveTo>
                    <a:moveTo>
                      <a:pt x="404" y="528"/>
                    </a:moveTo>
                    <a:lnTo>
                      <a:pt x="399" y="532"/>
                    </a:lnTo>
                    <a:lnTo>
                      <a:pt x="397" y="537"/>
                    </a:lnTo>
                    <a:lnTo>
                      <a:pt x="396" y="541"/>
                    </a:lnTo>
                    <a:lnTo>
                      <a:pt x="395" y="546"/>
                    </a:lnTo>
                    <a:lnTo>
                      <a:pt x="392" y="550"/>
                    </a:lnTo>
                    <a:lnTo>
                      <a:pt x="388" y="553"/>
                    </a:lnTo>
                    <a:lnTo>
                      <a:pt x="384" y="556"/>
                    </a:lnTo>
                    <a:lnTo>
                      <a:pt x="381" y="560"/>
                    </a:lnTo>
                    <a:lnTo>
                      <a:pt x="379" y="564"/>
                    </a:lnTo>
                    <a:lnTo>
                      <a:pt x="375" y="568"/>
                    </a:lnTo>
                    <a:lnTo>
                      <a:pt x="370" y="570"/>
                    </a:lnTo>
                    <a:lnTo>
                      <a:pt x="366" y="573"/>
                    </a:lnTo>
                    <a:lnTo>
                      <a:pt x="362" y="577"/>
                    </a:lnTo>
                    <a:lnTo>
                      <a:pt x="359" y="583"/>
                    </a:lnTo>
                    <a:lnTo>
                      <a:pt x="354" y="587"/>
                    </a:lnTo>
                    <a:lnTo>
                      <a:pt x="348" y="587"/>
                    </a:lnTo>
                    <a:lnTo>
                      <a:pt x="343" y="581"/>
                    </a:lnTo>
                    <a:lnTo>
                      <a:pt x="338" y="574"/>
                    </a:lnTo>
                    <a:lnTo>
                      <a:pt x="335" y="570"/>
                    </a:lnTo>
                    <a:lnTo>
                      <a:pt x="331" y="571"/>
                    </a:lnTo>
                    <a:lnTo>
                      <a:pt x="327" y="573"/>
                    </a:lnTo>
                    <a:lnTo>
                      <a:pt x="322" y="574"/>
                    </a:lnTo>
                    <a:lnTo>
                      <a:pt x="318" y="574"/>
                    </a:lnTo>
                    <a:lnTo>
                      <a:pt x="315" y="572"/>
                    </a:lnTo>
                    <a:lnTo>
                      <a:pt x="311" y="570"/>
                    </a:lnTo>
                    <a:lnTo>
                      <a:pt x="306" y="568"/>
                    </a:lnTo>
                    <a:lnTo>
                      <a:pt x="303" y="565"/>
                    </a:lnTo>
                    <a:lnTo>
                      <a:pt x="302" y="560"/>
                    </a:lnTo>
                    <a:lnTo>
                      <a:pt x="303" y="554"/>
                    </a:lnTo>
                    <a:lnTo>
                      <a:pt x="303" y="550"/>
                    </a:lnTo>
                    <a:lnTo>
                      <a:pt x="300" y="546"/>
                    </a:lnTo>
                    <a:lnTo>
                      <a:pt x="297" y="542"/>
                    </a:lnTo>
                    <a:lnTo>
                      <a:pt x="295" y="538"/>
                    </a:lnTo>
                    <a:lnTo>
                      <a:pt x="298" y="532"/>
                    </a:lnTo>
                    <a:lnTo>
                      <a:pt x="302" y="528"/>
                    </a:lnTo>
                    <a:lnTo>
                      <a:pt x="305" y="524"/>
                    </a:lnTo>
                    <a:lnTo>
                      <a:pt x="304" y="520"/>
                    </a:lnTo>
                    <a:lnTo>
                      <a:pt x="299" y="515"/>
                    </a:lnTo>
                    <a:lnTo>
                      <a:pt x="295" y="508"/>
                    </a:lnTo>
                    <a:lnTo>
                      <a:pt x="294" y="503"/>
                    </a:lnTo>
                    <a:lnTo>
                      <a:pt x="296" y="498"/>
                    </a:lnTo>
                    <a:lnTo>
                      <a:pt x="299" y="494"/>
                    </a:lnTo>
                    <a:lnTo>
                      <a:pt x="302" y="491"/>
                    </a:lnTo>
                    <a:lnTo>
                      <a:pt x="306" y="488"/>
                    </a:lnTo>
                    <a:lnTo>
                      <a:pt x="311" y="487"/>
                    </a:lnTo>
                    <a:lnTo>
                      <a:pt x="316" y="488"/>
                    </a:lnTo>
                    <a:lnTo>
                      <a:pt x="321" y="489"/>
                    </a:lnTo>
                    <a:lnTo>
                      <a:pt x="324" y="487"/>
                    </a:lnTo>
                    <a:lnTo>
                      <a:pt x="326" y="482"/>
                    </a:lnTo>
                    <a:lnTo>
                      <a:pt x="329" y="476"/>
                    </a:lnTo>
                    <a:lnTo>
                      <a:pt x="333" y="474"/>
                    </a:lnTo>
                    <a:lnTo>
                      <a:pt x="338" y="475"/>
                    </a:lnTo>
                    <a:lnTo>
                      <a:pt x="343" y="478"/>
                    </a:lnTo>
                    <a:lnTo>
                      <a:pt x="348" y="478"/>
                    </a:lnTo>
                    <a:lnTo>
                      <a:pt x="353" y="476"/>
                    </a:lnTo>
                    <a:lnTo>
                      <a:pt x="359" y="474"/>
                    </a:lnTo>
                    <a:lnTo>
                      <a:pt x="365" y="475"/>
                    </a:lnTo>
                    <a:lnTo>
                      <a:pt x="370" y="478"/>
                    </a:lnTo>
                    <a:lnTo>
                      <a:pt x="373" y="484"/>
                    </a:lnTo>
                    <a:lnTo>
                      <a:pt x="376" y="489"/>
                    </a:lnTo>
                    <a:lnTo>
                      <a:pt x="379" y="492"/>
                    </a:lnTo>
                    <a:lnTo>
                      <a:pt x="382" y="496"/>
                    </a:lnTo>
                    <a:lnTo>
                      <a:pt x="384" y="501"/>
                    </a:lnTo>
                    <a:lnTo>
                      <a:pt x="385" y="505"/>
                    </a:lnTo>
                    <a:lnTo>
                      <a:pt x="389" y="508"/>
                    </a:lnTo>
                    <a:lnTo>
                      <a:pt x="396" y="510"/>
                    </a:lnTo>
                    <a:lnTo>
                      <a:pt x="404" y="513"/>
                    </a:lnTo>
                    <a:lnTo>
                      <a:pt x="409" y="517"/>
                    </a:lnTo>
                    <a:lnTo>
                      <a:pt x="409" y="523"/>
                    </a:lnTo>
                    <a:close/>
                  </a:path>
                </a:pathLst>
              </a:custGeom>
              <a:solidFill>
                <a:srgbClr val="59A3CD">
                  <a:alpha val="32000"/>
                </a:srgbClr>
              </a:solidFill>
              <a:ln>
                <a:noFill/>
              </a:ln>
            </p:spPr>
            <p:txBody>
              <a:bodyPr anchor="ctr"/>
              <a:lstStyle/>
              <a:p>
                <a:pPr algn="ctr">
                  <a:buNone/>
                </a:pPr>
              </a:p>
            </p:txBody>
          </p:sp>
          <p:sp>
            <p:nvSpPr>
              <p:cNvPr id="729" name="addition:spatial:111"/>
              <p:cNvSpPr>
                <a:spLocks noGrp="1"/>
              </p:cNvSpPr>
              <p:nvPr/>
            </p:nvSpPr>
            <p:spPr>
              <a:xfrm>
                <a:off x="5648325" y="1666875"/>
                <a:ext cx="587365" cy="1069116"/>
              </a:xfrm>
              <a:custGeom>
                <a:avLst/>
                <a:gdLst/>
                <a:ahLst/>
                <a:cxnLst/>
                <a:rect l="l" t="t" r="r" b="b"/>
                <a:pathLst>
                  <a:path w="443" h="632">
                    <a:moveTo>
                      <a:pt x="0" y="0"/>
                    </a:moveTo>
                    <a:moveTo>
                      <a:pt x="435" y="571"/>
                    </a:moveTo>
                    <a:lnTo>
                      <a:pt x="436" y="576"/>
                    </a:lnTo>
                    <a:lnTo>
                      <a:pt x="435" y="581"/>
                    </a:lnTo>
                    <a:lnTo>
                      <a:pt x="435" y="586"/>
                    </a:lnTo>
                    <a:lnTo>
                      <a:pt x="437" y="591"/>
                    </a:lnTo>
                    <a:lnTo>
                      <a:pt x="441" y="598"/>
                    </a:lnTo>
                    <a:lnTo>
                      <a:pt x="443" y="605"/>
                    </a:lnTo>
                    <a:lnTo>
                      <a:pt x="440" y="610"/>
                    </a:lnTo>
                    <a:lnTo>
                      <a:pt x="432" y="611"/>
                    </a:lnTo>
                    <a:lnTo>
                      <a:pt x="424" y="609"/>
                    </a:lnTo>
                    <a:lnTo>
                      <a:pt x="418" y="609"/>
                    </a:lnTo>
                    <a:lnTo>
                      <a:pt x="415" y="612"/>
                    </a:lnTo>
                    <a:lnTo>
                      <a:pt x="413" y="616"/>
                    </a:lnTo>
                    <a:lnTo>
                      <a:pt x="410" y="620"/>
                    </a:lnTo>
                    <a:lnTo>
                      <a:pt x="406" y="623"/>
                    </a:lnTo>
                    <a:lnTo>
                      <a:pt x="401" y="625"/>
                    </a:lnTo>
                    <a:lnTo>
                      <a:pt x="396" y="628"/>
                    </a:lnTo>
                    <a:lnTo>
                      <a:pt x="391" y="631"/>
                    </a:lnTo>
                    <a:lnTo>
                      <a:pt x="385" y="632"/>
                    </a:lnTo>
                    <a:lnTo>
                      <a:pt x="379" y="630"/>
                    </a:lnTo>
                    <a:lnTo>
                      <a:pt x="374" y="626"/>
                    </a:lnTo>
                    <a:lnTo>
                      <a:pt x="368" y="624"/>
                    </a:lnTo>
                    <a:lnTo>
                      <a:pt x="362" y="624"/>
                    </a:lnTo>
                    <a:lnTo>
                      <a:pt x="356" y="624"/>
                    </a:lnTo>
                    <a:lnTo>
                      <a:pt x="350" y="621"/>
                    </a:lnTo>
                    <a:lnTo>
                      <a:pt x="347" y="615"/>
                    </a:lnTo>
                    <a:lnTo>
                      <a:pt x="347" y="608"/>
                    </a:lnTo>
                    <a:lnTo>
                      <a:pt x="346" y="602"/>
                    </a:lnTo>
                    <a:lnTo>
                      <a:pt x="342" y="599"/>
                    </a:lnTo>
                    <a:lnTo>
                      <a:pt x="335" y="598"/>
                    </a:lnTo>
                    <a:lnTo>
                      <a:pt x="328" y="596"/>
                    </a:lnTo>
                    <a:lnTo>
                      <a:pt x="323" y="593"/>
                    </a:lnTo>
                    <a:lnTo>
                      <a:pt x="320" y="588"/>
                    </a:lnTo>
                    <a:lnTo>
                      <a:pt x="319" y="582"/>
                    </a:lnTo>
                    <a:lnTo>
                      <a:pt x="319" y="577"/>
                    </a:lnTo>
                    <a:lnTo>
                      <a:pt x="319" y="571"/>
                    </a:lnTo>
                    <a:lnTo>
                      <a:pt x="323" y="566"/>
                    </a:lnTo>
                    <a:lnTo>
                      <a:pt x="330" y="562"/>
                    </a:lnTo>
                    <a:lnTo>
                      <a:pt x="336" y="558"/>
                    </a:lnTo>
                    <a:lnTo>
                      <a:pt x="338" y="554"/>
                    </a:lnTo>
                    <a:lnTo>
                      <a:pt x="337" y="549"/>
                    </a:lnTo>
                    <a:lnTo>
                      <a:pt x="336" y="542"/>
                    </a:lnTo>
                    <a:lnTo>
                      <a:pt x="339" y="537"/>
                    </a:lnTo>
                    <a:lnTo>
                      <a:pt x="345" y="535"/>
                    </a:lnTo>
                    <a:lnTo>
                      <a:pt x="351" y="533"/>
                    </a:lnTo>
                    <a:lnTo>
                      <a:pt x="355" y="530"/>
                    </a:lnTo>
                    <a:lnTo>
                      <a:pt x="357" y="525"/>
                    </a:lnTo>
                    <a:lnTo>
                      <a:pt x="360" y="518"/>
                    </a:lnTo>
                    <a:lnTo>
                      <a:pt x="364" y="513"/>
                    </a:lnTo>
                    <a:lnTo>
                      <a:pt x="370" y="513"/>
                    </a:lnTo>
                    <a:lnTo>
                      <a:pt x="376" y="514"/>
                    </a:lnTo>
                    <a:lnTo>
                      <a:pt x="381" y="515"/>
                    </a:lnTo>
                    <a:lnTo>
                      <a:pt x="386" y="517"/>
                    </a:lnTo>
                    <a:lnTo>
                      <a:pt x="390" y="519"/>
                    </a:lnTo>
                    <a:lnTo>
                      <a:pt x="394" y="522"/>
                    </a:lnTo>
                    <a:lnTo>
                      <a:pt x="397" y="526"/>
                    </a:lnTo>
                    <a:lnTo>
                      <a:pt x="400" y="526"/>
                    </a:lnTo>
                    <a:lnTo>
                      <a:pt x="406" y="523"/>
                    </a:lnTo>
                    <a:lnTo>
                      <a:pt x="413" y="519"/>
                    </a:lnTo>
                    <a:lnTo>
                      <a:pt x="419" y="518"/>
                    </a:lnTo>
                    <a:lnTo>
                      <a:pt x="423" y="521"/>
                    </a:lnTo>
                    <a:lnTo>
                      <a:pt x="423" y="528"/>
                    </a:lnTo>
                    <a:lnTo>
                      <a:pt x="424" y="535"/>
                    </a:lnTo>
                    <a:lnTo>
                      <a:pt x="425" y="539"/>
                    </a:lnTo>
                    <a:lnTo>
                      <a:pt x="429" y="543"/>
                    </a:lnTo>
                    <a:lnTo>
                      <a:pt x="432" y="547"/>
                    </a:lnTo>
                    <a:lnTo>
                      <a:pt x="433" y="552"/>
                    </a:lnTo>
                    <a:lnTo>
                      <a:pt x="432" y="557"/>
                    </a:lnTo>
                    <a:lnTo>
                      <a:pt x="431" y="562"/>
                    </a:lnTo>
                    <a:lnTo>
                      <a:pt x="433" y="567"/>
                    </a:lnTo>
                    <a:close/>
                  </a:path>
                </a:pathLst>
              </a:custGeom>
              <a:solidFill>
                <a:srgbClr val="59A3CD">
                  <a:alpha val="32000"/>
                </a:srgbClr>
              </a:solidFill>
              <a:ln>
                <a:noFill/>
              </a:ln>
            </p:spPr>
            <p:txBody>
              <a:bodyPr anchor="ctr"/>
              <a:lstStyle/>
              <a:p>
                <a:pPr algn="ctr">
                  <a:buNone/>
                </a:pPr>
              </a:p>
            </p:txBody>
          </p:sp>
          <p:sp>
            <p:nvSpPr>
              <p:cNvPr id="730" name="addition:spatial:112"/>
              <p:cNvSpPr>
                <a:spLocks noGrp="1"/>
              </p:cNvSpPr>
              <p:nvPr/>
            </p:nvSpPr>
            <p:spPr>
              <a:xfrm>
                <a:off x="5648325" y="1666875"/>
                <a:ext cx="563499" cy="1145240"/>
              </a:xfrm>
              <a:custGeom>
                <a:avLst/>
                <a:gdLst/>
                <a:ahLst/>
                <a:cxnLst/>
                <a:rect l="l" t="t" r="r" b="b"/>
                <a:pathLst>
                  <a:path w="425" h="677">
                    <a:moveTo>
                      <a:pt x="0" y="0"/>
                    </a:moveTo>
                    <a:moveTo>
                      <a:pt x="422" y="619"/>
                    </a:moveTo>
                    <a:lnTo>
                      <a:pt x="417" y="624"/>
                    </a:lnTo>
                    <a:lnTo>
                      <a:pt x="409" y="628"/>
                    </a:lnTo>
                    <a:lnTo>
                      <a:pt x="401" y="632"/>
                    </a:lnTo>
                    <a:lnTo>
                      <a:pt x="398" y="635"/>
                    </a:lnTo>
                    <a:lnTo>
                      <a:pt x="399" y="641"/>
                    </a:lnTo>
                    <a:lnTo>
                      <a:pt x="402" y="648"/>
                    </a:lnTo>
                    <a:lnTo>
                      <a:pt x="403" y="656"/>
                    </a:lnTo>
                    <a:lnTo>
                      <a:pt x="399" y="660"/>
                    </a:lnTo>
                    <a:lnTo>
                      <a:pt x="391" y="662"/>
                    </a:lnTo>
                    <a:lnTo>
                      <a:pt x="384" y="663"/>
                    </a:lnTo>
                    <a:lnTo>
                      <a:pt x="380" y="667"/>
                    </a:lnTo>
                    <a:lnTo>
                      <a:pt x="376" y="672"/>
                    </a:lnTo>
                    <a:lnTo>
                      <a:pt x="372" y="676"/>
                    </a:lnTo>
                    <a:lnTo>
                      <a:pt x="365" y="677"/>
                    </a:lnTo>
                    <a:lnTo>
                      <a:pt x="359" y="675"/>
                    </a:lnTo>
                    <a:lnTo>
                      <a:pt x="353" y="674"/>
                    </a:lnTo>
                    <a:lnTo>
                      <a:pt x="348" y="673"/>
                    </a:lnTo>
                    <a:lnTo>
                      <a:pt x="343" y="673"/>
                    </a:lnTo>
                    <a:lnTo>
                      <a:pt x="339" y="671"/>
                    </a:lnTo>
                    <a:lnTo>
                      <a:pt x="335" y="668"/>
                    </a:lnTo>
                    <a:lnTo>
                      <a:pt x="331" y="667"/>
                    </a:lnTo>
                    <a:lnTo>
                      <a:pt x="325" y="669"/>
                    </a:lnTo>
                    <a:lnTo>
                      <a:pt x="316" y="673"/>
                    </a:lnTo>
                    <a:lnTo>
                      <a:pt x="307" y="675"/>
                    </a:lnTo>
                    <a:lnTo>
                      <a:pt x="301" y="672"/>
                    </a:lnTo>
                    <a:lnTo>
                      <a:pt x="300" y="665"/>
                    </a:lnTo>
                    <a:lnTo>
                      <a:pt x="301" y="657"/>
                    </a:lnTo>
                    <a:lnTo>
                      <a:pt x="301" y="650"/>
                    </a:lnTo>
                    <a:lnTo>
                      <a:pt x="299" y="646"/>
                    </a:lnTo>
                    <a:lnTo>
                      <a:pt x="295" y="642"/>
                    </a:lnTo>
                    <a:lnTo>
                      <a:pt x="291" y="638"/>
                    </a:lnTo>
                    <a:lnTo>
                      <a:pt x="290" y="633"/>
                    </a:lnTo>
                    <a:lnTo>
                      <a:pt x="289" y="628"/>
                    </a:lnTo>
                    <a:lnTo>
                      <a:pt x="285" y="624"/>
                    </a:lnTo>
                    <a:lnTo>
                      <a:pt x="280" y="619"/>
                    </a:lnTo>
                    <a:lnTo>
                      <a:pt x="278" y="614"/>
                    </a:lnTo>
                    <a:lnTo>
                      <a:pt x="278" y="609"/>
                    </a:lnTo>
                    <a:lnTo>
                      <a:pt x="281" y="604"/>
                    </a:lnTo>
                    <a:lnTo>
                      <a:pt x="282" y="599"/>
                    </a:lnTo>
                    <a:lnTo>
                      <a:pt x="280" y="593"/>
                    </a:lnTo>
                    <a:lnTo>
                      <a:pt x="278" y="586"/>
                    </a:lnTo>
                    <a:lnTo>
                      <a:pt x="280" y="581"/>
                    </a:lnTo>
                    <a:lnTo>
                      <a:pt x="288" y="579"/>
                    </a:lnTo>
                    <a:lnTo>
                      <a:pt x="298" y="580"/>
                    </a:lnTo>
                    <a:lnTo>
                      <a:pt x="306" y="581"/>
                    </a:lnTo>
                    <a:lnTo>
                      <a:pt x="311" y="580"/>
                    </a:lnTo>
                    <a:lnTo>
                      <a:pt x="314" y="575"/>
                    </a:lnTo>
                    <a:lnTo>
                      <a:pt x="317" y="569"/>
                    </a:lnTo>
                    <a:lnTo>
                      <a:pt x="322" y="564"/>
                    </a:lnTo>
                    <a:lnTo>
                      <a:pt x="328" y="561"/>
                    </a:lnTo>
                    <a:lnTo>
                      <a:pt x="335" y="559"/>
                    </a:lnTo>
                    <a:lnTo>
                      <a:pt x="342" y="556"/>
                    </a:lnTo>
                    <a:lnTo>
                      <a:pt x="350" y="555"/>
                    </a:lnTo>
                    <a:lnTo>
                      <a:pt x="357" y="557"/>
                    </a:lnTo>
                    <a:lnTo>
                      <a:pt x="364" y="563"/>
                    </a:lnTo>
                    <a:lnTo>
                      <a:pt x="369" y="568"/>
                    </a:lnTo>
                    <a:lnTo>
                      <a:pt x="375" y="571"/>
                    </a:lnTo>
                    <a:lnTo>
                      <a:pt x="382" y="570"/>
                    </a:lnTo>
                    <a:lnTo>
                      <a:pt x="390" y="570"/>
                    </a:lnTo>
                    <a:lnTo>
                      <a:pt x="395" y="574"/>
                    </a:lnTo>
                    <a:lnTo>
                      <a:pt x="397" y="580"/>
                    </a:lnTo>
                    <a:lnTo>
                      <a:pt x="398" y="586"/>
                    </a:lnTo>
                    <a:lnTo>
                      <a:pt x="402" y="589"/>
                    </a:lnTo>
                    <a:lnTo>
                      <a:pt x="408" y="591"/>
                    </a:lnTo>
                    <a:lnTo>
                      <a:pt x="417" y="593"/>
                    </a:lnTo>
                    <a:lnTo>
                      <a:pt x="423" y="597"/>
                    </a:lnTo>
                    <a:lnTo>
                      <a:pt x="425" y="602"/>
                    </a:lnTo>
                    <a:lnTo>
                      <a:pt x="425" y="608"/>
                    </a:lnTo>
                    <a:lnTo>
                      <a:pt x="424" y="613"/>
                    </a:lnTo>
                    <a:close/>
                  </a:path>
                </a:pathLst>
              </a:custGeom>
              <a:solidFill>
                <a:srgbClr val="59A3CD">
                  <a:alpha val="32000"/>
                </a:srgbClr>
              </a:solidFill>
              <a:ln>
                <a:noFill/>
              </a:ln>
            </p:spPr>
            <p:txBody>
              <a:bodyPr anchor="ctr"/>
              <a:lstStyle/>
              <a:p>
                <a:pPr algn="ctr">
                  <a:buNone/>
                </a:pPr>
              </a:p>
            </p:txBody>
          </p:sp>
          <p:sp>
            <p:nvSpPr>
              <p:cNvPr id="731" name="addition:spatial:113"/>
              <p:cNvSpPr>
                <a:spLocks noGrp="1"/>
              </p:cNvSpPr>
              <p:nvPr/>
            </p:nvSpPr>
            <p:spPr>
              <a:xfrm>
                <a:off x="5648325" y="1666875"/>
                <a:ext cx="465384" cy="1155390"/>
              </a:xfrm>
              <a:custGeom>
                <a:avLst/>
                <a:gdLst/>
                <a:ahLst/>
                <a:cxnLst/>
                <a:rect l="l" t="t" r="r" b="b"/>
                <a:pathLst>
                  <a:path w="351" h="683">
                    <a:moveTo>
                      <a:pt x="0" y="0"/>
                    </a:moveTo>
                    <a:moveTo>
                      <a:pt x="351" y="624"/>
                    </a:moveTo>
                    <a:lnTo>
                      <a:pt x="350" y="630"/>
                    </a:lnTo>
                    <a:lnTo>
                      <a:pt x="345" y="635"/>
                    </a:lnTo>
                    <a:lnTo>
                      <a:pt x="339" y="639"/>
                    </a:lnTo>
                    <a:lnTo>
                      <a:pt x="334" y="643"/>
                    </a:lnTo>
                    <a:lnTo>
                      <a:pt x="331" y="647"/>
                    </a:lnTo>
                    <a:lnTo>
                      <a:pt x="328" y="651"/>
                    </a:lnTo>
                    <a:lnTo>
                      <a:pt x="323" y="654"/>
                    </a:lnTo>
                    <a:lnTo>
                      <a:pt x="320" y="657"/>
                    </a:lnTo>
                    <a:lnTo>
                      <a:pt x="318" y="663"/>
                    </a:lnTo>
                    <a:lnTo>
                      <a:pt x="317" y="670"/>
                    </a:lnTo>
                    <a:lnTo>
                      <a:pt x="316" y="679"/>
                    </a:lnTo>
                    <a:lnTo>
                      <a:pt x="311" y="683"/>
                    </a:lnTo>
                    <a:lnTo>
                      <a:pt x="304" y="683"/>
                    </a:lnTo>
                    <a:lnTo>
                      <a:pt x="296" y="678"/>
                    </a:lnTo>
                    <a:lnTo>
                      <a:pt x="290" y="675"/>
                    </a:lnTo>
                    <a:lnTo>
                      <a:pt x="285" y="675"/>
                    </a:lnTo>
                    <a:lnTo>
                      <a:pt x="281" y="677"/>
                    </a:lnTo>
                    <a:lnTo>
                      <a:pt x="277" y="679"/>
                    </a:lnTo>
                    <a:lnTo>
                      <a:pt x="272" y="678"/>
                    </a:lnTo>
                    <a:lnTo>
                      <a:pt x="268" y="676"/>
                    </a:lnTo>
                    <a:lnTo>
                      <a:pt x="264" y="674"/>
                    </a:lnTo>
                    <a:lnTo>
                      <a:pt x="260" y="674"/>
                    </a:lnTo>
                    <a:lnTo>
                      <a:pt x="255" y="674"/>
                    </a:lnTo>
                    <a:lnTo>
                      <a:pt x="250" y="672"/>
                    </a:lnTo>
                    <a:lnTo>
                      <a:pt x="247" y="669"/>
                    </a:lnTo>
                    <a:lnTo>
                      <a:pt x="244" y="665"/>
                    </a:lnTo>
                    <a:lnTo>
                      <a:pt x="239" y="663"/>
                    </a:lnTo>
                    <a:lnTo>
                      <a:pt x="233" y="661"/>
                    </a:lnTo>
                    <a:lnTo>
                      <a:pt x="229" y="657"/>
                    </a:lnTo>
                    <a:lnTo>
                      <a:pt x="230" y="651"/>
                    </a:lnTo>
                    <a:lnTo>
                      <a:pt x="234" y="643"/>
                    </a:lnTo>
                    <a:lnTo>
                      <a:pt x="239" y="637"/>
                    </a:lnTo>
                    <a:lnTo>
                      <a:pt x="240" y="632"/>
                    </a:lnTo>
                    <a:lnTo>
                      <a:pt x="235" y="629"/>
                    </a:lnTo>
                    <a:lnTo>
                      <a:pt x="229" y="624"/>
                    </a:lnTo>
                    <a:lnTo>
                      <a:pt x="224" y="619"/>
                    </a:lnTo>
                    <a:lnTo>
                      <a:pt x="223" y="614"/>
                    </a:lnTo>
                    <a:lnTo>
                      <a:pt x="223" y="609"/>
                    </a:lnTo>
                    <a:lnTo>
                      <a:pt x="223" y="603"/>
                    </a:lnTo>
                    <a:lnTo>
                      <a:pt x="223" y="598"/>
                    </a:lnTo>
                    <a:lnTo>
                      <a:pt x="226" y="593"/>
                    </a:lnTo>
                    <a:lnTo>
                      <a:pt x="231" y="591"/>
                    </a:lnTo>
                    <a:lnTo>
                      <a:pt x="237" y="589"/>
                    </a:lnTo>
                    <a:lnTo>
                      <a:pt x="241" y="587"/>
                    </a:lnTo>
                    <a:lnTo>
                      <a:pt x="243" y="582"/>
                    </a:lnTo>
                    <a:lnTo>
                      <a:pt x="245" y="577"/>
                    </a:lnTo>
                    <a:lnTo>
                      <a:pt x="249" y="574"/>
                    </a:lnTo>
                    <a:lnTo>
                      <a:pt x="255" y="575"/>
                    </a:lnTo>
                    <a:lnTo>
                      <a:pt x="262" y="578"/>
                    </a:lnTo>
                    <a:lnTo>
                      <a:pt x="267" y="578"/>
                    </a:lnTo>
                    <a:lnTo>
                      <a:pt x="271" y="573"/>
                    </a:lnTo>
                    <a:lnTo>
                      <a:pt x="276" y="567"/>
                    </a:lnTo>
                    <a:lnTo>
                      <a:pt x="282" y="562"/>
                    </a:lnTo>
                    <a:lnTo>
                      <a:pt x="289" y="561"/>
                    </a:lnTo>
                    <a:lnTo>
                      <a:pt x="295" y="564"/>
                    </a:lnTo>
                    <a:lnTo>
                      <a:pt x="301" y="568"/>
                    </a:lnTo>
                    <a:lnTo>
                      <a:pt x="307" y="571"/>
                    </a:lnTo>
                    <a:lnTo>
                      <a:pt x="311" y="575"/>
                    </a:lnTo>
                    <a:lnTo>
                      <a:pt x="315" y="581"/>
                    </a:lnTo>
                    <a:lnTo>
                      <a:pt x="317" y="587"/>
                    </a:lnTo>
                    <a:lnTo>
                      <a:pt x="320" y="591"/>
                    </a:lnTo>
                    <a:lnTo>
                      <a:pt x="326" y="592"/>
                    </a:lnTo>
                    <a:lnTo>
                      <a:pt x="334" y="592"/>
                    </a:lnTo>
                    <a:lnTo>
                      <a:pt x="342" y="594"/>
                    </a:lnTo>
                    <a:lnTo>
                      <a:pt x="345" y="598"/>
                    </a:lnTo>
                    <a:lnTo>
                      <a:pt x="345" y="604"/>
                    </a:lnTo>
                    <a:lnTo>
                      <a:pt x="343" y="610"/>
                    </a:lnTo>
                    <a:lnTo>
                      <a:pt x="344" y="615"/>
                    </a:lnTo>
                    <a:lnTo>
                      <a:pt x="348" y="619"/>
                    </a:lnTo>
                    <a:close/>
                  </a:path>
                </a:pathLst>
              </a:custGeom>
              <a:solidFill>
                <a:srgbClr val="59A3CD">
                  <a:alpha val="32000"/>
                </a:srgbClr>
              </a:solidFill>
              <a:ln>
                <a:noFill/>
              </a:ln>
            </p:spPr>
            <p:txBody>
              <a:bodyPr anchor="ctr"/>
              <a:lstStyle/>
              <a:p>
                <a:pPr algn="ctr">
                  <a:buNone/>
                </a:pPr>
              </a:p>
            </p:txBody>
          </p:sp>
          <p:sp>
            <p:nvSpPr>
              <p:cNvPr id="732" name="addition:spatial:114"/>
              <p:cNvSpPr>
                <a:spLocks noGrp="1"/>
              </p:cNvSpPr>
              <p:nvPr/>
            </p:nvSpPr>
            <p:spPr>
              <a:xfrm>
                <a:off x="5648325" y="1666875"/>
                <a:ext cx="365943" cy="1113099"/>
              </a:xfrm>
              <a:custGeom>
                <a:avLst/>
                <a:gdLst/>
                <a:ahLst/>
                <a:cxnLst/>
                <a:rect l="l" t="t" r="r" b="b"/>
                <a:pathLst>
                  <a:path w="276" h="658">
                    <a:moveTo>
                      <a:pt x="0" y="0"/>
                    </a:moveTo>
                    <a:moveTo>
                      <a:pt x="275" y="604"/>
                    </a:moveTo>
                    <a:lnTo>
                      <a:pt x="274" y="608"/>
                    </a:lnTo>
                    <a:lnTo>
                      <a:pt x="271" y="612"/>
                    </a:lnTo>
                    <a:lnTo>
                      <a:pt x="269" y="615"/>
                    </a:lnTo>
                    <a:lnTo>
                      <a:pt x="271" y="620"/>
                    </a:lnTo>
                    <a:lnTo>
                      <a:pt x="275" y="626"/>
                    </a:lnTo>
                    <a:lnTo>
                      <a:pt x="276" y="632"/>
                    </a:lnTo>
                    <a:lnTo>
                      <a:pt x="275" y="636"/>
                    </a:lnTo>
                    <a:lnTo>
                      <a:pt x="270" y="638"/>
                    </a:lnTo>
                    <a:lnTo>
                      <a:pt x="266" y="640"/>
                    </a:lnTo>
                    <a:lnTo>
                      <a:pt x="262" y="641"/>
                    </a:lnTo>
                    <a:lnTo>
                      <a:pt x="258" y="642"/>
                    </a:lnTo>
                    <a:lnTo>
                      <a:pt x="254" y="642"/>
                    </a:lnTo>
                    <a:lnTo>
                      <a:pt x="250" y="642"/>
                    </a:lnTo>
                    <a:lnTo>
                      <a:pt x="247" y="642"/>
                    </a:lnTo>
                    <a:lnTo>
                      <a:pt x="244" y="646"/>
                    </a:lnTo>
                    <a:lnTo>
                      <a:pt x="241" y="652"/>
                    </a:lnTo>
                    <a:lnTo>
                      <a:pt x="237" y="657"/>
                    </a:lnTo>
                    <a:lnTo>
                      <a:pt x="232" y="658"/>
                    </a:lnTo>
                    <a:lnTo>
                      <a:pt x="227" y="655"/>
                    </a:lnTo>
                    <a:lnTo>
                      <a:pt x="223" y="651"/>
                    </a:lnTo>
                    <a:lnTo>
                      <a:pt x="219" y="648"/>
                    </a:lnTo>
                    <a:lnTo>
                      <a:pt x="213" y="648"/>
                    </a:lnTo>
                    <a:lnTo>
                      <a:pt x="208" y="648"/>
                    </a:lnTo>
                    <a:lnTo>
                      <a:pt x="203" y="646"/>
                    </a:lnTo>
                    <a:lnTo>
                      <a:pt x="201" y="641"/>
                    </a:lnTo>
                    <a:lnTo>
                      <a:pt x="199" y="636"/>
                    </a:lnTo>
                    <a:lnTo>
                      <a:pt x="197" y="632"/>
                    </a:lnTo>
                    <a:lnTo>
                      <a:pt x="193" y="630"/>
                    </a:lnTo>
                    <a:lnTo>
                      <a:pt x="190" y="627"/>
                    </a:lnTo>
                    <a:lnTo>
                      <a:pt x="187" y="623"/>
                    </a:lnTo>
                    <a:lnTo>
                      <a:pt x="185" y="620"/>
                    </a:lnTo>
                    <a:lnTo>
                      <a:pt x="182" y="617"/>
                    </a:lnTo>
                    <a:lnTo>
                      <a:pt x="176" y="613"/>
                    </a:lnTo>
                    <a:lnTo>
                      <a:pt x="172" y="609"/>
                    </a:lnTo>
                    <a:lnTo>
                      <a:pt x="170" y="604"/>
                    </a:lnTo>
                    <a:lnTo>
                      <a:pt x="175" y="599"/>
                    </a:lnTo>
                    <a:lnTo>
                      <a:pt x="182" y="596"/>
                    </a:lnTo>
                    <a:lnTo>
                      <a:pt x="188" y="593"/>
                    </a:lnTo>
                    <a:lnTo>
                      <a:pt x="190" y="590"/>
                    </a:lnTo>
                    <a:lnTo>
                      <a:pt x="190" y="585"/>
                    </a:lnTo>
                    <a:lnTo>
                      <a:pt x="191" y="580"/>
                    </a:lnTo>
                    <a:lnTo>
                      <a:pt x="193" y="577"/>
                    </a:lnTo>
                    <a:lnTo>
                      <a:pt x="197" y="574"/>
                    </a:lnTo>
                    <a:lnTo>
                      <a:pt x="200" y="571"/>
                    </a:lnTo>
                    <a:lnTo>
                      <a:pt x="203" y="567"/>
                    </a:lnTo>
                    <a:lnTo>
                      <a:pt x="206" y="562"/>
                    </a:lnTo>
                    <a:lnTo>
                      <a:pt x="210" y="560"/>
                    </a:lnTo>
                    <a:lnTo>
                      <a:pt x="215" y="559"/>
                    </a:lnTo>
                    <a:lnTo>
                      <a:pt x="219" y="558"/>
                    </a:lnTo>
                    <a:lnTo>
                      <a:pt x="223" y="556"/>
                    </a:lnTo>
                    <a:lnTo>
                      <a:pt x="228" y="553"/>
                    </a:lnTo>
                    <a:lnTo>
                      <a:pt x="232" y="552"/>
                    </a:lnTo>
                    <a:lnTo>
                      <a:pt x="236" y="554"/>
                    </a:lnTo>
                    <a:lnTo>
                      <a:pt x="240" y="560"/>
                    </a:lnTo>
                    <a:lnTo>
                      <a:pt x="242" y="566"/>
                    </a:lnTo>
                    <a:lnTo>
                      <a:pt x="245" y="567"/>
                    </a:lnTo>
                    <a:lnTo>
                      <a:pt x="249" y="565"/>
                    </a:lnTo>
                    <a:lnTo>
                      <a:pt x="254" y="562"/>
                    </a:lnTo>
                    <a:lnTo>
                      <a:pt x="259" y="561"/>
                    </a:lnTo>
                    <a:lnTo>
                      <a:pt x="263" y="563"/>
                    </a:lnTo>
                    <a:lnTo>
                      <a:pt x="265" y="567"/>
                    </a:lnTo>
                    <a:lnTo>
                      <a:pt x="268" y="570"/>
                    </a:lnTo>
                    <a:lnTo>
                      <a:pt x="270" y="574"/>
                    </a:lnTo>
                    <a:lnTo>
                      <a:pt x="271" y="578"/>
                    </a:lnTo>
                    <a:lnTo>
                      <a:pt x="270" y="583"/>
                    </a:lnTo>
                    <a:lnTo>
                      <a:pt x="268" y="589"/>
                    </a:lnTo>
                    <a:lnTo>
                      <a:pt x="268" y="593"/>
                    </a:lnTo>
                    <a:lnTo>
                      <a:pt x="270" y="596"/>
                    </a:lnTo>
                    <a:lnTo>
                      <a:pt x="274" y="600"/>
                    </a:lnTo>
                    <a:close/>
                  </a:path>
                </a:pathLst>
              </a:custGeom>
              <a:solidFill>
                <a:srgbClr val="59A3CD">
                  <a:alpha val="32000"/>
                </a:srgbClr>
              </a:solidFill>
              <a:ln>
                <a:noFill/>
              </a:ln>
            </p:spPr>
            <p:txBody>
              <a:bodyPr anchor="ctr"/>
              <a:lstStyle/>
              <a:p>
                <a:pPr algn="ctr">
                  <a:buNone/>
                </a:pPr>
              </a:p>
            </p:txBody>
          </p:sp>
          <p:sp>
            <p:nvSpPr>
              <p:cNvPr id="733" name="addition:spatial:115"/>
              <p:cNvSpPr>
                <a:spLocks noGrp="1"/>
              </p:cNvSpPr>
              <p:nvPr/>
            </p:nvSpPr>
            <p:spPr>
              <a:xfrm>
                <a:off x="5648325" y="1666875"/>
                <a:ext cx="513116" cy="1130016"/>
              </a:xfrm>
              <a:custGeom>
                <a:avLst/>
                <a:gdLst/>
                <a:ahLst/>
                <a:cxnLst/>
                <a:rect l="l" t="t" r="r" b="b"/>
                <a:pathLst>
                  <a:path w="387" h="668">
                    <a:moveTo>
                      <a:pt x="0" y="0"/>
                    </a:moveTo>
                    <a:moveTo>
                      <a:pt x="376" y="596"/>
                    </a:moveTo>
                    <a:lnTo>
                      <a:pt x="383" y="602"/>
                    </a:lnTo>
                    <a:lnTo>
                      <a:pt x="387" y="608"/>
                    </a:lnTo>
                    <a:lnTo>
                      <a:pt x="384" y="613"/>
                    </a:lnTo>
                    <a:lnTo>
                      <a:pt x="379" y="617"/>
                    </a:lnTo>
                    <a:lnTo>
                      <a:pt x="376" y="622"/>
                    </a:lnTo>
                    <a:lnTo>
                      <a:pt x="376" y="628"/>
                    </a:lnTo>
                    <a:lnTo>
                      <a:pt x="377" y="635"/>
                    </a:lnTo>
                    <a:lnTo>
                      <a:pt x="376" y="641"/>
                    </a:lnTo>
                    <a:lnTo>
                      <a:pt x="370" y="644"/>
                    </a:lnTo>
                    <a:lnTo>
                      <a:pt x="363" y="644"/>
                    </a:lnTo>
                    <a:lnTo>
                      <a:pt x="356" y="645"/>
                    </a:lnTo>
                    <a:lnTo>
                      <a:pt x="351" y="646"/>
                    </a:lnTo>
                    <a:lnTo>
                      <a:pt x="346" y="648"/>
                    </a:lnTo>
                    <a:lnTo>
                      <a:pt x="340" y="648"/>
                    </a:lnTo>
                    <a:lnTo>
                      <a:pt x="335" y="648"/>
                    </a:lnTo>
                    <a:lnTo>
                      <a:pt x="329" y="651"/>
                    </a:lnTo>
                    <a:lnTo>
                      <a:pt x="324" y="656"/>
                    </a:lnTo>
                    <a:lnTo>
                      <a:pt x="316" y="664"/>
                    </a:lnTo>
                    <a:lnTo>
                      <a:pt x="308" y="668"/>
                    </a:lnTo>
                    <a:lnTo>
                      <a:pt x="300" y="666"/>
                    </a:lnTo>
                    <a:lnTo>
                      <a:pt x="294" y="659"/>
                    </a:lnTo>
                    <a:lnTo>
                      <a:pt x="290" y="650"/>
                    </a:lnTo>
                    <a:lnTo>
                      <a:pt x="285" y="646"/>
                    </a:lnTo>
                    <a:lnTo>
                      <a:pt x="278" y="644"/>
                    </a:lnTo>
                    <a:lnTo>
                      <a:pt x="271" y="643"/>
                    </a:lnTo>
                    <a:lnTo>
                      <a:pt x="265" y="639"/>
                    </a:lnTo>
                    <a:lnTo>
                      <a:pt x="261" y="634"/>
                    </a:lnTo>
                    <a:lnTo>
                      <a:pt x="258" y="629"/>
                    </a:lnTo>
                    <a:lnTo>
                      <a:pt x="253" y="626"/>
                    </a:lnTo>
                    <a:lnTo>
                      <a:pt x="247" y="622"/>
                    </a:lnTo>
                    <a:lnTo>
                      <a:pt x="242" y="618"/>
                    </a:lnTo>
                    <a:lnTo>
                      <a:pt x="240" y="612"/>
                    </a:lnTo>
                    <a:lnTo>
                      <a:pt x="239" y="607"/>
                    </a:lnTo>
                    <a:lnTo>
                      <a:pt x="236" y="602"/>
                    </a:lnTo>
                    <a:lnTo>
                      <a:pt x="232" y="596"/>
                    </a:lnTo>
                    <a:lnTo>
                      <a:pt x="229" y="590"/>
                    </a:lnTo>
                    <a:lnTo>
                      <a:pt x="232" y="584"/>
                    </a:lnTo>
                    <a:lnTo>
                      <a:pt x="241" y="579"/>
                    </a:lnTo>
                    <a:lnTo>
                      <a:pt x="253" y="577"/>
                    </a:lnTo>
                    <a:lnTo>
                      <a:pt x="261" y="574"/>
                    </a:lnTo>
                    <a:lnTo>
                      <a:pt x="264" y="570"/>
                    </a:lnTo>
                    <a:lnTo>
                      <a:pt x="263" y="563"/>
                    </a:lnTo>
                    <a:lnTo>
                      <a:pt x="263" y="556"/>
                    </a:lnTo>
                    <a:lnTo>
                      <a:pt x="267" y="550"/>
                    </a:lnTo>
                    <a:lnTo>
                      <a:pt x="272" y="546"/>
                    </a:lnTo>
                    <a:lnTo>
                      <a:pt x="278" y="542"/>
                    </a:lnTo>
                    <a:lnTo>
                      <a:pt x="283" y="537"/>
                    </a:lnTo>
                    <a:lnTo>
                      <a:pt x="290" y="534"/>
                    </a:lnTo>
                    <a:lnTo>
                      <a:pt x="297" y="534"/>
                    </a:lnTo>
                    <a:lnTo>
                      <a:pt x="305" y="536"/>
                    </a:lnTo>
                    <a:lnTo>
                      <a:pt x="312" y="538"/>
                    </a:lnTo>
                    <a:lnTo>
                      <a:pt x="317" y="537"/>
                    </a:lnTo>
                    <a:lnTo>
                      <a:pt x="323" y="535"/>
                    </a:lnTo>
                    <a:lnTo>
                      <a:pt x="329" y="533"/>
                    </a:lnTo>
                    <a:lnTo>
                      <a:pt x="334" y="537"/>
                    </a:lnTo>
                    <a:lnTo>
                      <a:pt x="338" y="543"/>
                    </a:lnTo>
                    <a:lnTo>
                      <a:pt x="341" y="548"/>
                    </a:lnTo>
                    <a:lnTo>
                      <a:pt x="345" y="549"/>
                    </a:lnTo>
                    <a:lnTo>
                      <a:pt x="353" y="546"/>
                    </a:lnTo>
                    <a:lnTo>
                      <a:pt x="362" y="544"/>
                    </a:lnTo>
                    <a:lnTo>
                      <a:pt x="369" y="545"/>
                    </a:lnTo>
                    <a:lnTo>
                      <a:pt x="373" y="550"/>
                    </a:lnTo>
                    <a:lnTo>
                      <a:pt x="374" y="556"/>
                    </a:lnTo>
                    <a:lnTo>
                      <a:pt x="375" y="562"/>
                    </a:lnTo>
                    <a:lnTo>
                      <a:pt x="376" y="568"/>
                    </a:lnTo>
                    <a:lnTo>
                      <a:pt x="375" y="575"/>
                    </a:lnTo>
                    <a:lnTo>
                      <a:pt x="372" y="581"/>
                    </a:lnTo>
                    <a:lnTo>
                      <a:pt x="369" y="587"/>
                    </a:lnTo>
                    <a:lnTo>
                      <a:pt x="370" y="591"/>
                    </a:lnTo>
                    <a:close/>
                  </a:path>
                </a:pathLst>
              </a:custGeom>
              <a:solidFill>
                <a:srgbClr val="59A3CD">
                  <a:alpha val="32000"/>
                </a:srgbClr>
              </a:solidFill>
              <a:ln>
                <a:noFill/>
              </a:ln>
            </p:spPr>
            <p:txBody>
              <a:bodyPr anchor="ctr"/>
              <a:lstStyle/>
              <a:p>
                <a:pPr algn="ctr">
                  <a:buNone/>
                </a:pPr>
              </a:p>
            </p:txBody>
          </p:sp>
          <p:sp>
            <p:nvSpPr>
              <p:cNvPr id="734" name="addition:spatial:116"/>
              <p:cNvSpPr>
                <a:spLocks noGrp="1"/>
              </p:cNvSpPr>
              <p:nvPr/>
            </p:nvSpPr>
            <p:spPr>
              <a:xfrm>
                <a:off x="5648325" y="1666875"/>
                <a:ext cx="550240" cy="1180765"/>
              </a:xfrm>
              <a:custGeom>
                <a:avLst/>
                <a:gdLst/>
                <a:ahLst/>
                <a:cxnLst/>
                <a:rect l="l" t="t" r="r" b="b"/>
                <a:pathLst>
                  <a:path w="415" h="698">
                    <a:moveTo>
                      <a:pt x="0" y="0"/>
                    </a:moveTo>
                    <a:moveTo>
                      <a:pt x="413" y="585"/>
                    </a:moveTo>
                    <a:lnTo>
                      <a:pt x="415" y="594"/>
                    </a:lnTo>
                    <a:lnTo>
                      <a:pt x="409" y="603"/>
                    </a:lnTo>
                    <a:lnTo>
                      <a:pt x="400" y="610"/>
                    </a:lnTo>
                    <a:lnTo>
                      <a:pt x="396" y="617"/>
                    </a:lnTo>
                    <a:lnTo>
                      <a:pt x="400" y="627"/>
                    </a:lnTo>
                    <a:lnTo>
                      <a:pt x="405" y="640"/>
                    </a:lnTo>
                    <a:lnTo>
                      <a:pt x="407" y="652"/>
                    </a:lnTo>
                    <a:lnTo>
                      <a:pt x="402" y="660"/>
                    </a:lnTo>
                    <a:lnTo>
                      <a:pt x="393" y="665"/>
                    </a:lnTo>
                    <a:lnTo>
                      <a:pt x="384" y="668"/>
                    </a:lnTo>
                    <a:lnTo>
                      <a:pt x="375" y="671"/>
                    </a:lnTo>
                    <a:lnTo>
                      <a:pt x="366" y="672"/>
                    </a:lnTo>
                    <a:lnTo>
                      <a:pt x="356" y="670"/>
                    </a:lnTo>
                    <a:lnTo>
                      <a:pt x="346" y="666"/>
                    </a:lnTo>
                    <a:lnTo>
                      <a:pt x="339" y="666"/>
                    </a:lnTo>
                    <a:lnTo>
                      <a:pt x="333" y="674"/>
                    </a:lnTo>
                    <a:lnTo>
                      <a:pt x="325" y="686"/>
                    </a:lnTo>
                    <a:lnTo>
                      <a:pt x="315" y="696"/>
                    </a:lnTo>
                    <a:lnTo>
                      <a:pt x="304" y="698"/>
                    </a:lnTo>
                    <a:lnTo>
                      <a:pt x="294" y="690"/>
                    </a:lnTo>
                    <a:lnTo>
                      <a:pt x="286" y="681"/>
                    </a:lnTo>
                    <a:lnTo>
                      <a:pt x="277" y="677"/>
                    </a:lnTo>
                    <a:lnTo>
                      <a:pt x="265" y="676"/>
                    </a:lnTo>
                    <a:lnTo>
                      <a:pt x="253" y="674"/>
                    </a:lnTo>
                    <a:lnTo>
                      <a:pt x="244" y="668"/>
                    </a:lnTo>
                    <a:lnTo>
                      <a:pt x="239" y="658"/>
                    </a:lnTo>
                    <a:lnTo>
                      <a:pt x="235" y="648"/>
                    </a:lnTo>
                    <a:lnTo>
                      <a:pt x="229" y="640"/>
                    </a:lnTo>
                    <a:lnTo>
                      <a:pt x="222" y="633"/>
                    </a:lnTo>
                    <a:lnTo>
                      <a:pt x="216" y="626"/>
                    </a:lnTo>
                    <a:lnTo>
                      <a:pt x="213" y="618"/>
                    </a:lnTo>
                    <a:lnTo>
                      <a:pt x="209" y="610"/>
                    </a:lnTo>
                    <a:lnTo>
                      <a:pt x="200" y="602"/>
                    </a:lnTo>
                    <a:lnTo>
                      <a:pt x="187" y="595"/>
                    </a:lnTo>
                    <a:lnTo>
                      <a:pt x="175" y="585"/>
                    </a:lnTo>
                    <a:lnTo>
                      <a:pt x="172" y="574"/>
                    </a:lnTo>
                    <a:lnTo>
                      <a:pt x="182" y="565"/>
                    </a:lnTo>
                    <a:lnTo>
                      <a:pt x="198" y="558"/>
                    </a:lnTo>
                    <a:lnTo>
                      <a:pt x="212" y="553"/>
                    </a:lnTo>
                    <a:lnTo>
                      <a:pt x="218" y="546"/>
                    </a:lnTo>
                    <a:lnTo>
                      <a:pt x="220" y="538"/>
                    </a:lnTo>
                    <a:lnTo>
                      <a:pt x="223" y="529"/>
                    </a:lnTo>
                    <a:lnTo>
                      <a:pt x="230" y="522"/>
                    </a:lnTo>
                    <a:lnTo>
                      <a:pt x="238" y="516"/>
                    </a:lnTo>
                    <a:lnTo>
                      <a:pt x="246" y="509"/>
                    </a:lnTo>
                    <a:lnTo>
                      <a:pt x="252" y="500"/>
                    </a:lnTo>
                    <a:lnTo>
                      <a:pt x="260" y="491"/>
                    </a:lnTo>
                    <a:lnTo>
                      <a:pt x="271" y="487"/>
                    </a:lnTo>
                    <a:lnTo>
                      <a:pt x="283" y="487"/>
                    </a:lnTo>
                    <a:lnTo>
                      <a:pt x="294" y="486"/>
                    </a:lnTo>
                    <a:lnTo>
                      <a:pt x="304" y="482"/>
                    </a:lnTo>
                    <a:lnTo>
                      <a:pt x="315" y="475"/>
                    </a:lnTo>
                    <a:lnTo>
                      <a:pt x="326" y="473"/>
                    </a:lnTo>
                    <a:lnTo>
                      <a:pt x="336" y="480"/>
                    </a:lnTo>
                    <a:lnTo>
                      <a:pt x="343" y="493"/>
                    </a:lnTo>
                    <a:lnTo>
                      <a:pt x="348" y="505"/>
                    </a:lnTo>
                    <a:lnTo>
                      <a:pt x="354" y="510"/>
                    </a:lnTo>
                    <a:lnTo>
                      <a:pt x="364" y="507"/>
                    </a:lnTo>
                    <a:lnTo>
                      <a:pt x="376" y="503"/>
                    </a:lnTo>
                    <a:lnTo>
                      <a:pt x="387" y="503"/>
                    </a:lnTo>
                    <a:lnTo>
                      <a:pt x="396" y="507"/>
                    </a:lnTo>
                    <a:lnTo>
                      <a:pt x="402" y="513"/>
                    </a:lnTo>
                    <a:lnTo>
                      <a:pt x="409" y="520"/>
                    </a:lnTo>
                    <a:lnTo>
                      <a:pt x="414" y="528"/>
                    </a:lnTo>
                    <a:lnTo>
                      <a:pt x="415" y="538"/>
                    </a:lnTo>
                    <a:lnTo>
                      <a:pt x="410" y="550"/>
                    </a:lnTo>
                    <a:lnTo>
                      <a:pt x="403" y="560"/>
                    </a:lnTo>
                    <a:lnTo>
                      <a:pt x="401" y="569"/>
                    </a:lnTo>
                    <a:lnTo>
                      <a:pt x="406" y="577"/>
                    </a:lnTo>
                    <a:close/>
                  </a:path>
                </a:pathLst>
              </a:custGeom>
              <a:solidFill>
                <a:srgbClr val="0675B4">
                  <a:alpha val="37000"/>
                </a:srgbClr>
              </a:solidFill>
              <a:ln>
                <a:noFill/>
              </a:ln>
            </p:spPr>
            <p:txBody>
              <a:bodyPr anchor="ctr"/>
              <a:lstStyle/>
              <a:p>
                <a:pPr algn="ctr">
                  <a:buNone/>
                </a:pPr>
              </a:p>
            </p:txBody>
          </p:sp>
          <p:sp>
            <p:nvSpPr>
              <p:cNvPr id="735" name="addition:spatial:117"/>
              <p:cNvSpPr>
                <a:spLocks noGrp="1"/>
              </p:cNvSpPr>
              <p:nvPr/>
            </p:nvSpPr>
            <p:spPr>
              <a:xfrm>
                <a:off x="5648325" y="1666875"/>
                <a:ext cx="424282" cy="1028517"/>
              </a:xfrm>
              <a:custGeom>
                <a:avLst/>
                <a:gdLst/>
                <a:ahLst/>
                <a:cxnLst/>
                <a:rect l="l" t="t" r="r" b="b"/>
                <a:pathLst>
                  <a:path w="320" h="608">
                    <a:moveTo>
                      <a:pt x="0" y="0"/>
                    </a:moveTo>
                    <a:moveTo>
                      <a:pt x="314" y="561"/>
                    </a:moveTo>
                    <a:lnTo>
                      <a:pt x="315" y="565"/>
                    </a:lnTo>
                    <a:lnTo>
                      <a:pt x="315" y="569"/>
                    </a:lnTo>
                    <a:lnTo>
                      <a:pt x="313" y="573"/>
                    </a:lnTo>
                    <a:lnTo>
                      <a:pt x="308" y="575"/>
                    </a:lnTo>
                    <a:lnTo>
                      <a:pt x="303" y="577"/>
                    </a:lnTo>
                    <a:lnTo>
                      <a:pt x="302" y="580"/>
                    </a:lnTo>
                    <a:lnTo>
                      <a:pt x="303" y="586"/>
                    </a:lnTo>
                    <a:lnTo>
                      <a:pt x="304" y="592"/>
                    </a:lnTo>
                    <a:lnTo>
                      <a:pt x="304" y="598"/>
                    </a:lnTo>
                    <a:lnTo>
                      <a:pt x="300" y="601"/>
                    </a:lnTo>
                    <a:lnTo>
                      <a:pt x="296" y="602"/>
                    </a:lnTo>
                    <a:lnTo>
                      <a:pt x="292" y="602"/>
                    </a:lnTo>
                    <a:lnTo>
                      <a:pt x="288" y="603"/>
                    </a:lnTo>
                    <a:lnTo>
                      <a:pt x="284" y="603"/>
                    </a:lnTo>
                    <a:lnTo>
                      <a:pt x="280" y="601"/>
                    </a:lnTo>
                    <a:lnTo>
                      <a:pt x="277" y="599"/>
                    </a:lnTo>
                    <a:lnTo>
                      <a:pt x="274" y="599"/>
                    </a:lnTo>
                    <a:lnTo>
                      <a:pt x="271" y="601"/>
                    </a:lnTo>
                    <a:lnTo>
                      <a:pt x="267" y="605"/>
                    </a:lnTo>
                    <a:lnTo>
                      <a:pt x="263" y="608"/>
                    </a:lnTo>
                    <a:lnTo>
                      <a:pt x="260" y="606"/>
                    </a:lnTo>
                    <a:lnTo>
                      <a:pt x="257" y="602"/>
                    </a:lnTo>
                    <a:lnTo>
                      <a:pt x="255" y="599"/>
                    </a:lnTo>
                    <a:lnTo>
                      <a:pt x="251" y="598"/>
                    </a:lnTo>
                    <a:lnTo>
                      <a:pt x="246" y="598"/>
                    </a:lnTo>
                    <a:lnTo>
                      <a:pt x="241" y="597"/>
                    </a:lnTo>
                    <a:lnTo>
                      <a:pt x="239" y="593"/>
                    </a:lnTo>
                    <a:lnTo>
                      <a:pt x="238" y="588"/>
                    </a:lnTo>
                    <a:lnTo>
                      <a:pt x="239" y="583"/>
                    </a:lnTo>
                    <a:lnTo>
                      <a:pt x="238" y="578"/>
                    </a:lnTo>
                    <a:lnTo>
                      <a:pt x="236" y="575"/>
                    </a:lnTo>
                    <a:lnTo>
                      <a:pt x="235" y="571"/>
                    </a:lnTo>
                    <a:lnTo>
                      <a:pt x="234" y="568"/>
                    </a:lnTo>
                    <a:lnTo>
                      <a:pt x="232" y="564"/>
                    </a:lnTo>
                    <a:lnTo>
                      <a:pt x="228" y="561"/>
                    </a:lnTo>
                    <a:lnTo>
                      <a:pt x="223" y="556"/>
                    </a:lnTo>
                    <a:lnTo>
                      <a:pt x="219" y="551"/>
                    </a:lnTo>
                    <a:lnTo>
                      <a:pt x="219" y="546"/>
                    </a:lnTo>
                    <a:lnTo>
                      <a:pt x="224" y="543"/>
                    </a:lnTo>
                    <a:lnTo>
                      <a:pt x="230" y="541"/>
                    </a:lnTo>
                    <a:lnTo>
                      <a:pt x="234" y="539"/>
                    </a:lnTo>
                    <a:lnTo>
                      <a:pt x="235" y="536"/>
                    </a:lnTo>
                    <a:lnTo>
                      <a:pt x="236" y="532"/>
                    </a:lnTo>
                    <a:lnTo>
                      <a:pt x="238" y="528"/>
                    </a:lnTo>
                    <a:lnTo>
                      <a:pt x="242" y="527"/>
                    </a:lnTo>
                    <a:lnTo>
                      <a:pt x="246" y="526"/>
                    </a:lnTo>
                    <a:lnTo>
                      <a:pt x="250" y="524"/>
                    </a:lnTo>
                    <a:lnTo>
                      <a:pt x="253" y="521"/>
                    </a:lnTo>
                    <a:lnTo>
                      <a:pt x="256" y="517"/>
                    </a:lnTo>
                    <a:lnTo>
                      <a:pt x="261" y="516"/>
                    </a:lnTo>
                    <a:lnTo>
                      <a:pt x="265" y="515"/>
                    </a:lnTo>
                    <a:lnTo>
                      <a:pt x="270" y="514"/>
                    </a:lnTo>
                    <a:lnTo>
                      <a:pt x="275" y="512"/>
                    </a:lnTo>
                    <a:lnTo>
                      <a:pt x="280" y="510"/>
                    </a:lnTo>
                    <a:lnTo>
                      <a:pt x="285" y="511"/>
                    </a:lnTo>
                    <a:lnTo>
                      <a:pt x="289" y="516"/>
                    </a:lnTo>
                    <a:lnTo>
                      <a:pt x="291" y="523"/>
                    </a:lnTo>
                    <a:lnTo>
                      <a:pt x="292" y="528"/>
                    </a:lnTo>
                    <a:lnTo>
                      <a:pt x="295" y="530"/>
                    </a:lnTo>
                    <a:lnTo>
                      <a:pt x="300" y="529"/>
                    </a:lnTo>
                    <a:lnTo>
                      <a:pt x="306" y="529"/>
                    </a:lnTo>
                    <a:lnTo>
                      <a:pt x="310" y="530"/>
                    </a:lnTo>
                    <a:lnTo>
                      <a:pt x="313" y="533"/>
                    </a:lnTo>
                    <a:lnTo>
                      <a:pt x="315" y="536"/>
                    </a:lnTo>
                    <a:lnTo>
                      <a:pt x="317" y="540"/>
                    </a:lnTo>
                    <a:lnTo>
                      <a:pt x="319" y="543"/>
                    </a:lnTo>
                    <a:lnTo>
                      <a:pt x="320" y="548"/>
                    </a:lnTo>
                    <a:lnTo>
                      <a:pt x="317" y="552"/>
                    </a:lnTo>
                    <a:lnTo>
                      <a:pt x="315" y="557"/>
                    </a:lnTo>
                    <a:close/>
                  </a:path>
                </a:pathLst>
              </a:custGeom>
              <a:solidFill>
                <a:srgbClr val="0072B2">
                  <a:alpha val="36000"/>
                </a:srgbClr>
              </a:solidFill>
              <a:ln>
                <a:noFill/>
              </a:ln>
            </p:spPr>
            <p:txBody>
              <a:bodyPr anchor="ctr"/>
              <a:lstStyle/>
              <a:p>
                <a:pPr algn="ctr">
                  <a:buNone/>
                </a:pPr>
              </a:p>
            </p:txBody>
          </p:sp>
          <p:sp>
            <p:nvSpPr>
              <p:cNvPr id="736" name="addition:spatial:118"/>
              <p:cNvSpPr>
                <a:spLocks noGrp="1"/>
              </p:cNvSpPr>
              <p:nvPr/>
            </p:nvSpPr>
            <p:spPr>
              <a:xfrm>
                <a:off x="5648325" y="1666875"/>
                <a:ext cx="495879" cy="987918"/>
              </a:xfrm>
              <a:custGeom>
                <a:avLst/>
                <a:gdLst/>
                <a:ahLst/>
                <a:cxnLst/>
                <a:rect l="l" t="t" r="r" b="b"/>
                <a:pathLst>
                  <a:path w="374" h="584">
                    <a:moveTo>
                      <a:pt x="0" y="0"/>
                    </a:moveTo>
                    <a:moveTo>
                      <a:pt x="366" y="547"/>
                    </a:moveTo>
                    <a:lnTo>
                      <a:pt x="363" y="549"/>
                    </a:lnTo>
                    <a:lnTo>
                      <a:pt x="363" y="552"/>
                    </a:lnTo>
                    <a:lnTo>
                      <a:pt x="365" y="555"/>
                    </a:lnTo>
                    <a:lnTo>
                      <a:pt x="367" y="559"/>
                    </a:lnTo>
                    <a:lnTo>
                      <a:pt x="367" y="563"/>
                    </a:lnTo>
                    <a:lnTo>
                      <a:pt x="365" y="565"/>
                    </a:lnTo>
                    <a:lnTo>
                      <a:pt x="362" y="567"/>
                    </a:lnTo>
                    <a:lnTo>
                      <a:pt x="360" y="569"/>
                    </a:lnTo>
                    <a:lnTo>
                      <a:pt x="359" y="572"/>
                    </a:lnTo>
                    <a:lnTo>
                      <a:pt x="357" y="576"/>
                    </a:lnTo>
                    <a:lnTo>
                      <a:pt x="355" y="577"/>
                    </a:lnTo>
                    <a:lnTo>
                      <a:pt x="352" y="578"/>
                    </a:lnTo>
                    <a:lnTo>
                      <a:pt x="349" y="578"/>
                    </a:lnTo>
                    <a:lnTo>
                      <a:pt x="346" y="579"/>
                    </a:lnTo>
                    <a:lnTo>
                      <a:pt x="344" y="580"/>
                    </a:lnTo>
                    <a:lnTo>
                      <a:pt x="341" y="579"/>
                    </a:lnTo>
                    <a:lnTo>
                      <a:pt x="338" y="577"/>
                    </a:lnTo>
                    <a:lnTo>
                      <a:pt x="336" y="576"/>
                    </a:lnTo>
                    <a:lnTo>
                      <a:pt x="334" y="576"/>
                    </a:lnTo>
                    <a:lnTo>
                      <a:pt x="330" y="579"/>
                    </a:lnTo>
                    <a:lnTo>
                      <a:pt x="326" y="583"/>
                    </a:lnTo>
                    <a:lnTo>
                      <a:pt x="322" y="584"/>
                    </a:lnTo>
                    <a:lnTo>
                      <a:pt x="319" y="582"/>
                    </a:lnTo>
                    <a:lnTo>
                      <a:pt x="317" y="578"/>
                    </a:lnTo>
                    <a:lnTo>
                      <a:pt x="316" y="574"/>
                    </a:lnTo>
                    <a:lnTo>
                      <a:pt x="315" y="571"/>
                    </a:lnTo>
                    <a:lnTo>
                      <a:pt x="312" y="568"/>
                    </a:lnTo>
                    <a:lnTo>
                      <a:pt x="310" y="566"/>
                    </a:lnTo>
                    <a:lnTo>
                      <a:pt x="309" y="563"/>
                    </a:lnTo>
                    <a:lnTo>
                      <a:pt x="307" y="560"/>
                    </a:lnTo>
                    <a:lnTo>
                      <a:pt x="305" y="558"/>
                    </a:lnTo>
                    <a:lnTo>
                      <a:pt x="302" y="556"/>
                    </a:lnTo>
                    <a:lnTo>
                      <a:pt x="299" y="553"/>
                    </a:lnTo>
                    <a:lnTo>
                      <a:pt x="298" y="550"/>
                    </a:lnTo>
                    <a:lnTo>
                      <a:pt x="299" y="547"/>
                    </a:lnTo>
                    <a:lnTo>
                      <a:pt x="300" y="544"/>
                    </a:lnTo>
                    <a:lnTo>
                      <a:pt x="298" y="541"/>
                    </a:lnTo>
                    <a:lnTo>
                      <a:pt x="296" y="537"/>
                    </a:lnTo>
                    <a:lnTo>
                      <a:pt x="294" y="533"/>
                    </a:lnTo>
                    <a:lnTo>
                      <a:pt x="296" y="530"/>
                    </a:lnTo>
                    <a:lnTo>
                      <a:pt x="301" y="529"/>
                    </a:lnTo>
                    <a:lnTo>
                      <a:pt x="307" y="529"/>
                    </a:lnTo>
                    <a:lnTo>
                      <a:pt x="310" y="528"/>
                    </a:lnTo>
                    <a:lnTo>
                      <a:pt x="312" y="526"/>
                    </a:lnTo>
                    <a:lnTo>
                      <a:pt x="314" y="523"/>
                    </a:lnTo>
                    <a:lnTo>
                      <a:pt x="315" y="520"/>
                    </a:lnTo>
                    <a:lnTo>
                      <a:pt x="318" y="518"/>
                    </a:lnTo>
                    <a:lnTo>
                      <a:pt x="321" y="515"/>
                    </a:lnTo>
                    <a:lnTo>
                      <a:pt x="324" y="512"/>
                    </a:lnTo>
                    <a:lnTo>
                      <a:pt x="327" y="509"/>
                    </a:lnTo>
                    <a:lnTo>
                      <a:pt x="331" y="509"/>
                    </a:lnTo>
                    <a:lnTo>
                      <a:pt x="335" y="511"/>
                    </a:lnTo>
                    <a:lnTo>
                      <a:pt x="339" y="514"/>
                    </a:lnTo>
                    <a:lnTo>
                      <a:pt x="342" y="516"/>
                    </a:lnTo>
                    <a:lnTo>
                      <a:pt x="346" y="515"/>
                    </a:lnTo>
                    <a:lnTo>
                      <a:pt x="349" y="514"/>
                    </a:lnTo>
                    <a:lnTo>
                      <a:pt x="353" y="515"/>
                    </a:lnTo>
                    <a:lnTo>
                      <a:pt x="355" y="517"/>
                    </a:lnTo>
                    <a:lnTo>
                      <a:pt x="356" y="521"/>
                    </a:lnTo>
                    <a:lnTo>
                      <a:pt x="358" y="524"/>
                    </a:lnTo>
                    <a:lnTo>
                      <a:pt x="360" y="525"/>
                    </a:lnTo>
                    <a:lnTo>
                      <a:pt x="364" y="525"/>
                    </a:lnTo>
                    <a:lnTo>
                      <a:pt x="368" y="526"/>
                    </a:lnTo>
                    <a:lnTo>
                      <a:pt x="370" y="528"/>
                    </a:lnTo>
                    <a:lnTo>
                      <a:pt x="372" y="531"/>
                    </a:lnTo>
                    <a:lnTo>
                      <a:pt x="373" y="534"/>
                    </a:lnTo>
                    <a:lnTo>
                      <a:pt x="374" y="537"/>
                    </a:lnTo>
                    <a:lnTo>
                      <a:pt x="373" y="540"/>
                    </a:lnTo>
                    <a:lnTo>
                      <a:pt x="371" y="544"/>
                    </a:lnTo>
                    <a:close/>
                  </a:path>
                </a:pathLst>
              </a:custGeom>
              <a:solidFill>
                <a:srgbClr val="0072B2">
                  <a:alpha val="36000"/>
                </a:srgbClr>
              </a:solidFill>
              <a:ln>
                <a:noFill/>
              </a:ln>
            </p:spPr>
            <p:txBody>
              <a:bodyPr anchor="ctr"/>
              <a:lstStyle/>
              <a:p>
                <a:pPr algn="ctr">
                  <a:buNone/>
                </a:pPr>
              </a:p>
            </p:txBody>
          </p:sp>
          <p:sp>
            <p:nvSpPr>
              <p:cNvPr id="737" name="addition:spatial:119"/>
              <p:cNvSpPr>
                <a:spLocks noGrp="1"/>
              </p:cNvSpPr>
              <p:nvPr/>
            </p:nvSpPr>
            <p:spPr>
              <a:xfrm>
                <a:off x="5648325" y="1666875"/>
                <a:ext cx="548914" cy="1113099"/>
              </a:xfrm>
              <a:custGeom>
                <a:avLst/>
                <a:gdLst/>
                <a:ahLst/>
                <a:cxnLst/>
                <a:rect l="l" t="t" r="r" b="b"/>
                <a:pathLst>
                  <a:path w="414" h="658">
                    <a:moveTo>
                      <a:pt x="0" y="0"/>
                    </a:moveTo>
                    <a:moveTo>
                      <a:pt x="405" y="607"/>
                    </a:moveTo>
                    <a:lnTo>
                      <a:pt x="411" y="611"/>
                    </a:lnTo>
                    <a:lnTo>
                      <a:pt x="414" y="616"/>
                    </a:lnTo>
                    <a:lnTo>
                      <a:pt x="414" y="620"/>
                    </a:lnTo>
                    <a:lnTo>
                      <a:pt x="413" y="624"/>
                    </a:lnTo>
                    <a:lnTo>
                      <a:pt x="412" y="628"/>
                    </a:lnTo>
                    <a:lnTo>
                      <a:pt x="410" y="632"/>
                    </a:lnTo>
                    <a:lnTo>
                      <a:pt x="406" y="634"/>
                    </a:lnTo>
                    <a:lnTo>
                      <a:pt x="401" y="635"/>
                    </a:lnTo>
                    <a:lnTo>
                      <a:pt x="397" y="636"/>
                    </a:lnTo>
                    <a:lnTo>
                      <a:pt x="393" y="638"/>
                    </a:lnTo>
                    <a:lnTo>
                      <a:pt x="392" y="642"/>
                    </a:lnTo>
                    <a:lnTo>
                      <a:pt x="390" y="646"/>
                    </a:lnTo>
                    <a:lnTo>
                      <a:pt x="387" y="649"/>
                    </a:lnTo>
                    <a:lnTo>
                      <a:pt x="382" y="649"/>
                    </a:lnTo>
                    <a:lnTo>
                      <a:pt x="377" y="647"/>
                    </a:lnTo>
                    <a:lnTo>
                      <a:pt x="373" y="648"/>
                    </a:lnTo>
                    <a:lnTo>
                      <a:pt x="368" y="651"/>
                    </a:lnTo>
                    <a:lnTo>
                      <a:pt x="363" y="655"/>
                    </a:lnTo>
                    <a:lnTo>
                      <a:pt x="358" y="658"/>
                    </a:lnTo>
                    <a:lnTo>
                      <a:pt x="352" y="656"/>
                    </a:lnTo>
                    <a:lnTo>
                      <a:pt x="348" y="653"/>
                    </a:lnTo>
                    <a:lnTo>
                      <a:pt x="344" y="649"/>
                    </a:lnTo>
                    <a:lnTo>
                      <a:pt x="340" y="645"/>
                    </a:lnTo>
                    <a:lnTo>
                      <a:pt x="337" y="642"/>
                    </a:lnTo>
                    <a:lnTo>
                      <a:pt x="335" y="638"/>
                    </a:lnTo>
                    <a:lnTo>
                      <a:pt x="333" y="634"/>
                    </a:lnTo>
                    <a:lnTo>
                      <a:pt x="330" y="632"/>
                    </a:lnTo>
                    <a:lnTo>
                      <a:pt x="325" y="631"/>
                    </a:lnTo>
                    <a:lnTo>
                      <a:pt x="317" y="631"/>
                    </a:lnTo>
                    <a:lnTo>
                      <a:pt x="311" y="629"/>
                    </a:lnTo>
                    <a:lnTo>
                      <a:pt x="310" y="625"/>
                    </a:lnTo>
                    <a:lnTo>
                      <a:pt x="311" y="620"/>
                    </a:lnTo>
                    <a:lnTo>
                      <a:pt x="314" y="615"/>
                    </a:lnTo>
                    <a:lnTo>
                      <a:pt x="315" y="611"/>
                    </a:lnTo>
                    <a:lnTo>
                      <a:pt x="314" y="607"/>
                    </a:lnTo>
                    <a:lnTo>
                      <a:pt x="313" y="603"/>
                    </a:lnTo>
                    <a:lnTo>
                      <a:pt x="315" y="598"/>
                    </a:lnTo>
                    <a:lnTo>
                      <a:pt x="319" y="595"/>
                    </a:lnTo>
                    <a:lnTo>
                      <a:pt x="323" y="592"/>
                    </a:lnTo>
                    <a:lnTo>
                      <a:pt x="326" y="589"/>
                    </a:lnTo>
                    <a:lnTo>
                      <a:pt x="328" y="585"/>
                    </a:lnTo>
                    <a:lnTo>
                      <a:pt x="330" y="582"/>
                    </a:lnTo>
                    <a:lnTo>
                      <a:pt x="333" y="579"/>
                    </a:lnTo>
                    <a:lnTo>
                      <a:pt x="336" y="576"/>
                    </a:lnTo>
                    <a:lnTo>
                      <a:pt x="338" y="571"/>
                    </a:lnTo>
                    <a:lnTo>
                      <a:pt x="339" y="565"/>
                    </a:lnTo>
                    <a:lnTo>
                      <a:pt x="341" y="560"/>
                    </a:lnTo>
                    <a:lnTo>
                      <a:pt x="346" y="558"/>
                    </a:lnTo>
                    <a:lnTo>
                      <a:pt x="351" y="560"/>
                    </a:lnTo>
                    <a:lnTo>
                      <a:pt x="357" y="565"/>
                    </a:lnTo>
                    <a:lnTo>
                      <a:pt x="361" y="568"/>
                    </a:lnTo>
                    <a:lnTo>
                      <a:pt x="364" y="568"/>
                    </a:lnTo>
                    <a:lnTo>
                      <a:pt x="368" y="566"/>
                    </a:lnTo>
                    <a:lnTo>
                      <a:pt x="371" y="564"/>
                    </a:lnTo>
                    <a:lnTo>
                      <a:pt x="375" y="564"/>
                    </a:lnTo>
                    <a:lnTo>
                      <a:pt x="378" y="565"/>
                    </a:lnTo>
                    <a:lnTo>
                      <a:pt x="381" y="566"/>
                    </a:lnTo>
                    <a:lnTo>
                      <a:pt x="385" y="566"/>
                    </a:lnTo>
                    <a:lnTo>
                      <a:pt x="390" y="567"/>
                    </a:lnTo>
                    <a:lnTo>
                      <a:pt x="393" y="569"/>
                    </a:lnTo>
                    <a:lnTo>
                      <a:pt x="394" y="573"/>
                    </a:lnTo>
                    <a:lnTo>
                      <a:pt x="396" y="577"/>
                    </a:lnTo>
                    <a:lnTo>
                      <a:pt x="400" y="580"/>
                    </a:lnTo>
                    <a:lnTo>
                      <a:pt x="404" y="582"/>
                    </a:lnTo>
                    <a:lnTo>
                      <a:pt x="406" y="586"/>
                    </a:lnTo>
                    <a:lnTo>
                      <a:pt x="405" y="591"/>
                    </a:lnTo>
                    <a:lnTo>
                      <a:pt x="402" y="596"/>
                    </a:lnTo>
                    <a:lnTo>
                      <a:pt x="399" y="600"/>
                    </a:lnTo>
                    <a:lnTo>
                      <a:pt x="400" y="603"/>
                    </a:lnTo>
                    <a:close/>
                  </a:path>
                </a:pathLst>
              </a:custGeom>
              <a:solidFill>
                <a:srgbClr val="0072B2">
                  <a:alpha val="36000"/>
                </a:srgbClr>
              </a:solidFill>
              <a:ln>
                <a:noFill/>
              </a:ln>
            </p:spPr>
            <p:txBody>
              <a:bodyPr anchor="ctr"/>
              <a:lstStyle/>
              <a:p>
                <a:pPr algn="ctr">
                  <a:buNone/>
                </a:pPr>
              </a:p>
            </p:txBody>
          </p:sp>
          <p:sp>
            <p:nvSpPr>
              <p:cNvPr id="738" name="addition:spatial:120"/>
              <p:cNvSpPr>
                <a:spLocks noGrp="1"/>
              </p:cNvSpPr>
              <p:nvPr/>
            </p:nvSpPr>
            <p:spPr>
              <a:xfrm>
                <a:off x="5648325" y="1666875"/>
                <a:ext cx="458754" cy="1136782"/>
              </a:xfrm>
              <a:custGeom>
                <a:avLst/>
                <a:gdLst/>
                <a:ahLst/>
                <a:cxnLst/>
                <a:rect l="l" t="t" r="r" b="b"/>
                <a:pathLst>
                  <a:path w="346" h="672">
                    <a:moveTo>
                      <a:pt x="0" y="0"/>
                    </a:moveTo>
                    <a:moveTo>
                      <a:pt x="341" y="633"/>
                    </a:moveTo>
                    <a:lnTo>
                      <a:pt x="339" y="636"/>
                    </a:lnTo>
                    <a:lnTo>
                      <a:pt x="335" y="639"/>
                    </a:lnTo>
                    <a:lnTo>
                      <a:pt x="331" y="641"/>
                    </a:lnTo>
                    <a:lnTo>
                      <a:pt x="329" y="644"/>
                    </a:lnTo>
                    <a:lnTo>
                      <a:pt x="328" y="647"/>
                    </a:lnTo>
                    <a:lnTo>
                      <a:pt x="330" y="652"/>
                    </a:lnTo>
                    <a:lnTo>
                      <a:pt x="331" y="657"/>
                    </a:lnTo>
                    <a:lnTo>
                      <a:pt x="329" y="660"/>
                    </a:lnTo>
                    <a:lnTo>
                      <a:pt x="324" y="662"/>
                    </a:lnTo>
                    <a:lnTo>
                      <a:pt x="320" y="662"/>
                    </a:lnTo>
                    <a:lnTo>
                      <a:pt x="316" y="664"/>
                    </a:lnTo>
                    <a:lnTo>
                      <a:pt x="314" y="667"/>
                    </a:lnTo>
                    <a:lnTo>
                      <a:pt x="312" y="671"/>
                    </a:lnTo>
                    <a:lnTo>
                      <a:pt x="308" y="672"/>
                    </a:lnTo>
                    <a:lnTo>
                      <a:pt x="304" y="671"/>
                    </a:lnTo>
                    <a:lnTo>
                      <a:pt x="301" y="669"/>
                    </a:lnTo>
                    <a:lnTo>
                      <a:pt x="298" y="668"/>
                    </a:lnTo>
                    <a:lnTo>
                      <a:pt x="295" y="667"/>
                    </a:lnTo>
                    <a:lnTo>
                      <a:pt x="292" y="667"/>
                    </a:lnTo>
                    <a:lnTo>
                      <a:pt x="289" y="666"/>
                    </a:lnTo>
                    <a:lnTo>
                      <a:pt x="287" y="665"/>
                    </a:lnTo>
                    <a:lnTo>
                      <a:pt x="283" y="666"/>
                    </a:lnTo>
                    <a:lnTo>
                      <a:pt x="279" y="668"/>
                    </a:lnTo>
                    <a:lnTo>
                      <a:pt x="273" y="669"/>
                    </a:lnTo>
                    <a:lnTo>
                      <a:pt x="269" y="668"/>
                    </a:lnTo>
                    <a:lnTo>
                      <a:pt x="268" y="664"/>
                    </a:lnTo>
                    <a:lnTo>
                      <a:pt x="268" y="658"/>
                    </a:lnTo>
                    <a:lnTo>
                      <a:pt x="269" y="653"/>
                    </a:lnTo>
                    <a:lnTo>
                      <a:pt x="268" y="650"/>
                    </a:lnTo>
                    <a:lnTo>
                      <a:pt x="265" y="648"/>
                    </a:lnTo>
                    <a:lnTo>
                      <a:pt x="262" y="646"/>
                    </a:lnTo>
                    <a:lnTo>
                      <a:pt x="261" y="642"/>
                    </a:lnTo>
                    <a:lnTo>
                      <a:pt x="261" y="639"/>
                    </a:lnTo>
                    <a:lnTo>
                      <a:pt x="260" y="636"/>
                    </a:lnTo>
                    <a:lnTo>
                      <a:pt x="258" y="633"/>
                    </a:lnTo>
                    <a:lnTo>
                      <a:pt x="256" y="629"/>
                    </a:lnTo>
                    <a:lnTo>
                      <a:pt x="255" y="626"/>
                    </a:lnTo>
                    <a:lnTo>
                      <a:pt x="255" y="622"/>
                    </a:lnTo>
                    <a:lnTo>
                      <a:pt x="256" y="619"/>
                    </a:lnTo>
                    <a:lnTo>
                      <a:pt x="256" y="615"/>
                    </a:lnTo>
                    <a:lnTo>
                      <a:pt x="256" y="611"/>
                    </a:lnTo>
                    <a:lnTo>
                      <a:pt x="257" y="607"/>
                    </a:lnTo>
                    <a:lnTo>
                      <a:pt x="260" y="605"/>
                    </a:lnTo>
                    <a:lnTo>
                      <a:pt x="266" y="606"/>
                    </a:lnTo>
                    <a:lnTo>
                      <a:pt x="272" y="607"/>
                    </a:lnTo>
                    <a:lnTo>
                      <a:pt x="276" y="607"/>
                    </a:lnTo>
                    <a:lnTo>
                      <a:pt x="277" y="604"/>
                    </a:lnTo>
                    <a:lnTo>
                      <a:pt x="279" y="599"/>
                    </a:lnTo>
                    <a:lnTo>
                      <a:pt x="281" y="595"/>
                    </a:lnTo>
                    <a:lnTo>
                      <a:pt x="285" y="593"/>
                    </a:lnTo>
                    <a:lnTo>
                      <a:pt x="289" y="592"/>
                    </a:lnTo>
                    <a:lnTo>
                      <a:pt x="294" y="592"/>
                    </a:lnTo>
                    <a:lnTo>
                      <a:pt x="298" y="591"/>
                    </a:lnTo>
                    <a:lnTo>
                      <a:pt x="303" y="592"/>
                    </a:lnTo>
                    <a:lnTo>
                      <a:pt x="307" y="594"/>
                    </a:lnTo>
                    <a:lnTo>
                      <a:pt x="311" y="598"/>
                    </a:lnTo>
                    <a:lnTo>
                      <a:pt x="314" y="600"/>
                    </a:lnTo>
                    <a:lnTo>
                      <a:pt x="318" y="601"/>
                    </a:lnTo>
                    <a:lnTo>
                      <a:pt x="323" y="601"/>
                    </a:lnTo>
                    <a:lnTo>
                      <a:pt x="326" y="602"/>
                    </a:lnTo>
                    <a:lnTo>
                      <a:pt x="328" y="606"/>
                    </a:lnTo>
                    <a:lnTo>
                      <a:pt x="328" y="610"/>
                    </a:lnTo>
                    <a:lnTo>
                      <a:pt x="330" y="613"/>
                    </a:lnTo>
                    <a:lnTo>
                      <a:pt x="333" y="615"/>
                    </a:lnTo>
                    <a:lnTo>
                      <a:pt x="339" y="616"/>
                    </a:lnTo>
                    <a:lnTo>
                      <a:pt x="344" y="618"/>
                    </a:lnTo>
                    <a:lnTo>
                      <a:pt x="346" y="621"/>
                    </a:lnTo>
                    <a:lnTo>
                      <a:pt x="345" y="625"/>
                    </a:lnTo>
                    <a:lnTo>
                      <a:pt x="343" y="629"/>
                    </a:lnTo>
                    <a:close/>
                  </a:path>
                </a:pathLst>
              </a:custGeom>
              <a:solidFill>
                <a:srgbClr val="0072B2">
                  <a:alpha val="36000"/>
                </a:srgbClr>
              </a:solidFill>
              <a:ln>
                <a:noFill/>
              </a:ln>
            </p:spPr>
            <p:txBody>
              <a:bodyPr anchor="ctr"/>
              <a:lstStyle/>
              <a:p>
                <a:pPr algn="ctr">
                  <a:buNone/>
                </a:pPr>
              </a:p>
            </p:txBody>
          </p:sp>
          <p:sp>
            <p:nvSpPr>
              <p:cNvPr id="739" name="addition:spatial:121"/>
              <p:cNvSpPr>
                <a:spLocks noGrp="1"/>
              </p:cNvSpPr>
              <p:nvPr/>
            </p:nvSpPr>
            <p:spPr>
              <a:xfrm>
                <a:off x="5648325" y="1666875"/>
                <a:ext cx="412349" cy="1021751"/>
              </a:xfrm>
              <a:custGeom>
                <a:avLst/>
                <a:gdLst/>
                <a:ahLst/>
                <a:cxnLst/>
                <a:rect l="l" t="t" r="r" b="b"/>
                <a:pathLst>
                  <a:path w="311" h="604">
                    <a:moveTo>
                      <a:pt x="0" y="0"/>
                    </a:moveTo>
                    <a:moveTo>
                      <a:pt x="303" y="565"/>
                    </a:moveTo>
                    <a:lnTo>
                      <a:pt x="307" y="568"/>
                    </a:lnTo>
                    <a:lnTo>
                      <a:pt x="310" y="571"/>
                    </a:lnTo>
                    <a:lnTo>
                      <a:pt x="311" y="575"/>
                    </a:lnTo>
                    <a:lnTo>
                      <a:pt x="309" y="578"/>
                    </a:lnTo>
                    <a:lnTo>
                      <a:pt x="307" y="580"/>
                    </a:lnTo>
                    <a:lnTo>
                      <a:pt x="305" y="582"/>
                    </a:lnTo>
                    <a:lnTo>
                      <a:pt x="304" y="585"/>
                    </a:lnTo>
                    <a:lnTo>
                      <a:pt x="303" y="588"/>
                    </a:lnTo>
                    <a:lnTo>
                      <a:pt x="301" y="590"/>
                    </a:lnTo>
                    <a:lnTo>
                      <a:pt x="299" y="591"/>
                    </a:lnTo>
                    <a:lnTo>
                      <a:pt x="296" y="591"/>
                    </a:lnTo>
                    <a:lnTo>
                      <a:pt x="293" y="593"/>
                    </a:lnTo>
                    <a:lnTo>
                      <a:pt x="291" y="594"/>
                    </a:lnTo>
                    <a:lnTo>
                      <a:pt x="289" y="595"/>
                    </a:lnTo>
                    <a:lnTo>
                      <a:pt x="286" y="596"/>
                    </a:lnTo>
                    <a:lnTo>
                      <a:pt x="283" y="595"/>
                    </a:lnTo>
                    <a:lnTo>
                      <a:pt x="280" y="597"/>
                    </a:lnTo>
                    <a:lnTo>
                      <a:pt x="277" y="600"/>
                    </a:lnTo>
                    <a:lnTo>
                      <a:pt x="273" y="604"/>
                    </a:lnTo>
                    <a:lnTo>
                      <a:pt x="269" y="604"/>
                    </a:lnTo>
                    <a:lnTo>
                      <a:pt x="266" y="602"/>
                    </a:lnTo>
                    <a:lnTo>
                      <a:pt x="264" y="597"/>
                    </a:lnTo>
                    <a:lnTo>
                      <a:pt x="262" y="592"/>
                    </a:lnTo>
                    <a:lnTo>
                      <a:pt x="260" y="590"/>
                    </a:lnTo>
                    <a:lnTo>
                      <a:pt x="257" y="589"/>
                    </a:lnTo>
                    <a:lnTo>
                      <a:pt x="254" y="588"/>
                    </a:lnTo>
                    <a:lnTo>
                      <a:pt x="251" y="586"/>
                    </a:lnTo>
                    <a:lnTo>
                      <a:pt x="249" y="584"/>
                    </a:lnTo>
                    <a:lnTo>
                      <a:pt x="247" y="582"/>
                    </a:lnTo>
                    <a:lnTo>
                      <a:pt x="244" y="580"/>
                    </a:lnTo>
                    <a:lnTo>
                      <a:pt x="241" y="577"/>
                    </a:lnTo>
                    <a:lnTo>
                      <a:pt x="240" y="574"/>
                    </a:lnTo>
                    <a:lnTo>
                      <a:pt x="241" y="571"/>
                    </a:lnTo>
                    <a:lnTo>
                      <a:pt x="242" y="568"/>
                    </a:lnTo>
                    <a:lnTo>
                      <a:pt x="241" y="565"/>
                    </a:lnTo>
                    <a:lnTo>
                      <a:pt x="240" y="561"/>
                    </a:lnTo>
                    <a:lnTo>
                      <a:pt x="240" y="558"/>
                    </a:lnTo>
                    <a:lnTo>
                      <a:pt x="242" y="555"/>
                    </a:lnTo>
                    <a:lnTo>
                      <a:pt x="247" y="553"/>
                    </a:lnTo>
                    <a:lnTo>
                      <a:pt x="251" y="552"/>
                    </a:lnTo>
                    <a:lnTo>
                      <a:pt x="254" y="550"/>
                    </a:lnTo>
                    <a:lnTo>
                      <a:pt x="254" y="547"/>
                    </a:lnTo>
                    <a:lnTo>
                      <a:pt x="254" y="543"/>
                    </a:lnTo>
                    <a:lnTo>
                      <a:pt x="255" y="539"/>
                    </a:lnTo>
                    <a:lnTo>
                      <a:pt x="257" y="536"/>
                    </a:lnTo>
                    <a:lnTo>
                      <a:pt x="259" y="534"/>
                    </a:lnTo>
                    <a:lnTo>
                      <a:pt x="262" y="531"/>
                    </a:lnTo>
                    <a:lnTo>
                      <a:pt x="265" y="529"/>
                    </a:lnTo>
                    <a:lnTo>
                      <a:pt x="268" y="529"/>
                    </a:lnTo>
                    <a:lnTo>
                      <a:pt x="272" y="531"/>
                    </a:lnTo>
                    <a:lnTo>
                      <a:pt x="275" y="534"/>
                    </a:lnTo>
                    <a:lnTo>
                      <a:pt x="277" y="535"/>
                    </a:lnTo>
                    <a:lnTo>
                      <a:pt x="280" y="534"/>
                    </a:lnTo>
                    <a:lnTo>
                      <a:pt x="282" y="531"/>
                    </a:lnTo>
                    <a:lnTo>
                      <a:pt x="285" y="531"/>
                    </a:lnTo>
                    <a:lnTo>
                      <a:pt x="287" y="532"/>
                    </a:lnTo>
                    <a:lnTo>
                      <a:pt x="289" y="535"/>
                    </a:lnTo>
                    <a:lnTo>
                      <a:pt x="290" y="537"/>
                    </a:lnTo>
                    <a:lnTo>
                      <a:pt x="293" y="537"/>
                    </a:lnTo>
                    <a:lnTo>
                      <a:pt x="297" y="537"/>
                    </a:lnTo>
                    <a:lnTo>
                      <a:pt x="300" y="537"/>
                    </a:lnTo>
                    <a:lnTo>
                      <a:pt x="302" y="539"/>
                    </a:lnTo>
                    <a:lnTo>
                      <a:pt x="303" y="543"/>
                    </a:lnTo>
                    <a:lnTo>
                      <a:pt x="304" y="546"/>
                    </a:lnTo>
                    <a:lnTo>
                      <a:pt x="304" y="549"/>
                    </a:lnTo>
                    <a:lnTo>
                      <a:pt x="304" y="553"/>
                    </a:lnTo>
                    <a:lnTo>
                      <a:pt x="303" y="556"/>
                    </a:lnTo>
                    <a:lnTo>
                      <a:pt x="301" y="559"/>
                    </a:lnTo>
                    <a:lnTo>
                      <a:pt x="301" y="562"/>
                    </a:lnTo>
                    <a:close/>
                  </a:path>
                </a:pathLst>
              </a:custGeom>
              <a:solidFill>
                <a:srgbClr val="0F7AB7">
                  <a:alpha val="32000"/>
                </a:srgbClr>
              </a:solidFill>
              <a:ln>
                <a:noFill/>
              </a:ln>
            </p:spPr>
            <p:txBody>
              <a:bodyPr anchor="ctr"/>
              <a:lstStyle/>
              <a:p>
                <a:pPr algn="ctr">
                  <a:buNone/>
                </a:pPr>
              </a:p>
            </p:txBody>
          </p:sp>
          <p:sp>
            <p:nvSpPr>
              <p:cNvPr id="740" name="addition:spatial:122"/>
              <p:cNvSpPr>
                <a:spLocks noGrp="1"/>
              </p:cNvSpPr>
              <p:nvPr/>
            </p:nvSpPr>
            <p:spPr>
              <a:xfrm>
                <a:off x="5648325" y="1666875"/>
                <a:ext cx="518419" cy="1094491"/>
              </a:xfrm>
              <a:custGeom>
                <a:avLst/>
                <a:gdLst/>
                <a:ahLst/>
                <a:cxnLst/>
                <a:rect l="l" t="t" r="r" b="b"/>
                <a:pathLst>
                  <a:path w="391" h="647">
                    <a:moveTo>
                      <a:pt x="0" y="0"/>
                    </a:moveTo>
                    <a:moveTo>
                      <a:pt x="391" y="615"/>
                    </a:moveTo>
                    <a:lnTo>
                      <a:pt x="391" y="618"/>
                    </a:lnTo>
                    <a:lnTo>
                      <a:pt x="387" y="621"/>
                    </a:lnTo>
                    <a:lnTo>
                      <a:pt x="382" y="622"/>
                    </a:lnTo>
                    <a:lnTo>
                      <a:pt x="378" y="624"/>
                    </a:lnTo>
                    <a:lnTo>
                      <a:pt x="377" y="626"/>
                    </a:lnTo>
                    <a:lnTo>
                      <a:pt x="377" y="629"/>
                    </a:lnTo>
                    <a:lnTo>
                      <a:pt x="376" y="632"/>
                    </a:lnTo>
                    <a:lnTo>
                      <a:pt x="375" y="635"/>
                    </a:lnTo>
                    <a:lnTo>
                      <a:pt x="372" y="636"/>
                    </a:lnTo>
                    <a:lnTo>
                      <a:pt x="370" y="638"/>
                    </a:lnTo>
                    <a:lnTo>
                      <a:pt x="367" y="641"/>
                    </a:lnTo>
                    <a:lnTo>
                      <a:pt x="365" y="643"/>
                    </a:lnTo>
                    <a:lnTo>
                      <a:pt x="362" y="644"/>
                    </a:lnTo>
                    <a:lnTo>
                      <a:pt x="359" y="644"/>
                    </a:lnTo>
                    <a:lnTo>
                      <a:pt x="355" y="644"/>
                    </a:lnTo>
                    <a:lnTo>
                      <a:pt x="352" y="645"/>
                    </a:lnTo>
                    <a:lnTo>
                      <a:pt x="349" y="647"/>
                    </a:lnTo>
                    <a:lnTo>
                      <a:pt x="346" y="647"/>
                    </a:lnTo>
                    <a:lnTo>
                      <a:pt x="344" y="645"/>
                    </a:lnTo>
                    <a:lnTo>
                      <a:pt x="342" y="641"/>
                    </a:lnTo>
                    <a:lnTo>
                      <a:pt x="340" y="638"/>
                    </a:lnTo>
                    <a:lnTo>
                      <a:pt x="339" y="638"/>
                    </a:lnTo>
                    <a:lnTo>
                      <a:pt x="335" y="639"/>
                    </a:lnTo>
                    <a:lnTo>
                      <a:pt x="331" y="641"/>
                    </a:lnTo>
                    <a:lnTo>
                      <a:pt x="328" y="641"/>
                    </a:lnTo>
                    <a:lnTo>
                      <a:pt x="326" y="639"/>
                    </a:lnTo>
                    <a:lnTo>
                      <a:pt x="324" y="637"/>
                    </a:lnTo>
                    <a:lnTo>
                      <a:pt x="323" y="634"/>
                    </a:lnTo>
                    <a:lnTo>
                      <a:pt x="322" y="631"/>
                    </a:lnTo>
                    <a:lnTo>
                      <a:pt x="322" y="628"/>
                    </a:lnTo>
                    <a:lnTo>
                      <a:pt x="323" y="625"/>
                    </a:lnTo>
                    <a:lnTo>
                      <a:pt x="325" y="622"/>
                    </a:lnTo>
                    <a:lnTo>
                      <a:pt x="325" y="620"/>
                    </a:lnTo>
                    <a:lnTo>
                      <a:pt x="323" y="617"/>
                    </a:lnTo>
                    <a:lnTo>
                      <a:pt x="320" y="615"/>
                    </a:lnTo>
                    <a:lnTo>
                      <a:pt x="319" y="612"/>
                    </a:lnTo>
                    <a:lnTo>
                      <a:pt x="321" y="610"/>
                    </a:lnTo>
                    <a:lnTo>
                      <a:pt x="323" y="607"/>
                    </a:lnTo>
                    <a:lnTo>
                      <a:pt x="324" y="605"/>
                    </a:lnTo>
                    <a:lnTo>
                      <a:pt x="323" y="602"/>
                    </a:lnTo>
                    <a:lnTo>
                      <a:pt x="321" y="598"/>
                    </a:lnTo>
                    <a:lnTo>
                      <a:pt x="320" y="595"/>
                    </a:lnTo>
                    <a:lnTo>
                      <a:pt x="322" y="593"/>
                    </a:lnTo>
                    <a:lnTo>
                      <a:pt x="326" y="592"/>
                    </a:lnTo>
                    <a:lnTo>
                      <a:pt x="329" y="592"/>
                    </a:lnTo>
                    <a:lnTo>
                      <a:pt x="332" y="591"/>
                    </a:lnTo>
                    <a:lnTo>
                      <a:pt x="334" y="590"/>
                    </a:lnTo>
                    <a:lnTo>
                      <a:pt x="337" y="590"/>
                    </a:lnTo>
                    <a:lnTo>
                      <a:pt x="339" y="590"/>
                    </a:lnTo>
                    <a:lnTo>
                      <a:pt x="342" y="590"/>
                    </a:lnTo>
                    <a:lnTo>
                      <a:pt x="344" y="587"/>
                    </a:lnTo>
                    <a:lnTo>
                      <a:pt x="346" y="583"/>
                    </a:lnTo>
                    <a:lnTo>
                      <a:pt x="350" y="581"/>
                    </a:lnTo>
                    <a:lnTo>
                      <a:pt x="353" y="581"/>
                    </a:lnTo>
                    <a:lnTo>
                      <a:pt x="356" y="584"/>
                    </a:lnTo>
                    <a:lnTo>
                      <a:pt x="359" y="587"/>
                    </a:lnTo>
                    <a:lnTo>
                      <a:pt x="361" y="588"/>
                    </a:lnTo>
                    <a:lnTo>
                      <a:pt x="365" y="589"/>
                    </a:lnTo>
                    <a:lnTo>
                      <a:pt x="369" y="589"/>
                    </a:lnTo>
                    <a:lnTo>
                      <a:pt x="371" y="591"/>
                    </a:lnTo>
                    <a:lnTo>
                      <a:pt x="373" y="594"/>
                    </a:lnTo>
                    <a:lnTo>
                      <a:pt x="374" y="597"/>
                    </a:lnTo>
                    <a:lnTo>
                      <a:pt x="376" y="599"/>
                    </a:lnTo>
                    <a:lnTo>
                      <a:pt x="378" y="601"/>
                    </a:lnTo>
                    <a:lnTo>
                      <a:pt x="380" y="603"/>
                    </a:lnTo>
                    <a:lnTo>
                      <a:pt x="382" y="605"/>
                    </a:lnTo>
                    <a:lnTo>
                      <a:pt x="384" y="607"/>
                    </a:lnTo>
                    <a:lnTo>
                      <a:pt x="386" y="609"/>
                    </a:lnTo>
                    <a:lnTo>
                      <a:pt x="389" y="612"/>
                    </a:lnTo>
                    <a:close/>
                  </a:path>
                </a:pathLst>
              </a:custGeom>
              <a:solidFill>
                <a:srgbClr val="0F7AB7">
                  <a:alpha val="32000"/>
                </a:srgbClr>
              </a:solidFill>
              <a:ln>
                <a:noFill/>
              </a:ln>
            </p:spPr>
            <p:txBody>
              <a:bodyPr anchor="ctr"/>
              <a:lstStyle/>
              <a:p>
                <a:pPr algn="ctr">
                  <a:buNone/>
                </a:pPr>
              </a:p>
            </p:txBody>
          </p:sp>
          <p:sp>
            <p:nvSpPr>
              <p:cNvPr id="741" name="addition:spatial:123"/>
              <p:cNvSpPr>
                <a:spLocks noGrp="1"/>
              </p:cNvSpPr>
              <p:nvPr/>
            </p:nvSpPr>
            <p:spPr>
              <a:xfrm>
                <a:off x="5648325" y="1666875"/>
                <a:ext cx="582061" cy="1052200"/>
              </a:xfrm>
              <a:custGeom>
                <a:avLst/>
                <a:gdLst/>
                <a:ahLst/>
                <a:cxnLst/>
                <a:rect l="l" t="t" r="r" b="b"/>
                <a:pathLst>
                  <a:path w="439" h="622">
                    <a:moveTo>
                      <a:pt x="0" y="0"/>
                    </a:moveTo>
                    <a:moveTo>
                      <a:pt x="439" y="594"/>
                    </a:moveTo>
                    <a:lnTo>
                      <a:pt x="439" y="597"/>
                    </a:lnTo>
                    <a:lnTo>
                      <a:pt x="437" y="599"/>
                    </a:lnTo>
                    <a:lnTo>
                      <a:pt x="434" y="601"/>
                    </a:lnTo>
                    <a:lnTo>
                      <a:pt x="432" y="603"/>
                    </a:lnTo>
                    <a:lnTo>
                      <a:pt x="431" y="605"/>
                    </a:lnTo>
                    <a:lnTo>
                      <a:pt x="430" y="607"/>
                    </a:lnTo>
                    <a:lnTo>
                      <a:pt x="429" y="609"/>
                    </a:lnTo>
                    <a:lnTo>
                      <a:pt x="428" y="611"/>
                    </a:lnTo>
                    <a:lnTo>
                      <a:pt x="428" y="614"/>
                    </a:lnTo>
                    <a:lnTo>
                      <a:pt x="427" y="617"/>
                    </a:lnTo>
                    <a:lnTo>
                      <a:pt x="426" y="621"/>
                    </a:lnTo>
                    <a:lnTo>
                      <a:pt x="424" y="622"/>
                    </a:lnTo>
                    <a:lnTo>
                      <a:pt x="422" y="622"/>
                    </a:lnTo>
                    <a:lnTo>
                      <a:pt x="419" y="619"/>
                    </a:lnTo>
                    <a:lnTo>
                      <a:pt x="416" y="617"/>
                    </a:lnTo>
                    <a:lnTo>
                      <a:pt x="415" y="618"/>
                    </a:lnTo>
                    <a:lnTo>
                      <a:pt x="413" y="619"/>
                    </a:lnTo>
                    <a:lnTo>
                      <a:pt x="412" y="621"/>
                    </a:lnTo>
                    <a:lnTo>
                      <a:pt x="410" y="621"/>
                    </a:lnTo>
                    <a:lnTo>
                      <a:pt x="408" y="619"/>
                    </a:lnTo>
                    <a:lnTo>
                      <a:pt x="407" y="619"/>
                    </a:lnTo>
                    <a:lnTo>
                      <a:pt x="405" y="618"/>
                    </a:lnTo>
                    <a:lnTo>
                      <a:pt x="403" y="619"/>
                    </a:lnTo>
                    <a:lnTo>
                      <a:pt x="401" y="618"/>
                    </a:lnTo>
                    <a:lnTo>
                      <a:pt x="400" y="616"/>
                    </a:lnTo>
                    <a:lnTo>
                      <a:pt x="398" y="614"/>
                    </a:lnTo>
                    <a:lnTo>
                      <a:pt x="397" y="613"/>
                    </a:lnTo>
                    <a:lnTo>
                      <a:pt x="395" y="611"/>
                    </a:lnTo>
                    <a:lnTo>
                      <a:pt x="393" y="609"/>
                    </a:lnTo>
                    <a:lnTo>
                      <a:pt x="394" y="606"/>
                    </a:lnTo>
                    <a:lnTo>
                      <a:pt x="395" y="603"/>
                    </a:lnTo>
                    <a:lnTo>
                      <a:pt x="397" y="600"/>
                    </a:lnTo>
                    <a:lnTo>
                      <a:pt x="396" y="598"/>
                    </a:lnTo>
                    <a:lnTo>
                      <a:pt x="394" y="596"/>
                    </a:lnTo>
                    <a:lnTo>
                      <a:pt x="391" y="594"/>
                    </a:lnTo>
                    <a:lnTo>
                      <a:pt x="389" y="592"/>
                    </a:lnTo>
                    <a:lnTo>
                      <a:pt x="388" y="589"/>
                    </a:lnTo>
                    <a:lnTo>
                      <a:pt x="389" y="587"/>
                    </a:lnTo>
                    <a:lnTo>
                      <a:pt x="390" y="584"/>
                    </a:lnTo>
                    <a:lnTo>
                      <a:pt x="390" y="582"/>
                    </a:lnTo>
                    <a:lnTo>
                      <a:pt x="391" y="580"/>
                    </a:lnTo>
                    <a:lnTo>
                      <a:pt x="393" y="578"/>
                    </a:lnTo>
                    <a:lnTo>
                      <a:pt x="395" y="578"/>
                    </a:lnTo>
                    <a:lnTo>
                      <a:pt x="397" y="577"/>
                    </a:lnTo>
                    <a:lnTo>
                      <a:pt x="398" y="575"/>
                    </a:lnTo>
                    <a:lnTo>
                      <a:pt x="399" y="572"/>
                    </a:lnTo>
                    <a:lnTo>
                      <a:pt x="400" y="571"/>
                    </a:lnTo>
                    <a:lnTo>
                      <a:pt x="403" y="571"/>
                    </a:lnTo>
                    <a:lnTo>
                      <a:pt x="405" y="571"/>
                    </a:lnTo>
                    <a:lnTo>
                      <a:pt x="407" y="571"/>
                    </a:lnTo>
                    <a:lnTo>
                      <a:pt x="409" y="569"/>
                    </a:lnTo>
                    <a:lnTo>
                      <a:pt x="411" y="566"/>
                    </a:lnTo>
                    <a:lnTo>
                      <a:pt x="414" y="563"/>
                    </a:lnTo>
                    <a:lnTo>
                      <a:pt x="417" y="563"/>
                    </a:lnTo>
                    <a:lnTo>
                      <a:pt x="419" y="566"/>
                    </a:lnTo>
                    <a:lnTo>
                      <a:pt x="421" y="568"/>
                    </a:lnTo>
                    <a:lnTo>
                      <a:pt x="423" y="570"/>
                    </a:lnTo>
                    <a:lnTo>
                      <a:pt x="425" y="572"/>
                    </a:lnTo>
                    <a:lnTo>
                      <a:pt x="426" y="574"/>
                    </a:lnTo>
                    <a:lnTo>
                      <a:pt x="427" y="576"/>
                    </a:lnTo>
                    <a:lnTo>
                      <a:pt x="429" y="578"/>
                    </a:lnTo>
                    <a:lnTo>
                      <a:pt x="431" y="578"/>
                    </a:lnTo>
                    <a:lnTo>
                      <a:pt x="434" y="578"/>
                    </a:lnTo>
                    <a:lnTo>
                      <a:pt x="437" y="579"/>
                    </a:lnTo>
                    <a:lnTo>
                      <a:pt x="438" y="581"/>
                    </a:lnTo>
                    <a:lnTo>
                      <a:pt x="438" y="584"/>
                    </a:lnTo>
                    <a:lnTo>
                      <a:pt x="437" y="587"/>
                    </a:lnTo>
                    <a:lnTo>
                      <a:pt x="437" y="590"/>
                    </a:lnTo>
                    <a:lnTo>
                      <a:pt x="438" y="592"/>
                    </a:lnTo>
                    <a:close/>
                  </a:path>
                </a:pathLst>
              </a:custGeom>
              <a:solidFill>
                <a:srgbClr val="59A3CD">
                  <a:alpha val="24000"/>
                </a:srgbClr>
              </a:solidFill>
              <a:ln>
                <a:noFill/>
              </a:ln>
            </p:spPr>
            <p:txBody>
              <a:bodyPr anchor="ctr"/>
              <a:lstStyle/>
              <a:p>
                <a:pPr algn="ctr">
                  <a:buNone/>
                </a:pPr>
              </a:p>
            </p:txBody>
          </p:sp>
          <p:sp>
            <p:nvSpPr>
              <p:cNvPr id="742" name="addition:spatial:124"/>
              <p:cNvSpPr>
                <a:spLocks noGrp="1"/>
              </p:cNvSpPr>
              <p:nvPr/>
            </p:nvSpPr>
            <p:spPr>
              <a:xfrm>
                <a:off x="5648325" y="1666875"/>
                <a:ext cx="550240" cy="1177381"/>
              </a:xfrm>
              <a:custGeom>
                <a:avLst/>
                <a:gdLst/>
                <a:ahLst/>
                <a:cxnLst/>
                <a:rect l="l" t="t" r="r" b="b"/>
                <a:pathLst>
                  <a:path w="415" h="696">
                    <a:moveTo>
                      <a:pt x="0" y="0"/>
                    </a:moveTo>
                    <a:moveTo>
                      <a:pt x="412" y="663"/>
                    </a:moveTo>
                    <a:lnTo>
                      <a:pt x="409" y="666"/>
                    </a:lnTo>
                    <a:lnTo>
                      <a:pt x="407" y="668"/>
                    </a:lnTo>
                    <a:lnTo>
                      <a:pt x="407" y="670"/>
                    </a:lnTo>
                    <a:lnTo>
                      <a:pt x="407" y="673"/>
                    </a:lnTo>
                    <a:lnTo>
                      <a:pt x="406" y="676"/>
                    </a:lnTo>
                    <a:lnTo>
                      <a:pt x="404" y="678"/>
                    </a:lnTo>
                    <a:lnTo>
                      <a:pt x="401" y="679"/>
                    </a:lnTo>
                    <a:lnTo>
                      <a:pt x="399" y="681"/>
                    </a:lnTo>
                    <a:lnTo>
                      <a:pt x="398" y="683"/>
                    </a:lnTo>
                    <a:lnTo>
                      <a:pt x="397" y="686"/>
                    </a:lnTo>
                    <a:lnTo>
                      <a:pt x="395" y="688"/>
                    </a:lnTo>
                    <a:lnTo>
                      <a:pt x="393" y="690"/>
                    </a:lnTo>
                    <a:lnTo>
                      <a:pt x="391" y="692"/>
                    </a:lnTo>
                    <a:lnTo>
                      <a:pt x="388" y="694"/>
                    </a:lnTo>
                    <a:lnTo>
                      <a:pt x="386" y="696"/>
                    </a:lnTo>
                    <a:lnTo>
                      <a:pt x="383" y="696"/>
                    </a:lnTo>
                    <a:lnTo>
                      <a:pt x="381" y="693"/>
                    </a:lnTo>
                    <a:lnTo>
                      <a:pt x="378" y="690"/>
                    </a:lnTo>
                    <a:lnTo>
                      <a:pt x="377" y="687"/>
                    </a:lnTo>
                    <a:lnTo>
                      <a:pt x="375" y="687"/>
                    </a:lnTo>
                    <a:lnTo>
                      <a:pt x="373" y="689"/>
                    </a:lnTo>
                    <a:lnTo>
                      <a:pt x="370" y="691"/>
                    </a:lnTo>
                    <a:lnTo>
                      <a:pt x="368" y="691"/>
                    </a:lnTo>
                    <a:lnTo>
                      <a:pt x="366" y="689"/>
                    </a:lnTo>
                    <a:lnTo>
                      <a:pt x="364" y="687"/>
                    </a:lnTo>
                    <a:lnTo>
                      <a:pt x="363" y="686"/>
                    </a:lnTo>
                    <a:lnTo>
                      <a:pt x="361" y="684"/>
                    </a:lnTo>
                    <a:lnTo>
                      <a:pt x="360" y="682"/>
                    </a:lnTo>
                    <a:lnTo>
                      <a:pt x="360" y="679"/>
                    </a:lnTo>
                    <a:lnTo>
                      <a:pt x="360" y="676"/>
                    </a:lnTo>
                    <a:lnTo>
                      <a:pt x="359" y="673"/>
                    </a:lnTo>
                    <a:lnTo>
                      <a:pt x="358" y="671"/>
                    </a:lnTo>
                    <a:lnTo>
                      <a:pt x="357" y="668"/>
                    </a:lnTo>
                    <a:lnTo>
                      <a:pt x="357" y="666"/>
                    </a:lnTo>
                    <a:lnTo>
                      <a:pt x="359" y="663"/>
                    </a:lnTo>
                    <a:lnTo>
                      <a:pt x="361" y="661"/>
                    </a:lnTo>
                    <a:lnTo>
                      <a:pt x="360" y="658"/>
                    </a:lnTo>
                    <a:lnTo>
                      <a:pt x="358" y="655"/>
                    </a:lnTo>
                    <a:lnTo>
                      <a:pt x="355" y="652"/>
                    </a:lnTo>
                    <a:lnTo>
                      <a:pt x="354" y="648"/>
                    </a:lnTo>
                    <a:lnTo>
                      <a:pt x="355" y="646"/>
                    </a:lnTo>
                    <a:lnTo>
                      <a:pt x="358" y="644"/>
                    </a:lnTo>
                    <a:lnTo>
                      <a:pt x="360" y="643"/>
                    </a:lnTo>
                    <a:lnTo>
                      <a:pt x="362" y="642"/>
                    </a:lnTo>
                    <a:lnTo>
                      <a:pt x="364" y="641"/>
                    </a:lnTo>
                    <a:lnTo>
                      <a:pt x="366" y="640"/>
                    </a:lnTo>
                    <a:lnTo>
                      <a:pt x="369" y="640"/>
                    </a:lnTo>
                    <a:lnTo>
                      <a:pt x="370" y="639"/>
                    </a:lnTo>
                    <a:lnTo>
                      <a:pt x="372" y="637"/>
                    </a:lnTo>
                    <a:lnTo>
                      <a:pt x="373" y="634"/>
                    </a:lnTo>
                    <a:lnTo>
                      <a:pt x="375" y="632"/>
                    </a:lnTo>
                    <a:lnTo>
                      <a:pt x="378" y="632"/>
                    </a:lnTo>
                    <a:lnTo>
                      <a:pt x="381" y="633"/>
                    </a:lnTo>
                    <a:lnTo>
                      <a:pt x="383" y="635"/>
                    </a:lnTo>
                    <a:lnTo>
                      <a:pt x="386" y="634"/>
                    </a:lnTo>
                    <a:lnTo>
                      <a:pt x="389" y="633"/>
                    </a:lnTo>
                    <a:lnTo>
                      <a:pt x="393" y="632"/>
                    </a:lnTo>
                    <a:lnTo>
                      <a:pt x="395" y="634"/>
                    </a:lnTo>
                    <a:lnTo>
                      <a:pt x="397" y="638"/>
                    </a:lnTo>
                    <a:lnTo>
                      <a:pt x="397" y="641"/>
                    </a:lnTo>
                    <a:lnTo>
                      <a:pt x="399" y="644"/>
                    </a:lnTo>
                    <a:lnTo>
                      <a:pt x="401" y="646"/>
                    </a:lnTo>
                    <a:lnTo>
                      <a:pt x="402" y="647"/>
                    </a:lnTo>
                    <a:lnTo>
                      <a:pt x="404" y="649"/>
                    </a:lnTo>
                    <a:lnTo>
                      <a:pt x="406" y="651"/>
                    </a:lnTo>
                    <a:lnTo>
                      <a:pt x="408" y="653"/>
                    </a:lnTo>
                    <a:lnTo>
                      <a:pt x="412" y="654"/>
                    </a:lnTo>
                    <a:lnTo>
                      <a:pt x="414" y="657"/>
                    </a:lnTo>
                    <a:lnTo>
                      <a:pt x="415" y="660"/>
                    </a:lnTo>
                    <a:close/>
                  </a:path>
                </a:pathLst>
              </a:custGeom>
              <a:solidFill>
                <a:srgbClr val="59A3CD">
                  <a:alpha val="24000"/>
                </a:srgbClr>
              </a:solidFill>
              <a:ln>
                <a:noFill/>
              </a:ln>
            </p:spPr>
            <p:txBody>
              <a:bodyPr anchor="ctr"/>
              <a:lstStyle/>
              <a:p>
                <a:pPr algn="ctr">
                  <a:buNone/>
                </a:pPr>
              </a:p>
            </p:txBody>
          </p:sp>
          <p:sp>
            <p:nvSpPr>
              <p:cNvPr id="743" name="addition:spatial:125"/>
              <p:cNvSpPr>
                <a:spLocks noGrp="1"/>
              </p:cNvSpPr>
              <p:nvPr/>
            </p:nvSpPr>
            <p:spPr>
              <a:xfrm>
                <a:off x="5648325" y="1666875"/>
                <a:ext cx="432237" cy="1207831"/>
              </a:xfrm>
              <a:custGeom>
                <a:avLst/>
                <a:gdLst/>
                <a:ahLst/>
                <a:cxnLst/>
                <a:rect l="l" t="t" r="r" b="b"/>
                <a:pathLst>
                  <a:path w="326" h="714">
                    <a:moveTo>
                      <a:pt x="0" y="0"/>
                    </a:moveTo>
                    <a:moveTo>
                      <a:pt x="320" y="680"/>
                    </a:moveTo>
                    <a:lnTo>
                      <a:pt x="323" y="683"/>
                    </a:lnTo>
                    <a:lnTo>
                      <a:pt x="324" y="686"/>
                    </a:lnTo>
                    <a:lnTo>
                      <a:pt x="325" y="689"/>
                    </a:lnTo>
                    <a:lnTo>
                      <a:pt x="324" y="691"/>
                    </a:lnTo>
                    <a:lnTo>
                      <a:pt x="324" y="694"/>
                    </a:lnTo>
                    <a:lnTo>
                      <a:pt x="323" y="697"/>
                    </a:lnTo>
                    <a:lnTo>
                      <a:pt x="323" y="699"/>
                    </a:lnTo>
                    <a:lnTo>
                      <a:pt x="321" y="701"/>
                    </a:lnTo>
                    <a:lnTo>
                      <a:pt x="319" y="702"/>
                    </a:lnTo>
                    <a:lnTo>
                      <a:pt x="317" y="703"/>
                    </a:lnTo>
                    <a:lnTo>
                      <a:pt x="316" y="705"/>
                    </a:lnTo>
                    <a:lnTo>
                      <a:pt x="314" y="707"/>
                    </a:lnTo>
                    <a:lnTo>
                      <a:pt x="313" y="709"/>
                    </a:lnTo>
                    <a:lnTo>
                      <a:pt x="311" y="708"/>
                    </a:lnTo>
                    <a:lnTo>
                      <a:pt x="308" y="706"/>
                    </a:lnTo>
                    <a:lnTo>
                      <a:pt x="306" y="705"/>
                    </a:lnTo>
                    <a:lnTo>
                      <a:pt x="305" y="707"/>
                    </a:lnTo>
                    <a:lnTo>
                      <a:pt x="302" y="710"/>
                    </a:lnTo>
                    <a:lnTo>
                      <a:pt x="300" y="713"/>
                    </a:lnTo>
                    <a:lnTo>
                      <a:pt x="297" y="714"/>
                    </a:lnTo>
                    <a:lnTo>
                      <a:pt x="295" y="713"/>
                    </a:lnTo>
                    <a:lnTo>
                      <a:pt x="292" y="710"/>
                    </a:lnTo>
                    <a:lnTo>
                      <a:pt x="290" y="708"/>
                    </a:lnTo>
                    <a:lnTo>
                      <a:pt x="289" y="706"/>
                    </a:lnTo>
                    <a:lnTo>
                      <a:pt x="287" y="703"/>
                    </a:lnTo>
                    <a:lnTo>
                      <a:pt x="286" y="700"/>
                    </a:lnTo>
                    <a:lnTo>
                      <a:pt x="285" y="697"/>
                    </a:lnTo>
                    <a:lnTo>
                      <a:pt x="284" y="696"/>
                    </a:lnTo>
                    <a:lnTo>
                      <a:pt x="281" y="695"/>
                    </a:lnTo>
                    <a:lnTo>
                      <a:pt x="277" y="694"/>
                    </a:lnTo>
                    <a:lnTo>
                      <a:pt x="275" y="692"/>
                    </a:lnTo>
                    <a:lnTo>
                      <a:pt x="275" y="689"/>
                    </a:lnTo>
                    <a:lnTo>
                      <a:pt x="276" y="686"/>
                    </a:lnTo>
                    <a:lnTo>
                      <a:pt x="276" y="683"/>
                    </a:lnTo>
                    <a:lnTo>
                      <a:pt x="274" y="680"/>
                    </a:lnTo>
                    <a:lnTo>
                      <a:pt x="273" y="678"/>
                    </a:lnTo>
                    <a:lnTo>
                      <a:pt x="272" y="674"/>
                    </a:lnTo>
                    <a:lnTo>
                      <a:pt x="274" y="672"/>
                    </a:lnTo>
                    <a:lnTo>
                      <a:pt x="277" y="670"/>
                    </a:lnTo>
                    <a:lnTo>
                      <a:pt x="279" y="668"/>
                    </a:lnTo>
                    <a:lnTo>
                      <a:pt x="281" y="666"/>
                    </a:lnTo>
                    <a:lnTo>
                      <a:pt x="283" y="665"/>
                    </a:lnTo>
                    <a:lnTo>
                      <a:pt x="285" y="663"/>
                    </a:lnTo>
                    <a:lnTo>
                      <a:pt x="286" y="661"/>
                    </a:lnTo>
                    <a:lnTo>
                      <a:pt x="288" y="659"/>
                    </a:lnTo>
                    <a:lnTo>
                      <a:pt x="289" y="655"/>
                    </a:lnTo>
                    <a:lnTo>
                      <a:pt x="289" y="651"/>
                    </a:lnTo>
                    <a:lnTo>
                      <a:pt x="291" y="648"/>
                    </a:lnTo>
                    <a:lnTo>
                      <a:pt x="294" y="648"/>
                    </a:lnTo>
                    <a:lnTo>
                      <a:pt x="298" y="650"/>
                    </a:lnTo>
                    <a:lnTo>
                      <a:pt x="300" y="652"/>
                    </a:lnTo>
                    <a:lnTo>
                      <a:pt x="303" y="653"/>
                    </a:lnTo>
                    <a:lnTo>
                      <a:pt x="305" y="652"/>
                    </a:lnTo>
                    <a:lnTo>
                      <a:pt x="307" y="651"/>
                    </a:lnTo>
                    <a:lnTo>
                      <a:pt x="309" y="652"/>
                    </a:lnTo>
                    <a:lnTo>
                      <a:pt x="311" y="653"/>
                    </a:lnTo>
                    <a:lnTo>
                      <a:pt x="312" y="655"/>
                    </a:lnTo>
                    <a:lnTo>
                      <a:pt x="314" y="656"/>
                    </a:lnTo>
                    <a:lnTo>
                      <a:pt x="316" y="656"/>
                    </a:lnTo>
                    <a:lnTo>
                      <a:pt x="318" y="657"/>
                    </a:lnTo>
                    <a:lnTo>
                      <a:pt x="319" y="659"/>
                    </a:lnTo>
                    <a:lnTo>
                      <a:pt x="320" y="660"/>
                    </a:lnTo>
                    <a:lnTo>
                      <a:pt x="322" y="662"/>
                    </a:lnTo>
                    <a:lnTo>
                      <a:pt x="324" y="663"/>
                    </a:lnTo>
                    <a:lnTo>
                      <a:pt x="326" y="665"/>
                    </a:lnTo>
                    <a:lnTo>
                      <a:pt x="326" y="669"/>
                    </a:lnTo>
                    <a:lnTo>
                      <a:pt x="324" y="672"/>
                    </a:lnTo>
                    <a:lnTo>
                      <a:pt x="321" y="676"/>
                    </a:lnTo>
                    <a:lnTo>
                      <a:pt x="320" y="678"/>
                    </a:lnTo>
                    <a:close/>
                  </a:path>
                </a:pathLst>
              </a:custGeom>
              <a:solidFill>
                <a:srgbClr val="59A3CD">
                  <a:alpha val="24000"/>
                </a:srgbClr>
              </a:solidFill>
              <a:ln>
                <a:noFill/>
              </a:ln>
            </p:spPr>
            <p:txBody>
              <a:bodyPr anchor="ctr"/>
              <a:lstStyle/>
              <a:p>
                <a:pPr algn="ctr">
                  <a:buNone/>
                </a:pPr>
              </a:p>
            </p:txBody>
          </p:sp>
          <p:sp>
            <p:nvSpPr>
              <p:cNvPr id="744" name="addition:spatial:126"/>
              <p:cNvSpPr>
                <a:spLocks noGrp="1"/>
              </p:cNvSpPr>
              <p:nvPr/>
            </p:nvSpPr>
            <p:spPr>
              <a:xfrm>
                <a:off x="5648325" y="1666875"/>
                <a:ext cx="346055" cy="1146932"/>
              </a:xfrm>
              <a:custGeom>
                <a:avLst/>
                <a:gdLst/>
                <a:ahLst/>
                <a:cxnLst/>
                <a:rect l="l" t="t" r="r" b="b"/>
                <a:pathLst>
                  <a:path w="261" h="678">
                    <a:moveTo>
                      <a:pt x="0" y="0"/>
                    </a:moveTo>
                    <a:moveTo>
                      <a:pt x="254" y="646"/>
                    </a:moveTo>
                    <a:lnTo>
                      <a:pt x="252" y="648"/>
                    </a:lnTo>
                    <a:lnTo>
                      <a:pt x="253" y="650"/>
                    </a:lnTo>
                    <a:lnTo>
                      <a:pt x="255" y="653"/>
                    </a:lnTo>
                    <a:lnTo>
                      <a:pt x="257" y="657"/>
                    </a:lnTo>
                    <a:lnTo>
                      <a:pt x="257" y="660"/>
                    </a:lnTo>
                    <a:lnTo>
                      <a:pt x="255" y="662"/>
                    </a:lnTo>
                    <a:lnTo>
                      <a:pt x="253" y="664"/>
                    </a:lnTo>
                    <a:lnTo>
                      <a:pt x="251" y="666"/>
                    </a:lnTo>
                    <a:lnTo>
                      <a:pt x="250" y="668"/>
                    </a:lnTo>
                    <a:lnTo>
                      <a:pt x="249" y="670"/>
                    </a:lnTo>
                    <a:lnTo>
                      <a:pt x="247" y="672"/>
                    </a:lnTo>
                    <a:lnTo>
                      <a:pt x="244" y="672"/>
                    </a:lnTo>
                    <a:lnTo>
                      <a:pt x="242" y="672"/>
                    </a:lnTo>
                    <a:lnTo>
                      <a:pt x="240" y="674"/>
                    </a:lnTo>
                    <a:lnTo>
                      <a:pt x="238" y="674"/>
                    </a:lnTo>
                    <a:lnTo>
                      <a:pt x="236" y="674"/>
                    </a:lnTo>
                    <a:lnTo>
                      <a:pt x="234" y="672"/>
                    </a:lnTo>
                    <a:lnTo>
                      <a:pt x="232" y="671"/>
                    </a:lnTo>
                    <a:lnTo>
                      <a:pt x="229" y="672"/>
                    </a:lnTo>
                    <a:lnTo>
                      <a:pt x="227" y="675"/>
                    </a:lnTo>
                    <a:lnTo>
                      <a:pt x="223" y="678"/>
                    </a:lnTo>
                    <a:lnTo>
                      <a:pt x="220" y="678"/>
                    </a:lnTo>
                    <a:lnTo>
                      <a:pt x="217" y="676"/>
                    </a:lnTo>
                    <a:lnTo>
                      <a:pt x="216" y="672"/>
                    </a:lnTo>
                    <a:lnTo>
                      <a:pt x="215" y="669"/>
                    </a:lnTo>
                    <a:lnTo>
                      <a:pt x="214" y="666"/>
                    </a:lnTo>
                    <a:lnTo>
                      <a:pt x="212" y="664"/>
                    </a:lnTo>
                    <a:lnTo>
                      <a:pt x="210" y="662"/>
                    </a:lnTo>
                    <a:lnTo>
                      <a:pt x="209" y="660"/>
                    </a:lnTo>
                    <a:lnTo>
                      <a:pt x="208" y="657"/>
                    </a:lnTo>
                    <a:lnTo>
                      <a:pt x="205" y="656"/>
                    </a:lnTo>
                    <a:lnTo>
                      <a:pt x="202" y="654"/>
                    </a:lnTo>
                    <a:lnTo>
                      <a:pt x="200" y="651"/>
                    </a:lnTo>
                    <a:lnTo>
                      <a:pt x="200" y="649"/>
                    </a:lnTo>
                    <a:lnTo>
                      <a:pt x="201" y="646"/>
                    </a:lnTo>
                    <a:lnTo>
                      <a:pt x="201" y="643"/>
                    </a:lnTo>
                    <a:lnTo>
                      <a:pt x="200" y="641"/>
                    </a:lnTo>
                    <a:lnTo>
                      <a:pt x="198" y="637"/>
                    </a:lnTo>
                    <a:lnTo>
                      <a:pt x="198" y="634"/>
                    </a:lnTo>
                    <a:lnTo>
                      <a:pt x="200" y="632"/>
                    </a:lnTo>
                    <a:lnTo>
                      <a:pt x="204" y="631"/>
                    </a:lnTo>
                    <a:lnTo>
                      <a:pt x="208" y="630"/>
                    </a:lnTo>
                    <a:lnTo>
                      <a:pt x="210" y="629"/>
                    </a:lnTo>
                    <a:lnTo>
                      <a:pt x="212" y="627"/>
                    </a:lnTo>
                    <a:lnTo>
                      <a:pt x="213" y="625"/>
                    </a:lnTo>
                    <a:lnTo>
                      <a:pt x="215" y="623"/>
                    </a:lnTo>
                    <a:lnTo>
                      <a:pt x="217" y="621"/>
                    </a:lnTo>
                    <a:lnTo>
                      <a:pt x="219" y="618"/>
                    </a:lnTo>
                    <a:lnTo>
                      <a:pt x="221" y="615"/>
                    </a:lnTo>
                    <a:lnTo>
                      <a:pt x="224" y="613"/>
                    </a:lnTo>
                    <a:lnTo>
                      <a:pt x="228" y="613"/>
                    </a:lnTo>
                    <a:lnTo>
                      <a:pt x="231" y="615"/>
                    </a:lnTo>
                    <a:lnTo>
                      <a:pt x="234" y="618"/>
                    </a:lnTo>
                    <a:lnTo>
                      <a:pt x="236" y="619"/>
                    </a:lnTo>
                    <a:lnTo>
                      <a:pt x="239" y="619"/>
                    </a:lnTo>
                    <a:lnTo>
                      <a:pt x="242" y="618"/>
                    </a:lnTo>
                    <a:lnTo>
                      <a:pt x="245" y="618"/>
                    </a:lnTo>
                    <a:lnTo>
                      <a:pt x="247" y="621"/>
                    </a:lnTo>
                    <a:lnTo>
                      <a:pt x="248" y="623"/>
                    </a:lnTo>
                    <a:lnTo>
                      <a:pt x="249" y="625"/>
                    </a:lnTo>
                    <a:lnTo>
                      <a:pt x="251" y="626"/>
                    </a:lnTo>
                    <a:lnTo>
                      <a:pt x="254" y="626"/>
                    </a:lnTo>
                    <a:lnTo>
                      <a:pt x="257" y="628"/>
                    </a:lnTo>
                    <a:lnTo>
                      <a:pt x="258" y="630"/>
                    </a:lnTo>
                    <a:lnTo>
                      <a:pt x="259" y="632"/>
                    </a:lnTo>
                    <a:lnTo>
                      <a:pt x="261" y="635"/>
                    </a:lnTo>
                    <a:lnTo>
                      <a:pt x="261" y="637"/>
                    </a:lnTo>
                    <a:lnTo>
                      <a:pt x="261" y="640"/>
                    </a:lnTo>
                    <a:lnTo>
                      <a:pt x="258" y="643"/>
                    </a:lnTo>
                    <a:close/>
                  </a:path>
                </a:pathLst>
              </a:custGeom>
              <a:solidFill>
                <a:srgbClr val="59A3CD">
                  <a:alpha val="24000"/>
                </a:srgbClr>
              </a:solidFill>
              <a:ln>
                <a:noFill/>
              </a:ln>
            </p:spPr>
            <p:txBody>
              <a:bodyPr anchor="ctr"/>
              <a:lstStyle/>
              <a:p>
                <a:pPr algn="ctr">
                  <a:buNone/>
                </a:pPr>
              </a:p>
            </p:txBody>
          </p:sp>
          <p:sp>
            <p:nvSpPr>
              <p:cNvPr id="745" name="addition:spatial:127"/>
              <p:cNvSpPr>
                <a:spLocks noGrp="1"/>
              </p:cNvSpPr>
              <p:nvPr/>
            </p:nvSpPr>
            <p:spPr>
              <a:xfrm>
                <a:off x="5648325" y="1666875"/>
                <a:ext cx="303627" cy="1021751"/>
              </a:xfrm>
              <a:custGeom>
                <a:avLst/>
                <a:gdLst/>
                <a:ahLst/>
                <a:cxnLst/>
                <a:rect l="l" t="t" r="r" b="b"/>
                <a:pathLst>
                  <a:path w="229" h="604">
                    <a:moveTo>
                      <a:pt x="0" y="0"/>
                    </a:moveTo>
                    <a:moveTo>
                      <a:pt x="227" y="575"/>
                    </a:moveTo>
                    <a:lnTo>
                      <a:pt x="225" y="577"/>
                    </a:lnTo>
                    <a:lnTo>
                      <a:pt x="224" y="579"/>
                    </a:lnTo>
                    <a:lnTo>
                      <a:pt x="225" y="581"/>
                    </a:lnTo>
                    <a:lnTo>
                      <a:pt x="227" y="585"/>
                    </a:lnTo>
                    <a:lnTo>
                      <a:pt x="229" y="588"/>
                    </a:lnTo>
                    <a:lnTo>
                      <a:pt x="229" y="591"/>
                    </a:lnTo>
                    <a:lnTo>
                      <a:pt x="227" y="593"/>
                    </a:lnTo>
                    <a:lnTo>
                      <a:pt x="224" y="594"/>
                    </a:lnTo>
                    <a:lnTo>
                      <a:pt x="222" y="594"/>
                    </a:lnTo>
                    <a:lnTo>
                      <a:pt x="220" y="595"/>
                    </a:lnTo>
                    <a:lnTo>
                      <a:pt x="218" y="596"/>
                    </a:lnTo>
                    <a:lnTo>
                      <a:pt x="216" y="596"/>
                    </a:lnTo>
                    <a:lnTo>
                      <a:pt x="215" y="597"/>
                    </a:lnTo>
                    <a:lnTo>
                      <a:pt x="213" y="598"/>
                    </a:lnTo>
                    <a:lnTo>
                      <a:pt x="211" y="600"/>
                    </a:lnTo>
                    <a:lnTo>
                      <a:pt x="210" y="603"/>
                    </a:lnTo>
                    <a:lnTo>
                      <a:pt x="207" y="604"/>
                    </a:lnTo>
                    <a:lnTo>
                      <a:pt x="205" y="603"/>
                    </a:lnTo>
                    <a:lnTo>
                      <a:pt x="202" y="602"/>
                    </a:lnTo>
                    <a:lnTo>
                      <a:pt x="200" y="600"/>
                    </a:lnTo>
                    <a:lnTo>
                      <a:pt x="197" y="601"/>
                    </a:lnTo>
                    <a:lnTo>
                      <a:pt x="194" y="602"/>
                    </a:lnTo>
                    <a:lnTo>
                      <a:pt x="191" y="601"/>
                    </a:lnTo>
                    <a:lnTo>
                      <a:pt x="189" y="599"/>
                    </a:lnTo>
                    <a:lnTo>
                      <a:pt x="188" y="595"/>
                    </a:lnTo>
                    <a:lnTo>
                      <a:pt x="188" y="592"/>
                    </a:lnTo>
                    <a:lnTo>
                      <a:pt x="186" y="590"/>
                    </a:lnTo>
                    <a:lnTo>
                      <a:pt x="184" y="589"/>
                    </a:lnTo>
                    <a:lnTo>
                      <a:pt x="182" y="588"/>
                    </a:lnTo>
                    <a:lnTo>
                      <a:pt x="181" y="586"/>
                    </a:lnTo>
                    <a:lnTo>
                      <a:pt x="179" y="584"/>
                    </a:lnTo>
                    <a:lnTo>
                      <a:pt x="176" y="583"/>
                    </a:lnTo>
                    <a:lnTo>
                      <a:pt x="174" y="580"/>
                    </a:lnTo>
                    <a:lnTo>
                      <a:pt x="172" y="578"/>
                    </a:lnTo>
                    <a:lnTo>
                      <a:pt x="173" y="575"/>
                    </a:lnTo>
                    <a:lnTo>
                      <a:pt x="176" y="573"/>
                    </a:lnTo>
                    <a:lnTo>
                      <a:pt x="179" y="571"/>
                    </a:lnTo>
                    <a:lnTo>
                      <a:pt x="181" y="569"/>
                    </a:lnTo>
                    <a:lnTo>
                      <a:pt x="181" y="566"/>
                    </a:lnTo>
                    <a:lnTo>
                      <a:pt x="181" y="564"/>
                    </a:lnTo>
                    <a:lnTo>
                      <a:pt x="182" y="561"/>
                    </a:lnTo>
                    <a:lnTo>
                      <a:pt x="184" y="560"/>
                    </a:lnTo>
                    <a:lnTo>
                      <a:pt x="187" y="559"/>
                    </a:lnTo>
                    <a:lnTo>
                      <a:pt x="188" y="557"/>
                    </a:lnTo>
                    <a:lnTo>
                      <a:pt x="190" y="555"/>
                    </a:lnTo>
                    <a:lnTo>
                      <a:pt x="191" y="552"/>
                    </a:lnTo>
                    <a:lnTo>
                      <a:pt x="193" y="550"/>
                    </a:lnTo>
                    <a:lnTo>
                      <a:pt x="195" y="549"/>
                    </a:lnTo>
                    <a:lnTo>
                      <a:pt x="198" y="548"/>
                    </a:lnTo>
                    <a:lnTo>
                      <a:pt x="200" y="547"/>
                    </a:lnTo>
                    <a:lnTo>
                      <a:pt x="202" y="546"/>
                    </a:lnTo>
                    <a:lnTo>
                      <a:pt x="205" y="547"/>
                    </a:lnTo>
                    <a:lnTo>
                      <a:pt x="207" y="549"/>
                    </a:lnTo>
                    <a:lnTo>
                      <a:pt x="208" y="553"/>
                    </a:lnTo>
                    <a:lnTo>
                      <a:pt x="210" y="554"/>
                    </a:lnTo>
                    <a:lnTo>
                      <a:pt x="212" y="554"/>
                    </a:lnTo>
                    <a:lnTo>
                      <a:pt x="214" y="551"/>
                    </a:lnTo>
                    <a:lnTo>
                      <a:pt x="217" y="550"/>
                    </a:lnTo>
                    <a:lnTo>
                      <a:pt x="219" y="551"/>
                    </a:lnTo>
                    <a:lnTo>
                      <a:pt x="221" y="553"/>
                    </a:lnTo>
                    <a:lnTo>
                      <a:pt x="222" y="555"/>
                    </a:lnTo>
                    <a:lnTo>
                      <a:pt x="223" y="557"/>
                    </a:lnTo>
                    <a:lnTo>
                      <a:pt x="224" y="558"/>
                    </a:lnTo>
                    <a:lnTo>
                      <a:pt x="225" y="561"/>
                    </a:lnTo>
                    <a:lnTo>
                      <a:pt x="225" y="563"/>
                    </a:lnTo>
                    <a:lnTo>
                      <a:pt x="225" y="566"/>
                    </a:lnTo>
                    <a:lnTo>
                      <a:pt x="225" y="568"/>
                    </a:lnTo>
                    <a:lnTo>
                      <a:pt x="226" y="570"/>
                    </a:lnTo>
                    <a:lnTo>
                      <a:pt x="227" y="573"/>
                    </a:lnTo>
                    <a:close/>
                  </a:path>
                </a:pathLst>
              </a:custGeom>
              <a:solidFill>
                <a:srgbClr val="59A3CD">
                  <a:alpha val="24000"/>
                </a:srgbClr>
              </a:solidFill>
              <a:ln>
                <a:noFill/>
              </a:ln>
            </p:spPr>
            <p:txBody>
              <a:bodyPr anchor="ctr"/>
              <a:lstStyle/>
              <a:p>
                <a:pPr algn="ctr">
                  <a:buNone/>
                </a:pPr>
              </a:p>
            </p:txBody>
          </p:sp>
          <p:sp>
            <p:nvSpPr>
              <p:cNvPr id="746" name="addition:spatial:128"/>
              <p:cNvSpPr>
                <a:spLocks noGrp="1"/>
              </p:cNvSpPr>
              <p:nvPr/>
            </p:nvSpPr>
            <p:spPr>
              <a:xfrm>
                <a:off x="5648325" y="1666875"/>
                <a:ext cx="372572" cy="921944"/>
              </a:xfrm>
              <a:custGeom>
                <a:avLst/>
                <a:gdLst/>
                <a:ahLst/>
                <a:cxnLst/>
                <a:rect l="l" t="t" r="r" b="b"/>
                <a:pathLst>
                  <a:path w="281" h="545">
                    <a:moveTo>
                      <a:pt x="0" y="0"/>
                    </a:moveTo>
                    <a:moveTo>
                      <a:pt x="275" y="515"/>
                    </a:moveTo>
                    <a:lnTo>
                      <a:pt x="276" y="517"/>
                    </a:lnTo>
                    <a:lnTo>
                      <a:pt x="278" y="520"/>
                    </a:lnTo>
                    <a:lnTo>
                      <a:pt x="280" y="523"/>
                    </a:lnTo>
                    <a:lnTo>
                      <a:pt x="281" y="526"/>
                    </a:lnTo>
                    <a:lnTo>
                      <a:pt x="279" y="528"/>
                    </a:lnTo>
                    <a:lnTo>
                      <a:pt x="277" y="530"/>
                    </a:lnTo>
                    <a:lnTo>
                      <a:pt x="275" y="531"/>
                    </a:lnTo>
                    <a:lnTo>
                      <a:pt x="273" y="533"/>
                    </a:lnTo>
                    <a:lnTo>
                      <a:pt x="271" y="534"/>
                    </a:lnTo>
                    <a:lnTo>
                      <a:pt x="268" y="534"/>
                    </a:lnTo>
                    <a:lnTo>
                      <a:pt x="265" y="534"/>
                    </a:lnTo>
                    <a:lnTo>
                      <a:pt x="263" y="535"/>
                    </a:lnTo>
                    <a:lnTo>
                      <a:pt x="262" y="538"/>
                    </a:lnTo>
                    <a:lnTo>
                      <a:pt x="261" y="542"/>
                    </a:lnTo>
                    <a:lnTo>
                      <a:pt x="258" y="545"/>
                    </a:lnTo>
                    <a:lnTo>
                      <a:pt x="255" y="545"/>
                    </a:lnTo>
                    <a:lnTo>
                      <a:pt x="252" y="543"/>
                    </a:lnTo>
                    <a:lnTo>
                      <a:pt x="249" y="542"/>
                    </a:lnTo>
                    <a:lnTo>
                      <a:pt x="246" y="541"/>
                    </a:lnTo>
                    <a:lnTo>
                      <a:pt x="243" y="542"/>
                    </a:lnTo>
                    <a:lnTo>
                      <a:pt x="240" y="542"/>
                    </a:lnTo>
                    <a:lnTo>
                      <a:pt x="237" y="540"/>
                    </a:lnTo>
                    <a:lnTo>
                      <a:pt x="235" y="538"/>
                    </a:lnTo>
                    <a:lnTo>
                      <a:pt x="233" y="536"/>
                    </a:lnTo>
                    <a:lnTo>
                      <a:pt x="231" y="535"/>
                    </a:lnTo>
                    <a:lnTo>
                      <a:pt x="229" y="533"/>
                    </a:lnTo>
                    <a:lnTo>
                      <a:pt x="227" y="532"/>
                    </a:lnTo>
                    <a:lnTo>
                      <a:pt x="226" y="530"/>
                    </a:lnTo>
                    <a:lnTo>
                      <a:pt x="225" y="528"/>
                    </a:lnTo>
                    <a:lnTo>
                      <a:pt x="222" y="527"/>
                    </a:lnTo>
                    <a:lnTo>
                      <a:pt x="219" y="525"/>
                    </a:lnTo>
                    <a:lnTo>
                      <a:pt x="216" y="523"/>
                    </a:lnTo>
                    <a:lnTo>
                      <a:pt x="216" y="521"/>
                    </a:lnTo>
                    <a:lnTo>
                      <a:pt x="218" y="518"/>
                    </a:lnTo>
                    <a:lnTo>
                      <a:pt x="222" y="515"/>
                    </a:lnTo>
                    <a:lnTo>
                      <a:pt x="225" y="513"/>
                    </a:lnTo>
                    <a:lnTo>
                      <a:pt x="225" y="511"/>
                    </a:lnTo>
                    <a:lnTo>
                      <a:pt x="225" y="508"/>
                    </a:lnTo>
                    <a:lnTo>
                      <a:pt x="226" y="506"/>
                    </a:lnTo>
                    <a:lnTo>
                      <a:pt x="227" y="504"/>
                    </a:lnTo>
                    <a:lnTo>
                      <a:pt x="228" y="502"/>
                    </a:lnTo>
                    <a:lnTo>
                      <a:pt x="229" y="499"/>
                    </a:lnTo>
                    <a:lnTo>
                      <a:pt x="229" y="496"/>
                    </a:lnTo>
                    <a:lnTo>
                      <a:pt x="231" y="494"/>
                    </a:lnTo>
                    <a:lnTo>
                      <a:pt x="233" y="493"/>
                    </a:lnTo>
                    <a:lnTo>
                      <a:pt x="236" y="492"/>
                    </a:lnTo>
                    <a:lnTo>
                      <a:pt x="238" y="491"/>
                    </a:lnTo>
                    <a:lnTo>
                      <a:pt x="240" y="489"/>
                    </a:lnTo>
                    <a:lnTo>
                      <a:pt x="242" y="487"/>
                    </a:lnTo>
                    <a:lnTo>
                      <a:pt x="244" y="486"/>
                    </a:lnTo>
                    <a:lnTo>
                      <a:pt x="247" y="488"/>
                    </a:lnTo>
                    <a:lnTo>
                      <a:pt x="249" y="491"/>
                    </a:lnTo>
                    <a:lnTo>
                      <a:pt x="251" y="493"/>
                    </a:lnTo>
                    <a:lnTo>
                      <a:pt x="253" y="493"/>
                    </a:lnTo>
                    <a:lnTo>
                      <a:pt x="255" y="491"/>
                    </a:lnTo>
                    <a:lnTo>
                      <a:pt x="258" y="489"/>
                    </a:lnTo>
                    <a:lnTo>
                      <a:pt x="260" y="489"/>
                    </a:lnTo>
                    <a:lnTo>
                      <a:pt x="263" y="490"/>
                    </a:lnTo>
                    <a:lnTo>
                      <a:pt x="265" y="491"/>
                    </a:lnTo>
                    <a:lnTo>
                      <a:pt x="267" y="492"/>
                    </a:lnTo>
                    <a:lnTo>
                      <a:pt x="269" y="493"/>
                    </a:lnTo>
                    <a:lnTo>
                      <a:pt x="270" y="496"/>
                    </a:lnTo>
                    <a:lnTo>
                      <a:pt x="269" y="500"/>
                    </a:lnTo>
                    <a:lnTo>
                      <a:pt x="269" y="503"/>
                    </a:lnTo>
                    <a:lnTo>
                      <a:pt x="270" y="505"/>
                    </a:lnTo>
                    <a:lnTo>
                      <a:pt x="273" y="506"/>
                    </a:lnTo>
                    <a:lnTo>
                      <a:pt x="276" y="508"/>
                    </a:lnTo>
                    <a:lnTo>
                      <a:pt x="277" y="510"/>
                    </a:lnTo>
                    <a:lnTo>
                      <a:pt x="276" y="513"/>
                    </a:lnTo>
                    <a:close/>
                  </a:path>
                </a:pathLst>
              </a:custGeom>
              <a:solidFill>
                <a:srgbClr val="59A3CD">
                  <a:alpha val="24000"/>
                </a:srgbClr>
              </a:solidFill>
              <a:ln>
                <a:noFill/>
              </a:ln>
            </p:spPr>
            <p:txBody>
              <a:bodyPr anchor="ctr"/>
              <a:lstStyle/>
              <a:p>
                <a:pPr algn="ctr">
                  <a:buNone/>
                </a:pPr>
              </a:p>
            </p:txBody>
          </p:sp>
          <p:sp>
            <p:nvSpPr>
              <p:cNvPr id="747" name="addition:spatial:129"/>
              <p:cNvSpPr>
                <a:spLocks noGrp="1"/>
              </p:cNvSpPr>
              <p:nvPr/>
            </p:nvSpPr>
            <p:spPr>
              <a:xfrm>
                <a:off x="5648325" y="1666875"/>
                <a:ext cx="472013" cy="876270"/>
              </a:xfrm>
              <a:custGeom>
                <a:avLst/>
                <a:gdLst/>
                <a:ahLst/>
                <a:cxnLst/>
                <a:rect l="l" t="t" r="r" b="b"/>
                <a:pathLst>
                  <a:path w="356" h="518">
                    <a:moveTo>
                      <a:pt x="0" y="0"/>
                    </a:moveTo>
                    <a:moveTo>
                      <a:pt x="356" y="488"/>
                    </a:moveTo>
                    <a:lnTo>
                      <a:pt x="353" y="491"/>
                    </a:lnTo>
                    <a:lnTo>
                      <a:pt x="351" y="493"/>
                    </a:lnTo>
                    <a:lnTo>
                      <a:pt x="349" y="495"/>
                    </a:lnTo>
                    <a:lnTo>
                      <a:pt x="350" y="497"/>
                    </a:lnTo>
                    <a:lnTo>
                      <a:pt x="349" y="500"/>
                    </a:lnTo>
                    <a:lnTo>
                      <a:pt x="348" y="502"/>
                    </a:lnTo>
                    <a:lnTo>
                      <a:pt x="345" y="503"/>
                    </a:lnTo>
                    <a:lnTo>
                      <a:pt x="342" y="504"/>
                    </a:lnTo>
                    <a:lnTo>
                      <a:pt x="340" y="505"/>
                    </a:lnTo>
                    <a:lnTo>
                      <a:pt x="339" y="507"/>
                    </a:lnTo>
                    <a:lnTo>
                      <a:pt x="337" y="510"/>
                    </a:lnTo>
                    <a:lnTo>
                      <a:pt x="335" y="511"/>
                    </a:lnTo>
                    <a:lnTo>
                      <a:pt x="332" y="513"/>
                    </a:lnTo>
                    <a:lnTo>
                      <a:pt x="330" y="514"/>
                    </a:lnTo>
                    <a:lnTo>
                      <a:pt x="328" y="517"/>
                    </a:lnTo>
                    <a:lnTo>
                      <a:pt x="325" y="518"/>
                    </a:lnTo>
                    <a:lnTo>
                      <a:pt x="322" y="518"/>
                    </a:lnTo>
                    <a:lnTo>
                      <a:pt x="319" y="515"/>
                    </a:lnTo>
                    <a:lnTo>
                      <a:pt x="317" y="511"/>
                    </a:lnTo>
                    <a:lnTo>
                      <a:pt x="315" y="509"/>
                    </a:lnTo>
                    <a:lnTo>
                      <a:pt x="313" y="509"/>
                    </a:lnTo>
                    <a:lnTo>
                      <a:pt x="311" y="510"/>
                    </a:lnTo>
                    <a:lnTo>
                      <a:pt x="308" y="511"/>
                    </a:lnTo>
                    <a:lnTo>
                      <a:pt x="306" y="511"/>
                    </a:lnTo>
                    <a:lnTo>
                      <a:pt x="304" y="509"/>
                    </a:lnTo>
                    <a:lnTo>
                      <a:pt x="303" y="507"/>
                    </a:lnTo>
                    <a:lnTo>
                      <a:pt x="301" y="506"/>
                    </a:lnTo>
                    <a:lnTo>
                      <a:pt x="299" y="505"/>
                    </a:lnTo>
                    <a:lnTo>
                      <a:pt x="298" y="503"/>
                    </a:lnTo>
                    <a:lnTo>
                      <a:pt x="298" y="500"/>
                    </a:lnTo>
                    <a:lnTo>
                      <a:pt x="298" y="497"/>
                    </a:lnTo>
                    <a:lnTo>
                      <a:pt x="298" y="495"/>
                    </a:lnTo>
                    <a:lnTo>
                      <a:pt x="297" y="493"/>
                    </a:lnTo>
                    <a:lnTo>
                      <a:pt x="296" y="491"/>
                    </a:lnTo>
                    <a:lnTo>
                      <a:pt x="298" y="488"/>
                    </a:lnTo>
                    <a:lnTo>
                      <a:pt x="301" y="486"/>
                    </a:lnTo>
                    <a:lnTo>
                      <a:pt x="303" y="484"/>
                    </a:lnTo>
                    <a:lnTo>
                      <a:pt x="302" y="482"/>
                    </a:lnTo>
                    <a:lnTo>
                      <a:pt x="300" y="479"/>
                    </a:lnTo>
                    <a:lnTo>
                      <a:pt x="298" y="476"/>
                    </a:lnTo>
                    <a:lnTo>
                      <a:pt x="297" y="473"/>
                    </a:lnTo>
                    <a:lnTo>
                      <a:pt x="299" y="471"/>
                    </a:lnTo>
                    <a:lnTo>
                      <a:pt x="301" y="469"/>
                    </a:lnTo>
                    <a:lnTo>
                      <a:pt x="303" y="468"/>
                    </a:lnTo>
                    <a:lnTo>
                      <a:pt x="305" y="467"/>
                    </a:lnTo>
                    <a:lnTo>
                      <a:pt x="307" y="466"/>
                    </a:lnTo>
                    <a:lnTo>
                      <a:pt x="310" y="467"/>
                    </a:lnTo>
                    <a:lnTo>
                      <a:pt x="312" y="467"/>
                    </a:lnTo>
                    <a:lnTo>
                      <a:pt x="314" y="466"/>
                    </a:lnTo>
                    <a:lnTo>
                      <a:pt x="315" y="464"/>
                    </a:lnTo>
                    <a:lnTo>
                      <a:pt x="317" y="462"/>
                    </a:lnTo>
                    <a:lnTo>
                      <a:pt x="319" y="461"/>
                    </a:lnTo>
                    <a:lnTo>
                      <a:pt x="322" y="462"/>
                    </a:lnTo>
                    <a:lnTo>
                      <a:pt x="324" y="463"/>
                    </a:lnTo>
                    <a:lnTo>
                      <a:pt x="326" y="464"/>
                    </a:lnTo>
                    <a:lnTo>
                      <a:pt x="329" y="463"/>
                    </a:lnTo>
                    <a:lnTo>
                      <a:pt x="332" y="462"/>
                    </a:lnTo>
                    <a:lnTo>
                      <a:pt x="336" y="462"/>
                    </a:lnTo>
                    <a:lnTo>
                      <a:pt x="338" y="464"/>
                    </a:lnTo>
                    <a:lnTo>
                      <a:pt x="339" y="467"/>
                    </a:lnTo>
                    <a:lnTo>
                      <a:pt x="340" y="470"/>
                    </a:lnTo>
                    <a:lnTo>
                      <a:pt x="341" y="472"/>
                    </a:lnTo>
                    <a:lnTo>
                      <a:pt x="342" y="474"/>
                    </a:lnTo>
                    <a:lnTo>
                      <a:pt x="344" y="476"/>
                    </a:lnTo>
                    <a:lnTo>
                      <a:pt x="345" y="478"/>
                    </a:lnTo>
                    <a:lnTo>
                      <a:pt x="347" y="480"/>
                    </a:lnTo>
                    <a:lnTo>
                      <a:pt x="350" y="481"/>
                    </a:lnTo>
                    <a:lnTo>
                      <a:pt x="353" y="483"/>
                    </a:lnTo>
                    <a:lnTo>
                      <a:pt x="356" y="485"/>
                    </a:lnTo>
                    <a:close/>
                  </a:path>
                </a:pathLst>
              </a:custGeom>
              <a:solidFill>
                <a:srgbClr val="59A3CD">
                  <a:alpha val="24000"/>
                </a:srgbClr>
              </a:solidFill>
              <a:ln>
                <a:noFill/>
              </a:ln>
            </p:spPr>
            <p:txBody>
              <a:bodyPr anchor="ctr"/>
              <a:lstStyle/>
              <a:p>
                <a:pPr algn="ctr">
                  <a:buNone/>
                </a:pPr>
              </a:p>
            </p:txBody>
          </p:sp>
          <p:sp>
            <p:nvSpPr>
              <p:cNvPr id="748" name="addition:spatial:130"/>
              <p:cNvSpPr>
                <a:spLocks noGrp="1"/>
              </p:cNvSpPr>
              <p:nvPr/>
            </p:nvSpPr>
            <p:spPr>
              <a:xfrm>
                <a:off x="5648325" y="1666875"/>
                <a:ext cx="551566" cy="937169"/>
              </a:xfrm>
              <a:custGeom>
                <a:avLst/>
                <a:gdLst/>
                <a:ahLst/>
                <a:cxnLst/>
                <a:rect l="l" t="t" r="r" b="b"/>
                <a:pathLst>
                  <a:path w="416" h="554">
                    <a:moveTo>
                      <a:pt x="0" y="0"/>
                    </a:moveTo>
                    <a:moveTo>
                      <a:pt x="414" y="522"/>
                    </a:moveTo>
                    <a:lnTo>
                      <a:pt x="412" y="525"/>
                    </a:lnTo>
                    <a:lnTo>
                      <a:pt x="411" y="527"/>
                    </a:lnTo>
                    <a:lnTo>
                      <a:pt x="412" y="530"/>
                    </a:lnTo>
                    <a:lnTo>
                      <a:pt x="414" y="533"/>
                    </a:lnTo>
                    <a:lnTo>
                      <a:pt x="416" y="537"/>
                    </a:lnTo>
                    <a:lnTo>
                      <a:pt x="416" y="541"/>
                    </a:lnTo>
                    <a:lnTo>
                      <a:pt x="414" y="543"/>
                    </a:lnTo>
                    <a:lnTo>
                      <a:pt x="412" y="543"/>
                    </a:lnTo>
                    <a:lnTo>
                      <a:pt x="410" y="544"/>
                    </a:lnTo>
                    <a:lnTo>
                      <a:pt x="409" y="545"/>
                    </a:lnTo>
                    <a:lnTo>
                      <a:pt x="407" y="547"/>
                    </a:lnTo>
                    <a:lnTo>
                      <a:pt x="406" y="548"/>
                    </a:lnTo>
                    <a:lnTo>
                      <a:pt x="404" y="548"/>
                    </a:lnTo>
                    <a:lnTo>
                      <a:pt x="403" y="549"/>
                    </a:lnTo>
                    <a:lnTo>
                      <a:pt x="401" y="551"/>
                    </a:lnTo>
                    <a:lnTo>
                      <a:pt x="400" y="553"/>
                    </a:lnTo>
                    <a:lnTo>
                      <a:pt x="398" y="554"/>
                    </a:lnTo>
                    <a:lnTo>
                      <a:pt x="396" y="553"/>
                    </a:lnTo>
                    <a:lnTo>
                      <a:pt x="394" y="552"/>
                    </a:lnTo>
                    <a:lnTo>
                      <a:pt x="392" y="551"/>
                    </a:lnTo>
                    <a:lnTo>
                      <a:pt x="390" y="552"/>
                    </a:lnTo>
                    <a:lnTo>
                      <a:pt x="387" y="554"/>
                    </a:lnTo>
                    <a:lnTo>
                      <a:pt x="385" y="553"/>
                    </a:lnTo>
                    <a:lnTo>
                      <a:pt x="383" y="550"/>
                    </a:lnTo>
                    <a:lnTo>
                      <a:pt x="383" y="546"/>
                    </a:lnTo>
                    <a:lnTo>
                      <a:pt x="383" y="542"/>
                    </a:lnTo>
                    <a:lnTo>
                      <a:pt x="382" y="540"/>
                    </a:lnTo>
                    <a:lnTo>
                      <a:pt x="380" y="538"/>
                    </a:lnTo>
                    <a:lnTo>
                      <a:pt x="378" y="537"/>
                    </a:lnTo>
                    <a:lnTo>
                      <a:pt x="376" y="535"/>
                    </a:lnTo>
                    <a:lnTo>
                      <a:pt x="375" y="533"/>
                    </a:lnTo>
                    <a:lnTo>
                      <a:pt x="373" y="531"/>
                    </a:lnTo>
                    <a:lnTo>
                      <a:pt x="371" y="528"/>
                    </a:lnTo>
                    <a:lnTo>
                      <a:pt x="370" y="525"/>
                    </a:lnTo>
                    <a:lnTo>
                      <a:pt x="370" y="522"/>
                    </a:lnTo>
                    <a:lnTo>
                      <a:pt x="372" y="519"/>
                    </a:lnTo>
                    <a:lnTo>
                      <a:pt x="374" y="517"/>
                    </a:lnTo>
                    <a:lnTo>
                      <a:pt x="375" y="515"/>
                    </a:lnTo>
                    <a:lnTo>
                      <a:pt x="375" y="512"/>
                    </a:lnTo>
                    <a:lnTo>
                      <a:pt x="375" y="509"/>
                    </a:lnTo>
                    <a:lnTo>
                      <a:pt x="376" y="506"/>
                    </a:lnTo>
                    <a:lnTo>
                      <a:pt x="379" y="505"/>
                    </a:lnTo>
                    <a:lnTo>
                      <a:pt x="381" y="504"/>
                    </a:lnTo>
                    <a:lnTo>
                      <a:pt x="383" y="503"/>
                    </a:lnTo>
                    <a:lnTo>
                      <a:pt x="384" y="500"/>
                    </a:lnTo>
                    <a:lnTo>
                      <a:pt x="384" y="497"/>
                    </a:lnTo>
                    <a:lnTo>
                      <a:pt x="386" y="494"/>
                    </a:lnTo>
                    <a:lnTo>
                      <a:pt x="388" y="492"/>
                    </a:lnTo>
                    <a:lnTo>
                      <a:pt x="390" y="491"/>
                    </a:lnTo>
                    <a:lnTo>
                      <a:pt x="392" y="489"/>
                    </a:lnTo>
                    <a:lnTo>
                      <a:pt x="394" y="488"/>
                    </a:lnTo>
                    <a:lnTo>
                      <a:pt x="396" y="489"/>
                    </a:lnTo>
                    <a:lnTo>
                      <a:pt x="398" y="493"/>
                    </a:lnTo>
                    <a:lnTo>
                      <a:pt x="399" y="496"/>
                    </a:lnTo>
                    <a:lnTo>
                      <a:pt x="401" y="498"/>
                    </a:lnTo>
                    <a:lnTo>
                      <a:pt x="402" y="497"/>
                    </a:lnTo>
                    <a:lnTo>
                      <a:pt x="405" y="495"/>
                    </a:lnTo>
                    <a:lnTo>
                      <a:pt x="407" y="494"/>
                    </a:lnTo>
                    <a:lnTo>
                      <a:pt x="408" y="495"/>
                    </a:lnTo>
                    <a:lnTo>
                      <a:pt x="409" y="498"/>
                    </a:lnTo>
                    <a:lnTo>
                      <a:pt x="410" y="500"/>
                    </a:lnTo>
                    <a:lnTo>
                      <a:pt x="411" y="502"/>
                    </a:lnTo>
                    <a:lnTo>
                      <a:pt x="413" y="503"/>
                    </a:lnTo>
                    <a:lnTo>
                      <a:pt x="414" y="505"/>
                    </a:lnTo>
                    <a:lnTo>
                      <a:pt x="414" y="508"/>
                    </a:lnTo>
                    <a:lnTo>
                      <a:pt x="414" y="511"/>
                    </a:lnTo>
                    <a:lnTo>
                      <a:pt x="414" y="514"/>
                    </a:lnTo>
                    <a:lnTo>
                      <a:pt x="414" y="517"/>
                    </a:lnTo>
                    <a:lnTo>
                      <a:pt x="415" y="520"/>
                    </a:lnTo>
                    <a:close/>
                  </a:path>
                </a:pathLst>
              </a:custGeom>
              <a:solidFill>
                <a:srgbClr val="59A3CD">
                  <a:alpha val="24000"/>
                </a:srgbClr>
              </a:solidFill>
              <a:ln>
                <a:noFill/>
              </a:ln>
            </p:spPr>
            <p:txBody>
              <a:bodyPr anchor="ctr"/>
              <a:lstStyle/>
              <a:p>
                <a:pPr algn="ctr">
                  <a:buNone/>
                </a:pPr>
              </a:p>
            </p:txBody>
          </p:sp>
          <p:sp>
            <p:nvSpPr>
              <p:cNvPr id="749" name="addition:spatial:131"/>
              <p:cNvSpPr>
                <a:spLocks noGrp="1"/>
              </p:cNvSpPr>
              <p:nvPr/>
            </p:nvSpPr>
            <p:spPr>
              <a:xfrm>
                <a:off x="5648325" y="1666875"/>
                <a:ext cx="1111087" cy="1260272"/>
              </a:xfrm>
              <a:custGeom>
                <a:avLst/>
                <a:gdLst/>
                <a:ahLst/>
                <a:cxnLst/>
                <a:rect l="l" t="t" r="r" b="b"/>
                <a:pathLst>
                  <a:path w="838" h="745">
                    <a:moveTo>
                      <a:pt x="0" y="0"/>
                    </a:moveTo>
                    <a:moveTo>
                      <a:pt x="820" y="596"/>
                    </a:moveTo>
                    <a:lnTo>
                      <a:pt x="825" y="608"/>
                    </a:lnTo>
                    <a:lnTo>
                      <a:pt x="832" y="621"/>
                    </a:lnTo>
                    <a:lnTo>
                      <a:pt x="838" y="635"/>
                    </a:lnTo>
                    <a:lnTo>
                      <a:pt x="836" y="648"/>
                    </a:lnTo>
                    <a:lnTo>
                      <a:pt x="825" y="657"/>
                    </a:lnTo>
                    <a:lnTo>
                      <a:pt x="811" y="664"/>
                    </a:lnTo>
                    <a:lnTo>
                      <a:pt x="802" y="673"/>
                    </a:lnTo>
                    <a:lnTo>
                      <a:pt x="799" y="685"/>
                    </a:lnTo>
                    <a:lnTo>
                      <a:pt x="795" y="699"/>
                    </a:lnTo>
                    <a:lnTo>
                      <a:pt x="784" y="706"/>
                    </a:lnTo>
                    <a:lnTo>
                      <a:pt x="765" y="705"/>
                    </a:lnTo>
                    <a:lnTo>
                      <a:pt x="745" y="700"/>
                    </a:lnTo>
                    <a:lnTo>
                      <a:pt x="730" y="699"/>
                    </a:lnTo>
                    <a:lnTo>
                      <a:pt x="720" y="708"/>
                    </a:lnTo>
                    <a:lnTo>
                      <a:pt x="710" y="724"/>
                    </a:lnTo>
                    <a:lnTo>
                      <a:pt x="696" y="738"/>
                    </a:lnTo>
                    <a:lnTo>
                      <a:pt x="679" y="745"/>
                    </a:lnTo>
                    <a:lnTo>
                      <a:pt x="661" y="745"/>
                    </a:lnTo>
                    <a:lnTo>
                      <a:pt x="642" y="743"/>
                    </a:lnTo>
                    <a:lnTo>
                      <a:pt x="624" y="740"/>
                    </a:lnTo>
                    <a:lnTo>
                      <a:pt x="607" y="733"/>
                    </a:lnTo>
                    <a:lnTo>
                      <a:pt x="594" y="720"/>
                    </a:lnTo>
                    <a:lnTo>
                      <a:pt x="586" y="703"/>
                    </a:lnTo>
                    <a:lnTo>
                      <a:pt x="578" y="691"/>
                    </a:lnTo>
                    <a:lnTo>
                      <a:pt x="563" y="688"/>
                    </a:lnTo>
                    <a:lnTo>
                      <a:pt x="542" y="689"/>
                    </a:lnTo>
                    <a:lnTo>
                      <a:pt x="522" y="688"/>
                    </a:lnTo>
                    <a:lnTo>
                      <a:pt x="509" y="679"/>
                    </a:lnTo>
                    <a:lnTo>
                      <a:pt x="507" y="665"/>
                    </a:lnTo>
                    <a:lnTo>
                      <a:pt x="507" y="652"/>
                    </a:lnTo>
                    <a:lnTo>
                      <a:pt x="500" y="642"/>
                    </a:lnTo>
                    <a:lnTo>
                      <a:pt x="486" y="633"/>
                    </a:lnTo>
                    <a:lnTo>
                      <a:pt x="473" y="622"/>
                    </a:lnTo>
                    <a:lnTo>
                      <a:pt x="470" y="609"/>
                    </a:lnTo>
                    <a:lnTo>
                      <a:pt x="477" y="596"/>
                    </a:lnTo>
                    <a:lnTo>
                      <a:pt x="489" y="584"/>
                    </a:lnTo>
                    <a:lnTo>
                      <a:pt x="499" y="572"/>
                    </a:lnTo>
                    <a:lnTo>
                      <a:pt x="509" y="561"/>
                    </a:lnTo>
                    <a:lnTo>
                      <a:pt x="521" y="552"/>
                    </a:lnTo>
                    <a:lnTo>
                      <a:pt x="537" y="545"/>
                    </a:lnTo>
                    <a:lnTo>
                      <a:pt x="550" y="538"/>
                    </a:lnTo>
                    <a:lnTo>
                      <a:pt x="554" y="527"/>
                    </a:lnTo>
                    <a:lnTo>
                      <a:pt x="550" y="508"/>
                    </a:lnTo>
                    <a:lnTo>
                      <a:pt x="547" y="487"/>
                    </a:lnTo>
                    <a:lnTo>
                      <a:pt x="554" y="472"/>
                    </a:lnTo>
                    <a:lnTo>
                      <a:pt x="572" y="468"/>
                    </a:lnTo>
                    <a:lnTo>
                      <a:pt x="593" y="471"/>
                    </a:lnTo>
                    <a:lnTo>
                      <a:pt x="612" y="475"/>
                    </a:lnTo>
                    <a:lnTo>
                      <a:pt x="626" y="472"/>
                    </a:lnTo>
                    <a:lnTo>
                      <a:pt x="637" y="466"/>
                    </a:lnTo>
                    <a:lnTo>
                      <a:pt x="650" y="462"/>
                    </a:lnTo>
                    <a:lnTo>
                      <a:pt x="664" y="465"/>
                    </a:lnTo>
                    <a:lnTo>
                      <a:pt x="676" y="470"/>
                    </a:lnTo>
                    <a:lnTo>
                      <a:pt x="687" y="473"/>
                    </a:lnTo>
                    <a:lnTo>
                      <a:pt x="699" y="471"/>
                    </a:lnTo>
                    <a:lnTo>
                      <a:pt x="712" y="471"/>
                    </a:lnTo>
                    <a:lnTo>
                      <a:pt x="724" y="474"/>
                    </a:lnTo>
                    <a:lnTo>
                      <a:pt x="733" y="481"/>
                    </a:lnTo>
                    <a:lnTo>
                      <a:pt x="744" y="486"/>
                    </a:lnTo>
                    <a:lnTo>
                      <a:pt x="761" y="486"/>
                    </a:lnTo>
                    <a:lnTo>
                      <a:pt x="782" y="486"/>
                    </a:lnTo>
                    <a:lnTo>
                      <a:pt x="799" y="491"/>
                    </a:lnTo>
                    <a:lnTo>
                      <a:pt x="803" y="506"/>
                    </a:lnTo>
                    <a:lnTo>
                      <a:pt x="795" y="526"/>
                    </a:lnTo>
                    <a:lnTo>
                      <a:pt x="784" y="544"/>
                    </a:lnTo>
                    <a:lnTo>
                      <a:pt x="781" y="556"/>
                    </a:lnTo>
                    <a:lnTo>
                      <a:pt x="790" y="565"/>
                    </a:lnTo>
                    <a:lnTo>
                      <a:pt x="803" y="574"/>
                    </a:lnTo>
                    <a:lnTo>
                      <a:pt x="814" y="584"/>
                    </a:lnTo>
                    <a:close/>
                  </a:path>
                </a:pathLst>
              </a:custGeom>
              <a:solidFill>
                <a:srgbClr val="F5DAC5">
                  <a:alpha val="43000"/>
                </a:srgbClr>
              </a:solidFill>
              <a:ln>
                <a:noFill/>
              </a:ln>
            </p:spPr>
            <p:txBody>
              <a:bodyPr anchor="ctr"/>
              <a:lstStyle/>
              <a:p>
                <a:pPr algn="ctr">
                  <a:buNone/>
                </a:pPr>
              </a:p>
            </p:txBody>
          </p:sp>
          <p:sp>
            <p:nvSpPr>
              <p:cNvPr id="750" name="addition:spatial:132"/>
              <p:cNvSpPr>
                <a:spLocks noGrp="1"/>
              </p:cNvSpPr>
              <p:nvPr/>
            </p:nvSpPr>
            <p:spPr>
              <a:xfrm>
                <a:off x="5648325" y="1666875"/>
                <a:ext cx="1075289" cy="1223056"/>
              </a:xfrm>
              <a:custGeom>
                <a:avLst/>
                <a:gdLst/>
                <a:ahLst/>
                <a:cxnLst/>
                <a:rect l="l" t="t" r="r" b="b"/>
                <a:pathLst>
                  <a:path w="811" h="723">
                    <a:moveTo>
                      <a:pt x="0" y="0"/>
                    </a:moveTo>
                    <a:moveTo>
                      <a:pt x="800" y="601"/>
                    </a:moveTo>
                    <a:lnTo>
                      <a:pt x="808" y="612"/>
                    </a:lnTo>
                    <a:lnTo>
                      <a:pt x="811" y="623"/>
                    </a:lnTo>
                    <a:lnTo>
                      <a:pt x="808" y="633"/>
                    </a:lnTo>
                    <a:lnTo>
                      <a:pt x="805" y="643"/>
                    </a:lnTo>
                    <a:lnTo>
                      <a:pt x="803" y="654"/>
                    </a:lnTo>
                    <a:lnTo>
                      <a:pt x="800" y="666"/>
                    </a:lnTo>
                    <a:lnTo>
                      <a:pt x="789" y="673"/>
                    </a:lnTo>
                    <a:lnTo>
                      <a:pt x="771" y="674"/>
                    </a:lnTo>
                    <a:lnTo>
                      <a:pt x="750" y="672"/>
                    </a:lnTo>
                    <a:lnTo>
                      <a:pt x="736" y="672"/>
                    </a:lnTo>
                    <a:lnTo>
                      <a:pt x="730" y="681"/>
                    </a:lnTo>
                    <a:lnTo>
                      <a:pt x="727" y="698"/>
                    </a:lnTo>
                    <a:lnTo>
                      <a:pt x="721" y="713"/>
                    </a:lnTo>
                    <a:lnTo>
                      <a:pt x="708" y="722"/>
                    </a:lnTo>
                    <a:lnTo>
                      <a:pt x="692" y="723"/>
                    </a:lnTo>
                    <a:lnTo>
                      <a:pt x="676" y="722"/>
                    </a:lnTo>
                    <a:lnTo>
                      <a:pt x="661" y="722"/>
                    </a:lnTo>
                    <a:lnTo>
                      <a:pt x="645" y="722"/>
                    </a:lnTo>
                    <a:lnTo>
                      <a:pt x="630" y="719"/>
                    </a:lnTo>
                    <a:lnTo>
                      <a:pt x="617" y="711"/>
                    </a:lnTo>
                    <a:lnTo>
                      <a:pt x="606" y="703"/>
                    </a:lnTo>
                    <a:lnTo>
                      <a:pt x="594" y="699"/>
                    </a:lnTo>
                    <a:lnTo>
                      <a:pt x="580" y="699"/>
                    </a:lnTo>
                    <a:lnTo>
                      <a:pt x="566" y="697"/>
                    </a:lnTo>
                    <a:lnTo>
                      <a:pt x="557" y="690"/>
                    </a:lnTo>
                    <a:lnTo>
                      <a:pt x="554" y="678"/>
                    </a:lnTo>
                    <a:lnTo>
                      <a:pt x="551" y="668"/>
                    </a:lnTo>
                    <a:lnTo>
                      <a:pt x="542" y="663"/>
                    </a:lnTo>
                    <a:lnTo>
                      <a:pt x="524" y="661"/>
                    </a:lnTo>
                    <a:lnTo>
                      <a:pt x="505" y="657"/>
                    </a:lnTo>
                    <a:lnTo>
                      <a:pt x="494" y="649"/>
                    </a:lnTo>
                    <a:lnTo>
                      <a:pt x="497" y="636"/>
                    </a:lnTo>
                    <a:lnTo>
                      <a:pt x="508" y="623"/>
                    </a:lnTo>
                    <a:lnTo>
                      <a:pt x="518" y="611"/>
                    </a:lnTo>
                    <a:lnTo>
                      <a:pt x="525" y="601"/>
                    </a:lnTo>
                    <a:lnTo>
                      <a:pt x="530" y="591"/>
                    </a:lnTo>
                    <a:lnTo>
                      <a:pt x="538" y="583"/>
                    </a:lnTo>
                    <a:lnTo>
                      <a:pt x="545" y="574"/>
                    </a:lnTo>
                    <a:lnTo>
                      <a:pt x="547" y="565"/>
                    </a:lnTo>
                    <a:lnTo>
                      <a:pt x="543" y="553"/>
                    </a:lnTo>
                    <a:lnTo>
                      <a:pt x="538" y="538"/>
                    </a:lnTo>
                    <a:lnTo>
                      <a:pt x="540" y="526"/>
                    </a:lnTo>
                    <a:lnTo>
                      <a:pt x="551" y="519"/>
                    </a:lnTo>
                    <a:lnTo>
                      <a:pt x="567" y="516"/>
                    </a:lnTo>
                    <a:lnTo>
                      <a:pt x="580" y="513"/>
                    </a:lnTo>
                    <a:lnTo>
                      <a:pt x="587" y="505"/>
                    </a:lnTo>
                    <a:lnTo>
                      <a:pt x="592" y="494"/>
                    </a:lnTo>
                    <a:lnTo>
                      <a:pt x="601" y="485"/>
                    </a:lnTo>
                    <a:lnTo>
                      <a:pt x="614" y="485"/>
                    </a:lnTo>
                    <a:lnTo>
                      <a:pt x="627" y="492"/>
                    </a:lnTo>
                    <a:lnTo>
                      <a:pt x="639" y="499"/>
                    </a:lnTo>
                    <a:lnTo>
                      <a:pt x="648" y="500"/>
                    </a:lnTo>
                    <a:lnTo>
                      <a:pt x="658" y="498"/>
                    </a:lnTo>
                    <a:lnTo>
                      <a:pt x="668" y="495"/>
                    </a:lnTo>
                    <a:lnTo>
                      <a:pt x="679" y="494"/>
                    </a:lnTo>
                    <a:lnTo>
                      <a:pt x="690" y="493"/>
                    </a:lnTo>
                    <a:lnTo>
                      <a:pt x="704" y="490"/>
                    </a:lnTo>
                    <a:lnTo>
                      <a:pt x="721" y="486"/>
                    </a:lnTo>
                    <a:lnTo>
                      <a:pt x="737" y="488"/>
                    </a:lnTo>
                    <a:lnTo>
                      <a:pt x="746" y="498"/>
                    </a:lnTo>
                    <a:lnTo>
                      <a:pt x="746" y="515"/>
                    </a:lnTo>
                    <a:lnTo>
                      <a:pt x="743" y="532"/>
                    </a:lnTo>
                    <a:lnTo>
                      <a:pt x="746" y="542"/>
                    </a:lnTo>
                    <a:lnTo>
                      <a:pt x="757" y="548"/>
                    </a:lnTo>
                    <a:lnTo>
                      <a:pt x="773" y="553"/>
                    </a:lnTo>
                    <a:lnTo>
                      <a:pt x="784" y="561"/>
                    </a:lnTo>
                    <a:lnTo>
                      <a:pt x="787" y="571"/>
                    </a:lnTo>
                    <a:lnTo>
                      <a:pt x="788" y="581"/>
                    </a:lnTo>
                    <a:lnTo>
                      <a:pt x="791" y="591"/>
                    </a:lnTo>
                    <a:close/>
                  </a:path>
                </a:pathLst>
              </a:custGeom>
              <a:solidFill>
                <a:srgbClr val="ECB78D">
                  <a:alpha val="43000"/>
                </a:srgbClr>
              </a:solidFill>
              <a:ln>
                <a:noFill/>
              </a:ln>
            </p:spPr>
            <p:txBody>
              <a:bodyPr anchor="ctr"/>
              <a:lstStyle/>
              <a:p>
                <a:pPr algn="ctr">
                  <a:buNone/>
                </a:pPr>
              </a:p>
            </p:txBody>
          </p:sp>
          <p:sp>
            <p:nvSpPr>
              <p:cNvPr id="751" name="addition:spatial:133"/>
              <p:cNvSpPr>
                <a:spLocks noGrp="1"/>
              </p:cNvSpPr>
              <p:nvPr/>
            </p:nvSpPr>
            <p:spPr>
              <a:xfrm>
                <a:off x="5648325" y="1666875"/>
                <a:ext cx="1056726" cy="1202756"/>
              </a:xfrm>
              <a:custGeom>
                <a:avLst/>
                <a:gdLst/>
                <a:ahLst/>
                <a:cxnLst/>
                <a:rect l="l" t="t" r="r" b="b"/>
                <a:pathLst>
                  <a:path w="797" h="711">
                    <a:moveTo>
                      <a:pt x="0" y="0"/>
                    </a:moveTo>
                    <a:moveTo>
                      <a:pt x="794" y="606"/>
                    </a:moveTo>
                    <a:lnTo>
                      <a:pt x="782" y="615"/>
                    </a:lnTo>
                    <a:lnTo>
                      <a:pt x="770" y="623"/>
                    </a:lnTo>
                    <a:lnTo>
                      <a:pt x="763" y="630"/>
                    </a:lnTo>
                    <a:lnTo>
                      <a:pt x="763" y="639"/>
                    </a:lnTo>
                    <a:lnTo>
                      <a:pt x="764" y="650"/>
                    </a:lnTo>
                    <a:lnTo>
                      <a:pt x="758" y="658"/>
                    </a:lnTo>
                    <a:lnTo>
                      <a:pt x="745" y="663"/>
                    </a:lnTo>
                    <a:lnTo>
                      <a:pt x="730" y="665"/>
                    </a:lnTo>
                    <a:lnTo>
                      <a:pt x="720" y="670"/>
                    </a:lnTo>
                    <a:lnTo>
                      <a:pt x="716" y="679"/>
                    </a:lnTo>
                    <a:lnTo>
                      <a:pt x="712" y="692"/>
                    </a:lnTo>
                    <a:lnTo>
                      <a:pt x="705" y="703"/>
                    </a:lnTo>
                    <a:lnTo>
                      <a:pt x="694" y="708"/>
                    </a:lnTo>
                    <a:lnTo>
                      <a:pt x="681" y="710"/>
                    </a:lnTo>
                    <a:lnTo>
                      <a:pt x="669" y="711"/>
                    </a:lnTo>
                    <a:lnTo>
                      <a:pt x="657" y="711"/>
                    </a:lnTo>
                    <a:lnTo>
                      <a:pt x="645" y="708"/>
                    </a:lnTo>
                    <a:lnTo>
                      <a:pt x="635" y="700"/>
                    </a:lnTo>
                    <a:lnTo>
                      <a:pt x="627" y="690"/>
                    </a:lnTo>
                    <a:lnTo>
                      <a:pt x="620" y="685"/>
                    </a:lnTo>
                    <a:lnTo>
                      <a:pt x="611" y="688"/>
                    </a:lnTo>
                    <a:lnTo>
                      <a:pt x="598" y="696"/>
                    </a:lnTo>
                    <a:lnTo>
                      <a:pt x="584" y="701"/>
                    </a:lnTo>
                    <a:lnTo>
                      <a:pt x="574" y="698"/>
                    </a:lnTo>
                    <a:lnTo>
                      <a:pt x="569" y="689"/>
                    </a:lnTo>
                    <a:lnTo>
                      <a:pt x="566" y="679"/>
                    </a:lnTo>
                    <a:lnTo>
                      <a:pt x="561" y="672"/>
                    </a:lnTo>
                    <a:lnTo>
                      <a:pt x="552" y="667"/>
                    </a:lnTo>
                    <a:lnTo>
                      <a:pt x="543" y="661"/>
                    </a:lnTo>
                    <a:lnTo>
                      <a:pt x="540" y="652"/>
                    </a:lnTo>
                    <a:lnTo>
                      <a:pt x="542" y="641"/>
                    </a:lnTo>
                    <a:lnTo>
                      <a:pt x="544" y="632"/>
                    </a:lnTo>
                    <a:lnTo>
                      <a:pt x="544" y="623"/>
                    </a:lnTo>
                    <a:lnTo>
                      <a:pt x="542" y="615"/>
                    </a:lnTo>
                    <a:lnTo>
                      <a:pt x="543" y="606"/>
                    </a:lnTo>
                    <a:lnTo>
                      <a:pt x="548" y="598"/>
                    </a:lnTo>
                    <a:lnTo>
                      <a:pt x="550" y="590"/>
                    </a:lnTo>
                    <a:lnTo>
                      <a:pt x="545" y="581"/>
                    </a:lnTo>
                    <a:lnTo>
                      <a:pt x="533" y="569"/>
                    </a:lnTo>
                    <a:lnTo>
                      <a:pt x="523" y="556"/>
                    </a:lnTo>
                    <a:lnTo>
                      <a:pt x="523" y="544"/>
                    </a:lnTo>
                    <a:lnTo>
                      <a:pt x="535" y="539"/>
                    </a:lnTo>
                    <a:lnTo>
                      <a:pt x="552" y="539"/>
                    </a:lnTo>
                    <a:lnTo>
                      <a:pt x="565" y="538"/>
                    </a:lnTo>
                    <a:lnTo>
                      <a:pt x="573" y="534"/>
                    </a:lnTo>
                    <a:lnTo>
                      <a:pt x="579" y="528"/>
                    </a:lnTo>
                    <a:lnTo>
                      <a:pt x="586" y="523"/>
                    </a:lnTo>
                    <a:lnTo>
                      <a:pt x="595" y="520"/>
                    </a:lnTo>
                    <a:lnTo>
                      <a:pt x="604" y="518"/>
                    </a:lnTo>
                    <a:lnTo>
                      <a:pt x="613" y="513"/>
                    </a:lnTo>
                    <a:lnTo>
                      <a:pt x="623" y="506"/>
                    </a:lnTo>
                    <a:lnTo>
                      <a:pt x="634" y="501"/>
                    </a:lnTo>
                    <a:lnTo>
                      <a:pt x="646" y="502"/>
                    </a:lnTo>
                    <a:lnTo>
                      <a:pt x="658" y="507"/>
                    </a:lnTo>
                    <a:lnTo>
                      <a:pt x="669" y="509"/>
                    </a:lnTo>
                    <a:lnTo>
                      <a:pt x="683" y="508"/>
                    </a:lnTo>
                    <a:lnTo>
                      <a:pt x="699" y="504"/>
                    </a:lnTo>
                    <a:lnTo>
                      <a:pt x="713" y="506"/>
                    </a:lnTo>
                    <a:lnTo>
                      <a:pt x="722" y="516"/>
                    </a:lnTo>
                    <a:lnTo>
                      <a:pt x="724" y="531"/>
                    </a:lnTo>
                    <a:lnTo>
                      <a:pt x="725" y="544"/>
                    </a:lnTo>
                    <a:lnTo>
                      <a:pt x="730" y="552"/>
                    </a:lnTo>
                    <a:lnTo>
                      <a:pt x="742" y="555"/>
                    </a:lnTo>
                    <a:lnTo>
                      <a:pt x="756" y="558"/>
                    </a:lnTo>
                    <a:lnTo>
                      <a:pt x="769" y="563"/>
                    </a:lnTo>
                    <a:lnTo>
                      <a:pt x="777" y="570"/>
                    </a:lnTo>
                    <a:lnTo>
                      <a:pt x="785" y="578"/>
                    </a:lnTo>
                    <a:lnTo>
                      <a:pt x="793" y="586"/>
                    </a:lnTo>
                    <a:lnTo>
                      <a:pt x="797" y="596"/>
                    </a:lnTo>
                    <a:close/>
                  </a:path>
                </a:pathLst>
              </a:custGeom>
              <a:solidFill>
                <a:srgbClr val="E18B48">
                  <a:alpha val="35000"/>
                </a:srgbClr>
              </a:solidFill>
              <a:ln>
                <a:noFill/>
              </a:ln>
            </p:spPr>
            <p:txBody>
              <a:bodyPr anchor="ctr"/>
              <a:lstStyle/>
              <a:p>
                <a:pPr algn="ctr">
                  <a:buNone/>
                </a:pPr>
              </a:p>
            </p:txBody>
          </p:sp>
          <p:sp>
            <p:nvSpPr>
              <p:cNvPr id="752" name="addition:spatial:134"/>
              <p:cNvSpPr>
                <a:spLocks noGrp="1"/>
              </p:cNvSpPr>
              <p:nvPr/>
            </p:nvSpPr>
            <p:spPr>
              <a:xfrm>
                <a:off x="5648325" y="1666875"/>
                <a:ext cx="859170" cy="1053892"/>
              </a:xfrm>
              <a:custGeom>
                <a:avLst/>
                <a:gdLst/>
                <a:ahLst/>
                <a:cxnLst/>
                <a:rect l="l" t="t" r="r" b="b"/>
                <a:pathLst>
                  <a:path w="648" h="623">
                    <a:moveTo>
                      <a:pt x="0" y="0"/>
                    </a:moveTo>
                    <a:moveTo>
                      <a:pt x="638" y="577"/>
                    </a:moveTo>
                    <a:lnTo>
                      <a:pt x="642" y="580"/>
                    </a:lnTo>
                    <a:lnTo>
                      <a:pt x="644" y="584"/>
                    </a:lnTo>
                    <a:lnTo>
                      <a:pt x="643" y="588"/>
                    </a:lnTo>
                    <a:lnTo>
                      <a:pt x="641" y="591"/>
                    </a:lnTo>
                    <a:lnTo>
                      <a:pt x="640" y="595"/>
                    </a:lnTo>
                    <a:lnTo>
                      <a:pt x="640" y="599"/>
                    </a:lnTo>
                    <a:lnTo>
                      <a:pt x="639" y="603"/>
                    </a:lnTo>
                    <a:lnTo>
                      <a:pt x="636" y="606"/>
                    </a:lnTo>
                    <a:lnTo>
                      <a:pt x="632" y="607"/>
                    </a:lnTo>
                    <a:lnTo>
                      <a:pt x="629" y="609"/>
                    </a:lnTo>
                    <a:lnTo>
                      <a:pt x="626" y="612"/>
                    </a:lnTo>
                    <a:lnTo>
                      <a:pt x="623" y="615"/>
                    </a:lnTo>
                    <a:lnTo>
                      <a:pt x="619" y="616"/>
                    </a:lnTo>
                    <a:lnTo>
                      <a:pt x="614" y="613"/>
                    </a:lnTo>
                    <a:lnTo>
                      <a:pt x="609" y="611"/>
                    </a:lnTo>
                    <a:lnTo>
                      <a:pt x="605" y="611"/>
                    </a:lnTo>
                    <a:lnTo>
                      <a:pt x="602" y="614"/>
                    </a:lnTo>
                    <a:lnTo>
                      <a:pt x="598" y="620"/>
                    </a:lnTo>
                    <a:lnTo>
                      <a:pt x="592" y="623"/>
                    </a:lnTo>
                    <a:lnTo>
                      <a:pt x="587" y="623"/>
                    </a:lnTo>
                    <a:lnTo>
                      <a:pt x="582" y="621"/>
                    </a:lnTo>
                    <a:lnTo>
                      <a:pt x="578" y="618"/>
                    </a:lnTo>
                    <a:lnTo>
                      <a:pt x="573" y="615"/>
                    </a:lnTo>
                    <a:lnTo>
                      <a:pt x="569" y="612"/>
                    </a:lnTo>
                    <a:lnTo>
                      <a:pt x="566" y="608"/>
                    </a:lnTo>
                    <a:lnTo>
                      <a:pt x="564" y="604"/>
                    </a:lnTo>
                    <a:lnTo>
                      <a:pt x="562" y="601"/>
                    </a:lnTo>
                    <a:lnTo>
                      <a:pt x="557" y="599"/>
                    </a:lnTo>
                    <a:lnTo>
                      <a:pt x="551" y="598"/>
                    </a:lnTo>
                    <a:lnTo>
                      <a:pt x="546" y="595"/>
                    </a:lnTo>
                    <a:lnTo>
                      <a:pt x="544" y="592"/>
                    </a:lnTo>
                    <a:lnTo>
                      <a:pt x="544" y="587"/>
                    </a:lnTo>
                    <a:lnTo>
                      <a:pt x="545" y="584"/>
                    </a:lnTo>
                    <a:lnTo>
                      <a:pt x="542" y="580"/>
                    </a:lnTo>
                    <a:lnTo>
                      <a:pt x="537" y="577"/>
                    </a:lnTo>
                    <a:lnTo>
                      <a:pt x="533" y="572"/>
                    </a:lnTo>
                    <a:lnTo>
                      <a:pt x="534" y="568"/>
                    </a:lnTo>
                    <a:lnTo>
                      <a:pt x="539" y="565"/>
                    </a:lnTo>
                    <a:lnTo>
                      <a:pt x="545" y="562"/>
                    </a:lnTo>
                    <a:lnTo>
                      <a:pt x="550" y="560"/>
                    </a:lnTo>
                    <a:lnTo>
                      <a:pt x="554" y="557"/>
                    </a:lnTo>
                    <a:lnTo>
                      <a:pt x="557" y="555"/>
                    </a:lnTo>
                    <a:lnTo>
                      <a:pt x="561" y="552"/>
                    </a:lnTo>
                    <a:lnTo>
                      <a:pt x="564" y="550"/>
                    </a:lnTo>
                    <a:lnTo>
                      <a:pt x="566" y="546"/>
                    </a:lnTo>
                    <a:lnTo>
                      <a:pt x="568" y="540"/>
                    </a:lnTo>
                    <a:lnTo>
                      <a:pt x="570" y="535"/>
                    </a:lnTo>
                    <a:lnTo>
                      <a:pt x="575" y="532"/>
                    </a:lnTo>
                    <a:lnTo>
                      <a:pt x="581" y="533"/>
                    </a:lnTo>
                    <a:lnTo>
                      <a:pt x="588" y="536"/>
                    </a:lnTo>
                    <a:lnTo>
                      <a:pt x="593" y="537"/>
                    </a:lnTo>
                    <a:lnTo>
                      <a:pt x="598" y="536"/>
                    </a:lnTo>
                    <a:lnTo>
                      <a:pt x="602" y="534"/>
                    </a:lnTo>
                    <a:lnTo>
                      <a:pt x="607" y="534"/>
                    </a:lnTo>
                    <a:lnTo>
                      <a:pt x="611" y="536"/>
                    </a:lnTo>
                    <a:lnTo>
                      <a:pt x="614" y="540"/>
                    </a:lnTo>
                    <a:lnTo>
                      <a:pt x="617" y="542"/>
                    </a:lnTo>
                    <a:lnTo>
                      <a:pt x="621" y="543"/>
                    </a:lnTo>
                    <a:lnTo>
                      <a:pt x="625" y="543"/>
                    </a:lnTo>
                    <a:lnTo>
                      <a:pt x="629" y="544"/>
                    </a:lnTo>
                    <a:lnTo>
                      <a:pt x="632" y="546"/>
                    </a:lnTo>
                    <a:lnTo>
                      <a:pt x="636" y="548"/>
                    </a:lnTo>
                    <a:lnTo>
                      <a:pt x="641" y="550"/>
                    </a:lnTo>
                    <a:lnTo>
                      <a:pt x="645" y="552"/>
                    </a:lnTo>
                    <a:lnTo>
                      <a:pt x="648" y="556"/>
                    </a:lnTo>
                    <a:lnTo>
                      <a:pt x="646" y="561"/>
                    </a:lnTo>
                    <a:lnTo>
                      <a:pt x="640" y="566"/>
                    </a:lnTo>
                    <a:lnTo>
                      <a:pt x="635" y="570"/>
                    </a:lnTo>
                    <a:lnTo>
                      <a:pt x="634" y="574"/>
                    </a:lnTo>
                    <a:close/>
                  </a:path>
                </a:pathLst>
              </a:custGeom>
              <a:solidFill>
                <a:srgbClr val="ECB78D">
                  <a:alpha val="32000"/>
                </a:srgbClr>
              </a:solidFill>
              <a:ln>
                <a:noFill/>
              </a:ln>
            </p:spPr>
            <p:txBody>
              <a:bodyPr anchor="ctr"/>
              <a:lstStyle/>
              <a:p>
                <a:pPr algn="ctr">
                  <a:buNone/>
                </a:pPr>
              </a:p>
            </p:txBody>
          </p:sp>
          <p:sp>
            <p:nvSpPr>
              <p:cNvPr id="753" name="addition:spatial:135"/>
              <p:cNvSpPr>
                <a:spLocks noGrp="1"/>
              </p:cNvSpPr>
              <p:nvPr/>
            </p:nvSpPr>
            <p:spPr>
              <a:xfrm>
                <a:off x="5648325" y="1666875"/>
                <a:ext cx="918835" cy="992993"/>
              </a:xfrm>
              <a:custGeom>
                <a:avLst/>
                <a:gdLst/>
                <a:ahLst/>
                <a:cxnLst/>
                <a:rect l="l" t="t" r="r" b="b"/>
                <a:pathLst>
                  <a:path w="693" h="587">
                    <a:moveTo>
                      <a:pt x="0" y="0"/>
                    </a:moveTo>
                    <a:moveTo>
                      <a:pt x="693" y="543"/>
                    </a:moveTo>
                    <a:lnTo>
                      <a:pt x="693" y="547"/>
                    </a:lnTo>
                    <a:lnTo>
                      <a:pt x="691" y="551"/>
                    </a:lnTo>
                    <a:lnTo>
                      <a:pt x="688" y="554"/>
                    </a:lnTo>
                    <a:lnTo>
                      <a:pt x="686" y="557"/>
                    </a:lnTo>
                    <a:lnTo>
                      <a:pt x="685" y="561"/>
                    </a:lnTo>
                    <a:lnTo>
                      <a:pt x="683" y="565"/>
                    </a:lnTo>
                    <a:lnTo>
                      <a:pt x="679" y="567"/>
                    </a:lnTo>
                    <a:lnTo>
                      <a:pt x="672" y="567"/>
                    </a:lnTo>
                    <a:lnTo>
                      <a:pt x="666" y="567"/>
                    </a:lnTo>
                    <a:lnTo>
                      <a:pt x="663" y="570"/>
                    </a:lnTo>
                    <a:lnTo>
                      <a:pt x="662" y="575"/>
                    </a:lnTo>
                    <a:lnTo>
                      <a:pt x="661" y="581"/>
                    </a:lnTo>
                    <a:lnTo>
                      <a:pt x="658" y="586"/>
                    </a:lnTo>
                    <a:lnTo>
                      <a:pt x="652" y="587"/>
                    </a:lnTo>
                    <a:lnTo>
                      <a:pt x="647" y="587"/>
                    </a:lnTo>
                    <a:lnTo>
                      <a:pt x="641" y="586"/>
                    </a:lnTo>
                    <a:lnTo>
                      <a:pt x="636" y="585"/>
                    </a:lnTo>
                    <a:lnTo>
                      <a:pt x="631" y="583"/>
                    </a:lnTo>
                    <a:lnTo>
                      <a:pt x="627" y="581"/>
                    </a:lnTo>
                    <a:lnTo>
                      <a:pt x="624" y="578"/>
                    </a:lnTo>
                    <a:lnTo>
                      <a:pt x="621" y="577"/>
                    </a:lnTo>
                    <a:lnTo>
                      <a:pt x="616" y="577"/>
                    </a:lnTo>
                    <a:lnTo>
                      <a:pt x="611" y="579"/>
                    </a:lnTo>
                    <a:lnTo>
                      <a:pt x="607" y="579"/>
                    </a:lnTo>
                    <a:lnTo>
                      <a:pt x="604" y="576"/>
                    </a:lnTo>
                    <a:lnTo>
                      <a:pt x="603" y="572"/>
                    </a:lnTo>
                    <a:lnTo>
                      <a:pt x="602" y="568"/>
                    </a:lnTo>
                    <a:lnTo>
                      <a:pt x="598" y="567"/>
                    </a:lnTo>
                    <a:lnTo>
                      <a:pt x="593" y="566"/>
                    </a:lnTo>
                    <a:lnTo>
                      <a:pt x="589" y="563"/>
                    </a:lnTo>
                    <a:lnTo>
                      <a:pt x="588" y="559"/>
                    </a:lnTo>
                    <a:lnTo>
                      <a:pt x="591" y="554"/>
                    </a:lnTo>
                    <a:lnTo>
                      <a:pt x="594" y="550"/>
                    </a:lnTo>
                    <a:lnTo>
                      <a:pt x="597" y="546"/>
                    </a:lnTo>
                    <a:lnTo>
                      <a:pt x="597" y="543"/>
                    </a:lnTo>
                    <a:lnTo>
                      <a:pt x="598" y="540"/>
                    </a:lnTo>
                    <a:lnTo>
                      <a:pt x="599" y="537"/>
                    </a:lnTo>
                    <a:lnTo>
                      <a:pt x="599" y="533"/>
                    </a:lnTo>
                    <a:lnTo>
                      <a:pt x="597" y="529"/>
                    </a:lnTo>
                    <a:lnTo>
                      <a:pt x="593" y="524"/>
                    </a:lnTo>
                    <a:lnTo>
                      <a:pt x="592" y="519"/>
                    </a:lnTo>
                    <a:lnTo>
                      <a:pt x="594" y="515"/>
                    </a:lnTo>
                    <a:lnTo>
                      <a:pt x="599" y="514"/>
                    </a:lnTo>
                    <a:lnTo>
                      <a:pt x="605" y="514"/>
                    </a:lnTo>
                    <a:lnTo>
                      <a:pt x="609" y="513"/>
                    </a:lnTo>
                    <a:lnTo>
                      <a:pt x="611" y="510"/>
                    </a:lnTo>
                    <a:lnTo>
                      <a:pt x="613" y="507"/>
                    </a:lnTo>
                    <a:lnTo>
                      <a:pt x="616" y="505"/>
                    </a:lnTo>
                    <a:lnTo>
                      <a:pt x="620" y="505"/>
                    </a:lnTo>
                    <a:lnTo>
                      <a:pt x="625" y="506"/>
                    </a:lnTo>
                    <a:lnTo>
                      <a:pt x="628" y="507"/>
                    </a:lnTo>
                    <a:lnTo>
                      <a:pt x="632" y="505"/>
                    </a:lnTo>
                    <a:lnTo>
                      <a:pt x="636" y="503"/>
                    </a:lnTo>
                    <a:lnTo>
                      <a:pt x="640" y="503"/>
                    </a:lnTo>
                    <a:lnTo>
                      <a:pt x="645" y="503"/>
                    </a:lnTo>
                    <a:lnTo>
                      <a:pt x="649" y="503"/>
                    </a:lnTo>
                    <a:lnTo>
                      <a:pt x="655" y="502"/>
                    </a:lnTo>
                    <a:lnTo>
                      <a:pt x="661" y="502"/>
                    </a:lnTo>
                    <a:lnTo>
                      <a:pt x="666" y="504"/>
                    </a:lnTo>
                    <a:lnTo>
                      <a:pt x="667" y="510"/>
                    </a:lnTo>
                    <a:lnTo>
                      <a:pt x="667" y="516"/>
                    </a:lnTo>
                    <a:lnTo>
                      <a:pt x="667" y="521"/>
                    </a:lnTo>
                    <a:lnTo>
                      <a:pt x="670" y="523"/>
                    </a:lnTo>
                    <a:lnTo>
                      <a:pt x="676" y="524"/>
                    </a:lnTo>
                    <a:lnTo>
                      <a:pt x="682" y="526"/>
                    </a:lnTo>
                    <a:lnTo>
                      <a:pt x="686" y="528"/>
                    </a:lnTo>
                    <a:lnTo>
                      <a:pt x="688" y="532"/>
                    </a:lnTo>
                    <a:lnTo>
                      <a:pt x="689" y="536"/>
                    </a:lnTo>
                    <a:lnTo>
                      <a:pt x="691" y="539"/>
                    </a:lnTo>
                    <a:close/>
                  </a:path>
                </a:pathLst>
              </a:custGeom>
              <a:solidFill>
                <a:srgbClr val="ECB78D">
                  <a:alpha val="32000"/>
                </a:srgbClr>
              </a:solidFill>
              <a:ln>
                <a:noFill/>
              </a:ln>
            </p:spPr>
            <p:txBody>
              <a:bodyPr anchor="ctr"/>
              <a:lstStyle/>
              <a:p>
                <a:pPr algn="ctr">
                  <a:buNone/>
                </a:pPr>
              </a:p>
            </p:txBody>
          </p:sp>
          <p:sp>
            <p:nvSpPr>
              <p:cNvPr id="754" name="addition:spatial:136"/>
              <p:cNvSpPr>
                <a:spLocks noGrp="1"/>
              </p:cNvSpPr>
              <p:nvPr/>
            </p:nvSpPr>
            <p:spPr>
              <a:xfrm>
                <a:off x="5648325" y="1666875"/>
                <a:ext cx="977174" cy="1021751"/>
              </a:xfrm>
              <a:custGeom>
                <a:avLst/>
                <a:gdLst/>
                <a:ahLst/>
                <a:cxnLst/>
                <a:rect l="l" t="t" r="r" b="b"/>
                <a:pathLst>
                  <a:path w="737" h="604">
                    <a:moveTo>
                      <a:pt x="0" y="0"/>
                    </a:moveTo>
                    <a:moveTo>
                      <a:pt x="728" y="552"/>
                    </a:moveTo>
                    <a:lnTo>
                      <a:pt x="733" y="556"/>
                    </a:lnTo>
                    <a:lnTo>
                      <a:pt x="737" y="561"/>
                    </a:lnTo>
                    <a:lnTo>
                      <a:pt x="737" y="565"/>
                    </a:lnTo>
                    <a:lnTo>
                      <a:pt x="734" y="568"/>
                    </a:lnTo>
                    <a:lnTo>
                      <a:pt x="730" y="571"/>
                    </a:lnTo>
                    <a:lnTo>
                      <a:pt x="729" y="575"/>
                    </a:lnTo>
                    <a:lnTo>
                      <a:pt x="729" y="579"/>
                    </a:lnTo>
                    <a:lnTo>
                      <a:pt x="729" y="584"/>
                    </a:lnTo>
                    <a:lnTo>
                      <a:pt x="727" y="587"/>
                    </a:lnTo>
                    <a:lnTo>
                      <a:pt x="722" y="588"/>
                    </a:lnTo>
                    <a:lnTo>
                      <a:pt x="717" y="588"/>
                    </a:lnTo>
                    <a:lnTo>
                      <a:pt x="713" y="589"/>
                    </a:lnTo>
                    <a:lnTo>
                      <a:pt x="709" y="590"/>
                    </a:lnTo>
                    <a:lnTo>
                      <a:pt x="705" y="591"/>
                    </a:lnTo>
                    <a:lnTo>
                      <a:pt x="701" y="591"/>
                    </a:lnTo>
                    <a:lnTo>
                      <a:pt x="697" y="591"/>
                    </a:lnTo>
                    <a:lnTo>
                      <a:pt x="694" y="594"/>
                    </a:lnTo>
                    <a:lnTo>
                      <a:pt x="689" y="599"/>
                    </a:lnTo>
                    <a:lnTo>
                      <a:pt x="683" y="603"/>
                    </a:lnTo>
                    <a:lnTo>
                      <a:pt x="677" y="604"/>
                    </a:lnTo>
                    <a:lnTo>
                      <a:pt x="672" y="600"/>
                    </a:lnTo>
                    <a:lnTo>
                      <a:pt x="669" y="594"/>
                    </a:lnTo>
                    <a:lnTo>
                      <a:pt x="667" y="588"/>
                    </a:lnTo>
                    <a:lnTo>
                      <a:pt x="663" y="586"/>
                    </a:lnTo>
                    <a:lnTo>
                      <a:pt x="658" y="585"/>
                    </a:lnTo>
                    <a:lnTo>
                      <a:pt x="653" y="583"/>
                    </a:lnTo>
                    <a:lnTo>
                      <a:pt x="650" y="580"/>
                    </a:lnTo>
                    <a:lnTo>
                      <a:pt x="647" y="577"/>
                    </a:lnTo>
                    <a:lnTo>
                      <a:pt x="644" y="574"/>
                    </a:lnTo>
                    <a:lnTo>
                      <a:pt x="640" y="571"/>
                    </a:lnTo>
                    <a:lnTo>
                      <a:pt x="636" y="568"/>
                    </a:lnTo>
                    <a:lnTo>
                      <a:pt x="634" y="564"/>
                    </a:lnTo>
                    <a:lnTo>
                      <a:pt x="634" y="560"/>
                    </a:lnTo>
                    <a:lnTo>
                      <a:pt x="633" y="556"/>
                    </a:lnTo>
                    <a:lnTo>
                      <a:pt x="631" y="552"/>
                    </a:lnTo>
                    <a:lnTo>
                      <a:pt x="628" y="548"/>
                    </a:lnTo>
                    <a:lnTo>
                      <a:pt x="628" y="543"/>
                    </a:lnTo>
                    <a:lnTo>
                      <a:pt x="632" y="540"/>
                    </a:lnTo>
                    <a:lnTo>
                      <a:pt x="640" y="537"/>
                    </a:lnTo>
                    <a:lnTo>
                      <a:pt x="648" y="536"/>
                    </a:lnTo>
                    <a:lnTo>
                      <a:pt x="652" y="534"/>
                    </a:lnTo>
                    <a:lnTo>
                      <a:pt x="652" y="530"/>
                    </a:lnTo>
                    <a:lnTo>
                      <a:pt x="652" y="524"/>
                    </a:lnTo>
                    <a:lnTo>
                      <a:pt x="653" y="520"/>
                    </a:lnTo>
                    <a:lnTo>
                      <a:pt x="657" y="516"/>
                    </a:lnTo>
                    <a:lnTo>
                      <a:pt x="661" y="513"/>
                    </a:lnTo>
                    <a:lnTo>
                      <a:pt x="665" y="510"/>
                    </a:lnTo>
                    <a:lnTo>
                      <a:pt x="669" y="508"/>
                    </a:lnTo>
                    <a:lnTo>
                      <a:pt x="674" y="507"/>
                    </a:lnTo>
                    <a:lnTo>
                      <a:pt x="680" y="508"/>
                    </a:lnTo>
                    <a:lnTo>
                      <a:pt x="685" y="510"/>
                    </a:lnTo>
                    <a:lnTo>
                      <a:pt x="689" y="511"/>
                    </a:lnTo>
                    <a:lnTo>
                      <a:pt x="693" y="510"/>
                    </a:lnTo>
                    <a:lnTo>
                      <a:pt x="698" y="508"/>
                    </a:lnTo>
                    <a:lnTo>
                      <a:pt x="702" y="508"/>
                    </a:lnTo>
                    <a:lnTo>
                      <a:pt x="705" y="512"/>
                    </a:lnTo>
                    <a:lnTo>
                      <a:pt x="707" y="517"/>
                    </a:lnTo>
                    <a:lnTo>
                      <a:pt x="709" y="519"/>
                    </a:lnTo>
                    <a:lnTo>
                      <a:pt x="714" y="518"/>
                    </a:lnTo>
                    <a:lnTo>
                      <a:pt x="720" y="517"/>
                    </a:lnTo>
                    <a:lnTo>
                      <a:pt x="725" y="517"/>
                    </a:lnTo>
                    <a:lnTo>
                      <a:pt x="729" y="519"/>
                    </a:lnTo>
                    <a:lnTo>
                      <a:pt x="730" y="523"/>
                    </a:lnTo>
                    <a:lnTo>
                      <a:pt x="731" y="528"/>
                    </a:lnTo>
                    <a:lnTo>
                      <a:pt x="731" y="532"/>
                    </a:lnTo>
                    <a:lnTo>
                      <a:pt x="731" y="537"/>
                    </a:lnTo>
                    <a:lnTo>
                      <a:pt x="729" y="541"/>
                    </a:lnTo>
                    <a:lnTo>
                      <a:pt x="726" y="545"/>
                    </a:lnTo>
                    <a:lnTo>
                      <a:pt x="725" y="549"/>
                    </a:lnTo>
                    <a:close/>
                  </a:path>
                </a:pathLst>
              </a:custGeom>
              <a:solidFill>
                <a:srgbClr val="ECB78D">
                  <a:alpha val="32000"/>
                </a:srgbClr>
              </a:solidFill>
              <a:ln>
                <a:noFill/>
              </a:ln>
            </p:spPr>
            <p:txBody>
              <a:bodyPr anchor="ctr"/>
              <a:lstStyle/>
              <a:p>
                <a:pPr algn="ctr">
                  <a:buNone/>
                </a:pPr>
              </a:p>
            </p:txBody>
          </p:sp>
          <p:sp>
            <p:nvSpPr>
              <p:cNvPr id="755" name="addition:spatial:137"/>
              <p:cNvSpPr>
                <a:spLocks noGrp="1"/>
              </p:cNvSpPr>
              <p:nvPr/>
            </p:nvSpPr>
            <p:spPr>
              <a:xfrm>
                <a:off x="5648325" y="1666875"/>
                <a:ext cx="1051423" cy="1084341"/>
              </a:xfrm>
              <a:custGeom>
                <a:avLst/>
                <a:gdLst/>
                <a:ahLst/>
                <a:cxnLst/>
                <a:rect l="l" t="t" r="r" b="b"/>
                <a:pathLst>
                  <a:path w="793" h="641">
                    <a:moveTo>
                      <a:pt x="0" y="0"/>
                    </a:moveTo>
                    <a:moveTo>
                      <a:pt x="789" y="589"/>
                    </a:moveTo>
                    <a:lnTo>
                      <a:pt x="792" y="594"/>
                    </a:lnTo>
                    <a:lnTo>
                      <a:pt x="793" y="599"/>
                    </a:lnTo>
                    <a:lnTo>
                      <a:pt x="788" y="603"/>
                    </a:lnTo>
                    <a:lnTo>
                      <a:pt x="780" y="606"/>
                    </a:lnTo>
                    <a:lnTo>
                      <a:pt x="774" y="608"/>
                    </a:lnTo>
                    <a:lnTo>
                      <a:pt x="771" y="611"/>
                    </a:lnTo>
                    <a:lnTo>
                      <a:pt x="771" y="616"/>
                    </a:lnTo>
                    <a:lnTo>
                      <a:pt x="770" y="621"/>
                    </a:lnTo>
                    <a:lnTo>
                      <a:pt x="766" y="624"/>
                    </a:lnTo>
                    <a:lnTo>
                      <a:pt x="761" y="625"/>
                    </a:lnTo>
                    <a:lnTo>
                      <a:pt x="755" y="626"/>
                    </a:lnTo>
                    <a:lnTo>
                      <a:pt x="751" y="629"/>
                    </a:lnTo>
                    <a:lnTo>
                      <a:pt x="747" y="633"/>
                    </a:lnTo>
                    <a:lnTo>
                      <a:pt x="743" y="637"/>
                    </a:lnTo>
                    <a:lnTo>
                      <a:pt x="737" y="639"/>
                    </a:lnTo>
                    <a:lnTo>
                      <a:pt x="731" y="640"/>
                    </a:lnTo>
                    <a:lnTo>
                      <a:pt x="725" y="640"/>
                    </a:lnTo>
                    <a:lnTo>
                      <a:pt x="720" y="641"/>
                    </a:lnTo>
                    <a:lnTo>
                      <a:pt x="714" y="640"/>
                    </a:lnTo>
                    <a:lnTo>
                      <a:pt x="709" y="637"/>
                    </a:lnTo>
                    <a:lnTo>
                      <a:pt x="706" y="631"/>
                    </a:lnTo>
                    <a:lnTo>
                      <a:pt x="704" y="625"/>
                    </a:lnTo>
                    <a:lnTo>
                      <a:pt x="701" y="623"/>
                    </a:lnTo>
                    <a:lnTo>
                      <a:pt x="696" y="625"/>
                    </a:lnTo>
                    <a:lnTo>
                      <a:pt x="688" y="627"/>
                    </a:lnTo>
                    <a:lnTo>
                      <a:pt x="682" y="627"/>
                    </a:lnTo>
                    <a:lnTo>
                      <a:pt x="678" y="624"/>
                    </a:lnTo>
                    <a:lnTo>
                      <a:pt x="677" y="619"/>
                    </a:lnTo>
                    <a:lnTo>
                      <a:pt x="677" y="615"/>
                    </a:lnTo>
                    <a:lnTo>
                      <a:pt x="675" y="611"/>
                    </a:lnTo>
                    <a:lnTo>
                      <a:pt x="674" y="607"/>
                    </a:lnTo>
                    <a:lnTo>
                      <a:pt x="674" y="602"/>
                    </a:lnTo>
                    <a:lnTo>
                      <a:pt x="676" y="598"/>
                    </a:lnTo>
                    <a:lnTo>
                      <a:pt x="678" y="593"/>
                    </a:lnTo>
                    <a:lnTo>
                      <a:pt x="678" y="589"/>
                    </a:lnTo>
                    <a:lnTo>
                      <a:pt x="677" y="585"/>
                    </a:lnTo>
                    <a:lnTo>
                      <a:pt x="677" y="581"/>
                    </a:lnTo>
                    <a:lnTo>
                      <a:pt x="680" y="577"/>
                    </a:lnTo>
                    <a:lnTo>
                      <a:pt x="684" y="574"/>
                    </a:lnTo>
                    <a:lnTo>
                      <a:pt x="687" y="571"/>
                    </a:lnTo>
                    <a:lnTo>
                      <a:pt x="685" y="566"/>
                    </a:lnTo>
                    <a:lnTo>
                      <a:pt x="682" y="559"/>
                    </a:lnTo>
                    <a:lnTo>
                      <a:pt x="681" y="553"/>
                    </a:lnTo>
                    <a:lnTo>
                      <a:pt x="684" y="549"/>
                    </a:lnTo>
                    <a:lnTo>
                      <a:pt x="690" y="548"/>
                    </a:lnTo>
                    <a:lnTo>
                      <a:pt x="697" y="549"/>
                    </a:lnTo>
                    <a:lnTo>
                      <a:pt x="702" y="550"/>
                    </a:lnTo>
                    <a:lnTo>
                      <a:pt x="706" y="549"/>
                    </a:lnTo>
                    <a:lnTo>
                      <a:pt x="709" y="548"/>
                    </a:lnTo>
                    <a:lnTo>
                      <a:pt x="713" y="548"/>
                    </a:lnTo>
                    <a:lnTo>
                      <a:pt x="717" y="547"/>
                    </a:lnTo>
                    <a:lnTo>
                      <a:pt x="721" y="545"/>
                    </a:lnTo>
                    <a:lnTo>
                      <a:pt x="725" y="542"/>
                    </a:lnTo>
                    <a:lnTo>
                      <a:pt x="730" y="538"/>
                    </a:lnTo>
                    <a:lnTo>
                      <a:pt x="735" y="538"/>
                    </a:lnTo>
                    <a:lnTo>
                      <a:pt x="739" y="542"/>
                    </a:lnTo>
                    <a:lnTo>
                      <a:pt x="743" y="546"/>
                    </a:lnTo>
                    <a:lnTo>
                      <a:pt x="747" y="548"/>
                    </a:lnTo>
                    <a:lnTo>
                      <a:pt x="753" y="549"/>
                    </a:lnTo>
                    <a:lnTo>
                      <a:pt x="760" y="549"/>
                    </a:lnTo>
                    <a:lnTo>
                      <a:pt x="765" y="552"/>
                    </a:lnTo>
                    <a:lnTo>
                      <a:pt x="766" y="557"/>
                    </a:lnTo>
                    <a:lnTo>
                      <a:pt x="766" y="563"/>
                    </a:lnTo>
                    <a:lnTo>
                      <a:pt x="766" y="568"/>
                    </a:lnTo>
                    <a:lnTo>
                      <a:pt x="768" y="572"/>
                    </a:lnTo>
                    <a:lnTo>
                      <a:pt x="773" y="574"/>
                    </a:lnTo>
                    <a:lnTo>
                      <a:pt x="778" y="577"/>
                    </a:lnTo>
                    <a:lnTo>
                      <a:pt x="781" y="581"/>
                    </a:lnTo>
                    <a:lnTo>
                      <a:pt x="785" y="585"/>
                    </a:lnTo>
                    <a:close/>
                  </a:path>
                </a:pathLst>
              </a:custGeom>
              <a:solidFill>
                <a:srgbClr val="ECB78D">
                  <a:alpha val="32000"/>
                </a:srgbClr>
              </a:solidFill>
              <a:ln>
                <a:noFill/>
              </a:ln>
            </p:spPr>
            <p:txBody>
              <a:bodyPr anchor="ctr"/>
              <a:lstStyle/>
              <a:p>
                <a:pPr algn="ctr">
                  <a:buNone/>
                </a:pPr>
              </a:p>
            </p:txBody>
          </p:sp>
          <p:sp>
            <p:nvSpPr>
              <p:cNvPr id="756" name="addition:spatial:138"/>
              <p:cNvSpPr>
                <a:spLocks noGrp="1"/>
              </p:cNvSpPr>
              <p:nvPr/>
            </p:nvSpPr>
            <p:spPr>
              <a:xfrm>
                <a:off x="5648325" y="1666875"/>
                <a:ext cx="1014298" cy="1146932"/>
              </a:xfrm>
              <a:custGeom>
                <a:avLst/>
                <a:gdLst/>
                <a:ahLst/>
                <a:cxnLst/>
                <a:rect l="l" t="t" r="r" b="b"/>
                <a:pathLst>
                  <a:path w="765" h="678">
                    <a:moveTo>
                      <a:pt x="0" y="0"/>
                    </a:moveTo>
                    <a:moveTo>
                      <a:pt x="765" y="630"/>
                    </a:moveTo>
                    <a:lnTo>
                      <a:pt x="765" y="635"/>
                    </a:lnTo>
                    <a:lnTo>
                      <a:pt x="760" y="639"/>
                    </a:lnTo>
                    <a:lnTo>
                      <a:pt x="751" y="642"/>
                    </a:lnTo>
                    <a:lnTo>
                      <a:pt x="742" y="644"/>
                    </a:lnTo>
                    <a:lnTo>
                      <a:pt x="736" y="647"/>
                    </a:lnTo>
                    <a:lnTo>
                      <a:pt x="736" y="651"/>
                    </a:lnTo>
                    <a:lnTo>
                      <a:pt x="739" y="658"/>
                    </a:lnTo>
                    <a:lnTo>
                      <a:pt x="740" y="664"/>
                    </a:lnTo>
                    <a:lnTo>
                      <a:pt x="736" y="669"/>
                    </a:lnTo>
                    <a:lnTo>
                      <a:pt x="730" y="671"/>
                    </a:lnTo>
                    <a:lnTo>
                      <a:pt x="723" y="673"/>
                    </a:lnTo>
                    <a:lnTo>
                      <a:pt x="718" y="675"/>
                    </a:lnTo>
                    <a:lnTo>
                      <a:pt x="712" y="677"/>
                    </a:lnTo>
                    <a:lnTo>
                      <a:pt x="706" y="678"/>
                    </a:lnTo>
                    <a:lnTo>
                      <a:pt x="700" y="677"/>
                    </a:lnTo>
                    <a:lnTo>
                      <a:pt x="695" y="676"/>
                    </a:lnTo>
                    <a:lnTo>
                      <a:pt x="690" y="676"/>
                    </a:lnTo>
                    <a:lnTo>
                      <a:pt x="685" y="678"/>
                    </a:lnTo>
                    <a:lnTo>
                      <a:pt x="680" y="678"/>
                    </a:lnTo>
                    <a:lnTo>
                      <a:pt x="675" y="676"/>
                    </a:lnTo>
                    <a:lnTo>
                      <a:pt x="672" y="672"/>
                    </a:lnTo>
                    <a:lnTo>
                      <a:pt x="669" y="669"/>
                    </a:lnTo>
                    <a:lnTo>
                      <a:pt x="663" y="670"/>
                    </a:lnTo>
                    <a:lnTo>
                      <a:pt x="655" y="672"/>
                    </a:lnTo>
                    <a:lnTo>
                      <a:pt x="647" y="674"/>
                    </a:lnTo>
                    <a:lnTo>
                      <a:pt x="641" y="672"/>
                    </a:lnTo>
                    <a:lnTo>
                      <a:pt x="639" y="666"/>
                    </a:lnTo>
                    <a:lnTo>
                      <a:pt x="640" y="660"/>
                    </a:lnTo>
                    <a:lnTo>
                      <a:pt x="640" y="654"/>
                    </a:lnTo>
                    <a:lnTo>
                      <a:pt x="639" y="650"/>
                    </a:lnTo>
                    <a:lnTo>
                      <a:pt x="638" y="646"/>
                    </a:lnTo>
                    <a:lnTo>
                      <a:pt x="638" y="642"/>
                    </a:lnTo>
                    <a:lnTo>
                      <a:pt x="638" y="638"/>
                    </a:lnTo>
                    <a:lnTo>
                      <a:pt x="635" y="634"/>
                    </a:lnTo>
                    <a:lnTo>
                      <a:pt x="629" y="630"/>
                    </a:lnTo>
                    <a:lnTo>
                      <a:pt x="623" y="625"/>
                    </a:lnTo>
                    <a:lnTo>
                      <a:pt x="620" y="620"/>
                    </a:lnTo>
                    <a:lnTo>
                      <a:pt x="623" y="616"/>
                    </a:lnTo>
                    <a:lnTo>
                      <a:pt x="628" y="613"/>
                    </a:lnTo>
                    <a:lnTo>
                      <a:pt x="631" y="609"/>
                    </a:lnTo>
                    <a:lnTo>
                      <a:pt x="631" y="605"/>
                    </a:lnTo>
                    <a:lnTo>
                      <a:pt x="630" y="599"/>
                    </a:lnTo>
                    <a:lnTo>
                      <a:pt x="632" y="595"/>
                    </a:lnTo>
                    <a:lnTo>
                      <a:pt x="638" y="593"/>
                    </a:lnTo>
                    <a:lnTo>
                      <a:pt x="646" y="593"/>
                    </a:lnTo>
                    <a:lnTo>
                      <a:pt x="653" y="594"/>
                    </a:lnTo>
                    <a:lnTo>
                      <a:pt x="658" y="593"/>
                    </a:lnTo>
                    <a:lnTo>
                      <a:pt x="662" y="590"/>
                    </a:lnTo>
                    <a:lnTo>
                      <a:pt x="666" y="587"/>
                    </a:lnTo>
                    <a:lnTo>
                      <a:pt x="672" y="585"/>
                    </a:lnTo>
                    <a:lnTo>
                      <a:pt x="677" y="582"/>
                    </a:lnTo>
                    <a:lnTo>
                      <a:pt x="684" y="578"/>
                    </a:lnTo>
                    <a:lnTo>
                      <a:pt x="691" y="574"/>
                    </a:lnTo>
                    <a:lnTo>
                      <a:pt x="699" y="573"/>
                    </a:lnTo>
                    <a:lnTo>
                      <a:pt x="706" y="576"/>
                    </a:lnTo>
                    <a:lnTo>
                      <a:pt x="711" y="583"/>
                    </a:lnTo>
                    <a:lnTo>
                      <a:pt x="715" y="589"/>
                    </a:lnTo>
                    <a:lnTo>
                      <a:pt x="719" y="592"/>
                    </a:lnTo>
                    <a:lnTo>
                      <a:pt x="726" y="593"/>
                    </a:lnTo>
                    <a:lnTo>
                      <a:pt x="734" y="593"/>
                    </a:lnTo>
                    <a:lnTo>
                      <a:pt x="740" y="595"/>
                    </a:lnTo>
                    <a:lnTo>
                      <a:pt x="743" y="599"/>
                    </a:lnTo>
                    <a:lnTo>
                      <a:pt x="745" y="603"/>
                    </a:lnTo>
                    <a:lnTo>
                      <a:pt x="749" y="606"/>
                    </a:lnTo>
                    <a:lnTo>
                      <a:pt x="754" y="609"/>
                    </a:lnTo>
                    <a:lnTo>
                      <a:pt x="760" y="612"/>
                    </a:lnTo>
                    <a:lnTo>
                      <a:pt x="762" y="616"/>
                    </a:lnTo>
                    <a:lnTo>
                      <a:pt x="763" y="621"/>
                    </a:lnTo>
                    <a:lnTo>
                      <a:pt x="764" y="625"/>
                    </a:lnTo>
                    <a:close/>
                  </a:path>
                </a:pathLst>
              </a:custGeom>
              <a:solidFill>
                <a:srgbClr val="ECB78D">
                  <a:alpha val="32000"/>
                </a:srgbClr>
              </a:solidFill>
              <a:ln>
                <a:noFill/>
              </a:ln>
            </p:spPr>
            <p:txBody>
              <a:bodyPr anchor="ctr"/>
              <a:lstStyle/>
              <a:p>
                <a:pPr algn="ctr">
                  <a:buNone/>
                </a:pPr>
              </a:p>
            </p:txBody>
          </p:sp>
          <p:sp>
            <p:nvSpPr>
              <p:cNvPr id="757" name="addition:spatial:139"/>
              <p:cNvSpPr>
                <a:spLocks noGrp="1"/>
              </p:cNvSpPr>
              <p:nvPr/>
            </p:nvSpPr>
            <p:spPr>
              <a:xfrm>
                <a:off x="5648325" y="1666875"/>
                <a:ext cx="916183" cy="1160465"/>
              </a:xfrm>
              <a:custGeom>
                <a:avLst/>
                <a:gdLst/>
                <a:ahLst/>
                <a:cxnLst/>
                <a:rect l="l" t="t" r="r" b="b"/>
                <a:pathLst>
                  <a:path w="691" h="686">
                    <a:moveTo>
                      <a:pt x="0" y="0"/>
                    </a:moveTo>
                    <a:moveTo>
                      <a:pt x="687" y="635"/>
                    </a:moveTo>
                    <a:lnTo>
                      <a:pt x="690" y="639"/>
                    </a:lnTo>
                    <a:lnTo>
                      <a:pt x="691" y="644"/>
                    </a:lnTo>
                    <a:lnTo>
                      <a:pt x="690" y="648"/>
                    </a:lnTo>
                    <a:lnTo>
                      <a:pt x="688" y="652"/>
                    </a:lnTo>
                    <a:lnTo>
                      <a:pt x="686" y="656"/>
                    </a:lnTo>
                    <a:lnTo>
                      <a:pt x="684" y="661"/>
                    </a:lnTo>
                    <a:lnTo>
                      <a:pt x="680" y="664"/>
                    </a:lnTo>
                    <a:lnTo>
                      <a:pt x="673" y="665"/>
                    </a:lnTo>
                    <a:lnTo>
                      <a:pt x="665" y="664"/>
                    </a:lnTo>
                    <a:lnTo>
                      <a:pt x="659" y="664"/>
                    </a:lnTo>
                    <a:lnTo>
                      <a:pt x="657" y="668"/>
                    </a:lnTo>
                    <a:lnTo>
                      <a:pt x="656" y="675"/>
                    </a:lnTo>
                    <a:lnTo>
                      <a:pt x="653" y="682"/>
                    </a:lnTo>
                    <a:lnTo>
                      <a:pt x="648" y="686"/>
                    </a:lnTo>
                    <a:lnTo>
                      <a:pt x="641" y="686"/>
                    </a:lnTo>
                    <a:lnTo>
                      <a:pt x="634" y="685"/>
                    </a:lnTo>
                    <a:lnTo>
                      <a:pt x="628" y="684"/>
                    </a:lnTo>
                    <a:lnTo>
                      <a:pt x="622" y="684"/>
                    </a:lnTo>
                    <a:lnTo>
                      <a:pt x="616" y="683"/>
                    </a:lnTo>
                    <a:lnTo>
                      <a:pt x="611" y="680"/>
                    </a:lnTo>
                    <a:lnTo>
                      <a:pt x="607" y="677"/>
                    </a:lnTo>
                    <a:lnTo>
                      <a:pt x="602" y="675"/>
                    </a:lnTo>
                    <a:lnTo>
                      <a:pt x="597" y="675"/>
                    </a:lnTo>
                    <a:lnTo>
                      <a:pt x="591" y="674"/>
                    </a:lnTo>
                    <a:lnTo>
                      <a:pt x="587" y="672"/>
                    </a:lnTo>
                    <a:lnTo>
                      <a:pt x="586" y="667"/>
                    </a:lnTo>
                    <a:lnTo>
                      <a:pt x="585" y="663"/>
                    </a:lnTo>
                    <a:lnTo>
                      <a:pt x="581" y="661"/>
                    </a:lnTo>
                    <a:lnTo>
                      <a:pt x="574" y="660"/>
                    </a:lnTo>
                    <a:lnTo>
                      <a:pt x="567" y="658"/>
                    </a:lnTo>
                    <a:lnTo>
                      <a:pt x="563" y="654"/>
                    </a:lnTo>
                    <a:lnTo>
                      <a:pt x="565" y="649"/>
                    </a:lnTo>
                    <a:lnTo>
                      <a:pt x="570" y="643"/>
                    </a:lnTo>
                    <a:lnTo>
                      <a:pt x="575" y="639"/>
                    </a:lnTo>
                    <a:lnTo>
                      <a:pt x="577" y="635"/>
                    </a:lnTo>
                    <a:lnTo>
                      <a:pt x="579" y="631"/>
                    </a:lnTo>
                    <a:lnTo>
                      <a:pt x="580" y="627"/>
                    </a:lnTo>
                    <a:lnTo>
                      <a:pt x="582" y="623"/>
                    </a:lnTo>
                    <a:lnTo>
                      <a:pt x="583" y="619"/>
                    </a:lnTo>
                    <a:lnTo>
                      <a:pt x="581" y="614"/>
                    </a:lnTo>
                    <a:lnTo>
                      <a:pt x="579" y="608"/>
                    </a:lnTo>
                    <a:lnTo>
                      <a:pt x="580" y="603"/>
                    </a:lnTo>
                    <a:lnTo>
                      <a:pt x="584" y="600"/>
                    </a:lnTo>
                    <a:lnTo>
                      <a:pt x="591" y="599"/>
                    </a:lnTo>
                    <a:lnTo>
                      <a:pt x="596" y="598"/>
                    </a:lnTo>
                    <a:lnTo>
                      <a:pt x="599" y="596"/>
                    </a:lnTo>
                    <a:lnTo>
                      <a:pt x="601" y="591"/>
                    </a:lnTo>
                    <a:lnTo>
                      <a:pt x="604" y="587"/>
                    </a:lnTo>
                    <a:lnTo>
                      <a:pt x="609" y="587"/>
                    </a:lnTo>
                    <a:lnTo>
                      <a:pt x="615" y="590"/>
                    </a:lnTo>
                    <a:lnTo>
                      <a:pt x="620" y="593"/>
                    </a:lnTo>
                    <a:lnTo>
                      <a:pt x="623" y="593"/>
                    </a:lnTo>
                    <a:lnTo>
                      <a:pt x="627" y="592"/>
                    </a:lnTo>
                    <a:lnTo>
                      <a:pt x="631" y="590"/>
                    </a:lnTo>
                    <a:lnTo>
                      <a:pt x="636" y="589"/>
                    </a:lnTo>
                    <a:lnTo>
                      <a:pt x="641" y="589"/>
                    </a:lnTo>
                    <a:lnTo>
                      <a:pt x="647" y="588"/>
                    </a:lnTo>
                    <a:lnTo>
                      <a:pt x="654" y="587"/>
                    </a:lnTo>
                    <a:lnTo>
                      <a:pt x="660" y="588"/>
                    </a:lnTo>
                    <a:lnTo>
                      <a:pt x="663" y="593"/>
                    </a:lnTo>
                    <a:lnTo>
                      <a:pt x="664" y="600"/>
                    </a:lnTo>
                    <a:lnTo>
                      <a:pt x="662" y="607"/>
                    </a:lnTo>
                    <a:lnTo>
                      <a:pt x="664" y="611"/>
                    </a:lnTo>
                    <a:lnTo>
                      <a:pt x="668" y="613"/>
                    </a:lnTo>
                    <a:lnTo>
                      <a:pt x="675" y="615"/>
                    </a:lnTo>
                    <a:lnTo>
                      <a:pt x="681" y="618"/>
                    </a:lnTo>
                    <a:lnTo>
                      <a:pt x="683" y="622"/>
                    </a:lnTo>
                    <a:lnTo>
                      <a:pt x="683" y="626"/>
                    </a:lnTo>
                    <a:lnTo>
                      <a:pt x="684" y="631"/>
                    </a:lnTo>
                    <a:close/>
                  </a:path>
                </a:pathLst>
              </a:custGeom>
              <a:solidFill>
                <a:srgbClr val="ECB78D">
                  <a:alpha val="32000"/>
                </a:srgbClr>
              </a:solidFill>
              <a:ln>
                <a:noFill/>
              </a:ln>
            </p:spPr>
            <p:txBody>
              <a:bodyPr anchor="ctr"/>
              <a:lstStyle/>
              <a:p>
                <a:pPr algn="ctr">
                  <a:buNone/>
                </a:pPr>
              </a:p>
            </p:txBody>
          </p:sp>
          <p:sp>
            <p:nvSpPr>
              <p:cNvPr id="758" name="addition:spatial:140"/>
              <p:cNvSpPr>
                <a:spLocks noGrp="1"/>
              </p:cNvSpPr>
              <p:nvPr/>
            </p:nvSpPr>
            <p:spPr>
              <a:xfrm>
                <a:off x="5648325" y="1666875"/>
                <a:ext cx="837956" cy="1116482"/>
              </a:xfrm>
              <a:custGeom>
                <a:avLst/>
                <a:gdLst/>
                <a:ahLst/>
                <a:cxnLst/>
                <a:rect l="l" t="t" r="r" b="b"/>
                <a:pathLst>
                  <a:path w="632" h="660">
                    <a:moveTo>
                      <a:pt x="0" y="0"/>
                    </a:moveTo>
                    <a:moveTo>
                      <a:pt x="630" y="617"/>
                    </a:moveTo>
                    <a:lnTo>
                      <a:pt x="631" y="621"/>
                    </a:lnTo>
                    <a:lnTo>
                      <a:pt x="632" y="625"/>
                    </a:lnTo>
                    <a:lnTo>
                      <a:pt x="630" y="629"/>
                    </a:lnTo>
                    <a:lnTo>
                      <a:pt x="625" y="632"/>
                    </a:lnTo>
                    <a:lnTo>
                      <a:pt x="618" y="633"/>
                    </a:lnTo>
                    <a:lnTo>
                      <a:pt x="612" y="634"/>
                    </a:lnTo>
                    <a:lnTo>
                      <a:pt x="610" y="637"/>
                    </a:lnTo>
                    <a:lnTo>
                      <a:pt x="611" y="642"/>
                    </a:lnTo>
                    <a:lnTo>
                      <a:pt x="610" y="647"/>
                    </a:lnTo>
                    <a:lnTo>
                      <a:pt x="608" y="651"/>
                    </a:lnTo>
                    <a:lnTo>
                      <a:pt x="603" y="652"/>
                    </a:lnTo>
                    <a:lnTo>
                      <a:pt x="598" y="653"/>
                    </a:lnTo>
                    <a:lnTo>
                      <a:pt x="594" y="655"/>
                    </a:lnTo>
                    <a:lnTo>
                      <a:pt x="590" y="658"/>
                    </a:lnTo>
                    <a:lnTo>
                      <a:pt x="586" y="660"/>
                    </a:lnTo>
                    <a:lnTo>
                      <a:pt x="581" y="660"/>
                    </a:lnTo>
                    <a:lnTo>
                      <a:pt x="576" y="659"/>
                    </a:lnTo>
                    <a:lnTo>
                      <a:pt x="572" y="658"/>
                    </a:lnTo>
                    <a:lnTo>
                      <a:pt x="568" y="658"/>
                    </a:lnTo>
                    <a:lnTo>
                      <a:pt x="564" y="657"/>
                    </a:lnTo>
                    <a:lnTo>
                      <a:pt x="560" y="655"/>
                    </a:lnTo>
                    <a:lnTo>
                      <a:pt x="558" y="651"/>
                    </a:lnTo>
                    <a:lnTo>
                      <a:pt x="556" y="647"/>
                    </a:lnTo>
                    <a:lnTo>
                      <a:pt x="554" y="646"/>
                    </a:lnTo>
                    <a:lnTo>
                      <a:pt x="548" y="648"/>
                    </a:lnTo>
                    <a:lnTo>
                      <a:pt x="542" y="649"/>
                    </a:lnTo>
                    <a:lnTo>
                      <a:pt x="536" y="649"/>
                    </a:lnTo>
                    <a:lnTo>
                      <a:pt x="534" y="645"/>
                    </a:lnTo>
                    <a:lnTo>
                      <a:pt x="535" y="640"/>
                    </a:lnTo>
                    <a:lnTo>
                      <a:pt x="537" y="635"/>
                    </a:lnTo>
                    <a:lnTo>
                      <a:pt x="537" y="631"/>
                    </a:lnTo>
                    <a:lnTo>
                      <a:pt x="537" y="628"/>
                    </a:lnTo>
                    <a:lnTo>
                      <a:pt x="537" y="624"/>
                    </a:lnTo>
                    <a:lnTo>
                      <a:pt x="538" y="621"/>
                    </a:lnTo>
                    <a:lnTo>
                      <a:pt x="539" y="617"/>
                    </a:lnTo>
                    <a:lnTo>
                      <a:pt x="539" y="614"/>
                    </a:lnTo>
                    <a:lnTo>
                      <a:pt x="537" y="610"/>
                    </a:lnTo>
                    <a:lnTo>
                      <a:pt x="536" y="606"/>
                    </a:lnTo>
                    <a:lnTo>
                      <a:pt x="537" y="603"/>
                    </a:lnTo>
                    <a:lnTo>
                      <a:pt x="540" y="600"/>
                    </a:lnTo>
                    <a:lnTo>
                      <a:pt x="542" y="597"/>
                    </a:lnTo>
                    <a:lnTo>
                      <a:pt x="542" y="593"/>
                    </a:lnTo>
                    <a:lnTo>
                      <a:pt x="541" y="588"/>
                    </a:lnTo>
                    <a:lnTo>
                      <a:pt x="541" y="583"/>
                    </a:lnTo>
                    <a:lnTo>
                      <a:pt x="545" y="581"/>
                    </a:lnTo>
                    <a:lnTo>
                      <a:pt x="551" y="582"/>
                    </a:lnTo>
                    <a:lnTo>
                      <a:pt x="556" y="584"/>
                    </a:lnTo>
                    <a:lnTo>
                      <a:pt x="560" y="585"/>
                    </a:lnTo>
                    <a:lnTo>
                      <a:pt x="563" y="584"/>
                    </a:lnTo>
                    <a:lnTo>
                      <a:pt x="565" y="582"/>
                    </a:lnTo>
                    <a:lnTo>
                      <a:pt x="569" y="580"/>
                    </a:lnTo>
                    <a:lnTo>
                      <a:pt x="572" y="579"/>
                    </a:lnTo>
                    <a:lnTo>
                      <a:pt x="576" y="577"/>
                    </a:lnTo>
                    <a:lnTo>
                      <a:pt x="580" y="574"/>
                    </a:lnTo>
                    <a:lnTo>
                      <a:pt x="585" y="572"/>
                    </a:lnTo>
                    <a:lnTo>
                      <a:pt x="590" y="573"/>
                    </a:lnTo>
                    <a:lnTo>
                      <a:pt x="593" y="577"/>
                    </a:lnTo>
                    <a:lnTo>
                      <a:pt x="596" y="582"/>
                    </a:lnTo>
                    <a:lnTo>
                      <a:pt x="599" y="585"/>
                    </a:lnTo>
                    <a:lnTo>
                      <a:pt x="603" y="586"/>
                    </a:lnTo>
                    <a:lnTo>
                      <a:pt x="609" y="587"/>
                    </a:lnTo>
                    <a:lnTo>
                      <a:pt x="613" y="589"/>
                    </a:lnTo>
                    <a:lnTo>
                      <a:pt x="614" y="594"/>
                    </a:lnTo>
                    <a:lnTo>
                      <a:pt x="614" y="598"/>
                    </a:lnTo>
                    <a:lnTo>
                      <a:pt x="615" y="602"/>
                    </a:lnTo>
                    <a:lnTo>
                      <a:pt x="618" y="604"/>
                    </a:lnTo>
                    <a:lnTo>
                      <a:pt x="623" y="607"/>
                    </a:lnTo>
                    <a:lnTo>
                      <a:pt x="627" y="610"/>
                    </a:lnTo>
                    <a:lnTo>
                      <a:pt x="629" y="613"/>
                    </a:lnTo>
                    <a:close/>
                  </a:path>
                </a:pathLst>
              </a:custGeom>
              <a:solidFill>
                <a:srgbClr val="ECB78D">
                  <a:alpha val="32000"/>
                </a:srgbClr>
              </a:solidFill>
              <a:ln>
                <a:noFill/>
              </a:ln>
            </p:spPr>
            <p:txBody>
              <a:bodyPr anchor="ctr"/>
              <a:lstStyle/>
              <a:p>
                <a:pPr algn="ctr">
                  <a:buNone/>
                </a:pPr>
              </a:p>
            </p:txBody>
          </p:sp>
          <p:sp>
            <p:nvSpPr>
              <p:cNvPr id="759" name="addition:spatial:141"/>
              <p:cNvSpPr>
                <a:spLocks noGrp="1"/>
              </p:cNvSpPr>
              <p:nvPr/>
            </p:nvSpPr>
            <p:spPr>
              <a:xfrm>
                <a:off x="5648325" y="1666875"/>
                <a:ext cx="981151" cy="1130016"/>
              </a:xfrm>
              <a:custGeom>
                <a:avLst/>
                <a:gdLst/>
                <a:ahLst/>
                <a:cxnLst/>
                <a:rect l="l" t="t" r="r" b="b"/>
                <a:pathLst>
                  <a:path w="740" h="668">
                    <a:moveTo>
                      <a:pt x="0" y="0"/>
                    </a:moveTo>
                    <a:moveTo>
                      <a:pt x="734" y="610"/>
                    </a:moveTo>
                    <a:lnTo>
                      <a:pt x="737" y="615"/>
                    </a:lnTo>
                    <a:lnTo>
                      <a:pt x="740" y="621"/>
                    </a:lnTo>
                    <a:lnTo>
                      <a:pt x="738" y="626"/>
                    </a:lnTo>
                    <a:lnTo>
                      <a:pt x="732" y="630"/>
                    </a:lnTo>
                    <a:lnTo>
                      <a:pt x="723" y="632"/>
                    </a:lnTo>
                    <a:lnTo>
                      <a:pt x="717" y="634"/>
                    </a:lnTo>
                    <a:lnTo>
                      <a:pt x="715" y="638"/>
                    </a:lnTo>
                    <a:lnTo>
                      <a:pt x="714" y="644"/>
                    </a:lnTo>
                    <a:lnTo>
                      <a:pt x="712" y="649"/>
                    </a:lnTo>
                    <a:lnTo>
                      <a:pt x="706" y="651"/>
                    </a:lnTo>
                    <a:lnTo>
                      <a:pt x="698" y="651"/>
                    </a:lnTo>
                    <a:lnTo>
                      <a:pt x="691" y="652"/>
                    </a:lnTo>
                    <a:lnTo>
                      <a:pt x="685" y="655"/>
                    </a:lnTo>
                    <a:lnTo>
                      <a:pt x="681" y="660"/>
                    </a:lnTo>
                    <a:lnTo>
                      <a:pt x="675" y="665"/>
                    </a:lnTo>
                    <a:lnTo>
                      <a:pt x="668" y="668"/>
                    </a:lnTo>
                    <a:lnTo>
                      <a:pt x="660" y="668"/>
                    </a:lnTo>
                    <a:lnTo>
                      <a:pt x="652" y="667"/>
                    </a:lnTo>
                    <a:lnTo>
                      <a:pt x="645" y="666"/>
                    </a:lnTo>
                    <a:lnTo>
                      <a:pt x="638" y="663"/>
                    </a:lnTo>
                    <a:lnTo>
                      <a:pt x="633" y="659"/>
                    </a:lnTo>
                    <a:lnTo>
                      <a:pt x="630" y="652"/>
                    </a:lnTo>
                    <a:lnTo>
                      <a:pt x="627" y="648"/>
                    </a:lnTo>
                    <a:lnTo>
                      <a:pt x="622" y="647"/>
                    </a:lnTo>
                    <a:lnTo>
                      <a:pt x="614" y="649"/>
                    </a:lnTo>
                    <a:lnTo>
                      <a:pt x="604" y="650"/>
                    </a:lnTo>
                    <a:lnTo>
                      <a:pt x="597" y="649"/>
                    </a:lnTo>
                    <a:lnTo>
                      <a:pt x="594" y="644"/>
                    </a:lnTo>
                    <a:lnTo>
                      <a:pt x="595" y="638"/>
                    </a:lnTo>
                    <a:lnTo>
                      <a:pt x="595" y="633"/>
                    </a:lnTo>
                    <a:lnTo>
                      <a:pt x="592" y="629"/>
                    </a:lnTo>
                    <a:lnTo>
                      <a:pt x="589" y="625"/>
                    </a:lnTo>
                    <a:lnTo>
                      <a:pt x="589" y="620"/>
                    </a:lnTo>
                    <a:lnTo>
                      <a:pt x="592" y="615"/>
                    </a:lnTo>
                    <a:lnTo>
                      <a:pt x="595" y="610"/>
                    </a:lnTo>
                    <a:lnTo>
                      <a:pt x="598" y="606"/>
                    </a:lnTo>
                    <a:lnTo>
                      <a:pt x="598" y="601"/>
                    </a:lnTo>
                    <a:lnTo>
                      <a:pt x="600" y="597"/>
                    </a:lnTo>
                    <a:lnTo>
                      <a:pt x="605" y="593"/>
                    </a:lnTo>
                    <a:lnTo>
                      <a:pt x="609" y="590"/>
                    </a:lnTo>
                    <a:lnTo>
                      <a:pt x="611" y="586"/>
                    </a:lnTo>
                    <a:lnTo>
                      <a:pt x="609" y="580"/>
                    </a:lnTo>
                    <a:lnTo>
                      <a:pt x="606" y="572"/>
                    </a:lnTo>
                    <a:lnTo>
                      <a:pt x="607" y="565"/>
                    </a:lnTo>
                    <a:lnTo>
                      <a:pt x="613" y="562"/>
                    </a:lnTo>
                    <a:lnTo>
                      <a:pt x="622" y="564"/>
                    </a:lnTo>
                    <a:lnTo>
                      <a:pt x="630" y="566"/>
                    </a:lnTo>
                    <a:lnTo>
                      <a:pt x="636" y="566"/>
                    </a:lnTo>
                    <a:lnTo>
                      <a:pt x="640" y="565"/>
                    </a:lnTo>
                    <a:lnTo>
                      <a:pt x="644" y="563"/>
                    </a:lnTo>
                    <a:lnTo>
                      <a:pt x="649" y="562"/>
                    </a:lnTo>
                    <a:lnTo>
                      <a:pt x="654" y="562"/>
                    </a:lnTo>
                    <a:lnTo>
                      <a:pt x="659" y="561"/>
                    </a:lnTo>
                    <a:lnTo>
                      <a:pt x="664" y="558"/>
                    </a:lnTo>
                    <a:lnTo>
                      <a:pt x="670" y="557"/>
                    </a:lnTo>
                    <a:lnTo>
                      <a:pt x="676" y="557"/>
                    </a:lnTo>
                    <a:lnTo>
                      <a:pt x="681" y="561"/>
                    </a:lnTo>
                    <a:lnTo>
                      <a:pt x="686" y="565"/>
                    </a:lnTo>
                    <a:lnTo>
                      <a:pt x="691" y="566"/>
                    </a:lnTo>
                    <a:lnTo>
                      <a:pt x="699" y="567"/>
                    </a:lnTo>
                    <a:lnTo>
                      <a:pt x="707" y="568"/>
                    </a:lnTo>
                    <a:lnTo>
                      <a:pt x="712" y="572"/>
                    </a:lnTo>
                    <a:lnTo>
                      <a:pt x="711" y="579"/>
                    </a:lnTo>
                    <a:lnTo>
                      <a:pt x="708" y="586"/>
                    </a:lnTo>
                    <a:lnTo>
                      <a:pt x="708" y="592"/>
                    </a:lnTo>
                    <a:lnTo>
                      <a:pt x="712" y="595"/>
                    </a:lnTo>
                    <a:lnTo>
                      <a:pt x="720" y="597"/>
                    </a:lnTo>
                    <a:lnTo>
                      <a:pt x="726" y="601"/>
                    </a:lnTo>
                    <a:lnTo>
                      <a:pt x="731" y="605"/>
                    </a:lnTo>
                    <a:close/>
                  </a:path>
                </a:pathLst>
              </a:custGeom>
              <a:solidFill>
                <a:srgbClr val="ECB78D">
                  <a:alpha val="32000"/>
                </a:srgbClr>
              </a:solidFill>
              <a:ln>
                <a:noFill/>
              </a:ln>
            </p:spPr>
            <p:txBody>
              <a:bodyPr anchor="ctr"/>
              <a:lstStyle/>
              <a:p>
                <a:pPr algn="ctr">
                  <a:buNone/>
                </a:pPr>
              </a:p>
            </p:txBody>
          </p:sp>
          <p:sp>
            <p:nvSpPr>
              <p:cNvPr id="760" name="addition:spatial:142"/>
              <p:cNvSpPr>
                <a:spLocks noGrp="1"/>
              </p:cNvSpPr>
              <p:nvPr/>
            </p:nvSpPr>
            <p:spPr>
              <a:xfrm>
                <a:off x="5648325" y="1666875"/>
                <a:ext cx="1027557" cy="1177381"/>
              </a:xfrm>
              <a:custGeom>
                <a:avLst/>
                <a:gdLst/>
                <a:ahLst/>
                <a:cxnLst/>
                <a:rect l="l" t="t" r="r" b="b"/>
                <a:pathLst>
                  <a:path w="775" h="696">
                    <a:moveTo>
                      <a:pt x="0" y="0"/>
                    </a:moveTo>
                    <a:moveTo>
                      <a:pt x="774" y="601"/>
                    </a:moveTo>
                    <a:lnTo>
                      <a:pt x="775" y="609"/>
                    </a:lnTo>
                    <a:lnTo>
                      <a:pt x="771" y="617"/>
                    </a:lnTo>
                    <a:lnTo>
                      <a:pt x="762" y="624"/>
                    </a:lnTo>
                    <a:lnTo>
                      <a:pt x="755" y="630"/>
                    </a:lnTo>
                    <a:lnTo>
                      <a:pt x="750" y="637"/>
                    </a:lnTo>
                    <a:lnTo>
                      <a:pt x="744" y="643"/>
                    </a:lnTo>
                    <a:lnTo>
                      <a:pt x="736" y="648"/>
                    </a:lnTo>
                    <a:lnTo>
                      <a:pt x="725" y="652"/>
                    </a:lnTo>
                    <a:lnTo>
                      <a:pt x="716" y="655"/>
                    </a:lnTo>
                    <a:lnTo>
                      <a:pt x="713" y="664"/>
                    </a:lnTo>
                    <a:lnTo>
                      <a:pt x="711" y="677"/>
                    </a:lnTo>
                    <a:lnTo>
                      <a:pt x="708" y="689"/>
                    </a:lnTo>
                    <a:lnTo>
                      <a:pt x="698" y="696"/>
                    </a:lnTo>
                    <a:lnTo>
                      <a:pt x="685" y="694"/>
                    </a:lnTo>
                    <a:lnTo>
                      <a:pt x="672" y="687"/>
                    </a:lnTo>
                    <a:lnTo>
                      <a:pt x="661" y="681"/>
                    </a:lnTo>
                    <a:lnTo>
                      <a:pt x="652" y="680"/>
                    </a:lnTo>
                    <a:lnTo>
                      <a:pt x="644" y="681"/>
                    </a:lnTo>
                    <a:lnTo>
                      <a:pt x="636" y="681"/>
                    </a:lnTo>
                    <a:lnTo>
                      <a:pt x="629" y="679"/>
                    </a:lnTo>
                    <a:lnTo>
                      <a:pt x="621" y="677"/>
                    </a:lnTo>
                    <a:lnTo>
                      <a:pt x="613" y="677"/>
                    </a:lnTo>
                    <a:lnTo>
                      <a:pt x="603" y="678"/>
                    </a:lnTo>
                    <a:lnTo>
                      <a:pt x="594" y="677"/>
                    </a:lnTo>
                    <a:lnTo>
                      <a:pt x="589" y="671"/>
                    </a:lnTo>
                    <a:lnTo>
                      <a:pt x="586" y="663"/>
                    </a:lnTo>
                    <a:lnTo>
                      <a:pt x="582" y="657"/>
                    </a:lnTo>
                    <a:lnTo>
                      <a:pt x="573" y="653"/>
                    </a:lnTo>
                    <a:lnTo>
                      <a:pt x="562" y="650"/>
                    </a:lnTo>
                    <a:lnTo>
                      <a:pt x="555" y="643"/>
                    </a:lnTo>
                    <a:lnTo>
                      <a:pt x="558" y="633"/>
                    </a:lnTo>
                    <a:lnTo>
                      <a:pt x="567" y="623"/>
                    </a:lnTo>
                    <a:lnTo>
                      <a:pt x="576" y="614"/>
                    </a:lnTo>
                    <a:lnTo>
                      <a:pt x="577" y="607"/>
                    </a:lnTo>
                    <a:lnTo>
                      <a:pt x="571" y="601"/>
                    </a:lnTo>
                    <a:lnTo>
                      <a:pt x="563" y="594"/>
                    </a:lnTo>
                    <a:lnTo>
                      <a:pt x="558" y="586"/>
                    </a:lnTo>
                    <a:lnTo>
                      <a:pt x="556" y="577"/>
                    </a:lnTo>
                    <a:lnTo>
                      <a:pt x="554" y="569"/>
                    </a:lnTo>
                    <a:lnTo>
                      <a:pt x="552" y="559"/>
                    </a:lnTo>
                    <a:lnTo>
                      <a:pt x="553" y="551"/>
                    </a:lnTo>
                    <a:lnTo>
                      <a:pt x="561" y="545"/>
                    </a:lnTo>
                    <a:lnTo>
                      <a:pt x="573" y="544"/>
                    </a:lnTo>
                    <a:lnTo>
                      <a:pt x="585" y="544"/>
                    </a:lnTo>
                    <a:lnTo>
                      <a:pt x="591" y="540"/>
                    </a:lnTo>
                    <a:lnTo>
                      <a:pt x="595" y="533"/>
                    </a:lnTo>
                    <a:lnTo>
                      <a:pt x="598" y="525"/>
                    </a:lnTo>
                    <a:lnTo>
                      <a:pt x="606" y="520"/>
                    </a:lnTo>
                    <a:lnTo>
                      <a:pt x="616" y="522"/>
                    </a:lnTo>
                    <a:lnTo>
                      <a:pt x="626" y="525"/>
                    </a:lnTo>
                    <a:lnTo>
                      <a:pt x="635" y="525"/>
                    </a:lnTo>
                    <a:lnTo>
                      <a:pt x="643" y="519"/>
                    </a:lnTo>
                    <a:lnTo>
                      <a:pt x="654" y="512"/>
                    </a:lnTo>
                    <a:lnTo>
                      <a:pt x="665" y="508"/>
                    </a:lnTo>
                    <a:lnTo>
                      <a:pt x="677" y="508"/>
                    </a:lnTo>
                    <a:lnTo>
                      <a:pt x="687" y="512"/>
                    </a:lnTo>
                    <a:lnTo>
                      <a:pt x="698" y="515"/>
                    </a:lnTo>
                    <a:lnTo>
                      <a:pt x="708" y="520"/>
                    </a:lnTo>
                    <a:lnTo>
                      <a:pt x="716" y="528"/>
                    </a:lnTo>
                    <a:lnTo>
                      <a:pt x="719" y="538"/>
                    </a:lnTo>
                    <a:lnTo>
                      <a:pt x="721" y="549"/>
                    </a:lnTo>
                    <a:lnTo>
                      <a:pt x="725" y="555"/>
                    </a:lnTo>
                    <a:lnTo>
                      <a:pt x="736" y="557"/>
                    </a:lnTo>
                    <a:lnTo>
                      <a:pt x="753" y="557"/>
                    </a:lnTo>
                    <a:lnTo>
                      <a:pt x="767" y="560"/>
                    </a:lnTo>
                    <a:lnTo>
                      <a:pt x="774" y="568"/>
                    </a:lnTo>
                    <a:lnTo>
                      <a:pt x="773" y="577"/>
                    </a:lnTo>
                    <a:lnTo>
                      <a:pt x="770" y="585"/>
                    </a:lnTo>
                    <a:lnTo>
                      <a:pt x="771" y="593"/>
                    </a:lnTo>
                    <a:close/>
                  </a:path>
                </a:pathLst>
              </a:custGeom>
              <a:solidFill>
                <a:srgbClr val="E18B48">
                  <a:alpha val="37000"/>
                </a:srgbClr>
              </a:solidFill>
              <a:ln>
                <a:noFill/>
              </a:ln>
            </p:spPr>
            <p:txBody>
              <a:bodyPr anchor="ctr"/>
              <a:lstStyle/>
              <a:p>
                <a:pPr algn="ctr">
                  <a:buNone/>
                </a:pPr>
              </a:p>
            </p:txBody>
          </p:sp>
          <p:sp>
            <p:nvSpPr>
              <p:cNvPr id="761" name="addition:spatial:143"/>
              <p:cNvSpPr>
                <a:spLocks noGrp="1"/>
              </p:cNvSpPr>
              <p:nvPr/>
            </p:nvSpPr>
            <p:spPr>
              <a:xfrm>
                <a:off x="5648325" y="1666875"/>
                <a:ext cx="884362" cy="1048817"/>
              </a:xfrm>
              <a:custGeom>
                <a:avLst/>
                <a:gdLst/>
                <a:ahLst/>
                <a:cxnLst/>
                <a:rect l="l" t="t" r="r" b="b"/>
                <a:pathLst>
                  <a:path w="667" h="620">
                    <a:moveTo>
                      <a:pt x="0" y="0"/>
                    </a:moveTo>
                    <a:moveTo>
                      <a:pt x="667" y="580"/>
                    </a:moveTo>
                    <a:lnTo>
                      <a:pt x="667" y="584"/>
                    </a:lnTo>
                    <a:lnTo>
                      <a:pt x="666" y="587"/>
                    </a:lnTo>
                    <a:lnTo>
                      <a:pt x="665" y="591"/>
                    </a:lnTo>
                    <a:lnTo>
                      <a:pt x="663" y="595"/>
                    </a:lnTo>
                    <a:lnTo>
                      <a:pt x="660" y="597"/>
                    </a:lnTo>
                    <a:lnTo>
                      <a:pt x="654" y="598"/>
                    </a:lnTo>
                    <a:lnTo>
                      <a:pt x="648" y="599"/>
                    </a:lnTo>
                    <a:lnTo>
                      <a:pt x="645" y="600"/>
                    </a:lnTo>
                    <a:lnTo>
                      <a:pt x="644" y="605"/>
                    </a:lnTo>
                    <a:lnTo>
                      <a:pt x="645" y="610"/>
                    </a:lnTo>
                    <a:lnTo>
                      <a:pt x="643" y="615"/>
                    </a:lnTo>
                    <a:lnTo>
                      <a:pt x="639" y="618"/>
                    </a:lnTo>
                    <a:lnTo>
                      <a:pt x="634" y="618"/>
                    </a:lnTo>
                    <a:lnTo>
                      <a:pt x="629" y="618"/>
                    </a:lnTo>
                    <a:lnTo>
                      <a:pt x="625" y="618"/>
                    </a:lnTo>
                    <a:lnTo>
                      <a:pt x="620" y="620"/>
                    </a:lnTo>
                    <a:lnTo>
                      <a:pt x="616" y="620"/>
                    </a:lnTo>
                    <a:lnTo>
                      <a:pt x="612" y="619"/>
                    </a:lnTo>
                    <a:lnTo>
                      <a:pt x="608" y="617"/>
                    </a:lnTo>
                    <a:lnTo>
                      <a:pt x="605" y="616"/>
                    </a:lnTo>
                    <a:lnTo>
                      <a:pt x="601" y="615"/>
                    </a:lnTo>
                    <a:lnTo>
                      <a:pt x="598" y="614"/>
                    </a:lnTo>
                    <a:lnTo>
                      <a:pt x="595" y="612"/>
                    </a:lnTo>
                    <a:lnTo>
                      <a:pt x="594" y="609"/>
                    </a:lnTo>
                    <a:lnTo>
                      <a:pt x="592" y="607"/>
                    </a:lnTo>
                    <a:lnTo>
                      <a:pt x="588" y="606"/>
                    </a:lnTo>
                    <a:lnTo>
                      <a:pt x="582" y="607"/>
                    </a:lnTo>
                    <a:lnTo>
                      <a:pt x="577" y="607"/>
                    </a:lnTo>
                    <a:lnTo>
                      <a:pt x="574" y="604"/>
                    </a:lnTo>
                    <a:lnTo>
                      <a:pt x="575" y="599"/>
                    </a:lnTo>
                    <a:lnTo>
                      <a:pt x="579" y="594"/>
                    </a:lnTo>
                    <a:lnTo>
                      <a:pt x="581" y="590"/>
                    </a:lnTo>
                    <a:lnTo>
                      <a:pt x="581" y="586"/>
                    </a:lnTo>
                    <a:lnTo>
                      <a:pt x="581" y="583"/>
                    </a:lnTo>
                    <a:lnTo>
                      <a:pt x="581" y="580"/>
                    </a:lnTo>
                    <a:lnTo>
                      <a:pt x="582" y="577"/>
                    </a:lnTo>
                    <a:lnTo>
                      <a:pt x="582" y="574"/>
                    </a:lnTo>
                    <a:lnTo>
                      <a:pt x="580" y="570"/>
                    </a:lnTo>
                    <a:lnTo>
                      <a:pt x="578" y="566"/>
                    </a:lnTo>
                    <a:lnTo>
                      <a:pt x="578" y="562"/>
                    </a:lnTo>
                    <a:lnTo>
                      <a:pt x="581" y="559"/>
                    </a:lnTo>
                    <a:lnTo>
                      <a:pt x="585" y="558"/>
                    </a:lnTo>
                    <a:lnTo>
                      <a:pt x="587" y="555"/>
                    </a:lnTo>
                    <a:lnTo>
                      <a:pt x="588" y="552"/>
                    </a:lnTo>
                    <a:lnTo>
                      <a:pt x="588" y="547"/>
                    </a:lnTo>
                    <a:lnTo>
                      <a:pt x="591" y="545"/>
                    </a:lnTo>
                    <a:lnTo>
                      <a:pt x="595" y="545"/>
                    </a:lnTo>
                    <a:lnTo>
                      <a:pt x="600" y="547"/>
                    </a:lnTo>
                    <a:lnTo>
                      <a:pt x="604" y="549"/>
                    </a:lnTo>
                    <a:lnTo>
                      <a:pt x="607" y="549"/>
                    </a:lnTo>
                    <a:lnTo>
                      <a:pt x="609" y="546"/>
                    </a:lnTo>
                    <a:lnTo>
                      <a:pt x="612" y="544"/>
                    </a:lnTo>
                    <a:lnTo>
                      <a:pt x="616" y="542"/>
                    </a:lnTo>
                    <a:lnTo>
                      <a:pt x="620" y="541"/>
                    </a:lnTo>
                    <a:lnTo>
                      <a:pt x="624" y="540"/>
                    </a:lnTo>
                    <a:lnTo>
                      <a:pt x="629" y="539"/>
                    </a:lnTo>
                    <a:lnTo>
                      <a:pt x="634" y="539"/>
                    </a:lnTo>
                    <a:lnTo>
                      <a:pt x="637" y="543"/>
                    </a:lnTo>
                    <a:lnTo>
                      <a:pt x="639" y="548"/>
                    </a:lnTo>
                    <a:lnTo>
                      <a:pt x="640" y="553"/>
                    </a:lnTo>
                    <a:lnTo>
                      <a:pt x="642" y="556"/>
                    </a:lnTo>
                    <a:lnTo>
                      <a:pt x="647" y="556"/>
                    </a:lnTo>
                    <a:lnTo>
                      <a:pt x="652" y="558"/>
                    </a:lnTo>
                    <a:lnTo>
                      <a:pt x="656" y="560"/>
                    </a:lnTo>
                    <a:lnTo>
                      <a:pt x="656" y="564"/>
                    </a:lnTo>
                    <a:lnTo>
                      <a:pt x="656" y="568"/>
                    </a:lnTo>
                    <a:lnTo>
                      <a:pt x="658" y="571"/>
                    </a:lnTo>
                    <a:lnTo>
                      <a:pt x="662" y="573"/>
                    </a:lnTo>
                    <a:lnTo>
                      <a:pt x="665" y="577"/>
                    </a:lnTo>
                    <a:close/>
                  </a:path>
                </a:pathLst>
              </a:custGeom>
              <a:solidFill>
                <a:srgbClr val="DE8036">
                  <a:alpha val="36000"/>
                </a:srgbClr>
              </a:solidFill>
              <a:ln>
                <a:noFill/>
              </a:ln>
            </p:spPr>
            <p:txBody>
              <a:bodyPr anchor="ctr"/>
              <a:lstStyle/>
              <a:p>
                <a:pPr algn="ctr">
                  <a:buNone/>
                </a:pPr>
              </a:p>
            </p:txBody>
          </p:sp>
          <p:sp>
            <p:nvSpPr>
              <p:cNvPr id="762" name="addition:spatial:144"/>
              <p:cNvSpPr>
                <a:spLocks noGrp="1"/>
              </p:cNvSpPr>
              <p:nvPr/>
            </p:nvSpPr>
            <p:spPr>
              <a:xfrm>
                <a:off x="5648325" y="1666875"/>
                <a:ext cx="950656" cy="1011601"/>
              </a:xfrm>
              <a:custGeom>
                <a:avLst/>
                <a:gdLst/>
                <a:ahLst/>
                <a:cxnLst/>
                <a:rect l="l" t="t" r="r" b="b"/>
                <a:pathLst>
                  <a:path w="717" h="598">
                    <a:moveTo>
                      <a:pt x="0" y="0"/>
                    </a:moveTo>
                    <a:moveTo>
                      <a:pt x="709" y="569"/>
                    </a:moveTo>
                    <a:lnTo>
                      <a:pt x="708" y="571"/>
                    </a:lnTo>
                    <a:lnTo>
                      <a:pt x="707" y="573"/>
                    </a:lnTo>
                    <a:lnTo>
                      <a:pt x="706" y="575"/>
                    </a:lnTo>
                    <a:lnTo>
                      <a:pt x="705" y="578"/>
                    </a:lnTo>
                    <a:lnTo>
                      <a:pt x="706" y="581"/>
                    </a:lnTo>
                    <a:lnTo>
                      <a:pt x="707" y="584"/>
                    </a:lnTo>
                    <a:lnTo>
                      <a:pt x="707" y="588"/>
                    </a:lnTo>
                    <a:lnTo>
                      <a:pt x="706" y="590"/>
                    </a:lnTo>
                    <a:lnTo>
                      <a:pt x="702" y="591"/>
                    </a:lnTo>
                    <a:lnTo>
                      <a:pt x="698" y="591"/>
                    </a:lnTo>
                    <a:lnTo>
                      <a:pt x="695" y="592"/>
                    </a:lnTo>
                    <a:lnTo>
                      <a:pt x="694" y="594"/>
                    </a:lnTo>
                    <a:lnTo>
                      <a:pt x="692" y="596"/>
                    </a:lnTo>
                    <a:lnTo>
                      <a:pt x="690" y="598"/>
                    </a:lnTo>
                    <a:lnTo>
                      <a:pt x="687" y="597"/>
                    </a:lnTo>
                    <a:lnTo>
                      <a:pt x="684" y="595"/>
                    </a:lnTo>
                    <a:lnTo>
                      <a:pt x="681" y="594"/>
                    </a:lnTo>
                    <a:lnTo>
                      <a:pt x="679" y="594"/>
                    </a:lnTo>
                    <a:lnTo>
                      <a:pt x="676" y="596"/>
                    </a:lnTo>
                    <a:lnTo>
                      <a:pt x="674" y="597"/>
                    </a:lnTo>
                    <a:lnTo>
                      <a:pt x="671" y="597"/>
                    </a:lnTo>
                    <a:lnTo>
                      <a:pt x="667" y="597"/>
                    </a:lnTo>
                    <a:lnTo>
                      <a:pt x="664" y="597"/>
                    </a:lnTo>
                    <a:lnTo>
                      <a:pt x="660" y="596"/>
                    </a:lnTo>
                    <a:lnTo>
                      <a:pt x="657" y="595"/>
                    </a:lnTo>
                    <a:lnTo>
                      <a:pt x="656" y="591"/>
                    </a:lnTo>
                    <a:lnTo>
                      <a:pt x="657" y="586"/>
                    </a:lnTo>
                    <a:lnTo>
                      <a:pt x="657" y="583"/>
                    </a:lnTo>
                    <a:lnTo>
                      <a:pt x="656" y="581"/>
                    </a:lnTo>
                    <a:lnTo>
                      <a:pt x="652" y="580"/>
                    </a:lnTo>
                    <a:lnTo>
                      <a:pt x="648" y="579"/>
                    </a:lnTo>
                    <a:lnTo>
                      <a:pt x="645" y="576"/>
                    </a:lnTo>
                    <a:lnTo>
                      <a:pt x="644" y="574"/>
                    </a:lnTo>
                    <a:lnTo>
                      <a:pt x="644" y="571"/>
                    </a:lnTo>
                    <a:lnTo>
                      <a:pt x="643" y="569"/>
                    </a:lnTo>
                    <a:lnTo>
                      <a:pt x="642" y="566"/>
                    </a:lnTo>
                    <a:lnTo>
                      <a:pt x="641" y="563"/>
                    </a:lnTo>
                    <a:lnTo>
                      <a:pt x="641" y="560"/>
                    </a:lnTo>
                    <a:lnTo>
                      <a:pt x="643" y="558"/>
                    </a:lnTo>
                    <a:lnTo>
                      <a:pt x="644" y="556"/>
                    </a:lnTo>
                    <a:lnTo>
                      <a:pt x="646" y="553"/>
                    </a:lnTo>
                    <a:lnTo>
                      <a:pt x="647" y="551"/>
                    </a:lnTo>
                    <a:lnTo>
                      <a:pt x="651" y="550"/>
                    </a:lnTo>
                    <a:lnTo>
                      <a:pt x="655" y="550"/>
                    </a:lnTo>
                    <a:lnTo>
                      <a:pt x="659" y="550"/>
                    </a:lnTo>
                    <a:lnTo>
                      <a:pt x="662" y="549"/>
                    </a:lnTo>
                    <a:lnTo>
                      <a:pt x="663" y="545"/>
                    </a:lnTo>
                    <a:lnTo>
                      <a:pt x="664" y="541"/>
                    </a:lnTo>
                    <a:lnTo>
                      <a:pt x="666" y="537"/>
                    </a:lnTo>
                    <a:lnTo>
                      <a:pt x="670" y="536"/>
                    </a:lnTo>
                    <a:lnTo>
                      <a:pt x="674" y="537"/>
                    </a:lnTo>
                    <a:lnTo>
                      <a:pt x="678" y="538"/>
                    </a:lnTo>
                    <a:lnTo>
                      <a:pt x="682" y="539"/>
                    </a:lnTo>
                    <a:lnTo>
                      <a:pt x="685" y="539"/>
                    </a:lnTo>
                    <a:lnTo>
                      <a:pt x="689" y="541"/>
                    </a:lnTo>
                    <a:lnTo>
                      <a:pt x="691" y="543"/>
                    </a:lnTo>
                    <a:lnTo>
                      <a:pt x="694" y="544"/>
                    </a:lnTo>
                    <a:lnTo>
                      <a:pt x="697" y="545"/>
                    </a:lnTo>
                    <a:lnTo>
                      <a:pt x="700" y="545"/>
                    </a:lnTo>
                    <a:lnTo>
                      <a:pt x="703" y="545"/>
                    </a:lnTo>
                    <a:lnTo>
                      <a:pt x="705" y="548"/>
                    </a:lnTo>
                    <a:lnTo>
                      <a:pt x="706" y="550"/>
                    </a:lnTo>
                    <a:lnTo>
                      <a:pt x="707" y="553"/>
                    </a:lnTo>
                    <a:lnTo>
                      <a:pt x="709" y="554"/>
                    </a:lnTo>
                    <a:lnTo>
                      <a:pt x="714" y="555"/>
                    </a:lnTo>
                    <a:lnTo>
                      <a:pt x="717" y="557"/>
                    </a:lnTo>
                    <a:lnTo>
                      <a:pt x="717" y="560"/>
                    </a:lnTo>
                    <a:lnTo>
                      <a:pt x="715" y="563"/>
                    </a:lnTo>
                    <a:lnTo>
                      <a:pt x="711" y="566"/>
                    </a:lnTo>
                    <a:close/>
                  </a:path>
                </a:pathLst>
              </a:custGeom>
              <a:solidFill>
                <a:srgbClr val="DE8036">
                  <a:alpha val="36000"/>
                </a:srgbClr>
              </a:solidFill>
              <a:ln>
                <a:noFill/>
              </a:ln>
            </p:spPr>
            <p:txBody>
              <a:bodyPr anchor="ctr"/>
              <a:lstStyle/>
              <a:p>
                <a:pPr algn="ctr">
                  <a:buNone/>
                </a:pPr>
              </a:p>
            </p:txBody>
          </p:sp>
          <p:sp>
            <p:nvSpPr>
              <p:cNvPr id="763" name="addition:spatial:145"/>
              <p:cNvSpPr>
                <a:spLocks noGrp="1"/>
              </p:cNvSpPr>
              <p:nvPr/>
            </p:nvSpPr>
            <p:spPr>
              <a:xfrm>
                <a:off x="5648325" y="1666875"/>
                <a:ext cx="1003691" cy="1116482"/>
              </a:xfrm>
              <a:custGeom>
                <a:avLst/>
                <a:gdLst/>
                <a:ahLst/>
                <a:cxnLst/>
                <a:rect l="l" t="t" r="r" b="b"/>
                <a:pathLst>
                  <a:path w="757" h="660">
                    <a:moveTo>
                      <a:pt x="0" y="0"/>
                    </a:moveTo>
                    <a:moveTo>
                      <a:pt x="753" y="620"/>
                    </a:moveTo>
                    <a:lnTo>
                      <a:pt x="751" y="623"/>
                    </a:lnTo>
                    <a:lnTo>
                      <a:pt x="748" y="626"/>
                    </a:lnTo>
                    <a:lnTo>
                      <a:pt x="745" y="629"/>
                    </a:lnTo>
                    <a:lnTo>
                      <a:pt x="744" y="632"/>
                    </a:lnTo>
                    <a:lnTo>
                      <a:pt x="743" y="636"/>
                    </a:lnTo>
                    <a:lnTo>
                      <a:pt x="741" y="639"/>
                    </a:lnTo>
                    <a:lnTo>
                      <a:pt x="738" y="641"/>
                    </a:lnTo>
                    <a:lnTo>
                      <a:pt x="735" y="643"/>
                    </a:lnTo>
                    <a:lnTo>
                      <a:pt x="734" y="647"/>
                    </a:lnTo>
                    <a:lnTo>
                      <a:pt x="733" y="652"/>
                    </a:lnTo>
                    <a:lnTo>
                      <a:pt x="732" y="657"/>
                    </a:lnTo>
                    <a:lnTo>
                      <a:pt x="729" y="660"/>
                    </a:lnTo>
                    <a:lnTo>
                      <a:pt x="723" y="658"/>
                    </a:lnTo>
                    <a:lnTo>
                      <a:pt x="717" y="655"/>
                    </a:lnTo>
                    <a:lnTo>
                      <a:pt x="713" y="653"/>
                    </a:lnTo>
                    <a:lnTo>
                      <a:pt x="710" y="652"/>
                    </a:lnTo>
                    <a:lnTo>
                      <a:pt x="707" y="654"/>
                    </a:lnTo>
                    <a:lnTo>
                      <a:pt x="704" y="655"/>
                    </a:lnTo>
                    <a:lnTo>
                      <a:pt x="701" y="656"/>
                    </a:lnTo>
                    <a:lnTo>
                      <a:pt x="698" y="656"/>
                    </a:lnTo>
                    <a:lnTo>
                      <a:pt x="694" y="657"/>
                    </a:lnTo>
                    <a:lnTo>
                      <a:pt x="689" y="657"/>
                    </a:lnTo>
                    <a:lnTo>
                      <a:pt x="685" y="657"/>
                    </a:lnTo>
                    <a:lnTo>
                      <a:pt x="682" y="654"/>
                    </a:lnTo>
                    <a:lnTo>
                      <a:pt x="681" y="650"/>
                    </a:lnTo>
                    <a:lnTo>
                      <a:pt x="679" y="647"/>
                    </a:lnTo>
                    <a:lnTo>
                      <a:pt x="675" y="645"/>
                    </a:lnTo>
                    <a:lnTo>
                      <a:pt x="671" y="643"/>
                    </a:lnTo>
                    <a:lnTo>
                      <a:pt x="667" y="641"/>
                    </a:lnTo>
                    <a:lnTo>
                      <a:pt x="667" y="637"/>
                    </a:lnTo>
                    <a:lnTo>
                      <a:pt x="669" y="632"/>
                    </a:lnTo>
                    <a:lnTo>
                      <a:pt x="671" y="628"/>
                    </a:lnTo>
                    <a:lnTo>
                      <a:pt x="670" y="625"/>
                    </a:lnTo>
                    <a:lnTo>
                      <a:pt x="665" y="623"/>
                    </a:lnTo>
                    <a:lnTo>
                      <a:pt x="661" y="620"/>
                    </a:lnTo>
                    <a:lnTo>
                      <a:pt x="657" y="616"/>
                    </a:lnTo>
                    <a:lnTo>
                      <a:pt x="656" y="612"/>
                    </a:lnTo>
                    <a:lnTo>
                      <a:pt x="656" y="608"/>
                    </a:lnTo>
                    <a:lnTo>
                      <a:pt x="656" y="604"/>
                    </a:lnTo>
                    <a:lnTo>
                      <a:pt x="657" y="601"/>
                    </a:lnTo>
                    <a:lnTo>
                      <a:pt x="661" y="599"/>
                    </a:lnTo>
                    <a:lnTo>
                      <a:pt x="667" y="598"/>
                    </a:lnTo>
                    <a:lnTo>
                      <a:pt x="672" y="598"/>
                    </a:lnTo>
                    <a:lnTo>
                      <a:pt x="675" y="596"/>
                    </a:lnTo>
                    <a:lnTo>
                      <a:pt x="676" y="592"/>
                    </a:lnTo>
                    <a:lnTo>
                      <a:pt x="677" y="588"/>
                    </a:lnTo>
                    <a:lnTo>
                      <a:pt x="680" y="585"/>
                    </a:lnTo>
                    <a:lnTo>
                      <a:pt x="685" y="584"/>
                    </a:lnTo>
                    <a:lnTo>
                      <a:pt x="690" y="585"/>
                    </a:lnTo>
                    <a:lnTo>
                      <a:pt x="695" y="584"/>
                    </a:lnTo>
                    <a:lnTo>
                      <a:pt x="699" y="582"/>
                    </a:lnTo>
                    <a:lnTo>
                      <a:pt x="703" y="579"/>
                    </a:lnTo>
                    <a:lnTo>
                      <a:pt x="708" y="577"/>
                    </a:lnTo>
                    <a:lnTo>
                      <a:pt x="713" y="578"/>
                    </a:lnTo>
                    <a:lnTo>
                      <a:pt x="718" y="580"/>
                    </a:lnTo>
                    <a:lnTo>
                      <a:pt x="723" y="582"/>
                    </a:lnTo>
                    <a:lnTo>
                      <a:pt x="727" y="584"/>
                    </a:lnTo>
                    <a:lnTo>
                      <a:pt x="730" y="587"/>
                    </a:lnTo>
                    <a:lnTo>
                      <a:pt x="732" y="591"/>
                    </a:lnTo>
                    <a:lnTo>
                      <a:pt x="733" y="595"/>
                    </a:lnTo>
                    <a:lnTo>
                      <a:pt x="736" y="597"/>
                    </a:lnTo>
                    <a:lnTo>
                      <a:pt x="741" y="597"/>
                    </a:lnTo>
                    <a:lnTo>
                      <a:pt x="748" y="596"/>
                    </a:lnTo>
                    <a:lnTo>
                      <a:pt x="754" y="597"/>
                    </a:lnTo>
                    <a:lnTo>
                      <a:pt x="757" y="600"/>
                    </a:lnTo>
                    <a:lnTo>
                      <a:pt x="756" y="605"/>
                    </a:lnTo>
                    <a:lnTo>
                      <a:pt x="753" y="609"/>
                    </a:lnTo>
                    <a:lnTo>
                      <a:pt x="752" y="613"/>
                    </a:lnTo>
                    <a:lnTo>
                      <a:pt x="753" y="616"/>
                    </a:lnTo>
                    <a:close/>
                  </a:path>
                </a:pathLst>
              </a:custGeom>
              <a:solidFill>
                <a:srgbClr val="DE8036">
                  <a:alpha val="36000"/>
                </a:srgbClr>
              </a:solidFill>
              <a:ln>
                <a:noFill/>
              </a:ln>
            </p:spPr>
            <p:txBody>
              <a:bodyPr anchor="ctr"/>
              <a:lstStyle/>
              <a:p>
                <a:pPr algn="ctr">
                  <a:buNone/>
                </a:pPr>
              </a:p>
            </p:txBody>
          </p:sp>
          <p:sp>
            <p:nvSpPr>
              <p:cNvPr id="764" name="addition:spatial:146"/>
              <p:cNvSpPr>
                <a:spLocks noGrp="1"/>
              </p:cNvSpPr>
              <p:nvPr/>
            </p:nvSpPr>
            <p:spPr>
              <a:xfrm>
                <a:off x="5648325" y="1666875"/>
                <a:ext cx="902924" cy="1143549"/>
              </a:xfrm>
              <a:custGeom>
                <a:avLst/>
                <a:gdLst/>
                <a:ahLst/>
                <a:cxnLst/>
                <a:rect l="l" t="t" r="r" b="b"/>
                <a:pathLst>
                  <a:path w="681" h="676">
                    <a:moveTo>
                      <a:pt x="0" y="0"/>
                    </a:moveTo>
                    <a:moveTo>
                      <a:pt x="680" y="642"/>
                    </a:moveTo>
                    <a:lnTo>
                      <a:pt x="680" y="645"/>
                    </a:lnTo>
                    <a:lnTo>
                      <a:pt x="677" y="647"/>
                    </a:lnTo>
                    <a:lnTo>
                      <a:pt x="673" y="649"/>
                    </a:lnTo>
                    <a:lnTo>
                      <a:pt x="670" y="651"/>
                    </a:lnTo>
                    <a:lnTo>
                      <a:pt x="670" y="654"/>
                    </a:lnTo>
                    <a:lnTo>
                      <a:pt x="673" y="658"/>
                    </a:lnTo>
                    <a:lnTo>
                      <a:pt x="675" y="663"/>
                    </a:lnTo>
                    <a:lnTo>
                      <a:pt x="674" y="666"/>
                    </a:lnTo>
                    <a:lnTo>
                      <a:pt x="671" y="668"/>
                    </a:lnTo>
                    <a:lnTo>
                      <a:pt x="667" y="669"/>
                    </a:lnTo>
                    <a:lnTo>
                      <a:pt x="663" y="670"/>
                    </a:lnTo>
                    <a:lnTo>
                      <a:pt x="660" y="670"/>
                    </a:lnTo>
                    <a:lnTo>
                      <a:pt x="657" y="670"/>
                    </a:lnTo>
                    <a:lnTo>
                      <a:pt x="653" y="670"/>
                    </a:lnTo>
                    <a:lnTo>
                      <a:pt x="650" y="669"/>
                    </a:lnTo>
                    <a:lnTo>
                      <a:pt x="648" y="670"/>
                    </a:lnTo>
                    <a:lnTo>
                      <a:pt x="645" y="673"/>
                    </a:lnTo>
                    <a:lnTo>
                      <a:pt x="642" y="675"/>
                    </a:lnTo>
                    <a:lnTo>
                      <a:pt x="639" y="676"/>
                    </a:lnTo>
                    <a:lnTo>
                      <a:pt x="635" y="674"/>
                    </a:lnTo>
                    <a:lnTo>
                      <a:pt x="633" y="672"/>
                    </a:lnTo>
                    <a:lnTo>
                      <a:pt x="630" y="671"/>
                    </a:lnTo>
                    <a:lnTo>
                      <a:pt x="625" y="671"/>
                    </a:lnTo>
                    <a:lnTo>
                      <a:pt x="620" y="672"/>
                    </a:lnTo>
                    <a:lnTo>
                      <a:pt x="616" y="670"/>
                    </a:lnTo>
                    <a:lnTo>
                      <a:pt x="614" y="667"/>
                    </a:lnTo>
                    <a:lnTo>
                      <a:pt x="614" y="663"/>
                    </a:lnTo>
                    <a:lnTo>
                      <a:pt x="613" y="659"/>
                    </a:lnTo>
                    <a:lnTo>
                      <a:pt x="612" y="657"/>
                    </a:lnTo>
                    <a:lnTo>
                      <a:pt x="610" y="654"/>
                    </a:lnTo>
                    <a:lnTo>
                      <a:pt x="608" y="652"/>
                    </a:lnTo>
                    <a:lnTo>
                      <a:pt x="606" y="649"/>
                    </a:lnTo>
                    <a:lnTo>
                      <a:pt x="604" y="647"/>
                    </a:lnTo>
                    <a:lnTo>
                      <a:pt x="599" y="645"/>
                    </a:lnTo>
                    <a:lnTo>
                      <a:pt x="594" y="642"/>
                    </a:lnTo>
                    <a:lnTo>
                      <a:pt x="592" y="638"/>
                    </a:lnTo>
                    <a:lnTo>
                      <a:pt x="594" y="635"/>
                    </a:lnTo>
                    <a:lnTo>
                      <a:pt x="598" y="633"/>
                    </a:lnTo>
                    <a:lnTo>
                      <a:pt x="603" y="631"/>
                    </a:lnTo>
                    <a:lnTo>
                      <a:pt x="605" y="629"/>
                    </a:lnTo>
                    <a:lnTo>
                      <a:pt x="606" y="626"/>
                    </a:lnTo>
                    <a:lnTo>
                      <a:pt x="606" y="622"/>
                    </a:lnTo>
                    <a:lnTo>
                      <a:pt x="609" y="620"/>
                    </a:lnTo>
                    <a:lnTo>
                      <a:pt x="613" y="619"/>
                    </a:lnTo>
                    <a:lnTo>
                      <a:pt x="617" y="618"/>
                    </a:lnTo>
                    <a:lnTo>
                      <a:pt x="620" y="617"/>
                    </a:lnTo>
                    <a:lnTo>
                      <a:pt x="622" y="614"/>
                    </a:lnTo>
                    <a:lnTo>
                      <a:pt x="625" y="611"/>
                    </a:lnTo>
                    <a:lnTo>
                      <a:pt x="629" y="610"/>
                    </a:lnTo>
                    <a:lnTo>
                      <a:pt x="633" y="609"/>
                    </a:lnTo>
                    <a:lnTo>
                      <a:pt x="637" y="607"/>
                    </a:lnTo>
                    <a:lnTo>
                      <a:pt x="642" y="605"/>
                    </a:lnTo>
                    <a:lnTo>
                      <a:pt x="646" y="604"/>
                    </a:lnTo>
                    <a:lnTo>
                      <a:pt x="650" y="606"/>
                    </a:lnTo>
                    <a:lnTo>
                      <a:pt x="653" y="610"/>
                    </a:lnTo>
                    <a:lnTo>
                      <a:pt x="655" y="615"/>
                    </a:lnTo>
                    <a:lnTo>
                      <a:pt x="658" y="618"/>
                    </a:lnTo>
                    <a:lnTo>
                      <a:pt x="661" y="617"/>
                    </a:lnTo>
                    <a:lnTo>
                      <a:pt x="666" y="616"/>
                    </a:lnTo>
                    <a:lnTo>
                      <a:pt x="670" y="616"/>
                    </a:lnTo>
                    <a:lnTo>
                      <a:pt x="673" y="617"/>
                    </a:lnTo>
                    <a:lnTo>
                      <a:pt x="675" y="619"/>
                    </a:lnTo>
                    <a:lnTo>
                      <a:pt x="677" y="622"/>
                    </a:lnTo>
                    <a:lnTo>
                      <a:pt x="679" y="624"/>
                    </a:lnTo>
                    <a:lnTo>
                      <a:pt x="681" y="626"/>
                    </a:lnTo>
                    <a:lnTo>
                      <a:pt x="681" y="630"/>
                    </a:lnTo>
                    <a:lnTo>
                      <a:pt x="680" y="633"/>
                    </a:lnTo>
                    <a:lnTo>
                      <a:pt x="679" y="636"/>
                    </a:lnTo>
                    <a:lnTo>
                      <a:pt x="679" y="639"/>
                    </a:lnTo>
                    <a:close/>
                  </a:path>
                </a:pathLst>
              </a:custGeom>
              <a:solidFill>
                <a:srgbClr val="DE8036">
                  <a:alpha val="36000"/>
                </a:srgbClr>
              </a:solidFill>
              <a:ln>
                <a:noFill/>
              </a:ln>
            </p:spPr>
            <p:txBody>
              <a:bodyPr anchor="ctr"/>
              <a:lstStyle/>
              <a:p>
                <a:pPr algn="ctr">
                  <a:buNone/>
                </a:pPr>
              </a:p>
            </p:txBody>
          </p:sp>
          <p:sp>
            <p:nvSpPr>
              <p:cNvPr id="765" name="addition:spatial:147"/>
              <p:cNvSpPr>
                <a:spLocks noGrp="1"/>
              </p:cNvSpPr>
              <p:nvPr/>
            </p:nvSpPr>
            <p:spPr>
              <a:xfrm>
                <a:off x="5648325" y="1666875"/>
                <a:ext cx="872429" cy="1040359"/>
              </a:xfrm>
              <a:custGeom>
                <a:avLst/>
                <a:gdLst/>
                <a:ahLst/>
                <a:cxnLst/>
                <a:rect l="l" t="t" r="r" b="b"/>
                <a:pathLst>
                  <a:path w="658" h="615">
                    <a:moveTo>
                      <a:pt x="0" y="0"/>
                    </a:moveTo>
                    <a:moveTo>
                      <a:pt x="648" y="584"/>
                    </a:moveTo>
                    <a:lnTo>
                      <a:pt x="651" y="586"/>
                    </a:lnTo>
                    <a:lnTo>
                      <a:pt x="655" y="589"/>
                    </a:lnTo>
                    <a:lnTo>
                      <a:pt x="658" y="593"/>
                    </a:lnTo>
                    <a:lnTo>
                      <a:pt x="658" y="596"/>
                    </a:lnTo>
                    <a:lnTo>
                      <a:pt x="655" y="598"/>
                    </a:lnTo>
                    <a:lnTo>
                      <a:pt x="651" y="599"/>
                    </a:lnTo>
                    <a:lnTo>
                      <a:pt x="648" y="600"/>
                    </a:lnTo>
                    <a:lnTo>
                      <a:pt x="646" y="602"/>
                    </a:lnTo>
                    <a:lnTo>
                      <a:pt x="645" y="603"/>
                    </a:lnTo>
                    <a:lnTo>
                      <a:pt x="642" y="605"/>
                    </a:lnTo>
                    <a:lnTo>
                      <a:pt x="640" y="606"/>
                    </a:lnTo>
                    <a:lnTo>
                      <a:pt x="638" y="607"/>
                    </a:lnTo>
                    <a:lnTo>
                      <a:pt x="636" y="610"/>
                    </a:lnTo>
                    <a:lnTo>
                      <a:pt x="634" y="612"/>
                    </a:lnTo>
                    <a:lnTo>
                      <a:pt x="631" y="614"/>
                    </a:lnTo>
                    <a:lnTo>
                      <a:pt x="627" y="613"/>
                    </a:lnTo>
                    <a:lnTo>
                      <a:pt x="624" y="612"/>
                    </a:lnTo>
                    <a:lnTo>
                      <a:pt x="621" y="612"/>
                    </a:lnTo>
                    <a:lnTo>
                      <a:pt x="617" y="614"/>
                    </a:lnTo>
                    <a:lnTo>
                      <a:pt x="614" y="615"/>
                    </a:lnTo>
                    <a:lnTo>
                      <a:pt x="610" y="615"/>
                    </a:lnTo>
                    <a:lnTo>
                      <a:pt x="607" y="612"/>
                    </a:lnTo>
                    <a:lnTo>
                      <a:pt x="606" y="608"/>
                    </a:lnTo>
                    <a:lnTo>
                      <a:pt x="605" y="604"/>
                    </a:lnTo>
                    <a:lnTo>
                      <a:pt x="603" y="603"/>
                    </a:lnTo>
                    <a:lnTo>
                      <a:pt x="600" y="602"/>
                    </a:lnTo>
                    <a:lnTo>
                      <a:pt x="597" y="601"/>
                    </a:lnTo>
                    <a:lnTo>
                      <a:pt x="594" y="600"/>
                    </a:lnTo>
                    <a:lnTo>
                      <a:pt x="592" y="599"/>
                    </a:lnTo>
                    <a:lnTo>
                      <a:pt x="589" y="597"/>
                    </a:lnTo>
                    <a:lnTo>
                      <a:pt x="586" y="595"/>
                    </a:lnTo>
                    <a:lnTo>
                      <a:pt x="585" y="593"/>
                    </a:lnTo>
                    <a:lnTo>
                      <a:pt x="586" y="589"/>
                    </a:lnTo>
                    <a:lnTo>
                      <a:pt x="589" y="586"/>
                    </a:lnTo>
                    <a:lnTo>
                      <a:pt x="592" y="584"/>
                    </a:lnTo>
                    <a:lnTo>
                      <a:pt x="593" y="581"/>
                    </a:lnTo>
                    <a:lnTo>
                      <a:pt x="592" y="579"/>
                    </a:lnTo>
                    <a:lnTo>
                      <a:pt x="591" y="576"/>
                    </a:lnTo>
                    <a:lnTo>
                      <a:pt x="593" y="573"/>
                    </a:lnTo>
                    <a:lnTo>
                      <a:pt x="596" y="572"/>
                    </a:lnTo>
                    <a:lnTo>
                      <a:pt x="599" y="570"/>
                    </a:lnTo>
                    <a:lnTo>
                      <a:pt x="601" y="568"/>
                    </a:lnTo>
                    <a:lnTo>
                      <a:pt x="601" y="565"/>
                    </a:lnTo>
                    <a:lnTo>
                      <a:pt x="602" y="562"/>
                    </a:lnTo>
                    <a:lnTo>
                      <a:pt x="603" y="559"/>
                    </a:lnTo>
                    <a:lnTo>
                      <a:pt x="605" y="557"/>
                    </a:lnTo>
                    <a:lnTo>
                      <a:pt x="608" y="556"/>
                    </a:lnTo>
                    <a:lnTo>
                      <a:pt x="610" y="554"/>
                    </a:lnTo>
                    <a:lnTo>
                      <a:pt x="613" y="553"/>
                    </a:lnTo>
                    <a:lnTo>
                      <a:pt x="616" y="554"/>
                    </a:lnTo>
                    <a:lnTo>
                      <a:pt x="619" y="557"/>
                    </a:lnTo>
                    <a:lnTo>
                      <a:pt x="622" y="560"/>
                    </a:lnTo>
                    <a:lnTo>
                      <a:pt x="623" y="560"/>
                    </a:lnTo>
                    <a:lnTo>
                      <a:pt x="626" y="558"/>
                    </a:lnTo>
                    <a:lnTo>
                      <a:pt x="628" y="555"/>
                    </a:lnTo>
                    <a:lnTo>
                      <a:pt x="631" y="554"/>
                    </a:lnTo>
                    <a:lnTo>
                      <a:pt x="634" y="555"/>
                    </a:lnTo>
                    <a:lnTo>
                      <a:pt x="636" y="557"/>
                    </a:lnTo>
                    <a:lnTo>
                      <a:pt x="637" y="559"/>
                    </a:lnTo>
                    <a:lnTo>
                      <a:pt x="640" y="560"/>
                    </a:lnTo>
                    <a:lnTo>
                      <a:pt x="642" y="561"/>
                    </a:lnTo>
                    <a:lnTo>
                      <a:pt x="644" y="563"/>
                    </a:lnTo>
                    <a:lnTo>
                      <a:pt x="645" y="566"/>
                    </a:lnTo>
                    <a:lnTo>
                      <a:pt x="646" y="569"/>
                    </a:lnTo>
                    <a:lnTo>
                      <a:pt x="647" y="571"/>
                    </a:lnTo>
                    <a:lnTo>
                      <a:pt x="648" y="574"/>
                    </a:lnTo>
                    <a:lnTo>
                      <a:pt x="649" y="576"/>
                    </a:lnTo>
                    <a:lnTo>
                      <a:pt x="649" y="579"/>
                    </a:lnTo>
                    <a:lnTo>
                      <a:pt x="648" y="581"/>
                    </a:lnTo>
                    <a:close/>
                  </a:path>
                </a:pathLst>
              </a:custGeom>
              <a:solidFill>
                <a:srgbClr val="E8A571">
                  <a:alpha val="32000"/>
                </a:srgbClr>
              </a:solidFill>
              <a:ln>
                <a:noFill/>
              </a:ln>
            </p:spPr>
            <p:txBody>
              <a:bodyPr anchor="ctr"/>
              <a:lstStyle/>
              <a:p>
                <a:pPr algn="ctr">
                  <a:buNone/>
                </a:pPr>
              </a:p>
            </p:txBody>
          </p:sp>
          <p:sp>
            <p:nvSpPr>
              <p:cNvPr id="766" name="addition:spatial:148"/>
              <p:cNvSpPr>
                <a:spLocks noGrp="1"/>
              </p:cNvSpPr>
              <p:nvPr/>
            </p:nvSpPr>
            <p:spPr>
              <a:xfrm>
                <a:off x="5648325" y="1666875"/>
                <a:ext cx="967892" cy="1111407"/>
              </a:xfrm>
              <a:custGeom>
                <a:avLst/>
                <a:gdLst/>
                <a:ahLst/>
                <a:cxnLst/>
                <a:rect l="l" t="t" r="r" b="b"/>
                <a:pathLst>
                  <a:path w="730" h="657">
                    <a:moveTo>
                      <a:pt x="0" y="0"/>
                    </a:moveTo>
                    <a:moveTo>
                      <a:pt x="729" y="627"/>
                    </a:moveTo>
                    <a:lnTo>
                      <a:pt x="727" y="629"/>
                    </a:lnTo>
                    <a:lnTo>
                      <a:pt x="726" y="631"/>
                    </a:lnTo>
                    <a:lnTo>
                      <a:pt x="726" y="633"/>
                    </a:lnTo>
                    <a:lnTo>
                      <a:pt x="727" y="636"/>
                    </a:lnTo>
                    <a:lnTo>
                      <a:pt x="726" y="638"/>
                    </a:lnTo>
                    <a:lnTo>
                      <a:pt x="723" y="640"/>
                    </a:lnTo>
                    <a:lnTo>
                      <a:pt x="720" y="641"/>
                    </a:lnTo>
                    <a:lnTo>
                      <a:pt x="717" y="642"/>
                    </a:lnTo>
                    <a:lnTo>
                      <a:pt x="715" y="643"/>
                    </a:lnTo>
                    <a:lnTo>
                      <a:pt x="713" y="645"/>
                    </a:lnTo>
                    <a:lnTo>
                      <a:pt x="710" y="646"/>
                    </a:lnTo>
                    <a:lnTo>
                      <a:pt x="708" y="647"/>
                    </a:lnTo>
                    <a:lnTo>
                      <a:pt x="705" y="649"/>
                    </a:lnTo>
                    <a:lnTo>
                      <a:pt x="703" y="652"/>
                    </a:lnTo>
                    <a:lnTo>
                      <a:pt x="700" y="655"/>
                    </a:lnTo>
                    <a:lnTo>
                      <a:pt x="697" y="657"/>
                    </a:lnTo>
                    <a:lnTo>
                      <a:pt x="693" y="656"/>
                    </a:lnTo>
                    <a:lnTo>
                      <a:pt x="690" y="653"/>
                    </a:lnTo>
                    <a:lnTo>
                      <a:pt x="687" y="650"/>
                    </a:lnTo>
                    <a:lnTo>
                      <a:pt x="685" y="648"/>
                    </a:lnTo>
                    <a:lnTo>
                      <a:pt x="682" y="648"/>
                    </a:lnTo>
                    <a:lnTo>
                      <a:pt x="679" y="649"/>
                    </a:lnTo>
                    <a:lnTo>
                      <a:pt x="676" y="649"/>
                    </a:lnTo>
                    <a:lnTo>
                      <a:pt x="674" y="647"/>
                    </a:lnTo>
                    <a:lnTo>
                      <a:pt x="672" y="646"/>
                    </a:lnTo>
                    <a:lnTo>
                      <a:pt x="670" y="645"/>
                    </a:lnTo>
                    <a:lnTo>
                      <a:pt x="667" y="644"/>
                    </a:lnTo>
                    <a:lnTo>
                      <a:pt x="665" y="642"/>
                    </a:lnTo>
                    <a:lnTo>
                      <a:pt x="664" y="640"/>
                    </a:lnTo>
                    <a:lnTo>
                      <a:pt x="664" y="638"/>
                    </a:lnTo>
                    <a:lnTo>
                      <a:pt x="663" y="636"/>
                    </a:lnTo>
                    <a:lnTo>
                      <a:pt x="661" y="634"/>
                    </a:lnTo>
                    <a:lnTo>
                      <a:pt x="660" y="632"/>
                    </a:lnTo>
                    <a:lnTo>
                      <a:pt x="661" y="629"/>
                    </a:lnTo>
                    <a:lnTo>
                      <a:pt x="665" y="627"/>
                    </a:lnTo>
                    <a:lnTo>
                      <a:pt x="669" y="625"/>
                    </a:lnTo>
                    <a:lnTo>
                      <a:pt x="671" y="623"/>
                    </a:lnTo>
                    <a:lnTo>
                      <a:pt x="670" y="621"/>
                    </a:lnTo>
                    <a:lnTo>
                      <a:pt x="667" y="618"/>
                    </a:lnTo>
                    <a:lnTo>
                      <a:pt x="666" y="615"/>
                    </a:lnTo>
                    <a:lnTo>
                      <a:pt x="666" y="612"/>
                    </a:lnTo>
                    <a:lnTo>
                      <a:pt x="668" y="610"/>
                    </a:lnTo>
                    <a:lnTo>
                      <a:pt x="670" y="608"/>
                    </a:lnTo>
                    <a:lnTo>
                      <a:pt x="671" y="606"/>
                    </a:lnTo>
                    <a:lnTo>
                      <a:pt x="673" y="605"/>
                    </a:lnTo>
                    <a:lnTo>
                      <a:pt x="676" y="605"/>
                    </a:lnTo>
                    <a:lnTo>
                      <a:pt x="679" y="605"/>
                    </a:lnTo>
                    <a:lnTo>
                      <a:pt x="682" y="605"/>
                    </a:lnTo>
                    <a:lnTo>
                      <a:pt x="684" y="604"/>
                    </a:lnTo>
                    <a:lnTo>
                      <a:pt x="685" y="602"/>
                    </a:lnTo>
                    <a:lnTo>
                      <a:pt x="688" y="601"/>
                    </a:lnTo>
                    <a:lnTo>
                      <a:pt x="690" y="601"/>
                    </a:lnTo>
                    <a:lnTo>
                      <a:pt x="693" y="603"/>
                    </a:lnTo>
                    <a:lnTo>
                      <a:pt x="695" y="604"/>
                    </a:lnTo>
                    <a:lnTo>
                      <a:pt x="697" y="603"/>
                    </a:lnTo>
                    <a:lnTo>
                      <a:pt x="701" y="601"/>
                    </a:lnTo>
                    <a:lnTo>
                      <a:pt x="705" y="600"/>
                    </a:lnTo>
                    <a:lnTo>
                      <a:pt x="708" y="600"/>
                    </a:lnTo>
                    <a:lnTo>
                      <a:pt x="710" y="603"/>
                    </a:lnTo>
                    <a:lnTo>
                      <a:pt x="712" y="605"/>
                    </a:lnTo>
                    <a:lnTo>
                      <a:pt x="713" y="608"/>
                    </a:lnTo>
                    <a:lnTo>
                      <a:pt x="715" y="610"/>
                    </a:lnTo>
                    <a:lnTo>
                      <a:pt x="716" y="613"/>
                    </a:lnTo>
                    <a:lnTo>
                      <a:pt x="716" y="615"/>
                    </a:lnTo>
                    <a:lnTo>
                      <a:pt x="717" y="617"/>
                    </a:lnTo>
                    <a:lnTo>
                      <a:pt x="719" y="619"/>
                    </a:lnTo>
                    <a:lnTo>
                      <a:pt x="724" y="620"/>
                    </a:lnTo>
                    <a:lnTo>
                      <a:pt x="728" y="622"/>
                    </a:lnTo>
                    <a:lnTo>
                      <a:pt x="730" y="624"/>
                    </a:lnTo>
                    <a:close/>
                  </a:path>
                </a:pathLst>
              </a:custGeom>
              <a:solidFill>
                <a:srgbClr val="E8A571">
                  <a:alpha val="32000"/>
                </a:srgbClr>
              </a:solidFill>
              <a:ln>
                <a:noFill/>
              </a:ln>
            </p:spPr>
            <p:txBody>
              <a:bodyPr anchor="ctr"/>
              <a:lstStyle/>
              <a:p>
                <a:pPr algn="ctr">
                  <a:buNone/>
                </a:pPr>
              </a:p>
            </p:txBody>
          </p:sp>
          <p:sp>
            <p:nvSpPr>
              <p:cNvPr id="767" name="addition:spatial:149"/>
              <p:cNvSpPr>
                <a:spLocks noGrp="1"/>
              </p:cNvSpPr>
              <p:nvPr/>
            </p:nvSpPr>
            <p:spPr>
              <a:xfrm>
                <a:off x="5648325" y="1666875"/>
                <a:ext cx="1043468" cy="1077575"/>
              </a:xfrm>
              <a:custGeom>
                <a:avLst/>
                <a:gdLst/>
                <a:ahLst/>
                <a:cxnLst/>
                <a:rect l="l" t="t" r="r" b="b"/>
                <a:pathLst>
                  <a:path w="787" h="637">
                    <a:moveTo>
                      <a:pt x="0" y="0"/>
                    </a:moveTo>
                    <a:moveTo>
                      <a:pt x="787" y="610"/>
                    </a:moveTo>
                    <a:lnTo>
                      <a:pt x="787" y="612"/>
                    </a:lnTo>
                    <a:lnTo>
                      <a:pt x="786" y="614"/>
                    </a:lnTo>
                    <a:lnTo>
                      <a:pt x="784" y="616"/>
                    </a:lnTo>
                    <a:lnTo>
                      <a:pt x="782" y="618"/>
                    </a:lnTo>
                    <a:lnTo>
                      <a:pt x="781" y="620"/>
                    </a:lnTo>
                    <a:lnTo>
                      <a:pt x="781" y="622"/>
                    </a:lnTo>
                    <a:lnTo>
                      <a:pt x="781" y="625"/>
                    </a:lnTo>
                    <a:lnTo>
                      <a:pt x="779" y="626"/>
                    </a:lnTo>
                    <a:lnTo>
                      <a:pt x="776" y="626"/>
                    </a:lnTo>
                    <a:lnTo>
                      <a:pt x="774" y="626"/>
                    </a:lnTo>
                    <a:lnTo>
                      <a:pt x="772" y="628"/>
                    </a:lnTo>
                    <a:lnTo>
                      <a:pt x="771" y="631"/>
                    </a:lnTo>
                    <a:lnTo>
                      <a:pt x="770" y="633"/>
                    </a:lnTo>
                    <a:lnTo>
                      <a:pt x="768" y="635"/>
                    </a:lnTo>
                    <a:lnTo>
                      <a:pt x="766" y="636"/>
                    </a:lnTo>
                    <a:lnTo>
                      <a:pt x="764" y="636"/>
                    </a:lnTo>
                    <a:lnTo>
                      <a:pt x="761" y="637"/>
                    </a:lnTo>
                    <a:lnTo>
                      <a:pt x="759" y="637"/>
                    </a:lnTo>
                    <a:lnTo>
                      <a:pt x="757" y="635"/>
                    </a:lnTo>
                    <a:lnTo>
                      <a:pt x="755" y="632"/>
                    </a:lnTo>
                    <a:lnTo>
                      <a:pt x="754" y="629"/>
                    </a:lnTo>
                    <a:lnTo>
                      <a:pt x="753" y="628"/>
                    </a:lnTo>
                    <a:lnTo>
                      <a:pt x="751" y="629"/>
                    </a:lnTo>
                    <a:lnTo>
                      <a:pt x="748" y="630"/>
                    </a:lnTo>
                    <a:lnTo>
                      <a:pt x="746" y="630"/>
                    </a:lnTo>
                    <a:lnTo>
                      <a:pt x="745" y="628"/>
                    </a:lnTo>
                    <a:lnTo>
                      <a:pt x="744" y="626"/>
                    </a:lnTo>
                    <a:lnTo>
                      <a:pt x="744" y="624"/>
                    </a:lnTo>
                    <a:lnTo>
                      <a:pt x="742" y="623"/>
                    </a:lnTo>
                    <a:lnTo>
                      <a:pt x="741" y="621"/>
                    </a:lnTo>
                    <a:lnTo>
                      <a:pt x="740" y="619"/>
                    </a:lnTo>
                    <a:lnTo>
                      <a:pt x="741" y="616"/>
                    </a:lnTo>
                    <a:lnTo>
                      <a:pt x="741" y="614"/>
                    </a:lnTo>
                    <a:lnTo>
                      <a:pt x="742" y="612"/>
                    </a:lnTo>
                    <a:lnTo>
                      <a:pt x="742" y="610"/>
                    </a:lnTo>
                    <a:lnTo>
                      <a:pt x="742" y="607"/>
                    </a:lnTo>
                    <a:lnTo>
                      <a:pt x="744" y="606"/>
                    </a:lnTo>
                    <a:lnTo>
                      <a:pt x="746" y="604"/>
                    </a:lnTo>
                    <a:lnTo>
                      <a:pt x="746" y="602"/>
                    </a:lnTo>
                    <a:lnTo>
                      <a:pt x="745" y="599"/>
                    </a:lnTo>
                    <a:lnTo>
                      <a:pt x="743" y="596"/>
                    </a:lnTo>
                    <a:lnTo>
                      <a:pt x="743" y="593"/>
                    </a:lnTo>
                    <a:lnTo>
                      <a:pt x="744" y="591"/>
                    </a:lnTo>
                    <a:lnTo>
                      <a:pt x="746" y="590"/>
                    </a:lnTo>
                    <a:lnTo>
                      <a:pt x="749" y="590"/>
                    </a:lnTo>
                    <a:lnTo>
                      <a:pt x="750" y="590"/>
                    </a:lnTo>
                    <a:lnTo>
                      <a:pt x="752" y="589"/>
                    </a:lnTo>
                    <a:lnTo>
                      <a:pt x="753" y="588"/>
                    </a:lnTo>
                    <a:lnTo>
                      <a:pt x="755" y="588"/>
                    </a:lnTo>
                    <a:lnTo>
                      <a:pt x="756" y="588"/>
                    </a:lnTo>
                    <a:lnTo>
                      <a:pt x="758" y="587"/>
                    </a:lnTo>
                    <a:lnTo>
                      <a:pt x="759" y="586"/>
                    </a:lnTo>
                    <a:lnTo>
                      <a:pt x="761" y="584"/>
                    </a:lnTo>
                    <a:lnTo>
                      <a:pt x="763" y="584"/>
                    </a:lnTo>
                    <a:lnTo>
                      <a:pt x="765" y="586"/>
                    </a:lnTo>
                    <a:lnTo>
                      <a:pt x="766" y="587"/>
                    </a:lnTo>
                    <a:lnTo>
                      <a:pt x="768" y="587"/>
                    </a:lnTo>
                    <a:lnTo>
                      <a:pt x="771" y="586"/>
                    </a:lnTo>
                    <a:lnTo>
                      <a:pt x="774" y="586"/>
                    </a:lnTo>
                    <a:lnTo>
                      <a:pt x="775" y="588"/>
                    </a:lnTo>
                    <a:lnTo>
                      <a:pt x="776" y="591"/>
                    </a:lnTo>
                    <a:lnTo>
                      <a:pt x="776" y="594"/>
                    </a:lnTo>
                    <a:lnTo>
                      <a:pt x="776" y="597"/>
                    </a:lnTo>
                    <a:lnTo>
                      <a:pt x="777" y="599"/>
                    </a:lnTo>
                    <a:lnTo>
                      <a:pt x="779" y="600"/>
                    </a:lnTo>
                    <a:lnTo>
                      <a:pt x="781" y="601"/>
                    </a:lnTo>
                    <a:lnTo>
                      <a:pt x="782" y="603"/>
                    </a:lnTo>
                    <a:lnTo>
                      <a:pt x="784" y="605"/>
                    </a:lnTo>
                    <a:lnTo>
                      <a:pt x="785" y="607"/>
                    </a:lnTo>
                    <a:close/>
                  </a:path>
                </a:pathLst>
              </a:custGeom>
              <a:solidFill>
                <a:srgbClr val="ECB78D">
                  <a:alpha val="24000"/>
                </a:srgbClr>
              </a:solidFill>
              <a:ln>
                <a:noFill/>
              </a:ln>
            </p:spPr>
            <p:txBody>
              <a:bodyPr anchor="ctr"/>
              <a:lstStyle/>
              <a:p>
                <a:pPr algn="ctr">
                  <a:buNone/>
                </a:pPr>
              </a:p>
            </p:txBody>
          </p:sp>
          <p:sp>
            <p:nvSpPr>
              <p:cNvPr id="768" name="addition:spatial:150"/>
              <p:cNvSpPr>
                <a:spLocks noGrp="1"/>
              </p:cNvSpPr>
              <p:nvPr/>
            </p:nvSpPr>
            <p:spPr>
              <a:xfrm>
                <a:off x="5648325" y="1666875"/>
                <a:ext cx="993084" cy="1168923"/>
              </a:xfrm>
              <a:custGeom>
                <a:avLst/>
                <a:gdLst/>
                <a:ahLst/>
                <a:cxnLst/>
                <a:rect l="l" t="t" r="r" b="b"/>
                <a:pathLst>
                  <a:path w="749" h="691">
                    <a:moveTo>
                      <a:pt x="0" y="0"/>
                    </a:moveTo>
                    <a:moveTo>
                      <a:pt x="741" y="664"/>
                    </a:moveTo>
                    <a:lnTo>
                      <a:pt x="742" y="666"/>
                    </a:lnTo>
                    <a:lnTo>
                      <a:pt x="745" y="668"/>
                    </a:lnTo>
                    <a:lnTo>
                      <a:pt x="748" y="670"/>
                    </a:lnTo>
                    <a:lnTo>
                      <a:pt x="749" y="673"/>
                    </a:lnTo>
                    <a:lnTo>
                      <a:pt x="748" y="675"/>
                    </a:lnTo>
                    <a:lnTo>
                      <a:pt x="745" y="677"/>
                    </a:lnTo>
                    <a:lnTo>
                      <a:pt x="742" y="678"/>
                    </a:lnTo>
                    <a:lnTo>
                      <a:pt x="741" y="679"/>
                    </a:lnTo>
                    <a:lnTo>
                      <a:pt x="741" y="681"/>
                    </a:lnTo>
                    <a:lnTo>
                      <a:pt x="739" y="683"/>
                    </a:lnTo>
                    <a:lnTo>
                      <a:pt x="737" y="684"/>
                    </a:lnTo>
                    <a:lnTo>
                      <a:pt x="734" y="684"/>
                    </a:lnTo>
                    <a:lnTo>
                      <a:pt x="732" y="684"/>
                    </a:lnTo>
                    <a:lnTo>
                      <a:pt x="730" y="685"/>
                    </a:lnTo>
                    <a:lnTo>
                      <a:pt x="728" y="686"/>
                    </a:lnTo>
                    <a:lnTo>
                      <a:pt x="725" y="686"/>
                    </a:lnTo>
                    <a:lnTo>
                      <a:pt x="723" y="686"/>
                    </a:lnTo>
                    <a:lnTo>
                      <a:pt x="720" y="686"/>
                    </a:lnTo>
                    <a:lnTo>
                      <a:pt x="717" y="688"/>
                    </a:lnTo>
                    <a:lnTo>
                      <a:pt x="714" y="690"/>
                    </a:lnTo>
                    <a:lnTo>
                      <a:pt x="710" y="691"/>
                    </a:lnTo>
                    <a:lnTo>
                      <a:pt x="707" y="689"/>
                    </a:lnTo>
                    <a:lnTo>
                      <a:pt x="705" y="686"/>
                    </a:lnTo>
                    <a:lnTo>
                      <a:pt x="705" y="682"/>
                    </a:lnTo>
                    <a:lnTo>
                      <a:pt x="703" y="680"/>
                    </a:lnTo>
                    <a:lnTo>
                      <a:pt x="701" y="679"/>
                    </a:lnTo>
                    <a:lnTo>
                      <a:pt x="698" y="678"/>
                    </a:lnTo>
                    <a:lnTo>
                      <a:pt x="695" y="677"/>
                    </a:lnTo>
                    <a:lnTo>
                      <a:pt x="694" y="675"/>
                    </a:lnTo>
                    <a:lnTo>
                      <a:pt x="692" y="674"/>
                    </a:lnTo>
                    <a:lnTo>
                      <a:pt x="690" y="672"/>
                    </a:lnTo>
                    <a:lnTo>
                      <a:pt x="687" y="670"/>
                    </a:lnTo>
                    <a:lnTo>
                      <a:pt x="686" y="668"/>
                    </a:lnTo>
                    <a:lnTo>
                      <a:pt x="686" y="666"/>
                    </a:lnTo>
                    <a:lnTo>
                      <a:pt x="687" y="664"/>
                    </a:lnTo>
                    <a:lnTo>
                      <a:pt x="687" y="662"/>
                    </a:lnTo>
                    <a:lnTo>
                      <a:pt x="686" y="659"/>
                    </a:lnTo>
                    <a:lnTo>
                      <a:pt x="686" y="657"/>
                    </a:lnTo>
                    <a:lnTo>
                      <a:pt x="687" y="655"/>
                    </a:lnTo>
                    <a:lnTo>
                      <a:pt x="691" y="653"/>
                    </a:lnTo>
                    <a:lnTo>
                      <a:pt x="696" y="653"/>
                    </a:lnTo>
                    <a:lnTo>
                      <a:pt x="699" y="652"/>
                    </a:lnTo>
                    <a:lnTo>
                      <a:pt x="700" y="651"/>
                    </a:lnTo>
                    <a:lnTo>
                      <a:pt x="700" y="648"/>
                    </a:lnTo>
                    <a:lnTo>
                      <a:pt x="701" y="645"/>
                    </a:lnTo>
                    <a:lnTo>
                      <a:pt x="703" y="642"/>
                    </a:lnTo>
                    <a:lnTo>
                      <a:pt x="705" y="641"/>
                    </a:lnTo>
                    <a:lnTo>
                      <a:pt x="708" y="640"/>
                    </a:lnTo>
                    <a:lnTo>
                      <a:pt x="711" y="639"/>
                    </a:lnTo>
                    <a:lnTo>
                      <a:pt x="714" y="638"/>
                    </a:lnTo>
                    <a:lnTo>
                      <a:pt x="717" y="639"/>
                    </a:lnTo>
                    <a:lnTo>
                      <a:pt x="720" y="641"/>
                    </a:lnTo>
                    <a:lnTo>
                      <a:pt x="723" y="643"/>
                    </a:lnTo>
                    <a:lnTo>
                      <a:pt x="725" y="643"/>
                    </a:lnTo>
                    <a:lnTo>
                      <a:pt x="728" y="641"/>
                    </a:lnTo>
                    <a:lnTo>
                      <a:pt x="730" y="641"/>
                    </a:lnTo>
                    <a:lnTo>
                      <a:pt x="733" y="641"/>
                    </a:lnTo>
                    <a:lnTo>
                      <a:pt x="734" y="644"/>
                    </a:lnTo>
                    <a:lnTo>
                      <a:pt x="735" y="646"/>
                    </a:lnTo>
                    <a:lnTo>
                      <a:pt x="737" y="646"/>
                    </a:lnTo>
                    <a:lnTo>
                      <a:pt x="740" y="646"/>
                    </a:lnTo>
                    <a:lnTo>
                      <a:pt x="743" y="647"/>
                    </a:lnTo>
                    <a:lnTo>
                      <a:pt x="746" y="648"/>
                    </a:lnTo>
                    <a:lnTo>
                      <a:pt x="746" y="650"/>
                    </a:lnTo>
                    <a:lnTo>
                      <a:pt x="746" y="653"/>
                    </a:lnTo>
                    <a:lnTo>
                      <a:pt x="746" y="655"/>
                    </a:lnTo>
                    <a:lnTo>
                      <a:pt x="746" y="657"/>
                    </a:lnTo>
                    <a:lnTo>
                      <a:pt x="745" y="660"/>
                    </a:lnTo>
                    <a:lnTo>
                      <a:pt x="743" y="662"/>
                    </a:lnTo>
                    <a:close/>
                  </a:path>
                </a:pathLst>
              </a:custGeom>
              <a:solidFill>
                <a:srgbClr val="ECB78D">
                  <a:alpha val="24000"/>
                </a:srgbClr>
              </a:solidFill>
              <a:ln>
                <a:noFill/>
              </a:ln>
            </p:spPr>
            <p:txBody>
              <a:bodyPr anchor="ctr"/>
              <a:lstStyle/>
              <a:p>
                <a:pPr algn="ctr">
                  <a:buNone/>
                </a:pPr>
              </a:p>
            </p:txBody>
          </p:sp>
          <p:sp>
            <p:nvSpPr>
              <p:cNvPr id="769" name="addition:spatial:151"/>
              <p:cNvSpPr>
                <a:spLocks noGrp="1"/>
              </p:cNvSpPr>
              <p:nvPr/>
            </p:nvSpPr>
            <p:spPr>
              <a:xfrm>
                <a:off x="5648325" y="1666875"/>
                <a:ext cx="896295" cy="1192606"/>
              </a:xfrm>
              <a:custGeom>
                <a:avLst/>
                <a:gdLst/>
                <a:ahLst/>
                <a:cxnLst/>
                <a:rect l="l" t="t" r="r" b="b"/>
                <a:pathLst>
                  <a:path w="676" h="705">
                    <a:moveTo>
                      <a:pt x="0" y="0"/>
                    </a:moveTo>
                    <a:moveTo>
                      <a:pt x="675" y="681"/>
                    </a:moveTo>
                    <a:lnTo>
                      <a:pt x="675" y="683"/>
                    </a:lnTo>
                    <a:lnTo>
                      <a:pt x="674" y="686"/>
                    </a:lnTo>
                    <a:lnTo>
                      <a:pt x="671" y="687"/>
                    </a:lnTo>
                    <a:lnTo>
                      <a:pt x="668" y="689"/>
                    </a:lnTo>
                    <a:lnTo>
                      <a:pt x="665" y="690"/>
                    </a:lnTo>
                    <a:lnTo>
                      <a:pt x="664" y="691"/>
                    </a:lnTo>
                    <a:lnTo>
                      <a:pt x="664" y="694"/>
                    </a:lnTo>
                    <a:lnTo>
                      <a:pt x="665" y="698"/>
                    </a:lnTo>
                    <a:lnTo>
                      <a:pt x="665" y="700"/>
                    </a:lnTo>
                    <a:lnTo>
                      <a:pt x="662" y="702"/>
                    </a:lnTo>
                    <a:lnTo>
                      <a:pt x="659" y="702"/>
                    </a:lnTo>
                    <a:lnTo>
                      <a:pt x="656" y="702"/>
                    </a:lnTo>
                    <a:lnTo>
                      <a:pt x="654" y="704"/>
                    </a:lnTo>
                    <a:lnTo>
                      <a:pt x="652" y="705"/>
                    </a:lnTo>
                    <a:lnTo>
                      <a:pt x="650" y="705"/>
                    </a:lnTo>
                    <a:lnTo>
                      <a:pt x="648" y="705"/>
                    </a:lnTo>
                    <a:lnTo>
                      <a:pt x="646" y="704"/>
                    </a:lnTo>
                    <a:lnTo>
                      <a:pt x="644" y="704"/>
                    </a:lnTo>
                    <a:lnTo>
                      <a:pt x="642" y="704"/>
                    </a:lnTo>
                    <a:lnTo>
                      <a:pt x="640" y="704"/>
                    </a:lnTo>
                    <a:lnTo>
                      <a:pt x="638" y="702"/>
                    </a:lnTo>
                    <a:lnTo>
                      <a:pt x="637" y="701"/>
                    </a:lnTo>
                    <a:lnTo>
                      <a:pt x="635" y="700"/>
                    </a:lnTo>
                    <a:lnTo>
                      <a:pt x="633" y="701"/>
                    </a:lnTo>
                    <a:lnTo>
                      <a:pt x="629" y="702"/>
                    </a:lnTo>
                    <a:lnTo>
                      <a:pt x="626" y="702"/>
                    </a:lnTo>
                    <a:lnTo>
                      <a:pt x="625" y="700"/>
                    </a:lnTo>
                    <a:lnTo>
                      <a:pt x="625" y="696"/>
                    </a:lnTo>
                    <a:lnTo>
                      <a:pt x="626" y="693"/>
                    </a:lnTo>
                    <a:lnTo>
                      <a:pt x="627" y="691"/>
                    </a:lnTo>
                    <a:lnTo>
                      <a:pt x="626" y="689"/>
                    </a:lnTo>
                    <a:lnTo>
                      <a:pt x="625" y="687"/>
                    </a:lnTo>
                    <a:lnTo>
                      <a:pt x="625" y="685"/>
                    </a:lnTo>
                    <a:lnTo>
                      <a:pt x="624" y="683"/>
                    </a:lnTo>
                    <a:lnTo>
                      <a:pt x="623" y="681"/>
                    </a:lnTo>
                    <a:lnTo>
                      <a:pt x="621" y="679"/>
                    </a:lnTo>
                    <a:lnTo>
                      <a:pt x="620" y="677"/>
                    </a:lnTo>
                    <a:lnTo>
                      <a:pt x="620" y="674"/>
                    </a:lnTo>
                    <a:lnTo>
                      <a:pt x="621" y="672"/>
                    </a:lnTo>
                    <a:lnTo>
                      <a:pt x="623" y="671"/>
                    </a:lnTo>
                    <a:lnTo>
                      <a:pt x="624" y="669"/>
                    </a:lnTo>
                    <a:lnTo>
                      <a:pt x="623" y="666"/>
                    </a:lnTo>
                    <a:lnTo>
                      <a:pt x="623" y="664"/>
                    </a:lnTo>
                    <a:lnTo>
                      <a:pt x="625" y="662"/>
                    </a:lnTo>
                    <a:lnTo>
                      <a:pt x="628" y="662"/>
                    </a:lnTo>
                    <a:lnTo>
                      <a:pt x="631" y="663"/>
                    </a:lnTo>
                    <a:lnTo>
                      <a:pt x="634" y="664"/>
                    </a:lnTo>
                    <a:lnTo>
                      <a:pt x="635" y="663"/>
                    </a:lnTo>
                    <a:lnTo>
                      <a:pt x="637" y="660"/>
                    </a:lnTo>
                    <a:lnTo>
                      <a:pt x="639" y="658"/>
                    </a:lnTo>
                    <a:lnTo>
                      <a:pt x="641" y="657"/>
                    </a:lnTo>
                    <a:lnTo>
                      <a:pt x="643" y="656"/>
                    </a:lnTo>
                    <a:lnTo>
                      <a:pt x="646" y="655"/>
                    </a:lnTo>
                    <a:lnTo>
                      <a:pt x="649" y="654"/>
                    </a:lnTo>
                    <a:lnTo>
                      <a:pt x="652" y="655"/>
                    </a:lnTo>
                    <a:lnTo>
                      <a:pt x="654" y="657"/>
                    </a:lnTo>
                    <a:lnTo>
                      <a:pt x="656" y="660"/>
                    </a:lnTo>
                    <a:lnTo>
                      <a:pt x="657" y="663"/>
                    </a:lnTo>
                    <a:lnTo>
                      <a:pt x="660" y="663"/>
                    </a:lnTo>
                    <a:lnTo>
                      <a:pt x="663" y="663"/>
                    </a:lnTo>
                    <a:lnTo>
                      <a:pt x="666" y="664"/>
                    </a:lnTo>
                    <a:lnTo>
                      <a:pt x="667" y="665"/>
                    </a:lnTo>
                    <a:lnTo>
                      <a:pt x="668" y="668"/>
                    </a:lnTo>
                    <a:lnTo>
                      <a:pt x="668" y="670"/>
                    </a:lnTo>
                    <a:lnTo>
                      <a:pt x="670" y="672"/>
                    </a:lnTo>
                    <a:lnTo>
                      <a:pt x="672" y="673"/>
                    </a:lnTo>
                    <a:lnTo>
                      <a:pt x="675" y="674"/>
                    </a:lnTo>
                    <a:lnTo>
                      <a:pt x="676" y="676"/>
                    </a:lnTo>
                    <a:lnTo>
                      <a:pt x="676" y="679"/>
                    </a:lnTo>
                    <a:close/>
                  </a:path>
                </a:pathLst>
              </a:custGeom>
              <a:solidFill>
                <a:srgbClr val="ECB78D">
                  <a:alpha val="24000"/>
                </a:srgbClr>
              </a:solidFill>
              <a:ln>
                <a:noFill/>
              </a:ln>
            </p:spPr>
            <p:txBody>
              <a:bodyPr anchor="ctr"/>
              <a:lstStyle/>
              <a:p>
                <a:pPr algn="ctr">
                  <a:buNone/>
                </a:pPr>
              </a:p>
            </p:txBody>
          </p:sp>
          <p:sp>
            <p:nvSpPr>
              <p:cNvPr id="770" name="addition:spatial:152"/>
              <p:cNvSpPr>
                <a:spLocks noGrp="1"/>
              </p:cNvSpPr>
              <p:nvPr/>
            </p:nvSpPr>
            <p:spPr>
              <a:xfrm>
                <a:off x="5648325" y="1666875"/>
                <a:ext cx="800832" cy="1157082"/>
              </a:xfrm>
              <a:custGeom>
                <a:avLst/>
                <a:gdLst/>
                <a:ahLst/>
                <a:cxnLst/>
                <a:rect l="l" t="t" r="r" b="b"/>
                <a:pathLst>
                  <a:path w="604" h="684">
                    <a:moveTo>
                      <a:pt x="0" y="0"/>
                    </a:moveTo>
                    <a:moveTo>
                      <a:pt x="600" y="655"/>
                    </a:moveTo>
                    <a:lnTo>
                      <a:pt x="603" y="658"/>
                    </a:lnTo>
                    <a:lnTo>
                      <a:pt x="603" y="660"/>
                    </a:lnTo>
                    <a:lnTo>
                      <a:pt x="604" y="663"/>
                    </a:lnTo>
                    <a:lnTo>
                      <a:pt x="604" y="665"/>
                    </a:lnTo>
                    <a:lnTo>
                      <a:pt x="604" y="668"/>
                    </a:lnTo>
                    <a:lnTo>
                      <a:pt x="602" y="670"/>
                    </a:lnTo>
                    <a:lnTo>
                      <a:pt x="599" y="671"/>
                    </a:lnTo>
                    <a:lnTo>
                      <a:pt x="596" y="671"/>
                    </a:lnTo>
                    <a:lnTo>
                      <a:pt x="594" y="672"/>
                    </a:lnTo>
                    <a:lnTo>
                      <a:pt x="593" y="674"/>
                    </a:lnTo>
                    <a:lnTo>
                      <a:pt x="592" y="677"/>
                    </a:lnTo>
                    <a:lnTo>
                      <a:pt x="590" y="678"/>
                    </a:lnTo>
                    <a:lnTo>
                      <a:pt x="587" y="678"/>
                    </a:lnTo>
                    <a:lnTo>
                      <a:pt x="584" y="677"/>
                    </a:lnTo>
                    <a:lnTo>
                      <a:pt x="582" y="677"/>
                    </a:lnTo>
                    <a:lnTo>
                      <a:pt x="579" y="679"/>
                    </a:lnTo>
                    <a:lnTo>
                      <a:pt x="577" y="682"/>
                    </a:lnTo>
                    <a:lnTo>
                      <a:pt x="574" y="684"/>
                    </a:lnTo>
                    <a:lnTo>
                      <a:pt x="570" y="684"/>
                    </a:lnTo>
                    <a:lnTo>
                      <a:pt x="567" y="683"/>
                    </a:lnTo>
                    <a:lnTo>
                      <a:pt x="564" y="681"/>
                    </a:lnTo>
                    <a:lnTo>
                      <a:pt x="562" y="680"/>
                    </a:lnTo>
                    <a:lnTo>
                      <a:pt x="559" y="678"/>
                    </a:lnTo>
                    <a:lnTo>
                      <a:pt x="558" y="675"/>
                    </a:lnTo>
                    <a:lnTo>
                      <a:pt x="557" y="672"/>
                    </a:lnTo>
                    <a:lnTo>
                      <a:pt x="556" y="671"/>
                    </a:lnTo>
                    <a:lnTo>
                      <a:pt x="553" y="670"/>
                    </a:lnTo>
                    <a:lnTo>
                      <a:pt x="548" y="670"/>
                    </a:lnTo>
                    <a:lnTo>
                      <a:pt x="545" y="670"/>
                    </a:lnTo>
                    <a:lnTo>
                      <a:pt x="543" y="668"/>
                    </a:lnTo>
                    <a:lnTo>
                      <a:pt x="543" y="665"/>
                    </a:lnTo>
                    <a:lnTo>
                      <a:pt x="544" y="662"/>
                    </a:lnTo>
                    <a:lnTo>
                      <a:pt x="544" y="660"/>
                    </a:lnTo>
                    <a:lnTo>
                      <a:pt x="543" y="658"/>
                    </a:lnTo>
                    <a:lnTo>
                      <a:pt x="542" y="655"/>
                    </a:lnTo>
                    <a:lnTo>
                      <a:pt x="543" y="653"/>
                    </a:lnTo>
                    <a:lnTo>
                      <a:pt x="545" y="651"/>
                    </a:lnTo>
                    <a:lnTo>
                      <a:pt x="547" y="649"/>
                    </a:lnTo>
                    <a:lnTo>
                      <a:pt x="549" y="647"/>
                    </a:lnTo>
                    <a:lnTo>
                      <a:pt x="550" y="645"/>
                    </a:lnTo>
                    <a:lnTo>
                      <a:pt x="552" y="643"/>
                    </a:lnTo>
                    <a:lnTo>
                      <a:pt x="554" y="642"/>
                    </a:lnTo>
                    <a:lnTo>
                      <a:pt x="556" y="640"/>
                    </a:lnTo>
                    <a:lnTo>
                      <a:pt x="557" y="638"/>
                    </a:lnTo>
                    <a:lnTo>
                      <a:pt x="557" y="634"/>
                    </a:lnTo>
                    <a:lnTo>
                      <a:pt x="558" y="631"/>
                    </a:lnTo>
                    <a:lnTo>
                      <a:pt x="560" y="629"/>
                    </a:lnTo>
                    <a:lnTo>
                      <a:pt x="563" y="629"/>
                    </a:lnTo>
                    <a:lnTo>
                      <a:pt x="567" y="631"/>
                    </a:lnTo>
                    <a:lnTo>
                      <a:pt x="570" y="633"/>
                    </a:lnTo>
                    <a:lnTo>
                      <a:pt x="572" y="633"/>
                    </a:lnTo>
                    <a:lnTo>
                      <a:pt x="574" y="632"/>
                    </a:lnTo>
                    <a:lnTo>
                      <a:pt x="576" y="631"/>
                    </a:lnTo>
                    <a:lnTo>
                      <a:pt x="578" y="631"/>
                    </a:lnTo>
                    <a:lnTo>
                      <a:pt x="580" y="632"/>
                    </a:lnTo>
                    <a:lnTo>
                      <a:pt x="582" y="632"/>
                    </a:lnTo>
                    <a:lnTo>
                      <a:pt x="585" y="632"/>
                    </a:lnTo>
                    <a:lnTo>
                      <a:pt x="587" y="632"/>
                    </a:lnTo>
                    <a:lnTo>
                      <a:pt x="589" y="633"/>
                    </a:lnTo>
                    <a:lnTo>
                      <a:pt x="591" y="635"/>
                    </a:lnTo>
                    <a:lnTo>
                      <a:pt x="592" y="637"/>
                    </a:lnTo>
                    <a:lnTo>
                      <a:pt x="594" y="638"/>
                    </a:lnTo>
                    <a:lnTo>
                      <a:pt x="597" y="639"/>
                    </a:lnTo>
                    <a:lnTo>
                      <a:pt x="600" y="641"/>
                    </a:lnTo>
                    <a:lnTo>
                      <a:pt x="599" y="644"/>
                    </a:lnTo>
                    <a:lnTo>
                      <a:pt x="597" y="647"/>
                    </a:lnTo>
                    <a:lnTo>
                      <a:pt x="595" y="650"/>
                    </a:lnTo>
                    <a:lnTo>
                      <a:pt x="595" y="652"/>
                    </a:lnTo>
                    <a:lnTo>
                      <a:pt x="597" y="653"/>
                    </a:lnTo>
                    <a:close/>
                  </a:path>
                </a:pathLst>
              </a:custGeom>
              <a:solidFill>
                <a:srgbClr val="ECB78D">
                  <a:alpha val="24000"/>
                </a:srgbClr>
              </a:solidFill>
              <a:ln>
                <a:noFill/>
              </a:ln>
            </p:spPr>
            <p:txBody>
              <a:bodyPr anchor="ctr"/>
              <a:lstStyle/>
              <a:p>
                <a:pPr algn="ctr">
                  <a:buNone/>
                </a:pPr>
              </a:p>
            </p:txBody>
          </p:sp>
          <p:sp>
            <p:nvSpPr>
              <p:cNvPr id="771" name="addition:spatial:153"/>
              <p:cNvSpPr>
                <a:spLocks noGrp="1"/>
              </p:cNvSpPr>
              <p:nvPr/>
            </p:nvSpPr>
            <p:spPr>
              <a:xfrm>
                <a:off x="5648325" y="1666875"/>
                <a:ext cx="787573" cy="1048817"/>
              </a:xfrm>
              <a:custGeom>
                <a:avLst/>
                <a:gdLst/>
                <a:ahLst/>
                <a:cxnLst/>
                <a:rect l="l" t="t" r="r" b="b"/>
                <a:pathLst>
                  <a:path w="594" h="620">
                    <a:moveTo>
                      <a:pt x="0" y="0"/>
                    </a:moveTo>
                    <a:moveTo>
                      <a:pt x="590" y="593"/>
                    </a:moveTo>
                    <a:lnTo>
                      <a:pt x="591" y="596"/>
                    </a:lnTo>
                    <a:lnTo>
                      <a:pt x="592" y="598"/>
                    </a:lnTo>
                    <a:lnTo>
                      <a:pt x="591" y="600"/>
                    </a:lnTo>
                    <a:lnTo>
                      <a:pt x="592" y="602"/>
                    </a:lnTo>
                    <a:lnTo>
                      <a:pt x="593" y="605"/>
                    </a:lnTo>
                    <a:lnTo>
                      <a:pt x="594" y="608"/>
                    </a:lnTo>
                    <a:lnTo>
                      <a:pt x="592" y="610"/>
                    </a:lnTo>
                    <a:lnTo>
                      <a:pt x="589" y="611"/>
                    </a:lnTo>
                    <a:lnTo>
                      <a:pt x="584" y="610"/>
                    </a:lnTo>
                    <a:lnTo>
                      <a:pt x="581" y="610"/>
                    </a:lnTo>
                    <a:lnTo>
                      <a:pt x="579" y="610"/>
                    </a:lnTo>
                    <a:lnTo>
                      <a:pt x="578" y="613"/>
                    </a:lnTo>
                    <a:lnTo>
                      <a:pt x="576" y="615"/>
                    </a:lnTo>
                    <a:lnTo>
                      <a:pt x="574" y="617"/>
                    </a:lnTo>
                    <a:lnTo>
                      <a:pt x="572" y="618"/>
                    </a:lnTo>
                    <a:lnTo>
                      <a:pt x="569" y="619"/>
                    </a:lnTo>
                    <a:lnTo>
                      <a:pt x="566" y="620"/>
                    </a:lnTo>
                    <a:lnTo>
                      <a:pt x="562" y="620"/>
                    </a:lnTo>
                    <a:lnTo>
                      <a:pt x="559" y="620"/>
                    </a:lnTo>
                    <a:lnTo>
                      <a:pt x="556" y="618"/>
                    </a:lnTo>
                    <a:lnTo>
                      <a:pt x="554" y="616"/>
                    </a:lnTo>
                    <a:lnTo>
                      <a:pt x="551" y="615"/>
                    </a:lnTo>
                    <a:lnTo>
                      <a:pt x="547" y="615"/>
                    </a:lnTo>
                    <a:lnTo>
                      <a:pt x="544" y="615"/>
                    </a:lnTo>
                    <a:lnTo>
                      <a:pt x="542" y="613"/>
                    </a:lnTo>
                    <a:lnTo>
                      <a:pt x="542" y="610"/>
                    </a:lnTo>
                    <a:lnTo>
                      <a:pt x="541" y="607"/>
                    </a:lnTo>
                    <a:lnTo>
                      <a:pt x="540" y="606"/>
                    </a:lnTo>
                    <a:lnTo>
                      <a:pt x="536" y="605"/>
                    </a:lnTo>
                    <a:lnTo>
                      <a:pt x="532" y="605"/>
                    </a:lnTo>
                    <a:lnTo>
                      <a:pt x="529" y="603"/>
                    </a:lnTo>
                    <a:lnTo>
                      <a:pt x="528" y="601"/>
                    </a:lnTo>
                    <a:lnTo>
                      <a:pt x="528" y="598"/>
                    </a:lnTo>
                    <a:lnTo>
                      <a:pt x="529" y="596"/>
                    </a:lnTo>
                    <a:lnTo>
                      <a:pt x="530" y="593"/>
                    </a:lnTo>
                    <a:lnTo>
                      <a:pt x="531" y="591"/>
                    </a:lnTo>
                    <a:lnTo>
                      <a:pt x="534" y="589"/>
                    </a:lnTo>
                    <a:lnTo>
                      <a:pt x="538" y="588"/>
                    </a:lnTo>
                    <a:lnTo>
                      <a:pt x="539" y="586"/>
                    </a:lnTo>
                    <a:lnTo>
                      <a:pt x="539" y="584"/>
                    </a:lnTo>
                    <a:lnTo>
                      <a:pt x="538" y="581"/>
                    </a:lnTo>
                    <a:lnTo>
                      <a:pt x="538" y="578"/>
                    </a:lnTo>
                    <a:lnTo>
                      <a:pt x="541" y="576"/>
                    </a:lnTo>
                    <a:lnTo>
                      <a:pt x="544" y="576"/>
                    </a:lnTo>
                    <a:lnTo>
                      <a:pt x="547" y="575"/>
                    </a:lnTo>
                    <a:lnTo>
                      <a:pt x="549" y="573"/>
                    </a:lnTo>
                    <a:lnTo>
                      <a:pt x="550" y="570"/>
                    </a:lnTo>
                    <a:lnTo>
                      <a:pt x="552" y="568"/>
                    </a:lnTo>
                    <a:lnTo>
                      <a:pt x="555" y="568"/>
                    </a:lnTo>
                    <a:lnTo>
                      <a:pt x="558" y="568"/>
                    </a:lnTo>
                    <a:lnTo>
                      <a:pt x="561" y="570"/>
                    </a:lnTo>
                    <a:lnTo>
                      <a:pt x="563" y="570"/>
                    </a:lnTo>
                    <a:lnTo>
                      <a:pt x="565" y="571"/>
                    </a:lnTo>
                    <a:lnTo>
                      <a:pt x="567" y="571"/>
                    </a:lnTo>
                    <a:lnTo>
                      <a:pt x="569" y="573"/>
                    </a:lnTo>
                    <a:lnTo>
                      <a:pt x="571" y="573"/>
                    </a:lnTo>
                    <a:lnTo>
                      <a:pt x="573" y="572"/>
                    </a:lnTo>
                    <a:lnTo>
                      <a:pt x="577" y="570"/>
                    </a:lnTo>
                    <a:lnTo>
                      <a:pt x="581" y="569"/>
                    </a:lnTo>
                    <a:lnTo>
                      <a:pt x="583" y="571"/>
                    </a:lnTo>
                    <a:lnTo>
                      <a:pt x="584" y="574"/>
                    </a:lnTo>
                    <a:lnTo>
                      <a:pt x="583" y="577"/>
                    </a:lnTo>
                    <a:lnTo>
                      <a:pt x="583" y="580"/>
                    </a:lnTo>
                    <a:lnTo>
                      <a:pt x="585" y="581"/>
                    </a:lnTo>
                    <a:lnTo>
                      <a:pt x="587" y="583"/>
                    </a:lnTo>
                    <a:lnTo>
                      <a:pt x="588" y="585"/>
                    </a:lnTo>
                    <a:lnTo>
                      <a:pt x="588" y="587"/>
                    </a:lnTo>
                    <a:lnTo>
                      <a:pt x="588" y="589"/>
                    </a:lnTo>
                    <a:lnTo>
                      <a:pt x="589" y="591"/>
                    </a:lnTo>
                    <a:close/>
                  </a:path>
                </a:pathLst>
              </a:custGeom>
              <a:solidFill>
                <a:srgbClr val="ECB78D">
                  <a:alpha val="24000"/>
                </a:srgbClr>
              </a:solidFill>
              <a:ln>
                <a:noFill/>
              </a:ln>
            </p:spPr>
            <p:txBody>
              <a:bodyPr anchor="ctr"/>
              <a:lstStyle/>
              <a:p>
                <a:pPr algn="ctr">
                  <a:buNone/>
                </a:pPr>
              </a:p>
            </p:txBody>
          </p:sp>
          <p:sp>
            <p:nvSpPr>
              <p:cNvPr id="772" name="addition:spatial:154"/>
              <p:cNvSpPr>
                <a:spLocks noGrp="1"/>
              </p:cNvSpPr>
              <p:nvPr/>
            </p:nvSpPr>
            <p:spPr>
              <a:xfrm>
                <a:off x="5648325" y="1666875"/>
                <a:ext cx="823371" cy="954085"/>
              </a:xfrm>
              <a:custGeom>
                <a:avLst/>
                <a:gdLst/>
                <a:ahLst/>
                <a:cxnLst/>
                <a:rect l="l" t="t" r="r" b="b"/>
                <a:pathLst>
                  <a:path w="621" h="564">
                    <a:moveTo>
                      <a:pt x="0" y="0"/>
                    </a:moveTo>
                    <a:moveTo>
                      <a:pt x="618" y="537"/>
                    </a:moveTo>
                    <a:lnTo>
                      <a:pt x="618" y="539"/>
                    </a:lnTo>
                    <a:lnTo>
                      <a:pt x="617" y="542"/>
                    </a:lnTo>
                    <a:lnTo>
                      <a:pt x="615" y="544"/>
                    </a:lnTo>
                    <a:lnTo>
                      <a:pt x="614" y="545"/>
                    </a:lnTo>
                    <a:lnTo>
                      <a:pt x="612" y="547"/>
                    </a:lnTo>
                    <a:lnTo>
                      <a:pt x="612" y="549"/>
                    </a:lnTo>
                    <a:lnTo>
                      <a:pt x="610" y="551"/>
                    </a:lnTo>
                    <a:lnTo>
                      <a:pt x="608" y="553"/>
                    </a:lnTo>
                    <a:lnTo>
                      <a:pt x="607" y="554"/>
                    </a:lnTo>
                    <a:lnTo>
                      <a:pt x="605" y="556"/>
                    </a:lnTo>
                    <a:lnTo>
                      <a:pt x="605" y="559"/>
                    </a:lnTo>
                    <a:lnTo>
                      <a:pt x="604" y="563"/>
                    </a:lnTo>
                    <a:lnTo>
                      <a:pt x="602" y="564"/>
                    </a:lnTo>
                    <a:lnTo>
                      <a:pt x="599" y="563"/>
                    </a:lnTo>
                    <a:lnTo>
                      <a:pt x="596" y="560"/>
                    </a:lnTo>
                    <a:lnTo>
                      <a:pt x="593" y="559"/>
                    </a:lnTo>
                    <a:lnTo>
                      <a:pt x="592" y="558"/>
                    </a:lnTo>
                    <a:lnTo>
                      <a:pt x="590" y="559"/>
                    </a:lnTo>
                    <a:lnTo>
                      <a:pt x="588" y="560"/>
                    </a:lnTo>
                    <a:lnTo>
                      <a:pt x="586" y="560"/>
                    </a:lnTo>
                    <a:lnTo>
                      <a:pt x="584" y="560"/>
                    </a:lnTo>
                    <a:lnTo>
                      <a:pt x="582" y="560"/>
                    </a:lnTo>
                    <a:lnTo>
                      <a:pt x="580" y="560"/>
                    </a:lnTo>
                    <a:lnTo>
                      <a:pt x="578" y="560"/>
                    </a:lnTo>
                    <a:lnTo>
                      <a:pt x="576" y="558"/>
                    </a:lnTo>
                    <a:lnTo>
                      <a:pt x="575" y="555"/>
                    </a:lnTo>
                    <a:lnTo>
                      <a:pt x="575" y="553"/>
                    </a:lnTo>
                    <a:lnTo>
                      <a:pt x="573" y="552"/>
                    </a:lnTo>
                    <a:lnTo>
                      <a:pt x="571" y="550"/>
                    </a:lnTo>
                    <a:lnTo>
                      <a:pt x="569" y="549"/>
                    </a:lnTo>
                    <a:lnTo>
                      <a:pt x="569" y="546"/>
                    </a:lnTo>
                    <a:lnTo>
                      <a:pt x="571" y="543"/>
                    </a:lnTo>
                    <a:lnTo>
                      <a:pt x="572" y="541"/>
                    </a:lnTo>
                    <a:lnTo>
                      <a:pt x="572" y="539"/>
                    </a:lnTo>
                    <a:lnTo>
                      <a:pt x="570" y="537"/>
                    </a:lnTo>
                    <a:lnTo>
                      <a:pt x="567" y="535"/>
                    </a:lnTo>
                    <a:lnTo>
                      <a:pt x="565" y="533"/>
                    </a:lnTo>
                    <a:lnTo>
                      <a:pt x="565" y="530"/>
                    </a:lnTo>
                    <a:lnTo>
                      <a:pt x="565" y="528"/>
                    </a:lnTo>
                    <a:lnTo>
                      <a:pt x="566" y="525"/>
                    </a:lnTo>
                    <a:lnTo>
                      <a:pt x="566" y="523"/>
                    </a:lnTo>
                    <a:lnTo>
                      <a:pt x="569" y="522"/>
                    </a:lnTo>
                    <a:lnTo>
                      <a:pt x="572" y="522"/>
                    </a:lnTo>
                    <a:lnTo>
                      <a:pt x="574" y="522"/>
                    </a:lnTo>
                    <a:lnTo>
                      <a:pt x="576" y="521"/>
                    </a:lnTo>
                    <a:lnTo>
                      <a:pt x="577" y="519"/>
                    </a:lnTo>
                    <a:lnTo>
                      <a:pt x="578" y="516"/>
                    </a:lnTo>
                    <a:lnTo>
                      <a:pt x="579" y="514"/>
                    </a:lnTo>
                    <a:lnTo>
                      <a:pt x="582" y="514"/>
                    </a:lnTo>
                    <a:lnTo>
                      <a:pt x="585" y="515"/>
                    </a:lnTo>
                    <a:lnTo>
                      <a:pt x="587" y="515"/>
                    </a:lnTo>
                    <a:lnTo>
                      <a:pt x="589" y="513"/>
                    </a:lnTo>
                    <a:lnTo>
                      <a:pt x="592" y="511"/>
                    </a:lnTo>
                    <a:lnTo>
                      <a:pt x="595" y="510"/>
                    </a:lnTo>
                    <a:lnTo>
                      <a:pt x="598" y="511"/>
                    </a:lnTo>
                    <a:lnTo>
                      <a:pt x="600" y="512"/>
                    </a:lnTo>
                    <a:lnTo>
                      <a:pt x="603" y="514"/>
                    </a:lnTo>
                    <a:lnTo>
                      <a:pt x="605" y="516"/>
                    </a:lnTo>
                    <a:lnTo>
                      <a:pt x="606" y="518"/>
                    </a:lnTo>
                    <a:lnTo>
                      <a:pt x="608" y="520"/>
                    </a:lnTo>
                    <a:lnTo>
                      <a:pt x="608" y="522"/>
                    </a:lnTo>
                    <a:lnTo>
                      <a:pt x="610" y="524"/>
                    </a:lnTo>
                    <a:lnTo>
                      <a:pt x="612" y="524"/>
                    </a:lnTo>
                    <a:lnTo>
                      <a:pt x="616" y="524"/>
                    </a:lnTo>
                    <a:lnTo>
                      <a:pt x="620" y="525"/>
                    </a:lnTo>
                    <a:lnTo>
                      <a:pt x="621" y="527"/>
                    </a:lnTo>
                    <a:lnTo>
                      <a:pt x="620" y="530"/>
                    </a:lnTo>
                    <a:lnTo>
                      <a:pt x="619" y="533"/>
                    </a:lnTo>
                    <a:lnTo>
                      <a:pt x="618" y="535"/>
                    </a:lnTo>
                    <a:close/>
                  </a:path>
                </a:pathLst>
              </a:custGeom>
              <a:solidFill>
                <a:srgbClr val="ECB78D">
                  <a:alpha val="24000"/>
                </a:srgbClr>
              </a:solidFill>
              <a:ln>
                <a:noFill/>
              </a:ln>
            </p:spPr>
            <p:txBody>
              <a:bodyPr anchor="ctr"/>
              <a:lstStyle/>
              <a:p>
                <a:pPr algn="ctr">
                  <a:buNone/>
                </a:pPr>
              </a:p>
            </p:txBody>
          </p:sp>
          <p:sp>
            <p:nvSpPr>
              <p:cNvPr id="773" name="addition:spatial:155"/>
              <p:cNvSpPr>
                <a:spLocks noGrp="1"/>
              </p:cNvSpPr>
              <p:nvPr/>
            </p:nvSpPr>
            <p:spPr>
              <a:xfrm>
                <a:off x="5648325" y="1666875"/>
                <a:ext cx="920161" cy="915177"/>
              </a:xfrm>
              <a:custGeom>
                <a:avLst/>
                <a:gdLst/>
                <a:ahLst/>
                <a:cxnLst/>
                <a:rect l="l" t="t" r="r" b="b"/>
                <a:pathLst>
                  <a:path w="694" h="541">
                    <a:moveTo>
                      <a:pt x="0" y="0"/>
                    </a:moveTo>
                    <a:moveTo>
                      <a:pt x="691" y="515"/>
                    </a:moveTo>
                    <a:lnTo>
                      <a:pt x="691" y="517"/>
                    </a:lnTo>
                    <a:lnTo>
                      <a:pt x="691" y="519"/>
                    </a:lnTo>
                    <a:lnTo>
                      <a:pt x="690" y="521"/>
                    </a:lnTo>
                    <a:lnTo>
                      <a:pt x="688" y="523"/>
                    </a:lnTo>
                    <a:lnTo>
                      <a:pt x="686" y="524"/>
                    </a:lnTo>
                    <a:lnTo>
                      <a:pt x="685" y="526"/>
                    </a:lnTo>
                    <a:lnTo>
                      <a:pt x="684" y="528"/>
                    </a:lnTo>
                    <a:lnTo>
                      <a:pt x="683" y="530"/>
                    </a:lnTo>
                    <a:lnTo>
                      <a:pt x="681" y="531"/>
                    </a:lnTo>
                    <a:lnTo>
                      <a:pt x="679" y="532"/>
                    </a:lnTo>
                    <a:lnTo>
                      <a:pt x="677" y="534"/>
                    </a:lnTo>
                    <a:lnTo>
                      <a:pt x="677" y="537"/>
                    </a:lnTo>
                    <a:lnTo>
                      <a:pt x="675" y="540"/>
                    </a:lnTo>
                    <a:lnTo>
                      <a:pt x="673" y="541"/>
                    </a:lnTo>
                    <a:lnTo>
                      <a:pt x="670" y="540"/>
                    </a:lnTo>
                    <a:lnTo>
                      <a:pt x="668" y="538"/>
                    </a:lnTo>
                    <a:lnTo>
                      <a:pt x="666" y="536"/>
                    </a:lnTo>
                    <a:lnTo>
                      <a:pt x="664" y="535"/>
                    </a:lnTo>
                    <a:lnTo>
                      <a:pt x="662" y="536"/>
                    </a:lnTo>
                    <a:lnTo>
                      <a:pt x="661" y="536"/>
                    </a:lnTo>
                    <a:lnTo>
                      <a:pt x="659" y="536"/>
                    </a:lnTo>
                    <a:lnTo>
                      <a:pt x="657" y="535"/>
                    </a:lnTo>
                    <a:lnTo>
                      <a:pt x="656" y="535"/>
                    </a:lnTo>
                    <a:lnTo>
                      <a:pt x="653" y="535"/>
                    </a:lnTo>
                    <a:lnTo>
                      <a:pt x="651" y="535"/>
                    </a:lnTo>
                    <a:lnTo>
                      <a:pt x="650" y="533"/>
                    </a:lnTo>
                    <a:lnTo>
                      <a:pt x="650" y="530"/>
                    </a:lnTo>
                    <a:lnTo>
                      <a:pt x="650" y="528"/>
                    </a:lnTo>
                    <a:lnTo>
                      <a:pt x="648" y="527"/>
                    </a:lnTo>
                    <a:lnTo>
                      <a:pt x="646" y="526"/>
                    </a:lnTo>
                    <a:lnTo>
                      <a:pt x="645" y="524"/>
                    </a:lnTo>
                    <a:lnTo>
                      <a:pt x="646" y="522"/>
                    </a:lnTo>
                    <a:lnTo>
                      <a:pt x="648" y="519"/>
                    </a:lnTo>
                    <a:lnTo>
                      <a:pt x="649" y="517"/>
                    </a:lnTo>
                    <a:lnTo>
                      <a:pt x="649" y="515"/>
                    </a:lnTo>
                    <a:lnTo>
                      <a:pt x="648" y="513"/>
                    </a:lnTo>
                    <a:lnTo>
                      <a:pt x="646" y="511"/>
                    </a:lnTo>
                    <a:lnTo>
                      <a:pt x="645" y="509"/>
                    </a:lnTo>
                    <a:lnTo>
                      <a:pt x="645" y="507"/>
                    </a:lnTo>
                    <a:lnTo>
                      <a:pt x="645" y="504"/>
                    </a:lnTo>
                    <a:lnTo>
                      <a:pt x="645" y="502"/>
                    </a:lnTo>
                    <a:lnTo>
                      <a:pt x="646" y="500"/>
                    </a:lnTo>
                    <a:lnTo>
                      <a:pt x="648" y="499"/>
                    </a:lnTo>
                    <a:lnTo>
                      <a:pt x="650" y="499"/>
                    </a:lnTo>
                    <a:lnTo>
                      <a:pt x="653" y="499"/>
                    </a:lnTo>
                    <a:lnTo>
                      <a:pt x="654" y="499"/>
                    </a:lnTo>
                    <a:lnTo>
                      <a:pt x="655" y="497"/>
                    </a:lnTo>
                    <a:lnTo>
                      <a:pt x="656" y="494"/>
                    </a:lnTo>
                    <a:lnTo>
                      <a:pt x="658" y="493"/>
                    </a:lnTo>
                    <a:lnTo>
                      <a:pt x="660" y="493"/>
                    </a:lnTo>
                    <a:lnTo>
                      <a:pt x="662" y="494"/>
                    </a:lnTo>
                    <a:lnTo>
                      <a:pt x="664" y="494"/>
                    </a:lnTo>
                    <a:lnTo>
                      <a:pt x="666" y="493"/>
                    </a:lnTo>
                    <a:lnTo>
                      <a:pt x="668" y="491"/>
                    </a:lnTo>
                    <a:lnTo>
                      <a:pt x="671" y="491"/>
                    </a:lnTo>
                    <a:lnTo>
                      <a:pt x="673" y="491"/>
                    </a:lnTo>
                    <a:lnTo>
                      <a:pt x="676" y="493"/>
                    </a:lnTo>
                    <a:lnTo>
                      <a:pt x="678" y="494"/>
                    </a:lnTo>
                    <a:lnTo>
                      <a:pt x="679" y="496"/>
                    </a:lnTo>
                    <a:lnTo>
                      <a:pt x="681" y="498"/>
                    </a:lnTo>
                    <a:lnTo>
                      <a:pt x="682" y="500"/>
                    </a:lnTo>
                    <a:lnTo>
                      <a:pt x="682" y="503"/>
                    </a:lnTo>
                    <a:lnTo>
                      <a:pt x="683" y="504"/>
                    </a:lnTo>
                    <a:lnTo>
                      <a:pt x="685" y="505"/>
                    </a:lnTo>
                    <a:lnTo>
                      <a:pt x="689" y="505"/>
                    </a:lnTo>
                    <a:lnTo>
                      <a:pt x="692" y="506"/>
                    </a:lnTo>
                    <a:lnTo>
                      <a:pt x="694" y="508"/>
                    </a:lnTo>
                    <a:lnTo>
                      <a:pt x="693" y="511"/>
                    </a:lnTo>
                    <a:lnTo>
                      <a:pt x="692" y="513"/>
                    </a:lnTo>
                    <a:close/>
                  </a:path>
                </a:pathLst>
              </a:custGeom>
              <a:solidFill>
                <a:srgbClr val="ECB78D">
                  <a:alpha val="24000"/>
                </a:srgbClr>
              </a:solidFill>
              <a:ln>
                <a:noFill/>
              </a:ln>
            </p:spPr>
            <p:txBody>
              <a:bodyPr anchor="ctr"/>
              <a:lstStyle/>
              <a:p>
                <a:pPr algn="ctr">
                  <a:buNone/>
                </a:pPr>
              </a:p>
            </p:txBody>
          </p:sp>
          <p:sp>
            <p:nvSpPr>
              <p:cNvPr id="774" name="addition:spatial:156"/>
              <p:cNvSpPr>
                <a:spLocks noGrp="1"/>
              </p:cNvSpPr>
              <p:nvPr/>
            </p:nvSpPr>
            <p:spPr>
              <a:xfrm>
                <a:off x="5648325" y="1666875"/>
                <a:ext cx="1012972" cy="971001"/>
              </a:xfrm>
              <a:custGeom>
                <a:avLst/>
                <a:gdLst/>
                <a:ahLst/>
                <a:cxnLst/>
                <a:rect l="l" t="t" r="r" b="b"/>
                <a:pathLst>
                  <a:path w="764" h="574">
                    <a:moveTo>
                      <a:pt x="0" y="0"/>
                    </a:moveTo>
                    <a:moveTo>
                      <a:pt x="764" y="546"/>
                    </a:moveTo>
                    <a:lnTo>
                      <a:pt x="764" y="548"/>
                    </a:lnTo>
                    <a:lnTo>
                      <a:pt x="763" y="550"/>
                    </a:lnTo>
                    <a:lnTo>
                      <a:pt x="763" y="552"/>
                    </a:lnTo>
                    <a:lnTo>
                      <a:pt x="763" y="555"/>
                    </a:lnTo>
                    <a:lnTo>
                      <a:pt x="762" y="557"/>
                    </a:lnTo>
                    <a:lnTo>
                      <a:pt x="760" y="558"/>
                    </a:lnTo>
                    <a:lnTo>
                      <a:pt x="759" y="559"/>
                    </a:lnTo>
                    <a:lnTo>
                      <a:pt x="757" y="561"/>
                    </a:lnTo>
                    <a:lnTo>
                      <a:pt x="756" y="563"/>
                    </a:lnTo>
                    <a:lnTo>
                      <a:pt x="755" y="564"/>
                    </a:lnTo>
                    <a:lnTo>
                      <a:pt x="752" y="565"/>
                    </a:lnTo>
                    <a:lnTo>
                      <a:pt x="750" y="564"/>
                    </a:lnTo>
                    <a:lnTo>
                      <a:pt x="748" y="564"/>
                    </a:lnTo>
                    <a:lnTo>
                      <a:pt x="746" y="566"/>
                    </a:lnTo>
                    <a:lnTo>
                      <a:pt x="745" y="570"/>
                    </a:lnTo>
                    <a:lnTo>
                      <a:pt x="743" y="573"/>
                    </a:lnTo>
                    <a:lnTo>
                      <a:pt x="740" y="574"/>
                    </a:lnTo>
                    <a:lnTo>
                      <a:pt x="737" y="572"/>
                    </a:lnTo>
                    <a:lnTo>
                      <a:pt x="735" y="570"/>
                    </a:lnTo>
                    <a:lnTo>
                      <a:pt x="733" y="568"/>
                    </a:lnTo>
                    <a:lnTo>
                      <a:pt x="731" y="567"/>
                    </a:lnTo>
                    <a:lnTo>
                      <a:pt x="729" y="566"/>
                    </a:lnTo>
                    <a:lnTo>
                      <a:pt x="728" y="565"/>
                    </a:lnTo>
                    <a:lnTo>
                      <a:pt x="726" y="563"/>
                    </a:lnTo>
                    <a:lnTo>
                      <a:pt x="724" y="562"/>
                    </a:lnTo>
                    <a:lnTo>
                      <a:pt x="722" y="562"/>
                    </a:lnTo>
                    <a:lnTo>
                      <a:pt x="719" y="562"/>
                    </a:lnTo>
                    <a:lnTo>
                      <a:pt x="718" y="561"/>
                    </a:lnTo>
                    <a:lnTo>
                      <a:pt x="717" y="558"/>
                    </a:lnTo>
                    <a:lnTo>
                      <a:pt x="718" y="556"/>
                    </a:lnTo>
                    <a:lnTo>
                      <a:pt x="717" y="554"/>
                    </a:lnTo>
                    <a:lnTo>
                      <a:pt x="716" y="552"/>
                    </a:lnTo>
                    <a:lnTo>
                      <a:pt x="714" y="551"/>
                    </a:lnTo>
                    <a:lnTo>
                      <a:pt x="714" y="548"/>
                    </a:lnTo>
                    <a:lnTo>
                      <a:pt x="715" y="546"/>
                    </a:lnTo>
                    <a:lnTo>
                      <a:pt x="718" y="544"/>
                    </a:lnTo>
                    <a:lnTo>
                      <a:pt x="720" y="542"/>
                    </a:lnTo>
                    <a:lnTo>
                      <a:pt x="721" y="541"/>
                    </a:lnTo>
                    <a:lnTo>
                      <a:pt x="722" y="539"/>
                    </a:lnTo>
                    <a:lnTo>
                      <a:pt x="722" y="537"/>
                    </a:lnTo>
                    <a:lnTo>
                      <a:pt x="722" y="535"/>
                    </a:lnTo>
                    <a:lnTo>
                      <a:pt x="723" y="532"/>
                    </a:lnTo>
                    <a:lnTo>
                      <a:pt x="723" y="530"/>
                    </a:lnTo>
                    <a:lnTo>
                      <a:pt x="723" y="527"/>
                    </a:lnTo>
                    <a:lnTo>
                      <a:pt x="724" y="525"/>
                    </a:lnTo>
                    <a:lnTo>
                      <a:pt x="727" y="524"/>
                    </a:lnTo>
                    <a:lnTo>
                      <a:pt x="730" y="525"/>
                    </a:lnTo>
                    <a:lnTo>
                      <a:pt x="732" y="526"/>
                    </a:lnTo>
                    <a:lnTo>
                      <a:pt x="734" y="526"/>
                    </a:lnTo>
                    <a:lnTo>
                      <a:pt x="735" y="524"/>
                    </a:lnTo>
                    <a:lnTo>
                      <a:pt x="736" y="523"/>
                    </a:lnTo>
                    <a:lnTo>
                      <a:pt x="738" y="522"/>
                    </a:lnTo>
                    <a:lnTo>
                      <a:pt x="740" y="523"/>
                    </a:lnTo>
                    <a:lnTo>
                      <a:pt x="741" y="525"/>
                    </a:lnTo>
                    <a:lnTo>
                      <a:pt x="743" y="525"/>
                    </a:lnTo>
                    <a:lnTo>
                      <a:pt x="745" y="524"/>
                    </a:lnTo>
                    <a:lnTo>
                      <a:pt x="747" y="524"/>
                    </a:lnTo>
                    <a:lnTo>
                      <a:pt x="749" y="524"/>
                    </a:lnTo>
                    <a:lnTo>
                      <a:pt x="751" y="525"/>
                    </a:lnTo>
                    <a:lnTo>
                      <a:pt x="752" y="526"/>
                    </a:lnTo>
                    <a:lnTo>
                      <a:pt x="754" y="527"/>
                    </a:lnTo>
                    <a:lnTo>
                      <a:pt x="756" y="529"/>
                    </a:lnTo>
                    <a:lnTo>
                      <a:pt x="757" y="531"/>
                    </a:lnTo>
                    <a:lnTo>
                      <a:pt x="756" y="535"/>
                    </a:lnTo>
                    <a:lnTo>
                      <a:pt x="755" y="537"/>
                    </a:lnTo>
                    <a:lnTo>
                      <a:pt x="755" y="539"/>
                    </a:lnTo>
                    <a:lnTo>
                      <a:pt x="757" y="541"/>
                    </a:lnTo>
                    <a:lnTo>
                      <a:pt x="760" y="542"/>
                    </a:lnTo>
                    <a:lnTo>
                      <a:pt x="763" y="544"/>
                    </a:lnTo>
                    <a:close/>
                  </a:path>
                </a:pathLst>
              </a:custGeom>
              <a:solidFill>
                <a:srgbClr val="ECB78D">
                  <a:alpha val="24000"/>
                </a:srgbClr>
              </a:solidFill>
              <a:ln>
                <a:noFill/>
              </a:ln>
            </p:spPr>
            <p:txBody>
              <a:bodyPr anchor="ctr"/>
              <a:lstStyle/>
              <a:p>
                <a:pPr algn="ctr">
                  <a:buNone/>
                </a:pPr>
              </a:p>
            </p:txBody>
          </p:sp>
          <p:sp>
            <p:nvSpPr>
              <p:cNvPr id="775" name="addition:spatial:157"/>
              <p:cNvSpPr>
                <a:spLocks noGrp="1"/>
              </p:cNvSpPr>
              <p:nvPr/>
            </p:nvSpPr>
            <p:spPr>
              <a:xfrm>
                <a:off x="5648325" y="1666875"/>
                <a:ext cx="1341791" cy="752780"/>
              </a:xfrm>
              <a:custGeom>
                <a:avLst/>
                <a:gdLst/>
                <a:ahLst/>
                <a:cxnLst/>
                <a:rect l="l" t="t" r="r" b="b"/>
                <a:pathLst>
                  <a:path w="1012" h="445">
                    <a:moveTo>
                      <a:pt x="0" y="0"/>
                    </a:moveTo>
                    <a:moveTo>
                      <a:pt x="1007" y="309"/>
                    </a:moveTo>
                    <a:lnTo>
                      <a:pt x="1001" y="322"/>
                    </a:lnTo>
                    <a:lnTo>
                      <a:pt x="987" y="333"/>
                    </a:lnTo>
                    <a:lnTo>
                      <a:pt x="966" y="342"/>
                    </a:lnTo>
                    <a:lnTo>
                      <a:pt x="947" y="349"/>
                    </a:lnTo>
                    <a:lnTo>
                      <a:pt x="940" y="358"/>
                    </a:lnTo>
                    <a:lnTo>
                      <a:pt x="945" y="373"/>
                    </a:lnTo>
                    <a:lnTo>
                      <a:pt x="954" y="393"/>
                    </a:lnTo>
                    <a:lnTo>
                      <a:pt x="953" y="411"/>
                    </a:lnTo>
                    <a:lnTo>
                      <a:pt x="940" y="421"/>
                    </a:lnTo>
                    <a:lnTo>
                      <a:pt x="921" y="424"/>
                    </a:lnTo>
                    <a:lnTo>
                      <a:pt x="904" y="427"/>
                    </a:lnTo>
                    <a:lnTo>
                      <a:pt x="891" y="433"/>
                    </a:lnTo>
                    <a:lnTo>
                      <a:pt x="879" y="441"/>
                    </a:lnTo>
                    <a:lnTo>
                      <a:pt x="866" y="445"/>
                    </a:lnTo>
                    <a:lnTo>
                      <a:pt x="851" y="444"/>
                    </a:lnTo>
                    <a:lnTo>
                      <a:pt x="837" y="440"/>
                    </a:lnTo>
                    <a:lnTo>
                      <a:pt x="824" y="439"/>
                    </a:lnTo>
                    <a:lnTo>
                      <a:pt x="812" y="442"/>
                    </a:lnTo>
                    <a:lnTo>
                      <a:pt x="800" y="442"/>
                    </a:lnTo>
                    <a:lnTo>
                      <a:pt x="789" y="436"/>
                    </a:lnTo>
                    <a:lnTo>
                      <a:pt x="780" y="428"/>
                    </a:lnTo>
                    <a:lnTo>
                      <a:pt x="769" y="424"/>
                    </a:lnTo>
                    <a:lnTo>
                      <a:pt x="753" y="428"/>
                    </a:lnTo>
                    <a:lnTo>
                      <a:pt x="731" y="436"/>
                    </a:lnTo>
                    <a:lnTo>
                      <a:pt x="710" y="437"/>
                    </a:lnTo>
                    <a:lnTo>
                      <a:pt x="697" y="427"/>
                    </a:lnTo>
                    <a:lnTo>
                      <a:pt x="697" y="409"/>
                    </a:lnTo>
                    <a:lnTo>
                      <a:pt x="702" y="389"/>
                    </a:lnTo>
                    <a:lnTo>
                      <a:pt x="704" y="374"/>
                    </a:lnTo>
                    <a:lnTo>
                      <a:pt x="699" y="363"/>
                    </a:lnTo>
                    <a:lnTo>
                      <a:pt x="690" y="354"/>
                    </a:lnTo>
                    <a:lnTo>
                      <a:pt x="684" y="343"/>
                    </a:lnTo>
                    <a:lnTo>
                      <a:pt x="679" y="332"/>
                    </a:lnTo>
                    <a:lnTo>
                      <a:pt x="671" y="321"/>
                    </a:lnTo>
                    <a:lnTo>
                      <a:pt x="658" y="309"/>
                    </a:lnTo>
                    <a:lnTo>
                      <a:pt x="646" y="296"/>
                    </a:lnTo>
                    <a:lnTo>
                      <a:pt x="643" y="282"/>
                    </a:lnTo>
                    <a:lnTo>
                      <a:pt x="650" y="270"/>
                    </a:lnTo>
                    <a:lnTo>
                      <a:pt x="661" y="261"/>
                    </a:lnTo>
                    <a:lnTo>
                      <a:pt x="666" y="250"/>
                    </a:lnTo>
                    <a:lnTo>
                      <a:pt x="664" y="236"/>
                    </a:lnTo>
                    <a:lnTo>
                      <a:pt x="663" y="220"/>
                    </a:lnTo>
                    <a:lnTo>
                      <a:pt x="671" y="209"/>
                    </a:lnTo>
                    <a:lnTo>
                      <a:pt x="691" y="207"/>
                    </a:lnTo>
                    <a:lnTo>
                      <a:pt x="714" y="210"/>
                    </a:lnTo>
                    <a:lnTo>
                      <a:pt x="732" y="212"/>
                    </a:lnTo>
                    <a:lnTo>
                      <a:pt x="742" y="206"/>
                    </a:lnTo>
                    <a:lnTo>
                      <a:pt x="751" y="193"/>
                    </a:lnTo>
                    <a:lnTo>
                      <a:pt x="761" y="181"/>
                    </a:lnTo>
                    <a:lnTo>
                      <a:pt x="775" y="172"/>
                    </a:lnTo>
                    <a:lnTo>
                      <a:pt x="792" y="165"/>
                    </a:lnTo>
                    <a:lnTo>
                      <a:pt x="809" y="158"/>
                    </a:lnTo>
                    <a:lnTo>
                      <a:pt x="828" y="152"/>
                    </a:lnTo>
                    <a:lnTo>
                      <a:pt x="848" y="153"/>
                    </a:lnTo>
                    <a:lnTo>
                      <a:pt x="865" y="164"/>
                    </a:lnTo>
                    <a:lnTo>
                      <a:pt x="877" y="182"/>
                    </a:lnTo>
                    <a:lnTo>
                      <a:pt x="887" y="197"/>
                    </a:lnTo>
                    <a:lnTo>
                      <a:pt x="901" y="202"/>
                    </a:lnTo>
                    <a:lnTo>
                      <a:pt x="921" y="200"/>
                    </a:lnTo>
                    <a:lnTo>
                      <a:pt x="940" y="200"/>
                    </a:lnTo>
                    <a:lnTo>
                      <a:pt x="954" y="208"/>
                    </a:lnTo>
                    <a:lnTo>
                      <a:pt x="959" y="221"/>
                    </a:lnTo>
                    <a:lnTo>
                      <a:pt x="962" y="234"/>
                    </a:lnTo>
                    <a:lnTo>
                      <a:pt x="971" y="243"/>
                    </a:lnTo>
                    <a:lnTo>
                      <a:pt x="987" y="249"/>
                    </a:lnTo>
                    <a:lnTo>
                      <a:pt x="1003" y="257"/>
                    </a:lnTo>
                    <a:lnTo>
                      <a:pt x="1012" y="269"/>
                    </a:lnTo>
                    <a:lnTo>
                      <a:pt x="1012" y="282"/>
                    </a:lnTo>
                    <a:lnTo>
                      <a:pt x="1010" y="296"/>
                    </a:lnTo>
                    <a:close/>
                  </a:path>
                </a:pathLst>
              </a:custGeom>
              <a:solidFill>
                <a:srgbClr val="C5E9DF">
                  <a:alpha val="43000"/>
                </a:srgbClr>
              </a:solidFill>
              <a:ln>
                <a:noFill/>
              </a:ln>
            </p:spPr>
            <p:txBody>
              <a:bodyPr anchor="ctr"/>
              <a:lstStyle/>
              <a:p>
                <a:pPr algn="ctr">
                  <a:buNone/>
                </a:pPr>
              </a:p>
            </p:txBody>
          </p:sp>
          <p:sp>
            <p:nvSpPr>
              <p:cNvPr id="776" name="addition:spatial:158"/>
              <p:cNvSpPr>
                <a:spLocks noGrp="1"/>
              </p:cNvSpPr>
              <p:nvPr/>
            </p:nvSpPr>
            <p:spPr>
              <a:xfrm>
                <a:off x="5648325" y="1666875"/>
                <a:ext cx="1300688" cy="764621"/>
              </a:xfrm>
              <a:custGeom>
                <a:avLst/>
                <a:gdLst/>
                <a:ahLst/>
                <a:cxnLst/>
                <a:rect l="l" t="t" r="r" b="b"/>
                <a:pathLst>
                  <a:path w="981" h="452">
                    <a:moveTo>
                      <a:pt x="0" y="0"/>
                    </a:moveTo>
                    <a:moveTo>
                      <a:pt x="981" y="314"/>
                    </a:moveTo>
                    <a:lnTo>
                      <a:pt x="976" y="325"/>
                    </a:lnTo>
                    <a:lnTo>
                      <a:pt x="966" y="335"/>
                    </a:lnTo>
                    <a:lnTo>
                      <a:pt x="960" y="345"/>
                    </a:lnTo>
                    <a:lnTo>
                      <a:pt x="962" y="356"/>
                    </a:lnTo>
                    <a:lnTo>
                      <a:pt x="966" y="369"/>
                    </a:lnTo>
                    <a:lnTo>
                      <a:pt x="962" y="380"/>
                    </a:lnTo>
                    <a:lnTo>
                      <a:pt x="948" y="386"/>
                    </a:lnTo>
                    <a:lnTo>
                      <a:pt x="930" y="388"/>
                    </a:lnTo>
                    <a:lnTo>
                      <a:pt x="913" y="389"/>
                    </a:lnTo>
                    <a:lnTo>
                      <a:pt x="903" y="394"/>
                    </a:lnTo>
                    <a:lnTo>
                      <a:pt x="895" y="403"/>
                    </a:lnTo>
                    <a:lnTo>
                      <a:pt x="886" y="412"/>
                    </a:lnTo>
                    <a:lnTo>
                      <a:pt x="875" y="420"/>
                    </a:lnTo>
                    <a:lnTo>
                      <a:pt x="863" y="428"/>
                    </a:lnTo>
                    <a:lnTo>
                      <a:pt x="850" y="438"/>
                    </a:lnTo>
                    <a:lnTo>
                      <a:pt x="836" y="448"/>
                    </a:lnTo>
                    <a:lnTo>
                      <a:pt x="820" y="452"/>
                    </a:lnTo>
                    <a:lnTo>
                      <a:pt x="803" y="446"/>
                    </a:lnTo>
                    <a:lnTo>
                      <a:pt x="789" y="431"/>
                    </a:lnTo>
                    <a:lnTo>
                      <a:pt x="779" y="416"/>
                    </a:lnTo>
                    <a:lnTo>
                      <a:pt x="768" y="411"/>
                    </a:lnTo>
                    <a:lnTo>
                      <a:pt x="753" y="413"/>
                    </a:lnTo>
                    <a:lnTo>
                      <a:pt x="738" y="416"/>
                    </a:lnTo>
                    <a:lnTo>
                      <a:pt x="725" y="413"/>
                    </a:lnTo>
                    <a:lnTo>
                      <a:pt x="717" y="404"/>
                    </a:lnTo>
                    <a:lnTo>
                      <a:pt x="711" y="395"/>
                    </a:lnTo>
                    <a:lnTo>
                      <a:pt x="703" y="388"/>
                    </a:lnTo>
                    <a:lnTo>
                      <a:pt x="691" y="384"/>
                    </a:lnTo>
                    <a:lnTo>
                      <a:pt x="679" y="378"/>
                    </a:lnTo>
                    <a:lnTo>
                      <a:pt x="673" y="369"/>
                    </a:lnTo>
                    <a:lnTo>
                      <a:pt x="670" y="358"/>
                    </a:lnTo>
                    <a:lnTo>
                      <a:pt x="669" y="347"/>
                    </a:lnTo>
                    <a:lnTo>
                      <a:pt x="665" y="337"/>
                    </a:lnTo>
                    <a:lnTo>
                      <a:pt x="664" y="325"/>
                    </a:lnTo>
                    <a:lnTo>
                      <a:pt x="672" y="314"/>
                    </a:lnTo>
                    <a:lnTo>
                      <a:pt x="689" y="304"/>
                    </a:lnTo>
                    <a:lnTo>
                      <a:pt x="707" y="297"/>
                    </a:lnTo>
                    <a:lnTo>
                      <a:pt x="715" y="289"/>
                    </a:lnTo>
                    <a:lnTo>
                      <a:pt x="710" y="278"/>
                    </a:lnTo>
                    <a:lnTo>
                      <a:pt x="699" y="263"/>
                    </a:lnTo>
                    <a:lnTo>
                      <a:pt x="693" y="248"/>
                    </a:lnTo>
                    <a:lnTo>
                      <a:pt x="697" y="236"/>
                    </a:lnTo>
                    <a:lnTo>
                      <a:pt x="709" y="230"/>
                    </a:lnTo>
                    <a:lnTo>
                      <a:pt x="722" y="224"/>
                    </a:lnTo>
                    <a:lnTo>
                      <a:pt x="731" y="218"/>
                    </a:lnTo>
                    <a:lnTo>
                      <a:pt x="741" y="211"/>
                    </a:lnTo>
                    <a:lnTo>
                      <a:pt x="752" y="208"/>
                    </a:lnTo>
                    <a:lnTo>
                      <a:pt x="765" y="208"/>
                    </a:lnTo>
                    <a:lnTo>
                      <a:pt x="777" y="209"/>
                    </a:lnTo>
                    <a:lnTo>
                      <a:pt x="786" y="206"/>
                    </a:lnTo>
                    <a:lnTo>
                      <a:pt x="795" y="200"/>
                    </a:lnTo>
                    <a:lnTo>
                      <a:pt x="806" y="196"/>
                    </a:lnTo>
                    <a:lnTo>
                      <a:pt x="816" y="199"/>
                    </a:lnTo>
                    <a:lnTo>
                      <a:pt x="826" y="207"/>
                    </a:lnTo>
                    <a:lnTo>
                      <a:pt x="836" y="212"/>
                    </a:lnTo>
                    <a:lnTo>
                      <a:pt x="848" y="209"/>
                    </a:lnTo>
                    <a:lnTo>
                      <a:pt x="865" y="200"/>
                    </a:lnTo>
                    <a:lnTo>
                      <a:pt x="883" y="194"/>
                    </a:lnTo>
                    <a:lnTo>
                      <a:pt x="898" y="198"/>
                    </a:lnTo>
                    <a:lnTo>
                      <a:pt x="905" y="211"/>
                    </a:lnTo>
                    <a:lnTo>
                      <a:pt x="907" y="226"/>
                    </a:lnTo>
                    <a:lnTo>
                      <a:pt x="910" y="240"/>
                    </a:lnTo>
                    <a:lnTo>
                      <a:pt x="915" y="250"/>
                    </a:lnTo>
                    <a:lnTo>
                      <a:pt x="922" y="259"/>
                    </a:lnTo>
                    <a:lnTo>
                      <a:pt x="927" y="268"/>
                    </a:lnTo>
                    <a:lnTo>
                      <a:pt x="932" y="277"/>
                    </a:lnTo>
                    <a:lnTo>
                      <a:pt x="942" y="285"/>
                    </a:lnTo>
                    <a:lnTo>
                      <a:pt x="957" y="293"/>
                    </a:lnTo>
                    <a:lnTo>
                      <a:pt x="974" y="303"/>
                    </a:lnTo>
                    <a:close/>
                  </a:path>
                </a:pathLst>
              </a:custGeom>
              <a:solidFill>
                <a:srgbClr val="86D1BC">
                  <a:alpha val="43000"/>
                </a:srgbClr>
              </a:solidFill>
              <a:ln>
                <a:noFill/>
              </a:ln>
            </p:spPr>
            <p:txBody>
              <a:bodyPr anchor="ctr"/>
              <a:lstStyle/>
              <a:p>
                <a:pPr algn="ctr">
                  <a:buNone/>
                </a:pPr>
              </a:p>
            </p:txBody>
          </p:sp>
          <p:sp>
            <p:nvSpPr>
              <p:cNvPr id="777" name="addition:spatial:159"/>
              <p:cNvSpPr>
                <a:spLocks noGrp="1"/>
              </p:cNvSpPr>
              <p:nvPr/>
            </p:nvSpPr>
            <p:spPr>
              <a:xfrm>
                <a:off x="5648325" y="1666875"/>
                <a:ext cx="1237046" cy="730788"/>
              </a:xfrm>
              <a:custGeom>
                <a:avLst/>
                <a:gdLst/>
                <a:ahLst/>
                <a:cxnLst/>
                <a:rect l="l" t="t" r="r" b="b"/>
                <a:pathLst>
                  <a:path w="933" h="432">
                    <a:moveTo>
                      <a:pt x="0" y="0"/>
                    </a:moveTo>
                    <a:moveTo>
                      <a:pt x="924" y="319"/>
                    </a:moveTo>
                    <a:lnTo>
                      <a:pt x="925" y="328"/>
                    </a:lnTo>
                    <a:lnTo>
                      <a:pt x="919" y="337"/>
                    </a:lnTo>
                    <a:lnTo>
                      <a:pt x="910" y="344"/>
                    </a:lnTo>
                    <a:lnTo>
                      <a:pt x="907" y="352"/>
                    </a:lnTo>
                    <a:lnTo>
                      <a:pt x="910" y="362"/>
                    </a:lnTo>
                    <a:lnTo>
                      <a:pt x="913" y="374"/>
                    </a:lnTo>
                    <a:lnTo>
                      <a:pt x="911" y="384"/>
                    </a:lnTo>
                    <a:lnTo>
                      <a:pt x="905" y="392"/>
                    </a:lnTo>
                    <a:lnTo>
                      <a:pt x="898" y="399"/>
                    </a:lnTo>
                    <a:lnTo>
                      <a:pt x="891" y="406"/>
                    </a:lnTo>
                    <a:lnTo>
                      <a:pt x="883" y="412"/>
                    </a:lnTo>
                    <a:lnTo>
                      <a:pt x="872" y="413"/>
                    </a:lnTo>
                    <a:lnTo>
                      <a:pt x="858" y="407"/>
                    </a:lnTo>
                    <a:lnTo>
                      <a:pt x="846" y="400"/>
                    </a:lnTo>
                    <a:lnTo>
                      <a:pt x="838" y="399"/>
                    </a:lnTo>
                    <a:lnTo>
                      <a:pt x="831" y="407"/>
                    </a:lnTo>
                    <a:lnTo>
                      <a:pt x="823" y="420"/>
                    </a:lnTo>
                    <a:lnTo>
                      <a:pt x="812" y="430"/>
                    </a:lnTo>
                    <a:lnTo>
                      <a:pt x="800" y="432"/>
                    </a:lnTo>
                    <a:lnTo>
                      <a:pt x="789" y="426"/>
                    </a:lnTo>
                    <a:lnTo>
                      <a:pt x="779" y="420"/>
                    </a:lnTo>
                    <a:lnTo>
                      <a:pt x="768" y="416"/>
                    </a:lnTo>
                    <a:lnTo>
                      <a:pt x="755" y="413"/>
                    </a:lnTo>
                    <a:lnTo>
                      <a:pt x="744" y="408"/>
                    </a:lnTo>
                    <a:lnTo>
                      <a:pt x="736" y="400"/>
                    </a:lnTo>
                    <a:lnTo>
                      <a:pt x="730" y="391"/>
                    </a:lnTo>
                    <a:lnTo>
                      <a:pt x="722" y="383"/>
                    </a:lnTo>
                    <a:lnTo>
                      <a:pt x="712" y="377"/>
                    </a:lnTo>
                    <a:lnTo>
                      <a:pt x="703" y="371"/>
                    </a:lnTo>
                    <a:lnTo>
                      <a:pt x="699" y="361"/>
                    </a:lnTo>
                    <a:lnTo>
                      <a:pt x="699" y="351"/>
                    </a:lnTo>
                    <a:lnTo>
                      <a:pt x="698" y="343"/>
                    </a:lnTo>
                    <a:lnTo>
                      <a:pt x="688" y="336"/>
                    </a:lnTo>
                    <a:lnTo>
                      <a:pt x="670" y="329"/>
                    </a:lnTo>
                    <a:lnTo>
                      <a:pt x="655" y="319"/>
                    </a:lnTo>
                    <a:lnTo>
                      <a:pt x="651" y="308"/>
                    </a:lnTo>
                    <a:lnTo>
                      <a:pt x="660" y="298"/>
                    </a:lnTo>
                    <a:lnTo>
                      <a:pt x="675" y="291"/>
                    </a:lnTo>
                    <a:lnTo>
                      <a:pt x="688" y="285"/>
                    </a:lnTo>
                    <a:lnTo>
                      <a:pt x="696" y="278"/>
                    </a:lnTo>
                    <a:lnTo>
                      <a:pt x="702" y="270"/>
                    </a:lnTo>
                    <a:lnTo>
                      <a:pt x="710" y="264"/>
                    </a:lnTo>
                    <a:lnTo>
                      <a:pt x="719" y="258"/>
                    </a:lnTo>
                    <a:lnTo>
                      <a:pt x="726" y="251"/>
                    </a:lnTo>
                    <a:lnTo>
                      <a:pt x="731" y="241"/>
                    </a:lnTo>
                    <a:lnTo>
                      <a:pt x="737" y="229"/>
                    </a:lnTo>
                    <a:lnTo>
                      <a:pt x="747" y="221"/>
                    </a:lnTo>
                    <a:lnTo>
                      <a:pt x="761" y="220"/>
                    </a:lnTo>
                    <a:lnTo>
                      <a:pt x="775" y="222"/>
                    </a:lnTo>
                    <a:lnTo>
                      <a:pt x="788" y="221"/>
                    </a:lnTo>
                    <a:lnTo>
                      <a:pt x="800" y="215"/>
                    </a:lnTo>
                    <a:lnTo>
                      <a:pt x="812" y="207"/>
                    </a:lnTo>
                    <a:lnTo>
                      <a:pt x="825" y="204"/>
                    </a:lnTo>
                    <a:lnTo>
                      <a:pt x="837" y="211"/>
                    </a:lnTo>
                    <a:lnTo>
                      <a:pt x="846" y="223"/>
                    </a:lnTo>
                    <a:lnTo>
                      <a:pt x="852" y="234"/>
                    </a:lnTo>
                    <a:lnTo>
                      <a:pt x="860" y="239"/>
                    </a:lnTo>
                    <a:lnTo>
                      <a:pt x="870" y="239"/>
                    </a:lnTo>
                    <a:lnTo>
                      <a:pt x="881" y="239"/>
                    </a:lnTo>
                    <a:lnTo>
                      <a:pt x="891" y="241"/>
                    </a:lnTo>
                    <a:lnTo>
                      <a:pt x="901" y="244"/>
                    </a:lnTo>
                    <a:lnTo>
                      <a:pt x="912" y="247"/>
                    </a:lnTo>
                    <a:lnTo>
                      <a:pt x="924" y="251"/>
                    </a:lnTo>
                    <a:lnTo>
                      <a:pt x="933" y="258"/>
                    </a:lnTo>
                    <a:lnTo>
                      <a:pt x="932" y="269"/>
                    </a:lnTo>
                    <a:lnTo>
                      <a:pt x="923" y="283"/>
                    </a:lnTo>
                    <a:lnTo>
                      <a:pt x="913" y="294"/>
                    </a:lnTo>
                    <a:lnTo>
                      <a:pt x="910" y="303"/>
                    </a:lnTo>
                    <a:lnTo>
                      <a:pt x="917" y="310"/>
                    </a:lnTo>
                    <a:close/>
                  </a:path>
                </a:pathLst>
              </a:custGeom>
              <a:solidFill>
                <a:srgbClr val="56BFA2">
                  <a:alpha val="35000"/>
                </a:srgbClr>
              </a:solidFill>
              <a:ln>
                <a:noFill/>
              </a:ln>
            </p:spPr>
            <p:txBody>
              <a:bodyPr anchor="ctr"/>
              <a:lstStyle/>
              <a:p>
                <a:pPr algn="ctr">
                  <a:buNone/>
                </a:pPr>
              </a:p>
            </p:txBody>
          </p:sp>
          <p:sp>
            <p:nvSpPr>
              <p:cNvPr id="778" name="addition:spatial:160"/>
              <p:cNvSpPr>
                <a:spLocks noGrp="1"/>
              </p:cNvSpPr>
              <p:nvPr/>
            </p:nvSpPr>
            <p:spPr>
              <a:xfrm>
                <a:off x="5648325" y="1666875"/>
                <a:ext cx="1073963" cy="570083"/>
              </a:xfrm>
              <a:custGeom>
                <a:avLst/>
                <a:gdLst/>
                <a:ahLst/>
                <a:cxnLst/>
                <a:rect l="l" t="t" r="r" b="b"/>
                <a:pathLst>
                  <a:path w="810" h="337">
                    <a:moveTo>
                      <a:pt x="0" y="0"/>
                    </a:moveTo>
                    <a:moveTo>
                      <a:pt x="802" y="289"/>
                    </a:moveTo>
                    <a:lnTo>
                      <a:pt x="800" y="292"/>
                    </a:lnTo>
                    <a:lnTo>
                      <a:pt x="803" y="296"/>
                    </a:lnTo>
                    <a:lnTo>
                      <a:pt x="807" y="301"/>
                    </a:lnTo>
                    <a:lnTo>
                      <a:pt x="810" y="306"/>
                    </a:lnTo>
                    <a:lnTo>
                      <a:pt x="810" y="310"/>
                    </a:lnTo>
                    <a:lnTo>
                      <a:pt x="807" y="313"/>
                    </a:lnTo>
                    <a:lnTo>
                      <a:pt x="803" y="316"/>
                    </a:lnTo>
                    <a:lnTo>
                      <a:pt x="799" y="318"/>
                    </a:lnTo>
                    <a:lnTo>
                      <a:pt x="795" y="320"/>
                    </a:lnTo>
                    <a:lnTo>
                      <a:pt x="790" y="320"/>
                    </a:lnTo>
                    <a:lnTo>
                      <a:pt x="784" y="320"/>
                    </a:lnTo>
                    <a:lnTo>
                      <a:pt x="780" y="320"/>
                    </a:lnTo>
                    <a:lnTo>
                      <a:pt x="777" y="323"/>
                    </a:lnTo>
                    <a:lnTo>
                      <a:pt x="775" y="329"/>
                    </a:lnTo>
                    <a:lnTo>
                      <a:pt x="771" y="335"/>
                    </a:lnTo>
                    <a:lnTo>
                      <a:pt x="766" y="337"/>
                    </a:lnTo>
                    <a:lnTo>
                      <a:pt x="760" y="336"/>
                    </a:lnTo>
                    <a:lnTo>
                      <a:pt x="755" y="333"/>
                    </a:lnTo>
                    <a:lnTo>
                      <a:pt x="749" y="331"/>
                    </a:lnTo>
                    <a:lnTo>
                      <a:pt x="744" y="331"/>
                    </a:lnTo>
                    <a:lnTo>
                      <a:pt x="738" y="332"/>
                    </a:lnTo>
                    <a:lnTo>
                      <a:pt x="732" y="331"/>
                    </a:lnTo>
                    <a:lnTo>
                      <a:pt x="728" y="327"/>
                    </a:lnTo>
                    <a:lnTo>
                      <a:pt x="725" y="323"/>
                    </a:lnTo>
                    <a:lnTo>
                      <a:pt x="722" y="320"/>
                    </a:lnTo>
                    <a:lnTo>
                      <a:pt x="718" y="318"/>
                    </a:lnTo>
                    <a:lnTo>
                      <a:pt x="714" y="316"/>
                    </a:lnTo>
                    <a:lnTo>
                      <a:pt x="712" y="312"/>
                    </a:lnTo>
                    <a:lnTo>
                      <a:pt x="710" y="309"/>
                    </a:lnTo>
                    <a:lnTo>
                      <a:pt x="706" y="307"/>
                    </a:lnTo>
                    <a:lnTo>
                      <a:pt x="700" y="305"/>
                    </a:lnTo>
                    <a:lnTo>
                      <a:pt x="693" y="302"/>
                    </a:lnTo>
                    <a:lnTo>
                      <a:pt x="690" y="298"/>
                    </a:lnTo>
                    <a:lnTo>
                      <a:pt x="692" y="293"/>
                    </a:lnTo>
                    <a:lnTo>
                      <a:pt x="699" y="289"/>
                    </a:lnTo>
                    <a:lnTo>
                      <a:pt x="706" y="285"/>
                    </a:lnTo>
                    <a:lnTo>
                      <a:pt x="709" y="282"/>
                    </a:lnTo>
                    <a:lnTo>
                      <a:pt x="710" y="279"/>
                    </a:lnTo>
                    <a:lnTo>
                      <a:pt x="710" y="275"/>
                    </a:lnTo>
                    <a:lnTo>
                      <a:pt x="711" y="271"/>
                    </a:lnTo>
                    <a:lnTo>
                      <a:pt x="714" y="268"/>
                    </a:lnTo>
                    <a:lnTo>
                      <a:pt x="717" y="265"/>
                    </a:lnTo>
                    <a:lnTo>
                      <a:pt x="719" y="261"/>
                    </a:lnTo>
                    <a:lnTo>
                      <a:pt x="721" y="256"/>
                    </a:lnTo>
                    <a:lnTo>
                      <a:pt x="724" y="253"/>
                    </a:lnTo>
                    <a:lnTo>
                      <a:pt x="729" y="252"/>
                    </a:lnTo>
                    <a:lnTo>
                      <a:pt x="734" y="251"/>
                    </a:lnTo>
                    <a:lnTo>
                      <a:pt x="738" y="249"/>
                    </a:lnTo>
                    <a:lnTo>
                      <a:pt x="742" y="245"/>
                    </a:lnTo>
                    <a:lnTo>
                      <a:pt x="746" y="243"/>
                    </a:lnTo>
                    <a:lnTo>
                      <a:pt x="751" y="243"/>
                    </a:lnTo>
                    <a:lnTo>
                      <a:pt x="755" y="248"/>
                    </a:lnTo>
                    <a:lnTo>
                      <a:pt x="759" y="252"/>
                    </a:lnTo>
                    <a:lnTo>
                      <a:pt x="762" y="255"/>
                    </a:lnTo>
                    <a:lnTo>
                      <a:pt x="765" y="253"/>
                    </a:lnTo>
                    <a:lnTo>
                      <a:pt x="770" y="250"/>
                    </a:lnTo>
                    <a:lnTo>
                      <a:pt x="775" y="248"/>
                    </a:lnTo>
                    <a:lnTo>
                      <a:pt x="780" y="249"/>
                    </a:lnTo>
                    <a:lnTo>
                      <a:pt x="784" y="250"/>
                    </a:lnTo>
                    <a:lnTo>
                      <a:pt x="788" y="252"/>
                    </a:lnTo>
                    <a:lnTo>
                      <a:pt x="792" y="255"/>
                    </a:lnTo>
                    <a:lnTo>
                      <a:pt x="794" y="258"/>
                    </a:lnTo>
                    <a:lnTo>
                      <a:pt x="794" y="263"/>
                    </a:lnTo>
                    <a:lnTo>
                      <a:pt x="793" y="268"/>
                    </a:lnTo>
                    <a:lnTo>
                      <a:pt x="793" y="272"/>
                    </a:lnTo>
                    <a:lnTo>
                      <a:pt x="796" y="275"/>
                    </a:lnTo>
                    <a:lnTo>
                      <a:pt x="801" y="278"/>
                    </a:lnTo>
                    <a:lnTo>
                      <a:pt x="804" y="281"/>
                    </a:lnTo>
                    <a:lnTo>
                      <a:pt x="804" y="285"/>
                    </a:lnTo>
                    <a:close/>
                  </a:path>
                </a:pathLst>
              </a:custGeom>
              <a:solidFill>
                <a:srgbClr val="86D1BC">
                  <a:alpha val="32000"/>
                </a:srgbClr>
              </a:solidFill>
              <a:ln>
                <a:noFill/>
              </a:ln>
            </p:spPr>
            <p:txBody>
              <a:bodyPr anchor="ctr"/>
              <a:lstStyle/>
              <a:p>
                <a:pPr algn="ctr">
                  <a:buNone/>
                </a:pPr>
              </a:p>
            </p:txBody>
          </p:sp>
          <p:sp>
            <p:nvSpPr>
              <p:cNvPr id="779" name="addition:spatial:161"/>
              <p:cNvSpPr>
                <a:spLocks noGrp="1"/>
              </p:cNvSpPr>
              <p:nvPr/>
            </p:nvSpPr>
            <p:spPr>
              <a:xfrm>
                <a:off x="5648325" y="1666875"/>
                <a:ext cx="1125672" cy="502417"/>
              </a:xfrm>
              <a:custGeom>
                <a:avLst/>
                <a:gdLst/>
                <a:ahLst/>
                <a:cxnLst/>
                <a:rect l="l" t="t" r="r" b="b"/>
                <a:pathLst>
                  <a:path w="849" h="297">
                    <a:moveTo>
                      <a:pt x="0" y="0"/>
                    </a:moveTo>
                    <a:moveTo>
                      <a:pt x="849" y="254"/>
                    </a:moveTo>
                    <a:lnTo>
                      <a:pt x="845" y="258"/>
                    </a:lnTo>
                    <a:lnTo>
                      <a:pt x="840" y="261"/>
                    </a:lnTo>
                    <a:lnTo>
                      <a:pt x="836" y="264"/>
                    </a:lnTo>
                    <a:lnTo>
                      <a:pt x="834" y="267"/>
                    </a:lnTo>
                    <a:lnTo>
                      <a:pt x="835" y="271"/>
                    </a:lnTo>
                    <a:lnTo>
                      <a:pt x="834" y="275"/>
                    </a:lnTo>
                    <a:lnTo>
                      <a:pt x="833" y="279"/>
                    </a:lnTo>
                    <a:lnTo>
                      <a:pt x="832" y="283"/>
                    </a:lnTo>
                    <a:lnTo>
                      <a:pt x="831" y="287"/>
                    </a:lnTo>
                    <a:lnTo>
                      <a:pt x="829" y="292"/>
                    </a:lnTo>
                    <a:lnTo>
                      <a:pt x="826" y="295"/>
                    </a:lnTo>
                    <a:lnTo>
                      <a:pt x="820" y="295"/>
                    </a:lnTo>
                    <a:lnTo>
                      <a:pt x="814" y="292"/>
                    </a:lnTo>
                    <a:lnTo>
                      <a:pt x="809" y="289"/>
                    </a:lnTo>
                    <a:lnTo>
                      <a:pt x="806" y="289"/>
                    </a:lnTo>
                    <a:lnTo>
                      <a:pt x="803" y="292"/>
                    </a:lnTo>
                    <a:lnTo>
                      <a:pt x="800" y="295"/>
                    </a:lnTo>
                    <a:lnTo>
                      <a:pt x="796" y="297"/>
                    </a:lnTo>
                    <a:lnTo>
                      <a:pt x="793" y="296"/>
                    </a:lnTo>
                    <a:lnTo>
                      <a:pt x="789" y="294"/>
                    </a:lnTo>
                    <a:lnTo>
                      <a:pt x="785" y="293"/>
                    </a:lnTo>
                    <a:lnTo>
                      <a:pt x="781" y="294"/>
                    </a:lnTo>
                    <a:lnTo>
                      <a:pt x="776" y="294"/>
                    </a:lnTo>
                    <a:lnTo>
                      <a:pt x="772" y="292"/>
                    </a:lnTo>
                    <a:lnTo>
                      <a:pt x="769" y="289"/>
                    </a:lnTo>
                    <a:lnTo>
                      <a:pt x="766" y="286"/>
                    </a:lnTo>
                    <a:lnTo>
                      <a:pt x="762" y="283"/>
                    </a:lnTo>
                    <a:lnTo>
                      <a:pt x="758" y="280"/>
                    </a:lnTo>
                    <a:lnTo>
                      <a:pt x="757" y="276"/>
                    </a:lnTo>
                    <a:lnTo>
                      <a:pt x="759" y="271"/>
                    </a:lnTo>
                    <a:lnTo>
                      <a:pt x="761" y="267"/>
                    </a:lnTo>
                    <a:lnTo>
                      <a:pt x="760" y="263"/>
                    </a:lnTo>
                    <a:lnTo>
                      <a:pt x="754" y="261"/>
                    </a:lnTo>
                    <a:lnTo>
                      <a:pt x="747" y="258"/>
                    </a:lnTo>
                    <a:lnTo>
                      <a:pt x="741" y="254"/>
                    </a:lnTo>
                    <a:lnTo>
                      <a:pt x="739" y="250"/>
                    </a:lnTo>
                    <a:lnTo>
                      <a:pt x="741" y="246"/>
                    </a:lnTo>
                    <a:lnTo>
                      <a:pt x="744" y="243"/>
                    </a:lnTo>
                    <a:lnTo>
                      <a:pt x="746" y="239"/>
                    </a:lnTo>
                    <a:lnTo>
                      <a:pt x="748" y="236"/>
                    </a:lnTo>
                    <a:lnTo>
                      <a:pt x="751" y="233"/>
                    </a:lnTo>
                    <a:lnTo>
                      <a:pt x="755" y="231"/>
                    </a:lnTo>
                    <a:lnTo>
                      <a:pt x="759" y="229"/>
                    </a:lnTo>
                    <a:lnTo>
                      <a:pt x="762" y="227"/>
                    </a:lnTo>
                    <a:lnTo>
                      <a:pt x="764" y="223"/>
                    </a:lnTo>
                    <a:lnTo>
                      <a:pt x="767" y="219"/>
                    </a:lnTo>
                    <a:lnTo>
                      <a:pt x="771" y="218"/>
                    </a:lnTo>
                    <a:lnTo>
                      <a:pt x="777" y="218"/>
                    </a:lnTo>
                    <a:lnTo>
                      <a:pt x="782" y="218"/>
                    </a:lnTo>
                    <a:lnTo>
                      <a:pt x="786" y="215"/>
                    </a:lnTo>
                    <a:lnTo>
                      <a:pt x="790" y="210"/>
                    </a:lnTo>
                    <a:lnTo>
                      <a:pt x="795" y="206"/>
                    </a:lnTo>
                    <a:lnTo>
                      <a:pt x="801" y="206"/>
                    </a:lnTo>
                    <a:lnTo>
                      <a:pt x="807" y="209"/>
                    </a:lnTo>
                    <a:lnTo>
                      <a:pt x="811" y="214"/>
                    </a:lnTo>
                    <a:lnTo>
                      <a:pt x="814" y="218"/>
                    </a:lnTo>
                    <a:lnTo>
                      <a:pt x="818" y="220"/>
                    </a:lnTo>
                    <a:lnTo>
                      <a:pt x="822" y="221"/>
                    </a:lnTo>
                    <a:lnTo>
                      <a:pt x="825" y="223"/>
                    </a:lnTo>
                    <a:lnTo>
                      <a:pt x="829" y="225"/>
                    </a:lnTo>
                    <a:lnTo>
                      <a:pt x="833" y="226"/>
                    </a:lnTo>
                    <a:lnTo>
                      <a:pt x="839" y="226"/>
                    </a:lnTo>
                    <a:lnTo>
                      <a:pt x="845" y="227"/>
                    </a:lnTo>
                    <a:lnTo>
                      <a:pt x="848" y="230"/>
                    </a:lnTo>
                    <a:lnTo>
                      <a:pt x="848" y="235"/>
                    </a:lnTo>
                    <a:lnTo>
                      <a:pt x="845" y="240"/>
                    </a:lnTo>
                    <a:lnTo>
                      <a:pt x="844" y="244"/>
                    </a:lnTo>
                    <a:lnTo>
                      <a:pt x="846" y="247"/>
                    </a:lnTo>
                    <a:lnTo>
                      <a:pt x="848" y="251"/>
                    </a:lnTo>
                    <a:close/>
                  </a:path>
                </a:pathLst>
              </a:custGeom>
              <a:solidFill>
                <a:srgbClr val="86D1BC">
                  <a:alpha val="32000"/>
                </a:srgbClr>
              </a:solidFill>
              <a:ln>
                <a:noFill/>
              </a:ln>
            </p:spPr>
            <p:txBody>
              <a:bodyPr anchor="ctr"/>
              <a:lstStyle/>
              <a:p>
                <a:pPr algn="ctr">
                  <a:buNone/>
                </a:pPr>
              </a:p>
            </p:txBody>
          </p:sp>
          <p:sp>
            <p:nvSpPr>
              <p:cNvPr id="780" name="addition:spatial:162"/>
              <p:cNvSpPr>
                <a:spLocks noGrp="1"/>
              </p:cNvSpPr>
              <p:nvPr/>
            </p:nvSpPr>
            <p:spPr>
              <a:xfrm>
                <a:off x="5648325" y="1666875"/>
                <a:ext cx="1187988" cy="526100"/>
              </a:xfrm>
              <a:custGeom>
                <a:avLst/>
                <a:gdLst/>
                <a:ahLst/>
                <a:cxnLst/>
                <a:rect l="l" t="t" r="r" b="b"/>
                <a:pathLst>
                  <a:path w="896" h="311">
                    <a:moveTo>
                      <a:pt x="0" y="0"/>
                    </a:moveTo>
                    <a:moveTo>
                      <a:pt x="890" y="264"/>
                    </a:moveTo>
                    <a:lnTo>
                      <a:pt x="890" y="268"/>
                    </a:lnTo>
                    <a:lnTo>
                      <a:pt x="890" y="271"/>
                    </a:lnTo>
                    <a:lnTo>
                      <a:pt x="890" y="275"/>
                    </a:lnTo>
                    <a:lnTo>
                      <a:pt x="891" y="279"/>
                    </a:lnTo>
                    <a:lnTo>
                      <a:pt x="894" y="285"/>
                    </a:lnTo>
                    <a:lnTo>
                      <a:pt x="896" y="291"/>
                    </a:lnTo>
                    <a:lnTo>
                      <a:pt x="896" y="296"/>
                    </a:lnTo>
                    <a:lnTo>
                      <a:pt x="891" y="298"/>
                    </a:lnTo>
                    <a:lnTo>
                      <a:pt x="884" y="297"/>
                    </a:lnTo>
                    <a:lnTo>
                      <a:pt x="878" y="296"/>
                    </a:lnTo>
                    <a:lnTo>
                      <a:pt x="874" y="297"/>
                    </a:lnTo>
                    <a:lnTo>
                      <a:pt x="872" y="300"/>
                    </a:lnTo>
                    <a:lnTo>
                      <a:pt x="870" y="304"/>
                    </a:lnTo>
                    <a:lnTo>
                      <a:pt x="867" y="306"/>
                    </a:lnTo>
                    <a:lnTo>
                      <a:pt x="863" y="307"/>
                    </a:lnTo>
                    <a:lnTo>
                      <a:pt x="858" y="307"/>
                    </a:lnTo>
                    <a:lnTo>
                      <a:pt x="854" y="308"/>
                    </a:lnTo>
                    <a:lnTo>
                      <a:pt x="850" y="310"/>
                    </a:lnTo>
                    <a:lnTo>
                      <a:pt x="845" y="311"/>
                    </a:lnTo>
                    <a:lnTo>
                      <a:pt x="840" y="310"/>
                    </a:lnTo>
                    <a:lnTo>
                      <a:pt x="835" y="308"/>
                    </a:lnTo>
                    <a:lnTo>
                      <a:pt x="830" y="307"/>
                    </a:lnTo>
                    <a:lnTo>
                      <a:pt x="824" y="307"/>
                    </a:lnTo>
                    <a:lnTo>
                      <a:pt x="818" y="306"/>
                    </a:lnTo>
                    <a:lnTo>
                      <a:pt x="815" y="302"/>
                    </a:lnTo>
                    <a:lnTo>
                      <a:pt x="814" y="295"/>
                    </a:lnTo>
                    <a:lnTo>
                      <a:pt x="815" y="289"/>
                    </a:lnTo>
                    <a:lnTo>
                      <a:pt x="814" y="285"/>
                    </a:lnTo>
                    <a:lnTo>
                      <a:pt x="809" y="284"/>
                    </a:lnTo>
                    <a:lnTo>
                      <a:pt x="801" y="283"/>
                    </a:lnTo>
                    <a:lnTo>
                      <a:pt x="795" y="281"/>
                    </a:lnTo>
                    <a:lnTo>
                      <a:pt x="791" y="277"/>
                    </a:lnTo>
                    <a:lnTo>
                      <a:pt x="790" y="273"/>
                    </a:lnTo>
                    <a:lnTo>
                      <a:pt x="789" y="268"/>
                    </a:lnTo>
                    <a:lnTo>
                      <a:pt x="789" y="264"/>
                    </a:lnTo>
                    <a:lnTo>
                      <a:pt x="790" y="260"/>
                    </a:lnTo>
                    <a:lnTo>
                      <a:pt x="793" y="256"/>
                    </a:lnTo>
                    <a:lnTo>
                      <a:pt x="798" y="252"/>
                    </a:lnTo>
                    <a:lnTo>
                      <a:pt x="801" y="249"/>
                    </a:lnTo>
                    <a:lnTo>
                      <a:pt x="803" y="246"/>
                    </a:lnTo>
                    <a:lnTo>
                      <a:pt x="803" y="241"/>
                    </a:lnTo>
                    <a:lnTo>
                      <a:pt x="805" y="237"/>
                    </a:lnTo>
                    <a:lnTo>
                      <a:pt x="810" y="235"/>
                    </a:lnTo>
                    <a:lnTo>
                      <a:pt x="816" y="234"/>
                    </a:lnTo>
                    <a:lnTo>
                      <a:pt x="821" y="233"/>
                    </a:lnTo>
                    <a:lnTo>
                      <a:pt x="824" y="229"/>
                    </a:lnTo>
                    <a:lnTo>
                      <a:pt x="825" y="223"/>
                    </a:lnTo>
                    <a:lnTo>
                      <a:pt x="828" y="217"/>
                    </a:lnTo>
                    <a:lnTo>
                      <a:pt x="833" y="214"/>
                    </a:lnTo>
                    <a:lnTo>
                      <a:pt x="839" y="215"/>
                    </a:lnTo>
                    <a:lnTo>
                      <a:pt x="845" y="217"/>
                    </a:lnTo>
                    <a:lnTo>
                      <a:pt x="850" y="219"/>
                    </a:lnTo>
                    <a:lnTo>
                      <a:pt x="854" y="220"/>
                    </a:lnTo>
                    <a:lnTo>
                      <a:pt x="858" y="222"/>
                    </a:lnTo>
                    <a:lnTo>
                      <a:pt x="861" y="225"/>
                    </a:lnTo>
                    <a:lnTo>
                      <a:pt x="864" y="228"/>
                    </a:lnTo>
                    <a:lnTo>
                      <a:pt x="868" y="227"/>
                    </a:lnTo>
                    <a:lnTo>
                      <a:pt x="874" y="225"/>
                    </a:lnTo>
                    <a:lnTo>
                      <a:pt x="880" y="223"/>
                    </a:lnTo>
                    <a:lnTo>
                      <a:pt x="884" y="224"/>
                    </a:lnTo>
                    <a:lnTo>
                      <a:pt x="886" y="229"/>
                    </a:lnTo>
                    <a:lnTo>
                      <a:pt x="886" y="234"/>
                    </a:lnTo>
                    <a:lnTo>
                      <a:pt x="887" y="238"/>
                    </a:lnTo>
                    <a:lnTo>
                      <a:pt x="890" y="241"/>
                    </a:lnTo>
                    <a:lnTo>
                      <a:pt x="894" y="243"/>
                    </a:lnTo>
                    <a:lnTo>
                      <a:pt x="896" y="247"/>
                    </a:lnTo>
                    <a:lnTo>
                      <a:pt x="895" y="252"/>
                    </a:lnTo>
                    <a:lnTo>
                      <a:pt x="892" y="256"/>
                    </a:lnTo>
                    <a:lnTo>
                      <a:pt x="890" y="260"/>
                    </a:lnTo>
                    <a:close/>
                  </a:path>
                </a:pathLst>
              </a:custGeom>
              <a:solidFill>
                <a:srgbClr val="86D1BC">
                  <a:alpha val="32000"/>
                </a:srgbClr>
              </a:solidFill>
              <a:ln>
                <a:noFill/>
              </a:ln>
            </p:spPr>
            <p:txBody>
              <a:bodyPr anchor="ctr"/>
              <a:lstStyle/>
              <a:p>
                <a:pPr algn="ctr">
                  <a:buNone/>
                </a:pPr>
              </a:p>
            </p:txBody>
          </p:sp>
          <p:sp>
            <p:nvSpPr>
              <p:cNvPr id="781" name="addition:spatial:163"/>
              <p:cNvSpPr>
                <a:spLocks noGrp="1"/>
              </p:cNvSpPr>
              <p:nvPr/>
            </p:nvSpPr>
            <p:spPr>
              <a:xfrm>
                <a:off x="5648325" y="1666875"/>
                <a:ext cx="1259586" cy="595457"/>
              </a:xfrm>
              <a:custGeom>
                <a:avLst/>
                <a:gdLst/>
                <a:ahLst/>
                <a:cxnLst/>
                <a:rect l="l" t="t" r="r" b="b"/>
                <a:pathLst>
                  <a:path w="950" h="352">
                    <a:moveTo>
                      <a:pt x="0" y="0"/>
                    </a:moveTo>
                    <a:moveTo>
                      <a:pt x="949" y="302"/>
                    </a:moveTo>
                    <a:lnTo>
                      <a:pt x="946" y="307"/>
                    </a:lnTo>
                    <a:lnTo>
                      <a:pt x="943" y="311"/>
                    </a:lnTo>
                    <a:lnTo>
                      <a:pt x="941" y="315"/>
                    </a:lnTo>
                    <a:lnTo>
                      <a:pt x="939" y="319"/>
                    </a:lnTo>
                    <a:lnTo>
                      <a:pt x="935" y="323"/>
                    </a:lnTo>
                    <a:lnTo>
                      <a:pt x="929" y="325"/>
                    </a:lnTo>
                    <a:lnTo>
                      <a:pt x="923" y="326"/>
                    </a:lnTo>
                    <a:lnTo>
                      <a:pt x="920" y="330"/>
                    </a:lnTo>
                    <a:lnTo>
                      <a:pt x="921" y="336"/>
                    </a:lnTo>
                    <a:lnTo>
                      <a:pt x="921" y="344"/>
                    </a:lnTo>
                    <a:lnTo>
                      <a:pt x="919" y="350"/>
                    </a:lnTo>
                    <a:lnTo>
                      <a:pt x="913" y="352"/>
                    </a:lnTo>
                    <a:lnTo>
                      <a:pt x="906" y="351"/>
                    </a:lnTo>
                    <a:lnTo>
                      <a:pt x="900" y="349"/>
                    </a:lnTo>
                    <a:lnTo>
                      <a:pt x="895" y="349"/>
                    </a:lnTo>
                    <a:lnTo>
                      <a:pt x="890" y="349"/>
                    </a:lnTo>
                    <a:lnTo>
                      <a:pt x="886" y="348"/>
                    </a:lnTo>
                    <a:lnTo>
                      <a:pt x="882" y="347"/>
                    </a:lnTo>
                    <a:lnTo>
                      <a:pt x="878" y="346"/>
                    </a:lnTo>
                    <a:lnTo>
                      <a:pt x="874" y="346"/>
                    </a:lnTo>
                    <a:lnTo>
                      <a:pt x="869" y="348"/>
                    </a:lnTo>
                    <a:lnTo>
                      <a:pt x="864" y="349"/>
                    </a:lnTo>
                    <a:lnTo>
                      <a:pt x="861" y="347"/>
                    </a:lnTo>
                    <a:lnTo>
                      <a:pt x="859" y="342"/>
                    </a:lnTo>
                    <a:lnTo>
                      <a:pt x="856" y="339"/>
                    </a:lnTo>
                    <a:lnTo>
                      <a:pt x="852" y="338"/>
                    </a:lnTo>
                    <a:lnTo>
                      <a:pt x="845" y="337"/>
                    </a:lnTo>
                    <a:lnTo>
                      <a:pt x="840" y="335"/>
                    </a:lnTo>
                    <a:lnTo>
                      <a:pt x="838" y="330"/>
                    </a:lnTo>
                    <a:lnTo>
                      <a:pt x="840" y="324"/>
                    </a:lnTo>
                    <a:lnTo>
                      <a:pt x="844" y="318"/>
                    </a:lnTo>
                    <a:lnTo>
                      <a:pt x="845" y="313"/>
                    </a:lnTo>
                    <a:lnTo>
                      <a:pt x="844" y="310"/>
                    </a:lnTo>
                    <a:lnTo>
                      <a:pt x="841" y="306"/>
                    </a:lnTo>
                    <a:lnTo>
                      <a:pt x="839" y="302"/>
                    </a:lnTo>
                    <a:lnTo>
                      <a:pt x="837" y="298"/>
                    </a:lnTo>
                    <a:lnTo>
                      <a:pt x="834" y="293"/>
                    </a:lnTo>
                    <a:lnTo>
                      <a:pt x="831" y="288"/>
                    </a:lnTo>
                    <a:lnTo>
                      <a:pt x="828" y="282"/>
                    </a:lnTo>
                    <a:lnTo>
                      <a:pt x="830" y="278"/>
                    </a:lnTo>
                    <a:lnTo>
                      <a:pt x="835" y="275"/>
                    </a:lnTo>
                    <a:lnTo>
                      <a:pt x="842" y="274"/>
                    </a:lnTo>
                    <a:lnTo>
                      <a:pt x="846" y="272"/>
                    </a:lnTo>
                    <a:lnTo>
                      <a:pt x="848" y="269"/>
                    </a:lnTo>
                    <a:lnTo>
                      <a:pt x="849" y="264"/>
                    </a:lnTo>
                    <a:lnTo>
                      <a:pt x="852" y="260"/>
                    </a:lnTo>
                    <a:lnTo>
                      <a:pt x="857" y="260"/>
                    </a:lnTo>
                    <a:lnTo>
                      <a:pt x="863" y="261"/>
                    </a:lnTo>
                    <a:lnTo>
                      <a:pt x="868" y="261"/>
                    </a:lnTo>
                    <a:lnTo>
                      <a:pt x="872" y="259"/>
                    </a:lnTo>
                    <a:lnTo>
                      <a:pt x="876" y="255"/>
                    </a:lnTo>
                    <a:lnTo>
                      <a:pt x="881" y="251"/>
                    </a:lnTo>
                    <a:lnTo>
                      <a:pt x="887" y="250"/>
                    </a:lnTo>
                    <a:lnTo>
                      <a:pt x="893" y="250"/>
                    </a:lnTo>
                    <a:lnTo>
                      <a:pt x="899" y="250"/>
                    </a:lnTo>
                    <a:lnTo>
                      <a:pt x="905" y="250"/>
                    </a:lnTo>
                    <a:lnTo>
                      <a:pt x="911" y="252"/>
                    </a:lnTo>
                    <a:lnTo>
                      <a:pt x="914" y="258"/>
                    </a:lnTo>
                    <a:lnTo>
                      <a:pt x="916" y="266"/>
                    </a:lnTo>
                    <a:lnTo>
                      <a:pt x="917" y="271"/>
                    </a:lnTo>
                    <a:lnTo>
                      <a:pt x="921" y="273"/>
                    </a:lnTo>
                    <a:lnTo>
                      <a:pt x="929" y="273"/>
                    </a:lnTo>
                    <a:lnTo>
                      <a:pt x="936" y="273"/>
                    </a:lnTo>
                    <a:lnTo>
                      <a:pt x="942" y="275"/>
                    </a:lnTo>
                    <a:lnTo>
                      <a:pt x="944" y="280"/>
                    </a:lnTo>
                    <a:lnTo>
                      <a:pt x="944" y="285"/>
                    </a:lnTo>
                    <a:lnTo>
                      <a:pt x="945" y="289"/>
                    </a:lnTo>
                    <a:lnTo>
                      <a:pt x="948" y="293"/>
                    </a:lnTo>
                    <a:lnTo>
                      <a:pt x="950" y="297"/>
                    </a:lnTo>
                    <a:close/>
                  </a:path>
                </a:pathLst>
              </a:custGeom>
              <a:solidFill>
                <a:srgbClr val="86D1BC">
                  <a:alpha val="32000"/>
                </a:srgbClr>
              </a:solidFill>
              <a:ln>
                <a:noFill/>
              </a:ln>
            </p:spPr>
            <p:txBody>
              <a:bodyPr anchor="ctr"/>
              <a:lstStyle/>
              <a:p>
                <a:pPr algn="ctr">
                  <a:buNone/>
                </a:pPr>
              </a:p>
            </p:txBody>
          </p:sp>
          <p:sp>
            <p:nvSpPr>
              <p:cNvPr id="782" name="addition:spatial:164"/>
              <p:cNvSpPr>
                <a:spLocks noGrp="1"/>
              </p:cNvSpPr>
              <p:nvPr/>
            </p:nvSpPr>
            <p:spPr>
              <a:xfrm>
                <a:off x="5648325" y="1666875"/>
                <a:ext cx="1227765" cy="669889"/>
              </a:xfrm>
              <a:custGeom>
                <a:avLst/>
                <a:gdLst/>
                <a:ahLst/>
                <a:cxnLst/>
                <a:rect l="l" t="t" r="r" b="b"/>
                <a:pathLst>
                  <a:path w="926" h="396">
                    <a:moveTo>
                      <a:pt x="0" y="0"/>
                    </a:moveTo>
                    <a:moveTo>
                      <a:pt x="926" y="344"/>
                    </a:moveTo>
                    <a:lnTo>
                      <a:pt x="925" y="348"/>
                    </a:lnTo>
                    <a:lnTo>
                      <a:pt x="925" y="353"/>
                    </a:lnTo>
                    <a:lnTo>
                      <a:pt x="925" y="358"/>
                    </a:lnTo>
                    <a:lnTo>
                      <a:pt x="924" y="363"/>
                    </a:lnTo>
                    <a:lnTo>
                      <a:pt x="919" y="367"/>
                    </a:lnTo>
                    <a:lnTo>
                      <a:pt x="910" y="369"/>
                    </a:lnTo>
                    <a:lnTo>
                      <a:pt x="900" y="369"/>
                    </a:lnTo>
                    <a:lnTo>
                      <a:pt x="893" y="370"/>
                    </a:lnTo>
                    <a:lnTo>
                      <a:pt x="891" y="374"/>
                    </a:lnTo>
                    <a:lnTo>
                      <a:pt x="891" y="381"/>
                    </a:lnTo>
                    <a:lnTo>
                      <a:pt x="890" y="388"/>
                    </a:lnTo>
                    <a:lnTo>
                      <a:pt x="885" y="393"/>
                    </a:lnTo>
                    <a:lnTo>
                      <a:pt x="877" y="394"/>
                    </a:lnTo>
                    <a:lnTo>
                      <a:pt x="870" y="395"/>
                    </a:lnTo>
                    <a:lnTo>
                      <a:pt x="863" y="396"/>
                    </a:lnTo>
                    <a:lnTo>
                      <a:pt x="856" y="396"/>
                    </a:lnTo>
                    <a:lnTo>
                      <a:pt x="849" y="395"/>
                    </a:lnTo>
                    <a:lnTo>
                      <a:pt x="843" y="392"/>
                    </a:lnTo>
                    <a:lnTo>
                      <a:pt x="837" y="390"/>
                    </a:lnTo>
                    <a:lnTo>
                      <a:pt x="832" y="389"/>
                    </a:lnTo>
                    <a:lnTo>
                      <a:pt x="826" y="390"/>
                    </a:lnTo>
                    <a:lnTo>
                      <a:pt x="820" y="390"/>
                    </a:lnTo>
                    <a:lnTo>
                      <a:pt x="815" y="388"/>
                    </a:lnTo>
                    <a:lnTo>
                      <a:pt x="813" y="383"/>
                    </a:lnTo>
                    <a:lnTo>
                      <a:pt x="811" y="379"/>
                    </a:lnTo>
                    <a:lnTo>
                      <a:pt x="806" y="377"/>
                    </a:lnTo>
                    <a:lnTo>
                      <a:pt x="798" y="377"/>
                    </a:lnTo>
                    <a:lnTo>
                      <a:pt x="790" y="377"/>
                    </a:lnTo>
                    <a:lnTo>
                      <a:pt x="784" y="374"/>
                    </a:lnTo>
                    <a:lnTo>
                      <a:pt x="784" y="368"/>
                    </a:lnTo>
                    <a:lnTo>
                      <a:pt x="787" y="362"/>
                    </a:lnTo>
                    <a:lnTo>
                      <a:pt x="791" y="357"/>
                    </a:lnTo>
                    <a:lnTo>
                      <a:pt x="793" y="352"/>
                    </a:lnTo>
                    <a:lnTo>
                      <a:pt x="794" y="348"/>
                    </a:lnTo>
                    <a:lnTo>
                      <a:pt x="796" y="344"/>
                    </a:lnTo>
                    <a:lnTo>
                      <a:pt x="799" y="340"/>
                    </a:lnTo>
                    <a:lnTo>
                      <a:pt x="798" y="336"/>
                    </a:lnTo>
                    <a:lnTo>
                      <a:pt x="794" y="331"/>
                    </a:lnTo>
                    <a:lnTo>
                      <a:pt x="789" y="325"/>
                    </a:lnTo>
                    <a:lnTo>
                      <a:pt x="788" y="319"/>
                    </a:lnTo>
                    <a:lnTo>
                      <a:pt x="792" y="316"/>
                    </a:lnTo>
                    <a:lnTo>
                      <a:pt x="799" y="314"/>
                    </a:lnTo>
                    <a:lnTo>
                      <a:pt x="804" y="312"/>
                    </a:lnTo>
                    <a:lnTo>
                      <a:pt x="807" y="308"/>
                    </a:lnTo>
                    <a:lnTo>
                      <a:pt x="808" y="303"/>
                    </a:lnTo>
                    <a:lnTo>
                      <a:pt x="811" y="298"/>
                    </a:lnTo>
                    <a:lnTo>
                      <a:pt x="816" y="297"/>
                    </a:lnTo>
                    <a:lnTo>
                      <a:pt x="823" y="299"/>
                    </a:lnTo>
                    <a:lnTo>
                      <a:pt x="829" y="301"/>
                    </a:lnTo>
                    <a:lnTo>
                      <a:pt x="834" y="301"/>
                    </a:lnTo>
                    <a:lnTo>
                      <a:pt x="838" y="299"/>
                    </a:lnTo>
                    <a:lnTo>
                      <a:pt x="843" y="297"/>
                    </a:lnTo>
                    <a:lnTo>
                      <a:pt x="848" y="296"/>
                    </a:lnTo>
                    <a:lnTo>
                      <a:pt x="854" y="295"/>
                    </a:lnTo>
                    <a:lnTo>
                      <a:pt x="861" y="293"/>
                    </a:lnTo>
                    <a:lnTo>
                      <a:pt x="869" y="290"/>
                    </a:lnTo>
                    <a:lnTo>
                      <a:pt x="877" y="289"/>
                    </a:lnTo>
                    <a:lnTo>
                      <a:pt x="883" y="293"/>
                    </a:lnTo>
                    <a:lnTo>
                      <a:pt x="885" y="301"/>
                    </a:lnTo>
                    <a:lnTo>
                      <a:pt x="886" y="308"/>
                    </a:lnTo>
                    <a:lnTo>
                      <a:pt x="889" y="313"/>
                    </a:lnTo>
                    <a:lnTo>
                      <a:pt x="895" y="314"/>
                    </a:lnTo>
                    <a:lnTo>
                      <a:pt x="903" y="315"/>
                    </a:lnTo>
                    <a:lnTo>
                      <a:pt x="909" y="318"/>
                    </a:lnTo>
                    <a:lnTo>
                      <a:pt x="912" y="322"/>
                    </a:lnTo>
                    <a:lnTo>
                      <a:pt x="913" y="327"/>
                    </a:lnTo>
                    <a:lnTo>
                      <a:pt x="916" y="331"/>
                    </a:lnTo>
                    <a:lnTo>
                      <a:pt x="921" y="335"/>
                    </a:lnTo>
                    <a:lnTo>
                      <a:pt x="925" y="339"/>
                    </a:lnTo>
                    <a:close/>
                  </a:path>
                </a:pathLst>
              </a:custGeom>
              <a:solidFill>
                <a:srgbClr val="86D1BC">
                  <a:alpha val="32000"/>
                </a:srgbClr>
              </a:solidFill>
              <a:ln>
                <a:noFill/>
              </a:ln>
            </p:spPr>
            <p:txBody>
              <a:bodyPr anchor="ctr"/>
              <a:lstStyle/>
              <a:p>
                <a:pPr algn="ctr">
                  <a:buNone/>
                </a:pPr>
              </a:p>
            </p:txBody>
          </p:sp>
          <p:sp>
            <p:nvSpPr>
              <p:cNvPr id="783" name="addition:spatial:165"/>
              <p:cNvSpPr>
                <a:spLocks noGrp="1"/>
              </p:cNvSpPr>
              <p:nvPr/>
            </p:nvSpPr>
            <p:spPr>
              <a:xfrm>
                <a:off x="5648325" y="1666875"/>
                <a:ext cx="1130976" cy="674964"/>
              </a:xfrm>
              <a:custGeom>
                <a:avLst/>
                <a:gdLst/>
                <a:ahLst/>
                <a:cxnLst/>
                <a:rect l="l" t="t" r="r" b="b"/>
                <a:pathLst>
                  <a:path w="853" h="399">
                    <a:moveTo>
                      <a:pt x="0" y="0"/>
                    </a:moveTo>
                    <a:moveTo>
                      <a:pt x="852" y="349"/>
                    </a:moveTo>
                    <a:lnTo>
                      <a:pt x="848" y="353"/>
                    </a:lnTo>
                    <a:lnTo>
                      <a:pt x="845" y="357"/>
                    </a:lnTo>
                    <a:lnTo>
                      <a:pt x="844" y="361"/>
                    </a:lnTo>
                    <a:lnTo>
                      <a:pt x="842" y="366"/>
                    </a:lnTo>
                    <a:lnTo>
                      <a:pt x="839" y="370"/>
                    </a:lnTo>
                    <a:lnTo>
                      <a:pt x="833" y="372"/>
                    </a:lnTo>
                    <a:lnTo>
                      <a:pt x="826" y="373"/>
                    </a:lnTo>
                    <a:lnTo>
                      <a:pt x="822" y="376"/>
                    </a:lnTo>
                    <a:lnTo>
                      <a:pt x="821" y="381"/>
                    </a:lnTo>
                    <a:lnTo>
                      <a:pt x="821" y="389"/>
                    </a:lnTo>
                    <a:lnTo>
                      <a:pt x="820" y="396"/>
                    </a:lnTo>
                    <a:lnTo>
                      <a:pt x="815" y="399"/>
                    </a:lnTo>
                    <a:lnTo>
                      <a:pt x="808" y="399"/>
                    </a:lnTo>
                    <a:lnTo>
                      <a:pt x="801" y="397"/>
                    </a:lnTo>
                    <a:lnTo>
                      <a:pt x="795" y="396"/>
                    </a:lnTo>
                    <a:lnTo>
                      <a:pt x="790" y="396"/>
                    </a:lnTo>
                    <a:lnTo>
                      <a:pt x="786" y="395"/>
                    </a:lnTo>
                    <a:lnTo>
                      <a:pt x="781" y="393"/>
                    </a:lnTo>
                    <a:lnTo>
                      <a:pt x="777" y="391"/>
                    </a:lnTo>
                    <a:lnTo>
                      <a:pt x="773" y="392"/>
                    </a:lnTo>
                    <a:lnTo>
                      <a:pt x="768" y="394"/>
                    </a:lnTo>
                    <a:lnTo>
                      <a:pt x="763" y="396"/>
                    </a:lnTo>
                    <a:lnTo>
                      <a:pt x="758" y="394"/>
                    </a:lnTo>
                    <a:lnTo>
                      <a:pt x="756" y="390"/>
                    </a:lnTo>
                    <a:lnTo>
                      <a:pt x="754" y="386"/>
                    </a:lnTo>
                    <a:lnTo>
                      <a:pt x="750" y="383"/>
                    </a:lnTo>
                    <a:lnTo>
                      <a:pt x="745" y="382"/>
                    </a:lnTo>
                    <a:lnTo>
                      <a:pt x="738" y="381"/>
                    </a:lnTo>
                    <a:lnTo>
                      <a:pt x="735" y="377"/>
                    </a:lnTo>
                    <a:lnTo>
                      <a:pt x="736" y="371"/>
                    </a:lnTo>
                    <a:lnTo>
                      <a:pt x="739" y="365"/>
                    </a:lnTo>
                    <a:lnTo>
                      <a:pt x="742" y="360"/>
                    </a:lnTo>
                    <a:lnTo>
                      <a:pt x="741" y="356"/>
                    </a:lnTo>
                    <a:lnTo>
                      <a:pt x="739" y="352"/>
                    </a:lnTo>
                    <a:lnTo>
                      <a:pt x="738" y="349"/>
                    </a:lnTo>
                    <a:lnTo>
                      <a:pt x="736" y="344"/>
                    </a:lnTo>
                    <a:lnTo>
                      <a:pt x="734" y="340"/>
                    </a:lnTo>
                    <a:lnTo>
                      <a:pt x="729" y="335"/>
                    </a:lnTo>
                    <a:lnTo>
                      <a:pt x="726" y="329"/>
                    </a:lnTo>
                    <a:lnTo>
                      <a:pt x="726" y="324"/>
                    </a:lnTo>
                    <a:lnTo>
                      <a:pt x="731" y="321"/>
                    </a:lnTo>
                    <a:lnTo>
                      <a:pt x="738" y="320"/>
                    </a:lnTo>
                    <a:lnTo>
                      <a:pt x="744" y="319"/>
                    </a:lnTo>
                    <a:lnTo>
                      <a:pt x="747" y="316"/>
                    </a:lnTo>
                    <a:lnTo>
                      <a:pt x="748" y="311"/>
                    </a:lnTo>
                    <a:lnTo>
                      <a:pt x="751" y="307"/>
                    </a:lnTo>
                    <a:lnTo>
                      <a:pt x="755" y="305"/>
                    </a:lnTo>
                    <a:lnTo>
                      <a:pt x="761" y="306"/>
                    </a:lnTo>
                    <a:lnTo>
                      <a:pt x="766" y="306"/>
                    </a:lnTo>
                    <a:lnTo>
                      <a:pt x="771" y="305"/>
                    </a:lnTo>
                    <a:lnTo>
                      <a:pt x="775" y="301"/>
                    </a:lnTo>
                    <a:lnTo>
                      <a:pt x="780" y="299"/>
                    </a:lnTo>
                    <a:lnTo>
                      <a:pt x="786" y="297"/>
                    </a:lnTo>
                    <a:lnTo>
                      <a:pt x="792" y="297"/>
                    </a:lnTo>
                    <a:lnTo>
                      <a:pt x="799" y="297"/>
                    </a:lnTo>
                    <a:lnTo>
                      <a:pt x="806" y="297"/>
                    </a:lnTo>
                    <a:lnTo>
                      <a:pt x="812" y="298"/>
                    </a:lnTo>
                    <a:lnTo>
                      <a:pt x="817" y="303"/>
                    </a:lnTo>
                    <a:lnTo>
                      <a:pt x="818" y="310"/>
                    </a:lnTo>
                    <a:lnTo>
                      <a:pt x="819" y="317"/>
                    </a:lnTo>
                    <a:lnTo>
                      <a:pt x="822" y="320"/>
                    </a:lnTo>
                    <a:lnTo>
                      <a:pt x="829" y="320"/>
                    </a:lnTo>
                    <a:lnTo>
                      <a:pt x="837" y="320"/>
                    </a:lnTo>
                    <a:lnTo>
                      <a:pt x="844" y="322"/>
                    </a:lnTo>
                    <a:lnTo>
                      <a:pt x="847" y="326"/>
                    </a:lnTo>
                    <a:lnTo>
                      <a:pt x="848" y="331"/>
                    </a:lnTo>
                    <a:lnTo>
                      <a:pt x="849" y="335"/>
                    </a:lnTo>
                    <a:lnTo>
                      <a:pt x="851" y="339"/>
                    </a:lnTo>
                    <a:lnTo>
                      <a:pt x="853" y="344"/>
                    </a:lnTo>
                    <a:close/>
                  </a:path>
                </a:pathLst>
              </a:custGeom>
              <a:solidFill>
                <a:srgbClr val="86D1BC">
                  <a:alpha val="32000"/>
                </a:srgbClr>
              </a:solidFill>
              <a:ln>
                <a:noFill/>
              </a:ln>
            </p:spPr>
            <p:txBody>
              <a:bodyPr anchor="ctr"/>
              <a:lstStyle/>
              <a:p>
                <a:pPr algn="ctr">
                  <a:buNone/>
                </a:pPr>
              </a:p>
            </p:txBody>
          </p:sp>
          <p:sp>
            <p:nvSpPr>
              <p:cNvPr id="784" name="addition:spatial:166"/>
              <p:cNvSpPr>
                <a:spLocks noGrp="1"/>
              </p:cNvSpPr>
              <p:nvPr/>
            </p:nvSpPr>
            <p:spPr>
              <a:xfrm>
                <a:off x="5648325" y="1666875"/>
                <a:ext cx="1050097" cy="632673"/>
              </a:xfrm>
              <a:custGeom>
                <a:avLst/>
                <a:gdLst/>
                <a:ahLst/>
                <a:cxnLst/>
                <a:rect l="l" t="t" r="r" b="b"/>
                <a:pathLst>
                  <a:path w="792" h="374">
                    <a:moveTo>
                      <a:pt x="0" y="0"/>
                    </a:moveTo>
                    <a:moveTo>
                      <a:pt x="792" y="331"/>
                    </a:moveTo>
                    <a:lnTo>
                      <a:pt x="789" y="335"/>
                    </a:lnTo>
                    <a:lnTo>
                      <a:pt x="783" y="338"/>
                    </a:lnTo>
                    <a:lnTo>
                      <a:pt x="776" y="340"/>
                    </a:lnTo>
                    <a:lnTo>
                      <a:pt x="772" y="343"/>
                    </a:lnTo>
                    <a:lnTo>
                      <a:pt x="771" y="346"/>
                    </a:lnTo>
                    <a:lnTo>
                      <a:pt x="771" y="350"/>
                    </a:lnTo>
                    <a:lnTo>
                      <a:pt x="771" y="355"/>
                    </a:lnTo>
                    <a:lnTo>
                      <a:pt x="769" y="358"/>
                    </a:lnTo>
                    <a:lnTo>
                      <a:pt x="766" y="362"/>
                    </a:lnTo>
                    <a:lnTo>
                      <a:pt x="764" y="366"/>
                    </a:lnTo>
                    <a:lnTo>
                      <a:pt x="761" y="370"/>
                    </a:lnTo>
                    <a:lnTo>
                      <a:pt x="757" y="371"/>
                    </a:lnTo>
                    <a:lnTo>
                      <a:pt x="752" y="371"/>
                    </a:lnTo>
                    <a:lnTo>
                      <a:pt x="747" y="369"/>
                    </a:lnTo>
                    <a:lnTo>
                      <a:pt x="743" y="368"/>
                    </a:lnTo>
                    <a:lnTo>
                      <a:pt x="739" y="370"/>
                    </a:lnTo>
                    <a:lnTo>
                      <a:pt x="736" y="373"/>
                    </a:lnTo>
                    <a:lnTo>
                      <a:pt x="732" y="374"/>
                    </a:lnTo>
                    <a:lnTo>
                      <a:pt x="729" y="371"/>
                    </a:lnTo>
                    <a:lnTo>
                      <a:pt x="726" y="367"/>
                    </a:lnTo>
                    <a:lnTo>
                      <a:pt x="724" y="365"/>
                    </a:lnTo>
                    <a:lnTo>
                      <a:pt x="720" y="365"/>
                    </a:lnTo>
                    <a:lnTo>
                      <a:pt x="716" y="367"/>
                    </a:lnTo>
                    <a:lnTo>
                      <a:pt x="710" y="368"/>
                    </a:lnTo>
                    <a:lnTo>
                      <a:pt x="706" y="367"/>
                    </a:lnTo>
                    <a:lnTo>
                      <a:pt x="704" y="364"/>
                    </a:lnTo>
                    <a:lnTo>
                      <a:pt x="701" y="361"/>
                    </a:lnTo>
                    <a:lnTo>
                      <a:pt x="699" y="357"/>
                    </a:lnTo>
                    <a:lnTo>
                      <a:pt x="698" y="353"/>
                    </a:lnTo>
                    <a:lnTo>
                      <a:pt x="699" y="348"/>
                    </a:lnTo>
                    <a:lnTo>
                      <a:pt x="702" y="343"/>
                    </a:lnTo>
                    <a:lnTo>
                      <a:pt x="703" y="340"/>
                    </a:lnTo>
                    <a:lnTo>
                      <a:pt x="700" y="337"/>
                    </a:lnTo>
                    <a:lnTo>
                      <a:pt x="695" y="334"/>
                    </a:lnTo>
                    <a:lnTo>
                      <a:pt x="689" y="331"/>
                    </a:lnTo>
                    <a:lnTo>
                      <a:pt x="688" y="327"/>
                    </a:lnTo>
                    <a:lnTo>
                      <a:pt x="689" y="323"/>
                    </a:lnTo>
                    <a:lnTo>
                      <a:pt x="692" y="320"/>
                    </a:lnTo>
                    <a:lnTo>
                      <a:pt x="693" y="316"/>
                    </a:lnTo>
                    <a:lnTo>
                      <a:pt x="692" y="312"/>
                    </a:lnTo>
                    <a:lnTo>
                      <a:pt x="691" y="308"/>
                    </a:lnTo>
                    <a:lnTo>
                      <a:pt x="693" y="304"/>
                    </a:lnTo>
                    <a:lnTo>
                      <a:pt x="697" y="302"/>
                    </a:lnTo>
                    <a:lnTo>
                      <a:pt x="701" y="301"/>
                    </a:lnTo>
                    <a:lnTo>
                      <a:pt x="705" y="299"/>
                    </a:lnTo>
                    <a:lnTo>
                      <a:pt x="708" y="298"/>
                    </a:lnTo>
                    <a:lnTo>
                      <a:pt x="712" y="296"/>
                    </a:lnTo>
                    <a:lnTo>
                      <a:pt x="716" y="297"/>
                    </a:lnTo>
                    <a:lnTo>
                      <a:pt x="720" y="296"/>
                    </a:lnTo>
                    <a:lnTo>
                      <a:pt x="724" y="294"/>
                    </a:lnTo>
                    <a:lnTo>
                      <a:pt x="727" y="289"/>
                    </a:lnTo>
                    <a:lnTo>
                      <a:pt x="732" y="283"/>
                    </a:lnTo>
                    <a:lnTo>
                      <a:pt x="737" y="281"/>
                    </a:lnTo>
                    <a:lnTo>
                      <a:pt x="742" y="283"/>
                    </a:lnTo>
                    <a:lnTo>
                      <a:pt x="747" y="288"/>
                    </a:lnTo>
                    <a:lnTo>
                      <a:pt x="750" y="292"/>
                    </a:lnTo>
                    <a:lnTo>
                      <a:pt x="754" y="295"/>
                    </a:lnTo>
                    <a:lnTo>
                      <a:pt x="759" y="296"/>
                    </a:lnTo>
                    <a:lnTo>
                      <a:pt x="763" y="297"/>
                    </a:lnTo>
                    <a:lnTo>
                      <a:pt x="766" y="300"/>
                    </a:lnTo>
                    <a:lnTo>
                      <a:pt x="769" y="303"/>
                    </a:lnTo>
                    <a:lnTo>
                      <a:pt x="772" y="305"/>
                    </a:lnTo>
                    <a:lnTo>
                      <a:pt x="777" y="307"/>
                    </a:lnTo>
                    <a:lnTo>
                      <a:pt x="781" y="309"/>
                    </a:lnTo>
                    <a:lnTo>
                      <a:pt x="783" y="312"/>
                    </a:lnTo>
                    <a:lnTo>
                      <a:pt x="783" y="316"/>
                    </a:lnTo>
                    <a:lnTo>
                      <a:pt x="784" y="320"/>
                    </a:lnTo>
                    <a:lnTo>
                      <a:pt x="787" y="323"/>
                    </a:lnTo>
                    <a:lnTo>
                      <a:pt x="790" y="327"/>
                    </a:lnTo>
                    <a:close/>
                  </a:path>
                </a:pathLst>
              </a:custGeom>
              <a:solidFill>
                <a:srgbClr val="86D1BC">
                  <a:alpha val="32000"/>
                </a:srgbClr>
              </a:solidFill>
              <a:ln>
                <a:noFill/>
              </a:ln>
            </p:spPr>
            <p:txBody>
              <a:bodyPr anchor="ctr"/>
              <a:lstStyle/>
              <a:p>
                <a:pPr algn="ctr">
                  <a:buNone/>
                </a:pPr>
              </a:p>
            </p:txBody>
          </p:sp>
          <p:sp>
            <p:nvSpPr>
              <p:cNvPr id="785" name="addition:spatial:167"/>
              <p:cNvSpPr>
                <a:spLocks noGrp="1"/>
              </p:cNvSpPr>
              <p:nvPr/>
            </p:nvSpPr>
            <p:spPr>
              <a:xfrm>
                <a:off x="5648325" y="1666875"/>
                <a:ext cx="1189314" cy="651281"/>
              </a:xfrm>
              <a:custGeom>
                <a:avLst/>
                <a:gdLst/>
                <a:ahLst/>
                <a:cxnLst/>
                <a:rect l="l" t="t" r="r" b="b"/>
                <a:pathLst>
                  <a:path w="897" h="385">
                    <a:moveTo>
                      <a:pt x="0" y="0"/>
                    </a:moveTo>
                    <a:moveTo>
                      <a:pt x="896" y="324"/>
                    </a:moveTo>
                    <a:lnTo>
                      <a:pt x="896" y="329"/>
                    </a:lnTo>
                    <a:lnTo>
                      <a:pt x="897" y="334"/>
                    </a:lnTo>
                    <a:lnTo>
                      <a:pt x="895" y="339"/>
                    </a:lnTo>
                    <a:lnTo>
                      <a:pt x="891" y="343"/>
                    </a:lnTo>
                    <a:lnTo>
                      <a:pt x="885" y="346"/>
                    </a:lnTo>
                    <a:lnTo>
                      <a:pt x="881" y="350"/>
                    </a:lnTo>
                    <a:lnTo>
                      <a:pt x="879" y="355"/>
                    </a:lnTo>
                    <a:lnTo>
                      <a:pt x="875" y="359"/>
                    </a:lnTo>
                    <a:lnTo>
                      <a:pt x="869" y="361"/>
                    </a:lnTo>
                    <a:lnTo>
                      <a:pt x="860" y="361"/>
                    </a:lnTo>
                    <a:lnTo>
                      <a:pt x="853" y="362"/>
                    </a:lnTo>
                    <a:lnTo>
                      <a:pt x="849" y="366"/>
                    </a:lnTo>
                    <a:lnTo>
                      <a:pt x="846" y="374"/>
                    </a:lnTo>
                    <a:lnTo>
                      <a:pt x="842" y="381"/>
                    </a:lnTo>
                    <a:lnTo>
                      <a:pt x="835" y="385"/>
                    </a:lnTo>
                    <a:lnTo>
                      <a:pt x="826" y="384"/>
                    </a:lnTo>
                    <a:lnTo>
                      <a:pt x="818" y="380"/>
                    </a:lnTo>
                    <a:lnTo>
                      <a:pt x="811" y="377"/>
                    </a:lnTo>
                    <a:lnTo>
                      <a:pt x="805" y="375"/>
                    </a:lnTo>
                    <a:lnTo>
                      <a:pt x="799" y="373"/>
                    </a:lnTo>
                    <a:lnTo>
                      <a:pt x="794" y="370"/>
                    </a:lnTo>
                    <a:lnTo>
                      <a:pt x="789" y="367"/>
                    </a:lnTo>
                    <a:lnTo>
                      <a:pt x="784" y="366"/>
                    </a:lnTo>
                    <a:lnTo>
                      <a:pt x="777" y="366"/>
                    </a:lnTo>
                    <a:lnTo>
                      <a:pt x="769" y="367"/>
                    </a:lnTo>
                    <a:lnTo>
                      <a:pt x="763" y="365"/>
                    </a:lnTo>
                    <a:lnTo>
                      <a:pt x="761" y="361"/>
                    </a:lnTo>
                    <a:lnTo>
                      <a:pt x="761" y="355"/>
                    </a:lnTo>
                    <a:lnTo>
                      <a:pt x="760" y="350"/>
                    </a:lnTo>
                    <a:lnTo>
                      <a:pt x="755" y="347"/>
                    </a:lnTo>
                    <a:lnTo>
                      <a:pt x="749" y="344"/>
                    </a:lnTo>
                    <a:lnTo>
                      <a:pt x="745" y="340"/>
                    </a:lnTo>
                    <a:lnTo>
                      <a:pt x="748" y="334"/>
                    </a:lnTo>
                    <a:lnTo>
                      <a:pt x="754" y="328"/>
                    </a:lnTo>
                    <a:lnTo>
                      <a:pt x="761" y="324"/>
                    </a:lnTo>
                    <a:lnTo>
                      <a:pt x="764" y="319"/>
                    </a:lnTo>
                    <a:lnTo>
                      <a:pt x="764" y="315"/>
                    </a:lnTo>
                    <a:lnTo>
                      <a:pt x="763" y="310"/>
                    </a:lnTo>
                    <a:lnTo>
                      <a:pt x="763" y="306"/>
                    </a:lnTo>
                    <a:lnTo>
                      <a:pt x="763" y="301"/>
                    </a:lnTo>
                    <a:lnTo>
                      <a:pt x="762" y="295"/>
                    </a:lnTo>
                    <a:lnTo>
                      <a:pt x="760" y="288"/>
                    </a:lnTo>
                    <a:lnTo>
                      <a:pt x="761" y="282"/>
                    </a:lnTo>
                    <a:lnTo>
                      <a:pt x="767" y="279"/>
                    </a:lnTo>
                    <a:lnTo>
                      <a:pt x="776" y="280"/>
                    </a:lnTo>
                    <a:lnTo>
                      <a:pt x="785" y="282"/>
                    </a:lnTo>
                    <a:lnTo>
                      <a:pt x="790" y="281"/>
                    </a:lnTo>
                    <a:lnTo>
                      <a:pt x="793" y="277"/>
                    </a:lnTo>
                    <a:lnTo>
                      <a:pt x="796" y="273"/>
                    </a:lnTo>
                    <a:lnTo>
                      <a:pt x="801" y="271"/>
                    </a:lnTo>
                    <a:lnTo>
                      <a:pt x="806" y="272"/>
                    </a:lnTo>
                    <a:lnTo>
                      <a:pt x="812" y="274"/>
                    </a:lnTo>
                    <a:lnTo>
                      <a:pt x="817" y="274"/>
                    </a:lnTo>
                    <a:lnTo>
                      <a:pt x="823" y="272"/>
                    </a:lnTo>
                    <a:lnTo>
                      <a:pt x="829" y="270"/>
                    </a:lnTo>
                    <a:lnTo>
                      <a:pt x="836" y="270"/>
                    </a:lnTo>
                    <a:lnTo>
                      <a:pt x="842" y="271"/>
                    </a:lnTo>
                    <a:lnTo>
                      <a:pt x="849" y="273"/>
                    </a:lnTo>
                    <a:lnTo>
                      <a:pt x="856" y="274"/>
                    </a:lnTo>
                    <a:lnTo>
                      <a:pt x="863" y="277"/>
                    </a:lnTo>
                    <a:lnTo>
                      <a:pt x="867" y="282"/>
                    </a:lnTo>
                    <a:lnTo>
                      <a:pt x="867" y="289"/>
                    </a:lnTo>
                    <a:lnTo>
                      <a:pt x="865" y="297"/>
                    </a:lnTo>
                    <a:lnTo>
                      <a:pt x="866" y="302"/>
                    </a:lnTo>
                    <a:lnTo>
                      <a:pt x="872" y="304"/>
                    </a:lnTo>
                    <a:lnTo>
                      <a:pt x="882" y="306"/>
                    </a:lnTo>
                    <a:lnTo>
                      <a:pt x="892" y="308"/>
                    </a:lnTo>
                    <a:lnTo>
                      <a:pt x="896" y="313"/>
                    </a:lnTo>
                    <a:lnTo>
                      <a:pt x="897" y="318"/>
                    </a:lnTo>
                    <a:close/>
                  </a:path>
                </a:pathLst>
              </a:custGeom>
              <a:solidFill>
                <a:srgbClr val="86D1BC">
                  <a:alpha val="32000"/>
                </a:srgbClr>
              </a:solidFill>
              <a:ln>
                <a:noFill/>
              </a:ln>
            </p:spPr>
            <p:txBody>
              <a:bodyPr anchor="ctr"/>
              <a:lstStyle/>
              <a:p>
                <a:pPr algn="ctr">
                  <a:buNone/>
                </a:pPr>
              </a:p>
            </p:txBody>
          </p:sp>
          <p:sp>
            <p:nvSpPr>
              <p:cNvPr id="786" name="addition:spatial:168"/>
              <p:cNvSpPr>
                <a:spLocks noGrp="1"/>
              </p:cNvSpPr>
              <p:nvPr/>
            </p:nvSpPr>
            <p:spPr>
              <a:xfrm>
                <a:off x="5648325" y="1666875"/>
                <a:ext cx="1217158" cy="698647"/>
              </a:xfrm>
              <a:custGeom>
                <a:avLst/>
                <a:gdLst/>
                <a:ahLst/>
                <a:cxnLst/>
                <a:rect l="l" t="t" r="r" b="b"/>
                <a:pathLst>
                  <a:path w="918" h="413">
                    <a:moveTo>
                      <a:pt x="0" y="0"/>
                    </a:moveTo>
                    <a:moveTo>
                      <a:pt x="914" y="314"/>
                    </a:moveTo>
                    <a:lnTo>
                      <a:pt x="915" y="322"/>
                    </a:lnTo>
                    <a:lnTo>
                      <a:pt x="912" y="329"/>
                    </a:lnTo>
                    <a:lnTo>
                      <a:pt x="909" y="337"/>
                    </a:lnTo>
                    <a:lnTo>
                      <a:pt x="910" y="345"/>
                    </a:lnTo>
                    <a:lnTo>
                      <a:pt x="913" y="354"/>
                    </a:lnTo>
                    <a:lnTo>
                      <a:pt x="912" y="362"/>
                    </a:lnTo>
                    <a:lnTo>
                      <a:pt x="906" y="369"/>
                    </a:lnTo>
                    <a:lnTo>
                      <a:pt x="900" y="374"/>
                    </a:lnTo>
                    <a:lnTo>
                      <a:pt x="895" y="381"/>
                    </a:lnTo>
                    <a:lnTo>
                      <a:pt x="890" y="387"/>
                    </a:lnTo>
                    <a:lnTo>
                      <a:pt x="883" y="392"/>
                    </a:lnTo>
                    <a:lnTo>
                      <a:pt x="872" y="391"/>
                    </a:lnTo>
                    <a:lnTo>
                      <a:pt x="860" y="386"/>
                    </a:lnTo>
                    <a:lnTo>
                      <a:pt x="850" y="382"/>
                    </a:lnTo>
                    <a:lnTo>
                      <a:pt x="844" y="385"/>
                    </a:lnTo>
                    <a:lnTo>
                      <a:pt x="838" y="395"/>
                    </a:lnTo>
                    <a:lnTo>
                      <a:pt x="830" y="407"/>
                    </a:lnTo>
                    <a:lnTo>
                      <a:pt x="819" y="413"/>
                    </a:lnTo>
                    <a:lnTo>
                      <a:pt x="808" y="412"/>
                    </a:lnTo>
                    <a:lnTo>
                      <a:pt x="797" y="407"/>
                    </a:lnTo>
                    <a:lnTo>
                      <a:pt x="787" y="402"/>
                    </a:lnTo>
                    <a:lnTo>
                      <a:pt x="777" y="399"/>
                    </a:lnTo>
                    <a:lnTo>
                      <a:pt x="767" y="394"/>
                    </a:lnTo>
                    <a:lnTo>
                      <a:pt x="760" y="387"/>
                    </a:lnTo>
                    <a:lnTo>
                      <a:pt x="754" y="378"/>
                    </a:lnTo>
                    <a:lnTo>
                      <a:pt x="748" y="372"/>
                    </a:lnTo>
                    <a:lnTo>
                      <a:pt x="738" y="369"/>
                    </a:lnTo>
                    <a:lnTo>
                      <a:pt x="726" y="365"/>
                    </a:lnTo>
                    <a:lnTo>
                      <a:pt x="718" y="360"/>
                    </a:lnTo>
                    <a:lnTo>
                      <a:pt x="716" y="351"/>
                    </a:lnTo>
                    <a:lnTo>
                      <a:pt x="717" y="342"/>
                    </a:lnTo>
                    <a:lnTo>
                      <a:pt x="713" y="335"/>
                    </a:lnTo>
                    <a:lnTo>
                      <a:pt x="703" y="330"/>
                    </a:lnTo>
                    <a:lnTo>
                      <a:pt x="689" y="323"/>
                    </a:lnTo>
                    <a:lnTo>
                      <a:pt x="681" y="314"/>
                    </a:lnTo>
                    <a:lnTo>
                      <a:pt x="684" y="305"/>
                    </a:lnTo>
                    <a:lnTo>
                      <a:pt x="695" y="297"/>
                    </a:lnTo>
                    <a:lnTo>
                      <a:pt x="708" y="291"/>
                    </a:lnTo>
                    <a:lnTo>
                      <a:pt x="717" y="285"/>
                    </a:lnTo>
                    <a:lnTo>
                      <a:pt x="723" y="279"/>
                    </a:lnTo>
                    <a:lnTo>
                      <a:pt x="730" y="273"/>
                    </a:lnTo>
                    <a:lnTo>
                      <a:pt x="738" y="268"/>
                    </a:lnTo>
                    <a:lnTo>
                      <a:pt x="744" y="262"/>
                    </a:lnTo>
                    <a:lnTo>
                      <a:pt x="747" y="253"/>
                    </a:lnTo>
                    <a:lnTo>
                      <a:pt x="749" y="242"/>
                    </a:lnTo>
                    <a:lnTo>
                      <a:pt x="754" y="231"/>
                    </a:lnTo>
                    <a:lnTo>
                      <a:pt x="765" y="227"/>
                    </a:lnTo>
                    <a:lnTo>
                      <a:pt x="778" y="229"/>
                    </a:lnTo>
                    <a:lnTo>
                      <a:pt x="791" y="232"/>
                    </a:lnTo>
                    <a:lnTo>
                      <a:pt x="801" y="231"/>
                    </a:lnTo>
                    <a:lnTo>
                      <a:pt x="810" y="225"/>
                    </a:lnTo>
                    <a:lnTo>
                      <a:pt x="819" y="220"/>
                    </a:lnTo>
                    <a:lnTo>
                      <a:pt x="829" y="221"/>
                    </a:lnTo>
                    <a:lnTo>
                      <a:pt x="838" y="227"/>
                    </a:lnTo>
                    <a:lnTo>
                      <a:pt x="845" y="236"/>
                    </a:lnTo>
                    <a:lnTo>
                      <a:pt x="851" y="241"/>
                    </a:lnTo>
                    <a:lnTo>
                      <a:pt x="859" y="241"/>
                    </a:lnTo>
                    <a:lnTo>
                      <a:pt x="867" y="241"/>
                    </a:lnTo>
                    <a:lnTo>
                      <a:pt x="876" y="243"/>
                    </a:lnTo>
                    <a:lnTo>
                      <a:pt x="883" y="245"/>
                    </a:lnTo>
                    <a:lnTo>
                      <a:pt x="892" y="248"/>
                    </a:lnTo>
                    <a:lnTo>
                      <a:pt x="904" y="249"/>
                    </a:lnTo>
                    <a:lnTo>
                      <a:pt x="914" y="253"/>
                    </a:lnTo>
                    <a:lnTo>
                      <a:pt x="918" y="262"/>
                    </a:lnTo>
                    <a:lnTo>
                      <a:pt x="913" y="273"/>
                    </a:lnTo>
                    <a:lnTo>
                      <a:pt x="903" y="285"/>
                    </a:lnTo>
                    <a:lnTo>
                      <a:pt x="896" y="294"/>
                    </a:lnTo>
                    <a:lnTo>
                      <a:pt x="899" y="300"/>
                    </a:lnTo>
                    <a:lnTo>
                      <a:pt x="907" y="307"/>
                    </a:lnTo>
                    <a:close/>
                  </a:path>
                </a:pathLst>
              </a:custGeom>
              <a:solidFill>
                <a:srgbClr val="56BFA2">
                  <a:alpha val="37000"/>
                </a:srgbClr>
              </a:solidFill>
              <a:ln>
                <a:noFill/>
              </a:ln>
            </p:spPr>
            <p:txBody>
              <a:bodyPr anchor="ctr"/>
              <a:lstStyle/>
              <a:p>
                <a:pPr algn="ctr">
                  <a:buNone/>
                </a:pPr>
              </a:p>
            </p:txBody>
          </p:sp>
          <p:sp>
            <p:nvSpPr>
              <p:cNvPr id="787" name="addition:spatial:169"/>
              <p:cNvSpPr>
                <a:spLocks noGrp="1"/>
              </p:cNvSpPr>
              <p:nvPr/>
            </p:nvSpPr>
            <p:spPr>
              <a:xfrm>
                <a:off x="5648325" y="1666875"/>
                <a:ext cx="1096503" cy="561624"/>
              </a:xfrm>
              <a:custGeom>
                <a:avLst/>
                <a:gdLst/>
                <a:ahLst/>
                <a:cxnLst/>
                <a:rect l="l" t="t" r="r" b="b"/>
                <a:pathLst>
                  <a:path w="827" h="332">
                    <a:moveTo>
                      <a:pt x="0" y="0"/>
                    </a:moveTo>
                    <a:moveTo>
                      <a:pt x="818" y="293"/>
                    </a:moveTo>
                    <a:lnTo>
                      <a:pt x="813" y="296"/>
                    </a:lnTo>
                    <a:lnTo>
                      <a:pt x="811" y="298"/>
                    </a:lnTo>
                    <a:lnTo>
                      <a:pt x="811" y="302"/>
                    </a:lnTo>
                    <a:lnTo>
                      <a:pt x="812" y="306"/>
                    </a:lnTo>
                    <a:lnTo>
                      <a:pt x="812" y="309"/>
                    </a:lnTo>
                    <a:lnTo>
                      <a:pt x="811" y="313"/>
                    </a:lnTo>
                    <a:lnTo>
                      <a:pt x="810" y="317"/>
                    </a:lnTo>
                    <a:lnTo>
                      <a:pt x="809" y="321"/>
                    </a:lnTo>
                    <a:lnTo>
                      <a:pt x="807" y="324"/>
                    </a:lnTo>
                    <a:lnTo>
                      <a:pt x="804" y="326"/>
                    </a:lnTo>
                    <a:lnTo>
                      <a:pt x="799" y="326"/>
                    </a:lnTo>
                    <a:lnTo>
                      <a:pt x="794" y="326"/>
                    </a:lnTo>
                    <a:lnTo>
                      <a:pt x="791" y="327"/>
                    </a:lnTo>
                    <a:lnTo>
                      <a:pt x="789" y="330"/>
                    </a:lnTo>
                    <a:lnTo>
                      <a:pt x="786" y="332"/>
                    </a:lnTo>
                    <a:lnTo>
                      <a:pt x="783" y="332"/>
                    </a:lnTo>
                    <a:lnTo>
                      <a:pt x="779" y="330"/>
                    </a:lnTo>
                    <a:lnTo>
                      <a:pt x="776" y="327"/>
                    </a:lnTo>
                    <a:lnTo>
                      <a:pt x="774" y="326"/>
                    </a:lnTo>
                    <a:lnTo>
                      <a:pt x="770" y="328"/>
                    </a:lnTo>
                    <a:lnTo>
                      <a:pt x="766" y="331"/>
                    </a:lnTo>
                    <a:lnTo>
                      <a:pt x="761" y="332"/>
                    </a:lnTo>
                    <a:lnTo>
                      <a:pt x="757" y="331"/>
                    </a:lnTo>
                    <a:lnTo>
                      <a:pt x="754" y="329"/>
                    </a:lnTo>
                    <a:lnTo>
                      <a:pt x="750" y="326"/>
                    </a:lnTo>
                    <a:lnTo>
                      <a:pt x="747" y="324"/>
                    </a:lnTo>
                    <a:lnTo>
                      <a:pt x="746" y="320"/>
                    </a:lnTo>
                    <a:lnTo>
                      <a:pt x="746" y="315"/>
                    </a:lnTo>
                    <a:lnTo>
                      <a:pt x="747" y="310"/>
                    </a:lnTo>
                    <a:lnTo>
                      <a:pt x="747" y="307"/>
                    </a:lnTo>
                    <a:lnTo>
                      <a:pt x="743" y="305"/>
                    </a:lnTo>
                    <a:lnTo>
                      <a:pt x="737" y="303"/>
                    </a:lnTo>
                    <a:lnTo>
                      <a:pt x="732" y="300"/>
                    </a:lnTo>
                    <a:lnTo>
                      <a:pt x="730" y="296"/>
                    </a:lnTo>
                    <a:lnTo>
                      <a:pt x="732" y="293"/>
                    </a:lnTo>
                    <a:lnTo>
                      <a:pt x="733" y="289"/>
                    </a:lnTo>
                    <a:lnTo>
                      <a:pt x="732" y="286"/>
                    </a:lnTo>
                    <a:lnTo>
                      <a:pt x="730" y="282"/>
                    </a:lnTo>
                    <a:lnTo>
                      <a:pt x="729" y="277"/>
                    </a:lnTo>
                    <a:lnTo>
                      <a:pt x="731" y="274"/>
                    </a:lnTo>
                    <a:lnTo>
                      <a:pt x="735" y="272"/>
                    </a:lnTo>
                    <a:lnTo>
                      <a:pt x="738" y="270"/>
                    </a:lnTo>
                    <a:lnTo>
                      <a:pt x="741" y="267"/>
                    </a:lnTo>
                    <a:lnTo>
                      <a:pt x="745" y="265"/>
                    </a:lnTo>
                    <a:lnTo>
                      <a:pt x="749" y="264"/>
                    </a:lnTo>
                    <a:lnTo>
                      <a:pt x="753" y="264"/>
                    </a:lnTo>
                    <a:lnTo>
                      <a:pt x="757" y="263"/>
                    </a:lnTo>
                    <a:lnTo>
                      <a:pt x="759" y="260"/>
                    </a:lnTo>
                    <a:lnTo>
                      <a:pt x="762" y="254"/>
                    </a:lnTo>
                    <a:lnTo>
                      <a:pt x="765" y="248"/>
                    </a:lnTo>
                    <a:lnTo>
                      <a:pt x="770" y="246"/>
                    </a:lnTo>
                    <a:lnTo>
                      <a:pt x="775" y="248"/>
                    </a:lnTo>
                    <a:lnTo>
                      <a:pt x="780" y="252"/>
                    </a:lnTo>
                    <a:lnTo>
                      <a:pt x="784" y="255"/>
                    </a:lnTo>
                    <a:lnTo>
                      <a:pt x="788" y="256"/>
                    </a:lnTo>
                    <a:lnTo>
                      <a:pt x="793" y="256"/>
                    </a:lnTo>
                    <a:lnTo>
                      <a:pt x="796" y="258"/>
                    </a:lnTo>
                    <a:lnTo>
                      <a:pt x="800" y="260"/>
                    </a:lnTo>
                    <a:lnTo>
                      <a:pt x="802" y="262"/>
                    </a:lnTo>
                    <a:lnTo>
                      <a:pt x="806" y="264"/>
                    </a:lnTo>
                    <a:lnTo>
                      <a:pt x="810" y="265"/>
                    </a:lnTo>
                    <a:lnTo>
                      <a:pt x="813" y="266"/>
                    </a:lnTo>
                    <a:lnTo>
                      <a:pt x="815" y="269"/>
                    </a:lnTo>
                    <a:lnTo>
                      <a:pt x="816" y="273"/>
                    </a:lnTo>
                    <a:lnTo>
                      <a:pt x="818" y="276"/>
                    </a:lnTo>
                    <a:lnTo>
                      <a:pt x="822" y="278"/>
                    </a:lnTo>
                    <a:lnTo>
                      <a:pt x="826" y="281"/>
                    </a:lnTo>
                    <a:lnTo>
                      <a:pt x="827" y="284"/>
                    </a:lnTo>
                    <a:lnTo>
                      <a:pt x="824" y="289"/>
                    </a:lnTo>
                    <a:close/>
                  </a:path>
                </a:pathLst>
              </a:custGeom>
              <a:solidFill>
                <a:srgbClr val="41B796">
                  <a:alpha val="36000"/>
                </a:srgbClr>
              </a:solidFill>
              <a:ln>
                <a:noFill/>
              </a:ln>
            </p:spPr>
            <p:txBody>
              <a:bodyPr anchor="ctr"/>
              <a:lstStyle/>
              <a:p>
                <a:pPr algn="ctr">
                  <a:buNone/>
                </a:pPr>
              </a:p>
            </p:txBody>
          </p:sp>
          <p:sp>
            <p:nvSpPr>
              <p:cNvPr id="788" name="addition:spatial:170"/>
              <p:cNvSpPr>
                <a:spLocks noGrp="1"/>
              </p:cNvSpPr>
              <p:nvPr/>
            </p:nvSpPr>
            <p:spPr>
              <a:xfrm>
                <a:off x="5648325" y="1666875"/>
                <a:ext cx="1168100" cy="531175"/>
              </a:xfrm>
              <a:custGeom>
                <a:avLst/>
                <a:gdLst/>
                <a:ahLst/>
                <a:cxnLst/>
                <a:rect l="l" t="t" r="r" b="b"/>
                <a:pathLst>
                  <a:path w="881" h="314">
                    <a:moveTo>
                      <a:pt x="0" y="0"/>
                    </a:moveTo>
                    <a:moveTo>
                      <a:pt x="879" y="281"/>
                    </a:moveTo>
                    <a:lnTo>
                      <a:pt x="881" y="284"/>
                    </a:lnTo>
                    <a:lnTo>
                      <a:pt x="880" y="287"/>
                    </a:lnTo>
                    <a:lnTo>
                      <a:pt x="877" y="289"/>
                    </a:lnTo>
                    <a:lnTo>
                      <a:pt x="873" y="291"/>
                    </a:lnTo>
                    <a:lnTo>
                      <a:pt x="871" y="293"/>
                    </a:lnTo>
                    <a:lnTo>
                      <a:pt x="871" y="296"/>
                    </a:lnTo>
                    <a:lnTo>
                      <a:pt x="871" y="299"/>
                    </a:lnTo>
                    <a:lnTo>
                      <a:pt x="869" y="301"/>
                    </a:lnTo>
                    <a:lnTo>
                      <a:pt x="865" y="302"/>
                    </a:lnTo>
                    <a:lnTo>
                      <a:pt x="861" y="302"/>
                    </a:lnTo>
                    <a:lnTo>
                      <a:pt x="857" y="302"/>
                    </a:lnTo>
                    <a:lnTo>
                      <a:pt x="855" y="305"/>
                    </a:lnTo>
                    <a:lnTo>
                      <a:pt x="853" y="308"/>
                    </a:lnTo>
                    <a:lnTo>
                      <a:pt x="851" y="311"/>
                    </a:lnTo>
                    <a:lnTo>
                      <a:pt x="847" y="312"/>
                    </a:lnTo>
                    <a:lnTo>
                      <a:pt x="843" y="313"/>
                    </a:lnTo>
                    <a:lnTo>
                      <a:pt x="840" y="314"/>
                    </a:lnTo>
                    <a:lnTo>
                      <a:pt x="836" y="314"/>
                    </a:lnTo>
                    <a:lnTo>
                      <a:pt x="832" y="313"/>
                    </a:lnTo>
                    <a:lnTo>
                      <a:pt x="829" y="309"/>
                    </a:lnTo>
                    <a:lnTo>
                      <a:pt x="827" y="305"/>
                    </a:lnTo>
                    <a:lnTo>
                      <a:pt x="825" y="303"/>
                    </a:lnTo>
                    <a:lnTo>
                      <a:pt x="822" y="303"/>
                    </a:lnTo>
                    <a:lnTo>
                      <a:pt x="818" y="304"/>
                    </a:lnTo>
                    <a:lnTo>
                      <a:pt x="814" y="305"/>
                    </a:lnTo>
                    <a:lnTo>
                      <a:pt x="811" y="304"/>
                    </a:lnTo>
                    <a:lnTo>
                      <a:pt x="810" y="301"/>
                    </a:lnTo>
                    <a:lnTo>
                      <a:pt x="809" y="298"/>
                    </a:lnTo>
                    <a:lnTo>
                      <a:pt x="808" y="296"/>
                    </a:lnTo>
                    <a:lnTo>
                      <a:pt x="805" y="294"/>
                    </a:lnTo>
                    <a:lnTo>
                      <a:pt x="804" y="292"/>
                    </a:lnTo>
                    <a:lnTo>
                      <a:pt x="804" y="289"/>
                    </a:lnTo>
                    <a:lnTo>
                      <a:pt x="805" y="286"/>
                    </a:lnTo>
                    <a:lnTo>
                      <a:pt x="806" y="283"/>
                    </a:lnTo>
                    <a:lnTo>
                      <a:pt x="806" y="281"/>
                    </a:lnTo>
                    <a:lnTo>
                      <a:pt x="807" y="278"/>
                    </a:lnTo>
                    <a:lnTo>
                      <a:pt x="809" y="276"/>
                    </a:lnTo>
                    <a:lnTo>
                      <a:pt x="812" y="274"/>
                    </a:lnTo>
                    <a:lnTo>
                      <a:pt x="815" y="272"/>
                    </a:lnTo>
                    <a:lnTo>
                      <a:pt x="814" y="269"/>
                    </a:lnTo>
                    <a:lnTo>
                      <a:pt x="812" y="265"/>
                    </a:lnTo>
                    <a:lnTo>
                      <a:pt x="810" y="261"/>
                    </a:lnTo>
                    <a:lnTo>
                      <a:pt x="811" y="257"/>
                    </a:lnTo>
                    <a:lnTo>
                      <a:pt x="814" y="256"/>
                    </a:lnTo>
                    <a:lnTo>
                      <a:pt x="818" y="256"/>
                    </a:lnTo>
                    <a:lnTo>
                      <a:pt x="822" y="256"/>
                    </a:lnTo>
                    <a:lnTo>
                      <a:pt x="824" y="255"/>
                    </a:lnTo>
                    <a:lnTo>
                      <a:pt x="827" y="254"/>
                    </a:lnTo>
                    <a:lnTo>
                      <a:pt x="829" y="254"/>
                    </a:lnTo>
                    <a:lnTo>
                      <a:pt x="832" y="254"/>
                    </a:lnTo>
                    <a:lnTo>
                      <a:pt x="834" y="254"/>
                    </a:lnTo>
                    <a:lnTo>
                      <a:pt x="836" y="253"/>
                    </a:lnTo>
                    <a:lnTo>
                      <a:pt x="839" y="251"/>
                    </a:lnTo>
                    <a:lnTo>
                      <a:pt x="842" y="250"/>
                    </a:lnTo>
                    <a:lnTo>
                      <a:pt x="845" y="251"/>
                    </a:lnTo>
                    <a:lnTo>
                      <a:pt x="847" y="253"/>
                    </a:lnTo>
                    <a:lnTo>
                      <a:pt x="850" y="254"/>
                    </a:lnTo>
                    <a:lnTo>
                      <a:pt x="853" y="254"/>
                    </a:lnTo>
                    <a:lnTo>
                      <a:pt x="858" y="253"/>
                    </a:lnTo>
                    <a:lnTo>
                      <a:pt x="862" y="254"/>
                    </a:lnTo>
                    <a:lnTo>
                      <a:pt x="864" y="257"/>
                    </a:lnTo>
                    <a:lnTo>
                      <a:pt x="864" y="261"/>
                    </a:lnTo>
                    <a:lnTo>
                      <a:pt x="863" y="265"/>
                    </a:lnTo>
                    <a:lnTo>
                      <a:pt x="863" y="268"/>
                    </a:lnTo>
                    <a:lnTo>
                      <a:pt x="866" y="269"/>
                    </a:lnTo>
                    <a:lnTo>
                      <a:pt x="869" y="271"/>
                    </a:lnTo>
                    <a:lnTo>
                      <a:pt x="871" y="273"/>
                    </a:lnTo>
                    <a:lnTo>
                      <a:pt x="873" y="276"/>
                    </a:lnTo>
                    <a:lnTo>
                      <a:pt x="876" y="278"/>
                    </a:lnTo>
                    <a:close/>
                  </a:path>
                </a:pathLst>
              </a:custGeom>
              <a:solidFill>
                <a:srgbClr val="41B796">
                  <a:alpha val="36000"/>
                </a:srgbClr>
              </a:solidFill>
              <a:ln>
                <a:noFill/>
              </a:ln>
            </p:spPr>
            <p:txBody>
              <a:bodyPr anchor="ctr"/>
              <a:lstStyle/>
              <a:p>
                <a:pPr algn="ctr">
                  <a:buNone/>
                </a:pPr>
              </a:p>
            </p:txBody>
          </p:sp>
          <p:sp>
            <p:nvSpPr>
              <p:cNvPr id="789" name="addition:spatial:171"/>
              <p:cNvSpPr>
                <a:spLocks noGrp="1"/>
              </p:cNvSpPr>
              <p:nvPr/>
            </p:nvSpPr>
            <p:spPr>
              <a:xfrm>
                <a:off x="5648325" y="1666875"/>
                <a:ext cx="1223787" cy="639440"/>
              </a:xfrm>
              <a:custGeom>
                <a:avLst/>
                <a:gdLst/>
                <a:ahLst/>
                <a:cxnLst/>
                <a:rect l="l" t="t" r="r" b="b"/>
                <a:pathLst>
                  <a:path w="923" h="378">
                    <a:moveTo>
                      <a:pt x="0" y="0"/>
                    </a:moveTo>
                    <a:moveTo>
                      <a:pt x="912" y="333"/>
                    </a:moveTo>
                    <a:lnTo>
                      <a:pt x="918" y="337"/>
                    </a:lnTo>
                    <a:lnTo>
                      <a:pt x="923" y="341"/>
                    </a:lnTo>
                    <a:lnTo>
                      <a:pt x="922" y="345"/>
                    </a:lnTo>
                    <a:lnTo>
                      <a:pt x="917" y="348"/>
                    </a:lnTo>
                    <a:lnTo>
                      <a:pt x="912" y="350"/>
                    </a:lnTo>
                    <a:lnTo>
                      <a:pt x="908" y="352"/>
                    </a:lnTo>
                    <a:lnTo>
                      <a:pt x="906" y="355"/>
                    </a:lnTo>
                    <a:lnTo>
                      <a:pt x="904" y="358"/>
                    </a:lnTo>
                    <a:lnTo>
                      <a:pt x="901" y="360"/>
                    </a:lnTo>
                    <a:lnTo>
                      <a:pt x="897" y="361"/>
                    </a:lnTo>
                    <a:lnTo>
                      <a:pt x="894" y="363"/>
                    </a:lnTo>
                    <a:lnTo>
                      <a:pt x="891" y="367"/>
                    </a:lnTo>
                    <a:lnTo>
                      <a:pt x="888" y="370"/>
                    </a:lnTo>
                    <a:lnTo>
                      <a:pt x="883" y="372"/>
                    </a:lnTo>
                    <a:lnTo>
                      <a:pt x="878" y="371"/>
                    </a:lnTo>
                    <a:lnTo>
                      <a:pt x="873" y="371"/>
                    </a:lnTo>
                    <a:lnTo>
                      <a:pt x="869" y="372"/>
                    </a:lnTo>
                    <a:lnTo>
                      <a:pt x="864" y="376"/>
                    </a:lnTo>
                    <a:lnTo>
                      <a:pt x="858" y="378"/>
                    </a:lnTo>
                    <a:lnTo>
                      <a:pt x="853" y="377"/>
                    </a:lnTo>
                    <a:lnTo>
                      <a:pt x="849" y="372"/>
                    </a:lnTo>
                    <a:lnTo>
                      <a:pt x="847" y="366"/>
                    </a:lnTo>
                    <a:lnTo>
                      <a:pt x="845" y="362"/>
                    </a:lnTo>
                    <a:lnTo>
                      <a:pt x="841" y="361"/>
                    </a:lnTo>
                    <a:lnTo>
                      <a:pt x="837" y="361"/>
                    </a:lnTo>
                    <a:lnTo>
                      <a:pt x="833" y="360"/>
                    </a:lnTo>
                    <a:lnTo>
                      <a:pt x="829" y="358"/>
                    </a:lnTo>
                    <a:lnTo>
                      <a:pt x="825" y="357"/>
                    </a:lnTo>
                    <a:lnTo>
                      <a:pt x="821" y="355"/>
                    </a:lnTo>
                    <a:lnTo>
                      <a:pt x="817" y="352"/>
                    </a:lnTo>
                    <a:lnTo>
                      <a:pt x="815" y="349"/>
                    </a:lnTo>
                    <a:lnTo>
                      <a:pt x="817" y="344"/>
                    </a:lnTo>
                    <a:lnTo>
                      <a:pt x="821" y="340"/>
                    </a:lnTo>
                    <a:lnTo>
                      <a:pt x="824" y="336"/>
                    </a:lnTo>
                    <a:lnTo>
                      <a:pt x="823" y="333"/>
                    </a:lnTo>
                    <a:lnTo>
                      <a:pt x="821" y="330"/>
                    </a:lnTo>
                    <a:lnTo>
                      <a:pt x="821" y="326"/>
                    </a:lnTo>
                    <a:lnTo>
                      <a:pt x="824" y="323"/>
                    </a:lnTo>
                    <a:lnTo>
                      <a:pt x="829" y="320"/>
                    </a:lnTo>
                    <a:lnTo>
                      <a:pt x="833" y="318"/>
                    </a:lnTo>
                    <a:lnTo>
                      <a:pt x="835" y="315"/>
                    </a:lnTo>
                    <a:lnTo>
                      <a:pt x="834" y="311"/>
                    </a:lnTo>
                    <a:lnTo>
                      <a:pt x="834" y="306"/>
                    </a:lnTo>
                    <a:lnTo>
                      <a:pt x="835" y="302"/>
                    </a:lnTo>
                    <a:lnTo>
                      <a:pt x="838" y="299"/>
                    </a:lnTo>
                    <a:lnTo>
                      <a:pt x="842" y="297"/>
                    </a:lnTo>
                    <a:lnTo>
                      <a:pt x="845" y="295"/>
                    </a:lnTo>
                    <a:lnTo>
                      <a:pt x="849" y="294"/>
                    </a:lnTo>
                    <a:lnTo>
                      <a:pt x="854" y="295"/>
                    </a:lnTo>
                    <a:lnTo>
                      <a:pt x="859" y="298"/>
                    </a:lnTo>
                    <a:lnTo>
                      <a:pt x="862" y="301"/>
                    </a:lnTo>
                    <a:lnTo>
                      <a:pt x="865" y="301"/>
                    </a:lnTo>
                    <a:lnTo>
                      <a:pt x="868" y="297"/>
                    </a:lnTo>
                    <a:lnTo>
                      <a:pt x="872" y="293"/>
                    </a:lnTo>
                    <a:lnTo>
                      <a:pt x="876" y="292"/>
                    </a:lnTo>
                    <a:lnTo>
                      <a:pt x="879" y="293"/>
                    </a:lnTo>
                    <a:lnTo>
                      <a:pt x="882" y="296"/>
                    </a:lnTo>
                    <a:lnTo>
                      <a:pt x="885" y="299"/>
                    </a:lnTo>
                    <a:lnTo>
                      <a:pt x="890" y="299"/>
                    </a:lnTo>
                    <a:lnTo>
                      <a:pt x="894" y="300"/>
                    </a:lnTo>
                    <a:lnTo>
                      <a:pt x="898" y="302"/>
                    </a:lnTo>
                    <a:lnTo>
                      <a:pt x="900" y="306"/>
                    </a:lnTo>
                    <a:lnTo>
                      <a:pt x="901" y="310"/>
                    </a:lnTo>
                    <a:lnTo>
                      <a:pt x="903" y="313"/>
                    </a:lnTo>
                    <a:lnTo>
                      <a:pt x="905" y="316"/>
                    </a:lnTo>
                    <a:lnTo>
                      <a:pt x="906" y="320"/>
                    </a:lnTo>
                    <a:lnTo>
                      <a:pt x="906" y="324"/>
                    </a:lnTo>
                    <a:lnTo>
                      <a:pt x="905" y="327"/>
                    </a:lnTo>
                    <a:lnTo>
                      <a:pt x="907" y="330"/>
                    </a:lnTo>
                    <a:close/>
                  </a:path>
                </a:pathLst>
              </a:custGeom>
              <a:solidFill>
                <a:srgbClr val="41B796">
                  <a:alpha val="36000"/>
                </a:srgbClr>
              </a:solidFill>
              <a:ln>
                <a:noFill/>
              </a:ln>
            </p:spPr>
            <p:txBody>
              <a:bodyPr anchor="ctr"/>
              <a:lstStyle/>
              <a:p>
                <a:pPr algn="ctr">
                  <a:buNone/>
                </a:pPr>
              </a:p>
            </p:txBody>
          </p:sp>
          <p:sp>
            <p:nvSpPr>
              <p:cNvPr id="790" name="addition:spatial:172"/>
              <p:cNvSpPr>
                <a:spLocks noGrp="1"/>
              </p:cNvSpPr>
              <p:nvPr/>
            </p:nvSpPr>
            <p:spPr>
              <a:xfrm>
                <a:off x="5648325" y="1666875"/>
                <a:ext cx="1125672" cy="666506"/>
              </a:xfrm>
              <a:custGeom>
                <a:avLst/>
                <a:gdLst/>
                <a:ahLst/>
                <a:cxnLst/>
                <a:rect l="l" t="t" r="r" b="b"/>
                <a:pathLst>
                  <a:path w="849" h="394">
                    <a:moveTo>
                      <a:pt x="0" y="0"/>
                    </a:moveTo>
                    <a:moveTo>
                      <a:pt x="848" y="356"/>
                    </a:moveTo>
                    <a:lnTo>
                      <a:pt x="845" y="359"/>
                    </a:lnTo>
                    <a:lnTo>
                      <a:pt x="844" y="361"/>
                    </a:lnTo>
                    <a:lnTo>
                      <a:pt x="845" y="365"/>
                    </a:lnTo>
                    <a:lnTo>
                      <a:pt x="846" y="368"/>
                    </a:lnTo>
                    <a:lnTo>
                      <a:pt x="844" y="371"/>
                    </a:lnTo>
                    <a:lnTo>
                      <a:pt x="840" y="373"/>
                    </a:lnTo>
                    <a:lnTo>
                      <a:pt x="834" y="374"/>
                    </a:lnTo>
                    <a:lnTo>
                      <a:pt x="829" y="374"/>
                    </a:lnTo>
                    <a:lnTo>
                      <a:pt x="827" y="376"/>
                    </a:lnTo>
                    <a:lnTo>
                      <a:pt x="825" y="380"/>
                    </a:lnTo>
                    <a:lnTo>
                      <a:pt x="823" y="383"/>
                    </a:lnTo>
                    <a:lnTo>
                      <a:pt x="821" y="385"/>
                    </a:lnTo>
                    <a:lnTo>
                      <a:pt x="817" y="388"/>
                    </a:lnTo>
                    <a:lnTo>
                      <a:pt x="814" y="390"/>
                    </a:lnTo>
                    <a:lnTo>
                      <a:pt x="810" y="393"/>
                    </a:lnTo>
                    <a:lnTo>
                      <a:pt x="805" y="394"/>
                    </a:lnTo>
                    <a:lnTo>
                      <a:pt x="801" y="392"/>
                    </a:lnTo>
                    <a:lnTo>
                      <a:pt x="797" y="388"/>
                    </a:lnTo>
                    <a:lnTo>
                      <a:pt x="794" y="384"/>
                    </a:lnTo>
                    <a:lnTo>
                      <a:pt x="790" y="384"/>
                    </a:lnTo>
                    <a:lnTo>
                      <a:pt x="787" y="385"/>
                    </a:lnTo>
                    <a:lnTo>
                      <a:pt x="782" y="386"/>
                    </a:lnTo>
                    <a:lnTo>
                      <a:pt x="779" y="386"/>
                    </a:lnTo>
                    <a:lnTo>
                      <a:pt x="777" y="383"/>
                    </a:lnTo>
                    <a:lnTo>
                      <a:pt x="775" y="380"/>
                    </a:lnTo>
                    <a:lnTo>
                      <a:pt x="773" y="379"/>
                    </a:lnTo>
                    <a:lnTo>
                      <a:pt x="770" y="378"/>
                    </a:lnTo>
                    <a:lnTo>
                      <a:pt x="766" y="377"/>
                    </a:lnTo>
                    <a:lnTo>
                      <a:pt x="764" y="374"/>
                    </a:lnTo>
                    <a:lnTo>
                      <a:pt x="763" y="371"/>
                    </a:lnTo>
                    <a:lnTo>
                      <a:pt x="763" y="368"/>
                    </a:lnTo>
                    <a:lnTo>
                      <a:pt x="762" y="365"/>
                    </a:lnTo>
                    <a:lnTo>
                      <a:pt x="762" y="362"/>
                    </a:lnTo>
                    <a:lnTo>
                      <a:pt x="764" y="359"/>
                    </a:lnTo>
                    <a:lnTo>
                      <a:pt x="768" y="356"/>
                    </a:lnTo>
                    <a:lnTo>
                      <a:pt x="772" y="353"/>
                    </a:lnTo>
                    <a:lnTo>
                      <a:pt x="772" y="351"/>
                    </a:lnTo>
                    <a:lnTo>
                      <a:pt x="769" y="348"/>
                    </a:lnTo>
                    <a:lnTo>
                      <a:pt x="765" y="344"/>
                    </a:lnTo>
                    <a:lnTo>
                      <a:pt x="763" y="339"/>
                    </a:lnTo>
                    <a:lnTo>
                      <a:pt x="765" y="336"/>
                    </a:lnTo>
                    <a:lnTo>
                      <a:pt x="768" y="334"/>
                    </a:lnTo>
                    <a:lnTo>
                      <a:pt x="772" y="333"/>
                    </a:lnTo>
                    <a:lnTo>
                      <a:pt x="774" y="331"/>
                    </a:lnTo>
                    <a:lnTo>
                      <a:pt x="776" y="329"/>
                    </a:lnTo>
                    <a:lnTo>
                      <a:pt x="779" y="327"/>
                    </a:lnTo>
                    <a:lnTo>
                      <a:pt x="782" y="327"/>
                    </a:lnTo>
                    <a:lnTo>
                      <a:pt x="786" y="327"/>
                    </a:lnTo>
                    <a:lnTo>
                      <a:pt x="788" y="326"/>
                    </a:lnTo>
                    <a:lnTo>
                      <a:pt x="791" y="324"/>
                    </a:lnTo>
                    <a:lnTo>
                      <a:pt x="794" y="323"/>
                    </a:lnTo>
                    <a:lnTo>
                      <a:pt x="797" y="323"/>
                    </a:lnTo>
                    <a:lnTo>
                      <a:pt x="800" y="325"/>
                    </a:lnTo>
                    <a:lnTo>
                      <a:pt x="803" y="326"/>
                    </a:lnTo>
                    <a:lnTo>
                      <a:pt x="807" y="324"/>
                    </a:lnTo>
                    <a:lnTo>
                      <a:pt x="812" y="321"/>
                    </a:lnTo>
                    <a:lnTo>
                      <a:pt x="817" y="319"/>
                    </a:lnTo>
                    <a:lnTo>
                      <a:pt x="821" y="321"/>
                    </a:lnTo>
                    <a:lnTo>
                      <a:pt x="824" y="325"/>
                    </a:lnTo>
                    <a:lnTo>
                      <a:pt x="824" y="330"/>
                    </a:lnTo>
                    <a:lnTo>
                      <a:pt x="826" y="334"/>
                    </a:lnTo>
                    <a:lnTo>
                      <a:pt x="828" y="336"/>
                    </a:lnTo>
                    <a:lnTo>
                      <a:pt x="831" y="338"/>
                    </a:lnTo>
                    <a:lnTo>
                      <a:pt x="833" y="340"/>
                    </a:lnTo>
                    <a:lnTo>
                      <a:pt x="836" y="342"/>
                    </a:lnTo>
                    <a:lnTo>
                      <a:pt x="839" y="345"/>
                    </a:lnTo>
                    <a:lnTo>
                      <a:pt x="843" y="347"/>
                    </a:lnTo>
                    <a:lnTo>
                      <a:pt x="847" y="349"/>
                    </a:lnTo>
                    <a:lnTo>
                      <a:pt x="849" y="352"/>
                    </a:lnTo>
                    <a:close/>
                  </a:path>
                </a:pathLst>
              </a:custGeom>
              <a:solidFill>
                <a:srgbClr val="41B796">
                  <a:alpha val="36000"/>
                </a:srgbClr>
              </a:solidFill>
              <a:ln>
                <a:noFill/>
              </a:ln>
            </p:spPr>
            <p:txBody>
              <a:bodyPr anchor="ctr"/>
              <a:lstStyle/>
              <a:p>
                <a:pPr algn="ctr">
                  <a:buNone/>
                </a:pPr>
              </a:p>
            </p:txBody>
          </p:sp>
          <p:sp>
            <p:nvSpPr>
              <p:cNvPr id="791" name="addition:spatial:173"/>
              <p:cNvSpPr>
                <a:spLocks noGrp="1"/>
              </p:cNvSpPr>
              <p:nvPr/>
            </p:nvSpPr>
            <p:spPr>
              <a:xfrm>
                <a:off x="5648325" y="1666875"/>
                <a:ext cx="1083244" cy="549783"/>
              </a:xfrm>
              <a:custGeom>
                <a:avLst/>
                <a:gdLst/>
                <a:ahLst/>
                <a:cxnLst/>
                <a:rect l="l" t="t" r="r" b="b"/>
                <a:pathLst>
                  <a:path w="817" h="325">
                    <a:moveTo>
                      <a:pt x="0" y="0"/>
                    </a:moveTo>
                    <a:moveTo>
                      <a:pt x="812" y="296"/>
                    </a:moveTo>
                    <a:lnTo>
                      <a:pt x="811" y="299"/>
                    </a:lnTo>
                    <a:lnTo>
                      <a:pt x="809" y="301"/>
                    </a:lnTo>
                    <a:lnTo>
                      <a:pt x="806" y="303"/>
                    </a:lnTo>
                    <a:lnTo>
                      <a:pt x="804" y="305"/>
                    </a:lnTo>
                    <a:lnTo>
                      <a:pt x="804" y="307"/>
                    </a:lnTo>
                    <a:lnTo>
                      <a:pt x="805" y="311"/>
                    </a:lnTo>
                    <a:lnTo>
                      <a:pt x="807" y="315"/>
                    </a:lnTo>
                    <a:lnTo>
                      <a:pt x="807" y="319"/>
                    </a:lnTo>
                    <a:lnTo>
                      <a:pt x="804" y="321"/>
                    </a:lnTo>
                    <a:lnTo>
                      <a:pt x="800" y="321"/>
                    </a:lnTo>
                    <a:lnTo>
                      <a:pt x="796" y="320"/>
                    </a:lnTo>
                    <a:lnTo>
                      <a:pt x="794" y="321"/>
                    </a:lnTo>
                    <a:lnTo>
                      <a:pt x="792" y="323"/>
                    </a:lnTo>
                    <a:lnTo>
                      <a:pt x="790" y="325"/>
                    </a:lnTo>
                    <a:lnTo>
                      <a:pt x="788" y="325"/>
                    </a:lnTo>
                    <a:lnTo>
                      <a:pt x="785" y="324"/>
                    </a:lnTo>
                    <a:lnTo>
                      <a:pt x="783" y="323"/>
                    </a:lnTo>
                    <a:lnTo>
                      <a:pt x="781" y="324"/>
                    </a:lnTo>
                    <a:lnTo>
                      <a:pt x="778" y="324"/>
                    </a:lnTo>
                    <a:lnTo>
                      <a:pt x="776" y="324"/>
                    </a:lnTo>
                    <a:lnTo>
                      <a:pt x="774" y="324"/>
                    </a:lnTo>
                    <a:lnTo>
                      <a:pt x="771" y="323"/>
                    </a:lnTo>
                    <a:lnTo>
                      <a:pt x="768" y="323"/>
                    </a:lnTo>
                    <a:lnTo>
                      <a:pt x="764" y="324"/>
                    </a:lnTo>
                    <a:lnTo>
                      <a:pt x="760" y="324"/>
                    </a:lnTo>
                    <a:lnTo>
                      <a:pt x="758" y="321"/>
                    </a:lnTo>
                    <a:lnTo>
                      <a:pt x="759" y="316"/>
                    </a:lnTo>
                    <a:lnTo>
                      <a:pt x="760" y="312"/>
                    </a:lnTo>
                    <a:lnTo>
                      <a:pt x="760" y="309"/>
                    </a:lnTo>
                    <a:lnTo>
                      <a:pt x="758" y="307"/>
                    </a:lnTo>
                    <a:lnTo>
                      <a:pt x="755" y="306"/>
                    </a:lnTo>
                    <a:lnTo>
                      <a:pt x="752" y="304"/>
                    </a:lnTo>
                    <a:lnTo>
                      <a:pt x="750" y="301"/>
                    </a:lnTo>
                    <a:lnTo>
                      <a:pt x="749" y="299"/>
                    </a:lnTo>
                    <a:lnTo>
                      <a:pt x="748" y="296"/>
                    </a:lnTo>
                    <a:lnTo>
                      <a:pt x="746" y="293"/>
                    </a:lnTo>
                    <a:lnTo>
                      <a:pt x="746" y="290"/>
                    </a:lnTo>
                    <a:lnTo>
                      <a:pt x="747" y="288"/>
                    </a:lnTo>
                    <a:lnTo>
                      <a:pt x="749" y="286"/>
                    </a:lnTo>
                    <a:lnTo>
                      <a:pt x="751" y="283"/>
                    </a:lnTo>
                    <a:lnTo>
                      <a:pt x="751" y="281"/>
                    </a:lnTo>
                    <a:lnTo>
                      <a:pt x="751" y="278"/>
                    </a:lnTo>
                    <a:lnTo>
                      <a:pt x="753" y="276"/>
                    </a:lnTo>
                    <a:lnTo>
                      <a:pt x="757" y="275"/>
                    </a:lnTo>
                    <a:lnTo>
                      <a:pt x="761" y="276"/>
                    </a:lnTo>
                    <a:lnTo>
                      <a:pt x="765" y="276"/>
                    </a:lnTo>
                    <a:lnTo>
                      <a:pt x="767" y="274"/>
                    </a:lnTo>
                    <a:lnTo>
                      <a:pt x="768" y="270"/>
                    </a:lnTo>
                    <a:lnTo>
                      <a:pt x="770" y="266"/>
                    </a:lnTo>
                    <a:lnTo>
                      <a:pt x="773" y="264"/>
                    </a:lnTo>
                    <a:lnTo>
                      <a:pt x="776" y="263"/>
                    </a:lnTo>
                    <a:lnTo>
                      <a:pt x="780" y="263"/>
                    </a:lnTo>
                    <a:lnTo>
                      <a:pt x="784" y="264"/>
                    </a:lnTo>
                    <a:lnTo>
                      <a:pt x="787" y="265"/>
                    </a:lnTo>
                    <a:lnTo>
                      <a:pt x="790" y="267"/>
                    </a:lnTo>
                    <a:lnTo>
                      <a:pt x="792" y="270"/>
                    </a:lnTo>
                    <a:lnTo>
                      <a:pt x="794" y="272"/>
                    </a:lnTo>
                    <a:lnTo>
                      <a:pt x="797" y="273"/>
                    </a:lnTo>
                    <a:lnTo>
                      <a:pt x="800" y="273"/>
                    </a:lnTo>
                    <a:lnTo>
                      <a:pt x="804" y="272"/>
                    </a:lnTo>
                    <a:lnTo>
                      <a:pt x="807" y="274"/>
                    </a:lnTo>
                    <a:lnTo>
                      <a:pt x="808" y="277"/>
                    </a:lnTo>
                    <a:lnTo>
                      <a:pt x="808" y="280"/>
                    </a:lnTo>
                    <a:lnTo>
                      <a:pt x="809" y="282"/>
                    </a:lnTo>
                    <a:lnTo>
                      <a:pt x="812" y="283"/>
                    </a:lnTo>
                    <a:lnTo>
                      <a:pt x="815" y="285"/>
                    </a:lnTo>
                    <a:lnTo>
                      <a:pt x="817" y="287"/>
                    </a:lnTo>
                    <a:lnTo>
                      <a:pt x="816" y="290"/>
                    </a:lnTo>
                    <a:lnTo>
                      <a:pt x="814" y="293"/>
                    </a:lnTo>
                    <a:close/>
                  </a:path>
                </a:pathLst>
              </a:custGeom>
              <a:solidFill>
                <a:srgbClr val="69C6AD">
                  <a:alpha val="32000"/>
                </a:srgbClr>
              </a:solidFill>
              <a:ln>
                <a:noFill/>
              </a:ln>
            </p:spPr>
            <p:txBody>
              <a:bodyPr anchor="ctr"/>
              <a:lstStyle/>
              <a:p>
                <a:pPr algn="ctr">
                  <a:buNone/>
                </a:pPr>
              </a:p>
            </p:txBody>
          </p:sp>
          <p:sp>
            <p:nvSpPr>
              <p:cNvPr id="792" name="addition:spatial:174"/>
              <p:cNvSpPr>
                <a:spLocks noGrp="1"/>
              </p:cNvSpPr>
              <p:nvPr/>
            </p:nvSpPr>
            <p:spPr>
              <a:xfrm>
                <a:off x="5648325" y="1666875"/>
                <a:ext cx="1182685" cy="620832"/>
              </a:xfrm>
              <a:custGeom>
                <a:avLst/>
                <a:gdLst/>
                <a:ahLst/>
                <a:cxnLst/>
                <a:rect l="l" t="t" r="r" b="b"/>
                <a:pathLst>
                  <a:path w="892" h="367">
                    <a:moveTo>
                      <a:pt x="0" y="0"/>
                    </a:moveTo>
                    <a:moveTo>
                      <a:pt x="890" y="340"/>
                    </a:moveTo>
                    <a:lnTo>
                      <a:pt x="888" y="343"/>
                    </a:lnTo>
                    <a:lnTo>
                      <a:pt x="886" y="345"/>
                    </a:lnTo>
                    <a:lnTo>
                      <a:pt x="884" y="347"/>
                    </a:lnTo>
                    <a:lnTo>
                      <a:pt x="881" y="348"/>
                    </a:lnTo>
                    <a:lnTo>
                      <a:pt x="878" y="350"/>
                    </a:lnTo>
                    <a:lnTo>
                      <a:pt x="876" y="352"/>
                    </a:lnTo>
                    <a:lnTo>
                      <a:pt x="876" y="354"/>
                    </a:lnTo>
                    <a:lnTo>
                      <a:pt x="877" y="358"/>
                    </a:lnTo>
                    <a:lnTo>
                      <a:pt x="877" y="361"/>
                    </a:lnTo>
                    <a:lnTo>
                      <a:pt x="874" y="363"/>
                    </a:lnTo>
                    <a:lnTo>
                      <a:pt x="870" y="363"/>
                    </a:lnTo>
                    <a:lnTo>
                      <a:pt x="866" y="363"/>
                    </a:lnTo>
                    <a:lnTo>
                      <a:pt x="864" y="364"/>
                    </a:lnTo>
                    <a:lnTo>
                      <a:pt x="861" y="366"/>
                    </a:lnTo>
                    <a:lnTo>
                      <a:pt x="859" y="367"/>
                    </a:lnTo>
                    <a:lnTo>
                      <a:pt x="856" y="367"/>
                    </a:lnTo>
                    <a:lnTo>
                      <a:pt x="853" y="366"/>
                    </a:lnTo>
                    <a:lnTo>
                      <a:pt x="851" y="365"/>
                    </a:lnTo>
                    <a:lnTo>
                      <a:pt x="849" y="364"/>
                    </a:lnTo>
                    <a:lnTo>
                      <a:pt x="846" y="364"/>
                    </a:lnTo>
                    <a:lnTo>
                      <a:pt x="844" y="363"/>
                    </a:lnTo>
                    <a:lnTo>
                      <a:pt x="842" y="362"/>
                    </a:lnTo>
                    <a:lnTo>
                      <a:pt x="840" y="362"/>
                    </a:lnTo>
                    <a:lnTo>
                      <a:pt x="837" y="362"/>
                    </a:lnTo>
                    <a:lnTo>
                      <a:pt x="833" y="363"/>
                    </a:lnTo>
                    <a:lnTo>
                      <a:pt x="829" y="363"/>
                    </a:lnTo>
                    <a:lnTo>
                      <a:pt x="827" y="361"/>
                    </a:lnTo>
                    <a:lnTo>
                      <a:pt x="828" y="357"/>
                    </a:lnTo>
                    <a:lnTo>
                      <a:pt x="830" y="353"/>
                    </a:lnTo>
                    <a:lnTo>
                      <a:pt x="831" y="350"/>
                    </a:lnTo>
                    <a:lnTo>
                      <a:pt x="830" y="348"/>
                    </a:lnTo>
                    <a:lnTo>
                      <a:pt x="828" y="347"/>
                    </a:lnTo>
                    <a:lnTo>
                      <a:pt x="826" y="345"/>
                    </a:lnTo>
                    <a:lnTo>
                      <a:pt x="825" y="342"/>
                    </a:lnTo>
                    <a:lnTo>
                      <a:pt x="825" y="340"/>
                    </a:lnTo>
                    <a:lnTo>
                      <a:pt x="824" y="338"/>
                    </a:lnTo>
                    <a:lnTo>
                      <a:pt x="823" y="335"/>
                    </a:lnTo>
                    <a:lnTo>
                      <a:pt x="822" y="333"/>
                    </a:lnTo>
                    <a:lnTo>
                      <a:pt x="822" y="330"/>
                    </a:lnTo>
                    <a:lnTo>
                      <a:pt x="824" y="329"/>
                    </a:lnTo>
                    <a:lnTo>
                      <a:pt x="825" y="327"/>
                    </a:lnTo>
                    <a:lnTo>
                      <a:pt x="826" y="324"/>
                    </a:lnTo>
                    <a:lnTo>
                      <a:pt x="826" y="321"/>
                    </a:lnTo>
                    <a:lnTo>
                      <a:pt x="828" y="319"/>
                    </a:lnTo>
                    <a:lnTo>
                      <a:pt x="831" y="319"/>
                    </a:lnTo>
                    <a:lnTo>
                      <a:pt x="835" y="320"/>
                    </a:lnTo>
                    <a:lnTo>
                      <a:pt x="839" y="321"/>
                    </a:lnTo>
                    <a:lnTo>
                      <a:pt x="841" y="320"/>
                    </a:lnTo>
                    <a:lnTo>
                      <a:pt x="842" y="318"/>
                    </a:lnTo>
                    <a:lnTo>
                      <a:pt x="844" y="315"/>
                    </a:lnTo>
                    <a:lnTo>
                      <a:pt x="847" y="312"/>
                    </a:lnTo>
                    <a:lnTo>
                      <a:pt x="850" y="312"/>
                    </a:lnTo>
                    <a:lnTo>
                      <a:pt x="854" y="312"/>
                    </a:lnTo>
                    <a:lnTo>
                      <a:pt x="857" y="312"/>
                    </a:lnTo>
                    <a:lnTo>
                      <a:pt x="861" y="312"/>
                    </a:lnTo>
                    <a:lnTo>
                      <a:pt x="864" y="314"/>
                    </a:lnTo>
                    <a:lnTo>
                      <a:pt x="866" y="316"/>
                    </a:lnTo>
                    <a:lnTo>
                      <a:pt x="868" y="319"/>
                    </a:lnTo>
                    <a:lnTo>
                      <a:pt x="870" y="321"/>
                    </a:lnTo>
                    <a:lnTo>
                      <a:pt x="874" y="321"/>
                    </a:lnTo>
                    <a:lnTo>
                      <a:pt x="878" y="321"/>
                    </a:lnTo>
                    <a:lnTo>
                      <a:pt x="880" y="323"/>
                    </a:lnTo>
                    <a:lnTo>
                      <a:pt x="881" y="325"/>
                    </a:lnTo>
                    <a:lnTo>
                      <a:pt x="881" y="328"/>
                    </a:lnTo>
                    <a:lnTo>
                      <a:pt x="882" y="330"/>
                    </a:lnTo>
                    <a:lnTo>
                      <a:pt x="885" y="331"/>
                    </a:lnTo>
                    <a:lnTo>
                      <a:pt x="889" y="333"/>
                    </a:lnTo>
                    <a:lnTo>
                      <a:pt x="892" y="335"/>
                    </a:lnTo>
                    <a:lnTo>
                      <a:pt x="892" y="338"/>
                    </a:lnTo>
                    <a:close/>
                  </a:path>
                </a:pathLst>
              </a:custGeom>
              <a:solidFill>
                <a:srgbClr val="69C6AD">
                  <a:alpha val="32000"/>
                </a:srgbClr>
              </a:solidFill>
              <a:ln>
                <a:noFill/>
              </a:ln>
            </p:spPr>
            <p:txBody>
              <a:bodyPr anchor="ctr"/>
              <a:lstStyle/>
              <a:p>
                <a:pPr algn="ctr">
                  <a:buNone/>
                </a:pPr>
              </a:p>
            </p:txBody>
          </p:sp>
          <p:sp>
            <p:nvSpPr>
              <p:cNvPr id="793" name="addition:spatial:175"/>
              <p:cNvSpPr>
                <a:spLocks noGrp="1"/>
              </p:cNvSpPr>
              <p:nvPr/>
            </p:nvSpPr>
            <p:spPr>
              <a:xfrm>
                <a:off x="5648325" y="1666875"/>
                <a:ext cx="1243675" cy="593766"/>
              </a:xfrm>
              <a:custGeom>
                <a:avLst/>
                <a:gdLst/>
                <a:ahLst/>
                <a:cxnLst/>
                <a:rect l="l" t="t" r="r" b="b"/>
                <a:pathLst>
                  <a:path w="938" h="351">
                    <a:moveTo>
                      <a:pt x="0" y="0"/>
                    </a:moveTo>
                    <a:moveTo>
                      <a:pt x="937" y="322"/>
                    </a:moveTo>
                    <a:lnTo>
                      <a:pt x="936" y="324"/>
                    </a:lnTo>
                    <a:lnTo>
                      <a:pt x="936" y="327"/>
                    </a:lnTo>
                    <a:lnTo>
                      <a:pt x="937" y="329"/>
                    </a:lnTo>
                    <a:lnTo>
                      <a:pt x="937" y="332"/>
                    </a:lnTo>
                    <a:lnTo>
                      <a:pt x="936" y="334"/>
                    </a:lnTo>
                    <a:lnTo>
                      <a:pt x="935" y="336"/>
                    </a:lnTo>
                    <a:lnTo>
                      <a:pt x="934" y="338"/>
                    </a:lnTo>
                    <a:lnTo>
                      <a:pt x="935" y="341"/>
                    </a:lnTo>
                    <a:lnTo>
                      <a:pt x="934" y="345"/>
                    </a:lnTo>
                    <a:lnTo>
                      <a:pt x="933" y="346"/>
                    </a:lnTo>
                    <a:lnTo>
                      <a:pt x="930" y="346"/>
                    </a:lnTo>
                    <a:lnTo>
                      <a:pt x="927" y="344"/>
                    </a:lnTo>
                    <a:lnTo>
                      <a:pt x="925" y="343"/>
                    </a:lnTo>
                    <a:lnTo>
                      <a:pt x="923" y="343"/>
                    </a:lnTo>
                    <a:lnTo>
                      <a:pt x="922" y="346"/>
                    </a:lnTo>
                    <a:lnTo>
                      <a:pt x="921" y="348"/>
                    </a:lnTo>
                    <a:lnTo>
                      <a:pt x="919" y="350"/>
                    </a:lnTo>
                    <a:lnTo>
                      <a:pt x="917" y="350"/>
                    </a:lnTo>
                    <a:lnTo>
                      <a:pt x="915" y="350"/>
                    </a:lnTo>
                    <a:lnTo>
                      <a:pt x="912" y="351"/>
                    </a:lnTo>
                    <a:lnTo>
                      <a:pt x="910" y="351"/>
                    </a:lnTo>
                    <a:lnTo>
                      <a:pt x="908" y="349"/>
                    </a:lnTo>
                    <a:lnTo>
                      <a:pt x="906" y="346"/>
                    </a:lnTo>
                    <a:lnTo>
                      <a:pt x="905" y="344"/>
                    </a:lnTo>
                    <a:lnTo>
                      <a:pt x="903" y="342"/>
                    </a:lnTo>
                    <a:lnTo>
                      <a:pt x="901" y="342"/>
                    </a:lnTo>
                    <a:lnTo>
                      <a:pt x="898" y="341"/>
                    </a:lnTo>
                    <a:lnTo>
                      <a:pt x="897" y="338"/>
                    </a:lnTo>
                    <a:lnTo>
                      <a:pt x="897" y="335"/>
                    </a:lnTo>
                    <a:lnTo>
                      <a:pt x="897" y="332"/>
                    </a:lnTo>
                    <a:lnTo>
                      <a:pt x="896" y="330"/>
                    </a:lnTo>
                    <a:lnTo>
                      <a:pt x="893" y="329"/>
                    </a:lnTo>
                    <a:lnTo>
                      <a:pt x="890" y="327"/>
                    </a:lnTo>
                    <a:lnTo>
                      <a:pt x="888" y="325"/>
                    </a:lnTo>
                    <a:lnTo>
                      <a:pt x="888" y="322"/>
                    </a:lnTo>
                    <a:lnTo>
                      <a:pt x="889" y="320"/>
                    </a:lnTo>
                    <a:lnTo>
                      <a:pt x="890" y="317"/>
                    </a:lnTo>
                    <a:lnTo>
                      <a:pt x="891" y="315"/>
                    </a:lnTo>
                    <a:lnTo>
                      <a:pt x="893" y="313"/>
                    </a:lnTo>
                    <a:lnTo>
                      <a:pt x="895" y="311"/>
                    </a:lnTo>
                    <a:lnTo>
                      <a:pt x="898" y="311"/>
                    </a:lnTo>
                    <a:lnTo>
                      <a:pt x="900" y="309"/>
                    </a:lnTo>
                    <a:lnTo>
                      <a:pt x="900" y="306"/>
                    </a:lnTo>
                    <a:lnTo>
                      <a:pt x="900" y="303"/>
                    </a:lnTo>
                    <a:lnTo>
                      <a:pt x="901" y="299"/>
                    </a:lnTo>
                    <a:lnTo>
                      <a:pt x="903" y="298"/>
                    </a:lnTo>
                    <a:lnTo>
                      <a:pt x="906" y="298"/>
                    </a:lnTo>
                    <a:lnTo>
                      <a:pt x="908" y="298"/>
                    </a:lnTo>
                    <a:lnTo>
                      <a:pt x="910" y="297"/>
                    </a:lnTo>
                    <a:lnTo>
                      <a:pt x="912" y="294"/>
                    </a:lnTo>
                    <a:lnTo>
                      <a:pt x="914" y="293"/>
                    </a:lnTo>
                    <a:lnTo>
                      <a:pt x="917" y="293"/>
                    </a:lnTo>
                    <a:lnTo>
                      <a:pt x="919" y="295"/>
                    </a:lnTo>
                    <a:lnTo>
                      <a:pt x="921" y="296"/>
                    </a:lnTo>
                    <a:lnTo>
                      <a:pt x="923" y="297"/>
                    </a:lnTo>
                    <a:lnTo>
                      <a:pt x="925" y="298"/>
                    </a:lnTo>
                    <a:lnTo>
                      <a:pt x="926" y="300"/>
                    </a:lnTo>
                    <a:lnTo>
                      <a:pt x="927" y="301"/>
                    </a:lnTo>
                    <a:lnTo>
                      <a:pt x="929" y="302"/>
                    </a:lnTo>
                    <a:lnTo>
                      <a:pt x="931" y="302"/>
                    </a:lnTo>
                    <a:lnTo>
                      <a:pt x="934" y="301"/>
                    </a:lnTo>
                    <a:lnTo>
                      <a:pt x="937" y="301"/>
                    </a:lnTo>
                    <a:lnTo>
                      <a:pt x="938" y="303"/>
                    </a:lnTo>
                    <a:lnTo>
                      <a:pt x="938" y="307"/>
                    </a:lnTo>
                    <a:lnTo>
                      <a:pt x="936" y="311"/>
                    </a:lnTo>
                    <a:lnTo>
                      <a:pt x="935" y="313"/>
                    </a:lnTo>
                    <a:lnTo>
                      <a:pt x="936" y="316"/>
                    </a:lnTo>
                    <a:lnTo>
                      <a:pt x="937" y="318"/>
                    </a:lnTo>
                    <a:lnTo>
                      <a:pt x="937" y="320"/>
                    </a:lnTo>
                    <a:close/>
                  </a:path>
                </a:pathLst>
              </a:custGeom>
              <a:solidFill>
                <a:srgbClr val="86D1BC">
                  <a:alpha val="24000"/>
                </a:srgbClr>
              </a:solidFill>
              <a:ln>
                <a:noFill/>
              </a:ln>
            </p:spPr>
            <p:txBody>
              <a:bodyPr anchor="ctr"/>
              <a:lstStyle/>
              <a:p>
                <a:pPr algn="ctr">
                  <a:buNone/>
                </a:pPr>
              </a:p>
            </p:txBody>
          </p:sp>
          <p:sp>
            <p:nvSpPr>
              <p:cNvPr id="794" name="addition:spatial:176"/>
              <p:cNvSpPr>
                <a:spLocks noGrp="1"/>
              </p:cNvSpPr>
              <p:nvPr/>
            </p:nvSpPr>
            <p:spPr>
              <a:xfrm>
                <a:off x="5648325" y="1666875"/>
                <a:ext cx="1199921" cy="691881"/>
              </a:xfrm>
              <a:custGeom>
                <a:avLst/>
                <a:gdLst/>
                <a:ahLst/>
                <a:cxnLst/>
                <a:rect l="l" t="t" r="r" b="b"/>
                <a:pathLst>
                  <a:path w="905" h="409">
                    <a:moveTo>
                      <a:pt x="0" y="0"/>
                    </a:moveTo>
                    <a:moveTo>
                      <a:pt x="904" y="378"/>
                    </a:moveTo>
                    <a:lnTo>
                      <a:pt x="905" y="381"/>
                    </a:lnTo>
                    <a:lnTo>
                      <a:pt x="904" y="383"/>
                    </a:lnTo>
                    <a:lnTo>
                      <a:pt x="902" y="385"/>
                    </a:lnTo>
                    <a:lnTo>
                      <a:pt x="901" y="387"/>
                    </a:lnTo>
                    <a:lnTo>
                      <a:pt x="901" y="390"/>
                    </a:lnTo>
                    <a:lnTo>
                      <a:pt x="901" y="392"/>
                    </a:lnTo>
                    <a:lnTo>
                      <a:pt x="900" y="395"/>
                    </a:lnTo>
                    <a:lnTo>
                      <a:pt x="898" y="396"/>
                    </a:lnTo>
                    <a:lnTo>
                      <a:pt x="896" y="396"/>
                    </a:lnTo>
                    <a:lnTo>
                      <a:pt x="893" y="397"/>
                    </a:lnTo>
                    <a:lnTo>
                      <a:pt x="892" y="398"/>
                    </a:lnTo>
                    <a:lnTo>
                      <a:pt x="891" y="400"/>
                    </a:lnTo>
                    <a:lnTo>
                      <a:pt x="889" y="401"/>
                    </a:lnTo>
                    <a:lnTo>
                      <a:pt x="887" y="403"/>
                    </a:lnTo>
                    <a:lnTo>
                      <a:pt x="885" y="404"/>
                    </a:lnTo>
                    <a:lnTo>
                      <a:pt x="883" y="406"/>
                    </a:lnTo>
                    <a:lnTo>
                      <a:pt x="881" y="409"/>
                    </a:lnTo>
                    <a:lnTo>
                      <a:pt x="878" y="409"/>
                    </a:lnTo>
                    <a:lnTo>
                      <a:pt x="876" y="407"/>
                    </a:lnTo>
                    <a:lnTo>
                      <a:pt x="874" y="404"/>
                    </a:lnTo>
                    <a:lnTo>
                      <a:pt x="873" y="400"/>
                    </a:lnTo>
                    <a:lnTo>
                      <a:pt x="872" y="399"/>
                    </a:lnTo>
                    <a:lnTo>
                      <a:pt x="870" y="399"/>
                    </a:lnTo>
                    <a:lnTo>
                      <a:pt x="867" y="399"/>
                    </a:lnTo>
                    <a:lnTo>
                      <a:pt x="865" y="399"/>
                    </a:lnTo>
                    <a:lnTo>
                      <a:pt x="864" y="397"/>
                    </a:lnTo>
                    <a:lnTo>
                      <a:pt x="863" y="395"/>
                    </a:lnTo>
                    <a:lnTo>
                      <a:pt x="862" y="394"/>
                    </a:lnTo>
                    <a:lnTo>
                      <a:pt x="860" y="392"/>
                    </a:lnTo>
                    <a:lnTo>
                      <a:pt x="859" y="390"/>
                    </a:lnTo>
                    <a:lnTo>
                      <a:pt x="858" y="388"/>
                    </a:lnTo>
                    <a:lnTo>
                      <a:pt x="859" y="386"/>
                    </a:lnTo>
                    <a:lnTo>
                      <a:pt x="858" y="383"/>
                    </a:lnTo>
                    <a:lnTo>
                      <a:pt x="858" y="381"/>
                    </a:lnTo>
                    <a:lnTo>
                      <a:pt x="858" y="378"/>
                    </a:lnTo>
                    <a:lnTo>
                      <a:pt x="859" y="376"/>
                    </a:lnTo>
                    <a:lnTo>
                      <a:pt x="862" y="374"/>
                    </a:lnTo>
                    <a:lnTo>
                      <a:pt x="864" y="373"/>
                    </a:lnTo>
                    <a:lnTo>
                      <a:pt x="865" y="371"/>
                    </a:lnTo>
                    <a:lnTo>
                      <a:pt x="865" y="368"/>
                    </a:lnTo>
                    <a:lnTo>
                      <a:pt x="864" y="365"/>
                    </a:lnTo>
                    <a:lnTo>
                      <a:pt x="863" y="361"/>
                    </a:lnTo>
                    <a:lnTo>
                      <a:pt x="864" y="359"/>
                    </a:lnTo>
                    <a:lnTo>
                      <a:pt x="866" y="357"/>
                    </a:lnTo>
                    <a:lnTo>
                      <a:pt x="867" y="356"/>
                    </a:lnTo>
                    <a:lnTo>
                      <a:pt x="869" y="355"/>
                    </a:lnTo>
                    <a:lnTo>
                      <a:pt x="871" y="354"/>
                    </a:lnTo>
                    <a:lnTo>
                      <a:pt x="873" y="354"/>
                    </a:lnTo>
                    <a:lnTo>
                      <a:pt x="875" y="355"/>
                    </a:lnTo>
                    <a:lnTo>
                      <a:pt x="876" y="355"/>
                    </a:lnTo>
                    <a:lnTo>
                      <a:pt x="878" y="355"/>
                    </a:lnTo>
                    <a:lnTo>
                      <a:pt x="879" y="353"/>
                    </a:lnTo>
                    <a:lnTo>
                      <a:pt x="881" y="352"/>
                    </a:lnTo>
                    <a:lnTo>
                      <a:pt x="882" y="352"/>
                    </a:lnTo>
                    <a:lnTo>
                      <a:pt x="884" y="354"/>
                    </a:lnTo>
                    <a:lnTo>
                      <a:pt x="885" y="356"/>
                    </a:lnTo>
                    <a:lnTo>
                      <a:pt x="887" y="355"/>
                    </a:lnTo>
                    <a:lnTo>
                      <a:pt x="889" y="354"/>
                    </a:lnTo>
                    <a:lnTo>
                      <a:pt x="892" y="353"/>
                    </a:lnTo>
                    <a:lnTo>
                      <a:pt x="894" y="355"/>
                    </a:lnTo>
                    <a:lnTo>
                      <a:pt x="895" y="357"/>
                    </a:lnTo>
                    <a:lnTo>
                      <a:pt x="895" y="361"/>
                    </a:lnTo>
                    <a:lnTo>
                      <a:pt x="895" y="364"/>
                    </a:lnTo>
                    <a:lnTo>
                      <a:pt x="896" y="366"/>
                    </a:lnTo>
                    <a:lnTo>
                      <a:pt x="896" y="368"/>
                    </a:lnTo>
                    <a:lnTo>
                      <a:pt x="897" y="370"/>
                    </a:lnTo>
                    <a:lnTo>
                      <a:pt x="897" y="372"/>
                    </a:lnTo>
                    <a:lnTo>
                      <a:pt x="899" y="374"/>
                    </a:lnTo>
                    <a:lnTo>
                      <a:pt x="902" y="376"/>
                    </a:lnTo>
                    <a:close/>
                  </a:path>
                </a:pathLst>
              </a:custGeom>
              <a:solidFill>
                <a:srgbClr val="86D1BC">
                  <a:alpha val="24000"/>
                </a:srgbClr>
              </a:solidFill>
              <a:ln>
                <a:noFill/>
              </a:ln>
            </p:spPr>
            <p:txBody>
              <a:bodyPr anchor="ctr"/>
              <a:lstStyle/>
              <a:p>
                <a:pPr algn="ctr">
                  <a:buNone/>
                </a:pPr>
              </a:p>
            </p:txBody>
          </p:sp>
          <p:sp>
            <p:nvSpPr>
              <p:cNvPr id="795" name="addition:spatial:177"/>
              <p:cNvSpPr>
                <a:spLocks noGrp="1"/>
              </p:cNvSpPr>
              <p:nvPr/>
            </p:nvSpPr>
            <p:spPr>
              <a:xfrm>
                <a:off x="5648325" y="1666875"/>
                <a:ext cx="1101806" cy="702031"/>
              </a:xfrm>
              <a:custGeom>
                <a:avLst/>
                <a:gdLst/>
                <a:ahLst/>
                <a:cxnLst/>
                <a:rect l="l" t="t" r="r" b="b"/>
                <a:pathLst>
                  <a:path w="831" h="415">
                    <a:moveTo>
                      <a:pt x="0" y="0"/>
                    </a:moveTo>
                    <a:moveTo>
                      <a:pt x="827" y="392"/>
                    </a:moveTo>
                    <a:lnTo>
                      <a:pt x="825" y="394"/>
                    </a:lnTo>
                    <a:lnTo>
                      <a:pt x="824" y="395"/>
                    </a:lnTo>
                    <a:lnTo>
                      <a:pt x="824" y="397"/>
                    </a:lnTo>
                    <a:lnTo>
                      <a:pt x="824" y="399"/>
                    </a:lnTo>
                    <a:lnTo>
                      <a:pt x="824" y="401"/>
                    </a:lnTo>
                    <a:lnTo>
                      <a:pt x="824" y="404"/>
                    </a:lnTo>
                    <a:lnTo>
                      <a:pt x="824" y="406"/>
                    </a:lnTo>
                    <a:lnTo>
                      <a:pt x="824" y="409"/>
                    </a:lnTo>
                    <a:lnTo>
                      <a:pt x="823" y="411"/>
                    </a:lnTo>
                    <a:lnTo>
                      <a:pt x="821" y="412"/>
                    </a:lnTo>
                    <a:lnTo>
                      <a:pt x="818" y="411"/>
                    </a:lnTo>
                    <a:lnTo>
                      <a:pt x="816" y="411"/>
                    </a:lnTo>
                    <a:lnTo>
                      <a:pt x="814" y="411"/>
                    </a:lnTo>
                    <a:lnTo>
                      <a:pt x="813" y="413"/>
                    </a:lnTo>
                    <a:lnTo>
                      <a:pt x="812" y="414"/>
                    </a:lnTo>
                    <a:lnTo>
                      <a:pt x="810" y="415"/>
                    </a:lnTo>
                    <a:lnTo>
                      <a:pt x="808" y="414"/>
                    </a:lnTo>
                    <a:lnTo>
                      <a:pt x="807" y="413"/>
                    </a:lnTo>
                    <a:lnTo>
                      <a:pt x="805" y="412"/>
                    </a:lnTo>
                    <a:lnTo>
                      <a:pt x="803" y="413"/>
                    </a:lnTo>
                    <a:lnTo>
                      <a:pt x="801" y="414"/>
                    </a:lnTo>
                    <a:lnTo>
                      <a:pt x="799" y="415"/>
                    </a:lnTo>
                    <a:lnTo>
                      <a:pt x="797" y="414"/>
                    </a:lnTo>
                    <a:lnTo>
                      <a:pt x="795" y="413"/>
                    </a:lnTo>
                    <a:lnTo>
                      <a:pt x="793" y="412"/>
                    </a:lnTo>
                    <a:lnTo>
                      <a:pt x="791" y="410"/>
                    </a:lnTo>
                    <a:lnTo>
                      <a:pt x="790" y="408"/>
                    </a:lnTo>
                    <a:lnTo>
                      <a:pt x="790" y="405"/>
                    </a:lnTo>
                    <a:lnTo>
                      <a:pt x="791" y="402"/>
                    </a:lnTo>
                    <a:lnTo>
                      <a:pt x="791" y="400"/>
                    </a:lnTo>
                    <a:lnTo>
                      <a:pt x="789" y="399"/>
                    </a:lnTo>
                    <a:lnTo>
                      <a:pt x="786" y="398"/>
                    </a:lnTo>
                    <a:lnTo>
                      <a:pt x="783" y="396"/>
                    </a:lnTo>
                    <a:lnTo>
                      <a:pt x="782" y="394"/>
                    </a:lnTo>
                    <a:lnTo>
                      <a:pt x="782" y="392"/>
                    </a:lnTo>
                    <a:lnTo>
                      <a:pt x="783" y="390"/>
                    </a:lnTo>
                    <a:lnTo>
                      <a:pt x="783" y="388"/>
                    </a:lnTo>
                    <a:lnTo>
                      <a:pt x="782" y="385"/>
                    </a:lnTo>
                    <a:lnTo>
                      <a:pt x="783" y="383"/>
                    </a:lnTo>
                    <a:lnTo>
                      <a:pt x="784" y="382"/>
                    </a:lnTo>
                    <a:lnTo>
                      <a:pt x="786" y="380"/>
                    </a:lnTo>
                    <a:lnTo>
                      <a:pt x="787" y="379"/>
                    </a:lnTo>
                    <a:lnTo>
                      <a:pt x="788" y="377"/>
                    </a:lnTo>
                    <a:lnTo>
                      <a:pt x="790" y="376"/>
                    </a:lnTo>
                    <a:lnTo>
                      <a:pt x="792" y="375"/>
                    </a:lnTo>
                    <a:lnTo>
                      <a:pt x="794" y="375"/>
                    </a:lnTo>
                    <a:lnTo>
                      <a:pt x="797" y="374"/>
                    </a:lnTo>
                    <a:lnTo>
                      <a:pt x="798" y="373"/>
                    </a:lnTo>
                    <a:lnTo>
                      <a:pt x="799" y="369"/>
                    </a:lnTo>
                    <a:lnTo>
                      <a:pt x="801" y="366"/>
                    </a:lnTo>
                    <a:lnTo>
                      <a:pt x="803" y="365"/>
                    </a:lnTo>
                    <a:lnTo>
                      <a:pt x="806" y="366"/>
                    </a:lnTo>
                    <a:lnTo>
                      <a:pt x="809" y="368"/>
                    </a:lnTo>
                    <a:lnTo>
                      <a:pt x="811" y="370"/>
                    </a:lnTo>
                    <a:lnTo>
                      <a:pt x="813" y="371"/>
                    </a:lnTo>
                    <a:lnTo>
                      <a:pt x="815" y="371"/>
                    </a:lnTo>
                    <a:lnTo>
                      <a:pt x="816" y="372"/>
                    </a:lnTo>
                    <a:lnTo>
                      <a:pt x="818" y="373"/>
                    </a:lnTo>
                    <a:lnTo>
                      <a:pt x="820" y="374"/>
                    </a:lnTo>
                    <a:lnTo>
                      <a:pt x="822" y="375"/>
                    </a:lnTo>
                    <a:lnTo>
                      <a:pt x="824" y="375"/>
                    </a:lnTo>
                    <a:lnTo>
                      <a:pt x="826" y="376"/>
                    </a:lnTo>
                    <a:lnTo>
                      <a:pt x="827" y="378"/>
                    </a:lnTo>
                    <a:lnTo>
                      <a:pt x="827" y="380"/>
                    </a:lnTo>
                    <a:lnTo>
                      <a:pt x="827" y="382"/>
                    </a:lnTo>
                    <a:lnTo>
                      <a:pt x="828" y="384"/>
                    </a:lnTo>
                    <a:lnTo>
                      <a:pt x="830" y="385"/>
                    </a:lnTo>
                    <a:lnTo>
                      <a:pt x="831" y="387"/>
                    </a:lnTo>
                    <a:lnTo>
                      <a:pt x="830" y="390"/>
                    </a:lnTo>
                    <a:close/>
                  </a:path>
                </a:pathLst>
              </a:custGeom>
              <a:solidFill>
                <a:srgbClr val="86D1BC">
                  <a:alpha val="24000"/>
                </a:srgbClr>
              </a:solidFill>
              <a:ln>
                <a:noFill/>
              </a:ln>
            </p:spPr>
            <p:txBody>
              <a:bodyPr anchor="ctr"/>
              <a:lstStyle/>
              <a:p>
                <a:pPr algn="ctr">
                  <a:buNone/>
                </a:pPr>
              </a:p>
            </p:txBody>
          </p:sp>
          <p:sp>
            <p:nvSpPr>
              <p:cNvPr id="796" name="addition:spatial:178"/>
              <p:cNvSpPr>
                <a:spLocks noGrp="1"/>
              </p:cNvSpPr>
              <p:nvPr/>
            </p:nvSpPr>
            <p:spPr>
              <a:xfrm>
                <a:off x="5648325" y="1666875"/>
                <a:ext cx="1016950" cy="664815"/>
              </a:xfrm>
              <a:custGeom>
                <a:avLst/>
                <a:gdLst/>
                <a:ahLst/>
                <a:cxnLst/>
                <a:rect l="l" t="t" r="r" b="b"/>
                <a:pathLst>
                  <a:path w="767" h="393">
                    <a:moveTo>
                      <a:pt x="0" y="0"/>
                    </a:moveTo>
                    <a:moveTo>
                      <a:pt x="767" y="368"/>
                    </a:moveTo>
                    <a:lnTo>
                      <a:pt x="766" y="370"/>
                    </a:lnTo>
                    <a:lnTo>
                      <a:pt x="762" y="372"/>
                    </a:lnTo>
                    <a:lnTo>
                      <a:pt x="758" y="373"/>
                    </a:lnTo>
                    <a:lnTo>
                      <a:pt x="756" y="375"/>
                    </a:lnTo>
                    <a:lnTo>
                      <a:pt x="757" y="377"/>
                    </a:lnTo>
                    <a:lnTo>
                      <a:pt x="758" y="381"/>
                    </a:lnTo>
                    <a:lnTo>
                      <a:pt x="759" y="384"/>
                    </a:lnTo>
                    <a:lnTo>
                      <a:pt x="758" y="386"/>
                    </a:lnTo>
                    <a:lnTo>
                      <a:pt x="755" y="388"/>
                    </a:lnTo>
                    <a:lnTo>
                      <a:pt x="753" y="389"/>
                    </a:lnTo>
                    <a:lnTo>
                      <a:pt x="750" y="390"/>
                    </a:lnTo>
                    <a:lnTo>
                      <a:pt x="748" y="391"/>
                    </a:lnTo>
                    <a:lnTo>
                      <a:pt x="746" y="392"/>
                    </a:lnTo>
                    <a:lnTo>
                      <a:pt x="743" y="392"/>
                    </a:lnTo>
                    <a:lnTo>
                      <a:pt x="741" y="391"/>
                    </a:lnTo>
                    <a:lnTo>
                      <a:pt x="739" y="391"/>
                    </a:lnTo>
                    <a:lnTo>
                      <a:pt x="737" y="393"/>
                    </a:lnTo>
                    <a:lnTo>
                      <a:pt x="735" y="393"/>
                    </a:lnTo>
                    <a:lnTo>
                      <a:pt x="733" y="392"/>
                    </a:lnTo>
                    <a:lnTo>
                      <a:pt x="731" y="391"/>
                    </a:lnTo>
                    <a:lnTo>
                      <a:pt x="729" y="389"/>
                    </a:lnTo>
                    <a:lnTo>
                      <a:pt x="727" y="390"/>
                    </a:lnTo>
                    <a:lnTo>
                      <a:pt x="723" y="391"/>
                    </a:lnTo>
                    <a:lnTo>
                      <a:pt x="720" y="392"/>
                    </a:lnTo>
                    <a:lnTo>
                      <a:pt x="717" y="391"/>
                    </a:lnTo>
                    <a:lnTo>
                      <a:pt x="716" y="388"/>
                    </a:lnTo>
                    <a:lnTo>
                      <a:pt x="716" y="385"/>
                    </a:lnTo>
                    <a:lnTo>
                      <a:pt x="716" y="382"/>
                    </a:lnTo>
                    <a:lnTo>
                      <a:pt x="715" y="380"/>
                    </a:lnTo>
                    <a:lnTo>
                      <a:pt x="714" y="378"/>
                    </a:lnTo>
                    <a:lnTo>
                      <a:pt x="713" y="376"/>
                    </a:lnTo>
                    <a:lnTo>
                      <a:pt x="713" y="374"/>
                    </a:lnTo>
                    <a:lnTo>
                      <a:pt x="711" y="372"/>
                    </a:lnTo>
                    <a:lnTo>
                      <a:pt x="708" y="370"/>
                    </a:lnTo>
                    <a:lnTo>
                      <a:pt x="705" y="368"/>
                    </a:lnTo>
                    <a:lnTo>
                      <a:pt x="704" y="365"/>
                    </a:lnTo>
                    <a:lnTo>
                      <a:pt x="705" y="363"/>
                    </a:lnTo>
                    <a:lnTo>
                      <a:pt x="707" y="361"/>
                    </a:lnTo>
                    <a:lnTo>
                      <a:pt x="708" y="359"/>
                    </a:lnTo>
                    <a:lnTo>
                      <a:pt x="708" y="357"/>
                    </a:lnTo>
                    <a:lnTo>
                      <a:pt x="707" y="354"/>
                    </a:lnTo>
                    <a:lnTo>
                      <a:pt x="708" y="351"/>
                    </a:lnTo>
                    <a:lnTo>
                      <a:pt x="711" y="350"/>
                    </a:lnTo>
                    <a:lnTo>
                      <a:pt x="715" y="350"/>
                    </a:lnTo>
                    <a:lnTo>
                      <a:pt x="718" y="350"/>
                    </a:lnTo>
                    <a:lnTo>
                      <a:pt x="720" y="349"/>
                    </a:lnTo>
                    <a:lnTo>
                      <a:pt x="722" y="347"/>
                    </a:lnTo>
                    <a:lnTo>
                      <a:pt x="724" y="346"/>
                    </a:lnTo>
                    <a:lnTo>
                      <a:pt x="726" y="344"/>
                    </a:lnTo>
                    <a:lnTo>
                      <a:pt x="728" y="343"/>
                    </a:lnTo>
                    <a:lnTo>
                      <a:pt x="731" y="341"/>
                    </a:lnTo>
                    <a:lnTo>
                      <a:pt x="734" y="338"/>
                    </a:lnTo>
                    <a:lnTo>
                      <a:pt x="738" y="338"/>
                    </a:lnTo>
                    <a:lnTo>
                      <a:pt x="741" y="339"/>
                    </a:lnTo>
                    <a:lnTo>
                      <a:pt x="743" y="343"/>
                    </a:lnTo>
                    <a:lnTo>
                      <a:pt x="745" y="346"/>
                    </a:lnTo>
                    <a:lnTo>
                      <a:pt x="747" y="347"/>
                    </a:lnTo>
                    <a:lnTo>
                      <a:pt x="750" y="347"/>
                    </a:lnTo>
                    <a:lnTo>
                      <a:pt x="754" y="347"/>
                    </a:lnTo>
                    <a:lnTo>
                      <a:pt x="756" y="348"/>
                    </a:lnTo>
                    <a:lnTo>
                      <a:pt x="758" y="350"/>
                    </a:lnTo>
                    <a:lnTo>
                      <a:pt x="759" y="352"/>
                    </a:lnTo>
                    <a:lnTo>
                      <a:pt x="760" y="353"/>
                    </a:lnTo>
                    <a:lnTo>
                      <a:pt x="763" y="355"/>
                    </a:lnTo>
                    <a:lnTo>
                      <a:pt x="765" y="356"/>
                    </a:lnTo>
                    <a:lnTo>
                      <a:pt x="766" y="358"/>
                    </a:lnTo>
                    <a:lnTo>
                      <a:pt x="767" y="360"/>
                    </a:lnTo>
                    <a:lnTo>
                      <a:pt x="767" y="363"/>
                    </a:lnTo>
                    <a:lnTo>
                      <a:pt x="767" y="365"/>
                    </a:lnTo>
                    <a:close/>
                  </a:path>
                </a:pathLst>
              </a:custGeom>
              <a:solidFill>
                <a:srgbClr val="86D1BC">
                  <a:alpha val="24000"/>
                </a:srgbClr>
              </a:solidFill>
              <a:ln>
                <a:noFill/>
              </a:ln>
            </p:spPr>
            <p:txBody>
              <a:bodyPr anchor="ctr"/>
              <a:lstStyle/>
              <a:p>
                <a:pPr algn="ctr">
                  <a:buNone/>
                </a:pPr>
              </a:p>
            </p:txBody>
          </p:sp>
          <p:sp>
            <p:nvSpPr>
              <p:cNvPr id="797" name="addition:spatial:179"/>
              <p:cNvSpPr>
                <a:spLocks noGrp="1"/>
              </p:cNvSpPr>
              <p:nvPr/>
            </p:nvSpPr>
            <p:spPr>
              <a:xfrm>
                <a:off x="5648325" y="1666875"/>
                <a:ext cx="993084" cy="563316"/>
              </a:xfrm>
              <a:custGeom>
                <a:avLst/>
                <a:gdLst/>
                <a:ahLst/>
                <a:cxnLst/>
                <a:rect l="l" t="t" r="r" b="b"/>
                <a:pathLst>
                  <a:path w="749" h="333">
                    <a:moveTo>
                      <a:pt x="0" y="0"/>
                    </a:moveTo>
                    <a:moveTo>
                      <a:pt x="749" y="306"/>
                    </a:moveTo>
                    <a:lnTo>
                      <a:pt x="747" y="308"/>
                    </a:lnTo>
                    <a:lnTo>
                      <a:pt x="743" y="310"/>
                    </a:lnTo>
                    <a:lnTo>
                      <a:pt x="740" y="312"/>
                    </a:lnTo>
                    <a:lnTo>
                      <a:pt x="739" y="314"/>
                    </a:lnTo>
                    <a:lnTo>
                      <a:pt x="740" y="316"/>
                    </a:lnTo>
                    <a:lnTo>
                      <a:pt x="742" y="320"/>
                    </a:lnTo>
                    <a:lnTo>
                      <a:pt x="743" y="324"/>
                    </a:lnTo>
                    <a:lnTo>
                      <a:pt x="741" y="326"/>
                    </a:lnTo>
                    <a:lnTo>
                      <a:pt x="739" y="327"/>
                    </a:lnTo>
                    <a:lnTo>
                      <a:pt x="736" y="328"/>
                    </a:lnTo>
                    <a:lnTo>
                      <a:pt x="734" y="329"/>
                    </a:lnTo>
                    <a:lnTo>
                      <a:pt x="732" y="330"/>
                    </a:lnTo>
                    <a:lnTo>
                      <a:pt x="729" y="330"/>
                    </a:lnTo>
                    <a:lnTo>
                      <a:pt x="727" y="330"/>
                    </a:lnTo>
                    <a:lnTo>
                      <a:pt x="725" y="329"/>
                    </a:lnTo>
                    <a:lnTo>
                      <a:pt x="723" y="331"/>
                    </a:lnTo>
                    <a:lnTo>
                      <a:pt x="721" y="332"/>
                    </a:lnTo>
                    <a:lnTo>
                      <a:pt x="719" y="333"/>
                    </a:lnTo>
                    <a:lnTo>
                      <a:pt x="717" y="332"/>
                    </a:lnTo>
                    <a:lnTo>
                      <a:pt x="715" y="330"/>
                    </a:lnTo>
                    <a:lnTo>
                      <a:pt x="713" y="329"/>
                    </a:lnTo>
                    <a:lnTo>
                      <a:pt x="710" y="330"/>
                    </a:lnTo>
                    <a:lnTo>
                      <a:pt x="706" y="331"/>
                    </a:lnTo>
                    <a:lnTo>
                      <a:pt x="703" y="332"/>
                    </a:lnTo>
                    <a:lnTo>
                      <a:pt x="700" y="330"/>
                    </a:lnTo>
                    <a:lnTo>
                      <a:pt x="700" y="327"/>
                    </a:lnTo>
                    <a:lnTo>
                      <a:pt x="699" y="324"/>
                    </a:lnTo>
                    <a:lnTo>
                      <a:pt x="699" y="321"/>
                    </a:lnTo>
                    <a:lnTo>
                      <a:pt x="698" y="319"/>
                    </a:lnTo>
                    <a:lnTo>
                      <a:pt x="697" y="316"/>
                    </a:lnTo>
                    <a:lnTo>
                      <a:pt x="696" y="314"/>
                    </a:lnTo>
                    <a:lnTo>
                      <a:pt x="695" y="312"/>
                    </a:lnTo>
                    <a:lnTo>
                      <a:pt x="692" y="310"/>
                    </a:lnTo>
                    <a:lnTo>
                      <a:pt x="689" y="309"/>
                    </a:lnTo>
                    <a:lnTo>
                      <a:pt x="686" y="306"/>
                    </a:lnTo>
                    <a:lnTo>
                      <a:pt x="685" y="303"/>
                    </a:lnTo>
                    <a:lnTo>
                      <a:pt x="687" y="301"/>
                    </a:lnTo>
                    <a:lnTo>
                      <a:pt x="689" y="299"/>
                    </a:lnTo>
                    <a:lnTo>
                      <a:pt x="691" y="297"/>
                    </a:lnTo>
                    <a:lnTo>
                      <a:pt x="691" y="294"/>
                    </a:lnTo>
                    <a:lnTo>
                      <a:pt x="691" y="292"/>
                    </a:lnTo>
                    <a:lnTo>
                      <a:pt x="692" y="289"/>
                    </a:lnTo>
                    <a:lnTo>
                      <a:pt x="695" y="288"/>
                    </a:lnTo>
                    <a:lnTo>
                      <a:pt x="698" y="288"/>
                    </a:lnTo>
                    <a:lnTo>
                      <a:pt x="701" y="287"/>
                    </a:lnTo>
                    <a:lnTo>
                      <a:pt x="703" y="286"/>
                    </a:lnTo>
                    <a:lnTo>
                      <a:pt x="705" y="284"/>
                    </a:lnTo>
                    <a:lnTo>
                      <a:pt x="707" y="282"/>
                    </a:lnTo>
                    <a:lnTo>
                      <a:pt x="710" y="281"/>
                    </a:lnTo>
                    <a:lnTo>
                      <a:pt x="712" y="279"/>
                    </a:lnTo>
                    <a:lnTo>
                      <a:pt x="715" y="277"/>
                    </a:lnTo>
                    <a:lnTo>
                      <a:pt x="718" y="275"/>
                    </a:lnTo>
                    <a:lnTo>
                      <a:pt x="722" y="275"/>
                    </a:lnTo>
                    <a:lnTo>
                      <a:pt x="725" y="277"/>
                    </a:lnTo>
                    <a:lnTo>
                      <a:pt x="727" y="281"/>
                    </a:lnTo>
                    <a:lnTo>
                      <a:pt x="729" y="284"/>
                    </a:lnTo>
                    <a:lnTo>
                      <a:pt x="731" y="285"/>
                    </a:lnTo>
                    <a:lnTo>
                      <a:pt x="734" y="285"/>
                    </a:lnTo>
                    <a:lnTo>
                      <a:pt x="737" y="284"/>
                    </a:lnTo>
                    <a:lnTo>
                      <a:pt x="739" y="285"/>
                    </a:lnTo>
                    <a:lnTo>
                      <a:pt x="741" y="287"/>
                    </a:lnTo>
                    <a:lnTo>
                      <a:pt x="742" y="289"/>
                    </a:lnTo>
                    <a:lnTo>
                      <a:pt x="744" y="290"/>
                    </a:lnTo>
                    <a:lnTo>
                      <a:pt x="746" y="292"/>
                    </a:lnTo>
                    <a:lnTo>
                      <a:pt x="748" y="294"/>
                    </a:lnTo>
                    <a:lnTo>
                      <a:pt x="748" y="296"/>
                    </a:lnTo>
                    <a:lnTo>
                      <a:pt x="748" y="299"/>
                    </a:lnTo>
                    <a:lnTo>
                      <a:pt x="748" y="301"/>
                    </a:lnTo>
                    <a:lnTo>
                      <a:pt x="749" y="303"/>
                    </a:lnTo>
                    <a:close/>
                  </a:path>
                </a:pathLst>
              </a:custGeom>
              <a:solidFill>
                <a:srgbClr val="86D1BC">
                  <a:alpha val="24000"/>
                </a:srgbClr>
              </a:solidFill>
              <a:ln>
                <a:noFill/>
              </a:ln>
            </p:spPr>
            <p:txBody>
              <a:bodyPr anchor="ctr"/>
              <a:lstStyle/>
              <a:p>
                <a:pPr algn="ctr">
                  <a:buNone/>
                </a:pPr>
              </a:p>
            </p:txBody>
          </p:sp>
          <p:sp>
            <p:nvSpPr>
              <p:cNvPr id="798" name="addition:spatial:180"/>
              <p:cNvSpPr>
                <a:spLocks noGrp="1"/>
              </p:cNvSpPr>
              <p:nvPr/>
            </p:nvSpPr>
            <p:spPr>
              <a:xfrm>
                <a:off x="5648325" y="1666875"/>
                <a:ext cx="1030209" cy="475351"/>
              </a:xfrm>
              <a:custGeom>
                <a:avLst/>
                <a:gdLst/>
                <a:ahLst/>
                <a:cxnLst/>
                <a:rect l="l" t="t" r="r" b="b"/>
                <a:pathLst>
                  <a:path w="777" h="281">
                    <a:moveTo>
                      <a:pt x="0" y="0"/>
                    </a:moveTo>
                    <a:moveTo>
                      <a:pt x="776" y="251"/>
                    </a:moveTo>
                    <a:lnTo>
                      <a:pt x="776" y="253"/>
                    </a:lnTo>
                    <a:lnTo>
                      <a:pt x="776" y="256"/>
                    </a:lnTo>
                    <a:lnTo>
                      <a:pt x="776" y="258"/>
                    </a:lnTo>
                    <a:lnTo>
                      <a:pt x="777" y="261"/>
                    </a:lnTo>
                    <a:lnTo>
                      <a:pt x="777" y="263"/>
                    </a:lnTo>
                    <a:lnTo>
                      <a:pt x="775" y="265"/>
                    </a:lnTo>
                    <a:lnTo>
                      <a:pt x="774" y="267"/>
                    </a:lnTo>
                    <a:lnTo>
                      <a:pt x="773" y="268"/>
                    </a:lnTo>
                    <a:lnTo>
                      <a:pt x="771" y="270"/>
                    </a:lnTo>
                    <a:lnTo>
                      <a:pt x="770" y="271"/>
                    </a:lnTo>
                    <a:lnTo>
                      <a:pt x="767" y="271"/>
                    </a:lnTo>
                    <a:lnTo>
                      <a:pt x="764" y="270"/>
                    </a:lnTo>
                    <a:lnTo>
                      <a:pt x="762" y="271"/>
                    </a:lnTo>
                    <a:lnTo>
                      <a:pt x="761" y="273"/>
                    </a:lnTo>
                    <a:lnTo>
                      <a:pt x="760" y="277"/>
                    </a:lnTo>
                    <a:lnTo>
                      <a:pt x="758" y="280"/>
                    </a:lnTo>
                    <a:lnTo>
                      <a:pt x="755" y="281"/>
                    </a:lnTo>
                    <a:lnTo>
                      <a:pt x="753" y="280"/>
                    </a:lnTo>
                    <a:lnTo>
                      <a:pt x="750" y="278"/>
                    </a:lnTo>
                    <a:lnTo>
                      <a:pt x="748" y="277"/>
                    </a:lnTo>
                    <a:lnTo>
                      <a:pt x="746" y="276"/>
                    </a:lnTo>
                    <a:lnTo>
                      <a:pt x="744" y="274"/>
                    </a:lnTo>
                    <a:lnTo>
                      <a:pt x="742" y="273"/>
                    </a:lnTo>
                    <a:lnTo>
                      <a:pt x="741" y="271"/>
                    </a:lnTo>
                    <a:lnTo>
                      <a:pt x="739" y="270"/>
                    </a:lnTo>
                    <a:lnTo>
                      <a:pt x="736" y="269"/>
                    </a:lnTo>
                    <a:lnTo>
                      <a:pt x="734" y="268"/>
                    </a:lnTo>
                    <a:lnTo>
                      <a:pt x="732" y="267"/>
                    </a:lnTo>
                    <a:lnTo>
                      <a:pt x="732" y="264"/>
                    </a:lnTo>
                    <a:lnTo>
                      <a:pt x="732" y="262"/>
                    </a:lnTo>
                    <a:lnTo>
                      <a:pt x="731" y="260"/>
                    </a:lnTo>
                    <a:lnTo>
                      <a:pt x="728" y="258"/>
                    </a:lnTo>
                    <a:lnTo>
                      <a:pt x="726" y="256"/>
                    </a:lnTo>
                    <a:lnTo>
                      <a:pt x="725" y="254"/>
                    </a:lnTo>
                    <a:lnTo>
                      <a:pt x="727" y="251"/>
                    </a:lnTo>
                    <a:lnTo>
                      <a:pt x="730" y="249"/>
                    </a:lnTo>
                    <a:lnTo>
                      <a:pt x="733" y="247"/>
                    </a:lnTo>
                    <a:lnTo>
                      <a:pt x="734" y="245"/>
                    </a:lnTo>
                    <a:lnTo>
                      <a:pt x="735" y="243"/>
                    </a:lnTo>
                    <a:lnTo>
                      <a:pt x="735" y="241"/>
                    </a:lnTo>
                    <a:lnTo>
                      <a:pt x="736" y="239"/>
                    </a:lnTo>
                    <a:lnTo>
                      <a:pt x="737" y="237"/>
                    </a:lnTo>
                    <a:lnTo>
                      <a:pt x="737" y="234"/>
                    </a:lnTo>
                    <a:lnTo>
                      <a:pt x="737" y="230"/>
                    </a:lnTo>
                    <a:lnTo>
                      <a:pt x="739" y="228"/>
                    </a:lnTo>
                    <a:lnTo>
                      <a:pt x="741" y="227"/>
                    </a:lnTo>
                    <a:lnTo>
                      <a:pt x="744" y="228"/>
                    </a:lnTo>
                    <a:lnTo>
                      <a:pt x="746" y="228"/>
                    </a:lnTo>
                    <a:lnTo>
                      <a:pt x="748" y="228"/>
                    </a:lnTo>
                    <a:lnTo>
                      <a:pt x="750" y="226"/>
                    </a:lnTo>
                    <a:lnTo>
                      <a:pt x="751" y="224"/>
                    </a:lnTo>
                    <a:lnTo>
                      <a:pt x="753" y="225"/>
                    </a:lnTo>
                    <a:lnTo>
                      <a:pt x="755" y="227"/>
                    </a:lnTo>
                    <a:lnTo>
                      <a:pt x="756" y="229"/>
                    </a:lnTo>
                    <a:lnTo>
                      <a:pt x="758" y="229"/>
                    </a:lnTo>
                    <a:lnTo>
                      <a:pt x="760" y="228"/>
                    </a:lnTo>
                    <a:lnTo>
                      <a:pt x="762" y="228"/>
                    </a:lnTo>
                    <a:lnTo>
                      <a:pt x="764" y="228"/>
                    </a:lnTo>
                    <a:lnTo>
                      <a:pt x="765" y="228"/>
                    </a:lnTo>
                    <a:lnTo>
                      <a:pt x="768" y="229"/>
                    </a:lnTo>
                    <a:lnTo>
                      <a:pt x="770" y="230"/>
                    </a:lnTo>
                    <a:lnTo>
                      <a:pt x="772" y="232"/>
                    </a:lnTo>
                    <a:lnTo>
                      <a:pt x="772" y="235"/>
                    </a:lnTo>
                    <a:lnTo>
                      <a:pt x="771" y="238"/>
                    </a:lnTo>
                    <a:lnTo>
                      <a:pt x="769" y="241"/>
                    </a:lnTo>
                    <a:lnTo>
                      <a:pt x="769" y="244"/>
                    </a:lnTo>
                    <a:lnTo>
                      <a:pt x="771" y="245"/>
                    </a:lnTo>
                    <a:lnTo>
                      <a:pt x="774" y="247"/>
                    </a:lnTo>
                    <a:lnTo>
                      <a:pt x="776" y="249"/>
                    </a:lnTo>
                    <a:close/>
                  </a:path>
                </a:pathLst>
              </a:custGeom>
              <a:solidFill>
                <a:srgbClr val="86D1BC">
                  <a:alpha val="24000"/>
                </a:srgbClr>
              </a:solidFill>
              <a:ln>
                <a:noFill/>
              </a:ln>
            </p:spPr>
            <p:txBody>
              <a:bodyPr anchor="ctr"/>
              <a:lstStyle/>
              <a:p>
                <a:pPr algn="ctr">
                  <a:buNone/>
                </a:pPr>
              </a:p>
            </p:txBody>
          </p:sp>
          <p:sp>
            <p:nvSpPr>
              <p:cNvPr id="799" name="addition:spatial:181"/>
              <p:cNvSpPr>
                <a:spLocks noGrp="1"/>
              </p:cNvSpPr>
              <p:nvPr/>
            </p:nvSpPr>
            <p:spPr>
              <a:xfrm>
                <a:off x="5648325" y="1666875"/>
                <a:ext cx="1134953" cy="431368"/>
              </a:xfrm>
              <a:custGeom>
                <a:avLst/>
                <a:gdLst/>
                <a:ahLst/>
                <a:cxnLst/>
                <a:rect l="l" t="t" r="r" b="b"/>
                <a:pathLst>
                  <a:path w="856" h="255">
                    <a:moveTo>
                      <a:pt x="0" y="0"/>
                    </a:moveTo>
                    <a:moveTo>
                      <a:pt x="853" y="226"/>
                    </a:moveTo>
                    <a:lnTo>
                      <a:pt x="853" y="228"/>
                    </a:lnTo>
                    <a:lnTo>
                      <a:pt x="855" y="230"/>
                    </a:lnTo>
                    <a:lnTo>
                      <a:pt x="856" y="233"/>
                    </a:lnTo>
                    <a:lnTo>
                      <a:pt x="855" y="235"/>
                    </a:lnTo>
                    <a:lnTo>
                      <a:pt x="854" y="237"/>
                    </a:lnTo>
                    <a:lnTo>
                      <a:pt x="853" y="240"/>
                    </a:lnTo>
                    <a:lnTo>
                      <a:pt x="853" y="242"/>
                    </a:lnTo>
                    <a:lnTo>
                      <a:pt x="853" y="245"/>
                    </a:lnTo>
                    <a:lnTo>
                      <a:pt x="851" y="247"/>
                    </a:lnTo>
                    <a:lnTo>
                      <a:pt x="848" y="247"/>
                    </a:lnTo>
                    <a:lnTo>
                      <a:pt x="843" y="246"/>
                    </a:lnTo>
                    <a:lnTo>
                      <a:pt x="840" y="245"/>
                    </a:lnTo>
                    <a:lnTo>
                      <a:pt x="839" y="246"/>
                    </a:lnTo>
                    <a:lnTo>
                      <a:pt x="837" y="249"/>
                    </a:lnTo>
                    <a:lnTo>
                      <a:pt x="836" y="252"/>
                    </a:lnTo>
                    <a:lnTo>
                      <a:pt x="833" y="254"/>
                    </a:lnTo>
                    <a:lnTo>
                      <a:pt x="830" y="254"/>
                    </a:lnTo>
                    <a:lnTo>
                      <a:pt x="827" y="254"/>
                    </a:lnTo>
                    <a:lnTo>
                      <a:pt x="824" y="255"/>
                    </a:lnTo>
                    <a:lnTo>
                      <a:pt x="821" y="254"/>
                    </a:lnTo>
                    <a:lnTo>
                      <a:pt x="818" y="253"/>
                    </a:lnTo>
                    <a:lnTo>
                      <a:pt x="816" y="250"/>
                    </a:lnTo>
                    <a:lnTo>
                      <a:pt x="814" y="247"/>
                    </a:lnTo>
                    <a:lnTo>
                      <a:pt x="811" y="246"/>
                    </a:lnTo>
                    <a:lnTo>
                      <a:pt x="808" y="246"/>
                    </a:lnTo>
                    <a:lnTo>
                      <a:pt x="805" y="245"/>
                    </a:lnTo>
                    <a:lnTo>
                      <a:pt x="803" y="243"/>
                    </a:lnTo>
                    <a:lnTo>
                      <a:pt x="802" y="240"/>
                    </a:lnTo>
                    <a:lnTo>
                      <a:pt x="802" y="238"/>
                    </a:lnTo>
                    <a:lnTo>
                      <a:pt x="801" y="236"/>
                    </a:lnTo>
                    <a:lnTo>
                      <a:pt x="797" y="235"/>
                    </a:lnTo>
                    <a:lnTo>
                      <a:pt x="794" y="233"/>
                    </a:lnTo>
                    <a:lnTo>
                      <a:pt x="791" y="231"/>
                    </a:lnTo>
                    <a:lnTo>
                      <a:pt x="791" y="228"/>
                    </a:lnTo>
                    <a:lnTo>
                      <a:pt x="793" y="226"/>
                    </a:lnTo>
                    <a:lnTo>
                      <a:pt x="794" y="223"/>
                    </a:lnTo>
                    <a:lnTo>
                      <a:pt x="796" y="221"/>
                    </a:lnTo>
                    <a:lnTo>
                      <a:pt x="798" y="219"/>
                    </a:lnTo>
                    <a:lnTo>
                      <a:pt x="801" y="217"/>
                    </a:lnTo>
                    <a:lnTo>
                      <a:pt x="804" y="216"/>
                    </a:lnTo>
                    <a:lnTo>
                      <a:pt x="806" y="214"/>
                    </a:lnTo>
                    <a:lnTo>
                      <a:pt x="805" y="211"/>
                    </a:lnTo>
                    <a:lnTo>
                      <a:pt x="805" y="207"/>
                    </a:lnTo>
                    <a:lnTo>
                      <a:pt x="806" y="204"/>
                    </a:lnTo>
                    <a:lnTo>
                      <a:pt x="808" y="203"/>
                    </a:lnTo>
                    <a:lnTo>
                      <a:pt x="812" y="202"/>
                    </a:lnTo>
                    <a:lnTo>
                      <a:pt x="815" y="202"/>
                    </a:lnTo>
                    <a:lnTo>
                      <a:pt x="818" y="201"/>
                    </a:lnTo>
                    <a:lnTo>
                      <a:pt x="820" y="199"/>
                    </a:lnTo>
                    <a:lnTo>
                      <a:pt x="822" y="197"/>
                    </a:lnTo>
                    <a:lnTo>
                      <a:pt x="825" y="197"/>
                    </a:lnTo>
                    <a:lnTo>
                      <a:pt x="828" y="199"/>
                    </a:lnTo>
                    <a:lnTo>
                      <a:pt x="830" y="200"/>
                    </a:lnTo>
                    <a:lnTo>
                      <a:pt x="832" y="201"/>
                    </a:lnTo>
                    <a:lnTo>
                      <a:pt x="834" y="201"/>
                    </a:lnTo>
                    <a:lnTo>
                      <a:pt x="836" y="202"/>
                    </a:lnTo>
                    <a:lnTo>
                      <a:pt x="838" y="203"/>
                    </a:lnTo>
                    <a:lnTo>
                      <a:pt x="840" y="204"/>
                    </a:lnTo>
                    <a:lnTo>
                      <a:pt x="842" y="203"/>
                    </a:lnTo>
                    <a:lnTo>
                      <a:pt x="846" y="202"/>
                    </a:lnTo>
                    <a:lnTo>
                      <a:pt x="850" y="202"/>
                    </a:lnTo>
                    <a:lnTo>
                      <a:pt x="852" y="205"/>
                    </a:lnTo>
                    <a:lnTo>
                      <a:pt x="851" y="208"/>
                    </a:lnTo>
                    <a:lnTo>
                      <a:pt x="849" y="212"/>
                    </a:lnTo>
                    <a:lnTo>
                      <a:pt x="848" y="215"/>
                    </a:lnTo>
                    <a:lnTo>
                      <a:pt x="850" y="217"/>
                    </a:lnTo>
                    <a:lnTo>
                      <a:pt x="852" y="219"/>
                    </a:lnTo>
                    <a:lnTo>
                      <a:pt x="853" y="221"/>
                    </a:lnTo>
                    <a:lnTo>
                      <a:pt x="853" y="223"/>
                    </a:lnTo>
                    <a:close/>
                  </a:path>
                </a:pathLst>
              </a:custGeom>
              <a:solidFill>
                <a:srgbClr val="86D1BC">
                  <a:alpha val="24000"/>
                </a:srgbClr>
              </a:solidFill>
              <a:ln>
                <a:noFill/>
              </a:ln>
            </p:spPr>
            <p:txBody>
              <a:bodyPr anchor="ctr"/>
              <a:lstStyle/>
              <a:p>
                <a:pPr algn="ctr">
                  <a:buNone/>
                </a:pPr>
              </a:p>
            </p:txBody>
          </p:sp>
          <p:sp>
            <p:nvSpPr>
              <p:cNvPr id="800" name="addition:spatial:182"/>
              <p:cNvSpPr>
                <a:spLocks noGrp="1"/>
              </p:cNvSpPr>
              <p:nvPr/>
            </p:nvSpPr>
            <p:spPr>
              <a:xfrm>
                <a:off x="5648325" y="1666875"/>
                <a:ext cx="1222461" cy="483809"/>
              </a:xfrm>
              <a:custGeom>
                <a:avLst/>
                <a:gdLst/>
                <a:ahLst/>
                <a:cxnLst/>
                <a:rect l="l" t="t" r="r" b="b"/>
                <a:pathLst>
                  <a:path w="922" h="286">
                    <a:moveTo>
                      <a:pt x="0" y="0"/>
                    </a:moveTo>
                    <a:moveTo>
                      <a:pt x="920" y="260"/>
                    </a:moveTo>
                    <a:lnTo>
                      <a:pt x="917" y="262"/>
                    </a:lnTo>
                    <a:lnTo>
                      <a:pt x="915" y="264"/>
                    </a:lnTo>
                    <a:lnTo>
                      <a:pt x="914" y="265"/>
                    </a:lnTo>
                    <a:lnTo>
                      <a:pt x="915" y="268"/>
                    </a:lnTo>
                    <a:lnTo>
                      <a:pt x="915" y="270"/>
                    </a:lnTo>
                    <a:lnTo>
                      <a:pt x="914" y="273"/>
                    </a:lnTo>
                    <a:lnTo>
                      <a:pt x="914" y="275"/>
                    </a:lnTo>
                    <a:lnTo>
                      <a:pt x="914" y="278"/>
                    </a:lnTo>
                    <a:lnTo>
                      <a:pt x="913" y="281"/>
                    </a:lnTo>
                    <a:lnTo>
                      <a:pt x="912" y="283"/>
                    </a:lnTo>
                    <a:lnTo>
                      <a:pt x="909" y="283"/>
                    </a:lnTo>
                    <a:lnTo>
                      <a:pt x="906" y="282"/>
                    </a:lnTo>
                    <a:lnTo>
                      <a:pt x="904" y="281"/>
                    </a:lnTo>
                    <a:lnTo>
                      <a:pt x="903" y="282"/>
                    </a:lnTo>
                    <a:lnTo>
                      <a:pt x="902" y="284"/>
                    </a:lnTo>
                    <a:lnTo>
                      <a:pt x="900" y="286"/>
                    </a:lnTo>
                    <a:lnTo>
                      <a:pt x="898" y="285"/>
                    </a:lnTo>
                    <a:lnTo>
                      <a:pt x="897" y="284"/>
                    </a:lnTo>
                    <a:lnTo>
                      <a:pt x="895" y="282"/>
                    </a:lnTo>
                    <a:lnTo>
                      <a:pt x="894" y="282"/>
                    </a:lnTo>
                    <a:lnTo>
                      <a:pt x="892" y="284"/>
                    </a:lnTo>
                    <a:lnTo>
                      <a:pt x="889" y="284"/>
                    </a:lnTo>
                    <a:lnTo>
                      <a:pt x="887" y="284"/>
                    </a:lnTo>
                    <a:lnTo>
                      <a:pt x="885" y="283"/>
                    </a:lnTo>
                    <a:lnTo>
                      <a:pt x="883" y="281"/>
                    </a:lnTo>
                    <a:lnTo>
                      <a:pt x="882" y="280"/>
                    </a:lnTo>
                    <a:lnTo>
                      <a:pt x="880" y="278"/>
                    </a:lnTo>
                    <a:lnTo>
                      <a:pt x="880" y="275"/>
                    </a:lnTo>
                    <a:lnTo>
                      <a:pt x="881" y="271"/>
                    </a:lnTo>
                    <a:lnTo>
                      <a:pt x="881" y="269"/>
                    </a:lnTo>
                    <a:lnTo>
                      <a:pt x="880" y="267"/>
                    </a:lnTo>
                    <a:lnTo>
                      <a:pt x="878" y="266"/>
                    </a:lnTo>
                    <a:lnTo>
                      <a:pt x="874" y="264"/>
                    </a:lnTo>
                    <a:lnTo>
                      <a:pt x="872" y="262"/>
                    </a:lnTo>
                    <a:lnTo>
                      <a:pt x="872" y="260"/>
                    </a:lnTo>
                    <a:lnTo>
                      <a:pt x="873" y="257"/>
                    </a:lnTo>
                    <a:lnTo>
                      <a:pt x="873" y="255"/>
                    </a:lnTo>
                    <a:lnTo>
                      <a:pt x="873" y="253"/>
                    </a:lnTo>
                    <a:lnTo>
                      <a:pt x="873" y="250"/>
                    </a:lnTo>
                    <a:lnTo>
                      <a:pt x="874" y="248"/>
                    </a:lnTo>
                    <a:lnTo>
                      <a:pt x="875" y="246"/>
                    </a:lnTo>
                    <a:lnTo>
                      <a:pt x="877" y="245"/>
                    </a:lnTo>
                    <a:lnTo>
                      <a:pt x="879" y="243"/>
                    </a:lnTo>
                    <a:lnTo>
                      <a:pt x="880" y="242"/>
                    </a:lnTo>
                    <a:lnTo>
                      <a:pt x="882" y="240"/>
                    </a:lnTo>
                    <a:lnTo>
                      <a:pt x="884" y="240"/>
                    </a:lnTo>
                    <a:lnTo>
                      <a:pt x="886" y="240"/>
                    </a:lnTo>
                    <a:lnTo>
                      <a:pt x="888" y="239"/>
                    </a:lnTo>
                    <a:lnTo>
                      <a:pt x="890" y="236"/>
                    </a:lnTo>
                    <a:lnTo>
                      <a:pt x="891" y="232"/>
                    </a:lnTo>
                    <a:lnTo>
                      <a:pt x="893" y="230"/>
                    </a:lnTo>
                    <a:lnTo>
                      <a:pt x="896" y="230"/>
                    </a:lnTo>
                    <a:lnTo>
                      <a:pt x="899" y="232"/>
                    </a:lnTo>
                    <a:lnTo>
                      <a:pt x="901" y="234"/>
                    </a:lnTo>
                    <a:lnTo>
                      <a:pt x="903" y="236"/>
                    </a:lnTo>
                    <a:lnTo>
                      <a:pt x="905" y="237"/>
                    </a:lnTo>
                    <a:lnTo>
                      <a:pt x="907" y="238"/>
                    </a:lnTo>
                    <a:lnTo>
                      <a:pt x="909" y="239"/>
                    </a:lnTo>
                    <a:lnTo>
                      <a:pt x="910" y="240"/>
                    </a:lnTo>
                    <a:lnTo>
                      <a:pt x="912" y="241"/>
                    </a:lnTo>
                    <a:lnTo>
                      <a:pt x="914" y="241"/>
                    </a:lnTo>
                    <a:lnTo>
                      <a:pt x="917" y="242"/>
                    </a:lnTo>
                    <a:lnTo>
                      <a:pt x="918" y="244"/>
                    </a:lnTo>
                    <a:lnTo>
                      <a:pt x="918" y="246"/>
                    </a:lnTo>
                    <a:lnTo>
                      <a:pt x="918" y="249"/>
                    </a:lnTo>
                    <a:lnTo>
                      <a:pt x="919" y="251"/>
                    </a:lnTo>
                    <a:lnTo>
                      <a:pt x="921" y="252"/>
                    </a:lnTo>
                    <a:lnTo>
                      <a:pt x="922" y="254"/>
                    </a:lnTo>
                    <a:lnTo>
                      <a:pt x="922" y="257"/>
                    </a:lnTo>
                    <a:close/>
                  </a:path>
                </a:pathLst>
              </a:custGeom>
              <a:solidFill>
                <a:srgbClr val="86D1BC">
                  <a:alpha val="24000"/>
                </a:srgbClr>
              </a:solidFill>
              <a:ln>
                <a:noFill/>
              </a:ln>
            </p:spPr>
            <p:txBody>
              <a:bodyPr anchor="ctr"/>
              <a:lstStyle/>
              <a:p>
                <a:pPr algn="ctr">
                  <a:buNone/>
                </a:pPr>
              </a:p>
            </p:txBody>
          </p:sp>
          <p:sp>
            <p:nvSpPr>
              <p:cNvPr id="801" name="addition:spatial:183"/>
              <p:cNvSpPr>
                <a:spLocks noGrp="1"/>
              </p:cNvSpPr>
              <p:nvPr/>
            </p:nvSpPr>
            <p:spPr>
              <a:xfrm>
                <a:off x="5648325" y="1666875"/>
                <a:ext cx="1689171" cy="833979"/>
              </a:xfrm>
              <a:custGeom>
                <a:avLst/>
                <a:gdLst/>
                <a:ahLst/>
                <a:cxnLst/>
                <a:rect l="l" t="t" r="r" b="b"/>
                <a:pathLst>
                  <a:path w="1274" h="493">
                    <a:moveTo>
                      <a:pt x="0" y="0"/>
                    </a:moveTo>
                    <a:moveTo>
                      <a:pt x="1267" y="354"/>
                    </a:moveTo>
                    <a:lnTo>
                      <a:pt x="1255" y="367"/>
                    </a:lnTo>
                    <a:lnTo>
                      <a:pt x="1237" y="377"/>
                    </a:lnTo>
                    <a:lnTo>
                      <a:pt x="1218" y="385"/>
                    </a:lnTo>
                    <a:lnTo>
                      <a:pt x="1208" y="394"/>
                    </a:lnTo>
                    <a:lnTo>
                      <a:pt x="1212" y="407"/>
                    </a:lnTo>
                    <a:lnTo>
                      <a:pt x="1220" y="425"/>
                    </a:lnTo>
                    <a:lnTo>
                      <a:pt x="1221" y="442"/>
                    </a:lnTo>
                    <a:lnTo>
                      <a:pt x="1210" y="453"/>
                    </a:lnTo>
                    <a:lnTo>
                      <a:pt x="1193" y="458"/>
                    </a:lnTo>
                    <a:lnTo>
                      <a:pt x="1176" y="462"/>
                    </a:lnTo>
                    <a:lnTo>
                      <a:pt x="1165" y="470"/>
                    </a:lnTo>
                    <a:lnTo>
                      <a:pt x="1156" y="482"/>
                    </a:lnTo>
                    <a:lnTo>
                      <a:pt x="1145" y="491"/>
                    </a:lnTo>
                    <a:lnTo>
                      <a:pt x="1130" y="493"/>
                    </a:lnTo>
                    <a:lnTo>
                      <a:pt x="1115" y="490"/>
                    </a:lnTo>
                    <a:lnTo>
                      <a:pt x="1101" y="486"/>
                    </a:lnTo>
                    <a:lnTo>
                      <a:pt x="1089" y="485"/>
                    </a:lnTo>
                    <a:lnTo>
                      <a:pt x="1077" y="485"/>
                    </a:lnTo>
                    <a:lnTo>
                      <a:pt x="1066" y="480"/>
                    </a:lnTo>
                    <a:lnTo>
                      <a:pt x="1056" y="473"/>
                    </a:lnTo>
                    <a:lnTo>
                      <a:pt x="1046" y="469"/>
                    </a:lnTo>
                    <a:lnTo>
                      <a:pt x="1032" y="474"/>
                    </a:lnTo>
                    <a:lnTo>
                      <a:pt x="1012" y="484"/>
                    </a:lnTo>
                    <a:lnTo>
                      <a:pt x="990" y="490"/>
                    </a:lnTo>
                    <a:lnTo>
                      <a:pt x="975" y="483"/>
                    </a:lnTo>
                    <a:lnTo>
                      <a:pt x="972" y="466"/>
                    </a:lnTo>
                    <a:lnTo>
                      <a:pt x="975" y="446"/>
                    </a:lnTo>
                    <a:lnTo>
                      <a:pt x="975" y="430"/>
                    </a:lnTo>
                    <a:lnTo>
                      <a:pt x="969" y="420"/>
                    </a:lnTo>
                    <a:lnTo>
                      <a:pt x="959" y="411"/>
                    </a:lnTo>
                    <a:lnTo>
                      <a:pt x="951" y="400"/>
                    </a:lnTo>
                    <a:lnTo>
                      <a:pt x="948" y="388"/>
                    </a:lnTo>
                    <a:lnTo>
                      <a:pt x="944" y="377"/>
                    </a:lnTo>
                    <a:lnTo>
                      <a:pt x="936" y="366"/>
                    </a:lnTo>
                    <a:lnTo>
                      <a:pt x="925" y="354"/>
                    </a:lnTo>
                    <a:lnTo>
                      <a:pt x="918" y="341"/>
                    </a:lnTo>
                    <a:lnTo>
                      <a:pt x="920" y="329"/>
                    </a:lnTo>
                    <a:lnTo>
                      <a:pt x="926" y="317"/>
                    </a:lnTo>
                    <a:lnTo>
                      <a:pt x="928" y="305"/>
                    </a:lnTo>
                    <a:lnTo>
                      <a:pt x="923" y="291"/>
                    </a:lnTo>
                    <a:lnTo>
                      <a:pt x="918" y="274"/>
                    </a:lnTo>
                    <a:lnTo>
                      <a:pt x="924" y="261"/>
                    </a:lnTo>
                    <a:lnTo>
                      <a:pt x="943" y="257"/>
                    </a:lnTo>
                    <a:lnTo>
                      <a:pt x="967" y="260"/>
                    </a:lnTo>
                    <a:lnTo>
                      <a:pt x="987" y="263"/>
                    </a:lnTo>
                    <a:lnTo>
                      <a:pt x="999" y="259"/>
                    </a:lnTo>
                    <a:lnTo>
                      <a:pt x="1005" y="247"/>
                    </a:lnTo>
                    <a:lnTo>
                      <a:pt x="1013" y="232"/>
                    </a:lnTo>
                    <a:lnTo>
                      <a:pt x="1025" y="222"/>
                    </a:lnTo>
                    <a:lnTo>
                      <a:pt x="1040" y="215"/>
                    </a:lnTo>
                    <a:lnTo>
                      <a:pt x="1056" y="208"/>
                    </a:lnTo>
                    <a:lnTo>
                      <a:pt x="1074" y="201"/>
                    </a:lnTo>
                    <a:lnTo>
                      <a:pt x="1092" y="198"/>
                    </a:lnTo>
                    <a:lnTo>
                      <a:pt x="1111" y="205"/>
                    </a:lnTo>
                    <a:lnTo>
                      <a:pt x="1126" y="218"/>
                    </a:lnTo>
                    <a:lnTo>
                      <a:pt x="1139" y="232"/>
                    </a:lnTo>
                    <a:lnTo>
                      <a:pt x="1153" y="237"/>
                    </a:lnTo>
                    <a:lnTo>
                      <a:pt x="1171" y="236"/>
                    </a:lnTo>
                    <a:lnTo>
                      <a:pt x="1190" y="236"/>
                    </a:lnTo>
                    <a:lnTo>
                      <a:pt x="1203" y="244"/>
                    </a:lnTo>
                    <a:lnTo>
                      <a:pt x="1208" y="259"/>
                    </a:lnTo>
                    <a:lnTo>
                      <a:pt x="1210" y="274"/>
                    </a:lnTo>
                    <a:lnTo>
                      <a:pt x="1218" y="282"/>
                    </a:lnTo>
                    <a:lnTo>
                      <a:pt x="1235" y="287"/>
                    </a:lnTo>
                    <a:lnTo>
                      <a:pt x="1255" y="291"/>
                    </a:lnTo>
                    <a:lnTo>
                      <a:pt x="1269" y="300"/>
                    </a:lnTo>
                    <a:lnTo>
                      <a:pt x="1274" y="313"/>
                    </a:lnTo>
                    <a:lnTo>
                      <a:pt x="1273" y="327"/>
                    </a:lnTo>
                    <a:lnTo>
                      <a:pt x="1271" y="341"/>
                    </a:lnTo>
                    <a:close/>
                  </a:path>
                </a:pathLst>
              </a:custGeom>
              <a:solidFill>
                <a:srgbClr val="EFD4E3">
                  <a:alpha val="43000"/>
                </a:srgbClr>
              </a:solidFill>
              <a:ln>
                <a:noFill/>
              </a:ln>
            </p:spPr>
            <p:txBody>
              <a:bodyPr anchor="ctr"/>
              <a:lstStyle/>
              <a:p>
                <a:pPr algn="ctr">
                  <a:buNone/>
                </a:pPr>
              </a:p>
            </p:txBody>
          </p:sp>
          <p:sp>
            <p:nvSpPr>
              <p:cNvPr id="802" name="addition:spatial:184"/>
              <p:cNvSpPr>
                <a:spLocks noGrp="1"/>
              </p:cNvSpPr>
              <p:nvPr/>
            </p:nvSpPr>
            <p:spPr>
              <a:xfrm>
                <a:off x="5648325" y="1666875"/>
                <a:ext cx="1620225" cy="842437"/>
              </a:xfrm>
              <a:custGeom>
                <a:avLst/>
                <a:gdLst/>
                <a:ahLst/>
                <a:cxnLst/>
                <a:rect l="l" t="t" r="r" b="b"/>
                <a:pathLst>
                  <a:path w="1222" h="498">
                    <a:moveTo>
                      <a:pt x="0" y="0"/>
                    </a:moveTo>
                    <a:moveTo>
                      <a:pt x="1201" y="359"/>
                    </a:moveTo>
                    <a:lnTo>
                      <a:pt x="1215" y="370"/>
                    </a:lnTo>
                    <a:lnTo>
                      <a:pt x="1222" y="382"/>
                    </a:lnTo>
                    <a:lnTo>
                      <a:pt x="1217" y="392"/>
                    </a:lnTo>
                    <a:lnTo>
                      <a:pt x="1207" y="400"/>
                    </a:lnTo>
                    <a:lnTo>
                      <a:pt x="1200" y="409"/>
                    </a:lnTo>
                    <a:lnTo>
                      <a:pt x="1201" y="420"/>
                    </a:lnTo>
                    <a:lnTo>
                      <a:pt x="1204" y="434"/>
                    </a:lnTo>
                    <a:lnTo>
                      <a:pt x="1201" y="445"/>
                    </a:lnTo>
                    <a:lnTo>
                      <a:pt x="1190" y="451"/>
                    </a:lnTo>
                    <a:lnTo>
                      <a:pt x="1175" y="452"/>
                    </a:lnTo>
                    <a:lnTo>
                      <a:pt x="1162" y="453"/>
                    </a:lnTo>
                    <a:lnTo>
                      <a:pt x="1151" y="455"/>
                    </a:lnTo>
                    <a:lnTo>
                      <a:pt x="1141" y="459"/>
                    </a:lnTo>
                    <a:lnTo>
                      <a:pt x="1130" y="460"/>
                    </a:lnTo>
                    <a:lnTo>
                      <a:pt x="1119" y="460"/>
                    </a:lnTo>
                    <a:lnTo>
                      <a:pt x="1108" y="464"/>
                    </a:lnTo>
                    <a:lnTo>
                      <a:pt x="1097" y="475"/>
                    </a:lnTo>
                    <a:lnTo>
                      <a:pt x="1083" y="490"/>
                    </a:lnTo>
                    <a:lnTo>
                      <a:pt x="1066" y="498"/>
                    </a:lnTo>
                    <a:lnTo>
                      <a:pt x="1051" y="494"/>
                    </a:lnTo>
                    <a:lnTo>
                      <a:pt x="1039" y="480"/>
                    </a:lnTo>
                    <a:lnTo>
                      <a:pt x="1030" y="464"/>
                    </a:lnTo>
                    <a:lnTo>
                      <a:pt x="1021" y="455"/>
                    </a:lnTo>
                    <a:lnTo>
                      <a:pt x="1007" y="451"/>
                    </a:lnTo>
                    <a:lnTo>
                      <a:pt x="992" y="449"/>
                    </a:lnTo>
                    <a:lnTo>
                      <a:pt x="981" y="443"/>
                    </a:lnTo>
                    <a:lnTo>
                      <a:pt x="973" y="433"/>
                    </a:lnTo>
                    <a:lnTo>
                      <a:pt x="967" y="423"/>
                    </a:lnTo>
                    <a:lnTo>
                      <a:pt x="957" y="416"/>
                    </a:lnTo>
                    <a:lnTo>
                      <a:pt x="945" y="409"/>
                    </a:lnTo>
                    <a:lnTo>
                      <a:pt x="936" y="401"/>
                    </a:lnTo>
                    <a:lnTo>
                      <a:pt x="931" y="391"/>
                    </a:lnTo>
                    <a:lnTo>
                      <a:pt x="930" y="380"/>
                    </a:lnTo>
                    <a:lnTo>
                      <a:pt x="924" y="370"/>
                    </a:lnTo>
                    <a:lnTo>
                      <a:pt x="915" y="359"/>
                    </a:lnTo>
                    <a:lnTo>
                      <a:pt x="910" y="347"/>
                    </a:lnTo>
                    <a:lnTo>
                      <a:pt x="915" y="335"/>
                    </a:lnTo>
                    <a:lnTo>
                      <a:pt x="934" y="327"/>
                    </a:lnTo>
                    <a:lnTo>
                      <a:pt x="957" y="322"/>
                    </a:lnTo>
                    <a:lnTo>
                      <a:pt x="974" y="317"/>
                    </a:lnTo>
                    <a:lnTo>
                      <a:pt x="979" y="309"/>
                    </a:lnTo>
                    <a:lnTo>
                      <a:pt x="977" y="296"/>
                    </a:lnTo>
                    <a:lnTo>
                      <a:pt x="978" y="282"/>
                    </a:lnTo>
                    <a:lnTo>
                      <a:pt x="985" y="271"/>
                    </a:lnTo>
                    <a:lnTo>
                      <a:pt x="995" y="263"/>
                    </a:lnTo>
                    <a:lnTo>
                      <a:pt x="1006" y="255"/>
                    </a:lnTo>
                    <a:lnTo>
                      <a:pt x="1017" y="246"/>
                    </a:lnTo>
                    <a:lnTo>
                      <a:pt x="1030" y="240"/>
                    </a:lnTo>
                    <a:lnTo>
                      <a:pt x="1045" y="240"/>
                    </a:lnTo>
                    <a:lnTo>
                      <a:pt x="1060" y="244"/>
                    </a:lnTo>
                    <a:lnTo>
                      <a:pt x="1073" y="248"/>
                    </a:lnTo>
                    <a:lnTo>
                      <a:pt x="1085" y="246"/>
                    </a:lnTo>
                    <a:lnTo>
                      <a:pt x="1096" y="241"/>
                    </a:lnTo>
                    <a:lnTo>
                      <a:pt x="1108" y="239"/>
                    </a:lnTo>
                    <a:lnTo>
                      <a:pt x="1118" y="245"/>
                    </a:lnTo>
                    <a:lnTo>
                      <a:pt x="1125" y="257"/>
                    </a:lnTo>
                    <a:lnTo>
                      <a:pt x="1131" y="267"/>
                    </a:lnTo>
                    <a:lnTo>
                      <a:pt x="1140" y="268"/>
                    </a:lnTo>
                    <a:lnTo>
                      <a:pt x="1155" y="263"/>
                    </a:lnTo>
                    <a:lnTo>
                      <a:pt x="1173" y="259"/>
                    </a:lnTo>
                    <a:lnTo>
                      <a:pt x="1187" y="262"/>
                    </a:lnTo>
                    <a:lnTo>
                      <a:pt x="1194" y="271"/>
                    </a:lnTo>
                    <a:lnTo>
                      <a:pt x="1197" y="283"/>
                    </a:lnTo>
                    <a:lnTo>
                      <a:pt x="1200" y="295"/>
                    </a:lnTo>
                    <a:lnTo>
                      <a:pt x="1201" y="306"/>
                    </a:lnTo>
                    <a:lnTo>
                      <a:pt x="1199" y="318"/>
                    </a:lnTo>
                    <a:lnTo>
                      <a:pt x="1192" y="331"/>
                    </a:lnTo>
                    <a:lnTo>
                      <a:pt x="1186" y="341"/>
                    </a:lnTo>
                    <a:lnTo>
                      <a:pt x="1188" y="350"/>
                    </a:lnTo>
                    <a:close/>
                  </a:path>
                </a:pathLst>
              </a:custGeom>
              <a:solidFill>
                <a:srgbClr val="DA9FC0">
                  <a:alpha val="43000"/>
                </a:srgbClr>
              </a:solidFill>
              <a:ln>
                <a:noFill/>
              </a:ln>
            </p:spPr>
            <p:txBody>
              <a:bodyPr anchor="ctr"/>
              <a:lstStyle/>
              <a:p>
                <a:pPr algn="ctr">
                  <a:buNone/>
                </a:pPr>
              </a:p>
            </p:txBody>
          </p:sp>
          <p:sp>
            <p:nvSpPr>
              <p:cNvPr id="803" name="addition:spatial:185"/>
              <p:cNvSpPr>
                <a:spLocks noGrp="1"/>
              </p:cNvSpPr>
              <p:nvPr/>
            </p:nvSpPr>
            <p:spPr>
              <a:xfrm>
                <a:off x="5648325" y="1666875"/>
                <a:ext cx="1614922" cy="793379"/>
              </a:xfrm>
              <a:custGeom>
                <a:avLst/>
                <a:gdLst/>
                <a:ahLst/>
                <a:cxnLst/>
                <a:rect l="l" t="t" r="r" b="b"/>
                <a:pathLst>
                  <a:path w="1218" h="469">
                    <a:moveTo>
                      <a:pt x="0" y="0"/>
                    </a:moveTo>
                    <a:moveTo>
                      <a:pt x="1194" y="364"/>
                    </a:moveTo>
                    <a:lnTo>
                      <a:pt x="1178" y="372"/>
                    </a:lnTo>
                    <a:lnTo>
                      <a:pt x="1170" y="379"/>
                    </a:lnTo>
                    <a:lnTo>
                      <a:pt x="1170" y="388"/>
                    </a:lnTo>
                    <a:lnTo>
                      <a:pt x="1172" y="397"/>
                    </a:lnTo>
                    <a:lnTo>
                      <a:pt x="1172" y="407"/>
                    </a:lnTo>
                    <a:lnTo>
                      <a:pt x="1168" y="416"/>
                    </a:lnTo>
                    <a:lnTo>
                      <a:pt x="1164" y="425"/>
                    </a:lnTo>
                    <a:lnTo>
                      <a:pt x="1162" y="436"/>
                    </a:lnTo>
                    <a:lnTo>
                      <a:pt x="1157" y="446"/>
                    </a:lnTo>
                    <a:lnTo>
                      <a:pt x="1147" y="452"/>
                    </a:lnTo>
                    <a:lnTo>
                      <a:pt x="1134" y="453"/>
                    </a:lnTo>
                    <a:lnTo>
                      <a:pt x="1122" y="452"/>
                    </a:lnTo>
                    <a:lnTo>
                      <a:pt x="1112" y="455"/>
                    </a:lnTo>
                    <a:lnTo>
                      <a:pt x="1105" y="462"/>
                    </a:lnTo>
                    <a:lnTo>
                      <a:pt x="1098" y="469"/>
                    </a:lnTo>
                    <a:lnTo>
                      <a:pt x="1088" y="469"/>
                    </a:lnTo>
                    <a:lnTo>
                      <a:pt x="1078" y="462"/>
                    </a:lnTo>
                    <a:lnTo>
                      <a:pt x="1069" y="453"/>
                    </a:lnTo>
                    <a:lnTo>
                      <a:pt x="1062" y="449"/>
                    </a:lnTo>
                    <a:lnTo>
                      <a:pt x="1053" y="453"/>
                    </a:lnTo>
                    <a:lnTo>
                      <a:pt x="1042" y="461"/>
                    </a:lnTo>
                    <a:lnTo>
                      <a:pt x="1029" y="465"/>
                    </a:lnTo>
                    <a:lnTo>
                      <a:pt x="1017" y="464"/>
                    </a:lnTo>
                    <a:lnTo>
                      <a:pt x="1008" y="458"/>
                    </a:lnTo>
                    <a:lnTo>
                      <a:pt x="998" y="452"/>
                    </a:lnTo>
                    <a:lnTo>
                      <a:pt x="990" y="446"/>
                    </a:lnTo>
                    <a:lnTo>
                      <a:pt x="985" y="436"/>
                    </a:lnTo>
                    <a:lnTo>
                      <a:pt x="985" y="423"/>
                    </a:lnTo>
                    <a:lnTo>
                      <a:pt x="989" y="410"/>
                    </a:lnTo>
                    <a:lnTo>
                      <a:pt x="988" y="401"/>
                    </a:lnTo>
                    <a:lnTo>
                      <a:pt x="979" y="395"/>
                    </a:lnTo>
                    <a:lnTo>
                      <a:pt x="964" y="390"/>
                    </a:lnTo>
                    <a:lnTo>
                      <a:pt x="951" y="383"/>
                    </a:lnTo>
                    <a:lnTo>
                      <a:pt x="946" y="374"/>
                    </a:lnTo>
                    <a:lnTo>
                      <a:pt x="950" y="364"/>
                    </a:lnTo>
                    <a:lnTo>
                      <a:pt x="953" y="355"/>
                    </a:lnTo>
                    <a:lnTo>
                      <a:pt x="951" y="346"/>
                    </a:lnTo>
                    <a:lnTo>
                      <a:pt x="944" y="335"/>
                    </a:lnTo>
                    <a:lnTo>
                      <a:pt x="940" y="324"/>
                    </a:lnTo>
                    <a:lnTo>
                      <a:pt x="944" y="315"/>
                    </a:lnTo>
                    <a:lnTo>
                      <a:pt x="953" y="308"/>
                    </a:lnTo>
                    <a:lnTo>
                      <a:pt x="964" y="303"/>
                    </a:lnTo>
                    <a:lnTo>
                      <a:pt x="973" y="298"/>
                    </a:lnTo>
                    <a:lnTo>
                      <a:pt x="982" y="293"/>
                    </a:lnTo>
                    <a:lnTo>
                      <a:pt x="993" y="290"/>
                    </a:lnTo>
                    <a:lnTo>
                      <a:pt x="1006" y="290"/>
                    </a:lnTo>
                    <a:lnTo>
                      <a:pt x="1016" y="288"/>
                    </a:lnTo>
                    <a:lnTo>
                      <a:pt x="1023" y="280"/>
                    </a:lnTo>
                    <a:lnTo>
                      <a:pt x="1029" y="266"/>
                    </a:lnTo>
                    <a:lnTo>
                      <a:pt x="1038" y="251"/>
                    </a:lnTo>
                    <a:lnTo>
                      <a:pt x="1051" y="244"/>
                    </a:lnTo>
                    <a:lnTo>
                      <a:pt x="1066" y="248"/>
                    </a:lnTo>
                    <a:lnTo>
                      <a:pt x="1080" y="257"/>
                    </a:lnTo>
                    <a:lnTo>
                      <a:pt x="1092" y="265"/>
                    </a:lnTo>
                    <a:lnTo>
                      <a:pt x="1104" y="268"/>
                    </a:lnTo>
                    <a:lnTo>
                      <a:pt x="1116" y="268"/>
                    </a:lnTo>
                    <a:lnTo>
                      <a:pt x="1128" y="271"/>
                    </a:lnTo>
                    <a:lnTo>
                      <a:pt x="1137" y="278"/>
                    </a:lnTo>
                    <a:lnTo>
                      <a:pt x="1145" y="285"/>
                    </a:lnTo>
                    <a:lnTo>
                      <a:pt x="1154" y="289"/>
                    </a:lnTo>
                    <a:lnTo>
                      <a:pt x="1164" y="293"/>
                    </a:lnTo>
                    <a:lnTo>
                      <a:pt x="1174" y="297"/>
                    </a:lnTo>
                    <a:lnTo>
                      <a:pt x="1180" y="305"/>
                    </a:lnTo>
                    <a:lnTo>
                      <a:pt x="1183" y="313"/>
                    </a:lnTo>
                    <a:lnTo>
                      <a:pt x="1188" y="320"/>
                    </a:lnTo>
                    <a:lnTo>
                      <a:pt x="1199" y="326"/>
                    </a:lnTo>
                    <a:lnTo>
                      <a:pt x="1212" y="333"/>
                    </a:lnTo>
                    <a:lnTo>
                      <a:pt x="1218" y="342"/>
                    </a:lnTo>
                    <a:lnTo>
                      <a:pt x="1211" y="354"/>
                    </a:lnTo>
                    <a:close/>
                  </a:path>
                </a:pathLst>
              </a:custGeom>
              <a:solidFill>
                <a:srgbClr val="CC79A7">
                  <a:alpha val="35000"/>
                </a:srgbClr>
              </a:solidFill>
              <a:ln>
                <a:noFill/>
              </a:ln>
            </p:spPr>
            <p:txBody>
              <a:bodyPr anchor="ctr"/>
              <a:lstStyle/>
              <a:p>
                <a:pPr algn="ctr">
                  <a:buNone/>
                </a:pPr>
              </a:p>
            </p:txBody>
          </p:sp>
          <p:sp>
            <p:nvSpPr>
              <p:cNvPr id="804" name="addition:spatial:186"/>
              <p:cNvSpPr>
                <a:spLocks noGrp="1"/>
              </p:cNvSpPr>
              <p:nvPr/>
            </p:nvSpPr>
            <p:spPr>
              <a:xfrm>
                <a:off x="5648325" y="1666875"/>
                <a:ext cx="1418692" cy="644515"/>
              </a:xfrm>
              <a:custGeom>
                <a:avLst/>
                <a:gdLst/>
                <a:ahLst/>
                <a:cxnLst/>
                <a:rect l="l" t="t" r="r" b="b"/>
                <a:pathLst>
                  <a:path w="1070" h="381">
                    <a:moveTo>
                      <a:pt x="0" y="0"/>
                    </a:moveTo>
                    <a:moveTo>
                      <a:pt x="1066" y="334"/>
                    </a:moveTo>
                    <a:lnTo>
                      <a:pt x="1068" y="338"/>
                    </a:lnTo>
                    <a:lnTo>
                      <a:pt x="1070" y="342"/>
                    </a:lnTo>
                    <a:lnTo>
                      <a:pt x="1070" y="346"/>
                    </a:lnTo>
                    <a:lnTo>
                      <a:pt x="1069" y="349"/>
                    </a:lnTo>
                    <a:lnTo>
                      <a:pt x="1068" y="353"/>
                    </a:lnTo>
                    <a:lnTo>
                      <a:pt x="1068" y="357"/>
                    </a:lnTo>
                    <a:lnTo>
                      <a:pt x="1068" y="362"/>
                    </a:lnTo>
                    <a:lnTo>
                      <a:pt x="1067" y="366"/>
                    </a:lnTo>
                    <a:lnTo>
                      <a:pt x="1061" y="367"/>
                    </a:lnTo>
                    <a:lnTo>
                      <a:pt x="1054" y="366"/>
                    </a:lnTo>
                    <a:lnTo>
                      <a:pt x="1048" y="364"/>
                    </a:lnTo>
                    <a:lnTo>
                      <a:pt x="1044" y="364"/>
                    </a:lnTo>
                    <a:lnTo>
                      <a:pt x="1042" y="368"/>
                    </a:lnTo>
                    <a:lnTo>
                      <a:pt x="1040" y="373"/>
                    </a:lnTo>
                    <a:lnTo>
                      <a:pt x="1036" y="377"/>
                    </a:lnTo>
                    <a:lnTo>
                      <a:pt x="1031" y="379"/>
                    </a:lnTo>
                    <a:lnTo>
                      <a:pt x="1026" y="380"/>
                    </a:lnTo>
                    <a:lnTo>
                      <a:pt x="1020" y="380"/>
                    </a:lnTo>
                    <a:lnTo>
                      <a:pt x="1015" y="381"/>
                    </a:lnTo>
                    <a:lnTo>
                      <a:pt x="1009" y="379"/>
                    </a:lnTo>
                    <a:lnTo>
                      <a:pt x="1005" y="376"/>
                    </a:lnTo>
                    <a:lnTo>
                      <a:pt x="1001" y="372"/>
                    </a:lnTo>
                    <a:lnTo>
                      <a:pt x="997" y="369"/>
                    </a:lnTo>
                    <a:lnTo>
                      <a:pt x="992" y="368"/>
                    </a:lnTo>
                    <a:lnTo>
                      <a:pt x="986" y="368"/>
                    </a:lnTo>
                    <a:lnTo>
                      <a:pt x="982" y="366"/>
                    </a:lnTo>
                    <a:lnTo>
                      <a:pt x="980" y="361"/>
                    </a:lnTo>
                    <a:lnTo>
                      <a:pt x="980" y="356"/>
                    </a:lnTo>
                    <a:lnTo>
                      <a:pt x="978" y="353"/>
                    </a:lnTo>
                    <a:lnTo>
                      <a:pt x="974" y="351"/>
                    </a:lnTo>
                    <a:lnTo>
                      <a:pt x="967" y="350"/>
                    </a:lnTo>
                    <a:lnTo>
                      <a:pt x="961" y="347"/>
                    </a:lnTo>
                    <a:lnTo>
                      <a:pt x="959" y="343"/>
                    </a:lnTo>
                    <a:lnTo>
                      <a:pt x="960" y="338"/>
                    </a:lnTo>
                    <a:lnTo>
                      <a:pt x="963" y="334"/>
                    </a:lnTo>
                    <a:lnTo>
                      <a:pt x="966" y="330"/>
                    </a:lnTo>
                    <a:lnTo>
                      <a:pt x="969" y="326"/>
                    </a:lnTo>
                    <a:lnTo>
                      <a:pt x="973" y="323"/>
                    </a:lnTo>
                    <a:lnTo>
                      <a:pt x="979" y="321"/>
                    </a:lnTo>
                    <a:lnTo>
                      <a:pt x="982" y="318"/>
                    </a:lnTo>
                    <a:lnTo>
                      <a:pt x="983" y="315"/>
                    </a:lnTo>
                    <a:lnTo>
                      <a:pt x="981" y="309"/>
                    </a:lnTo>
                    <a:lnTo>
                      <a:pt x="981" y="304"/>
                    </a:lnTo>
                    <a:lnTo>
                      <a:pt x="985" y="300"/>
                    </a:lnTo>
                    <a:lnTo>
                      <a:pt x="990" y="299"/>
                    </a:lnTo>
                    <a:lnTo>
                      <a:pt x="996" y="299"/>
                    </a:lnTo>
                    <a:lnTo>
                      <a:pt x="1001" y="297"/>
                    </a:lnTo>
                    <a:lnTo>
                      <a:pt x="1004" y="293"/>
                    </a:lnTo>
                    <a:lnTo>
                      <a:pt x="1007" y="290"/>
                    </a:lnTo>
                    <a:lnTo>
                      <a:pt x="1012" y="288"/>
                    </a:lnTo>
                    <a:lnTo>
                      <a:pt x="1017" y="290"/>
                    </a:lnTo>
                    <a:lnTo>
                      <a:pt x="1021" y="293"/>
                    </a:lnTo>
                    <a:lnTo>
                      <a:pt x="1025" y="294"/>
                    </a:lnTo>
                    <a:lnTo>
                      <a:pt x="1029" y="295"/>
                    </a:lnTo>
                    <a:lnTo>
                      <a:pt x="1032" y="296"/>
                    </a:lnTo>
                    <a:lnTo>
                      <a:pt x="1035" y="297"/>
                    </a:lnTo>
                    <a:lnTo>
                      <a:pt x="1038" y="298"/>
                    </a:lnTo>
                    <a:lnTo>
                      <a:pt x="1043" y="298"/>
                    </a:lnTo>
                    <a:lnTo>
                      <a:pt x="1049" y="296"/>
                    </a:lnTo>
                    <a:lnTo>
                      <a:pt x="1055" y="295"/>
                    </a:lnTo>
                    <a:lnTo>
                      <a:pt x="1060" y="297"/>
                    </a:lnTo>
                    <a:lnTo>
                      <a:pt x="1061" y="302"/>
                    </a:lnTo>
                    <a:lnTo>
                      <a:pt x="1059" y="308"/>
                    </a:lnTo>
                    <a:lnTo>
                      <a:pt x="1057" y="314"/>
                    </a:lnTo>
                    <a:lnTo>
                      <a:pt x="1058" y="317"/>
                    </a:lnTo>
                    <a:lnTo>
                      <a:pt x="1061" y="320"/>
                    </a:lnTo>
                    <a:lnTo>
                      <a:pt x="1064" y="323"/>
                    </a:lnTo>
                    <a:lnTo>
                      <a:pt x="1066" y="327"/>
                    </a:lnTo>
                    <a:lnTo>
                      <a:pt x="1065" y="330"/>
                    </a:lnTo>
                    <a:close/>
                  </a:path>
                </a:pathLst>
              </a:custGeom>
              <a:solidFill>
                <a:srgbClr val="DA9FC0">
                  <a:alpha val="32000"/>
                </a:srgbClr>
              </a:solidFill>
              <a:ln>
                <a:noFill/>
              </a:ln>
            </p:spPr>
            <p:txBody>
              <a:bodyPr anchor="ctr"/>
              <a:lstStyle/>
              <a:p>
                <a:pPr algn="ctr">
                  <a:buNone/>
                </a:pPr>
              </a:p>
            </p:txBody>
          </p:sp>
          <p:sp>
            <p:nvSpPr>
              <p:cNvPr id="805" name="addition:spatial:187"/>
              <p:cNvSpPr>
                <a:spLocks noGrp="1"/>
              </p:cNvSpPr>
              <p:nvPr/>
            </p:nvSpPr>
            <p:spPr>
              <a:xfrm>
                <a:off x="5648325" y="1666875"/>
                <a:ext cx="1473053" cy="585307"/>
              </a:xfrm>
              <a:custGeom>
                <a:avLst/>
                <a:gdLst/>
                <a:ahLst/>
                <a:cxnLst/>
                <a:rect l="l" t="t" r="r" b="b"/>
                <a:pathLst>
                  <a:path w="1111" h="346">
                    <a:moveTo>
                      <a:pt x="0" y="0"/>
                    </a:moveTo>
                    <a:moveTo>
                      <a:pt x="1100" y="300"/>
                    </a:moveTo>
                    <a:lnTo>
                      <a:pt x="1104" y="303"/>
                    </a:lnTo>
                    <a:lnTo>
                      <a:pt x="1106" y="307"/>
                    </a:lnTo>
                    <a:lnTo>
                      <a:pt x="1105" y="311"/>
                    </a:lnTo>
                    <a:lnTo>
                      <a:pt x="1103" y="314"/>
                    </a:lnTo>
                    <a:lnTo>
                      <a:pt x="1103" y="318"/>
                    </a:lnTo>
                    <a:lnTo>
                      <a:pt x="1102" y="322"/>
                    </a:lnTo>
                    <a:lnTo>
                      <a:pt x="1101" y="326"/>
                    </a:lnTo>
                    <a:lnTo>
                      <a:pt x="1099" y="329"/>
                    </a:lnTo>
                    <a:lnTo>
                      <a:pt x="1095" y="330"/>
                    </a:lnTo>
                    <a:lnTo>
                      <a:pt x="1092" y="332"/>
                    </a:lnTo>
                    <a:lnTo>
                      <a:pt x="1089" y="335"/>
                    </a:lnTo>
                    <a:lnTo>
                      <a:pt x="1087" y="338"/>
                    </a:lnTo>
                    <a:lnTo>
                      <a:pt x="1083" y="339"/>
                    </a:lnTo>
                    <a:lnTo>
                      <a:pt x="1078" y="337"/>
                    </a:lnTo>
                    <a:lnTo>
                      <a:pt x="1074" y="334"/>
                    </a:lnTo>
                    <a:lnTo>
                      <a:pt x="1070" y="333"/>
                    </a:lnTo>
                    <a:lnTo>
                      <a:pt x="1067" y="336"/>
                    </a:lnTo>
                    <a:lnTo>
                      <a:pt x="1063" y="342"/>
                    </a:lnTo>
                    <a:lnTo>
                      <a:pt x="1058" y="346"/>
                    </a:lnTo>
                    <a:lnTo>
                      <a:pt x="1053" y="346"/>
                    </a:lnTo>
                    <a:lnTo>
                      <a:pt x="1048" y="344"/>
                    </a:lnTo>
                    <a:lnTo>
                      <a:pt x="1044" y="341"/>
                    </a:lnTo>
                    <a:lnTo>
                      <a:pt x="1040" y="338"/>
                    </a:lnTo>
                    <a:lnTo>
                      <a:pt x="1037" y="335"/>
                    </a:lnTo>
                    <a:lnTo>
                      <a:pt x="1034" y="332"/>
                    </a:lnTo>
                    <a:lnTo>
                      <a:pt x="1032" y="327"/>
                    </a:lnTo>
                    <a:lnTo>
                      <a:pt x="1030" y="324"/>
                    </a:lnTo>
                    <a:lnTo>
                      <a:pt x="1026" y="322"/>
                    </a:lnTo>
                    <a:lnTo>
                      <a:pt x="1020" y="320"/>
                    </a:lnTo>
                    <a:lnTo>
                      <a:pt x="1015" y="318"/>
                    </a:lnTo>
                    <a:lnTo>
                      <a:pt x="1013" y="315"/>
                    </a:lnTo>
                    <a:lnTo>
                      <a:pt x="1013" y="310"/>
                    </a:lnTo>
                    <a:lnTo>
                      <a:pt x="1014" y="306"/>
                    </a:lnTo>
                    <a:lnTo>
                      <a:pt x="1012" y="303"/>
                    </a:lnTo>
                    <a:lnTo>
                      <a:pt x="1007" y="300"/>
                    </a:lnTo>
                    <a:lnTo>
                      <a:pt x="1003" y="295"/>
                    </a:lnTo>
                    <a:lnTo>
                      <a:pt x="1003" y="291"/>
                    </a:lnTo>
                    <a:lnTo>
                      <a:pt x="1007" y="287"/>
                    </a:lnTo>
                    <a:lnTo>
                      <a:pt x="1013" y="285"/>
                    </a:lnTo>
                    <a:lnTo>
                      <a:pt x="1018" y="283"/>
                    </a:lnTo>
                    <a:lnTo>
                      <a:pt x="1021" y="280"/>
                    </a:lnTo>
                    <a:lnTo>
                      <a:pt x="1024" y="277"/>
                    </a:lnTo>
                    <a:lnTo>
                      <a:pt x="1028" y="275"/>
                    </a:lnTo>
                    <a:lnTo>
                      <a:pt x="1031" y="273"/>
                    </a:lnTo>
                    <a:lnTo>
                      <a:pt x="1034" y="269"/>
                    </a:lnTo>
                    <a:lnTo>
                      <a:pt x="1035" y="264"/>
                    </a:lnTo>
                    <a:lnTo>
                      <a:pt x="1037" y="258"/>
                    </a:lnTo>
                    <a:lnTo>
                      <a:pt x="1041" y="255"/>
                    </a:lnTo>
                    <a:lnTo>
                      <a:pt x="1047" y="255"/>
                    </a:lnTo>
                    <a:lnTo>
                      <a:pt x="1054" y="258"/>
                    </a:lnTo>
                    <a:lnTo>
                      <a:pt x="1059" y="260"/>
                    </a:lnTo>
                    <a:lnTo>
                      <a:pt x="1063" y="259"/>
                    </a:lnTo>
                    <a:lnTo>
                      <a:pt x="1068" y="257"/>
                    </a:lnTo>
                    <a:lnTo>
                      <a:pt x="1072" y="257"/>
                    </a:lnTo>
                    <a:lnTo>
                      <a:pt x="1076" y="259"/>
                    </a:lnTo>
                    <a:lnTo>
                      <a:pt x="1079" y="262"/>
                    </a:lnTo>
                    <a:lnTo>
                      <a:pt x="1082" y="265"/>
                    </a:lnTo>
                    <a:lnTo>
                      <a:pt x="1085" y="266"/>
                    </a:lnTo>
                    <a:lnTo>
                      <a:pt x="1089" y="267"/>
                    </a:lnTo>
                    <a:lnTo>
                      <a:pt x="1093" y="268"/>
                    </a:lnTo>
                    <a:lnTo>
                      <a:pt x="1096" y="269"/>
                    </a:lnTo>
                    <a:lnTo>
                      <a:pt x="1099" y="271"/>
                    </a:lnTo>
                    <a:lnTo>
                      <a:pt x="1103" y="273"/>
                    </a:lnTo>
                    <a:lnTo>
                      <a:pt x="1108" y="275"/>
                    </a:lnTo>
                    <a:lnTo>
                      <a:pt x="1111" y="278"/>
                    </a:lnTo>
                    <a:lnTo>
                      <a:pt x="1109" y="283"/>
                    </a:lnTo>
                    <a:lnTo>
                      <a:pt x="1104" y="289"/>
                    </a:lnTo>
                    <a:lnTo>
                      <a:pt x="1099" y="293"/>
                    </a:lnTo>
                    <a:lnTo>
                      <a:pt x="1098" y="296"/>
                    </a:lnTo>
                    <a:close/>
                  </a:path>
                </a:pathLst>
              </a:custGeom>
              <a:solidFill>
                <a:srgbClr val="DA9FC0">
                  <a:alpha val="32000"/>
                </a:srgbClr>
              </a:solidFill>
              <a:ln>
                <a:noFill/>
              </a:ln>
            </p:spPr>
            <p:txBody>
              <a:bodyPr anchor="ctr"/>
              <a:lstStyle/>
              <a:p>
                <a:pPr algn="ctr">
                  <a:buNone/>
                </a:pPr>
              </a:p>
            </p:txBody>
          </p:sp>
          <p:sp>
            <p:nvSpPr>
              <p:cNvPr id="806" name="addition:spatial:188"/>
              <p:cNvSpPr>
                <a:spLocks noGrp="1"/>
              </p:cNvSpPr>
              <p:nvPr/>
            </p:nvSpPr>
            <p:spPr>
              <a:xfrm>
                <a:off x="5648325" y="1666875"/>
                <a:ext cx="1548628" cy="608990"/>
              </a:xfrm>
              <a:custGeom>
                <a:avLst/>
                <a:gdLst/>
                <a:ahLst/>
                <a:cxnLst/>
                <a:rect l="l" t="t" r="r" b="b"/>
                <a:pathLst>
                  <a:path w="1168" h="360">
                    <a:moveTo>
                      <a:pt x="0" y="0"/>
                    </a:moveTo>
                    <a:moveTo>
                      <a:pt x="1167" y="309"/>
                    </a:moveTo>
                    <a:lnTo>
                      <a:pt x="1168" y="313"/>
                    </a:lnTo>
                    <a:lnTo>
                      <a:pt x="1166" y="317"/>
                    </a:lnTo>
                    <a:lnTo>
                      <a:pt x="1162" y="321"/>
                    </a:lnTo>
                    <a:lnTo>
                      <a:pt x="1159" y="324"/>
                    </a:lnTo>
                    <a:lnTo>
                      <a:pt x="1157" y="328"/>
                    </a:lnTo>
                    <a:lnTo>
                      <a:pt x="1155" y="332"/>
                    </a:lnTo>
                    <a:lnTo>
                      <a:pt x="1153" y="336"/>
                    </a:lnTo>
                    <a:lnTo>
                      <a:pt x="1148" y="338"/>
                    </a:lnTo>
                    <a:lnTo>
                      <a:pt x="1142" y="338"/>
                    </a:lnTo>
                    <a:lnTo>
                      <a:pt x="1137" y="340"/>
                    </a:lnTo>
                    <a:lnTo>
                      <a:pt x="1135" y="344"/>
                    </a:lnTo>
                    <a:lnTo>
                      <a:pt x="1134" y="351"/>
                    </a:lnTo>
                    <a:lnTo>
                      <a:pt x="1131" y="357"/>
                    </a:lnTo>
                    <a:lnTo>
                      <a:pt x="1126" y="360"/>
                    </a:lnTo>
                    <a:lnTo>
                      <a:pt x="1120" y="359"/>
                    </a:lnTo>
                    <a:lnTo>
                      <a:pt x="1114" y="356"/>
                    </a:lnTo>
                    <a:lnTo>
                      <a:pt x="1109" y="353"/>
                    </a:lnTo>
                    <a:lnTo>
                      <a:pt x="1105" y="352"/>
                    </a:lnTo>
                    <a:lnTo>
                      <a:pt x="1101" y="351"/>
                    </a:lnTo>
                    <a:lnTo>
                      <a:pt x="1098" y="349"/>
                    </a:lnTo>
                    <a:lnTo>
                      <a:pt x="1094" y="347"/>
                    </a:lnTo>
                    <a:lnTo>
                      <a:pt x="1091" y="347"/>
                    </a:lnTo>
                    <a:lnTo>
                      <a:pt x="1086" y="348"/>
                    </a:lnTo>
                    <a:lnTo>
                      <a:pt x="1081" y="349"/>
                    </a:lnTo>
                    <a:lnTo>
                      <a:pt x="1076" y="348"/>
                    </a:lnTo>
                    <a:lnTo>
                      <a:pt x="1075" y="343"/>
                    </a:lnTo>
                    <a:lnTo>
                      <a:pt x="1074" y="339"/>
                    </a:lnTo>
                    <a:lnTo>
                      <a:pt x="1073" y="335"/>
                    </a:lnTo>
                    <a:lnTo>
                      <a:pt x="1069" y="333"/>
                    </a:lnTo>
                    <a:lnTo>
                      <a:pt x="1065" y="330"/>
                    </a:lnTo>
                    <a:lnTo>
                      <a:pt x="1062" y="327"/>
                    </a:lnTo>
                    <a:lnTo>
                      <a:pt x="1064" y="322"/>
                    </a:lnTo>
                    <a:lnTo>
                      <a:pt x="1068" y="317"/>
                    </a:lnTo>
                    <a:lnTo>
                      <a:pt x="1071" y="313"/>
                    </a:lnTo>
                    <a:lnTo>
                      <a:pt x="1072" y="309"/>
                    </a:lnTo>
                    <a:lnTo>
                      <a:pt x="1071" y="305"/>
                    </a:lnTo>
                    <a:lnTo>
                      <a:pt x="1070" y="302"/>
                    </a:lnTo>
                    <a:lnTo>
                      <a:pt x="1069" y="298"/>
                    </a:lnTo>
                    <a:lnTo>
                      <a:pt x="1068" y="293"/>
                    </a:lnTo>
                    <a:lnTo>
                      <a:pt x="1066" y="288"/>
                    </a:lnTo>
                    <a:lnTo>
                      <a:pt x="1064" y="282"/>
                    </a:lnTo>
                    <a:lnTo>
                      <a:pt x="1065" y="278"/>
                    </a:lnTo>
                    <a:lnTo>
                      <a:pt x="1070" y="276"/>
                    </a:lnTo>
                    <a:lnTo>
                      <a:pt x="1076" y="276"/>
                    </a:lnTo>
                    <a:lnTo>
                      <a:pt x="1082" y="277"/>
                    </a:lnTo>
                    <a:lnTo>
                      <a:pt x="1085" y="276"/>
                    </a:lnTo>
                    <a:lnTo>
                      <a:pt x="1087" y="272"/>
                    </a:lnTo>
                    <a:lnTo>
                      <a:pt x="1089" y="268"/>
                    </a:lnTo>
                    <a:lnTo>
                      <a:pt x="1093" y="266"/>
                    </a:lnTo>
                    <a:lnTo>
                      <a:pt x="1097" y="266"/>
                    </a:lnTo>
                    <a:lnTo>
                      <a:pt x="1101" y="267"/>
                    </a:lnTo>
                    <a:lnTo>
                      <a:pt x="1105" y="267"/>
                    </a:lnTo>
                    <a:lnTo>
                      <a:pt x="1109" y="264"/>
                    </a:lnTo>
                    <a:lnTo>
                      <a:pt x="1114" y="262"/>
                    </a:lnTo>
                    <a:lnTo>
                      <a:pt x="1119" y="262"/>
                    </a:lnTo>
                    <a:lnTo>
                      <a:pt x="1124" y="263"/>
                    </a:lnTo>
                    <a:lnTo>
                      <a:pt x="1129" y="265"/>
                    </a:lnTo>
                    <a:lnTo>
                      <a:pt x="1135" y="265"/>
                    </a:lnTo>
                    <a:lnTo>
                      <a:pt x="1140" y="267"/>
                    </a:lnTo>
                    <a:lnTo>
                      <a:pt x="1143" y="272"/>
                    </a:lnTo>
                    <a:lnTo>
                      <a:pt x="1143" y="278"/>
                    </a:lnTo>
                    <a:lnTo>
                      <a:pt x="1143" y="284"/>
                    </a:lnTo>
                    <a:lnTo>
                      <a:pt x="1144" y="288"/>
                    </a:lnTo>
                    <a:lnTo>
                      <a:pt x="1150" y="289"/>
                    </a:lnTo>
                    <a:lnTo>
                      <a:pt x="1158" y="290"/>
                    </a:lnTo>
                    <a:lnTo>
                      <a:pt x="1164" y="292"/>
                    </a:lnTo>
                    <a:lnTo>
                      <a:pt x="1167" y="296"/>
                    </a:lnTo>
                    <a:lnTo>
                      <a:pt x="1167" y="300"/>
                    </a:lnTo>
                    <a:lnTo>
                      <a:pt x="1167" y="305"/>
                    </a:lnTo>
                    <a:close/>
                  </a:path>
                </a:pathLst>
              </a:custGeom>
              <a:solidFill>
                <a:srgbClr val="DA9FC0">
                  <a:alpha val="32000"/>
                </a:srgbClr>
              </a:solidFill>
              <a:ln>
                <a:noFill/>
              </a:ln>
            </p:spPr>
            <p:txBody>
              <a:bodyPr anchor="ctr"/>
              <a:lstStyle/>
              <a:p>
                <a:pPr algn="ctr">
                  <a:buNone/>
                </a:pPr>
              </a:p>
            </p:txBody>
          </p:sp>
          <p:sp>
            <p:nvSpPr>
              <p:cNvPr id="807" name="addition:spatial:189"/>
              <p:cNvSpPr>
                <a:spLocks noGrp="1"/>
              </p:cNvSpPr>
              <p:nvPr/>
            </p:nvSpPr>
            <p:spPr>
              <a:xfrm>
                <a:off x="5648325" y="1666875"/>
                <a:ext cx="1610944" cy="676656"/>
              </a:xfrm>
              <a:custGeom>
                <a:avLst/>
                <a:gdLst/>
                <a:ahLst/>
                <a:cxnLst/>
                <a:rect l="l" t="t" r="r" b="b"/>
                <a:pathLst>
                  <a:path w="1215" h="400">
                    <a:moveTo>
                      <a:pt x="0" y="0"/>
                    </a:moveTo>
                    <a:moveTo>
                      <a:pt x="1205" y="347"/>
                    </a:moveTo>
                    <a:lnTo>
                      <a:pt x="1211" y="352"/>
                    </a:lnTo>
                    <a:lnTo>
                      <a:pt x="1215" y="357"/>
                    </a:lnTo>
                    <a:lnTo>
                      <a:pt x="1214" y="362"/>
                    </a:lnTo>
                    <a:lnTo>
                      <a:pt x="1209" y="366"/>
                    </a:lnTo>
                    <a:lnTo>
                      <a:pt x="1202" y="368"/>
                    </a:lnTo>
                    <a:lnTo>
                      <a:pt x="1197" y="371"/>
                    </a:lnTo>
                    <a:lnTo>
                      <a:pt x="1193" y="373"/>
                    </a:lnTo>
                    <a:lnTo>
                      <a:pt x="1189" y="376"/>
                    </a:lnTo>
                    <a:lnTo>
                      <a:pt x="1185" y="378"/>
                    </a:lnTo>
                    <a:lnTo>
                      <a:pt x="1181" y="381"/>
                    </a:lnTo>
                    <a:lnTo>
                      <a:pt x="1179" y="385"/>
                    </a:lnTo>
                    <a:lnTo>
                      <a:pt x="1177" y="392"/>
                    </a:lnTo>
                    <a:lnTo>
                      <a:pt x="1173" y="398"/>
                    </a:lnTo>
                    <a:lnTo>
                      <a:pt x="1168" y="400"/>
                    </a:lnTo>
                    <a:lnTo>
                      <a:pt x="1161" y="399"/>
                    </a:lnTo>
                    <a:lnTo>
                      <a:pt x="1155" y="396"/>
                    </a:lnTo>
                    <a:lnTo>
                      <a:pt x="1149" y="394"/>
                    </a:lnTo>
                    <a:lnTo>
                      <a:pt x="1144" y="395"/>
                    </a:lnTo>
                    <a:lnTo>
                      <a:pt x="1138" y="397"/>
                    </a:lnTo>
                    <a:lnTo>
                      <a:pt x="1133" y="397"/>
                    </a:lnTo>
                    <a:lnTo>
                      <a:pt x="1129" y="394"/>
                    </a:lnTo>
                    <a:lnTo>
                      <a:pt x="1126" y="389"/>
                    </a:lnTo>
                    <a:lnTo>
                      <a:pt x="1123" y="385"/>
                    </a:lnTo>
                    <a:lnTo>
                      <a:pt x="1119" y="384"/>
                    </a:lnTo>
                    <a:lnTo>
                      <a:pt x="1114" y="383"/>
                    </a:lnTo>
                    <a:lnTo>
                      <a:pt x="1110" y="381"/>
                    </a:lnTo>
                    <a:lnTo>
                      <a:pt x="1107" y="379"/>
                    </a:lnTo>
                    <a:lnTo>
                      <a:pt x="1103" y="377"/>
                    </a:lnTo>
                    <a:lnTo>
                      <a:pt x="1098" y="374"/>
                    </a:lnTo>
                    <a:lnTo>
                      <a:pt x="1093" y="372"/>
                    </a:lnTo>
                    <a:lnTo>
                      <a:pt x="1091" y="367"/>
                    </a:lnTo>
                    <a:lnTo>
                      <a:pt x="1094" y="361"/>
                    </a:lnTo>
                    <a:lnTo>
                      <a:pt x="1100" y="355"/>
                    </a:lnTo>
                    <a:lnTo>
                      <a:pt x="1106" y="351"/>
                    </a:lnTo>
                    <a:lnTo>
                      <a:pt x="1107" y="347"/>
                    </a:lnTo>
                    <a:lnTo>
                      <a:pt x="1105" y="343"/>
                    </a:lnTo>
                    <a:lnTo>
                      <a:pt x="1102" y="339"/>
                    </a:lnTo>
                    <a:lnTo>
                      <a:pt x="1101" y="334"/>
                    </a:lnTo>
                    <a:lnTo>
                      <a:pt x="1103" y="330"/>
                    </a:lnTo>
                    <a:lnTo>
                      <a:pt x="1106" y="326"/>
                    </a:lnTo>
                    <a:lnTo>
                      <a:pt x="1107" y="322"/>
                    </a:lnTo>
                    <a:lnTo>
                      <a:pt x="1108" y="317"/>
                    </a:lnTo>
                    <a:lnTo>
                      <a:pt x="1109" y="313"/>
                    </a:lnTo>
                    <a:lnTo>
                      <a:pt x="1113" y="310"/>
                    </a:lnTo>
                    <a:lnTo>
                      <a:pt x="1117" y="308"/>
                    </a:lnTo>
                    <a:lnTo>
                      <a:pt x="1121" y="305"/>
                    </a:lnTo>
                    <a:lnTo>
                      <a:pt x="1124" y="302"/>
                    </a:lnTo>
                    <a:lnTo>
                      <a:pt x="1127" y="300"/>
                    </a:lnTo>
                    <a:lnTo>
                      <a:pt x="1132" y="300"/>
                    </a:lnTo>
                    <a:lnTo>
                      <a:pt x="1137" y="303"/>
                    </a:lnTo>
                    <a:lnTo>
                      <a:pt x="1141" y="307"/>
                    </a:lnTo>
                    <a:lnTo>
                      <a:pt x="1145" y="307"/>
                    </a:lnTo>
                    <a:lnTo>
                      <a:pt x="1148" y="303"/>
                    </a:lnTo>
                    <a:lnTo>
                      <a:pt x="1153" y="298"/>
                    </a:lnTo>
                    <a:lnTo>
                      <a:pt x="1159" y="294"/>
                    </a:lnTo>
                    <a:lnTo>
                      <a:pt x="1164" y="294"/>
                    </a:lnTo>
                    <a:lnTo>
                      <a:pt x="1169" y="298"/>
                    </a:lnTo>
                    <a:lnTo>
                      <a:pt x="1173" y="301"/>
                    </a:lnTo>
                    <a:lnTo>
                      <a:pt x="1177" y="304"/>
                    </a:lnTo>
                    <a:lnTo>
                      <a:pt x="1181" y="308"/>
                    </a:lnTo>
                    <a:lnTo>
                      <a:pt x="1183" y="312"/>
                    </a:lnTo>
                    <a:lnTo>
                      <a:pt x="1185" y="317"/>
                    </a:lnTo>
                    <a:lnTo>
                      <a:pt x="1187" y="321"/>
                    </a:lnTo>
                    <a:lnTo>
                      <a:pt x="1191" y="324"/>
                    </a:lnTo>
                    <a:lnTo>
                      <a:pt x="1197" y="326"/>
                    </a:lnTo>
                    <a:lnTo>
                      <a:pt x="1202" y="330"/>
                    </a:lnTo>
                    <a:lnTo>
                      <a:pt x="1203" y="334"/>
                    </a:lnTo>
                    <a:lnTo>
                      <a:pt x="1202" y="339"/>
                    </a:lnTo>
                    <a:lnTo>
                      <a:pt x="1202" y="343"/>
                    </a:lnTo>
                    <a:close/>
                  </a:path>
                </a:pathLst>
              </a:custGeom>
              <a:solidFill>
                <a:srgbClr val="DA9FC0">
                  <a:alpha val="32000"/>
                </a:srgbClr>
              </a:solidFill>
              <a:ln>
                <a:noFill/>
              </a:ln>
            </p:spPr>
            <p:txBody>
              <a:bodyPr anchor="ctr"/>
              <a:lstStyle/>
              <a:p>
                <a:pPr algn="ctr">
                  <a:buNone/>
                </a:pPr>
              </a:p>
            </p:txBody>
          </p:sp>
          <p:sp>
            <p:nvSpPr>
              <p:cNvPr id="808" name="addition:spatial:190"/>
              <p:cNvSpPr>
                <a:spLocks noGrp="1"/>
              </p:cNvSpPr>
              <p:nvPr/>
            </p:nvSpPr>
            <p:spPr>
              <a:xfrm>
                <a:off x="5648325" y="1666875"/>
                <a:ext cx="1585752" cy="754471"/>
              </a:xfrm>
              <a:custGeom>
                <a:avLst/>
                <a:gdLst/>
                <a:ahLst/>
                <a:cxnLst/>
                <a:rect l="l" t="t" r="r" b="b"/>
                <a:pathLst>
                  <a:path w="1196" h="446">
                    <a:moveTo>
                      <a:pt x="0" y="0"/>
                    </a:moveTo>
                    <a:moveTo>
                      <a:pt x="1190" y="389"/>
                    </a:moveTo>
                    <a:lnTo>
                      <a:pt x="1184" y="393"/>
                    </a:lnTo>
                    <a:lnTo>
                      <a:pt x="1180" y="397"/>
                    </a:lnTo>
                    <a:lnTo>
                      <a:pt x="1178" y="402"/>
                    </a:lnTo>
                    <a:lnTo>
                      <a:pt x="1177" y="406"/>
                    </a:lnTo>
                    <a:lnTo>
                      <a:pt x="1174" y="410"/>
                    </a:lnTo>
                    <a:lnTo>
                      <a:pt x="1168" y="413"/>
                    </a:lnTo>
                    <a:lnTo>
                      <a:pt x="1164" y="416"/>
                    </a:lnTo>
                    <a:lnTo>
                      <a:pt x="1161" y="420"/>
                    </a:lnTo>
                    <a:lnTo>
                      <a:pt x="1158" y="425"/>
                    </a:lnTo>
                    <a:lnTo>
                      <a:pt x="1153" y="428"/>
                    </a:lnTo>
                    <a:lnTo>
                      <a:pt x="1147" y="430"/>
                    </a:lnTo>
                    <a:lnTo>
                      <a:pt x="1141" y="432"/>
                    </a:lnTo>
                    <a:lnTo>
                      <a:pt x="1136" y="435"/>
                    </a:lnTo>
                    <a:lnTo>
                      <a:pt x="1131" y="441"/>
                    </a:lnTo>
                    <a:lnTo>
                      <a:pt x="1126" y="445"/>
                    </a:lnTo>
                    <a:lnTo>
                      <a:pt x="1119" y="446"/>
                    </a:lnTo>
                    <a:lnTo>
                      <a:pt x="1112" y="441"/>
                    </a:lnTo>
                    <a:lnTo>
                      <a:pt x="1106" y="435"/>
                    </a:lnTo>
                    <a:lnTo>
                      <a:pt x="1102" y="430"/>
                    </a:lnTo>
                    <a:lnTo>
                      <a:pt x="1098" y="430"/>
                    </a:lnTo>
                    <a:lnTo>
                      <a:pt x="1092" y="432"/>
                    </a:lnTo>
                    <a:lnTo>
                      <a:pt x="1087" y="433"/>
                    </a:lnTo>
                    <a:lnTo>
                      <a:pt x="1081" y="433"/>
                    </a:lnTo>
                    <a:lnTo>
                      <a:pt x="1076" y="431"/>
                    </a:lnTo>
                    <a:lnTo>
                      <a:pt x="1071" y="430"/>
                    </a:lnTo>
                    <a:lnTo>
                      <a:pt x="1065" y="428"/>
                    </a:lnTo>
                    <a:lnTo>
                      <a:pt x="1061" y="425"/>
                    </a:lnTo>
                    <a:lnTo>
                      <a:pt x="1060" y="420"/>
                    </a:lnTo>
                    <a:lnTo>
                      <a:pt x="1061" y="414"/>
                    </a:lnTo>
                    <a:lnTo>
                      <a:pt x="1062" y="409"/>
                    </a:lnTo>
                    <a:lnTo>
                      <a:pt x="1060" y="406"/>
                    </a:lnTo>
                    <a:lnTo>
                      <a:pt x="1055" y="402"/>
                    </a:lnTo>
                    <a:lnTo>
                      <a:pt x="1052" y="398"/>
                    </a:lnTo>
                    <a:lnTo>
                      <a:pt x="1054" y="393"/>
                    </a:lnTo>
                    <a:lnTo>
                      <a:pt x="1060" y="389"/>
                    </a:lnTo>
                    <a:lnTo>
                      <a:pt x="1064" y="385"/>
                    </a:lnTo>
                    <a:lnTo>
                      <a:pt x="1063" y="381"/>
                    </a:lnTo>
                    <a:lnTo>
                      <a:pt x="1058" y="376"/>
                    </a:lnTo>
                    <a:lnTo>
                      <a:pt x="1053" y="370"/>
                    </a:lnTo>
                    <a:lnTo>
                      <a:pt x="1051" y="365"/>
                    </a:lnTo>
                    <a:lnTo>
                      <a:pt x="1053" y="360"/>
                    </a:lnTo>
                    <a:lnTo>
                      <a:pt x="1056" y="356"/>
                    </a:lnTo>
                    <a:lnTo>
                      <a:pt x="1060" y="353"/>
                    </a:lnTo>
                    <a:lnTo>
                      <a:pt x="1064" y="350"/>
                    </a:lnTo>
                    <a:lnTo>
                      <a:pt x="1071" y="349"/>
                    </a:lnTo>
                    <a:lnTo>
                      <a:pt x="1078" y="350"/>
                    </a:lnTo>
                    <a:lnTo>
                      <a:pt x="1084" y="352"/>
                    </a:lnTo>
                    <a:lnTo>
                      <a:pt x="1088" y="350"/>
                    </a:lnTo>
                    <a:lnTo>
                      <a:pt x="1091" y="345"/>
                    </a:lnTo>
                    <a:lnTo>
                      <a:pt x="1094" y="339"/>
                    </a:lnTo>
                    <a:lnTo>
                      <a:pt x="1099" y="336"/>
                    </a:lnTo>
                    <a:lnTo>
                      <a:pt x="1106" y="337"/>
                    </a:lnTo>
                    <a:lnTo>
                      <a:pt x="1112" y="339"/>
                    </a:lnTo>
                    <a:lnTo>
                      <a:pt x="1118" y="341"/>
                    </a:lnTo>
                    <a:lnTo>
                      <a:pt x="1125" y="339"/>
                    </a:lnTo>
                    <a:lnTo>
                      <a:pt x="1132" y="338"/>
                    </a:lnTo>
                    <a:lnTo>
                      <a:pt x="1140" y="338"/>
                    </a:lnTo>
                    <a:lnTo>
                      <a:pt x="1145" y="341"/>
                    </a:lnTo>
                    <a:lnTo>
                      <a:pt x="1150" y="346"/>
                    </a:lnTo>
                    <a:lnTo>
                      <a:pt x="1154" y="350"/>
                    </a:lnTo>
                    <a:lnTo>
                      <a:pt x="1158" y="354"/>
                    </a:lnTo>
                    <a:lnTo>
                      <a:pt x="1162" y="358"/>
                    </a:lnTo>
                    <a:lnTo>
                      <a:pt x="1164" y="362"/>
                    </a:lnTo>
                    <a:lnTo>
                      <a:pt x="1165" y="367"/>
                    </a:lnTo>
                    <a:lnTo>
                      <a:pt x="1169" y="370"/>
                    </a:lnTo>
                    <a:lnTo>
                      <a:pt x="1177" y="372"/>
                    </a:lnTo>
                    <a:lnTo>
                      <a:pt x="1188" y="374"/>
                    </a:lnTo>
                    <a:lnTo>
                      <a:pt x="1195" y="378"/>
                    </a:lnTo>
                    <a:lnTo>
                      <a:pt x="1196" y="383"/>
                    </a:lnTo>
                    <a:close/>
                  </a:path>
                </a:pathLst>
              </a:custGeom>
              <a:solidFill>
                <a:srgbClr val="DA9FC0">
                  <a:alpha val="32000"/>
                </a:srgbClr>
              </a:solidFill>
              <a:ln>
                <a:noFill/>
              </a:ln>
            </p:spPr>
            <p:txBody>
              <a:bodyPr anchor="ctr"/>
              <a:lstStyle/>
              <a:p>
                <a:pPr algn="ctr">
                  <a:buNone/>
                </a:pPr>
              </a:p>
            </p:txBody>
          </p:sp>
          <p:sp>
            <p:nvSpPr>
              <p:cNvPr id="809" name="addition:spatial:191"/>
              <p:cNvSpPr>
                <a:spLocks noGrp="1"/>
              </p:cNvSpPr>
              <p:nvPr/>
            </p:nvSpPr>
            <p:spPr>
              <a:xfrm>
                <a:off x="5648325" y="1666875"/>
                <a:ext cx="1471727" cy="754471"/>
              </a:xfrm>
              <a:custGeom>
                <a:avLst/>
                <a:gdLst/>
                <a:ahLst/>
                <a:cxnLst/>
                <a:rect l="l" t="t" r="r" b="b"/>
                <a:pathLst>
                  <a:path w="1110" h="446">
                    <a:moveTo>
                      <a:pt x="0" y="0"/>
                    </a:moveTo>
                    <a:moveTo>
                      <a:pt x="1104" y="394"/>
                    </a:moveTo>
                    <a:lnTo>
                      <a:pt x="1107" y="398"/>
                    </a:lnTo>
                    <a:lnTo>
                      <a:pt x="1110" y="403"/>
                    </a:lnTo>
                    <a:lnTo>
                      <a:pt x="1110" y="407"/>
                    </a:lnTo>
                    <a:lnTo>
                      <a:pt x="1108" y="411"/>
                    </a:lnTo>
                    <a:lnTo>
                      <a:pt x="1106" y="415"/>
                    </a:lnTo>
                    <a:lnTo>
                      <a:pt x="1106" y="420"/>
                    </a:lnTo>
                    <a:lnTo>
                      <a:pt x="1106" y="425"/>
                    </a:lnTo>
                    <a:lnTo>
                      <a:pt x="1103" y="429"/>
                    </a:lnTo>
                    <a:lnTo>
                      <a:pt x="1096" y="430"/>
                    </a:lnTo>
                    <a:lnTo>
                      <a:pt x="1088" y="428"/>
                    </a:lnTo>
                    <a:lnTo>
                      <a:pt x="1082" y="427"/>
                    </a:lnTo>
                    <a:lnTo>
                      <a:pt x="1078" y="428"/>
                    </a:lnTo>
                    <a:lnTo>
                      <a:pt x="1076" y="434"/>
                    </a:lnTo>
                    <a:lnTo>
                      <a:pt x="1073" y="440"/>
                    </a:lnTo>
                    <a:lnTo>
                      <a:pt x="1069" y="445"/>
                    </a:lnTo>
                    <a:lnTo>
                      <a:pt x="1063" y="446"/>
                    </a:lnTo>
                    <a:lnTo>
                      <a:pt x="1057" y="446"/>
                    </a:lnTo>
                    <a:lnTo>
                      <a:pt x="1050" y="446"/>
                    </a:lnTo>
                    <a:lnTo>
                      <a:pt x="1044" y="446"/>
                    </a:lnTo>
                    <a:lnTo>
                      <a:pt x="1038" y="444"/>
                    </a:lnTo>
                    <a:lnTo>
                      <a:pt x="1033" y="440"/>
                    </a:lnTo>
                    <a:lnTo>
                      <a:pt x="1029" y="435"/>
                    </a:lnTo>
                    <a:lnTo>
                      <a:pt x="1025" y="433"/>
                    </a:lnTo>
                    <a:lnTo>
                      <a:pt x="1019" y="432"/>
                    </a:lnTo>
                    <a:lnTo>
                      <a:pt x="1012" y="432"/>
                    </a:lnTo>
                    <a:lnTo>
                      <a:pt x="1008" y="429"/>
                    </a:lnTo>
                    <a:lnTo>
                      <a:pt x="1006" y="424"/>
                    </a:lnTo>
                    <a:lnTo>
                      <a:pt x="1006" y="419"/>
                    </a:lnTo>
                    <a:lnTo>
                      <a:pt x="1004" y="416"/>
                    </a:lnTo>
                    <a:lnTo>
                      <a:pt x="997" y="414"/>
                    </a:lnTo>
                    <a:lnTo>
                      <a:pt x="990" y="412"/>
                    </a:lnTo>
                    <a:lnTo>
                      <a:pt x="985" y="408"/>
                    </a:lnTo>
                    <a:lnTo>
                      <a:pt x="984" y="404"/>
                    </a:lnTo>
                    <a:lnTo>
                      <a:pt x="987" y="398"/>
                    </a:lnTo>
                    <a:lnTo>
                      <a:pt x="991" y="394"/>
                    </a:lnTo>
                    <a:lnTo>
                      <a:pt x="994" y="389"/>
                    </a:lnTo>
                    <a:lnTo>
                      <a:pt x="998" y="385"/>
                    </a:lnTo>
                    <a:lnTo>
                      <a:pt x="1003" y="382"/>
                    </a:lnTo>
                    <a:lnTo>
                      <a:pt x="1007" y="379"/>
                    </a:lnTo>
                    <a:lnTo>
                      <a:pt x="1010" y="375"/>
                    </a:lnTo>
                    <a:lnTo>
                      <a:pt x="1010" y="370"/>
                    </a:lnTo>
                    <a:lnTo>
                      <a:pt x="1008" y="364"/>
                    </a:lnTo>
                    <a:lnTo>
                      <a:pt x="1008" y="358"/>
                    </a:lnTo>
                    <a:lnTo>
                      <a:pt x="1012" y="354"/>
                    </a:lnTo>
                    <a:lnTo>
                      <a:pt x="1019" y="354"/>
                    </a:lnTo>
                    <a:lnTo>
                      <a:pt x="1025" y="353"/>
                    </a:lnTo>
                    <a:lnTo>
                      <a:pt x="1029" y="351"/>
                    </a:lnTo>
                    <a:lnTo>
                      <a:pt x="1033" y="347"/>
                    </a:lnTo>
                    <a:lnTo>
                      <a:pt x="1037" y="343"/>
                    </a:lnTo>
                    <a:lnTo>
                      <a:pt x="1042" y="343"/>
                    </a:lnTo>
                    <a:lnTo>
                      <a:pt x="1047" y="345"/>
                    </a:lnTo>
                    <a:lnTo>
                      <a:pt x="1051" y="348"/>
                    </a:lnTo>
                    <a:lnTo>
                      <a:pt x="1055" y="349"/>
                    </a:lnTo>
                    <a:lnTo>
                      <a:pt x="1059" y="349"/>
                    </a:lnTo>
                    <a:lnTo>
                      <a:pt x="1063" y="350"/>
                    </a:lnTo>
                    <a:lnTo>
                      <a:pt x="1067" y="351"/>
                    </a:lnTo>
                    <a:lnTo>
                      <a:pt x="1071" y="351"/>
                    </a:lnTo>
                    <a:lnTo>
                      <a:pt x="1076" y="351"/>
                    </a:lnTo>
                    <a:lnTo>
                      <a:pt x="1083" y="349"/>
                    </a:lnTo>
                    <a:lnTo>
                      <a:pt x="1090" y="348"/>
                    </a:lnTo>
                    <a:lnTo>
                      <a:pt x="1094" y="352"/>
                    </a:lnTo>
                    <a:lnTo>
                      <a:pt x="1094" y="358"/>
                    </a:lnTo>
                    <a:lnTo>
                      <a:pt x="1092" y="366"/>
                    </a:lnTo>
                    <a:lnTo>
                      <a:pt x="1090" y="371"/>
                    </a:lnTo>
                    <a:lnTo>
                      <a:pt x="1093" y="375"/>
                    </a:lnTo>
                    <a:lnTo>
                      <a:pt x="1097" y="377"/>
                    </a:lnTo>
                    <a:lnTo>
                      <a:pt x="1101" y="381"/>
                    </a:lnTo>
                    <a:lnTo>
                      <a:pt x="1103" y="385"/>
                    </a:lnTo>
                    <a:lnTo>
                      <a:pt x="1103" y="389"/>
                    </a:lnTo>
                    <a:close/>
                  </a:path>
                </a:pathLst>
              </a:custGeom>
              <a:solidFill>
                <a:srgbClr val="DA9FC0">
                  <a:alpha val="32000"/>
                </a:srgbClr>
              </a:solidFill>
              <a:ln>
                <a:noFill/>
              </a:ln>
            </p:spPr>
            <p:txBody>
              <a:bodyPr anchor="ctr"/>
              <a:lstStyle/>
              <a:p>
                <a:pPr algn="ctr">
                  <a:buNone/>
                </a:pPr>
              </a:p>
            </p:txBody>
          </p:sp>
          <p:sp>
            <p:nvSpPr>
              <p:cNvPr id="810" name="addition:spatial:192"/>
              <p:cNvSpPr>
                <a:spLocks noGrp="1"/>
              </p:cNvSpPr>
              <p:nvPr/>
            </p:nvSpPr>
            <p:spPr>
              <a:xfrm>
                <a:off x="5648325" y="1666875"/>
                <a:ext cx="1388196" cy="717255"/>
              </a:xfrm>
              <a:custGeom>
                <a:avLst/>
                <a:gdLst/>
                <a:ahLst/>
                <a:cxnLst/>
                <a:rect l="l" t="t" r="r" b="b"/>
                <a:pathLst>
                  <a:path w="1047" h="424">
                    <a:moveTo>
                      <a:pt x="0" y="0"/>
                    </a:moveTo>
                    <a:moveTo>
                      <a:pt x="1043" y="376"/>
                    </a:moveTo>
                    <a:lnTo>
                      <a:pt x="1046" y="380"/>
                    </a:lnTo>
                    <a:lnTo>
                      <a:pt x="1047" y="384"/>
                    </a:lnTo>
                    <a:lnTo>
                      <a:pt x="1044" y="387"/>
                    </a:lnTo>
                    <a:lnTo>
                      <a:pt x="1042" y="390"/>
                    </a:lnTo>
                    <a:lnTo>
                      <a:pt x="1041" y="393"/>
                    </a:lnTo>
                    <a:lnTo>
                      <a:pt x="1043" y="398"/>
                    </a:lnTo>
                    <a:lnTo>
                      <a:pt x="1044" y="403"/>
                    </a:lnTo>
                    <a:lnTo>
                      <a:pt x="1042" y="407"/>
                    </a:lnTo>
                    <a:lnTo>
                      <a:pt x="1038" y="408"/>
                    </a:lnTo>
                    <a:lnTo>
                      <a:pt x="1032" y="408"/>
                    </a:lnTo>
                    <a:lnTo>
                      <a:pt x="1027" y="407"/>
                    </a:lnTo>
                    <a:lnTo>
                      <a:pt x="1024" y="408"/>
                    </a:lnTo>
                    <a:lnTo>
                      <a:pt x="1021" y="410"/>
                    </a:lnTo>
                    <a:lnTo>
                      <a:pt x="1018" y="411"/>
                    </a:lnTo>
                    <a:lnTo>
                      <a:pt x="1015" y="413"/>
                    </a:lnTo>
                    <a:lnTo>
                      <a:pt x="1011" y="415"/>
                    </a:lnTo>
                    <a:lnTo>
                      <a:pt x="1007" y="419"/>
                    </a:lnTo>
                    <a:lnTo>
                      <a:pt x="1003" y="423"/>
                    </a:lnTo>
                    <a:lnTo>
                      <a:pt x="997" y="424"/>
                    </a:lnTo>
                    <a:lnTo>
                      <a:pt x="993" y="421"/>
                    </a:lnTo>
                    <a:lnTo>
                      <a:pt x="989" y="416"/>
                    </a:lnTo>
                    <a:lnTo>
                      <a:pt x="986" y="412"/>
                    </a:lnTo>
                    <a:lnTo>
                      <a:pt x="982" y="410"/>
                    </a:lnTo>
                    <a:lnTo>
                      <a:pt x="977" y="410"/>
                    </a:lnTo>
                    <a:lnTo>
                      <a:pt x="972" y="409"/>
                    </a:lnTo>
                    <a:lnTo>
                      <a:pt x="969" y="406"/>
                    </a:lnTo>
                    <a:lnTo>
                      <a:pt x="967" y="402"/>
                    </a:lnTo>
                    <a:lnTo>
                      <a:pt x="966" y="398"/>
                    </a:lnTo>
                    <a:lnTo>
                      <a:pt x="963" y="395"/>
                    </a:lnTo>
                    <a:lnTo>
                      <a:pt x="959" y="393"/>
                    </a:lnTo>
                    <a:lnTo>
                      <a:pt x="955" y="390"/>
                    </a:lnTo>
                    <a:lnTo>
                      <a:pt x="953" y="387"/>
                    </a:lnTo>
                    <a:lnTo>
                      <a:pt x="951" y="383"/>
                    </a:lnTo>
                    <a:lnTo>
                      <a:pt x="950" y="380"/>
                    </a:lnTo>
                    <a:lnTo>
                      <a:pt x="948" y="376"/>
                    </a:lnTo>
                    <a:lnTo>
                      <a:pt x="947" y="371"/>
                    </a:lnTo>
                    <a:lnTo>
                      <a:pt x="951" y="368"/>
                    </a:lnTo>
                    <a:lnTo>
                      <a:pt x="958" y="365"/>
                    </a:lnTo>
                    <a:lnTo>
                      <a:pt x="964" y="363"/>
                    </a:lnTo>
                    <a:lnTo>
                      <a:pt x="968" y="361"/>
                    </a:lnTo>
                    <a:lnTo>
                      <a:pt x="968" y="357"/>
                    </a:lnTo>
                    <a:lnTo>
                      <a:pt x="967" y="352"/>
                    </a:lnTo>
                    <a:lnTo>
                      <a:pt x="968" y="347"/>
                    </a:lnTo>
                    <a:lnTo>
                      <a:pt x="971" y="344"/>
                    </a:lnTo>
                    <a:lnTo>
                      <a:pt x="975" y="342"/>
                    </a:lnTo>
                    <a:lnTo>
                      <a:pt x="979" y="340"/>
                    </a:lnTo>
                    <a:lnTo>
                      <a:pt x="982" y="337"/>
                    </a:lnTo>
                    <a:lnTo>
                      <a:pt x="986" y="335"/>
                    </a:lnTo>
                    <a:lnTo>
                      <a:pt x="991" y="334"/>
                    </a:lnTo>
                    <a:lnTo>
                      <a:pt x="995" y="334"/>
                    </a:lnTo>
                    <a:lnTo>
                      <a:pt x="999" y="335"/>
                    </a:lnTo>
                    <a:lnTo>
                      <a:pt x="1003" y="334"/>
                    </a:lnTo>
                    <a:lnTo>
                      <a:pt x="1007" y="333"/>
                    </a:lnTo>
                    <a:lnTo>
                      <a:pt x="1011" y="334"/>
                    </a:lnTo>
                    <a:lnTo>
                      <a:pt x="1014" y="337"/>
                    </a:lnTo>
                    <a:lnTo>
                      <a:pt x="1016" y="341"/>
                    </a:lnTo>
                    <a:lnTo>
                      <a:pt x="1018" y="344"/>
                    </a:lnTo>
                    <a:lnTo>
                      <a:pt x="1022" y="343"/>
                    </a:lnTo>
                    <a:lnTo>
                      <a:pt x="1027" y="340"/>
                    </a:lnTo>
                    <a:lnTo>
                      <a:pt x="1033" y="339"/>
                    </a:lnTo>
                    <a:lnTo>
                      <a:pt x="1037" y="340"/>
                    </a:lnTo>
                    <a:lnTo>
                      <a:pt x="1038" y="345"/>
                    </a:lnTo>
                    <a:lnTo>
                      <a:pt x="1038" y="350"/>
                    </a:lnTo>
                    <a:lnTo>
                      <a:pt x="1039" y="354"/>
                    </a:lnTo>
                    <a:lnTo>
                      <a:pt x="1039" y="358"/>
                    </a:lnTo>
                    <a:lnTo>
                      <a:pt x="1039" y="362"/>
                    </a:lnTo>
                    <a:lnTo>
                      <a:pt x="1038" y="366"/>
                    </a:lnTo>
                    <a:lnTo>
                      <a:pt x="1038" y="369"/>
                    </a:lnTo>
                    <a:lnTo>
                      <a:pt x="1039" y="372"/>
                    </a:lnTo>
                    <a:close/>
                  </a:path>
                </a:pathLst>
              </a:custGeom>
              <a:solidFill>
                <a:srgbClr val="DA9FC0">
                  <a:alpha val="32000"/>
                </a:srgbClr>
              </a:solidFill>
              <a:ln>
                <a:noFill/>
              </a:ln>
            </p:spPr>
            <p:txBody>
              <a:bodyPr anchor="ctr"/>
              <a:lstStyle/>
              <a:p>
                <a:pPr algn="ctr">
                  <a:buNone/>
                </a:pPr>
              </a:p>
            </p:txBody>
          </p:sp>
          <p:sp>
            <p:nvSpPr>
              <p:cNvPr id="811" name="addition:spatial:193"/>
              <p:cNvSpPr>
                <a:spLocks noGrp="1"/>
              </p:cNvSpPr>
              <p:nvPr/>
            </p:nvSpPr>
            <p:spPr>
              <a:xfrm>
                <a:off x="5648325" y="1666875"/>
                <a:ext cx="1543324" cy="717255"/>
              </a:xfrm>
              <a:custGeom>
                <a:avLst/>
                <a:gdLst/>
                <a:ahLst/>
                <a:cxnLst/>
                <a:rect l="l" t="t" r="r" b="b"/>
                <a:pathLst>
                  <a:path w="1164" h="424">
                    <a:moveTo>
                      <a:pt x="0" y="0"/>
                    </a:moveTo>
                    <a:moveTo>
                      <a:pt x="1146" y="369"/>
                    </a:moveTo>
                    <a:lnTo>
                      <a:pt x="1141" y="373"/>
                    </a:lnTo>
                    <a:lnTo>
                      <a:pt x="1141" y="377"/>
                    </a:lnTo>
                    <a:lnTo>
                      <a:pt x="1143" y="382"/>
                    </a:lnTo>
                    <a:lnTo>
                      <a:pt x="1144" y="387"/>
                    </a:lnTo>
                    <a:lnTo>
                      <a:pt x="1140" y="392"/>
                    </a:lnTo>
                    <a:lnTo>
                      <a:pt x="1135" y="395"/>
                    </a:lnTo>
                    <a:lnTo>
                      <a:pt x="1131" y="399"/>
                    </a:lnTo>
                    <a:lnTo>
                      <a:pt x="1129" y="404"/>
                    </a:lnTo>
                    <a:lnTo>
                      <a:pt x="1127" y="409"/>
                    </a:lnTo>
                    <a:lnTo>
                      <a:pt x="1123" y="413"/>
                    </a:lnTo>
                    <a:lnTo>
                      <a:pt x="1117" y="416"/>
                    </a:lnTo>
                    <a:lnTo>
                      <a:pt x="1112" y="418"/>
                    </a:lnTo>
                    <a:lnTo>
                      <a:pt x="1107" y="421"/>
                    </a:lnTo>
                    <a:lnTo>
                      <a:pt x="1102" y="424"/>
                    </a:lnTo>
                    <a:lnTo>
                      <a:pt x="1096" y="424"/>
                    </a:lnTo>
                    <a:lnTo>
                      <a:pt x="1090" y="420"/>
                    </a:lnTo>
                    <a:lnTo>
                      <a:pt x="1084" y="415"/>
                    </a:lnTo>
                    <a:lnTo>
                      <a:pt x="1080" y="411"/>
                    </a:lnTo>
                    <a:lnTo>
                      <a:pt x="1076" y="413"/>
                    </a:lnTo>
                    <a:lnTo>
                      <a:pt x="1070" y="418"/>
                    </a:lnTo>
                    <a:lnTo>
                      <a:pt x="1063" y="423"/>
                    </a:lnTo>
                    <a:lnTo>
                      <a:pt x="1056" y="424"/>
                    </a:lnTo>
                    <a:lnTo>
                      <a:pt x="1051" y="421"/>
                    </a:lnTo>
                    <a:lnTo>
                      <a:pt x="1047" y="416"/>
                    </a:lnTo>
                    <a:lnTo>
                      <a:pt x="1043" y="413"/>
                    </a:lnTo>
                    <a:lnTo>
                      <a:pt x="1039" y="409"/>
                    </a:lnTo>
                    <a:lnTo>
                      <a:pt x="1035" y="405"/>
                    </a:lnTo>
                    <a:lnTo>
                      <a:pt x="1034" y="400"/>
                    </a:lnTo>
                    <a:lnTo>
                      <a:pt x="1033" y="394"/>
                    </a:lnTo>
                    <a:lnTo>
                      <a:pt x="1031" y="390"/>
                    </a:lnTo>
                    <a:lnTo>
                      <a:pt x="1026" y="387"/>
                    </a:lnTo>
                    <a:lnTo>
                      <a:pt x="1020" y="383"/>
                    </a:lnTo>
                    <a:lnTo>
                      <a:pt x="1018" y="378"/>
                    </a:lnTo>
                    <a:lnTo>
                      <a:pt x="1020" y="373"/>
                    </a:lnTo>
                    <a:lnTo>
                      <a:pt x="1022" y="369"/>
                    </a:lnTo>
                    <a:lnTo>
                      <a:pt x="1020" y="364"/>
                    </a:lnTo>
                    <a:lnTo>
                      <a:pt x="1014" y="359"/>
                    </a:lnTo>
                    <a:lnTo>
                      <a:pt x="1007" y="352"/>
                    </a:lnTo>
                    <a:lnTo>
                      <a:pt x="1004" y="346"/>
                    </a:lnTo>
                    <a:lnTo>
                      <a:pt x="1008" y="342"/>
                    </a:lnTo>
                    <a:lnTo>
                      <a:pt x="1016" y="339"/>
                    </a:lnTo>
                    <a:lnTo>
                      <a:pt x="1024" y="338"/>
                    </a:lnTo>
                    <a:lnTo>
                      <a:pt x="1029" y="336"/>
                    </a:lnTo>
                    <a:lnTo>
                      <a:pt x="1034" y="333"/>
                    </a:lnTo>
                    <a:lnTo>
                      <a:pt x="1039" y="331"/>
                    </a:lnTo>
                    <a:lnTo>
                      <a:pt x="1045" y="329"/>
                    </a:lnTo>
                    <a:lnTo>
                      <a:pt x="1049" y="326"/>
                    </a:lnTo>
                    <a:lnTo>
                      <a:pt x="1053" y="321"/>
                    </a:lnTo>
                    <a:lnTo>
                      <a:pt x="1057" y="315"/>
                    </a:lnTo>
                    <a:lnTo>
                      <a:pt x="1063" y="310"/>
                    </a:lnTo>
                    <a:lnTo>
                      <a:pt x="1071" y="310"/>
                    </a:lnTo>
                    <a:lnTo>
                      <a:pt x="1079" y="313"/>
                    </a:lnTo>
                    <a:lnTo>
                      <a:pt x="1086" y="316"/>
                    </a:lnTo>
                    <a:lnTo>
                      <a:pt x="1093" y="316"/>
                    </a:lnTo>
                    <a:lnTo>
                      <a:pt x="1100" y="314"/>
                    </a:lnTo>
                    <a:lnTo>
                      <a:pt x="1108" y="313"/>
                    </a:lnTo>
                    <a:lnTo>
                      <a:pt x="1115" y="316"/>
                    </a:lnTo>
                    <a:lnTo>
                      <a:pt x="1119" y="322"/>
                    </a:lnTo>
                    <a:lnTo>
                      <a:pt x="1121" y="328"/>
                    </a:lnTo>
                    <a:lnTo>
                      <a:pt x="1125" y="332"/>
                    </a:lnTo>
                    <a:lnTo>
                      <a:pt x="1130" y="334"/>
                    </a:lnTo>
                    <a:lnTo>
                      <a:pt x="1136" y="336"/>
                    </a:lnTo>
                    <a:lnTo>
                      <a:pt x="1141" y="338"/>
                    </a:lnTo>
                    <a:lnTo>
                      <a:pt x="1146" y="341"/>
                    </a:lnTo>
                    <a:lnTo>
                      <a:pt x="1152" y="344"/>
                    </a:lnTo>
                    <a:lnTo>
                      <a:pt x="1159" y="347"/>
                    </a:lnTo>
                    <a:lnTo>
                      <a:pt x="1164" y="352"/>
                    </a:lnTo>
                    <a:lnTo>
                      <a:pt x="1163" y="358"/>
                    </a:lnTo>
                    <a:lnTo>
                      <a:pt x="1155" y="364"/>
                    </a:lnTo>
                    <a:close/>
                  </a:path>
                </a:pathLst>
              </a:custGeom>
              <a:solidFill>
                <a:srgbClr val="DA9FC0">
                  <a:alpha val="32000"/>
                </a:srgbClr>
              </a:solidFill>
              <a:ln>
                <a:noFill/>
              </a:ln>
            </p:spPr>
            <p:txBody>
              <a:bodyPr anchor="ctr"/>
              <a:lstStyle/>
              <a:p>
                <a:pPr algn="ctr">
                  <a:buNone/>
                </a:pPr>
              </a:p>
            </p:txBody>
          </p:sp>
          <p:sp>
            <p:nvSpPr>
              <p:cNvPr id="812" name="addition:spatial:194"/>
              <p:cNvSpPr>
                <a:spLocks noGrp="1"/>
              </p:cNvSpPr>
              <p:nvPr/>
            </p:nvSpPr>
            <p:spPr>
              <a:xfrm>
                <a:off x="5648325" y="1666875"/>
                <a:ext cx="1580449" cy="779846"/>
              </a:xfrm>
              <a:custGeom>
                <a:avLst/>
                <a:gdLst/>
                <a:ahLst/>
                <a:cxnLst/>
                <a:rect l="l" t="t" r="r" b="b"/>
                <a:pathLst>
                  <a:path w="1192" h="461">
                    <a:moveTo>
                      <a:pt x="0" y="0"/>
                    </a:moveTo>
                    <a:moveTo>
                      <a:pt x="1191" y="359"/>
                    </a:moveTo>
                    <a:lnTo>
                      <a:pt x="1192" y="367"/>
                    </a:lnTo>
                    <a:lnTo>
                      <a:pt x="1187" y="375"/>
                    </a:lnTo>
                    <a:lnTo>
                      <a:pt x="1182" y="382"/>
                    </a:lnTo>
                    <a:lnTo>
                      <a:pt x="1182" y="390"/>
                    </a:lnTo>
                    <a:lnTo>
                      <a:pt x="1186" y="400"/>
                    </a:lnTo>
                    <a:lnTo>
                      <a:pt x="1188" y="410"/>
                    </a:lnTo>
                    <a:lnTo>
                      <a:pt x="1182" y="417"/>
                    </a:lnTo>
                    <a:lnTo>
                      <a:pt x="1169" y="419"/>
                    </a:lnTo>
                    <a:lnTo>
                      <a:pt x="1155" y="418"/>
                    </a:lnTo>
                    <a:lnTo>
                      <a:pt x="1145" y="418"/>
                    </a:lnTo>
                    <a:lnTo>
                      <a:pt x="1138" y="423"/>
                    </a:lnTo>
                    <a:lnTo>
                      <a:pt x="1133" y="429"/>
                    </a:lnTo>
                    <a:lnTo>
                      <a:pt x="1126" y="435"/>
                    </a:lnTo>
                    <a:lnTo>
                      <a:pt x="1117" y="440"/>
                    </a:lnTo>
                    <a:lnTo>
                      <a:pt x="1108" y="446"/>
                    </a:lnTo>
                    <a:lnTo>
                      <a:pt x="1099" y="454"/>
                    </a:lnTo>
                    <a:lnTo>
                      <a:pt x="1087" y="461"/>
                    </a:lnTo>
                    <a:lnTo>
                      <a:pt x="1075" y="461"/>
                    </a:lnTo>
                    <a:lnTo>
                      <a:pt x="1064" y="453"/>
                    </a:lnTo>
                    <a:lnTo>
                      <a:pt x="1055" y="442"/>
                    </a:lnTo>
                    <a:lnTo>
                      <a:pt x="1047" y="434"/>
                    </a:lnTo>
                    <a:lnTo>
                      <a:pt x="1037" y="433"/>
                    </a:lnTo>
                    <a:lnTo>
                      <a:pt x="1025" y="434"/>
                    </a:lnTo>
                    <a:lnTo>
                      <a:pt x="1014" y="434"/>
                    </a:lnTo>
                    <a:lnTo>
                      <a:pt x="1007" y="428"/>
                    </a:lnTo>
                    <a:lnTo>
                      <a:pt x="1003" y="419"/>
                    </a:lnTo>
                    <a:lnTo>
                      <a:pt x="1000" y="412"/>
                    </a:lnTo>
                    <a:lnTo>
                      <a:pt x="992" y="407"/>
                    </a:lnTo>
                    <a:lnTo>
                      <a:pt x="982" y="404"/>
                    </a:lnTo>
                    <a:lnTo>
                      <a:pt x="973" y="399"/>
                    </a:lnTo>
                    <a:lnTo>
                      <a:pt x="968" y="392"/>
                    </a:lnTo>
                    <a:lnTo>
                      <a:pt x="966" y="384"/>
                    </a:lnTo>
                    <a:lnTo>
                      <a:pt x="964" y="376"/>
                    </a:lnTo>
                    <a:lnTo>
                      <a:pt x="962" y="368"/>
                    </a:lnTo>
                    <a:lnTo>
                      <a:pt x="964" y="359"/>
                    </a:lnTo>
                    <a:lnTo>
                      <a:pt x="974" y="351"/>
                    </a:lnTo>
                    <a:lnTo>
                      <a:pt x="989" y="345"/>
                    </a:lnTo>
                    <a:lnTo>
                      <a:pt x="1001" y="340"/>
                    </a:lnTo>
                    <a:lnTo>
                      <a:pt x="1005" y="334"/>
                    </a:lnTo>
                    <a:lnTo>
                      <a:pt x="1000" y="324"/>
                    </a:lnTo>
                    <a:lnTo>
                      <a:pt x="994" y="313"/>
                    </a:lnTo>
                    <a:lnTo>
                      <a:pt x="995" y="303"/>
                    </a:lnTo>
                    <a:lnTo>
                      <a:pt x="1002" y="296"/>
                    </a:lnTo>
                    <a:lnTo>
                      <a:pt x="1012" y="292"/>
                    </a:lnTo>
                    <a:lnTo>
                      <a:pt x="1021" y="288"/>
                    </a:lnTo>
                    <a:lnTo>
                      <a:pt x="1027" y="282"/>
                    </a:lnTo>
                    <a:lnTo>
                      <a:pt x="1035" y="277"/>
                    </a:lnTo>
                    <a:lnTo>
                      <a:pt x="1044" y="275"/>
                    </a:lnTo>
                    <a:lnTo>
                      <a:pt x="1054" y="276"/>
                    </a:lnTo>
                    <a:lnTo>
                      <a:pt x="1062" y="276"/>
                    </a:lnTo>
                    <a:lnTo>
                      <a:pt x="1070" y="274"/>
                    </a:lnTo>
                    <a:lnTo>
                      <a:pt x="1077" y="272"/>
                    </a:lnTo>
                    <a:lnTo>
                      <a:pt x="1085" y="273"/>
                    </a:lnTo>
                    <a:lnTo>
                      <a:pt x="1092" y="278"/>
                    </a:lnTo>
                    <a:lnTo>
                      <a:pt x="1098" y="284"/>
                    </a:lnTo>
                    <a:lnTo>
                      <a:pt x="1104" y="286"/>
                    </a:lnTo>
                    <a:lnTo>
                      <a:pt x="1115" y="281"/>
                    </a:lnTo>
                    <a:lnTo>
                      <a:pt x="1128" y="274"/>
                    </a:lnTo>
                    <a:lnTo>
                      <a:pt x="1141" y="272"/>
                    </a:lnTo>
                    <a:lnTo>
                      <a:pt x="1149" y="278"/>
                    </a:lnTo>
                    <a:lnTo>
                      <a:pt x="1151" y="289"/>
                    </a:lnTo>
                    <a:lnTo>
                      <a:pt x="1152" y="300"/>
                    </a:lnTo>
                    <a:lnTo>
                      <a:pt x="1153" y="309"/>
                    </a:lnTo>
                    <a:lnTo>
                      <a:pt x="1157" y="316"/>
                    </a:lnTo>
                    <a:lnTo>
                      <a:pt x="1161" y="324"/>
                    </a:lnTo>
                    <a:lnTo>
                      <a:pt x="1162" y="331"/>
                    </a:lnTo>
                    <a:lnTo>
                      <a:pt x="1165" y="338"/>
                    </a:lnTo>
                    <a:lnTo>
                      <a:pt x="1172" y="344"/>
                    </a:lnTo>
                    <a:lnTo>
                      <a:pt x="1183" y="351"/>
                    </a:lnTo>
                    <a:close/>
                  </a:path>
                </a:pathLst>
              </a:custGeom>
              <a:solidFill>
                <a:srgbClr val="CC79A7">
                  <a:alpha val="37000"/>
                </a:srgbClr>
              </a:solidFill>
              <a:ln>
                <a:noFill/>
              </a:ln>
            </p:spPr>
            <p:txBody>
              <a:bodyPr anchor="ctr"/>
              <a:lstStyle/>
              <a:p>
                <a:pPr algn="ctr">
                  <a:buNone/>
                </a:pPr>
              </a:p>
            </p:txBody>
          </p:sp>
          <p:sp>
            <p:nvSpPr>
              <p:cNvPr id="813" name="addition:spatial:195"/>
              <p:cNvSpPr>
                <a:spLocks noGrp="1"/>
              </p:cNvSpPr>
              <p:nvPr/>
            </p:nvSpPr>
            <p:spPr>
              <a:xfrm>
                <a:off x="5648325" y="1666875"/>
                <a:ext cx="1443883" cy="636057"/>
              </a:xfrm>
              <a:custGeom>
                <a:avLst/>
                <a:gdLst/>
                <a:ahLst/>
                <a:cxnLst/>
                <a:rect l="l" t="t" r="r" b="b"/>
                <a:pathLst>
                  <a:path w="1089" h="376">
                    <a:moveTo>
                      <a:pt x="0" y="0"/>
                    </a:moveTo>
                    <a:moveTo>
                      <a:pt x="1087" y="338"/>
                    </a:moveTo>
                    <a:lnTo>
                      <a:pt x="1085" y="341"/>
                    </a:lnTo>
                    <a:lnTo>
                      <a:pt x="1083" y="345"/>
                    </a:lnTo>
                    <a:lnTo>
                      <a:pt x="1082" y="348"/>
                    </a:lnTo>
                    <a:lnTo>
                      <a:pt x="1079" y="351"/>
                    </a:lnTo>
                    <a:lnTo>
                      <a:pt x="1074" y="353"/>
                    </a:lnTo>
                    <a:lnTo>
                      <a:pt x="1070" y="355"/>
                    </a:lnTo>
                    <a:lnTo>
                      <a:pt x="1069" y="358"/>
                    </a:lnTo>
                    <a:lnTo>
                      <a:pt x="1070" y="363"/>
                    </a:lnTo>
                    <a:lnTo>
                      <a:pt x="1071" y="369"/>
                    </a:lnTo>
                    <a:lnTo>
                      <a:pt x="1070" y="374"/>
                    </a:lnTo>
                    <a:lnTo>
                      <a:pt x="1066" y="376"/>
                    </a:lnTo>
                    <a:lnTo>
                      <a:pt x="1060" y="375"/>
                    </a:lnTo>
                    <a:lnTo>
                      <a:pt x="1055" y="374"/>
                    </a:lnTo>
                    <a:lnTo>
                      <a:pt x="1052" y="374"/>
                    </a:lnTo>
                    <a:lnTo>
                      <a:pt x="1048" y="375"/>
                    </a:lnTo>
                    <a:lnTo>
                      <a:pt x="1045" y="375"/>
                    </a:lnTo>
                    <a:lnTo>
                      <a:pt x="1042" y="374"/>
                    </a:lnTo>
                    <a:lnTo>
                      <a:pt x="1039" y="373"/>
                    </a:lnTo>
                    <a:lnTo>
                      <a:pt x="1036" y="374"/>
                    </a:lnTo>
                    <a:lnTo>
                      <a:pt x="1033" y="376"/>
                    </a:lnTo>
                    <a:lnTo>
                      <a:pt x="1029" y="376"/>
                    </a:lnTo>
                    <a:lnTo>
                      <a:pt x="1026" y="375"/>
                    </a:lnTo>
                    <a:lnTo>
                      <a:pt x="1024" y="372"/>
                    </a:lnTo>
                    <a:lnTo>
                      <a:pt x="1021" y="369"/>
                    </a:lnTo>
                    <a:lnTo>
                      <a:pt x="1018" y="369"/>
                    </a:lnTo>
                    <a:lnTo>
                      <a:pt x="1012" y="369"/>
                    </a:lnTo>
                    <a:lnTo>
                      <a:pt x="1008" y="368"/>
                    </a:lnTo>
                    <a:lnTo>
                      <a:pt x="1006" y="364"/>
                    </a:lnTo>
                    <a:lnTo>
                      <a:pt x="1008" y="358"/>
                    </a:lnTo>
                    <a:lnTo>
                      <a:pt x="1010" y="353"/>
                    </a:lnTo>
                    <a:lnTo>
                      <a:pt x="1011" y="349"/>
                    </a:lnTo>
                    <a:lnTo>
                      <a:pt x="1009" y="347"/>
                    </a:lnTo>
                    <a:lnTo>
                      <a:pt x="1006" y="344"/>
                    </a:lnTo>
                    <a:lnTo>
                      <a:pt x="1004" y="341"/>
                    </a:lnTo>
                    <a:lnTo>
                      <a:pt x="1002" y="338"/>
                    </a:lnTo>
                    <a:lnTo>
                      <a:pt x="999" y="334"/>
                    </a:lnTo>
                    <a:lnTo>
                      <a:pt x="996" y="330"/>
                    </a:lnTo>
                    <a:lnTo>
                      <a:pt x="994" y="326"/>
                    </a:lnTo>
                    <a:lnTo>
                      <a:pt x="995" y="322"/>
                    </a:lnTo>
                    <a:lnTo>
                      <a:pt x="999" y="320"/>
                    </a:lnTo>
                    <a:lnTo>
                      <a:pt x="1004" y="318"/>
                    </a:lnTo>
                    <a:lnTo>
                      <a:pt x="1007" y="316"/>
                    </a:lnTo>
                    <a:lnTo>
                      <a:pt x="1008" y="313"/>
                    </a:lnTo>
                    <a:lnTo>
                      <a:pt x="1008" y="309"/>
                    </a:lnTo>
                    <a:lnTo>
                      <a:pt x="1011" y="306"/>
                    </a:lnTo>
                    <a:lnTo>
                      <a:pt x="1015" y="305"/>
                    </a:lnTo>
                    <a:lnTo>
                      <a:pt x="1020" y="306"/>
                    </a:lnTo>
                    <a:lnTo>
                      <a:pt x="1024" y="306"/>
                    </a:lnTo>
                    <a:lnTo>
                      <a:pt x="1027" y="304"/>
                    </a:lnTo>
                    <a:lnTo>
                      <a:pt x="1030" y="300"/>
                    </a:lnTo>
                    <a:lnTo>
                      <a:pt x="1034" y="297"/>
                    </a:lnTo>
                    <a:lnTo>
                      <a:pt x="1038" y="295"/>
                    </a:lnTo>
                    <a:lnTo>
                      <a:pt x="1043" y="295"/>
                    </a:lnTo>
                    <a:lnTo>
                      <a:pt x="1048" y="295"/>
                    </a:lnTo>
                    <a:lnTo>
                      <a:pt x="1053" y="295"/>
                    </a:lnTo>
                    <a:lnTo>
                      <a:pt x="1057" y="297"/>
                    </a:lnTo>
                    <a:lnTo>
                      <a:pt x="1060" y="301"/>
                    </a:lnTo>
                    <a:lnTo>
                      <a:pt x="1062" y="307"/>
                    </a:lnTo>
                    <a:lnTo>
                      <a:pt x="1063" y="311"/>
                    </a:lnTo>
                    <a:lnTo>
                      <a:pt x="1067" y="312"/>
                    </a:lnTo>
                    <a:lnTo>
                      <a:pt x="1072" y="311"/>
                    </a:lnTo>
                    <a:lnTo>
                      <a:pt x="1078" y="311"/>
                    </a:lnTo>
                    <a:lnTo>
                      <a:pt x="1082" y="313"/>
                    </a:lnTo>
                    <a:lnTo>
                      <a:pt x="1083" y="317"/>
                    </a:lnTo>
                    <a:lnTo>
                      <a:pt x="1083" y="320"/>
                    </a:lnTo>
                    <a:lnTo>
                      <a:pt x="1085" y="324"/>
                    </a:lnTo>
                    <a:lnTo>
                      <a:pt x="1087" y="327"/>
                    </a:lnTo>
                    <a:lnTo>
                      <a:pt x="1089" y="330"/>
                    </a:lnTo>
                    <a:lnTo>
                      <a:pt x="1089" y="334"/>
                    </a:lnTo>
                    <a:close/>
                  </a:path>
                </a:pathLst>
              </a:custGeom>
              <a:solidFill>
                <a:srgbClr val="CC79A7">
                  <a:alpha val="36000"/>
                </a:srgbClr>
              </a:solidFill>
              <a:ln>
                <a:noFill/>
              </a:ln>
            </p:spPr>
            <p:txBody>
              <a:bodyPr anchor="ctr"/>
              <a:lstStyle/>
              <a:p>
                <a:pPr algn="ctr">
                  <a:buNone/>
                </a:pPr>
              </a:p>
            </p:txBody>
          </p:sp>
          <p:sp>
            <p:nvSpPr>
              <p:cNvPr id="814" name="addition:spatial:196"/>
              <p:cNvSpPr>
                <a:spLocks noGrp="1"/>
              </p:cNvSpPr>
              <p:nvPr/>
            </p:nvSpPr>
            <p:spPr>
              <a:xfrm>
                <a:off x="5648325" y="1666875"/>
                <a:ext cx="1512829" cy="605607"/>
              </a:xfrm>
              <a:custGeom>
                <a:avLst/>
                <a:gdLst/>
                <a:ahLst/>
                <a:cxnLst/>
                <a:rect l="l" t="t" r="r" b="b"/>
                <a:pathLst>
                  <a:path w="1141" h="358">
                    <a:moveTo>
                      <a:pt x="0" y="0"/>
                    </a:moveTo>
                    <a:moveTo>
                      <a:pt x="1137" y="326"/>
                    </a:moveTo>
                    <a:lnTo>
                      <a:pt x="1139" y="328"/>
                    </a:lnTo>
                    <a:lnTo>
                      <a:pt x="1140" y="331"/>
                    </a:lnTo>
                    <a:lnTo>
                      <a:pt x="1140" y="334"/>
                    </a:lnTo>
                    <a:lnTo>
                      <a:pt x="1141" y="337"/>
                    </a:lnTo>
                    <a:lnTo>
                      <a:pt x="1140" y="340"/>
                    </a:lnTo>
                    <a:lnTo>
                      <a:pt x="1137" y="342"/>
                    </a:lnTo>
                    <a:lnTo>
                      <a:pt x="1132" y="343"/>
                    </a:lnTo>
                    <a:lnTo>
                      <a:pt x="1127" y="343"/>
                    </a:lnTo>
                    <a:lnTo>
                      <a:pt x="1124" y="343"/>
                    </a:lnTo>
                    <a:lnTo>
                      <a:pt x="1123" y="346"/>
                    </a:lnTo>
                    <a:lnTo>
                      <a:pt x="1123" y="349"/>
                    </a:lnTo>
                    <a:lnTo>
                      <a:pt x="1121" y="353"/>
                    </a:lnTo>
                    <a:lnTo>
                      <a:pt x="1118" y="355"/>
                    </a:lnTo>
                    <a:lnTo>
                      <a:pt x="1115" y="355"/>
                    </a:lnTo>
                    <a:lnTo>
                      <a:pt x="1111" y="355"/>
                    </a:lnTo>
                    <a:lnTo>
                      <a:pt x="1108" y="356"/>
                    </a:lnTo>
                    <a:lnTo>
                      <a:pt x="1104" y="357"/>
                    </a:lnTo>
                    <a:lnTo>
                      <a:pt x="1100" y="358"/>
                    </a:lnTo>
                    <a:lnTo>
                      <a:pt x="1097" y="356"/>
                    </a:lnTo>
                    <a:lnTo>
                      <a:pt x="1093" y="355"/>
                    </a:lnTo>
                    <a:lnTo>
                      <a:pt x="1090" y="354"/>
                    </a:lnTo>
                    <a:lnTo>
                      <a:pt x="1087" y="353"/>
                    </a:lnTo>
                    <a:lnTo>
                      <a:pt x="1084" y="352"/>
                    </a:lnTo>
                    <a:lnTo>
                      <a:pt x="1082" y="349"/>
                    </a:lnTo>
                    <a:lnTo>
                      <a:pt x="1082" y="346"/>
                    </a:lnTo>
                    <a:lnTo>
                      <a:pt x="1080" y="344"/>
                    </a:lnTo>
                    <a:lnTo>
                      <a:pt x="1077" y="343"/>
                    </a:lnTo>
                    <a:lnTo>
                      <a:pt x="1072" y="343"/>
                    </a:lnTo>
                    <a:lnTo>
                      <a:pt x="1067" y="343"/>
                    </a:lnTo>
                    <a:lnTo>
                      <a:pt x="1065" y="341"/>
                    </a:lnTo>
                    <a:lnTo>
                      <a:pt x="1065" y="338"/>
                    </a:lnTo>
                    <a:lnTo>
                      <a:pt x="1067" y="334"/>
                    </a:lnTo>
                    <a:lnTo>
                      <a:pt x="1068" y="331"/>
                    </a:lnTo>
                    <a:lnTo>
                      <a:pt x="1069" y="328"/>
                    </a:lnTo>
                    <a:lnTo>
                      <a:pt x="1070" y="326"/>
                    </a:lnTo>
                    <a:lnTo>
                      <a:pt x="1072" y="323"/>
                    </a:lnTo>
                    <a:lnTo>
                      <a:pt x="1074" y="321"/>
                    </a:lnTo>
                    <a:lnTo>
                      <a:pt x="1075" y="319"/>
                    </a:lnTo>
                    <a:lnTo>
                      <a:pt x="1074" y="316"/>
                    </a:lnTo>
                    <a:lnTo>
                      <a:pt x="1074" y="313"/>
                    </a:lnTo>
                    <a:lnTo>
                      <a:pt x="1075" y="310"/>
                    </a:lnTo>
                    <a:lnTo>
                      <a:pt x="1077" y="308"/>
                    </a:lnTo>
                    <a:lnTo>
                      <a:pt x="1081" y="307"/>
                    </a:lnTo>
                    <a:lnTo>
                      <a:pt x="1083" y="305"/>
                    </a:lnTo>
                    <a:lnTo>
                      <a:pt x="1083" y="302"/>
                    </a:lnTo>
                    <a:lnTo>
                      <a:pt x="1084" y="298"/>
                    </a:lnTo>
                    <a:lnTo>
                      <a:pt x="1086" y="295"/>
                    </a:lnTo>
                    <a:lnTo>
                      <a:pt x="1090" y="296"/>
                    </a:lnTo>
                    <a:lnTo>
                      <a:pt x="1093" y="297"/>
                    </a:lnTo>
                    <a:lnTo>
                      <a:pt x="1097" y="299"/>
                    </a:lnTo>
                    <a:lnTo>
                      <a:pt x="1099" y="300"/>
                    </a:lnTo>
                    <a:lnTo>
                      <a:pt x="1101" y="299"/>
                    </a:lnTo>
                    <a:lnTo>
                      <a:pt x="1103" y="299"/>
                    </a:lnTo>
                    <a:lnTo>
                      <a:pt x="1106" y="298"/>
                    </a:lnTo>
                    <a:lnTo>
                      <a:pt x="1108" y="298"/>
                    </a:lnTo>
                    <a:lnTo>
                      <a:pt x="1112" y="297"/>
                    </a:lnTo>
                    <a:lnTo>
                      <a:pt x="1115" y="295"/>
                    </a:lnTo>
                    <a:lnTo>
                      <a:pt x="1119" y="295"/>
                    </a:lnTo>
                    <a:lnTo>
                      <a:pt x="1121" y="298"/>
                    </a:lnTo>
                    <a:lnTo>
                      <a:pt x="1122" y="302"/>
                    </a:lnTo>
                    <a:lnTo>
                      <a:pt x="1122" y="305"/>
                    </a:lnTo>
                    <a:lnTo>
                      <a:pt x="1124" y="307"/>
                    </a:lnTo>
                    <a:lnTo>
                      <a:pt x="1127" y="309"/>
                    </a:lnTo>
                    <a:lnTo>
                      <a:pt x="1131" y="310"/>
                    </a:lnTo>
                    <a:lnTo>
                      <a:pt x="1132" y="313"/>
                    </a:lnTo>
                    <a:lnTo>
                      <a:pt x="1132" y="316"/>
                    </a:lnTo>
                    <a:lnTo>
                      <a:pt x="1131" y="319"/>
                    </a:lnTo>
                    <a:lnTo>
                      <a:pt x="1132" y="321"/>
                    </a:lnTo>
                    <a:lnTo>
                      <a:pt x="1135" y="323"/>
                    </a:lnTo>
                    <a:close/>
                  </a:path>
                </a:pathLst>
              </a:custGeom>
              <a:solidFill>
                <a:srgbClr val="CC79A7">
                  <a:alpha val="36000"/>
                </a:srgbClr>
              </a:solidFill>
              <a:ln>
                <a:noFill/>
              </a:ln>
            </p:spPr>
            <p:txBody>
              <a:bodyPr anchor="ctr"/>
              <a:lstStyle/>
              <a:p>
                <a:pPr algn="ctr">
                  <a:buNone/>
                </a:pPr>
              </a:p>
            </p:txBody>
          </p:sp>
          <p:sp>
            <p:nvSpPr>
              <p:cNvPr id="815" name="addition:spatial:197"/>
              <p:cNvSpPr>
                <a:spLocks noGrp="1"/>
              </p:cNvSpPr>
              <p:nvPr/>
            </p:nvSpPr>
            <p:spPr>
              <a:xfrm>
                <a:off x="5648325" y="1666875"/>
                <a:ext cx="1563213" cy="715564"/>
              </a:xfrm>
              <a:custGeom>
                <a:avLst/>
                <a:gdLst/>
                <a:ahLst/>
                <a:cxnLst/>
                <a:rect l="l" t="t" r="r" b="b"/>
                <a:pathLst>
                  <a:path w="1179" h="423">
                    <a:moveTo>
                      <a:pt x="0" y="0"/>
                    </a:moveTo>
                    <a:moveTo>
                      <a:pt x="1172" y="378"/>
                    </a:moveTo>
                    <a:lnTo>
                      <a:pt x="1172" y="381"/>
                    </a:lnTo>
                    <a:lnTo>
                      <a:pt x="1174" y="385"/>
                    </a:lnTo>
                    <a:lnTo>
                      <a:pt x="1177" y="389"/>
                    </a:lnTo>
                    <a:lnTo>
                      <a:pt x="1179" y="394"/>
                    </a:lnTo>
                    <a:lnTo>
                      <a:pt x="1178" y="397"/>
                    </a:lnTo>
                    <a:lnTo>
                      <a:pt x="1175" y="400"/>
                    </a:lnTo>
                    <a:lnTo>
                      <a:pt x="1171" y="402"/>
                    </a:lnTo>
                    <a:lnTo>
                      <a:pt x="1167" y="404"/>
                    </a:lnTo>
                    <a:lnTo>
                      <a:pt x="1164" y="405"/>
                    </a:lnTo>
                    <a:lnTo>
                      <a:pt x="1159" y="406"/>
                    </a:lnTo>
                    <a:lnTo>
                      <a:pt x="1155" y="406"/>
                    </a:lnTo>
                    <a:lnTo>
                      <a:pt x="1151" y="407"/>
                    </a:lnTo>
                    <a:lnTo>
                      <a:pt x="1149" y="410"/>
                    </a:lnTo>
                    <a:lnTo>
                      <a:pt x="1147" y="416"/>
                    </a:lnTo>
                    <a:lnTo>
                      <a:pt x="1143" y="421"/>
                    </a:lnTo>
                    <a:lnTo>
                      <a:pt x="1138" y="423"/>
                    </a:lnTo>
                    <a:lnTo>
                      <a:pt x="1133" y="421"/>
                    </a:lnTo>
                    <a:lnTo>
                      <a:pt x="1128" y="418"/>
                    </a:lnTo>
                    <a:lnTo>
                      <a:pt x="1123" y="416"/>
                    </a:lnTo>
                    <a:lnTo>
                      <a:pt x="1119" y="416"/>
                    </a:lnTo>
                    <a:lnTo>
                      <a:pt x="1114" y="416"/>
                    </a:lnTo>
                    <a:lnTo>
                      <a:pt x="1109" y="415"/>
                    </a:lnTo>
                    <a:lnTo>
                      <a:pt x="1106" y="412"/>
                    </a:lnTo>
                    <a:lnTo>
                      <a:pt x="1103" y="409"/>
                    </a:lnTo>
                    <a:lnTo>
                      <a:pt x="1100" y="406"/>
                    </a:lnTo>
                    <a:lnTo>
                      <a:pt x="1097" y="405"/>
                    </a:lnTo>
                    <a:lnTo>
                      <a:pt x="1093" y="403"/>
                    </a:lnTo>
                    <a:lnTo>
                      <a:pt x="1091" y="400"/>
                    </a:lnTo>
                    <a:lnTo>
                      <a:pt x="1089" y="397"/>
                    </a:lnTo>
                    <a:lnTo>
                      <a:pt x="1086" y="395"/>
                    </a:lnTo>
                    <a:lnTo>
                      <a:pt x="1081" y="393"/>
                    </a:lnTo>
                    <a:lnTo>
                      <a:pt x="1076" y="390"/>
                    </a:lnTo>
                    <a:lnTo>
                      <a:pt x="1074" y="386"/>
                    </a:lnTo>
                    <a:lnTo>
                      <a:pt x="1077" y="382"/>
                    </a:lnTo>
                    <a:lnTo>
                      <a:pt x="1084" y="378"/>
                    </a:lnTo>
                    <a:lnTo>
                      <a:pt x="1090" y="375"/>
                    </a:lnTo>
                    <a:lnTo>
                      <a:pt x="1092" y="372"/>
                    </a:lnTo>
                    <a:lnTo>
                      <a:pt x="1092" y="369"/>
                    </a:lnTo>
                    <a:lnTo>
                      <a:pt x="1091" y="365"/>
                    </a:lnTo>
                    <a:lnTo>
                      <a:pt x="1092" y="362"/>
                    </a:lnTo>
                    <a:lnTo>
                      <a:pt x="1095" y="358"/>
                    </a:lnTo>
                    <a:lnTo>
                      <a:pt x="1096" y="355"/>
                    </a:lnTo>
                    <a:lnTo>
                      <a:pt x="1097" y="351"/>
                    </a:lnTo>
                    <a:lnTo>
                      <a:pt x="1099" y="347"/>
                    </a:lnTo>
                    <a:lnTo>
                      <a:pt x="1103" y="345"/>
                    </a:lnTo>
                    <a:lnTo>
                      <a:pt x="1107" y="344"/>
                    </a:lnTo>
                    <a:lnTo>
                      <a:pt x="1112" y="344"/>
                    </a:lnTo>
                    <a:lnTo>
                      <a:pt x="1115" y="342"/>
                    </a:lnTo>
                    <a:lnTo>
                      <a:pt x="1118" y="339"/>
                    </a:lnTo>
                    <a:lnTo>
                      <a:pt x="1121" y="337"/>
                    </a:lnTo>
                    <a:lnTo>
                      <a:pt x="1125" y="337"/>
                    </a:lnTo>
                    <a:lnTo>
                      <a:pt x="1129" y="341"/>
                    </a:lnTo>
                    <a:lnTo>
                      <a:pt x="1132" y="345"/>
                    </a:lnTo>
                    <a:lnTo>
                      <a:pt x="1134" y="346"/>
                    </a:lnTo>
                    <a:lnTo>
                      <a:pt x="1138" y="344"/>
                    </a:lnTo>
                    <a:lnTo>
                      <a:pt x="1142" y="341"/>
                    </a:lnTo>
                    <a:lnTo>
                      <a:pt x="1147" y="340"/>
                    </a:lnTo>
                    <a:lnTo>
                      <a:pt x="1151" y="340"/>
                    </a:lnTo>
                    <a:lnTo>
                      <a:pt x="1154" y="342"/>
                    </a:lnTo>
                    <a:lnTo>
                      <a:pt x="1158" y="344"/>
                    </a:lnTo>
                    <a:lnTo>
                      <a:pt x="1161" y="347"/>
                    </a:lnTo>
                    <a:lnTo>
                      <a:pt x="1163" y="350"/>
                    </a:lnTo>
                    <a:lnTo>
                      <a:pt x="1162" y="355"/>
                    </a:lnTo>
                    <a:lnTo>
                      <a:pt x="1161" y="360"/>
                    </a:lnTo>
                    <a:lnTo>
                      <a:pt x="1162" y="363"/>
                    </a:lnTo>
                    <a:lnTo>
                      <a:pt x="1165" y="366"/>
                    </a:lnTo>
                    <a:lnTo>
                      <a:pt x="1170" y="368"/>
                    </a:lnTo>
                    <a:lnTo>
                      <a:pt x="1174" y="371"/>
                    </a:lnTo>
                    <a:lnTo>
                      <a:pt x="1174" y="374"/>
                    </a:lnTo>
                    <a:close/>
                  </a:path>
                </a:pathLst>
              </a:custGeom>
              <a:solidFill>
                <a:srgbClr val="CC79A7">
                  <a:alpha val="36000"/>
                </a:srgbClr>
              </a:solidFill>
              <a:ln>
                <a:noFill/>
              </a:ln>
            </p:spPr>
            <p:txBody>
              <a:bodyPr anchor="ctr"/>
              <a:lstStyle/>
              <a:p>
                <a:pPr algn="ctr">
                  <a:buNone/>
                </a:pPr>
              </a:p>
            </p:txBody>
          </p:sp>
          <p:sp>
            <p:nvSpPr>
              <p:cNvPr id="816" name="addition:spatial:198"/>
              <p:cNvSpPr>
                <a:spLocks noGrp="1"/>
              </p:cNvSpPr>
              <p:nvPr/>
            </p:nvSpPr>
            <p:spPr>
              <a:xfrm>
                <a:off x="5648325" y="1666875"/>
                <a:ext cx="1473053" cy="742630"/>
              </a:xfrm>
              <a:custGeom>
                <a:avLst/>
                <a:gdLst/>
                <a:ahLst/>
                <a:cxnLst/>
                <a:rect l="l" t="t" r="r" b="b"/>
                <a:pathLst>
                  <a:path w="1111" h="439">
                    <a:moveTo>
                      <a:pt x="0" y="0"/>
                    </a:moveTo>
                    <a:moveTo>
                      <a:pt x="1101" y="401"/>
                    </a:moveTo>
                    <a:lnTo>
                      <a:pt x="1107" y="404"/>
                    </a:lnTo>
                    <a:lnTo>
                      <a:pt x="1111" y="408"/>
                    </a:lnTo>
                    <a:lnTo>
                      <a:pt x="1111" y="411"/>
                    </a:lnTo>
                    <a:lnTo>
                      <a:pt x="1108" y="414"/>
                    </a:lnTo>
                    <a:lnTo>
                      <a:pt x="1104" y="415"/>
                    </a:lnTo>
                    <a:lnTo>
                      <a:pt x="1102" y="418"/>
                    </a:lnTo>
                    <a:lnTo>
                      <a:pt x="1100" y="420"/>
                    </a:lnTo>
                    <a:lnTo>
                      <a:pt x="1098" y="422"/>
                    </a:lnTo>
                    <a:lnTo>
                      <a:pt x="1095" y="424"/>
                    </a:lnTo>
                    <a:lnTo>
                      <a:pt x="1092" y="425"/>
                    </a:lnTo>
                    <a:lnTo>
                      <a:pt x="1089" y="426"/>
                    </a:lnTo>
                    <a:lnTo>
                      <a:pt x="1087" y="429"/>
                    </a:lnTo>
                    <a:lnTo>
                      <a:pt x="1084" y="431"/>
                    </a:lnTo>
                    <a:lnTo>
                      <a:pt x="1081" y="432"/>
                    </a:lnTo>
                    <a:lnTo>
                      <a:pt x="1077" y="432"/>
                    </a:lnTo>
                    <a:lnTo>
                      <a:pt x="1073" y="432"/>
                    </a:lnTo>
                    <a:lnTo>
                      <a:pt x="1069" y="434"/>
                    </a:lnTo>
                    <a:lnTo>
                      <a:pt x="1065" y="437"/>
                    </a:lnTo>
                    <a:lnTo>
                      <a:pt x="1060" y="439"/>
                    </a:lnTo>
                    <a:lnTo>
                      <a:pt x="1055" y="439"/>
                    </a:lnTo>
                    <a:lnTo>
                      <a:pt x="1052" y="435"/>
                    </a:lnTo>
                    <a:lnTo>
                      <a:pt x="1049" y="430"/>
                    </a:lnTo>
                    <a:lnTo>
                      <a:pt x="1047" y="426"/>
                    </a:lnTo>
                    <a:lnTo>
                      <a:pt x="1045" y="425"/>
                    </a:lnTo>
                    <a:lnTo>
                      <a:pt x="1041" y="424"/>
                    </a:lnTo>
                    <a:lnTo>
                      <a:pt x="1037" y="423"/>
                    </a:lnTo>
                    <a:lnTo>
                      <a:pt x="1034" y="421"/>
                    </a:lnTo>
                    <a:lnTo>
                      <a:pt x="1031" y="420"/>
                    </a:lnTo>
                    <a:lnTo>
                      <a:pt x="1027" y="418"/>
                    </a:lnTo>
                    <a:lnTo>
                      <a:pt x="1023" y="417"/>
                    </a:lnTo>
                    <a:lnTo>
                      <a:pt x="1021" y="414"/>
                    </a:lnTo>
                    <a:lnTo>
                      <a:pt x="1022" y="410"/>
                    </a:lnTo>
                    <a:lnTo>
                      <a:pt x="1024" y="407"/>
                    </a:lnTo>
                    <a:lnTo>
                      <a:pt x="1026" y="404"/>
                    </a:lnTo>
                    <a:lnTo>
                      <a:pt x="1026" y="401"/>
                    </a:lnTo>
                    <a:lnTo>
                      <a:pt x="1024" y="398"/>
                    </a:lnTo>
                    <a:lnTo>
                      <a:pt x="1024" y="394"/>
                    </a:lnTo>
                    <a:lnTo>
                      <a:pt x="1028" y="392"/>
                    </a:lnTo>
                    <a:lnTo>
                      <a:pt x="1033" y="390"/>
                    </a:lnTo>
                    <a:lnTo>
                      <a:pt x="1037" y="388"/>
                    </a:lnTo>
                    <a:lnTo>
                      <a:pt x="1039" y="386"/>
                    </a:lnTo>
                    <a:lnTo>
                      <a:pt x="1038" y="382"/>
                    </a:lnTo>
                    <a:lnTo>
                      <a:pt x="1038" y="378"/>
                    </a:lnTo>
                    <a:lnTo>
                      <a:pt x="1040" y="375"/>
                    </a:lnTo>
                    <a:lnTo>
                      <a:pt x="1042" y="372"/>
                    </a:lnTo>
                    <a:lnTo>
                      <a:pt x="1045" y="370"/>
                    </a:lnTo>
                    <a:lnTo>
                      <a:pt x="1048" y="368"/>
                    </a:lnTo>
                    <a:lnTo>
                      <a:pt x="1051" y="366"/>
                    </a:lnTo>
                    <a:lnTo>
                      <a:pt x="1055" y="367"/>
                    </a:lnTo>
                    <a:lnTo>
                      <a:pt x="1060" y="370"/>
                    </a:lnTo>
                    <a:lnTo>
                      <a:pt x="1063" y="373"/>
                    </a:lnTo>
                    <a:lnTo>
                      <a:pt x="1066" y="373"/>
                    </a:lnTo>
                    <a:lnTo>
                      <a:pt x="1068" y="370"/>
                    </a:lnTo>
                    <a:lnTo>
                      <a:pt x="1071" y="368"/>
                    </a:lnTo>
                    <a:lnTo>
                      <a:pt x="1075" y="367"/>
                    </a:lnTo>
                    <a:lnTo>
                      <a:pt x="1077" y="368"/>
                    </a:lnTo>
                    <a:lnTo>
                      <a:pt x="1080" y="371"/>
                    </a:lnTo>
                    <a:lnTo>
                      <a:pt x="1082" y="372"/>
                    </a:lnTo>
                    <a:lnTo>
                      <a:pt x="1086" y="372"/>
                    </a:lnTo>
                    <a:lnTo>
                      <a:pt x="1090" y="373"/>
                    </a:lnTo>
                    <a:lnTo>
                      <a:pt x="1093" y="374"/>
                    </a:lnTo>
                    <a:lnTo>
                      <a:pt x="1095" y="377"/>
                    </a:lnTo>
                    <a:lnTo>
                      <a:pt x="1096" y="380"/>
                    </a:lnTo>
                    <a:lnTo>
                      <a:pt x="1097" y="383"/>
                    </a:lnTo>
                    <a:lnTo>
                      <a:pt x="1099" y="386"/>
                    </a:lnTo>
                    <a:lnTo>
                      <a:pt x="1099" y="389"/>
                    </a:lnTo>
                    <a:lnTo>
                      <a:pt x="1098" y="393"/>
                    </a:lnTo>
                    <a:lnTo>
                      <a:pt x="1096" y="396"/>
                    </a:lnTo>
                    <a:lnTo>
                      <a:pt x="1097" y="398"/>
                    </a:lnTo>
                    <a:close/>
                  </a:path>
                </a:pathLst>
              </a:custGeom>
              <a:solidFill>
                <a:srgbClr val="CC79A7">
                  <a:alpha val="36000"/>
                </a:srgbClr>
              </a:solidFill>
              <a:ln>
                <a:noFill/>
              </a:ln>
            </p:spPr>
            <p:txBody>
              <a:bodyPr anchor="ctr"/>
              <a:lstStyle/>
              <a:p>
                <a:pPr algn="ctr">
                  <a:buNone/>
                </a:pPr>
              </a:p>
            </p:txBody>
          </p:sp>
          <p:sp>
            <p:nvSpPr>
              <p:cNvPr id="817" name="addition:spatial:199"/>
              <p:cNvSpPr>
                <a:spLocks noGrp="1"/>
              </p:cNvSpPr>
              <p:nvPr/>
            </p:nvSpPr>
            <p:spPr>
              <a:xfrm>
                <a:off x="5648325" y="1666875"/>
                <a:ext cx="1427973" cy="632673"/>
              </a:xfrm>
              <a:custGeom>
                <a:avLst/>
                <a:gdLst/>
                <a:ahLst/>
                <a:cxnLst/>
                <a:rect l="l" t="t" r="r" b="b"/>
                <a:pathLst>
                  <a:path w="1077" h="374">
                    <a:moveTo>
                      <a:pt x="0" y="0"/>
                    </a:moveTo>
                    <a:moveTo>
                      <a:pt x="1074" y="341"/>
                    </a:moveTo>
                    <a:lnTo>
                      <a:pt x="1072" y="344"/>
                    </a:lnTo>
                    <a:lnTo>
                      <a:pt x="1071" y="346"/>
                    </a:lnTo>
                    <a:lnTo>
                      <a:pt x="1072" y="348"/>
                    </a:lnTo>
                    <a:lnTo>
                      <a:pt x="1075" y="352"/>
                    </a:lnTo>
                    <a:lnTo>
                      <a:pt x="1077" y="356"/>
                    </a:lnTo>
                    <a:lnTo>
                      <a:pt x="1077" y="359"/>
                    </a:lnTo>
                    <a:lnTo>
                      <a:pt x="1075" y="361"/>
                    </a:lnTo>
                    <a:lnTo>
                      <a:pt x="1071" y="362"/>
                    </a:lnTo>
                    <a:lnTo>
                      <a:pt x="1068" y="362"/>
                    </a:lnTo>
                    <a:lnTo>
                      <a:pt x="1066" y="363"/>
                    </a:lnTo>
                    <a:lnTo>
                      <a:pt x="1064" y="364"/>
                    </a:lnTo>
                    <a:lnTo>
                      <a:pt x="1061" y="365"/>
                    </a:lnTo>
                    <a:lnTo>
                      <a:pt x="1059" y="365"/>
                    </a:lnTo>
                    <a:lnTo>
                      <a:pt x="1057" y="367"/>
                    </a:lnTo>
                    <a:lnTo>
                      <a:pt x="1055" y="369"/>
                    </a:lnTo>
                    <a:lnTo>
                      <a:pt x="1053" y="372"/>
                    </a:lnTo>
                    <a:lnTo>
                      <a:pt x="1050" y="374"/>
                    </a:lnTo>
                    <a:lnTo>
                      <a:pt x="1047" y="373"/>
                    </a:lnTo>
                    <a:lnTo>
                      <a:pt x="1044" y="371"/>
                    </a:lnTo>
                    <a:lnTo>
                      <a:pt x="1041" y="369"/>
                    </a:lnTo>
                    <a:lnTo>
                      <a:pt x="1037" y="370"/>
                    </a:lnTo>
                    <a:lnTo>
                      <a:pt x="1034" y="371"/>
                    </a:lnTo>
                    <a:lnTo>
                      <a:pt x="1030" y="370"/>
                    </a:lnTo>
                    <a:lnTo>
                      <a:pt x="1028" y="368"/>
                    </a:lnTo>
                    <a:lnTo>
                      <a:pt x="1027" y="364"/>
                    </a:lnTo>
                    <a:lnTo>
                      <a:pt x="1026" y="360"/>
                    </a:lnTo>
                    <a:lnTo>
                      <a:pt x="1024" y="358"/>
                    </a:lnTo>
                    <a:lnTo>
                      <a:pt x="1022" y="357"/>
                    </a:lnTo>
                    <a:lnTo>
                      <a:pt x="1019" y="355"/>
                    </a:lnTo>
                    <a:lnTo>
                      <a:pt x="1017" y="353"/>
                    </a:lnTo>
                    <a:lnTo>
                      <a:pt x="1015" y="351"/>
                    </a:lnTo>
                    <a:lnTo>
                      <a:pt x="1012" y="349"/>
                    </a:lnTo>
                    <a:lnTo>
                      <a:pt x="1009" y="347"/>
                    </a:lnTo>
                    <a:lnTo>
                      <a:pt x="1007" y="344"/>
                    </a:lnTo>
                    <a:lnTo>
                      <a:pt x="1008" y="341"/>
                    </a:lnTo>
                    <a:lnTo>
                      <a:pt x="1012" y="338"/>
                    </a:lnTo>
                    <a:lnTo>
                      <a:pt x="1016" y="336"/>
                    </a:lnTo>
                    <a:lnTo>
                      <a:pt x="1018" y="334"/>
                    </a:lnTo>
                    <a:lnTo>
                      <a:pt x="1018" y="331"/>
                    </a:lnTo>
                    <a:lnTo>
                      <a:pt x="1017" y="328"/>
                    </a:lnTo>
                    <a:lnTo>
                      <a:pt x="1019" y="326"/>
                    </a:lnTo>
                    <a:lnTo>
                      <a:pt x="1021" y="324"/>
                    </a:lnTo>
                    <a:lnTo>
                      <a:pt x="1025" y="323"/>
                    </a:lnTo>
                    <a:lnTo>
                      <a:pt x="1027" y="321"/>
                    </a:lnTo>
                    <a:lnTo>
                      <a:pt x="1028" y="318"/>
                    </a:lnTo>
                    <a:lnTo>
                      <a:pt x="1030" y="315"/>
                    </a:lnTo>
                    <a:lnTo>
                      <a:pt x="1032" y="313"/>
                    </a:lnTo>
                    <a:lnTo>
                      <a:pt x="1035" y="312"/>
                    </a:lnTo>
                    <a:lnTo>
                      <a:pt x="1038" y="311"/>
                    </a:lnTo>
                    <a:lnTo>
                      <a:pt x="1041" y="310"/>
                    </a:lnTo>
                    <a:lnTo>
                      <a:pt x="1044" y="309"/>
                    </a:lnTo>
                    <a:lnTo>
                      <a:pt x="1047" y="309"/>
                    </a:lnTo>
                    <a:lnTo>
                      <a:pt x="1050" y="312"/>
                    </a:lnTo>
                    <a:lnTo>
                      <a:pt x="1051" y="316"/>
                    </a:lnTo>
                    <a:lnTo>
                      <a:pt x="1053" y="318"/>
                    </a:lnTo>
                    <a:lnTo>
                      <a:pt x="1055" y="317"/>
                    </a:lnTo>
                    <a:lnTo>
                      <a:pt x="1059" y="315"/>
                    </a:lnTo>
                    <a:lnTo>
                      <a:pt x="1062" y="313"/>
                    </a:lnTo>
                    <a:lnTo>
                      <a:pt x="1065" y="314"/>
                    </a:lnTo>
                    <a:lnTo>
                      <a:pt x="1067" y="316"/>
                    </a:lnTo>
                    <a:lnTo>
                      <a:pt x="1068" y="319"/>
                    </a:lnTo>
                    <a:lnTo>
                      <a:pt x="1069" y="321"/>
                    </a:lnTo>
                    <a:lnTo>
                      <a:pt x="1071" y="323"/>
                    </a:lnTo>
                    <a:lnTo>
                      <a:pt x="1072" y="325"/>
                    </a:lnTo>
                    <a:lnTo>
                      <a:pt x="1072" y="328"/>
                    </a:lnTo>
                    <a:lnTo>
                      <a:pt x="1072" y="331"/>
                    </a:lnTo>
                    <a:lnTo>
                      <a:pt x="1072" y="334"/>
                    </a:lnTo>
                    <a:lnTo>
                      <a:pt x="1073" y="336"/>
                    </a:lnTo>
                    <a:lnTo>
                      <a:pt x="1075" y="338"/>
                    </a:lnTo>
                    <a:close/>
                  </a:path>
                </a:pathLst>
              </a:custGeom>
              <a:solidFill>
                <a:srgbClr val="CC79A7">
                  <a:alpha val="32000"/>
                </a:srgbClr>
              </a:solidFill>
              <a:ln>
                <a:noFill/>
              </a:ln>
            </p:spPr>
            <p:txBody>
              <a:bodyPr anchor="ctr"/>
              <a:lstStyle/>
              <a:p>
                <a:pPr algn="ctr">
                  <a:buNone/>
                </a:pPr>
              </a:p>
            </p:txBody>
          </p:sp>
          <p:sp>
            <p:nvSpPr>
              <p:cNvPr id="818" name="addition:spatial:200"/>
              <p:cNvSpPr>
                <a:spLocks noGrp="1"/>
              </p:cNvSpPr>
              <p:nvPr/>
            </p:nvSpPr>
            <p:spPr>
              <a:xfrm>
                <a:off x="5648325" y="1666875"/>
                <a:ext cx="1526088" cy="700339"/>
              </a:xfrm>
              <a:custGeom>
                <a:avLst/>
                <a:gdLst/>
                <a:ahLst/>
                <a:cxnLst/>
                <a:rect l="l" t="t" r="r" b="b"/>
                <a:pathLst>
                  <a:path w="1151" h="414">
                    <a:moveTo>
                      <a:pt x="0" y="0"/>
                    </a:moveTo>
                    <a:moveTo>
                      <a:pt x="1145" y="385"/>
                    </a:moveTo>
                    <a:lnTo>
                      <a:pt x="1146" y="387"/>
                    </a:lnTo>
                    <a:lnTo>
                      <a:pt x="1148" y="390"/>
                    </a:lnTo>
                    <a:lnTo>
                      <a:pt x="1150" y="393"/>
                    </a:lnTo>
                    <a:lnTo>
                      <a:pt x="1151" y="396"/>
                    </a:lnTo>
                    <a:lnTo>
                      <a:pt x="1150" y="398"/>
                    </a:lnTo>
                    <a:lnTo>
                      <a:pt x="1148" y="400"/>
                    </a:lnTo>
                    <a:lnTo>
                      <a:pt x="1145" y="401"/>
                    </a:lnTo>
                    <a:lnTo>
                      <a:pt x="1143" y="403"/>
                    </a:lnTo>
                    <a:lnTo>
                      <a:pt x="1140" y="403"/>
                    </a:lnTo>
                    <a:lnTo>
                      <a:pt x="1137" y="403"/>
                    </a:lnTo>
                    <a:lnTo>
                      <a:pt x="1134" y="403"/>
                    </a:lnTo>
                    <a:lnTo>
                      <a:pt x="1132" y="404"/>
                    </a:lnTo>
                    <a:lnTo>
                      <a:pt x="1130" y="408"/>
                    </a:lnTo>
                    <a:lnTo>
                      <a:pt x="1129" y="411"/>
                    </a:lnTo>
                    <a:lnTo>
                      <a:pt x="1126" y="414"/>
                    </a:lnTo>
                    <a:lnTo>
                      <a:pt x="1123" y="414"/>
                    </a:lnTo>
                    <a:lnTo>
                      <a:pt x="1119" y="413"/>
                    </a:lnTo>
                    <a:lnTo>
                      <a:pt x="1116" y="411"/>
                    </a:lnTo>
                    <a:lnTo>
                      <a:pt x="1113" y="411"/>
                    </a:lnTo>
                    <a:lnTo>
                      <a:pt x="1109" y="411"/>
                    </a:lnTo>
                    <a:lnTo>
                      <a:pt x="1106" y="411"/>
                    </a:lnTo>
                    <a:lnTo>
                      <a:pt x="1103" y="410"/>
                    </a:lnTo>
                    <a:lnTo>
                      <a:pt x="1101" y="407"/>
                    </a:lnTo>
                    <a:lnTo>
                      <a:pt x="1099" y="406"/>
                    </a:lnTo>
                    <a:lnTo>
                      <a:pt x="1096" y="404"/>
                    </a:lnTo>
                    <a:lnTo>
                      <a:pt x="1094" y="403"/>
                    </a:lnTo>
                    <a:lnTo>
                      <a:pt x="1092" y="401"/>
                    </a:lnTo>
                    <a:lnTo>
                      <a:pt x="1091" y="399"/>
                    </a:lnTo>
                    <a:lnTo>
                      <a:pt x="1090" y="398"/>
                    </a:lnTo>
                    <a:lnTo>
                      <a:pt x="1087" y="397"/>
                    </a:lnTo>
                    <a:lnTo>
                      <a:pt x="1082" y="395"/>
                    </a:lnTo>
                    <a:lnTo>
                      <a:pt x="1079" y="393"/>
                    </a:lnTo>
                    <a:lnTo>
                      <a:pt x="1079" y="391"/>
                    </a:lnTo>
                    <a:lnTo>
                      <a:pt x="1082" y="388"/>
                    </a:lnTo>
                    <a:lnTo>
                      <a:pt x="1086" y="385"/>
                    </a:lnTo>
                    <a:lnTo>
                      <a:pt x="1089" y="383"/>
                    </a:lnTo>
                    <a:lnTo>
                      <a:pt x="1090" y="381"/>
                    </a:lnTo>
                    <a:lnTo>
                      <a:pt x="1090" y="379"/>
                    </a:lnTo>
                    <a:lnTo>
                      <a:pt x="1090" y="376"/>
                    </a:lnTo>
                    <a:lnTo>
                      <a:pt x="1092" y="374"/>
                    </a:lnTo>
                    <a:lnTo>
                      <a:pt x="1093" y="372"/>
                    </a:lnTo>
                    <a:lnTo>
                      <a:pt x="1094" y="370"/>
                    </a:lnTo>
                    <a:lnTo>
                      <a:pt x="1094" y="367"/>
                    </a:lnTo>
                    <a:lnTo>
                      <a:pt x="1096" y="365"/>
                    </a:lnTo>
                    <a:lnTo>
                      <a:pt x="1099" y="364"/>
                    </a:lnTo>
                    <a:lnTo>
                      <a:pt x="1102" y="363"/>
                    </a:lnTo>
                    <a:lnTo>
                      <a:pt x="1104" y="362"/>
                    </a:lnTo>
                    <a:lnTo>
                      <a:pt x="1106" y="360"/>
                    </a:lnTo>
                    <a:lnTo>
                      <a:pt x="1108" y="358"/>
                    </a:lnTo>
                    <a:lnTo>
                      <a:pt x="1111" y="357"/>
                    </a:lnTo>
                    <a:lnTo>
                      <a:pt x="1114" y="359"/>
                    </a:lnTo>
                    <a:lnTo>
                      <a:pt x="1116" y="362"/>
                    </a:lnTo>
                    <a:lnTo>
                      <a:pt x="1118" y="364"/>
                    </a:lnTo>
                    <a:lnTo>
                      <a:pt x="1120" y="364"/>
                    </a:lnTo>
                    <a:lnTo>
                      <a:pt x="1123" y="362"/>
                    </a:lnTo>
                    <a:lnTo>
                      <a:pt x="1126" y="360"/>
                    </a:lnTo>
                    <a:lnTo>
                      <a:pt x="1129" y="360"/>
                    </a:lnTo>
                    <a:lnTo>
                      <a:pt x="1131" y="360"/>
                    </a:lnTo>
                    <a:lnTo>
                      <a:pt x="1134" y="361"/>
                    </a:lnTo>
                    <a:lnTo>
                      <a:pt x="1136" y="362"/>
                    </a:lnTo>
                    <a:lnTo>
                      <a:pt x="1139" y="364"/>
                    </a:lnTo>
                    <a:lnTo>
                      <a:pt x="1139" y="367"/>
                    </a:lnTo>
                    <a:lnTo>
                      <a:pt x="1139" y="370"/>
                    </a:lnTo>
                    <a:lnTo>
                      <a:pt x="1138" y="373"/>
                    </a:lnTo>
                    <a:lnTo>
                      <a:pt x="1140" y="375"/>
                    </a:lnTo>
                    <a:lnTo>
                      <a:pt x="1143" y="376"/>
                    </a:lnTo>
                    <a:lnTo>
                      <a:pt x="1146" y="378"/>
                    </a:lnTo>
                    <a:lnTo>
                      <a:pt x="1147" y="380"/>
                    </a:lnTo>
                    <a:lnTo>
                      <a:pt x="1146" y="383"/>
                    </a:lnTo>
                    <a:close/>
                  </a:path>
                </a:pathLst>
              </a:custGeom>
              <a:solidFill>
                <a:srgbClr val="CC79A7">
                  <a:alpha val="32000"/>
                </a:srgbClr>
              </a:solidFill>
              <a:ln>
                <a:noFill/>
              </a:ln>
            </p:spPr>
            <p:txBody>
              <a:bodyPr anchor="ctr"/>
              <a:lstStyle/>
              <a:p>
                <a:pPr algn="ctr">
                  <a:buNone/>
                </a:pPr>
              </a:p>
            </p:txBody>
          </p:sp>
          <p:sp>
            <p:nvSpPr>
              <p:cNvPr id="819" name="addition:spatial:201"/>
              <p:cNvSpPr>
                <a:spLocks noGrp="1"/>
              </p:cNvSpPr>
              <p:nvPr/>
            </p:nvSpPr>
            <p:spPr>
              <a:xfrm>
                <a:off x="5648325" y="1666875"/>
                <a:ext cx="1593708" cy="663123"/>
              </a:xfrm>
              <a:custGeom>
                <a:avLst/>
                <a:gdLst/>
                <a:ahLst/>
                <a:cxnLst/>
                <a:rect l="l" t="t" r="r" b="b"/>
                <a:pathLst>
                  <a:path w="1202" h="392">
                    <a:moveTo>
                      <a:pt x="0" y="0"/>
                    </a:moveTo>
                    <a:moveTo>
                      <a:pt x="1200" y="367"/>
                    </a:moveTo>
                    <a:lnTo>
                      <a:pt x="1200" y="369"/>
                    </a:lnTo>
                    <a:lnTo>
                      <a:pt x="1201" y="371"/>
                    </a:lnTo>
                    <a:lnTo>
                      <a:pt x="1202" y="374"/>
                    </a:lnTo>
                    <a:lnTo>
                      <a:pt x="1201" y="376"/>
                    </a:lnTo>
                    <a:lnTo>
                      <a:pt x="1200" y="377"/>
                    </a:lnTo>
                    <a:lnTo>
                      <a:pt x="1200" y="379"/>
                    </a:lnTo>
                    <a:lnTo>
                      <a:pt x="1200" y="382"/>
                    </a:lnTo>
                    <a:lnTo>
                      <a:pt x="1200" y="384"/>
                    </a:lnTo>
                    <a:lnTo>
                      <a:pt x="1198" y="386"/>
                    </a:lnTo>
                    <a:lnTo>
                      <a:pt x="1195" y="385"/>
                    </a:lnTo>
                    <a:lnTo>
                      <a:pt x="1192" y="384"/>
                    </a:lnTo>
                    <a:lnTo>
                      <a:pt x="1189" y="383"/>
                    </a:lnTo>
                    <a:lnTo>
                      <a:pt x="1188" y="385"/>
                    </a:lnTo>
                    <a:lnTo>
                      <a:pt x="1187" y="387"/>
                    </a:lnTo>
                    <a:lnTo>
                      <a:pt x="1186" y="390"/>
                    </a:lnTo>
                    <a:lnTo>
                      <a:pt x="1183" y="391"/>
                    </a:lnTo>
                    <a:lnTo>
                      <a:pt x="1181" y="392"/>
                    </a:lnTo>
                    <a:lnTo>
                      <a:pt x="1178" y="392"/>
                    </a:lnTo>
                    <a:lnTo>
                      <a:pt x="1176" y="392"/>
                    </a:lnTo>
                    <a:lnTo>
                      <a:pt x="1173" y="392"/>
                    </a:lnTo>
                    <a:lnTo>
                      <a:pt x="1171" y="390"/>
                    </a:lnTo>
                    <a:lnTo>
                      <a:pt x="1169" y="388"/>
                    </a:lnTo>
                    <a:lnTo>
                      <a:pt x="1167" y="386"/>
                    </a:lnTo>
                    <a:lnTo>
                      <a:pt x="1165" y="385"/>
                    </a:lnTo>
                    <a:lnTo>
                      <a:pt x="1163" y="385"/>
                    </a:lnTo>
                    <a:lnTo>
                      <a:pt x="1160" y="384"/>
                    </a:lnTo>
                    <a:lnTo>
                      <a:pt x="1158" y="382"/>
                    </a:lnTo>
                    <a:lnTo>
                      <a:pt x="1158" y="380"/>
                    </a:lnTo>
                    <a:lnTo>
                      <a:pt x="1158" y="378"/>
                    </a:lnTo>
                    <a:lnTo>
                      <a:pt x="1157" y="376"/>
                    </a:lnTo>
                    <a:lnTo>
                      <a:pt x="1154" y="375"/>
                    </a:lnTo>
                    <a:lnTo>
                      <a:pt x="1151" y="374"/>
                    </a:lnTo>
                    <a:lnTo>
                      <a:pt x="1149" y="372"/>
                    </a:lnTo>
                    <a:lnTo>
                      <a:pt x="1149" y="370"/>
                    </a:lnTo>
                    <a:lnTo>
                      <a:pt x="1150" y="367"/>
                    </a:lnTo>
                    <a:lnTo>
                      <a:pt x="1152" y="365"/>
                    </a:lnTo>
                    <a:lnTo>
                      <a:pt x="1153" y="363"/>
                    </a:lnTo>
                    <a:lnTo>
                      <a:pt x="1155" y="361"/>
                    </a:lnTo>
                    <a:lnTo>
                      <a:pt x="1158" y="360"/>
                    </a:lnTo>
                    <a:lnTo>
                      <a:pt x="1160" y="359"/>
                    </a:lnTo>
                    <a:lnTo>
                      <a:pt x="1161" y="357"/>
                    </a:lnTo>
                    <a:lnTo>
                      <a:pt x="1161" y="355"/>
                    </a:lnTo>
                    <a:lnTo>
                      <a:pt x="1160" y="352"/>
                    </a:lnTo>
                    <a:lnTo>
                      <a:pt x="1161" y="349"/>
                    </a:lnTo>
                    <a:lnTo>
                      <a:pt x="1163" y="348"/>
                    </a:lnTo>
                    <a:lnTo>
                      <a:pt x="1166" y="348"/>
                    </a:lnTo>
                    <a:lnTo>
                      <a:pt x="1169" y="347"/>
                    </a:lnTo>
                    <a:lnTo>
                      <a:pt x="1171" y="346"/>
                    </a:lnTo>
                    <a:lnTo>
                      <a:pt x="1172" y="344"/>
                    </a:lnTo>
                    <a:lnTo>
                      <a:pt x="1174" y="343"/>
                    </a:lnTo>
                    <a:lnTo>
                      <a:pt x="1177" y="343"/>
                    </a:lnTo>
                    <a:lnTo>
                      <a:pt x="1179" y="345"/>
                    </a:lnTo>
                    <a:lnTo>
                      <a:pt x="1181" y="346"/>
                    </a:lnTo>
                    <a:lnTo>
                      <a:pt x="1182" y="346"/>
                    </a:lnTo>
                    <a:lnTo>
                      <a:pt x="1184" y="347"/>
                    </a:lnTo>
                    <a:lnTo>
                      <a:pt x="1186" y="347"/>
                    </a:lnTo>
                    <a:lnTo>
                      <a:pt x="1187" y="348"/>
                    </a:lnTo>
                    <a:lnTo>
                      <a:pt x="1189" y="349"/>
                    </a:lnTo>
                    <a:lnTo>
                      <a:pt x="1191" y="348"/>
                    </a:lnTo>
                    <a:lnTo>
                      <a:pt x="1194" y="347"/>
                    </a:lnTo>
                    <a:lnTo>
                      <a:pt x="1197" y="348"/>
                    </a:lnTo>
                    <a:lnTo>
                      <a:pt x="1198" y="350"/>
                    </a:lnTo>
                    <a:lnTo>
                      <a:pt x="1198" y="353"/>
                    </a:lnTo>
                    <a:lnTo>
                      <a:pt x="1196" y="356"/>
                    </a:lnTo>
                    <a:lnTo>
                      <a:pt x="1196" y="358"/>
                    </a:lnTo>
                    <a:lnTo>
                      <a:pt x="1197" y="360"/>
                    </a:lnTo>
                    <a:lnTo>
                      <a:pt x="1198" y="361"/>
                    </a:lnTo>
                    <a:lnTo>
                      <a:pt x="1200" y="363"/>
                    </a:lnTo>
                    <a:lnTo>
                      <a:pt x="1200" y="365"/>
                    </a:lnTo>
                    <a:close/>
                  </a:path>
                </a:pathLst>
              </a:custGeom>
              <a:solidFill>
                <a:srgbClr val="DA9FC0">
                  <a:alpha val="24000"/>
                </a:srgbClr>
              </a:solidFill>
              <a:ln>
                <a:noFill/>
              </a:ln>
            </p:spPr>
            <p:txBody>
              <a:bodyPr anchor="ctr"/>
              <a:lstStyle/>
              <a:p>
                <a:pPr algn="ctr">
                  <a:buNone/>
                </a:pPr>
              </a:p>
            </p:txBody>
          </p:sp>
          <p:sp>
            <p:nvSpPr>
              <p:cNvPr id="820" name="addition:spatial:202"/>
              <p:cNvSpPr>
                <a:spLocks noGrp="1"/>
              </p:cNvSpPr>
              <p:nvPr/>
            </p:nvSpPr>
            <p:spPr>
              <a:xfrm>
                <a:off x="5648325" y="1666875"/>
                <a:ext cx="1559235" cy="768005"/>
              </a:xfrm>
              <a:custGeom>
                <a:avLst/>
                <a:gdLst/>
                <a:ahLst/>
                <a:cxnLst/>
                <a:rect l="l" t="t" r="r" b="b"/>
                <a:pathLst>
                  <a:path w="1176" h="454">
                    <a:moveTo>
                      <a:pt x="0" y="0"/>
                    </a:moveTo>
                    <a:moveTo>
                      <a:pt x="1174" y="426"/>
                    </a:moveTo>
                    <a:lnTo>
                      <a:pt x="1175" y="428"/>
                    </a:lnTo>
                    <a:lnTo>
                      <a:pt x="1175" y="431"/>
                    </a:lnTo>
                    <a:lnTo>
                      <a:pt x="1176" y="434"/>
                    </a:lnTo>
                    <a:lnTo>
                      <a:pt x="1175" y="436"/>
                    </a:lnTo>
                    <a:lnTo>
                      <a:pt x="1173" y="438"/>
                    </a:lnTo>
                    <a:lnTo>
                      <a:pt x="1170" y="439"/>
                    </a:lnTo>
                    <a:lnTo>
                      <a:pt x="1166" y="439"/>
                    </a:lnTo>
                    <a:lnTo>
                      <a:pt x="1164" y="440"/>
                    </a:lnTo>
                    <a:lnTo>
                      <a:pt x="1163" y="442"/>
                    </a:lnTo>
                    <a:lnTo>
                      <a:pt x="1163" y="445"/>
                    </a:lnTo>
                    <a:lnTo>
                      <a:pt x="1162" y="448"/>
                    </a:lnTo>
                    <a:lnTo>
                      <a:pt x="1160" y="450"/>
                    </a:lnTo>
                    <a:lnTo>
                      <a:pt x="1157" y="450"/>
                    </a:lnTo>
                    <a:lnTo>
                      <a:pt x="1154" y="450"/>
                    </a:lnTo>
                    <a:lnTo>
                      <a:pt x="1151" y="451"/>
                    </a:lnTo>
                    <a:lnTo>
                      <a:pt x="1149" y="453"/>
                    </a:lnTo>
                    <a:lnTo>
                      <a:pt x="1146" y="454"/>
                    </a:lnTo>
                    <a:lnTo>
                      <a:pt x="1143" y="454"/>
                    </a:lnTo>
                    <a:lnTo>
                      <a:pt x="1140" y="453"/>
                    </a:lnTo>
                    <a:lnTo>
                      <a:pt x="1138" y="451"/>
                    </a:lnTo>
                    <a:lnTo>
                      <a:pt x="1135" y="451"/>
                    </a:lnTo>
                    <a:lnTo>
                      <a:pt x="1133" y="449"/>
                    </a:lnTo>
                    <a:lnTo>
                      <a:pt x="1131" y="447"/>
                    </a:lnTo>
                    <a:lnTo>
                      <a:pt x="1131" y="444"/>
                    </a:lnTo>
                    <a:lnTo>
                      <a:pt x="1130" y="443"/>
                    </a:lnTo>
                    <a:lnTo>
                      <a:pt x="1127" y="442"/>
                    </a:lnTo>
                    <a:lnTo>
                      <a:pt x="1123" y="443"/>
                    </a:lnTo>
                    <a:lnTo>
                      <a:pt x="1119" y="443"/>
                    </a:lnTo>
                    <a:lnTo>
                      <a:pt x="1117" y="442"/>
                    </a:lnTo>
                    <a:lnTo>
                      <a:pt x="1117" y="439"/>
                    </a:lnTo>
                    <a:lnTo>
                      <a:pt x="1119" y="436"/>
                    </a:lnTo>
                    <a:lnTo>
                      <a:pt x="1120" y="433"/>
                    </a:lnTo>
                    <a:lnTo>
                      <a:pt x="1120" y="430"/>
                    </a:lnTo>
                    <a:lnTo>
                      <a:pt x="1120" y="428"/>
                    </a:lnTo>
                    <a:lnTo>
                      <a:pt x="1121" y="426"/>
                    </a:lnTo>
                    <a:lnTo>
                      <a:pt x="1122" y="424"/>
                    </a:lnTo>
                    <a:lnTo>
                      <a:pt x="1123" y="422"/>
                    </a:lnTo>
                    <a:lnTo>
                      <a:pt x="1123" y="419"/>
                    </a:lnTo>
                    <a:lnTo>
                      <a:pt x="1123" y="417"/>
                    </a:lnTo>
                    <a:lnTo>
                      <a:pt x="1123" y="415"/>
                    </a:lnTo>
                    <a:lnTo>
                      <a:pt x="1125" y="413"/>
                    </a:lnTo>
                    <a:lnTo>
                      <a:pt x="1127" y="411"/>
                    </a:lnTo>
                    <a:lnTo>
                      <a:pt x="1128" y="410"/>
                    </a:lnTo>
                    <a:lnTo>
                      <a:pt x="1128" y="406"/>
                    </a:lnTo>
                    <a:lnTo>
                      <a:pt x="1128" y="403"/>
                    </a:lnTo>
                    <a:lnTo>
                      <a:pt x="1129" y="401"/>
                    </a:lnTo>
                    <a:lnTo>
                      <a:pt x="1132" y="400"/>
                    </a:lnTo>
                    <a:lnTo>
                      <a:pt x="1136" y="402"/>
                    </a:lnTo>
                    <a:lnTo>
                      <a:pt x="1138" y="404"/>
                    </a:lnTo>
                    <a:lnTo>
                      <a:pt x="1140" y="404"/>
                    </a:lnTo>
                    <a:lnTo>
                      <a:pt x="1142" y="403"/>
                    </a:lnTo>
                    <a:lnTo>
                      <a:pt x="1143" y="402"/>
                    </a:lnTo>
                    <a:lnTo>
                      <a:pt x="1145" y="402"/>
                    </a:lnTo>
                    <a:lnTo>
                      <a:pt x="1147" y="401"/>
                    </a:lnTo>
                    <a:lnTo>
                      <a:pt x="1150" y="400"/>
                    </a:lnTo>
                    <a:lnTo>
                      <a:pt x="1152" y="399"/>
                    </a:lnTo>
                    <a:lnTo>
                      <a:pt x="1155" y="399"/>
                    </a:lnTo>
                    <a:lnTo>
                      <a:pt x="1157" y="401"/>
                    </a:lnTo>
                    <a:lnTo>
                      <a:pt x="1158" y="404"/>
                    </a:lnTo>
                    <a:lnTo>
                      <a:pt x="1159" y="406"/>
                    </a:lnTo>
                    <a:lnTo>
                      <a:pt x="1161" y="408"/>
                    </a:lnTo>
                    <a:lnTo>
                      <a:pt x="1164" y="409"/>
                    </a:lnTo>
                    <a:lnTo>
                      <a:pt x="1166" y="410"/>
                    </a:lnTo>
                    <a:lnTo>
                      <a:pt x="1168" y="412"/>
                    </a:lnTo>
                    <a:lnTo>
                      <a:pt x="1167" y="415"/>
                    </a:lnTo>
                    <a:lnTo>
                      <a:pt x="1167" y="418"/>
                    </a:lnTo>
                    <a:lnTo>
                      <a:pt x="1167" y="420"/>
                    </a:lnTo>
                    <a:lnTo>
                      <a:pt x="1169" y="422"/>
                    </a:lnTo>
                    <a:lnTo>
                      <a:pt x="1172" y="424"/>
                    </a:lnTo>
                    <a:close/>
                  </a:path>
                </a:pathLst>
              </a:custGeom>
              <a:solidFill>
                <a:srgbClr val="DA9FC0">
                  <a:alpha val="24000"/>
                </a:srgbClr>
              </a:solidFill>
              <a:ln>
                <a:noFill/>
              </a:ln>
            </p:spPr>
            <p:txBody>
              <a:bodyPr anchor="ctr"/>
              <a:lstStyle/>
              <a:p>
                <a:pPr algn="ctr">
                  <a:buNone/>
                </a:pPr>
              </a:p>
            </p:txBody>
          </p:sp>
          <p:sp>
            <p:nvSpPr>
              <p:cNvPr id="821" name="addition:spatial:203"/>
              <p:cNvSpPr>
                <a:spLocks noGrp="1"/>
              </p:cNvSpPr>
              <p:nvPr/>
            </p:nvSpPr>
            <p:spPr>
              <a:xfrm>
                <a:off x="5648325" y="1666875"/>
                <a:ext cx="1459794" cy="795071"/>
              </a:xfrm>
              <a:custGeom>
                <a:avLst/>
                <a:gdLst/>
                <a:ahLst/>
                <a:cxnLst/>
                <a:rect l="l" t="t" r="r" b="b"/>
                <a:pathLst>
                  <a:path w="1101" h="470">
                    <a:moveTo>
                      <a:pt x="0" y="0"/>
                    </a:moveTo>
                    <a:moveTo>
                      <a:pt x="1094" y="442"/>
                    </a:moveTo>
                    <a:lnTo>
                      <a:pt x="1094" y="444"/>
                    </a:lnTo>
                    <a:lnTo>
                      <a:pt x="1094" y="446"/>
                    </a:lnTo>
                    <a:lnTo>
                      <a:pt x="1093" y="448"/>
                    </a:lnTo>
                    <a:lnTo>
                      <a:pt x="1092" y="450"/>
                    </a:lnTo>
                    <a:lnTo>
                      <a:pt x="1091" y="453"/>
                    </a:lnTo>
                    <a:lnTo>
                      <a:pt x="1091" y="455"/>
                    </a:lnTo>
                    <a:lnTo>
                      <a:pt x="1090" y="458"/>
                    </a:lnTo>
                    <a:lnTo>
                      <a:pt x="1089" y="460"/>
                    </a:lnTo>
                    <a:lnTo>
                      <a:pt x="1087" y="461"/>
                    </a:lnTo>
                    <a:lnTo>
                      <a:pt x="1085" y="463"/>
                    </a:lnTo>
                    <a:lnTo>
                      <a:pt x="1084" y="465"/>
                    </a:lnTo>
                    <a:lnTo>
                      <a:pt x="1083" y="468"/>
                    </a:lnTo>
                    <a:lnTo>
                      <a:pt x="1081" y="470"/>
                    </a:lnTo>
                    <a:lnTo>
                      <a:pt x="1078" y="469"/>
                    </a:lnTo>
                    <a:lnTo>
                      <a:pt x="1075" y="466"/>
                    </a:lnTo>
                    <a:lnTo>
                      <a:pt x="1073" y="464"/>
                    </a:lnTo>
                    <a:lnTo>
                      <a:pt x="1071" y="464"/>
                    </a:lnTo>
                    <a:lnTo>
                      <a:pt x="1070" y="465"/>
                    </a:lnTo>
                    <a:lnTo>
                      <a:pt x="1068" y="467"/>
                    </a:lnTo>
                    <a:lnTo>
                      <a:pt x="1065" y="468"/>
                    </a:lnTo>
                    <a:lnTo>
                      <a:pt x="1063" y="468"/>
                    </a:lnTo>
                    <a:lnTo>
                      <a:pt x="1061" y="468"/>
                    </a:lnTo>
                    <a:lnTo>
                      <a:pt x="1058" y="468"/>
                    </a:lnTo>
                    <a:lnTo>
                      <a:pt x="1056" y="467"/>
                    </a:lnTo>
                    <a:lnTo>
                      <a:pt x="1054" y="464"/>
                    </a:lnTo>
                    <a:lnTo>
                      <a:pt x="1054" y="461"/>
                    </a:lnTo>
                    <a:lnTo>
                      <a:pt x="1053" y="458"/>
                    </a:lnTo>
                    <a:lnTo>
                      <a:pt x="1052" y="456"/>
                    </a:lnTo>
                    <a:lnTo>
                      <a:pt x="1050" y="455"/>
                    </a:lnTo>
                    <a:lnTo>
                      <a:pt x="1047" y="453"/>
                    </a:lnTo>
                    <a:lnTo>
                      <a:pt x="1046" y="451"/>
                    </a:lnTo>
                    <a:lnTo>
                      <a:pt x="1046" y="448"/>
                    </a:lnTo>
                    <a:lnTo>
                      <a:pt x="1047" y="446"/>
                    </a:lnTo>
                    <a:lnTo>
                      <a:pt x="1047" y="444"/>
                    </a:lnTo>
                    <a:lnTo>
                      <a:pt x="1045" y="442"/>
                    </a:lnTo>
                    <a:lnTo>
                      <a:pt x="1042" y="439"/>
                    </a:lnTo>
                    <a:lnTo>
                      <a:pt x="1040" y="436"/>
                    </a:lnTo>
                    <a:lnTo>
                      <a:pt x="1040" y="434"/>
                    </a:lnTo>
                    <a:lnTo>
                      <a:pt x="1041" y="431"/>
                    </a:lnTo>
                    <a:lnTo>
                      <a:pt x="1042" y="429"/>
                    </a:lnTo>
                    <a:lnTo>
                      <a:pt x="1044" y="427"/>
                    </a:lnTo>
                    <a:lnTo>
                      <a:pt x="1046" y="426"/>
                    </a:lnTo>
                    <a:lnTo>
                      <a:pt x="1049" y="425"/>
                    </a:lnTo>
                    <a:lnTo>
                      <a:pt x="1052" y="425"/>
                    </a:lnTo>
                    <a:lnTo>
                      <a:pt x="1055" y="424"/>
                    </a:lnTo>
                    <a:lnTo>
                      <a:pt x="1055" y="422"/>
                    </a:lnTo>
                    <a:lnTo>
                      <a:pt x="1056" y="418"/>
                    </a:lnTo>
                    <a:lnTo>
                      <a:pt x="1057" y="415"/>
                    </a:lnTo>
                    <a:lnTo>
                      <a:pt x="1060" y="413"/>
                    </a:lnTo>
                    <a:lnTo>
                      <a:pt x="1063" y="414"/>
                    </a:lnTo>
                    <a:lnTo>
                      <a:pt x="1066" y="415"/>
                    </a:lnTo>
                    <a:lnTo>
                      <a:pt x="1069" y="415"/>
                    </a:lnTo>
                    <a:lnTo>
                      <a:pt x="1072" y="414"/>
                    </a:lnTo>
                    <a:lnTo>
                      <a:pt x="1075" y="413"/>
                    </a:lnTo>
                    <a:lnTo>
                      <a:pt x="1078" y="414"/>
                    </a:lnTo>
                    <a:lnTo>
                      <a:pt x="1080" y="416"/>
                    </a:lnTo>
                    <a:lnTo>
                      <a:pt x="1082" y="418"/>
                    </a:lnTo>
                    <a:lnTo>
                      <a:pt x="1084" y="419"/>
                    </a:lnTo>
                    <a:lnTo>
                      <a:pt x="1086" y="420"/>
                    </a:lnTo>
                    <a:lnTo>
                      <a:pt x="1088" y="422"/>
                    </a:lnTo>
                    <a:lnTo>
                      <a:pt x="1089" y="424"/>
                    </a:lnTo>
                    <a:lnTo>
                      <a:pt x="1090" y="426"/>
                    </a:lnTo>
                    <a:lnTo>
                      <a:pt x="1092" y="427"/>
                    </a:lnTo>
                    <a:lnTo>
                      <a:pt x="1096" y="427"/>
                    </a:lnTo>
                    <a:lnTo>
                      <a:pt x="1100" y="428"/>
                    </a:lnTo>
                    <a:lnTo>
                      <a:pt x="1101" y="430"/>
                    </a:lnTo>
                    <a:lnTo>
                      <a:pt x="1100" y="434"/>
                    </a:lnTo>
                    <a:lnTo>
                      <a:pt x="1097" y="437"/>
                    </a:lnTo>
                    <a:lnTo>
                      <a:pt x="1095" y="439"/>
                    </a:lnTo>
                    <a:close/>
                  </a:path>
                </a:pathLst>
              </a:custGeom>
              <a:solidFill>
                <a:srgbClr val="DA9FC0">
                  <a:alpha val="24000"/>
                </a:srgbClr>
              </a:solidFill>
              <a:ln>
                <a:noFill/>
              </a:ln>
            </p:spPr>
            <p:txBody>
              <a:bodyPr anchor="ctr"/>
              <a:lstStyle/>
              <a:p>
                <a:pPr algn="ctr">
                  <a:buNone/>
                </a:pPr>
              </a:p>
            </p:txBody>
          </p:sp>
          <p:sp>
            <p:nvSpPr>
              <p:cNvPr id="822" name="addition:spatial:204"/>
              <p:cNvSpPr>
                <a:spLocks noGrp="1"/>
              </p:cNvSpPr>
              <p:nvPr/>
            </p:nvSpPr>
            <p:spPr>
              <a:xfrm>
                <a:off x="5648325" y="1666875"/>
                <a:ext cx="1363005" cy="747705"/>
              </a:xfrm>
              <a:custGeom>
                <a:avLst/>
                <a:gdLst/>
                <a:ahLst/>
                <a:cxnLst/>
                <a:rect l="l" t="t" r="r" b="b"/>
                <a:pathLst>
                  <a:path w="1028" h="442">
                    <a:moveTo>
                      <a:pt x="0" y="0"/>
                    </a:moveTo>
                    <a:moveTo>
                      <a:pt x="1028" y="413"/>
                    </a:moveTo>
                    <a:lnTo>
                      <a:pt x="1028" y="416"/>
                    </a:lnTo>
                    <a:lnTo>
                      <a:pt x="1026" y="418"/>
                    </a:lnTo>
                    <a:lnTo>
                      <a:pt x="1025" y="420"/>
                    </a:lnTo>
                    <a:lnTo>
                      <a:pt x="1025" y="423"/>
                    </a:lnTo>
                    <a:lnTo>
                      <a:pt x="1024" y="425"/>
                    </a:lnTo>
                    <a:lnTo>
                      <a:pt x="1023" y="427"/>
                    </a:lnTo>
                    <a:lnTo>
                      <a:pt x="1020" y="428"/>
                    </a:lnTo>
                    <a:lnTo>
                      <a:pt x="1017" y="429"/>
                    </a:lnTo>
                    <a:lnTo>
                      <a:pt x="1015" y="429"/>
                    </a:lnTo>
                    <a:lnTo>
                      <a:pt x="1014" y="431"/>
                    </a:lnTo>
                    <a:lnTo>
                      <a:pt x="1013" y="435"/>
                    </a:lnTo>
                    <a:lnTo>
                      <a:pt x="1012" y="439"/>
                    </a:lnTo>
                    <a:lnTo>
                      <a:pt x="1011" y="441"/>
                    </a:lnTo>
                    <a:lnTo>
                      <a:pt x="1008" y="442"/>
                    </a:lnTo>
                    <a:lnTo>
                      <a:pt x="1005" y="442"/>
                    </a:lnTo>
                    <a:lnTo>
                      <a:pt x="1003" y="441"/>
                    </a:lnTo>
                    <a:lnTo>
                      <a:pt x="1000" y="441"/>
                    </a:lnTo>
                    <a:lnTo>
                      <a:pt x="998" y="440"/>
                    </a:lnTo>
                    <a:lnTo>
                      <a:pt x="996" y="438"/>
                    </a:lnTo>
                    <a:lnTo>
                      <a:pt x="995" y="436"/>
                    </a:lnTo>
                    <a:lnTo>
                      <a:pt x="993" y="436"/>
                    </a:lnTo>
                    <a:lnTo>
                      <a:pt x="991" y="437"/>
                    </a:lnTo>
                    <a:lnTo>
                      <a:pt x="988" y="437"/>
                    </a:lnTo>
                    <a:lnTo>
                      <a:pt x="986" y="437"/>
                    </a:lnTo>
                    <a:lnTo>
                      <a:pt x="985" y="434"/>
                    </a:lnTo>
                    <a:lnTo>
                      <a:pt x="985" y="432"/>
                    </a:lnTo>
                    <a:lnTo>
                      <a:pt x="984" y="430"/>
                    </a:lnTo>
                    <a:lnTo>
                      <a:pt x="982" y="429"/>
                    </a:lnTo>
                    <a:lnTo>
                      <a:pt x="979" y="429"/>
                    </a:lnTo>
                    <a:lnTo>
                      <a:pt x="978" y="427"/>
                    </a:lnTo>
                    <a:lnTo>
                      <a:pt x="978" y="424"/>
                    </a:lnTo>
                    <a:lnTo>
                      <a:pt x="979" y="420"/>
                    </a:lnTo>
                    <a:lnTo>
                      <a:pt x="981" y="418"/>
                    </a:lnTo>
                    <a:lnTo>
                      <a:pt x="981" y="415"/>
                    </a:lnTo>
                    <a:lnTo>
                      <a:pt x="982" y="413"/>
                    </a:lnTo>
                    <a:lnTo>
                      <a:pt x="982" y="411"/>
                    </a:lnTo>
                    <a:lnTo>
                      <a:pt x="983" y="409"/>
                    </a:lnTo>
                    <a:lnTo>
                      <a:pt x="982" y="407"/>
                    </a:lnTo>
                    <a:lnTo>
                      <a:pt x="981" y="404"/>
                    </a:lnTo>
                    <a:lnTo>
                      <a:pt x="979" y="400"/>
                    </a:lnTo>
                    <a:lnTo>
                      <a:pt x="979" y="397"/>
                    </a:lnTo>
                    <a:lnTo>
                      <a:pt x="980" y="395"/>
                    </a:lnTo>
                    <a:lnTo>
                      <a:pt x="983" y="395"/>
                    </a:lnTo>
                    <a:lnTo>
                      <a:pt x="986" y="394"/>
                    </a:lnTo>
                    <a:lnTo>
                      <a:pt x="987" y="393"/>
                    </a:lnTo>
                    <a:lnTo>
                      <a:pt x="988" y="391"/>
                    </a:lnTo>
                    <a:lnTo>
                      <a:pt x="989" y="389"/>
                    </a:lnTo>
                    <a:lnTo>
                      <a:pt x="991" y="388"/>
                    </a:lnTo>
                    <a:lnTo>
                      <a:pt x="993" y="389"/>
                    </a:lnTo>
                    <a:lnTo>
                      <a:pt x="995" y="389"/>
                    </a:lnTo>
                    <a:lnTo>
                      <a:pt x="996" y="389"/>
                    </a:lnTo>
                    <a:lnTo>
                      <a:pt x="998" y="388"/>
                    </a:lnTo>
                    <a:lnTo>
                      <a:pt x="1000" y="387"/>
                    </a:lnTo>
                    <a:lnTo>
                      <a:pt x="1002" y="387"/>
                    </a:lnTo>
                    <a:lnTo>
                      <a:pt x="1004" y="387"/>
                    </a:lnTo>
                    <a:lnTo>
                      <a:pt x="1007" y="386"/>
                    </a:lnTo>
                    <a:lnTo>
                      <a:pt x="1010" y="385"/>
                    </a:lnTo>
                    <a:lnTo>
                      <a:pt x="1012" y="385"/>
                    </a:lnTo>
                    <a:lnTo>
                      <a:pt x="1014" y="388"/>
                    </a:lnTo>
                    <a:lnTo>
                      <a:pt x="1015" y="392"/>
                    </a:lnTo>
                    <a:lnTo>
                      <a:pt x="1015" y="396"/>
                    </a:lnTo>
                    <a:lnTo>
                      <a:pt x="1015" y="399"/>
                    </a:lnTo>
                    <a:lnTo>
                      <a:pt x="1017" y="400"/>
                    </a:lnTo>
                    <a:lnTo>
                      <a:pt x="1020" y="400"/>
                    </a:lnTo>
                    <a:lnTo>
                      <a:pt x="1023" y="401"/>
                    </a:lnTo>
                    <a:lnTo>
                      <a:pt x="1024" y="404"/>
                    </a:lnTo>
                    <a:lnTo>
                      <a:pt x="1025" y="406"/>
                    </a:lnTo>
                    <a:lnTo>
                      <a:pt x="1026" y="408"/>
                    </a:lnTo>
                    <a:lnTo>
                      <a:pt x="1027" y="411"/>
                    </a:lnTo>
                    <a:close/>
                  </a:path>
                </a:pathLst>
              </a:custGeom>
              <a:solidFill>
                <a:srgbClr val="DA9FC0">
                  <a:alpha val="24000"/>
                </a:srgbClr>
              </a:solidFill>
              <a:ln>
                <a:noFill/>
              </a:ln>
            </p:spPr>
            <p:txBody>
              <a:bodyPr anchor="ctr"/>
              <a:lstStyle/>
              <a:p>
                <a:pPr algn="ctr">
                  <a:buNone/>
                </a:pPr>
              </a:p>
            </p:txBody>
          </p:sp>
          <p:sp>
            <p:nvSpPr>
              <p:cNvPr id="823" name="addition:spatial:205"/>
              <p:cNvSpPr>
                <a:spLocks noGrp="1"/>
              </p:cNvSpPr>
              <p:nvPr/>
            </p:nvSpPr>
            <p:spPr>
              <a:xfrm>
                <a:off x="5648325" y="1666875"/>
                <a:ext cx="1336487" cy="637748"/>
              </a:xfrm>
              <a:custGeom>
                <a:avLst/>
                <a:gdLst/>
                <a:ahLst/>
                <a:cxnLst/>
                <a:rect l="l" t="t" r="r" b="b"/>
                <a:pathLst>
                  <a:path w="1008" h="377">
                    <a:moveTo>
                      <a:pt x="0" y="0"/>
                    </a:moveTo>
                    <a:moveTo>
                      <a:pt x="1006" y="351"/>
                    </a:moveTo>
                    <a:lnTo>
                      <a:pt x="1006" y="353"/>
                    </a:lnTo>
                    <a:lnTo>
                      <a:pt x="1005" y="355"/>
                    </a:lnTo>
                    <a:lnTo>
                      <a:pt x="1004" y="357"/>
                    </a:lnTo>
                    <a:lnTo>
                      <a:pt x="1002" y="359"/>
                    </a:lnTo>
                    <a:lnTo>
                      <a:pt x="1001" y="361"/>
                    </a:lnTo>
                    <a:lnTo>
                      <a:pt x="1000" y="363"/>
                    </a:lnTo>
                    <a:lnTo>
                      <a:pt x="999" y="365"/>
                    </a:lnTo>
                    <a:lnTo>
                      <a:pt x="998" y="366"/>
                    </a:lnTo>
                    <a:lnTo>
                      <a:pt x="996" y="367"/>
                    </a:lnTo>
                    <a:lnTo>
                      <a:pt x="995" y="368"/>
                    </a:lnTo>
                    <a:lnTo>
                      <a:pt x="994" y="371"/>
                    </a:lnTo>
                    <a:lnTo>
                      <a:pt x="993" y="375"/>
                    </a:lnTo>
                    <a:lnTo>
                      <a:pt x="992" y="377"/>
                    </a:lnTo>
                    <a:lnTo>
                      <a:pt x="989" y="377"/>
                    </a:lnTo>
                    <a:lnTo>
                      <a:pt x="987" y="375"/>
                    </a:lnTo>
                    <a:lnTo>
                      <a:pt x="985" y="373"/>
                    </a:lnTo>
                    <a:lnTo>
                      <a:pt x="983" y="372"/>
                    </a:lnTo>
                    <a:lnTo>
                      <a:pt x="982" y="372"/>
                    </a:lnTo>
                    <a:lnTo>
                      <a:pt x="980" y="373"/>
                    </a:lnTo>
                    <a:lnTo>
                      <a:pt x="979" y="373"/>
                    </a:lnTo>
                    <a:lnTo>
                      <a:pt x="977" y="372"/>
                    </a:lnTo>
                    <a:lnTo>
                      <a:pt x="976" y="372"/>
                    </a:lnTo>
                    <a:lnTo>
                      <a:pt x="974" y="373"/>
                    </a:lnTo>
                    <a:lnTo>
                      <a:pt x="972" y="373"/>
                    </a:lnTo>
                    <a:lnTo>
                      <a:pt x="970" y="371"/>
                    </a:lnTo>
                    <a:lnTo>
                      <a:pt x="970" y="369"/>
                    </a:lnTo>
                    <a:lnTo>
                      <a:pt x="970" y="366"/>
                    </a:lnTo>
                    <a:lnTo>
                      <a:pt x="969" y="365"/>
                    </a:lnTo>
                    <a:lnTo>
                      <a:pt x="967" y="364"/>
                    </a:lnTo>
                    <a:lnTo>
                      <a:pt x="965" y="362"/>
                    </a:lnTo>
                    <a:lnTo>
                      <a:pt x="965" y="360"/>
                    </a:lnTo>
                    <a:lnTo>
                      <a:pt x="966" y="357"/>
                    </a:lnTo>
                    <a:lnTo>
                      <a:pt x="967" y="355"/>
                    </a:lnTo>
                    <a:lnTo>
                      <a:pt x="968" y="353"/>
                    </a:lnTo>
                    <a:lnTo>
                      <a:pt x="967" y="351"/>
                    </a:lnTo>
                    <a:lnTo>
                      <a:pt x="965" y="349"/>
                    </a:lnTo>
                    <a:lnTo>
                      <a:pt x="964" y="347"/>
                    </a:lnTo>
                    <a:lnTo>
                      <a:pt x="963" y="344"/>
                    </a:lnTo>
                    <a:lnTo>
                      <a:pt x="963" y="342"/>
                    </a:lnTo>
                    <a:lnTo>
                      <a:pt x="963" y="339"/>
                    </a:lnTo>
                    <a:lnTo>
                      <a:pt x="963" y="337"/>
                    </a:lnTo>
                    <a:lnTo>
                      <a:pt x="964" y="335"/>
                    </a:lnTo>
                    <a:lnTo>
                      <a:pt x="967" y="335"/>
                    </a:lnTo>
                    <a:lnTo>
                      <a:pt x="969" y="335"/>
                    </a:lnTo>
                    <a:lnTo>
                      <a:pt x="971" y="335"/>
                    </a:lnTo>
                    <a:lnTo>
                      <a:pt x="972" y="333"/>
                    </a:lnTo>
                    <a:lnTo>
                      <a:pt x="973" y="331"/>
                    </a:lnTo>
                    <a:lnTo>
                      <a:pt x="974" y="328"/>
                    </a:lnTo>
                    <a:lnTo>
                      <a:pt x="976" y="328"/>
                    </a:lnTo>
                    <a:lnTo>
                      <a:pt x="978" y="328"/>
                    </a:lnTo>
                    <a:lnTo>
                      <a:pt x="980" y="329"/>
                    </a:lnTo>
                    <a:lnTo>
                      <a:pt x="981" y="328"/>
                    </a:lnTo>
                    <a:lnTo>
                      <a:pt x="983" y="326"/>
                    </a:lnTo>
                    <a:lnTo>
                      <a:pt x="986" y="325"/>
                    </a:lnTo>
                    <a:lnTo>
                      <a:pt x="988" y="325"/>
                    </a:lnTo>
                    <a:lnTo>
                      <a:pt x="990" y="326"/>
                    </a:lnTo>
                    <a:lnTo>
                      <a:pt x="992" y="328"/>
                    </a:lnTo>
                    <a:lnTo>
                      <a:pt x="994" y="329"/>
                    </a:lnTo>
                    <a:lnTo>
                      <a:pt x="996" y="331"/>
                    </a:lnTo>
                    <a:lnTo>
                      <a:pt x="997" y="333"/>
                    </a:lnTo>
                    <a:lnTo>
                      <a:pt x="997" y="336"/>
                    </a:lnTo>
                    <a:lnTo>
                      <a:pt x="998" y="338"/>
                    </a:lnTo>
                    <a:lnTo>
                      <a:pt x="999" y="339"/>
                    </a:lnTo>
                    <a:lnTo>
                      <a:pt x="1003" y="339"/>
                    </a:lnTo>
                    <a:lnTo>
                      <a:pt x="1006" y="340"/>
                    </a:lnTo>
                    <a:lnTo>
                      <a:pt x="1008" y="341"/>
                    </a:lnTo>
                    <a:lnTo>
                      <a:pt x="1008" y="344"/>
                    </a:lnTo>
                    <a:lnTo>
                      <a:pt x="1007" y="346"/>
                    </a:lnTo>
                    <a:lnTo>
                      <a:pt x="1006" y="349"/>
                    </a:lnTo>
                    <a:close/>
                  </a:path>
                </a:pathLst>
              </a:custGeom>
              <a:solidFill>
                <a:srgbClr val="DA9FC0">
                  <a:alpha val="24000"/>
                </a:srgbClr>
              </a:solidFill>
              <a:ln>
                <a:noFill/>
              </a:ln>
            </p:spPr>
            <p:txBody>
              <a:bodyPr anchor="ctr"/>
              <a:lstStyle/>
              <a:p>
                <a:pPr algn="ctr">
                  <a:buNone/>
                </a:pPr>
              </a:p>
            </p:txBody>
          </p:sp>
          <p:sp>
            <p:nvSpPr>
              <p:cNvPr id="824" name="addition:spatial:206"/>
              <p:cNvSpPr>
                <a:spLocks noGrp="1"/>
              </p:cNvSpPr>
              <p:nvPr/>
            </p:nvSpPr>
            <p:spPr>
              <a:xfrm>
                <a:off x="5648325" y="1666875"/>
                <a:ext cx="1386870" cy="539633"/>
              </a:xfrm>
              <a:custGeom>
                <a:avLst/>
                <a:gdLst/>
                <a:ahLst/>
                <a:cxnLst/>
                <a:rect l="l" t="t" r="r" b="b"/>
                <a:pathLst>
                  <a:path w="1046" h="319">
                    <a:moveTo>
                      <a:pt x="0" y="0"/>
                    </a:moveTo>
                    <a:moveTo>
                      <a:pt x="1044" y="295"/>
                    </a:moveTo>
                    <a:lnTo>
                      <a:pt x="1043" y="297"/>
                    </a:lnTo>
                    <a:lnTo>
                      <a:pt x="1041" y="299"/>
                    </a:lnTo>
                    <a:lnTo>
                      <a:pt x="1038" y="300"/>
                    </a:lnTo>
                    <a:lnTo>
                      <a:pt x="1037" y="302"/>
                    </a:lnTo>
                    <a:lnTo>
                      <a:pt x="1038" y="304"/>
                    </a:lnTo>
                    <a:lnTo>
                      <a:pt x="1040" y="307"/>
                    </a:lnTo>
                    <a:lnTo>
                      <a:pt x="1041" y="311"/>
                    </a:lnTo>
                    <a:lnTo>
                      <a:pt x="1040" y="313"/>
                    </a:lnTo>
                    <a:lnTo>
                      <a:pt x="1037" y="314"/>
                    </a:lnTo>
                    <a:lnTo>
                      <a:pt x="1034" y="314"/>
                    </a:lnTo>
                    <a:lnTo>
                      <a:pt x="1031" y="315"/>
                    </a:lnTo>
                    <a:lnTo>
                      <a:pt x="1029" y="315"/>
                    </a:lnTo>
                    <a:lnTo>
                      <a:pt x="1028" y="316"/>
                    </a:lnTo>
                    <a:lnTo>
                      <a:pt x="1025" y="317"/>
                    </a:lnTo>
                    <a:lnTo>
                      <a:pt x="1023" y="316"/>
                    </a:lnTo>
                    <a:lnTo>
                      <a:pt x="1021" y="317"/>
                    </a:lnTo>
                    <a:lnTo>
                      <a:pt x="1019" y="318"/>
                    </a:lnTo>
                    <a:lnTo>
                      <a:pt x="1017" y="319"/>
                    </a:lnTo>
                    <a:lnTo>
                      <a:pt x="1015" y="319"/>
                    </a:lnTo>
                    <a:lnTo>
                      <a:pt x="1013" y="318"/>
                    </a:lnTo>
                    <a:lnTo>
                      <a:pt x="1011" y="317"/>
                    </a:lnTo>
                    <a:lnTo>
                      <a:pt x="1008" y="316"/>
                    </a:lnTo>
                    <a:lnTo>
                      <a:pt x="1005" y="317"/>
                    </a:lnTo>
                    <a:lnTo>
                      <a:pt x="1001" y="318"/>
                    </a:lnTo>
                    <a:lnTo>
                      <a:pt x="998" y="317"/>
                    </a:lnTo>
                    <a:lnTo>
                      <a:pt x="997" y="314"/>
                    </a:lnTo>
                    <a:lnTo>
                      <a:pt x="998" y="310"/>
                    </a:lnTo>
                    <a:lnTo>
                      <a:pt x="998" y="307"/>
                    </a:lnTo>
                    <a:lnTo>
                      <a:pt x="997" y="305"/>
                    </a:lnTo>
                    <a:lnTo>
                      <a:pt x="995" y="304"/>
                    </a:lnTo>
                    <a:lnTo>
                      <a:pt x="993" y="302"/>
                    </a:lnTo>
                    <a:lnTo>
                      <a:pt x="991" y="301"/>
                    </a:lnTo>
                    <a:lnTo>
                      <a:pt x="989" y="299"/>
                    </a:lnTo>
                    <a:lnTo>
                      <a:pt x="987" y="297"/>
                    </a:lnTo>
                    <a:lnTo>
                      <a:pt x="984" y="295"/>
                    </a:lnTo>
                    <a:lnTo>
                      <a:pt x="983" y="292"/>
                    </a:lnTo>
                    <a:lnTo>
                      <a:pt x="984" y="290"/>
                    </a:lnTo>
                    <a:lnTo>
                      <a:pt x="987" y="288"/>
                    </a:lnTo>
                    <a:lnTo>
                      <a:pt x="990" y="286"/>
                    </a:lnTo>
                    <a:lnTo>
                      <a:pt x="990" y="285"/>
                    </a:lnTo>
                    <a:lnTo>
                      <a:pt x="990" y="282"/>
                    </a:lnTo>
                    <a:lnTo>
                      <a:pt x="991" y="280"/>
                    </a:lnTo>
                    <a:lnTo>
                      <a:pt x="993" y="278"/>
                    </a:lnTo>
                    <a:lnTo>
                      <a:pt x="997" y="278"/>
                    </a:lnTo>
                    <a:lnTo>
                      <a:pt x="1000" y="278"/>
                    </a:lnTo>
                    <a:lnTo>
                      <a:pt x="1002" y="277"/>
                    </a:lnTo>
                    <a:lnTo>
                      <a:pt x="1004" y="275"/>
                    </a:lnTo>
                    <a:lnTo>
                      <a:pt x="1005" y="272"/>
                    </a:lnTo>
                    <a:lnTo>
                      <a:pt x="1008" y="270"/>
                    </a:lnTo>
                    <a:lnTo>
                      <a:pt x="1011" y="269"/>
                    </a:lnTo>
                    <a:lnTo>
                      <a:pt x="1014" y="268"/>
                    </a:lnTo>
                    <a:lnTo>
                      <a:pt x="1017" y="267"/>
                    </a:lnTo>
                    <a:lnTo>
                      <a:pt x="1020" y="267"/>
                    </a:lnTo>
                    <a:lnTo>
                      <a:pt x="1023" y="269"/>
                    </a:lnTo>
                    <a:lnTo>
                      <a:pt x="1025" y="272"/>
                    </a:lnTo>
                    <a:lnTo>
                      <a:pt x="1027" y="275"/>
                    </a:lnTo>
                    <a:lnTo>
                      <a:pt x="1029" y="276"/>
                    </a:lnTo>
                    <a:lnTo>
                      <a:pt x="1031" y="276"/>
                    </a:lnTo>
                    <a:lnTo>
                      <a:pt x="1035" y="275"/>
                    </a:lnTo>
                    <a:lnTo>
                      <a:pt x="1038" y="275"/>
                    </a:lnTo>
                    <a:lnTo>
                      <a:pt x="1040" y="276"/>
                    </a:lnTo>
                    <a:lnTo>
                      <a:pt x="1040" y="278"/>
                    </a:lnTo>
                    <a:lnTo>
                      <a:pt x="1041" y="280"/>
                    </a:lnTo>
                    <a:lnTo>
                      <a:pt x="1043" y="282"/>
                    </a:lnTo>
                    <a:lnTo>
                      <a:pt x="1045" y="283"/>
                    </a:lnTo>
                    <a:lnTo>
                      <a:pt x="1046" y="285"/>
                    </a:lnTo>
                    <a:lnTo>
                      <a:pt x="1046" y="288"/>
                    </a:lnTo>
                    <a:lnTo>
                      <a:pt x="1045" y="290"/>
                    </a:lnTo>
                    <a:lnTo>
                      <a:pt x="1045" y="292"/>
                    </a:lnTo>
                    <a:close/>
                  </a:path>
                </a:pathLst>
              </a:custGeom>
              <a:solidFill>
                <a:srgbClr val="DA9FC0">
                  <a:alpha val="24000"/>
                </a:srgbClr>
              </a:solidFill>
              <a:ln>
                <a:noFill/>
              </a:ln>
            </p:spPr>
            <p:txBody>
              <a:bodyPr anchor="ctr"/>
              <a:lstStyle/>
              <a:p>
                <a:pPr algn="ctr">
                  <a:buNone/>
                </a:pPr>
              </a:p>
            </p:txBody>
          </p:sp>
          <p:sp>
            <p:nvSpPr>
              <p:cNvPr id="825" name="addition:spatial:207"/>
              <p:cNvSpPr>
                <a:spLocks noGrp="1"/>
              </p:cNvSpPr>
              <p:nvPr/>
            </p:nvSpPr>
            <p:spPr>
              <a:xfrm>
                <a:off x="5648325" y="1666875"/>
                <a:ext cx="1479682" cy="502417"/>
              </a:xfrm>
              <a:custGeom>
                <a:avLst/>
                <a:gdLst/>
                <a:ahLst/>
                <a:cxnLst/>
                <a:rect l="l" t="t" r="r" b="b"/>
                <a:pathLst>
                  <a:path w="1116" h="297">
                    <a:moveTo>
                      <a:pt x="0" y="0"/>
                    </a:moveTo>
                    <a:moveTo>
                      <a:pt x="1114" y="274"/>
                    </a:moveTo>
                    <a:lnTo>
                      <a:pt x="1112" y="276"/>
                    </a:lnTo>
                    <a:lnTo>
                      <a:pt x="1112" y="278"/>
                    </a:lnTo>
                    <a:lnTo>
                      <a:pt x="1112" y="280"/>
                    </a:lnTo>
                    <a:lnTo>
                      <a:pt x="1112" y="282"/>
                    </a:lnTo>
                    <a:lnTo>
                      <a:pt x="1110" y="284"/>
                    </a:lnTo>
                    <a:lnTo>
                      <a:pt x="1107" y="285"/>
                    </a:lnTo>
                    <a:lnTo>
                      <a:pt x="1105" y="286"/>
                    </a:lnTo>
                    <a:lnTo>
                      <a:pt x="1104" y="287"/>
                    </a:lnTo>
                    <a:lnTo>
                      <a:pt x="1104" y="290"/>
                    </a:lnTo>
                    <a:lnTo>
                      <a:pt x="1104" y="293"/>
                    </a:lnTo>
                    <a:lnTo>
                      <a:pt x="1103" y="296"/>
                    </a:lnTo>
                    <a:lnTo>
                      <a:pt x="1100" y="297"/>
                    </a:lnTo>
                    <a:lnTo>
                      <a:pt x="1098" y="297"/>
                    </a:lnTo>
                    <a:lnTo>
                      <a:pt x="1096" y="297"/>
                    </a:lnTo>
                    <a:lnTo>
                      <a:pt x="1094" y="297"/>
                    </a:lnTo>
                    <a:lnTo>
                      <a:pt x="1092" y="296"/>
                    </a:lnTo>
                    <a:lnTo>
                      <a:pt x="1090" y="295"/>
                    </a:lnTo>
                    <a:lnTo>
                      <a:pt x="1088" y="293"/>
                    </a:lnTo>
                    <a:lnTo>
                      <a:pt x="1087" y="293"/>
                    </a:lnTo>
                    <a:lnTo>
                      <a:pt x="1085" y="295"/>
                    </a:lnTo>
                    <a:lnTo>
                      <a:pt x="1083" y="297"/>
                    </a:lnTo>
                    <a:lnTo>
                      <a:pt x="1081" y="297"/>
                    </a:lnTo>
                    <a:lnTo>
                      <a:pt x="1079" y="296"/>
                    </a:lnTo>
                    <a:lnTo>
                      <a:pt x="1079" y="293"/>
                    </a:lnTo>
                    <a:lnTo>
                      <a:pt x="1078" y="292"/>
                    </a:lnTo>
                    <a:lnTo>
                      <a:pt x="1076" y="291"/>
                    </a:lnTo>
                    <a:lnTo>
                      <a:pt x="1074" y="290"/>
                    </a:lnTo>
                    <a:lnTo>
                      <a:pt x="1072" y="289"/>
                    </a:lnTo>
                    <a:lnTo>
                      <a:pt x="1071" y="287"/>
                    </a:lnTo>
                    <a:lnTo>
                      <a:pt x="1072" y="284"/>
                    </a:lnTo>
                    <a:lnTo>
                      <a:pt x="1072" y="282"/>
                    </a:lnTo>
                    <a:lnTo>
                      <a:pt x="1072" y="280"/>
                    </a:lnTo>
                    <a:lnTo>
                      <a:pt x="1071" y="278"/>
                    </a:lnTo>
                    <a:lnTo>
                      <a:pt x="1071" y="276"/>
                    </a:lnTo>
                    <a:lnTo>
                      <a:pt x="1071" y="274"/>
                    </a:lnTo>
                    <a:lnTo>
                      <a:pt x="1071" y="272"/>
                    </a:lnTo>
                    <a:lnTo>
                      <a:pt x="1069" y="270"/>
                    </a:lnTo>
                    <a:lnTo>
                      <a:pt x="1066" y="267"/>
                    </a:lnTo>
                    <a:lnTo>
                      <a:pt x="1065" y="265"/>
                    </a:lnTo>
                    <a:lnTo>
                      <a:pt x="1066" y="263"/>
                    </a:lnTo>
                    <a:lnTo>
                      <a:pt x="1069" y="262"/>
                    </a:lnTo>
                    <a:lnTo>
                      <a:pt x="1071" y="261"/>
                    </a:lnTo>
                    <a:lnTo>
                      <a:pt x="1073" y="260"/>
                    </a:lnTo>
                    <a:lnTo>
                      <a:pt x="1074" y="259"/>
                    </a:lnTo>
                    <a:lnTo>
                      <a:pt x="1075" y="257"/>
                    </a:lnTo>
                    <a:lnTo>
                      <a:pt x="1076" y="256"/>
                    </a:lnTo>
                    <a:lnTo>
                      <a:pt x="1078" y="255"/>
                    </a:lnTo>
                    <a:lnTo>
                      <a:pt x="1080" y="255"/>
                    </a:lnTo>
                    <a:lnTo>
                      <a:pt x="1082" y="254"/>
                    </a:lnTo>
                    <a:lnTo>
                      <a:pt x="1084" y="252"/>
                    </a:lnTo>
                    <a:lnTo>
                      <a:pt x="1086" y="251"/>
                    </a:lnTo>
                    <a:lnTo>
                      <a:pt x="1088" y="251"/>
                    </a:lnTo>
                    <a:lnTo>
                      <a:pt x="1090" y="251"/>
                    </a:lnTo>
                    <a:lnTo>
                      <a:pt x="1093" y="251"/>
                    </a:lnTo>
                    <a:lnTo>
                      <a:pt x="1095" y="250"/>
                    </a:lnTo>
                    <a:lnTo>
                      <a:pt x="1098" y="249"/>
                    </a:lnTo>
                    <a:lnTo>
                      <a:pt x="1100" y="251"/>
                    </a:lnTo>
                    <a:lnTo>
                      <a:pt x="1102" y="254"/>
                    </a:lnTo>
                    <a:lnTo>
                      <a:pt x="1102" y="257"/>
                    </a:lnTo>
                    <a:lnTo>
                      <a:pt x="1103" y="260"/>
                    </a:lnTo>
                    <a:lnTo>
                      <a:pt x="1104" y="261"/>
                    </a:lnTo>
                    <a:lnTo>
                      <a:pt x="1107" y="261"/>
                    </a:lnTo>
                    <a:lnTo>
                      <a:pt x="1110" y="261"/>
                    </a:lnTo>
                    <a:lnTo>
                      <a:pt x="1112" y="262"/>
                    </a:lnTo>
                    <a:lnTo>
                      <a:pt x="1113" y="264"/>
                    </a:lnTo>
                    <a:lnTo>
                      <a:pt x="1114" y="266"/>
                    </a:lnTo>
                    <a:lnTo>
                      <a:pt x="1116" y="268"/>
                    </a:lnTo>
                    <a:lnTo>
                      <a:pt x="1116" y="270"/>
                    </a:lnTo>
                    <a:lnTo>
                      <a:pt x="1115" y="272"/>
                    </a:lnTo>
                    <a:close/>
                  </a:path>
                </a:pathLst>
              </a:custGeom>
              <a:solidFill>
                <a:srgbClr val="DA9FC0">
                  <a:alpha val="24000"/>
                </a:srgbClr>
              </a:solidFill>
              <a:ln>
                <a:noFill/>
              </a:ln>
            </p:spPr>
            <p:txBody>
              <a:bodyPr anchor="ctr"/>
              <a:lstStyle/>
              <a:p>
                <a:pPr algn="ctr">
                  <a:buNone/>
                </a:pPr>
              </a:p>
            </p:txBody>
          </p:sp>
          <p:sp>
            <p:nvSpPr>
              <p:cNvPr id="826" name="addition:spatial:208"/>
              <p:cNvSpPr>
                <a:spLocks noGrp="1"/>
              </p:cNvSpPr>
              <p:nvPr/>
            </p:nvSpPr>
            <p:spPr>
              <a:xfrm>
                <a:off x="5648325" y="1666875"/>
                <a:ext cx="1577797" cy="559933"/>
              </a:xfrm>
              <a:custGeom>
                <a:avLst/>
                <a:gdLst/>
                <a:ahLst/>
                <a:cxnLst/>
                <a:rect l="l" t="t" r="r" b="b"/>
                <a:pathLst>
                  <a:path w="1190" h="331">
                    <a:moveTo>
                      <a:pt x="0" y="0"/>
                    </a:moveTo>
                    <a:moveTo>
                      <a:pt x="1186" y="303"/>
                    </a:moveTo>
                    <a:lnTo>
                      <a:pt x="1185" y="305"/>
                    </a:lnTo>
                    <a:lnTo>
                      <a:pt x="1187" y="307"/>
                    </a:lnTo>
                    <a:lnTo>
                      <a:pt x="1189" y="310"/>
                    </a:lnTo>
                    <a:lnTo>
                      <a:pt x="1190" y="313"/>
                    </a:lnTo>
                    <a:lnTo>
                      <a:pt x="1190" y="315"/>
                    </a:lnTo>
                    <a:lnTo>
                      <a:pt x="1188" y="317"/>
                    </a:lnTo>
                    <a:lnTo>
                      <a:pt x="1185" y="318"/>
                    </a:lnTo>
                    <a:lnTo>
                      <a:pt x="1183" y="319"/>
                    </a:lnTo>
                    <a:lnTo>
                      <a:pt x="1181" y="320"/>
                    </a:lnTo>
                    <a:lnTo>
                      <a:pt x="1179" y="320"/>
                    </a:lnTo>
                    <a:lnTo>
                      <a:pt x="1176" y="321"/>
                    </a:lnTo>
                    <a:lnTo>
                      <a:pt x="1174" y="321"/>
                    </a:lnTo>
                    <a:lnTo>
                      <a:pt x="1173" y="323"/>
                    </a:lnTo>
                    <a:lnTo>
                      <a:pt x="1172" y="327"/>
                    </a:lnTo>
                    <a:lnTo>
                      <a:pt x="1170" y="330"/>
                    </a:lnTo>
                    <a:lnTo>
                      <a:pt x="1167" y="331"/>
                    </a:lnTo>
                    <a:lnTo>
                      <a:pt x="1164" y="330"/>
                    </a:lnTo>
                    <a:lnTo>
                      <a:pt x="1161" y="328"/>
                    </a:lnTo>
                    <a:lnTo>
                      <a:pt x="1159" y="327"/>
                    </a:lnTo>
                    <a:lnTo>
                      <a:pt x="1156" y="327"/>
                    </a:lnTo>
                    <a:lnTo>
                      <a:pt x="1153" y="327"/>
                    </a:lnTo>
                    <a:lnTo>
                      <a:pt x="1151" y="327"/>
                    </a:lnTo>
                    <a:lnTo>
                      <a:pt x="1149" y="325"/>
                    </a:lnTo>
                    <a:lnTo>
                      <a:pt x="1147" y="322"/>
                    </a:lnTo>
                    <a:lnTo>
                      <a:pt x="1146" y="320"/>
                    </a:lnTo>
                    <a:lnTo>
                      <a:pt x="1144" y="319"/>
                    </a:lnTo>
                    <a:lnTo>
                      <a:pt x="1142" y="318"/>
                    </a:lnTo>
                    <a:lnTo>
                      <a:pt x="1140" y="317"/>
                    </a:lnTo>
                    <a:lnTo>
                      <a:pt x="1139" y="315"/>
                    </a:lnTo>
                    <a:lnTo>
                      <a:pt x="1137" y="313"/>
                    </a:lnTo>
                    <a:lnTo>
                      <a:pt x="1135" y="312"/>
                    </a:lnTo>
                    <a:lnTo>
                      <a:pt x="1132" y="310"/>
                    </a:lnTo>
                    <a:lnTo>
                      <a:pt x="1131" y="308"/>
                    </a:lnTo>
                    <a:lnTo>
                      <a:pt x="1133" y="305"/>
                    </a:lnTo>
                    <a:lnTo>
                      <a:pt x="1136" y="303"/>
                    </a:lnTo>
                    <a:lnTo>
                      <a:pt x="1140" y="301"/>
                    </a:lnTo>
                    <a:lnTo>
                      <a:pt x="1141" y="299"/>
                    </a:lnTo>
                    <a:lnTo>
                      <a:pt x="1141" y="297"/>
                    </a:lnTo>
                    <a:lnTo>
                      <a:pt x="1140" y="294"/>
                    </a:lnTo>
                    <a:lnTo>
                      <a:pt x="1141" y="292"/>
                    </a:lnTo>
                    <a:lnTo>
                      <a:pt x="1142" y="290"/>
                    </a:lnTo>
                    <a:lnTo>
                      <a:pt x="1144" y="288"/>
                    </a:lnTo>
                    <a:lnTo>
                      <a:pt x="1145" y="286"/>
                    </a:lnTo>
                    <a:lnTo>
                      <a:pt x="1145" y="284"/>
                    </a:lnTo>
                    <a:lnTo>
                      <a:pt x="1147" y="282"/>
                    </a:lnTo>
                    <a:lnTo>
                      <a:pt x="1149" y="281"/>
                    </a:lnTo>
                    <a:lnTo>
                      <a:pt x="1152" y="281"/>
                    </a:lnTo>
                    <a:lnTo>
                      <a:pt x="1154" y="279"/>
                    </a:lnTo>
                    <a:lnTo>
                      <a:pt x="1155" y="278"/>
                    </a:lnTo>
                    <a:lnTo>
                      <a:pt x="1157" y="277"/>
                    </a:lnTo>
                    <a:lnTo>
                      <a:pt x="1160" y="277"/>
                    </a:lnTo>
                    <a:lnTo>
                      <a:pt x="1162" y="279"/>
                    </a:lnTo>
                    <a:lnTo>
                      <a:pt x="1163" y="282"/>
                    </a:lnTo>
                    <a:lnTo>
                      <a:pt x="1165" y="283"/>
                    </a:lnTo>
                    <a:lnTo>
                      <a:pt x="1167" y="281"/>
                    </a:lnTo>
                    <a:lnTo>
                      <a:pt x="1169" y="279"/>
                    </a:lnTo>
                    <a:lnTo>
                      <a:pt x="1172" y="278"/>
                    </a:lnTo>
                    <a:lnTo>
                      <a:pt x="1174" y="278"/>
                    </a:lnTo>
                    <a:lnTo>
                      <a:pt x="1176" y="280"/>
                    </a:lnTo>
                    <a:lnTo>
                      <a:pt x="1178" y="282"/>
                    </a:lnTo>
                    <a:lnTo>
                      <a:pt x="1179" y="283"/>
                    </a:lnTo>
                    <a:lnTo>
                      <a:pt x="1180" y="285"/>
                    </a:lnTo>
                    <a:lnTo>
                      <a:pt x="1181" y="288"/>
                    </a:lnTo>
                    <a:lnTo>
                      <a:pt x="1180" y="291"/>
                    </a:lnTo>
                    <a:lnTo>
                      <a:pt x="1181" y="293"/>
                    </a:lnTo>
                    <a:lnTo>
                      <a:pt x="1182" y="295"/>
                    </a:lnTo>
                    <a:lnTo>
                      <a:pt x="1185" y="296"/>
                    </a:lnTo>
                    <a:lnTo>
                      <a:pt x="1187" y="298"/>
                    </a:lnTo>
                    <a:lnTo>
                      <a:pt x="1187" y="300"/>
                    </a:lnTo>
                    <a:close/>
                  </a:path>
                </a:pathLst>
              </a:custGeom>
              <a:solidFill>
                <a:srgbClr val="DA9FC0">
                  <a:alpha val="24000"/>
                </a:srgbClr>
              </a:solidFill>
              <a:ln>
                <a:noFill/>
              </a:ln>
            </p:spPr>
            <p:txBody>
              <a:bodyPr anchor="ctr"/>
              <a:lstStyle/>
              <a:p>
                <a:pPr algn="ctr">
                  <a:buNone/>
                </a:pPr>
              </a:p>
            </p:txBody>
          </p:sp>
          <p:sp>
            <p:nvSpPr>
              <p:cNvPr id="827" name="addition:spatial:209"/>
              <p:cNvSpPr>
                <a:spLocks noGrp="1"/>
              </p:cNvSpPr>
              <p:nvPr/>
            </p:nvSpPr>
            <p:spPr>
              <a:xfrm>
                <a:off x="5648325" y="1666875"/>
                <a:ext cx="1284778" cy="1527551"/>
              </a:xfrm>
              <a:custGeom>
                <a:avLst/>
                <a:gdLst/>
                <a:ahLst/>
                <a:cxnLst/>
                <a:rect l="l" t="t" r="r" b="b"/>
                <a:pathLst>
                  <a:path w="969" h="903">
                    <a:moveTo>
                      <a:pt x="0" y="0"/>
                    </a:moveTo>
                    <a:moveTo>
                      <a:pt x="107" y="321"/>
                    </a:moveTo>
                    <a:lnTo>
                      <a:pt x="969" y="321"/>
                    </a:lnTo>
                    <a:lnTo>
                      <a:pt x="969" y="903"/>
                    </a:lnTo>
                    <a:lnTo>
                      <a:pt x="107" y="817"/>
                    </a:lnTo>
                    <a:close/>
                  </a:path>
                </a:pathLst>
              </a:custGeom>
              <a:solidFill>
                <a:srgbClr val="EAF7FF">
                  <a:alpha val="6000"/>
                </a:srgbClr>
              </a:solidFill>
              <a:ln>
                <a:noFill/>
              </a:ln>
            </p:spPr>
            <p:txBody>
              <a:bodyPr anchor="ctr"/>
              <a:lstStyle/>
              <a:p>
                <a:pPr algn="ctr">
                  <a:buNone/>
                </a:pPr>
              </a:p>
            </p:txBody>
          </p:sp>
          <p:sp>
            <p:nvSpPr>
              <p:cNvPr id="828" name="addition:spatial:210"/>
              <p:cNvSpPr>
                <a:spLocks noGrp="1"/>
              </p:cNvSpPr>
              <p:nvPr/>
            </p:nvSpPr>
            <p:spPr>
              <a:xfrm>
                <a:off x="5917744" y="2116513"/>
                <a:ext cx="0" cy="839053"/>
              </a:xfrm>
              <a:prstGeom prst="line">
                <a:avLst/>
              </a:prstGeom>
              <a:ln w="2199">
                <a:solidFill>
                  <a:srgbClr val="56A1CC">
                    <a:alpha val="22000"/>
                  </a:srgbClr>
                </a:solidFill>
              </a:ln>
            </p:spPr>
          </p:sp>
          <p:sp>
            <p:nvSpPr>
              <p:cNvPr id="829" name="addition:spatial:211"/>
              <p:cNvSpPr>
                <a:spLocks noGrp="1"/>
              </p:cNvSpPr>
              <p:nvPr/>
            </p:nvSpPr>
            <p:spPr>
              <a:xfrm>
                <a:off x="7060652" y="2116513"/>
                <a:ext cx="0" cy="984534"/>
              </a:xfrm>
              <a:prstGeom prst="line">
                <a:avLst/>
              </a:prstGeom>
              <a:ln w="2199">
                <a:solidFill>
                  <a:srgbClr val="56A1CC">
                    <a:alpha val="28000"/>
                  </a:srgbClr>
                </a:solidFill>
              </a:ln>
            </p:spPr>
          </p:sp>
          <p:sp>
            <p:nvSpPr>
              <p:cNvPr id="830" name="addition:spatial:212"/>
              <p:cNvSpPr>
                <a:spLocks noGrp="1"/>
              </p:cNvSpPr>
              <p:nvPr/>
            </p:nvSpPr>
            <p:spPr>
              <a:xfrm>
                <a:off x="5917744" y="2116513"/>
                <a:ext cx="1142909" cy="0"/>
              </a:xfrm>
              <a:prstGeom prst="line">
                <a:avLst/>
              </a:prstGeom>
              <a:ln w="2199">
                <a:solidFill>
                  <a:srgbClr val="56A1CC">
                    <a:alpha val="35000"/>
                  </a:srgbClr>
                </a:solidFill>
              </a:ln>
            </p:spPr>
          </p:sp>
          <p:sp>
            <p:nvSpPr>
              <p:cNvPr id="831" name="addition:spatial:213"/>
              <p:cNvSpPr>
                <a:spLocks noGrp="1"/>
              </p:cNvSpPr>
              <p:nvPr/>
            </p:nvSpPr>
            <p:spPr>
              <a:xfrm>
                <a:off x="6045293" y="2023134"/>
                <a:ext cx="0" cy="839053"/>
              </a:xfrm>
              <a:prstGeom prst="line">
                <a:avLst/>
              </a:prstGeom>
              <a:ln w="2199">
                <a:solidFill>
                  <a:srgbClr val="56A1CC">
                    <a:alpha val="22000"/>
                  </a:srgbClr>
                </a:solidFill>
              </a:ln>
            </p:spPr>
          </p:sp>
          <p:sp>
            <p:nvSpPr>
              <p:cNvPr id="832" name="addition:spatial:214"/>
              <p:cNvSpPr>
                <a:spLocks noGrp="1"/>
              </p:cNvSpPr>
              <p:nvPr/>
            </p:nvSpPr>
            <p:spPr>
              <a:xfrm>
                <a:off x="7188202" y="2023134"/>
                <a:ext cx="0" cy="984534"/>
              </a:xfrm>
              <a:prstGeom prst="line">
                <a:avLst/>
              </a:prstGeom>
              <a:ln w="2199">
                <a:solidFill>
                  <a:srgbClr val="56A1CC">
                    <a:alpha val="28000"/>
                  </a:srgbClr>
                </a:solidFill>
              </a:ln>
            </p:spPr>
          </p:sp>
          <p:sp>
            <p:nvSpPr>
              <p:cNvPr id="833" name="addition:spatial:215"/>
              <p:cNvSpPr>
                <a:spLocks noGrp="1"/>
              </p:cNvSpPr>
              <p:nvPr/>
            </p:nvSpPr>
            <p:spPr>
              <a:xfrm>
                <a:off x="6045293" y="2023134"/>
                <a:ext cx="1142909" cy="0"/>
              </a:xfrm>
              <a:prstGeom prst="line">
                <a:avLst/>
              </a:prstGeom>
              <a:ln w="2199">
                <a:solidFill>
                  <a:srgbClr val="56A1CC">
                    <a:alpha val="35000"/>
                  </a:srgbClr>
                </a:solidFill>
              </a:ln>
            </p:spPr>
          </p:sp>
          <p:sp>
            <p:nvSpPr>
              <p:cNvPr id="834" name="addition:spatial:216"/>
              <p:cNvSpPr>
                <a:spLocks noGrp="1"/>
              </p:cNvSpPr>
              <p:nvPr/>
            </p:nvSpPr>
            <p:spPr>
              <a:xfrm>
                <a:off x="6172843" y="1929756"/>
                <a:ext cx="0" cy="839053"/>
              </a:xfrm>
              <a:prstGeom prst="line">
                <a:avLst/>
              </a:prstGeom>
              <a:ln w="2199">
                <a:solidFill>
                  <a:srgbClr val="56A1CC">
                    <a:alpha val="22000"/>
                  </a:srgbClr>
                </a:solidFill>
              </a:ln>
            </p:spPr>
          </p:sp>
          <p:sp>
            <p:nvSpPr>
              <p:cNvPr id="835" name="addition:spatial:217"/>
              <p:cNvSpPr>
                <a:spLocks noGrp="1"/>
              </p:cNvSpPr>
              <p:nvPr/>
            </p:nvSpPr>
            <p:spPr>
              <a:xfrm>
                <a:off x="7315752" y="1929756"/>
                <a:ext cx="0" cy="984534"/>
              </a:xfrm>
              <a:prstGeom prst="line">
                <a:avLst/>
              </a:prstGeom>
              <a:ln w="2199">
                <a:solidFill>
                  <a:srgbClr val="56A1CC">
                    <a:alpha val="28000"/>
                  </a:srgbClr>
                </a:solidFill>
              </a:ln>
            </p:spPr>
          </p:sp>
          <p:sp>
            <p:nvSpPr>
              <p:cNvPr id="836" name="addition:spatial:218"/>
              <p:cNvSpPr>
                <a:spLocks noGrp="1"/>
              </p:cNvSpPr>
              <p:nvPr/>
            </p:nvSpPr>
            <p:spPr>
              <a:xfrm>
                <a:off x="6172843" y="1929756"/>
                <a:ext cx="1142909" cy="0"/>
              </a:xfrm>
              <a:prstGeom prst="line">
                <a:avLst/>
              </a:prstGeom>
              <a:ln w="2199">
                <a:solidFill>
                  <a:srgbClr val="56A1CC">
                    <a:alpha val="35000"/>
                  </a:srgbClr>
                </a:solidFill>
              </a:ln>
            </p:spPr>
          </p:sp>
          <p:sp>
            <p:nvSpPr>
              <p:cNvPr id="837" name="addition:spatial:219"/>
              <p:cNvSpPr>
                <a:spLocks noGrp="1"/>
              </p:cNvSpPr>
              <p:nvPr/>
            </p:nvSpPr>
            <p:spPr>
              <a:xfrm>
                <a:off x="6300393" y="1836377"/>
                <a:ext cx="0" cy="839053"/>
              </a:xfrm>
              <a:prstGeom prst="line">
                <a:avLst/>
              </a:prstGeom>
              <a:ln w="2199">
                <a:solidFill>
                  <a:srgbClr val="56A1CC">
                    <a:alpha val="22000"/>
                  </a:srgbClr>
                </a:solidFill>
              </a:ln>
            </p:spPr>
          </p:sp>
          <p:sp>
            <p:nvSpPr>
              <p:cNvPr id="838" name="addition:spatial:220"/>
              <p:cNvSpPr>
                <a:spLocks noGrp="1"/>
              </p:cNvSpPr>
              <p:nvPr/>
            </p:nvSpPr>
            <p:spPr>
              <a:xfrm>
                <a:off x="7443301" y="1836377"/>
                <a:ext cx="0" cy="984534"/>
              </a:xfrm>
              <a:prstGeom prst="line">
                <a:avLst/>
              </a:prstGeom>
              <a:ln w="2199">
                <a:solidFill>
                  <a:srgbClr val="56A1CC">
                    <a:alpha val="28000"/>
                  </a:srgbClr>
                </a:solidFill>
              </a:ln>
            </p:spPr>
          </p:sp>
          <p:sp>
            <p:nvSpPr>
              <p:cNvPr id="839" name="addition:spatial:221"/>
              <p:cNvSpPr>
                <a:spLocks noGrp="1"/>
              </p:cNvSpPr>
              <p:nvPr/>
            </p:nvSpPr>
            <p:spPr>
              <a:xfrm>
                <a:off x="6300393" y="1836377"/>
                <a:ext cx="1142909" cy="0"/>
              </a:xfrm>
              <a:prstGeom prst="line">
                <a:avLst/>
              </a:prstGeom>
              <a:ln w="2199">
                <a:solidFill>
                  <a:srgbClr val="56A1CC">
                    <a:alpha val="35000"/>
                  </a:srgbClr>
                </a:solidFill>
              </a:ln>
            </p:spPr>
          </p:sp>
          <p:sp>
            <p:nvSpPr>
              <p:cNvPr id="840" name="addition:spatial:222"/>
              <p:cNvSpPr>
                <a:spLocks noGrp="1"/>
              </p:cNvSpPr>
              <p:nvPr/>
            </p:nvSpPr>
            <p:spPr>
              <a:xfrm>
                <a:off x="5796824" y="2478388"/>
                <a:ext cx="1129650" cy="46554"/>
              </a:xfrm>
              <a:prstGeom prst="line">
                <a:avLst/>
              </a:prstGeom>
              <a:ln w="2199">
                <a:solidFill>
                  <a:srgbClr val="56A1CC">
                    <a:alpha val="20000"/>
                  </a:srgbClr>
                </a:solidFill>
              </a:ln>
            </p:spPr>
          </p:sp>
          <p:sp>
            <p:nvSpPr>
              <p:cNvPr id="841" name="addition:spatial:223"/>
              <p:cNvSpPr>
                <a:spLocks noGrp="1"/>
              </p:cNvSpPr>
              <p:nvPr/>
            </p:nvSpPr>
            <p:spPr>
              <a:xfrm>
                <a:off x="5796824" y="2755276"/>
                <a:ext cx="1129650" cy="94563"/>
              </a:xfrm>
              <a:prstGeom prst="line">
                <a:avLst/>
              </a:prstGeom>
              <a:ln w="2199">
                <a:solidFill>
                  <a:srgbClr val="56A1CC">
                    <a:alpha val="20000"/>
                  </a:srgbClr>
                </a:solidFill>
              </a:ln>
            </p:spPr>
          </p:sp>
          <p:sp>
            <p:nvSpPr>
              <p:cNvPr id="842" name="addition:spatial:224"/>
              <p:cNvSpPr>
                <a:spLocks noGrp="1"/>
              </p:cNvSpPr>
              <p:nvPr/>
            </p:nvSpPr>
            <p:spPr>
              <a:xfrm>
                <a:off x="5790194" y="2209891"/>
                <a:ext cx="1142909" cy="0"/>
              </a:xfrm>
              <a:prstGeom prst="line">
                <a:avLst/>
              </a:prstGeom>
              <a:ln w="2199">
                <a:solidFill>
                  <a:srgbClr val="0072B2">
                    <a:alpha val="82000"/>
                  </a:srgbClr>
                </a:solidFill>
              </a:ln>
            </p:spPr>
          </p:sp>
          <p:sp>
            <p:nvSpPr>
              <p:cNvPr id="843" name="addition:spatial:225"/>
              <p:cNvSpPr>
                <a:spLocks noGrp="1"/>
              </p:cNvSpPr>
              <p:nvPr/>
            </p:nvSpPr>
            <p:spPr>
              <a:xfrm>
                <a:off x="6933103" y="2209891"/>
                <a:ext cx="0" cy="984534"/>
              </a:xfrm>
              <a:prstGeom prst="line">
                <a:avLst/>
              </a:prstGeom>
              <a:ln w="2199">
                <a:solidFill>
                  <a:srgbClr val="0072B2">
                    <a:alpha val="82000"/>
                  </a:srgbClr>
                </a:solidFill>
              </a:ln>
            </p:spPr>
          </p:sp>
          <p:sp>
            <p:nvSpPr>
              <p:cNvPr id="844" name="addition:spatial:226"/>
              <p:cNvSpPr>
                <a:spLocks noGrp="1"/>
              </p:cNvSpPr>
              <p:nvPr/>
            </p:nvSpPr>
            <p:spPr>
              <a:xfrm flipH="1" flipV="1">
                <a:off x="5790194" y="3048945"/>
                <a:ext cx="1142909" cy="145481"/>
              </a:xfrm>
              <a:prstGeom prst="line">
                <a:avLst/>
              </a:prstGeom>
              <a:ln w="2199">
                <a:solidFill>
                  <a:srgbClr val="0072B2">
                    <a:alpha val="86000"/>
                  </a:srgbClr>
                </a:solidFill>
              </a:ln>
            </p:spPr>
          </p:sp>
          <p:sp>
            <p:nvSpPr>
              <p:cNvPr id="845" name="addition:spatial:227"/>
              <p:cNvSpPr>
                <a:spLocks noGrp="1"/>
              </p:cNvSpPr>
              <p:nvPr/>
            </p:nvSpPr>
            <p:spPr>
              <a:xfrm flipV="1">
                <a:off x="5790194" y="2209891"/>
                <a:ext cx="0" cy="839053"/>
              </a:xfrm>
              <a:prstGeom prst="line">
                <a:avLst/>
              </a:prstGeom>
              <a:ln w="2199">
                <a:solidFill>
                  <a:srgbClr val="0072B2">
                    <a:alpha val="82000"/>
                  </a:srgbClr>
                </a:solidFill>
              </a:ln>
            </p:spPr>
          </p:sp>
          <p:sp>
            <p:nvSpPr>
              <p:cNvPr id="846" name="addition:spatial:228"/>
              <p:cNvSpPr>
                <a:spLocks noGrp="1"/>
              </p:cNvSpPr>
              <p:nvPr/>
            </p:nvSpPr>
            <p:spPr>
              <a:xfrm>
                <a:off x="6503518" y="1744690"/>
                <a:ext cx="1069985" cy="0"/>
              </a:xfrm>
              <a:prstGeom prst="line">
                <a:avLst/>
              </a:prstGeom>
              <a:ln w="2267">
                <a:solidFill>
                  <a:srgbClr val="0072B2">
                    <a:alpha val="78000"/>
                  </a:srgbClr>
                </a:solidFill>
              </a:ln>
            </p:spPr>
          </p:sp>
          <p:sp>
            <p:nvSpPr>
              <p:cNvPr id="847" name="addition:spatial:229"/>
              <p:cNvSpPr>
                <a:spLocks noGrp="1"/>
              </p:cNvSpPr>
              <p:nvPr/>
            </p:nvSpPr>
            <p:spPr>
              <a:xfrm>
                <a:off x="7573503" y="1744690"/>
                <a:ext cx="0" cy="789996"/>
              </a:xfrm>
              <a:prstGeom prst="line">
                <a:avLst/>
              </a:prstGeom>
              <a:ln w="2199">
                <a:solidFill>
                  <a:srgbClr val="0072B2">
                    <a:alpha val="78000"/>
                  </a:srgbClr>
                </a:solidFill>
              </a:ln>
            </p:spPr>
          </p:sp>
          <p:sp>
            <p:nvSpPr>
              <p:cNvPr id="848" name="addition:spatial:230"/>
              <p:cNvSpPr>
                <a:spLocks noGrp="1"/>
              </p:cNvSpPr>
              <p:nvPr/>
            </p:nvSpPr>
            <p:spPr>
              <a:xfrm flipV="1">
                <a:off x="5790194" y="1744690"/>
                <a:ext cx="713323" cy="465201"/>
              </a:xfrm>
              <a:prstGeom prst="line">
                <a:avLst/>
              </a:prstGeom>
              <a:ln w="2267">
                <a:solidFill>
                  <a:srgbClr val="0072B2">
                    <a:alpha val="84000"/>
                  </a:srgbClr>
                </a:solidFill>
              </a:ln>
            </p:spPr>
          </p:sp>
          <p:sp>
            <p:nvSpPr>
              <p:cNvPr id="849" name="addition:spatial:231"/>
              <p:cNvSpPr>
                <a:spLocks noGrp="1"/>
              </p:cNvSpPr>
              <p:nvPr/>
            </p:nvSpPr>
            <p:spPr>
              <a:xfrm flipV="1">
                <a:off x="6933103" y="1744690"/>
                <a:ext cx="640400" cy="465201"/>
              </a:xfrm>
              <a:prstGeom prst="line">
                <a:avLst/>
              </a:prstGeom>
              <a:ln w="2267">
                <a:solidFill>
                  <a:srgbClr val="0072B2">
                    <a:alpha val="84000"/>
                  </a:srgbClr>
                </a:solidFill>
              </a:ln>
            </p:spPr>
          </p:sp>
          <p:sp>
            <p:nvSpPr>
              <p:cNvPr id="850" name="addition:spatial:232"/>
              <p:cNvSpPr>
                <a:spLocks noGrp="1"/>
              </p:cNvSpPr>
              <p:nvPr/>
            </p:nvSpPr>
            <p:spPr>
              <a:xfrm flipV="1">
                <a:off x="6933103" y="2534686"/>
                <a:ext cx="640400" cy="659740"/>
              </a:xfrm>
              <a:prstGeom prst="line">
                <a:avLst/>
              </a:prstGeom>
              <a:ln w="2199">
                <a:solidFill>
                  <a:srgbClr val="0072B2">
                    <a:alpha val="84000"/>
                  </a:srgbClr>
                </a:solidFill>
              </a:ln>
            </p:spPr>
          </p:sp>
          <p:sp>
            <p:nvSpPr>
              <p:cNvPr id="851" name="addition:spatial:233"/>
              <p:cNvSpPr>
                <a:spLocks noGrp="1"/>
              </p:cNvSpPr>
              <p:nvPr/>
            </p:nvSpPr>
            <p:spPr>
              <a:xfrm flipV="1">
                <a:off x="5790194" y="2582052"/>
                <a:ext cx="713323" cy="466893"/>
              </a:xfrm>
              <a:prstGeom prst="line">
                <a:avLst/>
              </a:prstGeom>
              <a:ln w="2199">
                <a:solidFill>
                  <a:srgbClr val="0072B2">
                    <a:alpha val="34000"/>
                  </a:srgbClr>
                </a:solidFill>
              </a:ln>
            </p:spPr>
          </p:sp>
          <p:sp>
            <p:nvSpPr>
              <p:cNvPr id="852" name="addition:spatial:234"/>
              <p:cNvSpPr>
                <a:spLocks noGrp="1"/>
              </p:cNvSpPr>
              <p:nvPr/>
            </p:nvSpPr>
            <p:spPr>
              <a:xfrm flipV="1">
                <a:off x="6503518" y="2534686"/>
                <a:ext cx="1069985" cy="47366"/>
              </a:xfrm>
              <a:prstGeom prst="line">
                <a:avLst/>
              </a:prstGeom>
              <a:ln w="2199">
                <a:solidFill>
                  <a:srgbClr val="0072B2">
                    <a:alpha val="32000"/>
                  </a:srgbClr>
                </a:solidFill>
              </a:ln>
            </p:spPr>
          </p:sp>
          <p:sp>
            <p:nvSpPr>
              <p:cNvPr id="853" name="addition:spatial:235"/>
              <p:cNvSpPr>
                <a:spLocks noGrp="1"/>
              </p:cNvSpPr>
              <p:nvPr/>
            </p:nvSpPr>
            <p:spPr>
              <a:xfrm>
                <a:off x="6503518" y="1744690"/>
                <a:ext cx="0" cy="837362"/>
              </a:xfrm>
              <a:prstGeom prst="line">
                <a:avLst/>
              </a:prstGeom>
              <a:ln w="2199">
                <a:solidFill>
                  <a:srgbClr val="0072B2">
                    <a:alpha val="40000"/>
                  </a:srgbClr>
                </a:solidFill>
              </a:ln>
            </p:spPr>
          </p:sp>
          <p:sp>
            <p:nvSpPr>
              <p:cNvPr id="854" name="addition:spatial:236"/>
              <p:cNvSpPr>
                <a:spLocks noGrp="1"/>
              </p:cNvSpPr>
              <p:nvPr/>
            </p:nvSpPr>
            <p:spPr>
              <a:xfrm flipV="1">
                <a:off x="6079236" y="2539761"/>
                <a:ext cx="1316599" cy="537942"/>
              </a:xfrm>
              <a:prstGeom prst="line">
                <a:avLst/>
              </a:prstGeom>
              <a:ln w="3779">
                <a:solidFill>
                  <a:srgbClr val="20252B">
                    <a:alpha val="100000"/>
                  </a:srgbClr>
                </a:solidFill>
              </a:ln>
            </p:spPr>
          </p:sp>
          <p:sp>
            <p:nvSpPr>
              <p:cNvPr id="855" name="addition:spatial:237"/>
              <p:cNvSpPr>
                <a:spLocks noGrp="1"/>
              </p:cNvSpPr>
              <p:nvPr/>
            </p:nvSpPr>
            <p:spPr>
              <a:xfrm>
                <a:off x="5648325" y="1666875"/>
                <a:ext cx="1747510" cy="901644"/>
              </a:xfrm>
              <a:custGeom>
                <a:avLst/>
                <a:gdLst/>
                <a:ahLst/>
                <a:cxnLst/>
                <a:rect l="l" t="t" r="r" b="b"/>
                <a:pathLst>
                  <a:path w="1318" h="533">
                    <a:moveTo>
                      <a:pt x="0" y="0"/>
                    </a:moveTo>
                    <a:moveTo>
                      <a:pt x="1318" y="516"/>
                    </a:moveTo>
                    <a:lnTo>
                      <a:pt x="1298" y="533"/>
                    </a:lnTo>
                    <a:lnTo>
                      <a:pt x="1292" y="513"/>
                    </a:lnTo>
                    <a:close/>
                  </a:path>
                </a:pathLst>
              </a:custGeom>
              <a:solidFill>
                <a:srgbClr val="20252B">
                  <a:alpha val="100000"/>
                </a:srgbClr>
              </a:solidFill>
              <a:ln>
                <a:noFill/>
              </a:ln>
            </p:spPr>
            <p:txBody>
              <a:bodyPr anchor="ctr"/>
              <a:lstStyle/>
              <a:p>
                <a:pPr algn="ctr">
                  <a:buNone/>
                </a:pPr>
              </a:p>
            </p:txBody>
          </p:sp>
          <p:sp>
            <p:nvSpPr>
              <p:cNvPr id="856" name="addition:spatial:d"/>
              <p:cNvSpPr>
                <a:spLocks noGrp="1"/>
              </p:cNvSpPr>
              <p:nvPr/>
            </p:nvSpPr>
            <p:spPr>
              <a:xfrm>
                <a:off x="7429500" y="2428875"/>
                <a:ext cx="219075" cy="295275"/>
              </a:xfrm>
              <a:prstGeom prst="rect">
                <a:avLst/>
              </a:prstGeom>
              <a:noFill/>
              <a:ln w="0">
                <a:noFill/>
              </a:ln>
            </p:spPr>
            <p:txBody>
              <a:bodyPr wrap="none" lIns="0" tIns="0" rIns="0" bIns="0" anchor="ctr"/>
              <a:lstStyle>
                <a:defPPr>
                  <a:defRPr sz="1000">
                    <a:solidFill>
                      <a:srgbClr val="263238"/>
                    </a:solidFill>
                    <a:latin typeface="Arial" panose="020B0604020202090204"/>
                    <a:ea typeface="Arial" panose="020B0604020202090204"/>
                    <a:cs typeface="Arial" panose="020B0604020202090204"/>
                  </a:defRPr>
                </a:defPPr>
                <a:lvl1pPr>
                  <a:defRPr sz="1000">
                    <a:solidFill>
                      <a:srgbClr val="263238"/>
                    </a:solidFill>
                    <a:latin typeface="Arial" panose="020B0604020202090204"/>
                    <a:ea typeface="Arial" panose="020B0604020202090204"/>
                    <a:cs typeface="Arial" panose="020B0604020202090204"/>
                  </a:defRPr>
                </a:lvl1pPr>
                <a:lvl2pPr>
                  <a:defRPr sz="1000">
                    <a:solidFill>
                      <a:srgbClr val="263238"/>
                    </a:solidFill>
                    <a:latin typeface="Arial" panose="020B0604020202090204"/>
                    <a:ea typeface="Arial" panose="020B0604020202090204"/>
                    <a:cs typeface="Arial" panose="020B0604020202090204"/>
                  </a:defRPr>
                </a:lvl2pPr>
                <a:lvl3pPr>
                  <a:defRPr sz="1000">
                    <a:solidFill>
                      <a:srgbClr val="263238"/>
                    </a:solidFill>
                    <a:latin typeface="Arial" panose="020B0604020202090204"/>
                    <a:ea typeface="Arial" panose="020B0604020202090204"/>
                    <a:cs typeface="Arial" panose="020B0604020202090204"/>
                  </a:defRPr>
                </a:lvl3pPr>
                <a:lvl4pPr>
                  <a:defRPr sz="1000">
                    <a:solidFill>
                      <a:srgbClr val="263238"/>
                    </a:solidFill>
                    <a:latin typeface="Arial" panose="020B0604020202090204"/>
                    <a:ea typeface="Arial" panose="020B0604020202090204"/>
                    <a:cs typeface="Arial" panose="020B0604020202090204"/>
                  </a:defRPr>
                </a:lvl4pPr>
                <a:lvl5pPr>
                  <a:defRPr sz="1000">
                    <a:solidFill>
                      <a:srgbClr val="263238"/>
                    </a:solidFill>
                    <a:latin typeface="Arial" panose="020B0604020202090204"/>
                    <a:ea typeface="Arial" panose="020B0604020202090204"/>
                    <a:cs typeface="Arial" panose="020B0604020202090204"/>
                  </a:defRPr>
                </a:lvl5pPr>
                <a:lvl6pPr>
                  <a:defRPr sz="1000">
                    <a:solidFill>
                      <a:srgbClr val="263238"/>
                    </a:solidFill>
                    <a:latin typeface="Arial" panose="020B0604020202090204"/>
                    <a:ea typeface="Arial" panose="020B0604020202090204"/>
                    <a:cs typeface="Arial" panose="020B0604020202090204"/>
                  </a:defRPr>
                </a:lvl6pPr>
                <a:lvl7pPr>
                  <a:defRPr sz="1000">
                    <a:solidFill>
                      <a:srgbClr val="263238"/>
                    </a:solidFill>
                    <a:latin typeface="Arial" panose="020B0604020202090204"/>
                    <a:ea typeface="Arial" panose="020B0604020202090204"/>
                    <a:cs typeface="Arial" panose="020B0604020202090204"/>
                  </a:defRPr>
                </a:lvl7pPr>
                <a:lvl8pPr>
                  <a:defRPr sz="1000">
                    <a:solidFill>
                      <a:srgbClr val="263238"/>
                    </a:solidFill>
                    <a:latin typeface="Arial" panose="020B0604020202090204"/>
                    <a:ea typeface="Arial" panose="020B0604020202090204"/>
                    <a:cs typeface="Arial" panose="020B0604020202090204"/>
                  </a:defRPr>
                </a:lvl8pPr>
                <a:lvl9pPr>
                  <a:defRPr sz="1000">
                    <a:solidFill>
                      <a:srgbClr val="263238"/>
                    </a:solidFill>
                    <a:latin typeface="Arial" panose="020B0604020202090204"/>
                    <a:ea typeface="Arial" panose="020B0604020202090204"/>
                    <a:cs typeface="Arial" panose="020B0604020202090204"/>
                  </a:defRPr>
                </a:lvl9pPr>
              </a:lstStyle>
              <a:p>
                <a:pPr>
                  <a:defRPr sz="1000">
                    <a:solidFill>
                      <a:srgbClr val="263238"/>
                    </a:solidFill>
                    <a:latin typeface="Arial" panose="020B0604020202090204"/>
                    <a:ea typeface="Arial" panose="020B0604020202090204"/>
                    <a:cs typeface="Arial" panose="020B0604020202090204"/>
                  </a:defRPr>
                </a:pPr>
                <a:r>
                  <a:rPr sz="1000">
                    <a:solidFill>
                      <a:srgbClr val="263238"/>
                    </a:solidFill>
                    <a:latin typeface="Arial" panose="020B0604020202090204"/>
                    <a:ea typeface="Arial" panose="020B0604020202090204"/>
                    <a:cs typeface="Arial" panose="020B0604020202090204"/>
                  </a:rPr>
                  <a:t>d</a:t>
                </a:r>
                <a:endParaRPr sz="1000">
                  <a:solidFill>
                    <a:srgbClr val="263238"/>
                  </a:solidFill>
                  <a:latin typeface="Arial" panose="020B0604020202090204"/>
                  <a:ea typeface="Arial" panose="020B0604020202090204"/>
                  <a:cs typeface="Arial" panose="020B0604020202090204"/>
                </a:endParaRPr>
              </a:p>
            </p:txBody>
          </p:sp>
          <p:sp>
            <p:nvSpPr>
              <p:cNvPr id="857" name="original-2d:602"/>
              <p:cNvSpPr>
                <a:spLocks noGrp="1"/>
              </p:cNvSpPr>
              <p:nvPr/>
            </p:nvSpPr>
            <p:spPr>
              <a:xfrm>
                <a:off x="3593783" y="1646873"/>
                <a:ext cx="84723" cy="94121"/>
              </a:xfrm>
              <a:prstGeom prst="rect">
                <a:avLst/>
              </a:prstGeom>
              <a:solidFill>
                <a:srgbClr val="DCE8ED"/>
              </a:solidFill>
              <a:ln w="0">
                <a:noFill/>
                <a:prstDash val="solid"/>
              </a:ln>
            </p:spPr>
          </p:sp>
          <p:sp>
            <p:nvSpPr>
              <p:cNvPr id="858" name="original-2d:603"/>
              <p:cNvSpPr>
                <a:spLocks noGrp="1"/>
              </p:cNvSpPr>
              <p:nvPr/>
            </p:nvSpPr>
            <p:spPr>
              <a:xfrm>
                <a:off x="3678365" y="1646873"/>
                <a:ext cx="84723" cy="94121"/>
              </a:xfrm>
              <a:prstGeom prst="rect">
                <a:avLst/>
              </a:prstGeom>
              <a:solidFill>
                <a:srgbClr val="DCE8ED"/>
              </a:solidFill>
              <a:ln w="0">
                <a:noFill/>
                <a:prstDash val="solid"/>
              </a:ln>
            </p:spPr>
          </p:sp>
          <p:sp>
            <p:nvSpPr>
              <p:cNvPr id="859" name="original-2d:604"/>
              <p:cNvSpPr>
                <a:spLocks noGrp="1"/>
              </p:cNvSpPr>
              <p:nvPr/>
            </p:nvSpPr>
            <p:spPr>
              <a:xfrm>
                <a:off x="3762947" y="1646873"/>
                <a:ext cx="84723" cy="94121"/>
              </a:xfrm>
              <a:prstGeom prst="rect">
                <a:avLst/>
              </a:prstGeom>
              <a:solidFill>
                <a:srgbClr val="DCE8ED"/>
              </a:solidFill>
              <a:ln w="0">
                <a:noFill/>
                <a:prstDash val="solid"/>
              </a:ln>
            </p:spPr>
          </p:sp>
          <p:sp>
            <p:nvSpPr>
              <p:cNvPr id="860" name="original-2d:605"/>
              <p:cNvSpPr>
                <a:spLocks noGrp="1"/>
              </p:cNvSpPr>
              <p:nvPr/>
            </p:nvSpPr>
            <p:spPr>
              <a:xfrm>
                <a:off x="3847529" y="1646873"/>
                <a:ext cx="84723" cy="94121"/>
              </a:xfrm>
              <a:prstGeom prst="rect">
                <a:avLst/>
              </a:prstGeom>
              <a:solidFill>
                <a:srgbClr val="DCE8ED"/>
              </a:solidFill>
              <a:ln w="0">
                <a:noFill/>
                <a:prstDash val="solid"/>
              </a:ln>
            </p:spPr>
          </p:sp>
          <p:sp>
            <p:nvSpPr>
              <p:cNvPr id="861" name="original-2d:606"/>
              <p:cNvSpPr>
                <a:spLocks noGrp="1"/>
              </p:cNvSpPr>
              <p:nvPr/>
            </p:nvSpPr>
            <p:spPr>
              <a:xfrm>
                <a:off x="3932111" y="1646873"/>
                <a:ext cx="84723" cy="94121"/>
              </a:xfrm>
              <a:prstGeom prst="rect">
                <a:avLst/>
              </a:prstGeom>
              <a:solidFill>
                <a:srgbClr val="DCE8ED"/>
              </a:solidFill>
              <a:ln w="0">
                <a:noFill/>
                <a:prstDash val="solid"/>
              </a:ln>
            </p:spPr>
          </p:sp>
          <p:sp>
            <p:nvSpPr>
              <p:cNvPr id="862" name="original-2d:607"/>
              <p:cNvSpPr>
                <a:spLocks noGrp="1"/>
              </p:cNvSpPr>
              <p:nvPr/>
            </p:nvSpPr>
            <p:spPr>
              <a:xfrm>
                <a:off x="4016693" y="1646873"/>
                <a:ext cx="84723" cy="94121"/>
              </a:xfrm>
              <a:prstGeom prst="rect">
                <a:avLst/>
              </a:prstGeom>
              <a:solidFill>
                <a:srgbClr val="DCE8ED"/>
              </a:solidFill>
              <a:ln w="0">
                <a:noFill/>
                <a:prstDash val="solid"/>
              </a:ln>
            </p:spPr>
          </p:sp>
          <p:sp>
            <p:nvSpPr>
              <p:cNvPr id="863" name="original-2d:608"/>
              <p:cNvSpPr>
                <a:spLocks noGrp="1"/>
              </p:cNvSpPr>
              <p:nvPr/>
            </p:nvSpPr>
            <p:spPr>
              <a:xfrm>
                <a:off x="4101275" y="1646873"/>
                <a:ext cx="84723" cy="94121"/>
              </a:xfrm>
              <a:prstGeom prst="rect">
                <a:avLst/>
              </a:prstGeom>
              <a:solidFill>
                <a:srgbClr val="DCE8ED"/>
              </a:solidFill>
              <a:ln w="0">
                <a:noFill/>
                <a:prstDash val="solid"/>
              </a:ln>
            </p:spPr>
          </p:sp>
          <p:sp>
            <p:nvSpPr>
              <p:cNvPr id="864" name="original-2d:609"/>
              <p:cNvSpPr>
                <a:spLocks noGrp="1"/>
              </p:cNvSpPr>
              <p:nvPr/>
            </p:nvSpPr>
            <p:spPr>
              <a:xfrm>
                <a:off x="4185857" y="1646873"/>
                <a:ext cx="84723" cy="94121"/>
              </a:xfrm>
              <a:prstGeom prst="rect">
                <a:avLst/>
              </a:prstGeom>
              <a:solidFill>
                <a:srgbClr val="DCE8ED"/>
              </a:solidFill>
              <a:ln w="0">
                <a:noFill/>
                <a:prstDash val="solid"/>
              </a:ln>
            </p:spPr>
          </p:sp>
          <p:sp>
            <p:nvSpPr>
              <p:cNvPr id="865" name="original-2d:610"/>
              <p:cNvSpPr>
                <a:spLocks noGrp="1"/>
              </p:cNvSpPr>
              <p:nvPr/>
            </p:nvSpPr>
            <p:spPr>
              <a:xfrm>
                <a:off x="4270439" y="1646873"/>
                <a:ext cx="84723" cy="94121"/>
              </a:xfrm>
              <a:prstGeom prst="rect">
                <a:avLst/>
              </a:prstGeom>
              <a:solidFill>
                <a:srgbClr val="D4B4CC"/>
              </a:solidFill>
              <a:ln w="0">
                <a:noFill/>
                <a:prstDash val="solid"/>
              </a:ln>
            </p:spPr>
          </p:sp>
          <p:sp>
            <p:nvSpPr>
              <p:cNvPr id="866" name="original-2d:611"/>
              <p:cNvSpPr>
                <a:spLocks noGrp="1"/>
              </p:cNvSpPr>
              <p:nvPr/>
            </p:nvSpPr>
            <p:spPr>
              <a:xfrm>
                <a:off x="4355021" y="1646873"/>
                <a:ext cx="84723" cy="94121"/>
              </a:xfrm>
              <a:prstGeom prst="rect">
                <a:avLst/>
              </a:prstGeom>
              <a:solidFill>
                <a:srgbClr val="D4B4CC"/>
              </a:solidFill>
              <a:ln w="0">
                <a:noFill/>
                <a:prstDash val="solid"/>
              </a:ln>
            </p:spPr>
          </p:sp>
          <p:sp>
            <p:nvSpPr>
              <p:cNvPr id="867" name="original-2d:612"/>
              <p:cNvSpPr>
                <a:spLocks noGrp="1"/>
              </p:cNvSpPr>
              <p:nvPr/>
            </p:nvSpPr>
            <p:spPr>
              <a:xfrm>
                <a:off x="4439603" y="1646873"/>
                <a:ext cx="84723" cy="94121"/>
              </a:xfrm>
              <a:prstGeom prst="rect">
                <a:avLst/>
              </a:prstGeom>
              <a:solidFill>
                <a:srgbClr val="D4B4CC"/>
              </a:solidFill>
              <a:ln w="0">
                <a:noFill/>
                <a:prstDash val="solid"/>
              </a:ln>
            </p:spPr>
          </p:sp>
          <p:sp>
            <p:nvSpPr>
              <p:cNvPr id="868" name="original-2d:613"/>
              <p:cNvSpPr>
                <a:spLocks noGrp="1"/>
              </p:cNvSpPr>
              <p:nvPr/>
            </p:nvSpPr>
            <p:spPr>
              <a:xfrm>
                <a:off x="4524185" y="1646873"/>
                <a:ext cx="84723" cy="94121"/>
              </a:xfrm>
              <a:prstGeom prst="rect">
                <a:avLst/>
              </a:prstGeom>
              <a:solidFill>
                <a:srgbClr val="CC79A7"/>
              </a:solidFill>
              <a:ln w="0">
                <a:noFill/>
                <a:prstDash val="solid"/>
              </a:ln>
            </p:spPr>
          </p:sp>
          <p:sp>
            <p:nvSpPr>
              <p:cNvPr id="869" name="original-2d:614"/>
              <p:cNvSpPr>
                <a:spLocks noGrp="1"/>
              </p:cNvSpPr>
              <p:nvPr/>
            </p:nvSpPr>
            <p:spPr>
              <a:xfrm>
                <a:off x="4608767" y="1646873"/>
                <a:ext cx="84723" cy="94121"/>
              </a:xfrm>
              <a:prstGeom prst="rect">
                <a:avLst/>
              </a:prstGeom>
              <a:solidFill>
                <a:srgbClr val="CC79A7"/>
              </a:solidFill>
              <a:ln w="0">
                <a:noFill/>
                <a:prstDash val="solid"/>
              </a:ln>
            </p:spPr>
          </p:sp>
          <p:sp>
            <p:nvSpPr>
              <p:cNvPr id="870" name="original-2d:615"/>
              <p:cNvSpPr>
                <a:spLocks noGrp="1"/>
              </p:cNvSpPr>
              <p:nvPr/>
            </p:nvSpPr>
            <p:spPr>
              <a:xfrm>
                <a:off x="4693349" y="1646873"/>
                <a:ext cx="84723" cy="94121"/>
              </a:xfrm>
              <a:prstGeom prst="rect">
                <a:avLst/>
              </a:prstGeom>
              <a:solidFill>
                <a:srgbClr val="CC79A7"/>
              </a:solidFill>
              <a:ln w="0">
                <a:noFill/>
                <a:prstDash val="solid"/>
              </a:ln>
            </p:spPr>
          </p:sp>
          <p:sp>
            <p:nvSpPr>
              <p:cNvPr id="871" name="original-2d:616"/>
              <p:cNvSpPr>
                <a:spLocks noGrp="1"/>
              </p:cNvSpPr>
              <p:nvPr/>
            </p:nvSpPr>
            <p:spPr>
              <a:xfrm>
                <a:off x="4777931" y="1646873"/>
                <a:ext cx="84723" cy="94121"/>
              </a:xfrm>
              <a:prstGeom prst="rect">
                <a:avLst/>
              </a:prstGeom>
              <a:solidFill>
                <a:srgbClr val="CC79A7"/>
              </a:solidFill>
              <a:ln w="0">
                <a:noFill/>
                <a:prstDash val="solid"/>
              </a:ln>
            </p:spPr>
          </p:sp>
          <p:sp>
            <p:nvSpPr>
              <p:cNvPr id="872" name="original-2d:617"/>
              <p:cNvSpPr>
                <a:spLocks noGrp="1"/>
              </p:cNvSpPr>
              <p:nvPr/>
            </p:nvSpPr>
            <p:spPr>
              <a:xfrm>
                <a:off x="4862513" y="1646873"/>
                <a:ext cx="84723" cy="94121"/>
              </a:xfrm>
              <a:prstGeom prst="rect">
                <a:avLst/>
              </a:prstGeom>
              <a:solidFill>
                <a:srgbClr val="CC79A7"/>
              </a:solidFill>
              <a:ln w="0">
                <a:noFill/>
                <a:prstDash val="solid"/>
              </a:ln>
            </p:spPr>
          </p:sp>
          <p:sp>
            <p:nvSpPr>
              <p:cNvPr id="873" name="original-2d:618"/>
              <p:cNvSpPr>
                <a:spLocks noGrp="1"/>
              </p:cNvSpPr>
              <p:nvPr/>
            </p:nvSpPr>
            <p:spPr>
              <a:xfrm>
                <a:off x="4947095" y="1646873"/>
                <a:ext cx="84723" cy="94121"/>
              </a:xfrm>
              <a:prstGeom prst="rect">
                <a:avLst/>
              </a:prstGeom>
              <a:solidFill>
                <a:srgbClr val="CC79A7"/>
              </a:solidFill>
              <a:ln w="0">
                <a:noFill/>
                <a:prstDash val="solid"/>
              </a:ln>
            </p:spPr>
          </p:sp>
          <p:sp>
            <p:nvSpPr>
              <p:cNvPr id="874" name="original-2d:619"/>
              <p:cNvSpPr>
                <a:spLocks noGrp="1"/>
              </p:cNvSpPr>
              <p:nvPr/>
            </p:nvSpPr>
            <p:spPr>
              <a:xfrm>
                <a:off x="5031677" y="1646873"/>
                <a:ext cx="84723" cy="94121"/>
              </a:xfrm>
              <a:prstGeom prst="rect">
                <a:avLst/>
              </a:prstGeom>
              <a:solidFill>
                <a:srgbClr val="CC79A7"/>
              </a:solidFill>
              <a:ln w="0">
                <a:noFill/>
                <a:prstDash val="solid"/>
              </a:ln>
            </p:spPr>
          </p:sp>
          <p:sp>
            <p:nvSpPr>
              <p:cNvPr id="875" name="original-2d:620"/>
              <p:cNvSpPr>
                <a:spLocks noGrp="1"/>
              </p:cNvSpPr>
              <p:nvPr/>
            </p:nvSpPr>
            <p:spPr>
              <a:xfrm>
                <a:off x="5116259" y="1646873"/>
                <a:ext cx="84723" cy="94121"/>
              </a:xfrm>
              <a:prstGeom prst="rect">
                <a:avLst/>
              </a:prstGeom>
              <a:solidFill>
                <a:srgbClr val="CC79A7"/>
              </a:solidFill>
              <a:ln w="0">
                <a:noFill/>
                <a:prstDash val="solid"/>
              </a:ln>
            </p:spPr>
          </p:sp>
          <p:sp>
            <p:nvSpPr>
              <p:cNvPr id="876" name="original-2d:621"/>
              <p:cNvSpPr>
                <a:spLocks noGrp="1"/>
              </p:cNvSpPr>
              <p:nvPr/>
            </p:nvSpPr>
            <p:spPr>
              <a:xfrm>
                <a:off x="5200841" y="1646873"/>
                <a:ext cx="84723" cy="94121"/>
              </a:xfrm>
              <a:prstGeom prst="rect">
                <a:avLst/>
              </a:prstGeom>
              <a:solidFill>
                <a:srgbClr val="CC79A7"/>
              </a:solidFill>
              <a:ln w="0">
                <a:noFill/>
                <a:prstDash val="solid"/>
              </a:ln>
            </p:spPr>
          </p:sp>
          <p:sp>
            <p:nvSpPr>
              <p:cNvPr id="877" name="original-2d:622"/>
              <p:cNvSpPr>
                <a:spLocks noGrp="1"/>
              </p:cNvSpPr>
              <p:nvPr/>
            </p:nvSpPr>
            <p:spPr>
              <a:xfrm>
                <a:off x="3593783" y="1740853"/>
                <a:ext cx="84723" cy="94121"/>
              </a:xfrm>
              <a:prstGeom prst="rect">
                <a:avLst/>
              </a:prstGeom>
              <a:solidFill>
                <a:srgbClr val="DCE8ED"/>
              </a:solidFill>
              <a:ln w="0">
                <a:noFill/>
                <a:prstDash val="solid"/>
              </a:ln>
            </p:spPr>
          </p:sp>
          <p:sp>
            <p:nvSpPr>
              <p:cNvPr id="878" name="original-2d:623"/>
              <p:cNvSpPr>
                <a:spLocks noGrp="1"/>
              </p:cNvSpPr>
              <p:nvPr/>
            </p:nvSpPr>
            <p:spPr>
              <a:xfrm>
                <a:off x="3678365" y="1740853"/>
                <a:ext cx="84723" cy="94121"/>
              </a:xfrm>
              <a:prstGeom prst="rect">
                <a:avLst/>
              </a:prstGeom>
              <a:solidFill>
                <a:srgbClr val="DCE8ED"/>
              </a:solidFill>
              <a:ln w="0">
                <a:noFill/>
                <a:prstDash val="solid"/>
              </a:ln>
            </p:spPr>
          </p:sp>
          <p:sp>
            <p:nvSpPr>
              <p:cNvPr id="879" name="original-2d:624"/>
              <p:cNvSpPr>
                <a:spLocks noGrp="1"/>
              </p:cNvSpPr>
              <p:nvPr/>
            </p:nvSpPr>
            <p:spPr>
              <a:xfrm>
                <a:off x="3762947" y="1740853"/>
                <a:ext cx="84723" cy="94121"/>
              </a:xfrm>
              <a:prstGeom prst="rect">
                <a:avLst/>
              </a:prstGeom>
              <a:solidFill>
                <a:srgbClr val="DCE8ED"/>
              </a:solidFill>
              <a:ln w="0">
                <a:noFill/>
                <a:prstDash val="solid"/>
              </a:ln>
            </p:spPr>
          </p:sp>
          <p:sp>
            <p:nvSpPr>
              <p:cNvPr id="880" name="original-2d:625"/>
              <p:cNvSpPr>
                <a:spLocks noGrp="1"/>
              </p:cNvSpPr>
              <p:nvPr/>
            </p:nvSpPr>
            <p:spPr>
              <a:xfrm>
                <a:off x="3847529" y="1740853"/>
                <a:ext cx="84723" cy="94121"/>
              </a:xfrm>
              <a:prstGeom prst="rect">
                <a:avLst/>
              </a:prstGeom>
              <a:solidFill>
                <a:srgbClr val="D4B4CC"/>
              </a:solidFill>
              <a:ln w="0">
                <a:noFill/>
                <a:prstDash val="solid"/>
              </a:ln>
            </p:spPr>
          </p:sp>
          <p:sp>
            <p:nvSpPr>
              <p:cNvPr id="881" name="original-2d:626"/>
              <p:cNvSpPr>
                <a:spLocks noGrp="1"/>
              </p:cNvSpPr>
              <p:nvPr/>
            </p:nvSpPr>
            <p:spPr>
              <a:xfrm>
                <a:off x="3932111" y="1740853"/>
                <a:ext cx="84723" cy="94121"/>
              </a:xfrm>
              <a:prstGeom prst="rect">
                <a:avLst/>
              </a:prstGeom>
              <a:solidFill>
                <a:srgbClr val="D4B4CC"/>
              </a:solidFill>
              <a:ln w="0">
                <a:noFill/>
                <a:prstDash val="solid"/>
              </a:ln>
            </p:spPr>
          </p:sp>
          <p:sp>
            <p:nvSpPr>
              <p:cNvPr id="882" name="original-2d:627"/>
              <p:cNvSpPr>
                <a:spLocks noGrp="1"/>
              </p:cNvSpPr>
              <p:nvPr/>
            </p:nvSpPr>
            <p:spPr>
              <a:xfrm>
                <a:off x="4016693" y="1740853"/>
                <a:ext cx="84723" cy="94121"/>
              </a:xfrm>
              <a:prstGeom prst="rect">
                <a:avLst/>
              </a:prstGeom>
              <a:solidFill>
                <a:srgbClr val="D4B4CC"/>
              </a:solidFill>
              <a:ln w="0">
                <a:noFill/>
                <a:prstDash val="solid"/>
              </a:ln>
            </p:spPr>
          </p:sp>
          <p:sp>
            <p:nvSpPr>
              <p:cNvPr id="883" name="original-2d:628"/>
              <p:cNvSpPr>
                <a:spLocks noGrp="1"/>
              </p:cNvSpPr>
              <p:nvPr/>
            </p:nvSpPr>
            <p:spPr>
              <a:xfrm>
                <a:off x="4101275" y="1740853"/>
                <a:ext cx="84723" cy="94121"/>
              </a:xfrm>
              <a:prstGeom prst="rect">
                <a:avLst/>
              </a:prstGeom>
              <a:solidFill>
                <a:srgbClr val="D4B4CC"/>
              </a:solidFill>
              <a:ln w="0">
                <a:noFill/>
                <a:prstDash val="solid"/>
              </a:ln>
            </p:spPr>
          </p:sp>
          <p:sp>
            <p:nvSpPr>
              <p:cNvPr id="884" name="original-2d:629"/>
              <p:cNvSpPr>
                <a:spLocks noGrp="1"/>
              </p:cNvSpPr>
              <p:nvPr/>
            </p:nvSpPr>
            <p:spPr>
              <a:xfrm>
                <a:off x="4185857" y="1740853"/>
                <a:ext cx="84723" cy="94121"/>
              </a:xfrm>
              <a:prstGeom prst="rect">
                <a:avLst/>
              </a:prstGeom>
              <a:solidFill>
                <a:srgbClr val="D4B4CC"/>
              </a:solidFill>
              <a:ln w="0">
                <a:noFill/>
                <a:prstDash val="solid"/>
              </a:ln>
            </p:spPr>
          </p:sp>
          <p:sp>
            <p:nvSpPr>
              <p:cNvPr id="885" name="original-2d:630"/>
              <p:cNvSpPr>
                <a:spLocks noGrp="1"/>
              </p:cNvSpPr>
              <p:nvPr/>
            </p:nvSpPr>
            <p:spPr>
              <a:xfrm>
                <a:off x="4270439" y="1740853"/>
                <a:ext cx="84723" cy="94121"/>
              </a:xfrm>
              <a:prstGeom prst="rect">
                <a:avLst/>
              </a:prstGeom>
              <a:solidFill>
                <a:srgbClr val="D4B4CC"/>
              </a:solidFill>
              <a:ln w="0">
                <a:noFill/>
                <a:prstDash val="solid"/>
              </a:ln>
            </p:spPr>
          </p:sp>
          <p:sp>
            <p:nvSpPr>
              <p:cNvPr id="886" name="original-2d:631"/>
              <p:cNvSpPr>
                <a:spLocks noGrp="1"/>
              </p:cNvSpPr>
              <p:nvPr/>
            </p:nvSpPr>
            <p:spPr>
              <a:xfrm>
                <a:off x="4355021" y="1740853"/>
                <a:ext cx="84723" cy="94121"/>
              </a:xfrm>
              <a:prstGeom prst="rect">
                <a:avLst/>
              </a:prstGeom>
              <a:solidFill>
                <a:srgbClr val="D4B4CC"/>
              </a:solidFill>
              <a:ln w="0">
                <a:noFill/>
                <a:prstDash val="solid"/>
              </a:ln>
            </p:spPr>
          </p:sp>
          <p:sp>
            <p:nvSpPr>
              <p:cNvPr id="887" name="original-2d:632"/>
              <p:cNvSpPr>
                <a:spLocks noGrp="1"/>
              </p:cNvSpPr>
              <p:nvPr/>
            </p:nvSpPr>
            <p:spPr>
              <a:xfrm>
                <a:off x="4439603" y="1740853"/>
                <a:ext cx="84723" cy="94121"/>
              </a:xfrm>
              <a:prstGeom prst="rect">
                <a:avLst/>
              </a:prstGeom>
              <a:solidFill>
                <a:srgbClr val="CC79A7"/>
              </a:solidFill>
              <a:ln w="0">
                <a:noFill/>
                <a:prstDash val="solid"/>
              </a:ln>
            </p:spPr>
          </p:sp>
          <p:sp>
            <p:nvSpPr>
              <p:cNvPr id="888" name="original-2d:633"/>
              <p:cNvSpPr>
                <a:spLocks noGrp="1"/>
              </p:cNvSpPr>
              <p:nvPr/>
            </p:nvSpPr>
            <p:spPr>
              <a:xfrm>
                <a:off x="4524185" y="1740853"/>
                <a:ext cx="84723" cy="94121"/>
              </a:xfrm>
              <a:prstGeom prst="rect">
                <a:avLst/>
              </a:prstGeom>
              <a:solidFill>
                <a:srgbClr val="CC79A7"/>
              </a:solidFill>
              <a:ln w="0">
                <a:noFill/>
                <a:prstDash val="solid"/>
              </a:ln>
            </p:spPr>
          </p:sp>
          <p:sp>
            <p:nvSpPr>
              <p:cNvPr id="889" name="original-2d:634"/>
              <p:cNvSpPr>
                <a:spLocks noGrp="1"/>
              </p:cNvSpPr>
              <p:nvPr/>
            </p:nvSpPr>
            <p:spPr>
              <a:xfrm>
                <a:off x="4608767" y="1740853"/>
                <a:ext cx="84723" cy="94121"/>
              </a:xfrm>
              <a:prstGeom prst="rect">
                <a:avLst/>
              </a:prstGeom>
              <a:solidFill>
                <a:srgbClr val="CC79A7"/>
              </a:solidFill>
              <a:ln w="0">
                <a:noFill/>
                <a:prstDash val="solid"/>
              </a:ln>
            </p:spPr>
          </p:sp>
          <p:sp>
            <p:nvSpPr>
              <p:cNvPr id="890" name="original-2d:635"/>
              <p:cNvSpPr>
                <a:spLocks noGrp="1"/>
              </p:cNvSpPr>
              <p:nvPr/>
            </p:nvSpPr>
            <p:spPr>
              <a:xfrm>
                <a:off x="4693349" y="1740853"/>
                <a:ext cx="84723" cy="94121"/>
              </a:xfrm>
              <a:prstGeom prst="rect">
                <a:avLst/>
              </a:prstGeom>
              <a:solidFill>
                <a:srgbClr val="CC79A7"/>
              </a:solidFill>
              <a:ln w="0">
                <a:noFill/>
                <a:prstDash val="solid"/>
              </a:ln>
            </p:spPr>
          </p:sp>
          <p:sp>
            <p:nvSpPr>
              <p:cNvPr id="891" name="original-2d:636"/>
              <p:cNvSpPr>
                <a:spLocks noGrp="1"/>
              </p:cNvSpPr>
              <p:nvPr/>
            </p:nvSpPr>
            <p:spPr>
              <a:xfrm>
                <a:off x="4777931" y="1740853"/>
                <a:ext cx="84723" cy="94121"/>
              </a:xfrm>
              <a:prstGeom prst="rect">
                <a:avLst/>
              </a:prstGeom>
              <a:solidFill>
                <a:srgbClr val="CC79A7"/>
              </a:solidFill>
              <a:ln w="0">
                <a:noFill/>
                <a:prstDash val="solid"/>
              </a:ln>
            </p:spPr>
          </p:sp>
          <p:sp>
            <p:nvSpPr>
              <p:cNvPr id="892" name="original-2d:637"/>
              <p:cNvSpPr>
                <a:spLocks noGrp="1"/>
              </p:cNvSpPr>
              <p:nvPr/>
            </p:nvSpPr>
            <p:spPr>
              <a:xfrm>
                <a:off x="4862513" y="1740853"/>
                <a:ext cx="84723" cy="94121"/>
              </a:xfrm>
              <a:prstGeom prst="rect">
                <a:avLst/>
              </a:prstGeom>
              <a:solidFill>
                <a:srgbClr val="CC79A7"/>
              </a:solidFill>
              <a:ln w="0">
                <a:noFill/>
                <a:prstDash val="solid"/>
              </a:ln>
            </p:spPr>
          </p:sp>
          <p:sp>
            <p:nvSpPr>
              <p:cNvPr id="893" name="original-2d:638"/>
              <p:cNvSpPr>
                <a:spLocks noGrp="1"/>
              </p:cNvSpPr>
              <p:nvPr/>
            </p:nvSpPr>
            <p:spPr>
              <a:xfrm>
                <a:off x="4947095" y="1740853"/>
                <a:ext cx="84723" cy="94121"/>
              </a:xfrm>
              <a:prstGeom prst="rect">
                <a:avLst/>
              </a:prstGeom>
              <a:solidFill>
                <a:srgbClr val="CC79A7"/>
              </a:solidFill>
              <a:ln w="0">
                <a:noFill/>
                <a:prstDash val="solid"/>
              </a:ln>
            </p:spPr>
          </p:sp>
          <p:sp>
            <p:nvSpPr>
              <p:cNvPr id="894" name="original-2d:639"/>
              <p:cNvSpPr>
                <a:spLocks noGrp="1"/>
              </p:cNvSpPr>
              <p:nvPr/>
            </p:nvSpPr>
            <p:spPr>
              <a:xfrm>
                <a:off x="5031677" y="1740853"/>
                <a:ext cx="84723" cy="94121"/>
              </a:xfrm>
              <a:prstGeom prst="rect">
                <a:avLst/>
              </a:prstGeom>
              <a:solidFill>
                <a:srgbClr val="CC79A7"/>
              </a:solidFill>
              <a:ln w="0">
                <a:noFill/>
                <a:prstDash val="solid"/>
              </a:ln>
            </p:spPr>
          </p:sp>
          <p:sp>
            <p:nvSpPr>
              <p:cNvPr id="895" name="original-2d:640"/>
              <p:cNvSpPr>
                <a:spLocks noGrp="1"/>
              </p:cNvSpPr>
              <p:nvPr/>
            </p:nvSpPr>
            <p:spPr>
              <a:xfrm>
                <a:off x="5116259" y="1740853"/>
                <a:ext cx="84723" cy="94121"/>
              </a:xfrm>
              <a:prstGeom prst="rect">
                <a:avLst/>
              </a:prstGeom>
              <a:solidFill>
                <a:srgbClr val="CC79A7"/>
              </a:solidFill>
              <a:ln w="0">
                <a:noFill/>
                <a:prstDash val="solid"/>
              </a:ln>
            </p:spPr>
          </p:sp>
          <p:sp>
            <p:nvSpPr>
              <p:cNvPr id="896" name="original-2d:641"/>
              <p:cNvSpPr>
                <a:spLocks noGrp="1"/>
              </p:cNvSpPr>
              <p:nvPr/>
            </p:nvSpPr>
            <p:spPr>
              <a:xfrm>
                <a:off x="5200841" y="1740853"/>
                <a:ext cx="84723" cy="94121"/>
              </a:xfrm>
              <a:prstGeom prst="rect">
                <a:avLst/>
              </a:prstGeom>
              <a:solidFill>
                <a:srgbClr val="CC79A7"/>
              </a:solidFill>
              <a:ln w="0">
                <a:noFill/>
                <a:prstDash val="solid"/>
              </a:ln>
            </p:spPr>
          </p:sp>
          <p:sp>
            <p:nvSpPr>
              <p:cNvPr id="897" name="original-2d:642"/>
              <p:cNvSpPr>
                <a:spLocks noGrp="1"/>
              </p:cNvSpPr>
              <p:nvPr/>
            </p:nvSpPr>
            <p:spPr>
              <a:xfrm>
                <a:off x="3593783" y="1834833"/>
                <a:ext cx="84723" cy="94121"/>
              </a:xfrm>
              <a:prstGeom prst="rect">
                <a:avLst/>
              </a:prstGeom>
              <a:solidFill>
                <a:srgbClr val="D4B4CC"/>
              </a:solidFill>
              <a:ln w="0">
                <a:noFill/>
                <a:prstDash val="solid"/>
              </a:ln>
            </p:spPr>
          </p:sp>
          <p:sp>
            <p:nvSpPr>
              <p:cNvPr id="898" name="original-2d:643"/>
              <p:cNvSpPr>
                <a:spLocks noGrp="1"/>
              </p:cNvSpPr>
              <p:nvPr/>
            </p:nvSpPr>
            <p:spPr>
              <a:xfrm>
                <a:off x="3678365" y="1834833"/>
                <a:ext cx="84723" cy="94121"/>
              </a:xfrm>
              <a:prstGeom prst="rect">
                <a:avLst/>
              </a:prstGeom>
              <a:solidFill>
                <a:srgbClr val="D4B4CC"/>
              </a:solidFill>
              <a:ln w="0">
                <a:noFill/>
                <a:prstDash val="solid"/>
              </a:ln>
            </p:spPr>
          </p:sp>
          <p:sp>
            <p:nvSpPr>
              <p:cNvPr id="899" name="original-2d:644"/>
              <p:cNvSpPr>
                <a:spLocks noGrp="1"/>
              </p:cNvSpPr>
              <p:nvPr/>
            </p:nvSpPr>
            <p:spPr>
              <a:xfrm>
                <a:off x="3762947" y="1834833"/>
                <a:ext cx="84723" cy="94121"/>
              </a:xfrm>
              <a:prstGeom prst="rect">
                <a:avLst/>
              </a:prstGeom>
              <a:solidFill>
                <a:srgbClr val="D4B4CC"/>
              </a:solidFill>
              <a:ln w="0">
                <a:noFill/>
                <a:prstDash val="solid"/>
              </a:ln>
            </p:spPr>
          </p:sp>
          <p:sp>
            <p:nvSpPr>
              <p:cNvPr id="900" name="original-2d:645"/>
              <p:cNvSpPr>
                <a:spLocks noGrp="1"/>
              </p:cNvSpPr>
              <p:nvPr/>
            </p:nvSpPr>
            <p:spPr>
              <a:xfrm>
                <a:off x="3847529" y="1834833"/>
                <a:ext cx="84723" cy="94121"/>
              </a:xfrm>
              <a:prstGeom prst="rect">
                <a:avLst/>
              </a:prstGeom>
              <a:solidFill>
                <a:srgbClr val="D4B4CC"/>
              </a:solidFill>
              <a:ln w="0">
                <a:noFill/>
                <a:prstDash val="solid"/>
              </a:ln>
            </p:spPr>
          </p:sp>
          <p:sp>
            <p:nvSpPr>
              <p:cNvPr id="901" name="original-2d:646"/>
              <p:cNvSpPr>
                <a:spLocks noGrp="1"/>
              </p:cNvSpPr>
              <p:nvPr/>
            </p:nvSpPr>
            <p:spPr>
              <a:xfrm>
                <a:off x="3932111" y="1834833"/>
                <a:ext cx="84723" cy="94121"/>
              </a:xfrm>
              <a:prstGeom prst="rect">
                <a:avLst/>
              </a:prstGeom>
              <a:solidFill>
                <a:srgbClr val="D4B4CC"/>
              </a:solidFill>
              <a:ln w="0">
                <a:noFill/>
                <a:prstDash val="solid"/>
              </a:ln>
            </p:spPr>
          </p:sp>
          <p:sp>
            <p:nvSpPr>
              <p:cNvPr id="902" name="original-2d:647"/>
              <p:cNvSpPr>
                <a:spLocks noGrp="1"/>
              </p:cNvSpPr>
              <p:nvPr/>
            </p:nvSpPr>
            <p:spPr>
              <a:xfrm>
                <a:off x="4016693" y="1834833"/>
                <a:ext cx="84723" cy="94121"/>
              </a:xfrm>
              <a:prstGeom prst="rect">
                <a:avLst/>
              </a:prstGeom>
              <a:solidFill>
                <a:srgbClr val="D4B4CC"/>
              </a:solidFill>
              <a:ln w="0">
                <a:noFill/>
                <a:prstDash val="solid"/>
              </a:ln>
            </p:spPr>
          </p:sp>
          <p:sp>
            <p:nvSpPr>
              <p:cNvPr id="903" name="original-2d:648"/>
              <p:cNvSpPr>
                <a:spLocks noGrp="1"/>
              </p:cNvSpPr>
              <p:nvPr/>
            </p:nvSpPr>
            <p:spPr>
              <a:xfrm>
                <a:off x="4101275" y="1834833"/>
                <a:ext cx="84723" cy="94121"/>
              </a:xfrm>
              <a:prstGeom prst="rect">
                <a:avLst/>
              </a:prstGeom>
              <a:solidFill>
                <a:srgbClr val="D4B4CC"/>
              </a:solidFill>
              <a:ln w="0">
                <a:noFill/>
                <a:prstDash val="solid"/>
              </a:ln>
            </p:spPr>
          </p:sp>
          <p:sp>
            <p:nvSpPr>
              <p:cNvPr id="904" name="original-2d:649"/>
              <p:cNvSpPr>
                <a:spLocks noGrp="1"/>
              </p:cNvSpPr>
              <p:nvPr/>
            </p:nvSpPr>
            <p:spPr>
              <a:xfrm>
                <a:off x="4185857" y="1834833"/>
                <a:ext cx="84723" cy="94121"/>
              </a:xfrm>
              <a:prstGeom prst="rect">
                <a:avLst/>
              </a:prstGeom>
              <a:solidFill>
                <a:srgbClr val="D4B4CC"/>
              </a:solidFill>
              <a:ln w="0">
                <a:noFill/>
                <a:prstDash val="solid"/>
              </a:ln>
            </p:spPr>
          </p:sp>
          <p:sp>
            <p:nvSpPr>
              <p:cNvPr id="905" name="original-2d:650"/>
              <p:cNvSpPr>
                <a:spLocks noGrp="1"/>
              </p:cNvSpPr>
              <p:nvPr/>
            </p:nvSpPr>
            <p:spPr>
              <a:xfrm>
                <a:off x="4270439" y="1834833"/>
                <a:ext cx="84723" cy="94121"/>
              </a:xfrm>
              <a:prstGeom prst="rect">
                <a:avLst/>
              </a:prstGeom>
              <a:solidFill>
                <a:srgbClr val="D4B4CC"/>
              </a:solidFill>
              <a:ln w="0">
                <a:noFill/>
                <a:prstDash val="solid"/>
              </a:ln>
            </p:spPr>
          </p:sp>
          <p:sp>
            <p:nvSpPr>
              <p:cNvPr id="906" name="original-2d:651"/>
              <p:cNvSpPr>
                <a:spLocks noGrp="1"/>
              </p:cNvSpPr>
              <p:nvPr/>
            </p:nvSpPr>
            <p:spPr>
              <a:xfrm>
                <a:off x="4355021" y="1834833"/>
                <a:ext cx="84723" cy="94121"/>
              </a:xfrm>
              <a:prstGeom prst="rect">
                <a:avLst/>
              </a:prstGeom>
              <a:solidFill>
                <a:srgbClr val="CC79A7"/>
              </a:solidFill>
              <a:ln w="0">
                <a:noFill/>
                <a:prstDash val="solid"/>
              </a:ln>
            </p:spPr>
          </p:sp>
          <p:sp>
            <p:nvSpPr>
              <p:cNvPr id="907" name="original-2d:652"/>
              <p:cNvSpPr>
                <a:spLocks noGrp="1"/>
              </p:cNvSpPr>
              <p:nvPr/>
            </p:nvSpPr>
            <p:spPr>
              <a:xfrm>
                <a:off x="4439603" y="1834833"/>
                <a:ext cx="84723" cy="94121"/>
              </a:xfrm>
              <a:prstGeom prst="rect">
                <a:avLst/>
              </a:prstGeom>
              <a:solidFill>
                <a:srgbClr val="CC79A7"/>
              </a:solidFill>
              <a:ln w="0">
                <a:noFill/>
                <a:prstDash val="solid"/>
              </a:ln>
            </p:spPr>
          </p:sp>
          <p:sp>
            <p:nvSpPr>
              <p:cNvPr id="908" name="original-2d:653"/>
              <p:cNvSpPr>
                <a:spLocks noGrp="1"/>
              </p:cNvSpPr>
              <p:nvPr/>
            </p:nvSpPr>
            <p:spPr>
              <a:xfrm>
                <a:off x="4524185" y="1834833"/>
                <a:ext cx="84723" cy="94121"/>
              </a:xfrm>
              <a:prstGeom prst="rect">
                <a:avLst/>
              </a:prstGeom>
              <a:solidFill>
                <a:srgbClr val="CC79A7"/>
              </a:solidFill>
              <a:ln w="0">
                <a:noFill/>
                <a:prstDash val="solid"/>
              </a:ln>
            </p:spPr>
          </p:sp>
          <p:sp>
            <p:nvSpPr>
              <p:cNvPr id="909" name="original-2d:654"/>
              <p:cNvSpPr>
                <a:spLocks noGrp="1"/>
              </p:cNvSpPr>
              <p:nvPr/>
            </p:nvSpPr>
            <p:spPr>
              <a:xfrm>
                <a:off x="4608767" y="1834833"/>
                <a:ext cx="84723" cy="94121"/>
              </a:xfrm>
              <a:prstGeom prst="rect">
                <a:avLst/>
              </a:prstGeom>
              <a:solidFill>
                <a:srgbClr val="CC79A7"/>
              </a:solidFill>
              <a:ln w="0">
                <a:noFill/>
                <a:prstDash val="solid"/>
              </a:ln>
            </p:spPr>
          </p:sp>
          <p:sp>
            <p:nvSpPr>
              <p:cNvPr id="910" name="original-2d:655"/>
              <p:cNvSpPr>
                <a:spLocks noGrp="1"/>
              </p:cNvSpPr>
              <p:nvPr/>
            </p:nvSpPr>
            <p:spPr>
              <a:xfrm>
                <a:off x="4693349" y="1834833"/>
                <a:ext cx="84723" cy="94121"/>
              </a:xfrm>
              <a:prstGeom prst="rect">
                <a:avLst/>
              </a:prstGeom>
              <a:solidFill>
                <a:srgbClr val="CC79A7"/>
              </a:solidFill>
              <a:ln w="0">
                <a:noFill/>
                <a:prstDash val="solid"/>
              </a:ln>
            </p:spPr>
          </p:sp>
          <p:sp>
            <p:nvSpPr>
              <p:cNvPr id="911" name="original-2d:656"/>
              <p:cNvSpPr>
                <a:spLocks noGrp="1"/>
              </p:cNvSpPr>
              <p:nvPr/>
            </p:nvSpPr>
            <p:spPr>
              <a:xfrm>
                <a:off x="4777931" y="1834833"/>
                <a:ext cx="84723" cy="94121"/>
              </a:xfrm>
              <a:prstGeom prst="rect">
                <a:avLst/>
              </a:prstGeom>
              <a:solidFill>
                <a:srgbClr val="CC79A7"/>
              </a:solidFill>
              <a:ln w="0">
                <a:noFill/>
                <a:prstDash val="solid"/>
              </a:ln>
            </p:spPr>
          </p:sp>
          <p:sp>
            <p:nvSpPr>
              <p:cNvPr id="912" name="original-2d:657"/>
              <p:cNvSpPr>
                <a:spLocks noGrp="1"/>
              </p:cNvSpPr>
              <p:nvPr/>
            </p:nvSpPr>
            <p:spPr>
              <a:xfrm>
                <a:off x="4862513" y="1834833"/>
                <a:ext cx="84723" cy="94121"/>
              </a:xfrm>
              <a:prstGeom prst="rect">
                <a:avLst/>
              </a:prstGeom>
              <a:solidFill>
                <a:srgbClr val="CC79A7"/>
              </a:solidFill>
              <a:ln w="0">
                <a:noFill/>
                <a:prstDash val="solid"/>
              </a:ln>
            </p:spPr>
          </p:sp>
          <p:sp>
            <p:nvSpPr>
              <p:cNvPr id="913" name="original-2d:658"/>
              <p:cNvSpPr>
                <a:spLocks noGrp="1"/>
              </p:cNvSpPr>
              <p:nvPr/>
            </p:nvSpPr>
            <p:spPr>
              <a:xfrm>
                <a:off x="4947095" y="1834833"/>
                <a:ext cx="84723" cy="94121"/>
              </a:xfrm>
              <a:prstGeom prst="rect">
                <a:avLst/>
              </a:prstGeom>
              <a:solidFill>
                <a:srgbClr val="CC79A7"/>
              </a:solidFill>
              <a:ln w="0">
                <a:noFill/>
                <a:prstDash val="solid"/>
              </a:ln>
            </p:spPr>
          </p:sp>
          <p:sp>
            <p:nvSpPr>
              <p:cNvPr id="914" name="original-2d:659"/>
              <p:cNvSpPr>
                <a:spLocks noGrp="1"/>
              </p:cNvSpPr>
              <p:nvPr/>
            </p:nvSpPr>
            <p:spPr>
              <a:xfrm>
                <a:off x="5031677" y="1834833"/>
                <a:ext cx="84723" cy="94121"/>
              </a:xfrm>
              <a:prstGeom prst="rect">
                <a:avLst/>
              </a:prstGeom>
              <a:solidFill>
                <a:srgbClr val="CC79A7"/>
              </a:solidFill>
              <a:ln w="0">
                <a:noFill/>
                <a:prstDash val="solid"/>
              </a:ln>
            </p:spPr>
          </p:sp>
          <p:sp>
            <p:nvSpPr>
              <p:cNvPr id="915" name="original-2d:660"/>
              <p:cNvSpPr>
                <a:spLocks noGrp="1"/>
              </p:cNvSpPr>
              <p:nvPr/>
            </p:nvSpPr>
            <p:spPr>
              <a:xfrm>
                <a:off x="5116259" y="1834833"/>
                <a:ext cx="84723" cy="94121"/>
              </a:xfrm>
              <a:prstGeom prst="rect">
                <a:avLst/>
              </a:prstGeom>
              <a:solidFill>
                <a:srgbClr val="CC79A7"/>
              </a:solidFill>
              <a:ln w="0">
                <a:noFill/>
                <a:prstDash val="solid"/>
              </a:ln>
            </p:spPr>
          </p:sp>
          <p:sp>
            <p:nvSpPr>
              <p:cNvPr id="916" name="original-2d:661"/>
              <p:cNvSpPr>
                <a:spLocks noGrp="1"/>
              </p:cNvSpPr>
              <p:nvPr/>
            </p:nvSpPr>
            <p:spPr>
              <a:xfrm>
                <a:off x="5200841" y="1834833"/>
                <a:ext cx="84723" cy="94121"/>
              </a:xfrm>
              <a:prstGeom prst="rect">
                <a:avLst/>
              </a:prstGeom>
              <a:solidFill>
                <a:srgbClr val="CC79A7"/>
              </a:solidFill>
              <a:ln w="0">
                <a:noFill/>
                <a:prstDash val="solid"/>
              </a:ln>
            </p:spPr>
          </p:sp>
          <p:sp>
            <p:nvSpPr>
              <p:cNvPr id="917" name="original-2d:662"/>
              <p:cNvSpPr>
                <a:spLocks noGrp="1"/>
              </p:cNvSpPr>
              <p:nvPr/>
            </p:nvSpPr>
            <p:spPr>
              <a:xfrm>
                <a:off x="3593783" y="1928813"/>
                <a:ext cx="84723" cy="94121"/>
              </a:xfrm>
              <a:prstGeom prst="rect">
                <a:avLst/>
              </a:prstGeom>
              <a:solidFill>
                <a:srgbClr val="D4B4CC"/>
              </a:solidFill>
              <a:ln w="0">
                <a:noFill/>
                <a:prstDash val="solid"/>
              </a:ln>
            </p:spPr>
          </p:sp>
          <p:sp>
            <p:nvSpPr>
              <p:cNvPr id="918" name="original-2d:663"/>
              <p:cNvSpPr>
                <a:spLocks noGrp="1"/>
              </p:cNvSpPr>
              <p:nvPr/>
            </p:nvSpPr>
            <p:spPr>
              <a:xfrm>
                <a:off x="3678365" y="1928813"/>
                <a:ext cx="84723" cy="94121"/>
              </a:xfrm>
              <a:prstGeom prst="rect">
                <a:avLst/>
              </a:prstGeom>
              <a:solidFill>
                <a:srgbClr val="D4B4CC"/>
              </a:solidFill>
              <a:ln w="0">
                <a:noFill/>
                <a:prstDash val="solid"/>
              </a:ln>
            </p:spPr>
          </p:sp>
          <p:sp>
            <p:nvSpPr>
              <p:cNvPr id="919" name="original-2d:664"/>
              <p:cNvSpPr>
                <a:spLocks noGrp="1"/>
              </p:cNvSpPr>
              <p:nvPr/>
            </p:nvSpPr>
            <p:spPr>
              <a:xfrm>
                <a:off x="3762947" y="1928813"/>
                <a:ext cx="84723" cy="94121"/>
              </a:xfrm>
              <a:prstGeom prst="rect">
                <a:avLst/>
              </a:prstGeom>
              <a:solidFill>
                <a:srgbClr val="0072B2"/>
              </a:solidFill>
              <a:ln w="0">
                <a:noFill/>
                <a:prstDash val="solid"/>
              </a:ln>
            </p:spPr>
          </p:sp>
          <p:sp>
            <p:nvSpPr>
              <p:cNvPr id="920" name="original-2d:665"/>
              <p:cNvSpPr>
                <a:spLocks noGrp="1"/>
              </p:cNvSpPr>
              <p:nvPr/>
            </p:nvSpPr>
            <p:spPr>
              <a:xfrm>
                <a:off x="3847529" y="1928813"/>
                <a:ext cx="84723" cy="94121"/>
              </a:xfrm>
              <a:prstGeom prst="rect">
                <a:avLst/>
              </a:prstGeom>
              <a:solidFill>
                <a:srgbClr val="0072B2"/>
              </a:solidFill>
              <a:ln w="0">
                <a:noFill/>
                <a:prstDash val="solid"/>
              </a:ln>
            </p:spPr>
          </p:sp>
          <p:sp>
            <p:nvSpPr>
              <p:cNvPr id="921" name="original-2d:666"/>
              <p:cNvSpPr>
                <a:spLocks noGrp="1"/>
              </p:cNvSpPr>
              <p:nvPr/>
            </p:nvSpPr>
            <p:spPr>
              <a:xfrm>
                <a:off x="3932111" y="1928813"/>
                <a:ext cx="84723" cy="94121"/>
              </a:xfrm>
              <a:prstGeom prst="rect">
                <a:avLst/>
              </a:prstGeom>
              <a:solidFill>
                <a:srgbClr val="0072B2"/>
              </a:solidFill>
              <a:ln w="0">
                <a:noFill/>
                <a:prstDash val="solid"/>
              </a:ln>
            </p:spPr>
          </p:sp>
          <p:sp>
            <p:nvSpPr>
              <p:cNvPr id="922" name="original-2d:667"/>
              <p:cNvSpPr>
                <a:spLocks noGrp="1"/>
              </p:cNvSpPr>
              <p:nvPr/>
            </p:nvSpPr>
            <p:spPr>
              <a:xfrm>
                <a:off x="4016693" y="1928813"/>
                <a:ext cx="84723" cy="94121"/>
              </a:xfrm>
              <a:prstGeom prst="rect">
                <a:avLst/>
              </a:prstGeom>
              <a:solidFill>
                <a:srgbClr val="0072B2"/>
              </a:solidFill>
              <a:ln w="0">
                <a:noFill/>
                <a:prstDash val="solid"/>
              </a:ln>
            </p:spPr>
          </p:sp>
          <p:sp>
            <p:nvSpPr>
              <p:cNvPr id="923" name="original-2d:668"/>
              <p:cNvSpPr>
                <a:spLocks noGrp="1"/>
              </p:cNvSpPr>
              <p:nvPr/>
            </p:nvSpPr>
            <p:spPr>
              <a:xfrm>
                <a:off x="4101275" y="1928813"/>
                <a:ext cx="84723" cy="94121"/>
              </a:xfrm>
              <a:prstGeom prst="rect">
                <a:avLst/>
              </a:prstGeom>
              <a:solidFill>
                <a:srgbClr val="D4B4CC"/>
              </a:solidFill>
              <a:ln w="0">
                <a:noFill/>
                <a:prstDash val="solid"/>
              </a:ln>
            </p:spPr>
          </p:sp>
          <p:sp>
            <p:nvSpPr>
              <p:cNvPr id="924" name="original-2d:669"/>
              <p:cNvSpPr>
                <a:spLocks noGrp="1"/>
              </p:cNvSpPr>
              <p:nvPr/>
            </p:nvSpPr>
            <p:spPr>
              <a:xfrm>
                <a:off x="4185857" y="1928813"/>
                <a:ext cx="84723" cy="94121"/>
              </a:xfrm>
              <a:prstGeom prst="rect">
                <a:avLst/>
              </a:prstGeom>
              <a:solidFill>
                <a:srgbClr val="D4B4CC"/>
              </a:solidFill>
              <a:ln w="0">
                <a:noFill/>
                <a:prstDash val="solid"/>
              </a:ln>
            </p:spPr>
          </p:sp>
          <p:sp>
            <p:nvSpPr>
              <p:cNvPr id="925" name="original-2d:670"/>
              <p:cNvSpPr>
                <a:spLocks noGrp="1"/>
              </p:cNvSpPr>
              <p:nvPr/>
            </p:nvSpPr>
            <p:spPr>
              <a:xfrm>
                <a:off x="4270439" y="1928813"/>
                <a:ext cx="84723" cy="94121"/>
              </a:xfrm>
              <a:prstGeom prst="rect">
                <a:avLst/>
              </a:prstGeom>
              <a:solidFill>
                <a:srgbClr val="CC79A7"/>
              </a:solidFill>
              <a:ln w="0">
                <a:noFill/>
                <a:prstDash val="solid"/>
              </a:ln>
            </p:spPr>
          </p:sp>
          <p:sp>
            <p:nvSpPr>
              <p:cNvPr id="926" name="original-2d:671"/>
              <p:cNvSpPr>
                <a:spLocks noGrp="1"/>
              </p:cNvSpPr>
              <p:nvPr/>
            </p:nvSpPr>
            <p:spPr>
              <a:xfrm>
                <a:off x="4355021" y="1928813"/>
                <a:ext cx="84723" cy="94121"/>
              </a:xfrm>
              <a:prstGeom prst="rect">
                <a:avLst/>
              </a:prstGeom>
              <a:solidFill>
                <a:srgbClr val="CC79A7"/>
              </a:solidFill>
              <a:ln w="0">
                <a:noFill/>
                <a:prstDash val="solid"/>
              </a:ln>
            </p:spPr>
          </p:sp>
          <p:sp>
            <p:nvSpPr>
              <p:cNvPr id="927" name="original-2d:672"/>
              <p:cNvSpPr>
                <a:spLocks noGrp="1"/>
              </p:cNvSpPr>
              <p:nvPr/>
            </p:nvSpPr>
            <p:spPr>
              <a:xfrm>
                <a:off x="4439603" y="1928813"/>
                <a:ext cx="84723" cy="94121"/>
              </a:xfrm>
              <a:prstGeom prst="rect">
                <a:avLst/>
              </a:prstGeom>
              <a:solidFill>
                <a:srgbClr val="CC79A7"/>
              </a:solidFill>
              <a:ln w="0">
                <a:noFill/>
                <a:prstDash val="solid"/>
              </a:ln>
            </p:spPr>
          </p:sp>
          <p:sp>
            <p:nvSpPr>
              <p:cNvPr id="928" name="original-2d:673"/>
              <p:cNvSpPr>
                <a:spLocks noGrp="1"/>
              </p:cNvSpPr>
              <p:nvPr/>
            </p:nvSpPr>
            <p:spPr>
              <a:xfrm>
                <a:off x="4524185" y="1928813"/>
                <a:ext cx="84723" cy="94121"/>
              </a:xfrm>
              <a:prstGeom prst="rect">
                <a:avLst/>
              </a:prstGeom>
              <a:solidFill>
                <a:srgbClr val="CC79A7"/>
              </a:solidFill>
              <a:ln w="0">
                <a:noFill/>
                <a:prstDash val="solid"/>
              </a:ln>
            </p:spPr>
          </p:sp>
          <p:sp>
            <p:nvSpPr>
              <p:cNvPr id="929" name="original-2d:674"/>
              <p:cNvSpPr>
                <a:spLocks noGrp="1"/>
              </p:cNvSpPr>
              <p:nvPr/>
            </p:nvSpPr>
            <p:spPr>
              <a:xfrm>
                <a:off x="4608767" y="1928813"/>
                <a:ext cx="84723" cy="94121"/>
              </a:xfrm>
              <a:prstGeom prst="rect">
                <a:avLst/>
              </a:prstGeom>
              <a:solidFill>
                <a:srgbClr val="CC79A7"/>
              </a:solidFill>
              <a:ln w="0">
                <a:noFill/>
                <a:prstDash val="solid"/>
              </a:ln>
            </p:spPr>
          </p:sp>
          <p:sp>
            <p:nvSpPr>
              <p:cNvPr id="930" name="original-2d:675"/>
              <p:cNvSpPr>
                <a:spLocks noGrp="1"/>
              </p:cNvSpPr>
              <p:nvPr/>
            </p:nvSpPr>
            <p:spPr>
              <a:xfrm>
                <a:off x="4693349" y="1928813"/>
                <a:ext cx="84723" cy="94121"/>
              </a:xfrm>
              <a:prstGeom prst="rect">
                <a:avLst/>
              </a:prstGeom>
              <a:solidFill>
                <a:srgbClr val="CC79A7"/>
              </a:solidFill>
              <a:ln w="0">
                <a:noFill/>
                <a:prstDash val="solid"/>
              </a:ln>
            </p:spPr>
          </p:sp>
          <p:sp>
            <p:nvSpPr>
              <p:cNvPr id="931" name="original-2d:676"/>
              <p:cNvSpPr>
                <a:spLocks noGrp="1"/>
              </p:cNvSpPr>
              <p:nvPr/>
            </p:nvSpPr>
            <p:spPr>
              <a:xfrm>
                <a:off x="4777931" y="1928813"/>
                <a:ext cx="84723" cy="94121"/>
              </a:xfrm>
              <a:prstGeom prst="rect">
                <a:avLst/>
              </a:prstGeom>
              <a:solidFill>
                <a:srgbClr val="CC79A7"/>
              </a:solidFill>
              <a:ln w="0">
                <a:noFill/>
                <a:prstDash val="solid"/>
              </a:ln>
            </p:spPr>
          </p:sp>
          <p:sp>
            <p:nvSpPr>
              <p:cNvPr id="932" name="original-2d:677"/>
              <p:cNvSpPr>
                <a:spLocks noGrp="1"/>
              </p:cNvSpPr>
              <p:nvPr/>
            </p:nvSpPr>
            <p:spPr>
              <a:xfrm>
                <a:off x="4862513" y="1928813"/>
                <a:ext cx="84723" cy="94121"/>
              </a:xfrm>
              <a:prstGeom prst="rect">
                <a:avLst/>
              </a:prstGeom>
              <a:solidFill>
                <a:srgbClr val="CC79A7"/>
              </a:solidFill>
              <a:ln w="0">
                <a:noFill/>
                <a:prstDash val="solid"/>
              </a:ln>
            </p:spPr>
          </p:sp>
          <p:sp>
            <p:nvSpPr>
              <p:cNvPr id="933" name="original-2d:678"/>
              <p:cNvSpPr>
                <a:spLocks noGrp="1"/>
              </p:cNvSpPr>
              <p:nvPr/>
            </p:nvSpPr>
            <p:spPr>
              <a:xfrm>
                <a:off x="4947095" y="1928813"/>
                <a:ext cx="84723" cy="94121"/>
              </a:xfrm>
              <a:prstGeom prst="rect">
                <a:avLst/>
              </a:prstGeom>
              <a:solidFill>
                <a:srgbClr val="CC79A7"/>
              </a:solidFill>
              <a:ln w="0">
                <a:noFill/>
                <a:prstDash val="solid"/>
              </a:ln>
            </p:spPr>
          </p:sp>
          <p:sp>
            <p:nvSpPr>
              <p:cNvPr id="934" name="original-2d:679"/>
              <p:cNvSpPr>
                <a:spLocks noGrp="1"/>
              </p:cNvSpPr>
              <p:nvPr/>
            </p:nvSpPr>
            <p:spPr>
              <a:xfrm>
                <a:off x="5031677" y="1928813"/>
                <a:ext cx="84723" cy="94121"/>
              </a:xfrm>
              <a:prstGeom prst="rect">
                <a:avLst/>
              </a:prstGeom>
              <a:solidFill>
                <a:srgbClr val="CC79A7"/>
              </a:solidFill>
              <a:ln w="0">
                <a:noFill/>
                <a:prstDash val="solid"/>
              </a:ln>
            </p:spPr>
          </p:sp>
          <p:sp>
            <p:nvSpPr>
              <p:cNvPr id="935" name="original-2d:680"/>
              <p:cNvSpPr>
                <a:spLocks noGrp="1"/>
              </p:cNvSpPr>
              <p:nvPr/>
            </p:nvSpPr>
            <p:spPr>
              <a:xfrm>
                <a:off x="5116259" y="1928813"/>
                <a:ext cx="84723" cy="94121"/>
              </a:xfrm>
              <a:prstGeom prst="rect">
                <a:avLst/>
              </a:prstGeom>
              <a:solidFill>
                <a:srgbClr val="CC79A7"/>
              </a:solidFill>
              <a:ln w="0">
                <a:noFill/>
                <a:prstDash val="solid"/>
              </a:ln>
            </p:spPr>
          </p:sp>
          <p:sp>
            <p:nvSpPr>
              <p:cNvPr id="936" name="original-2d:681"/>
              <p:cNvSpPr>
                <a:spLocks noGrp="1"/>
              </p:cNvSpPr>
              <p:nvPr/>
            </p:nvSpPr>
            <p:spPr>
              <a:xfrm>
                <a:off x="5200841" y="1928813"/>
                <a:ext cx="84723" cy="94121"/>
              </a:xfrm>
              <a:prstGeom prst="rect">
                <a:avLst/>
              </a:prstGeom>
              <a:solidFill>
                <a:srgbClr val="D4B4CC"/>
              </a:solidFill>
              <a:ln w="0">
                <a:noFill/>
                <a:prstDash val="solid"/>
              </a:ln>
            </p:spPr>
          </p:sp>
          <p:sp>
            <p:nvSpPr>
              <p:cNvPr id="937" name="original-2d:682"/>
              <p:cNvSpPr>
                <a:spLocks noGrp="1"/>
              </p:cNvSpPr>
              <p:nvPr/>
            </p:nvSpPr>
            <p:spPr>
              <a:xfrm>
                <a:off x="3593783" y="2022793"/>
                <a:ext cx="84723" cy="94121"/>
              </a:xfrm>
              <a:prstGeom prst="rect">
                <a:avLst/>
              </a:prstGeom>
              <a:solidFill>
                <a:srgbClr val="D4B4CC"/>
              </a:solidFill>
              <a:ln w="0">
                <a:noFill/>
                <a:prstDash val="solid"/>
              </a:ln>
            </p:spPr>
          </p:sp>
          <p:sp>
            <p:nvSpPr>
              <p:cNvPr id="938" name="original-2d:683"/>
              <p:cNvSpPr>
                <a:spLocks noGrp="1"/>
              </p:cNvSpPr>
              <p:nvPr/>
            </p:nvSpPr>
            <p:spPr>
              <a:xfrm>
                <a:off x="3678365" y="2022793"/>
                <a:ext cx="84723" cy="94121"/>
              </a:xfrm>
              <a:prstGeom prst="rect">
                <a:avLst/>
              </a:prstGeom>
              <a:solidFill>
                <a:srgbClr val="0072B2"/>
              </a:solidFill>
              <a:ln w="0">
                <a:noFill/>
                <a:prstDash val="solid"/>
              </a:ln>
            </p:spPr>
          </p:sp>
          <p:sp>
            <p:nvSpPr>
              <p:cNvPr id="939" name="original-2d:684"/>
              <p:cNvSpPr>
                <a:spLocks noGrp="1"/>
              </p:cNvSpPr>
              <p:nvPr/>
            </p:nvSpPr>
            <p:spPr>
              <a:xfrm>
                <a:off x="3762947" y="2022793"/>
                <a:ext cx="84723" cy="94121"/>
              </a:xfrm>
              <a:prstGeom prst="rect">
                <a:avLst/>
              </a:prstGeom>
              <a:solidFill>
                <a:srgbClr val="0072B2"/>
              </a:solidFill>
              <a:ln w="0">
                <a:noFill/>
                <a:prstDash val="solid"/>
              </a:ln>
            </p:spPr>
          </p:sp>
          <p:sp>
            <p:nvSpPr>
              <p:cNvPr id="940" name="original-2d:685"/>
              <p:cNvSpPr>
                <a:spLocks noGrp="1"/>
              </p:cNvSpPr>
              <p:nvPr/>
            </p:nvSpPr>
            <p:spPr>
              <a:xfrm>
                <a:off x="3847529" y="2022793"/>
                <a:ext cx="84723" cy="94121"/>
              </a:xfrm>
              <a:prstGeom prst="rect">
                <a:avLst/>
              </a:prstGeom>
              <a:solidFill>
                <a:srgbClr val="0072B2"/>
              </a:solidFill>
              <a:ln w="0">
                <a:noFill/>
                <a:prstDash val="solid"/>
              </a:ln>
            </p:spPr>
          </p:sp>
          <p:sp>
            <p:nvSpPr>
              <p:cNvPr id="941" name="original-2d:686"/>
              <p:cNvSpPr>
                <a:spLocks noGrp="1"/>
              </p:cNvSpPr>
              <p:nvPr/>
            </p:nvSpPr>
            <p:spPr>
              <a:xfrm>
                <a:off x="3932111" y="2022793"/>
                <a:ext cx="84723" cy="94121"/>
              </a:xfrm>
              <a:prstGeom prst="rect">
                <a:avLst/>
              </a:prstGeom>
              <a:solidFill>
                <a:srgbClr val="0072B2"/>
              </a:solidFill>
              <a:ln w="0">
                <a:noFill/>
                <a:prstDash val="solid"/>
              </a:ln>
            </p:spPr>
          </p:sp>
          <p:sp>
            <p:nvSpPr>
              <p:cNvPr id="942" name="original-2d:687"/>
              <p:cNvSpPr>
                <a:spLocks noGrp="1"/>
              </p:cNvSpPr>
              <p:nvPr/>
            </p:nvSpPr>
            <p:spPr>
              <a:xfrm>
                <a:off x="4016693" y="2022793"/>
                <a:ext cx="84723" cy="94121"/>
              </a:xfrm>
              <a:prstGeom prst="rect">
                <a:avLst/>
              </a:prstGeom>
              <a:solidFill>
                <a:srgbClr val="0072B2"/>
              </a:solidFill>
              <a:ln w="0">
                <a:noFill/>
                <a:prstDash val="solid"/>
              </a:ln>
            </p:spPr>
          </p:sp>
          <p:sp>
            <p:nvSpPr>
              <p:cNvPr id="943" name="original-2d:688"/>
              <p:cNvSpPr>
                <a:spLocks noGrp="1"/>
              </p:cNvSpPr>
              <p:nvPr/>
            </p:nvSpPr>
            <p:spPr>
              <a:xfrm>
                <a:off x="4101275" y="2022793"/>
                <a:ext cx="84723" cy="94121"/>
              </a:xfrm>
              <a:prstGeom prst="rect">
                <a:avLst/>
              </a:prstGeom>
              <a:solidFill>
                <a:srgbClr val="0072B2"/>
              </a:solidFill>
              <a:ln w="0">
                <a:noFill/>
                <a:prstDash val="solid"/>
              </a:ln>
            </p:spPr>
          </p:sp>
          <p:sp>
            <p:nvSpPr>
              <p:cNvPr id="944" name="original-2d:689"/>
              <p:cNvSpPr>
                <a:spLocks noGrp="1"/>
              </p:cNvSpPr>
              <p:nvPr/>
            </p:nvSpPr>
            <p:spPr>
              <a:xfrm>
                <a:off x="4185857" y="2022793"/>
                <a:ext cx="84723" cy="94121"/>
              </a:xfrm>
              <a:prstGeom prst="rect">
                <a:avLst/>
              </a:prstGeom>
              <a:solidFill>
                <a:srgbClr val="D4B4CC"/>
              </a:solidFill>
              <a:ln w="0">
                <a:noFill/>
                <a:prstDash val="solid"/>
              </a:ln>
            </p:spPr>
          </p:sp>
          <p:sp>
            <p:nvSpPr>
              <p:cNvPr id="945" name="original-2d:690"/>
              <p:cNvSpPr>
                <a:spLocks noGrp="1"/>
              </p:cNvSpPr>
              <p:nvPr/>
            </p:nvSpPr>
            <p:spPr>
              <a:xfrm>
                <a:off x="4270439" y="2022793"/>
                <a:ext cx="84723" cy="94121"/>
              </a:xfrm>
              <a:prstGeom prst="rect">
                <a:avLst/>
              </a:prstGeom>
              <a:solidFill>
                <a:srgbClr val="CC79A7"/>
              </a:solidFill>
              <a:ln w="0">
                <a:noFill/>
                <a:prstDash val="solid"/>
              </a:ln>
            </p:spPr>
          </p:sp>
          <p:sp>
            <p:nvSpPr>
              <p:cNvPr id="946" name="original-2d:691"/>
              <p:cNvSpPr>
                <a:spLocks noGrp="1"/>
              </p:cNvSpPr>
              <p:nvPr/>
            </p:nvSpPr>
            <p:spPr>
              <a:xfrm>
                <a:off x="4355021" y="2022793"/>
                <a:ext cx="84723" cy="94121"/>
              </a:xfrm>
              <a:prstGeom prst="rect">
                <a:avLst/>
              </a:prstGeom>
              <a:solidFill>
                <a:srgbClr val="CC79A7"/>
              </a:solidFill>
              <a:ln w="0">
                <a:noFill/>
                <a:prstDash val="solid"/>
              </a:ln>
            </p:spPr>
          </p:sp>
          <p:sp>
            <p:nvSpPr>
              <p:cNvPr id="947" name="original-2d:692"/>
              <p:cNvSpPr>
                <a:spLocks noGrp="1"/>
              </p:cNvSpPr>
              <p:nvPr/>
            </p:nvSpPr>
            <p:spPr>
              <a:xfrm>
                <a:off x="4439603" y="2022793"/>
                <a:ext cx="84723" cy="94121"/>
              </a:xfrm>
              <a:prstGeom prst="rect">
                <a:avLst/>
              </a:prstGeom>
              <a:solidFill>
                <a:srgbClr val="CC79A7"/>
              </a:solidFill>
              <a:ln w="0">
                <a:noFill/>
                <a:prstDash val="solid"/>
              </a:ln>
            </p:spPr>
          </p:sp>
          <p:sp>
            <p:nvSpPr>
              <p:cNvPr id="948" name="original-2d:693"/>
              <p:cNvSpPr>
                <a:spLocks noGrp="1"/>
              </p:cNvSpPr>
              <p:nvPr/>
            </p:nvSpPr>
            <p:spPr>
              <a:xfrm>
                <a:off x="4524185" y="2022793"/>
                <a:ext cx="84723" cy="94121"/>
              </a:xfrm>
              <a:prstGeom prst="rect">
                <a:avLst/>
              </a:prstGeom>
              <a:solidFill>
                <a:srgbClr val="CC79A7"/>
              </a:solidFill>
              <a:ln w="0">
                <a:noFill/>
                <a:prstDash val="solid"/>
              </a:ln>
            </p:spPr>
          </p:sp>
          <p:sp>
            <p:nvSpPr>
              <p:cNvPr id="949" name="original-2d:694"/>
              <p:cNvSpPr>
                <a:spLocks noGrp="1"/>
              </p:cNvSpPr>
              <p:nvPr/>
            </p:nvSpPr>
            <p:spPr>
              <a:xfrm>
                <a:off x="4608767" y="2022793"/>
                <a:ext cx="84723" cy="94121"/>
              </a:xfrm>
              <a:prstGeom prst="rect">
                <a:avLst/>
              </a:prstGeom>
              <a:solidFill>
                <a:srgbClr val="CC79A7"/>
              </a:solidFill>
              <a:ln w="0">
                <a:noFill/>
                <a:prstDash val="solid"/>
              </a:ln>
            </p:spPr>
          </p:sp>
          <p:sp>
            <p:nvSpPr>
              <p:cNvPr id="950" name="original-2d:695"/>
              <p:cNvSpPr>
                <a:spLocks noGrp="1"/>
              </p:cNvSpPr>
              <p:nvPr/>
            </p:nvSpPr>
            <p:spPr>
              <a:xfrm>
                <a:off x="4693349" y="2022793"/>
                <a:ext cx="84723" cy="94121"/>
              </a:xfrm>
              <a:prstGeom prst="rect">
                <a:avLst/>
              </a:prstGeom>
              <a:solidFill>
                <a:srgbClr val="CC79A7"/>
              </a:solidFill>
              <a:ln w="0">
                <a:noFill/>
                <a:prstDash val="solid"/>
              </a:ln>
            </p:spPr>
          </p:sp>
          <p:sp>
            <p:nvSpPr>
              <p:cNvPr id="951" name="original-2d:696"/>
              <p:cNvSpPr>
                <a:spLocks noGrp="1"/>
              </p:cNvSpPr>
              <p:nvPr/>
            </p:nvSpPr>
            <p:spPr>
              <a:xfrm>
                <a:off x="4777931" y="2022793"/>
                <a:ext cx="84723" cy="94121"/>
              </a:xfrm>
              <a:prstGeom prst="rect">
                <a:avLst/>
              </a:prstGeom>
              <a:solidFill>
                <a:srgbClr val="CC79A7"/>
              </a:solidFill>
              <a:ln w="0">
                <a:noFill/>
                <a:prstDash val="solid"/>
              </a:ln>
            </p:spPr>
          </p:sp>
          <p:sp>
            <p:nvSpPr>
              <p:cNvPr id="952" name="original-2d:697"/>
              <p:cNvSpPr>
                <a:spLocks noGrp="1"/>
              </p:cNvSpPr>
              <p:nvPr/>
            </p:nvSpPr>
            <p:spPr>
              <a:xfrm>
                <a:off x="4862513" y="2022793"/>
                <a:ext cx="84723" cy="94121"/>
              </a:xfrm>
              <a:prstGeom prst="rect">
                <a:avLst/>
              </a:prstGeom>
              <a:solidFill>
                <a:srgbClr val="CC79A7"/>
              </a:solidFill>
              <a:ln w="0">
                <a:noFill/>
                <a:prstDash val="solid"/>
              </a:ln>
            </p:spPr>
          </p:sp>
          <p:sp>
            <p:nvSpPr>
              <p:cNvPr id="953" name="original-2d:698"/>
              <p:cNvSpPr>
                <a:spLocks noGrp="1"/>
              </p:cNvSpPr>
              <p:nvPr/>
            </p:nvSpPr>
            <p:spPr>
              <a:xfrm>
                <a:off x="4947095" y="2022793"/>
                <a:ext cx="84723" cy="94121"/>
              </a:xfrm>
              <a:prstGeom prst="rect">
                <a:avLst/>
              </a:prstGeom>
              <a:solidFill>
                <a:srgbClr val="CC79A7"/>
              </a:solidFill>
              <a:ln w="0">
                <a:noFill/>
                <a:prstDash val="solid"/>
              </a:ln>
            </p:spPr>
          </p:sp>
          <p:sp>
            <p:nvSpPr>
              <p:cNvPr id="954" name="original-2d:699"/>
              <p:cNvSpPr>
                <a:spLocks noGrp="1"/>
              </p:cNvSpPr>
              <p:nvPr/>
            </p:nvSpPr>
            <p:spPr>
              <a:xfrm>
                <a:off x="5031677" y="2022793"/>
                <a:ext cx="84723" cy="94121"/>
              </a:xfrm>
              <a:prstGeom prst="rect">
                <a:avLst/>
              </a:prstGeom>
              <a:solidFill>
                <a:srgbClr val="CC79A7"/>
              </a:solidFill>
              <a:ln w="0">
                <a:noFill/>
                <a:prstDash val="solid"/>
              </a:ln>
            </p:spPr>
          </p:sp>
          <p:sp>
            <p:nvSpPr>
              <p:cNvPr id="955" name="original-2d:700"/>
              <p:cNvSpPr>
                <a:spLocks noGrp="1"/>
              </p:cNvSpPr>
              <p:nvPr/>
            </p:nvSpPr>
            <p:spPr>
              <a:xfrm>
                <a:off x="5116259" y="2022793"/>
                <a:ext cx="84723" cy="94121"/>
              </a:xfrm>
              <a:prstGeom prst="rect">
                <a:avLst/>
              </a:prstGeom>
              <a:solidFill>
                <a:srgbClr val="CC79A7"/>
              </a:solidFill>
              <a:ln w="0">
                <a:noFill/>
                <a:prstDash val="solid"/>
              </a:ln>
            </p:spPr>
          </p:sp>
          <p:sp>
            <p:nvSpPr>
              <p:cNvPr id="956" name="original-2d:701"/>
              <p:cNvSpPr>
                <a:spLocks noGrp="1"/>
              </p:cNvSpPr>
              <p:nvPr/>
            </p:nvSpPr>
            <p:spPr>
              <a:xfrm>
                <a:off x="5200841" y="2022793"/>
                <a:ext cx="84723" cy="94121"/>
              </a:xfrm>
              <a:prstGeom prst="rect">
                <a:avLst/>
              </a:prstGeom>
              <a:solidFill>
                <a:srgbClr val="D4B4CC"/>
              </a:solidFill>
              <a:ln w="0">
                <a:noFill/>
                <a:prstDash val="solid"/>
              </a:ln>
            </p:spPr>
          </p:sp>
          <p:sp>
            <p:nvSpPr>
              <p:cNvPr id="957" name="original-2d:702"/>
              <p:cNvSpPr>
                <a:spLocks noGrp="1"/>
              </p:cNvSpPr>
              <p:nvPr/>
            </p:nvSpPr>
            <p:spPr>
              <a:xfrm>
                <a:off x="3593783" y="2116773"/>
                <a:ext cx="84723" cy="94121"/>
              </a:xfrm>
              <a:prstGeom prst="rect">
                <a:avLst/>
              </a:prstGeom>
              <a:solidFill>
                <a:srgbClr val="0072B2"/>
              </a:solidFill>
              <a:ln w="0">
                <a:noFill/>
                <a:prstDash val="solid"/>
              </a:ln>
            </p:spPr>
          </p:sp>
          <p:sp>
            <p:nvSpPr>
              <p:cNvPr id="958" name="original-2d:703"/>
              <p:cNvSpPr>
                <a:spLocks noGrp="1"/>
              </p:cNvSpPr>
              <p:nvPr/>
            </p:nvSpPr>
            <p:spPr>
              <a:xfrm>
                <a:off x="3678365" y="2116773"/>
                <a:ext cx="84723" cy="94121"/>
              </a:xfrm>
              <a:prstGeom prst="rect">
                <a:avLst/>
              </a:prstGeom>
              <a:solidFill>
                <a:srgbClr val="0072B2"/>
              </a:solidFill>
              <a:ln w="0">
                <a:noFill/>
                <a:prstDash val="solid"/>
              </a:ln>
            </p:spPr>
          </p:sp>
          <p:sp>
            <p:nvSpPr>
              <p:cNvPr id="959" name="original-2d:704"/>
              <p:cNvSpPr>
                <a:spLocks noGrp="1"/>
              </p:cNvSpPr>
              <p:nvPr/>
            </p:nvSpPr>
            <p:spPr>
              <a:xfrm>
                <a:off x="3762947" y="2116773"/>
                <a:ext cx="84723" cy="94121"/>
              </a:xfrm>
              <a:prstGeom prst="rect">
                <a:avLst/>
              </a:prstGeom>
              <a:solidFill>
                <a:srgbClr val="0072B2"/>
              </a:solidFill>
              <a:ln w="0">
                <a:noFill/>
                <a:prstDash val="solid"/>
              </a:ln>
            </p:spPr>
          </p:sp>
          <p:sp>
            <p:nvSpPr>
              <p:cNvPr id="960" name="original-2d:705"/>
              <p:cNvSpPr>
                <a:spLocks noGrp="1"/>
              </p:cNvSpPr>
              <p:nvPr/>
            </p:nvSpPr>
            <p:spPr>
              <a:xfrm>
                <a:off x="3847529" y="2116773"/>
                <a:ext cx="84723" cy="94121"/>
              </a:xfrm>
              <a:prstGeom prst="rect">
                <a:avLst/>
              </a:prstGeom>
              <a:solidFill>
                <a:srgbClr val="0072B2"/>
              </a:solidFill>
              <a:ln w="0">
                <a:noFill/>
                <a:prstDash val="solid"/>
              </a:ln>
            </p:spPr>
          </p:sp>
          <p:sp>
            <p:nvSpPr>
              <p:cNvPr id="961" name="original-2d:706"/>
              <p:cNvSpPr>
                <a:spLocks noGrp="1"/>
              </p:cNvSpPr>
              <p:nvPr/>
            </p:nvSpPr>
            <p:spPr>
              <a:xfrm>
                <a:off x="3932111" y="2116773"/>
                <a:ext cx="84723" cy="94121"/>
              </a:xfrm>
              <a:prstGeom prst="rect">
                <a:avLst/>
              </a:prstGeom>
              <a:solidFill>
                <a:srgbClr val="0072B2"/>
              </a:solidFill>
              <a:ln w="0">
                <a:noFill/>
                <a:prstDash val="solid"/>
              </a:ln>
            </p:spPr>
          </p:sp>
          <p:sp>
            <p:nvSpPr>
              <p:cNvPr id="962" name="original-2d:707"/>
              <p:cNvSpPr>
                <a:spLocks noGrp="1"/>
              </p:cNvSpPr>
              <p:nvPr/>
            </p:nvSpPr>
            <p:spPr>
              <a:xfrm>
                <a:off x="4016693" y="2116773"/>
                <a:ext cx="84723" cy="94121"/>
              </a:xfrm>
              <a:prstGeom prst="rect">
                <a:avLst/>
              </a:prstGeom>
              <a:solidFill>
                <a:srgbClr val="0072B2"/>
              </a:solidFill>
              <a:ln w="0">
                <a:noFill/>
                <a:prstDash val="solid"/>
              </a:ln>
            </p:spPr>
          </p:sp>
          <p:sp>
            <p:nvSpPr>
              <p:cNvPr id="963" name="original-2d:708"/>
              <p:cNvSpPr>
                <a:spLocks noGrp="1"/>
              </p:cNvSpPr>
              <p:nvPr/>
            </p:nvSpPr>
            <p:spPr>
              <a:xfrm>
                <a:off x="4101275" y="2116773"/>
                <a:ext cx="84723" cy="94121"/>
              </a:xfrm>
              <a:prstGeom prst="rect">
                <a:avLst/>
              </a:prstGeom>
              <a:solidFill>
                <a:srgbClr val="0072B2"/>
              </a:solidFill>
              <a:ln w="0">
                <a:noFill/>
                <a:prstDash val="solid"/>
              </a:ln>
            </p:spPr>
          </p:sp>
          <p:sp>
            <p:nvSpPr>
              <p:cNvPr id="964" name="original-2d:709"/>
              <p:cNvSpPr>
                <a:spLocks noGrp="1"/>
              </p:cNvSpPr>
              <p:nvPr/>
            </p:nvSpPr>
            <p:spPr>
              <a:xfrm>
                <a:off x="4185857" y="2116773"/>
                <a:ext cx="84723" cy="94121"/>
              </a:xfrm>
              <a:prstGeom prst="rect">
                <a:avLst/>
              </a:prstGeom>
              <a:solidFill>
                <a:srgbClr val="0072B2"/>
              </a:solidFill>
              <a:ln w="0">
                <a:noFill/>
                <a:prstDash val="solid"/>
              </a:ln>
            </p:spPr>
          </p:sp>
          <p:sp>
            <p:nvSpPr>
              <p:cNvPr id="965" name="original-2d:710"/>
              <p:cNvSpPr>
                <a:spLocks noGrp="1"/>
              </p:cNvSpPr>
              <p:nvPr/>
            </p:nvSpPr>
            <p:spPr>
              <a:xfrm>
                <a:off x="4270439" y="2116773"/>
                <a:ext cx="84723" cy="94121"/>
              </a:xfrm>
              <a:prstGeom prst="rect">
                <a:avLst/>
              </a:prstGeom>
              <a:solidFill>
                <a:srgbClr val="D4B4CC"/>
              </a:solidFill>
              <a:ln w="0">
                <a:noFill/>
                <a:prstDash val="solid"/>
              </a:ln>
            </p:spPr>
          </p:sp>
          <p:sp>
            <p:nvSpPr>
              <p:cNvPr id="966" name="original-2d:711"/>
              <p:cNvSpPr>
                <a:spLocks noGrp="1"/>
              </p:cNvSpPr>
              <p:nvPr/>
            </p:nvSpPr>
            <p:spPr>
              <a:xfrm>
                <a:off x="4355021" y="2116773"/>
                <a:ext cx="84723" cy="94121"/>
              </a:xfrm>
              <a:prstGeom prst="rect">
                <a:avLst/>
              </a:prstGeom>
              <a:solidFill>
                <a:srgbClr val="CC79A7"/>
              </a:solidFill>
              <a:ln w="0">
                <a:noFill/>
                <a:prstDash val="solid"/>
              </a:ln>
            </p:spPr>
          </p:sp>
          <p:sp>
            <p:nvSpPr>
              <p:cNvPr id="967" name="original-2d:712"/>
              <p:cNvSpPr>
                <a:spLocks noGrp="1"/>
              </p:cNvSpPr>
              <p:nvPr/>
            </p:nvSpPr>
            <p:spPr>
              <a:xfrm>
                <a:off x="4439603" y="2116773"/>
                <a:ext cx="84723" cy="94121"/>
              </a:xfrm>
              <a:prstGeom prst="rect">
                <a:avLst/>
              </a:prstGeom>
              <a:solidFill>
                <a:srgbClr val="CC79A7"/>
              </a:solidFill>
              <a:ln w="0">
                <a:noFill/>
                <a:prstDash val="solid"/>
              </a:ln>
            </p:spPr>
          </p:sp>
          <p:sp>
            <p:nvSpPr>
              <p:cNvPr id="968" name="original-2d:713"/>
              <p:cNvSpPr>
                <a:spLocks noGrp="1"/>
              </p:cNvSpPr>
              <p:nvPr/>
            </p:nvSpPr>
            <p:spPr>
              <a:xfrm>
                <a:off x="4524185" y="2116773"/>
                <a:ext cx="84723" cy="94121"/>
              </a:xfrm>
              <a:prstGeom prst="rect">
                <a:avLst/>
              </a:prstGeom>
              <a:solidFill>
                <a:srgbClr val="CC79A7"/>
              </a:solidFill>
              <a:ln w="0">
                <a:noFill/>
                <a:prstDash val="solid"/>
              </a:ln>
            </p:spPr>
          </p:sp>
          <p:sp>
            <p:nvSpPr>
              <p:cNvPr id="969" name="original-2d:714"/>
              <p:cNvSpPr>
                <a:spLocks noGrp="1"/>
              </p:cNvSpPr>
              <p:nvPr/>
            </p:nvSpPr>
            <p:spPr>
              <a:xfrm>
                <a:off x="4608767" y="2116773"/>
                <a:ext cx="84723" cy="94121"/>
              </a:xfrm>
              <a:prstGeom prst="rect">
                <a:avLst/>
              </a:prstGeom>
              <a:solidFill>
                <a:srgbClr val="CC79A7"/>
              </a:solidFill>
              <a:ln w="0">
                <a:noFill/>
                <a:prstDash val="solid"/>
              </a:ln>
            </p:spPr>
          </p:sp>
          <p:sp>
            <p:nvSpPr>
              <p:cNvPr id="970" name="original-2d:715"/>
              <p:cNvSpPr>
                <a:spLocks noGrp="1"/>
              </p:cNvSpPr>
              <p:nvPr/>
            </p:nvSpPr>
            <p:spPr>
              <a:xfrm>
                <a:off x="4693349" y="2116773"/>
                <a:ext cx="84723" cy="94121"/>
              </a:xfrm>
              <a:prstGeom prst="rect">
                <a:avLst/>
              </a:prstGeom>
              <a:solidFill>
                <a:srgbClr val="CC79A7"/>
              </a:solidFill>
              <a:ln w="0">
                <a:noFill/>
                <a:prstDash val="solid"/>
              </a:ln>
            </p:spPr>
          </p:sp>
          <p:sp>
            <p:nvSpPr>
              <p:cNvPr id="971" name="original-2d:716"/>
              <p:cNvSpPr>
                <a:spLocks noGrp="1"/>
              </p:cNvSpPr>
              <p:nvPr/>
            </p:nvSpPr>
            <p:spPr>
              <a:xfrm>
                <a:off x="4777931" y="2116773"/>
                <a:ext cx="84723" cy="94121"/>
              </a:xfrm>
              <a:prstGeom prst="rect">
                <a:avLst/>
              </a:prstGeom>
              <a:solidFill>
                <a:srgbClr val="CC79A7"/>
              </a:solidFill>
              <a:ln w="0">
                <a:noFill/>
                <a:prstDash val="solid"/>
              </a:ln>
            </p:spPr>
          </p:sp>
          <p:sp>
            <p:nvSpPr>
              <p:cNvPr id="972" name="original-2d:717"/>
              <p:cNvSpPr>
                <a:spLocks noGrp="1"/>
              </p:cNvSpPr>
              <p:nvPr/>
            </p:nvSpPr>
            <p:spPr>
              <a:xfrm>
                <a:off x="4862513" y="2116773"/>
                <a:ext cx="84723" cy="94121"/>
              </a:xfrm>
              <a:prstGeom prst="rect">
                <a:avLst/>
              </a:prstGeom>
              <a:solidFill>
                <a:srgbClr val="CC79A7"/>
              </a:solidFill>
              <a:ln w="0">
                <a:noFill/>
                <a:prstDash val="solid"/>
              </a:ln>
            </p:spPr>
          </p:sp>
          <p:sp>
            <p:nvSpPr>
              <p:cNvPr id="973" name="original-2d:718"/>
              <p:cNvSpPr>
                <a:spLocks noGrp="1"/>
              </p:cNvSpPr>
              <p:nvPr/>
            </p:nvSpPr>
            <p:spPr>
              <a:xfrm>
                <a:off x="4947095" y="2116773"/>
                <a:ext cx="84723" cy="94121"/>
              </a:xfrm>
              <a:prstGeom prst="rect">
                <a:avLst/>
              </a:prstGeom>
              <a:solidFill>
                <a:srgbClr val="D4B4CC"/>
              </a:solidFill>
              <a:ln w="0">
                <a:noFill/>
                <a:prstDash val="solid"/>
              </a:ln>
            </p:spPr>
          </p:sp>
          <p:sp>
            <p:nvSpPr>
              <p:cNvPr id="974" name="original-2d:719"/>
              <p:cNvSpPr>
                <a:spLocks noGrp="1"/>
              </p:cNvSpPr>
              <p:nvPr/>
            </p:nvSpPr>
            <p:spPr>
              <a:xfrm>
                <a:off x="5031677" y="2116773"/>
                <a:ext cx="84723" cy="94121"/>
              </a:xfrm>
              <a:prstGeom prst="rect">
                <a:avLst/>
              </a:prstGeom>
              <a:solidFill>
                <a:srgbClr val="D4B4CC"/>
              </a:solidFill>
              <a:ln w="0">
                <a:noFill/>
                <a:prstDash val="solid"/>
              </a:ln>
            </p:spPr>
          </p:sp>
          <p:sp>
            <p:nvSpPr>
              <p:cNvPr id="975" name="original-2d:720"/>
              <p:cNvSpPr>
                <a:spLocks noGrp="1"/>
              </p:cNvSpPr>
              <p:nvPr/>
            </p:nvSpPr>
            <p:spPr>
              <a:xfrm>
                <a:off x="5116259" y="2116773"/>
                <a:ext cx="84723" cy="94121"/>
              </a:xfrm>
              <a:prstGeom prst="rect">
                <a:avLst/>
              </a:prstGeom>
              <a:solidFill>
                <a:srgbClr val="D4B4CC"/>
              </a:solidFill>
              <a:ln w="0">
                <a:noFill/>
                <a:prstDash val="solid"/>
              </a:ln>
            </p:spPr>
          </p:sp>
          <p:sp>
            <p:nvSpPr>
              <p:cNvPr id="976" name="original-2d:721"/>
              <p:cNvSpPr>
                <a:spLocks noGrp="1"/>
              </p:cNvSpPr>
              <p:nvPr/>
            </p:nvSpPr>
            <p:spPr>
              <a:xfrm>
                <a:off x="5200841" y="2116773"/>
                <a:ext cx="84723" cy="94121"/>
              </a:xfrm>
              <a:prstGeom prst="rect">
                <a:avLst/>
              </a:prstGeom>
              <a:solidFill>
                <a:srgbClr val="D4B4CC"/>
              </a:solidFill>
              <a:ln w="0">
                <a:noFill/>
                <a:prstDash val="solid"/>
              </a:ln>
            </p:spPr>
          </p:sp>
          <p:sp>
            <p:nvSpPr>
              <p:cNvPr id="977" name="original-2d:722"/>
              <p:cNvSpPr>
                <a:spLocks noGrp="1"/>
              </p:cNvSpPr>
              <p:nvPr/>
            </p:nvSpPr>
            <p:spPr>
              <a:xfrm>
                <a:off x="3593783" y="2210753"/>
                <a:ext cx="84723" cy="94121"/>
              </a:xfrm>
              <a:prstGeom prst="rect">
                <a:avLst/>
              </a:prstGeom>
              <a:solidFill>
                <a:srgbClr val="0072B2"/>
              </a:solidFill>
              <a:ln w="0">
                <a:noFill/>
                <a:prstDash val="solid"/>
              </a:ln>
            </p:spPr>
          </p:sp>
          <p:sp>
            <p:nvSpPr>
              <p:cNvPr id="978" name="original-2d:723"/>
              <p:cNvSpPr>
                <a:spLocks noGrp="1"/>
              </p:cNvSpPr>
              <p:nvPr/>
            </p:nvSpPr>
            <p:spPr>
              <a:xfrm>
                <a:off x="3678365" y="2210753"/>
                <a:ext cx="84723" cy="94121"/>
              </a:xfrm>
              <a:prstGeom prst="rect">
                <a:avLst/>
              </a:prstGeom>
              <a:solidFill>
                <a:srgbClr val="0072B2"/>
              </a:solidFill>
              <a:ln w="0">
                <a:noFill/>
                <a:prstDash val="solid"/>
              </a:ln>
            </p:spPr>
          </p:sp>
          <p:sp>
            <p:nvSpPr>
              <p:cNvPr id="979" name="original-2d:724"/>
              <p:cNvSpPr>
                <a:spLocks noGrp="1"/>
              </p:cNvSpPr>
              <p:nvPr/>
            </p:nvSpPr>
            <p:spPr>
              <a:xfrm>
                <a:off x="3762947" y="2210753"/>
                <a:ext cx="84723" cy="94121"/>
              </a:xfrm>
              <a:prstGeom prst="rect">
                <a:avLst/>
              </a:prstGeom>
              <a:solidFill>
                <a:srgbClr val="0072B2"/>
              </a:solidFill>
              <a:ln w="0">
                <a:noFill/>
                <a:prstDash val="solid"/>
              </a:ln>
            </p:spPr>
          </p:sp>
          <p:sp>
            <p:nvSpPr>
              <p:cNvPr id="980" name="original-2d:725"/>
              <p:cNvSpPr>
                <a:spLocks noGrp="1"/>
              </p:cNvSpPr>
              <p:nvPr/>
            </p:nvSpPr>
            <p:spPr>
              <a:xfrm>
                <a:off x="3847529" y="2210753"/>
                <a:ext cx="84723" cy="94121"/>
              </a:xfrm>
              <a:prstGeom prst="rect">
                <a:avLst/>
              </a:prstGeom>
              <a:solidFill>
                <a:srgbClr val="0072B2"/>
              </a:solidFill>
              <a:ln w="0">
                <a:noFill/>
                <a:prstDash val="solid"/>
              </a:ln>
            </p:spPr>
          </p:sp>
          <p:sp>
            <p:nvSpPr>
              <p:cNvPr id="981" name="original-2d:726"/>
              <p:cNvSpPr>
                <a:spLocks noGrp="1"/>
              </p:cNvSpPr>
              <p:nvPr/>
            </p:nvSpPr>
            <p:spPr>
              <a:xfrm>
                <a:off x="3932111" y="2210753"/>
                <a:ext cx="84723" cy="94121"/>
              </a:xfrm>
              <a:prstGeom prst="rect">
                <a:avLst/>
              </a:prstGeom>
              <a:solidFill>
                <a:srgbClr val="0072B2"/>
              </a:solidFill>
              <a:ln w="0">
                <a:noFill/>
                <a:prstDash val="solid"/>
              </a:ln>
            </p:spPr>
          </p:sp>
          <p:sp>
            <p:nvSpPr>
              <p:cNvPr id="982" name="original-2d:727"/>
              <p:cNvSpPr>
                <a:spLocks noGrp="1"/>
              </p:cNvSpPr>
              <p:nvPr/>
            </p:nvSpPr>
            <p:spPr>
              <a:xfrm>
                <a:off x="4016693" y="2210753"/>
                <a:ext cx="84723" cy="94121"/>
              </a:xfrm>
              <a:prstGeom prst="rect">
                <a:avLst/>
              </a:prstGeom>
              <a:solidFill>
                <a:srgbClr val="0072B2"/>
              </a:solidFill>
              <a:ln w="0">
                <a:noFill/>
                <a:prstDash val="solid"/>
              </a:ln>
            </p:spPr>
          </p:sp>
          <p:sp>
            <p:nvSpPr>
              <p:cNvPr id="983" name="original-2d:728"/>
              <p:cNvSpPr>
                <a:spLocks noGrp="1"/>
              </p:cNvSpPr>
              <p:nvPr/>
            </p:nvSpPr>
            <p:spPr>
              <a:xfrm>
                <a:off x="4101275" y="2210753"/>
                <a:ext cx="84723" cy="94121"/>
              </a:xfrm>
              <a:prstGeom prst="rect">
                <a:avLst/>
              </a:prstGeom>
              <a:solidFill>
                <a:srgbClr val="0072B2"/>
              </a:solidFill>
              <a:ln w="0">
                <a:noFill/>
                <a:prstDash val="solid"/>
              </a:ln>
            </p:spPr>
          </p:sp>
          <p:sp>
            <p:nvSpPr>
              <p:cNvPr id="984" name="original-2d:729"/>
              <p:cNvSpPr>
                <a:spLocks noGrp="1"/>
              </p:cNvSpPr>
              <p:nvPr/>
            </p:nvSpPr>
            <p:spPr>
              <a:xfrm>
                <a:off x="4185857" y="2210753"/>
                <a:ext cx="84723" cy="94121"/>
              </a:xfrm>
              <a:prstGeom prst="rect">
                <a:avLst/>
              </a:prstGeom>
              <a:solidFill>
                <a:srgbClr val="0072B2"/>
              </a:solidFill>
              <a:ln w="0">
                <a:noFill/>
                <a:prstDash val="solid"/>
              </a:ln>
            </p:spPr>
          </p:sp>
          <p:sp>
            <p:nvSpPr>
              <p:cNvPr id="985" name="original-2d:730"/>
              <p:cNvSpPr>
                <a:spLocks noGrp="1"/>
              </p:cNvSpPr>
              <p:nvPr/>
            </p:nvSpPr>
            <p:spPr>
              <a:xfrm>
                <a:off x="4270439" y="2210753"/>
                <a:ext cx="84723" cy="94121"/>
              </a:xfrm>
              <a:prstGeom prst="rect">
                <a:avLst/>
              </a:prstGeom>
              <a:solidFill>
                <a:srgbClr val="D4B4CC"/>
              </a:solidFill>
              <a:ln w="0">
                <a:noFill/>
                <a:prstDash val="solid"/>
              </a:ln>
            </p:spPr>
          </p:sp>
          <p:sp>
            <p:nvSpPr>
              <p:cNvPr id="986" name="original-2d:731"/>
              <p:cNvSpPr>
                <a:spLocks noGrp="1"/>
              </p:cNvSpPr>
              <p:nvPr/>
            </p:nvSpPr>
            <p:spPr>
              <a:xfrm>
                <a:off x="4355021" y="2210753"/>
                <a:ext cx="84723" cy="94121"/>
              </a:xfrm>
              <a:prstGeom prst="rect">
                <a:avLst/>
              </a:prstGeom>
              <a:solidFill>
                <a:srgbClr val="D4B4CC"/>
              </a:solidFill>
              <a:ln w="0">
                <a:noFill/>
                <a:prstDash val="solid"/>
              </a:ln>
            </p:spPr>
          </p:sp>
          <p:sp>
            <p:nvSpPr>
              <p:cNvPr id="987" name="original-2d:732"/>
              <p:cNvSpPr>
                <a:spLocks noGrp="1"/>
              </p:cNvSpPr>
              <p:nvPr/>
            </p:nvSpPr>
            <p:spPr>
              <a:xfrm>
                <a:off x="4439603" y="2210753"/>
                <a:ext cx="84723" cy="94121"/>
              </a:xfrm>
              <a:prstGeom prst="rect">
                <a:avLst/>
              </a:prstGeom>
              <a:solidFill>
                <a:srgbClr val="D4B4CC"/>
              </a:solidFill>
              <a:ln w="0">
                <a:noFill/>
                <a:prstDash val="solid"/>
              </a:ln>
            </p:spPr>
          </p:sp>
          <p:sp>
            <p:nvSpPr>
              <p:cNvPr id="988" name="original-2d:733"/>
              <p:cNvSpPr>
                <a:spLocks noGrp="1"/>
              </p:cNvSpPr>
              <p:nvPr/>
            </p:nvSpPr>
            <p:spPr>
              <a:xfrm>
                <a:off x="4524185" y="2210753"/>
                <a:ext cx="84723" cy="94121"/>
              </a:xfrm>
              <a:prstGeom prst="rect">
                <a:avLst/>
              </a:prstGeom>
              <a:solidFill>
                <a:srgbClr val="D4B4CC"/>
              </a:solidFill>
              <a:ln w="0">
                <a:noFill/>
                <a:prstDash val="solid"/>
              </a:ln>
            </p:spPr>
          </p:sp>
          <p:sp>
            <p:nvSpPr>
              <p:cNvPr id="989" name="original-2d:734"/>
              <p:cNvSpPr>
                <a:spLocks noGrp="1"/>
              </p:cNvSpPr>
              <p:nvPr/>
            </p:nvSpPr>
            <p:spPr>
              <a:xfrm>
                <a:off x="4608767" y="2210753"/>
                <a:ext cx="84723" cy="94121"/>
              </a:xfrm>
              <a:prstGeom prst="rect">
                <a:avLst/>
              </a:prstGeom>
              <a:solidFill>
                <a:srgbClr val="D4B4CC"/>
              </a:solidFill>
              <a:ln w="0">
                <a:noFill/>
                <a:prstDash val="solid"/>
              </a:ln>
            </p:spPr>
          </p:sp>
          <p:sp>
            <p:nvSpPr>
              <p:cNvPr id="990" name="original-2d:735"/>
              <p:cNvSpPr>
                <a:spLocks noGrp="1"/>
              </p:cNvSpPr>
              <p:nvPr/>
            </p:nvSpPr>
            <p:spPr>
              <a:xfrm>
                <a:off x="4693349" y="2210753"/>
                <a:ext cx="84723" cy="94121"/>
              </a:xfrm>
              <a:prstGeom prst="rect">
                <a:avLst/>
              </a:prstGeom>
              <a:solidFill>
                <a:srgbClr val="D4B4CC"/>
              </a:solidFill>
              <a:ln w="0">
                <a:noFill/>
                <a:prstDash val="solid"/>
              </a:ln>
            </p:spPr>
          </p:sp>
          <p:sp>
            <p:nvSpPr>
              <p:cNvPr id="991" name="original-2d:736"/>
              <p:cNvSpPr>
                <a:spLocks noGrp="1"/>
              </p:cNvSpPr>
              <p:nvPr/>
            </p:nvSpPr>
            <p:spPr>
              <a:xfrm>
                <a:off x="4777931" y="2210753"/>
                <a:ext cx="84723" cy="94121"/>
              </a:xfrm>
              <a:prstGeom prst="rect">
                <a:avLst/>
              </a:prstGeom>
              <a:solidFill>
                <a:srgbClr val="D4B4CC"/>
              </a:solidFill>
              <a:ln w="0">
                <a:noFill/>
                <a:prstDash val="solid"/>
              </a:ln>
            </p:spPr>
          </p:sp>
          <p:sp>
            <p:nvSpPr>
              <p:cNvPr id="992" name="original-2d:737"/>
              <p:cNvSpPr>
                <a:spLocks noGrp="1"/>
              </p:cNvSpPr>
              <p:nvPr/>
            </p:nvSpPr>
            <p:spPr>
              <a:xfrm>
                <a:off x="4862513" y="2210753"/>
                <a:ext cx="84723" cy="94121"/>
              </a:xfrm>
              <a:prstGeom prst="rect">
                <a:avLst/>
              </a:prstGeom>
              <a:solidFill>
                <a:srgbClr val="D4B4CC"/>
              </a:solidFill>
              <a:ln w="0">
                <a:noFill/>
                <a:prstDash val="solid"/>
              </a:ln>
            </p:spPr>
          </p:sp>
          <p:sp>
            <p:nvSpPr>
              <p:cNvPr id="993" name="original-2d:738"/>
              <p:cNvSpPr>
                <a:spLocks noGrp="1"/>
              </p:cNvSpPr>
              <p:nvPr/>
            </p:nvSpPr>
            <p:spPr>
              <a:xfrm>
                <a:off x="4947095" y="2210753"/>
                <a:ext cx="84723" cy="94121"/>
              </a:xfrm>
              <a:prstGeom prst="rect">
                <a:avLst/>
              </a:prstGeom>
              <a:solidFill>
                <a:srgbClr val="D4B4CC"/>
              </a:solidFill>
              <a:ln w="0">
                <a:noFill/>
                <a:prstDash val="solid"/>
              </a:ln>
            </p:spPr>
          </p:sp>
          <p:sp>
            <p:nvSpPr>
              <p:cNvPr id="994" name="original-2d:739"/>
              <p:cNvSpPr>
                <a:spLocks noGrp="1"/>
              </p:cNvSpPr>
              <p:nvPr/>
            </p:nvSpPr>
            <p:spPr>
              <a:xfrm>
                <a:off x="5031677" y="2210753"/>
                <a:ext cx="84723" cy="94121"/>
              </a:xfrm>
              <a:prstGeom prst="rect">
                <a:avLst/>
              </a:prstGeom>
              <a:solidFill>
                <a:srgbClr val="D4B4CC"/>
              </a:solidFill>
              <a:ln w="0">
                <a:noFill/>
                <a:prstDash val="solid"/>
              </a:ln>
            </p:spPr>
          </p:sp>
          <p:sp>
            <p:nvSpPr>
              <p:cNvPr id="995" name="original-2d:740"/>
              <p:cNvSpPr>
                <a:spLocks noGrp="1"/>
              </p:cNvSpPr>
              <p:nvPr/>
            </p:nvSpPr>
            <p:spPr>
              <a:xfrm>
                <a:off x="5116259" y="2210753"/>
                <a:ext cx="84723" cy="94121"/>
              </a:xfrm>
              <a:prstGeom prst="rect">
                <a:avLst/>
              </a:prstGeom>
              <a:solidFill>
                <a:srgbClr val="D4B4CC"/>
              </a:solidFill>
              <a:ln w="0">
                <a:noFill/>
                <a:prstDash val="solid"/>
              </a:ln>
            </p:spPr>
          </p:sp>
          <p:sp>
            <p:nvSpPr>
              <p:cNvPr id="996" name="original-2d:741"/>
              <p:cNvSpPr>
                <a:spLocks noGrp="1"/>
              </p:cNvSpPr>
              <p:nvPr/>
            </p:nvSpPr>
            <p:spPr>
              <a:xfrm>
                <a:off x="5200841" y="2210753"/>
                <a:ext cx="84723" cy="94121"/>
              </a:xfrm>
              <a:prstGeom prst="rect">
                <a:avLst/>
              </a:prstGeom>
              <a:solidFill>
                <a:srgbClr val="DCE8ED"/>
              </a:solidFill>
              <a:ln w="0">
                <a:noFill/>
                <a:prstDash val="solid"/>
              </a:ln>
            </p:spPr>
          </p:sp>
          <p:sp>
            <p:nvSpPr>
              <p:cNvPr id="997" name="original-2d:742"/>
              <p:cNvSpPr>
                <a:spLocks noGrp="1"/>
              </p:cNvSpPr>
              <p:nvPr/>
            </p:nvSpPr>
            <p:spPr>
              <a:xfrm>
                <a:off x="3593783" y="2304733"/>
                <a:ext cx="84723" cy="94121"/>
              </a:xfrm>
              <a:prstGeom prst="rect">
                <a:avLst/>
              </a:prstGeom>
              <a:solidFill>
                <a:srgbClr val="0072B2"/>
              </a:solidFill>
              <a:ln w="0">
                <a:noFill/>
                <a:prstDash val="solid"/>
              </a:ln>
            </p:spPr>
          </p:sp>
          <p:sp>
            <p:nvSpPr>
              <p:cNvPr id="998" name="original-2d:743"/>
              <p:cNvSpPr>
                <a:spLocks noGrp="1"/>
              </p:cNvSpPr>
              <p:nvPr/>
            </p:nvSpPr>
            <p:spPr>
              <a:xfrm>
                <a:off x="3678365" y="2304733"/>
                <a:ext cx="84723" cy="94121"/>
              </a:xfrm>
              <a:prstGeom prst="rect">
                <a:avLst/>
              </a:prstGeom>
              <a:solidFill>
                <a:srgbClr val="0072B2"/>
              </a:solidFill>
              <a:ln w="0">
                <a:noFill/>
                <a:prstDash val="solid"/>
              </a:ln>
            </p:spPr>
          </p:sp>
          <p:sp>
            <p:nvSpPr>
              <p:cNvPr id="999" name="original-2d:744"/>
              <p:cNvSpPr>
                <a:spLocks noGrp="1"/>
              </p:cNvSpPr>
              <p:nvPr/>
            </p:nvSpPr>
            <p:spPr>
              <a:xfrm>
                <a:off x="3762947" y="2304733"/>
                <a:ext cx="84723" cy="94121"/>
              </a:xfrm>
              <a:prstGeom prst="rect">
                <a:avLst/>
              </a:prstGeom>
              <a:solidFill>
                <a:srgbClr val="0072B2"/>
              </a:solidFill>
              <a:ln w="0">
                <a:noFill/>
                <a:prstDash val="solid"/>
              </a:ln>
            </p:spPr>
          </p:sp>
          <p:sp>
            <p:nvSpPr>
              <p:cNvPr id="1000" name="original-2d:745"/>
              <p:cNvSpPr>
                <a:spLocks noGrp="1"/>
              </p:cNvSpPr>
              <p:nvPr/>
            </p:nvSpPr>
            <p:spPr>
              <a:xfrm>
                <a:off x="3847529" y="2304733"/>
                <a:ext cx="84723" cy="94121"/>
              </a:xfrm>
              <a:prstGeom prst="rect">
                <a:avLst/>
              </a:prstGeom>
              <a:solidFill>
                <a:srgbClr val="0072B2"/>
              </a:solidFill>
              <a:ln w="0">
                <a:noFill/>
                <a:prstDash val="solid"/>
              </a:ln>
            </p:spPr>
          </p:sp>
          <p:sp>
            <p:nvSpPr>
              <p:cNvPr id="1001" name="original-2d:746"/>
              <p:cNvSpPr>
                <a:spLocks noGrp="1"/>
              </p:cNvSpPr>
              <p:nvPr/>
            </p:nvSpPr>
            <p:spPr>
              <a:xfrm>
                <a:off x="3932111" y="2304733"/>
                <a:ext cx="84723" cy="94121"/>
              </a:xfrm>
              <a:prstGeom prst="rect">
                <a:avLst/>
              </a:prstGeom>
              <a:solidFill>
                <a:srgbClr val="0072B2"/>
              </a:solidFill>
              <a:ln w="0">
                <a:noFill/>
                <a:prstDash val="solid"/>
              </a:ln>
            </p:spPr>
          </p:sp>
          <p:sp>
            <p:nvSpPr>
              <p:cNvPr id="1002" name="original-2d:747"/>
              <p:cNvSpPr>
                <a:spLocks noGrp="1"/>
              </p:cNvSpPr>
              <p:nvPr/>
            </p:nvSpPr>
            <p:spPr>
              <a:xfrm>
                <a:off x="4016693" y="2304733"/>
                <a:ext cx="84723" cy="94121"/>
              </a:xfrm>
              <a:prstGeom prst="rect">
                <a:avLst/>
              </a:prstGeom>
              <a:solidFill>
                <a:srgbClr val="0072B2"/>
              </a:solidFill>
              <a:ln w="0">
                <a:noFill/>
                <a:prstDash val="solid"/>
              </a:ln>
            </p:spPr>
          </p:sp>
          <p:sp>
            <p:nvSpPr>
              <p:cNvPr id="1003" name="original-2d:748"/>
              <p:cNvSpPr>
                <a:spLocks noGrp="1"/>
              </p:cNvSpPr>
              <p:nvPr/>
            </p:nvSpPr>
            <p:spPr>
              <a:xfrm>
                <a:off x="4101275" y="2304733"/>
                <a:ext cx="84723" cy="94121"/>
              </a:xfrm>
              <a:prstGeom prst="rect">
                <a:avLst/>
              </a:prstGeom>
              <a:solidFill>
                <a:srgbClr val="0072B2"/>
              </a:solidFill>
              <a:ln w="0">
                <a:noFill/>
                <a:prstDash val="solid"/>
              </a:ln>
            </p:spPr>
          </p:sp>
          <p:sp>
            <p:nvSpPr>
              <p:cNvPr id="1004" name="original-2d:749"/>
              <p:cNvSpPr>
                <a:spLocks noGrp="1"/>
              </p:cNvSpPr>
              <p:nvPr/>
            </p:nvSpPr>
            <p:spPr>
              <a:xfrm>
                <a:off x="4185857" y="2304733"/>
                <a:ext cx="84723" cy="94121"/>
              </a:xfrm>
              <a:prstGeom prst="rect">
                <a:avLst/>
              </a:prstGeom>
              <a:solidFill>
                <a:srgbClr val="D4B4CC"/>
              </a:solidFill>
              <a:ln w="0">
                <a:noFill/>
                <a:prstDash val="solid"/>
              </a:ln>
            </p:spPr>
          </p:sp>
          <p:sp>
            <p:nvSpPr>
              <p:cNvPr id="1005" name="original-2d:750"/>
              <p:cNvSpPr>
                <a:spLocks noGrp="1"/>
              </p:cNvSpPr>
              <p:nvPr/>
            </p:nvSpPr>
            <p:spPr>
              <a:xfrm>
                <a:off x="4270439" y="2304733"/>
                <a:ext cx="84723" cy="94121"/>
              </a:xfrm>
              <a:prstGeom prst="rect">
                <a:avLst/>
              </a:prstGeom>
              <a:solidFill>
                <a:srgbClr val="D4B4CC"/>
              </a:solidFill>
              <a:ln w="0">
                <a:noFill/>
                <a:prstDash val="solid"/>
              </a:ln>
            </p:spPr>
          </p:sp>
          <p:sp>
            <p:nvSpPr>
              <p:cNvPr id="1006" name="original-2d:751"/>
              <p:cNvSpPr>
                <a:spLocks noGrp="1"/>
              </p:cNvSpPr>
              <p:nvPr/>
            </p:nvSpPr>
            <p:spPr>
              <a:xfrm>
                <a:off x="4355021" y="2304733"/>
                <a:ext cx="84723" cy="94121"/>
              </a:xfrm>
              <a:prstGeom prst="rect">
                <a:avLst/>
              </a:prstGeom>
              <a:solidFill>
                <a:srgbClr val="D4B4CC"/>
              </a:solidFill>
              <a:ln w="0">
                <a:noFill/>
                <a:prstDash val="solid"/>
              </a:ln>
            </p:spPr>
          </p:sp>
          <p:sp>
            <p:nvSpPr>
              <p:cNvPr id="1007" name="original-2d:752"/>
              <p:cNvSpPr>
                <a:spLocks noGrp="1"/>
              </p:cNvSpPr>
              <p:nvPr/>
            </p:nvSpPr>
            <p:spPr>
              <a:xfrm>
                <a:off x="4439603" y="2304733"/>
                <a:ext cx="84723" cy="94121"/>
              </a:xfrm>
              <a:prstGeom prst="rect">
                <a:avLst/>
              </a:prstGeom>
              <a:solidFill>
                <a:srgbClr val="D4B4CC"/>
              </a:solidFill>
              <a:ln w="0">
                <a:noFill/>
                <a:prstDash val="solid"/>
              </a:ln>
            </p:spPr>
          </p:sp>
          <p:sp>
            <p:nvSpPr>
              <p:cNvPr id="1008" name="original-2d:753"/>
              <p:cNvSpPr>
                <a:spLocks noGrp="1"/>
              </p:cNvSpPr>
              <p:nvPr/>
            </p:nvSpPr>
            <p:spPr>
              <a:xfrm>
                <a:off x="4524185" y="2304733"/>
                <a:ext cx="84723" cy="94121"/>
              </a:xfrm>
              <a:prstGeom prst="rect">
                <a:avLst/>
              </a:prstGeom>
              <a:solidFill>
                <a:srgbClr val="D4B4CC"/>
              </a:solidFill>
              <a:ln w="0">
                <a:noFill/>
                <a:prstDash val="solid"/>
              </a:ln>
            </p:spPr>
          </p:sp>
          <p:sp>
            <p:nvSpPr>
              <p:cNvPr id="1009" name="original-2d:754"/>
              <p:cNvSpPr>
                <a:spLocks noGrp="1"/>
              </p:cNvSpPr>
              <p:nvPr/>
            </p:nvSpPr>
            <p:spPr>
              <a:xfrm>
                <a:off x="4608767" y="2304733"/>
                <a:ext cx="84723" cy="94121"/>
              </a:xfrm>
              <a:prstGeom prst="rect">
                <a:avLst/>
              </a:prstGeom>
              <a:solidFill>
                <a:srgbClr val="D4B4CC"/>
              </a:solidFill>
              <a:ln w="0">
                <a:noFill/>
                <a:prstDash val="solid"/>
              </a:ln>
            </p:spPr>
          </p:sp>
          <p:sp>
            <p:nvSpPr>
              <p:cNvPr id="1010" name="original-2d:755"/>
              <p:cNvSpPr>
                <a:spLocks noGrp="1"/>
              </p:cNvSpPr>
              <p:nvPr/>
            </p:nvSpPr>
            <p:spPr>
              <a:xfrm>
                <a:off x="4693349" y="2304733"/>
                <a:ext cx="84723" cy="94121"/>
              </a:xfrm>
              <a:prstGeom prst="rect">
                <a:avLst/>
              </a:prstGeom>
              <a:solidFill>
                <a:srgbClr val="D4B4CC"/>
              </a:solidFill>
              <a:ln w="0">
                <a:noFill/>
                <a:prstDash val="solid"/>
              </a:ln>
            </p:spPr>
          </p:sp>
          <p:sp>
            <p:nvSpPr>
              <p:cNvPr id="1011" name="original-2d:756"/>
              <p:cNvSpPr>
                <a:spLocks noGrp="1"/>
              </p:cNvSpPr>
              <p:nvPr/>
            </p:nvSpPr>
            <p:spPr>
              <a:xfrm>
                <a:off x="4777931" y="2304733"/>
                <a:ext cx="84723" cy="94121"/>
              </a:xfrm>
              <a:prstGeom prst="rect">
                <a:avLst/>
              </a:prstGeom>
              <a:solidFill>
                <a:srgbClr val="D4B4CC"/>
              </a:solidFill>
              <a:ln w="0">
                <a:noFill/>
                <a:prstDash val="solid"/>
              </a:ln>
            </p:spPr>
          </p:sp>
          <p:sp>
            <p:nvSpPr>
              <p:cNvPr id="1012" name="original-2d:757"/>
              <p:cNvSpPr>
                <a:spLocks noGrp="1"/>
              </p:cNvSpPr>
              <p:nvPr/>
            </p:nvSpPr>
            <p:spPr>
              <a:xfrm>
                <a:off x="4862513" y="2304733"/>
                <a:ext cx="84723" cy="94121"/>
              </a:xfrm>
              <a:prstGeom prst="rect">
                <a:avLst/>
              </a:prstGeom>
              <a:solidFill>
                <a:srgbClr val="D4B4CC"/>
              </a:solidFill>
              <a:ln w="0">
                <a:noFill/>
                <a:prstDash val="solid"/>
              </a:ln>
            </p:spPr>
          </p:sp>
          <p:sp>
            <p:nvSpPr>
              <p:cNvPr id="1013" name="original-2d:758"/>
              <p:cNvSpPr>
                <a:spLocks noGrp="1"/>
              </p:cNvSpPr>
              <p:nvPr/>
            </p:nvSpPr>
            <p:spPr>
              <a:xfrm>
                <a:off x="4947095" y="2304733"/>
                <a:ext cx="84723" cy="94121"/>
              </a:xfrm>
              <a:prstGeom prst="rect">
                <a:avLst/>
              </a:prstGeom>
              <a:solidFill>
                <a:srgbClr val="DCE8ED"/>
              </a:solidFill>
              <a:ln w="0">
                <a:noFill/>
                <a:prstDash val="solid"/>
              </a:ln>
            </p:spPr>
          </p:sp>
          <p:sp>
            <p:nvSpPr>
              <p:cNvPr id="1014" name="original-2d:759"/>
              <p:cNvSpPr>
                <a:spLocks noGrp="1"/>
              </p:cNvSpPr>
              <p:nvPr/>
            </p:nvSpPr>
            <p:spPr>
              <a:xfrm>
                <a:off x="5031677" y="2304733"/>
                <a:ext cx="84723" cy="94121"/>
              </a:xfrm>
              <a:prstGeom prst="rect">
                <a:avLst/>
              </a:prstGeom>
              <a:solidFill>
                <a:srgbClr val="DCE8ED"/>
              </a:solidFill>
              <a:ln w="0">
                <a:noFill/>
                <a:prstDash val="solid"/>
              </a:ln>
            </p:spPr>
          </p:sp>
          <p:sp>
            <p:nvSpPr>
              <p:cNvPr id="1015" name="original-2d:760"/>
              <p:cNvSpPr>
                <a:spLocks noGrp="1"/>
              </p:cNvSpPr>
              <p:nvPr/>
            </p:nvSpPr>
            <p:spPr>
              <a:xfrm>
                <a:off x="5116259" y="2304733"/>
                <a:ext cx="84723" cy="94121"/>
              </a:xfrm>
              <a:prstGeom prst="rect">
                <a:avLst/>
              </a:prstGeom>
              <a:solidFill>
                <a:srgbClr val="DCE8ED"/>
              </a:solidFill>
              <a:ln w="0">
                <a:noFill/>
                <a:prstDash val="solid"/>
              </a:ln>
            </p:spPr>
          </p:sp>
          <p:sp>
            <p:nvSpPr>
              <p:cNvPr id="1016" name="original-2d:761"/>
              <p:cNvSpPr>
                <a:spLocks noGrp="1"/>
              </p:cNvSpPr>
              <p:nvPr/>
            </p:nvSpPr>
            <p:spPr>
              <a:xfrm>
                <a:off x="5200841" y="2304733"/>
                <a:ext cx="84723" cy="94121"/>
              </a:xfrm>
              <a:prstGeom prst="rect">
                <a:avLst/>
              </a:prstGeom>
              <a:solidFill>
                <a:srgbClr val="DCE8ED"/>
              </a:solidFill>
              <a:ln w="0">
                <a:noFill/>
                <a:prstDash val="solid"/>
              </a:ln>
            </p:spPr>
          </p:sp>
          <p:sp>
            <p:nvSpPr>
              <p:cNvPr id="1017" name="original-2d:762"/>
              <p:cNvSpPr>
                <a:spLocks noGrp="1"/>
              </p:cNvSpPr>
              <p:nvPr/>
            </p:nvSpPr>
            <p:spPr>
              <a:xfrm>
                <a:off x="3593783" y="2398713"/>
                <a:ext cx="84723" cy="94121"/>
              </a:xfrm>
              <a:prstGeom prst="rect">
                <a:avLst/>
              </a:prstGeom>
              <a:solidFill>
                <a:srgbClr val="0072B2"/>
              </a:solidFill>
              <a:ln w="0">
                <a:noFill/>
                <a:prstDash val="solid"/>
              </a:ln>
            </p:spPr>
          </p:sp>
          <p:sp>
            <p:nvSpPr>
              <p:cNvPr id="1018" name="original-2d:763"/>
              <p:cNvSpPr>
                <a:spLocks noGrp="1"/>
              </p:cNvSpPr>
              <p:nvPr/>
            </p:nvSpPr>
            <p:spPr>
              <a:xfrm>
                <a:off x="3678365" y="2398713"/>
                <a:ext cx="84723" cy="94121"/>
              </a:xfrm>
              <a:prstGeom prst="rect">
                <a:avLst/>
              </a:prstGeom>
              <a:solidFill>
                <a:srgbClr val="0072B2"/>
              </a:solidFill>
              <a:ln w="0">
                <a:noFill/>
                <a:prstDash val="solid"/>
              </a:ln>
            </p:spPr>
          </p:sp>
          <p:sp>
            <p:nvSpPr>
              <p:cNvPr id="1019" name="original-2d:764"/>
              <p:cNvSpPr>
                <a:spLocks noGrp="1"/>
              </p:cNvSpPr>
              <p:nvPr/>
            </p:nvSpPr>
            <p:spPr>
              <a:xfrm>
                <a:off x="3762947" y="2398713"/>
                <a:ext cx="84723" cy="94121"/>
              </a:xfrm>
              <a:prstGeom prst="rect">
                <a:avLst/>
              </a:prstGeom>
              <a:solidFill>
                <a:srgbClr val="0072B2"/>
              </a:solidFill>
              <a:ln w="0">
                <a:noFill/>
                <a:prstDash val="solid"/>
              </a:ln>
            </p:spPr>
          </p:sp>
          <p:sp>
            <p:nvSpPr>
              <p:cNvPr id="1020" name="original-2d:765"/>
              <p:cNvSpPr>
                <a:spLocks noGrp="1"/>
              </p:cNvSpPr>
              <p:nvPr/>
            </p:nvSpPr>
            <p:spPr>
              <a:xfrm>
                <a:off x="3847529" y="2398713"/>
                <a:ext cx="84723" cy="94121"/>
              </a:xfrm>
              <a:prstGeom prst="rect">
                <a:avLst/>
              </a:prstGeom>
              <a:solidFill>
                <a:srgbClr val="0072B2"/>
              </a:solidFill>
              <a:ln w="0">
                <a:noFill/>
                <a:prstDash val="solid"/>
              </a:ln>
            </p:spPr>
          </p:sp>
          <p:sp>
            <p:nvSpPr>
              <p:cNvPr id="1021" name="original-2d:766"/>
              <p:cNvSpPr>
                <a:spLocks noGrp="1"/>
              </p:cNvSpPr>
              <p:nvPr/>
            </p:nvSpPr>
            <p:spPr>
              <a:xfrm>
                <a:off x="3932111" y="2398713"/>
                <a:ext cx="84723" cy="94121"/>
              </a:xfrm>
              <a:prstGeom prst="rect">
                <a:avLst/>
              </a:prstGeom>
              <a:solidFill>
                <a:srgbClr val="0072B2"/>
              </a:solidFill>
              <a:ln w="0">
                <a:noFill/>
                <a:prstDash val="solid"/>
              </a:ln>
            </p:spPr>
          </p:sp>
          <p:sp>
            <p:nvSpPr>
              <p:cNvPr id="1022" name="original-2d:767"/>
              <p:cNvSpPr>
                <a:spLocks noGrp="1"/>
              </p:cNvSpPr>
              <p:nvPr/>
            </p:nvSpPr>
            <p:spPr>
              <a:xfrm>
                <a:off x="4016693" y="2398713"/>
                <a:ext cx="84723" cy="94121"/>
              </a:xfrm>
              <a:prstGeom prst="rect">
                <a:avLst/>
              </a:prstGeom>
              <a:solidFill>
                <a:srgbClr val="0072B2"/>
              </a:solidFill>
              <a:ln w="0">
                <a:noFill/>
                <a:prstDash val="solid"/>
              </a:ln>
            </p:spPr>
          </p:sp>
          <p:sp>
            <p:nvSpPr>
              <p:cNvPr id="1023" name="original-2d:768"/>
              <p:cNvSpPr>
                <a:spLocks noGrp="1"/>
              </p:cNvSpPr>
              <p:nvPr/>
            </p:nvSpPr>
            <p:spPr>
              <a:xfrm>
                <a:off x="4101275" y="2398713"/>
                <a:ext cx="84723" cy="94121"/>
              </a:xfrm>
              <a:prstGeom prst="rect">
                <a:avLst/>
              </a:prstGeom>
              <a:solidFill>
                <a:srgbClr val="D4B4CC"/>
              </a:solidFill>
              <a:ln w="0">
                <a:noFill/>
                <a:prstDash val="solid"/>
              </a:ln>
            </p:spPr>
          </p:sp>
          <p:sp>
            <p:nvSpPr>
              <p:cNvPr id="1024" name="original-2d:769"/>
              <p:cNvSpPr>
                <a:spLocks noGrp="1"/>
              </p:cNvSpPr>
              <p:nvPr/>
            </p:nvSpPr>
            <p:spPr>
              <a:xfrm>
                <a:off x="4185857" y="2398713"/>
                <a:ext cx="84723" cy="94121"/>
              </a:xfrm>
              <a:prstGeom prst="rect">
                <a:avLst/>
              </a:prstGeom>
              <a:solidFill>
                <a:srgbClr val="D4B4CC"/>
              </a:solidFill>
              <a:ln w="0">
                <a:noFill/>
                <a:prstDash val="solid"/>
              </a:ln>
            </p:spPr>
          </p:sp>
          <p:sp>
            <p:nvSpPr>
              <p:cNvPr id="1025" name="original-2d:770"/>
              <p:cNvSpPr>
                <a:spLocks noGrp="1"/>
              </p:cNvSpPr>
              <p:nvPr/>
            </p:nvSpPr>
            <p:spPr>
              <a:xfrm>
                <a:off x="4270439" y="2398713"/>
                <a:ext cx="84723" cy="94121"/>
              </a:xfrm>
              <a:prstGeom prst="rect">
                <a:avLst/>
              </a:prstGeom>
              <a:solidFill>
                <a:srgbClr val="D4B4CC"/>
              </a:solidFill>
              <a:ln w="0">
                <a:noFill/>
                <a:prstDash val="solid"/>
              </a:ln>
            </p:spPr>
          </p:sp>
          <p:sp>
            <p:nvSpPr>
              <p:cNvPr id="1026" name="original-2d:771"/>
              <p:cNvSpPr>
                <a:spLocks noGrp="1"/>
              </p:cNvSpPr>
              <p:nvPr/>
            </p:nvSpPr>
            <p:spPr>
              <a:xfrm>
                <a:off x="4355021" y="2398713"/>
                <a:ext cx="84723" cy="94121"/>
              </a:xfrm>
              <a:prstGeom prst="rect">
                <a:avLst/>
              </a:prstGeom>
              <a:solidFill>
                <a:srgbClr val="D4B4CC"/>
              </a:solidFill>
              <a:ln w="0">
                <a:noFill/>
                <a:prstDash val="solid"/>
              </a:ln>
            </p:spPr>
          </p:sp>
          <p:sp>
            <p:nvSpPr>
              <p:cNvPr id="1027" name="original-2d:772"/>
              <p:cNvSpPr>
                <a:spLocks noGrp="1"/>
              </p:cNvSpPr>
              <p:nvPr/>
            </p:nvSpPr>
            <p:spPr>
              <a:xfrm>
                <a:off x="4439603" y="2398713"/>
                <a:ext cx="84723" cy="94121"/>
              </a:xfrm>
              <a:prstGeom prst="rect">
                <a:avLst/>
              </a:prstGeom>
              <a:solidFill>
                <a:srgbClr val="DCE8ED"/>
              </a:solidFill>
              <a:ln w="0">
                <a:noFill/>
                <a:prstDash val="solid"/>
              </a:ln>
            </p:spPr>
          </p:sp>
          <p:sp>
            <p:nvSpPr>
              <p:cNvPr id="1028" name="original-2d:773"/>
              <p:cNvSpPr>
                <a:spLocks noGrp="1"/>
              </p:cNvSpPr>
              <p:nvPr/>
            </p:nvSpPr>
            <p:spPr>
              <a:xfrm>
                <a:off x="4524185" y="2398713"/>
                <a:ext cx="84723" cy="94121"/>
              </a:xfrm>
              <a:prstGeom prst="rect">
                <a:avLst/>
              </a:prstGeom>
              <a:solidFill>
                <a:srgbClr val="DCE8ED"/>
              </a:solidFill>
              <a:ln w="0">
                <a:noFill/>
                <a:prstDash val="solid"/>
              </a:ln>
            </p:spPr>
          </p:sp>
          <p:sp>
            <p:nvSpPr>
              <p:cNvPr id="1029" name="original-2d:774"/>
              <p:cNvSpPr>
                <a:spLocks noGrp="1"/>
              </p:cNvSpPr>
              <p:nvPr/>
            </p:nvSpPr>
            <p:spPr>
              <a:xfrm>
                <a:off x="4608767" y="2398713"/>
                <a:ext cx="84723" cy="94121"/>
              </a:xfrm>
              <a:prstGeom prst="rect">
                <a:avLst/>
              </a:prstGeom>
              <a:solidFill>
                <a:srgbClr val="DCE8ED"/>
              </a:solidFill>
              <a:ln w="0">
                <a:noFill/>
                <a:prstDash val="solid"/>
              </a:ln>
            </p:spPr>
          </p:sp>
          <p:sp>
            <p:nvSpPr>
              <p:cNvPr id="1030" name="original-2d:775"/>
              <p:cNvSpPr>
                <a:spLocks noGrp="1"/>
              </p:cNvSpPr>
              <p:nvPr/>
            </p:nvSpPr>
            <p:spPr>
              <a:xfrm>
                <a:off x="4693349" y="2398713"/>
                <a:ext cx="84723" cy="94121"/>
              </a:xfrm>
              <a:prstGeom prst="rect">
                <a:avLst/>
              </a:prstGeom>
              <a:solidFill>
                <a:srgbClr val="DCE8ED"/>
              </a:solidFill>
              <a:ln w="0">
                <a:noFill/>
                <a:prstDash val="solid"/>
              </a:ln>
            </p:spPr>
          </p:sp>
          <p:sp>
            <p:nvSpPr>
              <p:cNvPr id="1031" name="original-2d:776"/>
              <p:cNvSpPr>
                <a:spLocks noGrp="1"/>
              </p:cNvSpPr>
              <p:nvPr/>
            </p:nvSpPr>
            <p:spPr>
              <a:xfrm>
                <a:off x="4777931" y="2398713"/>
                <a:ext cx="84723" cy="94121"/>
              </a:xfrm>
              <a:prstGeom prst="rect">
                <a:avLst/>
              </a:prstGeom>
              <a:solidFill>
                <a:srgbClr val="DCE8ED"/>
              </a:solidFill>
              <a:ln w="0">
                <a:noFill/>
                <a:prstDash val="solid"/>
              </a:ln>
            </p:spPr>
          </p:sp>
          <p:sp>
            <p:nvSpPr>
              <p:cNvPr id="1032" name="original-2d:777"/>
              <p:cNvSpPr>
                <a:spLocks noGrp="1"/>
              </p:cNvSpPr>
              <p:nvPr/>
            </p:nvSpPr>
            <p:spPr>
              <a:xfrm>
                <a:off x="4862513" y="2398713"/>
                <a:ext cx="84723" cy="94121"/>
              </a:xfrm>
              <a:prstGeom prst="rect">
                <a:avLst/>
              </a:prstGeom>
              <a:solidFill>
                <a:srgbClr val="DCE8ED"/>
              </a:solidFill>
              <a:ln w="0">
                <a:noFill/>
                <a:prstDash val="solid"/>
              </a:ln>
            </p:spPr>
          </p:sp>
          <p:sp>
            <p:nvSpPr>
              <p:cNvPr id="1033" name="original-2d:778"/>
              <p:cNvSpPr>
                <a:spLocks noGrp="1"/>
              </p:cNvSpPr>
              <p:nvPr/>
            </p:nvSpPr>
            <p:spPr>
              <a:xfrm>
                <a:off x="4947095" y="2398713"/>
                <a:ext cx="84723" cy="94121"/>
              </a:xfrm>
              <a:prstGeom prst="rect">
                <a:avLst/>
              </a:prstGeom>
              <a:solidFill>
                <a:srgbClr val="DCE8ED"/>
              </a:solidFill>
              <a:ln w="0">
                <a:noFill/>
                <a:prstDash val="solid"/>
              </a:ln>
            </p:spPr>
          </p:sp>
          <p:sp>
            <p:nvSpPr>
              <p:cNvPr id="1034" name="original-2d:779"/>
              <p:cNvSpPr>
                <a:spLocks noGrp="1"/>
              </p:cNvSpPr>
              <p:nvPr/>
            </p:nvSpPr>
            <p:spPr>
              <a:xfrm>
                <a:off x="5031677" y="2398713"/>
                <a:ext cx="84723" cy="94121"/>
              </a:xfrm>
              <a:prstGeom prst="rect">
                <a:avLst/>
              </a:prstGeom>
              <a:solidFill>
                <a:srgbClr val="DCE8ED"/>
              </a:solidFill>
              <a:ln w="0">
                <a:noFill/>
                <a:prstDash val="solid"/>
              </a:ln>
            </p:spPr>
          </p:sp>
          <p:sp>
            <p:nvSpPr>
              <p:cNvPr id="1035" name="original-2d:780"/>
              <p:cNvSpPr>
                <a:spLocks noGrp="1"/>
              </p:cNvSpPr>
              <p:nvPr/>
            </p:nvSpPr>
            <p:spPr>
              <a:xfrm>
                <a:off x="5116259" y="2398713"/>
                <a:ext cx="84723" cy="94121"/>
              </a:xfrm>
              <a:prstGeom prst="rect">
                <a:avLst/>
              </a:prstGeom>
              <a:solidFill>
                <a:srgbClr val="DCE8ED"/>
              </a:solidFill>
              <a:ln w="0">
                <a:noFill/>
                <a:prstDash val="solid"/>
              </a:ln>
            </p:spPr>
          </p:sp>
          <p:sp>
            <p:nvSpPr>
              <p:cNvPr id="1036" name="original-2d:781"/>
              <p:cNvSpPr>
                <a:spLocks noGrp="1"/>
              </p:cNvSpPr>
              <p:nvPr/>
            </p:nvSpPr>
            <p:spPr>
              <a:xfrm>
                <a:off x="5200841" y="2398713"/>
                <a:ext cx="84723" cy="94121"/>
              </a:xfrm>
              <a:prstGeom prst="rect">
                <a:avLst/>
              </a:prstGeom>
              <a:solidFill>
                <a:srgbClr val="DCE8ED"/>
              </a:solidFill>
              <a:ln w="0">
                <a:noFill/>
                <a:prstDash val="solid"/>
              </a:ln>
            </p:spPr>
          </p:sp>
          <p:sp>
            <p:nvSpPr>
              <p:cNvPr id="1037" name="original-2d:782"/>
              <p:cNvSpPr>
                <a:spLocks noGrp="1"/>
              </p:cNvSpPr>
              <p:nvPr/>
            </p:nvSpPr>
            <p:spPr>
              <a:xfrm>
                <a:off x="3593783" y="2492693"/>
                <a:ext cx="84723" cy="94121"/>
              </a:xfrm>
              <a:prstGeom prst="rect">
                <a:avLst/>
              </a:prstGeom>
              <a:solidFill>
                <a:srgbClr val="0072B2"/>
              </a:solidFill>
              <a:ln w="0">
                <a:noFill/>
                <a:prstDash val="solid"/>
              </a:ln>
            </p:spPr>
          </p:sp>
          <p:sp>
            <p:nvSpPr>
              <p:cNvPr id="1038" name="original-2d:783"/>
              <p:cNvSpPr>
                <a:spLocks noGrp="1"/>
              </p:cNvSpPr>
              <p:nvPr/>
            </p:nvSpPr>
            <p:spPr>
              <a:xfrm>
                <a:off x="3678365" y="2492693"/>
                <a:ext cx="84723" cy="94121"/>
              </a:xfrm>
              <a:prstGeom prst="rect">
                <a:avLst/>
              </a:prstGeom>
              <a:solidFill>
                <a:srgbClr val="0072B2"/>
              </a:solidFill>
              <a:ln w="0">
                <a:noFill/>
                <a:prstDash val="solid"/>
              </a:ln>
            </p:spPr>
          </p:sp>
          <p:sp>
            <p:nvSpPr>
              <p:cNvPr id="1039" name="original-2d:784"/>
              <p:cNvSpPr>
                <a:spLocks noGrp="1"/>
              </p:cNvSpPr>
              <p:nvPr/>
            </p:nvSpPr>
            <p:spPr>
              <a:xfrm>
                <a:off x="3762947" y="2492693"/>
                <a:ext cx="84723" cy="94121"/>
              </a:xfrm>
              <a:prstGeom prst="rect">
                <a:avLst/>
              </a:prstGeom>
              <a:solidFill>
                <a:srgbClr val="0072B2"/>
              </a:solidFill>
              <a:ln w="0">
                <a:noFill/>
                <a:prstDash val="solid"/>
              </a:ln>
            </p:spPr>
          </p:sp>
          <p:sp>
            <p:nvSpPr>
              <p:cNvPr id="1040" name="original-2d:785"/>
              <p:cNvSpPr>
                <a:spLocks noGrp="1"/>
              </p:cNvSpPr>
              <p:nvPr/>
            </p:nvSpPr>
            <p:spPr>
              <a:xfrm>
                <a:off x="3847529" y="2492693"/>
                <a:ext cx="84723" cy="94121"/>
              </a:xfrm>
              <a:prstGeom prst="rect">
                <a:avLst/>
              </a:prstGeom>
              <a:solidFill>
                <a:srgbClr val="0072B2"/>
              </a:solidFill>
              <a:ln w="0">
                <a:noFill/>
                <a:prstDash val="solid"/>
              </a:ln>
            </p:spPr>
          </p:sp>
          <p:sp>
            <p:nvSpPr>
              <p:cNvPr id="1041" name="original-2d:786"/>
              <p:cNvSpPr>
                <a:spLocks noGrp="1"/>
              </p:cNvSpPr>
              <p:nvPr/>
            </p:nvSpPr>
            <p:spPr>
              <a:xfrm>
                <a:off x="3932111" y="2492693"/>
                <a:ext cx="84723" cy="94121"/>
              </a:xfrm>
              <a:prstGeom prst="rect">
                <a:avLst/>
              </a:prstGeom>
              <a:solidFill>
                <a:srgbClr val="0072B2"/>
              </a:solidFill>
              <a:ln w="0">
                <a:noFill/>
                <a:prstDash val="solid"/>
              </a:ln>
            </p:spPr>
          </p:sp>
          <p:sp>
            <p:nvSpPr>
              <p:cNvPr id="1042" name="original-2d:787"/>
              <p:cNvSpPr>
                <a:spLocks noGrp="1"/>
              </p:cNvSpPr>
              <p:nvPr/>
            </p:nvSpPr>
            <p:spPr>
              <a:xfrm>
                <a:off x="4016693" y="2492693"/>
                <a:ext cx="84723" cy="94121"/>
              </a:xfrm>
              <a:prstGeom prst="rect">
                <a:avLst/>
              </a:prstGeom>
              <a:solidFill>
                <a:srgbClr val="D4B4CC"/>
              </a:solidFill>
              <a:ln w="0">
                <a:noFill/>
                <a:prstDash val="solid"/>
              </a:ln>
            </p:spPr>
          </p:sp>
          <p:sp>
            <p:nvSpPr>
              <p:cNvPr id="1043" name="original-2d:788"/>
              <p:cNvSpPr>
                <a:spLocks noGrp="1"/>
              </p:cNvSpPr>
              <p:nvPr/>
            </p:nvSpPr>
            <p:spPr>
              <a:xfrm>
                <a:off x="4101275" y="2492693"/>
                <a:ext cx="84723" cy="94121"/>
              </a:xfrm>
              <a:prstGeom prst="rect">
                <a:avLst/>
              </a:prstGeom>
              <a:solidFill>
                <a:srgbClr val="D4B4CC"/>
              </a:solidFill>
              <a:ln w="0">
                <a:noFill/>
                <a:prstDash val="solid"/>
              </a:ln>
            </p:spPr>
          </p:sp>
          <p:sp>
            <p:nvSpPr>
              <p:cNvPr id="1044" name="original-2d:789"/>
              <p:cNvSpPr>
                <a:spLocks noGrp="1"/>
              </p:cNvSpPr>
              <p:nvPr/>
            </p:nvSpPr>
            <p:spPr>
              <a:xfrm>
                <a:off x="4185857" y="2492693"/>
                <a:ext cx="84723" cy="94121"/>
              </a:xfrm>
              <a:prstGeom prst="rect">
                <a:avLst/>
              </a:prstGeom>
              <a:solidFill>
                <a:srgbClr val="D4B4CC"/>
              </a:solidFill>
              <a:ln w="0">
                <a:noFill/>
                <a:prstDash val="solid"/>
              </a:ln>
            </p:spPr>
          </p:sp>
          <p:sp>
            <p:nvSpPr>
              <p:cNvPr id="1045" name="original-2d:790"/>
              <p:cNvSpPr>
                <a:spLocks noGrp="1"/>
              </p:cNvSpPr>
              <p:nvPr/>
            </p:nvSpPr>
            <p:spPr>
              <a:xfrm>
                <a:off x="4270439" y="2492693"/>
                <a:ext cx="84723" cy="94121"/>
              </a:xfrm>
              <a:prstGeom prst="rect">
                <a:avLst/>
              </a:prstGeom>
              <a:solidFill>
                <a:srgbClr val="DCE8ED"/>
              </a:solidFill>
              <a:ln w="0">
                <a:noFill/>
                <a:prstDash val="solid"/>
              </a:ln>
            </p:spPr>
          </p:sp>
          <p:sp>
            <p:nvSpPr>
              <p:cNvPr id="1046" name="original-2d:791"/>
              <p:cNvSpPr>
                <a:spLocks noGrp="1"/>
              </p:cNvSpPr>
              <p:nvPr/>
            </p:nvSpPr>
            <p:spPr>
              <a:xfrm>
                <a:off x="4355021" y="2492693"/>
                <a:ext cx="84723" cy="94121"/>
              </a:xfrm>
              <a:prstGeom prst="rect">
                <a:avLst/>
              </a:prstGeom>
              <a:solidFill>
                <a:srgbClr val="DCE8ED"/>
              </a:solidFill>
              <a:ln w="0">
                <a:noFill/>
                <a:prstDash val="solid"/>
              </a:ln>
            </p:spPr>
          </p:sp>
          <p:sp>
            <p:nvSpPr>
              <p:cNvPr id="1047" name="original-2d:792"/>
              <p:cNvSpPr>
                <a:spLocks noGrp="1"/>
              </p:cNvSpPr>
              <p:nvPr/>
            </p:nvSpPr>
            <p:spPr>
              <a:xfrm>
                <a:off x="4439603" y="2492693"/>
                <a:ext cx="84723" cy="94121"/>
              </a:xfrm>
              <a:prstGeom prst="rect">
                <a:avLst/>
              </a:prstGeom>
              <a:solidFill>
                <a:srgbClr val="DCE8ED"/>
              </a:solidFill>
              <a:ln w="0">
                <a:noFill/>
                <a:prstDash val="solid"/>
              </a:ln>
            </p:spPr>
          </p:sp>
          <p:sp>
            <p:nvSpPr>
              <p:cNvPr id="1048" name="original-2d:793"/>
              <p:cNvSpPr>
                <a:spLocks noGrp="1"/>
              </p:cNvSpPr>
              <p:nvPr/>
            </p:nvSpPr>
            <p:spPr>
              <a:xfrm>
                <a:off x="4524185" y="2492693"/>
                <a:ext cx="84723" cy="94121"/>
              </a:xfrm>
              <a:prstGeom prst="rect">
                <a:avLst/>
              </a:prstGeom>
              <a:solidFill>
                <a:srgbClr val="DCE8ED"/>
              </a:solidFill>
              <a:ln w="0">
                <a:noFill/>
                <a:prstDash val="solid"/>
              </a:ln>
            </p:spPr>
          </p:sp>
          <p:sp>
            <p:nvSpPr>
              <p:cNvPr id="1049" name="original-2d:794"/>
              <p:cNvSpPr>
                <a:spLocks noGrp="1"/>
              </p:cNvSpPr>
              <p:nvPr/>
            </p:nvSpPr>
            <p:spPr>
              <a:xfrm>
                <a:off x="4608767" y="2492693"/>
                <a:ext cx="84723" cy="94121"/>
              </a:xfrm>
              <a:prstGeom prst="rect">
                <a:avLst/>
              </a:prstGeom>
              <a:solidFill>
                <a:srgbClr val="81C9BA"/>
              </a:solidFill>
              <a:ln w="0">
                <a:noFill/>
                <a:prstDash val="solid"/>
              </a:ln>
            </p:spPr>
          </p:sp>
          <p:sp>
            <p:nvSpPr>
              <p:cNvPr id="1050" name="original-2d:795"/>
              <p:cNvSpPr>
                <a:spLocks noGrp="1"/>
              </p:cNvSpPr>
              <p:nvPr/>
            </p:nvSpPr>
            <p:spPr>
              <a:xfrm>
                <a:off x="4693349" y="2492693"/>
                <a:ext cx="84723" cy="94121"/>
              </a:xfrm>
              <a:prstGeom prst="rect">
                <a:avLst/>
              </a:prstGeom>
              <a:solidFill>
                <a:srgbClr val="81C9BA"/>
              </a:solidFill>
              <a:ln w="0">
                <a:noFill/>
                <a:prstDash val="solid"/>
              </a:ln>
            </p:spPr>
          </p:sp>
          <p:sp>
            <p:nvSpPr>
              <p:cNvPr id="1051" name="original-2d:796"/>
              <p:cNvSpPr>
                <a:spLocks noGrp="1"/>
              </p:cNvSpPr>
              <p:nvPr/>
            </p:nvSpPr>
            <p:spPr>
              <a:xfrm>
                <a:off x="4777931" y="2492693"/>
                <a:ext cx="84723" cy="94121"/>
              </a:xfrm>
              <a:prstGeom prst="rect">
                <a:avLst/>
              </a:prstGeom>
              <a:solidFill>
                <a:srgbClr val="81C9BA"/>
              </a:solidFill>
              <a:ln w="0">
                <a:noFill/>
                <a:prstDash val="solid"/>
              </a:ln>
            </p:spPr>
          </p:sp>
          <p:sp>
            <p:nvSpPr>
              <p:cNvPr id="1052" name="original-2d:797"/>
              <p:cNvSpPr>
                <a:spLocks noGrp="1"/>
              </p:cNvSpPr>
              <p:nvPr/>
            </p:nvSpPr>
            <p:spPr>
              <a:xfrm>
                <a:off x="4862513" y="2492693"/>
                <a:ext cx="84723" cy="94121"/>
              </a:xfrm>
              <a:prstGeom prst="rect">
                <a:avLst/>
              </a:prstGeom>
              <a:solidFill>
                <a:srgbClr val="81C9BA"/>
              </a:solidFill>
              <a:ln w="0">
                <a:noFill/>
                <a:prstDash val="solid"/>
              </a:ln>
            </p:spPr>
          </p:sp>
          <p:sp>
            <p:nvSpPr>
              <p:cNvPr id="1053" name="original-2d:798"/>
              <p:cNvSpPr>
                <a:spLocks noGrp="1"/>
              </p:cNvSpPr>
              <p:nvPr/>
            </p:nvSpPr>
            <p:spPr>
              <a:xfrm>
                <a:off x="4947095" y="2492693"/>
                <a:ext cx="84723" cy="94121"/>
              </a:xfrm>
              <a:prstGeom prst="rect">
                <a:avLst/>
              </a:prstGeom>
              <a:solidFill>
                <a:srgbClr val="81C9BA"/>
              </a:solidFill>
              <a:ln w="0">
                <a:noFill/>
                <a:prstDash val="solid"/>
              </a:ln>
            </p:spPr>
          </p:sp>
          <p:sp>
            <p:nvSpPr>
              <p:cNvPr id="1054" name="original-2d:799"/>
              <p:cNvSpPr>
                <a:spLocks noGrp="1"/>
              </p:cNvSpPr>
              <p:nvPr/>
            </p:nvSpPr>
            <p:spPr>
              <a:xfrm>
                <a:off x="5031677" y="2492693"/>
                <a:ext cx="84723" cy="94121"/>
              </a:xfrm>
              <a:prstGeom prst="rect">
                <a:avLst/>
              </a:prstGeom>
              <a:solidFill>
                <a:srgbClr val="81C9BA"/>
              </a:solidFill>
              <a:ln w="0">
                <a:noFill/>
                <a:prstDash val="solid"/>
              </a:ln>
            </p:spPr>
          </p:sp>
          <p:sp>
            <p:nvSpPr>
              <p:cNvPr id="1055" name="original-2d:800"/>
              <p:cNvSpPr>
                <a:spLocks noGrp="1"/>
              </p:cNvSpPr>
              <p:nvPr/>
            </p:nvSpPr>
            <p:spPr>
              <a:xfrm>
                <a:off x="5116259" y="2492693"/>
                <a:ext cx="84723" cy="94121"/>
              </a:xfrm>
              <a:prstGeom prst="rect">
                <a:avLst/>
              </a:prstGeom>
              <a:solidFill>
                <a:srgbClr val="DCE8ED"/>
              </a:solidFill>
              <a:ln w="0">
                <a:noFill/>
                <a:prstDash val="solid"/>
              </a:ln>
            </p:spPr>
          </p:sp>
          <p:sp>
            <p:nvSpPr>
              <p:cNvPr id="1056" name="original-2d:801"/>
              <p:cNvSpPr>
                <a:spLocks noGrp="1"/>
              </p:cNvSpPr>
              <p:nvPr/>
            </p:nvSpPr>
            <p:spPr>
              <a:xfrm>
                <a:off x="5200841" y="2492693"/>
                <a:ext cx="84723" cy="94121"/>
              </a:xfrm>
              <a:prstGeom prst="rect">
                <a:avLst/>
              </a:prstGeom>
              <a:solidFill>
                <a:srgbClr val="DCE8ED"/>
              </a:solidFill>
              <a:ln w="0">
                <a:noFill/>
                <a:prstDash val="solid"/>
              </a:ln>
            </p:spPr>
          </p:sp>
          <p:sp>
            <p:nvSpPr>
              <p:cNvPr id="1057" name="original-2d:802"/>
              <p:cNvSpPr>
                <a:spLocks noGrp="1"/>
              </p:cNvSpPr>
              <p:nvPr/>
            </p:nvSpPr>
            <p:spPr>
              <a:xfrm>
                <a:off x="3593783" y="2586673"/>
                <a:ext cx="84723" cy="94121"/>
              </a:xfrm>
              <a:prstGeom prst="rect">
                <a:avLst/>
              </a:prstGeom>
              <a:solidFill>
                <a:srgbClr val="D4B4CC"/>
              </a:solidFill>
              <a:ln w="0">
                <a:noFill/>
                <a:prstDash val="solid"/>
              </a:ln>
            </p:spPr>
          </p:sp>
          <p:sp>
            <p:nvSpPr>
              <p:cNvPr id="1058" name="original-2d:803"/>
              <p:cNvSpPr>
                <a:spLocks noGrp="1"/>
              </p:cNvSpPr>
              <p:nvPr/>
            </p:nvSpPr>
            <p:spPr>
              <a:xfrm>
                <a:off x="3678365" y="2586673"/>
                <a:ext cx="84723" cy="94121"/>
              </a:xfrm>
              <a:prstGeom prst="rect">
                <a:avLst/>
              </a:prstGeom>
              <a:solidFill>
                <a:srgbClr val="0072B2"/>
              </a:solidFill>
              <a:ln w="0">
                <a:noFill/>
                <a:prstDash val="solid"/>
              </a:ln>
            </p:spPr>
          </p:sp>
          <p:sp>
            <p:nvSpPr>
              <p:cNvPr id="1059" name="original-2d:804"/>
              <p:cNvSpPr>
                <a:spLocks noGrp="1"/>
              </p:cNvSpPr>
              <p:nvPr/>
            </p:nvSpPr>
            <p:spPr>
              <a:xfrm>
                <a:off x="3762947" y="2586673"/>
                <a:ext cx="84723" cy="94121"/>
              </a:xfrm>
              <a:prstGeom prst="rect">
                <a:avLst/>
              </a:prstGeom>
              <a:solidFill>
                <a:srgbClr val="0072B2"/>
              </a:solidFill>
              <a:ln w="0">
                <a:noFill/>
                <a:prstDash val="solid"/>
              </a:ln>
            </p:spPr>
          </p:sp>
          <p:sp>
            <p:nvSpPr>
              <p:cNvPr id="1060" name="original-2d:805"/>
              <p:cNvSpPr>
                <a:spLocks noGrp="1"/>
              </p:cNvSpPr>
              <p:nvPr/>
            </p:nvSpPr>
            <p:spPr>
              <a:xfrm>
                <a:off x="3847529" y="2586673"/>
                <a:ext cx="84723" cy="94121"/>
              </a:xfrm>
              <a:prstGeom prst="rect">
                <a:avLst/>
              </a:prstGeom>
              <a:solidFill>
                <a:srgbClr val="D4B4CC"/>
              </a:solidFill>
              <a:ln w="0">
                <a:noFill/>
                <a:prstDash val="solid"/>
              </a:ln>
            </p:spPr>
          </p:sp>
          <p:sp>
            <p:nvSpPr>
              <p:cNvPr id="1061" name="original-2d:806"/>
              <p:cNvSpPr>
                <a:spLocks noGrp="1"/>
              </p:cNvSpPr>
              <p:nvPr/>
            </p:nvSpPr>
            <p:spPr>
              <a:xfrm>
                <a:off x="3932111" y="2586673"/>
                <a:ext cx="84723" cy="94121"/>
              </a:xfrm>
              <a:prstGeom prst="rect">
                <a:avLst/>
              </a:prstGeom>
              <a:solidFill>
                <a:srgbClr val="D4B4CC"/>
              </a:solidFill>
              <a:ln w="0">
                <a:noFill/>
                <a:prstDash val="solid"/>
              </a:ln>
            </p:spPr>
          </p:sp>
          <p:sp>
            <p:nvSpPr>
              <p:cNvPr id="1062" name="original-2d:807"/>
              <p:cNvSpPr>
                <a:spLocks noGrp="1"/>
              </p:cNvSpPr>
              <p:nvPr/>
            </p:nvSpPr>
            <p:spPr>
              <a:xfrm>
                <a:off x="4016693" y="2586673"/>
                <a:ext cx="84723" cy="94121"/>
              </a:xfrm>
              <a:prstGeom prst="rect">
                <a:avLst/>
              </a:prstGeom>
              <a:solidFill>
                <a:srgbClr val="D4B4CC"/>
              </a:solidFill>
              <a:ln w="0">
                <a:noFill/>
                <a:prstDash val="solid"/>
              </a:ln>
            </p:spPr>
          </p:sp>
          <p:sp>
            <p:nvSpPr>
              <p:cNvPr id="1063" name="original-2d:808"/>
              <p:cNvSpPr>
                <a:spLocks noGrp="1"/>
              </p:cNvSpPr>
              <p:nvPr/>
            </p:nvSpPr>
            <p:spPr>
              <a:xfrm>
                <a:off x="4101275" y="2586673"/>
                <a:ext cx="84723" cy="94121"/>
              </a:xfrm>
              <a:prstGeom prst="rect">
                <a:avLst/>
              </a:prstGeom>
              <a:solidFill>
                <a:srgbClr val="D4B4CC"/>
              </a:solidFill>
              <a:ln w="0">
                <a:noFill/>
                <a:prstDash val="solid"/>
              </a:ln>
            </p:spPr>
          </p:sp>
          <p:sp>
            <p:nvSpPr>
              <p:cNvPr id="1064" name="original-2d:809"/>
              <p:cNvSpPr>
                <a:spLocks noGrp="1"/>
              </p:cNvSpPr>
              <p:nvPr/>
            </p:nvSpPr>
            <p:spPr>
              <a:xfrm>
                <a:off x="4185857" y="2586673"/>
                <a:ext cx="84723" cy="94121"/>
              </a:xfrm>
              <a:prstGeom prst="rect">
                <a:avLst/>
              </a:prstGeom>
              <a:solidFill>
                <a:srgbClr val="DCE8ED"/>
              </a:solidFill>
              <a:ln w="0">
                <a:noFill/>
                <a:prstDash val="solid"/>
              </a:ln>
            </p:spPr>
          </p:sp>
          <p:sp>
            <p:nvSpPr>
              <p:cNvPr id="1065" name="original-2d:810"/>
              <p:cNvSpPr>
                <a:spLocks noGrp="1"/>
              </p:cNvSpPr>
              <p:nvPr/>
            </p:nvSpPr>
            <p:spPr>
              <a:xfrm>
                <a:off x="4270439" y="2586673"/>
                <a:ext cx="84723" cy="94121"/>
              </a:xfrm>
              <a:prstGeom prst="rect">
                <a:avLst/>
              </a:prstGeom>
              <a:solidFill>
                <a:srgbClr val="DCE8ED"/>
              </a:solidFill>
              <a:ln w="0">
                <a:noFill/>
                <a:prstDash val="solid"/>
              </a:ln>
            </p:spPr>
          </p:sp>
          <p:sp>
            <p:nvSpPr>
              <p:cNvPr id="1066" name="original-2d:811"/>
              <p:cNvSpPr>
                <a:spLocks noGrp="1"/>
              </p:cNvSpPr>
              <p:nvPr/>
            </p:nvSpPr>
            <p:spPr>
              <a:xfrm>
                <a:off x="4355021" y="2586673"/>
                <a:ext cx="84723" cy="94121"/>
              </a:xfrm>
              <a:prstGeom prst="rect">
                <a:avLst/>
              </a:prstGeom>
              <a:solidFill>
                <a:srgbClr val="81C9BA"/>
              </a:solidFill>
              <a:ln w="0">
                <a:noFill/>
                <a:prstDash val="solid"/>
              </a:ln>
            </p:spPr>
          </p:sp>
          <p:sp>
            <p:nvSpPr>
              <p:cNvPr id="1067" name="original-2d:812"/>
              <p:cNvSpPr>
                <a:spLocks noGrp="1"/>
              </p:cNvSpPr>
              <p:nvPr/>
            </p:nvSpPr>
            <p:spPr>
              <a:xfrm>
                <a:off x="4439603" y="2586673"/>
                <a:ext cx="84723" cy="94121"/>
              </a:xfrm>
              <a:prstGeom prst="rect">
                <a:avLst/>
              </a:prstGeom>
              <a:solidFill>
                <a:srgbClr val="81C9BA"/>
              </a:solidFill>
              <a:ln w="0">
                <a:noFill/>
                <a:prstDash val="solid"/>
              </a:ln>
            </p:spPr>
          </p:sp>
          <p:sp>
            <p:nvSpPr>
              <p:cNvPr id="1068" name="original-2d:813"/>
              <p:cNvSpPr>
                <a:spLocks noGrp="1"/>
              </p:cNvSpPr>
              <p:nvPr/>
            </p:nvSpPr>
            <p:spPr>
              <a:xfrm>
                <a:off x="4524185" y="2586673"/>
                <a:ext cx="84723" cy="94121"/>
              </a:xfrm>
              <a:prstGeom prst="rect">
                <a:avLst/>
              </a:prstGeom>
              <a:solidFill>
                <a:srgbClr val="81C9BA"/>
              </a:solidFill>
              <a:ln w="0">
                <a:noFill/>
                <a:prstDash val="solid"/>
              </a:ln>
            </p:spPr>
          </p:sp>
          <p:sp>
            <p:nvSpPr>
              <p:cNvPr id="1069" name="original-2d:814"/>
              <p:cNvSpPr>
                <a:spLocks noGrp="1"/>
              </p:cNvSpPr>
              <p:nvPr/>
            </p:nvSpPr>
            <p:spPr>
              <a:xfrm>
                <a:off x="4608767" y="2586673"/>
                <a:ext cx="84723" cy="94121"/>
              </a:xfrm>
              <a:prstGeom prst="rect">
                <a:avLst/>
              </a:prstGeom>
              <a:solidFill>
                <a:srgbClr val="81C9BA"/>
              </a:solidFill>
              <a:ln w="0">
                <a:noFill/>
                <a:prstDash val="solid"/>
              </a:ln>
            </p:spPr>
          </p:sp>
          <p:sp>
            <p:nvSpPr>
              <p:cNvPr id="1070" name="original-2d:815"/>
              <p:cNvSpPr>
                <a:spLocks noGrp="1"/>
              </p:cNvSpPr>
              <p:nvPr/>
            </p:nvSpPr>
            <p:spPr>
              <a:xfrm>
                <a:off x="4693349" y="2586673"/>
                <a:ext cx="84723" cy="94121"/>
              </a:xfrm>
              <a:prstGeom prst="rect">
                <a:avLst/>
              </a:prstGeom>
              <a:solidFill>
                <a:srgbClr val="81C9BA"/>
              </a:solidFill>
              <a:ln w="0">
                <a:noFill/>
                <a:prstDash val="solid"/>
              </a:ln>
            </p:spPr>
          </p:sp>
          <p:sp>
            <p:nvSpPr>
              <p:cNvPr id="1071" name="original-2d:816"/>
              <p:cNvSpPr>
                <a:spLocks noGrp="1"/>
              </p:cNvSpPr>
              <p:nvPr/>
            </p:nvSpPr>
            <p:spPr>
              <a:xfrm>
                <a:off x="4777931" y="2586673"/>
                <a:ext cx="84723" cy="94121"/>
              </a:xfrm>
              <a:prstGeom prst="rect">
                <a:avLst/>
              </a:prstGeom>
              <a:solidFill>
                <a:srgbClr val="81C9BA"/>
              </a:solidFill>
              <a:ln w="0">
                <a:noFill/>
                <a:prstDash val="solid"/>
              </a:ln>
            </p:spPr>
          </p:sp>
          <p:sp>
            <p:nvSpPr>
              <p:cNvPr id="1072" name="original-2d:817"/>
              <p:cNvSpPr>
                <a:spLocks noGrp="1"/>
              </p:cNvSpPr>
              <p:nvPr/>
            </p:nvSpPr>
            <p:spPr>
              <a:xfrm>
                <a:off x="4862513" y="2586673"/>
                <a:ext cx="84723" cy="94121"/>
              </a:xfrm>
              <a:prstGeom prst="rect">
                <a:avLst/>
              </a:prstGeom>
              <a:solidFill>
                <a:srgbClr val="81C9BA"/>
              </a:solidFill>
              <a:ln w="0">
                <a:noFill/>
                <a:prstDash val="solid"/>
              </a:ln>
            </p:spPr>
          </p:sp>
          <p:sp>
            <p:nvSpPr>
              <p:cNvPr id="1073" name="original-2d:818"/>
              <p:cNvSpPr>
                <a:spLocks noGrp="1"/>
              </p:cNvSpPr>
              <p:nvPr/>
            </p:nvSpPr>
            <p:spPr>
              <a:xfrm>
                <a:off x="4947095" y="2586673"/>
                <a:ext cx="84723" cy="94121"/>
              </a:xfrm>
              <a:prstGeom prst="rect">
                <a:avLst/>
              </a:prstGeom>
              <a:solidFill>
                <a:srgbClr val="81C9BA"/>
              </a:solidFill>
              <a:ln w="0">
                <a:noFill/>
                <a:prstDash val="solid"/>
              </a:ln>
            </p:spPr>
          </p:sp>
          <p:sp>
            <p:nvSpPr>
              <p:cNvPr id="1074" name="original-2d:819"/>
              <p:cNvSpPr>
                <a:spLocks noGrp="1"/>
              </p:cNvSpPr>
              <p:nvPr/>
            </p:nvSpPr>
            <p:spPr>
              <a:xfrm>
                <a:off x="5031677" y="2586673"/>
                <a:ext cx="84723" cy="94121"/>
              </a:xfrm>
              <a:prstGeom prst="rect">
                <a:avLst/>
              </a:prstGeom>
              <a:solidFill>
                <a:srgbClr val="81C9BA"/>
              </a:solidFill>
              <a:ln w="0">
                <a:noFill/>
                <a:prstDash val="solid"/>
              </a:ln>
            </p:spPr>
          </p:sp>
          <p:sp>
            <p:nvSpPr>
              <p:cNvPr id="1075" name="original-2d:820"/>
              <p:cNvSpPr>
                <a:spLocks noGrp="1"/>
              </p:cNvSpPr>
              <p:nvPr/>
            </p:nvSpPr>
            <p:spPr>
              <a:xfrm>
                <a:off x="5116259" y="2586673"/>
                <a:ext cx="84723" cy="94121"/>
              </a:xfrm>
              <a:prstGeom prst="rect">
                <a:avLst/>
              </a:prstGeom>
              <a:solidFill>
                <a:srgbClr val="81C9BA"/>
              </a:solidFill>
              <a:ln w="0">
                <a:noFill/>
                <a:prstDash val="solid"/>
              </a:ln>
            </p:spPr>
          </p:sp>
          <p:sp>
            <p:nvSpPr>
              <p:cNvPr id="1076" name="original-2d:821"/>
              <p:cNvSpPr>
                <a:spLocks noGrp="1"/>
              </p:cNvSpPr>
              <p:nvPr/>
            </p:nvSpPr>
            <p:spPr>
              <a:xfrm>
                <a:off x="5200841" y="2586673"/>
                <a:ext cx="84723" cy="94121"/>
              </a:xfrm>
              <a:prstGeom prst="rect">
                <a:avLst/>
              </a:prstGeom>
              <a:solidFill>
                <a:srgbClr val="DCE8ED"/>
              </a:solidFill>
              <a:ln w="0">
                <a:noFill/>
                <a:prstDash val="solid"/>
              </a:ln>
            </p:spPr>
          </p:sp>
          <p:sp>
            <p:nvSpPr>
              <p:cNvPr id="1077" name="original-2d:822"/>
              <p:cNvSpPr>
                <a:spLocks noGrp="1"/>
              </p:cNvSpPr>
              <p:nvPr/>
            </p:nvSpPr>
            <p:spPr>
              <a:xfrm>
                <a:off x="3593783" y="2680653"/>
                <a:ext cx="84723" cy="94121"/>
              </a:xfrm>
              <a:prstGeom prst="rect">
                <a:avLst/>
              </a:prstGeom>
              <a:solidFill>
                <a:srgbClr val="D4B4CC"/>
              </a:solidFill>
              <a:ln w="0">
                <a:noFill/>
                <a:prstDash val="solid"/>
              </a:ln>
            </p:spPr>
          </p:sp>
          <p:sp>
            <p:nvSpPr>
              <p:cNvPr id="1078" name="original-2d:823"/>
              <p:cNvSpPr>
                <a:spLocks noGrp="1"/>
              </p:cNvSpPr>
              <p:nvPr/>
            </p:nvSpPr>
            <p:spPr>
              <a:xfrm>
                <a:off x="3678365" y="2680653"/>
                <a:ext cx="84723" cy="94121"/>
              </a:xfrm>
              <a:prstGeom prst="rect">
                <a:avLst/>
              </a:prstGeom>
              <a:solidFill>
                <a:srgbClr val="D4B4CC"/>
              </a:solidFill>
              <a:ln w="0">
                <a:noFill/>
                <a:prstDash val="solid"/>
              </a:ln>
            </p:spPr>
          </p:sp>
          <p:sp>
            <p:nvSpPr>
              <p:cNvPr id="1079" name="original-2d:824"/>
              <p:cNvSpPr>
                <a:spLocks noGrp="1"/>
              </p:cNvSpPr>
              <p:nvPr/>
            </p:nvSpPr>
            <p:spPr>
              <a:xfrm>
                <a:off x="3762947" y="2680653"/>
                <a:ext cx="84723" cy="94121"/>
              </a:xfrm>
              <a:prstGeom prst="rect">
                <a:avLst/>
              </a:prstGeom>
              <a:solidFill>
                <a:srgbClr val="D4B4CC"/>
              </a:solidFill>
              <a:ln w="0">
                <a:noFill/>
                <a:prstDash val="solid"/>
              </a:ln>
            </p:spPr>
          </p:sp>
          <p:sp>
            <p:nvSpPr>
              <p:cNvPr id="1080" name="original-2d:825"/>
              <p:cNvSpPr>
                <a:spLocks noGrp="1"/>
              </p:cNvSpPr>
              <p:nvPr/>
            </p:nvSpPr>
            <p:spPr>
              <a:xfrm>
                <a:off x="3847529" y="2680653"/>
                <a:ext cx="84723" cy="94121"/>
              </a:xfrm>
              <a:prstGeom prst="rect">
                <a:avLst/>
              </a:prstGeom>
              <a:solidFill>
                <a:srgbClr val="D4B4CC"/>
              </a:solidFill>
              <a:ln w="0">
                <a:noFill/>
                <a:prstDash val="solid"/>
              </a:ln>
            </p:spPr>
          </p:sp>
          <p:sp>
            <p:nvSpPr>
              <p:cNvPr id="1081" name="original-2d:826"/>
              <p:cNvSpPr>
                <a:spLocks noGrp="1"/>
              </p:cNvSpPr>
              <p:nvPr/>
            </p:nvSpPr>
            <p:spPr>
              <a:xfrm>
                <a:off x="3932111" y="2680653"/>
                <a:ext cx="84723" cy="94121"/>
              </a:xfrm>
              <a:prstGeom prst="rect">
                <a:avLst/>
              </a:prstGeom>
              <a:solidFill>
                <a:srgbClr val="D4B4CC"/>
              </a:solidFill>
              <a:ln w="0">
                <a:noFill/>
                <a:prstDash val="solid"/>
              </a:ln>
            </p:spPr>
          </p:sp>
          <p:sp>
            <p:nvSpPr>
              <p:cNvPr id="1082" name="original-2d:827"/>
              <p:cNvSpPr>
                <a:spLocks noGrp="1"/>
              </p:cNvSpPr>
              <p:nvPr/>
            </p:nvSpPr>
            <p:spPr>
              <a:xfrm>
                <a:off x="4016693" y="2680653"/>
                <a:ext cx="84723" cy="94121"/>
              </a:xfrm>
              <a:prstGeom prst="rect">
                <a:avLst/>
              </a:prstGeom>
              <a:solidFill>
                <a:srgbClr val="DCE8ED"/>
              </a:solidFill>
              <a:ln w="0">
                <a:noFill/>
                <a:prstDash val="solid"/>
              </a:ln>
            </p:spPr>
          </p:sp>
          <p:sp>
            <p:nvSpPr>
              <p:cNvPr id="1083" name="original-2d:828"/>
              <p:cNvSpPr>
                <a:spLocks noGrp="1"/>
              </p:cNvSpPr>
              <p:nvPr/>
            </p:nvSpPr>
            <p:spPr>
              <a:xfrm>
                <a:off x="4101275" y="2680653"/>
                <a:ext cx="84723" cy="94121"/>
              </a:xfrm>
              <a:prstGeom prst="rect">
                <a:avLst/>
              </a:prstGeom>
              <a:solidFill>
                <a:srgbClr val="DCE8ED"/>
              </a:solidFill>
              <a:ln w="0">
                <a:noFill/>
                <a:prstDash val="solid"/>
              </a:ln>
            </p:spPr>
          </p:sp>
          <p:sp>
            <p:nvSpPr>
              <p:cNvPr id="1084" name="original-2d:829"/>
              <p:cNvSpPr>
                <a:spLocks noGrp="1"/>
              </p:cNvSpPr>
              <p:nvPr/>
            </p:nvSpPr>
            <p:spPr>
              <a:xfrm>
                <a:off x="4185857" y="2680653"/>
                <a:ext cx="84723" cy="94121"/>
              </a:xfrm>
              <a:prstGeom prst="rect">
                <a:avLst/>
              </a:prstGeom>
              <a:solidFill>
                <a:srgbClr val="81C9BA"/>
              </a:solidFill>
              <a:ln w="0">
                <a:noFill/>
                <a:prstDash val="solid"/>
              </a:ln>
            </p:spPr>
          </p:sp>
          <p:sp>
            <p:nvSpPr>
              <p:cNvPr id="1085" name="original-2d:830"/>
              <p:cNvSpPr>
                <a:spLocks noGrp="1"/>
              </p:cNvSpPr>
              <p:nvPr/>
            </p:nvSpPr>
            <p:spPr>
              <a:xfrm>
                <a:off x="4270439" y="2680653"/>
                <a:ext cx="84723" cy="94121"/>
              </a:xfrm>
              <a:prstGeom prst="rect">
                <a:avLst/>
              </a:prstGeom>
              <a:solidFill>
                <a:srgbClr val="81C9BA"/>
              </a:solidFill>
              <a:ln w="0">
                <a:noFill/>
                <a:prstDash val="solid"/>
              </a:ln>
            </p:spPr>
          </p:sp>
          <p:sp>
            <p:nvSpPr>
              <p:cNvPr id="1086" name="original-2d:831"/>
              <p:cNvSpPr>
                <a:spLocks noGrp="1"/>
              </p:cNvSpPr>
              <p:nvPr/>
            </p:nvSpPr>
            <p:spPr>
              <a:xfrm>
                <a:off x="4355021" y="2680653"/>
                <a:ext cx="84723" cy="94121"/>
              </a:xfrm>
              <a:prstGeom prst="rect">
                <a:avLst/>
              </a:prstGeom>
              <a:solidFill>
                <a:srgbClr val="81C9BA"/>
              </a:solidFill>
              <a:ln w="0">
                <a:noFill/>
                <a:prstDash val="solid"/>
              </a:ln>
            </p:spPr>
          </p:sp>
          <p:sp>
            <p:nvSpPr>
              <p:cNvPr id="1087" name="original-2d:832"/>
              <p:cNvSpPr>
                <a:spLocks noGrp="1"/>
              </p:cNvSpPr>
              <p:nvPr/>
            </p:nvSpPr>
            <p:spPr>
              <a:xfrm>
                <a:off x="4439603" y="2680653"/>
                <a:ext cx="84723" cy="94121"/>
              </a:xfrm>
              <a:prstGeom prst="rect">
                <a:avLst/>
              </a:prstGeom>
              <a:solidFill>
                <a:srgbClr val="81C9BA"/>
              </a:solidFill>
              <a:ln w="0">
                <a:noFill/>
                <a:prstDash val="solid"/>
              </a:ln>
            </p:spPr>
          </p:sp>
          <p:sp>
            <p:nvSpPr>
              <p:cNvPr id="1088" name="original-2d:833"/>
              <p:cNvSpPr>
                <a:spLocks noGrp="1"/>
              </p:cNvSpPr>
              <p:nvPr/>
            </p:nvSpPr>
            <p:spPr>
              <a:xfrm>
                <a:off x="4524185" y="2680653"/>
                <a:ext cx="84723" cy="94121"/>
              </a:xfrm>
              <a:prstGeom prst="rect">
                <a:avLst/>
              </a:prstGeom>
              <a:solidFill>
                <a:srgbClr val="81C9BA"/>
              </a:solidFill>
              <a:ln w="0">
                <a:noFill/>
                <a:prstDash val="solid"/>
              </a:ln>
            </p:spPr>
          </p:sp>
          <p:sp>
            <p:nvSpPr>
              <p:cNvPr id="1089" name="original-2d:834"/>
              <p:cNvSpPr>
                <a:spLocks noGrp="1"/>
              </p:cNvSpPr>
              <p:nvPr/>
            </p:nvSpPr>
            <p:spPr>
              <a:xfrm>
                <a:off x="4608767" y="2680653"/>
                <a:ext cx="84723" cy="94121"/>
              </a:xfrm>
              <a:prstGeom prst="rect">
                <a:avLst/>
              </a:prstGeom>
              <a:solidFill>
                <a:srgbClr val="81C9BA"/>
              </a:solidFill>
              <a:ln w="0">
                <a:noFill/>
                <a:prstDash val="solid"/>
              </a:ln>
            </p:spPr>
          </p:sp>
          <p:sp>
            <p:nvSpPr>
              <p:cNvPr id="1090" name="original-2d:835"/>
              <p:cNvSpPr>
                <a:spLocks noGrp="1"/>
              </p:cNvSpPr>
              <p:nvPr/>
            </p:nvSpPr>
            <p:spPr>
              <a:xfrm>
                <a:off x="4693349" y="2680653"/>
                <a:ext cx="84723" cy="94121"/>
              </a:xfrm>
              <a:prstGeom prst="rect">
                <a:avLst/>
              </a:prstGeom>
              <a:solidFill>
                <a:srgbClr val="81C9BA"/>
              </a:solidFill>
              <a:ln w="0">
                <a:noFill/>
                <a:prstDash val="solid"/>
              </a:ln>
            </p:spPr>
          </p:sp>
          <p:sp>
            <p:nvSpPr>
              <p:cNvPr id="1091" name="original-2d:836"/>
              <p:cNvSpPr>
                <a:spLocks noGrp="1"/>
              </p:cNvSpPr>
              <p:nvPr/>
            </p:nvSpPr>
            <p:spPr>
              <a:xfrm>
                <a:off x="4777931" y="2680653"/>
                <a:ext cx="84723" cy="94121"/>
              </a:xfrm>
              <a:prstGeom prst="rect">
                <a:avLst/>
              </a:prstGeom>
              <a:solidFill>
                <a:srgbClr val="009E73"/>
              </a:solidFill>
              <a:ln w="0">
                <a:noFill/>
                <a:prstDash val="solid"/>
              </a:ln>
            </p:spPr>
          </p:sp>
          <p:sp>
            <p:nvSpPr>
              <p:cNvPr id="1092" name="original-2d:837"/>
              <p:cNvSpPr>
                <a:spLocks noGrp="1"/>
              </p:cNvSpPr>
              <p:nvPr/>
            </p:nvSpPr>
            <p:spPr>
              <a:xfrm>
                <a:off x="4862513" y="2680653"/>
                <a:ext cx="84723" cy="94121"/>
              </a:xfrm>
              <a:prstGeom prst="rect">
                <a:avLst/>
              </a:prstGeom>
              <a:solidFill>
                <a:srgbClr val="81C9BA"/>
              </a:solidFill>
              <a:ln w="0">
                <a:noFill/>
                <a:prstDash val="solid"/>
              </a:ln>
            </p:spPr>
          </p:sp>
          <p:sp>
            <p:nvSpPr>
              <p:cNvPr id="1093" name="original-2d:838"/>
              <p:cNvSpPr>
                <a:spLocks noGrp="1"/>
              </p:cNvSpPr>
              <p:nvPr/>
            </p:nvSpPr>
            <p:spPr>
              <a:xfrm>
                <a:off x="4947095" y="2680653"/>
                <a:ext cx="84723" cy="94121"/>
              </a:xfrm>
              <a:prstGeom prst="rect">
                <a:avLst/>
              </a:prstGeom>
              <a:solidFill>
                <a:srgbClr val="81C9BA"/>
              </a:solidFill>
              <a:ln w="0">
                <a:noFill/>
                <a:prstDash val="solid"/>
              </a:ln>
            </p:spPr>
          </p:sp>
          <p:sp>
            <p:nvSpPr>
              <p:cNvPr id="1094" name="original-2d:839"/>
              <p:cNvSpPr>
                <a:spLocks noGrp="1"/>
              </p:cNvSpPr>
              <p:nvPr/>
            </p:nvSpPr>
            <p:spPr>
              <a:xfrm>
                <a:off x="5031677" y="2680653"/>
                <a:ext cx="84723" cy="94121"/>
              </a:xfrm>
              <a:prstGeom prst="rect">
                <a:avLst/>
              </a:prstGeom>
              <a:solidFill>
                <a:srgbClr val="81C9BA"/>
              </a:solidFill>
              <a:ln w="0">
                <a:noFill/>
                <a:prstDash val="solid"/>
              </a:ln>
            </p:spPr>
          </p:sp>
          <p:sp>
            <p:nvSpPr>
              <p:cNvPr id="1095" name="original-2d:840"/>
              <p:cNvSpPr>
                <a:spLocks noGrp="1"/>
              </p:cNvSpPr>
              <p:nvPr/>
            </p:nvSpPr>
            <p:spPr>
              <a:xfrm>
                <a:off x="5116259" y="2680653"/>
                <a:ext cx="84723" cy="94121"/>
              </a:xfrm>
              <a:prstGeom prst="rect">
                <a:avLst/>
              </a:prstGeom>
              <a:solidFill>
                <a:srgbClr val="81C9BA"/>
              </a:solidFill>
              <a:ln w="0">
                <a:noFill/>
                <a:prstDash val="solid"/>
              </a:ln>
            </p:spPr>
          </p:sp>
          <p:sp>
            <p:nvSpPr>
              <p:cNvPr id="1096" name="original-2d:841"/>
              <p:cNvSpPr>
                <a:spLocks noGrp="1"/>
              </p:cNvSpPr>
              <p:nvPr/>
            </p:nvSpPr>
            <p:spPr>
              <a:xfrm>
                <a:off x="5200841" y="2680653"/>
                <a:ext cx="84723" cy="94121"/>
              </a:xfrm>
              <a:prstGeom prst="rect">
                <a:avLst/>
              </a:prstGeom>
              <a:solidFill>
                <a:srgbClr val="DCE8ED"/>
              </a:solidFill>
              <a:ln w="0">
                <a:noFill/>
                <a:prstDash val="solid"/>
              </a:ln>
            </p:spPr>
          </p:sp>
          <p:sp>
            <p:nvSpPr>
              <p:cNvPr id="1097" name="original-2d:842"/>
              <p:cNvSpPr>
                <a:spLocks noGrp="1"/>
              </p:cNvSpPr>
              <p:nvPr/>
            </p:nvSpPr>
            <p:spPr>
              <a:xfrm>
                <a:off x="3593783" y="2774633"/>
                <a:ext cx="84723" cy="94121"/>
              </a:xfrm>
              <a:prstGeom prst="rect">
                <a:avLst/>
              </a:prstGeom>
              <a:solidFill>
                <a:srgbClr val="D4B4CC"/>
              </a:solidFill>
              <a:ln w="0">
                <a:noFill/>
                <a:prstDash val="solid"/>
              </a:ln>
            </p:spPr>
          </p:sp>
          <p:sp>
            <p:nvSpPr>
              <p:cNvPr id="1098" name="original-2d:843"/>
              <p:cNvSpPr>
                <a:spLocks noGrp="1"/>
              </p:cNvSpPr>
              <p:nvPr/>
            </p:nvSpPr>
            <p:spPr>
              <a:xfrm>
                <a:off x="3678365" y="2774633"/>
                <a:ext cx="84723" cy="94121"/>
              </a:xfrm>
              <a:prstGeom prst="rect">
                <a:avLst/>
              </a:prstGeom>
              <a:solidFill>
                <a:srgbClr val="D4B4CC"/>
              </a:solidFill>
              <a:ln w="0">
                <a:noFill/>
                <a:prstDash val="solid"/>
              </a:ln>
            </p:spPr>
          </p:sp>
          <p:sp>
            <p:nvSpPr>
              <p:cNvPr id="1099" name="original-2d:844"/>
              <p:cNvSpPr>
                <a:spLocks noGrp="1"/>
              </p:cNvSpPr>
              <p:nvPr/>
            </p:nvSpPr>
            <p:spPr>
              <a:xfrm>
                <a:off x="3762947" y="2774633"/>
                <a:ext cx="84723" cy="94121"/>
              </a:xfrm>
              <a:prstGeom prst="rect">
                <a:avLst/>
              </a:prstGeom>
              <a:solidFill>
                <a:srgbClr val="D4B4CC"/>
              </a:solidFill>
              <a:ln w="0">
                <a:noFill/>
                <a:prstDash val="solid"/>
              </a:ln>
            </p:spPr>
          </p:sp>
          <p:sp>
            <p:nvSpPr>
              <p:cNvPr id="1100" name="original-2d:845"/>
              <p:cNvSpPr>
                <a:spLocks noGrp="1"/>
              </p:cNvSpPr>
              <p:nvPr/>
            </p:nvSpPr>
            <p:spPr>
              <a:xfrm>
                <a:off x="3847529" y="2774633"/>
                <a:ext cx="84723" cy="94121"/>
              </a:xfrm>
              <a:prstGeom prst="rect">
                <a:avLst/>
              </a:prstGeom>
              <a:solidFill>
                <a:srgbClr val="DCE8ED"/>
              </a:solidFill>
              <a:ln w="0">
                <a:noFill/>
                <a:prstDash val="solid"/>
              </a:ln>
            </p:spPr>
          </p:sp>
          <p:sp>
            <p:nvSpPr>
              <p:cNvPr id="1101" name="original-2d:846"/>
              <p:cNvSpPr>
                <a:spLocks noGrp="1"/>
              </p:cNvSpPr>
              <p:nvPr/>
            </p:nvSpPr>
            <p:spPr>
              <a:xfrm>
                <a:off x="3932111" y="2774633"/>
                <a:ext cx="84723" cy="94121"/>
              </a:xfrm>
              <a:prstGeom prst="rect">
                <a:avLst/>
              </a:prstGeom>
              <a:solidFill>
                <a:srgbClr val="DCE8ED"/>
              </a:solidFill>
              <a:ln w="0">
                <a:noFill/>
                <a:prstDash val="solid"/>
              </a:ln>
            </p:spPr>
          </p:sp>
          <p:sp>
            <p:nvSpPr>
              <p:cNvPr id="1102" name="original-2d:847"/>
              <p:cNvSpPr>
                <a:spLocks noGrp="1"/>
              </p:cNvSpPr>
              <p:nvPr/>
            </p:nvSpPr>
            <p:spPr>
              <a:xfrm>
                <a:off x="4016693" y="2774633"/>
                <a:ext cx="84723" cy="94121"/>
              </a:xfrm>
              <a:prstGeom prst="rect">
                <a:avLst/>
              </a:prstGeom>
              <a:solidFill>
                <a:srgbClr val="81C9BA"/>
              </a:solidFill>
              <a:ln w="0">
                <a:noFill/>
                <a:prstDash val="solid"/>
              </a:ln>
            </p:spPr>
          </p:sp>
          <p:sp>
            <p:nvSpPr>
              <p:cNvPr id="1103" name="original-2d:848"/>
              <p:cNvSpPr>
                <a:spLocks noGrp="1"/>
              </p:cNvSpPr>
              <p:nvPr/>
            </p:nvSpPr>
            <p:spPr>
              <a:xfrm>
                <a:off x="4101275" y="2774633"/>
                <a:ext cx="84723" cy="94121"/>
              </a:xfrm>
              <a:prstGeom prst="rect">
                <a:avLst/>
              </a:prstGeom>
              <a:solidFill>
                <a:srgbClr val="81C9BA"/>
              </a:solidFill>
              <a:ln w="0">
                <a:noFill/>
                <a:prstDash val="solid"/>
              </a:ln>
            </p:spPr>
          </p:sp>
          <p:sp>
            <p:nvSpPr>
              <p:cNvPr id="1104" name="original-2d:849"/>
              <p:cNvSpPr>
                <a:spLocks noGrp="1"/>
              </p:cNvSpPr>
              <p:nvPr/>
            </p:nvSpPr>
            <p:spPr>
              <a:xfrm>
                <a:off x="4185857" y="2774633"/>
                <a:ext cx="84723" cy="94121"/>
              </a:xfrm>
              <a:prstGeom prst="rect">
                <a:avLst/>
              </a:prstGeom>
              <a:solidFill>
                <a:srgbClr val="81C9BA"/>
              </a:solidFill>
              <a:ln w="0">
                <a:noFill/>
                <a:prstDash val="solid"/>
              </a:ln>
            </p:spPr>
          </p:sp>
          <p:sp>
            <p:nvSpPr>
              <p:cNvPr id="1105" name="original-2d:850"/>
              <p:cNvSpPr>
                <a:spLocks noGrp="1"/>
              </p:cNvSpPr>
              <p:nvPr/>
            </p:nvSpPr>
            <p:spPr>
              <a:xfrm>
                <a:off x="4270439" y="2774633"/>
                <a:ext cx="84723" cy="94121"/>
              </a:xfrm>
              <a:prstGeom prst="rect">
                <a:avLst/>
              </a:prstGeom>
              <a:solidFill>
                <a:srgbClr val="81C9BA"/>
              </a:solidFill>
              <a:ln w="0">
                <a:noFill/>
                <a:prstDash val="solid"/>
              </a:ln>
            </p:spPr>
          </p:sp>
          <p:sp>
            <p:nvSpPr>
              <p:cNvPr id="1106" name="original-2d:851"/>
              <p:cNvSpPr>
                <a:spLocks noGrp="1"/>
              </p:cNvSpPr>
              <p:nvPr/>
            </p:nvSpPr>
            <p:spPr>
              <a:xfrm>
                <a:off x="4355021" y="2774633"/>
                <a:ext cx="84723" cy="94121"/>
              </a:xfrm>
              <a:prstGeom prst="rect">
                <a:avLst/>
              </a:prstGeom>
              <a:solidFill>
                <a:srgbClr val="81C9BA"/>
              </a:solidFill>
              <a:ln w="0">
                <a:noFill/>
                <a:prstDash val="solid"/>
              </a:ln>
            </p:spPr>
          </p:sp>
          <p:sp>
            <p:nvSpPr>
              <p:cNvPr id="1107" name="original-2d:852"/>
              <p:cNvSpPr>
                <a:spLocks noGrp="1"/>
              </p:cNvSpPr>
              <p:nvPr/>
            </p:nvSpPr>
            <p:spPr>
              <a:xfrm>
                <a:off x="4439603" y="2774633"/>
                <a:ext cx="84723" cy="94121"/>
              </a:xfrm>
              <a:prstGeom prst="rect">
                <a:avLst/>
              </a:prstGeom>
              <a:solidFill>
                <a:srgbClr val="81C9BA"/>
              </a:solidFill>
              <a:ln w="0">
                <a:noFill/>
                <a:prstDash val="solid"/>
              </a:ln>
            </p:spPr>
          </p:sp>
          <p:sp>
            <p:nvSpPr>
              <p:cNvPr id="1108" name="original-2d:853"/>
              <p:cNvSpPr>
                <a:spLocks noGrp="1"/>
              </p:cNvSpPr>
              <p:nvPr/>
            </p:nvSpPr>
            <p:spPr>
              <a:xfrm>
                <a:off x="4524185" y="2774633"/>
                <a:ext cx="84723" cy="94121"/>
              </a:xfrm>
              <a:prstGeom prst="rect">
                <a:avLst/>
              </a:prstGeom>
              <a:solidFill>
                <a:srgbClr val="81C9BA"/>
              </a:solidFill>
              <a:ln w="0">
                <a:noFill/>
                <a:prstDash val="solid"/>
              </a:ln>
            </p:spPr>
          </p:sp>
          <p:sp>
            <p:nvSpPr>
              <p:cNvPr id="1109" name="original-2d:854"/>
              <p:cNvSpPr>
                <a:spLocks noGrp="1"/>
              </p:cNvSpPr>
              <p:nvPr/>
            </p:nvSpPr>
            <p:spPr>
              <a:xfrm>
                <a:off x="4608767" y="2774633"/>
                <a:ext cx="84723" cy="94121"/>
              </a:xfrm>
              <a:prstGeom prst="rect">
                <a:avLst/>
              </a:prstGeom>
              <a:solidFill>
                <a:srgbClr val="81C9BA"/>
              </a:solidFill>
              <a:ln w="0">
                <a:noFill/>
                <a:prstDash val="solid"/>
              </a:ln>
            </p:spPr>
          </p:sp>
          <p:sp>
            <p:nvSpPr>
              <p:cNvPr id="1110" name="original-2d:855"/>
              <p:cNvSpPr>
                <a:spLocks noGrp="1"/>
              </p:cNvSpPr>
              <p:nvPr/>
            </p:nvSpPr>
            <p:spPr>
              <a:xfrm>
                <a:off x="4693349" y="2774633"/>
                <a:ext cx="84723" cy="94121"/>
              </a:xfrm>
              <a:prstGeom prst="rect">
                <a:avLst/>
              </a:prstGeom>
              <a:solidFill>
                <a:srgbClr val="009E73"/>
              </a:solidFill>
              <a:ln w="0">
                <a:noFill/>
                <a:prstDash val="solid"/>
              </a:ln>
            </p:spPr>
          </p:sp>
          <p:sp>
            <p:nvSpPr>
              <p:cNvPr id="1111" name="original-2d:856"/>
              <p:cNvSpPr>
                <a:spLocks noGrp="1"/>
              </p:cNvSpPr>
              <p:nvPr/>
            </p:nvSpPr>
            <p:spPr>
              <a:xfrm>
                <a:off x="4777931" y="2774633"/>
                <a:ext cx="84723" cy="94121"/>
              </a:xfrm>
              <a:prstGeom prst="rect">
                <a:avLst/>
              </a:prstGeom>
              <a:solidFill>
                <a:srgbClr val="009E73"/>
              </a:solidFill>
              <a:ln w="0">
                <a:noFill/>
                <a:prstDash val="solid"/>
              </a:ln>
            </p:spPr>
          </p:sp>
          <p:sp>
            <p:nvSpPr>
              <p:cNvPr id="1112" name="original-2d:857"/>
              <p:cNvSpPr>
                <a:spLocks noGrp="1"/>
              </p:cNvSpPr>
              <p:nvPr/>
            </p:nvSpPr>
            <p:spPr>
              <a:xfrm>
                <a:off x="4862513" y="2774633"/>
                <a:ext cx="84723" cy="94121"/>
              </a:xfrm>
              <a:prstGeom prst="rect">
                <a:avLst/>
              </a:prstGeom>
              <a:solidFill>
                <a:srgbClr val="009E73"/>
              </a:solidFill>
              <a:ln w="0">
                <a:noFill/>
                <a:prstDash val="solid"/>
              </a:ln>
            </p:spPr>
          </p:sp>
          <p:sp>
            <p:nvSpPr>
              <p:cNvPr id="1113" name="original-2d:858"/>
              <p:cNvSpPr>
                <a:spLocks noGrp="1"/>
              </p:cNvSpPr>
              <p:nvPr/>
            </p:nvSpPr>
            <p:spPr>
              <a:xfrm>
                <a:off x="4947095" y="2774633"/>
                <a:ext cx="84723" cy="94121"/>
              </a:xfrm>
              <a:prstGeom prst="rect">
                <a:avLst/>
              </a:prstGeom>
              <a:solidFill>
                <a:srgbClr val="009E73"/>
              </a:solidFill>
              <a:ln w="0">
                <a:noFill/>
                <a:prstDash val="solid"/>
              </a:ln>
            </p:spPr>
          </p:sp>
          <p:sp>
            <p:nvSpPr>
              <p:cNvPr id="1114" name="original-2d:859"/>
              <p:cNvSpPr>
                <a:spLocks noGrp="1"/>
              </p:cNvSpPr>
              <p:nvPr/>
            </p:nvSpPr>
            <p:spPr>
              <a:xfrm>
                <a:off x="5031677" y="2774633"/>
                <a:ext cx="84723" cy="94121"/>
              </a:xfrm>
              <a:prstGeom prst="rect">
                <a:avLst/>
              </a:prstGeom>
              <a:solidFill>
                <a:srgbClr val="81C9BA"/>
              </a:solidFill>
              <a:ln w="0">
                <a:noFill/>
                <a:prstDash val="solid"/>
              </a:ln>
            </p:spPr>
          </p:sp>
          <p:sp>
            <p:nvSpPr>
              <p:cNvPr id="1115" name="original-2d:860"/>
              <p:cNvSpPr>
                <a:spLocks noGrp="1"/>
              </p:cNvSpPr>
              <p:nvPr/>
            </p:nvSpPr>
            <p:spPr>
              <a:xfrm>
                <a:off x="5116259" y="2774633"/>
                <a:ext cx="84723" cy="94121"/>
              </a:xfrm>
              <a:prstGeom prst="rect">
                <a:avLst/>
              </a:prstGeom>
              <a:solidFill>
                <a:srgbClr val="81C9BA"/>
              </a:solidFill>
              <a:ln w="0">
                <a:noFill/>
                <a:prstDash val="solid"/>
              </a:ln>
            </p:spPr>
          </p:sp>
          <p:sp>
            <p:nvSpPr>
              <p:cNvPr id="1116" name="original-2d:861"/>
              <p:cNvSpPr>
                <a:spLocks noGrp="1"/>
              </p:cNvSpPr>
              <p:nvPr/>
            </p:nvSpPr>
            <p:spPr>
              <a:xfrm>
                <a:off x="5200841" y="2774633"/>
                <a:ext cx="84723" cy="94121"/>
              </a:xfrm>
              <a:prstGeom prst="rect">
                <a:avLst/>
              </a:prstGeom>
              <a:solidFill>
                <a:srgbClr val="81C9BA"/>
              </a:solidFill>
              <a:ln w="0">
                <a:noFill/>
                <a:prstDash val="solid"/>
              </a:ln>
            </p:spPr>
          </p:sp>
          <p:sp>
            <p:nvSpPr>
              <p:cNvPr id="1117" name="original-2d:862"/>
              <p:cNvSpPr>
                <a:spLocks noGrp="1"/>
              </p:cNvSpPr>
              <p:nvPr/>
            </p:nvSpPr>
            <p:spPr>
              <a:xfrm>
                <a:off x="3593783" y="2868613"/>
                <a:ext cx="84723" cy="94121"/>
              </a:xfrm>
              <a:prstGeom prst="rect">
                <a:avLst/>
              </a:prstGeom>
              <a:solidFill>
                <a:srgbClr val="DCE8ED"/>
              </a:solidFill>
              <a:ln w="0">
                <a:noFill/>
                <a:prstDash val="solid"/>
              </a:ln>
            </p:spPr>
          </p:sp>
          <p:sp>
            <p:nvSpPr>
              <p:cNvPr id="1118" name="original-2d:863"/>
              <p:cNvSpPr>
                <a:spLocks noGrp="1"/>
              </p:cNvSpPr>
              <p:nvPr/>
            </p:nvSpPr>
            <p:spPr>
              <a:xfrm>
                <a:off x="3678365" y="2868613"/>
                <a:ext cx="84723" cy="94121"/>
              </a:xfrm>
              <a:prstGeom prst="rect">
                <a:avLst/>
              </a:prstGeom>
              <a:solidFill>
                <a:srgbClr val="DCE8ED"/>
              </a:solidFill>
              <a:ln w="0">
                <a:noFill/>
                <a:prstDash val="solid"/>
              </a:ln>
            </p:spPr>
          </p:sp>
          <p:sp>
            <p:nvSpPr>
              <p:cNvPr id="1119" name="original-2d:864"/>
              <p:cNvSpPr>
                <a:spLocks noGrp="1"/>
              </p:cNvSpPr>
              <p:nvPr/>
            </p:nvSpPr>
            <p:spPr>
              <a:xfrm>
                <a:off x="3762947" y="2868613"/>
                <a:ext cx="84723" cy="94121"/>
              </a:xfrm>
              <a:prstGeom prst="rect">
                <a:avLst/>
              </a:prstGeom>
              <a:solidFill>
                <a:srgbClr val="DCE8ED"/>
              </a:solidFill>
              <a:ln w="0">
                <a:noFill/>
                <a:prstDash val="solid"/>
              </a:ln>
            </p:spPr>
          </p:sp>
          <p:sp>
            <p:nvSpPr>
              <p:cNvPr id="1120" name="original-2d:865"/>
              <p:cNvSpPr>
                <a:spLocks noGrp="1"/>
              </p:cNvSpPr>
              <p:nvPr/>
            </p:nvSpPr>
            <p:spPr>
              <a:xfrm>
                <a:off x="3847529" y="2868613"/>
                <a:ext cx="84723" cy="94121"/>
              </a:xfrm>
              <a:prstGeom prst="rect">
                <a:avLst/>
              </a:prstGeom>
              <a:solidFill>
                <a:srgbClr val="DCE8ED"/>
              </a:solidFill>
              <a:ln w="0">
                <a:noFill/>
                <a:prstDash val="solid"/>
              </a:ln>
            </p:spPr>
          </p:sp>
          <p:sp>
            <p:nvSpPr>
              <p:cNvPr id="1121" name="original-2d:866"/>
              <p:cNvSpPr>
                <a:spLocks noGrp="1"/>
              </p:cNvSpPr>
              <p:nvPr/>
            </p:nvSpPr>
            <p:spPr>
              <a:xfrm>
                <a:off x="3932111" y="2868613"/>
                <a:ext cx="84723" cy="94121"/>
              </a:xfrm>
              <a:prstGeom prst="rect">
                <a:avLst/>
              </a:prstGeom>
              <a:solidFill>
                <a:srgbClr val="DCE8ED"/>
              </a:solidFill>
              <a:ln w="0">
                <a:noFill/>
                <a:prstDash val="solid"/>
              </a:ln>
            </p:spPr>
          </p:sp>
          <p:sp>
            <p:nvSpPr>
              <p:cNvPr id="1122" name="original-2d:867"/>
              <p:cNvSpPr>
                <a:spLocks noGrp="1"/>
              </p:cNvSpPr>
              <p:nvPr/>
            </p:nvSpPr>
            <p:spPr>
              <a:xfrm>
                <a:off x="4016693" y="2868613"/>
                <a:ext cx="84723" cy="94121"/>
              </a:xfrm>
              <a:prstGeom prst="rect">
                <a:avLst/>
              </a:prstGeom>
              <a:solidFill>
                <a:srgbClr val="81C9BA"/>
              </a:solidFill>
              <a:ln w="0">
                <a:noFill/>
                <a:prstDash val="solid"/>
              </a:ln>
            </p:spPr>
          </p:sp>
          <p:sp>
            <p:nvSpPr>
              <p:cNvPr id="1123" name="original-2d:868"/>
              <p:cNvSpPr>
                <a:spLocks noGrp="1"/>
              </p:cNvSpPr>
              <p:nvPr/>
            </p:nvSpPr>
            <p:spPr>
              <a:xfrm>
                <a:off x="4101275" y="2868613"/>
                <a:ext cx="84723" cy="94121"/>
              </a:xfrm>
              <a:prstGeom prst="rect">
                <a:avLst/>
              </a:prstGeom>
              <a:solidFill>
                <a:srgbClr val="81C9BA"/>
              </a:solidFill>
              <a:ln w="0">
                <a:noFill/>
                <a:prstDash val="solid"/>
              </a:ln>
            </p:spPr>
          </p:sp>
          <p:sp>
            <p:nvSpPr>
              <p:cNvPr id="1124" name="original-2d:869"/>
              <p:cNvSpPr>
                <a:spLocks noGrp="1"/>
              </p:cNvSpPr>
              <p:nvPr/>
            </p:nvSpPr>
            <p:spPr>
              <a:xfrm>
                <a:off x="4185857" y="2868613"/>
                <a:ext cx="84723" cy="94121"/>
              </a:xfrm>
              <a:prstGeom prst="rect">
                <a:avLst/>
              </a:prstGeom>
              <a:solidFill>
                <a:srgbClr val="81C9BA"/>
              </a:solidFill>
              <a:ln w="0">
                <a:noFill/>
                <a:prstDash val="solid"/>
              </a:ln>
            </p:spPr>
          </p:sp>
          <p:sp>
            <p:nvSpPr>
              <p:cNvPr id="1125" name="original-2d:870"/>
              <p:cNvSpPr>
                <a:spLocks noGrp="1"/>
              </p:cNvSpPr>
              <p:nvPr/>
            </p:nvSpPr>
            <p:spPr>
              <a:xfrm>
                <a:off x="4270439" y="2868613"/>
                <a:ext cx="84723" cy="94121"/>
              </a:xfrm>
              <a:prstGeom prst="rect">
                <a:avLst/>
              </a:prstGeom>
              <a:solidFill>
                <a:srgbClr val="81C9BA"/>
              </a:solidFill>
              <a:ln w="0">
                <a:noFill/>
                <a:prstDash val="solid"/>
              </a:ln>
            </p:spPr>
          </p:sp>
          <p:sp>
            <p:nvSpPr>
              <p:cNvPr id="1126" name="original-2d:871"/>
              <p:cNvSpPr>
                <a:spLocks noGrp="1"/>
              </p:cNvSpPr>
              <p:nvPr/>
            </p:nvSpPr>
            <p:spPr>
              <a:xfrm>
                <a:off x="4355021" y="2868613"/>
                <a:ext cx="84723" cy="94121"/>
              </a:xfrm>
              <a:prstGeom prst="rect">
                <a:avLst/>
              </a:prstGeom>
              <a:solidFill>
                <a:srgbClr val="D55E00"/>
              </a:solidFill>
              <a:ln w="0">
                <a:noFill/>
                <a:prstDash val="solid"/>
              </a:ln>
            </p:spPr>
          </p:sp>
          <p:sp>
            <p:nvSpPr>
              <p:cNvPr id="1127" name="original-2d:872"/>
              <p:cNvSpPr>
                <a:spLocks noGrp="1"/>
              </p:cNvSpPr>
              <p:nvPr/>
            </p:nvSpPr>
            <p:spPr>
              <a:xfrm>
                <a:off x="4439603" y="2868613"/>
                <a:ext cx="84723" cy="94121"/>
              </a:xfrm>
              <a:prstGeom prst="rect">
                <a:avLst/>
              </a:prstGeom>
              <a:solidFill>
                <a:srgbClr val="D55E00"/>
              </a:solidFill>
              <a:ln w="0">
                <a:noFill/>
                <a:prstDash val="solid"/>
              </a:ln>
            </p:spPr>
          </p:sp>
          <p:sp>
            <p:nvSpPr>
              <p:cNvPr id="1128" name="original-2d:873"/>
              <p:cNvSpPr>
                <a:spLocks noGrp="1"/>
              </p:cNvSpPr>
              <p:nvPr/>
            </p:nvSpPr>
            <p:spPr>
              <a:xfrm>
                <a:off x="4524185" y="2868613"/>
                <a:ext cx="84723" cy="94121"/>
              </a:xfrm>
              <a:prstGeom prst="rect">
                <a:avLst/>
              </a:prstGeom>
              <a:solidFill>
                <a:srgbClr val="81C9BA"/>
              </a:solidFill>
              <a:ln w="0">
                <a:noFill/>
                <a:prstDash val="solid"/>
              </a:ln>
            </p:spPr>
          </p:sp>
          <p:sp>
            <p:nvSpPr>
              <p:cNvPr id="1129" name="original-2d:874"/>
              <p:cNvSpPr>
                <a:spLocks noGrp="1"/>
              </p:cNvSpPr>
              <p:nvPr/>
            </p:nvSpPr>
            <p:spPr>
              <a:xfrm>
                <a:off x="4608767" y="2868613"/>
                <a:ext cx="84723" cy="94121"/>
              </a:xfrm>
              <a:prstGeom prst="rect">
                <a:avLst/>
              </a:prstGeom>
              <a:solidFill>
                <a:srgbClr val="009E73"/>
              </a:solidFill>
              <a:ln w="0">
                <a:noFill/>
                <a:prstDash val="solid"/>
              </a:ln>
            </p:spPr>
          </p:sp>
          <p:sp>
            <p:nvSpPr>
              <p:cNvPr id="1130" name="original-2d:875"/>
              <p:cNvSpPr>
                <a:spLocks noGrp="1"/>
              </p:cNvSpPr>
              <p:nvPr/>
            </p:nvSpPr>
            <p:spPr>
              <a:xfrm>
                <a:off x="4693349" y="2868613"/>
                <a:ext cx="84723" cy="94121"/>
              </a:xfrm>
              <a:prstGeom prst="rect">
                <a:avLst/>
              </a:prstGeom>
              <a:solidFill>
                <a:srgbClr val="009E73"/>
              </a:solidFill>
              <a:ln w="0">
                <a:noFill/>
                <a:prstDash val="solid"/>
              </a:ln>
            </p:spPr>
          </p:sp>
          <p:sp>
            <p:nvSpPr>
              <p:cNvPr id="1131" name="original-2d:876"/>
              <p:cNvSpPr>
                <a:spLocks noGrp="1"/>
              </p:cNvSpPr>
              <p:nvPr/>
            </p:nvSpPr>
            <p:spPr>
              <a:xfrm>
                <a:off x="4777931" y="2868613"/>
                <a:ext cx="84723" cy="94121"/>
              </a:xfrm>
              <a:prstGeom prst="rect">
                <a:avLst/>
              </a:prstGeom>
              <a:solidFill>
                <a:srgbClr val="009E73"/>
              </a:solidFill>
              <a:ln w="0">
                <a:noFill/>
                <a:prstDash val="solid"/>
              </a:ln>
            </p:spPr>
          </p:sp>
          <p:sp>
            <p:nvSpPr>
              <p:cNvPr id="1132" name="original-2d:877"/>
              <p:cNvSpPr>
                <a:spLocks noGrp="1"/>
              </p:cNvSpPr>
              <p:nvPr/>
            </p:nvSpPr>
            <p:spPr>
              <a:xfrm>
                <a:off x="4862513" y="2868613"/>
                <a:ext cx="84723" cy="94121"/>
              </a:xfrm>
              <a:prstGeom prst="rect">
                <a:avLst/>
              </a:prstGeom>
              <a:solidFill>
                <a:srgbClr val="009E73"/>
              </a:solidFill>
              <a:ln w="0">
                <a:noFill/>
                <a:prstDash val="solid"/>
              </a:ln>
            </p:spPr>
          </p:sp>
          <p:sp>
            <p:nvSpPr>
              <p:cNvPr id="1133" name="original-2d:878"/>
              <p:cNvSpPr>
                <a:spLocks noGrp="1"/>
              </p:cNvSpPr>
              <p:nvPr/>
            </p:nvSpPr>
            <p:spPr>
              <a:xfrm>
                <a:off x="4947095" y="2868613"/>
                <a:ext cx="84723" cy="94121"/>
              </a:xfrm>
              <a:prstGeom prst="rect">
                <a:avLst/>
              </a:prstGeom>
              <a:solidFill>
                <a:srgbClr val="009E73"/>
              </a:solidFill>
              <a:ln w="0">
                <a:noFill/>
                <a:prstDash val="solid"/>
              </a:ln>
            </p:spPr>
          </p:sp>
          <p:sp>
            <p:nvSpPr>
              <p:cNvPr id="1134" name="original-2d:879"/>
              <p:cNvSpPr>
                <a:spLocks noGrp="1"/>
              </p:cNvSpPr>
              <p:nvPr/>
            </p:nvSpPr>
            <p:spPr>
              <a:xfrm>
                <a:off x="5031677" y="2868613"/>
                <a:ext cx="84723" cy="94121"/>
              </a:xfrm>
              <a:prstGeom prst="rect">
                <a:avLst/>
              </a:prstGeom>
              <a:solidFill>
                <a:srgbClr val="81C9BA"/>
              </a:solidFill>
              <a:ln w="0">
                <a:noFill/>
                <a:prstDash val="solid"/>
              </a:ln>
            </p:spPr>
          </p:sp>
          <p:sp>
            <p:nvSpPr>
              <p:cNvPr id="1135" name="original-2d:880"/>
              <p:cNvSpPr>
                <a:spLocks noGrp="1"/>
              </p:cNvSpPr>
              <p:nvPr/>
            </p:nvSpPr>
            <p:spPr>
              <a:xfrm>
                <a:off x="5116259" y="2868613"/>
                <a:ext cx="84723" cy="94121"/>
              </a:xfrm>
              <a:prstGeom prst="rect">
                <a:avLst/>
              </a:prstGeom>
              <a:solidFill>
                <a:srgbClr val="81C9BA"/>
              </a:solidFill>
              <a:ln w="0">
                <a:noFill/>
                <a:prstDash val="solid"/>
              </a:ln>
            </p:spPr>
          </p:sp>
          <p:sp>
            <p:nvSpPr>
              <p:cNvPr id="1136" name="original-2d:881"/>
              <p:cNvSpPr>
                <a:spLocks noGrp="1"/>
              </p:cNvSpPr>
              <p:nvPr/>
            </p:nvSpPr>
            <p:spPr>
              <a:xfrm>
                <a:off x="5200841" y="2868613"/>
                <a:ext cx="84723" cy="94121"/>
              </a:xfrm>
              <a:prstGeom prst="rect">
                <a:avLst/>
              </a:prstGeom>
              <a:solidFill>
                <a:srgbClr val="81C9BA"/>
              </a:solidFill>
              <a:ln w="0">
                <a:noFill/>
                <a:prstDash val="solid"/>
              </a:ln>
            </p:spPr>
          </p:sp>
          <p:sp>
            <p:nvSpPr>
              <p:cNvPr id="1137" name="original-2d:882"/>
              <p:cNvSpPr>
                <a:spLocks noGrp="1"/>
              </p:cNvSpPr>
              <p:nvPr/>
            </p:nvSpPr>
            <p:spPr>
              <a:xfrm>
                <a:off x="3593783" y="2962593"/>
                <a:ext cx="84723" cy="94121"/>
              </a:xfrm>
              <a:prstGeom prst="rect">
                <a:avLst/>
              </a:prstGeom>
              <a:solidFill>
                <a:srgbClr val="DCE8ED"/>
              </a:solidFill>
              <a:ln w="0">
                <a:noFill/>
                <a:prstDash val="solid"/>
              </a:ln>
            </p:spPr>
          </p:sp>
          <p:sp>
            <p:nvSpPr>
              <p:cNvPr id="1138" name="original-2d:883"/>
              <p:cNvSpPr>
                <a:spLocks noGrp="1"/>
              </p:cNvSpPr>
              <p:nvPr/>
            </p:nvSpPr>
            <p:spPr>
              <a:xfrm>
                <a:off x="3678365" y="2962593"/>
                <a:ext cx="84723" cy="94121"/>
              </a:xfrm>
              <a:prstGeom prst="rect">
                <a:avLst/>
              </a:prstGeom>
              <a:solidFill>
                <a:srgbClr val="DCE8ED"/>
              </a:solidFill>
              <a:ln w="0">
                <a:noFill/>
                <a:prstDash val="solid"/>
              </a:ln>
            </p:spPr>
          </p:sp>
          <p:sp>
            <p:nvSpPr>
              <p:cNvPr id="1139" name="original-2d:884"/>
              <p:cNvSpPr>
                <a:spLocks noGrp="1"/>
              </p:cNvSpPr>
              <p:nvPr/>
            </p:nvSpPr>
            <p:spPr>
              <a:xfrm>
                <a:off x="3762947" y="2962593"/>
                <a:ext cx="84723" cy="94121"/>
              </a:xfrm>
              <a:prstGeom prst="rect">
                <a:avLst/>
              </a:prstGeom>
              <a:solidFill>
                <a:srgbClr val="DCE8ED"/>
              </a:solidFill>
              <a:ln w="0">
                <a:noFill/>
                <a:prstDash val="solid"/>
              </a:ln>
            </p:spPr>
          </p:sp>
          <p:sp>
            <p:nvSpPr>
              <p:cNvPr id="1140" name="original-2d:885"/>
              <p:cNvSpPr>
                <a:spLocks noGrp="1"/>
              </p:cNvSpPr>
              <p:nvPr/>
            </p:nvSpPr>
            <p:spPr>
              <a:xfrm>
                <a:off x="3847529" y="2962593"/>
                <a:ext cx="84723" cy="94121"/>
              </a:xfrm>
              <a:prstGeom prst="rect">
                <a:avLst/>
              </a:prstGeom>
              <a:solidFill>
                <a:srgbClr val="DCE8ED"/>
              </a:solidFill>
              <a:ln w="0">
                <a:noFill/>
                <a:prstDash val="solid"/>
              </a:ln>
            </p:spPr>
          </p:sp>
          <p:sp>
            <p:nvSpPr>
              <p:cNvPr id="1141" name="original-2d:886"/>
              <p:cNvSpPr>
                <a:spLocks noGrp="1"/>
              </p:cNvSpPr>
              <p:nvPr/>
            </p:nvSpPr>
            <p:spPr>
              <a:xfrm>
                <a:off x="3932111" y="2962593"/>
                <a:ext cx="84723" cy="94121"/>
              </a:xfrm>
              <a:prstGeom prst="rect">
                <a:avLst/>
              </a:prstGeom>
              <a:solidFill>
                <a:srgbClr val="81C9BA"/>
              </a:solidFill>
              <a:ln w="0">
                <a:noFill/>
                <a:prstDash val="solid"/>
              </a:ln>
            </p:spPr>
          </p:sp>
          <p:sp>
            <p:nvSpPr>
              <p:cNvPr id="1142" name="original-2d:887"/>
              <p:cNvSpPr>
                <a:spLocks noGrp="1"/>
              </p:cNvSpPr>
              <p:nvPr/>
            </p:nvSpPr>
            <p:spPr>
              <a:xfrm>
                <a:off x="4016693" y="2962593"/>
                <a:ext cx="84723" cy="94121"/>
              </a:xfrm>
              <a:prstGeom prst="rect">
                <a:avLst/>
              </a:prstGeom>
              <a:solidFill>
                <a:srgbClr val="81C9BA"/>
              </a:solidFill>
              <a:ln w="0">
                <a:noFill/>
                <a:prstDash val="solid"/>
              </a:ln>
            </p:spPr>
          </p:sp>
          <p:sp>
            <p:nvSpPr>
              <p:cNvPr id="1143" name="original-2d:888"/>
              <p:cNvSpPr>
                <a:spLocks noGrp="1"/>
              </p:cNvSpPr>
              <p:nvPr/>
            </p:nvSpPr>
            <p:spPr>
              <a:xfrm>
                <a:off x="4101275" y="2962593"/>
                <a:ext cx="84723" cy="94121"/>
              </a:xfrm>
              <a:prstGeom prst="rect">
                <a:avLst/>
              </a:prstGeom>
              <a:solidFill>
                <a:srgbClr val="81C9BA"/>
              </a:solidFill>
              <a:ln w="0">
                <a:noFill/>
                <a:prstDash val="solid"/>
              </a:ln>
            </p:spPr>
          </p:sp>
          <p:sp>
            <p:nvSpPr>
              <p:cNvPr id="1144" name="original-2d:889"/>
              <p:cNvSpPr>
                <a:spLocks noGrp="1"/>
              </p:cNvSpPr>
              <p:nvPr/>
            </p:nvSpPr>
            <p:spPr>
              <a:xfrm>
                <a:off x="4185857" y="2962593"/>
                <a:ext cx="84723" cy="94121"/>
              </a:xfrm>
              <a:prstGeom prst="rect">
                <a:avLst/>
              </a:prstGeom>
              <a:solidFill>
                <a:srgbClr val="81C9BA"/>
              </a:solidFill>
              <a:ln w="0">
                <a:noFill/>
                <a:prstDash val="solid"/>
              </a:ln>
            </p:spPr>
          </p:sp>
          <p:sp>
            <p:nvSpPr>
              <p:cNvPr id="1145" name="original-2d:890"/>
              <p:cNvSpPr>
                <a:spLocks noGrp="1"/>
              </p:cNvSpPr>
              <p:nvPr/>
            </p:nvSpPr>
            <p:spPr>
              <a:xfrm>
                <a:off x="4270439" y="2962593"/>
                <a:ext cx="84723" cy="94121"/>
              </a:xfrm>
              <a:prstGeom prst="rect">
                <a:avLst/>
              </a:prstGeom>
              <a:solidFill>
                <a:srgbClr val="D55E00"/>
              </a:solidFill>
              <a:ln w="0">
                <a:noFill/>
                <a:prstDash val="solid"/>
              </a:ln>
            </p:spPr>
          </p:sp>
          <p:sp>
            <p:nvSpPr>
              <p:cNvPr id="1146" name="original-2d:891"/>
              <p:cNvSpPr>
                <a:spLocks noGrp="1"/>
              </p:cNvSpPr>
              <p:nvPr/>
            </p:nvSpPr>
            <p:spPr>
              <a:xfrm>
                <a:off x="4355021" y="2962593"/>
                <a:ext cx="84723" cy="94121"/>
              </a:xfrm>
              <a:prstGeom prst="rect">
                <a:avLst/>
              </a:prstGeom>
              <a:solidFill>
                <a:srgbClr val="D55E00"/>
              </a:solidFill>
              <a:ln w="0">
                <a:noFill/>
                <a:prstDash val="solid"/>
              </a:ln>
            </p:spPr>
          </p:sp>
          <p:sp>
            <p:nvSpPr>
              <p:cNvPr id="1147" name="original-2d:892"/>
              <p:cNvSpPr>
                <a:spLocks noGrp="1"/>
              </p:cNvSpPr>
              <p:nvPr/>
            </p:nvSpPr>
            <p:spPr>
              <a:xfrm>
                <a:off x="4439603" y="2962593"/>
                <a:ext cx="84723" cy="94121"/>
              </a:xfrm>
              <a:prstGeom prst="rect">
                <a:avLst/>
              </a:prstGeom>
              <a:solidFill>
                <a:srgbClr val="D55E00"/>
              </a:solidFill>
              <a:ln w="0">
                <a:noFill/>
                <a:prstDash val="solid"/>
              </a:ln>
            </p:spPr>
          </p:sp>
          <p:sp>
            <p:nvSpPr>
              <p:cNvPr id="1148" name="original-2d:893"/>
              <p:cNvSpPr>
                <a:spLocks noGrp="1"/>
              </p:cNvSpPr>
              <p:nvPr/>
            </p:nvSpPr>
            <p:spPr>
              <a:xfrm>
                <a:off x="4524185" y="2962593"/>
                <a:ext cx="84723" cy="94121"/>
              </a:xfrm>
              <a:prstGeom prst="rect">
                <a:avLst/>
              </a:prstGeom>
              <a:solidFill>
                <a:srgbClr val="D55E00"/>
              </a:solidFill>
              <a:ln w="0">
                <a:noFill/>
                <a:prstDash val="solid"/>
              </a:ln>
            </p:spPr>
          </p:sp>
          <p:sp>
            <p:nvSpPr>
              <p:cNvPr id="1149" name="original-2d:894"/>
              <p:cNvSpPr>
                <a:spLocks noGrp="1"/>
              </p:cNvSpPr>
              <p:nvPr/>
            </p:nvSpPr>
            <p:spPr>
              <a:xfrm>
                <a:off x="4608767" y="2962593"/>
                <a:ext cx="84723" cy="94121"/>
              </a:xfrm>
              <a:prstGeom prst="rect">
                <a:avLst/>
              </a:prstGeom>
              <a:solidFill>
                <a:srgbClr val="81C9BA"/>
              </a:solidFill>
              <a:ln w="0">
                <a:noFill/>
                <a:prstDash val="solid"/>
              </a:ln>
            </p:spPr>
          </p:sp>
          <p:sp>
            <p:nvSpPr>
              <p:cNvPr id="1150" name="original-2d:895"/>
              <p:cNvSpPr>
                <a:spLocks noGrp="1"/>
              </p:cNvSpPr>
              <p:nvPr/>
            </p:nvSpPr>
            <p:spPr>
              <a:xfrm>
                <a:off x="4693349" y="2962593"/>
                <a:ext cx="84723" cy="94121"/>
              </a:xfrm>
              <a:prstGeom prst="rect">
                <a:avLst/>
              </a:prstGeom>
              <a:solidFill>
                <a:srgbClr val="009E73"/>
              </a:solidFill>
              <a:ln w="0">
                <a:noFill/>
                <a:prstDash val="solid"/>
              </a:ln>
            </p:spPr>
          </p:sp>
          <p:sp>
            <p:nvSpPr>
              <p:cNvPr id="1151" name="original-2d:896"/>
              <p:cNvSpPr>
                <a:spLocks noGrp="1"/>
              </p:cNvSpPr>
              <p:nvPr/>
            </p:nvSpPr>
            <p:spPr>
              <a:xfrm>
                <a:off x="4777931" y="2962593"/>
                <a:ext cx="84723" cy="94121"/>
              </a:xfrm>
              <a:prstGeom prst="rect">
                <a:avLst/>
              </a:prstGeom>
              <a:solidFill>
                <a:srgbClr val="009E73"/>
              </a:solidFill>
              <a:ln w="0">
                <a:noFill/>
                <a:prstDash val="solid"/>
              </a:ln>
            </p:spPr>
          </p:sp>
          <p:sp>
            <p:nvSpPr>
              <p:cNvPr id="1152" name="original-2d:897"/>
              <p:cNvSpPr>
                <a:spLocks noGrp="1"/>
              </p:cNvSpPr>
              <p:nvPr/>
            </p:nvSpPr>
            <p:spPr>
              <a:xfrm>
                <a:off x="4862513" y="2962593"/>
                <a:ext cx="84723" cy="94121"/>
              </a:xfrm>
              <a:prstGeom prst="rect">
                <a:avLst/>
              </a:prstGeom>
              <a:solidFill>
                <a:srgbClr val="009E73"/>
              </a:solidFill>
              <a:ln w="0">
                <a:noFill/>
                <a:prstDash val="solid"/>
              </a:ln>
            </p:spPr>
          </p:sp>
          <p:sp>
            <p:nvSpPr>
              <p:cNvPr id="1153" name="original-2d:898"/>
              <p:cNvSpPr>
                <a:spLocks noGrp="1"/>
              </p:cNvSpPr>
              <p:nvPr/>
            </p:nvSpPr>
            <p:spPr>
              <a:xfrm>
                <a:off x="4947095" y="2962593"/>
                <a:ext cx="84723" cy="94121"/>
              </a:xfrm>
              <a:prstGeom prst="rect">
                <a:avLst/>
              </a:prstGeom>
              <a:solidFill>
                <a:srgbClr val="81C9BA"/>
              </a:solidFill>
              <a:ln w="0">
                <a:noFill/>
                <a:prstDash val="solid"/>
              </a:ln>
            </p:spPr>
          </p:sp>
          <p:sp>
            <p:nvSpPr>
              <p:cNvPr id="1154" name="original-2d:899"/>
              <p:cNvSpPr>
                <a:spLocks noGrp="1"/>
              </p:cNvSpPr>
              <p:nvPr/>
            </p:nvSpPr>
            <p:spPr>
              <a:xfrm>
                <a:off x="5031677" y="2962593"/>
                <a:ext cx="84723" cy="94121"/>
              </a:xfrm>
              <a:prstGeom prst="rect">
                <a:avLst/>
              </a:prstGeom>
              <a:solidFill>
                <a:srgbClr val="81C9BA"/>
              </a:solidFill>
              <a:ln w="0">
                <a:noFill/>
                <a:prstDash val="solid"/>
              </a:ln>
            </p:spPr>
          </p:sp>
          <p:sp>
            <p:nvSpPr>
              <p:cNvPr id="1155" name="original-2d:900"/>
              <p:cNvSpPr>
                <a:spLocks noGrp="1"/>
              </p:cNvSpPr>
              <p:nvPr/>
            </p:nvSpPr>
            <p:spPr>
              <a:xfrm>
                <a:off x="5116259" y="2962593"/>
                <a:ext cx="84723" cy="94121"/>
              </a:xfrm>
              <a:prstGeom prst="rect">
                <a:avLst/>
              </a:prstGeom>
              <a:solidFill>
                <a:srgbClr val="81C9BA"/>
              </a:solidFill>
              <a:ln w="0">
                <a:noFill/>
                <a:prstDash val="solid"/>
              </a:ln>
            </p:spPr>
          </p:sp>
          <p:sp>
            <p:nvSpPr>
              <p:cNvPr id="1156" name="original-2d:901"/>
              <p:cNvSpPr>
                <a:spLocks noGrp="1"/>
              </p:cNvSpPr>
              <p:nvPr/>
            </p:nvSpPr>
            <p:spPr>
              <a:xfrm>
                <a:off x="5200841" y="2962593"/>
                <a:ext cx="84723" cy="94121"/>
              </a:xfrm>
              <a:prstGeom prst="rect">
                <a:avLst/>
              </a:prstGeom>
              <a:solidFill>
                <a:srgbClr val="DCE8ED"/>
              </a:solidFill>
              <a:ln w="0">
                <a:noFill/>
                <a:prstDash val="solid"/>
              </a:ln>
            </p:spPr>
          </p:sp>
          <p:sp>
            <p:nvSpPr>
              <p:cNvPr id="1157" name="original-2d:902"/>
              <p:cNvSpPr>
                <a:spLocks noGrp="1"/>
              </p:cNvSpPr>
              <p:nvPr/>
            </p:nvSpPr>
            <p:spPr>
              <a:xfrm>
                <a:off x="3593783" y="3056573"/>
                <a:ext cx="84723" cy="94121"/>
              </a:xfrm>
              <a:prstGeom prst="rect">
                <a:avLst/>
              </a:prstGeom>
              <a:solidFill>
                <a:srgbClr val="DCE8ED"/>
              </a:solidFill>
              <a:ln w="0">
                <a:noFill/>
                <a:prstDash val="solid"/>
              </a:ln>
            </p:spPr>
          </p:sp>
          <p:sp>
            <p:nvSpPr>
              <p:cNvPr id="1158" name="original-2d:903"/>
              <p:cNvSpPr>
                <a:spLocks noGrp="1"/>
              </p:cNvSpPr>
              <p:nvPr/>
            </p:nvSpPr>
            <p:spPr>
              <a:xfrm>
                <a:off x="3678365" y="3056573"/>
                <a:ext cx="84723" cy="94121"/>
              </a:xfrm>
              <a:prstGeom prst="rect">
                <a:avLst/>
              </a:prstGeom>
              <a:solidFill>
                <a:srgbClr val="DCE8ED"/>
              </a:solidFill>
              <a:ln w="0">
                <a:noFill/>
                <a:prstDash val="solid"/>
              </a:ln>
            </p:spPr>
          </p:sp>
          <p:sp>
            <p:nvSpPr>
              <p:cNvPr id="1159" name="original-2d:904"/>
              <p:cNvSpPr>
                <a:spLocks noGrp="1"/>
              </p:cNvSpPr>
              <p:nvPr/>
            </p:nvSpPr>
            <p:spPr>
              <a:xfrm>
                <a:off x="3762947" y="3056573"/>
                <a:ext cx="84723" cy="94121"/>
              </a:xfrm>
              <a:prstGeom prst="rect">
                <a:avLst/>
              </a:prstGeom>
              <a:solidFill>
                <a:srgbClr val="DCE8ED"/>
              </a:solidFill>
              <a:ln w="0">
                <a:noFill/>
                <a:prstDash val="solid"/>
              </a:ln>
            </p:spPr>
          </p:sp>
          <p:sp>
            <p:nvSpPr>
              <p:cNvPr id="1160" name="original-2d:905"/>
              <p:cNvSpPr>
                <a:spLocks noGrp="1"/>
              </p:cNvSpPr>
              <p:nvPr/>
            </p:nvSpPr>
            <p:spPr>
              <a:xfrm>
                <a:off x="3847529" y="3056573"/>
                <a:ext cx="84723" cy="94121"/>
              </a:xfrm>
              <a:prstGeom prst="rect">
                <a:avLst/>
              </a:prstGeom>
              <a:solidFill>
                <a:srgbClr val="DCE8ED"/>
              </a:solidFill>
              <a:ln w="0">
                <a:noFill/>
                <a:prstDash val="solid"/>
              </a:ln>
            </p:spPr>
          </p:sp>
          <p:sp>
            <p:nvSpPr>
              <p:cNvPr id="1161" name="original-2d:906"/>
              <p:cNvSpPr>
                <a:spLocks noGrp="1"/>
              </p:cNvSpPr>
              <p:nvPr/>
            </p:nvSpPr>
            <p:spPr>
              <a:xfrm>
                <a:off x="3932111" y="3056573"/>
                <a:ext cx="84723" cy="94121"/>
              </a:xfrm>
              <a:prstGeom prst="rect">
                <a:avLst/>
              </a:prstGeom>
              <a:solidFill>
                <a:srgbClr val="81C9BA"/>
              </a:solidFill>
              <a:ln w="0">
                <a:noFill/>
                <a:prstDash val="solid"/>
              </a:ln>
            </p:spPr>
          </p:sp>
          <p:sp>
            <p:nvSpPr>
              <p:cNvPr id="1162" name="original-2d:907"/>
              <p:cNvSpPr>
                <a:spLocks noGrp="1"/>
              </p:cNvSpPr>
              <p:nvPr/>
            </p:nvSpPr>
            <p:spPr>
              <a:xfrm>
                <a:off x="4016693" y="3056573"/>
                <a:ext cx="84723" cy="94121"/>
              </a:xfrm>
              <a:prstGeom prst="rect">
                <a:avLst/>
              </a:prstGeom>
              <a:solidFill>
                <a:srgbClr val="81C9BA"/>
              </a:solidFill>
              <a:ln w="0">
                <a:noFill/>
                <a:prstDash val="solid"/>
              </a:ln>
            </p:spPr>
          </p:sp>
          <p:sp>
            <p:nvSpPr>
              <p:cNvPr id="1163" name="original-2d:908"/>
              <p:cNvSpPr>
                <a:spLocks noGrp="1"/>
              </p:cNvSpPr>
              <p:nvPr/>
            </p:nvSpPr>
            <p:spPr>
              <a:xfrm>
                <a:off x="4101275" y="3056573"/>
                <a:ext cx="84723" cy="94121"/>
              </a:xfrm>
              <a:prstGeom prst="rect">
                <a:avLst/>
              </a:prstGeom>
              <a:solidFill>
                <a:srgbClr val="81C9BA"/>
              </a:solidFill>
              <a:ln w="0">
                <a:noFill/>
                <a:prstDash val="solid"/>
              </a:ln>
            </p:spPr>
          </p:sp>
          <p:sp>
            <p:nvSpPr>
              <p:cNvPr id="1164" name="original-2d:909"/>
              <p:cNvSpPr>
                <a:spLocks noGrp="1"/>
              </p:cNvSpPr>
              <p:nvPr/>
            </p:nvSpPr>
            <p:spPr>
              <a:xfrm>
                <a:off x="4185857" y="3056573"/>
                <a:ext cx="84723" cy="94121"/>
              </a:xfrm>
              <a:prstGeom prst="rect">
                <a:avLst/>
              </a:prstGeom>
              <a:solidFill>
                <a:srgbClr val="81C9BA"/>
              </a:solidFill>
              <a:ln w="0">
                <a:noFill/>
                <a:prstDash val="solid"/>
              </a:ln>
            </p:spPr>
          </p:sp>
          <p:sp>
            <p:nvSpPr>
              <p:cNvPr id="1165" name="original-2d:910"/>
              <p:cNvSpPr>
                <a:spLocks noGrp="1"/>
              </p:cNvSpPr>
              <p:nvPr/>
            </p:nvSpPr>
            <p:spPr>
              <a:xfrm>
                <a:off x="4270439" y="3056573"/>
                <a:ext cx="84723" cy="94121"/>
              </a:xfrm>
              <a:prstGeom prst="rect">
                <a:avLst/>
              </a:prstGeom>
              <a:solidFill>
                <a:srgbClr val="D55E00"/>
              </a:solidFill>
              <a:ln w="0">
                <a:noFill/>
                <a:prstDash val="solid"/>
              </a:ln>
            </p:spPr>
          </p:sp>
          <p:sp>
            <p:nvSpPr>
              <p:cNvPr id="1166" name="original-2d:911"/>
              <p:cNvSpPr>
                <a:spLocks noGrp="1"/>
              </p:cNvSpPr>
              <p:nvPr/>
            </p:nvSpPr>
            <p:spPr>
              <a:xfrm>
                <a:off x="4355021" y="3056573"/>
                <a:ext cx="84723" cy="94121"/>
              </a:xfrm>
              <a:prstGeom prst="rect">
                <a:avLst/>
              </a:prstGeom>
              <a:solidFill>
                <a:srgbClr val="D55E00"/>
              </a:solidFill>
              <a:ln w="0">
                <a:noFill/>
                <a:prstDash val="solid"/>
              </a:ln>
            </p:spPr>
          </p:sp>
          <p:sp>
            <p:nvSpPr>
              <p:cNvPr id="1167" name="original-2d:912"/>
              <p:cNvSpPr>
                <a:spLocks noGrp="1"/>
              </p:cNvSpPr>
              <p:nvPr/>
            </p:nvSpPr>
            <p:spPr>
              <a:xfrm>
                <a:off x="4439603" y="3056573"/>
                <a:ext cx="84723" cy="94121"/>
              </a:xfrm>
              <a:prstGeom prst="rect">
                <a:avLst/>
              </a:prstGeom>
              <a:solidFill>
                <a:srgbClr val="D55E00"/>
              </a:solidFill>
              <a:ln w="0">
                <a:noFill/>
                <a:prstDash val="solid"/>
              </a:ln>
            </p:spPr>
          </p:sp>
          <p:sp>
            <p:nvSpPr>
              <p:cNvPr id="1168" name="original-2d:913"/>
              <p:cNvSpPr>
                <a:spLocks noGrp="1"/>
              </p:cNvSpPr>
              <p:nvPr/>
            </p:nvSpPr>
            <p:spPr>
              <a:xfrm>
                <a:off x="4524185" y="3056573"/>
                <a:ext cx="84723" cy="94121"/>
              </a:xfrm>
              <a:prstGeom prst="rect">
                <a:avLst/>
              </a:prstGeom>
              <a:solidFill>
                <a:srgbClr val="D55E00"/>
              </a:solidFill>
              <a:ln w="0">
                <a:noFill/>
                <a:prstDash val="solid"/>
              </a:ln>
            </p:spPr>
          </p:sp>
          <p:sp>
            <p:nvSpPr>
              <p:cNvPr id="1169" name="original-2d:914"/>
              <p:cNvSpPr>
                <a:spLocks noGrp="1"/>
              </p:cNvSpPr>
              <p:nvPr/>
            </p:nvSpPr>
            <p:spPr>
              <a:xfrm>
                <a:off x="4608767" y="3056573"/>
                <a:ext cx="84723" cy="94121"/>
              </a:xfrm>
              <a:prstGeom prst="rect">
                <a:avLst/>
              </a:prstGeom>
              <a:solidFill>
                <a:srgbClr val="81C9BA"/>
              </a:solidFill>
              <a:ln w="0">
                <a:noFill/>
                <a:prstDash val="solid"/>
              </a:ln>
            </p:spPr>
          </p:sp>
          <p:sp>
            <p:nvSpPr>
              <p:cNvPr id="1170" name="original-2d:915"/>
              <p:cNvSpPr>
                <a:spLocks noGrp="1"/>
              </p:cNvSpPr>
              <p:nvPr/>
            </p:nvSpPr>
            <p:spPr>
              <a:xfrm>
                <a:off x="4693349" y="3056573"/>
                <a:ext cx="84723" cy="94121"/>
              </a:xfrm>
              <a:prstGeom prst="rect">
                <a:avLst/>
              </a:prstGeom>
              <a:solidFill>
                <a:srgbClr val="81C9BA"/>
              </a:solidFill>
              <a:ln w="0">
                <a:noFill/>
                <a:prstDash val="solid"/>
              </a:ln>
            </p:spPr>
          </p:sp>
          <p:sp>
            <p:nvSpPr>
              <p:cNvPr id="1171" name="original-2d:916"/>
              <p:cNvSpPr>
                <a:spLocks noGrp="1"/>
              </p:cNvSpPr>
              <p:nvPr/>
            </p:nvSpPr>
            <p:spPr>
              <a:xfrm>
                <a:off x="4777931" y="3056573"/>
                <a:ext cx="84723" cy="94121"/>
              </a:xfrm>
              <a:prstGeom prst="rect">
                <a:avLst/>
              </a:prstGeom>
              <a:solidFill>
                <a:srgbClr val="81C9BA"/>
              </a:solidFill>
              <a:ln w="0">
                <a:noFill/>
                <a:prstDash val="solid"/>
              </a:ln>
            </p:spPr>
          </p:sp>
          <p:sp>
            <p:nvSpPr>
              <p:cNvPr id="1172" name="original-2d:917"/>
              <p:cNvSpPr>
                <a:spLocks noGrp="1"/>
              </p:cNvSpPr>
              <p:nvPr/>
            </p:nvSpPr>
            <p:spPr>
              <a:xfrm>
                <a:off x="4862513" y="3056573"/>
                <a:ext cx="84723" cy="94121"/>
              </a:xfrm>
              <a:prstGeom prst="rect">
                <a:avLst/>
              </a:prstGeom>
              <a:solidFill>
                <a:srgbClr val="81C9BA"/>
              </a:solidFill>
              <a:ln w="0">
                <a:noFill/>
                <a:prstDash val="solid"/>
              </a:ln>
            </p:spPr>
          </p:sp>
          <p:sp>
            <p:nvSpPr>
              <p:cNvPr id="1173" name="original-2d:918"/>
              <p:cNvSpPr>
                <a:spLocks noGrp="1"/>
              </p:cNvSpPr>
              <p:nvPr/>
            </p:nvSpPr>
            <p:spPr>
              <a:xfrm>
                <a:off x="4947095" y="3056573"/>
                <a:ext cx="84723" cy="94121"/>
              </a:xfrm>
              <a:prstGeom prst="rect">
                <a:avLst/>
              </a:prstGeom>
              <a:solidFill>
                <a:srgbClr val="81C9BA"/>
              </a:solidFill>
              <a:ln w="0">
                <a:noFill/>
                <a:prstDash val="solid"/>
              </a:ln>
            </p:spPr>
          </p:sp>
          <p:sp>
            <p:nvSpPr>
              <p:cNvPr id="1174" name="original-2d:919"/>
              <p:cNvSpPr>
                <a:spLocks noGrp="1"/>
              </p:cNvSpPr>
              <p:nvPr/>
            </p:nvSpPr>
            <p:spPr>
              <a:xfrm>
                <a:off x="5031677" y="3056573"/>
                <a:ext cx="84723" cy="94121"/>
              </a:xfrm>
              <a:prstGeom prst="rect">
                <a:avLst/>
              </a:prstGeom>
              <a:solidFill>
                <a:srgbClr val="81C9BA"/>
              </a:solidFill>
              <a:ln w="0">
                <a:noFill/>
                <a:prstDash val="solid"/>
              </a:ln>
            </p:spPr>
          </p:sp>
          <p:sp>
            <p:nvSpPr>
              <p:cNvPr id="1175" name="original-2d:920"/>
              <p:cNvSpPr>
                <a:spLocks noGrp="1"/>
              </p:cNvSpPr>
              <p:nvPr/>
            </p:nvSpPr>
            <p:spPr>
              <a:xfrm>
                <a:off x="5116259" y="3056573"/>
                <a:ext cx="84723" cy="94121"/>
              </a:xfrm>
              <a:prstGeom prst="rect">
                <a:avLst/>
              </a:prstGeom>
              <a:solidFill>
                <a:srgbClr val="81C9BA"/>
              </a:solidFill>
              <a:ln w="0">
                <a:noFill/>
                <a:prstDash val="solid"/>
              </a:ln>
            </p:spPr>
          </p:sp>
          <p:sp>
            <p:nvSpPr>
              <p:cNvPr id="1176" name="original-2d:921"/>
              <p:cNvSpPr>
                <a:spLocks noGrp="1"/>
              </p:cNvSpPr>
              <p:nvPr/>
            </p:nvSpPr>
            <p:spPr>
              <a:xfrm>
                <a:off x="5200841" y="3056573"/>
                <a:ext cx="84723" cy="94121"/>
              </a:xfrm>
              <a:prstGeom prst="rect">
                <a:avLst/>
              </a:prstGeom>
              <a:solidFill>
                <a:srgbClr val="DCE8ED"/>
              </a:solidFill>
              <a:ln w="0">
                <a:noFill/>
                <a:prstDash val="solid"/>
              </a:ln>
            </p:spPr>
          </p:sp>
          <p:sp>
            <p:nvSpPr>
              <p:cNvPr id="1177" name="original-2d:922"/>
              <p:cNvSpPr>
                <a:spLocks noGrp="1"/>
              </p:cNvSpPr>
              <p:nvPr/>
            </p:nvSpPr>
            <p:spPr>
              <a:xfrm>
                <a:off x="3593783" y="3150553"/>
                <a:ext cx="84723" cy="94121"/>
              </a:xfrm>
              <a:prstGeom prst="rect">
                <a:avLst/>
              </a:prstGeom>
              <a:solidFill>
                <a:srgbClr val="DCE8ED"/>
              </a:solidFill>
              <a:ln w="0">
                <a:noFill/>
                <a:prstDash val="solid"/>
              </a:ln>
            </p:spPr>
          </p:sp>
          <p:sp>
            <p:nvSpPr>
              <p:cNvPr id="1178" name="original-2d:923"/>
              <p:cNvSpPr>
                <a:spLocks noGrp="1"/>
              </p:cNvSpPr>
              <p:nvPr/>
            </p:nvSpPr>
            <p:spPr>
              <a:xfrm>
                <a:off x="3678365" y="3150553"/>
                <a:ext cx="84723" cy="94121"/>
              </a:xfrm>
              <a:prstGeom prst="rect">
                <a:avLst/>
              </a:prstGeom>
              <a:solidFill>
                <a:srgbClr val="DCE8ED"/>
              </a:solidFill>
              <a:ln w="0">
                <a:noFill/>
                <a:prstDash val="solid"/>
              </a:ln>
            </p:spPr>
          </p:sp>
          <p:sp>
            <p:nvSpPr>
              <p:cNvPr id="1179" name="original-2d:924"/>
              <p:cNvSpPr>
                <a:spLocks noGrp="1"/>
              </p:cNvSpPr>
              <p:nvPr/>
            </p:nvSpPr>
            <p:spPr>
              <a:xfrm>
                <a:off x="3762947" y="3150553"/>
                <a:ext cx="84723" cy="94121"/>
              </a:xfrm>
              <a:prstGeom prst="rect">
                <a:avLst/>
              </a:prstGeom>
              <a:solidFill>
                <a:srgbClr val="DCE8ED"/>
              </a:solidFill>
              <a:ln w="0">
                <a:noFill/>
                <a:prstDash val="solid"/>
              </a:ln>
            </p:spPr>
          </p:sp>
          <p:sp>
            <p:nvSpPr>
              <p:cNvPr id="1180" name="original-2d:925"/>
              <p:cNvSpPr>
                <a:spLocks noGrp="1"/>
              </p:cNvSpPr>
              <p:nvPr/>
            </p:nvSpPr>
            <p:spPr>
              <a:xfrm>
                <a:off x="3847529" y="3150553"/>
                <a:ext cx="84723" cy="94121"/>
              </a:xfrm>
              <a:prstGeom prst="rect">
                <a:avLst/>
              </a:prstGeom>
              <a:solidFill>
                <a:srgbClr val="DCE8ED"/>
              </a:solidFill>
              <a:ln w="0">
                <a:noFill/>
                <a:prstDash val="solid"/>
              </a:ln>
            </p:spPr>
          </p:sp>
          <p:sp>
            <p:nvSpPr>
              <p:cNvPr id="1181" name="original-2d:926"/>
              <p:cNvSpPr>
                <a:spLocks noGrp="1"/>
              </p:cNvSpPr>
              <p:nvPr/>
            </p:nvSpPr>
            <p:spPr>
              <a:xfrm>
                <a:off x="3932111" y="3150553"/>
                <a:ext cx="84723" cy="94121"/>
              </a:xfrm>
              <a:prstGeom prst="rect">
                <a:avLst/>
              </a:prstGeom>
              <a:solidFill>
                <a:srgbClr val="DCE8ED"/>
              </a:solidFill>
              <a:ln w="0">
                <a:noFill/>
                <a:prstDash val="solid"/>
              </a:ln>
            </p:spPr>
          </p:sp>
          <p:sp>
            <p:nvSpPr>
              <p:cNvPr id="1182" name="original-2d:927"/>
              <p:cNvSpPr>
                <a:spLocks noGrp="1"/>
              </p:cNvSpPr>
              <p:nvPr/>
            </p:nvSpPr>
            <p:spPr>
              <a:xfrm>
                <a:off x="4016693" y="3150553"/>
                <a:ext cx="84723" cy="94121"/>
              </a:xfrm>
              <a:prstGeom prst="rect">
                <a:avLst/>
              </a:prstGeom>
              <a:solidFill>
                <a:srgbClr val="81C9BA"/>
              </a:solidFill>
              <a:ln w="0">
                <a:noFill/>
                <a:prstDash val="solid"/>
              </a:ln>
            </p:spPr>
          </p:sp>
          <p:sp>
            <p:nvSpPr>
              <p:cNvPr id="1183" name="original-2d:928"/>
              <p:cNvSpPr>
                <a:spLocks noGrp="1"/>
              </p:cNvSpPr>
              <p:nvPr/>
            </p:nvSpPr>
            <p:spPr>
              <a:xfrm>
                <a:off x="4101275" y="3150553"/>
                <a:ext cx="84723" cy="94121"/>
              </a:xfrm>
              <a:prstGeom prst="rect">
                <a:avLst/>
              </a:prstGeom>
              <a:solidFill>
                <a:srgbClr val="81C9BA"/>
              </a:solidFill>
              <a:ln w="0">
                <a:noFill/>
                <a:prstDash val="solid"/>
              </a:ln>
            </p:spPr>
          </p:sp>
          <p:sp>
            <p:nvSpPr>
              <p:cNvPr id="1184" name="original-2d:929"/>
              <p:cNvSpPr>
                <a:spLocks noGrp="1"/>
              </p:cNvSpPr>
              <p:nvPr/>
            </p:nvSpPr>
            <p:spPr>
              <a:xfrm>
                <a:off x="4185857" y="3150553"/>
                <a:ext cx="84723" cy="94121"/>
              </a:xfrm>
              <a:prstGeom prst="rect">
                <a:avLst/>
              </a:prstGeom>
              <a:solidFill>
                <a:srgbClr val="81C9BA"/>
              </a:solidFill>
              <a:ln w="0">
                <a:noFill/>
                <a:prstDash val="solid"/>
              </a:ln>
            </p:spPr>
          </p:sp>
          <p:sp>
            <p:nvSpPr>
              <p:cNvPr id="1185" name="original-2d:930"/>
              <p:cNvSpPr>
                <a:spLocks noGrp="1"/>
              </p:cNvSpPr>
              <p:nvPr/>
            </p:nvSpPr>
            <p:spPr>
              <a:xfrm>
                <a:off x="4270439" y="3150553"/>
                <a:ext cx="84723" cy="94121"/>
              </a:xfrm>
              <a:prstGeom prst="rect">
                <a:avLst/>
              </a:prstGeom>
              <a:solidFill>
                <a:srgbClr val="81C9BA"/>
              </a:solidFill>
              <a:ln w="0">
                <a:noFill/>
                <a:prstDash val="solid"/>
              </a:ln>
            </p:spPr>
          </p:sp>
          <p:sp>
            <p:nvSpPr>
              <p:cNvPr id="1186" name="original-2d:931"/>
              <p:cNvSpPr>
                <a:spLocks noGrp="1"/>
              </p:cNvSpPr>
              <p:nvPr/>
            </p:nvSpPr>
            <p:spPr>
              <a:xfrm>
                <a:off x="4355021" y="3150553"/>
                <a:ext cx="84723" cy="94121"/>
              </a:xfrm>
              <a:prstGeom prst="rect">
                <a:avLst/>
              </a:prstGeom>
              <a:solidFill>
                <a:srgbClr val="D55E00"/>
              </a:solidFill>
              <a:ln w="0">
                <a:noFill/>
                <a:prstDash val="solid"/>
              </a:ln>
            </p:spPr>
          </p:sp>
          <p:sp>
            <p:nvSpPr>
              <p:cNvPr id="1187" name="original-2d:932"/>
              <p:cNvSpPr>
                <a:spLocks noGrp="1"/>
              </p:cNvSpPr>
              <p:nvPr/>
            </p:nvSpPr>
            <p:spPr>
              <a:xfrm>
                <a:off x="4439603" y="3150553"/>
                <a:ext cx="84723" cy="94121"/>
              </a:xfrm>
              <a:prstGeom prst="rect">
                <a:avLst/>
              </a:prstGeom>
              <a:solidFill>
                <a:srgbClr val="D55E00"/>
              </a:solidFill>
              <a:ln w="0">
                <a:noFill/>
                <a:prstDash val="solid"/>
              </a:ln>
            </p:spPr>
          </p:sp>
          <p:sp>
            <p:nvSpPr>
              <p:cNvPr id="1188" name="original-2d:933"/>
              <p:cNvSpPr>
                <a:spLocks noGrp="1"/>
              </p:cNvSpPr>
              <p:nvPr/>
            </p:nvSpPr>
            <p:spPr>
              <a:xfrm>
                <a:off x="4524185" y="3150553"/>
                <a:ext cx="84723" cy="94121"/>
              </a:xfrm>
              <a:prstGeom prst="rect">
                <a:avLst/>
              </a:prstGeom>
              <a:solidFill>
                <a:srgbClr val="81C9BA"/>
              </a:solidFill>
              <a:ln w="0">
                <a:noFill/>
                <a:prstDash val="solid"/>
              </a:ln>
            </p:spPr>
          </p:sp>
          <p:sp>
            <p:nvSpPr>
              <p:cNvPr id="1189" name="original-2d:934"/>
              <p:cNvSpPr>
                <a:spLocks noGrp="1"/>
              </p:cNvSpPr>
              <p:nvPr/>
            </p:nvSpPr>
            <p:spPr>
              <a:xfrm>
                <a:off x="4608767" y="3150553"/>
                <a:ext cx="84723" cy="94121"/>
              </a:xfrm>
              <a:prstGeom prst="rect">
                <a:avLst/>
              </a:prstGeom>
              <a:solidFill>
                <a:srgbClr val="81C9BA"/>
              </a:solidFill>
              <a:ln w="0">
                <a:noFill/>
                <a:prstDash val="solid"/>
              </a:ln>
            </p:spPr>
          </p:sp>
          <p:sp>
            <p:nvSpPr>
              <p:cNvPr id="1190" name="original-2d:935"/>
              <p:cNvSpPr>
                <a:spLocks noGrp="1"/>
              </p:cNvSpPr>
              <p:nvPr/>
            </p:nvSpPr>
            <p:spPr>
              <a:xfrm>
                <a:off x="4693349" y="3150553"/>
                <a:ext cx="84723" cy="94121"/>
              </a:xfrm>
              <a:prstGeom prst="rect">
                <a:avLst/>
              </a:prstGeom>
              <a:solidFill>
                <a:srgbClr val="81C9BA"/>
              </a:solidFill>
              <a:ln w="0">
                <a:noFill/>
                <a:prstDash val="solid"/>
              </a:ln>
            </p:spPr>
          </p:sp>
          <p:sp>
            <p:nvSpPr>
              <p:cNvPr id="1191" name="original-2d:936"/>
              <p:cNvSpPr>
                <a:spLocks noGrp="1"/>
              </p:cNvSpPr>
              <p:nvPr/>
            </p:nvSpPr>
            <p:spPr>
              <a:xfrm>
                <a:off x="4777931" y="3150553"/>
                <a:ext cx="84723" cy="94121"/>
              </a:xfrm>
              <a:prstGeom prst="rect">
                <a:avLst/>
              </a:prstGeom>
              <a:solidFill>
                <a:srgbClr val="81C9BA"/>
              </a:solidFill>
              <a:ln w="0">
                <a:noFill/>
                <a:prstDash val="solid"/>
              </a:ln>
            </p:spPr>
          </p:sp>
          <p:sp>
            <p:nvSpPr>
              <p:cNvPr id="1192" name="original-2d:937"/>
              <p:cNvSpPr>
                <a:spLocks noGrp="1"/>
              </p:cNvSpPr>
              <p:nvPr/>
            </p:nvSpPr>
            <p:spPr>
              <a:xfrm>
                <a:off x="4862513" y="3150553"/>
                <a:ext cx="84723" cy="94121"/>
              </a:xfrm>
              <a:prstGeom prst="rect">
                <a:avLst/>
              </a:prstGeom>
              <a:solidFill>
                <a:srgbClr val="81C9BA"/>
              </a:solidFill>
              <a:ln w="0">
                <a:noFill/>
                <a:prstDash val="solid"/>
              </a:ln>
            </p:spPr>
          </p:sp>
          <p:sp>
            <p:nvSpPr>
              <p:cNvPr id="1193" name="original-2d:938"/>
              <p:cNvSpPr>
                <a:spLocks noGrp="1"/>
              </p:cNvSpPr>
              <p:nvPr/>
            </p:nvSpPr>
            <p:spPr>
              <a:xfrm>
                <a:off x="4947095" y="3150553"/>
                <a:ext cx="84723" cy="94121"/>
              </a:xfrm>
              <a:prstGeom prst="rect">
                <a:avLst/>
              </a:prstGeom>
              <a:solidFill>
                <a:srgbClr val="81C9BA"/>
              </a:solidFill>
              <a:ln w="0">
                <a:noFill/>
                <a:prstDash val="solid"/>
              </a:ln>
            </p:spPr>
          </p:sp>
          <p:sp>
            <p:nvSpPr>
              <p:cNvPr id="1194" name="original-2d:939"/>
              <p:cNvSpPr>
                <a:spLocks noGrp="1"/>
              </p:cNvSpPr>
              <p:nvPr/>
            </p:nvSpPr>
            <p:spPr>
              <a:xfrm>
                <a:off x="5031677" y="3150553"/>
                <a:ext cx="84723" cy="94121"/>
              </a:xfrm>
              <a:prstGeom prst="rect">
                <a:avLst/>
              </a:prstGeom>
              <a:solidFill>
                <a:srgbClr val="81C9BA"/>
              </a:solidFill>
              <a:ln w="0">
                <a:noFill/>
                <a:prstDash val="solid"/>
              </a:ln>
            </p:spPr>
          </p:sp>
          <p:sp>
            <p:nvSpPr>
              <p:cNvPr id="1195" name="original-2d:940"/>
              <p:cNvSpPr>
                <a:spLocks noGrp="1"/>
              </p:cNvSpPr>
              <p:nvPr/>
            </p:nvSpPr>
            <p:spPr>
              <a:xfrm>
                <a:off x="5116259" y="3150553"/>
                <a:ext cx="84723" cy="94121"/>
              </a:xfrm>
              <a:prstGeom prst="rect">
                <a:avLst/>
              </a:prstGeom>
              <a:solidFill>
                <a:srgbClr val="DCE8ED"/>
              </a:solidFill>
              <a:ln w="0">
                <a:noFill/>
                <a:prstDash val="solid"/>
              </a:ln>
            </p:spPr>
          </p:sp>
          <p:sp>
            <p:nvSpPr>
              <p:cNvPr id="1196" name="original-2d:941"/>
              <p:cNvSpPr>
                <a:spLocks noGrp="1"/>
              </p:cNvSpPr>
              <p:nvPr/>
            </p:nvSpPr>
            <p:spPr>
              <a:xfrm>
                <a:off x="5200841" y="3150553"/>
                <a:ext cx="84723" cy="94121"/>
              </a:xfrm>
              <a:prstGeom prst="rect">
                <a:avLst/>
              </a:prstGeom>
              <a:solidFill>
                <a:srgbClr val="DCE8ED"/>
              </a:solidFill>
              <a:ln w="0">
                <a:noFill/>
                <a:prstDash val="solid"/>
              </a:ln>
            </p:spPr>
          </p:sp>
          <p:sp>
            <p:nvSpPr>
              <p:cNvPr id="1197" name="original-2d:942"/>
              <p:cNvSpPr>
                <a:spLocks noGrp="1"/>
              </p:cNvSpPr>
              <p:nvPr/>
            </p:nvSpPr>
            <p:spPr>
              <a:xfrm>
                <a:off x="3593783" y="3244533"/>
                <a:ext cx="84723" cy="94121"/>
              </a:xfrm>
              <a:prstGeom prst="rect">
                <a:avLst/>
              </a:prstGeom>
              <a:solidFill>
                <a:srgbClr val="DCE8ED"/>
              </a:solidFill>
              <a:ln w="0">
                <a:noFill/>
                <a:prstDash val="solid"/>
              </a:ln>
            </p:spPr>
          </p:sp>
          <p:sp>
            <p:nvSpPr>
              <p:cNvPr id="1198" name="original-2d:943"/>
              <p:cNvSpPr>
                <a:spLocks noGrp="1"/>
              </p:cNvSpPr>
              <p:nvPr/>
            </p:nvSpPr>
            <p:spPr>
              <a:xfrm>
                <a:off x="3678365" y="3244533"/>
                <a:ext cx="84723" cy="94121"/>
              </a:xfrm>
              <a:prstGeom prst="rect">
                <a:avLst/>
              </a:prstGeom>
              <a:solidFill>
                <a:srgbClr val="DCE8ED"/>
              </a:solidFill>
              <a:ln w="0">
                <a:noFill/>
                <a:prstDash val="solid"/>
              </a:ln>
            </p:spPr>
          </p:sp>
          <p:sp>
            <p:nvSpPr>
              <p:cNvPr id="1199" name="original-2d:944"/>
              <p:cNvSpPr>
                <a:spLocks noGrp="1"/>
              </p:cNvSpPr>
              <p:nvPr/>
            </p:nvSpPr>
            <p:spPr>
              <a:xfrm>
                <a:off x="3762947" y="3244533"/>
                <a:ext cx="84723" cy="94121"/>
              </a:xfrm>
              <a:prstGeom prst="rect">
                <a:avLst/>
              </a:prstGeom>
              <a:solidFill>
                <a:srgbClr val="DCE8ED"/>
              </a:solidFill>
              <a:ln w="0">
                <a:noFill/>
                <a:prstDash val="solid"/>
              </a:ln>
            </p:spPr>
          </p:sp>
          <p:sp>
            <p:nvSpPr>
              <p:cNvPr id="1200" name="original-2d:945"/>
              <p:cNvSpPr>
                <a:spLocks noGrp="1"/>
              </p:cNvSpPr>
              <p:nvPr/>
            </p:nvSpPr>
            <p:spPr>
              <a:xfrm>
                <a:off x="3847529" y="3244533"/>
                <a:ext cx="84723" cy="94121"/>
              </a:xfrm>
              <a:prstGeom prst="rect">
                <a:avLst/>
              </a:prstGeom>
              <a:solidFill>
                <a:srgbClr val="DCE8ED"/>
              </a:solidFill>
              <a:ln w="0">
                <a:noFill/>
                <a:prstDash val="solid"/>
              </a:ln>
            </p:spPr>
          </p:sp>
          <p:sp>
            <p:nvSpPr>
              <p:cNvPr id="1201" name="original-2d:946"/>
              <p:cNvSpPr>
                <a:spLocks noGrp="1"/>
              </p:cNvSpPr>
              <p:nvPr/>
            </p:nvSpPr>
            <p:spPr>
              <a:xfrm>
                <a:off x="3932111" y="3244533"/>
                <a:ext cx="84723" cy="94121"/>
              </a:xfrm>
              <a:prstGeom prst="rect">
                <a:avLst/>
              </a:prstGeom>
              <a:solidFill>
                <a:srgbClr val="DCE8ED"/>
              </a:solidFill>
              <a:ln w="0">
                <a:noFill/>
                <a:prstDash val="solid"/>
              </a:ln>
            </p:spPr>
          </p:sp>
          <p:sp>
            <p:nvSpPr>
              <p:cNvPr id="1202" name="original-2d:947"/>
              <p:cNvSpPr>
                <a:spLocks noGrp="1"/>
              </p:cNvSpPr>
              <p:nvPr/>
            </p:nvSpPr>
            <p:spPr>
              <a:xfrm>
                <a:off x="4016693" y="3244533"/>
                <a:ext cx="84723" cy="94121"/>
              </a:xfrm>
              <a:prstGeom prst="rect">
                <a:avLst/>
              </a:prstGeom>
              <a:solidFill>
                <a:srgbClr val="81C9BA"/>
              </a:solidFill>
              <a:ln w="0">
                <a:noFill/>
                <a:prstDash val="solid"/>
              </a:ln>
            </p:spPr>
          </p:sp>
          <p:sp>
            <p:nvSpPr>
              <p:cNvPr id="1203" name="original-2d:948"/>
              <p:cNvSpPr>
                <a:spLocks noGrp="1"/>
              </p:cNvSpPr>
              <p:nvPr/>
            </p:nvSpPr>
            <p:spPr>
              <a:xfrm>
                <a:off x="4101275" y="3244533"/>
                <a:ext cx="84723" cy="94121"/>
              </a:xfrm>
              <a:prstGeom prst="rect">
                <a:avLst/>
              </a:prstGeom>
              <a:solidFill>
                <a:srgbClr val="81C9BA"/>
              </a:solidFill>
              <a:ln w="0">
                <a:noFill/>
                <a:prstDash val="solid"/>
              </a:ln>
            </p:spPr>
          </p:sp>
          <p:sp>
            <p:nvSpPr>
              <p:cNvPr id="1204" name="original-2d:949"/>
              <p:cNvSpPr>
                <a:spLocks noGrp="1"/>
              </p:cNvSpPr>
              <p:nvPr/>
            </p:nvSpPr>
            <p:spPr>
              <a:xfrm>
                <a:off x="4185857" y="3244533"/>
                <a:ext cx="84723" cy="94121"/>
              </a:xfrm>
              <a:prstGeom prst="rect">
                <a:avLst/>
              </a:prstGeom>
              <a:solidFill>
                <a:srgbClr val="81C9BA"/>
              </a:solidFill>
              <a:ln w="0">
                <a:noFill/>
                <a:prstDash val="solid"/>
              </a:ln>
            </p:spPr>
          </p:sp>
          <p:sp>
            <p:nvSpPr>
              <p:cNvPr id="1205" name="original-2d:950"/>
              <p:cNvSpPr>
                <a:spLocks noGrp="1"/>
              </p:cNvSpPr>
              <p:nvPr/>
            </p:nvSpPr>
            <p:spPr>
              <a:xfrm>
                <a:off x="4270439" y="3244533"/>
                <a:ext cx="84723" cy="94121"/>
              </a:xfrm>
              <a:prstGeom prst="rect">
                <a:avLst/>
              </a:prstGeom>
              <a:solidFill>
                <a:srgbClr val="81C9BA"/>
              </a:solidFill>
              <a:ln w="0">
                <a:noFill/>
                <a:prstDash val="solid"/>
              </a:ln>
            </p:spPr>
          </p:sp>
          <p:sp>
            <p:nvSpPr>
              <p:cNvPr id="1206" name="original-2d:951"/>
              <p:cNvSpPr>
                <a:spLocks noGrp="1"/>
              </p:cNvSpPr>
              <p:nvPr/>
            </p:nvSpPr>
            <p:spPr>
              <a:xfrm>
                <a:off x="4355021" y="3244533"/>
                <a:ext cx="84723" cy="94121"/>
              </a:xfrm>
              <a:prstGeom prst="rect">
                <a:avLst/>
              </a:prstGeom>
              <a:solidFill>
                <a:srgbClr val="81C9BA"/>
              </a:solidFill>
              <a:ln w="0">
                <a:noFill/>
                <a:prstDash val="solid"/>
              </a:ln>
            </p:spPr>
          </p:sp>
          <p:sp>
            <p:nvSpPr>
              <p:cNvPr id="1207" name="original-2d:952"/>
              <p:cNvSpPr>
                <a:spLocks noGrp="1"/>
              </p:cNvSpPr>
              <p:nvPr/>
            </p:nvSpPr>
            <p:spPr>
              <a:xfrm>
                <a:off x="4439603" y="3244533"/>
                <a:ext cx="84723" cy="94121"/>
              </a:xfrm>
              <a:prstGeom prst="rect">
                <a:avLst/>
              </a:prstGeom>
              <a:solidFill>
                <a:srgbClr val="81C9BA"/>
              </a:solidFill>
              <a:ln w="0">
                <a:noFill/>
                <a:prstDash val="solid"/>
              </a:ln>
            </p:spPr>
          </p:sp>
          <p:sp>
            <p:nvSpPr>
              <p:cNvPr id="1208" name="original-2d:953"/>
              <p:cNvSpPr>
                <a:spLocks noGrp="1"/>
              </p:cNvSpPr>
              <p:nvPr/>
            </p:nvSpPr>
            <p:spPr>
              <a:xfrm>
                <a:off x="4524185" y="3244533"/>
                <a:ext cx="84723" cy="94121"/>
              </a:xfrm>
              <a:prstGeom prst="rect">
                <a:avLst/>
              </a:prstGeom>
              <a:solidFill>
                <a:srgbClr val="81C9BA"/>
              </a:solidFill>
              <a:ln w="0">
                <a:noFill/>
                <a:prstDash val="solid"/>
              </a:ln>
            </p:spPr>
          </p:sp>
          <p:sp>
            <p:nvSpPr>
              <p:cNvPr id="1209" name="original-2d:954"/>
              <p:cNvSpPr>
                <a:spLocks noGrp="1"/>
              </p:cNvSpPr>
              <p:nvPr/>
            </p:nvSpPr>
            <p:spPr>
              <a:xfrm>
                <a:off x="4608767" y="3244533"/>
                <a:ext cx="84723" cy="94121"/>
              </a:xfrm>
              <a:prstGeom prst="rect">
                <a:avLst/>
              </a:prstGeom>
              <a:solidFill>
                <a:srgbClr val="81C9BA"/>
              </a:solidFill>
              <a:ln w="0">
                <a:noFill/>
                <a:prstDash val="solid"/>
              </a:ln>
            </p:spPr>
          </p:sp>
          <p:sp>
            <p:nvSpPr>
              <p:cNvPr id="1210" name="original-2d:955"/>
              <p:cNvSpPr>
                <a:spLocks noGrp="1"/>
              </p:cNvSpPr>
              <p:nvPr/>
            </p:nvSpPr>
            <p:spPr>
              <a:xfrm>
                <a:off x="4693349" y="3244533"/>
                <a:ext cx="84723" cy="94121"/>
              </a:xfrm>
              <a:prstGeom prst="rect">
                <a:avLst/>
              </a:prstGeom>
              <a:solidFill>
                <a:srgbClr val="81C9BA"/>
              </a:solidFill>
              <a:ln w="0">
                <a:noFill/>
                <a:prstDash val="solid"/>
              </a:ln>
            </p:spPr>
          </p:sp>
          <p:sp>
            <p:nvSpPr>
              <p:cNvPr id="1211" name="original-2d:956"/>
              <p:cNvSpPr>
                <a:spLocks noGrp="1"/>
              </p:cNvSpPr>
              <p:nvPr/>
            </p:nvSpPr>
            <p:spPr>
              <a:xfrm>
                <a:off x="4777931" y="3244533"/>
                <a:ext cx="84723" cy="94121"/>
              </a:xfrm>
              <a:prstGeom prst="rect">
                <a:avLst/>
              </a:prstGeom>
              <a:solidFill>
                <a:srgbClr val="81C9BA"/>
              </a:solidFill>
              <a:ln w="0">
                <a:noFill/>
                <a:prstDash val="solid"/>
              </a:ln>
            </p:spPr>
          </p:sp>
          <p:sp>
            <p:nvSpPr>
              <p:cNvPr id="1212" name="original-2d:957"/>
              <p:cNvSpPr>
                <a:spLocks noGrp="1"/>
              </p:cNvSpPr>
              <p:nvPr/>
            </p:nvSpPr>
            <p:spPr>
              <a:xfrm>
                <a:off x="4862513" y="3244533"/>
                <a:ext cx="84723" cy="94121"/>
              </a:xfrm>
              <a:prstGeom prst="rect">
                <a:avLst/>
              </a:prstGeom>
              <a:solidFill>
                <a:srgbClr val="81C9BA"/>
              </a:solidFill>
              <a:ln w="0">
                <a:noFill/>
                <a:prstDash val="solid"/>
              </a:ln>
            </p:spPr>
          </p:sp>
          <p:sp>
            <p:nvSpPr>
              <p:cNvPr id="1213" name="original-2d:958"/>
              <p:cNvSpPr>
                <a:spLocks noGrp="1"/>
              </p:cNvSpPr>
              <p:nvPr/>
            </p:nvSpPr>
            <p:spPr>
              <a:xfrm>
                <a:off x="4947095" y="3244533"/>
                <a:ext cx="84723" cy="94121"/>
              </a:xfrm>
              <a:prstGeom prst="rect">
                <a:avLst/>
              </a:prstGeom>
              <a:solidFill>
                <a:srgbClr val="DCE8ED"/>
              </a:solidFill>
              <a:ln w="0">
                <a:noFill/>
                <a:prstDash val="solid"/>
              </a:ln>
            </p:spPr>
          </p:sp>
          <p:sp>
            <p:nvSpPr>
              <p:cNvPr id="1214" name="original-2d:959"/>
              <p:cNvSpPr>
                <a:spLocks noGrp="1"/>
              </p:cNvSpPr>
              <p:nvPr/>
            </p:nvSpPr>
            <p:spPr>
              <a:xfrm>
                <a:off x="5031677" y="3244533"/>
                <a:ext cx="84723" cy="94121"/>
              </a:xfrm>
              <a:prstGeom prst="rect">
                <a:avLst/>
              </a:prstGeom>
              <a:solidFill>
                <a:srgbClr val="DCE8ED"/>
              </a:solidFill>
              <a:ln w="0">
                <a:noFill/>
                <a:prstDash val="solid"/>
              </a:ln>
            </p:spPr>
          </p:sp>
          <p:sp>
            <p:nvSpPr>
              <p:cNvPr id="1215" name="original-2d:960"/>
              <p:cNvSpPr>
                <a:spLocks noGrp="1"/>
              </p:cNvSpPr>
              <p:nvPr/>
            </p:nvSpPr>
            <p:spPr>
              <a:xfrm>
                <a:off x="5116259" y="3244533"/>
                <a:ext cx="84723" cy="94121"/>
              </a:xfrm>
              <a:prstGeom prst="rect">
                <a:avLst/>
              </a:prstGeom>
              <a:solidFill>
                <a:srgbClr val="DCE8ED"/>
              </a:solidFill>
              <a:ln w="0">
                <a:noFill/>
                <a:prstDash val="solid"/>
              </a:ln>
            </p:spPr>
          </p:sp>
          <p:sp>
            <p:nvSpPr>
              <p:cNvPr id="1216" name="original-2d:961"/>
              <p:cNvSpPr>
                <a:spLocks noGrp="1"/>
              </p:cNvSpPr>
              <p:nvPr/>
            </p:nvSpPr>
            <p:spPr>
              <a:xfrm>
                <a:off x="5200841" y="3244533"/>
                <a:ext cx="84723" cy="94121"/>
              </a:xfrm>
              <a:prstGeom prst="rect">
                <a:avLst/>
              </a:prstGeom>
              <a:solidFill>
                <a:srgbClr val="DCE8ED"/>
              </a:solidFill>
              <a:ln w="0">
                <a:noFill/>
                <a:prstDash val="solid"/>
              </a:ln>
            </p:spPr>
          </p:sp>
          <p:sp>
            <p:nvSpPr>
              <p:cNvPr id="1217" name="original-2d:962"/>
              <p:cNvSpPr>
                <a:spLocks noGrp="1"/>
              </p:cNvSpPr>
              <p:nvPr/>
            </p:nvSpPr>
            <p:spPr>
              <a:xfrm>
                <a:off x="3593783" y="1646873"/>
                <a:ext cx="705" cy="1691640"/>
              </a:xfrm>
              <a:custGeom>
                <a:avLst/>
                <a:gdLst/>
                <a:ahLst/>
                <a:cxnLst/>
                <a:pathLst>
                  <a:path w="953" h="2286000">
                    <a:moveTo>
                      <a:pt x="0" y="0"/>
                    </a:moveTo>
                    <a:lnTo>
                      <a:pt x="0" y="2286000"/>
                    </a:lnTo>
                  </a:path>
                </a:pathLst>
              </a:custGeom>
              <a:noFill/>
              <a:ln w="1627">
                <a:solidFill>
                  <a:srgbClr val="7B8790">
                    <a:alpha val="35000"/>
                  </a:srgbClr>
                </a:solidFill>
                <a:prstDash val="solid"/>
              </a:ln>
            </p:spPr>
          </p:sp>
          <p:sp>
            <p:nvSpPr>
              <p:cNvPr id="1218" name="original-2d:963"/>
              <p:cNvSpPr>
                <a:spLocks noGrp="1"/>
              </p:cNvSpPr>
              <p:nvPr/>
            </p:nvSpPr>
            <p:spPr>
              <a:xfrm>
                <a:off x="3678365" y="1646873"/>
                <a:ext cx="705" cy="1691640"/>
              </a:xfrm>
              <a:custGeom>
                <a:avLst/>
                <a:gdLst/>
                <a:ahLst/>
                <a:cxnLst/>
                <a:pathLst>
                  <a:path w="953" h="2286000">
                    <a:moveTo>
                      <a:pt x="0" y="0"/>
                    </a:moveTo>
                    <a:lnTo>
                      <a:pt x="0" y="2286000"/>
                    </a:lnTo>
                  </a:path>
                </a:pathLst>
              </a:custGeom>
              <a:noFill/>
              <a:ln w="1627">
                <a:solidFill>
                  <a:srgbClr val="7B8790">
                    <a:alpha val="35000"/>
                  </a:srgbClr>
                </a:solidFill>
                <a:prstDash val="solid"/>
              </a:ln>
            </p:spPr>
          </p:sp>
          <p:sp>
            <p:nvSpPr>
              <p:cNvPr id="1219" name="original-2d:964"/>
              <p:cNvSpPr>
                <a:spLocks noGrp="1"/>
              </p:cNvSpPr>
              <p:nvPr/>
            </p:nvSpPr>
            <p:spPr>
              <a:xfrm>
                <a:off x="3762947" y="1646873"/>
                <a:ext cx="705" cy="1691640"/>
              </a:xfrm>
              <a:custGeom>
                <a:avLst/>
                <a:gdLst/>
                <a:ahLst/>
                <a:cxnLst/>
                <a:pathLst>
                  <a:path w="953" h="2286000">
                    <a:moveTo>
                      <a:pt x="0" y="0"/>
                    </a:moveTo>
                    <a:lnTo>
                      <a:pt x="0" y="2286000"/>
                    </a:lnTo>
                  </a:path>
                </a:pathLst>
              </a:custGeom>
              <a:noFill/>
              <a:ln w="1627">
                <a:solidFill>
                  <a:srgbClr val="7B8790">
                    <a:alpha val="35000"/>
                  </a:srgbClr>
                </a:solidFill>
                <a:prstDash val="solid"/>
              </a:ln>
            </p:spPr>
          </p:sp>
          <p:sp>
            <p:nvSpPr>
              <p:cNvPr id="1220" name="original-2d:965"/>
              <p:cNvSpPr>
                <a:spLocks noGrp="1"/>
              </p:cNvSpPr>
              <p:nvPr/>
            </p:nvSpPr>
            <p:spPr>
              <a:xfrm>
                <a:off x="3847529" y="1646873"/>
                <a:ext cx="705" cy="1691640"/>
              </a:xfrm>
              <a:custGeom>
                <a:avLst/>
                <a:gdLst/>
                <a:ahLst/>
                <a:cxnLst/>
                <a:pathLst>
                  <a:path w="953" h="2286000">
                    <a:moveTo>
                      <a:pt x="0" y="0"/>
                    </a:moveTo>
                    <a:lnTo>
                      <a:pt x="0" y="2286000"/>
                    </a:lnTo>
                  </a:path>
                </a:pathLst>
              </a:custGeom>
              <a:noFill/>
              <a:ln w="1627">
                <a:solidFill>
                  <a:srgbClr val="7B8790">
                    <a:alpha val="35000"/>
                  </a:srgbClr>
                </a:solidFill>
                <a:prstDash val="solid"/>
              </a:ln>
            </p:spPr>
          </p:sp>
          <p:sp>
            <p:nvSpPr>
              <p:cNvPr id="1221" name="original-2d:966"/>
              <p:cNvSpPr>
                <a:spLocks noGrp="1"/>
              </p:cNvSpPr>
              <p:nvPr/>
            </p:nvSpPr>
            <p:spPr>
              <a:xfrm>
                <a:off x="3932111" y="1646873"/>
                <a:ext cx="705" cy="1691640"/>
              </a:xfrm>
              <a:custGeom>
                <a:avLst/>
                <a:gdLst/>
                <a:ahLst/>
                <a:cxnLst/>
                <a:pathLst>
                  <a:path w="953" h="2286000">
                    <a:moveTo>
                      <a:pt x="0" y="0"/>
                    </a:moveTo>
                    <a:lnTo>
                      <a:pt x="0" y="2286000"/>
                    </a:lnTo>
                  </a:path>
                </a:pathLst>
              </a:custGeom>
              <a:noFill/>
              <a:ln w="1627">
                <a:solidFill>
                  <a:srgbClr val="7B8790">
                    <a:alpha val="35000"/>
                  </a:srgbClr>
                </a:solidFill>
                <a:prstDash val="solid"/>
              </a:ln>
            </p:spPr>
          </p:sp>
          <p:sp>
            <p:nvSpPr>
              <p:cNvPr id="1222" name="original-2d:967"/>
              <p:cNvSpPr>
                <a:spLocks noGrp="1"/>
              </p:cNvSpPr>
              <p:nvPr/>
            </p:nvSpPr>
            <p:spPr>
              <a:xfrm>
                <a:off x="4016693" y="1646873"/>
                <a:ext cx="705" cy="1691640"/>
              </a:xfrm>
              <a:custGeom>
                <a:avLst/>
                <a:gdLst/>
                <a:ahLst/>
                <a:cxnLst/>
                <a:pathLst>
                  <a:path w="953" h="2286000">
                    <a:moveTo>
                      <a:pt x="0" y="0"/>
                    </a:moveTo>
                    <a:lnTo>
                      <a:pt x="0" y="2286000"/>
                    </a:lnTo>
                  </a:path>
                </a:pathLst>
              </a:custGeom>
              <a:noFill/>
              <a:ln w="1627">
                <a:solidFill>
                  <a:srgbClr val="7B8790">
                    <a:alpha val="35000"/>
                  </a:srgbClr>
                </a:solidFill>
                <a:prstDash val="solid"/>
              </a:ln>
            </p:spPr>
          </p:sp>
          <p:sp>
            <p:nvSpPr>
              <p:cNvPr id="1223" name="original-2d:968"/>
              <p:cNvSpPr>
                <a:spLocks noGrp="1"/>
              </p:cNvSpPr>
              <p:nvPr/>
            </p:nvSpPr>
            <p:spPr>
              <a:xfrm>
                <a:off x="4101275" y="1646873"/>
                <a:ext cx="705" cy="1691640"/>
              </a:xfrm>
              <a:custGeom>
                <a:avLst/>
                <a:gdLst/>
                <a:ahLst/>
                <a:cxnLst/>
                <a:pathLst>
                  <a:path w="953" h="2286000">
                    <a:moveTo>
                      <a:pt x="0" y="0"/>
                    </a:moveTo>
                    <a:lnTo>
                      <a:pt x="0" y="2286000"/>
                    </a:lnTo>
                  </a:path>
                </a:pathLst>
              </a:custGeom>
              <a:noFill/>
              <a:ln w="1627">
                <a:solidFill>
                  <a:srgbClr val="7B8790">
                    <a:alpha val="35000"/>
                  </a:srgbClr>
                </a:solidFill>
                <a:prstDash val="solid"/>
              </a:ln>
            </p:spPr>
          </p:sp>
          <p:sp>
            <p:nvSpPr>
              <p:cNvPr id="1224" name="original-2d:969"/>
              <p:cNvSpPr>
                <a:spLocks noGrp="1"/>
              </p:cNvSpPr>
              <p:nvPr/>
            </p:nvSpPr>
            <p:spPr>
              <a:xfrm>
                <a:off x="4185857" y="1646873"/>
                <a:ext cx="705" cy="1691640"/>
              </a:xfrm>
              <a:custGeom>
                <a:avLst/>
                <a:gdLst/>
                <a:ahLst/>
                <a:cxnLst/>
                <a:pathLst>
                  <a:path w="953" h="2286000">
                    <a:moveTo>
                      <a:pt x="0" y="0"/>
                    </a:moveTo>
                    <a:lnTo>
                      <a:pt x="0" y="2286000"/>
                    </a:lnTo>
                  </a:path>
                </a:pathLst>
              </a:custGeom>
              <a:noFill/>
              <a:ln w="1627">
                <a:solidFill>
                  <a:srgbClr val="7B8790">
                    <a:alpha val="35000"/>
                  </a:srgbClr>
                </a:solidFill>
                <a:prstDash val="solid"/>
              </a:ln>
            </p:spPr>
          </p:sp>
          <p:sp>
            <p:nvSpPr>
              <p:cNvPr id="1225" name="original-2d:970"/>
              <p:cNvSpPr>
                <a:spLocks noGrp="1"/>
              </p:cNvSpPr>
              <p:nvPr/>
            </p:nvSpPr>
            <p:spPr>
              <a:xfrm>
                <a:off x="4270439" y="1646873"/>
                <a:ext cx="705" cy="1691640"/>
              </a:xfrm>
              <a:custGeom>
                <a:avLst/>
                <a:gdLst/>
                <a:ahLst/>
                <a:cxnLst/>
                <a:pathLst>
                  <a:path w="953" h="2286000">
                    <a:moveTo>
                      <a:pt x="0" y="0"/>
                    </a:moveTo>
                    <a:lnTo>
                      <a:pt x="0" y="2286000"/>
                    </a:lnTo>
                  </a:path>
                </a:pathLst>
              </a:custGeom>
              <a:noFill/>
              <a:ln w="1627">
                <a:solidFill>
                  <a:srgbClr val="7B8790">
                    <a:alpha val="35000"/>
                  </a:srgbClr>
                </a:solidFill>
                <a:prstDash val="solid"/>
              </a:ln>
            </p:spPr>
          </p:sp>
          <p:sp>
            <p:nvSpPr>
              <p:cNvPr id="1226" name="original-2d:971"/>
              <p:cNvSpPr>
                <a:spLocks noGrp="1"/>
              </p:cNvSpPr>
              <p:nvPr/>
            </p:nvSpPr>
            <p:spPr>
              <a:xfrm>
                <a:off x="4355021" y="1646873"/>
                <a:ext cx="705" cy="1691640"/>
              </a:xfrm>
              <a:custGeom>
                <a:avLst/>
                <a:gdLst/>
                <a:ahLst/>
                <a:cxnLst/>
                <a:pathLst>
                  <a:path w="953" h="2286000">
                    <a:moveTo>
                      <a:pt x="0" y="0"/>
                    </a:moveTo>
                    <a:lnTo>
                      <a:pt x="0" y="2286000"/>
                    </a:lnTo>
                  </a:path>
                </a:pathLst>
              </a:custGeom>
              <a:noFill/>
              <a:ln w="1627">
                <a:solidFill>
                  <a:srgbClr val="7B8790">
                    <a:alpha val="35000"/>
                  </a:srgbClr>
                </a:solidFill>
                <a:prstDash val="solid"/>
              </a:ln>
            </p:spPr>
          </p:sp>
          <p:sp>
            <p:nvSpPr>
              <p:cNvPr id="1227" name="original-2d:972"/>
              <p:cNvSpPr>
                <a:spLocks noGrp="1"/>
              </p:cNvSpPr>
              <p:nvPr/>
            </p:nvSpPr>
            <p:spPr>
              <a:xfrm>
                <a:off x="4439603" y="1646873"/>
                <a:ext cx="705" cy="1691640"/>
              </a:xfrm>
              <a:custGeom>
                <a:avLst/>
                <a:gdLst/>
                <a:ahLst/>
                <a:cxnLst/>
                <a:pathLst>
                  <a:path w="953" h="2286000">
                    <a:moveTo>
                      <a:pt x="0" y="0"/>
                    </a:moveTo>
                    <a:lnTo>
                      <a:pt x="0" y="2286000"/>
                    </a:lnTo>
                  </a:path>
                </a:pathLst>
              </a:custGeom>
              <a:noFill/>
              <a:ln w="1627">
                <a:solidFill>
                  <a:srgbClr val="7B8790">
                    <a:alpha val="35000"/>
                  </a:srgbClr>
                </a:solidFill>
                <a:prstDash val="solid"/>
              </a:ln>
            </p:spPr>
          </p:sp>
          <p:sp>
            <p:nvSpPr>
              <p:cNvPr id="1228" name="original-2d:973"/>
              <p:cNvSpPr>
                <a:spLocks noGrp="1"/>
              </p:cNvSpPr>
              <p:nvPr/>
            </p:nvSpPr>
            <p:spPr>
              <a:xfrm>
                <a:off x="4524185" y="1646873"/>
                <a:ext cx="705" cy="1691640"/>
              </a:xfrm>
              <a:custGeom>
                <a:avLst/>
                <a:gdLst/>
                <a:ahLst/>
                <a:cxnLst/>
                <a:pathLst>
                  <a:path w="953" h="2286000">
                    <a:moveTo>
                      <a:pt x="0" y="0"/>
                    </a:moveTo>
                    <a:lnTo>
                      <a:pt x="0" y="2286000"/>
                    </a:lnTo>
                  </a:path>
                </a:pathLst>
              </a:custGeom>
              <a:noFill/>
              <a:ln w="1627">
                <a:solidFill>
                  <a:srgbClr val="7B8790">
                    <a:alpha val="35000"/>
                  </a:srgbClr>
                </a:solidFill>
                <a:prstDash val="solid"/>
              </a:ln>
            </p:spPr>
          </p:sp>
          <p:sp>
            <p:nvSpPr>
              <p:cNvPr id="1229" name="original-2d:974"/>
              <p:cNvSpPr>
                <a:spLocks noGrp="1"/>
              </p:cNvSpPr>
              <p:nvPr/>
            </p:nvSpPr>
            <p:spPr>
              <a:xfrm>
                <a:off x="4608767" y="1646873"/>
                <a:ext cx="705" cy="1691640"/>
              </a:xfrm>
              <a:custGeom>
                <a:avLst/>
                <a:gdLst/>
                <a:ahLst/>
                <a:cxnLst/>
                <a:pathLst>
                  <a:path w="953" h="2286000">
                    <a:moveTo>
                      <a:pt x="0" y="0"/>
                    </a:moveTo>
                    <a:lnTo>
                      <a:pt x="0" y="2286000"/>
                    </a:lnTo>
                  </a:path>
                </a:pathLst>
              </a:custGeom>
              <a:noFill/>
              <a:ln w="1627">
                <a:solidFill>
                  <a:srgbClr val="7B8790">
                    <a:alpha val="35000"/>
                  </a:srgbClr>
                </a:solidFill>
                <a:prstDash val="solid"/>
              </a:ln>
            </p:spPr>
          </p:sp>
          <p:sp>
            <p:nvSpPr>
              <p:cNvPr id="1230" name="original-2d:975"/>
              <p:cNvSpPr>
                <a:spLocks noGrp="1"/>
              </p:cNvSpPr>
              <p:nvPr/>
            </p:nvSpPr>
            <p:spPr>
              <a:xfrm>
                <a:off x="4693349" y="1646873"/>
                <a:ext cx="705" cy="1691640"/>
              </a:xfrm>
              <a:custGeom>
                <a:avLst/>
                <a:gdLst/>
                <a:ahLst/>
                <a:cxnLst/>
                <a:pathLst>
                  <a:path w="953" h="2286000">
                    <a:moveTo>
                      <a:pt x="0" y="0"/>
                    </a:moveTo>
                    <a:lnTo>
                      <a:pt x="0" y="2286000"/>
                    </a:lnTo>
                  </a:path>
                </a:pathLst>
              </a:custGeom>
              <a:noFill/>
              <a:ln w="1627">
                <a:solidFill>
                  <a:srgbClr val="7B8790">
                    <a:alpha val="35000"/>
                  </a:srgbClr>
                </a:solidFill>
                <a:prstDash val="solid"/>
              </a:ln>
            </p:spPr>
          </p:sp>
          <p:sp>
            <p:nvSpPr>
              <p:cNvPr id="1231" name="original-2d:976"/>
              <p:cNvSpPr>
                <a:spLocks noGrp="1"/>
              </p:cNvSpPr>
              <p:nvPr/>
            </p:nvSpPr>
            <p:spPr>
              <a:xfrm>
                <a:off x="4777931" y="1646873"/>
                <a:ext cx="705" cy="1691640"/>
              </a:xfrm>
              <a:custGeom>
                <a:avLst/>
                <a:gdLst/>
                <a:ahLst/>
                <a:cxnLst/>
                <a:pathLst>
                  <a:path w="953" h="2286000">
                    <a:moveTo>
                      <a:pt x="0" y="0"/>
                    </a:moveTo>
                    <a:lnTo>
                      <a:pt x="0" y="2286000"/>
                    </a:lnTo>
                  </a:path>
                </a:pathLst>
              </a:custGeom>
              <a:noFill/>
              <a:ln w="1627">
                <a:solidFill>
                  <a:srgbClr val="7B8790">
                    <a:alpha val="35000"/>
                  </a:srgbClr>
                </a:solidFill>
                <a:prstDash val="solid"/>
              </a:ln>
            </p:spPr>
          </p:sp>
          <p:sp>
            <p:nvSpPr>
              <p:cNvPr id="1232" name="original-2d:977"/>
              <p:cNvSpPr>
                <a:spLocks noGrp="1"/>
              </p:cNvSpPr>
              <p:nvPr/>
            </p:nvSpPr>
            <p:spPr>
              <a:xfrm>
                <a:off x="4862513" y="1646873"/>
                <a:ext cx="705" cy="1691640"/>
              </a:xfrm>
              <a:custGeom>
                <a:avLst/>
                <a:gdLst/>
                <a:ahLst/>
                <a:cxnLst/>
                <a:pathLst>
                  <a:path w="953" h="2286000">
                    <a:moveTo>
                      <a:pt x="0" y="0"/>
                    </a:moveTo>
                    <a:lnTo>
                      <a:pt x="0" y="2286000"/>
                    </a:lnTo>
                  </a:path>
                </a:pathLst>
              </a:custGeom>
              <a:noFill/>
              <a:ln w="1627">
                <a:solidFill>
                  <a:srgbClr val="7B8790">
                    <a:alpha val="35000"/>
                  </a:srgbClr>
                </a:solidFill>
                <a:prstDash val="solid"/>
              </a:ln>
            </p:spPr>
          </p:sp>
          <p:sp>
            <p:nvSpPr>
              <p:cNvPr id="1233" name="original-2d:978"/>
              <p:cNvSpPr>
                <a:spLocks noGrp="1"/>
              </p:cNvSpPr>
              <p:nvPr/>
            </p:nvSpPr>
            <p:spPr>
              <a:xfrm>
                <a:off x="4947095" y="1646873"/>
                <a:ext cx="705" cy="1691640"/>
              </a:xfrm>
              <a:custGeom>
                <a:avLst/>
                <a:gdLst/>
                <a:ahLst/>
                <a:cxnLst/>
                <a:pathLst>
                  <a:path w="953" h="2286000">
                    <a:moveTo>
                      <a:pt x="0" y="0"/>
                    </a:moveTo>
                    <a:lnTo>
                      <a:pt x="0" y="2286000"/>
                    </a:lnTo>
                  </a:path>
                </a:pathLst>
              </a:custGeom>
              <a:noFill/>
              <a:ln w="1627">
                <a:solidFill>
                  <a:srgbClr val="7B8790">
                    <a:alpha val="35000"/>
                  </a:srgbClr>
                </a:solidFill>
                <a:prstDash val="solid"/>
              </a:ln>
            </p:spPr>
          </p:sp>
          <p:sp>
            <p:nvSpPr>
              <p:cNvPr id="1234" name="original-2d:979"/>
              <p:cNvSpPr>
                <a:spLocks noGrp="1"/>
              </p:cNvSpPr>
              <p:nvPr/>
            </p:nvSpPr>
            <p:spPr>
              <a:xfrm>
                <a:off x="5031677" y="1646873"/>
                <a:ext cx="705" cy="1691640"/>
              </a:xfrm>
              <a:custGeom>
                <a:avLst/>
                <a:gdLst/>
                <a:ahLst/>
                <a:cxnLst/>
                <a:pathLst>
                  <a:path w="953" h="2286000">
                    <a:moveTo>
                      <a:pt x="0" y="0"/>
                    </a:moveTo>
                    <a:lnTo>
                      <a:pt x="0" y="2286000"/>
                    </a:lnTo>
                  </a:path>
                </a:pathLst>
              </a:custGeom>
              <a:noFill/>
              <a:ln w="1627">
                <a:solidFill>
                  <a:srgbClr val="7B8790">
                    <a:alpha val="35000"/>
                  </a:srgbClr>
                </a:solidFill>
                <a:prstDash val="solid"/>
              </a:ln>
            </p:spPr>
          </p:sp>
          <p:sp>
            <p:nvSpPr>
              <p:cNvPr id="1235" name="original-2d:980"/>
              <p:cNvSpPr>
                <a:spLocks noGrp="1"/>
              </p:cNvSpPr>
              <p:nvPr/>
            </p:nvSpPr>
            <p:spPr>
              <a:xfrm>
                <a:off x="5116259" y="1646873"/>
                <a:ext cx="705" cy="1691640"/>
              </a:xfrm>
              <a:custGeom>
                <a:avLst/>
                <a:gdLst/>
                <a:ahLst/>
                <a:cxnLst/>
                <a:pathLst>
                  <a:path w="953" h="2286000">
                    <a:moveTo>
                      <a:pt x="0" y="0"/>
                    </a:moveTo>
                    <a:lnTo>
                      <a:pt x="0" y="2286000"/>
                    </a:lnTo>
                  </a:path>
                </a:pathLst>
              </a:custGeom>
              <a:noFill/>
              <a:ln w="1627">
                <a:solidFill>
                  <a:srgbClr val="7B8790">
                    <a:alpha val="35000"/>
                  </a:srgbClr>
                </a:solidFill>
                <a:prstDash val="solid"/>
              </a:ln>
            </p:spPr>
          </p:sp>
          <p:sp>
            <p:nvSpPr>
              <p:cNvPr id="1236" name="original-2d:981"/>
              <p:cNvSpPr>
                <a:spLocks noGrp="1"/>
              </p:cNvSpPr>
              <p:nvPr/>
            </p:nvSpPr>
            <p:spPr>
              <a:xfrm>
                <a:off x="5200841" y="1646873"/>
                <a:ext cx="705" cy="1691640"/>
              </a:xfrm>
              <a:custGeom>
                <a:avLst/>
                <a:gdLst/>
                <a:ahLst/>
                <a:cxnLst/>
                <a:pathLst>
                  <a:path w="953" h="2286000">
                    <a:moveTo>
                      <a:pt x="0" y="0"/>
                    </a:moveTo>
                    <a:lnTo>
                      <a:pt x="0" y="2286000"/>
                    </a:lnTo>
                  </a:path>
                </a:pathLst>
              </a:custGeom>
              <a:noFill/>
              <a:ln w="1627">
                <a:solidFill>
                  <a:srgbClr val="7B8790">
                    <a:alpha val="35000"/>
                  </a:srgbClr>
                </a:solidFill>
                <a:prstDash val="solid"/>
              </a:ln>
            </p:spPr>
          </p:sp>
          <p:sp>
            <p:nvSpPr>
              <p:cNvPr id="1237" name="original-2d:982"/>
              <p:cNvSpPr>
                <a:spLocks noGrp="1"/>
              </p:cNvSpPr>
              <p:nvPr/>
            </p:nvSpPr>
            <p:spPr>
              <a:xfrm>
                <a:off x="5285423" y="1646873"/>
                <a:ext cx="705" cy="1691640"/>
              </a:xfrm>
              <a:custGeom>
                <a:avLst/>
                <a:gdLst/>
                <a:ahLst/>
                <a:cxnLst/>
                <a:pathLst>
                  <a:path w="953" h="2286000">
                    <a:moveTo>
                      <a:pt x="0" y="0"/>
                    </a:moveTo>
                    <a:lnTo>
                      <a:pt x="0" y="2286000"/>
                    </a:lnTo>
                  </a:path>
                </a:pathLst>
              </a:custGeom>
              <a:noFill/>
              <a:ln w="1627">
                <a:solidFill>
                  <a:srgbClr val="7B8790">
                    <a:alpha val="35000"/>
                  </a:srgbClr>
                </a:solidFill>
                <a:prstDash val="solid"/>
              </a:ln>
            </p:spPr>
          </p:sp>
          <p:sp>
            <p:nvSpPr>
              <p:cNvPr id="1238" name="original-2d:983"/>
              <p:cNvSpPr>
                <a:spLocks noGrp="1"/>
              </p:cNvSpPr>
              <p:nvPr/>
            </p:nvSpPr>
            <p:spPr>
              <a:xfrm>
                <a:off x="3593783" y="1646873"/>
                <a:ext cx="1691640" cy="705"/>
              </a:xfrm>
              <a:custGeom>
                <a:avLst/>
                <a:gdLst/>
                <a:ahLst/>
                <a:cxnLst/>
                <a:pathLst>
                  <a:path w="2286000" h="953">
                    <a:moveTo>
                      <a:pt x="0" y="0"/>
                    </a:moveTo>
                    <a:lnTo>
                      <a:pt x="2286000" y="0"/>
                    </a:lnTo>
                  </a:path>
                </a:pathLst>
              </a:custGeom>
              <a:noFill/>
              <a:ln w="1627">
                <a:solidFill>
                  <a:srgbClr val="7B8790">
                    <a:alpha val="35000"/>
                  </a:srgbClr>
                </a:solidFill>
                <a:prstDash val="solid"/>
              </a:ln>
            </p:spPr>
          </p:sp>
          <p:sp>
            <p:nvSpPr>
              <p:cNvPr id="1239" name="original-2d:984"/>
              <p:cNvSpPr>
                <a:spLocks noGrp="1"/>
              </p:cNvSpPr>
              <p:nvPr/>
            </p:nvSpPr>
            <p:spPr>
              <a:xfrm>
                <a:off x="3593783" y="1740853"/>
                <a:ext cx="1691640" cy="705"/>
              </a:xfrm>
              <a:custGeom>
                <a:avLst/>
                <a:gdLst/>
                <a:ahLst/>
                <a:cxnLst/>
                <a:pathLst>
                  <a:path w="2286000" h="953">
                    <a:moveTo>
                      <a:pt x="0" y="0"/>
                    </a:moveTo>
                    <a:lnTo>
                      <a:pt x="2286000" y="0"/>
                    </a:lnTo>
                  </a:path>
                </a:pathLst>
              </a:custGeom>
              <a:noFill/>
              <a:ln w="1627">
                <a:solidFill>
                  <a:srgbClr val="7B8790">
                    <a:alpha val="35000"/>
                  </a:srgbClr>
                </a:solidFill>
                <a:prstDash val="solid"/>
              </a:ln>
            </p:spPr>
          </p:sp>
          <p:sp>
            <p:nvSpPr>
              <p:cNvPr id="1240" name="original-2d:985"/>
              <p:cNvSpPr>
                <a:spLocks noGrp="1"/>
              </p:cNvSpPr>
              <p:nvPr/>
            </p:nvSpPr>
            <p:spPr>
              <a:xfrm>
                <a:off x="3593783" y="1834833"/>
                <a:ext cx="1691640" cy="705"/>
              </a:xfrm>
              <a:custGeom>
                <a:avLst/>
                <a:gdLst/>
                <a:ahLst/>
                <a:cxnLst/>
                <a:pathLst>
                  <a:path w="2286000" h="953">
                    <a:moveTo>
                      <a:pt x="0" y="0"/>
                    </a:moveTo>
                    <a:lnTo>
                      <a:pt x="2286000" y="0"/>
                    </a:lnTo>
                  </a:path>
                </a:pathLst>
              </a:custGeom>
              <a:noFill/>
              <a:ln w="1627">
                <a:solidFill>
                  <a:srgbClr val="7B8790">
                    <a:alpha val="35000"/>
                  </a:srgbClr>
                </a:solidFill>
                <a:prstDash val="solid"/>
              </a:ln>
            </p:spPr>
          </p:sp>
          <p:sp>
            <p:nvSpPr>
              <p:cNvPr id="1241" name="original-2d:986"/>
              <p:cNvSpPr>
                <a:spLocks noGrp="1"/>
              </p:cNvSpPr>
              <p:nvPr/>
            </p:nvSpPr>
            <p:spPr>
              <a:xfrm>
                <a:off x="3593783" y="1928813"/>
                <a:ext cx="1691640" cy="705"/>
              </a:xfrm>
              <a:custGeom>
                <a:avLst/>
                <a:gdLst/>
                <a:ahLst/>
                <a:cxnLst/>
                <a:pathLst>
                  <a:path w="2286000" h="953">
                    <a:moveTo>
                      <a:pt x="0" y="0"/>
                    </a:moveTo>
                    <a:lnTo>
                      <a:pt x="2286000" y="0"/>
                    </a:lnTo>
                  </a:path>
                </a:pathLst>
              </a:custGeom>
              <a:noFill/>
              <a:ln w="1627">
                <a:solidFill>
                  <a:srgbClr val="7B8790">
                    <a:alpha val="35000"/>
                  </a:srgbClr>
                </a:solidFill>
                <a:prstDash val="solid"/>
              </a:ln>
            </p:spPr>
          </p:sp>
          <p:sp>
            <p:nvSpPr>
              <p:cNvPr id="1242" name="original-2d:987"/>
              <p:cNvSpPr>
                <a:spLocks noGrp="1"/>
              </p:cNvSpPr>
              <p:nvPr/>
            </p:nvSpPr>
            <p:spPr>
              <a:xfrm>
                <a:off x="3593783" y="2022793"/>
                <a:ext cx="1691640" cy="705"/>
              </a:xfrm>
              <a:custGeom>
                <a:avLst/>
                <a:gdLst/>
                <a:ahLst/>
                <a:cxnLst/>
                <a:pathLst>
                  <a:path w="2286000" h="953">
                    <a:moveTo>
                      <a:pt x="0" y="0"/>
                    </a:moveTo>
                    <a:lnTo>
                      <a:pt x="2286000" y="0"/>
                    </a:lnTo>
                  </a:path>
                </a:pathLst>
              </a:custGeom>
              <a:noFill/>
              <a:ln w="1627">
                <a:solidFill>
                  <a:srgbClr val="7B8790">
                    <a:alpha val="35000"/>
                  </a:srgbClr>
                </a:solidFill>
                <a:prstDash val="solid"/>
              </a:ln>
            </p:spPr>
          </p:sp>
          <p:sp>
            <p:nvSpPr>
              <p:cNvPr id="1243" name="original-2d:988"/>
              <p:cNvSpPr>
                <a:spLocks noGrp="1"/>
              </p:cNvSpPr>
              <p:nvPr/>
            </p:nvSpPr>
            <p:spPr>
              <a:xfrm>
                <a:off x="3593783" y="2116773"/>
                <a:ext cx="1691640" cy="705"/>
              </a:xfrm>
              <a:custGeom>
                <a:avLst/>
                <a:gdLst/>
                <a:ahLst/>
                <a:cxnLst/>
                <a:pathLst>
                  <a:path w="2286000" h="953">
                    <a:moveTo>
                      <a:pt x="0" y="0"/>
                    </a:moveTo>
                    <a:lnTo>
                      <a:pt x="2286000" y="0"/>
                    </a:lnTo>
                  </a:path>
                </a:pathLst>
              </a:custGeom>
              <a:noFill/>
              <a:ln w="1627">
                <a:solidFill>
                  <a:srgbClr val="7B8790">
                    <a:alpha val="35000"/>
                  </a:srgbClr>
                </a:solidFill>
                <a:prstDash val="solid"/>
              </a:ln>
            </p:spPr>
          </p:sp>
          <p:sp>
            <p:nvSpPr>
              <p:cNvPr id="1244" name="original-2d:989"/>
              <p:cNvSpPr>
                <a:spLocks noGrp="1"/>
              </p:cNvSpPr>
              <p:nvPr/>
            </p:nvSpPr>
            <p:spPr>
              <a:xfrm>
                <a:off x="3593783" y="2210753"/>
                <a:ext cx="1691640" cy="705"/>
              </a:xfrm>
              <a:custGeom>
                <a:avLst/>
                <a:gdLst/>
                <a:ahLst/>
                <a:cxnLst/>
                <a:pathLst>
                  <a:path w="2286000" h="953">
                    <a:moveTo>
                      <a:pt x="0" y="0"/>
                    </a:moveTo>
                    <a:lnTo>
                      <a:pt x="2286000" y="0"/>
                    </a:lnTo>
                  </a:path>
                </a:pathLst>
              </a:custGeom>
              <a:noFill/>
              <a:ln w="1627">
                <a:solidFill>
                  <a:srgbClr val="7B8790">
                    <a:alpha val="35000"/>
                  </a:srgbClr>
                </a:solidFill>
                <a:prstDash val="solid"/>
              </a:ln>
            </p:spPr>
          </p:sp>
          <p:sp>
            <p:nvSpPr>
              <p:cNvPr id="1245" name="original-2d:990"/>
              <p:cNvSpPr>
                <a:spLocks noGrp="1"/>
              </p:cNvSpPr>
              <p:nvPr/>
            </p:nvSpPr>
            <p:spPr>
              <a:xfrm>
                <a:off x="3593783" y="2304733"/>
                <a:ext cx="1691640" cy="705"/>
              </a:xfrm>
              <a:custGeom>
                <a:avLst/>
                <a:gdLst/>
                <a:ahLst/>
                <a:cxnLst/>
                <a:pathLst>
                  <a:path w="2286000" h="953">
                    <a:moveTo>
                      <a:pt x="0" y="0"/>
                    </a:moveTo>
                    <a:lnTo>
                      <a:pt x="2286000" y="0"/>
                    </a:lnTo>
                  </a:path>
                </a:pathLst>
              </a:custGeom>
              <a:noFill/>
              <a:ln w="1627">
                <a:solidFill>
                  <a:srgbClr val="7B8790">
                    <a:alpha val="35000"/>
                  </a:srgbClr>
                </a:solidFill>
                <a:prstDash val="solid"/>
              </a:ln>
            </p:spPr>
          </p:sp>
          <p:sp>
            <p:nvSpPr>
              <p:cNvPr id="1246" name="original-2d:991"/>
              <p:cNvSpPr>
                <a:spLocks noGrp="1"/>
              </p:cNvSpPr>
              <p:nvPr/>
            </p:nvSpPr>
            <p:spPr>
              <a:xfrm>
                <a:off x="3593783" y="2398713"/>
                <a:ext cx="1691640" cy="705"/>
              </a:xfrm>
              <a:custGeom>
                <a:avLst/>
                <a:gdLst/>
                <a:ahLst/>
                <a:cxnLst/>
                <a:pathLst>
                  <a:path w="2286000" h="953">
                    <a:moveTo>
                      <a:pt x="0" y="0"/>
                    </a:moveTo>
                    <a:lnTo>
                      <a:pt x="2286000" y="0"/>
                    </a:lnTo>
                  </a:path>
                </a:pathLst>
              </a:custGeom>
              <a:noFill/>
              <a:ln w="1627">
                <a:solidFill>
                  <a:srgbClr val="7B8790">
                    <a:alpha val="35000"/>
                  </a:srgbClr>
                </a:solidFill>
                <a:prstDash val="solid"/>
              </a:ln>
            </p:spPr>
          </p:sp>
          <p:sp>
            <p:nvSpPr>
              <p:cNvPr id="1247" name="original-2d:992"/>
              <p:cNvSpPr>
                <a:spLocks noGrp="1"/>
              </p:cNvSpPr>
              <p:nvPr/>
            </p:nvSpPr>
            <p:spPr>
              <a:xfrm>
                <a:off x="3593783" y="2492693"/>
                <a:ext cx="1691640" cy="705"/>
              </a:xfrm>
              <a:custGeom>
                <a:avLst/>
                <a:gdLst/>
                <a:ahLst/>
                <a:cxnLst/>
                <a:pathLst>
                  <a:path w="2286000" h="953">
                    <a:moveTo>
                      <a:pt x="0" y="0"/>
                    </a:moveTo>
                    <a:lnTo>
                      <a:pt x="2286000" y="0"/>
                    </a:lnTo>
                  </a:path>
                </a:pathLst>
              </a:custGeom>
              <a:noFill/>
              <a:ln w="1627">
                <a:solidFill>
                  <a:srgbClr val="7B8790">
                    <a:alpha val="35000"/>
                  </a:srgbClr>
                </a:solidFill>
                <a:prstDash val="solid"/>
              </a:ln>
            </p:spPr>
          </p:sp>
          <p:sp>
            <p:nvSpPr>
              <p:cNvPr id="1248" name="original-2d:993"/>
              <p:cNvSpPr>
                <a:spLocks noGrp="1"/>
              </p:cNvSpPr>
              <p:nvPr/>
            </p:nvSpPr>
            <p:spPr>
              <a:xfrm>
                <a:off x="3593783" y="2586673"/>
                <a:ext cx="1691640" cy="705"/>
              </a:xfrm>
              <a:custGeom>
                <a:avLst/>
                <a:gdLst/>
                <a:ahLst/>
                <a:cxnLst/>
                <a:pathLst>
                  <a:path w="2286000" h="953">
                    <a:moveTo>
                      <a:pt x="0" y="0"/>
                    </a:moveTo>
                    <a:lnTo>
                      <a:pt x="2286000" y="0"/>
                    </a:lnTo>
                  </a:path>
                </a:pathLst>
              </a:custGeom>
              <a:noFill/>
              <a:ln w="1627">
                <a:solidFill>
                  <a:srgbClr val="7B8790">
                    <a:alpha val="35000"/>
                  </a:srgbClr>
                </a:solidFill>
                <a:prstDash val="solid"/>
              </a:ln>
            </p:spPr>
          </p:sp>
          <p:sp>
            <p:nvSpPr>
              <p:cNvPr id="1249" name="original-2d:994"/>
              <p:cNvSpPr>
                <a:spLocks noGrp="1"/>
              </p:cNvSpPr>
              <p:nvPr/>
            </p:nvSpPr>
            <p:spPr>
              <a:xfrm>
                <a:off x="3593783" y="2680653"/>
                <a:ext cx="1691640" cy="705"/>
              </a:xfrm>
              <a:custGeom>
                <a:avLst/>
                <a:gdLst/>
                <a:ahLst/>
                <a:cxnLst/>
                <a:pathLst>
                  <a:path w="2286000" h="953">
                    <a:moveTo>
                      <a:pt x="0" y="0"/>
                    </a:moveTo>
                    <a:lnTo>
                      <a:pt x="2286000" y="0"/>
                    </a:lnTo>
                  </a:path>
                </a:pathLst>
              </a:custGeom>
              <a:noFill/>
              <a:ln w="1627">
                <a:solidFill>
                  <a:srgbClr val="7B8790">
                    <a:alpha val="35000"/>
                  </a:srgbClr>
                </a:solidFill>
                <a:prstDash val="solid"/>
              </a:ln>
            </p:spPr>
          </p:sp>
          <p:sp>
            <p:nvSpPr>
              <p:cNvPr id="1250" name="original-2d:995"/>
              <p:cNvSpPr>
                <a:spLocks noGrp="1"/>
              </p:cNvSpPr>
              <p:nvPr/>
            </p:nvSpPr>
            <p:spPr>
              <a:xfrm>
                <a:off x="3593783" y="2774633"/>
                <a:ext cx="1691640" cy="705"/>
              </a:xfrm>
              <a:custGeom>
                <a:avLst/>
                <a:gdLst/>
                <a:ahLst/>
                <a:cxnLst/>
                <a:pathLst>
                  <a:path w="2286000" h="953">
                    <a:moveTo>
                      <a:pt x="0" y="0"/>
                    </a:moveTo>
                    <a:lnTo>
                      <a:pt x="2286000" y="0"/>
                    </a:lnTo>
                  </a:path>
                </a:pathLst>
              </a:custGeom>
              <a:noFill/>
              <a:ln w="1627">
                <a:solidFill>
                  <a:srgbClr val="7B8790">
                    <a:alpha val="35000"/>
                  </a:srgbClr>
                </a:solidFill>
                <a:prstDash val="solid"/>
              </a:ln>
            </p:spPr>
          </p:sp>
          <p:sp>
            <p:nvSpPr>
              <p:cNvPr id="1251" name="original-2d:996"/>
              <p:cNvSpPr>
                <a:spLocks noGrp="1"/>
              </p:cNvSpPr>
              <p:nvPr/>
            </p:nvSpPr>
            <p:spPr>
              <a:xfrm>
                <a:off x="3593783" y="2868613"/>
                <a:ext cx="1691640" cy="705"/>
              </a:xfrm>
              <a:custGeom>
                <a:avLst/>
                <a:gdLst/>
                <a:ahLst/>
                <a:cxnLst/>
                <a:pathLst>
                  <a:path w="2286000" h="953">
                    <a:moveTo>
                      <a:pt x="0" y="0"/>
                    </a:moveTo>
                    <a:lnTo>
                      <a:pt x="2286000" y="0"/>
                    </a:lnTo>
                  </a:path>
                </a:pathLst>
              </a:custGeom>
              <a:noFill/>
              <a:ln w="1627">
                <a:solidFill>
                  <a:srgbClr val="7B8790">
                    <a:alpha val="35000"/>
                  </a:srgbClr>
                </a:solidFill>
                <a:prstDash val="solid"/>
              </a:ln>
            </p:spPr>
          </p:sp>
          <p:sp>
            <p:nvSpPr>
              <p:cNvPr id="1252" name="original-2d:997"/>
              <p:cNvSpPr>
                <a:spLocks noGrp="1"/>
              </p:cNvSpPr>
              <p:nvPr/>
            </p:nvSpPr>
            <p:spPr>
              <a:xfrm>
                <a:off x="3593783" y="2962593"/>
                <a:ext cx="1691640" cy="705"/>
              </a:xfrm>
              <a:custGeom>
                <a:avLst/>
                <a:gdLst/>
                <a:ahLst/>
                <a:cxnLst/>
                <a:pathLst>
                  <a:path w="2286000" h="953">
                    <a:moveTo>
                      <a:pt x="0" y="0"/>
                    </a:moveTo>
                    <a:lnTo>
                      <a:pt x="2286000" y="0"/>
                    </a:lnTo>
                  </a:path>
                </a:pathLst>
              </a:custGeom>
              <a:noFill/>
              <a:ln w="1627">
                <a:solidFill>
                  <a:srgbClr val="7B8790">
                    <a:alpha val="35000"/>
                  </a:srgbClr>
                </a:solidFill>
                <a:prstDash val="solid"/>
              </a:ln>
            </p:spPr>
          </p:sp>
          <p:sp>
            <p:nvSpPr>
              <p:cNvPr id="1253" name="original-2d:998"/>
              <p:cNvSpPr>
                <a:spLocks noGrp="1"/>
              </p:cNvSpPr>
              <p:nvPr/>
            </p:nvSpPr>
            <p:spPr>
              <a:xfrm>
                <a:off x="3593783" y="3056573"/>
                <a:ext cx="1691640" cy="705"/>
              </a:xfrm>
              <a:custGeom>
                <a:avLst/>
                <a:gdLst/>
                <a:ahLst/>
                <a:cxnLst/>
                <a:pathLst>
                  <a:path w="2286000" h="953">
                    <a:moveTo>
                      <a:pt x="0" y="0"/>
                    </a:moveTo>
                    <a:lnTo>
                      <a:pt x="2286000" y="0"/>
                    </a:lnTo>
                  </a:path>
                </a:pathLst>
              </a:custGeom>
              <a:noFill/>
              <a:ln w="1627">
                <a:solidFill>
                  <a:srgbClr val="7B8790">
                    <a:alpha val="35000"/>
                  </a:srgbClr>
                </a:solidFill>
                <a:prstDash val="solid"/>
              </a:ln>
            </p:spPr>
          </p:sp>
          <p:sp>
            <p:nvSpPr>
              <p:cNvPr id="1254" name="original-2d:999"/>
              <p:cNvSpPr>
                <a:spLocks noGrp="1"/>
              </p:cNvSpPr>
              <p:nvPr/>
            </p:nvSpPr>
            <p:spPr>
              <a:xfrm>
                <a:off x="3593783" y="3150553"/>
                <a:ext cx="1691640" cy="705"/>
              </a:xfrm>
              <a:custGeom>
                <a:avLst/>
                <a:gdLst/>
                <a:ahLst/>
                <a:cxnLst/>
                <a:pathLst>
                  <a:path w="2286000" h="953">
                    <a:moveTo>
                      <a:pt x="0" y="0"/>
                    </a:moveTo>
                    <a:lnTo>
                      <a:pt x="2286000" y="0"/>
                    </a:lnTo>
                  </a:path>
                </a:pathLst>
              </a:custGeom>
              <a:noFill/>
              <a:ln w="1627">
                <a:solidFill>
                  <a:srgbClr val="7B8790">
                    <a:alpha val="35000"/>
                  </a:srgbClr>
                </a:solidFill>
                <a:prstDash val="solid"/>
              </a:ln>
            </p:spPr>
          </p:sp>
          <p:sp>
            <p:nvSpPr>
              <p:cNvPr id="1255" name="original-2d:1000"/>
              <p:cNvSpPr>
                <a:spLocks noGrp="1"/>
              </p:cNvSpPr>
              <p:nvPr/>
            </p:nvSpPr>
            <p:spPr>
              <a:xfrm>
                <a:off x="3593783" y="3244533"/>
                <a:ext cx="1691640" cy="705"/>
              </a:xfrm>
              <a:custGeom>
                <a:avLst/>
                <a:gdLst/>
                <a:ahLst/>
                <a:cxnLst/>
                <a:pathLst>
                  <a:path w="2286000" h="953">
                    <a:moveTo>
                      <a:pt x="0" y="0"/>
                    </a:moveTo>
                    <a:lnTo>
                      <a:pt x="2286000" y="0"/>
                    </a:lnTo>
                  </a:path>
                </a:pathLst>
              </a:custGeom>
              <a:noFill/>
              <a:ln w="1627">
                <a:solidFill>
                  <a:srgbClr val="7B8790">
                    <a:alpha val="35000"/>
                  </a:srgbClr>
                </a:solidFill>
                <a:prstDash val="solid"/>
              </a:ln>
            </p:spPr>
          </p:sp>
          <p:sp>
            <p:nvSpPr>
              <p:cNvPr id="1256" name="original-2d:1001"/>
              <p:cNvSpPr>
                <a:spLocks noGrp="1"/>
              </p:cNvSpPr>
              <p:nvPr/>
            </p:nvSpPr>
            <p:spPr>
              <a:xfrm>
                <a:off x="3593783" y="3338513"/>
                <a:ext cx="1691640" cy="705"/>
              </a:xfrm>
              <a:custGeom>
                <a:avLst/>
                <a:gdLst/>
                <a:ahLst/>
                <a:cxnLst/>
                <a:pathLst>
                  <a:path w="2286000" h="953">
                    <a:moveTo>
                      <a:pt x="0" y="0"/>
                    </a:moveTo>
                    <a:lnTo>
                      <a:pt x="2286000" y="0"/>
                    </a:lnTo>
                  </a:path>
                </a:pathLst>
              </a:custGeom>
              <a:noFill/>
              <a:ln w="1627">
                <a:solidFill>
                  <a:srgbClr val="7B8790">
                    <a:alpha val="35000"/>
                  </a:srgbClr>
                </a:solidFill>
                <a:prstDash val="solid"/>
              </a:ln>
            </p:spPr>
          </p:sp>
          <p:sp>
            <p:nvSpPr>
              <p:cNvPr id="1257" name="original-2d:1002"/>
              <p:cNvSpPr>
                <a:spLocks noGrp="1"/>
              </p:cNvSpPr>
              <p:nvPr/>
            </p:nvSpPr>
            <p:spPr>
              <a:xfrm>
                <a:off x="3593783" y="1646873"/>
                <a:ext cx="1691640" cy="1691640"/>
              </a:xfrm>
              <a:prstGeom prst="rect">
                <a:avLst/>
              </a:prstGeom>
              <a:noFill/>
              <a:ln w="4519">
                <a:solidFill>
                  <a:srgbClr val="263238"/>
                </a:solidFill>
                <a:prstDash val="solid"/>
              </a:ln>
            </p:spPr>
          </p:sp>
          <p:sp>
            <p:nvSpPr>
              <p:cNvPr id="1258" name="original-2d:1003"/>
              <p:cNvSpPr>
                <a:spLocks noGrp="1"/>
              </p:cNvSpPr>
              <p:nvPr/>
            </p:nvSpPr>
            <p:spPr>
              <a:xfrm>
                <a:off x="3655372" y="2364071"/>
                <a:ext cx="1646884" cy="665384"/>
              </a:xfrm>
              <a:custGeom>
                <a:avLst/>
                <a:gdLst/>
                <a:ahLst/>
                <a:cxnLst/>
                <a:pathLst>
                  <a:path w="2225519" h="899168">
                    <a:moveTo>
                      <a:pt x="0" y="899168"/>
                    </a:moveTo>
                    <a:lnTo>
                      <a:pt x="2225519" y="0"/>
                    </a:lnTo>
                  </a:path>
                </a:pathLst>
              </a:custGeom>
              <a:noFill/>
              <a:ln w="21694">
                <a:solidFill>
                  <a:srgbClr val="FFFFFF"/>
                </a:solidFill>
                <a:prstDash val="solid"/>
              </a:ln>
            </p:spPr>
          </p:sp>
          <p:sp>
            <p:nvSpPr>
              <p:cNvPr id="1259" name="original-2d:1004"/>
              <p:cNvSpPr>
                <a:spLocks noGrp="1"/>
              </p:cNvSpPr>
              <p:nvPr/>
            </p:nvSpPr>
            <p:spPr>
              <a:xfrm>
                <a:off x="3655372" y="2364071"/>
                <a:ext cx="1646884" cy="665384"/>
              </a:xfrm>
              <a:custGeom>
                <a:avLst/>
                <a:gdLst/>
                <a:ahLst/>
                <a:cxnLst/>
                <a:pathLst>
                  <a:path w="2225519" h="899168">
                    <a:moveTo>
                      <a:pt x="0" y="899168"/>
                    </a:moveTo>
                    <a:lnTo>
                      <a:pt x="2225519" y="0"/>
                    </a:lnTo>
                  </a:path>
                </a:pathLst>
              </a:custGeom>
              <a:noFill/>
              <a:ln w="9401">
                <a:solidFill>
                  <a:srgbClr val="7B8790"/>
                </a:solidFill>
                <a:prstDash val="solid"/>
              </a:ln>
            </p:spPr>
          </p:sp>
          <p:sp>
            <p:nvSpPr>
              <p:cNvPr id="1260" name="original-2d:1005"/>
              <p:cNvSpPr>
                <a:spLocks noGrp="1"/>
              </p:cNvSpPr>
              <p:nvPr/>
            </p:nvSpPr>
            <p:spPr>
              <a:xfrm>
                <a:off x="5217879" y="2362204"/>
                <a:ext cx="84377" cy="61823"/>
              </a:xfrm>
              <a:custGeom>
                <a:avLst/>
                <a:gdLst/>
                <a:ahLst/>
                <a:cxnLst/>
                <a:pathLst>
                  <a:path w="114023" h="83545">
                    <a:moveTo>
                      <a:pt x="114023" y="2523"/>
                    </a:moveTo>
                    <a:lnTo>
                      <a:pt x="0" y="0"/>
                    </a:lnTo>
                    <a:lnTo>
                      <a:pt x="33754" y="83545"/>
                    </a:lnTo>
                    <a:close/>
                  </a:path>
                </a:pathLst>
              </a:custGeom>
              <a:solidFill>
                <a:srgbClr val="7B8790"/>
              </a:solidFill>
              <a:ln w="0">
                <a:noFill/>
                <a:prstDash val="solid"/>
              </a:ln>
            </p:spPr>
          </p:sp>
          <p:sp>
            <p:nvSpPr>
              <p:cNvPr id="1261" name="original-2d:1006"/>
              <p:cNvSpPr>
                <a:spLocks noGrp="1"/>
              </p:cNvSpPr>
              <p:nvPr/>
            </p:nvSpPr>
            <p:spPr>
              <a:xfrm>
                <a:off x="5330450" y="2145567"/>
                <a:ext cx="232601" cy="253746"/>
              </a:xfrm>
              <a:prstGeom prst="rect">
                <a:avLst/>
              </a:prstGeom>
              <a:noFill/>
              <a:ln w="0">
                <a:noFill/>
                <a:prstDash val="solid"/>
              </a:ln>
            </p:spPr>
            <p:txBody>
              <a:bodyPr wrap="none" lIns="0" tIns="0" rIns="0" bIns="0" anchor="ctr">
                <a:normAutofit/>
              </a:bodyPr>
              <a:lstStyle>
                <a:defPPr algn="ctr">
                  <a:defRPr sz="826" b="0">
                    <a:solidFill>
                      <a:srgbClr val="7B8790"/>
                    </a:solidFill>
                    <a:latin typeface="Arial" panose="020B0604020202090204"/>
                    <a:ea typeface="Arial" panose="020B0604020202090204"/>
                    <a:cs typeface="Arial" panose="020B0604020202090204"/>
                  </a:defRPr>
                </a:defPPr>
                <a:lvl1pPr algn="ctr">
                  <a:defRPr sz="826" b="0">
                    <a:solidFill>
                      <a:srgbClr val="7B8790"/>
                    </a:solidFill>
                    <a:latin typeface="Arial" panose="020B0604020202090204"/>
                    <a:ea typeface="Arial" panose="020B0604020202090204"/>
                    <a:cs typeface="Arial" panose="020B0604020202090204"/>
                  </a:defRPr>
                </a:lvl1pPr>
                <a:lvl2pPr algn="ctr">
                  <a:defRPr sz="826" b="0">
                    <a:solidFill>
                      <a:srgbClr val="7B8790"/>
                    </a:solidFill>
                    <a:latin typeface="Arial" panose="020B0604020202090204"/>
                    <a:ea typeface="Arial" panose="020B0604020202090204"/>
                    <a:cs typeface="Arial" panose="020B0604020202090204"/>
                  </a:defRPr>
                </a:lvl2pPr>
                <a:lvl3pPr algn="ctr">
                  <a:defRPr sz="826" b="0">
                    <a:solidFill>
                      <a:srgbClr val="7B8790"/>
                    </a:solidFill>
                    <a:latin typeface="Arial" panose="020B0604020202090204"/>
                    <a:ea typeface="Arial" panose="020B0604020202090204"/>
                    <a:cs typeface="Arial" panose="020B0604020202090204"/>
                  </a:defRPr>
                </a:lvl3pPr>
                <a:lvl4pPr algn="ctr">
                  <a:defRPr sz="826" b="0">
                    <a:solidFill>
                      <a:srgbClr val="7B8790"/>
                    </a:solidFill>
                    <a:latin typeface="Arial" panose="020B0604020202090204"/>
                    <a:ea typeface="Arial" panose="020B0604020202090204"/>
                    <a:cs typeface="Arial" panose="020B0604020202090204"/>
                  </a:defRPr>
                </a:lvl4pPr>
                <a:lvl5pPr algn="ctr">
                  <a:defRPr sz="826" b="0">
                    <a:solidFill>
                      <a:srgbClr val="7B8790"/>
                    </a:solidFill>
                    <a:latin typeface="Arial" panose="020B0604020202090204"/>
                    <a:ea typeface="Arial" panose="020B0604020202090204"/>
                    <a:cs typeface="Arial" panose="020B0604020202090204"/>
                  </a:defRPr>
                </a:lvl5pPr>
                <a:lvl6pPr algn="ctr">
                  <a:defRPr sz="826" b="0">
                    <a:solidFill>
                      <a:srgbClr val="7B8790"/>
                    </a:solidFill>
                    <a:latin typeface="Arial" panose="020B0604020202090204"/>
                    <a:ea typeface="Arial" panose="020B0604020202090204"/>
                    <a:cs typeface="Arial" panose="020B0604020202090204"/>
                  </a:defRPr>
                </a:lvl6pPr>
                <a:lvl7pPr algn="ctr">
                  <a:defRPr sz="826" b="0">
                    <a:solidFill>
                      <a:srgbClr val="7B8790"/>
                    </a:solidFill>
                    <a:latin typeface="Arial" panose="020B0604020202090204"/>
                    <a:ea typeface="Arial" panose="020B0604020202090204"/>
                    <a:cs typeface="Arial" panose="020B0604020202090204"/>
                  </a:defRPr>
                </a:lvl7pPr>
                <a:lvl8pPr algn="ctr">
                  <a:defRPr sz="826" b="0">
                    <a:solidFill>
                      <a:srgbClr val="7B8790"/>
                    </a:solidFill>
                    <a:latin typeface="Arial" panose="020B0604020202090204"/>
                    <a:ea typeface="Arial" panose="020B0604020202090204"/>
                    <a:cs typeface="Arial" panose="020B0604020202090204"/>
                  </a:defRPr>
                </a:lvl8pPr>
                <a:lvl9pPr algn="ctr">
                  <a:defRPr sz="826" b="0">
                    <a:solidFill>
                      <a:srgbClr val="7B8790"/>
                    </a:solidFill>
                    <a:latin typeface="Arial" panose="020B0604020202090204"/>
                    <a:ea typeface="Arial" panose="020B0604020202090204"/>
                    <a:cs typeface="Arial" panose="020B0604020202090204"/>
                  </a:defRPr>
                </a:lvl9pPr>
              </a:lstStyle>
              <a:p>
                <a:pPr algn="ctr">
                  <a:buNone/>
                  <a:defRPr sz="826" b="0">
                    <a:solidFill>
                      <a:srgbClr val="7B8790"/>
                    </a:solidFill>
                    <a:latin typeface="Arial" panose="020B0604020202090204"/>
                    <a:ea typeface="Arial" panose="020B0604020202090204"/>
                    <a:cs typeface="Arial" panose="020B0604020202090204"/>
                  </a:defRPr>
                </a:pPr>
                <a:r>
                  <a:rPr sz="826" b="0">
                    <a:solidFill>
                      <a:srgbClr val="7B8790"/>
                    </a:solidFill>
                    <a:latin typeface="Arial" panose="020B0604020202090204"/>
                    <a:ea typeface="Arial" panose="020B0604020202090204"/>
                    <a:cs typeface="Arial" panose="020B0604020202090204"/>
                  </a:rPr>
                  <a:t>d</a:t>
                </a:r>
                <a:endParaRPr sz="826" b="0">
                  <a:solidFill>
                    <a:srgbClr val="7B8790"/>
                  </a:solidFill>
                  <a:latin typeface="Arial" panose="020B0604020202090204"/>
                  <a:ea typeface="Arial" panose="020B0604020202090204"/>
                  <a:cs typeface="Arial" panose="020B0604020202090204"/>
                </a:endParaRPr>
              </a:p>
            </p:txBody>
          </p:sp>
          <p:sp>
            <p:nvSpPr>
              <p:cNvPr id="1262" name="original-2d:1007"/>
              <p:cNvSpPr>
                <a:spLocks noGrp="1"/>
              </p:cNvSpPr>
              <p:nvPr/>
            </p:nvSpPr>
            <p:spPr>
              <a:xfrm>
                <a:off x="3693005" y="2338215"/>
                <a:ext cx="234807" cy="581168"/>
              </a:xfrm>
              <a:custGeom>
                <a:avLst/>
                <a:gdLst/>
                <a:ahLst/>
                <a:cxnLst/>
                <a:pathLst>
                  <a:path w="317307" h="785362">
                    <a:moveTo>
                      <a:pt x="0" y="0"/>
                    </a:moveTo>
                    <a:lnTo>
                      <a:pt x="317307" y="785362"/>
                    </a:lnTo>
                  </a:path>
                </a:pathLst>
              </a:custGeom>
              <a:noFill/>
              <a:ln w="3978">
                <a:solidFill>
                  <a:srgbClr val="263238"/>
                </a:solidFill>
                <a:prstDash val="dash"/>
              </a:ln>
            </p:spPr>
          </p:sp>
          <p:sp>
            <p:nvSpPr>
              <p:cNvPr id="1263" name="original-2d:1008"/>
              <p:cNvSpPr>
                <a:spLocks noGrp="1"/>
              </p:cNvSpPr>
              <p:nvPr/>
            </p:nvSpPr>
            <p:spPr>
              <a:xfrm>
                <a:off x="3650714" y="2295924"/>
                <a:ext cx="84582" cy="84582"/>
              </a:xfrm>
              <a:prstGeom prst="ellipse">
                <a:avLst/>
              </a:prstGeom>
              <a:solidFill>
                <a:srgbClr val="0072B2"/>
              </a:solidFill>
              <a:ln w="3616">
                <a:solidFill>
                  <a:srgbClr val="263238"/>
                </a:solidFill>
                <a:prstDash val="solid"/>
              </a:ln>
            </p:spPr>
          </p:sp>
          <p:sp>
            <p:nvSpPr>
              <p:cNvPr id="1264" name="original-2d:1009"/>
              <p:cNvSpPr>
                <a:spLocks noGrp="1"/>
              </p:cNvSpPr>
              <p:nvPr/>
            </p:nvSpPr>
            <p:spPr>
              <a:xfrm>
                <a:off x="3898913" y="2890484"/>
                <a:ext cx="57798" cy="57798"/>
              </a:xfrm>
              <a:prstGeom prst="ellipse">
                <a:avLst/>
              </a:prstGeom>
              <a:solidFill>
                <a:srgbClr val="0072B2"/>
              </a:solidFill>
              <a:ln w="3616">
                <a:solidFill>
                  <a:srgbClr val="263238"/>
                </a:solidFill>
                <a:prstDash val="solid"/>
              </a:ln>
            </p:spPr>
          </p:sp>
          <p:sp>
            <p:nvSpPr>
              <p:cNvPr id="1265" name="original-2d:1010"/>
              <p:cNvSpPr>
                <a:spLocks noGrp="1"/>
              </p:cNvSpPr>
              <p:nvPr/>
            </p:nvSpPr>
            <p:spPr>
              <a:xfrm>
                <a:off x="3955076" y="2855153"/>
                <a:ext cx="18483" cy="45747"/>
              </a:xfrm>
              <a:custGeom>
                <a:avLst/>
                <a:gdLst/>
                <a:ahLst/>
                <a:cxnLst/>
                <a:pathLst>
                  <a:path w="24977" h="61820">
                    <a:moveTo>
                      <a:pt x="24977" y="61820"/>
                    </a:moveTo>
                    <a:lnTo>
                      <a:pt x="0" y="0"/>
                    </a:lnTo>
                  </a:path>
                </a:pathLst>
              </a:custGeom>
              <a:noFill/>
              <a:ln w="2893">
                <a:solidFill>
                  <a:srgbClr val="263238"/>
                </a:solidFill>
                <a:prstDash val="solid"/>
              </a:ln>
            </p:spPr>
          </p:sp>
          <p:sp>
            <p:nvSpPr>
              <p:cNvPr id="1266" name="original-2d:1011"/>
              <p:cNvSpPr>
                <a:spLocks noGrp="1"/>
              </p:cNvSpPr>
              <p:nvPr/>
            </p:nvSpPr>
            <p:spPr>
              <a:xfrm>
                <a:off x="3909329" y="2855153"/>
                <a:ext cx="45747" cy="18483"/>
              </a:xfrm>
              <a:custGeom>
                <a:avLst/>
                <a:gdLst/>
                <a:ahLst/>
                <a:cxnLst/>
                <a:pathLst>
                  <a:path w="61820" h="24977">
                    <a:moveTo>
                      <a:pt x="61820" y="0"/>
                    </a:moveTo>
                    <a:lnTo>
                      <a:pt x="0" y="24977"/>
                    </a:lnTo>
                  </a:path>
                </a:pathLst>
              </a:custGeom>
              <a:noFill/>
              <a:ln w="2893">
                <a:solidFill>
                  <a:srgbClr val="263238"/>
                </a:solidFill>
                <a:prstDash val="solid"/>
              </a:ln>
            </p:spPr>
          </p:sp>
          <p:sp>
            <p:nvSpPr>
              <p:cNvPr id="1267" name="original-2d:1012"/>
              <p:cNvSpPr>
                <a:spLocks noGrp="1"/>
              </p:cNvSpPr>
              <p:nvPr/>
            </p:nvSpPr>
            <p:spPr>
              <a:xfrm>
                <a:off x="4869351" y="1862940"/>
                <a:ext cx="234807" cy="581168"/>
              </a:xfrm>
              <a:custGeom>
                <a:avLst/>
                <a:gdLst/>
                <a:ahLst/>
                <a:cxnLst/>
                <a:pathLst>
                  <a:path w="317307" h="785362">
                    <a:moveTo>
                      <a:pt x="0" y="0"/>
                    </a:moveTo>
                    <a:lnTo>
                      <a:pt x="317307" y="785362"/>
                    </a:lnTo>
                  </a:path>
                </a:pathLst>
              </a:custGeom>
              <a:noFill/>
              <a:ln w="3978">
                <a:solidFill>
                  <a:srgbClr val="263238"/>
                </a:solidFill>
                <a:prstDash val="dash"/>
              </a:ln>
            </p:spPr>
          </p:sp>
          <p:sp>
            <p:nvSpPr>
              <p:cNvPr id="1268" name="original-2d:1013"/>
              <p:cNvSpPr>
                <a:spLocks noGrp="1"/>
              </p:cNvSpPr>
              <p:nvPr/>
            </p:nvSpPr>
            <p:spPr>
              <a:xfrm>
                <a:off x="4827060" y="1820649"/>
                <a:ext cx="84582" cy="84582"/>
              </a:xfrm>
              <a:prstGeom prst="ellipse">
                <a:avLst/>
              </a:prstGeom>
              <a:solidFill>
                <a:srgbClr val="CC79A7"/>
              </a:solidFill>
              <a:ln w="3616">
                <a:solidFill>
                  <a:srgbClr val="263238"/>
                </a:solidFill>
                <a:prstDash val="solid"/>
              </a:ln>
            </p:spPr>
          </p:sp>
          <p:sp>
            <p:nvSpPr>
              <p:cNvPr id="1269" name="original-2d:1014"/>
              <p:cNvSpPr>
                <a:spLocks noGrp="1"/>
              </p:cNvSpPr>
              <p:nvPr/>
            </p:nvSpPr>
            <p:spPr>
              <a:xfrm>
                <a:off x="5075259" y="2415209"/>
                <a:ext cx="57798" cy="57798"/>
              </a:xfrm>
              <a:prstGeom prst="ellipse">
                <a:avLst/>
              </a:prstGeom>
              <a:solidFill>
                <a:srgbClr val="CC79A7"/>
              </a:solidFill>
              <a:ln w="3616">
                <a:solidFill>
                  <a:srgbClr val="263238"/>
                </a:solidFill>
                <a:prstDash val="solid"/>
              </a:ln>
            </p:spPr>
          </p:sp>
          <p:sp>
            <p:nvSpPr>
              <p:cNvPr id="1270" name="original-2d:1015"/>
              <p:cNvSpPr>
                <a:spLocks noGrp="1"/>
              </p:cNvSpPr>
              <p:nvPr/>
            </p:nvSpPr>
            <p:spPr>
              <a:xfrm>
                <a:off x="5131422" y="2379878"/>
                <a:ext cx="18483" cy="45747"/>
              </a:xfrm>
              <a:custGeom>
                <a:avLst/>
                <a:gdLst/>
                <a:ahLst/>
                <a:cxnLst/>
                <a:pathLst>
                  <a:path w="24977" h="61820">
                    <a:moveTo>
                      <a:pt x="24977" y="61820"/>
                    </a:moveTo>
                    <a:lnTo>
                      <a:pt x="0" y="0"/>
                    </a:lnTo>
                  </a:path>
                </a:pathLst>
              </a:custGeom>
              <a:noFill/>
              <a:ln w="2893">
                <a:solidFill>
                  <a:srgbClr val="263238"/>
                </a:solidFill>
                <a:prstDash val="solid"/>
              </a:ln>
            </p:spPr>
          </p:sp>
          <p:sp>
            <p:nvSpPr>
              <p:cNvPr id="1271" name="original-2d:1016"/>
              <p:cNvSpPr>
                <a:spLocks noGrp="1"/>
              </p:cNvSpPr>
              <p:nvPr/>
            </p:nvSpPr>
            <p:spPr>
              <a:xfrm>
                <a:off x="5085675" y="2379878"/>
                <a:ext cx="45747" cy="18483"/>
              </a:xfrm>
              <a:custGeom>
                <a:avLst/>
                <a:gdLst/>
                <a:ahLst/>
                <a:cxnLst/>
                <a:pathLst>
                  <a:path w="61820" h="24977">
                    <a:moveTo>
                      <a:pt x="61820" y="0"/>
                    </a:moveTo>
                    <a:lnTo>
                      <a:pt x="0" y="24977"/>
                    </a:lnTo>
                  </a:path>
                </a:pathLst>
              </a:custGeom>
              <a:noFill/>
              <a:ln w="2893">
                <a:solidFill>
                  <a:srgbClr val="263238"/>
                </a:solidFill>
                <a:prstDash val="solid"/>
              </a:ln>
            </p:spPr>
          </p:sp>
          <p:sp>
            <p:nvSpPr>
              <p:cNvPr id="1272" name="original-2d:1017"/>
              <p:cNvSpPr>
                <a:spLocks noGrp="1"/>
              </p:cNvSpPr>
              <p:nvPr/>
            </p:nvSpPr>
            <p:spPr>
              <a:xfrm>
                <a:off x="4319927" y="2760958"/>
                <a:ext cx="117248" cy="290199"/>
              </a:xfrm>
              <a:custGeom>
                <a:avLst/>
                <a:gdLst/>
                <a:ahLst/>
                <a:cxnLst/>
                <a:pathLst>
                  <a:path w="158443" h="392161">
                    <a:moveTo>
                      <a:pt x="158443" y="392161"/>
                    </a:moveTo>
                    <a:lnTo>
                      <a:pt x="0" y="0"/>
                    </a:lnTo>
                  </a:path>
                </a:pathLst>
              </a:custGeom>
              <a:noFill/>
              <a:ln w="3978">
                <a:solidFill>
                  <a:srgbClr val="263238"/>
                </a:solidFill>
                <a:prstDash val="dash"/>
              </a:ln>
            </p:spPr>
          </p:sp>
          <p:sp>
            <p:nvSpPr>
              <p:cNvPr id="1273" name="original-2d:1018"/>
              <p:cNvSpPr>
                <a:spLocks noGrp="1"/>
              </p:cNvSpPr>
              <p:nvPr/>
            </p:nvSpPr>
            <p:spPr>
              <a:xfrm>
                <a:off x="4394884" y="3008866"/>
                <a:ext cx="84582" cy="84582"/>
              </a:xfrm>
              <a:prstGeom prst="ellipse">
                <a:avLst/>
              </a:prstGeom>
              <a:solidFill>
                <a:srgbClr val="D55E00"/>
              </a:solidFill>
              <a:ln w="3616">
                <a:solidFill>
                  <a:srgbClr val="263238"/>
                </a:solidFill>
                <a:prstDash val="solid"/>
              </a:ln>
            </p:spPr>
          </p:sp>
          <p:sp>
            <p:nvSpPr>
              <p:cNvPr id="1274" name="original-2d:1019"/>
              <p:cNvSpPr>
                <a:spLocks noGrp="1"/>
              </p:cNvSpPr>
              <p:nvPr/>
            </p:nvSpPr>
            <p:spPr>
              <a:xfrm>
                <a:off x="4291028" y="2732059"/>
                <a:ext cx="57798" cy="57798"/>
              </a:xfrm>
              <a:prstGeom prst="ellipse">
                <a:avLst/>
              </a:prstGeom>
              <a:solidFill>
                <a:srgbClr val="D55E00"/>
              </a:solidFill>
              <a:ln w="3616">
                <a:solidFill>
                  <a:srgbClr val="263238"/>
                </a:solidFill>
                <a:prstDash val="solid"/>
              </a:ln>
            </p:spPr>
          </p:sp>
          <p:sp>
            <p:nvSpPr>
              <p:cNvPr id="1275" name="original-2d:1020"/>
              <p:cNvSpPr>
                <a:spLocks noGrp="1"/>
              </p:cNvSpPr>
              <p:nvPr/>
            </p:nvSpPr>
            <p:spPr>
              <a:xfrm>
                <a:off x="4365674" y="2742475"/>
                <a:ext cx="18483" cy="45747"/>
              </a:xfrm>
              <a:custGeom>
                <a:avLst/>
                <a:gdLst/>
                <a:ahLst/>
                <a:cxnLst/>
                <a:pathLst>
                  <a:path w="24977" h="61820">
                    <a:moveTo>
                      <a:pt x="0" y="0"/>
                    </a:moveTo>
                    <a:lnTo>
                      <a:pt x="24977" y="61820"/>
                    </a:lnTo>
                  </a:path>
                </a:pathLst>
              </a:custGeom>
              <a:noFill/>
              <a:ln w="2893">
                <a:solidFill>
                  <a:srgbClr val="263238"/>
                </a:solidFill>
                <a:prstDash val="solid"/>
              </a:ln>
            </p:spPr>
          </p:sp>
          <p:sp>
            <p:nvSpPr>
              <p:cNvPr id="1276" name="original-2d:1021"/>
              <p:cNvSpPr>
                <a:spLocks noGrp="1"/>
              </p:cNvSpPr>
              <p:nvPr/>
            </p:nvSpPr>
            <p:spPr>
              <a:xfrm>
                <a:off x="4338410" y="2788222"/>
                <a:ext cx="45747" cy="18483"/>
              </a:xfrm>
              <a:custGeom>
                <a:avLst/>
                <a:gdLst/>
                <a:ahLst/>
                <a:cxnLst/>
                <a:pathLst>
                  <a:path w="61820" h="24977">
                    <a:moveTo>
                      <a:pt x="61820" y="0"/>
                    </a:moveTo>
                    <a:lnTo>
                      <a:pt x="0" y="24977"/>
                    </a:lnTo>
                  </a:path>
                </a:pathLst>
              </a:custGeom>
              <a:noFill/>
              <a:ln w="2893">
                <a:solidFill>
                  <a:srgbClr val="263238"/>
                </a:solidFill>
                <a:prstDash val="solid"/>
              </a:ln>
            </p:spPr>
          </p:sp>
          <p:sp>
            <p:nvSpPr>
              <p:cNvPr id="1277" name="original-2d:1022"/>
              <p:cNvSpPr>
                <a:spLocks noGrp="1"/>
              </p:cNvSpPr>
              <p:nvPr/>
            </p:nvSpPr>
            <p:spPr>
              <a:xfrm>
                <a:off x="4712042" y="2602533"/>
                <a:ext cx="117248" cy="290199"/>
              </a:xfrm>
              <a:custGeom>
                <a:avLst/>
                <a:gdLst/>
                <a:ahLst/>
                <a:cxnLst/>
                <a:pathLst>
                  <a:path w="158443" h="392161">
                    <a:moveTo>
                      <a:pt x="158443" y="392161"/>
                    </a:moveTo>
                    <a:lnTo>
                      <a:pt x="0" y="0"/>
                    </a:lnTo>
                  </a:path>
                </a:pathLst>
              </a:custGeom>
              <a:noFill/>
              <a:ln w="3978">
                <a:solidFill>
                  <a:srgbClr val="263238"/>
                </a:solidFill>
                <a:prstDash val="dash"/>
              </a:ln>
            </p:spPr>
          </p:sp>
          <p:sp>
            <p:nvSpPr>
              <p:cNvPr id="1278" name="original-2d:1023"/>
              <p:cNvSpPr>
                <a:spLocks noGrp="1"/>
              </p:cNvSpPr>
              <p:nvPr/>
            </p:nvSpPr>
            <p:spPr>
              <a:xfrm>
                <a:off x="4786999" y="2850441"/>
                <a:ext cx="84582" cy="84582"/>
              </a:xfrm>
              <a:prstGeom prst="ellipse">
                <a:avLst/>
              </a:prstGeom>
              <a:solidFill>
                <a:srgbClr val="009E73"/>
              </a:solidFill>
              <a:ln w="3616">
                <a:solidFill>
                  <a:srgbClr val="263238"/>
                </a:solidFill>
                <a:prstDash val="solid"/>
              </a:ln>
            </p:spPr>
          </p:sp>
          <p:sp>
            <p:nvSpPr>
              <p:cNvPr id="1279" name="original-2d:1024"/>
              <p:cNvSpPr>
                <a:spLocks noGrp="1"/>
              </p:cNvSpPr>
              <p:nvPr/>
            </p:nvSpPr>
            <p:spPr>
              <a:xfrm>
                <a:off x="4683144" y="2573634"/>
                <a:ext cx="57798" cy="57798"/>
              </a:xfrm>
              <a:prstGeom prst="ellipse">
                <a:avLst/>
              </a:prstGeom>
              <a:solidFill>
                <a:srgbClr val="009E73"/>
              </a:solidFill>
              <a:ln w="3616">
                <a:solidFill>
                  <a:srgbClr val="263238"/>
                </a:solidFill>
                <a:prstDash val="solid"/>
              </a:ln>
            </p:spPr>
          </p:sp>
          <p:sp>
            <p:nvSpPr>
              <p:cNvPr id="1280" name="original-2d:1025"/>
              <p:cNvSpPr>
                <a:spLocks noGrp="1"/>
              </p:cNvSpPr>
              <p:nvPr/>
            </p:nvSpPr>
            <p:spPr>
              <a:xfrm>
                <a:off x="4757789" y="2584050"/>
                <a:ext cx="18483" cy="45747"/>
              </a:xfrm>
              <a:custGeom>
                <a:avLst/>
                <a:gdLst/>
                <a:ahLst/>
                <a:cxnLst/>
                <a:pathLst>
                  <a:path w="24977" h="61820">
                    <a:moveTo>
                      <a:pt x="0" y="0"/>
                    </a:moveTo>
                    <a:lnTo>
                      <a:pt x="24977" y="61820"/>
                    </a:lnTo>
                  </a:path>
                </a:pathLst>
              </a:custGeom>
              <a:noFill/>
              <a:ln w="2893">
                <a:solidFill>
                  <a:srgbClr val="263238"/>
                </a:solidFill>
                <a:prstDash val="solid"/>
              </a:ln>
            </p:spPr>
          </p:sp>
          <p:sp>
            <p:nvSpPr>
              <p:cNvPr id="1281" name="original-2d:1026"/>
              <p:cNvSpPr>
                <a:spLocks noGrp="1"/>
              </p:cNvSpPr>
              <p:nvPr/>
            </p:nvSpPr>
            <p:spPr>
              <a:xfrm>
                <a:off x="4730525" y="2629797"/>
                <a:ext cx="45747" cy="18483"/>
              </a:xfrm>
              <a:custGeom>
                <a:avLst/>
                <a:gdLst/>
                <a:ahLst/>
                <a:cxnLst/>
                <a:pathLst>
                  <a:path w="61820" h="24977">
                    <a:moveTo>
                      <a:pt x="61820" y="0"/>
                    </a:moveTo>
                    <a:lnTo>
                      <a:pt x="0" y="24977"/>
                    </a:lnTo>
                  </a:path>
                </a:pathLst>
              </a:custGeom>
              <a:noFill/>
              <a:ln w="2893">
                <a:solidFill>
                  <a:srgbClr val="263238"/>
                </a:solidFill>
                <a:prstDash val="solid"/>
              </a:ln>
            </p:spPr>
          </p:sp>
          <p:sp>
            <p:nvSpPr>
              <p:cNvPr id="1282" name="original-2d:1027"/>
              <p:cNvSpPr>
                <a:spLocks noGrp="1"/>
              </p:cNvSpPr>
              <p:nvPr/>
            </p:nvSpPr>
            <p:spPr>
              <a:xfrm>
                <a:off x="4453890" y="3381375"/>
                <a:ext cx="705" cy="259080"/>
              </a:xfrm>
              <a:custGeom>
                <a:avLst/>
                <a:gdLst/>
                <a:ahLst/>
                <a:cxnLst/>
                <a:pathLst>
                  <a:path w="953" h="161925">
                    <a:moveTo>
                      <a:pt x="0" y="0"/>
                    </a:moveTo>
                    <a:lnTo>
                      <a:pt x="0" y="161925"/>
                    </a:lnTo>
                  </a:path>
                </a:pathLst>
              </a:custGeom>
              <a:noFill/>
              <a:ln w="5424">
                <a:solidFill>
                  <a:srgbClr val="91A5B4"/>
                </a:solidFill>
                <a:prstDash val="solid"/>
              </a:ln>
            </p:spPr>
          </p:sp>
          <p:sp>
            <p:nvSpPr>
              <p:cNvPr id="1283" name="original-2d:1028"/>
              <p:cNvSpPr>
                <a:spLocks noGrp="1"/>
              </p:cNvSpPr>
              <p:nvPr/>
            </p:nvSpPr>
            <p:spPr>
              <a:xfrm>
                <a:off x="4435705" y="3549015"/>
                <a:ext cx="36370" cy="91440"/>
              </a:xfrm>
              <a:custGeom>
                <a:avLst/>
                <a:gdLst/>
                <a:ahLst/>
                <a:cxnLst/>
                <a:pathLst>
                  <a:path w="49149" h="57150">
                    <a:moveTo>
                      <a:pt x="24575" y="57150"/>
                    </a:moveTo>
                    <a:lnTo>
                      <a:pt x="49149" y="0"/>
                    </a:lnTo>
                    <a:lnTo>
                      <a:pt x="0" y="0"/>
                    </a:lnTo>
                    <a:close/>
                  </a:path>
                </a:pathLst>
              </a:custGeom>
              <a:solidFill>
                <a:srgbClr val="91A5B4"/>
              </a:solidFill>
              <a:ln w="0">
                <a:noFill/>
                <a:prstDash val="solid"/>
              </a:ln>
            </p:spPr>
          </p:sp>
          <p:sp>
            <p:nvSpPr>
              <p:cNvPr id="1284" name="original-2d:1029"/>
              <p:cNvSpPr>
                <a:spLocks noGrp="1"/>
              </p:cNvSpPr>
              <p:nvPr/>
            </p:nvSpPr>
            <p:spPr>
              <a:xfrm>
                <a:off x="3474720" y="3878580"/>
                <a:ext cx="1807274" cy="715"/>
              </a:xfrm>
              <a:custGeom>
                <a:avLst/>
                <a:gdLst/>
                <a:ahLst/>
                <a:cxnLst/>
                <a:pathLst>
                  <a:path w="3409950" h="953">
                    <a:moveTo>
                      <a:pt x="0" y="0"/>
                    </a:moveTo>
                    <a:lnTo>
                      <a:pt x="3409950" y="0"/>
                    </a:lnTo>
                  </a:path>
                </a:pathLst>
              </a:custGeom>
              <a:noFill/>
              <a:ln w="4143">
                <a:solidFill>
                  <a:srgbClr val="263238"/>
                </a:solidFill>
                <a:prstDash val="solid"/>
              </a:ln>
            </p:spPr>
          </p:sp>
          <p:sp>
            <p:nvSpPr>
              <p:cNvPr id="1285" name="original-2d:1030"/>
              <p:cNvSpPr>
                <a:spLocks noGrp="1"/>
              </p:cNvSpPr>
              <p:nvPr/>
            </p:nvSpPr>
            <p:spPr>
              <a:xfrm>
                <a:off x="5236559" y="3850934"/>
                <a:ext cx="45434" cy="55293"/>
              </a:xfrm>
              <a:custGeom>
                <a:avLst/>
                <a:gdLst/>
                <a:ahLst/>
                <a:cxnLst/>
                <a:pathLst>
                  <a:path w="85725" h="73724">
                    <a:moveTo>
                      <a:pt x="85725" y="36862"/>
                    </a:moveTo>
                    <a:lnTo>
                      <a:pt x="0" y="0"/>
                    </a:lnTo>
                    <a:lnTo>
                      <a:pt x="0" y="73724"/>
                    </a:lnTo>
                    <a:close/>
                  </a:path>
                </a:pathLst>
              </a:custGeom>
              <a:solidFill>
                <a:srgbClr val="263238"/>
              </a:solidFill>
              <a:ln w="0">
                <a:noFill/>
                <a:prstDash val="solid"/>
              </a:ln>
            </p:spPr>
          </p:sp>
          <p:sp>
            <p:nvSpPr>
              <p:cNvPr id="1286" name="original-2d:1031"/>
              <p:cNvSpPr>
                <a:spLocks noGrp="1"/>
              </p:cNvSpPr>
              <p:nvPr/>
            </p:nvSpPr>
            <p:spPr>
              <a:xfrm>
                <a:off x="3457219" y="3774996"/>
                <a:ext cx="216738" cy="207169"/>
              </a:xfrm>
              <a:prstGeom prst="rect">
                <a:avLst/>
              </a:prstGeom>
              <a:solidFill>
                <a:srgbClr val="0072B2"/>
              </a:solidFill>
              <a:ln w="2072">
                <a:solidFill>
                  <a:srgbClr val="263238"/>
                </a:solidFill>
                <a:prstDash val="solid"/>
              </a:ln>
            </p:spPr>
          </p:sp>
          <p:sp>
            <p:nvSpPr>
              <p:cNvPr id="1287" name="original-2d:1032"/>
              <p:cNvSpPr>
                <a:spLocks noGrp="1"/>
              </p:cNvSpPr>
              <p:nvPr/>
            </p:nvSpPr>
            <p:spPr>
              <a:xfrm>
                <a:off x="3550444" y="3857149"/>
                <a:ext cx="30290" cy="42863"/>
              </a:xfrm>
              <a:prstGeom prst="ellipse">
                <a:avLst/>
              </a:prstGeom>
              <a:solidFill>
                <a:srgbClr val="263238"/>
              </a:solidFill>
              <a:ln w="0">
                <a:noFill/>
                <a:prstDash val="solid"/>
              </a:ln>
            </p:spPr>
          </p:sp>
          <p:sp>
            <p:nvSpPr>
              <p:cNvPr id="1288" name="original-2d:1033"/>
              <p:cNvSpPr>
                <a:spLocks noGrp="1"/>
              </p:cNvSpPr>
              <p:nvPr/>
            </p:nvSpPr>
            <p:spPr>
              <a:xfrm>
                <a:off x="3999065" y="3774996"/>
                <a:ext cx="216738" cy="207169"/>
              </a:xfrm>
              <a:prstGeom prst="rect">
                <a:avLst/>
              </a:prstGeom>
              <a:solidFill>
                <a:srgbClr val="D55E00"/>
              </a:solidFill>
              <a:ln w="2072">
                <a:solidFill>
                  <a:srgbClr val="263238"/>
                </a:solidFill>
                <a:prstDash val="solid"/>
              </a:ln>
            </p:spPr>
          </p:sp>
          <p:sp>
            <p:nvSpPr>
              <p:cNvPr id="1289" name="original-2d:1034"/>
              <p:cNvSpPr>
                <a:spLocks noGrp="1"/>
              </p:cNvSpPr>
              <p:nvPr/>
            </p:nvSpPr>
            <p:spPr>
              <a:xfrm>
                <a:off x="4092289" y="3857149"/>
                <a:ext cx="30290" cy="42863"/>
              </a:xfrm>
              <a:prstGeom prst="ellipse">
                <a:avLst/>
              </a:prstGeom>
              <a:solidFill>
                <a:srgbClr val="263238"/>
              </a:solidFill>
              <a:ln w="0">
                <a:noFill/>
                <a:prstDash val="solid"/>
              </a:ln>
            </p:spPr>
          </p:sp>
          <p:sp>
            <p:nvSpPr>
              <p:cNvPr id="1290" name="original-2d:1035"/>
              <p:cNvSpPr>
                <a:spLocks noGrp="1"/>
              </p:cNvSpPr>
              <p:nvPr/>
            </p:nvSpPr>
            <p:spPr>
              <a:xfrm>
                <a:off x="4540910" y="3774996"/>
                <a:ext cx="216738" cy="207169"/>
              </a:xfrm>
              <a:prstGeom prst="rect">
                <a:avLst/>
              </a:prstGeom>
              <a:solidFill>
                <a:srgbClr val="009E73"/>
              </a:solidFill>
              <a:ln w="2072">
                <a:solidFill>
                  <a:srgbClr val="263238"/>
                </a:solidFill>
                <a:prstDash val="solid"/>
              </a:ln>
            </p:spPr>
          </p:sp>
          <p:sp>
            <p:nvSpPr>
              <p:cNvPr id="1291" name="original-2d:1036"/>
              <p:cNvSpPr>
                <a:spLocks noGrp="1"/>
              </p:cNvSpPr>
              <p:nvPr/>
            </p:nvSpPr>
            <p:spPr>
              <a:xfrm>
                <a:off x="4634135" y="3857149"/>
                <a:ext cx="30290" cy="42863"/>
              </a:xfrm>
              <a:prstGeom prst="ellipse">
                <a:avLst/>
              </a:prstGeom>
              <a:solidFill>
                <a:srgbClr val="263238"/>
              </a:solidFill>
              <a:ln w="0">
                <a:noFill/>
                <a:prstDash val="solid"/>
              </a:ln>
            </p:spPr>
          </p:sp>
          <p:sp>
            <p:nvSpPr>
              <p:cNvPr id="1292" name="original-2d:1037"/>
              <p:cNvSpPr>
                <a:spLocks noGrp="1"/>
              </p:cNvSpPr>
              <p:nvPr/>
            </p:nvSpPr>
            <p:spPr>
              <a:xfrm>
                <a:off x="5082756" y="3774996"/>
                <a:ext cx="216738" cy="207169"/>
              </a:xfrm>
              <a:prstGeom prst="rect">
                <a:avLst/>
              </a:prstGeom>
              <a:solidFill>
                <a:srgbClr val="CC79A7"/>
              </a:solidFill>
              <a:ln w="2072">
                <a:solidFill>
                  <a:srgbClr val="263238"/>
                </a:solidFill>
                <a:prstDash val="solid"/>
              </a:ln>
            </p:spPr>
          </p:sp>
          <p:sp>
            <p:nvSpPr>
              <p:cNvPr id="1293" name="original-2d:1038"/>
              <p:cNvSpPr>
                <a:spLocks noGrp="1"/>
              </p:cNvSpPr>
              <p:nvPr/>
            </p:nvSpPr>
            <p:spPr>
              <a:xfrm>
                <a:off x="5175980" y="3857149"/>
                <a:ext cx="30290" cy="42863"/>
              </a:xfrm>
              <a:prstGeom prst="ellipse">
                <a:avLst/>
              </a:prstGeom>
              <a:solidFill>
                <a:srgbClr val="263238"/>
              </a:solidFill>
              <a:ln w="0">
                <a:noFill/>
                <a:prstDash val="solid"/>
              </a:ln>
            </p:spPr>
          </p:sp>
          <p:sp>
            <p:nvSpPr>
              <p:cNvPr id="1294" name="original-2d:1039"/>
              <p:cNvSpPr>
                <a:spLocks noGrp="1"/>
              </p:cNvSpPr>
              <p:nvPr/>
            </p:nvSpPr>
            <p:spPr>
              <a:xfrm>
                <a:off x="5332476" y="3735705"/>
                <a:ext cx="156496" cy="257175"/>
              </a:xfrm>
              <a:prstGeom prst="rect">
                <a:avLst/>
              </a:prstGeom>
              <a:noFill/>
              <a:ln w="0">
                <a:noFill/>
                <a:prstDash val="solid"/>
              </a:ln>
            </p:spPr>
            <p:txBody>
              <a:bodyPr wrap="none" lIns="0" tIns="0" rIns="0" bIns="0" anchor="ctr">
                <a:normAutofit/>
              </a:bodyPr>
              <a:lstStyle>
                <a:defPPr algn="ctr">
                  <a:defRPr sz="808" b="0">
                    <a:solidFill>
                      <a:srgbClr val="7B8790"/>
                    </a:solidFill>
                    <a:latin typeface="Arial" panose="020B0604020202090204"/>
                    <a:ea typeface="Arial" panose="020B0604020202090204"/>
                    <a:cs typeface="Arial" panose="020B0604020202090204"/>
                  </a:defRPr>
                </a:defPPr>
                <a:lvl1pPr algn="ctr">
                  <a:defRPr sz="808" b="0">
                    <a:solidFill>
                      <a:srgbClr val="7B8790"/>
                    </a:solidFill>
                    <a:latin typeface="Arial" panose="020B0604020202090204"/>
                    <a:ea typeface="Arial" panose="020B0604020202090204"/>
                    <a:cs typeface="Arial" panose="020B0604020202090204"/>
                  </a:defRPr>
                </a:lvl1pPr>
                <a:lvl2pPr algn="ctr">
                  <a:defRPr sz="808" b="0">
                    <a:solidFill>
                      <a:srgbClr val="7B8790"/>
                    </a:solidFill>
                    <a:latin typeface="Arial" panose="020B0604020202090204"/>
                    <a:ea typeface="Arial" panose="020B0604020202090204"/>
                    <a:cs typeface="Arial" panose="020B0604020202090204"/>
                  </a:defRPr>
                </a:lvl2pPr>
                <a:lvl3pPr algn="ctr">
                  <a:defRPr sz="808" b="0">
                    <a:solidFill>
                      <a:srgbClr val="7B8790"/>
                    </a:solidFill>
                    <a:latin typeface="Arial" panose="020B0604020202090204"/>
                    <a:ea typeface="Arial" panose="020B0604020202090204"/>
                    <a:cs typeface="Arial" panose="020B0604020202090204"/>
                  </a:defRPr>
                </a:lvl3pPr>
                <a:lvl4pPr algn="ctr">
                  <a:defRPr sz="808" b="0">
                    <a:solidFill>
                      <a:srgbClr val="7B8790"/>
                    </a:solidFill>
                    <a:latin typeface="Arial" panose="020B0604020202090204"/>
                    <a:ea typeface="Arial" panose="020B0604020202090204"/>
                    <a:cs typeface="Arial" panose="020B0604020202090204"/>
                  </a:defRPr>
                </a:lvl4pPr>
                <a:lvl5pPr algn="ctr">
                  <a:defRPr sz="808" b="0">
                    <a:solidFill>
                      <a:srgbClr val="7B8790"/>
                    </a:solidFill>
                    <a:latin typeface="Arial" panose="020B0604020202090204"/>
                    <a:ea typeface="Arial" panose="020B0604020202090204"/>
                    <a:cs typeface="Arial" panose="020B0604020202090204"/>
                  </a:defRPr>
                </a:lvl5pPr>
                <a:lvl6pPr algn="ctr">
                  <a:defRPr sz="808" b="0">
                    <a:solidFill>
                      <a:srgbClr val="7B8790"/>
                    </a:solidFill>
                    <a:latin typeface="Arial" panose="020B0604020202090204"/>
                    <a:ea typeface="Arial" panose="020B0604020202090204"/>
                    <a:cs typeface="Arial" panose="020B0604020202090204"/>
                  </a:defRPr>
                </a:lvl6pPr>
                <a:lvl7pPr algn="ctr">
                  <a:defRPr sz="808" b="0">
                    <a:solidFill>
                      <a:srgbClr val="7B8790"/>
                    </a:solidFill>
                    <a:latin typeface="Arial" panose="020B0604020202090204"/>
                    <a:ea typeface="Arial" panose="020B0604020202090204"/>
                    <a:cs typeface="Arial" panose="020B0604020202090204"/>
                  </a:defRPr>
                </a:lvl7pPr>
                <a:lvl8pPr algn="ctr">
                  <a:defRPr sz="808" b="0">
                    <a:solidFill>
                      <a:srgbClr val="7B8790"/>
                    </a:solidFill>
                    <a:latin typeface="Arial" panose="020B0604020202090204"/>
                    <a:ea typeface="Arial" panose="020B0604020202090204"/>
                    <a:cs typeface="Arial" panose="020B0604020202090204"/>
                  </a:defRPr>
                </a:lvl8pPr>
                <a:lvl9pPr algn="ctr">
                  <a:defRPr sz="808" b="0">
                    <a:solidFill>
                      <a:srgbClr val="7B8790"/>
                    </a:solidFill>
                    <a:latin typeface="Arial" panose="020B0604020202090204"/>
                    <a:ea typeface="Arial" panose="020B0604020202090204"/>
                    <a:cs typeface="Arial" panose="020B0604020202090204"/>
                  </a:defRPr>
                </a:lvl9pPr>
              </a:lstStyle>
              <a:p>
                <a:pPr algn="ctr">
                  <a:buNone/>
                  <a:defRPr sz="808" b="0">
                    <a:solidFill>
                      <a:srgbClr val="7B8790"/>
                    </a:solidFill>
                    <a:latin typeface="Arial" panose="020B0604020202090204"/>
                    <a:ea typeface="Arial" panose="020B0604020202090204"/>
                    <a:cs typeface="Arial" panose="020B0604020202090204"/>
                  </a:defRPr>
                </a:pPr>
                <a:r>
                  <a:rPr sz="808" b="0">
                    <a:solidFill>
                      <a:srgbClr val="7B8790"/>
                    </a:solidFill>
                    <a:latin typeface="Arial" panose="020B0604020202090204"/>
                    <a:ea typeface="Arial" panose="020B0604020202090204"/>
                    <a:cs typeface="Arial" panose="020B0604020202090204"/>
                  </a:rPr>
                  <a:t>d</a:t>
                </a:r>
                <a:endParaRPr sz="808" b="0">
                  <a:solidFill>
                    <a:srgbClr val="7B8790"/>
                  </a:solidFill>
                  <a:latin typeface="Arial" panose="020B0604020202090204"/>
                  <a:ea typeface="Arial" panose="020B0604020202090204"/>
                  <a:cs typeface="Arial" panose="020B0604020202090204"/>
                </a:endParaRPr>
              </a:p>
            </p:txBody>
          </p:sp>
          <p:sp>
            <p:nvSpPr>
              <p:cNvPr id="1295" name="projection-3d:source-239"/>
              <p:cNvSpPr>
                <a:spLocks noGrp="1"/>
              </p:cNvSpPr>
              <p:nvPr/>
            </p:nvSpPr>
            <p:spPr>
              <a:xfrm>
                <a:off x="6003661" y="2698775"/>
                <a:ext cx="82205" cy="377236"/>
              </a:xfrm>
              <a:prstGeom prst="line">
                <a:avLst/>
              </a:prstGeom>
              <a:ln w="2645">
                <a:solidFill>
                  <a:srgbClr val="0072B2">
                    <a:alpha val="96000"/>
                  </a:srgbClr>
                </a:solidFill>
                <a:prstDash val="dash"/>
              </a:ln>
            </p:spPr>
          </p:sp>
          <p:sp>
            <p:nvSpPr>
              <p:cNvPr id="1296" name="projection-3d:source-240"/>
              <p:cNvSpPr>
                <a:spLocks noGrp="1"/>
              </p:cNvSpPr>
              <p:nvPr/>
            </p:nvSpPr>
            <p:spPr>
              <a:xfrm>
                <a:off x="5997429" y="2690825"/>
                <a:ext cx="12463" cy="15901"/>
              </a:xfrm>
              <a:prstGeom prst="ellipse">
                <a:avLst/>
              </a:prstGeom>
              <a:solidFill>
                <a:srgbClr val="0072B2">
                  <a:alpha val="95000"/>
                </a:srgbClr>
              </a:solidFill>
              <a:ln>
                <a:noFill/>
              </a:ln>
            </p:spPr>
            <p:txBody>
              <a:bodyPr anchor="ctr"/>
              <a:lstStyle/>
              <a:p>
                <a:pPr algn="ctr">
                  <a:buNone/>
                </a:pPr>
              </a:p>
            </p:txBody>
          </p:sp>
          <p:sp>
            <p:nvSpPr>
              <p:cNvPr id="1297" name="projection-3d:source-241"/>
              <p:cNvSpPr>
                <a:spLocks noGrp="1"/>
              </p:cNvSpPr>
              <p:nvPr/>
            </p:nvSpPr>
            <p:spPr>
              <a:xfrm>
                <a:off x="5648325" y="1666875"/>
                <a:ext cx="486598" cy="1434511"/>
              </a:xfrm>
              <a:custGeom>
                <a:avLst/>
                <a:gdLst/>
                <a:ahLst/>
                <a:cxnLst/>
                <a:rect l="l" t="t" r="r" b="b"/>
                <a:pathLst>
                  <a:path w="367" h="848">
                    <a:moveTo>
                      <a:pt x="0" y="0"/>
                    </a:moveTo>
                    <a:moveTo>
                      <a:pt x="296" y="835"/>
                    </a:moveTo>
                    <a:lnTo>
                      <a:pt x="326" y="819"/>
                    </a:lnTo>
                    <a:lnTo>
                      <a:pt x="367" y="832"/>
                    </a:lnTo>
                    <a:lnTo>
                      <a:pt x="332" y="848"/>
                    </a:lnTo>
                    <a:close/>
                  </a:path>
                </a:pathLst>
              </a:custGeom>
              <a:solidFill>
                <a:srgbClr val="0072B2">
                  <a:alpha val="100000"/>
                </a:srgbClr>
              </a:solidFill>
              <a:ln>
                <a:noFill/>
              </a:ln>
            </p:spPr>
            <p:txBody>
              <a:bodyPr anchor="ctr"/>
              <a:lstStyle/>
              <a:p>
                <a:pPr algn="ctr">
                  <a:buNone/>
                </a:pPr>
              </a:p>
            </p:txBody>
          </p:sp>
          <p:sp>
            <p:nvSpPr>
              <p:cNvPr id="1298" name="projection-3d:source-242"/>
              <p:cNvSpPr>
                <a:spLocks noGrp="1"/>
              </p:cNvSpPr>
              <p:nvPr/>
            </p:nvSpPr>
            <p:spPr>
              <a:xfrm flipH="1">
                <a:off x="6507495" y="2761366"/>
                <a:ext cx="31821" cy="150556"/>
              </a:xfrm>
              <a:prstGeom prst="line">
                <a:avLst/>
              </a:prstGeom>
              <a:ln w="2645">
                <a:solidFill>
                  <a:srgbClr val="DD7D32">
                    <a:alpha val="96000"/>
                  </a:srgbClr>
                </a:solidFill>
                <a:prstDash val="dash"/>
              </a:ln>
            </p:spPr>
          </p:sp>
          <p:sp>
            <p:nvSpPr>
              <p:cNvPr id="1299" name="projection-3d:source-243"/>
              <p:cNvSpPr>
                <a:spLocks noGrp="1"/>
              </p:cNvSpPr>
              <p:nvPr/>
            </p:nvSpPr>
            <p:spPr>
              <a:xfrm>
                <a:off x="6533085" y="2753415"/>
                <a:ext cx="12463" cy="15901"/>
              </a:xfrm>
              <a:prstGeom prst="ellipse">
                <a:avLst/>
              </a:prstGeom>
              <a:solidFill>
                <a:srgbClr val="DD7D32">
                  <a:alpha val="95000"/>
                </a:srgbClr>
              </a:solidFill>
              <a:ln>
                <a:noFill/>
              </a:ln>
            </p:spPr>
            <p:txBody>
              <a:bodyPr anchor="ctr"/>
              <a:lstStyle/>
              <a:p>
                <a:pPr algn="ctr">
                  <a:buNone/>
                </a:pPr>
              </a:p>
            </p:txBody>
          </p:sp>
          <p:sp>
            <p:nvSpPr>
              <p:cNvPr id="1300" name="projection-3d:source-244"/>
              <p:cNvSpPr>
                <a:spLocks noGrp="1"/>
              </p:cNvSpPr>
              <p:nvPr/>
            </p:nvSpPr>
            <p:spPr>
              <a:xfrm>
                <a:off x="5648325" y="1666875"/>
                <a:ext cx="908228" cy="1270422"/>
              </a:xfrm>
              <a:custGeom>
                <a:avLst/>
                <a:gdLst/>
                <a:ahLst/>
                <a:cxnLst/>
                <a:rect l="l" t="t" r="r" b="b"/>
                <a:pathLst>
                  <a:path w="685" h="751">
                    <a:moveTo>
                      <a:pt x="0" y="0"/>
                    </a:moveTo>
                    <a:moveTo>
                      <a:pt x="614" y="738"/>
                    </a:moveTo>
                    <a:lnTo>
                      <a:pt x="644" y="722"/>
                    </a:lnTo>
                    <a:lnTo>
                      <a:pt x="685" y="735"/>
                    </a:lnTo>
                    <a:lnTo>
                      <a:pt x="650" y="751"/>
                    </a:lnTo>
                    <a:close/>
                  </a:path>
                </a:pathLst>
              </a:custGeom>
              <a:solidFill>
                <a:srgbClr val="DD7D32">
                  <a:alpha val="100000"/>
                </a:srgbClr>
              </a:solidFill>
              <a:ln>
                <a:noFill/>
              </a:ln>
            </p:spPr>
            <p:txBody>
              <a:bodyPr anchor="ctr"/>
              <a:lstStyle/>
              <a:p>
                <a:pPr algn="ctr">
                  <a:buNone/>
                </a:pPr>
              </a:p>
            </p:txBody>
          </p:sp>
          <p:sp>
            <p:nvSpPr>
              <p:cNvPr id="1301" name="projection-3d:source-245"/>
              <p:cNvSpPr>
                <a:spLocks noGrp="1"/>
              </p:cNvSpPr>
              <p:nvPr/>
            </p:nvSpPr>
            <p:spPr>
              <a:xfrm>
                <a:off x="6800515" y="2284324"/>
                <a:ext cx="59665" cy="470276"/>
              </a:xfrm>
              <a:prstGeom prst="line">
                <a:avLst/>
              </a:prstGeom>
              <a:ln w="2645">
                <a:solidFill>
                  <a:srgbClr val="0CA37A">
                    <a:alpha val="96000"/>
                  </a:srgbClr>
                </a:solidFill>
                <a:prstDash val="dash"/>
              </a:ln>
            </p:spPr>
          </p:sp>
          <p:sp>
            <p:nvSpPr>
              <p:cNvPr id="1302" name="projection-3d:source-246"/>
              <p:cNvSpPr>
                <a:spLocks noGrp="1"/>
              </p:cNvSpPr>
              <p:nvPr/>
            </p:nvSpPr>
            <p:spPr>
              <a:xfrm>
                <a:off x="6794283" y="2276373"/>
                <a:ext cx="12463" cy="15901"/>
              </a:xfrm>
              <a:prstGeom prst="ellipse">
                <a:avLst/>
              </a:prstGeom>
              <a:solidFill>
                <a:srgbClr val="0CA37A">
                  <a:alpha val="95000"/>
                </a:srgbClr>
              </a:solidFill>
              <a:ln>
                <a:noFill/>
              </a:ln>
            </p:spPr>
            <p:txBody>
              <a:bodyPr anchor="ctr"/>
              <a:lstStyle/>
              <a:p>
                <a:pPr algn="ctr">
                  <a:buNone/>
                </a:pPr>
              </a:p>
            </p:txBody>
          </p:sp>
          <p:sp>
            <p:nvSpPr>
              <p:cNvPr id="1303" name="projection-3d:source-247"/>
              <p:cNvSpPr>
                <a:spLocks noGrp="1"/>
              </p:cNvSpPr>
              <p:nvPr/>
            </p:nvSpPr>
            <p:spPr>
              <a:xfrm>
                <a:off x="5648325" y="1666875"/>
                <a:ext cx="1260912" cy="1113099"/>
              </a:xfrm>
              <a:custGeom>
                <a:avLst/>
                <a:gdLst/>
                <a:ahLst/>
                <a:cxnLst/>
                <a:rect l="l" t="t" r="r" b="b"/>
                <a:pathLst>
                  <a:path w="951" h="658">
                    <a:moveTo>
                      <a:pt x="0" y="0"/>
                    </a:moveTo>
                    <a:moveTo>
                      <a:pt x="880" y="645"/>
                    </a:moveTo>
                    <a:lnTo>
                      <a:pt x="910" y="629"/>
                    </a:lnTo>
                    <a:lnTo>
                      <a:pt x="951" y="642"/>
                    </a:lnTo>
                    <a:lnTo>
                      <a:pt x="916" y="658"/>
                    </a:lnTo>
                    <a:close/>
                  </a:path>
                </a:pathLst>
              </a:custGeom>
              <a:solidFill>
                <a:srgbClr val="0CA37A">
                  <a:alpha val="100000"/>
                </a:srgbClr>
              </a:solidFill>
              <a:ln>
                <a:noFill/>
              </a:ln>
            </p:spPr>
            <p:txBody>
              <a:bodyPr anchor="ctr"/>
              <a:lstStyle/>
              <a:p>
                <a:pPr algn="ctr">
                  <a:buNone/>
                </a:pPr>
              </a:p>
            </p:txBody>
          </p:sp>
          <p:sp>
            <p:nvSpPr>
              <p:cNvPr id="1304" name="projection-3d:source-248"/>
              <p:cNvSpPr>
                <a:spLocks noGrp="1"/>
              </p:cNvSpPr>
              <p:nvPr/>
            </p:nvSpPr>
            <p:spPr>
              <a:xfrm>
                <a:off x="7069668" y="2395972"/>
                <a:ext cx="46406" cy="257129"/>
              </a:xfrm>
              <a:prstGeom prst="line">
                <a:avLst/>
              </a:prstGeom>
              <a:ln w="2645">
                <a:solidFill>
                  <a:srgbClr val="CC79A7">
                    <a:alpha val="96000"/>
                  </a:srgbClr>
                </a:solidFill>
                <a:prstDash val="dash"/>
              </a:ln>
            </p:spPr>
          </p:sp>
          <p:sp>
            <p:nvSpPr>
              <p:cNvPr id="1305" name="projection-3d:source-249"/>
              <p:cNvSpPr>
                <a:spLocks noGrp="1"/>
              </p:cNvSpPr>
              <p:nvPr/>
            </p:nvSpPr>
            <p:spPr>
              <a:xfrm>
                <a:off x="7063437" y="2388021"/>
                <a:ext cx="12463" cy="15901"/>
              </a:xfrm>
              <a:prstGeom prst="ellipse">
                <a:avLst/>
              </a:prstGeom>
              <a:solidFill>
                <a:srgbClr val="CC79A7">
                  <a:alpha val="95000"/>
                </a:srgbClr>
              </a:solidFill>
              <a:ln>
                <a:noFill/>
              </a:ln>
            </p:spPr>
            <p:txBody>
              <a:bodyPr anchor="ctr"/>
              <a:lstStyle/>
              <a:p>
                <a:pPr algn="ctr">
                  <a:buNone/>
                </a:pPr>
              </a:p>
            </p:txBody>
          </p:sp>
          <p:sp>
            <p:nvSpPr>
              <p:cNvPr id="1306" name="projection-3d:source-250"/>
              <p:cNvSpPr>
                <a:spLocks noGrp="1"/>
              </p:cNvSpPr>
              <p:nvPr/>
            </p:nvSpPr>
            <p:spPr>
              <a:xfrm>
                <a:off x="5648325" y="1666875"/>
                <a:ext cx="1516807" cy="1011601"/>
              </a:xfrm>
              <a:custGeom>
                <a:avLst/>
                <a:gdLst/>
                <a:ahLst/>
                <a:cxnLst/>
                <a:rect l="l" t="t" r="r" b="b"/>
                <a:pathLst>
                  <a:path w="1144" h="598">
                    <a:moveTo>
                      <a:pt x="0" y="0"/>
                    </a:moveTo>
                    <a:moveTo>
                      <a:pt x="1073" y="585"/>
                    </a:moveTo>
                    <a:lnTo>
                      <a:pt x="1103" y="569"/>
                    </a:lnTo>
                    <a:lnTo>
                      <a:pt x="1144" y="582"/>
                    </a:lnTo>
                    <a:lnTo>
                      <a:pt x="1109" y="598"/>
                    </a:lnTo>
                    <a:close/>
                  </a:path>
                </a:pathLst>
              </a:custGeom>
              <a:solidFill>
                <a:srgbClr val="CC79A7">
                  <a:alpha val="100000"/>
                </a:srgbClr>
              </a:solidFill>
              <a:ln>
                <a:noFill/>
              </a:ln>
            </p:spPr>
            <p:txBody>
              <a:bodyPr anchor="ctr"/>
              <a:lstStyle/>
              <a:p>
                <a:pPr algn="ctr">
                  <a:buNone/>
                </a:pPr>
              </a:p>
            </p:txBody>
          </p:sp>
          <p:sp>
            <p:nvSpPr>
              <p:cNvPr id="1307" name="projection-3d:frame"/>
              <p:cNvSpPr>
                <a:spLocks noGrp="1"/>
              </p:cNvSpPr>
              <p:nvPr/>
            </p:nvSpPr>
            <p:spPr>
              <a:xfrm>
                <a:off x="5753100" y="1646873"/>
                <a:ext cx="1857375" cy="1691640"/>
              </a:xfrm>
              <a:prstGeom prst="rect">
                <a:avLst/>
              </a:prstGeom>
              <a:noFill/>
              <a:ln w="4519">
                <a:solidFill>
                  <a:srgbClr val="263238"/>
                </a:solidFill>
                <a:prstDash val="solid"/>
              </a:ln>
            </p:spPr>
          </p:sp>
          <p:sp>
            <p:nvSpPr>
              <p:cNvPr id="1308" name="projection-3d:down-arrow-1027"/>
              <p:cNvSpPr>
                <a:spLocks noGrp="1"/>
              </p:cNvSpPr>
              <p:nvPr/>
            </p:nvSpPr>
            <p:spPr>
              <a:xfrm>
                <a:off x="6667500" y="3381375"/>
                <a:ext cx="705" cy="259080"/>
              </a:xfrm>
              <a:custGeom>
                <a:avLst/>
                <a:gdLst/>
                <a:ahLst/>
                <a:cxnLst/>
                <a:pathLst>
                  <a:path w="953" h="161925">
                    <a:moveTo>
                      <a:pt x="0" y="0"/>
                    </a:moveTo>
                    <a:lnTo>
                      <a:pt x="0" y="161925"/>
                    </a:lnTo>
                  </a:path>
                </a:pathLst>
              </a:custGeom>
              <a:noFill/>
              <a:ln w="5424">
                <a:solidFill>
                  <a:srgbClr val="91A5B4"/>
                </a:solidFill>
                <a:prstDash val="solid"/>
              </a:ln>
            </p:spPr>
          </p:sp>
          <p:sp>
            <p:nvSpPr>
              <p:cNvPr id="1309" name="projection-3d:down-arrow-1028"/>
              <p:cNvSpPr>
                <a:spLocks noGrp="1"/>
              </p:cNvSpPr>
              <p:nvPr/>
            </p:nvSpPr>
            <p:spPr>
              <a:xfrm>
                <a:off x="6649315" y="3549015"/>
                <a:ext cx="36370" cy="91440"/>
              </a:xfrm>
              <a:custGeom>
                <a:avLst/>
                <a:gdLst/>
                <a:ahLst/>
                <a:cxnLst/>
                <a:pathLst>
                  <a:path w="49149" h="57150">
                    <a:moveTo>
                      <a:pt x="24575" y="57150"/>
                    </a:moveTo>
                    <a:lnTo>
                      <a:pt x="49149" y="0"/>
                    </a:lnTo>
                    <a:lnTo>
                      <a:pt x="0" y="0"/>
                    </a:lnTo>
                    <a:close/>
                  </a:path>
                </a:pathLst>
              </a:custGeom>
              <a:solidFill>
                <a:srgbClr val="91A5B4"/>
              </a:solidFill>
              <a:ln w="0">
                <a:noFill/>
                <a:prstDash val="solid"/>
              </a:ln>
            </p:spPr>
          </p:sp>
        </p:grpSp>
        <p:grpSp>
          <p:nvGrpSpPr>
            <p:cNvPr id="1310" name="position-certificate"/>
            <p:cNvGrpSpPr/>
            <p:nvPr/>
          </p:nvGrpSpPr>
          <p:grpSpPr>
            <a:xfrm>
              <a:off x="0" y="0"/>
              <a:ext cx="24955500" cy="8572500"/>
              <a:chOff x="0" y="0"/>
              <a:chExt cx="24955500" cy="8572500"/>
            </a:xfrm>
          </p:grpSpPr>
          <p:sp>
            <p:nvSpPr>
              <p:cNvPr id="1311" name="four:position-certificate:textbox:1040"/>
              <p:cNvSpPr>
                <a:spLocks noGrp="1"/>
              </p:cNvSpPr>
              <p:nvPr/>
            </p:nvSpPr>
            <p:spPr>
              <a:xfrm>
                <a:off x="8572500" y="1057275"/>
                <a:ext cx="2857500" cy="304800"/>
              </a:xfrm>
              <a:prstGeom prst="rect">
                <a:avLst/>
              </a:prstGeom>
              <a:noFill/>
              <a:ln w="0">
                <a:noFill/>
                <a:prstDash val="solid"/>
              </a:ln>
            </p:spPr>
            <p:txBody>
              <a:bodyPr wrap="none" lIns="0" tIns="0" rIns="0" bIns="0" anchor="ctr">
                <a:normAutofit/>
              </a:bodyPr>
              <a:lstStyle>
                <a:defPPr algn="l">
                  <a:defRPr sz="962" b="1">
                    <a:solidFill>
                      <a:srgbClr val="263238"/>
                    </a:solidFill>
                    <a:latin typeface="Arial" panose="020B0604020202090204"/>
                    <a:ea typeface="Arial" panose="020B0604020202090204"/>
                    <a:cs typeface="Arial" panose="020B0604020202090204"/>
                  </a:defRPr>
                </a:defPPr>
              </a:lstStyle>
              <a:p>
                <a:pPr algn="l">
                  <a:defRPr sz="962" b="1">
                    <a:solidFill>
                      <a:srgbClr val="263238"/>
                    </a:solidFill>
                    <a:latin typeface="Arial" panose="020B0604020202090204"/>
                    <a:ea typeface="Arial" panose="020B0604020202090204"/>
                    <a:cs typeface="Arial" panose="020B0604020202090204"/>
                  </a:defRPr>
                </a:pPr>
                <a:r>
                  <a:rPr sz="962" b="1">
                    <a:solidFill>
                      <a:srgbClr val="263238"/>
                    </a:solidFill>
                    <a:latin typeface="Arial" panose="020B0604020202090204"/>
                    <a:ea typeface="Arial" panose="020B0604020202090204"/>
                    <a:cs typeface="Arial" panose="020B0604020202090204"/>
                  </a:rPr>
                  <a:t>Position certificate</a:t>
                </a:r>
                <a:endParaRPr sz="962" b="1">
                  <a:solidFill>
                    <a:srgbClr val="263238"/>
                  </a:solidFill>
                  <a:latin typeface="Arial" panose="020B0604020202090204"/>
                  <a:ea typeface="Arial" panose="020B0604020202090204"/>
                  <a:cs typeface="Arial" panose="020B0604020202090204"/>
                </a:endParaRPr>
              </a:p>
            </p:txBody>
          </p:sp>
          <p:sp>
            <p:nvSpPr>
              <p:cNvPr id="1312" name="four:position-certificate:line:1041"/>
              <p:cNvSpPr>
                <a:spLocks noGrp="1"/>
              </p:cNvSpPr>
              <p:nvPr/>
            </p:nvSpPr>
            <p:spPr>
              <a:xfrm>
                <a:off x="11811000" y="1171575"/>
                <a:ext cx="314325" cy="953"/>
              </a:xfrm>
              <a:custGeom>
                <a:avLst/>
                <a:gdLst/>
                <a:ahLst/>
                <a:cxnLst/>
                <a:pathLst>
                  <a:path w="314325" h="953">
                    <a:moveTo>
                      <a:pt x="0" y="0"/>
                    </a:moveTo>
                    <a:lnTo>
                      <a:pt x="314325" y="0"/>
                    </a:lnTo>
                  </a:path>
                </a:pathLst>
              </a:custGeom>
              <a:noFill/>
              <a:ln w="5863">
                <a:solidFill>
                  <a:srgbClr val="263238"/>
                </a:solidFill>
                <a:prstDash val="solid"/>
              </a:ln>
            </p:spPr>
          </p:sp>
          <p:sp>
            <p:nvSpPr>
              <p:cNvPr id="1313" name="four:position-certificate:reference-box-key:1042"/>
              <p:cNvSpPr>
                <a:spLocks noGrp="1"/>
              </p:cNvSpPr>
              <p:nvPr/>
            </p:nvSpPr>
            <p:spPr>
              <a:xfrm>
                <a:off x="11887200" y="1104900"/>
                <a:ext cx="171450" cy="133350"/>
              </a:xfrm>
              <a:prstGeom prst="rect">
                <a:avLst/>
              </a:prstGeom>
              <a:solidFill>
                <a:srgbClr val="92C0D9"/>
              </a:solidFill>
              <a:ln w="3909">
                <a:solidFill>
                  <a:srgbClr val="263238"/>
                </a:solidFill>
                <a:prstDash val="solid"/>
              </a:ln>
            </p:spPr>
          </p:sp>
          <p:sp>
            <p:nvSpPr>
              <p:cNvPr id="1314" name="four:position-certificate:regular-node:1043"/>
              <p:cNvSpPr>
                <a:spLocks noGrp="1"/>
              </p:cNvSpPr>
              <p:nvPr/>
            </p:nvSpPr>
            <p:spPr>
              <a:xfrm>
                <a:off x="11953875" y="1152525"/>
                <a:ext cx="38100" cy="38100"/>
              </a:xfrm>
              <a:prstGeom prst="ellipse">
                <a:avLst/>
              </a:prstGeom>
              <a:solidFill>
                <a:srgbClr val="263238"/>
              </a:solidFill>
              <a:ln w="0">
                <a:noFill/>
                <a:prstDash val="solid"/>
              </a:ln>
            </p:spPr>
          </p:sp>
          <p:sp>
            <p:nvSpPr>
              <p:cNvPr id="1315" name="four:position-certificate:textbox:1044"/>
              <p:cNvSpPr>
                <a:spLocks noGrp="1"/>
              </p:cNvSpPr>
              <p:nvPr/>
            </p:nvSpPr>
            <p:spPr>
              <a:xfrm>
                <a:off x="12192000" y="990600"/>
                <a:ext cx="419100" cy="342900"/>
              </a:xfrm>
              <a:prstGeom prst="rect">
                <a:avLst/>
              </a:prstGeom>
              <a:noFill/>
              <a:ln w="0">
                <a:noFill/>
                <a:prstDash val="solid"/>
              </a:ln>
            </p:spPr>
            <p:txBody>
              <a:bodyPr wrap="none" lIns="0" tIns="0" rIns="0" bIns="0" anchor="ctr">
                <a:normAutofit/>
              </a:bodyPr>
              <a:lstStyle>
                <a:defPPr algn="ctr">
                  <a:defRPr sz="846" b="0">
                    <a:solidFill>
                      <a:srgbClr val="263238"/>
                    </a:solidFill>
                    <a:latin typeface="Arial" panose="020B0604020202090204"/>
                    <a:ea typeface="Arial" panose="020B0604020202090204"/>
                    <a:cs typeface="Arial" panose="020B0604020202090204"/>
                  </a:defRPr>
                </a:defPPr>
              </a:lstStyle>
              <a:p>
                <a:pPr algn="ctr">
                  <a:defRPr sz="846" b="0">
                    <a:solidFill>
                      <a:srgbClr val="263238"/>
                    </a:solidFill>
                    <a:latin typeface="Arial" panose="020B0604020202090204"/>
                    <a:ea typeface="Arial" panose="020B0604020202090204"/>
                    <a:cs typeface="Arial" panose="020B0604020202090204"/>
                  </a:defRPr>
                </a:pPr>
                <a:r>
                  <a:rPr sz="846" b="0">
                    <a:solidFill>
                      <a:srgbClr val="263238"/>
                    </a:solidFill>
                    <a:latin typeface="Arial" panose="020B0604020202090204"/>
                    <a:ea typeface="Arial" panose="020B0604020202090204"/>
                    <a:cs typeface="Arial" panose="020B0604020202090204"/>
                  </a:rPr>
                  <a:t>q</a:t>
                </a:r>
                <a:r>
                  <a:rPr sz="610" b="0" baseline="-25000">
                    <a:solidFill>
                      <a:srgbClr val="263238"/>
                    </a:solidFill>
                    <a:latin typeface="Arial" panose="020B0604020202090204"/>
                    <a:ea typeface="Arial" panose="020B0604020202090204"/>
                    <a:cs typeface="Arial" panose="020B0604020202090204"/>
                  </a:rPr>
                  <a:t>i</a:t>
                </a:r>
                <a:endParaRPr sz="610" b="0" baseline="-25000">
                  <a:solidFill>
                    <a:srgbClr val="263238"/>
                  </a:solidFill>
                  <a:latin typeface="Arial" panose="020B0604020202090204"/>
                  <a:ea typeface="Arial" panose="020B0604020202090204"/>
                  <a:cs typeface="Arial" panose="020B0604020202090204"/>
                </a:endParaRPr>
              </a:p>
            </p:txBody>
          </p:sp>
          <p:sp>
            <p:nvSpPr>
              <p:cNvPr id="1316" name="four:position-certificate:line:1045"/>
              <p:cNvSpPr>
                <a:spLocks noGrp="1"/>
              </p:cNvSpPr>
              <p:nvPr/>
            </p:nvSpPr>
            <p:spPr>
              <a:xfrm>
                <a:off x="13001625" y="1171575"/>
                <a:ext cx="314325" cy="953"/>
              </a:xfrm>
              <a:custGeom>
                <a:avLst/>
                <a:gdLst/>
                <a:ahLst/>
                <a:cxnLst/>
                <a:pathLst>
                  <a:path w="314325" h="953">
                    <a:moveTo>
                      <a:pt x="0" y="0"/>
                    </a:moveTo>
                    <a:lnTo>
                      <a:pt x="314325" y="0"/>
                    </a:lnTo>
                  </a:path>
                </a:pathLst>
              </a:custGeom>
              <a:noFill/>
              <a:ln w="5863">
                <a:solidFill>
                  <a:srgbClr val="263238"/>
                </a:solidFill>
                <a:prstDash val="dash"/>
              </a:ln>
            </p:spPr>
          </p:sp>
          <p:sp>
            <p:nvSpPr>
              <p:cNvPr id="1317" name="four:position-certificate:line:1046"/>
              <p:cNvSpPr>
                <a:spLocks noGrp="1"/>
              </p:cNvSpPr>
              <p:nvPr/>
            </p:nvSpPr>
            <p:spPr>
              <a:xfrm>
                <a:off x="13154025" y="1095375"/>
                <a:ext cx="953" cy="152400"/>
              </a:xfrm>
              <a:custGeom>
                <a:avLst/>
                <a:gdLst/>
                <a:ahLst/>
                <a:cxnLst/>
                <a:pathLst>
                  <a:path w="953" h="152400">
                    <a:moveTo>
                      <a:pt x="0" y="0"/>
                    </a:moveTo>
                    <a:lnTo>
                      <a:pt x="0" y="152400"/>
                    </a:lnTo>
                  </a:path>
                </a:pathLst>
              </a:custGeom>
              <a:noFill/>
              <a:ln w="5863">
                <a:solidFill>
                  <a:srgbClr val="263238"/>
                </a:solidFill>
                <a:prstDash val="dash"/>
              </a:ln>
            </p:spPr>
          </p:sp>
          <p:sp>
            <p:nvSpPr>
              <p:cNvPr id="1318" name="four:position-certificate:line:1047"/>
              <p:cNvSpPr>
                <a:spLocks noGrp="1"/>
              </p:cNvSpPr>
              <p:nvPr/>
            </p:nvSpPr>
            <p:spPr>
              <a:xfrm>
                <a:off x="13115925" y="1095375"/>
                <a:ext cx="76200" cy="953"/>
              </a:xfrm>
              <a:custGeom>
                <a:avLst/>
                <a:gdLst/>
                <a:ahLst/>
                <a:cxnLst/>
                <a:pathLst>
                  <a:path w="76200" h="953">
                    <a:moveTo>
                      <a:pt x="0" y="0"/>
                    </a:moveTo>
                    <a:lnTo>
                      <a:pt x="76200" y="0"/>
                    </a:lnTo>
                  </a:path>
                </a:pathLst>
              </a:custGeom>
              <a:noFill/>
              <a:ln w="5863">
                <a:solidFill>
                  <a:srgbClr val="263238"/>
                </a:solidFill>
                <a:prstDash val="solid"/>
              </a:ln>
            </p:spPr>
          </p:sp>
          <p:sp>
            <p:nvSpPr>
              <p:cNvPr id="1319" name="four:position-certificate:textbox:1048"/>
              <p:cNvSpPr>
                <a:spLocks noGrp="1"/>
              </p:cNvSpPr>
              <p:nvPr/>
            </p:nvSpPr>
            <p:spPr>
              <a:xfrm>
                <a:off x="13382625" y="990600"/>
                <a:ext cx="419100" cy="342900"/>
              </a:xfrm>
              <a:prstGeom prst="rect">
                <a:avLst/>
              </a:prstGeom>
              <a:noFill/>
              <a:ln w="0">
                <a:noFill/>
                <a:prstDash val="solid"/>
              </a:ln>
            </p:spPr>
            <p:txBody>
              <a:bodyPr wrap="none" lIns="0" tIns="0" rIns="0" bIns="0" anchor="ctr">
                <a:normAutofit/>
              </a:bodyPr>
              <a:lstStyle>
                <a:defPPr algn="ctr">
                  <a:defRPr sz="846" b="0">
                    <a:solidFill>
                      <a:srgbClr val="263238"/>
                    </a:solidFill>
                    <a:latin typeface="Arial" panose="020B0604020202090204"/>
                    <a:ea typeface="Arial" panose="020B0604020202090204"/>
                    <a:cs typeface="Arial" panose="020B0604020202090204"/>
                  </a:defRPr>
                </a:defPPr>
              </a:lstStyle>
              <a:p>
                <a:pPr algn="ctr">
                  <a:defRPr sz="846" b="0">
                    <a:solidFill>
                      <a:srgbClr val="263238"/>
                    </a:solidFill>
                    <a:latin typeface="Arial" panose="020B0604020202090204"/>
                    <a:ea typeface="Arial" panose="020B0604020202090204"/>
                    <a:cs typeface="Arial" panose="020B0604020202090204"/>
                  </a:defRPr>
                </a:pPr>
                <a:r>
                  <a:rPr sz="846" b="0">
                    <a:solidFill>
                      <a:srgbClr val="263238"/>
                    </a:solidFill>
                    <a:latin typeface="Arial" panose="020B0604020202090204"/>
                    <a:ea typeface="Arial" panose="020B0604020202090204"/>
                    <a:cs typeface="Arial" panose="020B0604020202090204"/>
                  </a:rPr>
                  <a:t>u</a:t>
                </a:r>
                <a:r>
                  <a:rPr sz="610" b="0" baseline="-25000">
                    <a:solidFill>
                      <a:srgbClr val="263238"/>
                    </a:solidFill>
                    <a:latin typeface="Arial" panose="020B0604020202090204"/>
                    <a:ea typeface="Arial" panose="020B0604020202090204"/>
                    <a:cs typeface="Arial" panose="020B0604020202090204"/>
                  </a:rPr>
                  <a:t>i</a:t>
                </a:r>
                <a:endParaRPr sz="610" b="0" baseline="-25000">
                  <a:solidFill>
                    <a:srgbClr val="263238"/>
                  </a:solidFill>
                  <a:latin typeface="Arial" panose="020B0604020202090204"/>
                  <a:ea typeface="Arial" panose="020B0604020202090204"/>
                  <a:cs typeface="Arial" panose="020B0604020202090204"/>
                </a:endParaRPr>
              </a:p>
            </p:txBody>
          </p:sp>
          <p:sp>
            <p:nvSpPr>
              <p:cNvPr id="1320" name="four:position-certificate:textbox:1049"/>
              <p:cNvSpPr>
                <a:spLocks noGrp="1"/>
              </p:cNvSpPr>
              <p:nvPr/>
            </p:nvSpPr>
            <p:spPr>
              <a:xfrm>
                <a:off x="8648700" y="1400175"/>
                <a:ext cx="2762250" cy="276225"/>
              </a:xfrm>
              <a:prstGeom prst="rect">
                <a:avLst/>
              </a:prstGeom>
              <a:noFill/>
              <a:ln w="0">
                <a:noFill/>
                <a:prstDash val="solid"/>
              </a:ln>
            </p:spPr>
            <p:txBody>
              <a:bodyPr wrap="none" lIns="0" tIns="0" rIns="0" bIns="0" anchor="ctr">
                <a:normAutofit/>
              </a:bodyPr>
              <a:lstStyle>
                <a:defPPr algn="ctr">
                  <a:defRPr sz="846" b="1">
                    <a:solidFill>
                      <a:srgbClr val="263238"/>
                    </a:solidFill>
                    <a:latin typeface="Arial" panose="020B0604020202090204"/>
                    <a:ea typeface="Arial" panose="020B0604020202090204"/>
                    <a:cs typeface="Arial" panose="020B0604020202090204"/>
                  </a:defRPr>
                </a:defPPr>
              </a:lstStyle>
              <a:p>
                <a:pPr algn="ctr">
                  <a:defRPr sz="846" b="1">
                    <a:solidFill>
                      <a:srgbClr val="263238"/>
                    </a:solidFill>
                    <a:latin typeface="Arial" panose="020B0604020202090204"/>
                    <a:ea typeface="Arial" panose="020B0604020202090204"/>
                    <a:cs typeface="Arial" panose="020B0604020202090204"/>
                  </a:defRPr>
                </a:pPr>
                <a:r>
                  <a:rPr sz="846" b="1">
                    <a:solidFill>
                      <a:srgbClr val="263238"/>
                    </a:solidFill>
                    <a:latin typeface="Arial" panose="020B0604020202090204"/>
                    <a:ea typeface="Arial" panose="020B0604020202090204"/>
                    <a:cs typeface="Arial" panose="020B0604020202090204"/>
                  </a:rPr>
                  <a:t>Geometry only</a:t>
                </a:r>
                <a:endParaRPr sz="846" b="1">
                  <a:solidFill>
                    <a:srgbClr val="263238"/>
                  </a:solidFill>
                  <a:latin typeface="Arial" panose="020B0604020202090204"/>
                  <a:ea typeface="Arial" panose="020B0604020202090204"/>
                  <a:cs typeface="Arial" panose="020B0604020202090204"/>
                </a:endParaRPr>
              </a:p>
            </p:txBody>
          </p:sp>
          <p:sp>
            <p:nvSpPr>
              <p:cNvPr id="1321" name="four:position-certificate:textbox:1050"/>
              <p:cNvSpPr>
                <a:spLocks noGrp="1"/>
              </p:cNvSpPr>
              <p:nvPr/>
            </p:nvSpPr>
            <p:spPr>
              <a:xfrm>
                <a:off x="8610600" y="1800225"/>
                <a:ext cx="266700" cy="342900"/>
              </a:xfrm>
              <a:prstGeom prst="rect">
                <a:avLst/>
              </a:prstGeom>
              <a:noFill/>
              <a:ln w="0">
                <a:noFill/>
                <a:prstDash val="solid"/>
              </a:ln>
            </p:spPr>
            <p:txBody>
              <a:bodyPr wrap="none" lIns="0" tIns="0" rIns="0" bIns="0" anchor="ctr">
                <a:normAutofit/>
              </a:bodyPr>
              <a:lstStyle>
                <a:defPPr algn="ctr">
                  <a:defRPr sz="846" b="0">
                    <a:solidFill>
                      <a:srgbClr val="7B8790"/>
                    </a:solidFill>
                    <a:latin typeface="Arial" panose="020B0604020202090204"/>
                    <a:ea typeface="Arial" panose="020B0604020202090204"/>
                    <a:cs typeface="Arial" panose="020B0604020202090204"/>
                  </a:defRPr>
                </a:defPPr>
              </a:lstStyle>
              <a:p>
                <a:pPr algn="ctr">
                  <a:defRPr sz="846" b="0">
                    <a:solidFill>
                      <a:srgbClr val="7B8790"/>
                    </a:solidFill>
                    <a:latin typeface="Arial" panose="020B0604020202090204"/>
                    <a:ea typeface="Arial" panose="020B0604020202090204"/>
                    <a:cs typeface="Arial" panose="020B0604020202090204"/>
                  </a:defRPr>
                </a:pPr>
                <a:r>
                  <a:rPr sz="846" b="0">
                    <a:solidFill>
                      <a:srgbClr val="7B8790"/>
                    </a:solidFill>
                    <a:latin typeface="Arial" panose="020B0604020202090204"/>
                    <a:ea typeface="Arial" panose="020B0604020202090204"/>
                    <a:cs typeface="Arial" panose="020B0604020202090204"/>
                  </a:rPr>
                  <a:t>u</a:t>
                </a:r>
                <a:r>
                  <a:rPr sz="610" b="0" baseline="-25000">
                    <a:solidFill>
                      <a:srgbClr val="7B8790"/>
                    </a:solidFill>
                    <a:latin typeface="Arial" panose="020B0604020202090204"/>
                    <a:ea typeface="Arial" panose="020B0604020202090204"/>
                    <a:cs typeface="Arial" panose="020B0604020202090204"/>
                  </a:rPr>
                  <a:t>i</a:t>
                </a:r>
                <a:endParaRPr sz="610" b="0" baseline="-25000">
                  <a:solidFill>
                    <a:srgbClr val="7B8790"/>
                  </a:solidFill>
                  <a:latin typeface="Arial" panose="020B0604020202090204"/>
                  <a:ea typeface="Arial" panose="020B0604020202090204"/>
                  <a:cs typeface="Arial" panose="020B0604020202090204"/>
                </a:endParaRPr>
              </a:p>
            </p:txBody>
          </p:sp>
          <p:sp>
            <p:nvSpPr>
              <p:cNvPr id="1322" name="four:position-certificate:textbox:1051"/>
              <p:cNvSpPr>
                <a:spLocks noGrp="1"/>
              </p:cNvSpPr>
              <p:nvPr/>
            </p:nvSpPr>
            <p:spPr>
              <a:xfrm>
                <a:off x="8610600" y="2486025"/>
                <a:ext cx="266700" cy="342900"/>
              </a:xfrm>
              <a:prstGeom prst="rect">
                <a:avLst/>
              </a:prstGeom>
              <a:noFill/>
              <a:ln w="0">
                <a:noFill/>
                <a:prstDash val="solid"/>
              </a:ln>
            </p:spPr>
            <p:txBody>
              <a:bodyPr wrap="none" lIns="0" tIns="0" rIns="0" bIns="0" anchor="ctr">
                <a:normAutofit/>
              </a:bodyPr>
              <a:lstStyle>
                <a:defPPr algn="ctr">
                  <a:defRPr sz="846" b="0">
                    <a:solidFill>
                      <a:srgbClr val="7B8790"/>
                    </a:solidFill>
                    <a:latin typeface="Arial" panose="020B0604020202090204"/>
                    <a:ea typeface="Arial" panose="020B0604020202090204"/>
                    <a:cs typeface="Arial" panose="020B0604020202090204"/>
                  </a:defRPr>
                </a:defPPr>
              </a:lstStyle>
              <a:p>
                <a:pPr algn="ctr">
                  <a:defRPr sz="846" b="0">
                    <a:solidFill>
                      <a:srgbClr val="7B8790"/>
                    </a:solidFill>
                    <a:latin typeface="Arial" panose="020B0604020202090204"/>
                    <a:ea typeface="Arial" panose="020B0604020202090204"/>
                    <a:cs typeface="Arial" panose="020B0604020202090204"/>
                  </a:defRPr>
                </a:pPr>
                <a:r>
                  <a:rPr sz="846" b="0">
                    <a:solidFill>
                      <a:srgbClr val="7B8790"/>
                    </a:solidFill>
                    <a:latin typeface="Arial" panose="020B0604020202090204"/>
                    <a:ea typeface="Arial" panose="020B0604020202090204"/>
                    <a:cs typeface="Arial" panose="020B0604020202090204"/>
                  </a:rPr>
                  <a:t>q</a:t>
                </a:r>
                <a:r>
                  <a:rPr sz="610" b="0" baseline="-25000">
                    <a:solidFill>
                      <a:srgbClr val="7B8790"/>
                    </a:solidFill>
                    <a:latin typeface="Arial" panose="020B0604020202090204"/>
                    <a:ea typeface="Arial" panose="020B0604020202090204"/>
                    <a:cs typeface="Arial" panose="020B0604020202090204"/>
                  </a:rPr>
                  <a:t>i</a:t>
                </a:r>
                <a:endParaRPr sz="610" b="0" baseline="-25000">
                  <a:solidFill>
                    <a:srgbClr val="7B8790"/>
                  </a:solidFill>
                  <a:latin typeface="Arial" panose="020B0604020202090204"/>
                  <a:ea typeface="Arial" panose="020B0604020202090204"/>
                  <a:cs typeface="Arial" panose="020B0604020202090204"/>
                </a:endParaRPr>
              </a:p>
            </p:txBody>
          </p:sp>
          <p:sp>
            <p:nvSpPr>
              <p:cNvPr id="1323" name="four:position-certificate:line:1052"/>
              <p:cNvSpPr>
                <a:spLocks noGrp="1"/>
              </p:cNvSpPr>
              <p:nvPr/>
            </p:nvSpPr>
            <p:spPr>
              <a:xfrm>
                <a:off x="9043988" y="2124075"/>
                <a:ext cx="100013" cy="400050"/>
              </a:xfrm>
              <a:custGeom>
                <a:avLst/>
                <a:gdLst/>
                <a:ahLst/>
                <a:cxnLst/>
                <a:pathLst>
                  <a:path w="100013" h="400050">
                    <a:moveTo>
                      <a:pt x="0" y="0"/>
                    </a:moveTo>
                    <a:lnTo>
                      <a:pt x="100013" y="400050"/>
                    </a:lnTo>
                  </a:path>
                </a:pathLst>
              </a:custGeom>
              <a:noFill/>
              <a:ln w="5375">
                <a:solidFill>
                  <a:srgbClr val="0072B2">
                    <a:alpha val="48000"/>
                  </a:srgbClr>
                </a:solidFill>
                <a:prstDash val="solid"/>
              </a:ln>
            </p:spPr>
          </p:sp>
          <p:sp>
            <p:nvSpPr>
              <p:cNvPr id="1324" name="four:position-certificate:line:1053"/>
              <p:cNvSpPr>
                <a:spLocks noGrp="1"/>
              </p:cNvSpPr>
              <p:nvPr/>
            </p:nvSpPr>
            <p:spPr>
              <a:xfrm>
                <a:off x="9777413" y="2124075"/>
                <a:ext cx="33338" cy="400050"/>
              </a:xfrm>
              <a:custGeom>
                <a:avLst/>
                <a:gdLst/>
                <a:ahLst/>
                <a:cxnLst/>
                <a:pathLst>
                  <a:path w="33338" h="400050">
                    <a:moveTo>
                      <a:pt x="0" y="0"/>
                    </a:moveTo>
                    <a:lnTo>
                      <a:pt x="33338" y="400050"/>
                    </a:lnTo>
                  </a:path>
                </a:pathLst>
              </a:custGeom>
              <a:noFill/>
              <a:ln w="5375">
                <a:solidFill>
                  <a:srgbClr val="D55E00">
                    <a:alpha val="48000"/>
                  </a:srgbClr>
                </a:solidFill>
                <a:prstDash val="solid"/>
              </a:ln>
            </p:spPr>
          </p:sp>
          <p:sp>
            <p:nvSpPr>
              <p:cNvPr id="1325" name="four:position-certificate:line:1054"/>
              <p:cNvSpPr>
                <a:spLocks noGrp="1"/>
              </p:cNvSpPr>
              <p:nvPr/>
            </p:nvSpPr>
            <p:spPr>
              <a:xfrm>
                <a:off x="10477500" y="2124075"/>
                <a:ext cx="33338" cy="400050"/>
              </a:xfrm>
              <a:custGeom>
                <a:avLst/>
                <a:gdLst/>
                <a:ahLst/>
                <a:cxnLst/>
                <a:pathLst>
                  <a:path w="33338" h="400050">
                    <a:moveTo>
                      <a:pt x="33338" y="0"/>
                    </a:moveTo>
                    <a:lnTo>
                      <a:pt x="0" y="400050"/>
                    </a:lnTo>
                  </a:path>
                </a:pathLst>
              </a:custGeom>
              <a:noFill/>
              <a:ln w="5375">
                <a:solidFill>
                  <a:srgbClr val="009E73">
                    <a:alpha val="48000"/>
                  </a:srgbClr>
                </a:solidFill>
                <a:prstDash val="solid"/>
              </a:ln>
            </p:spPr>
          </p:sp>
          <p:sp>
            <p:nvSpPr>
              <p:cNvPr id="1326" name="four:position-certificate:line:1055"/>
              <p:cNvSpPr>
                <a:spLocks noGrp="1"/>
              </p:cNvSpPr>
              <p:nvPr/>
            </p:nvSpPr>
            <p:spPr>
              <a:xfrm>
                <a:off x="11144250" y="2124075"/>
                <a:ext cx="100013" cy="400050"/>
              </a:xfrm>
              <a:custGeom>
                <a:avLst/>
                <a:gdLst/>
                <a:ahLst/>
                <a:cxnLst/>
                <a:pathLst>
                  <a:path w="100013" h="400050">
                    <a:moveTo>
                      <a:pt x="100013" y="0"/>
                    </a:moveTo>
                    <a:lnTo>
                      <a:pt x="0" y="400050"/>
                    </a:lnTo>
                  </a:path>
                </a:pathLst>
              </a:custGeom>
              <a:noFill/>
              <a:ln w="5375">
                <a:solidFill>
                  <a:srgbClr val="CC79A7">
                    <a:alpha val="48000"/>
                  </a:srgbClr>
                </a:solidFill>
                <a:prstDash val="solid"/>
              </a:ln>
            </p:spPr>
          </p:sp>
          <p:sp>
            <p:nvSpPr>
              <p:cNvPr id="1327" name="four:position-certificate:line:1056"/>
              <p:cNvSpPr>
                <a:spLocks noGrp="1"/>
              </p:cNvSpPr>
              <p:nvPr/>
            </p:nvSpPr>
            <p:spPr>
              <a:xfrm>
                <a:off x="8915400" y="1990725"/>
                <a:ext cx="2457450" cy="953"/>
              </a:xfrm>
              <a:custGeom>
                <a:avLst/>
                <a:gdLst/>
                <a:ahLst/>
                <a:cxnLst/>
                <a:pathLst>
                  <a:path w="2457450" h="953">
                    <a:moveTo>
                      <a:pt x="0" y="0"/>
                    </a:moveTo>
                    <a:lnTo>
                      <a:pt x="2457450" y="0"/>
                    </a:lnTo>
                  </a:path>
                </a:pathLst>
              </a:custGeom>
              <a:noFill/>
              <a:ln w="6352">
                <a:solidFill>
                  <a:srgbClr val="263238"/>
                </a:solidFill>
                <a:prstDash val="dash"/>
              </a:ln>
            </p:spPr>
          </p:sp>
          <p:sp>
            <p:nvSpPr>
              <p:cNvPr id="1328" name="four:position-certificate:polygon:1057"/>
              <p:cNvSpPr>
                <a:spLocks noGrp="1"/>
              </p:cNvSpPr>
              <p:nvPr/>
            </p:nvSpPr>
            <p:spPr>
              <a:xfrm>
                <a:off x="11306175" y="1962055"/>
                <a:ext cx="66675" cy="57340"/>
              </a:xfrm>
              <a:custGeom>
                <a:avLst/>
                <a:gdLst/>
                <a:ahLst/>
                <a:cxnLst/>
                <a:pathLst>
                  <a:path w="66675" h="57340">
                    <a:moveTo>
                      <a:pt x="66675" y="28670"/>
                    </a:moveTo>
                    <a:lnTo>
                      <a:pt x="0" y="0"/>
                    </a:lnTo>
                    <a:lnTo>
                      <a:pt x="0" y="57340"/>
                    </a:lnTo>
                    <a:close/>
                  </a:path>
                </a:pathLst>
              </a:custGeom>
              <a:solidFill>
                <a:srgbClr val="263238"/>
              </a:solidFill>
              <a:ln w="0">
                <a:noFill/>
                <a:prstDash val="solid"/>
              </a:ln>
            </p:spPr>
          </p:sp>
          <p:sp>
            <p:nvSpPr>
              <p:cNvPr id="1329" name="four:position-certificate:line:1058"/>
              <p:cNvSpPr>
                <a:spLocks noGrp="1"/>
              </p:cNvSpPr>
              <p:nvPr/>
            </p:nvSpPr>
            <p:spPr>
              <a:xfrm>
                <a:off x="9043988" y="1876425"/>
                <a:ext cx="953" cy="228600"/>
              </a:xfrm>
              <a:custGeom>
                <a:avLst/>
                <a:gdLst/>
                <a:ahLst/>
                <a:cxnLst/>
                <a:pathLst>
                  <a:path w="953" h="228600">
                    <a:moveTo>
                      <a:pt x="0" y="0"/>
                    </a:moveTo>
                    <a:lnTo>
                      <a:pt x="0" y="228600"/>
                    </a:lnTo>
                  </a:path>
                </a:pathLst>
              </a:custGeom>
              <a:noFill/>
              <a:ln w="7818">
                <a:solidFill>
                  <a:srgbClr val="0072B2"/>
                </a:solidFill>
                <a:prstDash val="dash"/>
              </a:ln>
            </p:spPr>
          </p:sp>
          <p:sp>
            <p:nvSpPr>
              <p:cNvPr id="1330" name="four:position-certificate:line:1059"/>
              <p:cNvSpPr>
                <a:spLocks noGrp="1"/>
              </p:cNvSpPr>
              <p:nvPr/>
            </p:nvSpPr>
            <p:spPr>
              <a:xfrm>
                <a:off x="9005888" y="1876425"/>
                <a:ext cx="76200" cy="953"/>
              </a:xfrm>
              <a:custGeom>
                <a:avLst/>
                <a:gdLst/>
                <a:ahLst/>
                <a:cxnLst/>
                <a:pathLst>
                  <a:path w="76200" h="953">
                    <a:moveTo>
                      <a:pt x="0" y="0"/>
                    </a:moveTo>
                    <a:lnTo>
                      <a:pt x="76200" y="0"/>
                    </a:lnTo>
                  </a:path>
                </a:pathLst>
              </a:custGeom>
              <a:noFill/>
              <a:ln w="7818">
                <a:solidFill>
                  <a:srgbClr val="0072B2"/>
                </a:solidFill>
                <a:prstDash val="solid"/>
              </a:ln>
            </p:spPr>
          </p:sp>
          <p:sp>
            <p:nvSpPr>
              <p:cNvPr id="1331" name="four:position-certificate:regular-node:1060"/>
              <p:cNvSpPr>
                <a:spLocks noGrp="1"/>
              </p:cNvSpPr>
              <p:nvPr/>
            </p:nvSpPr>
            <p:spPr>
              <a:xfrm>
                <a:off x="9022080" y="1968818"/>
                <a:ext cx="43815" cy="43815"/>
              </a:xfrm>
              <a:prstGeom prst="ellipse">
                <a:avLst/>
              </a:prstGeom>
              <a:solidFill>
                <a:srgbClr val="0072B2"/>
              </a:solidFill>
              <a:ln w="0">
                <a:noFill/>
                <a:prstDash val="solid"/>
              </a:ln>
            </p:spPr>
          </p:sp>
          <p:sp>
            <p:nvSpPr>
              <p:cNvPr id="1332" name="four:position-certificate:line:1061"/>
              <p:cNvSpPr>
                <a:spLocks noGrp="1"/>
              </p:cNvSpPr>
              <p:nvPr/>
            </p:nvSpPr>
            <p:spPr>
              <a:xfrm>
                <a:off x="9777413" y="1876425"/>
                <a:ext cx="953" cy="228600"/>
              </a:xfrm>
              <a:custGeom>
                <a:avLst/>
                <a:gdLst/>
                <a:ahLst/>
                <a:cxnLst/>
                <a:pathLst>
                  <a:path w="953" h="228600">
                    <a:moveTo>
                      <a:pt x="0" y="0"/>
                    </a:moveTo>
                    <a:lnTo>
                      <a:pt x="0" y="228600"/>
                    </a:lnTo>
                  </a:path>
                </a:pathLst>
              </a:custGeom>
              <a:noFill/>
              <a:ln w="7818">
                <a:solidFill>
                  <a:srgbClr val="D55E00"/>
                </a:solidFill>
                <a:prstDash val="dash"/>
              </a:ln>
            </p:spPr>
          </p:sp>
          <p:sp>
            <p:nvSpPr>
              <p:cNvPr id="1333" name="four:position-certificate:line:1062"/>
              <p:cNvSpPr>
                <a:spLocks noGrp="1"/>
              </p:cNvSpPr>
              <p:nvPr/>
            </p:nvSpPr>
            <p:spPr>
              <a:xfrm>
                <a:off x="9739313" y="1876425"/>
                <a:ext cx="76200" cy="953"/>
              </a:xfrm>
              <a:custGeom>
                <a:avLst/>
                <a:gdLst/>
                <a:ahLst/>
                <a:cxnLst/>
                <a:pathLst>
                  <a:path w="76200" h="953">
                    <a:moveTo>
                      <a:pt x="0" y="0"/>
                    </a:moveTo>
                    <a:lnTo>
                      <a:pt x="76200" y="0"/>
                    </a:lnTo>
                  </a:path>
                </a:pathLst>
              </a:custGeom>
              <a:noFill/>
              <a:ln w="7818">
                <a:solidFill>
                  <a:srgbClr val="D55E00"/>
                </a:solidFill>
                <a:prstDash val="solid"/>
              </a:ln>
            </p:spPr>
          </p:sp>
          <p:sp>
            <p:nvSpPr>
              <p:cNvPr id="1334" name="four:position-certificate:regular-node:1063"/>
              <p:cNvSpPr>
                <a:spLocks noGrp="1"/>
              </p:cNvSpPr>
              <p:nvPr/>
            </p:nvSpPr>
            <p:spPr>
              <a:xfrm>
                <a:off x="9755505" y="1968818"/>
                <a:ext cx="43815" cy="43815"/>
              </a:xfrm>
              <a:prstGeom prst="ellipse">
                <a:avLst/>
              </a:prstGeom>
              <a:solidFill>
                <a:srgbClr val="D55E00"/>
              </a:solidFill>
              <a:ln w="0">
                <a:noFill/>
                <a:prstDash val="solid"/>
              </a:ln>
            </p:spPr>
          </p:sp>
          <p:sp>
            <p:nvSpPr>
              <p:cNvPr id="1335" name="four:position-certificate:line:1064"/>
              <p:cNvSpPr>
                <a:spLocks noGrp="1"/>
              </p:cNvSpPr>
              <p:nvPr/>
            </p:nvSpPr>
            <p:spPr>
              <a:xfrm>
                <a:off x="10510838" y="1876425"/>
                <a:ext cx="953" cy="228600"/>
              </a:xfrm>
              <a:custGeom>
                <a:avLst/>
                <a:gdLst/>
                <a:ahLst/>
                <a:cxnLst/>
                <a:pathLst>
                  <a:path w="953" h="228600">
                    <a:moveTo>
                      <a:pt x="0" y="0"/>
                    </a:moveTo>
                    <a:lnTo>
                      <a:pt x="0" y="228600"/>
                    </a:lnTo>
                  </a:path>
                </a:pathLst>
              </a:custGeom>
              <a:noFill/>
              <a:ln w="7818">
                <a:solidFill>
                  <a:srgbClr val="009E73"/>
                </a:solidFill>
                <a:prstDash val="dash"/>
              </a:ln>
            </p:spPr>
          </p:sp>
          <p:sp>
            <p:nvSpPr>
              <p:cNvPr id="1336" name="four:position-certificate:line:1065"/>
              <p:cNvSpPr>
                <a:spLocks noGrp="1"/>
              </p:cNvSpPr>
              <p:nvPr/>
            </p:nvSpPr>
            <p:spPr>
              <a:xfrm>
                <a:off x="10472738" y="1876425"/>
                <a:ext cx="76200" cy="953"/>
              </a:xfrm>
              <a:custGeom>
                <a:avLst/>
                <a:gdLst/>
                <a:ahLst/>
                <a:cxnLst/>
                <a:pathLst>
                  <a:path w="76200" h="953">
                    <a:moveTo>
                      <a:pt x="0" y="0"/>
                    </a:moveTo>
                    <a:lnTo>
                      <a:pt x="76200" y="0"/>
                    </a:lnTo>
                  </a:path>
                </a:pathLst>
              </a:custGeom>
              <a:noFill/>
              <a:ln w="7818">
                <a:solidFill>
                  <a:srgbClr val="009E73"/>
                </a:solidFill>
                <a:prstDash val="solid"/>
              </a:ln>
            </p:spPr>
          </p:sp>
          <p:sp>
            <p:nvSpPr>
              <p:cNvPr id="1337" name="four:position-certificate:regular-node:1066"/>
              <p:cNvSpPr>
                <a:spLocks noGrp="1"/>
              </p:cNvSpPr>
              <p:nvPr/>
            </p:nvSpPr>
            <p:spPr>
              <a:xfrm>
                <a:off x="10488930" y="1968818"/>
                <a:ext cx="43815" cy="43815"/>
              </a:xfrm>
              <a:prstGeom prst="ellipse">
                <a:avLst/>
              </a:prstGeom>
              <a:solidFill>
                <a:srgbClr val="009E73"/>
              </a:solidFill>
              <a:ln w="0">
                <a:noFill/>
                <a:prstDash val="solid"/>
              </a:ln>
            </p:spPr>
          </p:sp>
          <p:sp>
            <p:nvSpPr>
              <p:cNvPr id="1338" name="four:position-certificate:line:1067"/>
              <p:cNvSpPr>
                <a:spLocks noGrp="1"/>
              </p:cNvSpPr>
              <p:nvPr/>
            </p:nvSpPr>
            <p:spPr>
              <a:xfrm>
                <a:off x="11244263" y="1876425"/>
                <a:ext cx="953" cy="228600"/>
              </a:xfrm>
              <a:custGeom>
                <a:avLst/>
                <a:gdLst/>
                <a:ahLst/>
                <a:cxnLst/>
                <a:pathLst>
                  <a:path w="953" h="228600">
                    <a:moveTo>
                      <a:pt x="0" y="0"/>
                    </a:moveTo>
                    <a:lnTo>
                      <a:pt x="0" y="228600"/>
                    </a:lnTo>
                  </a:path>
                </a:pathLst>
              </a:custGeom>
              <a:noFill/>
              <a:ln w="7818">
                <a:solidFill>
                  <a:srgbClr val="CC79A7"/>
                </a:solidFill>
                <a:prstDash val="dash"/>
              </a:ln>
            </p:spPr>
          </p:sp>
          <p:sp>
            <p:nvSpPr>
              <p:cNvPr id="1339" name="four:position-certificate:line:1068"/>
              <p:cNvSpPr>
                <a:spLocks noGrp="1"/>
              </p:cNvSpPr>
              <p:nvPr/>
            </p:nvSpPr>
            <p:spPr>
              <a:xfrm>
                <a:off x="11206163" y="1876425"/>
                <a:ext cx="76200" cy="953"/>
              </a:xfrm>
              <a:custGeom>
                <a:avLst/>
                <a:gdLst/>
                <a:ahLst/>
                <a:cxnLst/>
                <a:pathLst>
                  <a:path w="76200" h="953">
                    <a:moveTo>
                      <a:pt x="0" y="0"/>
                    </a:moveTo>
                    <a:lnTo>
                      <a:pt x="76200" y="0"/>
                    </a:lnTo>
                  </a:path>
                </a:pathLst>
              </a:custGeom>
              <a:noFill/>
              <a:ln w="7818">
                <a:solidFill>
                  <a:srgbClr val="CC79A7"/>
                </a:solidFill>
                <a:prstDash val="solid"/>
              </a:ln>
            </p:spPr>
          </p:sp>
          <p:sp>
            <p:nvSpPr>
              <p:cNvPr id="1340" name="four:position-certificate:regular-node:1069"/>
              <p:cNvSpPr>
                <a:spLocks noGrp="1"/>
              </p:cNvSpPr>
              <p:nvPr/>
            </p:nvSpPr>
            <p:spPr>
              <a:xfrm>
                <a:off x="11222355" y="1968818"/>
                <a:ext cx="43815" cy="43815"/>
              </a:xfrm>
              <a:prstGeom prst="ellipse">
                <a:avLst/>
              </a:prstGeom>
              <a:solidFill>
                <a:srgbClr val="CC79A7"/>
              </a:solidFill>
              <a:ln w="0">
                <a:noFill/>
                <a:prstDash val="solid"/>
              </a:ln>
            </p:spPr>
          </p:sp>
          <p:sp>
            <p:nvSpPr>
              <p:cNvPr id="1341" name="four:position-certificate:line:1070"/>
              <p:cNvSpPr>
                <a:spLocks noGrp="1"/>
              </p:cNvSpPr>
              <p:nvPr/>
            </p:nvSpPr>
            <p:spPr>
              <a:xfrm>
                <a:off x="8915400" y="2676525"/>
                <a:ext cx="2457450" cy="953"/>
              </a:xfrm>
              <a:custGeom>
                <a:avLst/>
                <a:gdLst/>
                <a:ahLst/>
                <a:cxnLst/>
                <a:pathLst>
                  <a:path w="2457450" h="953">
                    <a:moveTo>
                      <a:pt x="0" y="0"/>
                    </a:moveTo>
                    <a:lnTo>
                      <a:pt x="2457450" y="0"/>
                    </a:lnTo>
                  </a:path>
                </a:pathLst>
              </a:custGeom>
              <a:noFill/>
              <a:ln w="7329">
                <a:solidFill>
                  <a:srgbClr val="263238"/>
                </a:solidFill>
                <a:prstDash val="solid"/>
              </a:ln>
            </p:spPr>
          </p:sp>
          <p:sp>
            <p:nvSpPr>
              <p:cNvPr id="1342" name="four:position-certificate:polygon:1071"/>
              <p:cNvSpPr>
                <a:spLocks noGrp="1"/>
              </p:cNvSpPr>
              <p:nvPr/>
            </p:nvSpPr>
            <p:spPr>
              <a:xfrm>
                <a:off x="11306175" y="2647855"/>
                <a:ext cx="66675" cy="57340"/>
              </a:xfrm>
              <a:custGeom>
                <a:avLst/>
                <a:gdLst/>
                <a:ahLst/>
                <a:cxnLst/>
                <a:pathLst>
                  <a:path w="66675" h="57340">
                    <a:moveTo>
                      <a:pt x="66675" y="28670"/>
                    </a:moveTo>
                    <a:lnTo>
                      <a:pt x="0" y="0"/>
                    </a:lnTo>
                    <a:lnTo>
                      <a:pt x="0" y="57340"/>
                    </a:lnTo>
                    <a:close/>
                  </a:path>
                </a:pathLst>
              </a:custGeom>
              <a:solidFill>
                <a:srgbClr val="263238"/>
              </a:solidFill>
              <a:ln w="0">
                <a:noFill/>
                <a:prstDash val="solid"/>
              </a:ln>
            </p:spPr>
          </p:sp>
          <p:sp>
            <p:nvSpPr>
              <p:cNvPr id="1343" name="four:position-certificate:interval-A:1072"/>
              <p:cNvSpPr>
                <a:spLocks noGrp="1"/>
              </p:cNvSpPr>
              <p:nvPr/>
            </p:nvSpPr>
            <p:spPr>
              <a:xfrm>
                <a:off x="9010650" y="2543175"/>
                <a:ext cx="266700" cy="266700"/>
              </a:xfrm>
              <a:prstGeom prst="rect">
                <a:avLst/>
              </a:prstGeom>
              <a:solidFill>
                <a:srgbClr val="0072B2"/>
              </a:solidFill>
              <a:ln w="3909">
                <a:solidFill>
                  <a:srgbClr val="263238"/>
                </a:solidFill>
                <a:prstDash val="solid"/>
              </a:ln>
            </p:spPr>
          </p:sp>
          <p:sp>
            <p:nvSpPr>
              <p:cNvPr id="1344" name="four:position-certificate:regular-node:1073"/>
              <p:cNvSpPr>
                <a:spLocks noGrp="1"/>
              </p:cNvSpPr>
              <p:nvPr/>
            </p:nvSpPr>
            <p:spPr>
              <a:xfrm>
                <a:off x="9120188" y="2652713"/>
                <a:ext cx="47625" cy="47625"/>
              </a:xfrm>
              <a:prstGeom prst="ellipse">
                <a:avLst/>
              </a:prstGeom>
              <a:solidFill>
                <a:srgbClr val="263238"/>
              </a:solidFill>
              <a:ln w="0">
                <a:noFill/>
                <a:prstDash val="solid"/>
              </a:ln>
            </p:spPr>
          </p:sp>
          <p:sp>
            <p:nvSpPr>
              <p:cNvPr id="1345" name="four:position-certificate:interval-C:1074"/>
              <p:cNvSpPr>
                <a:spLocks noGrp="1"/>
              </p:cNvSpPr>
              <p:nvPr/>
            </p:nvSpPr>
            <p:spPr>
              <a:xfrm>
                <a:off x="9677400" y="2543175"/>
                <a:ext cx="266700" cy="266700"/>
              </a:xfrm>
              <a:prstGeom prst="rect">
                <a:avLst/>
              </a:prstGeom>
              <a:solidFill>
                <a:srgbClr val="D55E00"/>
              </a:solidFill>
              <a:ln w="3909">
                <a:solidFill>
                  <a:srgbClr val="263238"/>
                </a:solidFill>
                <a:prstDash val="solid"/>
              </a:ln>
            </p:spPr>
          </p:sp>
          <p:sp>
            <p:nvSpPr>
              <p:cNvPr id="1346" name="four:position-certificate:regular-node:1075"/>
              <p:cNvSpPr>
                <a:spLocks noGrp="1"/>
              </p:cNvSpPr>
              <p:nvPr/>
            </p:nvSpPr>
            <p:spPr>
              <a:xfrm>
                <a:off x="9786938" y="2652713"/>
                <a:ext cx="47625" cy="47625"/>
              </a:xfrm>
              <a:prstGeom prst="ellipse">
                <a:avLst/>
              </a:prstGeom>
              <a:solidFill>
                <a:srgbClr val="263238"/>
              </a:solidFill>
              <a:ln w="0">
                <a:noFill/>
                <a:prstDash val="solid"/>
              </a:ln>
            </p:spPr>
          </p:sp>
          <p:sp>
            <p:nvSpPr>
              <p:cNvPr id="1347" name="four:position-certificate:interval-D:1076"/>
              <p:cNvSpPr>
                <a:spLocks noGrp="1"/>
              </p:cNvSpPr>
              <p:nvPr/>
            </p:nvSpPr>
            <p:spPr>
              <a:xfrm>
                <a:off x="10344150" y="2543175"/>
                <a:ext cx="266700" cy="266700"/>
              </a:xfrm>
              <a:prstGeom prst="rect">
                <a:avLst/>
              </a:prstGeom>
              <a:solidFill>
                <a:srgbClr val="009E73"/>
              </a:solidFill>
              <a:ln w="3909">
                <a:solidFill>
                  <a:srgbClr val="263238"/>
                </a:solidFill>
                <a:prstDash val="solid"/>
              </a:ln>
            </p:spPr>
          </p:sp>
          <p:sp>
            <p:nvSpPr>
              <p:cNvPr id="1348" name="four:position-certificate:regular-node:1077"/>
              <p:cNvSpPr>
                <a:spLocks noGrp="1"/>
              </p:cNvSpPr>
              <p:nvPr/>
            </p:nvSpPr>
            <p:spPr>
              <a:xfrm>
                <a:off x="10453688" y="2652713"/>
                <a:ext cx="47625" cy="47625"/>
              </a:xfrm>
              <a:prstGeom prst="ellipse">
                <a:avLst/>
              </a:prstGeom>
              <a:solidFill>
                <a:srgbClr val="263238"/>
              </a:solidFill>
              <a:ln w="0">
                <a:noFill/>
                <a:prstDash val="solid"/>
              </a:ln>
            </p:spPr>
          </p:sp>
          <p:sp>
            <p:nvSpPr>
              <p:cNvPr id="1349" name="four:position-certificate:interval-B:1078"/>
              <p:cNvSpPr>
                <a:spLocks noGrp="1"/>
              </p:cNvSpPr>
              <p:nvPr/>
            </p:nvSpPr>
            <p:spPr>
              <a:xfrm>
                <a:off x="11010900" y="2543175"/>
                <a:ext cx="266700" cy="266700"/>
              </a:xfrm>
              <a:prstGeom prst="rect">
                <a:avLst/>
              </a:prstGeom>
              <a:solidFill>
                <a:srgbClr val="CC79A7"/>
              </a:solidFill>
              <a:ln w="3909">
                <a:solidFill>
                  <a:srgbClr val="263238"/>
                </a:solidFill>
                <a:prstDash val="solid"/>
              </a:ln>
            </p:spPr>
          </p:sp>
          <p:sp>
            <p:nvSpPr>
              <p:cNvPr id="1350" name="four:position-certificate:regular-node:1079"/>
              <p:cNvSpPr>
                <a:spLocks noGrp="1"/>
              </p:cNvSpPr>
              <p:nvPr/>
            </p:nvSpPr>
            <p:spPr>
              <a:xfrm>
                <a:off x="11120438" y="2652713"/>
                <a:ext cx="47625" cy="47625"/>
              </a:xfrm>
              <a:prstGeom prst="ellipse">
                <a:avLst/>
              </a:prstGeom>
              <a:solidFill>
                <a:srgbClr val="263238"/>
              </a:solidFill>
              <a:ln w="0">
                <a:noFill/>
                <a:prstDash val="solid"/>
              </a:ln>
            </p:spPr>
          </p:sp>
          <p:sp>
            <p:nvSpPr>
              <p:cNvPr id="1351" name="four:position-certificate:textbox:1080"/>
              <p:cNvSpPr>
                <a:spLocks noGrp="1"/>
              </p:cNvSpPr>
              <p:nvPr/>
            </p:nvSpPr>
            <p:spPr>
              <a:xfrm>
                <a:off x="11887200" y="1400175"/>
                <a:ext cx="2762250" cy="276225"/>
              </a:xfrm>
              <a:prstGeom prst="rect">
                <a:avLst/>
              </a:prstGeom>
              <a:noFill/>
              <a:ln w="0">
                <a:noFill/>
                <a:prstDash val="solid"/>
              </a:ln>
            </p:spPr>
            <p:txBody>
              <a:bodyPr wrap="none" lIns="0" tIns="0" rIns="0" bIns="0" anchor="ctr">
                <a:normAutofit/>
              </a:bodyPr>
              <a:lstStyle>
                <a:defPPr algn="ctr">
                  <a:defRPr sz="846" b="1">
                    <a:solidFill>
                      <a:srgbClr val="263238"/>
                    </a:solidFill>
                    <a:latin typeface="Arial" panose="020B0604020202090204"/>
                    <a:ea typeface="Arial" panose="020B0604020202090204"/>
                    <a:cs typeface="Arial" panose="020B0604020202090204"/>
                  </a:defRPr>
                </a:defPPr>
              </a:lstStyle>
              <a:p>
                <a:pPr algn="ctr">
                  <a:defRPr sz="846" b="1">
                    <a:solidFill>
                      <a:srgbClr val="263238"/>
                    </a:solidFill>
                    <a:latin typeface="Arial" panose="020B0604020202090204"/>
                    <a:ea typeface="Arial" panose="020B0604020202090204"/>
                    <a:cs typeface="Arial" panose="020B0604020202090204"/>
                  </a:defRPr>
                </a:pPr>
                <a:r>
                  <a:rPr sz="846" b="1">
                    <a:solidFill>
                      <a:srgbClr val="263238"/>
                    </a:solidFill>
                    <a:latin typeface="Arial" panose="020B0604020202090204"/>
                    <a:ea typeface="Arial" panose="020B0604020202090204"/>
                    <a:cs typeface="Arial" panose="020B0604020202090204"/>
                  </a:rPr>
                  <a:t>Geometry + hierarchy</a:t>
                </a:r>
                <a:endParaRPr sz="846" b="1">
                  <a:solidFill>
                    <a:srgbClr val="263238"/>
                  </a:solidFill>
                  <a:latin typeface="Arial" panose="020B0604020202090204"/>
                  <a:ea typeface="Arial" panose="020B0604020202090204"/>
                  <a:cs typeface="Arial" panose="020B0604020202090204"/>
                </a:endParaRPr>
              </a:p>
            </p:txBody>
          </p:sp>
          <p:sp>
            <p:nvSpPr>
              <p:cNvPr id="1352" name="four:position-certificate:textbox:1081"/>
              <p:cNvSpPr>
                <a:spLocks noGrp="1"/>
              </p:cNvSpPr>
              <p:nvPr/>
            </p:nvSpPr>
            <p:spPr>
              <a:xfrm>
                <a:off x="11849100" y="1800225"/>
                <a:ext cx="266700" cy="342900"/>
              </a:xfrm>
              <a:prstGeom prst="rect">
                <a:avLst/>
              </a:prstGeom>
              <a:noFill/>
              <a:ln w="0">
                <a:noFill/>
                <a:prstDash val="solid"/>
              </a:ln>
            </p:spPr>
            <p:txBody>
              <a:bodyPr wrap="none" lIns="0" tIns="0" rIns="0" bIns="0" anchor="ctr">
                <a:normAutofit/>
              </a:bodyPr>
              <a:lstStyle>
                <a:defPPr algn="ctr">
                  <a:defRPr sz="846" b="0">
                    <a:solidFill>
                      <a:srgbClr val="7B8790"/>
                    </a:solidFill>
                    <a:latin typeface="Arial" panose="020B0604020202090204"/>
                    <a:ea typeface="Arial" panose="020B0604020202090204"/>
                    <a:cs typeface="Arial" panose="020B0604020202090204"/>
                  </a:defRPr>
                </a:defPPr>
              </a:lstStyle>
              <a:p>
                <a:pPr algn="ctr">
                  <a:defRPr sz="846" b="0">
                    <a:solidFill>
                      <a:srgbClr val="7B8790"/>
                    </a:solidFill>
                    <a:latin typeface="Arial" panose="020B0604020202090204"/>
                    <a:ea typeface="Arial" panose="020B0604020202090204"/>
                    <a:cs typeface="Arial" panose="020B0604020202090204"/>
                  </a:defRPr>
                </a:pPr>
                <a:r>
                  <a:rPr sz="846" b="0">
                    <a:solidFill>
                      <a:srgbClr val="7B8790"/>
                    </a:solidFill>
                    <a:latin typeface="Arial" panose="020B0604020202090204"/>
                    <a:ea typeface="Arial" panose="020B0604020202090204"/>
                    <a:cs typeface="Arial" panose="020B0604020202090204"/>
                  </a:rPr>
                  <a:t>u</a:t>
                </a:r>
                <a:r>
                  <a:rPr sz="610" b="0" baseline="-25000">
                    <a:solidFill>
                      <a:srgbClr val="7B8790"/>
                    </a:solidFill>
                    <a:latin typeface="Arial" panose="020B0604020202090204"/>
                    <a:ea typeface="Arial" panose="020B0604020202090204"/>
                    <a:cs typeface="Arial" panose="020B0604020202090204"/>
                  </a:rPr>
                  <a:t>i</a:t>
                </a:r>
                <a:endParaRPr sz="610" b="0" baseline="-25000">
                  <a:solidFill>
                    <a:srgbClr val="7B8790"/>
                  </a:solidFill>
                  <a:latin typeface="Arial" panose="020B0604020202090204"/>
                  <a:ea typeface="Arial" panose="020B0604020202090204"/>
                  <a:cs typeface="Arial" panose="020B0604020202090204"/>
                </a:endParaRPr>
              </a:p>
            </p:txBody>
          </p:sp>
          <p:sp>
            <p:nvSpPr>
              <p:cNvPr id="1353" name="four:position-certificate:textbox:1082"/>
              <p:cNvSpPr>
                <a:spLocks noGrp="1"/>
              </p:cNvSpPr>
              <p:nvPr/>
            </p:nvSpPr>
            <p:spPr>
              <a:xfrm>
                <a:off x="11849100" y="2486025"/>
                <a:ext cx="266700" cy="342900"/>
              </a:xfrm>
              <a:prstGeom prst="rect">
                <a:avLst/>
              </a:prstGeom>
              <a:noFill/>
              <a:ln w="0">
                <a:noFill/>
                <a:prstDash val="solid"/>
              </a:ln>
            </p:spPr>
            <p:txBody>
              <a:bodyPr wrap="none" lIns="0" tIns="0" rIns="0" bIns="0" anchor="ctr">
                <a:normAutofit/>
              </a:bodyPr>
              <a:lstStyle>
                <a:defPPr algn="ctr">
                  <a:defRPr sz="846" b="0">
                    <a:solidFill>
                      <a:srgbClr val="7B8790"/>
                    </a:solidFill>
                    <a:latin typeface="Arial" panose="020B0604020202090204"/>
                    <a:ea typeface="Arial" panose="020B0604020202090204"/>
                    <a:cs typeface="Arial" panose="020B0604020202090204"/>
                  </a:defRPr>
                </a:defPPr>
              </a:lstStyle>
              <a:p>
                <a:pPr algn="ctr">
                  <a:defRPr sz="846" b="0">
                    <a:solidFill>
                      <a:srgbClr val="7B8790"/>
                    </a:solidFill>
                    <a:latin typeface="Arial" panose="020B0604020202090204"/>
                    <a:ea typeface="Arial" panose="020B0604020202090204"/>
                    <a:cs typeface="Arial" panose="020B0604020202090204"/>
                  </a:defRPr>
                </a:pPr>
                <a:r>
                  <a:rPr sz="846" b="0">
                    <a:solidFill>
                      <a:srgbClr val="7B8790"/>
                    </a:solidFill>
                    <a:latin typeface="Arial" panose="020B0604020202090204"/>
                    <a:ea typeface="Arial" panose="020B0604020202090204"/>
                    <a:cs typeface="Arial" panose="020B0604020202090204"/>
                  </a:rPr>
                  <a:t>q</a:t>
                </a:r>
                <a:r>
                  <a:rPr sz="610" b="0" baseline="-25000">
                    <a:solidFill>
                      <a:srgbClr val="7B8790"/>
                    </a:solidFill>
                    <a:latin typeface="Arial" panose="020B0604020202090204"/>
                    <a:ea typeface="Arial" panose="020B0604020202090204"/>
                    <a:cs typeface="Arial" panose="020B0604020202090204"/>
                  </a:rPr>
                  <a:t>i</a:t>
                </a:r>
                <a:endParaRPr sz="610" b="0" baseline="-25000">
                  <a:solidFill>
                    <a:srgbClr val="7B8790"/>
                  </a:solidFill>
                  <a:latin typeface="Arial" panose="020B0604020202090204"/>
                  <a:ea typeface="Arial" panose="020B0604020202090204"/>
                  <a:cs typeface="Arial" panose="020B0604020202090204"/>
                </a:endParaRPr>
              </a:p>
            </p:txBody>
          </p:sp>
          <p:sp>
            <p:nvSpPr>
              <p:cNvPr id="1354" name="four:position-certificate:line:1083"/>
              <p:cNvSpPr>
                <a:spLocks noGrp="1"/>
              </p:cNvSpPr>
              <p:nvPr/>
            </p:nvSpPr>
            <p:spPr>
              <a:xfrm>
                <a:off x="12382500" y="2124075"/>
                <a:ext cx="953" cy="400050"/>
              </a:xfrm>
              <a:custGeom>
                <a:avLst/>
                <a:gdLst/>
                <a:ahLst/>
                <a:cxnLst/>
                <a:pathLst>
                  <a:path w="953" h="400050">
                    <a:moveTo>
                      <a:pt x="0" y="0"/>
                    </a:moveTo>
                    <a:lnTo>
                      <a:pt x="0" y="400050"/>
                    </a:lnTo>
                  </a:path>
                </a:pathLst>
              </a:custGeom>
              <a:noFill/>
              <a:ln w="5375">
                <a:solidFill>
                  <a:srgbClr val="0072B2">
                    <a:alpha val="48000"/>
                  </a:srgbClr>
                </a:solidFill>
                <a:prstDash val="solid"/>
              </a:ln>
            </p:spPr>
          </p:sp>
          <p:sp>
            <p:nvSpPr>
              <p:cNvPr id="1355" name="four:position-certificate:line:1084"/>
              <p:cNvSpPr>
                <a:spLocks noGrp="1"/>
              </p:cNvSpPr>
              <p:nvPr/>
            </p:nvSpPr>
            <p:spPr>
              <a:xfrm>
                <a:off x="13049250" y="2124075"/>
                <a:ext cx="800100" cy="400050"/>
              </a:xfrm>
              <a:custGeom>
                <a:avLst/>
                <a:gdLst/>
                <a:ahLst/>
                <a:cxnLst/>
                <a:pathLst>
                  <a:path w="800100" h="400050">
                    <a:moveTo>
                      <a:pt x="800100" y="0"/>
                    </a:moveTo>
                    <a:lnTo>
                      <a:pt x="0" y="400050"/>
                    </a:lnTo>
                  </a:path>
                </a:pathLst>
              </a:custGeom>
              <a:noFill/>
              <a:ln w="5375">
                <a:solidFill>
                  <a:srgbClr val="D55E00">
                    <a:alpha val="48000"/>
                  </a:srgbClr>
                </a:solidFill>
                <a:prstDash val="solid"/>
              </a:ln>
            </p:spPr>
          </p:sp>
          <p:sp>
            <p:nvSpPr>
              <p:cNvPr id="1356" name="four:position-certificate:line:1085"/>
              <p:cNvSpPr>
                <a:spLocks noGrp="1"/>
              </p:cNvSpPr>
              <p:nvPr/>
            </p:nvSpPr>
            <p:spPr>
              <a:xfrm>
                <a:off x="13716000" y="2124075"/>
                <a:ext cx="866775" cy="400050"/>
              </a:xfrm>
              <a:custGeom>
                <a:avLst/>
                <a:gdLst/>
                <a:ahLst/>
                <a:cxnLst/>
                <a:pathLst>
                  <a:path w="866775" h="400050">
                    <a:moveTo>
                      <a:pt x="866775" y="0"/>
                    </a:moveTo>
                    <a:lnTo>
                      <a:pt x="0" y="400050"/>
                    </a:lnTo>
                  </a:path>
                </a:pathLst>
              </a:custGeom>
              <a:noFill/>
              <a:ln w="5375">
                <a:solidFill>
                  <a:srgbClr val="009E73">
                    <a:alpha val="48000"/>
                  </a:srgbClr>
                </a:solidFill>
                <a:prstDash val="solid"/>
              </a:ln>
            </p:spPr>
          </p:sp>
          <p:sp>
            <p:nvSpPr>
              <p:cNvPr id="1357" name="four:position-certificate:line:1086"/>
              <p:cNvSpPr>
                <a:spLocks noGrp="1"/>
              </p:cNvSpPr>
              <p:nvPr/>
            </p:nvSpPr>
            <p:spPr>
              <a:xfrm>
                <a:off x="13115925" y="2124075"/>
                <a:ext cx="1266825" cy="400050"/>
              </a:xfrm>
              <a:custGeom>
                <a:avLst/>
                <a:gdLst/>
                <a:ahLst/>
                <a:cxnLst/>
                <a:pathLst>
                  <a:path w="1266825" h="400050">
                    <a:moveTo>
                      <a:pt x="0" y="0"/>
                    </a:moveTo>
                    <a:lnTo>
                      <a:pt x="1266825" y="400050"/>
                    </a:lnTo>
                  </a:path>
                </a:pathLst>
              </a:custGeom>
              <a:noFill/>
              <a:ln w="5375">
                <a:solidFill>
                  <a:srgbClr val="CC79A7">
                    <a:alpha val="48000"/>
                  </a:srgbClr>
                </a:solidFill>
                <a:prstDash val="solid"/>
              </a:ln>
            </p:spPr>
          </p:sp>
          <p:sp>
            <p:nvSpPr>
              <p:cNvPr id="1358" name="four:position-certificate:line:1087"/>
              <p:cNvSpPr>
                <a:spLocks noGrp="1"/>
              </p:cNvSpPr>
              <p:nvPr/>
            </p:nvSpPr>
            <p:spPr>
              <a:xfrm>
                <a:off x="12153900" y="1990725"/>
                <a:ext cx="2457450" cy="953"/>
              </a:xfrm>
              <a:custGeom>
                <a:avLst/>
                <a:gdLst/>
                <a:ahLst/>
                <a:cxnLst/>
                <a:pathLst>
                  <a:path w="2457450" h="953">
                    <a:moveTo>
                      <a:pt x="0" y="0"/>
                    </a:moveTo>
                    <a:lnTo>
                      <a:pt x="2457450" y="0"/>
                    </a:lnTo>
                  </a:path>
                </a:pathLst>
              </a:custGeom>
              <a:noFill/>
              <a:ln w="6352">
                <a:solidFill>
                  <a:srgbClr val="263238"/>
                </a:solidFill>
                <a:prstDash val="dash"/>
              </a:ln>
            </p:spPr>
          </p:sp>
          <p:sp>
            <p:nvSpPr>
              <p:cNvPr id="1359" name="four:position-certificate:polygon:1088"/>
              <p:cNvSpPr>
                <a:spLocks noGrp="1"/>
              </p:cNvSpPr>
              <p:nvPr/>
            </p:nvSpPr>
            <p:spPr>
              <a:xfrm>
                <a:off x="14544675" y="1962055"/>
                <a:ext cx="66675" cy="57340"/>
              </a:xfrm>
              <a:custGeom>
                <a:avLst/>
                <a:gdLst/>
                <a:ahLst/>
                <a:cxnLst/>
                <a:pathLst>
                  <a:path w="66675" h="57340">
                    <a:moveTo>
                      <a:pt x="66675" y="28670"/>
                    </a:moveTo>
                    <a:lnTo>
                      <a:pt x="0" y="0"/>
                    </a:lnTo>
                    <a:lnTo>
                      <a:pt x="0" y="57340"/>
                    </a:lnTo>
                    <a:close/>
                  </a:path>
                </a:pathLst>
              </a:custGeom>
              <a:solidFill>
                <a:srgbClr val="263238"/>
              </a:solidFill>
              <a:ln w="0">
                <a:noFill/>
                <a:prstDash val="solid"/>
              </a:ln>
            </p:spPr>
          </p:sp>
          <p:sp>
            <p:nvSpPr>
              <p:cNvPr id="1360" name="four:position-certificate:line:1089"/>
              <p:cNvSpPr>
                <a:spLocks noGrp="1"/>
              </p:cNvSpPr>
              <p:nvPr/>
            </p:nvSpPr>
            <p:spPr>
              <a:xfrm>
                <a:off x="12382500" y="1876425"/>
                <a:ext cx="953" cy="228600"/>
              </a:xfrm>
              <a:custGeom>
                <a:avLst/>
                <a:gdLst/>
                <a:ahLst/>
                <a:cxnLst/>
                <a:pathLst>
                  <a:path w="953" h="228600">
                    <a:moveTo>
                      <a:pt x="0" y="0"/>
                    </a:moveTo>
                    <a:lnTo>
                      <a:pt x="0" y="228600"/>
                    </a:lnTo>
                  </a:path>
                </a:pathLst>
              </a:custGeom>
              <a:noFill/>
              <a:ln w="7818">
                <a:solidFill>
                  <a:srgbClr val="0072B2"/>
                </a:solidFill>
                <a:prstDash val="dash"/>
              </a:ln>
            </p:spPr>
          </p:sp>
          <p:sp>
            <p:nvSpPr>
              <p:cNvPr id="1361" name="four:position-certificate:line:1090"/>
              <p:cNvSpPr>
                <a:spLocks noGrp="1"/>
              </p:cNvSpPr>
              <p:nvPr/>
            </p:nvSpPr>
            <p:spPr>
              <a:xfrm>
                <a:off x="12344400" y="1876425"/>
                <a:ext cx="76200" cy="953"/>
              </a:xfrm>
              <a:custGeom>
                <a:avLst/>
                <a:gdLst/>
                <a:ahLst/>
                <a:cxnLst/>
                <a:pathLst>
                  <a:path w="76200" h="953">
                    <a:moveTo>
                      <a:pt x="0" y="0"/>
                    </a:moveTo>
                    <a:lnTo>
                      <a:pt x="76200" y="0"/>
                    </a:lnTo>
                  </a:path>
                </a:pathLst>
              </a:custGeom>
              <a:noFill/>
              <a:ln w="7818">
                <a:solidFill>
                  <a:srgbClr val="0072B2"/>
                </a:solidFill>
                <a:prstDash val="solid"/>
              </a:ln>
            </p:spPr>
          </p:sp>
          <p:sp>
            <p:nvSpPr>
              <p:cNvPr id="1362" name="four:position-certificate:regular-node:1091"/>
              <p:cNvSpPr>
                <a:spLocks noGrp="1"/>
              </p:cNvSpPr>
              <p:nvPr/>
            </p:nvSpPr>
            <p:spPr>
              <a:xfrm>
                <a:off x="12360593" y="1968818"/>
                <a:ext cx="43815" cy="43815"/>
              </a:xfrm>
              <a:prstGeom prst="ellipse">
                <a:avLst/>
              </a:prstGeom>
              <a:solidFill>
                <a:srgbClr val="0072B2"/>
              </a:solidFill>
              <a:ln w="0">
                <a:noFill/>
                <a:prstDash val="solid"/>
              </a:ln>
            </p:spPr>
          </p:sp>
          <p:sp>
            <p:nvSpPr>
              <p:cNvPr id="1363" name="four:position-certificate:line:1092"/>
              <p:cNvSpPr>
                <a:spLocks noGrp="1"/>
              </p:cNvSpPr>
              <p:nvPr/>
            </p:nvSpPr>
            <p:spPr>
              <a:xfrm>
                <a:off x="13849350" y="1876425"/>
                <a:ext cx="953" cy="228600"/>
              </a:xfrm>
              <a:custGeom>
                <a:avLst/>
                <a:gdLst/>
                <a:ahLst/>
                <a:cxnLst/>
                <a:pathLst>
                  <a:path w="953" h="228600">
                    <a:moveTo>
                      <a:pt x="0" y="0"/>
                    </a:moveTo>
                    <a:lnTo>
                      <a:pt x="0" y="228600"/>
                    </a:lnTo>
                  </a:path>
                </a:pathLst>
              </a:custGeom>
              <a:noFill/>
              <a:ln w="7818">
                <a:solidFill>
                  <a:srgbClr val="D55E00"/>
                </a:solidFill>
                <a:prstDash val="dash"/>
              </a:ln>
            </p:spPr>
          </p:sp>
          <p:sp>
            <p:nvSpPr>
              <p:cNvPr id="1364" name="four:position-certificate:line:1093"/>
              <p:cNvSpPr>
                <a:spLocks noGrp="1"/>
              </p:cNvSpPr>
              <p:nvPr/>
            </p:nvSpPr>
            <p:spPr>
              <a:xfrm>
                <a:off x="13811250" y="1876425"/>
                <a:ext cx="76200" cy="953"/>
              </a:xfrm>
              <a:custGeom>
                <a:avLst/>
                <a:gdLst/>
                <a:ahLst/>
                <a:cxnLst/>
                <a:pathLst>
                  <a:path w="76200" h="953">
                    <a:moveTo>
                      <a:pt x="0" y="0"/>
                    </a:moveTo>
                    <a:lnTo>
                      <a:pt x="76200" y="0"/>
                    </a:lnTo>
                  </a:path>
                </a:pathLst>
              </a:custGeom>
              <a:noFill/>
              <a:ln w="7818">
                <a:solidFill>
                  <a:srgbClr val="D55E00"/>
                </a:solidFill>
                <a:prstDash val="solid"/>
              </a:ln>
            </p:spPr>
          </p:sp>
          <p:sp>
            <p:nvSpPr>
              <p:cNvPr id="1365" name="four:position-certificate:regular-node:1094"/>
              <p:cNvSpPr>
                <a:spLocks noGrp="1"/>
              </p:cNvSpPr>
              <p:nvPr/>
            </p:nvSpPr>
            <p:spPr>
              <a:xfrm>
                <a:off x="13827443" y="1968818"/>
                <a:ext cx="43815" cy="43815"/>
              </a:xfrm>
              <a:prstGeom prst="ellipse">
                <a:avLst/>
              </a:prstGeom>
              <a:solidFill>
                <a:srgbClr val="D55E00"/>
              </a:solidFill>
              <a:ln w="0">
                <a:noFill/>
                <a:prstDash val="solid"/>
              </a:ln>
            </p:spPr>
          </p:sp>
          <p:sp>
            <p:nvSpPr>
              <p:cNvPr id="1366" name="four:position-certificate:line:1095"/>
              <p:cNvSpPr>
                <a:spLocks noGrp="1"/>
              </p:cNvSpPr>
              <p:nvPr/>
            </p:nvSpPr>
            <p:spPr>
              <a:xfrm>
                <a:off x="14582775" y="1876425"/>
                <a:ext cx="953" cy="228600"/>
              </a:xfrm>
              <a:custGeom>
                <a:avLst/>
                <a:gdLst/>
                <a:ahLst/>
                <a:cxnLst/>
                <a:pathLst>
                  <a:path w="953" h="228600">
                    <a:moveTo>
                      <a:pt x="0" y="0"/>
                    </a:moveTo>
                    <a:lnTo>
                      <a:pt x="0" y="228600"/>
                    </a:lnTo>
                  </a:path>
                </a:pathLst>
              </a:custGeom>
              <a:noFill/>
              <a:ln w="7818">
                <a:solidFill>
                  <a:srgbClr val="009E73"/>
                </a:solidFill>
                <a:prstDash val="dash"/>
              </a:ln>
            </p:spPr>
          </p:sp>
          <p:sp>
            <p:nvSpPr>
              <p:cNvPr id="1367" name="four:position-certificate:line:1096"/>
              <p:cNvSpPr>
                <a:spLocks noGrp="1"/>
              </p:cNvSpPr>
              <p:nvPr/>
            </p:nvSpPr>
            <p:spPr>
              <a:xfrm>
                <a:off x="14544675" y="1876425"/>
                <a:ext cx="76200" cy="953"/>
              </a:xfrm>
              <a:custGeom>
                <a:avLst/>
                <a:gdLst/>
                <a:ahLst/>
                <a:cxnLst/>
                <a:pathLst>
                  <a:path w="76200" h="953">
                    <a:moveTo>
                      <a:pt x="0" y="0"/>
                    </a:moveTo>
                    <a:lnTo>
                      <a:pt x="76200" y="0"/>
                    </a:lnTo>
                  </a:path>
                </a:pathLst>
              </a:custGeom>
              <a:noFill/>
              <a:ln w="7818">
                <a:solidFill>
                  <a:srgbClr val="009E73"/>
                </a:solidFill>
                <a:prstDash val="solid"/>
              </a:ln>
            </p:spPr>
          </p:sp>
          <p:sp>
            <p:nvSpPr>
              <p:cNvPr id="1368" name="four:position-certificate:regular-node:1097"/>
              <p:cNvSpPr>
                <a:spLocks noGrp="1"/>
              </p:cNvSpPr>
              <p:nvPr/>
            </p:nvSpPr>
            <p:spPr>
              <a:xfrm>
                <a:off x="14560868" y="1968818"/>
                <a:ext cx="43815" cy="43815"/>
              </a:xfrm>
              <a:prstGeom prst="ellipse">
                <a:avLst/>
              </a:prstGeom>
              <a:solidFill>
                <a:srgbClr val="009E73"/>
              </a:solidFill>
              <a:ln w="0">
                <a:noFill/>
                <a:prstDash val="solid"/>
              </a:ln>
            </p:spPr>
          </p:sp>
          <p:sp>
            <p:nvSpPr>
              <p:cNvPr id="1369" name="four:position-certificate:line:1098"/>
              <p:cNvSpPr>
                <a:spLocks noGrp="1"/>
              </p:cNvSpPr>
              <p:nvPr/>
            </p:nvSpPr>
            <p:spPr>
              <a:xfrm>
                <a:off x="13115925" y="1876425"/>
                <a:ext cx="953" cy="228600"/>
              </a:xfrm>
              <a:custGeom>
                <a:avLst/>
                <a:gdLst/>
                <a:ahLst/>
                <a:cxnLst/>
                <a:pathLst>
                  <a:path w="953" h="228600">
                    <a:moveTo>
                      <a:pt x="0" y="0"/>
                    </a:moveTo>
                    <a:lnTo>
                      <a:pt x="0" y="228600"/>
                    </a:lnTo>
                  </a:path>
                </a:pathLst>
              </a:custGeom>
              <a:noFill/>
              <a:ln w="7818">
                <a:solidFill>
                  <a:srgbClr val="CC79A7"/>
                </a:solidFill>
                <a:prstDash val="dash"/>
              </a:ln>
            </p:spPr>
          </p:sp>
          <p:sp>
            <p:nvSpPr>
              <p:cNvPr id="1370" name="four:position-certificate:line:1099"/>
              <p:cNvSpPr>
                <a:spLocks noGrp="1"/>
              </p:cNvSpPr>
              <p:nvPr/>
            </p:nvSpPr>
            <p:spPr>
              <a:xfrm>
                <a:off x="13077825" y="1876425"/>
                <a:ext cx="76200" cy="953"/>
              </a:xfrm>
              <a:custGeom>
                <a:avLst/>
                <a:gdLst/>
                <a:ahLst/>
                <a:cxnLst/>
                <a:pathLst>
                  <a:path w="76200" h="953">
                    <a:moveTo>
                      <a:pt x="0" y="0"/>
                    </a:moveTo>
                    <a:lnTo>
                      <a:pt x="76200" y="0"/>
                    </a:lnTo>
                  </a:path>
                </a:pathLst>
              </a:custGeom>
              <a:noFill/>
              <a:ln w="7818">
                <a:solidFill>
                  <a:srgbClr val="CC79A7"/>
                </a:solidFill>
                <a:prstDash val="solid"/>
              </a:ln>
            </p:spPr>
          </p:sp>
          <p:sp>
            <p:nvSpPr>
              <p:cNvPr id="1371" name="four:position-certificate:regular-node:1100"/>
              <p:cNvSpPr>
                <a:spLocks noGrp="1"/>
              </p:cNvSpPr>
              <p:nvPr/>
            </p:nvSpPr>
            <p:spPr>
              <a:xfrm>
                <a:off x="13094018" y="1968818"/>
                <a:ext cx="43815" cy="43815"/>
              </a:xfrm>
              <a:prstGeom prst="ellipse">
                <a:avLst/>
              </a:prstGeom>
              <a:solidFill>
                <a:srgbClr val="CC79A7"/>
              </a:solidFill>
              <a:ln w="0">
                <a:noFill/>
                <a:prstDash val="solid"/>
              </a:ln>
            </p:spPr>
          </p:sp>
          <p:sp>
            <p:nvSpPr>
              <p:cNvPr id="1372" name="four:position-certificate:line:1101"/>
              <p:cNvSpPr>
                <a:spLocks noGrp="1"/>
              </p:cNvSpPr>
              <p:nvPr/>
            </p:nvSpPr>
            <p:spPr>
              <a:xfrm>
                <a:off x="12153900" y="2676525"/>
                <a:ext cx="2457450" cy="953"/>
              </a:xfrm>
              <a:custGeom>
                <a:avLst/>
                <a:gdLst/>
                <a:ahLst/>
                <a:cxnLst/>
                <a:pathLst>
                  <a:path w="2457450" h="953">
                    <a:moveTo>
                      <a:pt x="0" y="0"/>
                    </a:moveTo>
                    <a:lnTo>
                      <a:pt x="2457450" y="0"/>
                    </a:lnTo>
                  </a:path>
                </a:pathLst>
              </a:custGeom>
              <a:noFill/>
              <a:ln w="7329">
                <a:solidFill>
                  <a:srgbClr val="263238"/>
                </a:solidFill>
                <a:prstDash val="solid"/>
              </a:ln>
            </p:spPr>
          </p:sp>
          <p:sp>
            <p:nvSpPr>
              <p:cNvPr id="1373" name="four:position-certificate:polygon:1102"/>
              <p:cNvSpPr>
                <a:spLocks noGrp="1"/>
              </p:cNvSpPr>
              <p:nvPr/>
            </p:nvSpPr>
            <p:spPr>
              <a:xfrm>
                <a:off x="14544675" y="2647855"/>
                <a:ext cx="66675" cy="57340"/>
              </a:xfrm>
              <a:custGeom>
                <a:avLst/>
                <a:gdLst/>
                <a:ahLst/>
                <a:cxnLst/>
                <a:pathLst>
                  <a:path w="66675" h="57340">
                    <a:moveTo>
                      <a:pt x="66675" y="28670"/>
                    </a:moveTo>
                    <a:lnTo>
                      <a:pt x="0" y="0"/>
                    </a:lnTo>
                    <a:lnTo>
                      <a:pt x="0" y="57340"/>
                    </a:lnTo>
                    <a:close/>
                  </a:path>
                </a:pathLst>
              </a:custGeom>
              <a:solidFill>
                <a:srgbClr val="263238"/>
              </a:solidFill>
              <a:ln w="0">
                <a:noFill/>
                <a:prstDash val="solid"/>
              </a:ln>
            </p:spPr>
          </p:sp>
          <p:sp>
            <p:nvSpPr>
              <p:cNvPr id="1374" name="four:position-certificate:interval-A:1103"/>
              <p:cNvSpPr>
                <a:spLocks noGrp="1"/>
              </p:cNvSpPr>
              <p:nvPr/>
            </p:nvSpPr>
            <p:spPr>
              <a:xfrm>
                <a:off x="12249150" y="2543175"/>
                <a:ext cx="266700" cy="266700"/>
              </a:xfrm>
              <a:prstGeom prst="rect">
                <a:avLst/>
              </a:prstGeom>
              <a:solidFill>
                <a:srgbClr val="0072B2"/>
              </a:solidFill>
              <a:ln w="3909">
                <a:solidFill>
                  <a:srgbClr val="263238"/>
                </a:solidFill>
                <a:prstDash val="solid"/>
              </a:ln>
            </p:spPr>
          </p:sp>
          <p:sp>
            <p:nvSpPr>
              <p:cNvPr id="1375" name="four:position-certificate:regular-node:1104"/>
              <p:cNvSpPr>
                <a:spLocks noGrp="1"/>
              </p:cNvSpPr>
              <p:nvPr/>
            </p:nvSpPr>
            <p:spPr>
              <a:xfrm>
                <a:off x="12358688" y="2652713"/>
                <a:ext cx="47625" cy="47625"/>
              </a:xfrm>
              <a:prstGeom prst="ellipse">
                <a:avLst/>
              </a:prstGeom>
              <a:solidFill>
                <a:srgbClr val="263238"/>
              </a:solidFill>
              <a:ln w="0">
                <a:noFill/>
                <a:prstDash val="solid"/>
              </a:ln>
            </p:spPr>
          </p:sp>
          <p:sp>
            <p:nvSpPr>
              <p:cNvPr id="1376" name="four:position-certificate:interval-C:1105"/>
              <p:cNvSpPr>
                <a:spLocks noGrp="1"/>
              </p:cNvSpPr>
              <p:nvPr/>
            </p:nvSpPr>
            <p:spPr>
              <a:xfrm>
                <a:off x="12915900" y="2543175"/>
                <a:ext cx="266700" cy="266700"/>
              </a:xfrm>
              <a:prstGeom prst="rect">
                <a:avLst/>
              </a:prstGeom>
              <a:solidFill>
                <a:srgbClr val="D55E00"/>
              </a:solidFill>
              <a:ln w="3909">
                <a:solidFill>
                  <a:srgbClr val="263238"/>
                </a:solidFill>
                <a:prstDash val="solid"/>
              </a:ln>
            </p:spPr>
          </p:sp>
          <p:sp>
            <p:nvSpPr>
              <p:cNvPr id="1377" name="four:position-certificate:regular-node:1106"/>
              <p:cNvSpPr>
                <a:spLocks noGrp="1"/>
              </p:cNvSpPr>
              <p:nvPr/>
            </p:nvSpPr>
            <p:spPr>
              <a:xfrm>
                <a:off x="13025438" y="2652713"/>
                <a:ext cx="47625" cy="47625"/>
              </a:xfrm>
              <a:prstGeom prst="ellipse">
                <a:avLst/>
              </a:prstGeom>
              <a:solidFill>
                <a:srgbClr val="263238"/>
              </a:solidFill>
              <a:ln w="0">
                <a:noFill/>
                <a:prstDash val="solid"/>
              </a:ln>
            </p:spPr>
          </p:sp>
          <p:sp>
            <p:nvSpPr>
              <p:cNvPr id="1378" name="four:position-certificate:interval-D:1107"/>
              <p:cNvSpPr>
                <a:spLocks noGrp="1"/>
              </p:cNvSpPr>
              <p:nvPr/>
            </p:nvSpPr>
            <p:spPr>
              <a:xfrm>
                <a:off x="13582650" y="2543175"/>
                <a:ext cx="266700" cy="266700"/>
              </a:xfrm>
              <a:prstGeom prst="rect">
                <a:avLst/>
              </a:prstGeom>
              <a:solidFill>
                <a:srgbClr val="009E73"/>
              </a:solidFill>
              <a:ln w="3909">
                <a:solidFill>
                  <a:srgbClr val="263238"/>
                </a:solidFill>
                <a:prstDash val="solid"/>
              </a:ln>
            </p:spPr>
          </p:sp>
          <p:sp>
            <p:nvSpPr>
              <p:cNvPr id="1379" name="four:position-certificate:regular-node:1108"/>
              <p:cNvSpPr>
                <a:spLocks noGrp="1"/>
              </p:cNvSpPr>
              <p:nvPr/>
            </p:nvSpPr>
            <p:spPr>
              <a:xfrm>
                <a:off x="13692188" y="2652713"/>
                <a:ext cx="47625" cy="47625"/>
              </a:xfrm>
              <a:prstGeom prst="ellipse">
                <a:avLst/>
              </a:prstGeom>
              <a:solidFill>
                <a:srgbClr val="263238"/>
              </a:solidFill>
              <a:ln w="0">
                <a:noFill/>
                <a:prstDash val="solid"/>
              </a:ln>
            </p:spPr>
          </p:sp>
          <p:sp>
            <p:nvSpPr>
              <p:cNvPr id="1380" name="four:position-certificate:interval-B:1109"/>
              <p:cNvSpPr>
                <a:spLocks noGrp="1"/>
              </p:cNvSpPr>
              <p:nvPr/>
            </p:nvSpPr>
            <p:spPr>
              <a:xfrm>
                <a:off x="14249400" y="2543175"/>
                <a:ext cx="266700" cy="266700"/>
              </a:xfrm>
              <a:prstGeom prst="rect">
                <a:avLst/>
              </a:prstGeom>
              <a:solidFill>
                <a:srgbClr val="CC79A7"/>
              </a:solidFill>
              <a:ln w="3909">
                <a:solidFill>
                  <a:srgbClr val="263238"/>
                </a:solidFill>
                <a:prstDash val="solid"/>
              </a:ln>
            </p:spPr>
          </p:sp>
          <p:sp>
            <p:nvSpPr>
              <p:cNvPr id="1381" name="four:position-certificate:regular-node:1110"/>
              <p:cNvSpPr>
                <a:spLocks noGrp="1"/>
              </p:cNvSpPr>
              <p:nvPr/>
            </p:nvSpPr>
            <p:spPr>
              <a:xfrm>
                <a:off x="14358938" y="2652713"/>
                <a:ext cx="47625" cy="47625"/>
              </a:xfrm>
              <a:prstGeom prst="ellipse">
                <a:avLst/>
              </a:prstGeom>
              <a:solidFill>
                <a:srgbClr val="263238"/>
              </a:solidFill>
              <a:ln w="0">
                <a:noFill/>
                <a:prstDash val="solid"/>
              </a:ln>
            </p:spPr>
          </p:sp>
          <p:sp>
            <p:nvSpPr>
              <p:cNvPr id="1382" name="four:position-certificate:line:1111"/>
              <p:cNvSpPr>
                <a:spLocks noGrp="1"/>
              </p:cNvSpPr>
              <p:nvPr/>
            </p:nvSpPr>
            <p:spPr>
              <a:xfrm>
                <a:off x="9043988" y="2143125"/>
                <a:ext cx="953" cy="352425"/>
              </a:xfrm>
              <a:custGeom>
                <a:avLst/>
                <a:gdLst/>
                <a:ahLst/>
                <a:cxnLst/>
                <a:pathLst>
                  <a:path w="953" h="352425">
                    <a:moveTo>
                      <a:pt x="0" y="0"/>
                    </a:moveTo>
                    <a:lnTo>
                      <a:pt x="0" y="352425"/>
                    </a:lnTo>
                  </a:path>
                </a:pathLst>
              </a:custGeom>
              <a:noFill/>
              <a:ln w="4886">
                <a:solidFill>
                  <a:srgbClr val="0072B2">
                    <a:alpha val="65000"/>
                  </a:srgbClr>
                </a:solidFill>
                <a:prstDash val="dash"/>
              </a:ln>
            </p:spPr>
          </p:sp>
          <p:sp>
            <p:nvSpPr>
              <p:cNvPr id="1383" name="four:position-certificate:line:1112"/>
              <p:cNvSpPr>
                <a:spLocks noGrp="1"/>
              </p:cNvSpPr>
              <p:nvPr/>
            </p:nvSpPr>
            <p:spPr>
              <a:xfrm>
                <a:off x="9043988" y="2857500"/>
                <a:ext cx="953" cy="590550"/>
              </a:xfrm>
              <a:custGeom>
                <a:avLst/>
                <a:gdLst/>
                <a:ahLst/>
                <a:cxnLst/>
                <a:pathLst>
                  <a:path w="953" h="590550">
                    <a:moveTo>
                      <a:pt x="0" y="0"/>
                    </a:moveTo>
                    <a:lnTo>
                      <a:pt x="0" y="590550"/>
                    </a:lnTo>
                  </a:path>
                </a:pathLst>
              </a:custGeom>
              <a:noFill/>
              <a:ln w="4886">
                <a:solidFill>
                  <a:srgbClr val="0072B2">
                    <a:alpha val="65000"/>
                  </a:srgbClr>
                </a:solidFill>
                <a:prstDash val="dash"/>
              </a:ln>
            </p:spPr>
          </p:sp>
          <p:sp>
            <p:nvSpPr>
              <p:cNvPr id="1384" name="four:position-certificate:line:1113"/>
              <p:cNvSpPr>
                <a:spLocks noGrp="1"/>
              </p:cNvSpPr>
              <p:nvPr/>
            </p:nvSpPr>
            <p:spPr>
              <a:xfrm>
                <a:off x="9144000" y="2828925"/>
                <a:ext cx="953" cy="619125"/>
              </a:xfrm>
              <a:custGeom>
                <a:avLst/>
                <a:gdLst/>
                <a:ahLst/>
                <a:cxnLst/>
                <a:pathLst>
                  <a:path w="953" h="619125">
                    <a:moveTo>
                      <a:pt x="0" y="0"/>
                    </a:moveTo>
                    <a:lnTo>
                      <a:pt x="0" y="619125"/>
                    </a:lnTo>
                  </a:path>
                </a:pathLst>
              </a:custGeom>
              <a:noFill/>
              <a:ln w="5375">
                <a:solidFill>
                  <a:srgbClr val="0072B2"/>
                </a:solidFill>
                <a:prstDash val="solid"/>
              </a:ln>
            </p:spPr>
          </p:sp>
          <p:sp>
            <p:nvSpPr>
              <p:cNvPr id="1385" name="four:position-certificate:line:1114"/>
              <p:cNvSpPr>
                <a:spLocks noGrp="1"/>
              </p:cNvSpPr>
              <p:nvPr/>
            </p:nvSpPr>
            <p:spPr>
              <a:xfrm>
                <a:off x="9043988" y="3381375"/>
                <a:ext cx="100013" cy="953"/>
              </a:xfrm>
              <a:custGeom>
                <a:avLst/>
                <a:gdLst/>
                <a:ahLst/>
                <a:cxnLst/>
                <a:pathLst>
                  <a:path w="100013" h="953">
                    <a:moveTo>
                      <a:pt x="0" y="0"/>
                    </a:moveTo>
                    <a:lnTo>
                      <a:pt x="100013" y="0"/>
                    </a:lnTo>
                  </a:path>
                </a:pathLst>
              </a:custGeom>
              <a:noFill/>
              <a:ln w="7818">
                <a:solidFill>
                  <a:srgbClr val="0072B2"/>
                </a:solidFill>
                <a:prstDash val="solid"/>
              </a:ln>
            </p:spPr>
          </p:sp>
          <p:sp>
            <p:nvSpPr>
              <p:cNvPr id="1386" name="four:position-certificate:polygon:1115"/>
              <p:cNvSpPr>
                <a:spLocks noGrp="1"/>
              </p:cNvSpPr>
              <p:nvPr/>
            </p:nvSpPr>
            <p:spPr>
              <a:xfrm>
                <a:off x="9105900" y="3364992"/>
                <a:ext cx="38100" cy="32766"/>
              </a:xfrm>
              <a:custGeom>
                <a:avLst/>
                <a:gdLst/>
                <a:ahLst/>
                <a:cxnLst/>
                <a:pathLst>
                  <a:path w="38100" h="32766">
                    <a:moveTo>
                      <a:pt x="38100" y="16383"/>
                    </a:moveTo>
                    <a:lnTo>
                      <a:pt x="0" y="0"/>
                    </a:lnTo>
                    <a:lnTo>
                      <a:pt x="0" y="32766"/>
                    </a:lnTo>
                    <a:close/>
                  </a:path>
                </a:pathLst>
              </a:custGeom>
              <a:solidFill>
                <a:srgbClr val="0072B2"/>
              </a:solidFill>
              <a:ln w="0">
                <a:noFill/>
                <a:prstDash val="solid"/>
              </a:ln>
            </p:spPr>
          </p:sp>
          <p:sp>
            <p:nvSpPr>
              <p:cNvPr id="1387" name="four:position-certificate:polygon:1116"/>
              <p:cNvSpPr>
                <a:spLocks noGrp="1"/>
              </p:cNvSpPr>
              <p:nvPr/>
            </p:nvSpPr>
            <p:spPr>
              <a:xfrm>
                <a:off x="9043988" y="3364992"/>
                <a:ext cx="38100" cy="32766"/>
              </a:xfrm>
              <a:custGeom>
                <a:avLst/>
                <a:gdLst/>
                <a:ahLst/>
                <a:cxnLst/>
                <a:pathLst>
                  <a:path w="38100" h="32766">
                    <a:moveTo>
                      <a:pt x="0" y="16383"/>
                    </a:moveTo>
                    <a:lnTo>
                      <a:pt x="38100" y="32766"/>
                    </a:lnTo>
                    <a:lnTo>
                      <a:pt x="38100" y="0"/>
                    </a:lnTo>
                    <a:close/>
                  </a:path>
                </a:pathLst>
              </a:custGeom>
              <a:solidFill>
                <a:srgbClr val="0072B2"/>
              </a:solidFill>
              <a:ln w="0">
                <a:noFill/>
                <a:prstDash val="solid"/>
              </a:ln>
            </p:spPr>
          </p:sp>
          <p:sp>
            <p:nvSpPr>
              <p:cNvPr id="1388" name="four:position-certificate:textbox:1117"/>
              <p:cNvSpPr>
                <a:spLocks noGrp="1"/>
              </p:cNvSpPr>
              <p:nvPr/>
            </p:nvSpPr>
            <p:spPr>
              <a:xfrm>
                <a:off x="8617744" y="3009900"/>
                <a:ext cx="952500" cy="342900"/>
              </a:xfrm>
              <a:prstGeom prst="rect">
                <a:avLst/>
              </a:prstGeom>
              <a:solidFill>
                <a:srgbClr val="F7F9FA"/>
              </a:solidFill>
              <a:ln w="0">
                <a:noFill/>
                <a:prstDash val="solid"/>
              </a:ln>
            </p:spPr>
            <p:txBody>
              <a:bodyPr wrap="none" lIns="0" tIns="0" rIns="0" bIns="0" anchor="ctr">
                <a:normAutofit/>
              </a:bodyPr>
              <a:lstStyle>
                <a:defPPr algn="ctr">
                  <a:defRPr sz="1116" b="0">
                    <a:solidFill>
                      <a:srgbClr val="0072B2"/>
                    </a:solidFill>
                    <a:latin typeface="Arial" panose="020B0604020202090204"/>
                    <a:ea typeface="Arial" panose="020B0604020202090204"/>
                    <a:cs typeface="Arial" panose="020B0604020202090204"/>
                  </a:defRPr>
                </a:defPPr>
              </a:lstStyle>
              <a:p>
                <a:pPr algn="ctr">
                  <a:defRPr sz="1116" b="0">
                    <a:solidFill>
                      <a:srgbClr val="0072B2"/>
                    </a:solidFill>
                    <a:latin typeface="Arial" panose="020B0604020202090204"/>
                    <a:ea typeface="Arial" panose="020B0604020202090204"/>
                    <a:cs typeface="Arial" panose="020B0604020202090204"/>
                  </a:defRPr>
                </a:pPr>
                <a:r>
                  <a:rPr sz="1116" b="0">
                    <a:solidFill>
                      <a:srgbClr val="0072B2"/>
                    </a:solidFill>
                    <a:latin typeface="Arial" panose="020B0604020202090204"/>
                    <a:ea typeface="Arial" panose="020B0604020202090204"/>
                    <a:cs typeface="Arial" panose="020B0604020202090204"/>
                  </a:rPr>
                  <a:t>τ</a:t>
                </a:r>
                <a:r>
                  <a:rPr sz="803" b="0" baseline="-25000">
                    <a:solidFill>
                      <a:srgbClr val="0072B2"/>
                    </a:solidFill>
                    <a:latin typeface="Arial" panose="020B0604020202090204"/>
                    <a:ea typeface="Arial" panose="020B0604020202090204"/>
                    <a:cs typeface="Arial" panose="020B0604020202090204"/>
                  </a:rPr>
                  <a:t>free</a:t>
                </a:r>
                <a:endParaRPr sz="803" b="0" baseline="-25000">
                  <a:solidFill>
                    <a:srgbClr val="0072B2"/>
                  </a:solidFill>
                  <a:latin typeface="Arial" panose="020B0604020202090204"/>
                  <a:ea typeface="Arial" panose="020B0604020202090204"/>
                  <a:cs typeface="Arial" panose="020B0604020202090204"/>
                </a:endParaRPr>
              </a:p>
            </p:txBody>
          </p:sp>
          <p:sp>
            <p:nvSpPr>
              <p:cNvPr id="1389" name="four:position-certificate:textbox:1118"/>
              <p:cNvSpPr>
                <a:spLocks noGrp="1"/>
              </p:cNvSpPr>
              <p:nvPr/>
            </p:nvSpPr>
            <p:spPr>
              <a:xfrm>
                <a:off x="10010775" y="3105150"/>
                <a:ext cx="1371600" cy="238125"/>
              </a:xfrm>
              <a:prstGeom prst="rect">
                <a:avLst/>
              </a:prstGeom>
              <a:noFill/>
              <a:ln w="0">
                <a:noFill/>
                <a:prstDash val="solid"/>
              </a:ln>
            </p:spPr>
            <p:txBody>
              <a:bodyPr wrap="none" lIns="0" tIns="0" rIns="0" bIns="0" anchor="ctr">
                <a:normAutofit/>
              </a:bodyPr>
              <a:lstStyle>
                <a:defPPr algn="ctr">
                  <a:defRPr sz="731" b="0">
                    <a:solidFill>
                      <a:srgbClr val="7B8790"/>
                    </a:solidFill>
                    <a:latin typeface="Arial" panose="020B0604020202090204"/>
                    <a:ea typeface="Arial" panose="020B0604020202090204"/>
                    <a:cs typeface="Arial" panose="020B0604020202090204"/>
                  </a:defRPr>
                </a:defPPr>
              </a:lstStyle>
              <a:p>
                <a:pPr algn="ctr">
                  <a:defRPr sz="731" b="0">
                    <a:solidFill>
                      <a:srgbClr val="7B8790"/>
                    </a:solidFill>
                    <a:latin typeface="Arial" panose="020B0604020202090204"/>
                    <a:ea typeface="Arial" panose="020B0604020202090204"/>
                    <a:cs typeface="Arial" panose="020B0604020202090204"/>
                  </a:defRPr>
                </a:pPr>
                <a:r>
                  <a:rPr sz="731" b="0">
                    <a:solidFill>
                      <a:srgbClr val="7B8790"/>
                    </a:solidFill>
                    <a:latin typeface="Arial" panose="020B0604020202090204"/>
                    <a:ea typeface="Arial" panose="020B0604020202090204"/>
                    <a:cs typeface="Arial" panose="020B0604020202090204"/>
                  </a:rPr>
                  <a:t>Geometry cost</a:t>
                </a:r>
                <a:endParaRPr sz="731" b="0">
                  <a:solidFill>
                    <a:srgbClr val="7B8790"/>
                  </a:solidFill>
                  <a:latin typeface="Arial" panose="020B0604020202090204"/>
                  <a:ea typeface="Arial" panose="020B0604020202090204"/>
                  <a:cs typeface="Arial" panose="020B0604020202090204"/>
                </a:endParaRPr>
              </a:p>
            </p:txBody>
          </p:sp>
          <p:sp>
            <p:nvSpPr>
              <p:cNvPr id="1390" name="four:position-certificate:line:1119"/>
              <p:cNvSpPr>
                <a:spLocks noGrp="1"/>
              </p:cNvSpPr>
              <p:nvPr/>
            </p:nvSpPr>
            <p:spPr>
              <a:xfrm>
                <a:off x="13115925" y="2143125"/>
                <a:ext cx="953" cy="352425"/>
              </a:xfrm>
              <a:custGeom>
                <a:avLst/>
                <a:gdLst/>
                <a:ahLst/>
                <a:cxnLst/>
                <a:pathLst>
                  <a:path w="953" h="352425">
                    <a:moveTo>
                      <a:pt x="0" y="0"/>
                    </a:moveTo>
                    <a:lnTo>
                      <a:pt x="0" y="352425"/>
                    </a:lnTo>
                  </a:path>
                </a:pathLst>
              </a:custGeom>
              <a:noFill/>
              <a:ln w="5863">
                <a:solidFill>
                  <a:srgbClr val="CC79A7">
                    <a:alpha val="70000"/>
                  </a:srgbClr>
                </a:solidFill>
                <a:prstDash val="dash"/>
              </a:ln>
            </p:spPr>
          </p:sp>
          <p:sp>
            <p:nvSpPr>
              <p:cNvPr id="1391" name="four:position-certificate:line:1120"/>
              <p:cNvSpPr>
                <a:spLocks noGrp="1"/>
              </p:cNvSpPr>
              <p:nvPr/>
            </p:nvSpPr>
            <p:spPr>
              <a:xfrm>
                <a:off x="13115925" y="2857500"/>
                <a:ext cx="953" cy="590550"/>
              </a:xfrm>
              <a:custGeom>
                <a:avLst/>
                <a:gdLst/>
                <a:ahLst/>
                <a:cxnLst/>
                <a:pathLst>
                  <a:path w="953" h="590550">
                    <a:moveTo>
                      <a:pt x="0" y="0"/>
                    </a:moveTo>
                    <a:lnTo>
                      <a:pt x="0" y="590550"/>
                    </a:lnTo>
                  </a:path>
                </a:pathLst>
              </a:custGeom>
              <a:noFill/>
              <a:ln w="5863">
                <a:solidFill>
                  <a:srgbClr val="CC79A7">
                    <a:alpha val="70000"/>
                  </a:srgbClr>
                </a:solidFill>
                <a:prstDash val="dash"/>
              </a:ln>
            </p:spPr>
          </p:sp>
          <p:sp>
            <p:nvSpPr>
              <p:cNvPr id="1392" name="four:position-certificate:line:1121"/>
              <p:cNvSpPr>
                <a:spLocks noGrp="1"/>
              </p:cNvSpPr>
              <p:nvPr/>
            </p:nvSpPr>
            <p:spPr>
              <a:xfrm>
                <a:off x="14382750" y="2828925"/>
                <a:ext cx="953" cy="619125"/>
              </a:xfrm>
              <a:custGeom>
                <a:avLst/>
                <a:gdLst/>
                <a:ahLst/>
                <a:cxnLst/>
                <a:pathLst>
                  <a:path w="953" h="619125">
                    <a:moveTo>
                      <a:pt x="0" y="0"/>
                    </a:moveTo>
                    <a:lnTo>
                      <a:pt x="0" y="619125"/>
                    </a:lnTo>
                  </a:path>
                </a:pathLst>
              </a:custGeom>
              <a:noFill/>
              <a:ln w="5863">
                <a:solidFill>
                  <a:srgbClr val="CC79A7"/>
                </a:solidFill>
                <a:prstDash val="solid"/>
              </a:ln>
            </p:spPr>
          </p:sp>
          <p:sp>
            <p:nvSpPr>
              <p:cNvPr id="1393" name="four:position-certificate:line:1122"/>
              <p:cNvSpPr>
                <a:spLocks noGrp="1"/>
              </p:cNvSpPr>
              <p:nvPr/>
            </p:nvSpPr>
            <p:spPr>
              <a:xfrm>
                <a:off x="13115925" y="3381375"/>
                <a:ext cx="1266825" cy="953"/>
              </a:xfrm>
              <a:custGeom>
                <a:avLst/>
                <a:gdLst/>
                <a:ahLst/>
                <a:cxnLst/>
                <a:pathLst>
                  <a:path w="1266825" h="953">
                    <a:moveTo>
                      <a:pt x="0" y="0"/>
                    </a:moveTo>
                    <a:lnTo>
                      <a:pt x="1266825" y="0"/>
                    </a:lnTo>
                  </a:path>
                </a:pathLst>
              </a:custGeom>
              <a:noFill/>
              <a:ln w="7818">
                <a:solidFill>
                  <a:srgbClr val="CC79A7"/>
                </a:solidFill>
                <a:prstDash val="solid"/>
              </a:ln>
            </p:spPr>
          </p:sp>
          <p:sp>
            <p:nvSpPr>
              <p:cNvPr id="1394" name="four:position-certificate:polygon:1123"/>
              <p:cNvSpPr>
                <a:spLocks noGrp="1"/>
              </p:cNvSpPr>
              <p:nvPr/>
            </p:nvSpPr>
            <p:spPr>
              <a:xfrm>
                <a:off x="14325600" y="3356801"/>
                <a:ext cx="57150" cy="49149"/>
              </a:xfrm>
              <a:custGeom>
                <a:avLst/>
                <a:gdLst/>
                <a:ahLst/>
                <a:cxnLst/>
                <a:pathLst>
                  <a:path w="57150" h="49149">
                    <a:moveTo>
                      <a:pt x="57150" y="24574"/>
                    </a:moveTo>
                    <a:lnTo>
                      <a:pt x="0" y="0"/>
                    </a:lnTo>
                    <a:lnTo>
                      <a:pt x="0" y="49149"/>
                    </a:lnTo>
                    <a:close/>
                  </a:path>
                </a:pathLst>
              </a:custGeom>
              <a:solidFill>
                <a:srgbClr val="CC79A7"/>
              </a:solidFill>
              <a:ln w="0">
                <a:noFill/>
                <a:prstDash val="solid"/>
              </a:ln>
            </p:spPr>
          </p:sp>
          <p:sp>
            <p:nvSpPr>
              <p:cNvPr id="1395" name="four:position-certificate:polygon:1124"/>
              <p:cNvSpPr>
                <a:spLocks noGrp="1"/>
              </p:cNvSpPr>
              <p:nvPr/>
            </p:nvSpPr>
            <p:spPr>
              <a:xfrm>
                <a:off x="13115925" y="3356801"/>
                <a:ext cx="57150" cy="49149"/>
              </a:xfrm>
              <a:custGeom>
                <a:avLst/>
                <a:gdLst/>
                <a:ahLst/>
                <a:cxnLst/>
                <a:pathLst>
                  <a:path w="57150" h="49149">
                    <a:moveTo>
                      <a:pt x="0" y="24574"/>
                    </a:moveTo>
                    <a:lnTo>
                      <a:pt x="57150" y="49149"/>
                    </a:lnTo>
                    <a:lnTo>
                      <a:pt x="57150" y="0"/>
                    </a:lnTo>
                    <a:close/>
                  </a:path>
                </a:pathLst>
              </a:custGeom>
              <a:solidFill>
                <a:srgbClr val="CC79A7"/>
              </a:solidFill>
              <a:ln w="0">
                <a:noFill/>
                <a:prstDash val="solid"/>
              </a:ln>
            </p:spPr>
          </p:sp>
          <p:sp>
            <p:nvSpPr>
              <p:cNvPr id="1396" name="four:position-certificate:textbox:1125"/>
              <p:cNvSpPr>
                <a:spLocks noGrp="1"/>
              </p:cNvSpPr>
              <p:nvPr/>
            </p:nvSpPr>
            <p:spPr>
              <a:xfrm>
                <a:off x="13425488" y="3009900"/>
                <a:ext cx="647700" cy="342900"/>
              </a:xfrm>
              <a:prstGeom prst="rect">
                <a:avLst/>
              </a:prstGeom>
              <a:solidFill>
                <a:srgbClr val="F7F9FA"/>
              </a:solidFill>
              <a:ln w="0">
                <a:noFill/>
                <a:prstDash val="solid"/>
              </a:ln>
            </p:spPr>
            <p:txBody>
              <a:bodyPr wrap="none" lIns="0" tIns="0" rIns="0" bIns="0" anchor="ctr">
                <a:normAutofit/>
              </a:bodyPr>
              <a:lstStyle>
                <a:defPPr algn="ctr">
                  <a:defRPr sz="1116" b="0">
                    <a:solidFill>
                      <a:srgbClr val="CC79A7"/>
                    </a:solidFill>
                    <a:latin typeface="Arial" panose="020B0604020202090204"/>
                    <a:ea typeface="Arial" panose="020B0604020202090204"/>
                    <a:cs typeface="Arial" panose="020B0604020202090204"/>
                  </a:defRPr>
                </a:defPPr>
              </a:lstStyle>
              <a:p>
                <a:pPr algn="ctr">
                  <a:defRPr sz="1116" b="0">
                    <a:solidFill>
                      <a:srgbClr val="CC79A7"/>
                    </a:solidFill>
                    <a:latin typeface="Arial" panose="020B0604020202090204"/>
                    <a:ea typeface="Arial" panose="020B0604020202090204"/>
                    <a:cs typeface="Arial" panose="020B0604020202090204"/>
                  </a:defRPr>
                </a:pPr>
                <a:r>
                  <a:rPr sz="1116" b="0">
                    <a:solidFill>
                      <a:srgbClr val="CC79A7"/>
                    </a:solidFill>
                    <a:latin typeface="Arial" panose="020B0604020202090204"/>
                    <a:ea typeface="Arial" panose="020B0604020202090204"/>
                    <a:cs typeface="Arial" panose="020B0604020202090204"/>
                  </a:rPr>
                  <a:t>τ</a:t>
                </a:r>
                <a:r>
                  <a:rPr sz="803" b="0" baseline="32000">
                    <a:solidFill>
                      <a:srgbClr val="CC79A7"/>
                    </a:solidFill>
                    <a:latin typeface="Arial" panose="020B0604020202090204"/>
                    <a:ea typeface="Arial" panose="020B0604020202090204"/>
                    <a:cs typeface="Arial" panose="020B0604020202090204"/>
                  </a:rPr>
                  <a:t>*</a:t>
                </a:r>
                <a:endParaRPr sz="803" b="0" baseline="32000">
                  <a:solidFill>
                    <a:srgbClr val="CC79A7"/>
                  </a:solidFill>
                  <a:latin typeface="Arial" panose="020B0604020202090204"/>
                  <a:ea typeface="Arial" panose="020B0604020202090204"/>
                  <a:cs typeface="Arial" panose="020B0604020202090204"/>
                </a:endParaRPr>
              </a:p>
            </p:txBody>
          </p:sp>
          <p:sp>
            <p:nvSpPr>
              <p:cNvPr id="1397" name="four:position-certificate:textbox:1126"/>
              <p:cNvSpPr>
                <a:spLocks noGrp="1"/>
              </p:cNvSpPr>
              <p:nvPr/>
            </p:nvSpPr>
            <p:spPr>
              <a:xfrm>
                <a:off x="8629650" y="3629025"/>
                <a:ext cx="2857500" cy="342900"/>
              </a:xfrm>
              <a:prstGeom prst="rect">
                <a:avLst/>
              </a:prstGeom>
              <a:noFill/>
              <a:ln w="0">
                <a:noFill/>
                <a:prstDash val="solid"/>
              </a:ln>
            </p:spPr>
            <p:txBody>
              <a:bodyPr wrap="none" lIns="0" tIns="0" rIns="0" bIns="0" anchor="ctr">
                <a:normAutofit/>
              </a:bodyPr>
              <a:lstStyle>
                <a:defPPr algn="ctr">
                  <a:defRPr sz="962" b="0">
                    <a:solidFill>
                      <a:srgbClr val="263238"/>
                    </a:solidFill>
                    <a:latin typeface="Arial" panose="020B0604020202090204"/>
                    <a:ea typeface="Arial" panose="020B0604020202090204"/>
                    <a:cs typeface="Arial" panose="020B0604020202090204"/>
                  </a:defRPr>
                </a:defPPr>
                <a:lvl1pPr algn="ctr">
                  <a:defRPr sz="962" b="0">
                    <a:solidFill>
                      <a:srgbClr val="263238"/>
                    </a:solidFill>
                    <a:latin typeface="Arial" panose="020B0604020202090204"/>
                    <a:ea typeface="Arial" panose="020B0604020202090204"/>
                    <a:cs typeface="Arial" panose="020B0604020202090204"/>
                  </a:defRPr>
                </a:lvl1pPr>
                <a:lvl2pPr algn="ctr">
                  <a:defRPr sz="962" b="0">
                    <a:solidFill>
                      <a:srgbClr val="263238"/>
                    </a:solidFill>
                    <a:latin typeface="Arial" panose="020B0604020202090204"/>
                    <a:ea typeface="Arial" panose="020B0604020202090204"/>
                    <a:cs typeface="Arial" panose="020B0604020202090204"/>
                  </a:defRPr>
                </a:lvl2pPr>
                <a:lvl3pPr algn="ctr">
                  <a:defRPr sz="962" b="0">
                    <a:solidFill>
                      <a:srgbClr val="263238"/>
                    </a:solidFill>
                    <a:latin typeface="Arial" panose="020B0604020202090204"/>
                    <a:ea typeface="Arial" panose="020B0604020202090204"/>
                    <a:cs typeface="Arial" panose="020B0604020202090204"/>
                  </a:defRPr>
                </a:lvl3pPr>
                <a:lvl4pPr algn="ctr">
                  <a:defRPr sz="962" b="0">
                    <a:solidFill>
                      <a:srgbClr val="263238"/>
                    </a:solidFill>
                    <a:latin typeface="Arial" panose="020B0604020202090204"/>
                    <a:ea typeface="Arial" panose="020B0604020202090204"/>
                    <a:cs typeface="Arial" panose="020B0604020202090204"/>
                  </a:defRPr>
                </a:lvl4pPr>
                <a:lvl5pPr algn="ctr">
                  <a:defRPr sz="962" b="0">
                    <a:solidFill>
                      <a:srgbClr val="263238"/>
                    </a:solidFill>
                    <a:latin typeface="Arial" panose="020B0604020202090204"/>
                    <a:ea typeface="Arial" panose="020B0604020202090204"/>
                    <a:cs typeface="Arial" panose="020B0604020202090204"/>
                  </a:defRPr>
                </a:lvl5pPr>
                <a:lvl6pPr algn="ctr">
                  <a:defRPr sz="962" b="0">
                    <a:solidFill>
                      <a:srgbClr val="263238"/>
                    </a:solidFill>
                    <a:latin typeface="Arial" panose="020B0604020202090204"/>
                    <a:ea typeface="Arial" panose="020B0604020202090204"/>
                    <a:cs typeface="Arial" panose="020B0604020202090204"/>
                  </a:defRPr>
                </a:lvl6pPr>
                <a:lvl7pPr algn="ctr">
                  <a:defRPr sz="962" b="0">
                    <a:solidFill>
                      <a:srgbClr val="263238"/>
                    </a:solidFill>
                    <a:latin typeface="Arial" panose="020B0604020202090204"/>
                    <a:ea typeface="Arial" panose="020B0604020202090204"/>
                    <a:cs typeface="Arial" panose="020B0604020202090204"/>
                  </a:defRPr>
                </a:lvl7pPr>
                <a:lvl8pPr algn="ctr">
                  <a:defRPr sz="962" b="0">
                    <a:solidFill>
                      <a:srgbClr val="263238"/>
                    </a:solidFill>
                    <a:latin typeface="Arial" panose="020B0604020202090204"/>
                    <a:ea typeface="Arial" panose="020B0604020202090204"/>
                    <a:cs typeface="Arial" panose="020B0604020202090204"/>
                  </a:defRPr>
                </a:lvl8pPr>
                <a:lvl9pPr algn="ctr">
                  <a:defRPr sz="962" b="0">
                    <a:solidFill>
                      <a:srgbClr val="263238"/>
                    </a:solidFill>
                    <a:latin typeface="Arial" panose="020B0604020202090204"/>
                    <a:ea typeface="Arial" panose="020B0604020202090204"/>
                    <a:cs typeface="Arial" panose="020B0604020202090204"/>
                  </a:defRPr>
                </a:lvl9pPr>
              </a:lstStyle>
              <a:p>
                <a:pPr algn="ctr">
                  <a:buNone/>
                  <a:defRPr sz="962" b="0">
                    <a:solidFill>
                      <a:srgbClr val="263238"/>
                    </a:solidFill>
                    <a:latin typeface="Arial" panose="020B0604020202090204"/>
                    <a:ea typeface="Arial" panose="020B0604020202090204"/>
                    <a:cs typeface="Arial" panose="020B0604020202090204"/>
                  </a:defRPr>
                </a:pPr>
                <a:r>
                  <a:rPr sz="962" b="0">
                    <a:solidFill>
                      <a:srgbClr val="263238"/>
                    </a:solidFill>
                    <a:latin typeface="Arial" panose="020B0604020202090204"/>
                    <a:ea typeface="Arial" panose="020B0604020202090204"/>
                    <a:cs typeface="Arial" panose="020B0604020202090204"/>
                  </a:rPr>
                  <a:t>τ</a:t>
                </a:r>
                <a:r>
                  <a:rPr sz="693" b="0" baseline="-25000">
                    <a:solidFill>
                      <a:srgbClr val="263238"/>
                    </a:solidFill>
                    <a:latin typeface="Arial" panose="020B0604020202090204"/>
                    <a:ea typeface="Arial" panose="020B0604020202090204"/>
                    <a:cs typeface="Arial" panose="020B0604020202090204"/>
                  </a:rPr>
                  <a:t>free</a:t>
                </a:r>
                <a:endParaRPr sz="693" b="0" baseline="-25000">
                  <a:solidFill>
                    <a:srgbClr val="263238"/>
                  </a:solidFill>
                  <a:latin typeface="Arial" panose="020B0604020202090204"/>
                  <a:ea typeface="Arial" panose="020B0604020202090204"/>
                  <a:cs typeface="Arial" panose="020B0604020202090204"/>
                </a:endParaRPr>
              </a:p>
            </p:txBody>
          </p:sp>
          <p:sp>
            <p:nvSpPr>
              <p:cNvPr id="1398" name="four:position-certificate:textbox:1127"/>
              <p:cNvSpPr>
                <a:spLocks noGrp="1"/>
              </p:cNvSpPr>
              <p:nvPr/>
            </p:nvSpPr>
            <p:spPr>
              <a:xfrm>
                <a:off x="11811000" y="3629025"/>
                <a:ext cx="3009900" cy="342900"/>
              </a:xfrm>
              <a:prstGeom prst="rect">
                <a:avLst/>
              </a:prstGeom>
              <a:noFill/>
              <a:ln w="0">
                <a:noFill/>
                <a:prstDash val="solid"/>
              </a:ln>
            </p:spPr>
            <p:txBody>
              <a:bodyPr wrap="none" lIns="0" tIns="0" rIns="0" bIns="0" anchor="ctr">
                <a:normAutofit/>
              </a:bodyPr>
              <a:lstStyle>
                <a:defPPr algn="ctr">
                  <a:defRPr sz="1000" b="0">
                    <a:solidFill>
                      <a:srgbClr val="263238"/>
                    </a:solidFill>
                    <a:latin typeface="Arial" panose="020B0604020202090204"/>
                    <a:ea typeface="Arial" panose="020B0604020202090204"/>
                    <a:cs typeface="Arial" panose="020B0604020202090204"/>
                  </a:defRPr>
                </a:defPPr>
                <a:lvl1pPr algn="ctr">
                  <a:defRPr sz="1000" b="0">
                    <a:solidFill>
                      <a:srgbClr val="263238"/>
                    </a:solidFill>
                    <a:latin typeface="Arial" panose="020B0604020202090204"/>
                    <a:ea typeface="Arial" panose="020B0604020202090204"/>
                    <a:cs typeface="Arial" panose="020B0604020202090204"/>
                  </a:defRPr>
                </a:lvl1pPr>
                <a:lvl2pPr algn="ctr">
                  <a:defRPr sz="1000" b="0">
                    <a:solidFill>
                      <a:srgbClr val="263238"/>
                    </a:solidFill>
                    <a:latin typeface="Arial" panose="020B0604020202090204"/>
                    <a:ea typeface="Arial" panose="020B0604020202090204"/>
                    <a:cs typeface="Arial" panose="020B0604020202090204"/>
                  </a:defRPr>
                </a:lvl2pPr>
                <a:lvl3pPr algn="ctr">
                  <a:defRPr sz="1000" b="0">
                    <a:solidFill>
                      <a:srgbClr val="263238"/>
                    </a:solidFill>
                    <a:latin typeface="Arial" panose="020B0604020202090204"/>
                    <a:ea typeface="Arial" panose="020B0604020202090204"/>
                    <a:cs typeface="Arial" panose="020B0604020202090204"/>
                  </a:defRPr>
                </a:lvl3pPr>
                <a:lvl4pPr algn="ctr">
                  <a:defRPr sz="1000" b="0">
                    <a:solidFill>
                      <a:srgbClr val="263238"/>
                    </a:solidFill>
                    <a:latin typeface="Arial" panose="020B0604020202090204"/>
                    <a:ea typeface="Arial" panose="020B0604020202090204"/>
                    <a:cs typeface="Arial" panose="020B0604020202090204"/>
                  </a:defRPr>
                </a:lvl4pPr>
                <a:lvl5pPr algn="ctr">
                  <a:defRPr sz="1000" b="0">
                    <a:solidFill>
                      <a:srgbClr val="263238"/>
                    </a:solidFill>
                    <a:latin typeface="Arial" panose="020B0604020202090204"/>
                    <a:ea typeface="Arial" panose="020B0604020202090204"/>
                    <a:cs typeface="Arial" panose="020B0604020202090204"/>
                  </a:defRPr>
                </a:lvl5pPr>
                <a:lvl6pPr algn="ctr">
                  <a:defRPr sz="1000" b="0">
                    <a:solidFill>
                      <a:srgbClr val="263238"/>
                    </a:solidFill>
                    <a:latin typeface="Arial" panose="020B0604020202090204"/>
                    <a:ea typeface="Arial" panose="020B0604020202090204"/>
                    <a:cs typeface="Arial" panose="020B0604020202090204"/>
                  </a:defRPr>
                </a:lvl6pPr>
                <a:lvl7pPr algn="ctr">
                  <a:defRPr sz="1000" b="0">
                    <a:solidFill>
                      <a:srgbClr val="263238"/>
                    </a:solidFill>
                    <a:latin typeface="Arial" panose="020B0604020202090204"/>
                    <a:ea typeface="Arial" panose="020B0604020202090204"/>
                    <a:cs typeface="Arial" panose="020B0604020202090204"/>
                  </a:defRPr>
                </a:lvl7pPr>
                <a:lvl8pPr algn="ctr">
                  <a:defRPr sz="1000" b="0">
                    <a:solidFill>
                      <a:srgbClr val="263238"/>
                    </a:solidFill>
                    <a:latin typeface="Arial" panose="020B0604020202090204"/>
                    <a:ea typeface="Arial" panose="020B0604020202090204"/>
                    <a:cs typeface="Arial" panose="020B0604020202090204"/>
                  </a:defRPr>
                </a:lvl8pPr>
                <a:lvl9pPr algn="ctr">
                  <a:defRPr sz="1000" b="0">
                    <a:solidFill>
                      <a:srgbClr val="263238"/>
                    </a:solidFill>
                    <a:latin typeface="Arial" panose="020B0604020202090204"/>
                    <a:ea typeface="Arial" panose="020B0604020202090204"/>
                    <a:cs typeface="Arial" panose="020B0604020202090204"/>
                  </a:defRPr>
                </a:lvl9pPr>
              </a:lstStyle>
              <a:p>
                <a:pPr algn="ctr">
                  <a:buNone/>
                  <a:defRPr sz="1000" b="0">
                    <a:solidFill>
                      <a:srgbClr val="263238"/>
                    </a:solidFill>
                    <a:latin typeface="Arial" panose="020B0604020202090204"/>
                    <a:ea typeface="Arial" panose="020B0604020202090204"/>
                    <a:cs typeface="Arial" panose="020B0604020202090204"/>
                  </a:defRPr>
                </a:pPr>
                <a:r>
                  <a:rPr sz="1000" b="0">
                    <a:solidFill>
                      <a:srgbClr val="263238"/>
                    </a:solidFill>
                    <a:latin typeface="Arial" panose="020B0604020202090204"/>
                    <a:ea typeface="Arial" panose="020B0604020202090204"/>
                    <a:cs typeface="Arial" panose="020B0604020202090204"/>
                  </a:rPr>
                  <a:t>τ</a:t>
                </a:r>
                <a:r>
                  <a:rPr sz="721" b="0" baseline="32000">
                    <a:solidFill>
                      <a:srgbClr val="263238"/>
                    </a:solidFill>
                    <a:latin typeface="Arial" panose="020B0604020202090204"/>
                    <a:ea typeface="Arial" panose="020B0604020202090204"/>
                    <a:cs typeface="Arial" panose="020B0604020202090204"/>
                  </a:rPr>
                  <a:t>*</a:t>
                </a:r>
                <a:endParaRPr sz="721" b="0" baseline="32000">
                  <a:solidFill>
                    <a:srgbClr val="263238"/>
                  </a:solidFill>
                  <a:latin typeface="Arial" panose="020B0604020202090204"/>
                  <a:ea typeface="Arial" panose="020B0604020202090204"/>
                  <a:cs typeface="Arial" panose="020B0604020202090204"/>
                </a:endParaRPr>
              </a:p>
            </p:txBody>
          </p:sp>
        </p:grpSp>
        <p:grpSp>
          <p:nvGrpSpPr>
            <p:cNvPr id="1399" name="certificate-flow"/>
            <p:cNvGrpSpPr/>
            <p:nvPr/>
          </p:nvGrpSpPr>
          <p:grpSpPr>
            <a:xfrm>
              <a:off x="0" y="0"/>
              <a:ext cx="24955500" cy="8572500"/>
              <a:chOff x="0" y="0"/>
              <a:chExt cx="24955500" cy="8572500"/>
            </a:xfrm>
          </p:grpSpPr>
          <p:sp>
            <p:nvSpPr>
              <p:cNvPr id="1400" name="four:certificate-flow:line:1128"/>
              <p:cNvSpPr>
                <a:spLocks noGrp="1"/>
              </p:cNvSpPr>
              <p:nvPr/>
            </p:nvSpPr>
            <p:spPr>
              <a:xfrm>
                <a:off x="11601450" y="4162425"/>
                <a:ext cx="953" cy="542925"/>
              </a:xfrm>
              <a:custGeom>
                <a:avLst/>
                <a:gdLst/>
                <a:ahLst/>
                <a:cxnLst/>
                <a:pathLst>
                  <a:path w="953" h="542925">
                    <a:moveTo>
                      <a:pt x="0" y="0"/>
                    </a:moveTo>
                    <a:lnTo>
                      <a:pt x="0" y="542925"/>
                    </a:lnTo>
                  </a:path>
                </a:pathLst>
              </a:custGeom>
              <a:noFill/>
              <a:ln w="9772">
                <a:solidFill>
                  <a:srgbClr val="7895A8"/>
                </a:solidFill>
                <a:prstDash val="solid"/>
              </a:ln>
            </p:spPr>
          </p:sp>
          <p:sp>
            <p:nvSpPr>
              <p:cNvPr id="1401" name="four:certificate-flow:polygon:1129"/>
              <p:cNvSpPr>
                <a:spLocks noGrp="1"/>
              </p:cNvSpPr>
              <p:nvPr/>
            </p:nvSpPr>
            <p:spPr>
              <a:xfrm>
                <a:off x="11564588" y="4619625"/>
                <a:ext cx="73723" cy="85725"/>
              </a:xfrm>
              <a:custGeom>
                <a:avLst/>
                <a:gdLst/>
                <a:ahLst/>
                <a:cxnLst/>
                <a:pathLst>
                  <a:path w="73723" h="85725">
                    <a:moveTo>
                      <a:pt x="36862" y="85725"/>
                    </a:moveTo>
                    <a:lnTo>
                      <a:pt x="73723" y="0"/>
                    </a:lnTo>
                    <a:lnTo>
                      <a:pt x="0" y="0"/>
                    </a:lnTo>
                    <a:close/>
                  </a:path>
                </a:pathLst>
              </a:custGeom>
              <a:solidFill>
                <a:srgbClr val="7895A8"/>
              </a:solidFill>
              <a:ln w="0">
                <a:noFill/>
                <a:prstDash val="solid"/>
              </a:ln>
            </p:spPr>
          </p:sp>
          <p:sp>
            <p:nvSpPr>
              <p:cNvPr id="1402" name="four:certificate-flow:textbox:1130"/>
              <p:cNvSpPr>
                <a:spLocks noGrp="1"/>
              </p:cNvSpPr>
              <p:nvPr/>
            </p:nvSpPr>
            <p:spPr>
              <a:xfrm>
                <a:off x="8572500" y="4257675"/>
                <a:ext cx="2857500" cy="342900"/>
              </a:xfrm>
              <a:prstGeom prst="rect">
                <a:avLst/>
              </a:prstGeom>
              <a:noFill/>
              <a:ln w="0">
                <a:noFill/>
                <a:prstDash val="solid"/>
              </a:ln>
            </p:spPr>
            <p:txBody>
              <a:bodyPr wrap="none" lIns="0" tIns="0" rIns="0" bIns="0" anchor="ctr">
                <a:normAutofit/>
              </a:bodyPr>
              <a:lstStyle>
                <a:defPPr algn="ctr">
                  <a:defRPr sz="1039" b="0">
                    <a:solidFill>
                      <a:srgbClr val="7B8790"/>
                    </a:solidFill>
                    <a:latin typeface="Arial" panose="020B0604020202090204"/>
                    <a:ea typeface="Arial" panose="020B0604020202090204"/>
                    <a:cs typeface="Arial" panose="020B0604020202090204"/>
                  </a:defRPr>
                </a:defPPr>
              </a:lstStyle>
              <a:p>
                <a:pPr algn="ctr">
                  <a:defRPr sz="1039" b="0">
                    <a:solidFill>
                      <a:srgbClr val="7B8790"/>
                    </a:solidFill>
                    <a:latin typeface="Arial" panose="020B0604020202090204"/>
                    <a:ea typeface="Arial" panose="020B0604020202090204"/>
                    <a:cs typeface="Arial" panose="020B0604020202090204"/>
                  </a:defRPr>
                </a:pPr>
                <a:r>
                  <a:rPr sz="1039" b="0">
                    <a:solidFill>
                      <a:srgbClr val="7B8790"/>
                    </a:solidFill>
                    <a:latin typeface="Arial" panose="020B0604020202090204"/>
                    <a:ea typeface="Arial" panose="020B0604020202090204"/>
                    <a:cs typeface="Arial" panose="020B0604020202090204"/>
                  </a:rPr>
                  <a:t>H = </a:t>
                </a:r>
                <a:r>
                  <a:rPr sz="1039" b="0">
                    <a:solidFill>
                      <a:srgbClr val="7B8790"/>
                    </a:solidFill>
                    <a:latin typeface="Arial" panose="020B0604020202090204"/>
                    <a:ea typeface="Arial" panose="020B0604020202090204"/>
                    <a:cs typeface="Arial" panose="020B0604020202090204"/>
                  </a:rPr>
                  <a:t>τ</a:t>
                </a:r>
                <a:r>
                  <a:rPr sz="749" b="0" baseline="32000">
                    <a:solidFill>
                      <a:srgbClr val="7B8790"/>
                    </a:solidFill>
                    <a:latin typeface="Arial" panose="020B0604020202090204"/>
                    <a:ea typeface="Arial" panose="020B0604020202090204"/>
                    <a:cs typeface="Arial" panose="020B0604020202090204"/>
                  </a:rPr>
                  <a:t>*</a:t>
                </a:r>
                <a:r>
                  <a:rPr sz="1039" b="0">
                    <a:solidFill>
                      <a:srgbClr val="7B8790"/>
                    </a:solidFill>
                    <a:latin typeface="Arial" panose="020B0604020202090204"/>
                    <a:ea typeface="Arial" panose="020B0604020202090204"/>
                    <a:cs typeface="Arial" panose="020B0604020202090204"/>
                  </a:rPr>
                  <a:t> − </a:t>
                </a:r>
                <a:r>
                  <a:rPr sz="1039" b="0">
                    <a:solidFill>
                      <a:srgbClr val="7B8790"/>
                    </a:solidFill>
                    <a:latin typeface="Arial" panose="020B0604020202090204"/>
                    <a:ea typeface="Arial" panose="020B0604020202090204"/>
                    <a:cs typeface="Arial" panose="020B0604020202090204"/>
                  </a:rPr>
                  <a:t>τ</a:t>
                </a:r>
                <a:r>
                  <a:rPr sz="749" b="0" baseline="-25000">
                    <a:solidFill>
                      <a:srgbClr val="7B8790"/>
                    </a:solidFill>
                    <a:latin typeface="Arial" panose="020B0604020202090204"/>
                    <a:ea typeface="Arial" panose="020B0604020202090204"/>
                    <a:cs typeface="Arial" panose="020B0604020202090204"/>
                  </a:rPr>
                  <a:t>free</a:t>
                </a:r>
                <a:endParaRPr sz="749" b="0" baseline="-25000">
                  <a:solidFill>
                    <a:srgbClr val="7B8790"/>
                  </a:solidFill>
                  <a:latin typeface="Arial" panose="020B0604020202090204"/>
                  <a:ea typeface="Arial" panose="020B0604020202090204"/>
                  <a:cs typeface="Arial" panose="020B0604020202090204"/>
                </a:endParaRPr>
              </a:p>
            </p:txBody>
          </p:sp>
          <p:sp>
            <p:nvSpPr>
              <p:cNvPr id="1403" name="four:certificate-flow:textbox:1131"/>
              <p:cNvSpPr>
                <a:spLocks noGrp="1"/>
              </p:cNvSpPr>
              <p:nvPr/>
            </p:nvSpPr>
            <p:spPr>
              <a:xfrm>
                <a:off x="11830050" y="4257675"/>
                <a:ext cx="1524000" cy="342900"/>
              </a:xfrm>
              <a:prstGeom prst="rect">
                <a:avLst/>
              </a:prstGeom>
              <a:noFill/>
              <a:ln w="0">
                <a:noFill/>
                <a:prstDash val="solid"/>
              </a:ln>
            </p:spPr>
            <p:txBody>
              <a:bodyPr wrap="none" lIns="0" tIns="0" rIns="0" bIns="0" anchor="ctr">
                <a:normAutofit/>
              </a:bodyPr>
              <a:lstStyle>
                <a:defPPr algn="ctr">
                  <a:defRPr sz="1154" b="0">
                    <a:solidFill>
                      <a:srgbClr val="7B8790"/>
                    </a:solidFill>
                    <a:latin typeface="Arial" panose="020B0604020202090204"/>
                    <a:ea typeface="Arial" panose="020B0604020202090204"/>
                    <a:cs typeface="Arial" panose="020B0604020202090204"/>
                  </a:defRPr>
                </a:defPPr>
              </a:lstStyle>
              <a:p>
                <a:pPr algn="ctr">
                  <a:defRPr sz="1154" b="0">
                    <a:solidFill>
                      <a:srgbClr val="7B8790"/>
                    </a:solidFill>
                    <a:latin typeface="Arial" panose="020B0604020202090204"/>
                    <a:ea typeface="Arial" panose="020B0604020202090204"/>
                    <a:cs typeface="Arial" panose="020B0604020202090204"/>
                  </a:defRPr>
                </a:pPr>
                <a:r>
                  <a:rPr sz="1154" b="0">
                    <a:solidFill>
                      <a:srgbClr val="7B8790"/>
                    </a:solidFill>
                    <a:latin typeface="Arial" panose="020B0604020202090204"/>
                    <a:ea typeface="Arial" panose="020B0604020202090204"/>
                    <a:cs typeface="Arial" panose="020B0604020202090204"/>
                  </a:rPr>
                  <a:t>H &gt; θ</a:t>
                </a:r>
                <a:endParaRPr sz="1154" b="0">
                  <a:solidFill>
                    <a:srgbClr val="7B8790"/>
                  </a:solidFill>
                  <a:latin typeface="Arial" panose="020B0604020202090204"/>
                  <a:ea typeface="Arial" panose="020B0604020202090204"/>
                  <a:cs typeface="Arial" panose="020B0604020202090204"/>
                </a:endParaRPr>
              </a:p>
            </p:txBody>
          </p:sp>
        </p:grpSp>
        <p:grpSp>
          <p:nvGrpSpPr>
            <p:cNvPr id="1404" name="selective-relaxation"/>
            <p:cNvGrpSpPr/>
            <p:nvPr/>
          </p:nvGrpSpPr>
          <p:grpSpPr>
            <a:xfrm>
              <a:off x="0" y="0"/>
              <a:ext cx="24955500" cy="8572500"/>
              <a:chOff x="0" y="0"/>
              <a:chExt cx="24955500" cy="8572500"/>
            </a:xfrm>
          </p:grpSpPr>
          <p:sp>
            <p:nvSpPr>
              <p:cNvPr id="1405" name="four:selective-relaxation:textbox:1132"/>
              <p:cNvSpPr>
                <a:spLocks noGrp="1"/>
              </p:cNvSpPr>
              <p:nvPr/>
            </p:nvSpPr>
            <p:spPr>
              <a:xfrm>
                <a:off x="8572500" y="4867275"/>
                <a:ext cx="4219575" cy="304800"/>
              </a:xfrm>
              <a:prstGeom prst="rect">
                <a:avLst/>
              </a:prstGeom>
              <a:noFill/>
              <a:ln w="0">
                <a:noFill/>
                <a:prstDash val="solid"/>
              </a:ln>
            </p:spPr>
            <p:txBody>
              <a:bodyPr wrap="none" lIns="0" tIns="0" rIns="0" bIns="0" anchor="ctr">
                <a:normAutofit/>
              </a:bodyPr>
              <a:lstStyle>
                <a:defPPr algn="l">
                  <a:defRPr sz="962" b="1">
                    <a:solidFill>
                      <a:srgbClr val="263238"/>
                    </a:solidFill>
                    <a:latin typeface="Arial" panose="020B0604020202090204"/>
                    <a:ea typeface="Arial" panose="020B0604020202090204"/>
                    <a:cs typeface="Arial" panose="020B0604020202090204"/>
                  </a:defRPr>
                </a:defPPr>
              </a:lstStyle>
              <a:p>
                <a:pPr algn="l">
                  <a:defRPr sz="962" b="1">
                    <a:solidFill>
                      <a:srgbClr val="263238"/>
                    </a:solidFill>
                    <a:latin typeface="Arial" panose="020B0604020202090204"/>
                    <a:ea typeface="Arial" panose="020B0604020202090204"/>
                    <a:cs typeface="Arial" panose="020B0604020202090204"/>
                  </a:defRPr>
                </a:pPr>
                <a:r>
                  <a:rPr sz="962" b="1">
                    <a:solidFill>
                      <a:srgbClr val="263238"/>
                    </a:solidFill>
                    <a:latin typeface="Arial" panose="020B0604020202090204"/>
                    <a:ea typeface="Arial" panose="020B0604020202090204"/>
                    <a:cs typeface="Arial" panose="020B0604020202090204"/>
                  </a:rPr>
                  <a:t>Selective relaxation</a:t>
                </a:r>
                <a:endParaRPr sz="962" b="1">
                  <a:solidFill>
                    <a:srgbClr val="263238"/>
                  </a:solidFill>
                  <a:latin typeface="Arial" panose="020B0604020202090204"/>
                  <a:ea typeface="Arial" panose="020B0604020202090204"/>
                  <a:cs typeface="Arial" panose="020B0604020202090204"/>
                </a:endParaRPr>
              </a:p>
            </p:txBody>
          </p:sp>
          <p:sp>
            <p:nvSpPr>
              <p:cNvPr id="1406" name="four:selective-relaxation:textbox:1133"/>
              <p:cNvSpPr>
                <a:spLocks noGrp="1"/>
              </p:cNvSpPr>
              <p:nvPr/>
            </p:nvSpPr>
            <p:spPr>
              <a:xfrm>
                <a:off x="8572500" y="5172075"/>
                <a:ext cx="1333500" cy="342900"/>
              </a:xfrm>
              <a:prstGeom prst="rect">
                <a:avLst/>
              </a:prstGeom>
              <a:noFill/>
              <a:ln w="0">
                <a:noFill/>
                <a:prstDash val="solid"/>
              </a:ln>
            </p:spPr>
            <p:txBody>
              <a:bodyPr wrap="none" lIns="0" tIns="0" rIns="0" bIns="0" anchor="ctr">
                <a:normAutofit/>
              </a:bodyPr>
              <a:lstStyle>
                <a:defPPr algn="ctr">
                  <a:defRPr sz="1039" b="0">
                    <a:solidFill>
                      <a:srgbClr val="7B8790"/>
                    </a:solidFill>
                    <a:latin typeface="Arial" panose="020B0604020202090204"/>
                    <a:ea typeface="Arial" panose="020B0604020202090204"/>
                    <a:cs typeface="Arial" panose="020B0604020202090204"/>
                  </a:defRPr>
                </a:defPPr>
              </a:lstStyle>
              <a:p>
                <a:pPr algn="ctr">
                  <a:defRPr sz="1039" b="0">
                    <a:solidFill>
                      <a:srgbClr val="7B8790"/>
                    </a:solidFill>
                    <a:latin typeface="Arial" panose="020B0604020202090204"/>
                    <a:ea typeface="Arial" panose="020B0604020202090204"/>
                    <a:cs typeface="Arial" panose="020B0604020202090204"/>
                  </a:defRPr>
                </a:pPr>
                <a:r>
                  <a:rPr sz="1039" b="0">
                    <a:solidFill>
                      <a:srgbClr val="7B8790"/>
                    </a:solidFill>
                    <a:latin typeface="Arial" panose="020B0604020202090204"/>
                    <a:ea typeface="Arial" panose="020B0604020202090204"/>
                    <a:cs typeface="Arial" panose="020B0604020202090204"/>
                  </a:rPr>
                  <a:t>γ</a:t>
                </a:r>
                <a:r>
                  <a:rPr sz="749" b="0" baseline="-25000">
                    <a:solidFill>
                      <a:srgbClr val="7B8790"/>
                    </a:solidFill>
                    <a:latin typeface="Arial" panose="020B0604020202090204"/>
                    <a:ea typeface="Arial" panose="020B0604020202090204"/>
                    <a:cs typeface="Arial" panose="020B0604020202090204"/>
                  </a:rPr>
                  <a:t>v</a:t>
                </a:r>
                <a:r>
                  <a:rPr sz="1039" b="0">
                    <a:solidFill>
                      <a:srgbClr val="7B8790"/>
                    </a:solidFill>
                    <a:latin typeface="Arial" panose="020B0604020202090204"/>
                    <a:ea typeface="Arial" panose="020B0604020202090204"/>
                    <a:cs typeface="Arial" panose="020B0604020202090204"/>
                  </a:rPr>
                  <a:t> ≤ κ</a:t>
                </a:r>
                <a:endParaRPr sz="1039" b="0">
                  <a:solidFill>
                    <a:srgbClr val="7B8790"/>
                  </a:solidFill>
                  <a:latin typeface="Arial" panose="020B0604020202090204"/>
                  <a:ea typeface="Arial" panose="020B0604020202090204"/>
                  <a:cs typeface="Arial" panose="020B0604020202090204"/>
                </a:endParaRPr>
              </a:p>
            </p:txBody>
          </p:sp>
          <p:sp>
            <p:nvSpPr>
              <p:cNvPr id="1407" name="four:selective-relaxation:textbox:1134"/>
              <p:cNvSpPr>
                <a:spLocks noGrp="1"/>
              </p:cNvSpPr>
              <p:nvPr/>
            </p:nvSpPr>
            <p:spPr>
              <a:xfrm>
                <a:off x="8572500" y="5467350"/>
                <a:ext cx="1333500" cy="219075"/>
              </a:xfrm>
              <a:prstGeom prst="rect">
                <a:avLst/>
              </a:prstGeom>
              <a:noFill/>
              <a:ln w="0">
                <a:noFill/>
                <a:prstDash val="solid"/>
              </a:ln>
            </p:spPr>
            <p:txBody>
              <a:bodyPr wrap="none" lIns="0" tIns="0" rIns="0" bIns="0" anchor="ctr">
                <a:normAutofit/>
              </a:bodyPr>
              <a:lstStyle>
                <a:defPPr algn="ctr">
                  <a:defRPr sz="731" b="1">
                    <a:solidFill>
                      <a:srgbClr val="7B8790"/>
                    </a:solidFill>
                    <a:latin typeface="Arial" panose="020B0604020202090204"/>
                    <a:ea typeface="Arial" panose="020B0604020202090204"/>
                    <a:cs typeface="Arial" panose="020B0604020202090204"/>
                  </a:defRPr>
                </a:defPPr>
              </a:lstStyle>
              <a:p>
                <a:pPr algn="ctr">
                  <a:defRPr sz="731" b="1">
                    <a:solidFill>
                      <a:srgbClr val="7B8790"/>
                    </a:solidFill>
                    <a:latin typeface="Arial" panose="020B0604020202090204"/>
                    <a:ea typeface="Arial" panose="020B0604020202090204"/>
                    <a:cs typeface="Arial" panose="020B0604020202090204"/>
                  </a:defRPr>
                </a:pPr>
                <a:r>
                  <a:rPr sz="731" b="1">
                    <a:solidFill>
                      <a:srgbClr val="7B8790"/>
                    </a:solidFill>
                    <a:latin typeface="Arial" panose="020B0604020202090204"/>
                    <a:ea typeface="Arial" panose="020B0604020202090204"/>
                    <a:cs typeface="Arial" panose="020B0604020202090204"/>
                  </a:rPr>
                  <a:t>Expand</a:t>
                </a:r>
                <a:endParaRPr sz="731" b="1">
                  <a:solidFill>
                    <a:srgbClr val="7B8790"/>
                  </a:solidFill>
                  <a:latin typeface="Arial" panose="020B0604020202090204"/>
                  <a:ea typeface="Arial" panose="020B0604020202090204"/>
                  <a:cs typeface="Arial" panose="020B0604020202090204"/>
                </a:endParaRPr>
              </a:p>
            </p:txBody>
          </p:sp>
          <p:sp>
            <p:nvSpPr>
              <p:cNvPr id="1408" name="four:selective-relaxation:textbox:1135"/>
              <p:cNvSpPr>
                <a:spLocks noGrp="1"/>
              </p:cNvSpPr>
              <p:nvPr/>
            </p:nvSpPr>
            <p:spPr>
              <a:xfrm>
                <a:off x="10039350" y="5172075"/>
                <a:ext cx="1333500" cy="342900"/>
              </a:xfrm>
              <a:prstGeom prst="rect">
                <a:avLst/>
              </a:prstGeom>
              <a:noFill/>
              <a:ln w="0">
                <a:noFill/>
                <a:prstDash val="solid"/>
              </a:ln>
            </p:spPr>
            <p:txBody>
              <a:bodyPr wrap="none" lIns="0" tIns="0" rIns="0" bIns="0" anchor="ctr">
                <a:normAutofit/>
              </a:bodyPr>
              <a:lstStyle>
                <a:defPPr algn="ctr">
                  <a:defRPr sz="1039" b="0">
                    <a:solidFill>
                      <a:srgbClr val="7B8790"/>
                    </a:solidFill>
                    <a:latin typeface="Arial" panose="020B0604020202090204"/>
                    <a:ea typeface="Arial" panose="020B0604020202090204"/>
                    <a:cs typeface="Arial" panose="020B0604020202090204"/>
                  </a:defRPr>
                </a:defPPr>
              </a:lstStyle>
              <a:p>
                <a:pPr algn="ctr">
                  <a:defRPr sz="1039" b="0">
                    <a:solidFill>
                      <a:srgbClr val="7B8790"/>
                    </a:solidFill>
                    <a:latin typeface="Arial" panose="020B0604020202090204"/>
                    <a:ea typeface="Arial" panose="020B0604020202090204"/>
                    <a:cs typeface="Arial" panose="020B0604020202090204"/>
                  </a:defRPr>
                </a:pPr>
                <a:r>
                  <a:rPr sz="1039" b="0">
                    <a:solidFill>
                      <a:srgbClr val="7B8790"/>
                    </a:solidFill>
                    <a:latin typeface="Arial" panose="020B0604020202090204"/>
                    <a:ea typeface="Arial" panose="020B0604020202090204"/>
                    <a:cs typeface="Arial" panose="020B0604020202090204"/>
                  </a:rPr>
                  <a:t>γ</a:t>
                </a:r>
                <a:r>
                  <a:rPr sz="749" b="0" baseline="-25000">
                    <a:solidFill>
                      <a:srgbClr val="7B8790"/>
                    </a:solidFill>
                    <a:latin typeface="Arial" panose="020B0604020202090204"/>
                    <a:ea typeface="Arial" panose="020B0604020202090204"/>
                    <a:cs typeface="Arial" panose="020B0604020202090204"/>
                  </a:rPr>
                  <a:t>v</a:t>
                </a:r>
                <a:r>
                  <a:rPr sz="1039" b="0">
                    <a:solidFill>
                      <a:srgbClr val="7B8790"/>
                    </a:solidFill>
                    <a:latin typeface="Arial" panose="020B0604020202090204"/>
                    <a:ea typeface="Arial" panose="020B0604020202090204"/>
                    <a:cs typeface="Arial" panose="020B0604020202090204"/>
                  </a:rPr>
                  <a:t> &gt; κ</a:t>
                </a:r>
                <a:endParaRPr sz="1039" b="0">
                  <a:solidFill>
                    <a:srgbClr val="7B8790"/>
                  </a:solidFill>
                  <a:latin typeface="Arial" panose="020B0604020202090204"/>
                  <a:ea typeface="Arial" panose="020B0604020202090204"/>
                  <a:cs typeface="Arial" panose="020B0604020202090204"/>
                </a:endParaRPr>
              </a:p>
            </p:txBody>
          </p:sp>
          <p:sp>
            <p:nvSpPr>
              <p:cNvPr id="1409" name="four:selective-relaxation:textbox:1136"/>
              <p:cNvSpPr>
                <a:spLocks noGrp="1"/>
              </p:cNvSpPr>
              <p:nvPr/>
            </p:nvSpPr>
            <p:spPr>
              <a:xfrm>
                <a:off x="10039350" y="5467350"/>
                <a:ext cx="1333500" cy="219075"/>
              </a:xfrm>
              <a:prstGeom prst="rect">
                <a:avLst/>
              </a:prstGeom>
              <a:noFill/>
              <a:ln w="0">
                <a:noFill/>
                <a:prstDash val="solid"/>
              </a:ln>
            </p:spPr>
            <p:txBody>
              <a:bodyPr wrap="none" lIns="0" tIns="0" rIns="0" bIns="0" anchor="ctr">
                <a:normAutofit/>
              </a:bodyPr>
              <a:lstStyle>
                <a:defPPr algn="ctr">
                  <a:defRPr sz="731" b="1">
                    <a:solidFill>
                      <a:srgbClr val="7B8790"/>
                    </a:solidFill>
                    <a:latin typeface="Arial" panose="020B0604020202090204"/>
                    <a:ea typeface="Arial" panose="020B0604020202090204"/>
                    <a:cs typeface="Arial" panose="020B0604020202090204"/>
                  </a:defRPr>
                </a:defPPr>
              </a:lstStyle>
              <a:p>
                <a:pPr algn="ctr">
                  <a:defRPr sz="731" b="1">
                    <a:solidFill>
                      <a:srgbClr val="7B8790"/>
                    </a:solidFill>
                    <a:latin typeface="Arial" panose="020B0604020202090204"/>
                    <a:ea typeface="Arial" panose="020B0604020202090204"/>
                    <a:cs typeface="Arial" panose="020B0604020202090204"/>
                  </a:defRPr>
                </a:pPr>
                <a:r>
                  <a:rPr sz="731" b="1">
                    <a:solidFill>
                      <a:srgbClr val="7B8790"/>
                    </a:solidFill>
                    <a:latin typeface="Arial" panose="020B0604020202090204"/>
                    <a:ea typeface="Arial" panose="020B0604020202090204"/>
                    <a:cs typeface="Arial" panose="020B0604020202090204"/>
                  </a:rPr>
                  <a:t>Retain</a:t>
                </a:r>
                <a:endParaRPr sz="731" b="1">
                  <a:solidFill>
                    <a:srgbClr val="7B8790"/>
                  </a:solidFill>
                  <a:latin typeface="Arial" panose="020B0604020202090204"/>
                  <a:ea typeface="Arial" panose="020B0604020202090204"/>
                  <a:cs typeface="Arial" panose="020B0604020202090204"/>
                </a:endParaRPr>
              </a:p>
            </p:txBody>
          </p:sp>
          <p:sp>
            <p:nvSpPr>
              <p:cNvPr id="1410" name="four:selective-relaxation:line:1137"/>
              <p:cNvSpPr>
                <a:spLocks noGrp="1"/>
              </p:cNvSpPr>
              <p:nvPr/>
            </p:nvSpPr>
            <p:spPr>
              <a:xfrm>
                <a:off x="9696450" y="5581650"/>
                <a:ext cx="953" cy="293370"/>
              </a:xfrm>
              <a:custGeom>
                <a:avLst/>
                <a:gdLst/>
                <a:ahLst/>
                <a:cxnLst/>
                <a:pathLst>
                  <a:path w="953" h="293370">
                    <a:moveTo>
                      <a:pt x="0" y="60341"/>
                    </a:moveTo>
                    <a:lnTo>
                      <a:pt x="0" y="233029"/>
                    </a:lnTo>
                  </a:path>
                </a:pathLst>
              </a:custGeom>
              <a:noFill/>
              <a:ln w="6108">
                <a:solidFill>
                  <a:srgbClr val="263238"/>
                </a:solidFill>
                <a:prstDash val="solid"/>
              </a:ln>
            </p:spPr>
          </p:sp>
          <p:sp>
            <p:nvSpPr>
              <p:cNvPr id="1411" name="four:selective-relaxation:regular-node:1138"/>
              <p:cNvSpPr>
                <a:spLocks noGrp="1"/>
              </p:cNvSpPr>
              <p:nvPr/>
            </p:nvSpPr>
            <p:spPr>
              <a:xfrm>
                <a:off x="9678048" y="5672795"/>
                <a:ext cx="36805" cy="36805"/>
              </a:xfrm>
              <a:prstGeom prst="ellipse">
                <a:avLst/>
              </a:prstGeom>
              <a:solidFill>
                <a:srgbClr val="DCE8ED"/>
              </a:solidFill>
              <a:ln w="4886">
                <a:solidFill>
                  <a:srgbClr val="263238"/>
                </a:solidFill>
                <a:prstDash val="solid"/>
              </a:ln>
            </p:spPr>
          </p:sp>
          <p:sp>
            <p:nvSpPr>
              <p:cNvPr id="1412" name="four:selective-relaxation:regular-node:1139"/>
              <p:cNvSpPr>
                <a:spLocks noGrp="1"/>
              </p:cNvSpPr>
              <p:nvPr/>
            </p:nvSpPr>
            <p:spPr>
              <a:xfrm>
                <a:off x="9678048" y="5747071"/>
                <a:ext cx="36805" cy="36805"/>
              </a:xfrm>
              <a:prstGeom prst="ellipse">
                <a:avLst/>
              </a:prstGeom>
              <a:solidFill>
                <a:srgbClr val="DCE8ED"/>
              </a:solidFill>
              <a:ln w="4886">
                <a:solidFill>
                  <a:srgbClr val="263238"/>
                </a:solidFill>
                <a:prstDash val="solid"/>
              </a:ln>
            </p:spPr>
          </p:sp>
          <p:sp>
            <p:nvSpPr>
              <p:cNvPr id="1413" name="four:selective-relaxation:critical-node:1140"/>
              <p:cNvSpPr>
                <a:spLocks noGrp="1"/>
              </p:cNvSpPr>
              <p:nvPr/>
            </p:nvSpPr>
            <p:spPr>
              <a:xfrm>
                <a:off x="9642777" y="5527977"/>
                <a:ext cx="107347" cy="107347"/>
              </a:xfrm>
              <a:prstGeom prst="diamond">
                <a:avLst/>
              </a:prstGeom>
              <a:solidFill>
                <a:srgbClr val="DCE8ED"/>
              </a:solidFill>
              <a:ln w="5375">
                <a:solidFill>
                  <a:srgbClr val="263238"/>
                </a:solidFill>
                <a:prstDash val="solid"/>
              </a:ln>
            </p:spPr>
          </p:sp>
          <p:sp>
            <p:nvSpPr>
              <p:cNvPr id="1414" name="four:selective-relaxation:critical-node:1141"/>
              <p:cNvSpPr>
                <a:spLocks noGrp="1"/>
              </p:cNvSpPr>
              <p:nvPr/>
            </p:nvSpPr>
            <p:spPr>
              <a:xfrm>
                <a:off x="9642777" y="5821347"/>
                <a:ext cx="107347" cy="107347"/>
              </a:xfrm>
              <a:prstGeom prst="diamond">
                <a:avLst/>
              </a:prstGeom>
              <a:solidFill>
                <a:srgbClr val="DCE8ED"/>
              </a:solidFill>
              <a:ln w="5375">
                <a:solidFill>
                  <a:srgbClr val="263238"/>
                </a:solidFill>
                <a:prstDash val="solid"/>
              </a:ln>
            </p:spPr>
          </p:sp>
          <p:sp>
            <p:nvSpPr>
              <p:cNvPr id="1415" name="four:selective-relaxation:line:1142"/>
              <p:cNvSpPr>
                <a:spLocks noGrp="1"/>
              </p:cNvSpPr>
              <p:nvPr/>
            </p:nvSpPr>
            <p:spPr>
              <a:xfrm>
                <a:off x="9151239" y="5875020"/>
                <a:ext cx="1090422" cy="953"/>
              </a:xfrm>
              <a:custGeom>
                <a:avLst/>
                <a:gdLst/>
                <a:ahLst/>
                <a:cxnLst/>
                <a:pathLst>
                  <a:path w="1090422" h="953">
                    <a:moveTo>
                      <a:pt x="0" y="0"/>
                    </a:moveTo>
                    <a:lnTo>
                      <a:pt x="484870" y="0"/>
                    </a:lnTo>
                    <a:moveTo>
                      <a:pt x="605552" y="0"/>
                    </a:moveTo>
                    <a:lnTo>
                      <a:pt x="1090422" y="0"/>
                    </a:lnTo>
                  </a:path>
                </a:pathLst>
              </a:custGeom>
              <a:noFill/>
              <a:ln w="6108">
                <a:solidFill>
                  <a:srgbClr val="263238"/>
                </a:solidFill>
                <a:prstDash val="solid"/>
              </a:ln>
            </p:spPr>
          </p:sp>
          <p:sp>
            <p:nvSpPr>
              <p:cNvPr id="1416" name="four:selective-relaxation:line:1143"/>
              <p:cNvSpPr>
                <a:spLocks noGrp="1"/>
              </p:cNvSpPr>
              <p:nvPr/>
            </p:nvSpPr>
            <p:spPr>
              <a:xfrm>
                <a:off x="9151239" y="5875020"/>
                <a:ext cx="953" cy="320040"/>
              </a:xfrm>
              <a:custGeom>
                <a:avLst/>
                <a:gdLst/>
                <a:ahLst/>
                <a:cxnLst/>
                <a:pathLst>
                  <a:path w="953" h="320040">
                    <a:moveTo>
                      <a:pt x="0" y="0"/>
                    </a:moveTo>
                    <a:lnTo>
                      <a:pt x="0" y="236696"/>
                    </a:lnTo>
                  </a:path>
                </a:pathLst>
              </a:custGeom>
              <a:noFill/>
              <a:ln w="6108">
                <a:solidFill>
                  <a:srgbClr val="263238"/>
                </a:solidFill>
                <a:prstDash val="solid"/>
              </a:ln>
            </p:spPr>
          </p:sp>
          <p:sp>
            <p:nvSpPr>
              <p:cNvPr id="1417" name="four:selective-relaxation:regular-node:1144"/>
              <p:cNvSpPr>
                <a:spLocks noGrp="1"/>
              </p:cNvSpPr>
              <p:nvPr/>
            </p:nvSpPr>
            <p:spPr>
              <a:xfrm>
                <a:off x="9125169" y="5921381"/>
                <a:ext cx="52140" cy="52140"/>
              </a:xfrm>
              <a:prstGeom prst="ellipse">
                <a:avLst/>
              </a:prstGeom>
              <a:solidFill>
                <a:srgbClr val="D4B4CC"/>
              </a:solidFill>
              <a:ln w="4886">
                <a:solidFill>
                  <a:srgbClr val="263238"/>
                </a:solidFill>
                <a:prstDash val="solid"/>
              </a:ln>
            </p:spPr>
          </p:sp>
          <p:sp>
            <p:nvSpPr>
              <p:cNvPr id="1418" name="four:selective-relaxation:regular-node:1145"/>
              <p:cNvSpPr>
                <a:spLocks noGrp="1"/>
              </p:cNvSpPr>
              <p:nvPr/>
            </p:nvSpPr>
            <p:spPr>
              <a:xfrm>
                <a:off x="9125169" y="6019883"/>
                <a:ext cx="52140" cy="52140"/>
              </a:xfrm>
              <a:prstGeom prst="ellipse">
                <a:avLst/>
              </a:prstGeom>
              <a:solidFill>
                <a:srgbClr val="D4B4CC"/>
              </a:solidFill>
              <a:ln w="4886">
                <a:solidFill>
                  <a:srgbClr val="263238"/>
                </a:solidFill>
                <a:prstDash val="solid"/>
              </a:ln>
            </p:spPr>
          </p:sp>
          <p:sp>
            <p:nvSpPr>
              <p:cNvPr id="1419" name="four:selective-relaxation:line:1146"/>
              <p:cNvSpPr>
                <a:spLocks noGrp="1"/>
              </p:cNvSpPr>
              <p:nvPr/>
            </p:nvSpPr>
            <p:spPr>
              <a:xfrm>
                <a:off x="10241661" y="5875020"/>
                <a:ext cx="953" cy="773430"/>
              </a:xfrm>
              <a:custGeom>
                <a:avLst/>
                <a:gdLst/>
                <a:ahLst/>
                <a:cxnLst/>
                <a:pathLst>
                  <a:path w="953" h="773430">
                    <a:moveTo>
                      <a:pt x="0" y="0"/>
                    </a:moveTo>
                    <a:lnTo>
                      <a:pt x="0" y="690086"/>
                    </a:lnTo>
                  </a:path>
                </a:pathLst>
              </a:custGeom>
              <a:noFill/>
              <a:ln w="6108">
                <a:solidFill>
                  <a:srgbClr val="263238"/>
                </a:solidFill>
                <a:prstDash val="solid"/>
              </a:ln>
            </p:spPr>
          </p:sp>
          <p:sp>
            <p:nvSpPr>
              <p:cNvPr id="1420" name="four:selective-relaxation:regular-node:1147"/>
              <p:cNvSpPr>
                <a:spLocks noGrp="1"/>
              </p:cNvSpPr>
              <p:nvPr/>
            </p:nvSpPr>
            <p:spPr>
              <a:xfrm>
                <a:off x="10215591" y="6010104"/>
                <a:ext cx="52140" cy="52140"/>
              </a:xfrm>
              <a:prstGeom prst="ellipse">
                <a:avLst/>
              </a:prstGeom>
              <a:solidFill>
                <a:srgbClr val="81C9BA"/>
              </a:solidFill>
              <a:ln w="4886">
                <a:solidFill>
                  <a:srgbClr val="263238"/>
                </a:solidFill>
                <a:prstDash val="solid"/>
              </a:ln>
            </p:spPr>
          </p:sp>
          <p:sp>
            <p:nvSpPr>
              <p:cNvPr id="1421" name="four:selective-relaxation:regular-node:1148"/>
              <p:cNvSpPr>
                <a:spLocks noGrp="1"/>
              </p:cNvSpPr>
              <p:nvPr/>
            </p:nvSpPr>
            <p:spPr>
              <a:xfrm>
                <a:off x="10215591" y="6197327"/>
                <a:ext cx="52140" cy="52140"/>
              </a:xfrm>
              <a:prstGeom prst="ellipse">
                <a:avLst/>
              </a:prstGeom>
              <a:solidFill>
                <a:srgbClr val="81C9BA"/>
              </a:solidFill>
              <a:ln w="4886">
                <a:solidFill>
                  <a:srgbClr val="263238"/>
                </a:solidFill>
                <a:prstDash val="solid"/>
              </a:ln>
            </p:spPr>
          </p:sp>
          <p:sp>
            <p:nvSpPr>
              <p:cNvPr id="1422" name="four:selective-relaxation:regular-node:1149"/>
              <p:cNvSpPr>
                <a:spLocks noGrp="1"/>
              </p:cNvSpPr>
              <p:nvPr/>
            </p:nvSpPr>
            <p:spPr>
              <a:xfrm>
                <a:off x="10215591" y="6384550"/>
                <a:ext cx="52140" cy="52140"/>
              </a:xfrm>
              <a:prstGeom prst="ellipse">
                <a:avLst/>
              </a:prstGeom>
              <a:solidFill>
                <a:srgbClr val="81C9BA"/>
              </a:solidFill>
              <a:ln w="4886">
                <a:solidFill>
                  <a:srgbClr val="263238"/>
                </a:solidFill>
                <a:prstDash val="solid"/>
              </a:ln>
            </p:spPr>
          </p:sp>
          <p:sp>
            <p:nvSpPr>
              <p:cNvPr id="1423" name="four:selective-relaxation:line:1150"/>
              <p:cNvSpPr>
                <a:spLocks noGrp="1"/>
              </p:cNvSpPr>
              <p:nvPr/>
            </p:nvSpPr>
            <p:spPr>
              <a:xfrm>
                <a:off x="8807958" y="6195060"/>
                <a:ext cx="686562" cy="953"/>
              </a:xfrm>
              <a:custGeom>
                <a:avLst/>
                <a:gdLst/>
                <a:ahLst/>
                <a:cxnLst/>
                <a:pathLst>
                  <a:path w="686562" h="953">
                    <a:moveTo>
                      <a:pt x="0" y="0"/>
                    </a:moveTo>
                    <a:lnTo>
                      <a:pt x="259937" y="0"/>
                    </a:lnTo>
                    <a:moveTo>
                      <a:pt x="426625" y="0"/>
                    </a:moveTo>
                    <a:lnTo>
                      <a:pt x="686562" y="0"/>
                    </a:lnTo>
                  </a:path>
                </a:pathLst>
              </a:custGeom>
              <a:noFill/>
              <a:ln w="6108">
                <a:solidFill>
                  <a:srgbClr val="263238"/>
                </a:solidFill>
                <a:prstDash val="solid"/>
              </a:ln>
            </p:spPr>
          </p:sp>
          <p:sp>
            <p:nvSpPr>
              <p:cNvPr id="1424" name="four:selective-relaxation:line:1151"/>
              <p:cNvSpPr>
                <a:spLocks noGrp="1"/>
              </p:cNvSpPr>
              <p:nvPr/>
            </p:nvSpPr>
            <p:spPr>
              <a:xfrm>
                <a:off x="9898380" y="6648450"/>
                <a:ext cx="686562" cy="953"/>
              </a:xfrm>
              <a:custGeom>
                <a:avLst/>
                <a:gdLst/>
                <a:ahLst/>
                <a:cxnLst/>
                <a:pathLst>
                  <a:path w="686562" h="953">
                    <a:moveTo>
                      <a:pt x="0" y="0"/>
                    </a:moveTo>
                    <a:lnTo>
                      <a:pt x="259937" y="0"/>
                    </a:lnTo>
                    <a:moveTo>
                      <a:pt x="426625" y="0"/>
                    </a:moveTo>
                    <a:lnTo>
                      <a:pt x="686562" y="0"/>
                    </a:lnTo>
                  </a:path>
                </a:pathLst>
              </a:custGeom>
              <a:noFill/>
              <a:ln w="6108">
                <a:solidFill>
                  <a:srgbClr val="263238"/>
                </a:solidFill>
                <a:prstDash val="solid"/>
              </a:ln>
            </p:spPr>
          </p:sp>
          <p:sp>
            <p:nvSpPr>
              <p:cNvPr id="1425" name="four:selective-relaxation:line:1152"/>
              <p:cNvSpPr>
                <a:spLocks noGrp="1"/>
              </p:cNvSpPr>
              <p:nvPr/>
            </p:nvSpPr>
            <p:spPr>
              <a:xfrm>
                <a:off x="8807958" y="6195060"/>
                <a:ext cx="953" cy="720090"/>
              </a:xfrm>
              <a:custGeom>
                <a:avLst/>
                <a:gdLst/>
                <a:ahLst/>
                <a:cxnLst/>
                <a:pathLst>
                  <a:path w="953" h="720090">
                    <a:moveTo>
                      <a:pt x="0" y="0"/>
                    </a:moveTo>
                    <a:lnTo>
                      <a:pt x="0" y="636746"/>
                    </a:lnTo>
                  </a:path>
                </a:pathLst>
              </a:custGeom>
              <a:noFill/>
              <a:ln w="6108">
                <a:solidFill>
                  <a:srgbClr val="263238"/>
                </a:solidFill>
                <a:prstDash val="solid"/>
              </a:ln>
            </p:spPr>
          </p:sp>
          <p:sp>
            <p:nvSpPr>
              <p:cNvPr id="1426" name="four:selective-relaxation:regular-node:1153"/>
              <p:cNvSpPr>
                <a:spLocks noGrp="1"/>
              </p:cNvSpPr>
              <p:nvPr/>
            </p:nvSpPr>
            <p:spPr>
              <a:xfrm>
                <a:off x="8781888" y="6316809"/>
                <a:ext cx="52140" cy="52140"/>
              </a:xfrm>
              <a:prstGeom prst="ellipse">
                <a:avLst/>
              </a:prstGeom>
              <a:solidFill>
                <a:srgbClr val="0072B2"/>
              </a:solidFill>
              <a:ln w="4886">
                <a:solidFill>
                  <a:srgbClr val="263238"/>
                </a:solidFill>
                <a:prstDash val="solid"/>
              </a:ln>
            </p:spPr>
          </p:sp>
          <p:sp>
            <p:nvSpPr>
              <p:cNvPr id="1427" name="four:selective-relaxation:regular-node:1154"/>
              <p:cNvSpPr>
                <a:spLocks noGrp="1"/>
              </p:cNvSpPr>
              <p:nvPr/>
            </p:nvSpPr>
            <p:spPr>
              <a:xfrm>
                <a:off x="8781888" y="6490697"/>
                <a:ext cx="52140" cy="52140"/>
              </a:xfrm>
              <a:prstGeom prst="ellipse">
                <a:avLst/>
              </a:prstGeom>
              <a:solidFill>
                <a:srgbClr val="0072B2"/>
              </a:solidFill>
              <a:ln w="4886">
                <a:solidFill>
                  <a:srgbClr val="263238"/>
                </a:solidFill>
                <a:prstDash val="solid"/>
              </a:ln>
            </p:spPr>
          </p:sp>
          <p:sp>
            <p:nvSpPr>
              <p:cNvPr id="1428" name="four:selective-relaxation:regular-node:1155"/>
              <p:cNvSpPr>
                <a:spLocks noGrp="1"/>
              </p:cNvSpPr>
              <p:nvPr/>
            </p:nvSpPr>
            <p:spPr>
              <a:xfrm>
                <a:off x="8781888" y="6664585"/>
                <a:ext cx="52140" cy="52140"/>
              </a:xfrm>
              <a:prstGeom prst="ellipse">
                <a:avLst/>
              </a:prstGeom>
              <a:solidFill>
                <a:srgbClr val="0072B2"/>
              </a:solidFill>
              <a:ln w="4886">
                <a:solidFill>
                  <a:srgbClr val="263238"/>
                </a:solidFill>
                <a:prstDash val="solid"/>
              </a:ln>
            </p:spPr>
          </p:sp>
          <p:sp>
            <p:nvSpPr>
              <p:cNvPr id="1429" name="four:selective-relaxation:line:1156"/>
              <p:cNvSpPr>
                <a:spLocks noGrp="1"/>
              </p:cNvSpPr>
              <p:nvPr/>
            </p:nvSpPr>
            <p:spPr>
              <a:xfrm>
                <a:off x="9494520" y="6195060"/>
                <a:ext cx="953" cy="720090"/>
              </a:xfrm>
              <a:custGeom>
                <a:avLst/>
                <a:gdLst/>
                <a:ahLst/>
                <a:cxnLst/>
                <a:pathLst>
                  <a:path w="953" h="720090">
                    <a:moveTo>
                      <a:pt x="0" y="0"/>
                    </a:moveTo>
                    <a:lnTo>
                      <a:pt x="0" y="636746"/>
                    </a:lnTo>
                  </a:path>
                </a:pathLst>
              </a:custGeom>
              <a:noFill/>
              <a:ln w="6108">
                <a:solidFill>
                  <a:srgbClr val="263238"/>
                </a:solidFill>
                <a:prstDash val="solid"/>
              </a:ln>
            </p:spPr>
          </p:sp>
          <p:sp>
            <p:nvSpPr>
              <p:cNvPr id="1430" name="four:selective-relaxation:regular-node:1157"/>
              <p:cNvSpPr>
                <a:spLocks noGrp="1"/>
              </p:cNvSpPr>
              <p:nvPr/>
            </p:nvSpPr>
            <p:spPr>
              <a:xfrm>
                <a:off x="9468450" y="6316809"/>
                <a:ext cx="52140" cy="52140"/>
              </a:xfrm>
              <a:prstGeom prst="ellipse">
                <a:avLst/>
              </a:prstGeom>
              <a:solidFill>
                <a:srgbClr val="CC79A7"/>
              </a:solidFill>
              <a:ln w="4886">
                <a:solidFill>
                  <a:srgbClr val="263238"/>
                </a:solidFill>
                <a:prstDash val="solid"/>
              </a:ln>
            </p:spPr>
          </p:sp>
          <p:sp>
            <p:nvSpPr>
              <p:cNvPr id="1431" name="four:selective-relaxation:regular-node:1158"/>
              <p:cNvSpPr>
                <a:spLocks noGrp="1"/>
              </p:cNvSpPr>
              <p:nvPr/>
            </p:nvSpPr>
            <p:spPr>
              <a:xfrm>
                <a:off x="9468450" y="6490697"/>
                <a:ext cx="52140" cy="52140"/>
              </a:xfrm>
              <a:prstGeom prst="ellipse">
                <a:avLst/>
              </a:prstGeom>
              <a:solidFill>
                <a:srgbClr val="CC79A7"/>
              </a:solidFill>
              <a:ln w="4886">
                <a:solidFill>
                  <a:srgbClr val="263238"/>
                </a:solidFill>
                <a:prstDash val="solid"/>
              </a:ln>
            </p:spPr>
          </p:sp>
          <p:sp>
            <p:nvSpPr>
              <p:cNvPr id="1432" name="four:selective-relaxation:regular-node:1159"/>
              <p:cNvSpPr>
                <a:spLocks noGrp="1"/>
              </p:cNvSpPr>
              <p:nvPr/>
            </p:nvSpPr>
            <p:spPr>
              <a:xfrm>
                <a:off x="9468450" y="6664585"/>
                <a:ext cx="52140" cy="52140"/>
              </a:xfrm>
              <a:prstGeom prst="ellipse">
                <a:avLst/>
              </a:prstGeom>
              <a:solidFill>
                <a:srgbClr val="CC79A7"/>
              </a:solidFill>
              <a:ln w="4886">
                <a:solidFill>
                  <a:srgbClr val="263238"/>
                </a:solidFill>
                <a:prstDash val="solid"/>
              </a:ln>
            </p:spPr>
          </p:sp>
          <p:sp>
            <p:nvSpPr>
              <p:cNvPr id="1433" name="four:selective-relaxation:line:1160"/>
              <p:cNvSpPr>
                <a:spLocks noGrp="1"/>
              </p:cNvSpPr>
              <p:nvPr/>
            </p:nvSpPr>
            <p:spPr>
              <a:xfrm>
                <a:off x="9898380" y="6648450"/>
                <a:ext cx="953" cy="266700"/>
              </a:xfrm>
              <a:custGeom>
                <a:avLst/>
                <a:gdLst/>
                <a:ahLst/>
                <a:cxnLst/>
                <a:pathLst>
                  <a:path w="953" h="266700">
                    <a:moveTo>
                      <a:pt x="0" y="0"/>
                    </a:moveTo>
                    <a:lnTo>
                      <a:pt x="0" y="183356"/>
                    </a:lnTo>
                  </a:path>
                </a:pathLst>
              </a:custGeom>
              <a:noFill/>
              <a:ln w="6108">
                <a:solidFill>
                  <a:srgbClr val="263238"/>
                </a:solidFill>
                <a:prstDash val="solid"/>
              </a:ln>
            </p:spPr>
          </p:sp>
          <p:sp>
            <p:nvSpPr>
              <p:cNvPr id="1434" name="four:selective-relaxation:regular-node:1161"/>
              <p:cNvSpPr>
                <a:spLocks noGrp="1"/>
              </p:cNvSpPr>
              <p:nvPr/>
            </p:nvSpPr>
            <p:spPr>
              <a:xfrm>
                <a:off x="9872310" y="6717392"/>
                <a:ext cx="52140" cy="52140"/>
              </a:xfrm>
              <a:prstGeom prst="ellipse">
                <a:avLst/>
              </a:prstGeom>
              <a:solidFill>
                <a:srgbClr val="D55E00"/>
              </a:solidFill>
              <a:ln w="4886">
                <a:solidFill>
                  <a:srgbClr val="263238"/>
                </a:solidFill>
                <a:prstDash val="solid"/>
              </a:ln>
            </p:spPr>
          </p:sp>
          <p:sp>
            <p:nvSpPr>
              <p:cNvPr id="1435" name="four:selective-relaxation:line:1162"/>
              <p:cNvSpPr>
                <a:spLocks noGrp="1"/>
              </p:cNvSpPr>
              <p:nvPr/>
            </p:nvSpPr>
            <p:spPr>
              <a:xfrm>
                <a:off x="10584942" y="6648450"/>
                <a:ext cx="953" cy="266700"/>
              </a:xfrm>
              <a:custGeom>
                <a:avLst/>
                <a:gdLst/>
                <a:ahLst/>
                <a:cxnLst/>
                <a:pathLst>
                  <a:path w="953" h="266700">
                    <a:moveTo>
                      <a:pt x="0" y="0"/>
                    </a:moveTo>
                    <a:lnTo>
                      <a:pt x="0" y="183356"/>
                    </a:lnTo>
                  </a:path>
                </a:pathLst>
              </a:custGeom>
              <a:noFill/>
              <a:ln w="6108">
                <a:solidFill>
                  <a:srgbClr val="263238"/>
                </a:solidFill>
                <a:prstDash val="solid"/>
              </a:ln>
            </p:spPr>
          </p:sp>
          <p:sp>
            <p:nvSpPr>
              <p:cNvPr id="1436" name="four:selective-relaxation:regular-node:1163"/>
              <p:cNvSpPr>
                <a:spLocks noGrp="1"/>
              </p:cNvSpPr>
              <p:nvPr/>
            </p:nvSpPr>
            <p:spPr>
              <a:xfrm>
                <a:off x="10558872" y="6717392"/>
                <a:ext cx="52140" cy="52140"/>
              </a:xfrm>
              <a:prstGeom prst="ellipse">
                <a:avLst/>
              </a:prstGeom>
              <a:solidFill>
                <a:srgbClr val="009E73"/>
              </a:solidFill>
              <a:ln w="4886">
                <a:solidFill>
                  <a:srgbClr val="263238"/>
                </a:solidFill>
                <a:prstDash val="solid"/>
              </a:ln>
            </p:spPr>
          </p:sp>
          <p:sp>
            <p:nvSpPr>
              <p:cNvPr id="1437" name="four:selective-relaxation:critical-node:1164"/>
              <p:cNvSpPr>
                <a:spLocks noGrp="1"/>
              </p:cNvSpPr>
              <p:nvPr/>
            </p:nvSpPr>
            <p:spPr>
              <a:xfrm>
                <a:off x="9074563" y="6118384"/>
                <a:ext cx="153353" cy="153353"/>
              </a:xfrm>
              <a:prstGeom prst="diamond">
                <a:avLst/>
              </a:prstGeom>
              <a:solidFill>
                <a:srgbClr val="D4B4CC"/>
              </a:solidFill>
              <a:ln w="5375">
                <a:solidFill>
                  <a:srgbClr val="263238"/>
                </a:solidFill>
                <a:prstDash val="solid"/>
              </a:ln>
            </p:spPr>
          </p:sp>
          <p:sp>
            <p:nvSpPr>
              <p:cNvPr id="1438" name="four:selective-relaxation:critical-node:1165"/>
              <p:cNvSpPr>
                <a:spLocks noGrp="1"/>
              </p:cNvSpPr>
              <p:nvPr/>
            </p:nvSpPr>
            <p:spPr>
              <a:xfrm>
                <a:off x="10164985" y="6571774"/>
                <a:ext cx="153353" cy="153353"/>
              </a:xfrm>
              <a:prstGeom prst="diamond">
                <a:avLst/>
              </a:prstGeom>
              <a:solidFill>
                <a:srgbClr val="81C9BA"/>
              </a:solidFill>
              <a:ln w="5375">
                <a:solidFill>
                  <a:srgbClr val="263238"/>
                </a:solidFill>
                <a:prstDash val="solid"/>
              </a:ln>
            </p:spPr>
          </p:sp>
          <p:sp>
            <p:nvSpPr>
              <p:cNvPr id="1439" name="four:selective-relaxation:critical-node:1166"/>
              <p:cNvSpPr>
                <a:spLocks noGrp="1"/>
              </p:cNvSpPr>
              <p:nvPr/>
            </p:nvSpPr>
            <p:spPr>
              <a:xfrm>
                <a:off x="8731282" y="6838474"/>
                <a:ext cx="153353" cy="153353"/>
              </a:xfrm>
              <a:prstGeom prst="diamond">
                <a:avLst/>
              </a:prstGeom>
              <a:solidFill>
                <a:srgbClr val="0072B2"/>
              </a:solidFill>
              <a:ln w="5375">
                <a:solidFill>
                  <a:srgbClr val="263238"/>
                </a:solidFill>
                <a:prstDash val="solid"/>
              </a:ln>
            </p:spPr>
          </p:sp>
          <p:sp>
            <p:nvSpPr>
              <p:cNvPr id="1440" name="four:selective-relaxation:critical-node:1167"/>
              <p:cNvSpPr>
                <a:spLocks noGrp="1"/>
              </p:cNvSpPr>
              <p:nvPr/>
            </p:nvSpPr>
            <p:spPr>
              <a:xfrm>
                <a:off x="9417844" y="6838474"/>
                <a:ext cx="153353" cy="153353"/>
              </a:xfrm>
              <a:prstGeom prst="diamond">
                <a:avLst/>
              </a:prstGeom>
              <a:solidFill>
                <a:srgbClr val="CC79A7"/>
              </a:solidFill>
              <a:ln w="5375">
                <a:solidFill>
                  <a:srgbClr val="263238"/>
                </a:solidFill>
                <a:prstDash val="solid"/>
              </a:ln>
            </p:spPr>
          </p:sp>
          <p:sp>
            <p:nvSpPr>
              <p:cNvPr id="1441" name="four:selective-relaxation:critical-node:1168"/>
              <p:cNvSpPr>
                <a:spLocks noGrp="1"/>
              </p:cNvSpPr>
              <p:nvPr/>
            </p:nvSpPr>
            <p:spPr>
              <a:xfrm>
                <a:off x="9821704" y="6838474"/>
                <a:ext cx="153353" cy="153353"/>
              </a:xfrm>
              <a:prstGeom prst="diamond">
                <a:avLst/>
              </a:prstGeom>
              <a:solidFill>
                <a:srgbClr val="D55E00"/>
              </a:solidFill>
              <a:ln w="5375">
                <a:solidFill>
                  <a:srgbClr val="263238"/>
                </a:solidFill>
                <a:prstDash val="solid"/>
              </a:ln>
            </p:spPr>
          </p:sp>
          <p:sp>
            <p:nvSpPr>
              <p:cNvPr id="1442" name="four:selective-relaxation:critical-node:1169"/>
              <p:cNvSpPr>
                <a:spLocks noGrp="1"/>
              </p:cNvSpPr>
              <p:nvPr/>
            </p:nvSpPr>
            <p:spPr>
              <a:xfrm>
                <a:off x="10508266" y="6838474"/>
                <a:ext cx="153353" cy="153353"/>
              </a:xfrm>
              <a:prstGeom prst="diamond">
                <a:avLst/>
              </a:prstGeom>
              <a:solidFill>
                <a:srgbClr val="009E73"/>
              </a:solidFill>
              <a:ln w="5375">
                <a:solidFill>
                  <a:srgbClr val="263238"/>
                </a:solidFill>
                <a:prstDash val="solid"/>
              </a:ln>
            </p:spPr>
          </p:sp>
          <p:sp>
            <p:nvSpPr>
              <p:cNvPr id="1443" name="four:selective-relaxation:admissible-merge:1170"/>
              <p:cNvSpPr>
                <a:spLocks noGrp="1"/>
              </p:cNvSpPr>
              <p:nvPr/>
            </p:nvSpPr>
            <p:spPr>
              <a:xfrm>
                <a:off x="8979789" y="6023610"/>
                <a:ext cx="342900" cy="342900"/>
              </a:xfrm>
              <a:prstGeom prst="ellipse">
                <a:avLst/>
              </a:prstGeom>
              <a:solidFill>
                <a:srgbClr val="E6E8EB">
                  <a:alpha val="35000"/>
                </a:srgbClr>
              </a:solidFill>
              <a:ln w="9284">
                <a:solidFill>
                  <a:srgbClr val="7B8790"/>
                </a:solidFill>
                <a:prstDash val="solid"/>
              </a:ln>
            </p:spPr>
          </p:sp>
          <p:sp>
            <p:nvSpPr>
              <p:cNvPr id="1444" name="four:selective-relaxation:retained-merge:1171"/>
              <p:cNvSpPr>
                <a:spLocks noGrp="1"/>
              </p:cNvSpPr>
              <p:nvPr/>
            </p:nvSpPr>
            <p:spPr>
              <a:xfrm>
                <a:off x="10070211" y="6477000"/>
                <a:ext cx="342900" cy="342900"/>
              </a:xfrm>
              <a:prstGeom prst="ellipse">
                <a:avLst/>
              </a:prstGeom>
              <a:solidFill>
                <a:srgbClr val="E6E8EB">
                  <a:alpha val="35000"/>
                </a:srgbClr>
              </a:solidFill>
              <a:ln w="9284">
                <a:solidFill>
                  <a:srgbClr val="7B8790"/>
                </a:solidFill>
                <a:prstDash val="solid"/>
              </a:ln>
            </p:spPr>
          </p:sp>
          <p:sp>
            <p:nvSpPr>
              <p:cNvPr id="1445" name="four:selective-relaxation:line:1172"/>
              <p:cNvSpPr>
                <a:spLocks noGrp="1"/>
              </p:cNvSpPr>
              <p:nvPr/>
            </p:nvSpPr>
            <p:spPr>
              <a:xfrm>
                <a:off x="8896350" y="5695950"/>
                <a:ext cx="152400" cy="123825"/>
              </a:xfrm>
              <a:custGeom>
                <a:avLst/>
                <a:gdLst/>
                <a:ahLst/>
                <a:cxnLst/>
                <a:pathLst>
                  <a:path w="152400" h="123825">
                    <a:moveTo>
                      <a:pt x="152400" y="0"/>
                    </a:moveTo>
                    <a:lnTo>
                      <a:pt x="0" y="123825"/>
                    </a:lnTo>
                  </a:path>
                </a:pathLst>
              </a:custGeom>
              <a:noFill/>
              <a:ln w="6841">
                <a:solidFill>
                  <a:srgbClr val="7B8790"/>
                </a:solidFill>
                <a:prstDash val="solid"/>
              </a:ln>
            </p:spPr>
          </p:sp>
          <p:sp>
            <p:nvSpPr>
              <p:cNvPr id="1446" name="four:selective-relaxation:line:1173"/>
              <p:cNvSpPr>
                <a:spLocks noGrp="1"/>
              </p:cNvSpPr>
              <p:nvPr/>
            </p:nvSpPr>
            <p:spPr>
              <a:xfrm>
                <a:off x="8896350" y="5819775"/>
                <a:ext cx="953" cy="114300"/>
              </a:xfrm>
              <a:custGeom>
                <a:avLst/>
                <a:gdLst/>
                <a:ahLst/>
                <a:cxnLst/>
                <a:pathLst>
                  <a:path w="953" h="114300">
                    <a:moveTo>
                      <a:pt x="0" y="0"/>
                    </a:moveTo>
                    <a:lnTo>
                      <a:pt x="0" y="114300"/>
                    </a:lnTo>
                  </a:path>
                </a:pathLst>
              </a:custGeom>
              <a:noFill/>
              <a:ln w="6841">
                <a:solidFill>
                  <a:srgbClr val="7B8790"/>
                </a:solidFill>
                <a:prstDash val="solid"/>
              </a:ln>
            </p:spPr>
          </p:sp>
          <p:sp>
            <p:nvSpPr>
              <p:cNvPr id="1447" name="four:selective-relaxation:line:1174"/>
              <p:cNvSpPr>
                <a:spLocks noGrp="1"/>
              </p:cNvSpPr>
              <p:nvPr/>
            </p:nvSpPr>
            <p:spPr>
              <a:xfrm>
                <a:off x="8896350" y="5934075"/>
                <a:ext cx="125349" cy="131445"/>
              </a:xfrm>
              <a:custGeom>
                <a:avLst/>
                <a:gdLst/>
                <a:ahLst/>
                <a:cxnLst/>
                <a:pathLst>
                  <a:path w="125349" h="131445">
                    <a:moveTo>
                      <a:pt x="0" y="0"/>
                    </a:moveTo>
                    <a:lnTo>
                      <a:pt x="125349" y="131445"/>
                    </a:lnTo>
                  </a:path>
                </a:pathLst>
              </a:custGeom>
              <a:noFill/>
              <a:ln w="6841">
                <a:solidFill>
                  <a:srgbClr val="7B8790"/>
                </a:solidFill>
                <a:prstDash val="solid"/>
              </a:ln>
            </p:spPr>
          </p:sp>
          <p:sp>
            <p:nvSpPr>
              <p:cNvPr id="1448" name="four:selective-relaxation:line:1175"/>
              <p:cNvSpPr>
                <a:spLocks noGrp="1"/>
              </p:cNvSpPr>
              <p:nvPr/>
            </p:nvSpPr>
            <p:spPr>
              <a:xfrm>
                <a:off x="10801350" y="5695950"/>
                <a:ext cx="953" cy="542925"/>
              </a:xfrm>
              <a:custGeom>
                <a:avLst/>
                <a:gdLst/>
                <a:ahLst/>
                <a:cxnLst/>
                <a:pathLst>
                  <a:path w="953" h="542925">
                    <a:moveTo>
                      <a:pt x="0" y="0"/>
                    </a:moveTo>
                    <a:lnTo>
                      <a:pt x="0" y="542925"/>
                    </a:lnTo>
                  </a:path>
                </a:pathLst>
              </a:custGeom>
              <a:noFill/>
              <a:ln w="6841">
                <a:solidFill>
                  <a:srgbClr val="7B8790"/>
                </a:solidFill>
                <a:prstDash val="solid"/>
              </a:ln>
            </p:spPr>
          </p:sp>
          <p:sp>
            <p:nvSpPr>
              <p:cNvPr id="1449" name="four:selective-relaxation:line:1176"/>
              <p:cNvSpPr>
                <a:spLocks noGrp="1"/>
              </p:cNvSpPr>
              <p:nvPr/>
            </p:nvSpPr>
            <p:spPr>
              <a:xfrm>
                <a:off x="10371201" y="6238875"/>
                <a:ext cx="430149" cy="280035"/>
              </a:xfrm>
              <a:custGeom>
                <a:avLst/>
                <a:gdLst/>
                <a:ahLst/>
                <a:cxnLst/>
                <a:pathLst>
                  <a:path w="430149" h="280035">
                    <a:moveTo>
                      <a:pt x="430149" y="0"/>
                    </a:moveTo>
                    <a:lnTo>
                      <a:pt x="0" y="280035"/>
                    </a:lnTo>
                  </a:path>
                </a:pathLst>
              </a:custGeom>
              <a:noFill/>
              <a:ln w="6841">
                <a:solidFill>
                  <a:srgbClr val="7B8790"/>
                </a:solidFill>
                <a:prstDash val="solid"/>
              </a:ln>
            </p:spPr>
          </p:sp>
          <p:sp>
            <p:nvSpPr>
              <p:cNvPr id="1450" name="four:selective-relaxation:textbox:1205"/>
              <p:cNvSpPr>
                <a:spLocks noGrp="1"/>
              </p:cNvSpPr>
              <p:nvPr/>
            </p:nvSpPr>
            <p:spPr>
              <a:xfrm>
                <a:off x="10839450" y="5600700"/>
                <a:ext cx="1524000" cy="276225"/>
              </a:xfrm>
              <a:prstGeom prst="rect">
                <a:avLst/>
              </a:prstGeom>
              <a:noFill/>
              <a:ln w="0">
                <a:noFill/>
                <a:prstDash val="solid"/>
              </a:ln>
            </p:spPr>
            <p:txBody>
              <a:bodyPr wrap="none" lIns="0" tIns="0" rIns="0" bIns="0" anchor="ctr">
                <a:normAutofit fontScale="96334"/>
              </a:bodyPr>
              <a:lstStyle>
                <a:defPPr algn="ctr">
                  <a:defRPr sz="731" b="1">
                    <a:solidFill>
                      <a:srgbClr val="7B8790"/>
                    </a:solidFill>
                    <a:latin typeface="Arial" panose="020B0604020202090204"/>
                    <a:ea typeface="Arial" panose="020B0604020202090204"/>
                    <a:cs typeface="Arial" panose="020B0604020202090204"/>
                  </a:defRPr>
                </a:defPPr>
              </a:lstStyle>
              <a:p>
                <a:pPr algn="ctr">
                  <a:defRPr sz="731" b="1">
                    <a:solidFill>
                      <a:srgbClr val="7B8790"/>
                    </a:solidFill>
                    <a:latin typeface="Arial" panose="020B0604020202090204"/>
                    <a:ea typeface="Arial" panose="020B0604020202090204"/>
                    <a:cs typeface="Arial" panose="020B0604020202090204"/>
                  </a:defRPr>
                </a:pPr>
                <a:r>
                  <a:rPr sz="731" b="1">
                    <a:solidFill>
                      <a:srgbClr val="7B8790"/>
                    </a:solidFill>
                    <a:latin typeface="Arial" panose="020B0604020202090204"/>
                    <a:ea typeface="Arial" panose="020B0604020202090204"/>
                    <a:cs typeface="Arial" panose="020B0604020202090204"/>
                  </a:rPr>
                  <a:t>Flatten then prune</a:t>
                </a:r>
                <a:endParaRPr sz="731" b="1">
                  <a:solidFill>
                    <a:srgbClr val="7B8790"/>
                  </a:solidFill>
                  <a:latin typeface="Arial" panose="020B0604020202090204"/>
                  <a:ea typeface="Arial" panose="020B0604020202090204"/>
                  <a:cs typeface="Arial" panose="020B0604020202090204"/>
                </a:endParaRPr>
              </a:p>
            </p:txBody>
          </p:sp>
          <p:sp>
            <p:nvSpPr>
              <p:cNvPr id="1451" name="four:selective-relaxation:rightArrow:1206"/>
              <p:cNvSpPr>
                <a:spLocks noGrp="1"/>
              </p:cNvSpPr>
              <p:nvPr/>
            </p:nvSpPr>
            <p:spPr>
              <a:xfrm>
                <a:off x="11372850" y="6105525"/>
                <a:ext cx="457200" cy="314325"/>
              </a:xfrm>
              <a:prstGeom prst="rightArrow">
                <a:avLst/>
              </a:prstGeom>
              <a:solidFill>
                <a:srgbClr val="9AAEBC"/>
              </a:solidFill>
              <a:ln w="0">
                <a:noFill/>
                <a:prstDash val="solid"/>
              </a:ln>
            </p:spPr>
          </p:sp>
          <p:sp>
            <p:nvSpPr>
              <p:cNvPr id="1452" name="four:selective-relaxation:textbox:1207"/>
              <p:cNvSpPr>
                <a:spLocks noGrp="1"/>
              </p:cNvSpPr>
              <p:nvPr/>
            </p:nvSpPr>
            <p:spPr>
              <a:xfrm>
                <a:off x="8686800" y="7124700"/>
                <a:ext cx="2019300" cy="342900"/>
              </a:xfrm>
              <a:prstGeom prst="rect">
                <a:avLst/>
              </a:prstGeom>
              <a:noFill/>
              <a:ln w="0">
                <a:noFill/>
                <a:prstDash val="solid"/>
              </a:ln>
            </p:spPr>
            <p:txBody>
              <a:bodyPr wrap="none" lIns="0" tIns="0" rIns="0" bIns="0" anchor="ctr">
                <a:normAutofit/>
              </a:bodyPr>
              <a:lstStyle>
                <a:defPPr algn="ctr">
                  <a:defRPr sz="1077" b="0">
                    <a:solidFill>
                      <a:srgbClr val="263238"/>
                    </a:solidFill>
                    <a:latin typeface="Arial" panose="020B0604020202090204"/>
                    <a:ea typeface="Arial" panose="020B0604020202090204"/>
                    <a:cs typeface="Arial" panose="020B0604020202090204"/>
                  </a:defRPr>
                </a:defPPr>
              </a:lstStyle>
              <a:p>
                <a:pPr algn="ctr">
                  <a:defRPr sz="1077" b="0">
                    <a:solidFill>
                      <a:srgbClr val="263238"/>
                    </a:solidFill>
                    <a:latin typeface="Arial" panose="020B0604020202090204"/>
                    <a:ea typeface="Arial" panose="020B0604020202090204"/>
                    <a:cs typeface="Arial" panose="020B0604020202090204"/>
                  </a:defRPr>
                </a:pPr>
                <a:r>
                  <a:rPr sz="1077" b="0">
                    <a:solidFill>
                      <a:srgbClr val="263238"/>
                    </a:solidFill>
                    <a:latin typeface="Arial" panose="020B0604020202090204"/>
                    <a:ea typeface="Arial" panose="020B0604020202090204"/>
                    <a:cs typeface="Arial" panose="020B0604020202090204"/>
                  </a:rPr>
                  <a:t>T</a:t>
                </a:r>
                <a:endParaRPr sz="1077" b="0">
                  <a:solidFill>
                    <a:srgbClr val="263238"/>
                  </a:solidFill>
                  <a:latin typeface="Arial" panose="020B0604020202090204"/>
                  <a:ea typeface="Arial" panose="020B0604020202090204"/>
                  <a:cs typeface="Arial" panose="020B0604020202090204"/>
                </a:endParaRPr>
              </a:p>
            </p:txBody>
          </p:sp>
          <p:sp>
            <p:nvSpPr>
              <p:cNvPr id="1453" name="four:selective-relaxation:textbox:1208"/>
              <p:cNvSpPr>
                <a:spLocks noGrp="1"/>
              </p:cNvSpPr>
              <p:nvPr/>
            </p:nvSpPr>
            <p:spPr>
              <a:xfrm>
                <a:off x="12639675" y="7124700"/>
                <a:ext cx="2019300" cy="342900"/>
              </a:xfrm>
              <a:prstGeom prst="rect">
                <a:avLst/>
              </a:prstGeom>
              <a:noFill/>
              <a:ln w="0">
                <a:noFill/>
                <a:prstDash val="solid"/>
              </a:ln>
            </p:spPr>
            <p:txBody>
              <a:bodyPr wrap="none" lIns="0" tIns="0" rIns="0" bIns="0" anchor="ctr">
                <a:normAutofit/>
              </a:bodyPr>
              <a:lstStyle>
                <a:defPPr algn="ctr">
                  <a:defRPr sz="1077" b="0">
                    <a:solidFill>
                      <a:srgbClr val="263238"/>
                    </a:solidFill>
                    <a:latin typeface="Arial" panose="020B0604020202090204"/>
                    <a:ea typeface="Arial" panose="020B0604020202090204"/>
                    <a:cs typeface="Arial" panose="020B0604020202090204"/>
                  </a:defRPr>
                </a:defPPr>
              </a:lstStyle>
              <a:p>
                <a:pPr algn="ctr">
                  <a:defRPr sz="1077" b="0">
                    <a:solidFill>
                      <a:srgbClr val="263238"/>
                    </a:solidFill>
                    <a:latin typeface="Arial" panose="020B0604020202090204"/>
                    <a:ea typeface="Arial" panose="020B0604020202090204"/>
                    <a:cs typeface="Arial" panose="020B0604020202090204"/>
                  </a:defRPr>
                </a:pPr>
                <a:r>
                  <a:rPr sz="1077" b="0">
                    <a:solidFill>
                      <a:srgbClr val="263238"/>
                    </a:solidFill>
                    <a:latin typeface="Arial" panose="020B0604020202090204"/>
                    <a:ea typeface="Arial" panose="020B0604020202090204"/>
                    <a:cs typeface="Arial" panose="020B0604020202090204"/>
                  </a:rPr>
                  <a:t>T′</a:t>
                </a:r>
                <a:endParaRPr sz="1077" b="0">
                  <a:solidFill>
                    <a:srgbClr val="263238"/>
                  </a:solidFill>
                  <a:latin typeface="Arial" panose="020B0604020202090204"/>
                  <a:ea typeface="Arial" panose="020B0604020202090204"/>
                  <a:cs typeface="Arial" panose="020B0604020202090204"/>
                </a:endParaRPr>
              </a:p>
            </p:txBody>
          </p:sp>
        </p:grpSp>
        <p:grpSp>
          <p:nvGrpSpPr>
            <p:cNvPr id="1454" name="relaxed-hierarchy"/>
            <p:cNvGrpSpPr/>
            <p:nvPr/>
          </p:nvGrpSpPr>
          <p:grpSpPr>
            <a:xfrm>
              <a:off x="0" y="0"/>
              <a:ext cx="24955500" cy="8572500"/>
              <a:chOff x="0" y="0"/>
              <a:chExt cx="24955500" cy="8572500"/>
            </a:xfrm>
          </p:grpSpPr>
          <p:sp>
            <p:nvSpPr>
              <p:cNvPr id="1455" name="four:relaxed-hierarchy:line:1177"/>
              <p:cNvSpPr>
                <a:spLocks noGrp="1"/>
              </p:cNvSpPr>
              <p:nvPr/>
            </p:nvSpPr>
            <p:spPr>
              <a:xfrm>
                <a:off x="13649325" y="5372100"/>
                <a:ext cx="953" cy="339471"/>
              </a:xfrm>
              <a:custGeom>
                <a:avLst/>
                <a:gdLst/>
                <a:ahLst/>
                <a:cxnLst/>
                <a:pathLst>
                  <a:path w="953" h="339471">
                    <a:moveTo>
                      <a:pt x="0" y="68775"/>
                    </a:moveTo>
                    <a:lnTo>
                      <a:pt x="0" y="270696"/>
                    </a:lnTo>
                  </a:path>
                </a:pathLst>
              </a:custGeom>
              <a:noFill/>
              <a:ln w="6108">
                <a:solidFill>
                  <a:srgbClr val="263238"/>
                </a:solidFill>
                <a:prstDash val="solid"/>
              </a:ln>
            </p:spPr>
          </p:sp>
          <p:sp>
            <p:nvSpPr>
              <p:cNvPr id="1456" name="four:relaxed-hierarchy:regular-node:1178"/>
              <p:cNvSpPr>
                <a:spLocks noGrp="1"/>
              </p:cNvSpPr>
              <p:nvPr/>
            </p:nvSpPr>
            <p:spPr>
              <a:xfrm>
                <a:off x="13628031" y="5477567"/>
                <a:ext cx="42588" cy="42588"/>
              </a:xfrm>
              <a:prstGeom prst="ellipse">
                <a:avLst/>
              </a:prstGeom>
              <a:solidFill>
                <a:srgbClr val="DCE8ED"/>
              </a:solidFill>
              <a:ln w="4886">
                <a:solidFill>
                  <a:srgbClr val="263238"/>
                </a:solidFill>
                <a:prstDash val="solid"/>
              </a:ln>
            </p:spPr>
          </p:sp>
          <p:sp>
            <p:nvSpPr>
              <p:cNvPr id="1457" name="four:relaxed-hierarchy:regular-node:1179"/>
              <p:cNvSpPr>
                <a:spLocks noGrp="1"/>
              </p:cNvSpPr>
              <p:nvPr/>
            </p:nvSpPr>
            <p:spPr>
              <a:xfrm>
                <a:off x="13628031" y="5563515"/>
                <a:ext cx="42588" cy="42588"/>
              </a:xfrm>
              <a:prstGeom prst="ellipse">
                <a:avLst/>
              </a:prstGeom>
              <a:solidFill>
                <a:srgbClr val="DCE8ED"/>
              </a:solidFill>
              <a:ln w="4886">
                <a:solidFill>
                  <a:srgbClr val="263238"/>
                </a:solidFill>
                <a:prstDash val="solid"/>
              </a:ln>
            </p:spPr>
          </p:sp>
          <p:sp>
            <p:nvSpPr>
              <p:cNvPr id="1458" name="four:relaxed-hierarchy:critical-node:1180"/>
              <p:cNvSpPr>
                <a:spLocks noGrp="1"/>
              </p:cNvSpPr>
              <p:nvPr/>
            </p:nvSpPr>
            <p:spPr>
              <a:xfrm>
                <a:off x="13587217" y="5309992"/>
                <a:ext cx="124216" cy="124216"/>
              </a:xfrm>
              <a:prstGeom prst="diamond">
                <a:avLst/>
              </a:prstGeom>
              <a:solidFill>
                <a:srgbClr val="DCE8ED"/>
              </a:solidFill>
              <a:ln w="5375">
                <a:solidFill>
                  <a:srgbClr val="263238"/>
                </a:solidFill>
                <a:prstDash val="solid"/>
              </a:ln>
            </p:spPr>
          </p:sp>
          <p:sp>
            <p:nvSpPr>
              <p:cNvPr id="1459" name="four:relaxed-hierarchy:critical-node:1181"/>
              <p:cNvSpPr>
                <a:spLocks noGrp="1"/>
              </p:cNvSpPr>
              <p:nvPr/>
            </p:nvSpPr>
            <p:spPr>
              <a:xfrm>
                <a:off x="13587217" y="5649463"/>
                <a:ext cx="124216" cy="124216"/>
              </a:xfrm>
              <a:prstGeom prst="diamond">
                <a:avLst/>
              </a:prstGeom>
              <a:solidFill>
                <a:srgbClr val="DCE8ED"/>
              </a:solidFill>
              <a:ln w="5375">
                <a:solidFill>
                  <a:srgbClr val="263238"/>
                </a:solidFill>
                <a:prstDash val="solid"/>
              </a:ln>
            </p:spPr>
          </p:sp>
          <p:sp>
            <p:nvSpPr>
              <p:cNvPr id="1460" name="four:relaxed-hierarchy:line:1182"/>
              <p:cNvSpPr>
                <a:spLocks noGrp="1"/>
              </p:cNvSpPr>
              <p:nvPr/>
            </p:nvSpPr>
            <p:spPr>
              <a:xfrm>
                <a:off x="12760833" y="5711571"/>
                <a:ext cx="1776984" cy="953"/>
              </a:xfrm>
              <a:custGeom>
                <a:avLst/>
                <a:gdLst/>
                <a:ahLst/>
                <a:cxnLst/>
                <a:pathLst>
                  <a:path w="1776984" h="953">
                    <a:moveTo>
                      <a:pt x="0" y="0"/>
                    </a:moveTo>
                    <a:lnTo>
                      <a:pt x="819717" y="0"/>
                    </a:lnTo>
                    <a:moveTo>
                      <a:pt x="957267" y="0"/>
                    </a:moveTo>
                    <a:lnTo>
                      <a:pt x="1776984" y="0"/>
                    </a:lnTo>
                  </a:path>
                </a:pathLst>
              </a:custGeom>
              <a:noFill/>
              <a:ln w="6108">
                <a:solidFill>
                  <a:srgbClr val="263238"/>
                </a:solidFill>
                <a:prstDash val="solid"/>
              </a:ln>
            </p:spPr>
          </p:sp>
          <p:sp>
            <p:nvSpPr>
              <p:cNvPr id="1461" name="four:relaxed-hierarchy:line:1183"/>
              <p:cNvSpPr>
                <a:spLocks noGrp="1"/>
              </p:cNvSpPr>
              <p:nvPr/>
            </p:nvSpPr>
            <p:spPr>
              <a:xfrm>
                <a:off x="12760833" y="5711571"/>
                <a:ext cx="953" cy="1203579"/>
              </a:xfrm>
              <a:custGeom>
                <a:avLst/>
                <a:gdLst/>
                <a:ahLst/>
                <a:cxnLst/>
                <a:pathLst>
                  <a:path w="953" h="1203579">
                    <a:moveTo>
                      <a:pt x="0" y="0"/>
                    </a:moveTo>
                    <a:lnTo>
                      <a:pt x="0" y="1108186"/>
                    </a:lnTo>
                  </a:path>
                </a:pathLst>
              </a:custGeom>
              <a:noFill/>
              <a:ln w="6108">
                <a:solidFill>
                  <a:srgbClr val="263238"/>
                </a:solidFill>
                <a:prstDash val="solid"/>
              </a:ln>
            </p:spPr>
          </p:sp>
          <p:sp>
            <p:nvSpPr>
              <p:cNvPr id="1462" name="four:relaxed-hierarchy:regular-node:1184"/>
              <p:cNvSpPr>
                <a:spLocks noGrp="1"/>
              </p:cNvSpPr>
              <p:nvPr/>
            </p:nvSpPr>
            <p:spPr>
              <a:xfrm>
                <a:off x="12730666" y="5945034"/>
                <a:ext cx="60333" cy="60333"/>
              </a:xfrm>
              <a:prstGeom prst="ellipse">
                <a:avLst/>
              </a:prstGeom>
              <a:solidFill>
                <a:srgbClr val="0072B2"/>
              </a:solidFill>
              <a:ln w="4886">
                <a:solidFill>
                  <a:srgbClr val="263238"/>
                </a:solidFill>
                <a:prstDash val="solid"/>
              </a:ln>
            </p:spPr>
          </p:sp>
          <p:sp>
            <p:nvSpPr>
              <p:cNvPr id="1463" name="four:relaxed-hierarchy:regular-node:1185"/>
              <p:cNvSpPr>
                <a:spLocks noGrp="1"/>
              </p:cNvSpPr>
              <p:nvPr/>
            </p:nvSpPr>
            <p:spPr>
              <a:xfrm>
                <a:off x="12730666" y="6238831"/>
                <a:ext cx="60333" cy="60333"/>
              </a:xfrm>
              <a:prstGeom prst="ellipse">
                <a:avLst/>
              </a:prstGeom>
              <a:solidFill>
                <a:srgbClr val="0072B2"/>
              </a:solidFill>
              <a:ln w="4886">
                <a:solidFill>
                  <a:srgbClr val="263238"/>
                </a:solidFill>
                <a:prstDash val="solid"/>
              </a:ln>
            </p:spPr>
          </p:sp>
          <p:sp>
            <p:nvSpPr>
              <p:cNvPr id="1464" name="four:relaxed-hierarchy:regular-node:1186"/>
              <p:cNvSpPr>
                <a:spLocks noGrp="1"/>
              </p:cNvSpPr>
              <p:nvPr/>
            </p:nvSpPr>
            <p:spPr>
              <a:xfrm>
                <a:off x="12730666" y="6532628"/>
                <a:ext cx="60333" cy="60333"/>
              </a:xfrm>
              <a:prstGeom prst="ellipse">
                <a:avLst/>
              </a:prstGeom>
              <a:solidFill>
                <a:srgbClr val="0072B2"/>
              </a:solidFill>
              <a:ln w="4886">
                <a:solidFill>
                  <a:srgbClr val="263238"/>
                </a:solidFill>
                <a:prstDash val="solid"/>
              </a:ln>
            </p:spPr>
          </p:sp>
          <p:sp>
            <p:nvSpPr>
              <p:cNvPr id="1465" name="four:relaxed-hierarchy:line:1187"/>
              <p:cNvSpPr>
                <a:spLocks noGrp="1"/>
              </p:cNvSpPr>
              <p:nvPr/>
            </p:nvSpPr>
            <p:spPr>
              <a:xfrm>
                <a:off x="14537817" y="5711571"/>
                <a:ext cx="953" cy="1203579"/>
              </a:xfrm>
              <a:custGeom>
                <a:avLst/>
                <a:gdLst/>
                <a:ahLst/>
                <a:cxnLst/>
                <a:pathLst>
                  <a:path w="953" h="1203579">
                    <a:moveTo>
                      <a:pt x="0" y="0"/>
                    </a:moveTo>
                    <a:lnTo>
                      <a:pt x="0" y="1108186"/>
                    </a:lnTo>
                  </a:path>
                </a:pathLst>
              </a:custGeom>
              <a:noFill/>
              <a:ln w="6108">
                <a:solidFill>
                  <a:srgbClr val="263238"/>
                </a:solidFill>
                <a:prstDash val="solid"/>
              </a:ln>
            </p:spPr>
          </p:sp>
          <p:sp>
            <p:nvSpPr>
              <p:cNvPr id="1466" name="four:relaxed-hierarchy:regular-node:1188"/>
              <p:cNvSpPr>
                <a:spLocks noGrp="1"/>
              </p:cNvSpPr>
              <p:nvPr/>
            </p:nvSpPr>
            <p:spPr>
              <a:xfrm>
                <a:off x="14507650" y="5945034"/>
                <a:ext cx="60333" cy="60333"/>
              </a:xfrm>
              <a:prstGeom prst="ellipse">
                <a:avLst/>
              </a:prstGeom>
              <a:solidFill>
                <a:srgbClr val="CC79A7"/>
              </a:solidFill>
              <a:ln w="4886">
                <a:solidFill>
                  <a:srgbClr val="263238"/>
                </a:solidFill>
                <a:prstDash val="solid"/>
              </a:ln>
            </p:spPr>
          </p:sp>
          <p:sp>
            <p:nvSpPr>
              <p:cNvPr id="1467" name="four:relaxed-hierarchy:regular-node:1189"/>
              <p:cNvSpPr>
                <a:spLocks noGrp="1"/>
              </p:cNvSpPr>
              <p:nvPr/>
            </p:nvSpPr>
            <p:spPr>
              <a:xfrm>
                <a:off x="14507650" y="6238831"/>
                <a:ext cx="60333" cy="60333"/>
              </a:xfrm>
              <a:prstGeom prst="ellipse">
                <a:avLst/>
              </a:prstGeom>
              <a:solidFill>
                <a:srgbClr val="CC79A7"/>
              </a:solidFill>
              <a:ln w="4886">
                <a:solidFill>
                  <a:srgbClr val="263238"/>
                </a:solidFill>
                <a:prstDash val="solid"/>
              </a:ln>
            </p:spPr>
          </p:sp>
          <p:sp>
            <p:nvSpPr>
              <p:cNvPr id="1468" name="four:relaxed-hierarchy:regular-node:1190"/>
              <p:cNvSpPr>
                <a:spLocks noGrp="1"/>
              </p:cNvSpPr>
              <p:nvPr/>
            </p:nvSpPr>
            <p:spPr>
              <a:xfrm>
                <a:off x="14507650" y="6532628"/>
                <a:ext cx="60333" cy="60333"/>
              </a:xfrm>
              <a:prstGeom prst="ellipse">
                <a:avLst/>
              </a:prstGeom>
              <a:solidFill>
                <a:srgbClr val="CC79A7"/>
              </a:solidFill>
              <a:ln w="4886">
                <a:solidFill>
                  <a:srgbClr val="263238"/>
                </a:solidFill>
                <a:prstDash val="solid"/>
              </a:ln>
            </p:spPr>
          </p:sp>
          <p:sp>
            <p:nvSpPr>
              <p:cNvPr id="1469" name="four:relaxed-hierarchy:line:1191"/>
              <p:cNvSpPr>
                <a:spLocks noGrp="1"/>
              </p:cNvSpPr>
              <p:nvPr/>
            </p:nvSpPr>
            <p:spPr>
              <a:xfrm>
                <a:off x="13649325" y="5711571"/>
                <a:ext cx="953" cy="894969"/>
              </a:xfrm>
              <a:custGeom>
                <a:avLst/>
                <a:gdLst/>
                <a:ahLst/>
                <a:cxnLst/>
                <a:pathLst>
                  <a:path w="953" h="894969">
                    <a:moveTo>
                      <a:pt x="0" y="68775"/>
                    </a:moveTo>
                    <a:lnTo>
                      <a:pt x="0" y="799576"/>
                    </a:lnTo>
                  </a:path>
                </a:pathLst>
              </a:custGeom>
              <a:noFill/>
              <a:ln w="6108">
                <a:solidFill>
                  <a:srgbClr val="263238"/>
                </a:solidFill>
                <a:prstDash val="solid"/>
              </a:ln>
            </p:spPr>
          </p:sp>
          <p:sp>
            <p:nvSpPr>
              <p:cNvPr id="1470" name="four:relaxed-hierarchy:regular-node:1192"/>
              <p:cNvSpPr>
                <a:spLocks noGrp="1"/>
              </p:cNvSpPr>
              <p:nvPr/>
            </p:nvSpPr>
            <p:spPr>
              <a:xfrm>
                <a:off x="13619158" y="5914463"/>
                <a:ext cx="60333" cy="60333"/>
              </a:xfrm>
              <a:prstGeom prst="ellipse">
                <a:avLst/>
              </a:prstGeom>
              <a:solidFill>
                <a:srgbClr val="81C9BA"/>
              </a:solidFill>
              <a:ln w="4886">
                <a:solidFill>
                  <a:srgbClr val="263238"/>
                </a:solidFill>
                <a:prstDash val="solid"/>
              </a:ln>
            </p:spPr>
          </p:sp>
          <p:sp>
            <p:nvSpPr>
              <p:cNvPr id="1471" name="four:relaxed-hierarchy:regular-node:1193"/>
              <p:cNvSpPr>
                <a:spLocks noGrp="1"/>
              </p:cNvSpPr>
              <p:nvPr/>
            </p:nvSpPr>
            <p:spPr>
              <a:xfrm>
                <a:off x="13619158" y="6115580"/>
                <a:ext cx="60333" cy="60333"/>
              </a:xfrm>
              <a:prstGeom prst="ellipse">
                <a:avLst/>
              </a:prstGeom>
              <a:solidFill>
                <a:srgbClr val="81C9BA"/>
              </a:solidFill>
              <a:ln w="4886">
                <a:solidFill>
                  <a:srgbClr val="263238"/>
                </a:solidFill>
                <a:prstDash val="solid"/>
              </a:ln>
            </p:spPr>
          </p:sp>
          <p:sp>
            <p:nvSpPr>
              <p:cNvPr id="1472" name="four:relaxed-hierarchy:regular-node:1194"/>
              <p:cNvSpPr>
                <a:spLocks noGrp="1"/>
              </p:cNvSpPr>
              <p:nvPr/>
            </p:nvSpPr>
            <p:spPr>
              <a:xfrm>
                <a:off x="13619158" y="6316697"/>
                <a:ext cx="60333" cy="60333"/>
              </a:xfrm>
              <a:prstGeom prst="ellipse">
                <a:avLst/>
              </a:prstGeom>
              <a:solidFill>
                <a:srgbClr val="81C9BA"/>
              </a:solidFill>
              <a:ln w="4886">
                <a:solidFill>
                  <a:srgbClr val="263238"/>
                </a:solidFill>
                <a:prstDash val="solid"/>
              </a:ln>
            </p:spPr>
          </p:sp>
          <p:sp>
            <p:nvSpPr>
              <p:cNvPr id="1473" name="four:relaxed-hierarchy:line:1195"/>
              <p:cNvSpPr>
                <a:spLocks noGrp="1"/>
              </p:cNvSpPr>
              <p:nvPr/>
            </p:nvSpPr>
            <p:spPr>
              <a:xfrm>
                <a:off x="13346430" y="6606540"/>
                <a:ext cx="605790" cy="953"/>
              </a:xfrm>
              <a:custGeom>
                <a:avLst/>
                <a:gdLst/>
                <a:ahLst/>
                <a:cxnLst/>
                <a:pathLst>
                  <a:path w="605790" h="953">
                    <a:moveTo>
                      <a:pt x="0" y="0"/>
                    </a:moveTo>
                    <a:lnTo>
                      <a:pt x="207502" y="0"/>
                    </a:lnTo>
                    <a:moveTo>
                      <a:pt x="398288" y="0"/>
                    </a:moveTo>
                    <a:lnTo>
                      <a:pt x="605790" y="0"/>
                    </a:lnTo>
                  </a:path>
                </a:pathLst>
              </a:custGeom>
              <a:noFill/>
              <a:ln w="6108">
                <a:solidFill>
                  <a:srgbClr val="263238"/>
                </a:solidFill>
                <a:prstDash val="solid"/>
              </a:ln>
            </p:spPr>
          </p:sp>
          <p:sp>
            <p:nvSpPr>
              <p:cNvPr id="1474" name="four:relaxed-hierarchy:line:1196"/>
              <p:cNvSpPr>
                <a:spLocks noGrp="1"/>
              </p:cNvSpPr>
              <p:nvPr/>
            </p:nvSpPr>
            <p:spPr>
              <a:xfrm>
                <a:off x="13346430" y="6606540"/>
                <a:ext cx="953" cy="308610"/>
              </a:xfrm>
              <a:custGeom>
                <a:avLst/>
                <a:gdLst/>
                <a:ahLst/>
                <a:cxnLst/>
                <a:pathLst>
                  <a:path w="953" h="308610">
                    <a:moveTo>
                      <a:pt x="0" y="0"/>
                    </a:moveTo>
                    <a:lnTo>
                      <a:pt x="0" y="213217"/>
                    </a:lnTo>
                  </a:path>
                </a:pathLst>
              </a:custGeom>
              <a:noFill/>
              <a:ln w="6108">
                <a:solidFill>
                  <a:srgbClr val="263238"/>
                </a:solidFill>
                <a:prstDash val="solid"/>
              </a:ln>
            </p:spPr>
          </p:sp>
          <p:sp>
            <p:nvSpPr>
              <p:cNvPr id="1475" name="four:relaxed-hierarchy:regular-node:1197"/>
              <p:cNvSpPr>
                <a:spLocks noGrp="1"/>
              </p:cNvSpPr>
              <p:nvPr/>
            </p:nvSpPr>
            <p:spPr>
              <a:xfrm>
                <a:off x="13316263" y="6686316"/>
                <a:ext cx="60333" cy="60333"/>
              </a:xfrm>
              <a:prstGeom prst="ellipse">
                <a:avLst/>
              </a:prstGeom>
              <a:solidFill>
                <a:srgbClr val="D55E00"/>
              </a:solidFill>
              <a:ln w="4886">
                <a:solidFill>
                  <a:srgbClr val="263238"/>
                </a:solidFill>
                <a:prstDash val="solid"/>
              </a:ln>
            </p:spPr>
          </p:sp>
          <p:sp>
            <p:nvSpPr>
              <p:cNvPr id="1476" name="four:relaxed-hierarchy:line:1198"/>
              <p:cNvSpPr>
                <a:spLocks noGrp="1"/>
              </p:cNvSpPr>
              <p:nvPr/>
            </p:nvSpPr>
            <p:spPr>
              <a:xfrm>
                <a:off x="13952220" y="6606540"/>
                <a:ext cx="953" cy="308610"/>
              </a:xfrm>
              <a:custGeom>
                <a:avLst/>
                <a:gdLst/>
                <a:ahLst/>
                <a:cxnLst/>
                <a:pathLst>
                  <a:path w="953" h="308610">
                    <a:moveTo>
                      <a:pt x="0" y="0"/>
                    </a:moveTo>
                    <a:lnTo>
                      <a:pt x="0" y="213217"/>
                    </a:lnTo>
                  </a:path>
                </a:pathLst>
              </a:custGeom>
              <a:noFill/>
              <a:ln w="6108">
                <a:solidFill>
                  <a:srgbClr val="263238"/>
                </a:solidFill>
                <a:prstDash val="solid"/>
              </a:ln>
            </p:spPr>
          </p:sp>
          <p:sp>
            <p:nvSpPr>
              <p:cNvPr id="1477" name="four:relaxed-hierarchy:regular-node:1199"/>
              <p:cNvSpPr>
                <a:spLocks noGrp="1"/>
              </p:cNvSpPr>
              <p:nvPr/>
            </p:nvSpPr>
            <p:spPr>
              <a:xfrm>
                <a:off x="13922053" y="6686316"/>
                <a:ext cx="60333" cy="60333"/>
              </a:xfrm>
              <a:prstGeom prst="ellipse">
                <a:avLst/>
              </a:prstGeom>
              <a:solidFill>
                <a:srgbClr val="009E73"/>
              </a:solidFill>
              <a:ln w="4886">
                <a:solidFill>
                  <a:srgbClr val="263238"/>
                </a:solidFill>
                <a:prstDash val="solid"/>
              </a:ln>
            </p:spPr>
          </p:sp>
          <p:sp>
            <p:nvSpPr>
              <p:cNvPr id="1478" name="four:relaxed-hierarchy:critical-node:1200"/>
              <p:cNvSpPr>
                <a:spLocks noGrp="1"/>
              </p:cNvSpPr>
              <p:nvPr/>
            </p:nvSpPr>
            <p:spPr>
              <a:xfrm>
                <a:off x="13560600" y="6517815"/>
                <a:ext cx="177451" cy="177451"/>
              </a:xfrm>
              <a:prstGeom prst="diamond">
                <a:avLst/>
              </a:prstGeom>
              <a:solidFill>
                <a:srgbClr val="81C9BA"/>
              </a:solidFill>
              <a:ln w="5375">
                <a:solidFill>
                  <a:srgbClr val="263238"/>
                </a:solidFill>
                <a:prstDash val="solid"/>
              </a:ln>
            </p:spPr>
          </p:sp>
          <p:sp>
            <p:nvSpPr>
              <p:cNvPr id="1479" name="four:relaxed-hierarchy:critical-node:1201"/>
              <p:cNvSpPr>
                <a:spLocks noGrp="1"/>
              </p:cNvSpPr>
              <p:nvPr/>
            </p:nvSpPr>
            <p:spPr>
              <a:xfrm>
                <a:off x="12672108" y="6826425"/>
                <a:ext cx="177451" cy="177451"/>
              </a:xfrm>
              <a:prstGeom prst="diamond">
                <a:avLst/>
              </a:prstGeom>
              <a:solidFill>
                <a:srgbClr val="0072B2"/>
              </a:solidFill>
              <a:ln w="5375">
                <a:solidFill>
                  <a:srgbClr val="263238"/>
                </a:solidFill>
                <a:prstDash val="solid"/>
              </a:ln>
            </p:spPr>
          </p:sp>
          <p:sp>
            <p:nvSpPr>
              <p:cNvPr id="1480" name="four:relaxed-hierarchy:critical-node:1202"/>
              <p:cNvSpPr>
                <a:spLocks noGrp="1"/>
              </p:cNvSpPr>
              <p:nvPr/>
            </p:nvSpPr>
            <p:spPr>
              <a:xfrm>
                <a:off x="13257705" y="6826425"/>
                <a:ext cx="177451" cy="177451"/>
              </a:xfrm>
              <a:prstGeom prst="diamond">
                <a:avLst/>
              </a:prstGeom>
              <a:solidFill>
                <a:srgbClr val="D55E00"/>
              </a:solidFill>
              <a:ln w="5375">
                <a:solidFill>
                  <a:srgbClr val="263238"/>
                </a:solidFill>
                <a:prstDash val="solid"/>
              </a:ln>
            </p:spPr>
          </p:sp>
          <p:sp>
            <p:nvSpPr>
              <p:cNvPr id="1481" name="four:relaxed-hierarchy:critical-node:1203"/>
              <p:cNvSpPr>
                <a:spLocks noGrp="1"/>
              </p:cNvSpPr>
              <p:nvPr/>
            </p:nvSpPr>
            <p:spPr>
              <a:xfrm>
                <a:off x="13863495" y="6826425"/>
                <a:ext cx="177451" cy="177451"/>
              </a:xfrm>
              <a:prstGeom prst="diamond">
                <a:avLst/>
              </a:prstGeom>
              <a:solidFill>
                <a:srgbClr val="009E73"/>
              </a:solidFill>
              <a:ln w="5375">
                <a:solidFill>
                  <a:srgbClr val="263238"/>
                </a:solidFill>
                <a:prstDash val="solid"/>
              </a:ln>
            </p:spPr>
          </p:sp>
          <p:sp>
            <p:nvSpPr>
              <p:cNvPr id="1482" name="four:relaxed-hierarchy:critical-node:1204"/>
              <p:cNvSpPr>
                <a:spLocks noGrp="1"/>
              </p:cNvSpPr>
              <p:nvPr/>
            </p:nvSpPr>
            <p:spPr>
              <a:xfrm>
                <a:off x="14449092" y="6826425"/>
                <a:ext cx="177451" cy="177451"/>
              </a:xfrm>
              <a:prstGeom prst="diamond">
                <a:avLst/>
              </a:prstGeom>
              <a:solidFill>
                <a:srgbClr val="CC79A7"/>
              </a:solidFill>
              <a:ln w="5375">
                <a:solidFill>
                  <a:srgbClr val="263238"/>
                </a:solidFill>
                <a:prstDash val="solid"/>
              </a:ln>
            </p:spPr>
          </p:sp>
        </p:grpSp>
        <p:grpSp>
          <p:nvGrpSpPr>
            <p:cNvPr id="1483" name="linked-tree-layout"/>
            <p:cNvGrpSpPr/>
            <p:nvPr/>
          </p:nvGrpSpPr>
          <p:grpSpPr>
            <a:xfrm>
              <a:off x="0" y="0"/>
              <a:ext cx="24955500" cy="8572500"/>
              <a:chOff x="0" y="0"/>
              <a:chExt cx="24955500" cy="8572500"/>
            </a:xfrm>
          </p:grpSpPr>
          <p:sp>
            <p:nvSpPr>
              <p:cNvPr id="1484" name="four:linked-tree-layout:textbox:1209"/>
              <p:cNvSpPr>
                <a:spLocks noGrp="1"/>
              </p:cNvSpPr>
              <p:nvPr/>
            </p:nvSpPr>
            <p:spPr>
              <a:xfrm>
                <a:off x="15754350" y="1057275"/>
                <a:ext cx="4114800" cy="304800"/>
              </a:xfrm>
              <a:prstGeom prst="rect">
                <a:avLst/>
              </a:prstGeom>
              <a:noFill/>
              <a:ln w="0">
                <a:noFill/>
                <a:prstDash val="solid"/>
              </a:ln>
            </p:spPr>
            <p:txBody>
              <a:bodyPr wrap="none" lIns="0" tIns="0" rIns="0" bIns="0" anchor="ctr">
                <a:normAutofit/>
              </a:bodyPr>
              <a:lstStyle>
                <a:defPPr algn="l">
                  <a:defRPr sz="923" b="1">
                    <a:solidFill>
                      <a:srgbClr val="263238"/>
                    </a:solidFill>
                    <a:latin typeface="Arial" panose="020B0604020202090204"/>
                    <a:ea typeface="Arial" panose="020B0604020202090204"/>
                    <a:cs typeface="Arial" panose="020B0604020202090204"/>
                  </a:defRPr>
                </a:defPPr>
              </a:lstStyle>
              <a:p>
                <a:pPr algn="l">
                  <a:defRPr sz="923" b="1">
                    <a:solidFill>
                      <a:srgbClr val="263238"/>
                    </a:solidFill>
                    <a:latin typeface="Arial" panose="020B0604020202090204"/>
                    <a:ea typeface="Arial" panose="020B0604020202090204"/>
                    <a:cs typeface="Arial" panose="020B0604020202090204"/>
                  </a:defRPr>
                </a:pPr>
                <a:r>
                  <a:rPr sz="923" b="1">
                    <a:solidFill>
                      <a:srgbClr val="263238"/>
                    </a:solidFill>
                    <a:latin typeface="Arial" panose="020B0604020202090204"/>
                    <a:ea typeface="Arial" panose="020B0604020202090204"/>
                    <a:cs typeface="Arial" panose="020B0604020202090204"/>
                  </a:rPr>
                  <a:t>Budgeted interval layout</a:t>
                </a:r>
                <a:endParaRPr sz="923" b="1">
                  <a:solidFill>
                    <a:srgbClr val="263238"/>
                  </a:solidFill>
                  <a:latin typeface="Arial" panose="020B0604020202090204"/>
                  <a:ea typeface="Arial" panose="020B0604020202090204"/>
                  <a:cs typeface="Arial" panose="020B0604020202090204"/>
                </a:endParaRPr>
              </a:p>
            </p:txBody>
          </p:sp>
          <p:sp>
            <p:nvSpPr>
              <p:cNvPr id="1485" name="four:linked-tree-layout:textbox:1238"/>
              <p:cNvSpPr>
                <a:spLocks noGrp="1"/>
              </p:cNvSpPr>
              <p:nvPr/>
            </p:nvSpPr>
            <p:spPr>
              <a:xfrm>
                <a:off x="19450050" y="1457325"/>
                <a:ext cx="428625" cy="342900"/>
              </a:xfrm>
              <a:prstGeom prst="rect">
                <a:avLst/>
              </a:prstGeom>
              <a:noFill/>
              <a:ln w="0">
                <a:noFill/>
                <a:prstDash val="solid"/>
              </a:ln>
            </p:spPr>
            <p:txBody>
              <a:bodyPr wrap="none" lIns="0" tIns="0" rIns="0" bIns="0" anchor="ctr">
                <a:normAutofit/>
              </a:bodyPr>
              <a:lstStyle>
                <a:defPPr algn="ctr">
                  <a:defRPr sz="1039" b="0">
                    <a:solidFill>
                      <a:srgbClr val="263238"/>
                    </a:solidFill>
                    <a:latin typeface="Arial" panose="020B0604020202090204"/>
                    <a:ea typeface="Arial" panose="020B0604020202090204"/>
                    <a:cs typeface="Arial" panose="020B0604020202090204"/>
                  </a:defRPr>
                </a:defPPr>
              </a:lstStyle>
              <a:p>
                <a:pPr algn="ctr">
                  <a:defRPr sz="1039" b="0">
                    <a:solidFill>
                      <a:srgbClr val="263238"/>
                    </a:solidFill>
                    <a:latin typeface="Arial" panose="020B0604020202090204"/>
                    <a:ea typeface="Arial" panose="020B0604020202090204"/>
                    <a:cs typeface="Arial" panose="020B0604020202090204"/>
                  </a:defRPr>
                </a:pPr>
                <a:r>
                  <a:rPr sz="1039" b="0">
                    <a:solidFill>
                      <a:srgbClr val="263238"/>
                    </a:solidFill>
                    <a:latin typeface="Arial" panose="020B0604020202090204"/>
                    <a:ea typeface="Arial" panose="020B0604020202090204"/>
                    <a:cs typeface="Arial" panose="020B0604020202090204"/>
                  </a:rPr>
                  <a:t>T′</a:t>
                </a:r>
                <a:endParaRPr sz="1039" b="0">
                  <a:solidFill>
                    <a:srgbClr val="263238"/>
                  </a:solidFill>
                  <a:latin typeface="Arial" panose="020B0604020202090204"/>
                  <a:ea typeface="Arial" panose="020B0604020202090204"/>
                  <a:cs typeface="Arial" panose="020B0604020202090204"/>
                </a:endParaRPr>
              </a:p>
            </p:txBody>
          </p:sp>
          <p:sp>
            <p:nvSpPr>
              <p:cNvPr id="1486" name="four:linked-tree-layout:line:1239"/>
              <p:cNvSpPr>
                <a:spLocks noGrp="1"/>
              </p:cNvSpPr>
              <p:nvPr/>
            </p:nvSpPr>
            <p:spPr>
              <a:xfrm>
                <a:off x="16059150" y="3171825"/>
                <a:ext cx="3648075" cy="953"/>
              </a:xfrm>
              <a:custGeom>
                <a:avLst/>
                <a:gdLst/>
                <a:ahLst/>
                <a:cxnLst/>
                <a:pathLst>
                  <a:path w="3648075" h="953">
                    <a:moveTo>
                      <a:pt x="0" y="0"/>
                    </a:moveTo>
                    <a:lnTo>
                      <a:pt x="3648075" y="0"/>
                    </a:lnTo>
                  </a:path>
                </a:pathLst>
              </a:custGeom>
              <a:noFill/>
              <a:ln w="5863">
                <a:solidFill>
                  <a:srgbClr val="263238"/>
                </a:solidFill>
                <a:prstDash val="dash"/>
              </a:ln>
            </p:spPr>
          </p:sp>
          <p:sp>
            <p:nvSpPr>
              <p:cNvPr id="1487" name="four:linked-tree-layout:polygon:1240"/>
              <p:cNvSpPr>
                <a:spLocks noGrp="1"/>
              </p:cNvSpPr>
              <p:nvPr/>
            </p:nvSpPr>
            <p:spPr>
              <a:xfrm>
                <a:off x="19640550" y="3143155"/>
                <a:ext cx="66675" cy="57340"/>
              </a:xfrm>
              <a:custGeom>
                <a:avLst/>
                <a:gdLst/>
                <a:ahLst/>
                <a:cxnLst/>
                <a:pathLst>
                  <a:path w="66675" h="57340">
                    <a:moveTo>
                      <a:pt x="66675" y="28670"/>
                    </a:moveTo>
                    <a:lnTo>
                      <a:pt x="0" y="0"/>
                    </a:lnTo>
                    <a:lnTo>
                      <a:pt x="0" y="57340"/>
                    </a:lnTo>
                    <a:close/>
                  </a:path>
                </a:pathLst>
              </a:custGeom>
              <a:solidFill>
                <a:srgbClr val="263238"/>
              </a:solidFill>
              <a:ln w="0">
                <a:noFill/>
                <a:prstDash val="solid"/>
              </a:ln>
            </p:spPr>
          </p:sp>
          <p:sp>
            <p:nvSpPr>
              <p:cNvPr id="1488" name="four:linked-tree-layout:textbox:1241"/>
              <p:cNvSpPr>
                <a:spLocks noGrp="1"/>
              </p:cNvSpPr>
              <p:nvPr/>
            </p:nvSpPr>
            <p:spPr>
              <a:xfrm>
                <a:off x="15716250" y="2981325"/>
                <a:ext cx="333375" cy="342900"/>
              </a:xfrm>
              <a:prstGeom prst="rect">
                <a:avLst/>
              </a:prstGeom>
              <a:noFill/>
              <a:ln w="0">
                <a:noFill/>
                <a:prstDash val="solid"/>
              </a:ln>
            </p:spPr>
            <p:txBody>
              <a:bodyPr wrap="none" lIns="0" tIns="0" rIns="0" bIns="0" anchor="ctr">
                <a:normAutofit/>
              </a:bodyPr>
              <a:lstStyle>
                <a:defPPr algn="ctr">
                  <a:defRPr sz="885" b="0">
                    <a:solidFill>
                      <a:srgbClr val="7B8790"/>
                    </a:solidFill>
                    <a:latin typeface="Arial" panose="020B0604020202090204"/>
                    <a:ea typeface="Arial" panose="020B0604020202090204"/>
                    <a:cs typeface="Arial" panose="020B0604020202090204"/>
                  </a:defRPr>
                </a:defPPr>
              </a:lstStyle>
              <a:p>
                <a:pPr algn="ctr">
                  <a:defRPr sz="885" b="0">
                    <a:solidFill>
                      <a:srgbClr val="7B8790"/>
                    </a:solidFill>
                    <a:latin typeface="Arial" panose="020B0604020202090204"/>
                    <a:ea typeface="Arial" panose="020B0604020202090204"/>
                    <a:cs typeface="Arial" panose="020B0604020202090204"/>
                  </a:defRPr>
                </a:pPr>
                <a:r>
                  <a:rPr sz="885" b="0">
                    <a:solidFill>
                      <a:srgbClr val="7B8790"/>
                    </a:solidFill>
                    <a:latin typeface="Arial" panose="020B0604020202090204"/>
                    <a:ea typeface="Arial" panose="020B0604020202090204"/>
                    <a:cs typeface="Arial" panose="020B0604020202090204"/>
                  </a:rPr>
                  <a:t>u</a:t>
                </a:r>
                <a:r>
                  <a:rPr sz="636" b="0" baseline="-25000">
                    <a:solidFill>
                      <a:srgbClr val="7B8790"/>
                    </a:solidFill>
                    <a:latin typeface="Arial" panose="020B0604020202090204"/>
                    <a:ea typeface="Arial" panose="020B0604020202090204"/>
                    <a:cs typeface="Arial" panose="020B0604020202090204"/>
                  </a:rPr>
                  <a:t>i</a:t>
                </a:r>
                <a:endParaRPr sz="636" b="0" baseline="-25000">
                  <a:solidFill>
                    <a:srgbClr val="7B8790"/>
                  </a:solidFill>
                  <a:latin typeface="Arial" panose="020B0604020202090204"/>
                  <a:ea typeface="Arial" panose="020B0604020202090204"/>
                  <a:cs typeface="Arial" panose="020B0604020202090204"/>
                </a:endParaRPr>
              </a:p>
            </p:txBody>
          </p:sp>
          <p:sp>
            <p:nvSpPr>
              <p:cNvPr id="1489" name="four:linked-tree-layout:line:1242"/>
              <p:cNvSpPr>
                <a:spLocks noGrp="1"/>
              </p:cNvSpPr>
              <p:nvPr/>
            </p:nvSpPr>
            <p:spPr>
              <a:xfrm>
                <a:off x="16268224" y="2809875"/>
                <a:ext cx="953" cy="457200"/>
              </a:xfrm>
              <a:custGeom>
                <a:avLst/>
                <a:gdLst/>
                <a:ahLst/>
                <a:cxnLst/>
                <a:pathLst>
                  <a:path w="953" h="457200">
                    <a:moveTo>
                      <a:pt x="0" y="3310"/>
                    </a:moveTo>
                    <a:lnTo>
                      <a:pt x="0" y="457200"/>
                    </a:lnTo>
                  </a:path>
                </a:pathLst>
              </a:custGeom>
              <a:noFill/>
              <a:ln w="6841">
                <a:solidFill>
                  <a:srgbClr val="0072B2"/>
                </a:solidFill>
                <a:prstDash val="dash"/>
              </a:ln>
            </p:spPr>
          </p:sp>
          <p:sp>
            <p:nvSpPr>
              <p:cNvPr id="1490" name="four:linked-tree-layout:line:1243"/>
              <p:cNvSpPr>
                <a:spLocks noGrp="1"/>
              </p:cNvSpPr>
              <p:nvPr/>
            </p:nvSpPr>
            <p:spPr>
              <a:xfrm>
                <a:off x="16230124" y="3076575"/>
                <a:ext cx="76200" cy="953"/>
              </a:xfrm>
              <a:custGeom>
                <a:avLst/>
                <a:gdLst/>
                <a:ahLst/>
                <a:cxnLst/>
                <a:pathLst>
                  <a:path w="76200" h="953">
                    <a:moveTo>
                      <a:pt x="0" y="0"/>
                    </a:moveTo>
                    <a:lnTo>
                      <a:pt x="76200" y="0"/>
                    </a:lnTo>
                  </a:path>
                </a:pathLst>
              </a:custGeom>
              <a:noFill/>
              <a:ln w="7329">
                <a:solidFill>
                  <a:srgbClr val="0072B2"/>
                </a:solidFill>
                <a:prstDash val="solid"/>
              </a:ln>
            </p:spPr>
          </p:sp>
          <p:sp>
            <p:nvSpPr>
              <p:cNvPr id="1491" name="four:linked-tree-layout:regular-node:1244"/>
              <p:cNvSpPr>
                <a:spLocks noGrp="1"/>
              </p:cNvSpPr>
              <p:nvPr/>
            </p:nvSpPr>
            <p:spPr>
              <a:xfrm>
                <a:off x="16246316" y="3149918"/>
                <a:ext cx="43815" cy="43815"/>
              </a:xfrm>
              <a:prstGeom prst="ellipse">
                <a:avLst/>
              </a:prstGeom>
              <a:solidFill>
                <a:srgbClr val="0072B2"/>
              </a:solidFill>
              <a:ln w="0">
                <a:noFill/>
                <a:prstDash val="solid"/>
              </a:ln>
            </p:spPr>
          </p:sp>
          <p:sp>
            <p:nvSpPr>
              <p:cNvPr id="1492" name="four:linked-tree-layout:line:1245"/>
              <p:cNvSpPr>
                <a:spLocks noGrp="1"/>
              </p:cNvSpPr>
              <p:nvPr/>
            </p:nvSpPr>
            <p:spPr>
              <a:xfrm>
                <a:off x="16268224" y="3286125"/>
                <a:ext cx="138589" cy="171450"/>
              </a:xfrm>
              <a:custGeom>
                <a:avLst/>
                <a:gdLst/>
                <a:ahLst/>
                <a:cxnLst/>
                <a:pathLst>
                  <a:path w="138589" h="171450">
                    <a:moveTo>
                      <a:pt x="0" y="0"/>
                    </a:moveTo>
                    <a:lnTo>
                      <a:pt x="138589" y="171450"/>
                    </a:lnTo>
                  </a:path>
                </a:pathLst>
              </a:custGeom>
              <a:noFill/>
              <a:ln w="5863">
                <a:solidFill>
                  <a:srgbClr val="0072B2">
                    <a:alpha val="65000"/>
                  </a:srgbClr>
                </a:solidFill>
                <a:prstDash val="solid"/>
              </a:ln>
            </p:spPr>
          </p:sp>
          <p:sp>
            <p:nvSpPr>
              <p:cNvPr id="1493" name="four:linked-tree-layout:line:1246"/>
              <p:cNvSpPr>
                <a:spLocks noGrp="1"/>
              </p:cNvSpPr>
              <p:nvPr/>
            </p:nvSpPr>
            <p:spPr>
              <a:xfrm>
                <a:off x="17284541" y="2809875"/>
                <a:ext cx="953" cy="457200"/>
              </a:xfrm>
              <a:custGeom>
                <a:avLst/>
                <a:gdLst/>
                <a:ahLst/>
                <a:cxnLst/>
                <a:pathLst>
                  <a:path w="953" h="457200">
                    <a:moveTo>
                      <a:pt x="0" y="3310"/>
                    </a:moveTo>
                    <a:lnTo>
                      <a:pt x="0" y="457200"/>
                    </a:lnTo>
                  </a:path>
                </a:pathLst>
              </a:custGeom>
              <a:noFill/>
              <a:ln w="6841">
                <a:solidFill>
                  <a:srgbClr val="D55E00"/>
                </a:solidFill>
                <a:prstDash val="dash"/>
              </a:ln>
            </p:spPr>
          </p:sp>
          <p:sp>
            <p:nvSpPr>
              <p:cNvPr id="1494" name="four:linked-tree-layout:line:1247"/>
              <p:cNvSpPr>
                <a:spLocks noGrp="1"/>
              </p:cNvSpPr>
              <p:nvPr/>
            </p:nvSpPr>
            <p:spPr>
              <a:xfrm>
                <a:off x="17246441" y="3076575"/>
                <a:ext cx="76200" cy="953"/>
              </a:xfrm>
              <a:custGeom>
                <a:avLst/>
                <a:gdLst/>
                <a:ahLst/>
                <a:cxnLst/>
                <a:pathLst>
                  <a:path w="76200" h="953">
                    <a:moveTo>
                      <a:pt x="0" y="0"/>
                    </a:moveTo>
                    <a:lnTo>
                      <a:pt x="76200" y="0"/>
                    </a:lnTo>
                  </a:path>
                </a:pathLst>
              </a:custGeom>
              <a:noFill/>
              <a:ln w="7329">
                <a:solidFill>
                  <a:srgbClr val="D55E00"/>
                </a:solidFill>
                <a:prstDash val="solid"/>
              </a:ln>
            </p:spPr>
          </p:sp>
          <p:sp>
            <p:nvSpPr>
              <p:cNvPr id="1495" name="four:linked-tree-layout:regular-node:1248"/>
              <p:cNvSpPr>
                <a:spLocks noGrp="1"/>
              </p:cNvSpPr>
              <p:nvPr/>
            </p:nvSpPr>
            <p:spPr>
              <a:xfrm>
                <a:off x="17262634" y="3149918"/>
                <a:ext cx="43815" cy="43815"/>
              </a:xfrm>
              <a:prstGeom prst="ellipse">
                <a:avLst/>
              </a:prstGeom>
              <a:solidFill>
                <a:srgbClr val="D55E00"/>
              </a:solidFill>
              <a:ln w="0">
                <a:noFill/>
                <a:prstDash val="solid"/>
              </a:ln>
            </p:spPr>
          </p:sp>
          <p:sp>
            <p:nvSpPr>
              <p:cNvPr id="1496" name="four:linked-tree-layout:line:1249"/>
              <p:cNvSpPr>
                <a:spLocks noGrp="1"/>
              </p:cNvSpPr>
              <p:nvPr/>
            </p:nvSpPr>
            <p:spPr>
              <a:xfrm>
                <a:off x="17284541" y="3286125"/>
                <a:ext cx="46196" cy="171450"/>
              </a:xfrm>
              <a:custGeom>
                <a:avLst/>
                <a:gdLst/>
                <a:ahLst/>
                <a:cxnLst/>
                <a:pathLst>
                  <a:path w="46196" h="171450">
                    <a:moveTo>
                      <a:pt x="0" y="0"/>
                    </a:moveTo>
                    <a:lnTo>
                      <a:pt x="46196" y="171450"/>
                    </a:lnTo>
                  </a:path>
                </a:pathLst>
              </a:custGeom>
              <a:noFill/>
              <a:ln w="5863">
                <a:solidFill>
                  <a:srgbClr val="D55E00">
                    <a:alpha val="65000"/>
                  </a:srgbClr>
                </a:solidFill>
                <a:prstDash val="solid"/>
              </a:ln>
            </p:spPr>
          </p:sp>
          <p:sp>
            <p:nvSpPr>
              <p:cNvPr id="1497" name="four:linked-tree-layout:line:1250"/>
              <p:cNvSpPr>
                <a:spLocks noGrp="1"/>
              </p:cNvSpPr>
              <p:nvPr/>
            </p:nvSpPr>
            <p:spPr>
              <a:xfrm>
                <a:off x="18300859" y="2809875"/>
                <a:ext cx="953" cy="457200"/>
              </a:xfrm>
              <a:custGeom>
                <a:avLst/>
                <a:gdLst/>
                <a:ahLst/>
                <a:cxnLst/>
                <a:pathLst>
                  <a:path w="953" h="457200">
                    <a:moveTo>
                      <a:pt x="0" y="3310"/>
                    </a:moveTo>
                    <a:lnTo>
                      <a:pt x="0" y="457200"/>
                    </a:lnTo>
                  </a:path>
                </a:pathLst>
              </a:custGeom>
              <a:noFill/>
              <a:ln w="6841">
                <a:solidFill>
                  <a:srgbClr val="009E73"/>
                </a:solidFill>
                <a:prstDash val="dash"/>
              </a:ln>
            </p:spPr>
          </p:sp>
          <p:sp>
            <p:nvSpPr>
              <p:cNvPr id="1498" name="four:linked-tree-layout:line:1251"/>
              <p:cNvSpPr>
                <a:spLocks noGrp="1"/>
              </p:cNvSpPr>
              <p:nvPr/>
            </p:nvSpPr>
            <p:spPr>
              <a:xfrm>
                <a:off x="18262759" y="3076575"/>
                <a:ext cx="76200" cy="953"/>
              </a:xfrm>
              <a:custGeom>
                <a:avLst/>
                <a:gdLst/>
                <a:ahLst/>
                <a:cxnLst/>
                <a:pathLst>
                  <a:path w="76200" h="953">
                    <a:moveTo>
                      <a:pt x="0" y="0"/>
                    </a:moveTo>
                    <a:lnTo>
                      <a:pt x="76200" y="0"/>
                    </a:lnTo>
                  </a:path>
                </a:pathLst>
              </a:custGeom>
              <a:noFill/>
              <a:ln w="7329">
                <a:solidFill>
                  <a:srgbClr val="009E73"/>
                </a:solidFill>
                <a:prstDash val="solid"/>
              </a:ln>
            </p:spPr>
          </p:sp>
          <p:sp>
            <p:nvSpPr>
              <p:cNvPr id="1499" name="four:linked-tree-layout:regular-node:1252"/>
              <p:cNvSpPr>
                <a:spLocks noGrp="1"/>
              </p:cNvSpPr>
              <p:nvPr/>
            </p:nvSpPr>
            <p:spPr>
              <a:xfrm>
                <a:off x="18278951" y="3149918"/>
                <a:ext cx="43815" cy="43815"/>
              </a:xfrm>
              <a:prstGeom prst="ellipse">
                <a:avLst/>
              </a:prstGeom>
              <a:solidFill>
                <a:srgbClr val="009E73"/>
              </a:solidFill>
              <a:ln w="0">
                <a:noFill/>
                <a:prstDash val="solid"/>
              </a:ln>
            </p:spPr>
          </p:sp>
          <p:sp>
            <p:nvSpPr>
              <p:cNvPr id="1500" name="four:linked-tree-layout:line:1253"/>
              <p:cNvSpPr>
                <a:spLocks noGrp="1"/>
              </p:cNvSpPr>
              <p:nvPr/>
            </p:nvSpPr>
            <p:spPr>
              <a:xfrm>
                <a:off x="18254663" y="3286125"/>
                <a:ext cx="46196" cy="171450"/>
              </a:xfrm>
              <a:custGeom>
                <a:avLst/>
                <a:gdLst/>
                <a:ahLst/>
                <a:cxnLst/>
                <a:pathLst>
                  <a:path w="46196" h="171450">
                    <a:moveTo>
                      <a:pt x="46196" y="0"/>
                    </a:moveTo>
                    <a:lnTo>
                      <a:pt x="0" y="171450"/>
                    </a:lnTo>
                  </a:path>
                </a:pathLst>
              </a:custGeom>
              <a:noFill/>
              <a:ln w="5863">
                <a:solidFill>
                  <a:srgbClr val="009E73">
                    <a:alpha val="65000"/>
                  </a:srgbClr>
                </a:solidFill>
                <a:prstDash val="solid"/>
              </a:ln>
            </p:spPr>
          </p:sp>
          <p:sp>
            <p:nvSpPr>
              <p:cNvPr id="1501" name="four:linked-tree-layout:line:1254"/>
              <p:cNvSpPr>
                <a:spLocks noGrp="1"/>
              </p:cNvSpPr>
              <p:nvPr/>
            </p:nvSpPr>
            <p:spPr>
              <a:xfrm>
                <a:off x="19317176" y="2809875"/>
                <a:ext cx="953" cy="457200"/>
              </a:xfrm>
              <a:custGeom>
                <a:avLst/>
                <a:gdLst/>
                <a:ahLst/>
                <a:cxnLst/>
                <a:pathLst>
                  <a:path w="953" h="457200">
                    <a:moveTo>
                      <a:pt x="0" y="3310"/>
                    </a:moveTo>
                    <a:lnTo>
                      <a:pt x="0" y="457200"/>
                    </a:lnTo>
                  </a:path>
                </a:pathLst>
              </a:custGeom>
              <a:noFill/>
              <a:ln w="6841">
                <a:solidFill>
                  <a:srgbClr val="CC79A7"/>
                </a:solidFill>
                <a:prstDash val="dash"/>
              </a:ln>
            </p:spPr>
          </p:sp>
          <p:sp>
            <p:nvSpPr>
              <p:cNvPr id="1502" name="four:linked-tree-layout:line:1255"/>
              <p:cNvSpPr>
                <a:spLocks noGrp="1"/>
              </p:cNvSpPr>
              <p:nvPr/>
            </p:nvSpPr>
            <p:spPr>
              <a:xfrm>
                <a:off x="19279076" y="3076575"/>
                <a:ext cx="76200" cy="953"/>
              </a:xfrm>
              <a:custGeom>
                <a:avLst/>
                <a:gdLst/>
                <a:ahLst/>
                <a:cxnLst/>
                <a:pathLst>
                  <a:path w="76200" h="953">
                    <a:moveTo>
                      <a:pt x="0" y="0"/>
                    </a:moveTo>
                    <a:lnTo>
                      <a:pt x="76200" y="0"/>
                    </a:lnTo>
                  </a:path>
                </a:pathLst>
              </a:custGeom>
              <a:noFill/>
              <a:ln w="7329">
                <a:solidFill>
                  <a:srgbClr val="CC79A7"/>
                </a:solidFill>
                <a:prstDash val="solid"/>
              </a:ln>
            </p:spPr>
          </p:sp>
          <p:sp>
            <p:nvSpPr>
              <p:cNvPr id="1503" name="four:linked-tree-layout:regular-node:1256"/>
              <p:cNvSpPr>
                <a:spLocks noGrp="1"/>
              </p:cNvSpPr>
              <p:nvPr/>
            </p:nvSpPr>
            <p:spPr>
              <a:xfrm>
                <a:off x="19295269" y="3149918"/>
                <a:ext cx="43815" cy="43815"/>
              </a:xfrm>
              <a:prstGeom prst="ellipse">
                <a:avLst/>
              </a:prstGeom>
              <a:solidFill>
                <a:srgbClr val="CC79A7"/>
              </a:solidFill>
              <a:ln w="0">
                <a:noFill/>
                <a:prstDash val="solid"/>
              </a:ln>
            </p:spPr>
          </p:sp>
          <p:sp>
            <p:nvSpPr>
              <p:cNvPr id="1504" name="four:linked-tree-layout:line:1257"/>
              <p:cNvSpPr>
                <a:spLocks noGrp="1"/>
              </p:cNvSpPr>
              <p:nvPr/>
            </p:nvSpPr>
            <p:spPr>
              <a:xfrm>
                <a:off x="19178588" y="3286125"/>
                <a:ext cx="138589" cy="171450"/>
              </a:xfrm>
              <a:custGeom>
                <a:avLst/>
                <a:gdLst/>
                <a:ahLst/>
                <a:cxnLst/>
                <a:pathLst>
                  <a:path w="138589" h="171450">
                    <a:moveTo>
                      <a:pt x="138589" y="0"/>
                    </a:moveTo>
                    <a:lnTo>
                      <a:pt x="0" y="171450"/>
                    </a:lnTo>
                  </a:path>
                </a:pathLst>
              </a:custGeom>
              <a:noFill/>
              <a:ln w="5863">
                <a:solidFill>
                  <a:srgbClr val="CC79A7">
                    <a:alpha val="65000"/>
                  </a:srgbClr>
                </a:solidFill>
                <a:prstDash val="solid"/>
              </a:ln>
            </p:spPr>
          </p:sp>
          <p:sp>
            <p:nvSpPr>
              <p:cNvPr id="1505" name="four:linked-tree-layout:line:1258"/>
              <p:cNvSpPr>
                <a:spLocks noGrp="1"/>
              </p:cNvSpPr>
              <p:nvPr/>
            </p:nvSpPr>
            <p:spPr>
              <a:xfrm>
                <a:off x="16059150" y="3600450"/>
                <a:ext cx="3648075" cy="953"/>
              </a:xfrm>
              <a:custGeom>
                <a:avLst/>
                <a:gdLst/>
                <a:ahLst/>
                <a:cxnLst/>
                <a:pathLst>
                  <a:path w="3648075" h="953">
                    <a:moveTo>
                      <a:pt x="0" y="0"/>
                    </a:moveTo>
                    <a:lnTo>
                      <a:pt x="3648075" y="0"/>
                    </a:lnTo>
                  </a:path>
                </a:pathLst>
              </a:custGeom>
              <a:noFill/>
              <a:ln w="7329">
                <a:solidFill>
                  <a:srgbClr val="263238"/>
                </a:solidFill>
                <a:prstDash val="solid"/>
              </a:ln>
            </p:spPr>
          </p:sp>
          <p:sp>
            <p:nvSpPr>
              <p:cNvPr id="1506" name="four:linked-tree-layout:polygon:1259"/>
              <p:cNvSpPr>
                <a:spLocks noGrp="1"/>
              </p:cNvSpPr>
              <p:nvPr/>
            </p:nvSpPr>
            <p:spPr>
              <a:xfrm>
                <a:off x="19631025" y="3567684"/>
                <a:ext cx="76200" cy="65532"/>
              </a:xfrm>
              <a:custGeom>
                <a:avLst/>
                <a:gdLst/>
                <a:ahLst/>
                <a:cxnLst/>
                <a:pathLst>
                  <a:path w="76200" h="65532">
                    <a:moveTo>
                      <a:pt x="76200" y="32766"/>
                    </a:moveTo>
                    <a:lnTo>
                      <a:pt x="0" y="0"/>
                    </a:lnTo>
                    <a:lnTo>
                      <a:pt x="0" y="65532"/>
                    </a:lnTo>
                    <a:close/>
                  </a:path>
                </a:pathLst>
              </a:custGeom>
              <a:solidFill>
                <a:srgbClr val="263238"/>
              </a:solidFill>
              <a:ln w="0">
                <a:noFill/>
                <a:prstDash val="solid"/>
              </a:ln>
            </p:spPr>
          </p:sp>
          <p:sp>
            <p:nvSpPr>
              <p:cNvPr id="1507" name="four:linked-tree-layout:textbox:1260"/>
              <p:cNvSpPr>
                <a:spLocks noGrp="1"/>
              </p:cNvSpPr>
              <p:nvPr/>
            </p:nvSpPr>
            <p:spPr>
              <a:xfrm>
                <a:off x="15716250" y="3409950"/>
                <a:ext cx="333375" cy="342900"/>
              </a:xfrm>
              <a:prstGeom prst="rect">
                <a:avLst/>
              </a:prstGeom>
              <a:noFill/>
              <a:ln w="0">
                <a:noFill/>
                <a:prstDash val="solid"/>
              </a:ln>
            </p:spPr>
            <p:txBody>
              <a:bodyPr wrap="none" lIns="0" tIns="0" rIns="0" bIns="0" anchor="ctr">
                <a:normAutofit/>
              </a:bodyPr>
              <a:lstStyle>
                <a:defPPr algn="ctr">
                  <a:defRPr sz="885" b="0">
                    <a:solidFill>
                      <a:srgbClr val="7B8790"/>
                    </a:solidFill>
                    <a:latin typeface="Arial" panose="020B0604020202090204"/>
                    <a:ea typeface="Arial" panose="020B0604020202090204"/>
                    <a:cs typeface="Arial" panose="020B0604020202090204"/>
                  </a:defRPr>
                </a:defPPr>
              </a:lstStyle>
              <a:p>
                <a:pPr algn="ctr">
                  <a:defRPr sz="885" b="0">
                    <a:solidFill>
                      <a:srgbClr val="7B8790"/>
                    </a:solidFill>
                    <a:latin typeface="Arial" panose="020B0604020202090204"/>
                    <a:ea typeface="Arial" panose="020B0604020202090204"/>
                    <a:cs typeface="Arial" panose="020B0604020202090204"/>
                  </a:defRPr>
                </a:pPr>
                <a:r>
                  <a:rPr sz="885" b="0">
                    <a:solidFill>
                      <a:srgbClr val="7B8790"/>
                    </a:solidFill>
                    <a:latin typeface="Arial" panose="020B0604020202090204"/>
                    <a:ea typeface="Arial" panose="020B0604020202090204"/>
                    <a:cs typeface="Arial" panose="020B0604020202090204"/>
                  </a:rPr>
                  <a:t>q</a:t>
                </a:r>
                <a:r>
                  <a:rPr sz="636" b="0" baseline="-25000">
                    <a:solidFill>
                      <a:srgbClr val="7B8790"/>
                    </a:solidFill>
                    <a:latin typeface="Arial" panose="020B0604020202090204"/>
                    <a:ea typeface="Arial" panose="020B0604020202090204"/>
                    <a:cs typeface="Arial" panose="020B0604020202090204"/>
                  </a:rPr>
                  <a:t>i</a:t>
                </a:r>
                <a:endParaRPr sz="636" b="0" baseline="-25000">
                  <a:solidFill>
                    <a:srgbClr val="7B8790"/>
                  </a:solidFill>
                  <a:latin typeface="Arial" panose="020B0604020202090204"/>
                  <a:ea typeface="Arial" panose="020B0604020202090204"/>
                  <a:cs typeface="Arial" panose="020B0604020202090204"/>
                </a:endParaRPr>
              </a:p>
            </p:txBody>
          </p:sp>
          <p:sp>
            <p:nvSpPr>
              <p:cNvPr id="1508" name="four:linked-tree-layout:interval-A:1261"/>
              <p:cNvSpPr>
                <a:spLocks noGrp="1"/>
              </p:cNvSpPr>
              <p:nvPr/>
            </p:nvSpPr>
            <p:spPr>
              <a:xfrm>
                <a:off x="16222028" y="3462338"/>
                <a:ext cx="369570" cy="276225"/>
              </a:xfrm>
              <a:prstGeom prst="rect">
                <a:avLst/>
              </a:prstGeom>
              <a:solidFill>
                <a:srgbClr val="0072B2"/>
              </a:solidFill>
              <a:ln w="3909">
                <a:solidFill>
                  <a:srgbClr val="263238"/>
                </a:solidFill>
                <a:prstDash val="solid"/>
              </a:ln>
            </p:spPr>
          </p:sp>
          <p:sp>
            <p:nvSpPr>
              <p:cNvPr id="1509" name="four:linked-tree-layout:regular-node:1262"/>
              <p:cNvSpPr>
                <a:spLocks noGrp="1"/>
              </p:cNvSpPr>
              <p:nvPr/>
            </p:nvSpPr>
            <p:spPr>
              <a:xfrm>
                <a:off x="16383000" y="3576638"/>
                <a:ext cx="47625" cy="47625"/>
              </a:xfrm>
              <a:prstGeom prst="ellipse">
                <a:avLst/>
              </a:prstGeom>
              <a:solidFill>
                <a:srgbClr val="263238"/>
              </a:solidFill>
              <a:ln w="0">
                <a:noFill/>
                <a:prstDash val="solid"/>
              </a:ln>
            </p:spPr>
          </p:sp>
          <p:sp>
            <p:nvSpPr>
              <p:cNvPr id="1510" name="four:linked-tree-layout:interval-C:1263"/>
              <p:cNvSpPr>
                <a:spLocks noGrp="1"/>
              </p:cNvSpPr>
              <p:nvPr/>
            </p:nvSpPr>
            <p:spPr>
              <a:xfrm>
                <a:off x="17145953" y="3462338"/>
                <a:ext cx="369570" cy="276225"/>
              </a:xfrm>
              <a:prstGeom prst="rect">
                <a:avLst/>
              </a:prstGeom>
              <a:solidFill>
                <a:srgbClr val="D55E00"/>
              </a:solidFill>
              <a:ln w="3909">
                <a:solidFill>
                  <a:srgbClr val="263238"/>
                </a:solidFill>
                <a:prstDash val="solid"/>
              </a:ln>
            </p:spPr>
          </p:sp>
          <p:sp>
            <p:nvSpPr>
              <p:cNvPr id="1511" name="four:linked-tree-layout:regular-node:1264"/>
              <p:cNvSpPr>
                <a:spLocks noGrp="1"/>
              </p:cNvSpPr>
              <p:nvPr/>
            </p:nvSpPr>
            <p:spPr>
              <a:xfrm>
                <a:off x="17306925" y="3576638"/>
                <a:ext cx="47625" cy="47625"/>
              </a:xfrm>
              <a:prstGeom prst="ellipse">
                <a:avLst/>
              </a:prstGeom>
              <a:solidFill>
                <a:srgbClr val="263238"/>
              </a:solidFill>
              <a:ln w="0">
                <a:noFill/>
                <a:prstDash val="solid"/>
              </a:ln>
            </p:spPr>
          </p:sp>
          <p:sp>
            <p:nvSpPr>
              <p:cNvPr id="1512" name="four:linked-tree-layout:interval-D:1265"/>
              <p:cNvSpPr>
                <a:spLocks noGrp="1"/>
              </p:cNvSpPr>
              <p:nvPr/>
            </p:nvSpPr>
            <p:spPr>
              <a:xfrm>
                <a:off x="18069878" y="3462338"/>
                <a:ext cx="369570" cy="276225"/>
              </a:xfrm>
              <a:prstGeom prst="rect">
                <a:avLst/>
              </a:prstGeom>
              <a:solidFill>
                <a:srgbClr val="009E73"/>
              </a:solidFill>
              <a:ln w="3909">
                <a:solidFill>
                  <a:srgbClr val="263238"/>
                </a:solidFill>
                <a:prstDash val="solid"/>
              </a:ln>
            </p:spPr>
          </p:sp>
          <p:sp>
            <p:nvSpPr>
              <p:cNvPr id="1513" name="four:linked-tree-layout:regular-node:1266"/>
              <p:cNvSpPr>
                <a:spLocks noGrp="1"/>
              </p:cNvSpPr>
              <p:nvPr/>
            </p:nvSpPr>
            <p:spPr>
              <a:xfrm>
                <a:off x="18230850" y="3576638"/>
                <a:ext cx="47625" cy="47625"/>
              </a:xfrm>
              <a:prstGeom prst="ellipse">
                <a:avLst/>
              </a:prstGeom>
              <a:solidFill>
                <a:srgbClr val="263238"/>
              </a:solidFill>
              <a:ln w="0">
                <a:noFill/>
                <a:prstDash val="solid"/>
              </a:ln>
            </p:spPr>
          </p:sp>
          <p:sp>
            <p:nvSpPr>
              <p:cNvPr id="1514" name="four:linked-tree-layout:interval-B:1267"/>
              <p:cNvSpPr>
                <a:spLocks noGrp="1"/>
              </p:cNvSpPr>
              <p:nvPr/>
            </p:nvSpPr>
            <p:spPr>
              <a:xfrm>
                <a:off x="18993803" y="3462338"/>
                <a:ext cx="369570" cy="276225"/>
              </a:xfrm>
              <a:prstGeom prst="rect">
                <a:avLst/>
              </a:prstGeom>
              <a:solidFill>
                <a:srgbClr val="CC79A7"/>
              </a:solidFill>
              <a:ln w="3909">
                <a:solidFill>
                  <a:srgbClr val="263238"/>
                </a:solidFill>
                <a:prstDash val="solid"/>
              </a:ln>
            </p:spPr>
          </p:sp>
          <p:sp>
            <p:nvSpPr>
              <p:cNvPr id="1515" name="four:linked-tree-layout:regular-node:1268"/>
              <p:cNvSpPr>
                <a:spLocks noGrp="1"/>
              </p:cNvSpPr>
              <p:nvPr/>
            </p:nvSpPr>
            <p:spPr>
              <a:xfrm>
                <a:off x="19154775" y="3576638"/>
                <a:ext cx="47625" cy="47625"/>
              </a:xfrm>
              <a:prstGeom prst="ellipse">
                <a:avLst/>
              </a:prstGeom>
              <a:solidFill>
                <a:srgbClr val="263238"/>
              </a:solidFill>
              <a:ln w="0">
                <a:noFill/>
                <a:prstDash val="solid"/>
              </a:ln>
            </p:spPr>
          </p:sp>
          <p:sp>
            <p:nvSpPr>
              <p:cNvPr id="1516" name="four:linked-tree-layout:line:1269"/>
              <p:cNvSpPr>
                <a:spLocks noGrp="1"/>
              </p:cNvSpPr>
              <p:nvPr/>
            </p:nvSpPr>
            <p:spPr>
              <a:xfrm>
                <a:off x="19317176" y="3286125"/>
                <a:ext cx="953" cy="152400"/>
              </a:xfrm>
              <a:custGeom>
                <a:avLst/>
                <a:gdLst/>
                <a:ahLst/>
                <a:cxnLst/>
                <a:pathLst>
                  <a:path w="953" h="152400">
                    <a:moveTo>
                      <a:pt x="0" y="0"/>
                    </a:moveTo>
                    <a:lnTo>
                      <a:pt x="0" y="152400"/>
                    </a:lnTo>
                  </a:path>
                </a:pathLst>
              </a:custGeom>
              <a:noFill/>
              <a:ln w="4886">
                <a:solidFill>
                  <a:srgbClr val="CC79A7"/>
                </a:solidFill>
                <a:prstDash val="dash"/>
              </a:ln>
            </p:spPr>
          </p:sp>
          <p:sp>
            <p:nvSpPr>
              <p:cNvPr id="1517" name="four:linked-tree-layout:line:1270"/>
              <p:cNvSpPr>
                <a:spLocks noGrp="1"/>
              </p:cNvSpPr>
              <p:nvPr/>
            </p:nvSpPr>
            <p:spPr>
              <a:xfrm>
                <a:off x="19178588" y="3371850"/>
                <a:ext cx="953" cy="85725"/>
              </a:xfrm>
              <a:custGeom>
                <a:avLst/>
                <a:gdLst/>
                <a:ahLst/>
                <a:cxnLst/>
                <a:pathLst>
                  <a:path w="953" h="85725">
                    <a:moveTo>
                      <a:pt x="0" y="85725"/>
                    </a:moveTo>
                    <a:lnTo>
                      <a:pt x="0" y="0"/>
                    </a:lnTo>
                  </a:path>
                </a:pathLst>
              </a:custGeom>
              <a:noFill/>
              <a:ln w="4886">
                <a:solidFill>
                  <a:srgbClr val="CC79A7"/>
                </a:solidFill>
                <a:prstDash val="solid"/>
              </a:ln>
            </p:spPr>
          </p:sp>
          <p:sp>
            <p:nvSpPr>
              <p:cNvPr id="1518" name="four:linked-tree-layout:line:1271"/>
              <p:cNvSpPr>
                <a:spLocks noGrp="1"/>
              </p:cNvSpPr>
              <p:nvPr/>
            </p:nvSpPr>
            <p:spPr>
              <a:xfrm>
                <a:off x="19178588" y="3400425"/>
                <a:ext cx="138589" cy="953"/>
              </a:xfrm>
              <a:custGeom>
                <a:avLst/>
                <a:gdLst/>
                <a:ahLst/>
                <a:cxnLst/>
                <a:pathLst>
                  <a:path w="138589" h="953">
                    <a:moveTo>
                      <a:pt x="0" y="0"/>
                    </a:moveTo>
                    <a:lnTo>
                      <a:pt x="138589" y="0"/>
                    </a:lnTo>
                  </a:path>
                </a:pathLst>
              </a:custGeom>
              <a:noFill/>
              <a:ln w="7329">
                <a:solidFill>
                  <a:srgbClr val="CC79A7"/>
                </a:solidFill>
                <a:prstDash val="solid"/>
              </a:ln>
            </p:spPr>
          </p:sp>
          <p:sp>
            <p:nvSpPr>
              <p:cNvPr id="1519" name="four:linked-tree-layout:polygon:1272"/>
              <p:cNvSpPr>
                <a:spLocks noGrp="1"/>
              </p:cNvSpPr>
              <p:nvPr/>
            </p:nvSpPr>
            <p:spPr>
              <a:xfrm>
                <a:off x="19279076" y="3384042"/>
                <a:ext cx="38100" cy="32766"/>
              </a:xfrm>
              <a:custGeom>
                <a:avLst/>
                <a:gdLst/>
                <a:ahLst/>
                <a:cxnLst/>
                <a:pathLst>
                  <a:path w="38100" h="32766">
                    <a:moveTo>
                      <a:pt x="38100" y="16383"/>
                    </a:moveTo>
                    <a:lnTo>
                      <a:pt x="0" y="0"/>
                    </a:lnTo>
                    <a:lnTo>
                      <a:pt x="0" y="32766"/>
                    </a:lnTo>
                    <a:close/>
                  </a:path>
                </a:pathLst>
              </a:custGeom>
              <a:solidFill>
                <a:srgbClr val="CC79A7"/>
              </a:solidFill>
              <a:ln w="0">
                <a:noFill/>
                <a:prstDash val="solid"/>
              </a:ln>
            </p:spPr>
          </p:sp>
          <p:sp>
            <p:nvSpPr>
              <p:cNvPr id="1520" name="four:linked-tree-layout:polygon:1273"/>
              <p:cNvSpPr>
                <a:spLocks noGrp="1"/>
              </p:cNvSpPr>
              <p:nvPr/>
            </p:nvSpPr>
            <p:spPr>
              <a:xfrm>
                <a:off x="19178588" y="3384042"/>
                <a:ext cx="38100" cy="32766"/>
              </a:xfrm>
              <a:custGeom>
                <a:avLst/>
                <a:gdLst/>
                <a:ahLst/>
                <a:cxnLst/>
                <a:pathLst>
                  <a:path w="38100" h="32766">
                    <a:moveTo>
                      <a:pt x="0" y="16383"/>
                    </a:moveTo>
                    <a:lnTo>
                      <a:pt x="38100" y="32766"/>
                    </a:lnTo>
                    <a:lnTo>
                      <a:pt x="38100" y="0"/>
                    </a:lnTo>
                    <a:close/>
                  </a:path>
                </a:pathLst>
              </a:custGeom>
              <a:solidFill>
                <a:srgbClr val="CC79A7"/>
              </a:solidFill>
              <a:ln w="0">
                <a:noFill/>
                <a:prstDash val="solid"/>
              </a:ln>
            </p:spPr>
          </p:sp>
          <p:sp>
            <p:nvSpPr>
              <p:cNvPr id="1521" name="four:linked-tree-layout:textbox:1274"/>
              <p:cNvSpPr>
                <a:spLocks noGrp="1"/>
              </p:cNvSpPr>
              <p:nvPr/>
            </p:nvSpPr>
            <p:spPr>
              <a:xfrm>
                <a:off x="15754350" y="3752850"/>
                <a:ext cx="1885950" cy="238125"/>
              </a:xfrm>
              <a:prstGeom prst="rect">
                <a:avLst/>
              </a:prstGeom>
              <a:noFill/>
              <a:ln w="0">
                <a:noFill/>
                <a:prstDash val="solid"/>
              </a:ln>
            </p:spPr>
            <p:txBody>
              <a:bodyPr wrap="none" lIns="0" tIns="0" rIns="0" bIns="0" anchor="ctr">
                <a:normAutofit/>
              </a:bodyPr>
              <a:lstStyle>
                <a:defPPr algn="ctr">
                  <a:defRPr sz="769" b="0">
                    <a:solidFill>
                      <a:srgbClr val="7B8790"/>
                    </a:solidFill>
                    <a:latin typeface="Arial" panose="020B0604020202090204"/>
                    <a:ea typeface="Arial" panose="020B0604020202090204"/>
                    <a:cs typeface="Arial" panose="020B0604020202090204"/>
                  </a:defRPr>
                </a:defPPr>
              </a:lstStyle>
              <a:p>
                <a:pPr algn="ctr">
                  <a:defRPr sz="769" b="0">
                    <a:solidFill>
                      <a:srgbClr val="7B8790"/>
                    </a:solidFill>
                    <a:latin typeface="Arial" panose="020B0604020202090204"/>
                    <a:ea typeface="Arial" panose="020B0604020202090204"/>
                    <a:cs typeface="Arial" panose="020B0604020202090204"/>
                  </a:defRPr>
                </a:pPr>
                <a:r>
                  <a:rPr sz="769" b="0">
                    <a:solidFill>
                      <a:srgbClr val="7B8790"/>
                    </a:solidFill>
                    <a:latin typeface="Arial" panose="020B0604020202090204"/>
                    <a:ea typeface="Arial" panose="020B0604020202090204"/>
                    <a:cs typeface="Arial" panose="020B0604020202090204"/>
                  </a:rPr>
                  <a:t>Reference positions</a:t>
                </a:r>
                <a:endParaRPr sz="769" b="0">
                  <a:solidFill>
                    <a:srgbClr val="7B8790"/>
                  </a:solidFill>
                  <a:latin typeface="Arial" panose="020B0604020202090204"/>
                  <a:ea typeface="Arial" panose="020B0604020202090204"/>
                  <a:cs typeface="Arial" panose="020B0604020202090204"/>
                </a:endParaRPr>
              </a:p>
            </p:txBody>
          </p:sp>
          <p:sp>
            <p:nvSpPr>
              <p:cNvPr id="1522" name="four:linked-tree-layout:textbox:1275"/>
              <p:cNvSpPr>
                <a:spLocks noGrp="1"/>
              </p:cNvSpPr>
              <p:nvPr/>
            </p:nvSpPr>
            <p:spPr>
              <a:xfrm>
                <a:off x="17678400" y="3676650"/>
                <a:ext cx="2190750" cy="342900"/>
              </a:xfrm>
              <a:prstGeom prst="rect">
                <a:avLst/>
              </a:prstGeom>
              <a:noFill/>
              <a:ln w="0">
                <a:noFill/>
                <a:prstDash val="solid"/>
              </a:ln>
            </p:spPr>
            <p:txBody>
              <a:bodyPr wrap="none" lIns="0" tIns="0" rIns="0" bIns="0" anchor="ctr">
                <a:normAutofit/>
              </a:bodyPr>
              <a:lstStyle>
                <a:defPPr algn="ctr">
                  <a:defRPr sz="923" b="0">
                    <a:solidFill>
                      <a:srgbClr val="7B8790"/>
                    </a:solidFill>
                    <a:latin typeface="Arial" panose="020B0604020202090204"/>
                    <a:ea typeface="Arial" panose="020B0604020202090204"/>
                    <a:cs typeface="Arial" panose="020B0604020202090204"/>
                  </a:defRPr>
                </a:defPPr>
              </a:lstStyle>
              <a:p>
                <a:pPr algn="ctr">
                  <a:defRPr sz="923" b="0">
                    <a:solidFill>
                      <a:srgbClr val="7B8790"/>
                    </a:solidFill>
                    <a:latin typeface="Arial" panose="020B0604020202090204"/>
                    <a:ea typeface="Arial" panose="020B0604020202090204"/>
                    <a:cs typeface="Arial" panose="020B0604020202090204"/>
                  </a:defRPr>
                </a:pPr>
                <a:r>
                  <a:rPr sz="923" b="0">
                    <a:solidFill>
                      <a:srgbClr val="7B8790"/>
                    </a:solidFill>
                    <a:latin typeface="Arial" panose="020B0604020202090204"/>
                    <a:ea typeface="Arial" panose="020B0604020202090204"/>
                    <a:cs typeface="Arial" panose="020B0604020202090204"/>
                  </a:rPr>
                  <a:t>e</a:t>
                </a:r>
                <a:r>
                  <a:rPr sz="664" b="0" baseline="-25000">
                    <a:solidFill>
                      <a:srgbClr val="7B8790"/>
                    </a:solidFill>
                    <a:latin typeface="Arial" panose="020B0604020202090204"/>
                    <a:ea typeface="Arial" panose="020B0604020202090204"/>
                    <a:cs typeface="Arial" panose="020B0604020202090204"/>
                  </a:rPr>
                  <a:t>i</a:t>
                </a:r>
                <a:r>
                  <a:rPr sz="923" b="0">
                    <a:solidFill>
                      <a:srgbClr val="7B8790"/>
                    </a:solidFill>
                    <a:latin typeface="Arial" panose="020B0604020202090204"/>
                    <a:ea typeface="Arial" panose="020B0604020202090204"/>
                    <a:cs typeface="Arial" panose="020B0604020202090204"/>
                  </a:rPr>
                  <a:t> = |</a:t>
                </a:r>
                <a:r>
                  <a:rPr sz="923" b="0">
                    <a:solidFill>
                      <a:srgbClr val="7B8790"/>
                    </a:solidFill>
                    <a:latin typeface="Arial" panose="020B0604020202090204"/>
                    <a:ea typeface="Arial" panose="020B0604020202090204"/>
                    <a:cs typeface="Arial" panose="020B0604020202090204"/>
                  </a:rPr>
                  <a:t>u</a:t>
                </a:r>
                <a:r>
                  <a:rPr sz="664" b="0" baseline="-25000">
                    <a:solidFill>
                      <a:srgbClr val="7B8790"/>
                    </a:solidFill>
                    <a:latin typeface="Arial" panose="020B0604020202090204"/>
                    <a:ea typeface="Arial" panose="020B0604020202090204"/>
                    <a:cs typeface="Arial" panose="020B0604020202090204"/>
                  </a:rPr>
                  <a:t>i</a:t>
                </a:r>
                <a:r>
                  <a:rPr sz="923" b="0">
                    <a:solidFill>
                      <a:srgbClr val="7B8790"/>
                    </a:solidFill>
                    <a:latin typeface="Arial" panose="020B0604020202090204"/>
                    <a:ea typeface="Arial" panose="020B0604020202090204"/>
                    <a:cs typeface="Arial" panose="020B0604020202090204"/>
                  </a:rPr>
                  <a:t> − </a:t>
                </a:r>
                <a:r>
                  <a:rPr sz="923" b="0">
                    <a:solidFill>
                      <a:srgbClr val="7B8790"/>
                    </a:solidFill>
                    <a:latin typeface="Arial" panose="020B0604020202090204"/>
                    <a:ea typeface="Arial" panose="020B0604020202090204"/>
                    <a:cs typeface="Arial" panose="020B0604020202090204"/>
                  </a:rPr>
                  <a:t>q</a:t>
                </a:r>
                <a:r>
                  <a:rPr sz="664" b="0" baseline="-25000">
                    <a:solidFill>
                      <a:srgbClr val="7B8790"/>
                    </a:solidFill>
                    <a:latin typeface="Arial" panose="020B0604020202090204"/>
                    <a:ea typeface="Arial" panose="020B0604020202090204"/>
                    <a:cs typeface="Arial" panose="020B0604020202090204"/>
                  </a:rPr>
                  <a:t>i</a:t>
                </a:r>
                <a:r>
                  <a:rPr sz="923" b="0">
                    <a:solidFill>
                      <a:srgbClr val="7B8790"/>
                    </a:solidFill>
                    <a:latin typeface="Arial" panose="020B0604020202090204"/>
                    <a:ea typeface="Arial" panose="020B0604020202090204"/>
                    <a:cs typeface="Arial" panose="020B0604020202090204"/>
                  </a:rPr>
                  <a:t>|</a:t>
                </a:r>
                <a:endParaRPr sz="923" b="0">
                  <a:solidFill>
                    <a:srgbClr val="7B8790"/>
                  </a:solidFill>
                  <a:latin typeface="Arial" panose="020B0604020202090204"/>
                  <a:ea typeface="Arial" panose="020B0604020202090204"/>
                  <a:cs typeface="Arial" panose="020B0604020202090204"/>
                </a:endParaRPr>
              </a:p>
            </p:txBody>
          </p:sp>
        </p:grpSp>
        <p:grpSp>
          <p:nvGrpSpPr>
            <p:cNvPr id="1523" name="layout-hierarchy"/>
            <p:cNvGrpSpPr/>
            <p:nvPr/>
          </p:nvGrpSpPr>
          <p:grpSpPr>
            <a:xfrm>
              <a:off x="0" y="0"/>
              <a:ext cx="24955500" cy="8572500"/>
              <a:chOff x="0" y="0"/>
              <a:chExt cx="24955500" cy="8572500"/>
            </a:xfrm>
          </p:grpSpPr>
          <p:sp>
            <p:nvSpPr>
              <p:cNvPr id="1524" name="four:layout-hierarchy:line:1210"/>
              <p:cNvSpPr>
                <a:spLocks noGrp="1"/>
              </p:cNvSpPr>
              <p:nvPr/>
            </p:nvSpPr>
            <p:spPr>
              <a:xfrm>
                <a:off x="17792700" y="1466850"/>
                <a:ext cx="953" cy="278701"/>
              </a:xfrm>
              <a:custGeom>
                <a:avLst/>
                <a:gdLst/>
                <a:ahLst/>
                <a:cxnLst/>
                <a:pathLst>
                  <a:path w="953" h="278701">
                    <a:moveTo>
                      <a:pt x="0" y="57657"/>
                    </a:moveTo>
                    <a:lnTo>
                      <a:pt x="0" y="221044"/>
                    </a:lnTo>
                  </a:path>
                </a:pathLst>
              </a:custGeom>
              <a:noFill/>
              <a:ln w="6108">
                <a:solidFill>
                  <a:srgbClr val="263238"/>
                </a:solidFill>
                <a:prstDash val="solid"/>
              </a:ln>
            </p:spPr>
          </p:sp>
          <p:sp>
            <p:nvSpPr>
              <p:cNvPr id="1525" name="four:layout-hierarchy:regular-node:1211"/>
              <p:cNvSpPr>
                <a:spLocks noGrp="1"/>
              </p:cNvSpPr>
              <p:nvPr/>
            </p:nvSpPr>
            <p:spPr>
              <a:xfrm>
                <a:off x="17775218" y="1553437"/>
                <a:ext cx="34964" cy="34964"/>
              </a:xfrm>
              <a:prstGeom prst="ellipse">
                <a:avLst/>
              </a:prstGeom>
              <a:solidFill>
                <a:srgbClr val="DCE8ED"/>
              </a:solidFill>
              <a:ln w="4886">
                <a:solidFill>
                  <a:srgbClr val="263238"/>
                </a:solidFill>
                <a:prstDash val="solid"/>
              </a:ln>
            </p:spPr>
          </p:sp>
          <p:sp>
            <p:nvSpPr>
              <p:cNvPr id="1526" name="four:layout-hierarchy:regular-node:1212"/>
              <p:cNvSpPr>
                <a:spLocks noGrp="1"/>
              </p:cNvSpPr>
              <p:nvPr/>
            </p:nvSpPr>
            <p:spPr>
              <a:xfrm>
                <a:off x="17775218" y="1624000"/>
                <a:ext cx="34964" cy="34964"/>
              </a:xfrm>
              <a:prstGeom prst="ellipse">
                <a:avLst/>
              </a:prstGeom>
              <a:solidFill>
                <a:srgbClr val="DCE8ED"/>
              </a:solidFill>
              <a:ln w="4886">
                <a:solidFill>
                  <a:srgbClr val="263238"/>
                </a:solidFill>
                <a:prstDash val="solid"/>
              </a:ln>
            </p:spPr>
          </p:sp>
          <p:sp>
            <p:nvSpPr>
              <p:cNvPr id="1527" name="four:layout-hierarchy:critical-node:1213"/>
              <p:cNvSpPr>
                <a:spLocks noGrp="1"/>
              </p:cNvSpPr>
              <p:nvPr/>
            </p:nvSpPr>
            <p:spPr>
              <a:xfrm>
                <a:off x="17741710" y="1415860"/>
                <a:ext cx="101979" cy="101979"/>
              </a:xfrm>
              <a:prstGeom prst="diamond">
                <a:avLst/>
              </a:prstGeom>
              <a:solidFill>
                <a:srgbClr val="DCE8ED"/>
              </a:solidFill>
              <a:ln w="5375">
                <a:solidFill>
                  <a:srgbClr val="263238"/>
                </a:solidFill>
                <a:prstDash val="solid"/>
              </a:ln>
            </p:spPr>
          </p:sp>
          <p:sp>
            <p:nvSpPr>
              <p:cNvPr id="1528" name="four:layout-hierarchy:critical-node:1214"/>
              <p:cNvSpPr>
                <a:spLocks noGrp="1"/>
              </p:cNvSpPr>
              <p:nvPr/>
            </p:nvSpPr>
            <p:spPr>
              <a:xfrm>
                <a:off x="17741710" y="1694562"/>
                <a:ext cx="101979" cy="101979"/>
              </a:xfrm>
              <a:prstGeom prst="diamond">
                <a:avLst/>
              </a:prstGeom>
              <a:solidFill>
                <a:srgbClr val="DCE8ED"/>
              </a:solidFill>
              <a:ln w="5375">
                <a:solidFill>
                  <a:srgbClr val="263238"/>
                </a:solidFill>
                <a:prstDash val="solid"/>
              </a:ln>
            </p:spPr>
          </p:sp>
          <p:sp>
            <p:nvSpPr>
              <p:cNvPr id="1529" name="four:layout-hierarchy:line:1215"/>
              <p:cNvSpPr>
                <a:spLocks noGrp="1"/>
              </p:cNvSpPr>
              <p:nvPr/>
            </p:nvSpPr>
            <p:spPr>
              <a:xfrm>
                <a:off x="16268224" y="1745552"/>
                <a:ext cx="3048952" cy="953"/>
              </a:xfrm>
              <a:custGeom>
                <a:avLst/>
                <a:gdLst/>
                <a:ahLst/>
                <a:cxnLst/>
                <a:pathLst>
                  <a:path w="3048952" h="953">
                    <a:moveTo>
                      <a:pt x="0" y="0"/>
                    </a:moveTo>
                    <a:lnTo>
                      <a:pt x="1466819" y="0"/>
                    </a:lnTo>
                    <a:moveTo>
                      <a:pt x="1582133" y="0"/>
                    </a:moveTo>
                    <a:lnTo>
                      <a:pt x="3048952" y="0"/>
                    </a:lnTo>
                  </a:path>
                </a:pathLst>
              </a:custGeom>
              <a:noFill/>
              <a:ln w="6108">
                <a:solidFill>
                  <a:srgbClr val="263238"/>
                </a:solidFill>
                <a:prstDash val="solid"/>
              </a:ln>
            </p:spPr>
          </p:sp>
          <p:sp>
            <p:nvSpPr>
              <p:cNvPr id="1530" name="four:layout-hierarchy:line:1216"/>
              <p:cNvSpPr>
                <a:spLocks noGrp="1"/>
              </p:cNvSpPr>
              <p:nvPr/>
            </p:nvSpPr>
            <p:spPr>
              <a:xfrm>
                <a:off x="16268224" y="1745552"/>
                <a:ext cx="953" cy="988124"/>
              </a:xfrm>
              <a:custGeom>
                <a:avLst/>
                <a:gdLst/>
                <a:ahLst/>
                <a:cxnLst/>
                <a:pathLst>
                  <a:path w="953" h="988124">
                    <a:moveTo>
                      <a:pt x="0" y="0"/>
                    </a:moveTo>
                    <a:lnTo>
                      <a:pt x="0" y="908614"/>
                    </a:lnTo>
                  </a:path>
                </a:pathLst>
              </a:custGeom>
              <a:noFill/>
              <a:ln w="6108">
                <a:solidFill>
                  <a:srgbClr val="263238"/>
                </a:solidFill>
                <a:prstDash val="solid"/>
              </a:ln>
            </p:spPr>
          </p:sp>
          <p:sp>
            <p:nvSpPr>
              <p:cNvPr id="1531" name="four:layout-hierarchy:regular-node:1217"/>
              <p:cNvSpPr>
                <a:spLocks noGrp="1"/>
              </p:cNvSpPr>
              <p:nvPr/>
            </p:nvSpPr>
            <p:spPr>
              <a:xfrm>
                <a:off x="16243457" y="1937222"/>
                <a:ext cx="49533" cy="49533"/>
              </a:xfrm>
              <a:prstGeom prst="ellipse">
                <a:avLst/>
              </a:prstGeom>
              <a:solidFill>
                <a:srgbClr val="0072B2"/>
              </a:solidFill>
              <a:ln w="4886">
                <a:solidFill>
                  <a:srgbClr val="263238"/>
                </a:solidFill>
                <a:prstDash val="solid"/>
              </a:ln>
            </p:spPr>
          </p:sp>
          <p:sp>
            <p:nvSpPr>
              <p:cNvPr id="1532" name="four:layout-hierarchy:regular-node:1218"/>
              <p:cNvSpPr>
                <a:spLocks noGrp="1"/>
              </p:cNvSpPr>
              <p:nvPr/>
            </p:nvSpPr>
            <p:spPr>
              <a:xfrm>
                <a:off x="16243457" y="2178426"/>
                <a:ext cx="49533" cy="49533"/>
              </a:xfrm>
              <a:prstGeom prst="ellipse">
                <a:avLst/>
              </a:prstGeom>
              <a:solidFill>
                <a:srgbClr val="0072B2"/>
              </a:solidFill>
              <a:ln w="4886">
                <a:solidFill>
                  <a:srgbClr val="263238"/>
                </a:solidFill>
                <a:prstDash val="solid"/>
              </a:ln>
            </p:spPr>
          </p:sp>
          <p:sp>
            <p:nvSpPr>
              <p:cNvPr id="1533" name="four:layout-hierarchy:regular-node:1219"/>
              <p:cNvSpPr>
                <a:spLocks noGrp="1"/>
              </p:cNvSpPr>
              <p:nvPr/>
            </p:nvSpPr>
            <p:spPr>
              <a:xfrm>
                <a:off x="16243457" y="2419629"/>
                <a:ext cx="49533" cy="49533"/>
              </a:xfrm>
              <a:prstGeom prst="ellipse">
                <a:avLst/>
              </a:prstGeom>
              <a:solidFill>
                <a:srgbClr val="0072B2"/>
              </a:solidFill>
              <a:ln w="4886">
                <a:solidFill>
                  <a:srgbClr val="263238"/>
                </a:solidFill>
                <a:prstDash val="solid"/>
              </a:ln>
            </p:spPr>
          </p:sp>
          <p:sp>
            <p:nvSpPr>
              <p:cNvPr id="1534" name="four:layout-hierarchy:line:1220"/>
              <p:cNvSpPr>
                <a:spLocks noGrp="1"/>
              </p:cNvSpPr>
              <p:nvPr/>
            </p:nvSpPr>
            <p:spPr>
              <a:xfrm>
                <a:off x="19317176" y="1745552"/>
                <a:ext cx="953" cy="988124"/>
              </a:xfrm>
              <a:custGeom>
                <a:avLst/>
                <a:gdLst/>
                <a:ahLst/>
                <a:cxnLst/>
                <a:pathLst>
                  <a:path w="953" h="988124">
                    <a:moveTo>
                      <a:pt x="0" y="0"/>
                    </a:moveTo>
                    <a:lnTo>
                      <a:pt x="0" y="908614"/>
                    </a:lnTo>
                  </a:path>
                </a:pathLst>
              </a:custGeom>
              <a:noFill/>
              <a:ln w="6108">
                <a:solidFill>
                  <a:srgbClr val="263238"/>
                </a:solidFill>
                <a:prstDash val="solid"/>
              </a:ln>
            </p:spPr>
          </p:sp>
          <p:sp>
            <p:nvSpPr>
              <p:cNvPr id="1535" name="four:layout-hierarchy:regular-node:1221"/>
              <p:cNvSpPr>
                <a:spLocks noGrp="1"/>
              </p:cNvSpPr>
              <p:nvPr/>
            </p:nvSpPr>
            <p:spPr>
              <a:xfrm>
                <a:off x="19292410" y="1937222"/>
                <a:ext cx="49533" cy="49533"/>
              </a:xfrm>
              <a:prstGeom prst="ellipse">
                <a:avLst/>
              </a:prstGeom>
              <a:solidFill>
                <a:srgbClr val="CC79A7"/>
              </a:solidFill>
              <a:ln w="4886">
                <a:solidFill>
                  <a:srgbClr val="263238"/>
                </a:solidFill>
                <a:prstDash val="solid"/>
              </a:ln>
            </p:spPr>
          </p:sp>
          <p:sp>
            <p:nvSpPr>
              <p:cNvPr id="1536" name="four:layout-hierarchy:regular-node:1222"/>
              <p:cNvSpPr>
                <a:spLocks noGrp="1"/>
              </p:cNvSpPr>
              <p:nvPr/>
            </p:nvSpPr>
            <p:spPr>
              <a:xfrm>
                <a:off x="19292410" y="2178426"/>
                <a:ext cx="49533" cy="49533"/>
              </a:xfrm>
              <a:prstGeom prst="ellipse">
                <a:avLst/>
              </a:prstGeom>
              <a:solidFill>
                <a:srgbClr val="CC79A7"/>
              </a:solidFill>
              <a:ln w="4886">
                <a:solidFill>
                  <a:srgbClr val="263238"/>
                </a:solidFill>
                <a:prstDash val="solid"/>
              </a:ln>
            </p:spPr>
          </p:sp>
          <p:sp>
            <p:nvSpPr>
              <p:cNvPr id="1537" name="four:layout-hierarchy:regular-node:1223"/>
              <p:cNvSpPr>
                <a:spLocks noGrp="1"/>
              </p:cNvSpPr>
              <p:nvPr/>
            </p:nvSpPr>
            <p:spPr>
              <a:xfrm>
                <a:off x="19292410" y="2419629"/>
                <a:ext cx="49533" cy="49533"/>
              </a:xfrm>
              <a:prstGeom prst="ellipse">
                <a:avLst/>
              </a:prstGeom>
              <a:solidFill>
                <a:srgbClr val="CC79A7"/>
              </a:solidFill>
              <a:ln w="4886">
                <a:solidFill>
                  <a:srgbClr val="263238"/>
                </a:solidFill>
                <a:prstDash val="solid"/>
              </a:ln>
            </p:spPr>
          </p:sp>
          <p:sp>
            <p:nvSpPr>
              <p:cNvPr id="1538" name="four:layout-hierarchy:line:1224"/>
              <p:cNvSpPr>
                <a:spLocks noGrp="1"/>
              </p:cNvSpPr>
              <p:nvPr/>
            </p:nvSpPr>
            <p:spPr>
              <a:xfrm>
                <a:off x="17792700" y="1745552"/>
                <a:ext cx="953" cy="734758"/>
              </a:xfrm>
              <a:custGeom>
                <a:avLst/>
                <a:gdLst/>
                <a:ahLst/>
                <a:cxnLst/>
                <a:pathLst>
                  <a:path w="953" h="734758">
                    <a:moveTo>
                      <a:pt x="0" y="57657"/>
                    </a:moveTo>
                    <a:lnTo>
                      <a:pt x="0" y="655249"/>
                    </a:lnTo>
                  </a:path>
                </a:pathLst>
              </a:custGeom>
              <a:noFill/>
              <a:ln w="6108">
                <a:solidFill>
                  <a:srgbClr val="263238"/>
                </a:solidFill>
                <a:prstDash val="solid"/>
              </a:ln>
            </p:spPr>
          </p:sp>
          <p:sp>
            <p:nvSpPr>
              <p:cNvPr id="1539" name="four:layout-hierarchy:regular-node:1225"/>
              <p:cNvSpPr>
                <a:spLocks noGrp="1"/>
              </p:cNvSpPr>
              <p:nvPr/>
            </p:nvSpPr>
            <p:spPr>
              <a:xfrm>
                <a:off x="17767934" y="1912123"/>
                <a:ext cx="49533" cy="49533"/>
              </a:xfrm>
              <a:prstGeom prst="ellipse">
                <a:avLst/>
              </a:prstGeom>
              <a:solidFill>
                <a:srgbClr val="81C9BA"/>
              </a:solidFill>
              <a:ln w="4886">
                <a:solidFill>
                  <a:srgbClr val="263238"/>
                </a:solidFill>
                <a:prstDash val="solid"/>
              </a:ln>
            </p:spPr>
          </p:sp>
          <p:sp>
            <p:nvSpPr>
              <p:cNvPr id="1540" name="four:layout-hierarchy:regular-node:1226"/>
              <p:cNvSpPr>
                <a:spLocks noGrp="1"/>
              </p:cNvSpPr>
              <p:nvPr/>
            </p:nvSpPr>
            <p:spPr>
              <a:xfrm>
                <a:off x="17767934" y="2077238"/>
                <a:ext cx="49533" cy="49533"/>
              </a:xfrm>
              <a:prstGeom prst="ellipse">
                <a:avLst/>
              </a:prstGeom>
              <a:solidFill>
                <a:srgbClr val="81C9BA"/>
              </a:solidFill>
              <a:ln w="4886">
                <a:solidFill>
                  <a:srgbClr val="263238"/>
                </a:solidFill>
                <a:prstDash val="solid"/>
              </a:ln>
            </p:spPr>
          </p:sp>
          <p:sp>
            <p:nvSpPr>
              <p:cNvPr id="1541" name="four:layout-hierarchy:regular-node:1227"/>
              <p:cNvSpPr>
                <a:spLocks noGrp="1"/>
              </p:cNvSpPr>
              <p:nvPr/>
            </p:nvSpPr>
            <p:spPr>
              <a:xfrm>
                <a:off x="17767934" y="2242353"/>
                <a:ext cx="49533" cy="49533"/>
              </a:xfrm>
              <a:prstGeom prst="ellipse">
                <a:avLst/>
              </a:prstGeom>
              <a:solidFill>
                <a:srgbClr val="81C9BA"/>
              </a:solidFill>
              <a:ln w="4886">
                <a:solidFill>
                  <a:srgbClr val="263238"/>
                </a:solidFill>
                <a:prstDash val="solid"/>
              </a:ln>
            </p:spPr>
          </p:sp>
          <p:sp>
            <p:nvSpPr>
              <p:cNvPr id="1542" name="four:layout-hierarchy:line:1228"/>
              <p:cNvSpPr>
                <a:spLocks noGrp="1"/>
              </p:cNvSpPr>
              <p:nvPr/>
            </p:nvSpPr>
            <p:spPr>
              <a:xfrm>
                <a:off x="17284541" y="2480310"/>
                <a:ext cx="1016317" cy="953"/>
              </a:xfrm>
              <a:custGeom>
                <a:avLst/>
                <a:gdLst/>
                <a:ahLst/>
                <a:cxnLst/>
                <a:pathLst>
                  <a:path w="1016317" h="953">
                    <a:moveTo>
                      <a:pt x="0" y="0"/>
                    </a:moveTo>
                    <a:lnTo>
                      <a:pt x="428649" y="0"/>
                    </a:lnTo>
                    <a:moveTo>
                      <a:pt x="587669" y="0"/>
                    </a:moveTo>
                    <a:lnTo>
                      <a:pt x="1016317" y="0"/>
                    </a:lnTo>
                  </a:path>
                </a:pathLst>
              </a:custGeom>
              <a:noFill/>
              <a:ln w="6108">
                <a:solidFill>
                  <a:srgbClr val="263238"/>
                </a:solidFill>
                <a:prstDash val="solid"/>
              </a:ln>
            </p:spPr>
          </p:sp>
          <p:sp>
            <p:nvSpPr>
              <p:cNvPr id="1543" name="four:layout-hierarchy:line:1229"/>
              <p:cNvSpPr>
                <a:spLocks noGrp="1"/>
              </p:cNvSpPr>
              <p:nvPr/>
            </p:nvSpPr>
            <p:spPr>
              <a:xfrm>
                <a:off x="17284541" y="2480310"/>
                <a:ext cx="953" cy="253365"/>
              </a:xfrm>
              <a:custGeom>
                <a:avLst/>
                <a:gdLst/>
                <a:ahLst/>
                <a:cxnLst/>
                <a:pathLst>
                  <a:path w="953" h="253365">
                    <a:moveTo>
                      <a:pt x="0" y="0"/>
                    </a:moveTo>
                    <a:lnTo>
                      <a:pt x="0" y="173855"/>
                    </a:lnTo>
                  </a:path>
                </a:pathLst>
              </a:custGeom>
              <a:noFill/>
              <a:ln w="6108">
                <a:solidFill>
                  <a:srgbClr val="263238"/>
                </a:solidFill>
                <a:prstDash val="solid"/>
              </a:ln>
            </p:spPr>
          </p:sp>
          <p:sp>
            <p:nvSpPr>
              <p:cNvPr id="1544" name="four:layout-hierarchy:regular-node:1230"/>
              <p:cNvSpPr>
                <a:spLocks noGrp="1"/>
              </p:cNvSpPr>
              <p:nvPr/>
            </p:nvSpPr>
            <p:spPr>
              <a:xfrm>
                <a:off x="17259775" y="2545805"/>
                <a:ext cx="49533" cy="49533"/>
              </a:xfrm>
              <a:prstGeom prst="ellipse">
                <a:avLst/>
              </a:prstGeom>
              <a:solidFill>
                <a:srgbClr val="D55E00"/>
              </a:solidFill>
              <a:ln w="4886">
                <a:solidFill>
                  <a:srgbClr val="263238"/>
                </a:solidFill>
                <a:prstDash val="solid"/>
              </a:ln>
            </p:spPr>
          </p:sp>
          <p:sp>
            <p:nvSpPr>
              <p:cNvPr id="1545" name="four:layout-hierarchy:line:1231"/>
              <p:cNvSpPr>
                <a:spLocks noGrp="1"/>
              </p:cNvSpPr>
              <p:nvPr/>
            </p:nvSpPr>
            <p:spPr>
              <a:xfrm>
                <a:off x="18300859" y="2480310"/>
                <a:ext cx="953" cy="253365"/>
              </a:xfrm>
              <a:custGeom>
                <a:avLst/>
                <a:gdLst/>
                <a:ahLst/>
                <a:cxnLst/>
                <a:pathLst>
                  <a:path w="953" h="253365">
                    <a:moveTo>
                      <a:pt x="0" y="0"/>
                    </a:moveTo>
                    <a:lnTo>
                      <a:pt x="0" y="173855"/>
                    </a:lnTo>
                  </a:path>
                </a:pathLst>
              </a:custGeom>
              <a:noFill/>
              <a:ln w="6108">
                <a:solidFill>
                  <a:srgbClr val="263238"/>
                </a:solidFill>
                <a:prstDash val="solid"/>
              </a:ln>
            </p:spPr>
          </p:sp>
          <p:sp>
            <p:nvSpPr>
              <p:cNvPr id="1546" name="four:layout-hierarchy:regular-node:1232"/>
              <p:cNvSpPr>
                <a:spLocks noGrp="1"/>
              </p:cNvSpPr>
              <p:nvPr/>
            </p:nvSpPr>
            <p:spPr>
              <a:xfrm>
                <a:off x="18276092" y="2545805"/>
                <a:ext cx="49533" cy="49533"/>
              </a:xfrm>
              <a:prstGeom prst="ellipse">
                <a:avLst/>
              </a:prstGeom>
              <a:solidFill>
                <a:srgbClr val="009E73"/>
              </a:solidFill>
              <a:ln w="4886">
                <a:solidFill>
                  <a:srgbClr val="263238"/>
                </a:solidFill>
                <a:prstDash val="solid"/>
              </a:ln>
            </p:spPr>
          </p:sp>
          <p:sp>
            <p:nvSpPr>
              <p:cNvPr id="1547" name="four:layout-hierarchy:critical-node:1233"/>
              <p:cNvSpPr>
                <a:spLocks noGrp="1"/>
              </p:cNvSpPr>
              <p:nvPr/>
            </p:nvSpPr>
            <p:spPr>
              <a:xfrm>
                <a:off x="17719858" y="2407468"/>
                <a:ext cx="145685" cy="145685"/>
              </a:xfrm>
              <a:prstGeom prst="diamond">
                <a:avLst/>
              </a:prstGeom>
              <a:solidFill>
                <a:srgbClr val="81C9BA"/>
              </a:solidFill>
              <a:ln w="5375">
                <a:solidFill>
                  <a:srgbClr val="263238"/>
                </a:solidFill>
                <a:prstDash val="solid"/>
              </a:ln>
            </p:spPr>
          </p:sp>
          <p:sp>
            <p:nvSpPr>
              <p:cNvPr id="1548" name="four:layout-hierarchy:critical-node:1234"/>
              <p:cNvSpPr>
                <a:spLocks noGrp="1"/>
              </p:cNvSpPr>
              <p:nvPr/>
            </p:nvSpPr>
            <p:spPr>
              <a:xfrm>
                <a:off x="16195381" y="2660833"/>
                <a:ext cx="145685" cy="145685"/>
              </a:xfrm>
              <a:prstGeom prst="diamond">
                <a:avLst/>
              </a:prstGeom>
              <a:solidFill>
                <a:srgbClr val="0072B2"/>
              </a:solidFill>
              <a:ln w="5375">
                <a:solidFill>
                  <a:srgbClr val="263238"/>
                </a:solidFill>
                <a:prstDash val="solid"/>
              </a:ln>
            </p:spPr>
          </p:sp>
          <p:sp>
            <p:nvSpPr>
              <p:cNvPr id="1549" name="four:layout-hierarchy:critical-node:1235"/>
              <p:cNvSpPr>
                <a:spLocks noGrp="1"/>
              </p:cNvSpPr>
              <p:nvPr/>
            </p:nvSpPr>
            <p:spPr>
              <a:xfrm>
                <a:off x="17211699" y="2660833"/>
                <a:ext cx="145685" cy="145685"/>
              </a:xfrm>
              <a:prstGeom prst="diamond">
                <a:avLst/>
              </a:prstGeom>
              <a:solidFill>
                <a:srgbClr val="D55E00"/>
              </a:solidFill>
              <a:ln w="5375">
                <a:solidFill>
                  <a:srgbClr val="263238"/>
                </a:solidFill>
                <a:prstDash val="solid"/>
              </a:ln>
            </p:spPr>
          </p:sp>
          <p:sp>
            <p:nvSpPr>
              <p:cNvPr id="1550" name="four:layout-hierarchy:critical-node:1236"/>
              <p:cNvSpPr>
                <a:spLocks noGrp="1"/>
              </p:cNvSpPr>
              <p:nvPr/>
            </p:nvSpPr>
            <p:spPr>
              <a:xfrm>
                <a:off x="18228016" y="2660833"/>
                <a:ext cx="145685" cy="145685"/>
              </a:xfrm>
              <a:prstGeom prst="diamond">
                <a:avLst/>
              </a:prstGeom>
              <a:solidFill>
                <a:srgbClr val="009E73"/>
              </a:solidFill>
              <a:ln w="5375">
                <a:solidFill>
                  <a:srgbClr val="263238"/>
                </a:solidFill>
                <a:prstDash val="solid"/>
              </a:ln>
            </p:spPr>
          </p:sp>
          <p:sp>
            <p:nvSpPr>
              <p:cNvPr id="1551" name="four:layout-hierarchy:critical-node:1237"/>
              <p:cNvSpPr>
                <a:spLocks noGrp="1"/>
              </p:cNvSpPr>
              <p:nvPr/>
            </p:nvSpPr>
            <p:spPr>
              <a:xfrm>
                <a:off x="19244334" y="2660833"/>
                <a:ext cx="145685" cy="145685"/>
              </a:xfrm>
              <a:prstGeom prst="diamond">
                <a:avLst/>
              </a:prstGeom>
              <a:solidFill>
                <a:srgbClr val="CC79A7"/>
              </a:solidFill>
              <a:ln w="5375">
                <a:solidFill>
                  <a:srgbClr val="263238"/>
                </a:solidFill>
                <a:prstDash val="solid"/>
              </a:ln>
            </p:spPr>
          </p:sp>
        </p:grpSp>
        <p:grpSp>
          <p:nvGrpSpPr>
            <p:cNvPr id="1552" name="layout-to-filling"/>
            <p:cNvGrpSpPr/>
            <p:nvPr/>
          </p:nvGrpSpPr>
          <p:grpSpPr>
            <a:xfrm>
              <a:off x="0" y="0"/>
              <a:ext cx="24955500" cy="8572500"/>
              <a:chOff x="0" y="0"/>
              <a:chExt cx="24955500" cy="8572500"/>
            </a:xfrm>
          </p:grpSpPr>
          <p:sp>
            <p:nvSpPr>
              <p:cNvPr id="1553" name="four:layout-to-filling:line:1276"/>
              <p:cNvSpPr>
                <a:spLocks noGrp="1"/>
              </p:cNvSpPr>
              <p:nvPr/>
            </p:nvSpPr>
            <p:spPr>
              <a:xfrm>
                <a:off x="17811750" y="4057650"/>
                <a:ext cx="953" cy="114300"/>
              </a:xfrm>
              <a:custGeom>
                <a:avLst/>
                <a:gdLst/>
                <a:ahLst/>
                <a:cxnLst/>
                <a:pathLst>
                  <a:path w="953" h="114300">
                    <a:moveTo>
                      <a:pt x="0" y="0"/>
                    </a:moveTo>
                    <a:lnTo>
                      <a:pt x="0" y="114300"/>
                    </a:lnTo>
                  </a:path>
                </a:pathLst>
              </a:custGeom>
              <a:noFill/>
              <a:ln w="6841">
                <a:solidFill>
                  <a:srgbClr val="91A5B4"/>
                </a:solidFill>
                <a:prstDash val="solid"/>
              </a:ln>
            </p:spPr>
          </p:sp>
          <p:sp>
            <p:nvSpPr>
              <p:cNvPr id="1554" name="four:layout-to-filling:polygon:1277"/>
              <p:cNvSpPr>
                <a:spLocks noGrp="1"/>
              </p:cNvSpPr>
              <p:nvPr/>
            </p:nvSpPr>
            <p:spPr>
              <a:xfrm>
                <a:off x="17791271" y="4124325"/>
                <a:ext cx="40958" cy="47625"/>
              </a:xfrm>
              <a:custGeom>
                <a:avLst/>
                <a:gdLst/>
                <a:ahLst/>
                <a:cxnLst/>
                <a:pathLst>
                  <a:path w="40958" h="47625">
                    <a:moveTo>
                      <a:pt x="20479" y="47625"/>
                    </a:moveTo>
                    <a:lnTo>
                      <a:pt x="40958" y="0"/>
                    </a:lnTo>
                    <a:lnTo>
                      <a:pt x="0" y="0"/>
                    </a:lnTo>
                    <a:close/>
                  </a:path>
                </a:pathLst>
              </a:custGeom>
              <a:solidFill>
                <a:srgbClr val="91A5B4"/>
              </a:solidFill>
              <a:ln w="0">
                <a:noFill/>
                <a:prstDash val="solid"/>
              </a:ln>
            </p:spPr>
          </p:sp>
        </p:grpSp>
        <p:grpSp>
          <p:nvGrpSpPr>
            <p:cNvPr id="1555" name="barrier-filling"/>
            <p:cNvGrpSpPr/>
            <p:nvPr/>
          </p:nvGrpSpPr>
          <p:grpSpPr>
            <a:xfrm>
              <a:off x="15592425" y="4267200"/>
              <a:ext cx="4305300" cy="3352800"/>
              <a:chOff x="15592425" y="4267200"/>
              <a:chExt cx="4305300" cy="3352800"/>
            </a:xfrm>
          </p:grpSpPr>
          <p:sp>
            <p:nvSpPr>
              <p:cNvPr id="1556" name="four:barrier-filling:textbox:1278"/>
              <p:cNvSpPr>
                <a:spLocks noGrp="1"/>
              </p:cNvSpPr>
              <p:nvPr/>
            </p:nvSpPr>
            <p:spPr>
              <a:xfrm>
                <a:off x="15754350" y="4267200"/>
                <a:ext cx="4114800" cy="304800"/>
              </a:xfrm>
              <a:prstGeom prst="rect">
                <a:avLst/>
              </a:prstGeom>
              <a:noFill/>
              <a:ln w="0">
                <a:noFill/>
                <a:prstDash val="solid"/>
              </a:ln>
            </p:spPr>
            <p:txBody>
              <a:bodyPr wrap="none" lIns="0" tIns="0" rIns="0" bIns="0" anchor="ctr">
                <a:normAutofit/>
              </a:bodyPr>
              <a:lstStyle>
                <a:defPPr algn="l">
                  <a:defRPr sz="923" b="1">
                    <a:solidFill>
                      <a:srgbClr val="263238"/>
                    </a:solidFill>
                    <a:latin typeface="Arial" panose="020B0604020202090204"/>
                    <a:ea typeface="Arial" panose="020B0604020202090204"/>
                    <a:cs typeface="Arial" panose="020B0604020202090204"/>
                  </a:defRPr>
                </a:defPPr>
              </a:lstStyle>
              <a:p>
                <a:pPr algn="l">
                  <a:defRPr sz="923" b="1">
                    <a:solidFill>
                      <a:srgbClr val="263238"/>
                    </a:solidFill>
                    <a:latin typeface="Arial" panose="020B0604020202090204"/>
                    <a:ea typeface="Arial" panose="020B0604020202090204"/>
                    <a:cs typeface="Arial" panose="020B0604020202090204"/>
                  </a:defRPr>
                </a:pPr>
                <a:r>
                  <a:rPr sz="923" b="1">
                    <a:solidFill>
                      <a:srgbClr val="263238"/>
                    </a:solidFill>
                    <a:latin typeface="Arial" panose="020B0604020202090204"/>
                    <a:ea typeface="Arial" panose="020B0604020202090204"/>
                    <a:cs typeface="Arial" panose="020B0604020202090204"/>
                  </a:rPr>
                  <a:t>Minimax barrier filling</a:t>
                </a:r>
                <a:endParaRPr sz="923" b="1">
                  <a:solidFill>
                    <a:srgbClr val="263238"/>
                  </a:solidFill>
                  <a:latin typeface="Arial" panose="020B0604020202090204"/>
                  <a:ea typeface="Arial" panose="020B0604020202090204"/>
                  <a:cs typeface="Arial" panose="020B0604020202090204"/>
                </a:endParaRPr>
              </a:p>
            </p:txBody>
          </p:sp>
          <p:sp>
            <p:nvSpPr>
              <p:cNvPr id="1557" name="four:barrier-filling:line:1279"/>
              <p:cNvSpPr>
                <a:spLocks noGrp="1"/>
              </p:cNvSpPr>
              <p:nvPr/>
            </p:nvSpPr>
            <p:spPr>
              <a:xfrm>
                <a:off x="15963900" y="4695825"/>
                <a:ext cx="266700" cy="953"/>
              </a:xfrm>
              <a:custGeom>
                <a:avLst/>
                <a:gdLst/>
                <a:ahLst/>
                <a:cxnLst/>
                <a:pathLst>
                  <a:path w="266700" h="953">
                    <a:moveTo>
                      <a:pt x="0" y="0"/>
                    </a:moveTo>
                    <a:lnTo>
                      <a:pt x="266700" y="0"/>
                    </a:lnTo>
                  </a:path>
                </a:pathLst>
              </a:custGeom>
              <a:noFill/>
              <a:ln w="17102">
                <a:solidFill>
                  <a:srgbClr val="DDA5C4"/>
                </a:solidFill>
                <a:prstDash val="dash"/>
              </a:ln>
            </p:spPr>
          </p:sp>
          <p:sp>
            <p:nvSpPr>
              <p:cNvPr id="1558" name="four:barrier-filling:textbox:1280"/>
              <p:cNvSpPr>
                <a:spLocks noGrp="1"/>
              </p:cNvSpPr>
              <p:nvPr/>
            </p:nvSpPr>
            <p:spPr>
              <a:xfrm>
                <a:off x="16325850" y="4581525"/>
                <a:ext cx="1333500" cy="228600"/>
              </a:xfrm>
              <a:prstGeom prst="rect">
                <a:avLst/>
              </a:prstGeom>
              <a:noFill/>
              <a:ln w="0">
                <a:noFill/>
                <a:prstDash val="solid"/>
              </a:ln>
            </p:spPr>
            <p:txBody>
              <a:bodyPr wrap="none" lIns="0" tIns="0" rIns="0" bIns="0" anchor="ctr">
                <a:normAutofit/>
              </a:bodyPr>
              <a:lstStyle>
                <a:defPPr algn="l">
                  <a:defRPr sz="769" b="1">
                    <a:solidFill>
                      <a:srgbClr val="DDA5C4"/>
                    </a:solidFill>
                    <a:latin typeface="Arial" panose="020B0604020202090204"/>
                    <a:ea typeface="Arial" panose="020B0604020202090204"/>
                    <a:cs typeface="Arial" panose="020B0604020202090204"/>
                  </a:defRPr>
                </a:defPPr>
              </a:lstStyle>
              <a:p>
                <a:pPr algn="l">
                  <a:defRPr sz="769" b="1">
                    <a:solidFill>
                      <a:srgbClr val="DDA5C4"/>
                    </a:solidFill>
                    <a:latin typeface="Arial" panose="020B0604020202090204"/>
                    <a:ea typeface="Arial" panose="020B0604020202090204"/>
                    <a:cs typeface="Arial" panose="020B0604020202090204"/>
                  </a:defRPr>
                </a:pPr>
                <a:r>
                  <a:rPr sz="769" b="1">
                    <a:solidFill>
                      <a:srgbClr val="DDA5C4"/>
                    </a:solidFill>
                    <a:latin typeface="Arial" panose="020B0604020202090204"/>
                    <a:ea typeface="Arial" panose="020B0604020202090204"/>
                    <a:cs typeface="Arial" panose="020B0604020202090204"/>
                  </a:rPr>
                  <a:t>LCA path</a:t>
                </a:r>
                <a:endParaRPr sz="769" b="1">
                  <a:solidFill>
                    <a:srgbClr val="DDA5C4"/>
                  </a:solidFill>
                  <a:latin typeface="Arial" panose="020B0604020202090204"/>
                  <a:ea typeface="Arial" panose="020B0604020202090204"/>
                  <a:cs typeface="Arial" panose="020B0604020202090204"/>
                </a:endParaRPr>
              </a:p>
            </p:txBody>
          </p:sp>
          <p:sp>
            <p:nvSpPr>
              <p:cNvPr id="1559" name="four:barrier-filling:line:1281"/>
              <p:cNvSpPr>
                <a:spLocks noGrp="1"/>
              </p:cNvSpPr>
              <p:nvPr/>
            </p:nvSpPr>
            <p:spPr>
              <a:xfrm>
                <a:off x="18030825" y="4695825"/>
                <a:ext cx="247650" cy="953"/>
              </a:xfrm>
              <a:custGeom>
                <a:avLst/>
                <a:gdLst/>
                <a:ahLst/>
                <a:cxnLst/>
                <a:pathLst>
                  <a:path w="247650" h="953">
                    <a:moveTo>
                      <a:pt x="0" y="0"/>
                    </a:moveTo>
                    <a:lnTo>
                      <a:pt x="247650" y="0"/>
                    </a:lnTo>
                  </a:path>
                </a:pathLst>
              </a:custGeom>
              <a:noFill/>
              <a:ln w="14170">
                <a:solidFill>
                  <a:srgbClr val="263238"/>
                </a:solidFill>
                <a:prstDash val="solid"/>
              </a:ln>
            </p:spPr>
          </p:sp>
          <p:sp>
            <p:nvSpPr>
              <p:cNvPr id="1560" name="four:barrier-filling:textbox:1282"/>
              <p:cNvSpPr>
                <a:spLocks noGrp="1"/>
              </p:cNvSpPr>
              <p:nvPr/>
            </p:nvSpPr>
            <p:spPr>
              <a:xfrm>
                <a:off x="18345150" y="4581525"/>
                <a:ext cx="1143000" cy="228600"/>
              </a:xfrm>
              <a:prstGeom prst="rect">
                <a:avLst/>
              </a:prstGeom>
              <a:noFill/>
              <a:ln w="0">
                <a:noFill/>
                <a:prstDash val="solid"/>
              </a:ln>
            </p:spPr>
            <p:txBody>
              <a:bodyPr wrap="none" lIns="0" tIns="0" rIns="0" bIns="0" anchor="ctr">
                <a:normAutofit/>
              </a:bodyPr>
              <a:lstStyle>
                <a:defPPr algn="l">
                  <a:defRPr sz="769" b="1">
                    <a:solidFill>
                      <a:srgbClr val="263238"/>
                    </a:solidFill>
                    <a:latin typeface="Arial" panose="020B0604020202090204"/>
                    <a:ea typeface="Arial" panose="020B0604020202090204"/>
                    <a:cs typeface="Arial" panose="020B0604020202090204"/>
                  </a:defRPr>
                </a:defPPr>
              </a:lstStyle>
              <a:p>
                <a:pPr algn="l">
                  <a:defRPr sz="769" b="1">
                    <a:solidFill>
                      <a:srgbClr val="263238"/>
                    </a:solidFill>
                    <a:latin typeface="Arial" panose="020B0604020202090204"/>
                    <a:ea typeface="Arial" panose="020B0604020202090204"/>
                    <a:cs typeface="Arial" panose="020B0604020202090204"/>
                  </a:defRPr>
                </a:pPr>
                <a:r>
                  <a:rPr sz="769" b="1">
                    <a:solidFill>
                      <a:srgbClr val="263238"/>
                    </a:solidFill>
                    <a:latin typeface="Arial" panose="020B0604020202090204"/>
                    <a:ea typeface="Arial" panose="020B0604020202090204"/>
                    <a:cs typeface="Arial" panose="020B0604020202090204"/>
                  </a:rPr>
                  <a:t>Optimal</a:t>
                </a:r>
                <a:endParaRPr sz="769" b="1">
                  <a:solidFill>
                    <a:srgbClr val="263238"/>
                  </a:solidFill>
                  <a:latin typeface="Arial" panose="020B0604020202090204"/>
                  <a:ea typeface="Arial" panose="020B0604020202090204"/>
                  <a:cs typeface="Arial" panose="020B0604020202090204"/>
                </a:endParaRPr>
              </a:p>
            </p:txBody>
          </p:sp>
          <p:sp>
            <p:nvSpPr>
              <p:cNvPr id="1561" name="four:barrier-filling:line:1283"/>
              <p:cNvSpPr>
                <a:spLocks noGrp="1"/>
              </p:cNvSpPr>
              <p:nvPr/>
            </p:nvSpPr>
            <p:spPr>
              <a:xfrm>
                <a:off x="15944850" y="4867275"/>
                <a:ext cx="953" cy="1905000"/>
              </a:xfrm>
              <a:custGeom>
                <a:avLst/>
                <a:gdLst/>
                <a:ahLst/>
                <a:cxnLst/>
                <a:pathLst>
                  <a:path w="953" h="1905000">
                    <a:moveTo>
                      <a:pt x="0" y="54293"/>
                    </a:moveTo>
                    <a:lnTo>
                      <a:pt x="0" y="1905000"/>
                    </a:lnTo>
                  </a:path>
                </a:pathLst>
              </a:custGeom>
              <a:noFill/>
              <a:ln w="2443">
                <a:solidFill>
                  <a:srgbClr val="D8E1E7"/>
                </a:solidFill>
                <a:prstDash val="solid"/>
              </a:ln>
            </p:spPr>
          </p:sp>
          <p:sp>
            <p:nvSpPr>
              <p:cNvPr id="1562" name="four:barrier-filling:line:1284"/>
              <p:cNvSpPr>
                <a:spLocks noGrp="1"/>
              </p:cNvSpPr>
              <p:nvPr/>
            </p:nvSpPr>
            <p:spPr>
              <a:xfrm>
                <a:off x="16868775" y="4867275"/>
                <a:ext cx="953" cy="1905000"/>
              </a:xfrm>
              <a:custGeom>
                <a:avLst/>
                <a:gdLst/>
                <a:ahLst/>
                <a:cxnLst/>
                <a:pathLst>
                  <a:path w="953" h="1905000">
                    <a:moveTo>
                      <a:pt x="0" y="0"/>
                    </a:moveTo>
                    <a:lnTo>
                      <a:pt x="0" y="1905000"/>
                    </a:lnTo>
                  </a:path>
                </a:pathLst>
              </a:custGeom>
              <a:noFill/>
              <a:ln w="2443">
                <a:solidFill>
                  <a:srgbClr val="D8E1E7"/>
                </a:solidFill>
                <a:prstDash val="solid"/>
              </a:ln>
            </p:spPr>
          </p:sp>
          <p:sp>
            <p:nvSpPr>
              <p:cNvPr id="1563" name="four:barrier-filling:line:1285"/>
              <p:cNvSpPr>
                <a:spLocks noGrp="1"/>
              </p:cNvSpPr>
              <p:nvPr/>
            </p:nvSpPr>
            <p:spPr>
              <a:xfrm>
                <a:off x="17792700" y="4867275"/>
                <a:ext cx="953" cy="1905000"/>
              </a:xfrm>
              <a:custGeom>
                <a:avLst/>
                <a:gdLst/>
                <a:ahLst/>
                <a:cxnLst/>
                <a:pathLst>
                  <a:path w="953" h="1905000">
                    <a:moveTo>
                      <a:pt x="0" y="0"/>
                    </a:moveTo>
                    <a:lnTo>
                      <a:pt x="0" y="1170350"/>
                    </a:lnTo>
                    <a:moveTo>
                      <a:pt x="0" y="1278935"/>
                    </a:moveTo>
                    <a:lnTo>
                      <a:pt x="0" y="1311184"/>
                    </a:lnTo>
                    <a:moveTo>
                      <a:pt x="0" y="1410244"/>
                    </a:moveTo>
                    <a:lnTo>
                      <a:pt x="0" y="1905000"/>
                    </a:lnTo>
                  </a:path>
                </a:pathLst>
              </a:custGeom>
              <a:noFill/>
              <a:ln w="2443">
                <a:solidFill>
                  <a:srgbClr val="D8E1E7"/>
                </a:solidFill>
                <a:prstDash val="solid"/>
              </a:ln>
            </p:spPr>
          </p:sp>
          <p:sp>
            <p:nvSpPr>
              <p:cNvPr id="1564" name="four:barrier-filling:line:1286"/>
              <p:cNvSpPr>
                <a:spLocks noGrp="1"/>
              </p:cNvSpPr>
              <p:nvPr/>
            </p:nvSpPr>
            <p:spPr>
              <a:xfrm>
                <a:off x="18716625" y="4867275"/>
                <a:ext cx="953" cy="1905000"/>
              </a:xfrm>
              <a:custGeom>
                <a:avLst/>
                <a:gdLst/>
                <a:ahLst/>
                <a:cxnLst/>
                <a:pathLst>
                  <a:path w="953" h="1905000">
                    <a:moveTo>
                      <a:pt x="0" y="0"/>
                    </a:moveTo>
                    <a:lnTo>
                      <a:pt x="0" y="1905000"/>
                    </a:lnTo>
                  </a:path>
                </a:pathLst>
              </a:custGeom>
              <a:noFill/>
              <a:ln w="2443">
                <a:solidFill>
                  <a:srgbClr val="D8E1E7"/>
                </a:solidFill>
                <a:prstDash val="solid"/>
              </a:ln>
            </p:spPr>
          </p:sp>
          <p:sp>
            <p:nvSpPr>
              <p:cNvPr id="1565" name="four:barrier-filling:line:1287"/>
              <p:cNvSpPr>
                <a:spLocks noGrp="1"/>
              </p:cNvSpPr>
              <p:nvPr/>
            </p:nvSpPr>
            <p:spPr>
              <a:xfrm>
                <a:off x="19640550" y="4867275"/>
                <a:ext cx="953" cy="1905000"/>
              </a:xfrm>
              <a:custGeom>
                <a:avLst/>
                <a:gdLst/>
                <a:ahLst/>
                <a:cxnLst/>
                <a:pathLst>
                  <a:path w="953" h="1905000">
                    <a:moveTo>
                      <a:pt x="0" y="54293"/>
                    </a:moveTo>
                    <a:lnTo>
                      <a:pt x="0" y="1905000"/>
                    </a:lnTo>
                  </a:path>
                </a:pathLst>
              </a:custGeom>
              <a:noFill/>
              <a:ln w="2443">
                <a:solidFill>
                  <a:srgbClr val="D8E1E7"/>
                </a:solidFill>
                <a:prstDash val="solid"/>
              </a:ln>
            </p:spPr>
          </p:sp>
          <p:sp>
            <p:nvSpPr>
              <p:cNvPr id="1566" name="four:barrier-filling:line:1288"/>
              <p:cNvSpPr>
                <a:spLocks noGrp="1"/>
              </p:cNvSpPr>
              <p:nvPr/>
            </p:nvSpPr>
            <p:spPr>
              <a:xfrm>
                <a:off x="15944850" y="4867275"/>
                <a:ext cx="3695700" cy="953"/>
              </a:xfrm>
              <a:custGeom>
                <a:avLst/>
                <a:gdLst/>
                <a:ahLst/>
                <a:cxnLst/>
                <a:pathLst>
                  <a:path w="3695700" h="953">
                    <a:moveTo>
                      <a:pt x="54293" y="0"/>
                    </a:moveTo>
                    <a:lnTo>
                      <a:pt x="3641408" y="0"/>
                    </a:lnTo>
                  </a:path>
                </a:pathLst>
              </a:custGeom>
              <a:noFill/>
              <a:ln w="2443">
                <a:solidFill>
                  <a:srgbClr val="D8E1E7"/>
                </a:solidFill>
                <a:prstDash val="solid"/>
              </a:ln>
            </p:spPr>
          </p:sp>
          <p:sp>
            <p:nvSpPr>
              <p:cNvPr id="1567" name="four:barrier-filling:line:1289"/>
              <p:cNvSpPr>
                <a:spLocks noGrp="1"/>
              </p:cNvSpPr>
              <p:nvPr/>
            </p:nvSpPr>
            <p:spPr>
              <a:xfrm>
                <a:off x="15944850" y="5248275"/>
                <a:ext cx="3695700" cy="953"/>
              </a:xfrm>
              <a:custGeom>
                <a:avLst/>
                <a:gdLst/>
                <a:ahLst/>
                <a:cxnLst/>
                <a:pathLst>
                  <a:path w="3695700" h="953">
                    <a:moveTo>
                      <a:pt x="0" y="0"/>
                    </a:moveTo>
                    <a:lnTo>
                      <a:pt x="3695700" y="0"/>
                    </a:lnTo>
                  </a:path>
                </a:pathLst>
              </a:custGeom>
              <a:noFill/>
              <a:ln w="2443">
                <a:solidFill>
                  <a:srgbClr val="D8E1E7"/>
                </a:solidFill>
                <a:prstDash val="solid"/>
              </a:ln>
            </p:spPr>
          </p:sp>
          <p:sp>
            <p:nvSpPr>
              <p:cNvPr id="1568" name="four:barrier-filling:line:1290"/>
              <p:cNvSpPr>
                <a:spLocks noGrp="1"/>
              </p:cNvSpPr>
              <p:nvPr/>
            </p:nvSpPr>
            <p:spPr>
              <a:xfrm>
                <a:off x="15944850" y="5629275"/>
                <a:ext cx="3695700" cy="953"/>
              </a:xfrm>
              <a:custGeom>
                <a:avLst/>
                <a:gdLst/>
                <a:ahLst/>
                <a:cxnLst/>
                <a:pathLst>
                  <a:path w="3695700" h="953">
                    <a:moveTo>
                      <a:pt x="0" y="0"/>
                    </a:moveTo>
                    <a:lnTo>
                      <a:pt x="3695700" y="0"/>
                    </a:lnTo>
                  </a:path>
                </a:pathLst>
              </a:custGeom>
              <a:noFill/>
              <a:ln w="2443">
                <a:solidFill>
                  <a:srgbClr val="D8E1E7"/>
                </a:solidFill>
                <a:prstDash val="solid"/>
              </a:ln>
            </p:spPr>
          </p:sp>
          <p:sp>
            <p:nvSpPr>
              <p:cNvPr id="1569" name="four:barrier-filling:line:1291"/>
              <p:cNvSpPr>
                <a:spLocks noGrp="1"/>
              </p:cNvSpPr>
              <p:nvPr/>
            </p:nvSpPr>
            <p:spPr>
              <a:xfrm>
                <a:off x="15944850" y="6010275"/>
                <a:ext cx="3695700" cy="953"/>
              </a:xfrm>
              <a:custGeom>
                <a:avLst/>
                <a:gdLst/>
                <a:ahLst/>
                <a:cxnLst/>
                <a:pathLst>
                  <a:path w="3695700" h="953">
                    <a:moveTo>
                      <a:pt x="0" y="0"/>
                    </a:moveTo>
                    <a:lnTo>
                      <a:pt x="3695700" y="0"/>
                    </a:lnTo>
                  </a:path>
                </a:pathLst>
              </a:custGeom>
              <a:noFill/>
              <a:ln w="2443">
                <a:solidFill>
                  <a:srgbClr val="D8E1E7"/>
                </a:solidFill>
                <a:prstDash val="solid"/>
              </a:ln>
            </p:spPr>
          </p:sp>
          <p:sp>
            <p:nvSpPr>
              <p:cNvPr id="1570" name="four:barrier-filling:line:1292"/>
              <p:cNvSpPr>
                <a:spLocks noGrp="1"/>
              </p:cNvSpPr>
              <p:nvPr/>
            </p:nvSpPr>
            <p:spPr>
              <a:xfrm>
                <a:off x="15944850" y="6391275"/>
                <a:ext cx="3695700" cy="953"/>
              </a:xfrm>
              <a:custGeom>
                <a:avLst/>
                <a:gdLst/>
                <a:ahLst/>
                <a:cxnLst/>
                <a:pathLst>
                  <a:path w="3695700" h="953">
                    <a:moveTo>
                      <a:pt x="0" y="0"/>
                    </a:moveTo>
                    <a:lnTo>
                      <a:pt x="3695700" y="0"/>
                    </a:lnTo>
                  </a:path>
                </a:pathLst>
              </a:custGeom>
              <a:noFill/>
              <a:ln w="2443">
                <a:solidFill>
                  <a:srgbClr val="D8E1E7"/>
                </a:solidFill>
                <a:prstDash val="solid"/>
              </a:ln>
            </p:spPr>
          </p:sp>
          <p:sp>
            <p:nvSpPr>
              <p:cNvPr id="1571" name="four:barrier-filling:line:1293"/>
              <p:cNvSpPr>
                <a:spLocks noGrp="1"/>
              </p:cNvSpPr>
              <p:nvPr/>
            </p:nvSpPr>
            <p:spPr>
              <a:xfrm>
                <a:off x="15944850" y="6772275"/>
                <a:ext cx="3695700" cy="953"/>
              </a:xfrm>
              <a:custGeom>
                <a:avLst/>
                <a:gdLst/>
                <a:ahLst/>
                <a:cxnLst/>
                <a:pathLst>
                  <a:path w="3695700" h="953">
                    <a:moveTo>
                      <a:pt x="0" y="0"/>
                    </a:moveTo>
                    <a:lnTo>
                      <a:pt x="1285399" y="0"/>
                    </a:lnTo>
                    <a:moveTo>
                      <a:pt x="1393984" y="0"/>
                    </a:moveTo>
                    <a:lnTo>
                      <a:pt x="3695700" y="0"/>
                    </a:lnTo>
                  </a:path>
                </a:pathLst>
              </a:custGeom>
              <a:noFill/>
              <a:ln w="2443">
                <a:solidFill>
                  <a:srgbClr val="D8E1E7"/>
                </a:solidFill>
                <a:prstDash val="solid"/>
              </a:ln>
            </p:spPr>
          </p:sp>
          <p:sp>
            <p:nvSpPr>
              <p:cNvPr id="1572" name="four:barrier-filling:rect:1294"/>
              <p:cNvSpPr>
                <a:spLocks noGrp="1"/>
              </p:cNvSpPr>
              <p:nvPr/>
            </p:nvSpPr>
            <p:spPr>
              <a:xfrm>
                <a:off x="15944850" y="4867275"/>
                <a:ext cx="3695700" cy="1905000"/>
              </a:xfrm>
              <a:prstGeom prst="rect">
                <a:avLst/>
              </a:prstGeom>
              <a:noFill/>
              <a:ln w="3909">
                <a:solidFill>
                  <a:srgbClr val="A8B6C1"/>
                </a:solidFill>
                <a:prstDash val="solid"/>
              </a:ln>
            </p:spPr>
          </p:sp>
          <p:sp>
            <p:nvSpPr>
              <p:cNvPr id="1573" name="four:barrier-filling:line:1295"/>
              <p:cNvSpPr>
                <a:spLocks noGrp="1"/>
              </p:cNvSpPr>
              <p:nvPr/>
            </p:nvSpPr>
            <p:spPr>
              <a:xfrm>
                <a:off x="16268224" y="6267450"/>
                <a:ext cx="953" cy="762000"/>
              </a:xfrm>
              <a:custGeom>
                <a:avLst/>
                <a:gdLst/>
                <a:ahLst/>
                <a:cxnLst/>
                <a:pathLst>
                  <a:path w="953" h="762000">
                    <a:moveTo>
                      <a:pt x="0" y="0"/>
                    </a:moveTo>
                    <a:lnTo>
                      <a:pt x="0" y="762000"/>
                    </a:lnTo>
                  </a:path>
                </a:pathLst>
              </a:custGeom>
              <a:noFill/>
              <a:ln w="4886">
                <a:solidFill>
                  <a:srgbClr val="0072B2">
                    <a:alpha val="70000"/>
                  </a:srgbClr>
                </a:solidFill>
                <a:prstDash val="dash"/>
              </a:ln>
            </p:spPr>
          </p:sp>
          <p:sp>
            <p:nvSpPr>
              <p:cNvPr id="1574" name="four:barrier-filling:line:1296"/>
              <p:cNvSpPr>
                <a:spLocks noGrp="1"/>
              </p:cNvSpPr>
              <p:nvPr/>
            </p:nvSpPr>
            <p:spPr>
              <a:xfrm>
                <a:off x="17284541" y="6838950"/>
                <a:ext cx="953" cy="190500"/>
              </a:xfrm>
              <a:custGeom>
                <a:avLst/>
                <a:gdLst/>
                <a:ahLst/>
                <a:cxnLst/>
                <a:pathLst>
                  <a:path w="953" h="190500">
                    <a:moveTo>
                      <a:pt x="0" y="0"/>
                    </a:moveTo>
                    <a:lnTo>
                      <a:pt x="0" y="190500"/>
                    </a:lnTo>
                  </a:path>
                </a:pathLst>
              </a:custGeom>
              <a:noFill/>
              <a:ln w="4886">
                <a:solidFill>
                  <a:srgbClr val="D55E00">
                    <a:alpha val="70000"/>
                  </a:srgbClr>
                </a:solidFill>
                <a:prstDash val="dash"/>
              </a:ln>
            </p:spPr>
          </p:sp>
          <p:sp>
            <p:nvSpPr>
              <p:cNvPr id="1575" name="four:barrier-filling:line:1297"/>
              <p:cNvSpPr>
                <a:spLocks noGrp="1"/>
              </p:cNvSpPr>
              <p:nvPr/>
            </p:nvSpPr>
            <p:spPr>
              <a:xfrm>
                <a:off x="18300859" y="6539593"/>
                <a:ext cx="953" cy="489857"/>
              </a:xfrm>
              <a:custGeom>
                <a:avLst/>
                <a:gdLst/>
                <a:ahLst/>
                <a:cxnLst/>
                <a:pathLst>
                  <a:path w="953" h="489857">
                    <a:moveTo>
                      <a:pt x="0" y="0"/>
                    </a:moveTo>
                    <a:lnTo>
                      <a:pt x="0" y="489857"/>
                    </a:lnTo>
                  </a:path>
                </a:pathLst>
              </a:custGeom>
              <a:noFill/>
              <a:ln w="4886">
                <a:solidFill>
                  <a:srgbClr val="009E73">
                    <a:alpha val="70000"/>
                  </a:srgbClr>
                </a:solidFill>
                <a:prstDash val="dash"/>
              </a:ln>
            </p:spPr>
          </p:sp>
          <p:sp>
            <p:nvSpPr>
              <p:cNvPr id="1576" name="four:barrier-filling:line:1298"/>
              <p:cNvSpPr>
                <a:spLocks noGrp="1"/>
              </p:cNvSpPr>
              <p:nvPr/>
            </p:nvSpPr>
            <p:spPr>
              <a:xfrm>
                <a:off x="19317176" y="5913664"/>
                <a:ext cx="953" cy="1115786"/>
              </a:xfrm>
              <a:custGeom>
                <a:avLst/>
                <a:gdLst/>
                <a:ahLst/>
                <a:cxnLst/>
                <a:pathLst>
                  <a:path w="953" h="1115786">
                    <a:moveTo>
                      <a:pt x="0" y="0"/>
                    </a:moveTo>
                    <a:lnTo>
                      <a:pt x="0" y="1115786"/>
                    </a:lnTo>
                  </a:path>
                </a:pathLst>
              </a:custGeom>
              <a:noFill/>
              <a:ln w="4886">
                <a:solidFill>
                  <a:srgbClr val="CC79A7">
                    <a:alpha val="70000"/>
                  </a:srgbClr>
                </a:solidFill>
                <a:prstDash val="dash"/>
              </a:ln>
            </p:spPr>
          </p:sp>
          <p:sp>
            <p:nvSpPr>
              <p:cNvPr id="1577" name="four:barrier-filling:smooth-change-band:1299"/>
              <p:cNvSpPr>
                <a:spLocks noGrp="1"/>
              </p:cNvSpPr>
              <p:nvPr/>
            </p:nvSpPr>
            <p:spPr>
              <a:xfrm>
                <a:off x="16268224" y="5003346"/>
                <a:ext cx="508159" cy="1197429"/>
              </a:xfrm>
              <a:custGeom>
                <a:avLst/>
                <a:gdLst/>
                <a:ahLst/>
                <a:cxnLst/>
                <a:pathLst>
                  <a:path w="508159" h="1197429">
                    <a:moveTo>
                      <a:pt x="0" y="1197429"/>
                    </a:moveTo>
                    <a:cubicBezTo>
                      <a:pt x="169386" y="1197429"/>
                      <a:pt x="338772" y="136071"/>
                      <a:pt x="508159" y="136071"/>
                    </a:cubicBezTo>
                    <a:lnTo>
                      <a:pt x="508159" y="0"/>
                    </a:lnTo>
                    <a:cubicBezTo>
                      <a:pt x="338772" y="0"/>
                      <a:pt x="169386" y="1197429"/>
                      <a:pt x="0" y="1197429"/>
                    </a:cubicBezTo>
                    <a:close/>
                  </a:path>
                </a:pathLst>
              </a:custGeom>
              <a:solidFill>
                <a:srgbClr val="D3DCE4">
                  <a:alpha val="32000"/>
                </a:srgbClr>
              </a:solidFill>
              <a:ln w="0">
                <a:noFill/>
              </a:ln>
            </p:spPr>
          </p:sp>
          <p:sp>
            <p:nvSpPr>
              <p:cNvPr id="1578" name="four:barrier-filling:smooth-change-band:1300"/>
              <p:cNvSpPr>
                <a:spLocks noGrp="1"/>
              </p:cNvSpPr>
              <p:nvPr/>
            </p:nvSpPr>
            <p:spPr>
              <a:xfrm>
                <a:off x="16776383" y="5003346"/>
                <a:ext cx="508159" cy="1768929"/>
              </a:xfrm>
              <a:custGeom>
                <a:avLst/>
                <a:gdLst/>
                <a:ahLst/>
                <a:cxnLst/>
                <a:pathLst>
                  <a:path w="508159" h="1768929">
                    <a:moveTo>
                      <a:pt x="0" y="136071"/>
                    </a:moveTo>
                    <a:cubicBezTo>
                      <a:pt x="169386" y="136071"/>
                      <a:pt x="338773" y="1768929"/>
                      <a:pt x="508159" y="1768929"/>
                    </a:cubicBezTo>
                    <a:lnTo>
                      <a:pt x="508159" y="1768929"/>
                    </a:lnTo>
                    <a:cubicBezTo>
                      <a:pt x="338773" y="1768929"/>
                      <a:pt x="169386" y="0"/>
                      <a:pt x="0" y="0"/>
                    </a:cubicBezTo>
                    <a:close/>
                  </a:path>
                </a:pathLst>
              </a:custGeom>
              <a:solidFill>
                <a:srgbClr val="D3DCE4">
                  <a:alpha val="32000"/>
                </a:srgbClr>
              </a:solidFill>
              <a:ln w="0">
                <a:noFill/>
              </a:ln>
            </p:spPr>
          </p:sp>
          <p:sp>
            <p:nvSpPr>
              <p:cNvPr id="1579" name="four:barrier-filling:smooth-change-band:1301"/>
              <p:cNvSpPr>
                <a:spLocks noGrp="1"/>
              </p:cNvSpPr>
              <p:nvPr/>
            </p:nvSpPr>
            <p:spPr>
              <a:xfrm>
                <a:off x="17284541" y="6091918"/>
                <a:ext cx="508159" cy="680357"/>
              </a:xfrm>
              <a:custGeom>
                <a:avLst/>
                <a:gdLst/>
                <a:ahLst/>
                <a:cxnLst/>
                <a:pathLst>
                  <a:path w="508159" h="680357">
                    <a:moveTo>
                      <a:pt x="0" y="680357"/>
                    </a:moveTo>
                    <a:cubicBezTo>
                      <a:pt x="169386" y="680357"/>
                      <a:pt x="338772" y="0"/>
                      <a:pt x="508159" y="0"/>
                    </a:cubicBezTo>
                    <a:lnTo>
                      <a:pt x="508159" y="136071"/>
                    </a:lnTo>
                    <a:cubicBezTo>
                      <a:pt x="338772" y="136071"/>
                      <a:pt x="169386" y="680357"/>
                      <a:pt x="0" y="680357"/>
                    </a:cubicBezTo>
                    <a:close/>
                  </a:path>
                </a:pathLst>
              </a:custGeom>
              <a:solidFill>
                <a:srgbClr val="D3DCE4">
                  <a:alpha val="32000"/>
                </a:srgbClr>
              </a:solidFill>
              <a:ln w="0">
                <a:noFill/>
              </a:ln>
            </p:spPr>
          </p:sp>
          <p:sp>
            <p:nvSpPr>
              <p:cNvPr id="1580" name="four:barrier-filling:smooth-change-band:1302"/>
              <p:cNvSpPr>
                <a:spLocks noGrp="1"/>
              </p:cNvSpPr>
              <p:nvPr/>
            </p:nvSpPr>
            <p:spPr>
              <a:xfrm>
                <a:off x="17792700" y="6091918"/>
                <a:ext cx="508159" cy="381000"/>
              </a:xfrm>
              <a:custGeom>
                <a:avLst/>
                <a:gdLst/>
                <a:ahLst/>
                <a:cxnLst/>
                <a:pathLst>
                  <a:path w="508159" h="381000">
                    <a:moveTo>
                      <a:pt x="0" y="0"/>
                    </a:moveTo>
                    <a:cubicBezTo>
                      <a:pt x="169386" y="0"/>
                      <a:pt x="338772" y="381000"/>
                      <a:pt x="508159" y="381000"/>
                    </a:cubicBezTo>
                    <a:lnTo>
                      <a:pt x="508159" y="381000"/>
                    </a:lnTo>
                    <a:cubicBezTo>
                      <a:pt x="338772" y="381000"/>
                      <a:pt x="169386" y="136071"/>
                      <a:pt x="0" y="136071"/>
                    </a:cubicBezTo>
                    <a:close/>
                  </a:path>
                </a:pathLst>
              </a:custGeom>
              <a:solidFill>
                <a:srgbClr val="D3DCE4">
                  <a:alpha val="32000"/>
                </a:srgbClr>
              </a:solidFill>
              <a:ln w="0">
                <a:noFill/>
              </a:ln>
            </p:spPr>
          </p:sp>
          <p:sp>
            <p:nvSpPr>
              <p:cNvPr id="1581" name="four:barrier-filling:smooth-change-band:1303"/>
              <p:cNvSpPr>
                <a:spLocks noGrp="1"/>
              </p:cNvSpPr>
              <p:nvPr/>
            </p:nvSpPr>
            <p:spPr>
              <a:xfrm>
                <a:off x="18300859" y="5003346"/>
                <a:ext cx="508159" cy="1469571"/>
              </a:xfrm>
              <a:custGeom>
                <a:avLst/>
                <a:gdLst/>
                <a:ahLst/>
                <a:cxnLst/>
                <a:pathLst>
                  <a:path w="508159" h="1469571">
                    <a:moveTo>
                      <a:pt x="0" y="1469571"/>
                    </a:moveTo>
                    <a:cubicBezTo>
                      <a:pt x="169386" y="1469571"/>
                      <a:pt x="338773" y="136071"/>
                      <a:pt x="508159" y="136071"/>
                    </a:cubicBezTo>
                    <a:lnTo>
                      <a:pt x="508159" y="0"/>
                    </a:lnTo>
                    <a:cubicBezTo>
                      <a:pt x="338773" y="0"/>
                      <a:pt x="169386" y="1469571"/>
                      <a:pt x="0" y="1469571"/>
                    </a:cubicBezTo>
                    <a:close/>
                  </a:path>
                </a:pathLst>
              </a:custGeom>
              <a:solidFill>
                <a:srgbClr val="D3DCE4">
                  <a:alpha val="32000"/>
                </a:srgbClr>
              </a:solidFill>
              <a:ln w="0">
                <a:noFill/>
              </a:ln>
            </p:spPr>
          </p:sp>
          <p:sp>
            <p:nvSpPr>
              <p:cNvPr id="1582" name="four:barrier-filling:smooth-change-band:1304"/>
              <p:cNvSpPr>
                <a:spLocks noGrp="1"/>
              </p:cNvSpPr>
              <p:nvPr/>
            </p:nvSpPr>
            <p:spPr>
              <a:xfrm>
                <a:off x="18809018" y="5003346"/>
                <a:ext cx="508159" cy="843643"/>
              </a:xfrm>
              <a:custGeom>
                <a:avLst/>
                <a:gdLst/>
                <a:ahLst/>
                <a:cxnLst/>
                <a:pathLst>
                  <a:path w="508159" h="843643">
                    <a:moveTo>
                      <a:pt x="0" y="136071"/>
                    </a:moveTo>
                    <a:cubicBezTo>
                      <a:pt x="169386" y="136071"/>
                      <a:pt x="338772" y="843643"/>
                      <a:pt x="508159" y="843643"/>
                    </a:cubicBezTo>
                    <a:lnTo>
                      <a:pt x="508159" y="843643"/>
                    </a:lnTo>
                    <a:cubicBezTo>
                      <a:pt x="338772" y="843643"/>
                      <a:pt x="169386" y="0"/>
                      <a:pt x="0" y="0"/>
                    </a:cubicBezTo>
                    <a:close/>
                  </a:path>
                </a:pathLst>
              </a:custGeom>
              <a:solidFill>
                <a:srgbClr val="D3DCE4">
                  <a:alpha val="32000"/>
                </a:srgbClr>
              </a:solidFill>
              <a:ln w="0">
                <a:noFill/>
              </a:ln>
            </p:spPr>
          </p:sp>
          <p:sp>
            <p:nvSpPr>
              <p:cNvPr id="1583" name="four:barrier-filling:initial-filling-curve:1305"/>
              <p:cNvSpPr>
                <a:spLocks noGrp="1"/>
              </p:cNvSpPr>
              <p:nvPr/>
            </p:nvSpPr>
            <p:spPr>
              <a:xfrm>
                <a:off x="15944850" y="4867275"/>
                <a:ext cx="323374" cy="1333500"/>
              </a:xfrm>
              <a:custGeom>
                <a:avLst/>
                <a:gdLst/>
                <a:ahLst/>
                <a:cxnLst/>
                <a:pathLst>
                  <a:path w="323374" h="1333500">
                    <a:moveTo>
                      <a:pt x="27329" y="26963"/>
                    </a:moveTo>
                    <a:cubicBezTo>
                      <a:pt x="116901" y="198432"/>
                      <a:pt x="206473" y="1135068"/>
                      <a:pt x="296045" y="1306537"/>
                    </a:cubicBezTo>
                  </a:path>
                </a:pathLst>
              </a:custGeom>
              <a:noFill/>
              <a:ln w="17102">
                <a:solidFill>
                  <a:srgbClr val="DDA5C4"/>
                </a:solidFill>
                <a:prstDash val="dash"/>
              </a:ln>
            </p:spPr>
          </p:sp>
          <p:sp>
            <p:nvSpPr>
              <p:cNvPr id="1584" name="four:barrier-filling:initial-filling-curve:1306"/>
              <p:cNvSpPr>
                <a:spLocks noGrp="1"/>
              </p:cNvSpPr>
              <p:nvPr/>
            </p:nvSpPr>
            <p:spPr>
              <a:xfrm>
                <a:off x="16268224" y="5003346"/>
                <a:ext cx="508159" cy="1197429"/>
              </a:xfrm>
              <a:custGeom>
                <a:avLst/>
                <a:gdLst/>
                <a:ahLst/>
                <a:cxnLst/>
                <a:pathLst>
                  <a:path w="508159" h="1197429">
                    <a:moveTo>
                      <a:pt x="36575" y="1179711"/>
                    </a:moveTo>
                    <a:cubicBezTo>
                      <a:pt x="182407" y="1041990"/>
                      <a:pt x="328239" y="144475"/>
                      <a:pt x="474071" y="15442"/>
                    </a:cubicBezTo>
                  </a:path>
                </a:pathLst>
              </a:custGeom>
              <a:noFill/>
              <a:ln w="17102">
                <a:solidFill>
                  <a:srgbClr val="DDA5C4"/>
                </a:solidFill>
                <a:prstDash val="dash"/>
              </a:ln>
            </p:spPr>
          </p:sp>
          <p:sp>
            <p:nvSpPr>
              <p:cNvPr id="1585" name="four:barrier-filling:initial-filling-curve:1307"/>
              <p:cNvSpPr>
                <a:spLocks noGrp="1"/>
              </p:cNvSpPr>
              <p:nvPr/>
            </p:nvSpPr>
            <p:spPr>
              <a:xfrm>
                <a:off x="16776383" y="5003346"/>
                <a:ext cx="508159" cy="1768929"/>
              </a:xfrm>
              <a:custGeom>
                <a:avLst/>
                <a:gdLst/>
                <a:ahLst/>
                <a:cxnLst/>
                <a:pathLst>
                  <a:path w="508159" h="1768929">
                    <a:moveTo>
                      <a:pt x="30810" y="18720"/>
                    </a:moveTo>
                    <a:cubicBezTo>
                      <a:pt x="178944" y="194936"/>
                      <a:pt x="327077" y="1559986"/>
                      <a:pt x="475211" y="1747584"/>
                    </a:cubicBezTo>
                  </a:path>
                </a:pathLst>
              </a:custGeom>
              <a:noFill/>
              <a:ln w="17102">
                <a:solidFill>
                  <a:srgbClr val="DDA5C4"/>
                </a:solidFill>
                <a:prstDash val="dash"/>
              </a:ln>
            </p:spPr>
          </p:sp>
          <p:sp>
            <p:nvSpPr>
              <p:cNvPr id="1586" name="four:barrier-filling:initial-filling-curve:1308"/>
              <p:cNvSpPr>
                <a:spLocks noGrp="1"/>
              </p:cNvSpPr>
              <p:nvPr/>
            </p:nvSpPr>
            <p:spPr>
              <a:xfrm>
                <a:off x="17284541" y="6227989"/>
                <a:ext cx="508159" cy="544286"/>
              </a:xfrm>
              <a:custGeom>
                <a:avLst/>
                <a:gdLst/>
                <a:ahLst/>
                <a:cxnLst/>
                <a:pathLst>
                  <a:path w="508159" h="544286">
                    <a:moveTo>
                      <a:pt x="43174" y="533167"/>
                    </a:moveTo>
                    <a:cubicBezTo>
                      <a:pt x="184848" y="462384"/>
                      <a:pt x="326523" y="75538"/>
                      <a:pt x="468197" y="9569"/>
                    </a:cubicBezTo>
                  </a:path>
                </a:pathLst>
              </a:custGeom>
              <a:noFill/>
              <a:ln w="17102">
                <a:solidFill>
                  <a:srgbClr val="DDA5C4"/>
                </a:solidFill>
                <a:prstDash val="dash"/>
              </a:ln>
            </p:spPr>
          </p:sp>
          <p:sp>
            <p:nvSpPr>
              <p:cNvPr id="1587" name="four:barrier-filling:initial-filling-curve:1309"/>
              <p:cNvSpPr>
                <a:spLocks noGrp="1"/>
              </p:cNvSpPr>
              <p:nvPr/>
            </p:nvSpPr>
            <p:spPr>
              <a:xfrm>
                <a:off x="17792700" y="6227989"/>
                <a:ext cx="508159" cy="244929"/>
              </a:xfrm>
              <a:custGeom>
                <a:avLst/>
                <a:gdLst/>
                <a:ahLst/>
                <a:cxnLst/>
                <a:pathLst>
                  <a:path w="508159" h="244929">
                    <a:moveTo>
                      <a:pt x="44276" y="5254"/>
                    </a:moveTo>
                    <a:cubicBezTo>
                      <a:pt x="182864" y="37132"/>
                      <a:pt x="321451" y="204397"/>
                      <a:pt x="460039" y="238756"/>
                    </a:cubicBezTo>
                  </a:path>
                </a:pathLst>
              </a:custGeom>
              <a:noFill/>
              <a:ln w="17102">
                <a:solidFill>
                  <a:srgbClr val="DDA5C4"/>
                </a:solidFill>
                <a:prstDash val="dash"/>
              </a:ln>
            </p:spPr>
          </p:sp>
          <p:sp>
            <p:nvSpPr>
              <p:cNvPr id="1588" name="four:barrier-filling:initial-filling-curve:1310"/>
              <p:cNvSpPr>
                <a:spLocks noGrp="1"/>
              </p:cNvSpPr>
              <p:nvPr/>
            </p:nvSpPr>
            <p:spPr>
              <a:xfrm>
                <a:off x="18300859" y="5003346"/>
                <a:ext cx="508159" cy="1469571"/>
              </a:xfrm>
              <a:custGeom>
                <a:avLst/>
                <a:gdLst/>
                <a:ahLst/>
                <a:cxnLst/>
                <a:pathLst>
                  <a:path w="508159" h="1469571">
                    <a:moveTo>
                      <a:pt x="34686" y="1449965"/>
                    </a:moveTo>
                    <a:cubicBezTo>
                      <a:pt x="181715" y="1287710"/>
                      <a:pt x="328745" y="169372"/>
                      <a:pt x="475774" y="17145"/>
                    </a:cubicBezTo>
                  </a:path>
                </a:pathLst>
              </a:custGeom>
              <a:noFill/>
              <a:ln w="17102">
                <a:solidFill>
                  <a:srgbClr val="DDA5C4"/>
                </a:solidFill>
                <a:prstDash val="dash"/>
              </a:ln>
            </p:spPr>
          </p:sp>
          <p:sp>
            <p:nvSpPr>
              <p:cNvPr id="1589" name="four:barrier-filling:initial-filling-curve:1311"/>
              <p:cNvSpPr>
                <a:spLocks noGrp="1"/>
              </p:cNvSpPr>
              <p:nvPr/>
            </p:nvSpPr>
            <p:spPr>
              <a:xfrm>
                <a:off x="18809018" y="5003346"/>
                <a:ext cx="508159" cy="843643"/>
              </a:xfrm>
              <a:custGeom>
                <a:avLst/>
                <a:gdLst/>
                <a:ahLst/>
                <a:cxnLst/>
                <a:pathLst>
                  <a:path w="508159" h="843643">
                    <a:moveTo>
                      <a:pt x="36858" y="12672"/>
                    </a:moveTo>
                    <a:cubicBezTo>
                      <a:pt x="180735" y="109085"/>
                      <a:pt x="324612" y="725871"/>
                      <a:pt x="468488" y="829021"/>
                    </a:cubicBezTo>
                  </a:path>
                </a:pathLst>
              </a:custGeom>
              <a:noFill/>
              <a:ln w="17102">
                <a:solidFill>
                  <a:srgbClr val="DDA5C4"/>
                </a:solidFill>
                <a:prstDash val="dash"/>
              </a:ln>
            </p:spPr>
          </p:sp>
          <p:sp>
            <p:nvSpPr>
              <p:cNvPr id="1590" name="four:barrier-filling:initial-filling-curve:1312"/>
              <p:cNvSpPr>
                <a:spLocks noGrp="1"/>
              </p:cNvSpPr>
              <p:nvPr/>
            </p:nvSpPr>
            <p:spPr>
              <a:xfrm>
                <a:off x="19317176" y="4867275"/>
                <a:ext cx="323374" cy="979714"/>
              </a:xfrm>
              <a:custGeom>
                <a:avLst/>
                <a:gdLst/>
                <a:ahLst/>
                <a:cxnLst/>
                <a:pathLst>
                  <a:path w="323374" h="979714">
                    <a:moveTo>
                      <a:pt x="30221" y="955643"/>
                    </a:moveTo>
                    <a:cubicBezTo>
                      <a:pt x="117865" y="820665"/>
                      <a:pt x="205509" y="159049"/>
                      <a:pt x="293152" y="24071"/>
                    </a:cubicBezTo>
                  </a:path>
                </a:pathLst>
              </a:custGeom>
              <a:noFill/>
              <a:ln w="17102">
                <a:solidFill>
                  <a:srgbClr val="DDA5C4"/>
                </a:solidFill>
                <a:prstDash val="dash"/>
              </a:ln>
            </p:spPr>
          </p:sp>
          <p:sp>
            <p:nvSpPr>
              <p:cNvPr id="1591" name="four:barrier-filling:profile-halo:1313"/>
              <p:cNvSpPr>
                <a:spLocks noGrp="1"/>
              </p:cNvSpPr>
              <p:nvPr/>
            </p:nvSpPr>
            <p:spPr>
              <a:xfrm>
                <a:off x="15944850" y="4867275"/>
                <a:ext cx="323374" cy="1333500"/>
              </a:xfrm>
              <a:custGeom>
                <a:avLst/>
                <a:gdLst/>
                <a:ahLst/>
                <a:cxnLst/>
                <a:pathLst>
                  <a:path w="323374" h="1333500">
                    <a:moveTo>
                      <a:pt x="27329" y="26963"/>
                    </a:moveTo>
                    <a:cubicBezTo>
                      <a:pt x="116901" y="198432"/>
                      <a:pt x="206473" y="1135068"/>
                      <a:pt x="296045" y="1306537"/>
                    </a:cubicBezTo>
                  </a:path>
                </a:pathLst>
              </a:custGeom>
              <a:noFill/>
              <a:ln w="21988">
                <a:solidFill>
                  <a:srgbClr val="FFFFFF"/>
                </a:solidFill>
                <a:prstDash val="solid"/>
              </a:ln>
            </p:spPr>
          </p:sp>
          <p:sp>
            <p:nvSpPr>
              <p:cNvPr id="1592" name="four:barrier-filling:optimized-filling-curve:1314"/>
              <p:cNvSpPr>
                <a:spLocks noGrp="1"/>
              </p:cNvSpPr>
              <p:nvPr/>
            </p:nvSpPr>
            <p:spPr>
              <a:xfrm>
                <a:off x="15944850" y="4867275"/>
                <a:ext cx="323374" cy="1333500"/>
              </a:xfrm>
              <a:custGeom>
                <a:avLst/>
                <a:gdLst/>
                <a:ahLst/>
                <a:cxnLst/>
                <a:pathLst>
                  <a:path w="323374" h="1333500">
                    <a:moveTo>
                      <a:pt x="27329" y="26963"/>
                    </a:moveTo>
                    <a:cubicBezTo>
                      <a:pt x="116901" y="198432"/>
                      <a:pt x="206473" y="1135068"/>
                      <a:pt x="296045" y="1306537"/>
                    </a:cubicBezTo>
                  </a:path>
                </a:pathLst>
              </a:custGeom>
              <a:noFill/>
              <a:ln w="13681">
                <a:solidFill>
                  <a:srgbClr val="263238"/>
                </a:solidFill>
                <a:prstDash val="solid"/>
              </a:ln>
            </p:spPr>
          </p:sp>
          <p:sp>
            <p:nvSpPr>
              <p:cNvPr id="1593" name="four:barrier-filling:profile-halo:1315"/>
              <p:cNvSpPr>
                <a:spLocks noGrp="1"/>
              </p:cNvSpPr>
              <p:nvPr/>
            </p:nvSpPr>
            <p:spPr>
              <a:xfrm>
                <a:off x="16268224" y="5139418"/>
                <a:ext cx="508159" cy="1061357"/>
              </a:xfrm>
              <a:custGeom>
                <a:avLst/>
                <a:gdLst/>
                <a:ahLst/>
                <a:cxnLst/>
                <a:pathLst>
                  <a:path w="508159" h="1061357">
                    <a:moveTo>
                      <a:pt x="37664" y="1044729"/>
                    </a:moveTo>
                    <a:cubicBezTo>
                      <a:pt x="181941" y="920651"/>
                      <a:pt x="326218" y="140707"/>
                      <a:pt x="470494" y="16628"/>
                    </a:cubicBezTo>
                  </a:path>
                </a:pathLst>
              </a:custGeom>
              <a:noFill/>
              <a:ln w="21988">
                <a:solidFill>
                  <a:srgbClr val="FFFFFF"/>
                </a:solidFill>
                <a:prstDash val="solid"/>
              </a:ln>
            </p:spPr>
          </p:sp>
          <p:sp>
            <p:nvSpPr>
              <p:cNvPr id="1594" name="four:barrier-filling:optimized-filling-curve:1316"/>
              <p:cNvSpPr>
                <a:spLocks noGrp="1"/>
              </p:cNvSpPr>
              <p:nvPr/>
            </p:nvSpPr>
            <p:spPr>
              <a:xfrm>
                <a:off x="16268224" y="5139418"/>
                <a:ext cx="508159" cy="1061357"/>
              </a:xfrm>
              <a:custGeom>
                <a:avLst/>
                <a:gdLst/>
                <a:ahLst/>
                <a:cxnLst/>
                <a:pathLst>
                  <a:path w="508159" h="1061357">
                    <a:moveTo>
                      <a:pt x="37664" y="1044729"/>
                    </a:moveTo>
                    <a:cubicBezTo>
                      <a:pt x="181941" y="920651"/>
                      <a:pt x="326218" y="140707"/>
                      <a:pt x="470494" y="16628"/>
                    </a:cubicBezTo>
                  </a:path>
                </a:pathLst>
              </a:custGeom>
              <a:noFill/>
              <a:ln w="13681">
                <a:solidFill>
                  <a:srgbClr val="263238"/>
                </a:solidFill>
                <a:prstDash val="solid"/>
              </a:ln>
            </p:spPr>
          </p:sp>
          <p:sp>
            <p:nvSpPr>
              <p:cNvPr id="1595" name="four:barrier-filling:profile-halo:1317"/>
              <p:cNvSpPr>
                <a:spLocks noGrp="1"/>
              </p:cNvSpPr>
              <p:nvPr/>
            </p:nvSpPr>
            <p:spPr>
              <a:xfrm>
                <a:off x="16776383" y="5139418"/>
                <a:ext cx="508159" cy="1632857"/>
              </a:xfrm>
              <a:custGeom>
                <a:avLst/>
                <a:gdLst/>
                <a:ahLst/>
                <a:cxnLst/>
                <a:pathLst>
                  <a:path w="508159" h="1632857">
                    <a:moveTo>
                      <a:pt x="33700" y="20592"/>
                    </a:moveTo>
                    <a:cubicBezTo>
                      <a:pt x="180620" y="195985"/>
                      <a:pt x="327539" y="1436872"/>
                      <a:pt x="474458" y="1612265"/>
                    </a:cubicBezTo>
                  </a:path>
                </a:pathLst>
              </a:custGeom>
              <a:noFill/>
              <a:ln w="21988">
                <a:solidFill>
                  <a:srgbClr val="FFFFFF"/>
                </a:solidFill>
                <a:prstDash val="solid"/>
              </a:ln>
            </p:spPr>
          </p:sp>
          <p:sp>
            <p:nvSpPr>
              <p:cNvPr id="1596" name="four:barrier-filling:optimized-filling-curve:1318"/>
              <p:cNvSpPr>
                <a:spLocks noGrp="1"/>
              </p:cNvSpPr>
              <p:nvPr/>
            </p:nvSpPr>
            <p:spPr>
              <a:xfrm>
                <a:off x="16776383" y="5139418"/>
                <a:ext cx="508159" cy="1632857"/>
              </a:xfrm>
              <a:custGeom>
                <a:avLst/>
                <a:gdLst/>
                <a:ahLst/>
                <a:cxnLst/>
                <a:pathLst>
                  <a:path w="508159" h="1632857">
                    <a:moveTo>
                      <a:pt x="33700" y="20592"/>
                    </a:moveTo>
                    <a:cubicBezTo>
                      <a:pt x="180620" y="195985"/>
                      <a:pt x="327539" y="1436872"/>
                      <a:pt x="474458" y="1612265"/>
                    </a:cubicBezTo>
                  </a:path>
                </a:pathLst>
              </a:custGeom>
              <a:noFill/>
              <a:ln w="13681">
                <a:solidFill>
                  <a:srgbClr val="263238"/>
                </a:solidFill>
                <a:prstDash val="solid"/>
              </a:ln>
            </p:spPr>
          </p:sp>
          <p:sp>
            <p:nvSpPr>
              <p:cNvPr id="1597" name="four:barrier-filling:profile-halo:1319"/>
              <p:cNvSpPr>
                <a:spLocks noGrp="1"/>
              </p:cNvSpPr>
              <p:nvPr/>
            </p:nvSpPr>
            <p:spPr>
              <a:xfrm>
                <a:off x="17284541" y="6091918"/>
                <a:ext cx="508159" cy="680357"/>
              </a:xfrm>
              <a:custGeom>
                <a:avLst/>
                <a:gdLst/>
                <a:ahLst/>
                <a:cxnLst/>
                <a:pathLst>
                  <a:path w="508159" h="680357">
                    <a:moveTo>
                      <a:pt x="41450" y="667515"/>
                    </a:moveTo>
                    <a:cubicBezTo>
                      <a:pt x="183203" y="582206"/>
                      <a:pt x="324956" y="98151"/>
                      <a:pt x="466708" y="12842"/>
                    </a:cubicBezTo>
                  </a:path>
                </a:pathLst>
              </a:custGeom>
              <a:noFill/>
              <a:ln w="21988">
                <a:solidFill>
                  <a:srgbClr val="FFFFFF"/>
                </a:solidFill>
                <a:prstDash val="solid"/>
              </a:ln>
            </p:spPr>
          </p:sp>
          <p:sp>
            <p:nvSpPr>
              <p:cNvPr id="1598" name="four:barrier-filling:optimized-filling-curve:1320"/>
              <p:cNvSpPr>
                <a:spLocks noGrp="1"/>
              </p:cNvSpPr>
              <p:nvPr/>
            </p:nvSpPr>
            <p:spPr>
              <a:xfrm>
                <a:off x="17284541" y="6091918"/>
                <a:ext cx="508159" cy="680357"/>
              </a:xfrm>
              <a:custGeom>
                <a:avLst/>
                <a:gdLst/>
                <a:ahLst/>
                <a:cxnLst/>
                <a:pathLst>
                  <a:path w="508159" h="680357">
                    <a:moveTo>
                      <a:pt x="41450" y="667515"/>
                    </a:moveTo>
                    <a:cubicBezTo>
                      <a:pt x="183203" y="582206"/>
                      <a:pt x="324956" y="98151"/>
                      <a:pt x="466708" y="12842"/>
                    </a:cubicBezTo>
                  </a:path>
                </a:pathLst>
              </a:custGeom>
              <a:noFill/>
              <a:ln w="13681">
                <a:solidFill>
                  <a:srgbClr val="263238"/>
                </a:solidFill>
                <a:prstDash val="solid"/>
              </a:ln>
            </p:spPr>
          </p:sp>
          <p:sp>
            <p:nvSpPr>
              <p:cNvPr id="1599" name="four:barrier-filling:profile-halo:1321"/>
              <p:cNvSpPr>
                <a:spLocks noGrp="1"/>
              </p:cNvSpPr>
              <p:nvPr/>
            </p:nvSpPr>
            <p:spPr>
              <a:xfrm>
                <a:off x="17792700" y="6091918"/>
                <a:ext cx="508159" cy="381000"/>
              </a:xfrm>
              <a:custGeom>
                <a:avLst/>
                <a:gdLst/>
                <a:ahLst/>
                <a:cxnLst/>
                <a:pathLst>
                  <a:path w="508159" h="381000">
                    <a:moveTo>
                      <a:pt x="45629" y="8664"/>
                    </a:moveTo>
                    <a:cubicBezTo>
                      <a:pt x="184596" y="59758"/>
                      <a:pt x="323563" y="321242"/>
                      <a:pt x="462530" y="372336"/>
                    </a:cubicBezTo>
                  </a:path>
                </a:pathLst>
              </a:custGeom>
              <a:noFill/>
              <a:ln w="21988">
                <a:solidFill>
                  <a:srgbClr val="FFFFFF"/>
                </a:solidFill>
                <a:prstDash val="solid"/>
              </a:ln>
            </p:spPr>
          </p:sp>
          <p:sp>
            <p:nvSpPr>
              <p:cNvPr id="1600" name="four:barrier-filling:optimized-filling-curve:1322"/>
              <p:cNvSpPr>
                <a:spLocks noGrp="1"/>
              </p:cNvSpPr>
              <p:nvPr/>
            </p:nvSpPr>
            <p:spPr>
              <a:xfrm>
                <a:off x="17792700" y="6091918"/>
                <a:ext cx="508159" cy="381000"/>
              </a:xfrm>
              <a:custGeom>
                <a:avLst/>
                <a:gdLst/>
                <a:ahLst/>
                <a:cxnLst/>
                <a:pathLst>
                  <a:path w="508159" h="381000">
                    <a:moveTo>
                      <a:pt x="45629" y="8664"/>
                    </a:moveTo>
                    <a:cubicBezTo>
                      <a:pt x="184596" y="59758"/>
                      <a:pt x="323563" y="321242"/>
                      <a:pt x="462530" y="372336"/>
                    </a:cubicBezTo>
                  </a:path>
                </a:pathLst>
              </a:custGeom>
              <a:noFill/>
              <a:ln w="13681">
                <a:solidFill>
                  <a:srgbClr val="263238"/>
                </a:solidFill>
                <a:prstDash val="solid"/>
              </a:ln>
            </p:spPr>
          </p:sp>
          <p:sp>
            <p:nvSpPr>
              <p:cNvPr id="1601" name="four:barrier-filling:profile-halo:1323"/>
              <p:cNvSpPr>
                <a:spLocks noGrp="1"/>
              </p:cNvSpPr>
              <p:nvPr/>
            </p:nvSpPr>
            <p:spPr>
              <a:xfrm>
                <a:off x="18300859" y="5139418"/>
                <a:ext cx="508159" cy="1333500"/>
              </a:xfrm>
              <a:custGeom>
                <a:avLst/>
                <a:gdLst/>
                <a:ahLst/>
                <a:cxnLst/>
                <a:pathLst>
                  <a:path w="508159" h="1333500">
                    <a:moveTo>
                      <a:pt x="35588" y="1314795"/>
                    </a:moveTo>
                    <a:cubicBezTo>
                      <a:pt x="181249" y="1165427"/>
                      <a:pt x="326910" y="168073"/>
                      <a:pt x="472571" y="18705"/>
                    </a:cubicBezTo>
                  </a:path>
                </a:pathLst>
              </a:custGeom>
              <a:noFill/>
              <a:ln w="21988">
                <a:solidFill>
                  <a:srgbClr val="FFFFFF"/>
                </a:solidFill>
                <a:prstDash val="solid"/>
              </a:ln>
            </p:spPr>
          </p:sp>
          <p:sp>
            <p:nvSpPr>
              <p:cNvPr id="1602" name="four:barrier-filling:optimized-filling-curve:1324"/>
              <p:cNvSpPr>
                <a:spLocks noGrp="1"/>
              </p:cNvSpPr>
              <p:nvPr/>
            </p:nvSpPr>
            <p:spPr>
              <a:xfrm>
                <a:off x="18300859" y="5139418"/>
                <a:ext cx="508159" cy="1333500"/>
              </a:xfrm>
              <a:custGeom>
                <a:avLst/>
                <a:gdLst/>
                <a:ahLst/>
                <a:cxnLst/>
                <a:pathLst>
                  <a:path w="508159" h="1333500">
                    <a:moveTo>
                      <a:pt x="35588" y="1314795"/>
                    </a:moveTo>
                    <a:cubicBezTo>
                      <a:pt x="181249" y="1165427"/>
                      <a:pt x="326910" y="168073"/>
                      <a:pt x="472571" y="18705"/>
                    </a:cubicBezTo>
                  </a:path>
                </a:pathLst>
              </a:custGeom>
              <a:noFill/>
              <a:ln w="13681">
                <a:solidFill>
                  <a:srgbClr val="263238"/>
                </a:solidFill>
                <a:prstDash val="solid"/>
              </a:ln>
            </p:spPr>
          </p:sp>
          <p:sp>
            <p:nvSpPr>
              <p:cNvPr id="1603" name="four:barrier-filling:profile-halo:1325"/>
              <p:cNvSpPr>
                <a:spLocks noGrp="1"/>
              </p:cNvSpPr>
              <p:nvPr/>
            </p:nvSpPr>
            <p:spPr>
              <a:xfrm>
                <a:off x="18809018" y="5139418"/>
                <a:ext cx="508159" cy="707571"/>
              </a:xfrm>
              <a:custGeom>
                <a:avLst/>
                <a:gdLst/>
                <a:ahLst/>
                <a:cxnLst/>
                <a:pathLst>
                  <a:path w="508159" h="707571">
                    <a:moveTo>
                      <a:pt x="41134" y="13158"/>
                    </a:moveTo>
                    <a:cubicBezTo>
                      <a:pt x="183098" y="101394"/>
                      <a:pt x="325061" y="606178"/>
                      <a:pt x="467025" y="694413"/>
                    </a:cubicBezTo>
                  </a:path>
                </a:pathLst>
              </a:custGeom>
              <a:noFill/>
              <a:ln w="21988">
                <a:solidFill>
                  <a:srgbClr val="FFFFFF"/>
                </a:solidFill>
                <a:prstDash val="solid"/>
              </a:ln>
            </p:spPr>
          </p:sp>
          <p:sp>
            <p:nvSpPr>
              <p:cNvPr id="1604" name="four:barrier-filling:optimized-filling-curve:1326"/>
              <p:cNvSpPr>
                <a:spLocks noGrp="1"/>
              </p:cNvSpPr>
              <p:nvPr/>
            </p:nvSpPr>
            <p:spPr>
              <a:xfrm>
                <a:off x="18809018" y="5139418"/>
                <a:ext cx="508159" cy="707571"/>
              </a:xfrm>
              <a:custGeom>
                <a:avLst/>
                <a:gdLst/>
                <a:ahLst/>
                <a:cxnLst/>
                <a:pathLst>
                  <a:path w="508159" h="707571">
                    <a:moveTo>
                      <a:pt x="41134" y="13158"/>
                    </a:moveTo>
                    <a:cubicBezTo>
                      <a:pt x="183098" y="101394"/>
                      <a:pt x="325061" y="606178"/>
                      <a:pt x="467025" y="694413"/>
                    </a:cubicBezTo>
                  </a:path>
                </a:pathLst>
              </a:custGeom>
              <a:noFill/>
              <a:ln w="13681">
                <a:solidFill>
                  <a:srgbClr val="263238"/>
                </a:solidFill>
                <a:prstDash val="solid"/>
              </a:ln>
            </p:spPr>
          </p:sp>
          <p:sp>
            <p:nvSpPr>
              <p:cNvPr id="1605" name="four:barrier-filling:profile-halo:1327"/>
              <p:cNvSpPr>
                <a:spLocks noGrp="1"/>
              </p:cNvSpPr>
              <p:nvPr/>
            </p:nvSpPr>
            <p:spPr>
              <a:xfrm>
                <a:off x="19317176" y="4867275"/>
                <a:ext cx="323374" cy="979714"/>
              </a:xfrm>
              <a:custGeom>
                <a:avLst/>
                <a:gdLst/>
                <a:ahLst/>
                <a:cxnLst/>
                <a:pathLst>
                  <a:path w="323374" h="979714">
                    <a:moveTo>
                      <a:pt x="30221" y="955643"/>
                    </a:moveTo>
                    <a:cubicBezTo>
                      <a:pt x="117865" y="820665"/>
                      <a:pt x="205509" y="159049"/>
                      <a:pt x="293152" y="24071"/>
                    </a:cubicBezTo>
                  </a:path>
                </a:pathLst>
              </a:custGeom>
              <a:noFill/>
              <a:ln w="21988">
                <a:solidFill>
                  <a:srgbClr val="FFFFFF"/>
                </a:solidFill>
                <a:prstDash val="solid"/>
              </a:ln>
            </p:spPr>
          </p:sp>
          <p:sp>
            <p:nvSpPr>
              <p:cNvPr id="1606" name="four:barrier-filling:optimized-filling-curve:1328"/>
              <p:cNvSpPr>
                <a:spLocks noGrp="1"/>
              </p:cNvSpPr>
              <p:nvPr/>
            </p:nvSpPr>
            <p:spPr>
              <a:xfrm>
                <a:off x="19317176" y="4867275"/>
                <a:ext cx="323374" cy="979714"/>
              </a:xfrm>
              <a:custGeom>
                <a:avLst/>
                <a:gdLst/>
                <a:ahLst/>
                <a:cxnLst/>
                <a:pathLst>
                  <a:path w="323374" h="979714">
                    <a:moveTo>
                      <a:pt x="30221" y="955643"/>
                    </a:moveTo>
                    <a:cubicBezTo>
                      <a:pt x="117865" y="820665"/>
                      <a:pt x="205509" y="159049"/>
                      <a:pt x="293152" y="24071"/>
                    </a:cubicBezTo>
                  </a:path>
                </a:pathLst>
              </a:custGeom>
              <a:noFill/>
              <a:ln w="13681">
                <a:solidFill>
                  <a:srgbClr val="263238"/>
                </a:solidFill>
                <a:prstDash val="solid"/>
              </a:ln>
            </p:spPr>
          </p:sp>
          <p:sp>
            <p:nvSpPr>
              <p:cNvPr id="1607" name="four:barrier-filling:line:1329"/>
              <p:cNvSpPr>
                <a:spLocks noGrp="1"/>
              </p:cNvSpPr>
              <p:nvPr/>
            </p:nvSpPr>
            <p:spPr>
              <a:xfrm>
                <a:off x="16268224" y="5275489"/>
                <a:ext cx="3048952" cy="953"/>
              </a:xfrm>
              <a:custGeom>
                <a:avLst/>
                <a:gdLst/>
                <a:ahLst/>
                <a:cxnLst/>
                <a:pathLst>
                  <a:path w="3048952" h="953">
                    <a:moveTo>
                      <a:pt x="0" y="0"/>
                    </a:moveTo>
                    <a:lnTo>
                      <a:pt x="3048952" y="0"/>
                    </a:lnTo>
                  </a:path>
                </a:pathLst>
              </a:custGeom>
              <a:noFill/>
              <a:ln w="5863">
                <a:solidFill>
                  <a:srgbClr val="8F9DA9"/>
                </a:solidFill>
                <a:prstDash val="dash"/>
              </a:ln>
            </p:spPr>
          </p:sp>
          <p:sp>
            <p:nvSpPr>
              <p:cNvPr id="1608" name="four:barrier-filling:textbox:1330"/>
              <p:cNvSpPr>
                <a:spLocks noGrp="1"/>
              </p:cNvSpPr>
              <p:nvPr/>
            </p:nvSpPr>
            <p:spPr>
              <a:xfrm>
                <a:off x="16230124" y="5104039"/>
                <a:ext cx="190500" cy="342900"/>
              </a:xfrm>
              <a:prstGeom prst="rect">
                <a:avLst/>
              </a:prstGeom>
              <a:solidFill>
                <a:srgbClr val="FFFFFF"/>
              </a:solidFill>
              <a:ln w="0">
                <a:noFill/>
                <a:prstDash val="solid"/>
              </a:ln>
            </p:spPr>
            <p:txBody>
              <a:bodyPr wrap="none" lIns="0" tIns="0" rIns="0" bIns="0" anchor="ctr">
                <a:normAutofit/>
              </a:bodyPr>
              <a:lstStyle>
                <a:defPPr algn="ctr">
                  <a:defRPr sz="885" b="0">
                    <a:solidFill>
                      <a:srgbClr val="7B8790"/>
                    </a:solidFill>
                    <a:latin typeface="Arial" panose="020B0604020202090204"/>
                    <a:ea typeface="Arial" panose="020B0604020202090204"/>
                    <a:cs typeface="Arial" panose="020B0604020202090204"/>
                  </a:defRPr>
                </a:defPPr>
              </a:lstStyle>
              <a:p>
                <a:pPr algn="ctr">
                  <a:defRPr sz="885" b="0">
                    <a:solidFill>
                      <a:srgbClr val="7B8790"/>
                    </a:solidFill>
                    <a:latin typeface="Arial" panose="020B0604020202090204"/>
                    <a:ea typeface="Arial" panose="020B0604020202090204"/>
                    <a:cs typeface="Arial" panose="020B0604020202090204"/>
                  </a:defRPr>
                </a:pPr>
                <a:r>
                  <a:rPr sz="885" b="0">
                    <a:solidFill>
                      <a:srgbClr val="7B8790"/>
                    </a:solidFill>
                    <a:latin typeface="Arial" panose="020B0604020202090204"/>
                    <a:ea typeface="Arial" panose="020B0604020202090204"/>
                    <a:cs typeface="Arial" panose="020B0604020202090204"/>
                  </a:rPr>
                  <a:t>T</a:t>
                </a:r>
                <a:endParaRPr sz="885" b="0">
                  <a:solidFill>
                    <a:srgbClr val="7B8790"/>
                  </a:solidFill>
                  <a:latin typeface="Arial" panose="020B0604020202090204"/>
                  <a:ea typeface="Arial" panose="020B0604020202090204"/>
                  <a:cs typeface="Arial" panose="020B0604020202090204"/>
                </a:endParaRPr>
              </a:p>
            </p:txBody>
          </p:sp>
          <p:sp>
            <p:nvSpPr>
              <p:cNvPr id="1609" name="four:barrier-filling:line:1333"/>
              <p:cNvSpPr>
                <a:spLocks noGrp="1"/>
              </p:cNvSpPr>
              <p:nvPr/>
            </p:nvSpPr>
            <p:spPr>
              <a:xfrm>
                <a:off x="16833533" y="5003346"/>
                <a:ext cx="959168" cy="953"/>
              </a:xfrm>
              <a:custGeom>
                <a:avLst/>
                <a:gdLst/>
                <a:ahLst/>
                <a:cxnLst/>
                <a:pathLst>
                  <a:path w="959168" h="953">
                    <a:moveTo>
                      <a:pt x="0" y="0"/>
                    </a:moveTo>
                    <a:lnTo>
                      <a:pt x="959168" y="0"/>
                    </a:lnTo>
                  </a:path>
                </a:pathLst>
              </a:custGeom>
              <a:noFill/>
              <a:ln w="4886">
                <a:solidFill>
                  <a:srgbClr val="DDA5C4">
                    <a:alpha val="70000"/>
                  </a:srgbClr>
                </a:solidFill>
                <a:prstDash val="dash"/>
              </a:ln>
            </p:spPr>
          </p:sp>
          <p:sp>
            <p:nvSpPr>
              <p:cNvPr id="1610" name="four:barrier-filling:line:1334"/>
              <p:cNvSpPr>
                <a:spLocks noGrp="1"/>
              </p:cNvSpPr>
              <p:nvPr/>
            </p:nvSpPr>
            <p:spPr>
              <a:xfrm>
                <a:off x="16833533" y="5139418"/>
                <a:ext cx="1282541" cy="953"/>
              </a:xfrm>
              <a:custGeom>
                <a:avLst/>
                <a:gdLst/>
                <a:ahLst/>
                <a:cxnLst/>
                <a:pathLst>
                  <a:path w="1282541" h="953">
                    <a:moveTo>
                      <a:pt x="0" y="0"/>
                    </a:moveTo>
                    <a:lnTo>
                      <a:pt x="1282541" y="0"/>
                    </a:lnTo>
                  </a:path>
                </a:pathLst>
              </a:custGeom>
              <a:noFill/>
              <a:ln w="4886">
                <a:solidFill>
                  <a:srgbClr val="263238">
                    <a:alpha val="65000"/>
                  </a:srgbClr>
                </a:solidFill>
                <a:prstDash val="dash"/>
              </a:ln>
            </p:spPr>
          </p:sp>
          <p:sp>
            <p:nvSpPr>
              <p:cNvPr id="1611" name="four:barrier-filling:line:1335"/>
              <p:cNvSpPr>
                <a:spLocks noGrp="1"/>
              </p:cNvSpPr>
              <p:nvPr/>
            </p:nvSpPr>
            <p:spPr>
              <a:xfrm>
                <a:off x="17792700" y="5003346"/>
                <a:ext cx="953" cy="272143"/>
              </a:xfrm>
              <a:custGeom>
                <a:avLst/>
                <a:gdLst/>
                <a:ahLst/>
                <a:cxnLst/>
                <a:pathLst>
                  <a:path w="953" h="272143">
                    <a:moveTo>
                      <a:pt x="0" y="0"/>
                    </a:moveTo>
                    <a:lnTo>
                      <a:pt x="0" y="272143"/>
                    </a:lnTo>
                  </a:path>
                </a:pathLst>
              </a:custGeom>
              <a:noFill/>
              <a:ln w="10261">
                <a:solidFill>
                  <a:srgbClr val="DDA5C4"/>
                </a:solidFill>
                <a:prstDash val="solid"/>
              </a:ln>
            </p:spPr>
          </p:sp>
          <p:sp>
            <p:nvSpPr>
              <p:cNvPr id="1612" name="four:barrier-filling:line:1336"/>
              <p:cNvSpPr>
                <a:spLocks noGrp="1"/>
              </p:cNvSpPr>
              <p:nvPr/>
            </p:nvSpPr>
            <p:spPr>
              <a:xfrm>
                <a:off x="17754600" y="5003346"/>
                <a:ext cx="76200" cy="953"/>
              </a:xfrm>
              <a:custGeom>
                <a:avLst/>
                <a:gdLst/>
                <a:ahLst/>
                <a:cxnLst/>
                <a:pathLst>
                  <a:path w="76200" h="953">
                    <a:moveTo>
                      <a:pt x="0" y="0"/>
                    </a:moveTo>
                    <a:lnTo>
                      <a:pt x="76200" y="0"/>
                    </a:lnTo>
                  </a:path>
                </a:pathLst>
              </a:custGeom>
              <a:noFill/>
              <a:ln w="10261">
                <a:solidFill>
                  <a:srgbClr val="DDA5C4"/>
                </a:solidFill>
                <a:prstDash val="solid"/>
              </a:ln>
            </p:spPr>
          </p:sp>
          <p:sp>
            <p:nvSpPr>
              <p:cNvPr id="1613" name="four:barrier-filling:line:1337"/>
              <p:cNvSpPr>
                <a:spLocks noGrp="1"/>
              </p:cNvSpPr>
              <p:nvPr/>
            </p:nvSpPr>
            <p:spPr>
              <a:xfrm>
                <a:off x="17754600" y="5275489"/>
                <a:ext cx="76200" cy="953"/>
              </a:xfrm>
              <a:custGeom>
                <a:avLst/>
                <a:gdLst/>
                <a:ahLst/>
                <a:cxnLst/>
                <a:pathLst>
                  <a:path w="76200" h="953">
                    <a:moveTo>
                      <a:pt x="0" y="0"/>
                    </a:moveTo>
                    <a:lnTo>
                      <a:pt x="76200" y="0"/>
                    </a:lnTo>
                  </a:path>
                </a:pathLst>
              </a:custGeom>
              <a:noFill/>
              <a:ln w="10261">
                <a:solidFill>
                  <a:srgbClr val="DDA5C4"/>
                </a:solidFill>
                <a:prstDash val="solid"/>
              </a:ln>
            </p:spPr>
          </p:sp>
          <p:sp>
            <p:nvSpPr>
              <p:cNvPr id="1614" name="four:barrier-filling:line:1338"/>
              <p:cNvSpPr>
                <a:spLocks noGrp="1"/>
              </p:cNvSpPr>
              <p:nvPr/>
            </p:nvSpPr>
            <p:spPr>
              <a:xfrm>
                <a:off x="18116074" y="5139418"/>
                <a:ext cx="953" cy="136071"/>
              </a:xfrm>
              <a:custGeom>
                <a:avLst/>
                <a:gdLst/>
                <a:ahLst/>
                <a:cxnLst/>
                <a:pathLst>
                  <a:path w="953" h="136071">
                    <a:moveTo>
                      <a:pt x="0" y="0"/>
                    </a:moveTo>
                    <a:lnTo>
                      <a:pt x="0" y="136071"/>
                    </a:lnTo>
                  </a:path>
                </a:pathLst>
              </a:custGeom>
              <a:noFill/>
              <a:ln w="10261">
                <a:solidFill>
                  <a:srgbClr val="263238"/>
                </a:solidFill>
                <a:prstDash val="solid"/>
              </a:ln>
            </p:spPr>
          </p:sp>
          <p:sp>
            <p:nvSpPr>
              <p:cNvPr id="1615" name="four:barrier-filling:line:1339"/>
              <p:cNvSpPr>
                <a:spLocks noGrp="1"/>
              </p:cNvSpPr>
              <p:nvPr/>
            </p:nvSpPr>
            <p:spPr>
              <a:xfrm>
                <a:off x="18077974" y="5139418"/>
                <a:ext cx="76200" cy="953"/>
              </a:xfrm>
              <a:custGeom>
                <a:avLst/>
                <a:gdLst/>
                <a:ahLst/>
                <a:cxnLst/>
                <a:pathLst>
                  <a:path w="76200" h="953">
                    <a:moveTo>
                      <a:pt x="0" y="0"/>
                    </a:moveTo>
                    <a:lnTo>
                      <a:pt x="76200" y="0"/>
                    </a:lnTo>
                  </a:path>
                </a:pathLst>
              </a:custGeom>
              <a:noFill/>
              <a:ln w="10261">
                <a:solidFill>
                  <a:srgbClr val="263238"/>
                </a:solidFill>
                <a:prstDash val="solid"/>
              </a:ln>
            </p:spPr>
          </p:sp>
          <p:sp>
            <p:nvSpPr>
              <p:cNvPr id="1616" name="four:barrier-filling:line:1340"/>
              <p:cNvSpPr>
                <a:spLocks noGrp="1"/>
              </p:cNvSpPr>
              <p:nvPr/>
            </p:nvSpPr>
            <p:spPr>
              <a:xfrm>
                <a:off x="18077974" y="5275489"/>
                <a:ext cx="76200" cy="953"/>
              </a:xfrm>
              <a:custGeom>
                <a:avLst/>
                <a:gdLst/>
                <a:ahLst/>
                <a:cxnLst/>
                <a:pathLst>
                  <a:path w="76200" h="953">
                    <a:moveTo>
                      <a:pt x="0" y="0"/>
                    </a:moveTo>
                    <a:lnTo>
                      <a:pt x="76200" y="0"/>
                    </a:lnTo>
                  </a:path>
                </a:pathLst>
              </a:custGeom>
              <a:noFill/>
              <a:ln w="10261">
                <a:solidFill>
                  <a:srgbClr val="263238"/>
                </a:solidFill>
                <a:prstDash val="solid"/>
              </a:ln>
            </p:spPr>
          </p:sp>
          <p:sp>
            <p:nvSpPr>
              <p:cNvPr id="1617" name="four:barrier-filling:textbox:1341"/>
              <p:cNvSpPr>
                <a:spLocks noGrp="1"/>
              </p:cNvSpPr>
              <p:nvPr/>
            </p:nvSpPr>
            <p:spPr>
              <a:xfrm>
                <a:off x="16916400" y="4917621"/>
                <a:ext cx="781050" cy="342900"/>
              </a:xfrm>
              <a:prstGeom prst="rect">
                <a:avLst/>
              </a:prstGeom>
              <a:solidFill>
                <a:srgbClr val="FFFFFF"/>
              </a:solidFill>
              <a:ln w="0">
                <a:noFill/>
                <a:prstDash val="solid"/>
              </a:ln>
            </p:spPr>
            <p:txBody>
              <a:bodyPr wrap="none" lIns="0" tIns="0" rIns="0" bIns="0" anchor="ctr">
                <a:normAutofit/>
              </a:bodyPr>
              <a:lstStyle>
                <a:defPPr algn="ctr">
                  <a:defRPr sz="923" b="0">
                    <a:solidFill>
                      <a:srgbClr val="DDA5C4"/>
                    </a:solidFill>
                    <a:latin typeface="Arial" panose="020B0604020202090204"/>
                    <a:ea typeface="Arial" panose="020B0604020202090204"/>
                    <a:cs typeface="Arial" panose="020B0604020202090204"/>
                  </a:defRPr>
                </a:defPPr>
              </a:lstStyle>
              <a:p>
                <a:pPr algn="ctr">
                  <a:defRPr sz="923" b="0">
                    <a:solidFill>
                      <a:srgbClr val="DDA5C4"/>
                    </a:solidFill>
                    <a:latin typeface="Arial" panose="020B0604020202090204"/>
                    <a:ea typeface="Arial" panose="020B0604020202090204"/>
                    <a:cs typeface="Arial" panose="020B0604020202090204"/>
                  </a:defRPr>
                </a:pPr>
                <a:r>
                  <a:rPr sz="923" b="0">
                    <a:solidFill>
                      <a:srgbClr val="DDA5C4"/>
                    </a:solidFill>
                    <a:latin typeface="Arial" panose="020B0604020202090204"/>
                    <a:ea typeface="Arial" panose="020B0604020202090204"/>
                    <a:cs typeface="Arial" panose="020B0604020202090204"/>
                  </a:rPr>
                  <a:t>δ</a:t>
                </a:r>
                <a:r>
                  <a:rPr sz="664" b="0" baseline="-25000">
                    <a:solidFill>
                      <a:srgbClr val="DDA5C4"/>
                    </a:solidFill>
                    <a:latin typeface="Arial" panose="020B0604020202090204"/>
                    <a:ea typeface="Arial" panose="020B0604020202090204"/>
                    <a:cs typeface="Arial" panose="020B0604020202090204"/>
                  </a:rPr>
                  <a:t>LCA</a:t>
                </a:r>
                <a:endParaRPr sz="664" b="0" baseline="-25000">
                  <a:solidFill>
                    <a:srgbClr val="DDA5C4"/>
                  </a:solidFill>
                  <a:latin typeface="Arial" panose="020B0604020202090204"/>
                  <a:ea typeface="Arial" panose="020B0604020202090204"/>
                  <a:cs typeface="Arial" panose="020B0604020202090204"/>
                </a:endParaRPr>
              </a:p>
            </p:txBody>
          </p:sp>
          <p:sp>
            <p:nvSpPr>
              <p:cNvPr id="1618" name="four:barrier-filling:textbox:1342"/>
              <p:cNvSpPr>
                <a:spLocks noGrp="1"/>
              </p:cNvSpPr>
              <p:nvPr/>
            </p:nvSpPr>
            <p:spPr>
              <a:xfrm>
                <a:off x="17620774" y="5342164"/>
                <a:ext cx="514350" cy="342900"/>
              </a:xfrm>
              <a:prstGeom prst="rect">
                <a:avLst/>
              </a:prstGeom>
              <a:solidFill>
                <a:srgbClr val="FFFFFF"/>
              </a:solidFill>
              <a:ln w="0">
                <a:noFill/>
                <a:prstDash val="solid"/>
              </a:ln>
            </p:spPr>
            <p:txBody>
              <a:bodyPr wrap="none" lIns="0" tIns="0" rIns="0" bIns="0" anchor="ctr">
                <a:normAutofit/>
              </a:bodyPr>
              <a:lstStyle>
                <a:defPPr algn="ctr">
                  <a:defRPr sz="923" b="0">
                    <a:solidFill>
                      <a:srgbClr val="263238"/>
                    </a:solidFill>
                    <a:latin typeface="Arial" panose="020B0604020202090204"/>
                    <a:ea typeface="Arial" panose="020B0604020202090204"/>
                    <a:cs typeface="Arial" panose="020B0604020202090204"/>
                  </a:defRPr>
                </a:defPPr>
              </a:lstStyle>
              <a:p>
                <a:pPr algn="ctr">
                  <a:defRPr sz="923" b="0">
                    <a:solidFill>
                      <a:srgbClr val="263238"/>
                    </a:solidFill>
                    <a:latin typeface="Arial" panose="020B0604020202090204"/>
                    <a:ea typeface="Arial" panose="020B0604020202090204"/>
                    <a:cs typeface="Arial" panose="020B0604020202090204"/>
                  </a:defRPr>
                </a:pPr>
                <a:r>
                  <a:rPr sz="923" b="0">
                    <a:solidFill>
                      <a:srgbClr val="263238"/>
                    </a:solidFill>
                    <a:latin typeface="Arial" panose="020B0604020202090204"/>
                    <a:ea typeface="Arial" panose="020B0604020202090204"/>
                    <a:cs typeface="Arial" panose="020B0604020202090204"/>
                  </a:rPr>
                  <a:t>δ</a:t>
                </a:r>
                <a:r>
                  <a:rPr sz="664" b="0" baseline="32000">
                    <a:solidFill>
                      <a:srgbClr val="263238"/>
                    </a:solidFill>
                    <a:latin typeface="Arial" panose="020B0604020202090204"/>
                    <a:ea typeface="Arial" panose="020B0604020202090204"/>
                    <a:cs typeface="Arial" panose="020B0604020202090204"/>
                  </a:rPr>
                  <a:t>*</a:t>
                </a:r>
                <a:endParaRPr sz="664" b="0" baseline="32000">
                  <a:solidFill>
                    <a:srgbClr val="263238"/>
                  </a:solidFill>
                  <a:latin typeface="Arial" panose="020B0604020202090204"/>
                  <a:ea typeface="Arial" panose="020B0604020202090204"/>
                  <a:cs typeface="Arial" panose="020B0604020202090204"/>
                </a:endParaRPr>
              </a:p>
            </p:txBody>
          </p:sp>
          <p:sp>
            <p:nvSpPr>
              <p:cNvPr id="1619" name="four:barrier-filling:line:1343"/>
              <p:cNvSpPr>
                <a:spLocks noGrp="1"/>
              </p:cNvSpPr>
              <p:nvPr/>
            </p:nvSpPr>
            <p:spPr>
              <a:xfrm>
                <a:off x="18116074" y="5304064"/>
                <a:ext cx="953" cy="200025"/>
              </a:xfrm>
              <a:custGeom>
                <a:avLst/>
                <a:gdLst/>
                <a:ahLst/>
                <a:cxnLst/>
                <a:pathLst>
                  <a:path w="953" h="200025">
                    <a:moveTo>
                      <a:pt x="0" y="0"/>
                    </a:moveTo>
                    <a:lnTo>
                      <a:pt x="0" y="200025"/>
                    </a:lnTo>
                  </a:path>
                </a:pathLst>
              </a:custGeom>
              <a:noFill/>
              <a:ln w="5863">
                <a:solidFill>
                  <a:srgbClr val="263238"/>
                </a:solidFill>
                <a:prstDash val="solid"/>
              </a:ln>
            </p:spPr>
          </p:sp>
          <p:sp>
            <p:nvSpPr>
              <p:cNvPr id="1620" name="four:barrier-filling:line:1344"/>
              <p:cNvSpPr>
                <a:spLocks noGrp="1"/>
              </p:cNvSpPr>
              <p:nvPr/>
            </p:nvSpPr>
            <p:spPr>
              <a:xfrm>
                <a:off x="18068449" y="5504089"/>
                <a:ext cx="47625" cy="953"/>
              </a:xfrm>
              <a:custGeom>
                <a:avLst/>
                <a:gdLst/>
                <a:ahLst/>
                <a:cxnLst/>
                <a:pathLst>
                  <a:path w="47625" h="953">
                    <a:moveTo>
                      <a:pt x="47625" y="0"/>
                    </a:moveTo>
                    <a:lnTo>
                      <a:pt x="0" y="0"/>
                    </a:lnTo>
                  </a:path>
                </a:pathLst>
              </a:custGeom>
              <a:noFill/>
              <a:ln w="5863">
                <a:solidFill>
                  <a:srgbClr val="263238"/>
                </a:solidFill>
                <a:prstDash val="solid"/>
              </a:ln>
            </p:spPr>
          </p:sp>
          <p:sp>
            <p:nvSpPr>
              <p:cNvPr id="1621" name="four:barrier-filling:line:1345"/>
              <p:cNvSpPr>
                <a:spLocks noGrp="1"/>
              </p:cNvSpPr>
              <p:nvPr/>
            </p:nvSpPr>
            <p:spPr>
              <a:xfrm>
                <a:off x="16268224" y="6886575"/>
                <a:ext cx="3048952" cy="953"/>
              </a:xfrm>
              <a:custGeom>
                <a:avLst/>
                <a:gdLst/>
                <a:ahLst/>
                <a:cxnLst/>
                <a:pathLst>
                  <a:path w="3048952" h="953">
                    <a:moveTo>
                      <a:pt x="0" y="0"/>
                    </a:moveTo>
                    <a:lnTo>
                      <a:pt x="3048952" y="0"/>
                    </a:lnTo>
                  </a:path>
                </a:pathLst>
              </a:custGeom>
              <a:noFill/>
              <a:ln w="5375">
                <a:solidFill>
                  <a:srgbClr val="7A8994"/>
                </a:solidFill>
                <a:prstDash val="solid"/>
              </a:ln>
            </p:spPr>
          </p:sp>
          <p:sp>
            <p:nvSpPr>
              <p:cNvPr id="1622" name="four:barrier-filling:line:1346"/>
              <p:cNvSpPr>
                <a:spLocks noGrp="1"/>
              </p:cNvSpPr>
              <p:nvPr/>
            </p:nvSpPr>
            <p:spPr>
              <a:xfrm>
                <a:off x="16268224" y="6838950"/>
                <a:ext cx="953" cy="95250"/>
              </a:xfrm>
              <a:custGeom>
                <a:avLst/>
                <a:gdLst/>
                <a:ahLst/>
                <a:cxnLst/>
                <a:pathLst>
                  <a:path w="953" h="95250">
                    <a:moveTo>
                      <a:pt x="0" y="0"/>
                    </a:moveTo>
                    <a:lnTo>
                      <a:pt x="0" y="95250"/>
                    </a:lnTo>
                  </a:path>
                </a:pathLst>
              </a:custGeom>
              <a:noFill/>
              <a:ln w="9772">
                <a:solidFill>
                  <a:srgbClr val="0072B2"/>
                </a:solidFill>
                <a:prstDash val="solid"/>
              </a:ln>
            </p:spPr>
          </p:sp>
          <p:sp>
            <p:nvSpPr>
              <p:cNvPr id="1623" name="four:barrier-filling:line:1347"/>
              <p:cNvSpPr>
                <a:spLocks noGrp="1"/>
              </p:cNvSpPr>
              <p:nvPr/>
            </p:nvSpPr>
            <p:spPr>
              <a:xfrm>
                <a:off x="19317176" y="6838950"/>
                <a:ext cx="953" cy="95250"/>
              </a:xfrm>
              <a:custGeom>
                <a:avLst/>
                <a:gdLst/>
                <a:ahLst/>
                <a:cxnLst/>
                <a:pathLst>
                  <a:path w="953" h="95250">
                    <a:moveTo>
                      <a:pt x="0" y="0"/>
                    </a:moveTo>
                    <a:lnTo>
                      <a:pt x="0" y="95250"/>
                    </a:lnTo>
                  </a:path>
                </a:pathLst>
              </a:custGeom>
              <a:noFill/>
              <a:ln w="9772">
                <a:solidFill>
                  <a:srgbClr val="CC79A7"/>
                </a:solidFill>
                <a:prstDash val="solid"/>
              </a:ln>
            </p:spPr>
          </p:sp>
          <p:sp>
            <p:nvSpPr>
              <p:cNvPr id="1624" name="four:barrier-filling:regular-node:1348"/>
              <p:cNvSpPr>
                <a:spLocks noGrp="1"/>
              </p:cNvSpPr>
              <p:nvPr/>
            </p:nvSpPr>
            <p:spPr>
              <a:xfrm>
                <a:off x="16070342" y="5497830"/>
                <a:ext cx="72390" cy="72390"/>
              </a:xfrm>
              <a:prstGeom prst="ellipse">
                <a:avLst/>
              </a:prstGeom>
              <a:solidFill>
                <a:srgbClr val="0072B2"/>
              </a:solidFill>
              <a:ln w="4886">
                <a:solidFill>
                  <a:srgbClr val="263238"/>
                </a:solidFill>
                <a:prstDash val="solid"/>
              </a:ln>
            </p:spPr>
          </p:sp>
          <p:sp>
            <p:nvSpPr>
              <p:cNvPr id="1625" name="four:barrier-filling:regular-node:1349"/>
              <p:cNvSpPr>
                <a:spLocks noGrp="1"/>
              </p:cNvSpPr>
              <p:nvPr/>
            </p:nvSpPr>
            <p:spPr>
              <a:xfrm>
                <a:off x="16486108" y="5633901"/>
                <a:ext cx="72390" cy="72390"/>
              </a:xfrm>
              <a:prstGeom prst="ellipse">
                <a:avLst/>
              </a:prstGeom>
              <a:solidFill>
                <a:srgbClr val="0072B2"/>
              </a:solidFill>
              <a:ln w="4886">
                <a:solidFill>
                  <a:srgbClr val="263238"/>
                </a:solidFill>
                <a:prstDash val="solid"/>
              </a:ln>
            </p:spPr>
          </p:sp>
          <p:sp>
            <p:nvSpPr>
              <p:cNvPr id="1626" name="four:barrier-filling:regular-node:1350"/>
              <p:cNvSpPr>
                <a:spLocks noGrp="1"/>
              </p:cNvSpPr>
              <p:nvPr/>
            </p:nvSpPr>
            <p:spPr>
              <a:xfrm>
                <a:off x="16994267" y="5919651"/>
                <a:ext cx="72390" cy="72390"/>
              </a:xfrm>
              <a:prstGeom prst="ellipse">
                <a:avLst/>
              </a:prstGeom>
              <a:solidFill>
                <a:srgbClr val="81C9BA"/>
              </a:solidFill>
              <a:ln w="4886">
                <a:solidFill>
                  <a:srgbClr val="263238"/>
                </a:solidFill>
                <a:prstDash val="solid"/>
              </a:ln>
            </p:spPr>
          </p:sp>
          <p:sp>
            <p:nvSpPr>
              <p:cNvPr id="1627" name="four:barrier-filling:regular-node:1351"/>
              <p:cNvSpPr>
                <a:spLocks noGrp="1"/>
              </p:cNvSpPr>
              <p:nvPr/>
            </p:nvSpPr>
            <p:spPr>
              <a:xfrm>
                <a:off x="17502426" y="6395901"/>
                <a:ext cx="72390" cy="72390"/>
              </a:xfrm>
              <a:prstGeom prst="ellipse">
                <a:avLst/>
              </a:prstGeom>
              <a:solidFill>
                <a:srgbClr val="D55E00"/>
              </a:solidFill>
              <a:ln w="4886">
                <a:solidFill>
                  <a:srgbClr val="263238"/>
                </a:solidFill>
                <a:prstDash val="solid"/>
              </a:ln>
            </p:spPr>
          </p:sp>
          <p:sp>
            <p:nvSpPr>
              <p:cNvPr id="1628" name="four:barrier-filling:regular-node:1352"/>
              <p:cNvSpPr>
                <a:spLocks noGrp="1"/>
              </p:cNvSpPr>
              <p:nvPr/>
            </p:nvSpPr>
            <p:spPr>
              <a:xfrm>
                <a:off x="18010584" y="6246223"/>
                <a:ext cx="72390" cy="72390"/>
              </a:xfrm>
              <a:prstGeom prst="ellipse">
                <a:avLst/>
              </a:prstGeom>
              <a:solidFill>
                <a:srgbClr val="009E73"/>
              </a:solidFill>
              <a:ln w="4886">
                <a:solidFill>
                  <a:srgbClr val="263238"/>
                </a:solidFill>
                <a:prstDash val="solid"/>
              </a:ln>
            </p:spPr>
          </p:sp>
          <p:sp>
            <p:nvSpPr>
              <p:cNvPr id="1629" name="four:barrier-filling:regular-node:1353"/>
              <p:cNvSpPr>
                <a:spLocks noGrp="1"/>
              </p:cNvSpPr>
              <p:nvPr/>
            </p:nvSpPr>
            <p:spPr>
              <a:xfrm>
                <a:off x="18518743" y="5769973"/>
                <a:ext cx="72390" cy="72390"/>
              </a:xfrm>
              <a:prstGeom prst="ellipse">
                <a:avLst/>
              </a:prstGeom>
              <a:solidFill>
                <a:srgbClr val="81C9BA"/>
              </a:solidFill>
              <a:ln w="4886">
                <a:solidFill>
                  <a:srgbClr val="263238"/>
                </a:solidFill>
                <a:prstDash val="solid"/>
              </a:ln>
            </p:spPr>
          </p:sp>
          <p:sp>
            <p:nvSpPr>
              <p:cNvPr id="1630" name="four:barrier-filling:regular-node:1354"/>
              <p:cNvSpPr>
                <a:spLocks noGrp="1"/>
              </p:cNvSpPr>
              <p:nvPr/>
            </p:nvSpPr>
            <p:spPr>
              <a:xfrm>
                <a:off x="19026902" y="5457009"/>
                <a:ext cx="72390" cy="72390"/>
              </a:xfrm>
              <a:prstGeom prst="ellipse">
                <a:avLst/>
              </a:prstGeom>
              <a:solidFill>
                <a:srgbClr val="CC79A7"/>
              </a:solidFill>
              <a:ln w="4886">
                <a:solidFill>
                  <a:srgbClr val="263238"/>
                </a:solidFill>
                <a:prstDash val="solid"/>
              </a:ln>
            </p:spPr>
          </p:sp>
          <p:sp>
            <p:nvSpPr>
              <p:cNvPr id="1631" name="four:barrier-filling:regular-node:1355"/>
              <p:cNvSpPr>
                <a:spLocks noGrp="1"/>
              </p:cNvSpPr>
              <p:nvPr/>
            </p:nvSpPr>
            <p:spPr>
              <a:xfrm>
                <a:off x="19442668" y="5320937"/>
                <a:ext cx="72390" cy="72390"/>
              </a:xfrm>
              <a:prstGeom prst="ellipse">
                <a:avLst/>
              </a:prstGeom>
              <a:solidFill>
                <a:srgbClr val="CC79A7"/>
              </a:solidFill>
              <a:ln w="4886">
                <a:solidFill>
                  <a:srgbClr val="263238"/>
                </a:solidFill>
                <a:prstDash val="solid"/>
              </a:ln>
            </p:spPr>
          </p:sp>
          <p:sp>
            <p:nvSpPr>
              <p:cNvPr id="1632" name="four:barrier-filling:critical-node:1356"/>
              <p:cNvSpPr>
                <a:spLocks noGrp="1"/>
              </p:cNvSpPr>
              <p:nvPr/>
            </p:nvSpPr>
            <p:spPr>
              <a:xfrm>
                <a:off x="15897225" y="4819650"/>
                <a:ext cx="95250" cy="95250"/>
              </a:xfrm>
              <a:prstGeom prst="diamond">
                <a:avLst/>
              </a:prstGeom>
              <a:solidFill>
                <a:srgbClr val="DCE8ED"/>
              </a:solidFill>
              <a:ln w="5375">
                <a:solidFill>
                  <a:srgbClr val="263238"/>
                </a:solidFill>
                <a:prstDash val="solid"/>
              </a:ln>
            </p:spPr>
          </p:sp>
          <p:sp>
            <p:nvSpPr>
              <p:cNvPr id="1633" name="four:barrier-filling:critical-node:1357"/>
              <p:cNvSpPr>
                <a:spLocks noGrp="1"/>
              </p:cNvSpPr>
              <p:nvPr/>
            </p:nvSpPr>
            <p:spPr>
              <a:xfrm>
                <a:off x="16220599" y="6153150"/>
                <a:ext cx="95250" cy="95250"/>
              </a:xfrm>
              <a:prstGeom prst="diamond">
                <a:avLst/>
              </a:prstGeom>
              <a:solidFill>
                <a:srgbClr val="0072B2"/>
              </a:solidFill>
              <a:ln w="5375">
                <a:solidFill>
                  <a:srgbClr val="263238"/>
                </a:solidFill>
                <a:prstDash val="solid"/>
              </a:ln>
            </p:spPr>
          </p:sp>
          <p:sp>
            <p:nvSpPr>
              <p:cNvPr id="1634" name="four:barrier-filling:baseline-barrier:1358"/>
              <p:cNvSpPr>
                <a:spLocks noGrp="1"/>
              </p:cNvSpPr>
              <p:nvPr/>
            </p:nvSpPr>
            <p:spPr>
              <a:xfrm>
                <a:off x="16733520" y="4960484"/>
                <a:ext cx="85725" cy="85725"/>
              </a:xfrm>
              <a:prstGeom prst="diamond">
                <a:avLst/>
              </a:prstGeom>
              <a:solidFill>
                <a:srgbClr val="FFFFFF"/>
              </a:solidFill>
              <a:ln w="8795">
                <a:solidFill>
                  <a:srgbClr val="DDA5C4"/>
                </a:solidFill>
                <a:prstDash val="solid"/>
              </a:ln>
            </p:spPr>
          </p:sp>
          <p:sp>
            <p:nvSpPr>
              <p:cNvPr id="1635" name="four:barrier-filling:optimal-barrier:1359"/>
              <p:cNvSpPr>
                <a:spLocks noGrp="1"/>
              </p:cNvSpPr>
              <p:nvPr/>
            </p:nvSpPr>
            <p:spPr>
              <a:xfrm>
                <a:off x="16728758" y="5091793"/>
                <a:ext cx="95250" cy="95250"/>
              </a:xfrm>
              <a:prstGeom prst="diamond">
                <a:avLst/>
              </a:prstGeom>
              <a:solidFill>
                <a:srgbClr val="FFFFFF"/>
              </a:solidFill>
              <a:ln w="8307">
                <a:solidFill>
                  <a:srgbClr val="263238"/>
                </a:solidFill>
                <a:prstDash val="solid"/>
              </a:ln>
            </p:spPr>
          </p:sp>
          <p:sp>
            <p:nvSpPr>
              <p:cNvPr id="1636" name="four:barrier-filling:critical-node:1360"/>
              <p:cNvSpPr>
                <a:spLocks noGrp="1"/>
              </p:cNvSpPr>
              <p:nvPr/>
            </p:nvSpPr>
            <p:spPr>
              <a:xfrm>
                <a:off x="17236916" y="6724650"/>
                <a:ext cx="95250" cy="95250"/>
              </a:xfrm>
              <a:prstGeom prst="diamond">
                <a:avLst/>
              </a:prstGeom>
              <a:solidFill>
                <a:srgbClr val="D55E00"/>
              </a:solidFill>
              <a:ln w="5375">
                <a:solidFill>
                  <a:srgbClr val="263238"/>
                </a:solidFill>
                <a:prstDash val="solid"/>
              </a:ln>
            </p:spPr>
          </p:sp>
          <p:sp>
            <p:nvSpPr>
              <p:cNvPr id="1637" name="four:barrier-filling:baseline-barrier:1361"/>
              <p:cNvSpPr>
                <a:spLocks noGrp="1"/>
              </p:cNvSpPr>
              <p:nvPr/>
            </p:nvSpPr>
            <p:spPr>
              <a:xfrm>
                <a:off x="17749838" y="6185127"/>
                <a:ext cx="85725" cy="85725"/>
              </a:xfrm>
              <a:prstGeom prst="diamond">
                <a:avLst/>
              </a:prstGeom>
              <a:solidFill>
                <a:srgbClr val="FFFFFF"/>
              </a:solidFill>
              <a:ln w="8795">
                <a:solidFill>
                  <a:srgbClr val="DDA5C4"/>
                </a:solidFill>
                <a:prstDash val="solid"/>
              </a:ln>
            </p:spPr>
          </p:sp>
          <p:sp>
            <p:nvSpPr>
              <p:cNvPr id="1638" name="four:barrier-filling:optimal-barrier:1362"/>
              <p:cNvSpPr>
                <a:spLocks noGrp="1"/>
              </p:cNvSpPr>
              <p:nvPr/>
            </p:nvSpPr>
            <p:spPr>
              <a:xfrm>
                <a:off x="17745075" y="6044293"/>
                <a:ext cx="95250" cy="95250"/>
              </a:xfrm>
              <a:prstGeom prst="diamond">
                <a:avLst/>
              </a:prstGeom>
              <a:solidFill>
                <a:srgbClr val="FFFFFF"/>
              </a:solidFill>
              <a:ln w="8307">
                <a:solidFill>
                  <a:srgbClr val="263238"/>
                </a:solidFill>
                <a:prstDash val="solid"/>
              </a:ln>
            </p:spPr>
          </p:sp>
          <p:sp>
            <p:nvSpPr>
              <p:cNvPr id="1639" name="four:barrier-filling:critical-node:1363"/>
              <p:cNvSpPr>
                <a:spLocks noGrp="1"/>
              </p:cNvSpPr>
              <p:nvPr/>
            </p:nvSpPr>
            <p:spPr>
              <a:xfrm>
                <a:off x="18253234" y="6425293"/>
                <a:ext cx="95250" cy="95250"/>
              </a:xfrm>
              <a:prstGeom prst="diamond">
                <a:avLst/>
              </a:prstGeom>
              <a:solidFill>
                <a:srgbClr val="009E73"/>
              </a:solidFill>
              <a:ln w="5375">
                <a:solidFill>
                  <a:srgbClr val="263238"/>
                </a:solidFill>
                <a:prstDash val="solid"/>
              </a:ln>
            </p:spPr>
          </p:sp>
          <p:sp>
            <p:nvSpPr>
              <p:cNvPr id="1640" name="four:barrier-filling:baseline-barrier:1364"/>
              <p:cNvSpPr>
                <a:spLocks noGrp="1"/>
              </p:cNvSpPr>
              <p:nvPr/>
            </p:nvSpPr>
            <p:spPr>
              <a:xfrm>
                <a:off x="18766155" y="4960484"/>
                <a:ext cx="85725" cy="85725"/>
              </a:xfrm>
              <a:prstGeom prst="diamond">
                <a:avLst/>
              </a:prstGeom>
              <a:solidFill>
                <a:srgbClr val="FFFFFF"/>
              </a:solidFill>
              <a:ln w="8795">
                <a:solidFill>
                  <a:srgbClr val="DDA5C4"/>
                </a:solidFill>
                <a:prstDash val="solid"/>
              </a:ln>
            </p:spPr>
          </p:sp>
          <p:sp>
            <p:nvSpPr>
              <p:cNvPr id="1641" name="four:barrier-filling:optimal-barrier:1365"/>
              <p:cNvSpPr>
                <a:spLocks noGrp="1"/>
              </p:cNvSpPr>
              <p:nvPr/>
            </p:nvSpPr>
            <p:spPr>
              <a:xfrm>
                <a:off x="18761393" y="5091793"/>
                <a:ext cx="95250" cy="95250"/>
              </a:xfrm>
              <a:prstGeom prst="diamond">
                <a:avLst/>
              </a:prstGeom>
              <a:solidFill>
                <a:srgbClr val="FFFFFF"/>
              </a:solidFill>
              <a:ln w="8307">
                <a:solidFill>
                  <a:srgbClr val="263238"/>
                </a:solidFill>
                <a:prstDash val="solid"/>
              </a:ln>
            </p:spPr>
          </p:sp>
          <p:sp>
            <p:nvSpPr>
              <p:cNvPr id="1642" name="four:barrier-filling:critical-node:1366"/>
              <p:cNvSpPr>
                <a:spLocks noGrp="1"/>
              </p:cNvSpPr>
              <p:nvPr/>
            </p:nvSpPr>
            <p:spPr>
              <a:xfrm>
                <a:off x="19269551" y="5799364"/>
                <a:ext cx="95250" cy="95250"/>
              </a:xfrm>
              <a:prstGeom prst="diamond">
                <a:avLst/>
              </a:prstGeom>
              <a:solidFill>
                <a:srgbClr val="CC79A7"/>
              </a:solidFill>
              <a:ln w="5375">
                <a:solidFill>
                  <a:srgbClr val="263238"/>
                </a:solidFill>
                <a:prstDash val="solid"/>
              </a:ln>
            </p:spPr>
          </p:sp>
          <p:sp>
            <p:nvSpPr>
              <p:cNvPr id="1643" name="four:barrier-filling:critical-node:1367"/>
              <p:cNvSpPr>
                <a:spLocks noGrp="1"/>
              </p:cNvSpPr>
              <p:nvPr/>
            </p:nvSpPr>
            <p:spPr>
              <a:xfrm>
                <a:off x="19592925" y="4819650"/>
                <a:ext cx="95250" cy="95250"/>
              </a:xfrm>
              <a:prstGeom prst="diamond">
                <a:avLst/>
              </a:prstGeom>
              <a:solidFill>
                <a:srgbClr val="DCE8ED"/>
              </a:solidFill>
              <a:ln w="5375">
                <a:solidFill>
                  <a:srgbClr val="263238"/>
                </a:solidFill>
                <a:prstDash val="solid"/>
              </a:ln>
            </p:spPr>
          </p:sp>
          <p:sp>
            <p:nvSpPr>
              <p:cNvPr id="1644" name="four:barrier-filling:line:1368"/>
              <p:cNvSpPr>
                <a:spLocks noGrp="1"/>
              </p:cNvSpPr>
              <p:nvPr/>
            </p:nvSpPr>
            <p:spPr>
              <a:xfrm>
                <a:off x="15801975" y="4819650"/>
                <a:ext cx="953" cy="1952625"/>
              </a:xfrm>
              <a:custGeom>
                <a:avLst/>
                <a:gdLst/>
                <a:ahLst/>
                <a:cxnLst/>
                <a:pathLst>
                  <a:path w="953" h="1952625">
                    <a:moveTo>
                      <a:pt x="0" y="1952625"/>
                    </a:moveTo>
                    <a:lnTo>
                      <a:pt x="0" y="0"/>
                    </a:lnTo>
                  </a:path>
                </a:pathLst>
              </a:custGeom>
              <a:noFill/>
              <a:ln w="7329">
                <a:solidFill>
                  <a:srgbClr val="263238"/>
                </a:solidFill>
                <a:prstDash val="solid"/>
              </a:ln>
            </p:spPr>
          </p:sp>
          <p:sp>
            <p:nvSpPr>
              <p:cNvPr id="1645" name="four:barrier-filling:polygon:1369"/>
              <p:cNvSpPr>
                <a:spLocks noGrp="1"/>
              </p:cNvSpPr>
              <p:nvPr/>
            </p:nvSpPr>
            <p:spPr>
              <a:xfrm>
                <a:off x="15769209" y="4819650"/>
                <a:ext cx="65532" cy="76200"/>
              </a:xfrm>
              <a:custGeom>
                <a:avLst/>
                <a:gdLst/>
                <a:ahLst/>
                <a:cxnLst/>
                <a:pathLst>
                  <a:path w="65532" h="76200">
                    <a:moveTo>
                      <a:pt x="32766" y="0"/>
                    </a:moveTo>
                    <a:lnTo>
                      <a:pt x="0" y="76200"/>
                    </a:lnTo>
                    <a:lnTo>
                      <a:pt x="65532" y="76200"/>
                    </a:lnTo>
                    <a:close/>
                  </a:path>
                </a:pathLst>
              </a:custGeom>
              <a:solidFill>
                <a:srgbClr val="263238"/>
              </a:solidFill>
              <a:ln w="0">
                <a:noFill/>
                <a:prstDash val="solid"/>
              </a:ln>
            </p:spPr>
          </p:sp>
          <p:sp>
            <p:nvSpPr>
              <p:cNvPr id="1646" name="four:barrier-filling:textbox:1370"/>
              <p:cNvSpPr>
                <a:spLocks noGrp="1"/>
              </p:cNvSpPr>
              <p:nvPr/>
            </p:nvSpPr>
            <p:spPr>
              <a:xfrm>
                <a:off x="15592425" y="5648325"/>
                <a:ext cx="209550" cy="342900"/>
              </a:xfrm>
              <a:prstGeom prst="rect">
                <a:avLst/>
              </a:prstGeom>
              <a:noFill/>
              <a:ln w="0">
                <a:noFill/>
                <a:prstDash val="solid"/>
              </a:ln>
            </p:spPr>
            <p:txBody>
              <a:bodyPr wrap="none" lIns="0" tIns="0" rIns="0" bIns="0" anchor="ctr">
                <a:normAutofit/>
              </a:bodyPr>
              <a:lstStyle>
                <a:defPPr algn="ctr">
                  <a:defRPr sz="962" b="0">
                    <a:solidFill>
                      <a:srgbClr val="263238"/>
                    </a:solidFill>
                    <a:latin typeface="Arial" panose="020B0604020202090204"/>
                    <a:ea typeface="Arial" panose="020B0604020202090204"/>
                    <a:cs typeface="Arial" panose="020B0604020202090204"/>
                  </a:defRPr>
                </a:defPPr>
              </a:lstStyle>
              <a:p>
                <a:pPr algn="ctr">
                  <a:defRPr sz="962" b="0">
                    <a:solidFill>
                      <a:srgbClr val="263238"/>
                    </a:solidFill>
                    <a:latin typeface="Arial" panose="020B0604020202090204"/>
                    <a:ea typeface="Arial" panose="020B0604020202090204"/>
                    <a:cs typeface="Arial" panose="020B0604020202090204"/>
                  </a:defRPr>
                </a:pPr>
                <a:r>
                  <a:rPr sz="962" b="0">
                    <a:solidFill>
                      <a:srgbClr val="263238"/>
                    </a:solidFill>
                    <a:latin typeface="Arial" panose="020B0604020202090204"/>
                    <a:ea typeface="Arial" panose="020B0604020202090204"/>
                    <a:cs typeface="Arial" panose="020B0604020202090204"/>
                  </a:rPr>
                  <a:t>ψ</a:t>
                </a:r>
                <a:endParaRPr sz="962" b="0">
                  <a:solidFill>
                    <a:srgbClr val="263238"/>
                  </a:solidFill>
                  <a:latin typeface="Arial" panose="020B0604020202090204"/>
                  <a:ea typeface="Arial" panose="020B0604020202090204"/>
                  <a:cs typeface="Arial" panose="020B0604020202090204"/>
                </a:endParaRPr>
              </a:p>
            </p:txBody>
          </p:sp>
          <p:sp>
            <p:nvSpPr>
              <p:cNvPr id="1647" name="four:barrier-filling:line:1371"/>
              <p:cNvSpPr>
                <a:spLocks noGrp="1"/>
              </p:cNvSpPr>
              <p:nvPr/>
            </p:nvSpPr>
            <p:spPr>
              <a:xfrm>
                <a:off x="15944850" y="7029450"/>
                <a:ext cx="3695700" cy="953"/>
              </a:xfrm>
              <a:custGeom>
                <a:avLst/>
                <a:gdLst/>
                <a:ahLst/>
                <a:cxnLst/>
                <a:pathLst>
                  <a:path w="3695700" h="953">
                    <a:moveTo>
                      <a:pt x="0" y="0"/>
                    </a:moveTo>
                    <a:lnTo>
                      <a:pt x="3695700" y="0"/>
                    </a:lnTo>
                  </a:path>
                </a:pathLst>
              </a:custGeom>
              <a:noFill/>
              <a:ln w="6352">
                <a:solidFill>
                  <a:srgbClr val="263238"/>
                </a:solidFill>
                <a:prstDash val="solid"/>
              </a:ln>
            </p:spPr>
          </p:sp>
          <p:sp>
            <p:nvSpPr>
              <p:cNvPr id="1648" name="four:barrier-filling:polygon:1372"/>
              <p:cNvSpPr>
                <a:spLocks noGrp="1"/>
              </p:cNvSpPr>
              <p:nvPr/>
            </p:nvSpPr>
            <p:spPr>
              <a:xfrm>
                <a:off x="19573875" y="7000780"/>
                <a:ext cx="66675" cy="57340"/>
              </a:xfrm>
              <a:custGeom>
                <a:avLst/>
                <a:gdLst/>
                <a:ahLst/>
                <a:cxnLst/>
                <a:pathLst>
                  <a:path w="66675" h="57340">
                    <a:moveTo>
                      <a:pt x="66675" y="28670"/>
                    </a:moveTo>
                    <a:lnTo>
                      <a:pt x="0" y="0"/>
                    </a:lnTo>
                    <a:lnTo>
                      <a:pt x="0" y="57340"/>
                    </a:lnTo>
                    <a:close/>
                  </a:path>
                </a:pathLst>
              </a:custGeom>
              <a:solidFill>
                <a:srgbClr val="263238"/>
              </a:solidFill>
              <a:ln w="0">
                <a:noFill/>
                <a:prstDash val="solid"/>
              </a:ln>
            </p:spPr>
          </p:sp>
          <p:sp>
            <p:nvSpPr>
              <p:cNvPr id="1649" name="four:barrier-filling:textbox:1373"/>
              <p:cNvSpPr>
                <a:spLocks noGrp="1"/>
              </p:cNvSpPr>
              <p:nvPr/>
            </p:nvSpPr>
            <p:spPr>
              <a:xfrm>
                <a:off x="19678650" y="6896100"/>
                <a:ext cx="219075" cy="342900"/>
              </a:xfrm>
              <a:prstGeom prst="rect">
                <a:avLst/>
              </a:prstGeom>
              <a:noFill/>
              <a:ln w="0">
                <a:noFill/>
                <a:prstDash val="solid"/>
              </a:ln>
            </p:spPr>
            <p:txBody>
              <a:bodyPr wrap="none" lIns="0" tIns="0" rIns="0" bIns="0" anchor="ctr">
                <a:normAutofit/>
              </a:bodyPr>
              <a:lstStyle>
                <a:defPPr algn="ctr">
                  <a:defRPr sz="923" b="0">
                    <a:solidFill>
                      <a:srgbClr val="263238"/>
                    </a:solidFill>
                    <a:latin typeface="Arial" panose="020B0604020202090204"/>
                    <a:ea typeface="Arial" panose="020B0604020202090204"/>
                    <a:cs typeface="Arial" panose="020B0604020202090204"/>
                  </a:defRPr>
                </a:defPPr>
              </a:lstStyle>
              <a:p>
                <a:pPr algn="ctr">
                  <a:defRPr sz="923" b="0">
                    <a:solidFill>
                      <a:srgbClr val="263238"/>
                    </a:solidFill>
                    <a:latin typeface="Arial" panose="020B0604020202090204"/>
                    <a:ea typeface="Arial" panose="020B0604020202090204"/>
                    <a:cs typeface="Arial" panose="020B0604020202090204"/>
                  </a:defRPr>
                </a:pPr>
                <a:r>
                  <a:rPr sz="923" b="0">
                    <a:solidFill>
                      <a:srgbClr val="263238"/>
                    </a:solidFill>
                    <a:latin typeface="Arial" panose="020B0604020202090204"/>
                    <a:ea typeface="Arial" panose="020B0604020202090204"/>
                    <a:cs typeface="Arial" panose="020B0604020202090204"/>
                  </a:rPr>
                  <a:t>u</a:t>
                </a:r>
                <a:endParaRPr sz="923" b="0">
                  <a:solidFill>
                    <a:srgbClr val="263238"/>
                  </a:solidFill>
                  <a:latin typeface="Arial" panose="020B0604020202090204"/>
                  <a:ea typeface="Arial" panose="020B0604020202090204"/>
                  <a:cs typeface="Arial" panose="020B0604020202090204"/>
                </a:endParaRPr>
              </a:p>
            </p:txBody>
          </p:sp>
          <p:sp>
            <p:nvSpPr>
              <p:cNvPr id="1650" name="four:barrier-filling:line:1374"/>
              <p:cNvSpPr>
                <a:spLocks noGrp="1"/>
              </p:cNvSpPr>
              <p:nvPr/>
            </p:nvSpPr>
            <p:spPr>
              <a:xfrm>
                <a:off x="15944850" y="7181850"/>
                <a:ext cx="3695700" cy="953"/>
              </a:xfrm>
              <a:custGeom>
                <a:avLst/>
                <a:gdLst/>
                <a:ahLst/>
                <a:cxnLst/>
                <a:pathLst>
                  <a:path w="3695700" h="953">
                    <a:moveTo>
                      <a:pt x="49530" y="0"/>
                    </a:moveTo>
                    <a:lnTo>
                      <a:pt x="273844" y="0"/>
                    </a:lnTo>
                    <a:moveTo>
                      <a:pt x="372904" y="0"/>
                    </a:moveTo>
                    <a:lnTo>
                      <a:pt x="782002" y="0"/>
                    </a:lnTo>
                    <a:moveTo>
                      <a:pt x="881063" y="0"/>
                    </a:moveTo>
                    <a:lnTo>
                      <a:pt x="1290161" y="0"/>
                    </a:lnTo>
                    <a:moveTo>
                      <a:pt x="1389221" y="0"/>
                    </a:moveTo>
                    <a:lnTo>
                      <a:pt x="1798320" y="0"/>
                    </a:lnTo>
                    <a:moveTo>
                      <a:pt x="1897380" y="0"/>
                    </a:moveTo>
                    <a:lnTo>
                      <a:pt x="2306479" y="0"/>
                    </a:lnTo>
                    <a:moveTo>
                      <a:pt x="2405539" y="0"/>
                    </a:moveTo>
                    <a:lnTo>
                      <a:pt x="2814638" y="0"/>
                    </a:lnTo>
                    <a:moveTo>
                      <a:pt x="2913698" y="0"/>
                    </a:moveTo>
                    <a:lnTo>
                      <a:pt x="3322796" y="0"/>
                    </a:lnTo>
                    <a:moveTo>
                      <a:pt x="3421856" y="0"/>
                    </a:moveTo>
                    <a:lnTo>
                      <a:pt x="3646170" y="0"/>
                    </a:lnTo>
                  </a:path>
                </a:pathLst>
              </a:custGeom>
              <a:noFill/>
              <a:ln w="4398">
                <a:solidFill>
                  <a:srgbClr val="91A5B4"/>
                </a:solidFill>
                <a:prstDash val="solid"/>
              </a:ln>
            </p:spPr>
          </p:sp>
          <p:sp>
            <p:nvSpPr>
              <p:cNvPr id="1651" name="four:barrier-filling:critical-node:1375"/>
              <p:cNvSpPr>
                <a:spLocks noGrp="1"/>
              </p:cNvSpPr>
              <p:nvPr/>
            </p:nvSpPr>
            <p:spPr>
              <a:xfrm>
                <a:off x="15901988" y="7138988"/>
                <a:ext cx="85725" cy="85725"/>
              </a:xfrm>
              <a:prstGeom prst="diamond">
                <a:avLst/>
              </a:prstGeom>
              <a:solidFill>
                <a:srgbClr val="DCE8ED"/>
              </a:solidFill>
              <a:ln w="5375">
                <a:solidFill>
                  <a:srgbClr val="263238"/>
                </a:solidFill>
                <a:prstDash val="solid"/>
              </a:ln>
            </p:spPr>
          </p:sp>
          <p:sp>
            <p:nvSpPr>
              <p:cNvPr id="1652" name="four:barrier-filling:regular-node:1376"/>
              <p:cNvSpPr>
                <a:spLocks noGrp="1"/>
              </p:cNvSpPr>
              <p:nvPr/>
            </p:nvSpPr>
            <p:spPr>
              <a:xfrm>
                <a:off x="16073199" y="7148513"/>
                <a:ext cx="66675" cy="66675"/>
              </a:xfrm>
              <a:prstGeom prst="ellipse">
                <a:avLst/>
              </a:prstGeom>
              <a:solidFill>
                <a:srgbClr val="0072B2"/>
              </a:solidFill>
              <a:ln w="3421">
                <a:solidFill>
                  <a:srgbClr val="263238"/>
                </a:solidFill>
                <a:prstDash val="solid"/>
              </a:ln>
            </p:spPr>
          </p:sp>
          <p:sp>
            <p:nvSpPr>
              <p:cNvPr id="1653" name="four:barrier-filling:critical-node:1377"/>
              <p:cNvSpPr>
                <a:spLocks noGrp="1"/>
              </p:cNvSpPr>
              <p:nvPr/>
            </p:nvSpPr>
            <p:spPr>
              <a:xfrm>
                <a:off x="16225361" y="7138988"/>
                <a:ext cx="85725" cy="85725"/>
              </a:xfrm>
              <a:prstGeom prst="diamond">
                <a:avLst/>
              </a:prstGeom>
              <a:solidFill>
                <a:srgbClr val="0072B2"/>
              </a:solidFill>
              <a:ln w="5375">
                <a:solidFill>
                  <a:srgbClr val="263238"/>
                </a:solidFill>
                <a:prstDash val="solid"/>
              </a:ln>
            </p:spPr>
          </p:sp>
          <p:sp>
            <p:nvSpPr>
              <p:cNvPr id="1654" name="four:barrier-filling:regular-node:1378"/>
              <p:cNvSpPr>
                <a:spLocks noGrp="1"/>
              </p:cNvSpPr>
              <p:nvPr/>
            </p:nvSpPr>
            <p:spPr>
              <a:xfrm>
                <a:off x="16488966" y="7148513"/>
                <a:ext cx="66675" cy="66675"/>
              </a:xfrm>
              <a:prstGeom prst="ellipse">
                <a:avLst/>
              </a:prstGeom>
              <a:solidFill>
                <a:srgbClr val="0072B2"/>
              </a:solidFill>
              <a:ln w="3421">
                <a:solidFill>
                  <a:srgbClr val="263238"/>
                </a:solidFill>
                <a:prstDash val="solid"/>
              </a:ln>
            </p:spPr>
          </p:sp>
          <p:sp>
            <p:nvSpPr>
              <p:cNvPr id="1655" name="four:barrier-filling:critical-node:1379"/>
              <p:cNvSpPr>
                <a:spLocks noGrp="1"/>
              </p:cNvSpPr>
              <p:nvPr/>
            </p:nvSpPr>
            <p:spPr>
              <a:xfrm>
                <a:off x="16733520" y="7138988"/>
                <a:ext cx="85725" cy="85725"/>
              </a:xfrm>
              <a:prstGeom prst="diamond">
                <a:avLst/>
              </a:prstGeom>
              <a:solidFill>
                <a:srgbClr val="DCE8ED"/>
              </a:solidFill>
              <a:ln w="5375">
                <a:solidFill>
                  <a:srgbClr val="263238"/>
                </a:solidFill>
                <a:prstDash val="solid"/>
              </a:ln>
            </p:spPr>
          </p:sp>
          <p:sp>
            <p:nvSpPr>
              <p:cNvPr id="1656" name="four:barrier-filling:regular-node:1380"/>
              <p:cNvSpPr>
                <a:spLocks noGrp="1"/>
              </p:cNvSpPr>
              <p:nvPr/>
            </p:nvSpPr>
            <p:spPr>
              <a:xfrm>
                <a:off x="16997124" y="7148513"/>
                <a:ext cx="66675" cy="66675"/>
              </a:xfrm>
              <a:prstGeom prst="ellipse">
                <a:avLst/>
              </a:prstGeom>
              <a:solidFill>
                <a:srgbClr val="81C9BA"/>
              </a:solidFill>
              <a:ln w="3421">
                <a:solidFill>
                  <a:srgbClr val="263238"/>
                </a:solidFill>
                <a:prstDash val="solid"/>
              </a:ln>
            </p:spPr>
          </p:sp>
          <p:sp>
            <p:nvSpPr>
              <p:cNvPr id="1657" name="four:barrier-filling:critical-node:1381"/>
              <p:cNvSpPr>
                <a:spLocks noGrp="1"/>
              </p:cNvSpPr>
              <p:nvPr/>
            </p:nvSpPr>
            <p:spPr>
              <a:xfrm>
                <a:off x="17241679" y="7138988"/>
                <a:ext cx="85725" cy="85725"/>
              </a:xfrm>
              <a:prstGeom prst="diamond">
                <a:avLst/>
              </a:prstGeom>
              <a:solidFill>
                <a:srgbClr val="D55E00"/>
              </a:solidFill>
              <a:ln w="5375">
                <a:solidFill>
                  <a:srgbClr val="263238"/>
                </a:solidFill>
                <a:prstDash val="solid"/>
              </a:ln>
            </p:spPr>
          </p:sp>
          <p:sp>
            <p:nvSpPr>
              <p:cNvPr id="1658" name="four:barrier-filling:regular-node:1382"/>
              <p:cNvSpPr>
                <a:spLocks noGrp="1"/>
              </p:cNvSpPr>
              <p:nvPr/>
            </p:nvSpPr>
            <p:spPr>
              <a:xfrm>
                <a:off x="17505283" y="7148513"/>
                <a:ext cx="66675" cy="66675"/>
              </a:xfrm>
              <a:prstGeom prst="ellipse">
                <a:avLst/>
              </a:prstGeom>
              <a:solidFill>
                <a:srgbClr val="D55E00"/>
              </a:solidFill>
              <a:ln w="3421">
                <a:solidFill>
                  <a:srgbClr val="263238"/>
                </a:solidFill>
                <a:prstDash val="solid"/>
              </a:ln>
            </p:spPr>
          </p:sp>
          <p:sp>
            <p:nvSpPr>
              <p:cNvPr id="1659" name="four:barrier-filling:critical-node:1383"/>
              <p:cNvSpPr>
                <a:spLocks noGrp="1"/>
              </p:cNvSpPr>
              <p:nvPr/>
            </p:nvSpPr>
            <p:spPr>
              <a:xfrm>
                <a:off x="17749838" y="7138988"/>
                <a:ext cx="85725" cy="85725"/>
              </a:xfrm>
              <a:prstGeom prst="diamond">
                <a:avLst/>
              </a:prstGeom>
              <a:solidFill>
                <a:srgbClr val="81C9BA"/>
              </a:solidFill>
              <a:ln w="5375">
                <a:solidFill>
                  <a:srgbClr val="263238"/>
                </a:solidFill>
                <a:prstDash val="solid"/>
              </a:ln>
            </p:spPr>
          </p:sp>
          <p:sp>
            <p:nvSpPr>
              <p:cNvPr id="1660" name="four:barrier-filling:regular-node:1384"/>
              <p:cNvSpPr>
                <a:spLocks noGrp="1"/>
              </p:cNvSpPr>
              <p:nvPr/>
            </p:nvSpPr>
            <p:spPr>
              <a:xfrm>
                <a:off x="18013442" y="7148513"/>
                <a:ext cx="66675" cy="66675"/>
              </a:xfrm>
              <a:prstGeom prst="ellipse">
                <a:avLst/>
              </a:prstGeom>
              <a:solidFill>
                <a:srgbClr val="009E73"/>
              </a:solidFill>
              <a:ln w="3421">
                <a:solidFill>
                  <a:srgbClr val="263238"/>
                </a:solidFill>
                <a:prstDash val="solid"/>
              </a:ln>
            </p:spPr>
          </p:sp>
          <p:sp>
            <p:nvSpPr>
              <p:cNvPr id="1661" name="four:barrier-filling:critical-node:1385"/>
              <p:cNvSpPr>
                <a:spLocks noGrp="1"/>
              </p:cNvSpPr>
              <p:nvPr/>
            </p:nvSpPr>
            <p:spPr>
              <a:xfrm>
                <a:off x="18257996" y="7138988"/>
                <a:ext cx="85725" cy="85725"/>
              </a:xfrm>
              <a:prstGeom prst="diamond">
                <a:avLst/>
              </a:prstGeom>
              <a:solidFill>
                <a:srgbClr val="009E73"/>
              </a:solidFill>
              <a:ln w="5375">
                <a:solidFill>
                  <a:srgbClr val="263238"/>
                </a:solidFill>
                <a:prstDash val="solid"/>
              </a:ln>
            </p:spPr>
          </p:sp>
          <p:sp>
            <p:nvSpPr>
              <p:cNvPr id="1662" name="four:barrier-filling:regular-node:1386"/>
              <p:cNvSpPr>
                <a:spLocks noGrp="1"/>
              </p:cNvSpPr>
              <p:nvPr/>
            </p:nvSpPr>
            <p:spPr>
              <a:xfrm>
                <a:off x="18521601" y="7148513"/>
                <a:ext cx="66675" cy="66675"/>
              </a:xfrm>
              <a:prstGeom prst="ellipse">
                <a:avLst/>
              </a:prstGeom>
              <a:solidFill>
                <a:srgbClr val="81C9BA"/>
              </a:solidFill>
              <a:ln w="3421">
                <a:solidFill>
                  <a:srgbClr val="263238"/>
                </a:solidFill>
                <a:prstDash val="solid"/>
              </a:ln>
            </p:spPr>
          </p:sp>
          <p:sp>
            <p:nvSpPr>
              <p:cNvPr id="1663" name="four:barrier-filling:critical-node:1387"/>
              <p:cNvSpPr>
                <a:spLocks noGrp="1"/>
              </p:cNvSpPr>
              <p:nvPr/>
            </p:nvSpPr>
            <p:spPr>
              <a:xfrm>
                <a:off x="18766155" y="7138988"/>
                <a:ext cx="85725" cy="85725"/>
              </a:xfrm>
              <a:prstGeom prst="diamond">
                <a:avLst/>
              </a:prstGeom>
              <a:solidFill>
                <a:srgbClr val="DCE8ED"/>
              </a:solidFill>
              <a:ln w="5375">
                <a:solidFill>
                  <a:srgbClr val="263238"/>
                </a:solidFill>
                <a:prstDash val="solid"/>
              </a:ln>
            </p:spPr>
          </p:sp>
          <p:sp>
            <p:nvSpPr>
              <p:cNvPr id="1664" name="four:barrier-filling:regular-node:1388"/>
              <p:cNvSpPr>
                <a:spLocks noGrp="1"/>
              </p:cNvSpPr>
              <p:nvPr/>
            </p:nvSpPr>
            <p:spPr>
              <a:xfrm>
                <a:off x="19029759" y="7148513"/>
                <a:ext cx="66675" cy="66675"/>
              </a:xfrm>
              <a:prstGeom prst="ellipse">
                <a:avLst/>
              </a:prstGeom>
              <a:solidFill>
                <a:srgbClr val="CC79A7"/>
              </a:solidFill>
              <a:ln w="3421">
                <a:solidFill>
                  <a:srgbClr val="263238"/>
                </a:solidFill>
                <a:prstDash val="solid"/>
              </a:ln>
            </p:spPr>
          </p:sp>
          <p:sp>
            <p:nvSpPr>
              <p:cNvPr id="1665" name="four:barrier-filling:critical-node:1389"/>
              <p:cNvSpPr>
                <a:spLocks noGrp="1"/>
              </p:cNvSpPr>
              <p:nvPr/>
            </p:nvSpPr>
            <p:spPr>
              <a:xfrm>
                <a:off x="19274314" y="7138988"/>
                <a:ext cx="85725" cy="85725"/>
              </a:xfrm>
              <a:prstGeom prst="diamond">
                <a:avLst/>
              </a:prstGeom>
              <a:solidFill>
                <a:srgbClr val="CC79A7"/>
              </a:solidFill>
              <a:ln w="5375">
                <a:solidFill>
                  <a:srgbClr val="263238"/>
                </a:solidFill>
                <a:prstDash val="solid"/>
              </a:ln>
            </p:spPr>
          </p:sp>
          <p:sp>
            <p:nvSpPr>
              <p:cNvPr id="1666" name="four:barrier-filling:regular-node:1390"/>
              <p:cNvSpPr>
                <a:spLocks noGrp="1"/>
              </p:cNvSpPr>
              <p:nvPr/>
            </p:nvSpPr>
            <p:spPr>
              <a:xfrm>
                <a:off x="19445526" y="7148513"/>
                <a:ext cx="66675" cy="66675"/>
              </a:xfrm>
              <a:prstGeom prst="ellipse">
                <a:avLst/>
              </a:prstGeom>
              <a:solidFill>
                <a:srgbClr val="CC79A7"/>
              </a:solidFill>
              <a:ln w="3421">
                <a:solidFill>
                  <a:srgbClr val="263238"/>
                </a:solidFill>
                <a:prstDash val="solid"/>
              </a:ln>
            </p:spPr>
          </p:sp>
          <p:sp>
            <p:nvSpPr>
              <p:cNvPr id="1667" name="four:barrier-filling:critical-node:1391"/>
              <p:cNvSpPr>
                <a:spLocks noGrp="1"/>
              </p:cNvSpPr>
              <p:nvPr/>
            </p:nvSpPr>
            <p:spPr>
              <a:xfrm>
                <a:off x="19597688" y="7138988"/>
                <a:ext cx="85725" cy="85725"/>
              </a:xfrm>
              <a:prstGeom prst="diamond">
                <a:avLst/>
              </a:prstGeom>
              <a:solidFill>
                <a:srgbClr val="DCE8ED"/>
              </a:solidFill>
              <a:ln w="5375">
                <a:solidFill>
                  <a:srgbClr val="263238"/>
                </a:solidFill>
                <a:prstDash val="solid"/>
              </a:ln>
            </p:spPr>
          </p:sp>
          <p:sp>
            <p:nvSpPr>
              <p:cNvPr id="1668" name="four:barrier-filling:line:1392"/>
              <p:cNvSpPr>
                <a:spLocks noGrp="1"/>
              </p:cNvSpPr>
              <p:nvPr/>
            </p:nvSpPr>
            <p:spPr>
              <a:xfrm>
                <a:off x="17792700" y="7258050"/>
                <a:ext cx="953" cy="57150"/>
              </a:xfrm>
              <a:custGeom>
                <a:avLst/>
                <a:gdLst/>
                <a:ahLst/>
                <a:cxnLst/>
                <a:pathLst>
                  <a:path w="953" h="57150">
                    <a:moveTo>
                      <a:pt x="0" y="0"/>
                    </a:moveTo>
                    <a:lnTo>
                      <a:pt x="0" y="57150"/>
                    </a:lnTo>
                  </a:path>
                </a:pathLst>
              </a:custGeom>
              <a:noFill/>
              <a:ln w="5863">
                <a:solidFill>
                  <a:srgbClr val="91A5B4"/>
                </a:solidFill>
                <a:prstDash val="solid"/>
              </a:ln>
            </p:spPr>
          </p:sp>
          <p:sp>
            <p:nvSpPr>
              <p:cNvPr id="1669" name="four:barrier-filling:polygon:1393"/>
              <p:cNvSpPr>
                <a:spLocks noGrp="1"/>
              </p:cNvSpPr>
              <p:nvPr/>
            </p:nvSpPr>
            <p:spPr>
              <a:xfrm>
                <a:off x="17776317" y="7277100"/>
                <a:ext cx="32766" cy="38100"/>
              </a:xfrm>
              <a:custGeom>
                <a:avLst/>
                <a:gdLst/>
                <a:ahLst/>
                <a:cxnLst/>
                <a:pathLst>
                  <a:path w="32766" h="38100">
                    <a:moveTo>
                      <a:pt x="16383" y="38100"/>
                    </a:moveTo>
                    <a:lnTo>
                      <a:pt x="32766" y="0"/>
                    </a:lnTo>
                    <a:lnTo>
                      <a:pt x="0" y="0"/>
                    </a:lnTo>
                    <a:close/>
                  </a:path>
                </a:pathLst>
              </a:custGeom>
              <a:solidFill>
                <a:srgbClr val="91A5B4"/>
              </a:solidFill>
              <a:ln w="0">
                <a:noFill/>
                <a:prstDash val="solid"/>
              </a:ln>
            </p:spPr>
          </p:sp>
          <p:sp>
            <p:nvSpPr>
              <p:cNvPr id="1670" name="four:barrier-filling:textbox:1394"/>
              <p:cNvSpPr>
                <a:spLocks noGrp="1"/>
              </p:cNvSpPr>
              <p:nvPr/>
            </p:nvSpPr>
            <p:spPr>
              <a:xfrm>
                <a:off x="15630525" y="7277100"/>
                <a:ext cx="247650" cy="342900"/>
              </a:xfrm>
              <a:prstGeom prst="rect">
                <a:avLst/>
              </a:prstGeom>
              <a:noFill/>
              <a:ln w="0">
                <a:noFill/>
                <a:prstDash val="solid"/>
              </a:ln>
            </p:spPr>
            <p:txBody>
              <a:bodyPr wrap="none" lIns="0" tIns="0" rIns="0" bIns="0" anchor="ctr">
                <a:normAutofit/>
              </a:bodyPr>
              <a:lstStyle>
                <a:defPPr algn="ctr">
                  <a:defRPr sz="1000" b="0">
                    <a:solidFill>
                      <a:srgbClr val="263238"/>
                    </a:solidFill>
                    <a:latin typeface="Arial" panose="020B0604020202090204"/>
                    <a:ea typeface="Arial" panose="020B0604020202090204"/>
                    <a:cs typeface="Arial" panose="020B0604020202090204"/>
                  </a:defRPr>
                </a:defPPr>
              </a:lstStyle>
              <a:p>
                <a:pPr algn="ctr">
                  <a:defRPr sz="1000" b="0">
                    <a:solidFill>
                      <a:srgbClr val="263238"/>
                    </a:solidFill>
                    <a:latin typeface="Arial" panose="020B0604020202090204"/>
                    <a:ea typeface="Arial" panose="020B0604020202090204"/>
                    <a:cs typeface="Arial" panose="020B0604020202090204"/>
                  </a:defRPr>
                </a:pPr>
                <a:r>
                  <a:rPr sz="1000" b="0">
                    <a:solidFill>
                      <a:srgbClr val="263238"/>
                    </a:solidFill>
                    <a:latin typeface="Arial" panose="020B0604020202090204"/>
                    <a:ea typeface="Arial" panose="020B0604020202090204"/>
                    <a:cs typeface="Arial" panose="020B0604020202090204"/>
                  </a:rPr>
                  <a:t>tₐ</a:t>
                </a:r>
                <a:endParaRPr sz="1000" b="0">
                  <a:solidFill>
                    <a:srgbClr val="263238"/>
                  </a:solidFill>
                  <a:latin typeface="Arial" panose="020B0604020202090204"/>
                  <a:ea typeface="Arial" panose="020B0604020202090204"/>
                  <a:cs typeface="Arial" panose="020B0604020202090204"/>
                </a:endParaRPr>
              </a:p>
            </p:txBody>
          </p:sp>
          <p:sp>
            <p:nvSpPr>
              <p:cNvPr id="1671" name="four:barrier-filling:filled-output-cell-0:1395"/>
              <p:cNvSpPr>
                <a:spLocks noGrp="1"/>
              </p:cNvSpPr>
              <p:nvPr/>
            </p:nvSpPr>
            <p:spPr>
              <a:xfrm>
                <a:off x="15944850" y="7343775"/>
                <a:ext cx="19248" cy="200025"/>
              </a:xfrm>
              <a:prstGeom prst="rect">
                <a:avLst/>
              </a:prstGeom>
              <a:solidFill>
                <a:srgbClr val="DCE8ED"/>
              </a:solidFill>
              <a:ln w="0">
                <a:noFill/>
                <a:prstDash val="solid"/>
              </a:ln>
            </p:spPr>
          </p:sp>
          <p:sp>
            <p:nvSpPr>
              <p:cNvPr id="1672" name="four:barrier-filling:filled-output-cell-1:1396"/>
              <p:cNvSpPr>
                <a:spLocks noGrp="1"/>
              </p:cNvSpPr>
              <p:nvPr/>
            </p:nvSpPr>
            <p:spPr>
              <a:xfrm>
                <a:off x="15964098" y="7343775"/>
                <a:ext cx="19248" cy="200025"/>
              </a:xfrm>
              <a:prstGeom prst="rect">
                <a:avLst/>
              </a:prstGeom>
              <a:solidFill>
                <a:srgbClr val="DCE8ED"/>
              </a:solidFill>
              <a:ln w="0">
                <a:noFill/>
                <a:prstDash val="solid"/>
              </a:ln>
            </p:spPr>
          </p:sp>
          <p:sp>
            <p:nvSpPr>
              <p:cNvPr id="1673" name="four:barrier-filling:filled-output-cell-2:1397"/>
              <p:cNvSpPr>
                <a:spLocks noGrp="1"/>
              </p:cNvSpPr>
              <p:nvPr/>
            </p:nvSpPr>
            <p:spPr>
              <a:xfrm>
                <a:off x="15983347" y="7343775"/>
                <a:ext cx="19248" cy="200025"/>
              </a:xfrm>
              <a:prstGeom prst="rect">
                <a:avLst/>
              </a:prstGeom>
              <a:solidFill>
                <a:srgbClr val="DCE8ED"/>
              </a:solidFill>
              <a:ln w="0">
                <a:noFill/>
                <a:prstDash val="solid"/>
              </a:ln>
            </p:spPr>
          </p:sp>
          <p:sp>
            <p:nvSpPr>
              <p:cNvPr id="1674" name="four:barrier-filling:filled-output-cell-3:1398"/>
              <p:cNvSpPr>
                <a:spLocks noGrp="1"/>
              </p:cNvSpPr>
              <p:nvPr/>
            </p:nvSpPr>
            <p:spPr>
              <a:xfrm>
                <a:off x="16002595" y="7343775"/>
                <a:ext cx="19248" cy="200025"/>
              </a:xfrm>
              <a:prstGeom prst="rect">
                <a:avLst/>
              </a:prstGeom>
              <a:solidFill>
                <a:srgbClr val="DCE8ED"/>
              </a:solidFill>
              <a:ln w="0">
                <a:noFill/>
                <a:prstDash val="solid"/>
              </a:ln>
            </p:spPr>
          </p:sp>
          <p:sp>
            <p:nvSpPr>
              <p:cNvPr id="1675" name="four:barrier-filling:filled-output-cell-4:1399"/>
              <p:cNvSpPr>
                <a:spLocks noGrp="1"/>
              </p:cNvSpPr>
              <p:nvPr/>
            </p:nvSpPr>
            <p:spPr>
              <a:xfrm>
                <a:off x="16021844" y="7343775"/>
                <a:ext cx="19248" cy="200025"/>
              </a:xfrm>
              <a:prstGeom prst="rect">
                <a:avLst/>
              </a:prstGeom>
              <a:solidFill>
                <a:srgbClr val="DCE8ED"/>
              </a:solidFill>
              <a:ln w="0">
                <a:noFill/>
                <a:prstDash val="solid"/>
              </a:ln>
            </p:spPr>
          </p:sp>
          <p:sp>
            <p:nvSpPr>
              <p:cNvPr id="1676" name="four:barrier-filling:filled-output-cell-5:1400"/>
              <p:cNvSpPr>
                <a:spLocks noGrp="1"/>
              </p:cNvSpPr>
              <p:nvPr/>
            </p:nvSpPr>
            <p:spPr>
              <a:xfrm>
                <a:off x="16041092" y="7343775"/>
                <a:ext cx="19248" cy="200025"/>
              </a:xfrm>
              <a:prstGeom prst="rect">
                <a:avLst/>
              </a:prstGeom>
              <a:solidFill>
                <a:srgbClr val="D4E2E9"/>
              </a:solidFill>
              <a:ln w="0">
                <a:noFill/>
                <a:prstDash val="solid"/>
              </a:ln>
            </p:spPr>
          </p:sp>
          <p:sp>
            <p:nvSpPr>
              <p:cNvPr id="1677" name="four:barrier-filling:filled-output-cell-6:1401"/>
              <p:cNvSpPr>
                <a:spLocks noGrp="1"/>
              </p:cNvSpPr>
              <p:nvPr/>
            </p:nvSpPr>
            <p:spPr>
              <a:xfrm>
                <a:off x="16060341" y="7343775"/>
                <a:ext cx="19248" cy="200025"/>
              </a:xfrm>
              <a:prstGeom prst="rect">
                <a:avLst/>
              </a:prstGeom>
              <a:solidFill>
                <a:srgbClr val="9DC6DC"/>
              </a:solidFill>
              <a:ln w="0">
                <a:noFill/>
                <a:prstDash val="solid"/>
              </a:ln>
            </p:spPr>
          </p:sp>
          <p:sp>
            <p:nvSpPr>
              <p:cNvPr id="1678" name="four:barrier-filling:filled-output-cell-7:1402"/>
              <p:cNvSpPr>
                <a:spLocks noGrp="1"/>
              </p:cNvSpPr>
              <p:nvPr/>
            </p:nvSpPr>
            <p:spPr>
              <a:xfrm>
                <a:off x="16079589" y="7343775"/>
                <a:ext cx="19248" cy="200025"/>
              </a:xfrm>
              <a:prstGeom prst="rect">
                <a:avLst/>
              </a:prstGeom>
              <a:solidFill>
                <a:srgbClr val="5AA2CA"/>
              </a:solidFill>
              <a:ln w="0">
                <a:noFill/>
                <a:prstDash val="solid"/>
              </a:ln>
            </p:spPr>
          </p:sp>
          <p:sp>
            <p:nvSpPr>
              <p:cNvPr id="1679" name="four:barrier-filling:filled-output-cell-8:1403"/>
              <p:cNvSpPr>
                <a:spLocks noGrp="1"/>
              </p:cNvSpPr>
              <p:nvPr/>
            </p:nvSpPr>
            <p:spPr>
              <a:xfrm>
                <a:off x="16098838" y="7343775"/>
                <a:ext cx="19248" cy="200025"/>
              </a:xfrm>
              <a:prstGeom prst="rect">
                <a:avLst/>
              </a:prstGeom>
              <a:solidFill>
                <a:srgbClr val="1D82BA"/>
              </a:solidFill>
              <a:ln w="0">
                <a:noFill/>
                <a:prstDash val="solid"/>
              </a:ln>
            </p:spPr>
          </p:sp>
          <p:sp>
            <p:nvSpPr>
              <p:cNvPr id="1680" name="four:barrier-filling:filled-output-cell-9:1404"/>
              <p:cNvSpPr>
                <a:spLocks noGrp="1"/>
              </p:cNvSpPr>
              <p:nvPr/>
            </p:nvSpPr>
            <p:spPr>
              <a:xfrm>
                <a:off x="16118086" y="7343775"/>
                <a:ext cx="19248" cy="200025"/>
              </a:xfrm>
              <a:prstGeom prst="rect">
                <a:avLst/>
              </a:prstGeom>
              <a:solidFill>
                <a:srgbClr val="0072B2"/>
              </a:solidFill>
              <a:ln w="0">
                <a:noFill/>
                <a:prstDash val="solid"/>
              </a:ln>
            </p:spPr>
          </p:sp>
          <p:sp>
            <p:nvSpPr>
              <p:cNvPr id="1681" name="four:barrier-filling:filled-output-cell-10:1405"/>
              <p:cNvSpPr>
                <a:spLocks noGrp="1"/>
              </p:cNvSpPr>
              <p:nvPr/>
            </p:nvSpPr>
            <p:spPr>
              <a:xfrm>
                <a:off x="16137334" y="7343775"/>
                <a:ext cx="19248" cy="200025"/>
              </a:xfrm>
              <a:prstGeom prst="rect">
                <a:avLst/>
              </a:prstGeom>
              <a:solidFill>
                <a:srgbClr val="0072B2"/>
              </a:solidFill>
              <a:ln w="0">
                <a:noFill/>
                <a:prstDash val="solid"/>
              </a:ln>
            </p:spPr>
          </p:sp>
          <p:sp>
            <p:nvSpPr>
              <p:cNvPr id="1682" name="four:barrier-filling:filled-output-cell-11:1406"/>
              <p:cNvSpPr>
                <a:spLocks noGrp="1"/>
              </p:cNvSpPr>
              <p:nvPr/>
            </p:nvSpPr>
            <p:spPr>
              <a:xfrm>
                <a:off x="16156583" y="7343775"/>
                <a:ext cx="19248" cy="200025"/>
              </a:xfrm>
              <a:prstGeom prst="rect">
                <a:avLst/>
              </a:prstGeom>
              <a:solidFill>
                <a:srgbClr val="0072B2"/>
              </a:solidFill>
              <a:ln w="0">
                <a:noFill/>
                <a:prstDash val="solid"/>
              </a:ln>
            </p:spPr>
          </p:sp>
          <p:sp>
            <p:nvSpPr>
              <p:cNvPr id="1683" name="four:barrier-filling:filled-output-cell-12:1407"/>
              <p:cNvSpPr>
                <a:spLocks noGrp="1"/>
              </p:cNvSpPr>
              <p:nvPr/>
            </p:nvSpPr>
            <p:spPr>
              <a:xfrm>
                <a:off x="16175831" y="7343775"/>
                <a:ext cx="19248" cy="200025"/>
              </a:xfrm>
              <a:prstGeom prst="rect">
                <a:avLst/>
              </a:prstGeom>
              <a:solidFill>
                <a:srgbClr val="0072B2"/>
              </a:solidFill>
              <a:ln w="0">
                <a:noFill/>
                <a:prstDash val="solid"/>
              </a:ln>
            </p:spPr>
          </p:sp>
          <p:sp>
            <p:nvSpPr>
              <p:cNvPr id="1684" name="four:barrier-filling:filled-output-cell-13:1408"/>
              <p:cNvSpPr>
                <a:spLocks noGrp="1"/>
              </p:cNvSpPr>
              <p:nvPr/>
            </p:nvSpPr>
            <p:spPr>
              <a:xfrm>
                <a:off x="16195080" y="7343775"/>
                <a:ext cx="19248" cy="200025"/>
              </a:xfrm>
              <a:prstGeom prst="rect">
                <a:avLst/>
              </a:prstGeom>
              <a:solidFill>
                <a:srgbClr val="0072B2"/>
              </a:solidFill>
              <a:ln w="0">
                <a:noFill/>
                <a:prstDash val="solid"/>
              </a:ln>
            </p:spPr>
          </p:sp>
          <p:sp>
            <p:nvSpPr>
              <p:cNvPr id="1685" name="four:barrier-filling:filled-output-cell-14:1409"/>
              <p:cNvSpPr>
                <a:spLocks noGrp="1"/>
              </p:cNvSpPr>
              <p:nvPr/>
            </p:nvSpPr>
            <p:spPr>
              <a:xfrm>
                <a:off x="16214328" y="7343775"/>
                <a:ext cx="19248" cy="200025"/>
              </a:xfrm>
              <a:prstGeom prst="rect">
                <a:avLst/>
              </a:prstGeom>
              <a:solidFill>
                <a:srgbClr val="0072B2"/>
              </a:solidFill>
              <a:ln w="0">
                <a:noFill/>
                <a:prstDash val="solid"/>
              </a:ln>
            </p:spPr>
          </p:sp>
          <p:sp>
            <p:nvSpPr>
              <p:cNvPr id="1686" name="four:barrier-filling:filled-output-cell-15:1410"/>
              <p:cNvSpPr>
                <a:spLocks noGrp="1"/>
              </p:cNvSpPr>
              <p:nvPr/>
            </p:nvSpPr>
            <p:spPr>
              <a:xfrm>
                <a:off x="16233577" y="7343775"/>
                <a:ext cx="19248" cy="200025"/>
              </a:xfrm>
              <a:prstGeom prst="rect">
                <a:avLst/>
              </a:prstGeom>
              <a:solidFill>
                <a:srgbClr val="0072B2"/>
              </a:solidFill>
              <a:ln w="0">
                <a:noFill/>
                <a:prstDash val="solid"/>
              </a:ln>
            </p:spPr>
          </p:sp>
          <p:sp>
            <p:nvSpPr>
              <p:cNvPr id="1687" name="four:barrier-filling:filled-output-cell-16:1411"/>
              <p:cNvSpPr>
                <a:spLocks noGrp="1"/>
              </p:cNvSpPr>
              <p:nvPr/>
            </p:nvSpPr>
            <p:spPr>
              <a:xfrm>
                <a:off x="16252825" y="7343775"/>
                <a:ext cx="19248" cy="200025"/>
              </a:xfrm>
              <a:prstGeom prst="rect">
                <a:avLst/>
              </a:prstGeom>
              <a:solidFill>
                <a:srgbClr val="0072B2"/>
              </a:solidFill>
              <a:ln w="0">
                <a:noFill/>
                <a:prstDash val="solid"/>
              </a:ln>
            </p:spPr>
          </p:sp>
          <p:sp>
            <p:nvSpPr>
              <p:cNvPr id="1688" name="four:barrier-filling:filled-output-cell-17:1412"/>
              <p:cNvSpPr>
                <a:spLocks noGrp="1"/>
              </p:cNvSpPr>
              <p:nvPr/>
            </p:nvSpPr>
            <p:spPr>
              <a:xfrm>
                <a:off x="16272073" y="7343775"/>
                <a:ext cx="19248" cy="200025"/>
              </a:xfrm>
              <a:prstGeom prst="rect">
                <a:avLst/>
              </a:prstGeom>
              <a:solidFill>
                <a:srgbClr val="0072B2"/>
              </a:solidFill>
              <a:ln w="0">
                <a:noFill/>
                <a:prstDash val="solid"/>
              </a:ln>
            </p:spPr>
          </p:sp>
          <p:sp>
            <p:nvSpPr>
              <p:cNvPr id="1689" name="four:barrier-filling:filled-output-cell-18:1413"/>
              <p:cNvSpPr>
                <a:spLocks noGrp="1"/>
              </p:cNvSpPr>
              <p:nvPr/>
            </p:nvSpPr>
            <p:spPr>
              <a:xfrm>
                <a:off x="16291322" y="7343775"/>
                <a:ext cx="19248" cy="200025"/>
              </a:xfrm>
              <a:prstGeom prst="rect">
                <a:avLst/>
              </a:prstGeom>
              <a:solidFill>
                <a:srgbClr val="0072B2"/>
              </a:solidFill>
              <a:ln w="0">
                <a:noFill/>
                <a:prstDash val="solid"/>
              </a:ln>
            </p:spPr>
          </p:sp>
          <p:sp>
            <p:nvSpPr>
              <p:cNvPr id="1690" name="four:barrier-filling:filled-output-cell-19:1414"/>
              <p:cNvSpPr>
                <a:spLocks noGrp="1"/>
              </p:cNvSpPr>
              <p:nvPr/>
            </p:nvSpPr>
            <p:spPr>
              <a:xfrm>
                <a:off x="16310570" y="7343775"/>
                <a:ext cx="19248" cy="200025"/>
              </a:xfrm>
              <a:prstGeom prst="rect">
                <a:avLst/>
              </a:prstGeom>
              <a:solidFill>
                <a:srgbClr val="0072B2"/>
              </a:solidFill>
              <a:ln w="0">
                <a:noFill/>
                <a:prstDash val="solid"/>
              </a:ln>
            </p:spPr>
          </p:sp>
          <p:sp>
            <p:nvSpPr>
              <p:cNvPr id="1691" name="four:barrier-filling:filled-output-cell-20:1415"/>
              <p:cNvSpPr>
                <a:spLocks noGrp="1"/>
              </p:cNvSpPr>
              <p:nvPr/>
            </p:nvSpPr>
            <p:spPr>
              <a:xfrm>
                <a:off x="16329819" y="7343775"/>
                <a:ext cx="19248" cy="200025"/>
              </a:xfrm>
              <a:prstGeom prst="rect">
                <a:avLst/>
              </a:prstGeom>
              <a:solidFill>
                <a:srgbClr val="0072B2"/>
              </a:solidFill>
              <a:ln w="0">
                <a:noFill/>
                <a:prstDash val="solid"/>
              </a:ln>
            </p:spPr>
          </p:sp>
          <p:sp>
            <p:nvSpPr>
              <p:cNvPr id="1692" name="four:barrier-filling:filled-output-cell-21:1416"/>
              <p:cNvSpPr>
                <a:spLocks noGrp="1"/>
              </p:cNvSpPr>
              <p:nvPr/>
            </p:nvSpPr>
            <p:spPr>
              <a:xfrm>
                <a:off x="16349067" y="7343775"/>
                <a:ext cx="19248" cy="200025"/>
              </a:xfrm>
              <a:prstGeom prst="rect">
                <a:avLst/>
              </a:prstGeom>
              <a:solidFill>
                <a:srgbClr val="0072B2"/>
              </a:solidFill>
              <a:ln w="0">
                <a:noFill/>
                <a:prstDash val="solid"/>
              </a:ln>
            </p:spPr>
          </p:sp>
          <p:sp>
            <p:nvSpPr>
              <p:cNvPr id="1693" name="four:barrier-filling:filled-output-cell-22:1417"/>
              <p:cNvSpPr>
                <a:spLocks noGrp="1"/>
              </p:cNvSpPr>
              <p:nvPr/>
            </p:nvSpPr>
            <p:spPr>
              <a:xfrm>
                <a:off x="16368316" y="7343775"/>
                <a:ext cx="19248" cy="200025"/>
              </a:xfrm>
              <a:prstGeom prst="rect">
                <a:avLst/>
              </a:prstGeom>
              <a:solidFill>
                <a:srgbClr val="0072B2"/>
              </a:solidFill>
              <a:ln w="0">
                <a:noFill/>
                <a:prstDash val="solid"/>
              </a:ln>
            </p:spPr>
          </p:sp>
          <p:sp>
            <p:nvSpPr>
              <p:cNvPr id="1694" name="four:barrier-filling:filled-output-cell-23:1418"/>
              <p:cNvSpPr>
                <a:spLocks noGrp="1"/>
              </p:cNvSpPr>
              <p:nvPr/>
            </p:nvSpPr>
            <p:spPr>
              <a:xfrm>
                <a:off x="16387564" y="7343775"/>
                <a:ext cx="19248" cy="200025"/>
              </a:xfrm>
              <a:prstGeom prst="rect">
                <a:avLst/>
              </a:prstGeom>
              <a:solidFill>
                <a:srgbClr val="0977B4"/>
              </a:solidFill>
              <a:ln w="0">
                <a:noFill/>
                <a:prstDash val="solid"/>
              </a:ln>
            </p:spPr>
          </p:sp>
          <p:sp>
            <p:nvSpPr>
              <p:cNvPr id="1695" name="four:barrier-filling:filled-output-cell-24:1419"/>
              <p:cNvSpPr>
                <a:spLocks noGrp="1"/>
              </p:cNvSpPr>
              <p:nvPr/>
            </p:nvSpPr>
            <p:spPr>
              <a:xfrm>
                <a:off x="16406813" y="7343775"/>
                <a:ext cx="19248" cy="200025"/>
              </a:xfrm>
              <a:prstGeom prst="rect">
                <a:avLst/>
              </a:prstGeom>
              <a:solidFill>
                <a:srgbClr val="2385BB"/>
              </a:solidFill>
              <a:ln w="0">
                <a:noFill/>
                <a:prstDash val="solid"/>
              </a:ln>
            </p:spPr>
          </p:sp>
          <p:sp>
            <p:nvSpPr>
              <p:cNvPr id="1696" name="four:barrier-filling:filled-output-cell-25:1420"/>
              <p:cNvSpPr>
                <a:spLocks noGrp="1"/>
              </p:cNvSpPr>
              <p:nvPr/>
            </p:nvSpPr>
            <p:spPr>
              <a:xfrm>
                <a:off x="16426061" y="7343775"/>
                <a:ext cx="19248" cy="200025"/>
              </a:xfrm>
              <a:prstGeom prst="rect">
                <a:avLst/>
              </a:prstGeom>
              <a:solidFill>
                <a:srgbClr val="4899C5"/>
              </a:solidFill>
              <a:ln w="0">
                <a:noFill/>
                <a:prstDash val="solid"/>
              </a:ln>
            </p:spPr>
          </p:sp>
          <p:sp>
            <p:nvSpPr>
              <p:cNvPr id="1697" name="four:barrier-filling:filled-output-cell-26:1421"/>
              <p:cNvSpPr>
                <a:spLocks noGrp="1"/>
              </p:cNvSpPr>
              <p:nvPr/>
            </p:nvSpPr>
            <p:spPr>
              <a:xfrm>
                <a:off x="16445309" y="7343775"/>
                <a:ext cx="19248" cy="200025"/>
              </a:xfrm>
              <a:prstGeom prst="rect">
                <a:avLst/>
              </a:prstGeom>
              <a:solidFill>
                <a:srgbClr val="72AFD1"/>
              </a:solidFill>
              <a:ln w="0">
                <a:noFill/>
                <a:prstDash val="solid"/>
              </a:ln>
            </p:spPr>
          </p:sp>
          <p:sp>
            <p:nvSpPr>
              <p:cNvPr id="1698" name="four:barrier-filling:filled-output-cell-27:1422"/>
              <p:cNvSpPr>
                <a:spLocks noGrp="1"/>
              </p:cNvSpPr>
              <p:nvPr/>
            </p:nvSpPr>
            <p:spPr>
              <a:xfrm>
                <a:off x="16464558" y="7343775"/>
                <a:ext cx="19248" cy="200025"/>
              </a:xfrm>
              <a:prstGeom prst="rect">
                <a:avLst/>
              </a:prstGeom>
              <a:solidFill>
                <a:srgbClr val="9CC5DC"/>
              </a:solidFill>
              <a:ln w="0">
                <a:noFill/>
                <a:prstDash val="solid"/>
              </a:ln>
            </p:spPr>
          </p:sp>
          <p:sp>
            <p:nvSpPr>
              <p:cNvPr id="1699" name="four:barrier-filling:filled-output-cell-28:1423"/>
              <p:cNvSpPr>
                <a:spLocks noGrp="1"/>
              </p:cNvSpPr>
              <p:nvPr/>
            </p:nvSpPr>
            <p:spPr>
              <a:xfrm>
                <a:off x="16483806" y="7343775"/>
                <a:ext cx="19248" cy="200025"/>
              </a:xfrm>
              <a:prstGeom prst="rect">
                <a:avLst/>
              </a:prstGeom>
              <a:solidFill>
                <a:srgbClr val="C9DBE4"/>
              </a:solidFill>
              <a:ln w="0">
                <a:noFill/>
                <a:prstDash val="solid"/>
              </a:ln>
            </p:spPr>
          </p:sp>
          <p:sp>
            <p:nvSpPr>
              <p:cNvPr id="1700" name="four:barrier-filling:filled-output-cell-29:1424"/>
              <p:cNvSpPr>
                <a:spLocks noGrp="1"/>
              </p:cNvSpPr>
              <p:nvPr/>
            </p:nvSpPr>
            <p:spPr>
              <a:xfrm>
                <a:off x="16503055" y="7343775"/>
                <a:ext cx="19248" cy="200025"/>
              </a:xfrm>
              <a:prstGeom prst="rect">
                <a:avLst/>
              </a:prstGeom>
              <a:solidFill>
                <a:srgbClr val="D8E5EB"/>
              </a:solidFill>
              <a:ln w="0">
                <a:noFill/>
                <a:prstDash val="solid"/>
              </a:ln>
            </p:spPr>
          </p:sp>
          <p:sp>
            <p:nvSpPr>
              <p:cNvPr id="1701" name="four:barrier-filling:filled-output-cell-30:1425"/>
              <p:cNvSpPr>
                <a:spLocks noGrp="1"/>
              </p:cNvSpPr>
              <p:nvPr/>
            </p:nvSpPr>
            <p:spPr>
              <a:xfrm>
                <a:off x="16522303" y="7343775"/>
                <a:ext cx="19248" cy="200025"/>
              </a:xfrm>
              <a:prstGeom prst="rect">
                <a:avLst/>
              </a:prstGeom>
              <a:solidFill>
                <a:srgbClr val="DCE8ED"/>
              </a:solidFill>
              <a:ln w="0">
                <a:noFill/>
                <a:prstDash val="solid"/>
              </a:ln>
            </p:spPr>
          </p:sp>
          <p:sp>
            <p:nvSpPr>
              <p:cNvPr id="1702" name="four:barrier-filling:filled-output-cell-31:1426"/>
              <p:cNvSpPr>
                <a:spLocks noGrp="1"/>
              </p:cNvSpPr>
              <p:nvPr/>
            </p:nvSpPr>
            <p:spPr>
              <a:xfrm>
                <a:off x="16541552" y="7343775"/>
                <a:ext cx="19248" cy="200025"/>
              </a:xfrm>
              <a:prstGeom prst="rect">
                <a:avLst/>
              </a:prstGeom>
              <a:solidFill>
                <a:srgbClr val="DCE8ED"/>
              </a:solidFill>
              <a:ln w="0">
                <a:noFill/>
                <a:prstDash val="solid"/>
              </a:ln>
            </p:spPr>
          </p:sp>
          <p:sp>
            <p:nvSpPr>
              <p:cNvPr id="1703" name="four:barrier-filling:filled-output-cell-32:1427"/>
              <p:cNvSpPr>
                <a:spLocks noGrp="1"/>
              </p:cNvSpPr>
              <p:nvPr/>
            </p:nvSpPr>
            <p:spPr>
              <a:xfrm>
                <a:off x="16560800" y="7343775"/>
                <a:ext cx="19248" cy="200025"/>
              </a:xfrm>
              <a:prstGeom prst="rect">
                <a:avLst/>
              </a:prstGeom>
              <a:solidFill>
                <a:srgbClr val="DCE8ED"/>
              </a:solidFill>
              <a:ln w="0">
                <a:noFill/>
                <a:prstDash val="solid"/>
              </a:ln>
            </p:spPr>
          </p:sp>
          <p:sp>
            <p:nvSpPr>
              <p:cNvPr id="1704" name="four:barrier-filling:filled-output-cell-33:1428"/>
              <p:cNvSpPr>
                <a:spLocks noGrp="1"/>
              </p:cNvSpPr>
              <p:nvPr/>
            </p:nvSpPr>
            <p:spPr>
              <a:xfrm>
                <a:off x="16580048" y="7343775"/>
                <a:ext cx="19248" cy="200025"/>
              </a:xfrm>
              <a:prstGeom prst="rect">
                <a:avLst/>
              </a:prstGeom>
              <a:solidFill>
                <a:srgbClr val="DCE8ED"/>
              </a:solidFill>
              <a:ln w="0">
                <a:noFill/>
                <a:prstDash val="solid"/>
              </a:ln>
            </p:spPr>
          </p:sp>
          <p:sp>
            <p:nvSpPr>
              <p:cNvPr id="1705" name="four:barrier-filling:filled-output-cell-34:1429"/>
              <p:cNvSpPr>
                <a:spLocks noGrp="1"/>
              </p:cNvSpPr>
              <p:nvPr/>
            </p:nvSpPr>
            <p:spPr>
              <a:xfrm>
                <a:off x="16599297" y="7343775"/>
                <a:ext cx="19248" cy="200025"/>
              </a:xfrm>
              <a:prstGeom prst="rect">
                <a:avLst/>
              </a:prstGeom>
              <a:solidFill>
                <a:srgbClr val="DCE8ED"/>
              </a:solidFill>
              <a:ln w="0">
                <a:noFill/>
                <a:prstDash val="solid"/>
              </a:ln>
            </p:spPr>
          </p:sp>
          <p:sp>
            <p:nvSpPr>
              <p:cNvPr id="1706" name="four:barrier-filling:filled-output-cell-35:1430"/>
              <p:cNvSpPr>
                <a:spLocks noGrp="1"/>
              </p:cNvSpPr>
              <p:nvPr/>
            </p:nvSpPr>
            <p:spPr>
              <a:xfrm>
                <a:off x="16618545" y="7343775"/>
                <a:ext cx="19248" cy="200025"/>
              </a:xfrm>
              <a:prstGeom prst="rect">
                <a:avLst/>
              </a:prstGeom>
              <a:solidFill>
                <a:srgbClr val="DCE8ED"/>
              </a:solidFill>
              <a:ln w="0">
                <a:noFill/>
                <a:prstDash val="solid"/>
              </a:ln>
            </p:spPr>
          </p:sp>
          <p:sp>
            <p:nvSpPr>
              <p:cNvPr id="1707" name="four:barrier-filling:filled-output-cell-36:1431"/>
              <p:cNvSpPr>
                <a:spLocks noGrp="1"/>
              </p:cNvSpPr>
              <p:nvPr/>
            </p:nvSpPr>
            <p:spPr>
              <a:xfrm>
                <a:off x="16637794" y="7343775"/>
                <a:ext cx="19248" cy="200025"/>
              </a:xfrm>
              <a:prstGeom prst="rect">
                <a:avLst/>
              </a:prstGeom>
              <a:solidFill>
                <a:srgbClr val="DCE8ED"/>
              </a:solidFill>
              <a:ln w="0">
                <a:noFill/>
                <a:prstDash val="solid"/>
              </a:ln>
            </p:spPr>
          </p:sp>
          <p:sp>
            <p:nvSpPr>
              <p:cNvPr id="1708" name="four:barrier-filling:filled-output-cell-37:1432"/>
              <p:cNvSpPr>
                <a:spLocks noGrp="1"/>
              </p:cNvSpPr>
              <p:nvPr/>
            </p:nvSpPr>
            <p:spPr>
              <a:xfrm>
                <a:off x="16657042" y="7343775"/>
                <a:ext cx="19248" cy="200025"/>
              </a:xfrm>
              <a:prstGeom prst="rect">
                <a:avLst/>
              </a:prstGeom>
              <a:solidFill>
                <a:srgbClr val="DCE8ED"/>
              </a:solidFill>
              <a:ln w="0">
                <a:noFill/>
                <a:prstDash val="solid"/>
              </a:ln>
            </p:spPr>
          </p:sp>
          <p:sp>
            <p:nvSpPr>
              <p:cNvPr id="1709" name="four:barrier-filling:filled-output-cell-38:1433"/>
              <p:cNvSpPr>
                <a:spLocks noGrp="1"/>
              </p:cNvSpPr>
              <p:nvPr/>
            </p:nvSpPr>
            <p:spPr>
              <a:xfrm>
                <a:off x="16676291" y="7343775"/>
                <a:ext cx="19248" cy="200025"/>
              </a:xfrm>
              <a:prstGeom prst="rect">
                <a:avLst/>
              </a:prstGeom>
              <a:solidFill>
                <a:srgbClr val="DCE8ED"/>
              </a:solidFill>
              <a:ln w="0">
                <a:noFill/>
                <a:prstDash val="solid"/>
              </a:ln>
            </p:spPr>
          </p:sp>
          <p:sp>
            <p:nvSpPr>
              <p:cNvPr id="1710" name="four:barrier-filling:filled-output-cell-39:1434"/>
              <p:cNvSpPr>
                <a:spLocks noGrp="1"/>
              </p:cNvSpPr>
              <p:nvPr/>
            </p:nvSpPr>
            <p:spPr>
              <a:xfrm>
                <a:off x="16695539" y="7343775"/>
                <a:ext cx="19248" cy="200025"/>
              </a:xfrm>
              <a:prstGeom prst="rect">
                <a:avLst/>
              </a:prstGeom>
              <a:solidFill>
                <a:srgbClr val="DCE8ED"/>
              </a:solidFill>
              <a:ln w="0">
                <a:noFill/>
                <a:prstDash val="solid"/>
              </a:ln>
            </p:spPr>
          </p:sp>
          <p:sp>
            <p:nvSpPr>
              <p:cNvPr id="1711" name="four:barrier-filling:filled-output-cell-40:1435"/>
              <p:cNvSpPr>
                <a:spLocks noGrp="1"/>
              </p:cNvSpPr>
              <p:nvPr/>
            </p:nvSpPr>
            <p:spPr>
              <a:xfrm>
                <a:off x="16714788" y="7343775"/>
                <a:ext cx="19248" cy="200025"/>
              </a:xfrm>
              <a:prstGeom prst="rect">
                <a:avLst/>
              </a:prstGeom>
              <a:solidFill>
                <a:srgbClr val="DCE8ED"/>
              </a:solidFill>
              <a:ln w="0">
                <a:noFill/>
                <a:prstDash val="solid"/>
              </a:ln>
            </p:spPr>
          </p:sp>
          <p:sp>
            <p:nvSpPr>
              <p:cNvPr id="1712" name="four:barrier-filling:filled-output-cell-41:1436"/>
              <p:cNvSpPr>
                <a:spLocks noGrp="1"/>
              </p:cNvSpPr>
              <p:nvPr/>
            </p:nvSpPr>
            <p:spPr>
              <a:xfrm>
                <a:off x="16734036" y="7343775"/>
                <a:ext cx="19248" cy="200025"/>
              </a:xfrm>
              <a:prstGeom prst="rect">
                <a:avLst/>
              </a:prstGeom>
              <a:solidFill>
                <a:srgbClr val="DCE8ED"/>
              </a:solidFill>
              <a:ln w="0">
                <a:noFill/>
                <a:prstDash val="solid"/>
              </a:ln>
            </p:spPr>
          </p:sp>
          <p:sp>
            <p:nvSpPr>
              <p:cNvPr id="1713" name="four:barrier-filling:filled-output-cell-42:1437"/>
              <p:cNvSpPr>
                <a:spLocks noGrp="1"/>
              </p:cNvSpPr>
              <p:nvPr/>
            </p:nvSpPr>
            <p:spPr>
              <a:xfrm>
                <a:off x="16753284" y="7343775"/>
                <a:ext cx="19248" cy="200025"/>
              </a:xfrm>
              <a:prstGeom prst="rect">
                <a:avLst/>
              </a:prstGeom>
              <a:solidFill>
                <a:srgbClr val="DCE8ED"/>
              </a:solidFill>
              <a:ln w="0">
                <a:noFill/>
                <a:prstDash val="solid"/>
              </a:ln>
            </p:spPr>
          </p:sp>
          <p:sp>
            <p:nvSpPr>
              <p:cNvPr id="1714" name="four:barrier-filling:filled-output-cell-43:1438"/>
              <p:cNvSpPr>
                <a:spLocks noGrp="1"/>
              </p:cNvSpPr>
              <p:nvPr/>
            </p:nvSpPr>
            <p:spPr>
              <a:xfrm>
                <a:off x="16772533" y="7343775"/>
                <a:ext cx="19248" cy="200025"/>
              </a:xfrm>
              <a:prstGeom prst="rect">
                <a:avLst/>
              </a:prstGeom>
              <a:solidFill>
                <a:srgbClr val="DCE8ED"/>
              </a:solidFill>
              <a:ln w="0">
                <a:noFill/>
                <a:prstDash val="solid"/>
              </a:ln>
            </p:spPr>
          </p:sp>
          <p:sp>
            <p:nvSpPr>
              <p:cNvPr id="1715" name="four:barrier-filling:filled-output-cell-44:1439"/>
              <p:cNvSpPr>
                <a:spLocks noGrp="1"/>
              </p:cNvSpPr>
              <p:nvPr/>
            </p:nvSpPr>
            <p:spPr>
              <a:xfrm>
                <a:off x="16791781" y="7343775"/>
                <a:ext cx="19248" cy="200025"/>
              </a:xfrm>
              <a:prstGeom prst="rect">
                <a:avLst/>
              </a:prstGeom>
              <a:solidFill>
                <a:srgbClr val="DCE8ED"/>
              </a:solidFill>
              <a:ln w="0">
                <a:noFill/>
                <a:prstDash val="solid"/>
              </a:ln>
            </p:spPr>
          </p:sp>
          <p:sp>
            <p:nvSpPr>
              <p:cNvPr id="1716" name="four:barrier-filling:filled-output-cell-45:1440"/>
              <p:cNvSpPr>
                <a:spLocks noGrp="1"/>
              </p:cNvSpPr>
              <p:nvPr/>
            </p:nvSpPr>
            <p:spPr>
              <a:xfrm>
                <a:off x="16811030" y="7343775"/>
                <a:ext cx="19248" cy="200025"/>
              </a:xfrm>
              <a:prstGeom prst="rect">
                <a:avLst/>
              </a:prstGeom>
              <a:solidFill>
                <a:srgbClr val="DCE8ED"/>
              </a:solidFill>
              <a:ln w="0">
                <a:noFill/>
                <a:prstDash val="solid"/>
              </a:ln>
            </p:spPr>
          </p:sp>
          <p:sp>
            <p:nvSpPr>
              <p:cNvPr id="1717" name="four:barrier-filling:filled-output-cell-46:1441"/>
              <p:cNvSpPr>
                <a:spLocks noGrp="1"/>
              </p:cNvSpPr>
              <p:nvPr/>
            </p:nvSpPr>
            <p:spPr>
              <a:xfrm>
                <a:off x="16830278" y="7343775"/>
                <a:ext cx="19248" cy="200025"/>
              </a:xfrm>
              <a:prstGeom prst="rect">
                <a:avLst/>
              </a:prstGeom>
              <a:solidFill>
                <a:srgbClr val="DCE8ED"/>
              </a:solidFill>
              <a:ln w="0">
                <a:noFill/>
                <a:prstDash val="solid"/>
              </a:ln>
            </p:spPr>
          </p:sp>
          <p:sp>
            <p:nvSpPr>
              <p:cNvPr id="1718" name="four:barrier-filling:filled-output-cell-47:1442"/>
              <p:cNvSpPr>
                <a:spLocks noGrp="1"/>
              </p:cNvSpPr>
              <p:nvPr/>
            </p:nvSpPr>
            <p:spPr>
              <a:xfrm>
                <a:off x="16849527" y="7343775"/>
                <a:ext cx="19248" cy="200025"/>
              </a:xfrm>
              <a:prstGeom prst="rect">
                <a:avLst/>
              </a:prstGeom>
              <a:solidFill>
                <a:srgbClr val="DCE8ED"/>
              </a:solidFill>
              <a:ln w="0">
                <a:noFill/>
                <a:prstDash val="solid"/>
              </a:ln>
            </p:spPr>
          </p:sp>
          <p:sp>
            <p:nvSpPr>
              <p:cNvPr id="1719" name="four:barrier-filling:filled-output-cell-48:1443"/>
              <p:cNvSpPr>
                <a:spLocks noGrp="1"/>
              </p:cNvSpPr>
              <p:nvPr/>
            </p:nvSpPr>
            <p:spPr>
              <a:xfrm>
                <a:off x="16868775" y="7343775"/>
                <a:ext cx="19248" cy="200025"/>
              </a:xfrm>
              <a:prstGeom prst="rect">
                <a:avLst/>
              </a:prstGeom>
              <a:solidFill>
                <a:srgbClr val="DCE8ED"/>
              </a:solidFill>
              <a:ln w="0">
                <a:noFill/>
                <a:prstDash val="solid"/>
              </a:ln>
            </p:spPr>
          </p:sp>
          <p:sp>
            <p:nvSpPr>
              <p:cNvPr id="1720" name="four:barrier-filling:filled-output-cell-49:1444"/>
              <p:cNvSpPr>
                <a:spLocks noGrp="1"/>
              </p:cNvSpPr>
              <p:nvPr/>
            </p:nvSpPr>
            <p:spPr>
              <a:xfrm>
                <a:off x="16888023" y="7343775"/>
                <a:ext cx="19248" cy="200025"/>
              </a:xfrm>
              <a:prstGeom prst="rect">
                <a:avLst/>
              </a:prstGeom>
              <a:solidFill>
                <a:srgbClr val="DCE8ED"/>
              </a:solidFill>
              <a:ln w="0">
                <a:noFill/>
                <a:prstDash val="solid"/>
              </a:ln>
            </p:spPr>
          </p:sp>
          <p:sp>
            <p:nvSpPr>
              <p:cNvPr id="1721" name="four:barrier-filling:filled-output-cell-50:1445"/>
              <p:cNvSpPr>
                <a:spLocks noGrp="1"/>
              </p:cNvSpPr>
              <p:nvPr/>
            </p:nvSpPr>
            <p:spPr>
              <a:xfrm>
                <a:off x="16907272" y="7343775"/>
                <a:ext cx="19248" cy="200025"/>
              </a:xfrm>
              <a:prstGeom prst="rect">
                <a:avLst/>
              </a:prstGeom>
              <a:solidFill>
                <a:srgbClr val="DCE8ED"/>
              </a:solidFill>
              <a:ln w="0">
                <a:noFill/>
                <a:prstDash val="solid"/>
              </a:ln>
            </p:spPr>
          </p:sp>
          <p:sp>
            <p:nvSpPr>
              <p:cNvPr id="1722" name="four:barrier-filling:filled-output-cell-51:1446"/>
              <p:cNvSpPr>
                <a:spLocks noGrp="1"/>
              </p:cNvSpPr>
              <p:nvPr/>
            </p:nvSpPr>
            <p:spPr>
              <a:xfrm>
                <a:off x="16926520" y="7343775"/>
                <a:ext cx="19248" cy="200025"/>
              </a:xfrm>
              <a:prstGeom prst="rect">
                <a:avLst/>
              </a:prstGeom>
              <a:solidFill>
                <a:srgbClr val="DCE8ED"/>
              </a:solidFill>
              <a:ln w="0">
                <a:noFill/>
                <a:prstDash val="solid"/>
              </a:ln>
            </p:spPr>
          </p:sp>
          <p:sp>
            <p:nvSpPr>
              <p:cNvPr id="1723" name="four:barrier-filling:filled-output-cell-52:1447"/>
              <p:cNvSpPr>
                <a:spLocks noGrp="1"/>
              </p:cNvSpPr>
              <p:nvPr/>
            </p:nvSpPr>
            <p:spPr>
              <a:xfrm>
                <a:off x="16945769" y="7343775"/>
                <a:ext cx="19248" cy="200025"/>
              </a:xfrm>
              <a:prstGeom prst="rect">
                <a:avLst/>
              </a:prstGeom>
              <a:solidFill>
                <a:srgbClr val="DCE8ED"/>
              </a:solidFill>
              <a:ln w="0">
                <a:noFill/>
                <a:prstDash val="solid"/>
              </a:ln>
            </p:spPr>
          </p:sp>
          <p:sp>
            <p:nvSpPr>
              <p:cNvPr id="1724" name="four:barrier-filling:filled-output-cell-53:1448"/>
              <p:cNvSpPr>
                <a:spLocks noGrp="1"/>
              </p:cNvSpPr>
              <p:nvPr/>
            </p:nvSpPr>
            <p:spPr>
              <a:xfrm>
                <a:off x="16965017" y="7343775"/>
                <a:ext cx="19248" cy="200025"/>
              </a:xfrm>
              <a:prstGeom prst="rect">
                <a:avLst/>
              </a:prstGeom>
              <a:solidFill>
                <a:srgbClr val="DCE8ED"/>
              </a:solidFill>
              <a:ln w="0">
                <a:noFill/>
                <a:prstDash val="solid"/>
              </a:ln>
            </p:spPr>
          </p:sp>
          <p:sp>
            <p:nvSpPr>
              <p:cNvPr id="1725" name="four:barrier-filling:filled-output-cell-54:1449"/>
              <p:cNvSpPr>
                <a:spLocks noGrp="1"/>
              </p:cNvSpPr>
              <p:nvPr/>
            </p:nvSpPr>
            <p:spPr>
              <a:xfrm>
                <a:off x="16984266" y="7343775"/>
                <a:ext cx="19248" cy="200025"/>
              </a:xfrm>
              <a:prstGeom prst="rect">
                <a:avLst/>
              </a:prstGeom>
              <a:solidFill>
                <a:srgbClr val="DCE8ED"/>
              </a:solidFill>
              <a:ln w="0">
                <a:noFill/>
                <a:prstDash val="solid"/>
              </a:ln>
            </p:spPr>
          </p:sp>
          <p:sp>
            <p:nvSpPr>
              <p:cNvPr id="1726" name="four:barrier-filling:filled-output-cell-55:1450"/>
              <p:cNvSpPr>
                <a:spLocks noGrp="1"/>
              </p:cNvSpPr>
              <p:nvPr/>
            </p:nvSpPr>
            <p:spPr>
              <a:xfrm>
                <a:off x="17003514" y="7343775"/>
                <a:ext cx="19248" cy="200025"/>
              </a:xfrm>
              <a:prstGeom prst="rect">
                <a:avLst/>
              </a:prstGeom>
              <a:solidFill>
                <a:srgbClr val="DCE8ED"/>
              </a:solidFill>
              <a:ln w="0">
                <a:noFill/>
                <a:prstDash val="solid"/>
              </a:ln>
            </p:spPr>
          </p:sp>
          <p:sp>
            <p:nvSpPr>
              <p:cNvPr id="1727" name="four:barrier-filling:filled-output-cell-56:1451"/>
              <p:cNvSpPr>
                <a:spLocks noGrp="1"/>
              </p:cNvSpPr>
              <p:nvPr/>
            </p:nvSpPr>
            <p:spPr>
              <a:xfrm>
                <a:off x="17022763" y="7343775"/>
                <a:ext cx="19248" cy="200025"/>
              </a:xfrm>
              <a:prstGeom prst="rect">
                <a:avLst/>
              </a:prstGeom>
              <a:solidFill>
                <a:srgbClr val="DBE8EC"/>
              </a:solidFill>
              <a:ln w="0">
                <a:noFill/>
                <a:prstDash val="solid"/>
              </a:ln>
            </p:spPr>
          </p:sp>
          <p:sp>
            <p:nvSpPr>
              <p:cNvPr id="1728" name="four:barrier-filling:filled-output-cell-57:1452"/>
              <p:cNvSpPr>
                <a:spLocks noGrp="1"/>
              </p:cNvSpPr>
              <p:nvPr/>
            </p:nvSpPr>
            <p:spPr>
              <a:xfrm>
                <a:off x="17042011" y="7343775"/>
                <a:ext cx="19248" cy="200025"/>
              </a:xfrm>
              <a:prstGeom prst="rect">
                <a:avLst/>
              </a:prstGeom>
              <a:solidFill>
                <a:srgbClr val="D3E3E5"/>
              </a:solidFill>
              <a:ln w="0">
                <a:noFill/>
                <a:prstDash val="solid"/>
              </a:ln>
            </p:spPr>
          </p:sp>
          <p:sp>
            <p:nvSpPr>
              <p:cNvPr id="1729" name="four:barrier-filling:filled-output-cell-58:1453"/>
              <p:cNvSpPr>
                <a:spLocks noGrp="1"/>
              </p:cNvSpPr>
              <p:nvPr/>
            </p:nvSpPr>
            <p:spPr>
              <a:xfrm>
                <a:off x="17061259" y="7343775"/>
                <a:ext cx="19248" cy="200025"/>
              </a:xfrm>
              <a:prstGeom prst="rect">
                <a:avLst/>
              </a:prstGeom>
              <a:solidFill>
                <a:srgbClr val="DAC9B8"/>
              </a:solidFill>
              <a:ln w="0">
                <a:noFill/>
                <a:prstDash val="solid"/>
              </a:ln>
            </p:spPr>
          </p:sp>
          <p:sp>
            <p:nvSpPr>
              <p:cNvPr id="1730" name="four:barrier-filling:filled-output-cell-59:1454"/>
              <p:cNvSpPr>
                <a:spLocks noGrp="1"/>
              </p:cNvSpPr>
              <p:nvPr/>
            </p:nvSpPr>
            <p:spPr>
              <a:xfrm>
                <a:off x="17080508" y="7343775"/>
                <a:ext cx="19248" cy="200025"/>
              </a:xfrm>
              <a:prstGeom prst="rect">
                <a:avLst/>
              </a:prstGeom>
              <a:solidFill>
                <a:srgbClr val="D9B08D"/>
              </a:solidFill>
              <a:ln w="0">
                <a:noFill/>
                <a:prstDash val="solid"/>
              </a:ln>
            </p:spPr>
          </p:sp>
          <p:sp>
            <p:nvSpPr>
              <p:cNvPr id="1731" name="four:barrier-filling:filled-output-cell-60:1455"/>
              <p:cNvSpPr>
                <a:spLocks noGrp="1"/>
              </p:cNvSpPr>
              <p:nvPr/>
            </p:nvSpPr>
            <p:spPr>
              <a:xfrm>
                <a:off x="17099756" y="7343775"/>
                <a:ext cx="19248" cy="200025"/>
              </a:xfrm>
              <a:prstGeom prst="rect">
                <a:avLst/>
              </a:prstGeom>
              <a:solidFill>
                <a:srgbClr val="D89660"/>
              </a:solidFill>
              <a:ln w="0">
                <a:noFill/>
                <a:prstDash val="solid"/>
              </a:ln>
            </p:spPr>
          </p:sp>
          <p:sp>
            <p:nvSpPr>
              <p:cNvPr id="1732" name="four:barrier-filling:filled-output-cell-61:1456"/>
              <p:cNvSpPr>
                <a:spLocks noGrp="1"/>
              </p:cNvSpPr>
              <p:nvPr/>
            </p:nvSpPr>
            <p:spPr>
              <a:xfrm>
                <a:off x="17119005" y="7343775"/>
                <a:ext cx="19248" cy="200025"/>
              </a:xfrm>
              <a:prstGeom prst="rect">
                <a:avLst/>
              </a:prstGeom>
              <a:solidFill>
                <a:srgbClr val="D77D35"/>
              </a:solidFill>
              <a:ln w="0">
                <a:noFill/>
                <a:prstDash val="solid"/>
              </a:ln>
            </p:spPr>
          </p:sp>
          <p:sp>
            <p:nvSpPr>
              <p:cNvPr id="1733" name="four:barrier-filling:filled-output-cell-62:1457"/>
              <p:cNvSpPr>
                <a:spLocks noGrp="1"/>
              </p:cNvSpPr>
              <p:nvPr/>
            </p:nvSpPr>
            <p:spPr>
              <a:xfrm>
                <a:off x="17138253" y="7343775"/>
                <a:ext cx="19248" cy="200025"/>
              </a:xfrm>
              <a:prstGeom prst="rect">
                <a:avLst/>
              </a:prstGeom>
              <a:solidFill>
                <a:srgbClr val="D66913"/>
              </a:solidFill>
              <a:ln w="0">
                <a:noFill/>
                <a:prstDash val="solid"/>
              </a:ln>
            </p:spPr>
          </p:sp>
          <p:sp>
            <p:nvSpPr>
              <p:cNvPr id="1734" name="four:barrier-filling:filled-output-cell-63:1458"/>
              <p:cNvSpPr>
                <a:spLocks noGrp="1"/>
              </p:cNvSpPr>
              <p:nvPr/>
            </p:nvSpPr>
            <p:spPr>
              <a:xfrm>
                <a:off x="17157502" y="7343775"/>
                <a:ext cx="19248" cy="200025"/>
              </a:xfrm>
              <a:prstGeom prst="rect">
                <a:avLst/>
              </a:prstGeom>
              <a:solidFill>
                <a:srgbClr val="D55F02"/>
              </a:solidFill>
              <a:ln w="0">
                <a:noFill/>
                <a:prstDash val="solid"/>
              </a:ln>
            </p:spPr>
          </p:sp>
          <p:sp>
            <p:nvSpPr>
              <p:cNvPr id="1735" name="four:barrier-filling:filled-output-cell-64:1459"/>
              <p:cNvSpPr>
                <a:spLocks noGrp="1"/>
              </p:cNvSpPr>
              <p:nvPr/>
            </p:nvSpPr>
            <p:spPr>
              <a:xfrm>
                <a:off x="17176750" y="7343775"/>
                <a:ext cx="19248" cy="200025"/>
              </a:xfrm>
              <a:prstGeom prst="rect">
                <a:avLst/>
              </a:prstGeom>
              <a:solidFill>
                <a:srgbClr val="D55E00"/>
              </a:solidFill>
              <a:ln w="0">
                <a:noFill/>
                <a:prstDash val="solid"/>
              </a:ln>
            </p:spPr>
          </p:sp>
          <p:sp>
            <p:nvSpPr>
              <p:cNvPr id="1736" name="four:barrier-filling:filled-output-cell-65:1460"/>
              <p:cNvSpPr>
                <a:spLocks noGrp="1"/>
              </p:cNvSpPr>
              <p:nvPr/>
            </p:nvSpPr>
            <p:spPr>
              <a:xfrm>
                <a:off x="17195998" y="7343775"/>
                <a:ext cx="19248" cy="200025"/>
              </a:xfrm>
              <a:prstGeom prst="rect">
                <a:avLst/>
              </a:prstGeom>
              <a:solidFill>
                <a:srgbClr val="D55E00"/>
              </a:solidFill>
              <a:ln w="0">
                <a:noFill/>
                <a:prstDash val="solid"/>
              </a:ln>
            </p:spPr>
          </p:sp>
          <p:sp>
            <p:nvSpPr>
              <p:cNvPr id="1737" name="four:barrier-filling:filled-output-cell-66:1461"/>
              <p:cNvSpPr>
                <a:spLocks noGrp="1"/>
              </p:cNvSpPr>
              <p:nvPr/>
            </p:nvSpPr>
            <p:spPr>
              <a:xfrm>
                <a:off x="17215247" y="7343775"/>
                <a:ext cx="19248" cy="200025"/>
              </a:xfrm>
              <a:prstGeom prst="rect">
                <a:avLst/>
              </a:prstGeom>
              <a:solidFill>
                <a:srgbClr val="D55E00"/>
              </a:solidFill>
              <a:ln w="0">
                <a:noFill/>
                <a:prstDash val="solid"/>
              </a:ln>
            </p:spPr>
          </p:sp>
          <p:sp>
            <p:nvSpPr>
              <p:cNvPr id="1738" name="four:barrier-filling:filled-output-cell-67:1462"/>
              <p:cNvSpPr>
                <a:spLocks noGrp="1"/>
              </p:cNvSpPr>
              <p:nvPr/>
            </p:nvSpPr>
            <p:spPr>
              <a:xfrm>
                <a:off x="17234495" y="7343775"/>
                <a:ext cx="19248" cy="200025"/>
              </a:xfrm>
              <a:prstGeom prst="rect">
                <a:avLst/>
              </a:prstGeom>
              <a:solidFill>
                <a:srgbClr val="D55E00"/>
              </a:solidFill>
              <a:ln w="0">
                <a:noFill/>
                <a:prstDash val="solid"/>
              </a:ln>
            </p:spPr>
          </p:sp>
          <p:sp>
            <p:nvSpPr>
              <p:cNvPr id="1739" name="four:barrier-filling:filled-output-cell-68:1463"/>
              <p:cNvSpPr>
                <a:spLocks noGrp="1"/>
              </p:cNvSpPr>
              <p:nvPr/>
            </p:nvSpPr>
            <p:spPr>
              <a:xfrm>
                <a:off x="17253744" y="7343775"/>
                <a:ext cx="19248" cy="200025"/>
              </a:xfrm>
              <a:prstGeom prst="rect">
                <a:avLst/>
              </a:prstGeom>
              <a:solidFill>
                <a:srgbClr val="D55E00"/>
              </a:solidFill>
              <a:ln w="0">
                <a:noFill/>
                <a:prstDash val="solid"/>
              </a:ln>
            </p:spPr>
          </p:sp>
          <p:sp>
            <p:nvSpPr>
              <p:cNvPr id="1740" name="four:barrier-filling:filled-output-cell-69:1464"/>
              <p:cNvSpPr>
                <a:spLocks noGrp="1"/>
              </p:cNvSpPr>
              <p:nvPr/>
            </p:nvSpPr>
            <p:spPr>
              <a:xfrm>
                <a:off x="17272992" y="7343775"/>
                <a:ext cx="19248" cy="200025"/>
              </a:xfrm>
              <a:prstGeom prst="rect">
                <a:avLst/>
              </a:prstGeom>
              <a:solidFill>
                <a:srgbClr val="D55E00"/>
              </a:solidFill>
              <a:ln w="0">
                <a:noFill/>
                <a:prstDash val="solid"/>
              </a:ln>
            </p:spPr>
          </p:sp>
          <p:sp>
            <p:nvSpPr>
              <p:cNvPr id="1741" name="four:barrier-filling:filled-output-cell-70:1465"/>
              <p:cNvSpPr>
                <a:spLocks noGrp="1"/>
              </p:cNvSpPr>
              <p:nvPr/>
            </p:nvSpPr>
            <p:spPr>
              <a:xfrm>
                <a:off x="17292241" y="7343775"/>
                <a:ext cx="19248" cy="200025"/>
              </a:xfrm>
              <a:prstGeom prst="rect">
                <a:avLst/>
              </a:prstGeom>
              <a:solidFill>
                <a:srgbClr val="D55E00"/>
              </a:solidFill>
              <a:ln w="0">
                <a:noFill/>
                <a:prstDash val="solid"/>
              </a:ln>
            </p:spPr>
          </p:sp>
          <p:sp>
            <p:nvSpPr>
              <p:cNvPr id="1742" name="four:barrier-filling:filled-output-cell-71:1466"/>
              <p:cNvSpPr>
                <a:spLocks noGrp="1"/>
              </p:cNvSpPr>
              <p:nvPr/>
            </p:nvSpPr>
            <p:spPr>
              <a:xfrm>
                <a:off x="17311489" y="7343775"/>
                <a:ext cx="19248" cy="200025"/>
              </a:xfrm>
              <a:prstGeom prst="rect">
                <a:avLst/>
              </a:prstGeom>
              <a:solidFill>
                <a:srgbClr val="D55E00"/>
              </a:solidFill>
              <a:ln w="0">
                <a:noFill/>
                <a:prstDash val="solid"/>
              </a:ln>
            </p:spPr>
          </p:sp>
          <p:sp>
            <p:nvSpPr>
              <p:cNvPr id="1743" name="four:barrier-filling:filled-output-cell-72:1467"/>
              <p:cNvSpPr>
                <a:spLocks noGrp="1"/>
              </p:cNvSpPr>
              <p:nvPr/>
            </p:nvSpPr>
            <p:spPr>
              <a:xfrm>
                <a:off x="17330738" y="7343775"/>
                <a:ext cx="19248" cy="200025"/>
              </a:xfrm>
              <a:prstGeom prst="rect">
                <a:avLst/>
              </a:prstGeom>
              <a:solidFill>
                <a:srgbClr val="D55E00"/>
              </a:solidFill>
              <a:ln w="0">
                <a:noFill/>
                <a:prstDash val="solid"/>
              </a:ln>
            </p:spPr>
          </p:sp>
          <p:sp>
            <p:nvSpPr>
              <p:cNvPr id="1744" name="four:barrier-filling:filled-output-cell-73:1468"/>
              <p:cNvSpPr>
                <a:spLocks noGrp="1"/>
              </p:cNvSpPr>
              <p:nvPr/>
            </p:nvSpPr>
            <p:spPr>
              <a:xfrm>
                <a:off x="17349986" y="7343775"/>
                <a:ext cx="19248" cy="200025"/>
              </a:xfrm>
              <a:prstGeom prst="rect">
                <a:avLst/>
              </a:prstGeom>
              <a:solidFill>
                <a:srgbClr val="D55E00"/>
              </a:solidFill>
              <a:ln w="0">
                <a:noFill/>
                <a:prstDash val="solid"/>
              </a:ln>
            </p:spPr>
          </p:sp>
          <p:sp>
            <p:nvSpPr>
              <p:cNvPr id="1745" name="four:barrier-filling:filled-output-cell-74:1469"/>
              <p:cNvSpPr>
                <a:spLocks noGrp="1"/>
              </p:cNvSpPr>
              <p:nvPr/>
            </p:nvSpPr>
            <p:spPr>
              <a:xfrm>
                <a:off x="17369234" y="7343775"/>
                <a:ext cx="19248" cy="200025"/>
              </a:xfrm>
              <a:prstGeom prst="rect">
                <a:avLst/>
              </a:prstGeom>
              <a:solidFill>
                <a:srgbClr val="D55E00"/>
              </a:solidFill>
              <a:ln w="0">
                <a:noFill/>
                <a:prstDash val="solid"/>
              </a:ln>
            </p:spPr>
          </p:sp>
          <p:sp>
            <p:nvSpPr>
              <p:cNvPr id="1746" name="four:barrier-filling:filled-output-cell-75:1470"/>
              <p:cNvSpPr>
                <a:spLocks noGrp="1"/>
              </p:cNvSpPr>
              <p:nvPr/>
            </p:nvSpPr>
            <p:spPr>
              <a:xfrm>
                <a:off x="17388483" y="7343775"/>
                <a:ext cx="19248" cy="200025"/>
              </a:xfrm>
              <a:prstGeom prst="rect">
                <a:avLst/>
              </a:prstGeom>
              <a:solidFill>
                <a:srgbClr val="D55E00"/>
              </a:solidFill>
              <a:ln w="0">
                <a:noFill/>
                <a:prstDash val="solid"/>
              </a:ln>
            </p:spPr>
          </p:sp>
          <p:sp>
            <p:nvSpPr>
              <p:cNvPr id="1747" name="four:barrier-filling:filled-output-cell-76:1471"/>
              <p:cNvSpPr>
                <a:spLocks noGrp="1"/>
              </p:cNvSpPr>
              <p:nvPr/>
            </p:nvSpPr>
            <p:spPr>
              <a:xfrm>
                <a:off x="17407731" y="7343775"/>
                <a:ext cx="19248" cy="200025"/>
              </a:xfrm>
              <a:prstGeom prst="rect">
                <a:avLst/>
              </a:prstGeom>
              <a:solidFill>
                <a:srgbClr val="D5640A"/>
              </a:solidFill>
              <a:ln w="0">
                <a:noFill/>
                <a:prstDash val="solid"/>
              </a:ln>
            </p:spPr>
          </p:sp>
          <p:sp>
            <p:nvSpPr>
              <p:cNvPr id="1748" name="four:barrier-filling:filled-output-cell-77:1472"/>
              <p:cNvSpPr>
                <a:spLocks noGrp="1"/>
              </p:cNvSpPr>
              <p:nvPr/>
            </p:nvSpPr>
            <p:spPr>
              <a:xfrm>
                <a:off x="17426980" y="7343775"/>
                <a:ext cx="19248" cy="200025"/>
              </a:xfrm>
              <a:prstGeom prst="rect">
                <a:avLst/>
              </a:prstGeom>
              <a:solidFill>
                <a:srgbClr val="D67120"/>
              </a:solidFill>
              <a:ln w="0">
                <a:noFill/>
                <a:prstDash val="solid"/>
              </a:ln>
            </p:spPr>
          </p:sp>
          <p:sp>
            <p:nvSpPr>
              <p:cNvPr id="1749" name="four:barrier-filling:filled-output-cell-78:1473"/>
              <p:cNvSpPr>
                <a:spLocks noGrp="1"/>
              </p:cNvSpPr>
              <p:nvPr/>
            </p:nvSpPr>
            <p:spPr>
              <a:xfrm>
                <a:off x="17446228" y="7343775"/>
                <a:ext cx="19248" cy="200025"/>
              </a:xfrm>
              <a:prstGeom prst="rect">
                <a:avLst/>
              </a:prstGeom>
              <a:solidFill>
                <a:srgbClr val="D7813D"/>
              </a:solidFill>
              <a:ln w="0">
                <a:noFill/>
                <a:prstDash val="solid"/>
              </a:ln>
            </p:spPr>
          </p:sp>
          <p:sp>
            <p:nvSpPr>
              <p:cNvPr id="1750" name="four:barrier-filling:filled-output-cell-79:1474"/>
              <p:cNvSpPr>
                <a:spLocks noGrp="1"/>
              </p:cNvSpPr>
              <p:nvPr/>
            </p:nvSpPr>
            <p:spPr>
              <a:xfrm>
                <a:off x="17465477" y="7343775"/>
                <a:ext cx="19248" cy="200025"/>
              </a:xfrm>
              <a:prstGeom prst="rect">
                <a:avLst/>
              </a:prstGeom>
              <a:solidFill>
                <a:srgbClr val="A1B0B5"/>
              </a:solidFill>
              <a:ln w="0">
                <a:noFill/>
                <a:prstDash val="solid"/>
              </a:ln>
            </p:spPr>
          </p:sp>
          <p:sp>
            <p:nvSpPr>
              <p:cNvPr id="1751" name="four:barrier-filling:filled-output-cell-80:1475"/>
              <p:cNvSpPr>
                <a:spLocks noGrp="1"/>
              </p:cNvSpPr>
              <p:nvPr/>
            </p:nvSpPr>
            <p:spPr>
              <a:xfrm>
                <a:off x="17484725" y="7343775"/>
                <a:ext cx="19248" cy="200025"/>
              </a:xfrm>
              <a:prstGeom prst="rect">
                <a:avLst/>
              </a:prstGeom>
              <a:solidFill>
                <a:srgbClr val="5CBDA6"/>
              </a:solidFill>
              <a:ln w="0">
                <a:noFill/>
                <a:prstDash val="solid"/>
              </a:ln>
            </p:spPr>
          </p:sp>
          <p:sp>
            <p:nvSpPr>
              <p:cNvPr id="1752" name="four:barrier-filling:filled-output-cell-81:1476"/>
              <p:cNvSpPr>
                <a:spLocks noGrp="1"/>
              </p:cNvSpPr>
              <p:nvPr/>
            </p:nvSpPr>
            <p:spPr>
              <a:xfrm>
                <a:off x="17503973" y="7343775"/>
                <a:ext cx="19248" cy="200025"/>
              </a:xfrm>
              <a:prstGeom prst="rect">
                <a:avLst/>
              </a:prstGeom>
              <a:solidFill>
                <a:srgbClr val="72C4B2"/>
              </a:solidFill>
              <a:ln w="0">
                <a:noFill/>
                <a:prstDash val="solid"/>
              </a:ln>
            </p:spPr>
          </p:sp>
          <p:sp>
            <p:nvSpPr>
              <p:cNvPr id="1753" name="four:barrier-filling:filled-output-cell-82:1477"/>
              <p:cNvSpPr>
                <a:spLocks noGrp="1"/>
              </p:cNvSpPr>
              <p:nvPr/>
            </p:nvSpPr>
            <p:spPr>
              <a:xfrm>
                <a:off x="17523222" y="7343775"/>
                <a:ext cx="19248" cy="200025"/>
              </a:xfrm>
              <a:prstGeom prst="rect">
                <a:avLst/>
              </a:prstGeom>
              <a:solidFill>
                <a:srgbClr val="7FC9BA"/>
              </a:solidFill>
              <a:ln w="0">
                <a:noFill/>
                <a:prstDash val="solid"/>
              </a:ln>
            </p:spPr>
          </p:sp>
          <p:sp>
            <p:nvSpPr>
              <p:cNvPr id="1754" name="four:barrier-filling:filled-output-cell-83:1478"/>
              <p:cNvSpPr>
                <a:spLocks noGrp="1"/>
              </p:cNvSpPr>
              <p:nvPr/>
            </p:nvSpPr>
            <p:spPr>
              <a:xfrm>
                <a:off x="17542470" y="7343775"/>
                <a:ext cx="19248" cy="200025"/>
              </a:xfrm>
              <a:prstGeom prst="rect">
                <a:avLst/>
              </a:prstGeom>
              <a:solidFill>
                <a:srgbClr val="81C9BA"/>
              </a:solidFill>
              <a:ln w="0">
                <a:noFill/>
                <a:prstDash val="solid"/>
              </a:ln>
            </p:spPr>
          </p:sp>
          <p:sp>
            <p:nvSpPr>
              <p:cNvPr id="1755" name="four:barrier-filling:filled-output-cell-84:1479"/>
              <p:cNvSpPr>
                <a:spLocks noGrp="1"/>
              </p:cNvSpPr>
              <p:nvPr/>
            </p:nvSpPr>
            <p:spPr>
              <a:xfrm>
                <a:off x="17561719" y="7343775"/>
                <a:ext cx="19248" cy="200025"/>
              </a:xfrm>
              <a:prstGeom prst="rect">
                <a:avLst/>
              </a:prstGeom>
              <a:solidFill>
                <a:srgbClr val="81C9BA"/>
              </a:solidFill>
              <a:ln w="0">
                <a:noFill/>
                <a:prstDash val="solid"/>
              </a:ln>
            </p:spPr>
          </p:sp>
          <p:sp>
            <p:nvSpPr>
              <p:cNvPr id="1756" name="four:barrier-filling:filled-output-cell-85:1480"/>
              <p:cNvSpPr>
                <a:spLocks noGrp="1"/>
              </p:cNvSpPr>
              <p:nvPr/>
            </p:nvSpPr>
            <p:spPr>
              <a:xfrm>
                <a:off x="17580967" y="7343775"/>
                <a:ext cx="19248" cy="200025"/>
              </a:xfrm>
              <a:prstGeom prst="rect">
                <a:avLst/>
              </a:prstGeom>
              <a:solidFill>
                <a:srgbClr val="81C9BA"/>
              </a:solidFill>
              <a:ln w="0">
                <a:noFill/>
                <a:prstDash val="solid"/>
              </a:ln>
            </p:spPr>
          </p:sp>
          <p:sp>
            <p:nvSpPr>
              <p:cNvPr id="1757" name="four:barrier-filling:filled-output-cell-86:1481"/>
              <p:cNvSpPr>
                <a:spLocks noGrp="1"/>
              </p:cNvSpPr>
              <p:nvPr/>
            </p:nvSpPr>
            <p:spPr>
              <a:xfrm>
                <a:off x="17600216" y="7343775"/>
                <a:ext cx="19248" cy="200025"/>
              </a:xfrm>
              <a:prstGeom prst="rect">
                <a:avLst/>
              </a:prstGeom>
              <a:solidFill>
                <a:srgbClr val="81C9BA"/>
              </a:solidFill>
              <a:ln w="0">
                <a:noFill/>
                <a:prstDash val="solid"/>
              </a:ln>
            </p:spPr>
          </p:sp>
          <p:sp>
            <p:nvSpPr>
              <p:cNvPr id="1758" name="four:barrier-filling:filled-output-cell-87:1482"/>
              <p:cNvSpPr>
                <a:spLocks noGrp="1"/>
              </p:cNvSpPr>
              <p:nvPr/>
            </p:nvSpPr>
            <p:spPr>
              <a:xfrm>
                <a:off x="17619464" y="7343775"/>
                <a:ext cx="19248" cy="200025"/>
              </a:xfrm>
              <a:prstGeom prst="rect">
                <a:avLst/>
              </a:prstGeom>
              <a:solidFill>
                <a:srgbClr val="81C9BA"/>
              </a:solidFill>
              <a:ln w="0">
                <a:noFill/>
                <a:prstDash val="solid"/>
              </a:ln>
            </p:spPr>
          </p:sp>
          <p:sp>
            <p:nvSpPr>
              <p:cNvPr id="1759" name="four:barrier-filling:filled-output-cell-88:1483"/>
              <p:cNvSpPr>
                <a:spLocks noGrp="1"/>
              </p:cNvSpPr>
              <p:nvPr/>
            </p:nvSpPr>
            <p:spPr>
              <a:xfrm>
                <a:off x="17638713" y="7343775"/>
                <a:ext cx="19248" cy="200025"/>
              </a:xfrm>
              <a:prstGeom prst="rect">
                <a:avLst/>
              </a:prstGeom>
              <a:solidFill>
                <a:srgbClr val="81C9BA"/>
              </a:solidFill>
              <a:ln w="0">
                <a:noFill/>
                <a:prstDash val="solid"/>
              </a:ln>
            </p:spPr>
          </p:sp>
          <p:sp>
            <p:nvSpPr>
              <p:cNvPr id="1760" name="four:barrier-filling:filled-output-cell-89:1484"/>
              <p:cNvSpPr>
                <a:spLocks noGrp="1"/>
              </p:cNvSpPr>
              <p:nvPr/>
            </p:nvSpPr>
            <p:spPr>
              <a:xfrm>
                <a:off x="17657961" y="7343775"/>
                <a:ext cx="19248" cy="200025"/>
              </a:xfrm>
              <a:prstGeom prst="rect">
                <a:avLst/>
              </a:prstGeom>
              <a:solidFill>
                <a:srgbClr val="81C9BA"/>
              </a:solidFill>
              <a:ln w="0">
                <a:noFill/>
                <a:prstDash val="solid"/>
              </a:ln>
            </p:spPr>
          </p:sp>
          <p:sp>
            <p:nvSpPr>
              <p:cNvPr id="1761" name="four:barrier-filling:filled-output-cell-90:1485"/>
              <p:cNvSpPr>
                <a:spLocks noGrp="1"/>
              </p:cNvSpPr>
              <p:nvPr/>
            </p:nvSpPr>
            <p:spPr>
              <a:xfrm>
                <a:off x="17677209" y="7343775"/>
                <a:ext cx="19248" cy="200025"/>
              </a:xfrm>
              <a:prstGeom prst="rect">
                <a:avLst/>
              </a:prstGeom>
              <a:solidFill>
                <a:srgbClr val="81C9BA"/>
              </a:solidFill>
              <a:ln w="0">
                <a:noFill/>
                <a:prstDash val="solid"/>
              </a:ln>
            </p:spPr>
          </p:sp>
          <p:sp>
            <p:nvSpPr>
              <p:cNvPr id="1762" name="four:barrier-filling:filled-output-cell-91:1486"/>
              <p:cNvSpPr>
                <a:spLocks noGrp="1"/>
              </p:cNvSpPr>
              <p:nvPr/>
            </p:nvSpPr>
            <p:spPr>
              <a:xfrm>
                <a:off x="17696458" y="7343775"/>
                <a:ext cx="19248" cy="200025"/>
              </a:xfrm>
              <a:prstGeom prst="rect">
                <a:avLst/>
              </a:prstGeom>
              <a:solidFill>
                <a:srgbClr val="81C9BA"/>
              </a:solidFill>
              <a:ln w="0">
                <a:noFill/>
                <a:prstDash val="solid"/>
              </a:ln>
            </p:spPr>
          </p:sp>
          <p:sp>
            <p:nvSpPr>
              <p:cNvPr id="1763" name="four:barrier-filling:filled-output-cell-92:1487"/>
              <p:cNvSpPr>
                <a:spLocks noGrp="1"/>
              </p:cNvSpPr>
              <p:nvPr/>
            </p:nvSpPr>
            <p:spPr>
              <a:xfrm>
                <a:off x="17715706" y="7343775"/>
                <a:ext cx="19248" cy="200025"/>
              </a:xfrm>
              <a:prstGeom prst="rect">
                <a:avLst/>
              </a:prstGeom>
              <a:solidFill>
                <a:srgbClr val="81C9BA"/>
              </a:solidFill>
              <a:ln w="0">
                <a:noFill/>
                <a:prstDash val="solid"/>
              </a:ln>
            </p:spPr>
          </p:sp>
          <p:sp>
            <p:nvSpPr>
              <p:cNvPr id="1764" name="four:barrier-filling:filled-output-cell-93:1488"/>
              <p:cNvSpPr>
                <a:spLocks noGrp="1"/>
              </p:cNvSpPr>
              <p:nvPr/>
            </p:nvSpPr>
            <p:spPr>
              <a:xfrm>
                <a:off x="17734955" y="7343775"/>
                <a:ext cx="19248" cy="200025"/>
              </a:xfrm>
              <a:prstGeom prst="rect">
                <a:avLst/>
              </a:prstGeom>
              <a:solidFill>
                <a:srgbClr val="81C9BA"/>
              </a:solidFill>
              <a:ln w="0">
                <a:noFill/>
                <a:prstDash val="solid"/>
              </a:ln>
            </p:spPr>
          </p:sp>
          <p:sp>
            <p:nvSpPr>
              <p:cNvPr id="1765" name="four:barrier-filling:filled-output-cell-94:1489"/>
              <p:cNvSpPr>
                <a:spLocks noGrp="1"/>
              </p:cNvSpPr>
              <p:nvPr/>
            </p:nvSpPr>
            <p:spPr>
              <a:xfrm>
                <a:off x="17754203" y="7343775"/>
                <a:ext cx="19248" cy="200025"/>
              </a:xfrm>
              <a:prstGeom prst="rect">
                <a:avLst/>
              </a:prstGeom>
              <a:solidFill>
                <a:srgbClr val="81C9BA"/>
              </a:solidFill>
              <a:ln w="0">
                <a:noFill/>
                <a:prstDash val="solid"/>
              </a:ln>
            </p:spPr>
          </p:sp>
          <p:sp>
            <p:nvSpPr>
              <p:cNvPr id="1766" name="four:barrier-filling:filled-output-cell-95:1490"/>
              <p:cNvSpPr>
                <a:spLocks noGrp="1"/>
              </p:cNvSpPr>
              <p:nvPr/>
            </p:nvSpPr>
            <p:spPr>
              <a:xfrm>
                <a:off x="17773452" y="7343775"/>
                <a:ext cx="19248" cy="200025"/>
              </a:xfrm>
              <a:prstGeom prst="rect">
                <a:avLst/>
              </a:prstGeom>
              <a:solidFill>
                <a:srgbClr val="81C9BA"/>
              </a:solidFill>
              <a:ln w="0">
                <a:noFill/>
                <a:prstDash val="solid"/>
              </a:ln>
            </p:spPr>
          </p:sp>
          <p:sp>
            <p:nvSpPr>
              <p:cNvPr id="1767" name="four:barrier-filling:filled-output-cell-96:1491"/>
              <p:cNvSpPr>
                <a:spLocks noGrp="1"/>
              </p:cNvSpPr>
              <p:nvPr/>
            </p:nvSpPr>
            <p:spPr>
              <a:xfrm>
                <a:off x="17792700" y="7343775"/>
                <a:ext cx="19248" cy="200025"/>
              </a:xfrm>
              <a:prstGeom prst="rect">
                <a:avLst/>
              </a:prstGeom>
              <a:solidFill>
                <a:srgbClr val="81C9BA"/>
              </a:solidFill>
              <a:ln w="0">
                <a:noFill/>
                <a:prstDash val="solid"/>
              </a:ln>
            </p:spPr>
          </p:sp>
          <p:sp>
            <p:nvSpPr>
              <p:cNvPr id="1768" name="four:barrier-filling:filled-output-cell-97:1492"/>
              <p:cNvSpPr>
                <a:spLocks noGrp="1"/>
              </p:cNvSpPr>
              <p:nvPr/>
            </p:nvSpPr>
            <p:spPr>
              <a:xfrm>
                <a:off x="17811948" y="7343775"/>
                <a:ext cx="19248" cy="200025"/>
              </a:xfrm>
              <a:prstGeom prst="rect">
                <a:avLst/>
              </a:prstGeom>
              <a:solidFill>
                <a:srgbClr val="81C9BA"/>
              </a:solidFill>
              <a:ln w="0">
                <a:noFill/>
                <a:prstDash val="solid"/>
              </a:ln>
            </p:spPr>
          </p:sp>
          <p:sp>
            <p:nvSpPr>
              <p:cNvPr id="1769" name="four:barrier-filling:filled-output-cell-98:1493"/>
              <p:cNvSpPr>
                <a:spLocks noGrp="1"/>
              </p:cNvSpPr>
              <p:nvPr/>
            </p:nvSpPr>
            <p:spPr>
              <a:xfrm>
                <a:off x="17831197" y="7343775"/>
                <a:ext cx="19248" cy="200025"/>
              </a:xfrm>
              <a:prstGeom prst="rect">
                <a:avLst/>
              </a:prstGeom>
              <a:solidFill>
                <a:srgbClr val="81C9BA"/>
              </a:solidFill>
              <a:ln w="0">
                <a:noFill/>
                <a:prstDash val="solid"/>
              </a:ln>
            </p:spPr>
          </p:sp>
          <p:sp>
            <p:nvSpPr>
              <p:cNvPr id="1770" name="four:barrier-filling:filled-output-cell-99:1494"/>
              <p:cNvSpPr>
                <a:spLocks noGrp="1"/>
              </p:cNvSpPr>
              <p:nvPr/>
            </p:nvSpPr>
            <p:spPr>
              <a:xfrm>
                <a:off x="17850445" y="7343775"/>
                <a:ext cx="19248" cy="200025"/>
              </a:xfrm>
              <a:prstGeom prst="rect">
                <a:avLst/>
              </a:prstGeom>
              <a:solidFill>
                <a:srgbClr val="81C9BA"/>
              </a:solidFill>
              <a:ln w="0">
                <a:noFill/>
                <a:prstDash val="solid"/>
              </a:ln>
            </p:spPr>
          </p:sp>
          <p:sp>
            <p:nvSpPr>
              <p:cNvPr id="1771" name="four:barrier-filling:filled-output-cell-100:1495"/>
              <p:cNvSpPr>
                <a:spLocks noGrp="1"/>
              </p:cNvSpPr>
              <p:nvPr/>
            </p:nvSpPr>
            <p:spPr>
              <a:xfrm>
                <a:off x="17869694" y="7343775"/>
                <a:ext cx="19248" cy="200025"/>
              </a:xfrm>
              <a:prstGeom prst="rect">
                <a:avLst/>
              </a:prstGeom>
              <a:solidFill>
                <a:srgbClr val="81C9BA"/>
              </a:solidFill>
              <a:ln w="0">
                <a:noFill/>
                <a:prstDash val="solid"/>
              </a:ln>
            </p:spPr>
          </p:sp>
          <p:sp>
            <p:nvSpPr>
              <p:cNvPr id="1772" name="four:barrier-filling:filled-output-cell-101:1496"/>
              <p:cNvSpPr>
                <a:spLocks noGrp="1"/>
              </p:cNvSpPr>
              <p:nvPr/>
            </p:nvSpPr>
            <p:spPr>
              <a:xfrm>
                <a:off x="17888942" y="7343775"/>
                <a:ext cx="19248" cy="200025"/>
              </a:xfrm>
              <a:prstGeom prst="rect">
                <a:avLst/>
              </a:prstGeom>
              <a:solidFill>
                <a:srgbClr val="81C9BA"/>
              </a:solidFill>
              <a:ln w="0">
                <a:noFill/>
                <a:prstDash val="solid"/>
              </a:ln>
            </p:spPr>
          </p:sp>
          <p:sp>
            <p:nvSpPr>
              <p:cNvPr id="1773" name="four:barrier-filling:filled-output-cell-102:1497"/>
              <p:cNvSpPr>
                <a:spLocks noGrp="1"/>
              </p:cNvSpPr>
              <p:nvPr/>
            </p:nvSpPr>
            <p:spPr>
              <a:xfrm>
                <a:off x="17908191" y="7343775"/>
                <a:ext cx="19248" cy="200025"/>
              </a:xfrm>
              <a:prstGeom prst="rect">
                <a:avLst/>
              </a:prstGeom>
              <a:solidFill>
                <a:srgbClr val="81C9BA"/>
              </a:solidFill>
              <a:ln w="0">
                <a:noFill/>
                <a:prstDash val="solid"/>
              </a:ln>
            </p:spPr>
          </p:sp>
          <p:sp>
            <p:nvSpPr>
              <p:cNvPr id="1774" name="four:barrier-filling:filled-output-cell-103:1498"/>
              <p:cNvSpPr>
                <a:spLocks noGrp="1"/>
              </p:cNvSpPr>
              <p:nvPr/>
            </p:nvSpPr>
            <p:spPr>
              <a:xfrm>
                <a:off x="17927439" y="7343775"/>
                <a:ext cx="19248" cy="200025"/>
              </a:xfrm>
              <a:prstGeom prst="rect">
                <a:avLst/>
              </a:prstGeom>
              <a:solidFill>
                <a:srgbClr val="81C9BA"/>
              </a:solidFill>
              <a:ln w="0">
                <a:noFill/>
                <a:prstDash val="solid"/>
              </a:ln>
            </p:spPr>
          </p:sp>
          <p:sp>
            <p:nvSpPr>
              <p:cNvPr id="1775" name="four:barrier-filling:filled-output-cell-104:1499"/>
              <p:cNvSpPr>
                <a:spLocks noGrp="1"/>
              </p:cNvSpPr>
              <p:nvPr/>
            </p:nvSpPr>
            <p:spPr>
              <a:xfrm>
                <a:off x="17946688" y="7343775"/>
                <a:ext cx="19248" cy="200025"/>
              </a:xfrm>
              <a:prstGeom prst="rect">
                <a:avLst/>
              </a:prstGeom>
              <a:solidFill>
                <a:srgbClr val="81C9BA"/>
              </a:solidFill>
              <a:ln w="0">
                <a:noFill/>
                <a:prstDash val="solid"/>
              </a:ln>
            </p:spPr>
          </p:sp>
          <p:sp>
            <p:nvSpPr>
              <p:cNvPr id="1776" name="four:barrier-filling:filled-output-cell-105:1500"/>
              <p:cNvSpPr>
                <a:spLocks noGrp="1"/>
              </p:cNvSpPr>
              <p:nvPr/>
            </p:nvSpPr>
            <p:spPr>
              <a:xfrm>
                <a:off x="17965936" y="7343775"/>
                <a:ext cx="19248" cy="200025"/>
              </a:xfrm>
              <a:prstGeom prst="rect">
                <a:avLst/>
              </a:prstGeom>
              <a:solidFill>
                <a:srgbClr val="81C9BA"/>
              </a:solidFill>
              <a:ln w="0">
                <a:noFill/>
                <a:prstDash val="solid"/>
              </a:ln>
            </p:spPr>
          </p:sp>
          <p:sp>
            <p:nvSpPr>
              <p:cNvPr id="1777" name="four:barrier-filling:filled-output-cell-106:1501"/>
              <p:cNvSpPr>
                <a:spLocks noGrp="1"/>
              </p:cNvSpPr>
              <p:nvPr/>
            </p:nvSpPr>
            <p:spPr>
              <a:xfrm>
                <a:off x="17985184" y="7343775"/>
                <a:ext cx="19248" cy="200025"/>
              </a:xfrm>
              <a:prstGeom prst="rect">
                <a:avLst/>
              </a:prstGeom>
              <a:solidFill>
                <a:srgbClr val="81C9BA"/>
              </a:solidFill>
              <a:ln w="0">
                <a:noFill/>
                <a:prstDash val="solid"/>
              </a:ln>
            </p:spPr>
          </p:sp>
          <p:sp>
            <p:nvSpPr>
              <p:cNvPr id="1778" name="four:barrier-filling:filled-output-cell-107:1502"/>
              <p:cNvSpPr>
                <a:spLocks noGrp="1"/>
              </p:cNvSpPr>
              <p:nvPr/>
            </p:nvSpPr>
            <p:spPr>
              <a:xfrm>
                <a:off x="18004433" y="7343775"/>
                <a:ext cx="19248" cy="200025"/>
              </a:xfrm>
              <a:prstGeom prst="rect">
                <a:avLst/>
              </a:prstGeom>
              <a:solidFill>
                <a:srgbClr val="81C9BA"/>
              </a:solidFill>
              <a:ln w="0">
                <a:noFill/>
                <a:prstDash val="solid"/>
              </a:ln>
            </p:spPr>
          </p:sp>
          <p:sp>
            <p:nvSpPr>
              <p:cNvPr id="1779" name="four:barrier-filling:filled-output-cell-108:1503"/>
              <p:cNvSpPr>
                <a:spLocks noGrp="1"/>
              </p:cNvSpPr>
              <p:nvPr/>
            </p:nvSpPr>
            <p:spPr>
              <a:xfrm>
                <a:off x="18023681" y="7343775"/>
                <a:ext cx="19248" cy="200025"/>
              </a:xfrm>
              <a:prstGeom prst="rect">
                <a:avLst/>
              </a:prstGeom>
              <a:solidFill>
                <a:srgbClr val="81C9BA"/>
              </a:solidFill>
              <a:ln w="0">
                <a:noFill/>
                <a:prstDash val="solid"/>
              </a:ln>
            </p:spPr>
          </p:sp>
          <p:sp>
            <p:nvSpPr>
              <p:cNvPr id="1780" name="four:barrier-filling:filled-output-cell-109:1504"/>
              <p:cNvSpPr>
                <a:spLocks noGrp="1"/>
              </p:cNvSpPr>
              <p:nvPr/>
            </p:nvSpPr>
            <p:spPr>
              <a:xfrm>
                <a:off x="18042930" y="7343775"/>
                <a:ext cx="19248" cy="200025"/>
              </a:xfrm>
              <a:prstGeom prst="rect">
                <a:avLst/>
              </a:prstGeom>
              <a:solidFill>
                <a:srgbClr val="7FC9B9"/>
              </a:solidFill>
              <a:ln w="0">
                <a:noFill/>
                <a:prstDash val="solid"/>
              </a:ln>
            </p:spPr>
          </p:sp>
          <p:sp>
            <p:nvSpPr>
              <p:cNvPr id="1781" name="four:barrier-filling:filled-output-cell-110:1505"/>
              <p:cNvSpPr>
                <a:spLocks noGrp="1"/>
              </p:cNvSpPr>
              <p:nvPr/>
            </p:nvSpPr>
            <p:spPr>
              <a:xfrm>
                <a:off x="18062178" y="7343775"/>
                <a:ext cx="19248" cy="200025"/>
              </a:xfrm>
              <a:prstGeom prst="rect">
                <a:avLst/>
              </a:prstGeom>
              <a:solidFill>
                <a:srgbClr val="73C5B3"/>
              </a:solidFill>
              <a:ln w="0">
                <a:noFill/>
                <a:prstDash val="solid"/>
              </a:ln>
            </p:spPr>
          </p:sp>
          <p:sp>
            <p:nvSpPr>
              <p:cNvPr id="1782" name="four:barrier-filling:filled-output-cell-111:1506"/>
              <p:cNvSpPr>
                <a:spLocks noGrp="1"/>
              </p:cNvSpPr>
              <p:nvPr/>
            </p:nvSpPr>
            <p:spPr>
              <a:xfrm>
                <a:off x="18081427" y="7343775"/>
                <a:ext cx="19248" cy="200025"/>
              </a:xfrm>
              <a:prstGeom prst="rect">
                <a:avLst/>
              </a:prstGeom>
              <a:solidFill>
                <a:srgbClr val="60BEA8"/>
              </a:solidFill>
              <a:ln w="0">
                <a:noFill/>
                <a:prstDash val="solid"/>
              </a:ln>
            </p:spPr>
          </p:sp>
          <p:sp>
            <p:nvSpPr>
              <p:cNvPr id="1783" name="four:barrier-filling:filled-output-cell-112:1507"/>
              <p:cNvSpPr>
                <a:spLocks noGrp="1"/>
              </p:cNvSpPr>
              <p:nvPr/>
            </p:nvSpPr>
            <p:spPr>
              <a:xfrm>
                <a:off x="18100675" y="7343775"/>
                <a:ext cx="19248" cy="200025"/>
              </a:xfrm>
              <a:prstGeom prst="rect">
                <a:avLst/>
              </a:prstGeom>
              <a:solidFill>
                <a:srgbClr val="48B69B"/>
              </a:solidFill>
              <a:ln w="0">
                <a:noFill/>
                <a:prstDash val="solid"/>
              </a:ln>
            </p:spPr>
          </p:sp>
          <p:sp>
            <p:nvSpPr>
              <p:cNvPr id="1784" name="four:barrier-filling:filled-output-cell-113:1508"/>
              <p:cNvSpPr>
                <a:spLocks noGrp="1"/>
              </p:cNvSpPr>
              <p:nvPr/>
            </p:nvSpPr>
            <p:spPr>
              <a:xfrm>
                <a:off x="18119923" y="7343775"/>
                <a:ext cx="19248" cy="200025"/>
              </a:xfrm>
              <a:prstGeom prst="rect">
                <a:avLst/>
              </a:prstGeom>
              <a:solidFill>
                <a:srgbClr val="2EAE8D"/>
              </a:solidFill>
              <a:ln w="0">
                <a:noFill/>
                <a:prstDash val="solid"/>
              </a:ln>
            </p:spPr>
          </p:sp>
          <p:sp>
            <p:nvSpPr>
              <p:cNvPr id="1785" name="four:barrier-filling:filled-output-cell-114:1509"/>
              <p:cNvSpPr>
                <a:spLocks noGrp="1"/>
              </p:cNvSpPr>
              <p:nvPr/>
            </p:nvSpPr>
            <p:spPr>
              <a:xfrm>
                <a:off x="18139172" y="7343775"/>
                <a:ext cx="19248" cy="200025"/>
              </a:xfrm>
              <a:prstGeom prst="rect">
                <a:avLst/>
              </a:prstGeom>
              <a:solidFill>
                <a:srgbClr val="1AA781"/>
              </a:solidFill>
              <a:ln w="0">
                <a:noFill/>
                <a:prstDash val="solid"/>
              </a:ln>
            </p:spPr>
          </p:sp>
          <p:sp>
            <p:nvSpPr>
              <p:cNvPr id="1786" name="four:barrier-filling:filled-output-cell-115:1510"/>
              <p:cNvSpPr>
                <a:spLocks noGrp="1"/>
              </p:cNvSpPr>
              <p:nvPr/>
            </p:nvSpPr>
            <p:spPr>
              <a:xfrm>
                <a:off x="18158420" y="7343775"/>
                <a:ext cx="19248" cy="200025"/>
              </a:xfrm>
              <a:prstGeom prst="rect">
                <a:avLst/>
              </a:prstGeom>
              <a:solidFill>
                <a:srgbClr val="07A177"/>
              </a:solidFill>
              <a:ln w="0">
                <a:noFill/>
                <a:prstDash val="solid"/>
              </a:ln>
            </p:spPr>
          </p:sp>
          <p:sp>
            <p:nvSpPr>
              <p:cNvPr id="1787" name="four:barrier-filling:filled-output-cell-116:1511"/>
              <p:cNvSpPr>
                <a:spLocks noGrp="1"/>
              </p:cNvSpPr>
              <p:nvPr/>
            </p:nvSpPr>
            <p:spPr>
              <a:xfrm>
                <a:off x="18177669" y="7343775"/>
                <a:ext cx="19248" cy="200025"/>
              </a:xfrm>
              <a:prstGeom prst="rect">
                <a:avLst/>
              </a:prstGeom>
              <a:solidFill>
                <a:srgbClr val="009E73"/>
              </a:solidFill>
              <a:ln w="0">
                <a:noFill/>
                <a:prstDash val="solid"/>
              </a:ln>
            </p:spPr>
          </p:sp>
          <p:sp>
            <p:nvSpPr>
              <p:cNvPr id="1788" name="four:barrier-filling:filled-output-cell-117:1512"/>
              <p:cNvSpPr>
                <a:spLocks noGrp="1"/>
              </p:cNvSpPr>
              <p:nvPr/>
            </p:nvSpPr>
            <p:spPr>
              <a:xfrm>
                <a:off x="18196917" y="7343775"/>
                <a:ext cx="19248" cy="200025"/>
              </a:xfrm>
              <a:prstGeom prst="rect">
                <a:avLst/>
              </a:prstGeom>
              <a:solidFill>
                <a:srgbClr val="009E73"/>
              </a:solidFill>
              <a:ln w="0">
                <a:noFill/>
                <a:prstDash val="solid"/>
              </a:ln>
            </p:spPr>
          </p:sp>
          <p:sp>
            <p:nvSpPr>
              <p:cNvPr id="1789" name="four:barrier-filling:filled-output-cell-118:1513"/>
              <p:cNvSpPr>
                <a:spLocks noGrp="1"/>
              </p:cNvSpPr>
              <p:nvPr/>
            </p:nvSpPr>
            <p:spPr>
              <a:xfrm>
                <a:off x="18216166" y="7343775"/>
                <a:ext cx="19248" cy="200025"/>
              </a:xfrm>
              <a:prstGeom prst="rect">
                <a:avLst/>
              </a:prstGeom>
              <a:solidFill>
                <a:srgbClr val="009E73"/>
              </a:solidFill>
              <a:ln w="0">
                <a:noFill/>
                <a:prstDash val="solid"/>
              </a:ln>
            </p:spPr>
          </p:sp>
          <p:sp>
            <p:nvSpPr>
              <p:cNvPr id="1790" name="four:barrier-filling:filled-output-cell-119:1514"/>
              <p:cNvSpPr>
                <a:spLocks noGrp="1"/>
              </p:cNvSpPr>
              <p:nvPr/>
            </p:nvSpPr>
            <p:spPr>
              <a:xfrm>
                <a:off x="18235414" y="7343775"/>
                <a:ext cx="19248" cy="200025"/>
              </a:xfrm>
              <a:prstGeom prst="rect">
                <a:avLst/>
              </a:prstGeom>
              <a:solidFill>
                <a:srgbClr val="009E73"/>
              </a:solidFill>
              <a:ln w="0">
                <a:noFill/>
                <a:prstDash val="solid"/>
              </a:ln>
            </p:spPr>
          </p:sp>
          <p:sp>
            <p:nvSpPr>
              <p:cNvPr id="1791" name="four:barrier-filling:filled-output-cell-120:1515"/>
              <p:cNvSpPr>
                <a:spLocks noGrp="1"/>
              </p:cNvSpPr>
              <p:nvPr/>
            </p:nvSpPr>
            <p:spPr>
              <a:xfrm>
                <a:off x="18254663" y="7343775"/>
                <a:ext cx="19248" cy="200025"/>
              </a:xfrm>
              <a:prstGeom prst="rect">
                <a:avLst/>
              </a:prstGeom>
              <a:solidFill>
                <a:srgbClr val="009E73"/>
              </a:solidFill>
              <a:ln w="0">
                <a:noFill/>
                <a:prstDash val="solid"/>
              </a:ln>
            </p:spPr>
          </p:sp>
          <p:sp>
            <p:nvSpPr>
              <p:cNvPr id="1792" name="four:barrier-filling:filled-output-cell-121:1516"/>
              <p:cNvSpPr>
                <a:spLocks noGrp="1"/>
              </p:cNvSpPr>
              <p:nvPr/>
            </p:nvSpPr>
            <p:spPr>
              <a:xfrm>
                <a:off x="18273911" y="7343775"/>
                <a:ext cx="19248" cy="200025"/>
              </a:xfrm>
              <a:prstGeom prst="rect">
                <a:avLst/>
              </a:prstGeom>
              <a:solidFill>
                <a:srgbClr val="009E73"/>
              </a:solidFill>
              <a:ln w="0">
                <a:noFill/>
                <a:prstDash val="solid"/>
              </a:ln>
            </p:spPr>
          </p:sp>
          <p:sp>
            <p:nvSpPr>
              <p:cNvPr id="1793" name="four:barrier-filling:filled-output-cell-122:1517"/>
              <p:cNvSpPr>
                <a:spLocks noGrp="1"/>
              </p:cNvSpPr>
              <p:nvPr/>
            </p:nvSpPr>
            <p:spPr>
              <a:xfrm>
                <a:off x="18293159" y="7343775"/>
                <a:ext cx="19248" cy="200025"/>
              </a:xfrm>
              <a:prstGeom prst="rect">
                <a:avLst/>
              </a:prstGeom>
              <a:solidFill>
                <a:srgbClr val="009E73"/>
              </a:solidFill>
              <a:ln w="0">
                <a:noFill/>
                <a:prstDash val="solid"/>
              </a:ln>
            </p:spPr>
          </p:sp>
          <p:sp>
            <p:nvSpPr>
              <p:cNvPr id="1794" name="four:barrier-filling:filled-output-cell-123:1518"/>
              <p:cNvSpPr>
                <a:spLocks noGrp="1"/>
              </p:cNvSpPr>
              <p:nvPr/>
            </p:nvSpPr>
            <p:spPr>
              <a:xfrm>
                <a:off x="18312408" y="7343775"/>
                <a:ext cx="19248" cy="200025"/>
              </a:xfrm>
              <a:prstGeom prst="rect">
                <a:avLst/>
              </a:prstGeom>
              <a:solidFill>
                <a:srgbClr val="009E73"/>
              </a:solidFill>
              <a:ln w="0">
                <a:noFill/>
                <a:prstDash val="solid"/>
              </a:ln>
            </p:spPr>
          </p:sp>
          <p:sp>
            <p:nvSpPr>
              <p:cNvPr id="1795" name="four:barrier-filling:filled-output-cell-124:1519"/>
              <p:cNvSpPr>
                <a:spLocks noGrp="1"/>
              </p:cNvSpPr>
              <p:nvPr/>
            </p:nvSpPr>
            <p:spPr>
              <a:xfrm>
                <a:off x="18331656" y="7343775"/>
                <a:ext cx="19248" cy="200025"/>
              </a:xfrm>
              <a:prstGeom prst="rect">
                <a:avLst/>
              </a:prstGeom>
              <a:solidFill>
                <a:srgbClr val="009E73"/>
              </a:solidFill>
              <a:ln w="0">
                <a:noFill/>
                <a:prstDash val="solid"/>
              </a:ln>
            </p:spPr>
          </p:sp>
          <p:sp>
            <p:nvSpPr>
              <p:cNvPr id="1796" name="four:barrier-filling:filled-output-cell-125:1520"/>
              <p:cNvSpPr>
                <a:spLocks noGrp="1"/>
              </p:cNvSpPr>
              <p:nvPr/>
            </p:nvSpPr>
            <p:spPr>
              <a:xfrm>
                <a:off x="18350905" y="7343775"/>
                <a:ext cx="19248" cy="200025"/>
              </a:xfrm>
              <a:prstGeom prst="rect">
                <a:avLst/>
              </a:prstGeom>
              <a:solidFill>
                <a:srgbClr val="009E73"/>
              </a:solidFill>
              <a:ln w="0">
                <a:noFill/>
                <a:prstDash val="solid"/>
              </a:ln>
            </p:spPr>
          </p:sp>
          <p:sp>
            <p:nvSpPr>
              <p:cNvPr id="1797" name="four:barrier-filling:filled-output-cell-126:1521"/>
              <p:cNvSpPr>
                <a:spLocks noGrp="1"/>
              </p:cNvSpPr>
              <p:nvPr/>
            </p:nvSpPr>
            <p:spPr>
              <a:xfrm>
                <a:off x="18370153" y="7343775"/>
                <a:ext cx="19248" cy="200025"/>
              </a:xfrm>
              <a:prstGeom prst="rect">
                <a:avLst/>
              </a:prstGeom>
              <a:solidFill>
                <a:srgbClr val="009E73"/>
              </a:solidFill>
              <a:ln w="0">
                <a:noFill/>
                <a:prstDash val="solid"/>
              </a:ln>
            </p:spPr>
          </p:sp>
          <p:sp>
            <p:nvSpPr>
              <p:cNvPr id="1798" name="four:barrier-filling:filled-output-cell-127:1522"/>
              <p:cNvSpPr>
                <a:spLocks noGrp="1"/>
              </p:cNvSpPr>
              <p:nvPr/>
            </p:nvSpPr>
            <p:spPr>
              <a:xfrm>
                <a:off x="18389402" y="7343775"/>
                <a:ext cx="19248" cy="200025"/>
              </a:xfrm>
              <a:prstGeom prst="rect">
                <a:avLst/>
              </a:prstGeom>
              <a:solidFill>
                <a:srgbClr val="009E73"/>
              </a:solidFill>
              <a:ln w="0">
                <a:noFill/>
                <a:prstDash val="solid"/>
              </a:ln>
            </p:spPr>
          </p:sp>
          <p:sp>
            <p:nvSpPr>
              <p:cNvPr id="1799" name="four:barrier-filling:filled-output-cell-128:1523"/>
              <p:cNvSpPr>
                <a:spLocks noGrp="1"/>
              </p:cNvSpPr>
              <p:nvPr/>
            </p:nvSpPr>
            <p:spPr>
              <a:xfrm>
                <a:off x="18408650" y="7343775"/>
                <a:ext cx="19248" cy="200025"/>
              </a:xfrm>
              <a:prstGeom prst="rect">
                <a:avLst/>
              </a:prstGeom>
              <a:solidFill>
                <a:srgbClr val="019E74"/>
              </a:solidFill>
              <a:ln w="0">
                <a:noFill/>
                <a:prstDash val="solid"/>
              </a:ln>
            </p:spPr>
          </p:sp>
          <p:sp>
            <p:nvSpPr>
              <p:cNvPr id="1800" name="four:barrier-filling:filled-output-cell-129:1524"/>
              <p:cNvSpPr>
                <a:spLocks noGrp="1"/>
              </p:cNvSpPr>
              <p:nvPr/>
            </p:nvSpPr>
            <p:spPr>
              <a:xfrm>
                <a:off x="18427898" y="7343775"/>
                <a:ext cx="19248" cy="200025"/>
              </a:xfrm>
              <a:prstGeom prst="rect">
                <a:avLst/>
              </a:prstGeom>
              <a:solidFill>
                <a:srgbClr val="11A47D"/>
              </a:solidFill>
              <a:ln w="0">
                <a:noFill/>
                <a:prstDash val="solid"/>
              </a:ln>
            </p:spPr>
          </p:sp>
          <p:sp>
            <p:nvSpPr>
              <p:cNvPr id="1801" name="four:barrier-filling:filled-output-cell-130:1525"/>
              <p:cNvSpPr>
                <a:spLocks noGrp="1"/>
              </p:cNvSpPr>
              <p:nvPr/>
            </p:nvSpPr>
            <p:spPr>
              <a:xfrm>
                <a:off x="18447147" y="7343775"/>
                <a:ext cx="19248" cy="200025"/>
              </a:xfrm>
              <a:prstGeom prst="rect">
                <a:avLst/>
              </a:prstGeom>
              <a:solidFill>
                <a:srgbClr val="31AF8E"/>
              </a:solidFill>
              <a:ln w="0">
                <a:noFill/>
                <a:prstDash val="solid"/>
              </a:ln>
            </p:spPr>
          </p:sp>
          <p:sp>
            <p:nvSpPr>
              <p:cNvPr id="1802" name="four:barrier-filling:filled-output-cell-131:1526"/>
              <p:cNvSpPr>
                <a:spLocks noGrp="1"/>
              </p:cNvSpPr>
              <p:nvPr/>
            </p:nvSpPr>
            <p:spPr>
              <a:xfrm>
                <a:off x="18466395" y="7343775"/>
                <a:ext cx="19248" cy="200025"/>
              </a:xfrm>
              <a:prstGeom prst="rect">
                <a:avLst/>
              </a:prstGeom>
              <a:solidFill>
                <a:srgbClr val="59BCA4"/>
              </a:solidFill>
              <a:ln w="0">
                <a:noFill/>
                <a:prstDash val="solid"/>
              </a:ln>
            </p:spPr>
          </p:sp>
          <p:sp>
            <p:nvSpPr>
              <p:cNvPr id="1803" name="four:barrier-filling:filled-output-cell-132:1527"/>
              <p:cNvSpPr>
                <a:spLocks noGrp="1"/>
              </p:cNvSpPr>
              <p:nvPr/>
            </p:nvSpPr>
            <p:spPr>
              <a:xfrm>
                <a:off x="18485644" y="7343775"/>
                <a:ext cx="19248" cy="200025"/>
              </a:xfrm>
              <a:prstGeom prst="rect">
                <a:avLst/>
              </a:prstGeom>
              <a:solidFill>
                <a:srgbClr val="83CABC"/>
              </a:solidFill>
              <a:ln w="0">
                <a:noFill/>
                <a:prstDash val="solid"/>
              </a:ln>
            </p:spPr>
          </p:sp>
          <p:sp>
            <p:nvSpPr>
              <p:cNvPr id="1804" name="four:barrier-filling:filled-output-cell-133:1528"/>
              <p:cNvSpPr>
                <a:spLocks noGrp="1"/>
              </p:cNvSpPr>
              <p:nvPr/>
            </p:nvSpPr>
            <p:spPr>
              <a:xfrm>
                <a:off x="18504892" y="7343775"/>
                <a:ext cx="19248" cy="200025"/>
              </a:xfrm>
              <a:prstGeom prst="rect">
                <a:avLst/>
              </a:prstGeom>
              <a:solidFill>
                <a:srgbClr val="ABD7D2"/>
              </a:solidFill>
              <a:ln w="0">
                <a:noFill/>
                <a:prstDash val="solid"/>
              </a:ln>
            </p:spPr>
          </p:sp>
          <p:sp>
            <p:nvSpPr>
              <p:cNvPr id="1805" name="four:barrier-filling:filled-output-cell-134:1529"/>
              <p:cNvSpPr>
                <a:spLocks noGrp="1"/>
              </p:cNvSpPr>
              <p:nvPr/>
            </p:nvSpPr>
            <p:spPr>
              <a:xfrm>
                <a:off x="18524141" y="7343775"/>
                <a:ext cx="19248" cy="200025"/>
              </a:xfrm>
              <a:prstGeom prst="rect">
                <a:avLst/>
              </a:prstGeom>
              <a:solidFill>
                <a:srgbClr val="D7E0E8"/>
              </a:solidFill>
              <a:ln w="0">
                <a:noFill/>
                <a:prstDash val="solid"/>
              </a:ln>
            </p:spPr>
          </p:sp>
          <p:sp>
            <p:nvSpPr>
              <p:cNvPr id="1806" name="four:barrier-filling:filled-output-cell-135:1530"/>
              <p:cNvSpPr>
                <a:spLocks noGrp="1"/>
              </p:cNvSpPr>
              <p:nvPr/>
            </p:nvSpPr>
            <p:spPr>
              <a:xfrm>
                <a:off x="18543389" y="7343775"/>
                <a:ext cx="19248" cy="200025"/>
              </a:xfrm>
              <a:prstGeom prst="rect">
                <a:avLst/>
              </a:prstGeom>
              <a:solidFill>
                <a:srgbClr val="DCE7ED"/>
              </a:solidFill>
              <a:ln w="0">
                <a:noFill/>
                <a:prstDash val="solid"/>
              </a:ln>
            </p:spPr>
          </p:sp>
          <p:sp>
            <p:nvSpPr>
              <p:cNvPr id="1807" name="four:barrier-filling:filled-output-cell-136:1531"/>
              <p:cNvSpPr>
                <a:spLocks noGrp="1"/>
              </p:cNvSpPr>
              <p:nvPr/>
            </p:nvSpPr>
            <p:spPr>
              <a:xfrm>
                <a:off x="18562638" y="7343775"/>
                <a:ext cx="19248" cy="200025"/>
              </a:xfrm>
              <a:prstGeom prst="rect">
                <a:avLst/>
              </a:prstGeom>
              <a:solidFill>
                <a:srgbClr val="DCE8ED"/>
              </a:solidFill>
              <a:ln w="0">
                <a:noFill/>
                <a:prstDash val="solid"/>
              </a:ln>
            </p:spPr>
          </p:sp>
          <p:sp>
            <p:nvSpPr>
              <p:cNvPr id="1808" name="four:barrier-filling:filled-output-cell-137:1532"/>
              <p:cNvSpPr>
                <a:spLocks noGrp="1"/>
              </p:cNvSpPr>
              <p:nvPr/>
            </p:nvSpPr>
            <p:spPr>
              <a:xfrm>
                <a:off x="18581886" y="7343775"/>
                <a:ext cx="19248" cy="200025"/>
              </a:xfrm>
              <a:prstGeom prst="rect">
                <a:avLst/>
              </a:prstGeom>
              <a:solidFill>
                <a:srgbClr val="DCE8ED"/>
              </a:solidFill>
              <a:ln w="0">
                <a:noFill/>
                <a:prstDash val="solid"/>
              </a:ln>
            </p:spPr>
          </p:sp>
          <p:sp>
            <p:nvSpPr>
              <p:cNvPr id="1809" name="four:barrier-filling:filled-output-cell-138:1533"/>
              <p:cNvSpPr>
                <a:spLocks noGrp="1"/>
              </p:cNvSpPr>
              <p:nvPr/>
            </p:nvSpPr>
            <p:spPr>
              <a:xfrm>
                <a:off x="18601134" y="7343775"/>
                <a:ext cx="19248" cy="200025"/>
              </a:xfrm>
              <a:prstGeom prst="rect">
                <a:avLst/>
              </a:prstGeom>
              <a:solidFill>
                <a:srgbClr val="DCE8ED"/>
              </a:solidFill>
              <a:ln w="0">
                <a:noFill/>
                <a:prstDash val="solid"/>
              </a:ln>
            </p:spPr>
          </p:sp>
          <p:sp>
            <p:nvSpPr>
              <p:cNvPr id="1810" name="four:barrier-filling:filled-output-cell-139:1534"/>
              <p:cNvSpPr>
                <a:spLocks noGrp="1"/>
              </p:cNvSpPr>
              <p:nvPr/>
            </p:nvSpPr>
            <p:spPr>
              <a:xfrm>
                <a:off x="18620383" y="7343775"/>
                <a:ext cx="19248" cy="200025"/>
              </a:xfrm>
              <a:prstGeom prst="rect">
                <a:avLst/>
              </a:prstGeom>
              <a:solidFill>
                <a:srgbClr val="DCE8ED"/>
              </a:solidFill>
              <a:ln w="0">
                <a:noFill/>
                <a:prstDash val="solid"/>
              </a:ln>
            </p:spPr>
          </p:sp>
          <p:sp>
            <p:nvSpPr>
              <p:cNvPr id="1811" name="four:barrier-filling:filled-output-cell-140:1535"/>
              <p:cNvSpPr>
                <a:spLocks noGrp="1"/>
              </p:cNvSpPr>
              <p:nvPr/>
            </p:nvSpPr>
            <p:spPr>
              <a:xfrm>
                <a:off x="18639631" y="7343775"/>
                <a:ext cx="19248" cy="200025"/>
              </a:xfrm>
              <a:prstGeom prst="rect">
                <a:avLst/>
              </a:prstGeom>
              <a:solidFill>
                <a:srgbClr val="DCE8ED"/>
              </a:solidFill>
              <a:ln w="0">
                <a:noFill/>
                <a:prstDash val="solid"/>
              </a:ln>
            </p:spPr>
          </p:sp>
          <p:sp>
            <p:nvSpPr>
              <p:cNvPr id="1812" name="four:barrier-filling:filled-output-cell-141:1536"/>
              <p:cNvSpPr>
                <a:spLocks noGrp="1"/>
              </p:cNvSpPr>
              <p:nvPr/>
            </p:nvSpPr>
            <p:spPr>
              <a:xfrm>
                <a:off x="18658880" y="7343775"/>
                <a:ext cx="19248" cy="200025"/>
              </a:xfrm>
              <a:prstGeom prst="rect">
                <a:avLst/>
              </a:prstGeom>
              <a:solidFill>
                <a:srgbClr val="DCE8ED"/>
              </a:solidFill>
              <a:ln w="0">
                <a:noFill/>
                <a:prstDash val="solid"/>
              </a:ln>
            </p:spPr>
          </p:sp>
          <p:sp>
            <p:nvSpPr>
              <p:cNvPr id="1813" name="four:barrier-filling:filled-output-cell-142:1537"/>
              <p:cNvSpPr>
                <a:spLocks noGrp="1"/>
              </p:cNvSpPr>
              <p:nvPr/>
            </p:nvSpPr>
            <p:spPr>
              <a:xfrm>
                <a:off x="18678128" y="7343775"/>
                <a:ext cx="19248" cy="200025"/>
              </a:xfrm>
              <a:prstGeom prst="rect">
                <a:avLst/>
              </a:prstGeom>
              <a:solidFill>
                <a:srgbClr val="DCE8ED"/>
              </a:solidFill>
              <a:ln w="0">
                <a:noFill/>
                <a:prstDash val="solid"/>
              </a:ln>
            </p:spPr>
          </p:sp>
          <p:sp>
            <p:nvSpPr>
              <p:cNvPr id="1814" name="four:barrier-filling:filled-output-cell-143:1538"/>
              <p:cNvSpPr>
                <a:spLocks noGrp="1"/>
              </p:cNvSpPr>
              <p:nvPr/>
            </p:nvSpPr>
            <p:spPr>
              <a:xfrm>
                <a:off x="18697377" y="7343775"/>
                <a:ext cx="19248" cy="200025"/>
              </a:xfrm>
              <a:prstGeom prst="rect">
                <a:avLst/>
              </a:prstGeom>
              <a:solidFill>
                <a:srgbClr val="DCE8ED"/>
              </a:solidFill>
              <a:ln w="0">
                <a:noFill/>
                <a:prstDash val="solid"/>
              </a:ln>
            </p:spPr>
          </p:sp>
          <p:sp>
            <p:nvSpPr>
              <p:cNvPr id="1815" name="four:barrier-filling:filled-output-cell-144:1539"/>
              <p:cNvSpPr>
                <a:spLocks noGrp="1"/>
              </p:cNvSpPr>
              <p:nvPr/>
            </p:nvSpPr>
            <p:spPr>
              <a:xfrm>
                <a:off x="18716625" y="7343775"/>
                <a:ext cx="19248" cy="200025"/>
              </a:xfrm>
              <a:prstGeom prst="rect">
                <a:avLst/>
              </a:prstGeom>
              <a:solidFill>
                <a:srgbClr val="DCE8ED"/>
              </a:solidFill>
              <a:ln w="0">
                <a:noFill/>
                <a:prstDash val="solid"/>
              </a:ln>
            </p:spPr>
          </p:sp>
          <p:sp>
            <p:nvSpPr>
              <p:cNvPr id="1816" name="four:barrier-filling:filled-output-cell-145:1540"/>
              <p:cNvSpPr>
                <a:spLocks noGrp="1"/>
              </p:cNvSpPr>
              <p:nvPr/>
            </p:nvSpPr>
            <p:spPr>
              <a:xfrm>
                <a:off x="18735873" y="7343775"/>
                <a:ext cx="19248" cy="200025"/>
              </a:xfrm>
              <a:prstGeom prst="rect">
                <a:avLst/>
              </a:prstGeom>
              <a:solidFill>
                <a:srgbClr val="DCE8ED"/>
              </a:solidFill>
              <a:ln w="0">
                <a:noFill/>
                <a:prstDash val="solid"/>
              </a:ln>
            </p:spPr>
          </p:sp>
          <p:sp>
            <p:nvSpPr>
              <p:cNvPr id="1817" name="four:barrier-filling:filled-output-cell-146:1541"/>
              <p:cNvSpPr>
                <a:spLocks noGrp="1"/>
              </p:cNvSpPr>
              <p:nvPr/>
            </p:nvSpPr>
            <p:spPr>
              <a:xfrm>
                <a:off x="18755122" y="7343775"/>
                <a:ext cx="19248" cy="200025"/>
              </a:xfrm>
              <a:prstGeom prst="rect">
                <a:avLst/>
              </a:prstGeom>
              <a:solidFill>
                <a:srgbClr val="DCE8ED"/>
              </a:solidFill>
              <a:ln w="0">
                <a:noFill/>
                <a:prstDash val="solid"/>
              </a:ln>
            </p:spPr>
          </p:sp>
          <p:sp>
            <p:nvSpPr>
              <p:cNvPr id="1818" name="four:barrier-filling:filled-output-cell-147:1542"/>
              <p:cNvSpPr>
                <a:spLocks noGrp="1"/>
              </p:cNvSpPr>
              <p:nvPr/>
            </p:nvSpPr>
            <p:spPr>
              <a:xfrm>
                <a:off x="18774370" y="7343775"/>
                <a:ext cx="19248" cy="200025"/>
              </a:xfrm>
              <a:prstGeom prst="rect">
                <a:avLst/>
              </a:prstGeom>
              <a:solidFill>
                <a:srgbClr val="DCE8ED"/>
              </a:solidFill>
              <a:ln w="0">
                <a:noFill/>
                <a:prstDash val="solid"/>
              </a:ln>
            </p:spPr>
          </p:sp>
          <p:sp>
            <p:nvSpPr>
              <p:cNvPr id="1819" name="four:barrier-filling:filled-output-cell-148:1543"/>
              <p:cNvSpPr>
                <a:spLocks noGrp="1"/>
              </p:cNvSpPr>
              <p:nvPr/>
            </p:nvSpPr>
            <p:spPr>
              <a:xfrm>
                <a:off x="18793619" y="7343775"/>
                <a:ext cx="19248" cy="200025"/>
              </a:xfrm>
              <a:prstGeom prst="rect">
                <a:avLst/>
              </a:prstGeom>
              <a:solidFill>
                <a:srgbClr val="DCE8ED"/>
              </a:solidFill>
              <a:ln w="0">
                <a:noFill/>
                <a:prstDash val="solid"/>
              </a:ln>
            </p:spPr>
          </p:sp>
          <p:sp>
            <p:nvSpPr>
              <p:cNvPr id="1820" name="four:barrier-filling:filled-output-cell-149:1544"/>
              <p:cNvSpPr>
                <a:spLocks noGrp="1"/>
              </p:cNvSpPr>
              <p:nvPr/>
            </p:nvSpPr>
            <p:spPr>
              <a:xfrm>
                <a:off x="18812867" y="7343775"/>
                <a:ext cx="19248" cy="200025"/>
              </a:xfrm>
              <a:prstGeom prst="rect">
                <a:avLst/>
              </a:prstGeom>
              <a:solidFill>
                <a:srgbClr val="DCE8ED"/>
              </a:solidFill>
              <a:ln w="0">
                <a:noFill/>
                <a:prstDash val="solid"/>
              </a:ln>
            </p:spPr>
          </p:sp>
          <p:sp>
            <p:nvSpPr>
              <p:cNvPr id="1821" name="four:barrier-filling:filled-output-cell-150:1545"/>
              <p:cNvSpPr>
                <a:spLocks noGrp="1"/>
              </p:cNvSpPr>
              <p:nvPr/>
            </p:nvSpPr>
            <p:spPr>
              <a:xfrm>
                <a:off x="18832116" y="7343775"/>
                <a:ext cx="19248" cy="200025"/>
              </a:xfrm>
              <a:prstGeom prst="rect">
                <a:avLst/>
              </a:prstGeom>
              <a:solidFill>
                <a:srgbClr val="DCE8ED"/>
              </a:solidFill>
              <a:ln w="0">
                <a:noFill/>
                <a:prstDash val="solid"/>
              </a:ln>
            </p:spPr>
          </p:sp>
          <p:sp>
            <p:nvSpPr>
              <p:cNvPr id="1822" name="four:barrier-filling:filled-output-cell-151:1546"/>
              <p:cNvSpPr>
                <a:spLocks noGrp="1"/>
              </p:cNvSpPr>
              <p:nvPr/>
            </p:nvSpPr>
            <p:spPr>
              <a:xfrm>
                <a:off x="18851364" y="7343775"/>
                <a:ext cx="19248" cy="200025"/>
              </a:xfrm>
              <a:prstGeom prst="rect">
                <a:avLst/>
              </a:prstGeom>
              <a:solidFill>
                <a:srgbClr val="DCE8ED"/>
              </a:solidFill>
              <a:ln w="0">
                <a:noFill/>
                <a:prstDash val="solid"/>
              </a:ln>
            </p:spPr>
          </p:sp>
          <p:sp>
            <p:nvSpPr>
              <p:cNvPr id="1823" name="four:barrier-filling:filled-output-cell-152:1547"/>
              <p:cNvSpPr>
                <a:spLocks noGrp="1"/>
              </p:cNvSpPr>
              <p:nvPr/>
            </p:nvSpPr>
            <p:spPr>
              <a:xfrm>
                <a:off x="18870613" y="7343775"/>
                <a:ext cx="19248" cy="200025"/>
              </a:xfrm>
              <a:prstGeom prst="rect">
                <a:avLst/>
              </a:prstGeom>
              <a:solidFill>
                <a:srgbClr val="DCE8ED"/>
              </a:solidFill>
              <a:ln w="0">
                <a:noFill/>
                <a:prstDash val="solid"/>
              </a:ln>
            </p:spPr>
          </p:sp>
          <p:sp>
            <p:nvSpPr>
              <p:cNvPr id="1824" name="four:barrier-filling:filled-output-cell-153:1548"/>
              <p:cNvSpPr>
                <a:spLocks noGrp="1"/>
              </p:cNvSpPr>
              <p:nvPr/>
            </p:nvSpPr>
            <p:spPr>
              <a:xfrm>
                <a:off x="18889861" y="7343775"/>
                <a:ext cx="19248" cy="200025"/>
              </a:xfrm>
              <a:prstGeom prst="rect">
                <a:avLst/>
              </a:prstGeom>
              <a:solidFill>
                <a:srgbClr val="DCE8ED"/>
              </a:solidFill>
              <a:ln w="0">
                <a:noFill/>
                <a:prstDash val="solid"/>
              </a:ln>
            </p:spPr>
          </p:sp>
          <p:sp>
            <p:nvSpPr>
              <p:cNvPr id="1825" name="four:barrier-filling:filled-output-cell-154:1549"/>
              <p:cNvSpPr>
                <a:spLocks noGrp="1"/>
              </p:cNvSpPr>
              <p:nvPr/>
            </p:nvSpPr>
            <p:spPr>
              <a:xfrm>
                <a:off x="18909109" y="7343775"/>
                <a:ext cx="19248" cy="200025"/>
              </a:xfrm>
              <a:prstGeom prst="rect">
                <a:avLst/>
              </a:prstGeom>
              <a:solidFill>
                <a:srgbClr val="DCE8ED"/>
              </a:solidFill>
              <a:ln w="0">
                <a:noFill/>
                <a:prstDash val="solid"/>
              </a:ln>
            </p:spPr>
          </p:sp>
          <p:sp>
            <p:nvSpPr>
              <p:cNvPr id="1826" name="four:barrier-filling:filled-output-cell-155:1550"/>
              <p:cNvSpPr>
                <a:spLocks noGrp="1"/>
              </p:cNvSpPr>
              <p:nvPr/>
            </p:nvSpPr>
            <p:spPr>
              <a:xfrm>
                <a:off x="18928358" y="7343775"/>
                <a:ext cx="19248" cy="200025"/>
              </a:xfrm>
              <a:prstGeom prst="rect">
                <a:avLst/>
              </a:prstGeom>
              <a:solidFill>
                <a:srgbClr val="DCE8ED"/>
              </a:solidFill>
              <a:ln w="0">
                <a:noFill/>
                <a:prstDash val="solid"/>
              </a:ln>
            </p:spPr>
          </p:sp>
          <p:sp>
            <p:nvSpPr>
              <p:cNvPr id="1827" name="four:barrier-filling:filled-output-cell-156:1551"/>
              <p:cNvSpPr>
                <a:spLocks noGrp="1"/>
              </p:cNvSpPr>
              <p:nvPr/>
            </p:nvSpPr>
            <p:spPr>
              <a:xfrm>
                <a:off x="18947606" y="7343775"/>
                <a:ext cx="19248" cy="200025"/>
              </a:xfrm>
              <a:prstGeom prst="rect">
                <a:avLst/>
              </a:prstGeom>
              <a:solidFill>
                <a:srgbClr val="DCE8ED"/>
              </a:solidFill>
              <a:ln w="0">
                <a:noFill/>
                <a:prstDash val="solid"/>
              </a:ln>
            </p:spPr>
          </p:sp>
          <p:sp>
            <p:nvSpPr>
              <p:cNvPr id="1828" name="four:barrier-filling:filled-output-cell-157:1552"/>
              <p:cNvSpPr>
                <a:spLocks noGrp="1"/>
              </p:cNvSpPr>
              <p:nvPr/>
            </p:nvSpPr>
            <p:spPr>
              <a:xfrm>
                <a:off x="18966855" y="7343775"/>
                <a:ext cx="19248" cy="200025"/>
              </a:xfrm>
              <a:prstGeom prst="rect">
                <a:avLst/>
              </a:prstGeom>
              <a:solidFill>
                <a:srgbClr val="DCE8ED"/>
              </a:solidFill>
              <a:ln w="0">
                <a:noFill/>
                <a:prstDash val="solid"/>
              </a:ln>
            </p:spPr>
          </p:sp>
          <p:sp>
            <p:nvSpPr>
              <p:cNvPr id="1829" name="four:barrier-filling:filled-output-cell-158:1553"/>
              <p:cNvSpPr>
                <a:spLocks noGrp="1"/>
              </p:cNvSpPr>
              <p:nvPr/>
            </p:nvSpPr>
            <p:spPr>
              <a:xfrm>
                <a:off x="18986103" y="7343775"/>
                <a:ext cx="19248" cy="200025"/>
              </a:xfrm>
              <a:prstGeom prst="rect">
                <a:avLst/>
              </a:prstGeom>
              <a:solidFill>
                <a:srgbClr val="DCE8ED"/>
              </a:solidFill>
              <a:ln w="0">
                <a:noFill/>
                <a:prstDash val="solid"/>
              </a:ln>
            </p:spPr>
          </p:sp>
          <p:sp>
            <p:nvSpPr>
              <p:cNvPr id="1830" name="four:barrier-filling:filled-output-cell-159:1554"/>
              <p:cNvSpPr>
                <a:spLocks noGrp="1"/>
              </p:cNvSpPr>
              <p:nvPr/>
            </p:nvSpPr>
            <p:spPr>
              <a:xfrm>
                <a:off x="19005352" y="7343775"/>
                <a:ext cx="19248" cy="200025"/>
              </a:xfrm>
              <a:prstGeom prst="rect">
                <a:avLst/>
              </a:prstGeom>
              <a:solidFill>
                <a:srgbClr val="DCE8ED"/>
              </a:solidFill>
              <a:ln w="0">
                <a:noFill/>
                <a:prstDash val="solid"/>
              </a:ln>
            </p:spPr>
          </p:sp>
          <p:sp>
            <p:nvSpPr>
              <p:cNvPr id="1831" name="four:barrier-filling:filled-output-cell-160:1555"/>
              <p:cNvSpPr>
                <a:spLocks noGrp="1"/>
              </p:cNvSpPr>
              <p:nvPr/>
            </p:nvSpPr>
            <p:spPr>
              <a:xfrm>
                <a:off x="19024600" y="7343775"/>
                <a:ext cx="19248" cy="200025"/>
              </a:xfrm>
              <a:prstGeom prst="rect">
                <a:avLst/>
              </a:prstGeom>
              <a:solidFill>
                <a:srgbClr val="DCE8ED"/>
              </a:solidFill>
              <a:ln w="0">
                <a:noFill/>
                <a:prstDash val="solid"/>
              </a:ln>
            </p:spPr>
          </p:sp>
          <p:sp>
            <p:nvSpPr>
              <p:cNvPr id="1832" name="four:barrier-filling:filled-output-cell-161:1556"/>
              <p:cNvSpPr>
                <a:spLocks noGrp="1"/>
              </p:cNvSpPr>
              <p:nvPr/>
            </p:nvSpPr>
            <p:spPr>
              <a:xfrm>
                <a:off x="19043848" y="7343775"/>
                <a:ext cx="19248" cy="200025"/>
              </a:xfrm>
              <a:prstGeom prst="rect">
                <a:avLst/>
              </a:prstGeom>
              <a:solidFill>
                <a:srgbClr val="DCE8ED"/>
              </a:solidFill>
              <a:ln w="0">
                <a:noFill/>
                <a:prstDash val="solid"/>
              </a:ln>
            </p:spPr>
          </p:sp>
          <p:sp>
            <p:nvSpPr>
              <p:cNvPr id="1833" name="four:barrier-filling:filled-output-cell-162:1557"/>
              <p:cNvSpPr>
                <a:spLocks noGrp="1"/>
              </p:cNvSpPr>
              <p:nvPr/>
            </p:nvSpPr>
            <p:spPr>
              <a:xfrm>
                <a:off x="19063097" y="7343775"/>
                <a:ext cx="19248" cy="200025"/>
              </a:xfrm>
              <a:prstGeom prst="rect">
                <a:avLst/>
              </a:prstGeom>
              <a:solidFill>
                <a:srgbClr val="DCE6E9"/>
              </a:solidFill>
              <a:ln w="0">
                <a:noFill/>
                <a:prstDash val="solid"/>
              </a:ln>
            </p:spPr>
          </p:sp>
          <p:sp>
            <p:nvSpPr>
              <p:cNvPr id="1834" name="four:barrier-filling:filled-output-cell-163:1558"/>
              <p:cNvSpPr>
                <a:spLocks noGrp="1"/>
              </p:cNvSpPr>
              <p:nvPr/>
            </p:nvSpPr>
            <p:spPr>
              <a:xfrm>
                <a:off x="19082345" y="7343775"/>
                <a:ext cx="19248" cy="200025"/>
              </a:xfrm>
              <a:prstGeom prst="rect">
                <a:avLst/>
              </a:prstGeom>
              <a:solidFill>
                <a:srgbClr val="DADCDB"/>
              </a:solidFill>
              <a:ln w="0">
                <a:noFill/>
                <a:prstDash val="solid"/>
              </a:ln>
            </p:spPr>
          </p:sp>
          <p:sp>
            <p:nvSpPr>
              <p:cNvPr id="1835" name="four:barrier-filling:filled-output-cell-164:1559"/>
              <p:cNvSpPr>
                <a:spLocks noGrp="1"/>
              </p:cNvSpPr>
              <p:nvPr/>
            </p:nvSpPr>
            <p:spPr>
              <a:xfrm>
                <a:off x="19101594" y="7343775"/>
                <a:ext cx="19248" cy="200025"/>
              </a:xfrm>
              <a:prstGeom prst="rect">
                <a:avLst/>
              </a:prstGeom>
              <a:solidFill>
                <a:srgbClr val="D7C8D9"/>
              </a:solidFill>
              <a:ln w="0">
                <a:noFill/>
                <a:prstDash val="solid"/>
              </a:ln>
            </p:spPr>
          </p:sp>
          <p:sp>
            <p:nvSpPr>
              <p:cNvPr id="1836" name="four:barrier-filling:filled-output-cell-165:1560"/>
              <p:cNvSpPr>
                <a:spLocks noGrp="1"/>
              </p:cNvSpPr>
              <p:nvPr/>
            </p:nvSpPr>
            <p:spPr>
              <a:xfrm>
                <a:off x="19120842" y="7343775"/>
                <a:ext cx="19248" cy="200025"/>
              </a:xfrm>
              <a:prstGeom prst="rect">
                <a:avLst/>
              </a:prstGeom>
              <a:solidFill>
                <a:srgbClr val="D4B2CB"/>
              </a:solidFill>
              <a:ln w="0">
                <a:noFill/>
                <a:prstDash val="solid"/>
              </a:ln>
            </p:spPr>
          </p:sp>
          <p:sp>
            <p:nvSpPr>
              <p:cNvPr id="1837" name="four:barrier-filling:filled-output-cell-166:1561"/>
              <p:cNvSpPr>
                <a:spLocks noGrp="1"/>
              </p:cNvSpPr>
              <p:nvPr/>
            </p:nvSpPr>
            <p:spPr>
              <a:xfrm>
                <a:off x="19140091" y="7343775"/>
                <a:ext cx="19248" cy="200025"/>
              </a:xfrm>
              <a:prstGeom prst="rect">
                <a:avLst/>
              </a:prstGeom>
              <a:solidFill>
                <a:srgbClr val="D19DBE"/>
              </a:solidFill>
              <a:ln w="0">
                <a:noFill/>
                <a:prstDash val="solid"/>
              </a:ln>
            </p:spPr>
          </p:sp>
          <p:sp>
            <p:nvSpPr>
              <p:cNvPr id="1838" name="four:barrier-filling:filled-output-cell-167:1562"/>
              <p:cNvSpPr>
                <a:spLocks noGrp="1"/>
              </p:cNvSpPr>
              <p:nvPr/>
            </p:nvSpPr>
            <p:spPr>
              <a:xfrm>
                <a:off x="19159339" y="7343775"/>
                <a:ext cx="19248" cy="200025"/>
              </a:xfrm>
              <a:prstGeom prst="rect">
                <a:avLst/>
              </a:prstGeom>
              <a:solidFill>
                <a:srgbClr val="CF8AB2"/>
              </a:solidFill>
              <a:ln w="0">
                <a:noFill/>
                <a:prstDash val="solid"/>
              </a:ln>
            </p:spPr>
          </p:sp>
          <p:sp>
            <p:nvSpPr>
              <p:cNvPr id="1839" name="four:barrier-filling:filled-output-cell-168:1563"/>
              <p:cNvSpPr>
                <a:spLocks noGrp="1"/>
              </p:cNvSpPr>
              <p:nvPr/>
            </p:nvSpPr>
            <p:spPr>
              <a:xfrm>
                <a:off x="19178588" y="7343775"/>
                <a:ext cx="19248" cy="200025"/>
              </a:xfrm>
              <a:prstGeom prst="rect">
                <a:avLst/>
              </a:prstGeom>
              <a:solidFill>
                <a:srgbClr val="CD7EAA"/>
              </a:solidFill>
              <a:ln w="0">
                <a:noFill/>
                <a:prstDash val="solid"/>
              </a:ln>
            </p:spPr>
          </p:sp>
          <p:sp>
            <p:nvSpPr>
              <p:cNvPr id="1840" name="four:barrier-filling:filled-output-cell-169:1564"/>
              <p:cNvSpPr>
                <a:spLocks noGrp="1"/>
              </p:cNvSpPr>
              <p:nvPr/>
            </p:nvSpPr>
            <p:spPr>
              <a:xfrm>
                <a:off x="19197836" y="7343775"/>
                <a:ext cx="19248" cy="200025"/>
              </a:xfrm>
              <a:prstGeom prst="rect">
                <a:avLst/>
              </a:prstGeom>
              <a:solidFill>
                <a:srgbClr val="CC79A7"/>
              </a:solidFill>
              <a:ln w="0">
                <a:noFill/>
                <a:prstDash val="solid"/>
              </a:ln>
            </p:spPr>
          </p:sp>
          <p:sp>
            <p:nvSpPr>
              <p:cNvPr id="1841" name="four:barrier-filling:filled-output-cell-170:1565"/>
              <p:cNvSpPr>
                <a:spLocks noGrp="1"/>
              </p:cNvSpPr>
              <p:nvPr/>
            </p:nvSpPr>
            <p:spPr>
              <a:xfrm>
                <a:off x="19217084" y="7343775"/>
                <a:ext cx="19248" cy="200025"/>
              </a:xfrm>
              <a:prstGeom prst="rect">
                <a:avLst/>
              </a:prstGeom>
              <a:solidFill>
                <a:srgbClr val="CC79A7"/>
              </a:solidFill>
              <a:ln w="0">
                <a:noFill/>
                <a:prstDash val="solid"/>
              </a:ln>
            </p:spPr>
          </p:sp>
          <p:sp>
            <p:nvSpPr>
              <p:cNvPr id="1842" name="four:barrier-filling:filled-output-cell-171:1566"/>
              <p:cNvSpPr>
                <a:spLocks noGrp="1"/>
              </p:cNvSpPr>
              <p:nvPr/>
            </p:nvSpPr>
            <p:spPr>
              <a:xfrm>
                <a:off x="19236333" y="7343775"/>
                <a:ext cx="19248" cy="200025"/>
              </a:xfrm>
              <a:prstGeom prst="rect">
                <a:avLst/>
              </a:prstGeom>
              <a:solidFill>
                <a:srgbClr val="CC79A7"/>
              </a:solidFill>
              <a:ln w="0">
                <a:noFill/>
                <a:prstDash val="solid"/>
              </a:ln>
            </p:spPr>
          </p:sp>
          <p:sp>
            <p:nvSpPr>
              <p:cNvPr id="1843" name="four:barrier-filling:filled-output-cell-172:1567"/>
              <p:cNvSpPr>
                <a:spLocks noGrp="1"/>
              </p:cNvSpPr>
              <p:nvPr/>
            </p:nvSpPr>
            <p:spPr>
              <a:xfrm>
                <a:off x="19255581" y="7343775"/>
                <a:ext cx="19248" cy="200025"/>
              </a:xfrm>
              <a:prstGeom prst="rect">
                <a:avLst/>
              </a:prstGeom>
              <a:solidFill>
                <a:srgbClr val="CC79A7"/>
              </a:solidFill>
              <a:ln w="0">
                <a:noFill/>
                <a:prstDash val="solid"/>
              </a:ln>
            </p:spPr>
          </p:sp>
          <p:sp>
            <p:nvSpPr>
              <p:cNvPr id="1844" name="four:barrier-filling:filled-output-cell-173:1568"/>
              <p:cNvSpPr>
                <a:spLocks noGrp="1"/>
              </p:cNvSpPr>
              <p:nvPr/>
            </p:nvSpPr>
            <p:spPr>
              <a:xfrm>
                <a:off x="19274830" y="7343775"/>
                <a:ext cx="19248" cy="200025"/>
              </a:xfrm>
              <a:prstGeom prst="rect">
                <a:avLst/>
              </a:prstGeom>
              <a:solidFill>
                <a:srgbClr val="CC79A7"/>
              </a:solidFill>
              <a:ln w="0">
                <a:noFill/>
                <a:prstDash val="solid"/>
              </a:ln>
            </p:spPr>
          </p:sp>
          <p:sp>
            <p:nvSpPr>
              <p:cNvPr id="1845" name="four:barrier-filling:filled-output-cell-174:1569"/>
              <p:cNvSpPr>
                <a:spLocks noGrp="1"/>
              </p:cNvSpPr>
              <p:nvPr/>
            </p:nvSpPr>
            <p:spPr>
              <a:xfrm>
                <a:off x="19294078" y="7343775"/>
                <a:ext cx="19248" cy="200025"/>
              </a:xfrm>
              <a:prstGeom prst="rect">
                <a:avLst/>
              </a:prstGeom>
              <a:solidFill>
                <a:srgbClr val="CC79A7"/>
              </a:solidFill>
              <a:ln w="0">
                <a:noFill/>
                <a:prstDash val="solid"/>
              </a:ln>
            </p:spPr>
          </p:sp>
          <p:sp>
            <p:nvSpPr>
              <p:cNvPr id="1846" name="four:barrier-filling:filled-output-cell-175:1570"/>
              <p:cNvSpPr>
                <a:spLocks noGrp="1"/>
              </p:cNvSpPr>
              <p:nvPr/>
            </p:nvSpPr>
            <p:spPr>
              <a:xfrm>
                <a:off x="19313327" y="7343775"/>
                <a:ext cx="19248" cy="200025"/>
              </a:xfrm>
              <a:prstGeom prst="rect">
                <a:avLst/>
              </a:prstGeom>
              <a:solidFill>
                <a:srgbClr val="CC79A7"/>
              </a:solidFill>
              <a:ln w="0">
                <a:noFill/>
                <a:prstDash val="solid"/>
              </a:ln>
            </p:spPr>
          </p:sp>
          <p:sp>
            <p:nvSpPr>
              <p:cNvPr id="1847" name="four:barrier-filling:filled-output-cell-176:1571"/>
              <p:cNvSpPr>
                <a:spLocks noGrp="1"/>
              </p:cNvSpPr>
              <p:nvPr/>
            </p:nvSpPr>
            <p:spPr>
              <a:xfrm>
                <a:off x="19332575" y="7343775"/>
                <a:ext cx="19248" cy="200025"/>
              </a:xfrm>
              <a:prstGeom prst="rect">
                <a:avLst/>
              </a:prstGeom>
              <a:solidFill>
                <a:srgbClr val="CC79A7"/>
              </a:solidFill>
              <a:ln w="0">
                <a:noFill/>
                <a:prstDash val="solid"/>
              </a:ln>
            </p:spPr>
          </p:sp>
          <p:sp>
            <p:nvSpPr>
              <p:cNvPr id="1848" name="four:barrier-filling:filled-output-cell-177:1572"/>
              <p:cNvSpPr>
                <a:spLocks noGrp="1"/>
              </p:cNvSpPr>
              <p:nvPr/>
            </p:nvSpPr>
            <p:spPr>
              <a:xfrm>
                <a:off x="19351823" y="7343775"/>
                <a:ext cx="19248" cy="200025"/>
              </a:xfrm>
              <a:prstGeom prst="rect">
                <a:avLst/>
              </a:prstGeom>
              <a:solidFill>
                <a:srgbClr val="CC79A7"/>
              </a:solidFill>
              <a:ln w="0">
                <a:noFill/>
                <a:prstDash val="solid"/>
              </a:ln>
            </p:spPr>
          </p:sp>
          <p:sp>
            <p:nvSpPr>
              <p:cNvPr id="1849" name="four:barrier-filling:filled-output-cell-178:1573"/>
              <p:cNvSpPr>
                <a:spLocks noGrp="1"/>
              </p:cNvSpPr>
              <p:nvPr/>
            </p:nvSpPr>
            <p:spPr>
              <a:xfrm>
                <a:off x="19371072" y="7343775"/>
                <a:ext cx="19248" cy="200025"/>
              </a:xfrm>
              <a:prstGeom prst="rect">
                <a:avLst/>
              </a:prstGeom>
              <a:solidFill>
                <a:srgbClr val="CC79A7"/>
              </a:solidFill>
              <a:ln w="0">
                <a:noFill/>
                <a:prstDash val="solid"/>
              </a:ln>
            </p:spPr>
          </p:sp>
          <p:sp>
            <p:nvSpPr>
              <p:cNvPr id="1850" name="four:barrier-filling:filled-output-cell-179:1574"/>
              <p:cNvSpPr>
                <a:spLocks noGrp="1"/>
              </p:cNvSpPr>
              <p:nvPr/>
            </p:nvSpPr>
            <p:spPr>
              <a:xfrm>
                <a:off x="19390320" y="7343775"/>
                <a:ext cx="19248" cy="200025"/>
              </a:xfrm>
              <a:prstGeom prst="rect">
                <a:avLst/>
              </a:prstGeom>
              <a:solidFill>
                <a:srgbClr val="CC79A7"/>
              </a:solidFill>
              <a:ln w="0">
                <a:noFill/>
                <a:prstDash val="solid"/>
              </a:ln>
            </p:spPr>
          </p:sp>
          <p:sp>
            <p:nvSpPr>
              <p:cNvPr id="1851" name="four:barrier-filling:filled-output-cell-180:1575"/>
              <p:cNvSpPr>
                <a:spLocks noGrp="1"/>
              </p:cNvSpPr>
              <p:nvPr/>
            </p:nvSpPr>
            <p:spPr>
              <a:xfrm>
                <a:off x="19409569" y="7343775"/>
                <a:ext cx="19248" cy="200025"/>
              </a:xfrm>
              <a:prstGeom prst="rect">
                <a:avLst/>
              </a:prstGeom>
              <a:solidFill>
                <a:srgbClr val="CC79A7"/>
              </a:solidFill>
              <a:ln w="0">
                <a:noFill/>
                <a:prstDash val="solid"/>
              </a:ln>
            </p:spPr>
          </p:sp>
          <p:sp>
            <p:nvSpPr>
              <p:cNvPr id="1852" name="four:barrier-filling:filled-output-cell-181:1576"/>
              <p:cNvSpPr>
                <a:spLocks noGrp="1"/>
              </p:cNvSpPr>
              <p:nvPr/>
            </p:nvSpPr>
            <p:spPr>
              <a:xfrm>
                <a:off x="19428817" y="7343775"/>
                <a:ext cx="19248" cy="200025"/>
              </a:xfrm>
              <a:prstGeom prst="rect">
                <a:avLst/>
              </a:prstGeom>
              <a:solidFill>
                <a:srgbClr val="CC79A7"/>
              </a:solidFill>
              <a:ln w="0">
                <a:noFill/>
                <a:prstDash val="solid"/>
              </a:ln>
            </p:spPr>
          </p:sp>
          <p:sp>
            <p:nvSpPr>
              <p:cNvPr id="1853" name="four:barrier-filling:filled-output-cell-182:1577"/>
              <p:cNvSpPr>
                <a:spLocks noGrp="1"/>
              </p:cNvSpPr>
              <p:nvPr/>
            </p:nvSpPr>
            <p:spPr>
              <a:xfrm>
                <a:off x="19448066" y="7343775"/>
                <a:ext cx="19248" cy="200025"/>
              </a:xfrm>
              <a:prstGeom prst="rect">
                <a:avLst/>
              </a:prstGeom>
              <a:solidFill>
                <a:srgbClr val="CC79A7"/>
              </a:solidFill>
              <a:ln w="0">
                <a:noFill/>
                <a:prstDash val="solid"/>
              </a:ln>
            </p:spPr>
          </p:sp>
          <p:sp>
            <p:nvSpPr>
              <p:cNvPr id="1854" name="four:barrier-filling:filled-output-cell-183:1578"/>
              <p:cNvSpPr>
                <a:spLocks noGrp="1"/>
              </p:cNvSpPr>
              <p:nvPr/>
            </p:nvSpPr>
            <p:spPr>
              <a:xfrm>
                <a:off x="19467314" y="7343775"/>
                <a:ext cx="19248" cy="200025"/>
              </a:xfrm>
              <a:prstGeom prst="rect">
                <a:avLst/>
              </a:prstGeom>
              <a:solidFill>
                <a:srgbClr val="CE88B0"/>
              </a:solidFill>
              <a:ln w="0">
                <a:noFill/>
                <a:prstDash val="solid"/>
              </a:ln>
            </p:spPr>
          </p:sp>
          <p:sp>
            <p:nvSpPr>
              <p:cNvPr id="1855" name="four:barrier-filling:filled-output-cell-184:1579"/>
              <p:cNvSpPr>
                <a:spLocks noGrp="1"/>
              </p:cNvSpPr>
              <p:nvPr/>
            </p:nvSpPr>
            <p:spPr>
              <a:xfrm>
                <a:off x="19486563" y="7343775"/>
                <a:ext cx="19248" cy="200025"/>
              </a:xfrm>
              <a:prstGeom prst="rect">
                <a:avLst/>
              </a:prstGeom>
              <a:solidFill>
                <a:srgbClr val="D2A6C3"/>
              </a:solidFill>
              <a:ln w="0">
                <a:noFill/>
                <a:prstDash val="solid"/>
              </a:ln>
            </p:spPr>
          </p:sp>
          <p:sp>
            <p:nvSpPr>
              <p:cNvPr id="1856" name="four:barrier-filling:filled-output-cell-185:1580"/>
              <p:cNvSpPr>
                <a:spLocks noGrp="1"/>
              </p:cNvSpPr>
              <p:nvPr/>
            </p:nvSpPr>
            <p:spPr>
              <a:xfrm>
                <a:off x="19505811" y="7343775"/>
                <a:ext cx="19248" cy="200025"/>
              </a:xfrm>
              <a:prstGeom prst="rect">
                <a:avLst/>
              </a:prstGeom>
              <a:solidFill>
                <a:srgbClr val="D7C8D9"/>
              </a:solidFill>
              <a:ln w="0">
                <a:noFill/>
                <a:prstDash val="solid"/>
              </a:ln>
            </p:spPr>
          </p:sp>
          <p:sp>
            <p:nvSpPr>
              <p:cNvPr id="1857" name="four:barrier-filling:filled-output-cell-186:1581"/>
              <p:cNvSpPr>
                <a:spLocks noGrp="1"/>
              </p:cNvSpPr>
              <p:nvPr/>
            </p:nvSpPr>
            <p:spPr>
              <a:xfrm>
                <a:off x="19525059" y="7343775"/>
                <a:ext cx="19248" cy="200025"/>
              </a:xfrm>
              <a:prstGeom prst="rect">
                <a:avLst/>
              </a:prstGeom>
              <a:solidFill>
                <a:srgbClr val="DBE3E5"/>
              </a:solidFill>
              <a:ln w="0">
                <a:noFill/>
                <a:prstDash val="solid"/>
              </a:ln>
            </p:spPr>
          </p:sp>
          <p:sp>
            <p:nvSpPr>
              <p:cNvPr id="1858" name="four:barrier-filling:filled-output-cell-187:1582"/>
              <p:cNvSpPr>
                <a:spLocks noGrp="1"/>
              </p:cNvSpPr>
              <p:nvPr/>
            </p:nvSpPr>
            <p:spPr>
              <a:xfrm>
                <a:off x="19544308" y="7343775"/>
                <a:ext cx="19248" cy="200025"/>
              </a:xfrm>
              <a:prstGeom prst="rect">
                <a:avLst/>
              </a:prstGeom>
              <a:solidFill>
                <a:srgbClr val="DCE8ED"/>
              </a:solidFill>
              <a:ln w="0">
                <a:noFill/>
                <a:prstDash val="solid"/>
              </a:ln>
            </p:spPr>
          </p:sp>
          <p:sp>
            <p:nvSpPr>
              <p:cNvPr id="1859" name="four:barrier-filling:filled-output-cell-188:1583"/>
              <p:cNvSpPr>
                <a:spLocks noGrp="1"/>
              </p:cNvSpPr>
              <p:nvPr/>
            </p:nvSpPr>
            <p:spPr>
              <a:xfrm>
                <a:off x="19563556" y="7343775"/>
                <a:ext cx="19248" cy="200025"/>
              </a:xfrm>
              <a:prstGeom prst="rect">
                <a:avLst/>
              </a:prstGeom>
              <a:solidFill>
                <a:srgbClr val="DCE8ED"/>
              </a:solidFill>
              <a:ln w="0">
                <a:noFill/>
                <a:prstDash val="solid"/>
              </a:ln>
            </p:spPr>
          </p:sp>
          <p:sp>
            <p:nvSpPr>
              <p:cNvPr id="1860" name="four:barrier-filling:filled-output-cell-189:1584"/>
              <p:cNvSpPr>
                <a:spLocks noGrp="1"/>
              </p:cNvSpPr>
              <p:nvPr/>
            </p:nvSpPr>
            <p:spPr>
              <a:xfrm>
                <a:off x="19582805" y="7343775"/>
                <a:ext cx="19248" cy="200025"/>
              </a:xfrm>
              <a:prstGeom prst="rect">
                <a:avLst/>
              </a:prstGeom>
              <a:solidFill>
                <a:srgbClr val="DCE8ED"/>
              </a:solidFill>
              <a:ln w="0">
                <a:noFill/>
                <a:prstDash val="solid"/>
              </a:ln>
            </p:spPr>
          </p:sp>
          <p:sp>
            <p:nvSpPr>
              <p:cNvPr id="1861" name="four:barrier-filling:filled-output-cell-190:1585"/>
              <p:cNvSpPr>
                <a:spLocks noGrp="1"/>
              </p:cNvSpPr>
              <p:nvPr/>
            </p:nvSpPr>
            <p:spPr>
              <a:xfrm>
                <a:off x="19602053" y="7343775"/>
                <a:ext cx="19248" cy="200025"/>
              </a:xfrm>
              <a:prstGeom prst="rect">
                <a:avLst/>
              </a:prstGeom>
              <a:solidFill>
                <a:srgbClr val="DCE8ED"/>
              </a:solidFill>
              <a:ln w="0">
                <a:noFill/>
                <a:prstDash val="solid"/>
              </a:ln>
            </p:spPr>
          </p:sp>
          <p:sp>
            <p:nvSpPr>
              <p:cNvPr id="1862" name="four:barrier-filling:filled-output-cell-191:1586"/>
              <p:cNvSpPr>
                <a:spLocks noGrp="1"/>
              </p:cNvSpPr>
              <p:nvPr/>
            </p:nvSpPr>
            <p:spPr>
              <a:xfrm>
                <a:off x="19621302" y="7343775"/>
                <a:ext cx="19248" cy="200025"/>
              </a:xfrm>
              <a:prstGeom prst="rect">
                <a:avLst/>
              </a:prstGeom>
              <a:solidFill>
                <a:srgbClr val="DCE8ED"/>
              </a:solidFill>
              <a:ln w="0">
                <a:noFill/>
                <a:prstDash val="solid"/>
              </a:ln>
            </p:spPr>
          </p:sp>
          <p:sp>
            <p:nvSpPr>
              <p:cNvPr id="1863" name="four:barrier-filling:filled-output-border:1587"/>
              <p:cNvSpPr>
                <a:spLocks noGrp="1"/>
              </p:cNvSpPr>
              <p:nvPr/>
            </p:nvSpPr>
            <p:spPr>
              <a:xfrm>
                <a:off x="15944850" y="7343775"/>
                <a:ext cx="3695700" cy="200025"/>
              </a:xfrm>
              <a:prstGeom prst="rect">
                <a:avLst/>
              </a:prstGeom>
              <a:noFill/>
              <a:ln w="3909">
                <a:solidFill>
                  <a:srgbClr val="263238"/>
                </a:solidFill>
                <a:prstDash val="solid"/>
              </a:ln>
            </p:spPr>
          </p:sp>
        </p:grpSp>
        <p:grpSp>
          <p:nvGrpSpPr>
            <p:cNvPr id="1864" name="time-step-strips"/>
            <p:cNvGrpSpPr/>
            <p:nvPr/>
          </p:nvGrpSpPr>
          <p:grpSpPr>
            <a:xfrm>
              <a:off x="0" y="0"/>
              <a:ext cx="24955500" cy="8572500"/>
              <a:chOff x="0" y="0"/>
              <a:chExt cx="24955500" cy="8572500"/>
            </a:xfrm>
          </p:grpSpPr>
          <p:sp>
            <p:nvSpPr>
              <p:cNvPr id="1865" name="four:time-step-strips:textbox:1588"/>
              <p:cNvSpPr>
                <a:spLocks noGrp="1"/>
              </p:cNvSpPr>
              <p:nvPr/>
            </p:nvSpPr>
            <p:spPr>
              <a:xfrm>
                <a:off x="20840700" y="1057275"/>
                <a:ext cx="3514725" cy="304800"/>
              </a:xfrm>
              <a:prstGeom prst="rect">
                <a:avLst/>
              </a:prstGeom>
              <a:noFill/>
              <a:ln w="0">
                <a:noFill/>
                <a:prstDash val="solid"/>
              </a:ln>
            </p:spPr>
            <p:txBody>
              <a:bodyPr wrap="none" lIns="0" tIns="0" rIns="0" bIns="0" anchor="ctr">
                <a:normAutofit/>
              </a:bodyPr>
              <a:lstStyle>
                <a:defPPr algn="l">
                  <a:defRPr sz="923" b="1">
                    <a:solidFill>
                      <a:srgbClr val="263238"/>
                    </a:solidFill>
                    <a:latin typeface="Arial" panose="020B0604020202090204"/>
                    <a:ea typeface="Arial" panose="020B0604020202090204"/>
                    <a:cs typeface="Arial" panose="020B0604020202090204"/>
                  </a:defRPr>
                </a:defPPr>
              </a:lstStyle>
              <a:p>
                <a:pPr algn="l">
                  <a:defRPr sz="923" b="1">
                    <a:solidFill>
                      <a:srgbClr val="263238"/>
                    </a:solidFill>
                    <a:latin typeface="Arial" panose="020B0604020202090204"/>
                    <a:ea typeface="Arial" panose="020B0604020202090204"/>
                    <a:cs typeface="Arial" panose="020B0604020202090204"/>
                  </a:defRPr>
                </a:pPr>
                <a:r>
                  <a:rPr sz="923" b="1">
                    <a:solidFill>
                      <a:srgbClr val="263238"/>
                    </a:solidFill>
                    <a:latin typeface="Arial" panose="020B0604020202090204"/>
                    <a:ea typeface="Arial" panose="020B0604020202090204"/>
                    <a:cs typeface="Arial" panose="020B0604020202090204"/>
                  </a:rPr>
                  <a:t>Time-step layouts</a:t>
                </a:r>
                <a:endParaRPr sz="923" b="1">
                  <a:solidFill>
                    <a:srgbClr val="263238"/>
                  </a:solidFill>
                  <a:latin typeface="Arial" panose="020B0604020202090204"/>
                  <a:ea typeface="Arial" panose="020B0604020202090204"/>
                  <a:cs typeface="Arial" panose="020B0604020202090204"/>
                </a:endParaRPr>
              </a:p>
            </p:txBody>
          </p:sp>
          <p:sp>
            <p:nvSpPr>
              <p:cNvPr id="1866" name="four:time-step-strips:textbox:1589"/>
              <p:cNvSpPr>
                <a:spLocks noGrp="1"/>
              </p:cNvSpPr>
              <p:nvPr/>
            </p:nvSpPr>
            <p:spPr>
              <a:xfrm>
                <a:off x="20831175" y="1552575"/>
                <a:ext cx="323850" cy="342900"/>
              </a:xfrm>
              <a:prstGeom prst="rect">
                <a:avLst/>
              </a:prstGeom>
              <a:noFill/>
              <a:ln w="0">
                <a:noFill/>
                <a:prstDash val="solid"/>
              </a:ln>
            </p:spPr>
            <p:txBody>
              <a:bodyPr wrap="none" lIns="0" tIns="0" rIns="0" bIns="0" anchor="ctr">
                <a:normAutofit/>
              </a:bodyPr>
              <a:lstStyle>
                <a:defPPr algn="ctr">
                  <a:defRPr sz="1039" b="0">
                    <a:solidFill>
                      <a:srgbClr val="263238"/>
                    </a:solidFill>
                    <a:latin typeface="Arial" panose="020B0604020202090204"/>
                    <a:ea typeface="Arial" panose="020B0604020202090204"/>
                    <a:cs typeface="Arial" panose="020B0604020202090204"/>
                  </a:defRPr>
                </a:defPPr>
              </a:lstStyle>
              <a:p>
                <a:pPr algn="ctr">
                  <a:defRPr sz="1039" b="0">
                    <a:solidFill>
                      <a:srgbClr val="263238"/>
                    </a:solidFill>
                    <a:latin typeface="Arial" panose="020B0604020202090204"/>
                    <a:ea typeface="Arial" panose="020B0604020202090204"/>
                    <a:cs typeface="Arial" panose="020B0604020202090204"/>
                  </a:defRPr>
                </a:pPr>
                <a:r>
                  <a:rPr sz="1039" b="0">
                    <a:solidFill>
                      <a:srgbClr val="263238"/>
                    </a:solidFill>
                    <a:latin typeface="Arial" panose="020B0604020202090204"/>
                    <a:ea typeface="Arial" panose="020B0604020202090204"/>
                    <a:cs typeface="Arial" panose="020B0604020202090204"/>
                  </a:rPr>
                  <a:t>tₐ</a:t>
                </a:r>
                <a:endParaRPr sz="1039" b="0">
                  <a:solidFill>
                    <a:srgbClr val="263238"/>
                  </a:solidFill>
                  <a:latin typeface="Arial" panose="020B0604020202090204"/>
                  <a:ea typeface="Arial" panose="020B0604020202090204"/>
                  <a:cs typeface="Arial" panose="020B0604020202090204"/>
                </a:endParaRPr>
              </a:p>
            </p:txBody>
          </p:sp>
          <p:sp>
            <p:nvSpPr>
              <p:cNvPr id="1867" name="four:time-step-strips:time-strip-tₐ-cell-0:1590"/>
              <p:cNvSpPr>
                <a:spLocks noGrp="1"/>
              </p:cNvSpPr>
              <p:nvPr/>
            </p:nvSpPr>
            <p:spPr>
              <a:xfrm>
                <a:off x="21240750" y="1581150"/>
                <a:ext cx="15379" cy="276225"/>
              </a:xfrm>
              <a:prstGeom prst="rect">
                <a:avLst/>
              </a:prstGeom>
              <a:solidFill>
                <a:srgbClr val="DCE8ED"/>
              </a:solidFill>
              <a:ln w="0">
                <a:noFill/>
                <a:prstDash val="solid"/>
              </a:ln>
            </p:spPr>
          </p:sp>
          <p:sp>
            <p:nvSpPr>
              <p:cNvPr id="1868" name="four:time-step-strips:time-strip-tₐ-cell-1:1591"/>
              <p:cNvSpPr>
                <a:spLocks noGrp="1"/>
              </p:cNvSpPr>
              <p:nvPr/>
            </p:nvSpPr>
            <p:spPr>
              <a:xfrm>
                <a:off x="21256129" y="1581150"/>
                <a:ext cx="15379" cy="276225"/>
              </a:xfrm>
              <a:prstGeom prst="rect">
                <a:avLst/>
              </a:prstGeom>
              <a:solidFill>
                <a:srgbClr val="DCE8ED"/>
              </a:solidFill>
              <a:ln w="0">
                <a:noFill/>
                <a:prstDash val="solid"/>
              </a:ln>
            </p:spPr>
          </p:sp>
          <p:sp>
            <p:nvSpPr>
              <p:cNvPr id="1869" name="four:time-step-strips:time-strip-tₐ-cell-2:1592"/>
              <p:cNvSpPr>
                <a:spLocks noGrp="1"/>
              </p:cNvSpPr>
              <p:nvPr/>
            </p:nvSpPr>
            <p:spPr>
              <a:xfrm>
                <a:off x="21271508" y="1581150"/>
                <a:ext cx="15379" cy="276225"/>
              </a:xfrm>
              <a:prstGeom prst="rect">
                <a:avLst/>
              </a:prstGeom>
              <a:solidFill>
                <a:srgbClr val="DCE8ED"/>
              </a:solidFill>
              <a:ln w="0">
                <a:noFill/>
                <a:prstDash val="solid"/>
              </a:ln>
            </p:spPr>
          </p:sp>
          <p:sp>
            <p:nvSpPr>
              <p:cNvPr id="1870" name="four:time-step-strips:time-strip-tₐ-cell-3:1593"/>
              <p:cNvSpPr>
                <a:spLocks noGrp="1"/>
              </p:cNvSpPr>
              <p:nvPr/>
            </p:nvSpPr>
            <p:spPr>
              <a:xfrm>
                <a:off x="21286887" y="1581150"/>
                <a:ext cx="15379" cy="276225"/>
              </a:xfrm>
              <a:prstGeom prst="rect">
                <a:avLst/>
              </a:prstGeom>
              <a:solidFill>
                <a:srgbClr val="DCE8ED"/>
              </a:solidFill>
              <a:ln w="0">
                <a:noFill/>
                <a:prstDash val="solid"/>
              </a:ln>
            </p:spPr>
          </p:sp>
          <p:sp>
            <p:nvSpPr>
              <p:cNvPr id="1871" name="four:time-step-strips:time-strip-tₐ-cell-4:1594"/>
              <p:cNvSpPr>
                <a:spLocks noGrp="1"/>
              </p:cNvSpPr>
              <p:nvPr/>
            </p:nvSpPr>
            <p:spPr>
              <a:xfrm>
                <a:off x="21302266" y="1581150"/>
                <a:ext cx="15379" cy="276225"/>
              </a:xfrm>
              <a:prstGeom prst="rect">
                <a:avLst/>
              </a:prstGeom>
              <a:solidFill>
                <a:srgbClr val="DCE8ED"/>
              </a:solidFill>
              <a:ln w="0">
                <a:noFill/>
                <a:prstDash val="solid"/>
              </a:ln>
            </p:spPr>
          </p:sp>
          <p:sp>
            <p:nvSpPr>
              <p:cNvPr id="1872" name="four:time-step-strips:time-strip-tₐ-cell-5:1595"/>
              <p:cNvSpPr>
                <a:spLocks noGrp="1"/>
              </p:cNvSpPr>
              <p:nvPr/>
            </p:nvSpPr>
            <p:spPr>
              <a:xfrm>
                <a:off x="21317645" y="1581150"/>
                <a:ext cx="15379" cy="276225"/>
              </a:xfrm>
              <a:prstGeom prst="rect">
                <a:avLst/>
              </a:prstGeom>
              <a:solidFill>
                <a:srgbClr val="D4E2E9"/>
              </a:solidFill>
              <a:ln w="0">
                <a:noFill/>
                <a:prstDash val="solid"/>
              </a:ln>
            </p:spPr>
          </p:sp>
          <p:sp>
            <p:nvSpPr>
              <p:cNvPr id="1873" name="four:time-step-strips:time-strip-tₐ-cell-6:1596"/>
              <p:cNvSpPr>
                <a:spLocks noGrp="1"/>
              </p:cNvSpPr>
              <p:nvPr/>
            </p:nvSpPr>
            <p:spPr>
              <a:xfrm>
                <a:off x="21333023" y="1581150"/>
                <a:ext cx="15379" cy="276225"/>
              </a:xfrm>
              <a:prstGeom prst="rect">
                <a:avLst/>
              </a:prstGeom>
              <a:solidFill>
                <a:srgbClr val="9DC6DC"/>
              </a:solidFill>
              <a:ln w="0">
                <a:noFill/>
                <a:prstDash val="solid"/>
              </a:ln>
            </p:spPr>
          </p:sp>
          <p:sp>
            <p:nvSpPr>
              <p:cNvPr id="1874" name="four:time-step-strips:time-strip-tₐ-cell-7:1597"/>
              <p:cNvSpPr>
                <a:spLocks noGrp="1"/>
              </p:cNvSpPr>
              <p:nvPr/>
            </p:nvSpPr>
            <p:spPr>
              <a:xfrm>
                <a:off x="21348402" y="1581150"/>
                <a:ext cx="15379" cy="276225"/>
              </a:xfrm>
              <a:prstGeom prst="rect">
                <a:avLst/>
              </a:prstGeom>
              <a:solidFill>
                <a:srgbClr val="5AA2CA"/>
              </a:solidFill>
              <a:ln w="0">
                <a:noFill/>
                <a:prstDash val="solid"/>
              </a:ln>
            </p:spPr>
          </p:sp>
          <p:sp>
            <p:nvSpPr>
              <p:cNvPr id="1875" name="four:time-step-strips:time-strip-tₐ-cell-8:1598"/>
              <p:cNvSpPr>
                <a:spLocks noGrp="1"/>
              </p:cNvSpPr>
              <p:nvPr/>
            </p:nvSpPr>
            <p:spPr>
              <a:xfrm>
                <a:off x="21363781" y="1581150"/>
                <a:ext cx="15379" cy="276225"/>
              </a:xfrm>
              <a:prstGeom prst="rect">
                <a:avLst/>
              </a:prstGeom>
              <a:solidFill>
                <a:srgbClr val="1D82BA"/>
              </a:solidFill>
              <a:ln w="0">
                <a:noFill/>
                <a:prstDash val="solid"/>
              </a:ln>
            </p:spPr>
          </p:sp>
          <p:sp>
            <p:nvSpPr>
              <p:cNvPr id="1876" name="four:time-step-strips:time-strip-tₐ-cell-9:1599"/>
              <p:cNvSpPr>
                <a:spLocks noGrp="1"/>
              </p:cNvSpPr>
              <p:nvPr/>
            </p:nvSpPr>
            <p:spPr>
              <a:xfrm>
                <a:off x="21379160" y="1581150"/>
                <a:ext cx="15379" cy="276225"/>
              </a:xfrm>
              <a:prstGeom prst="rect">
                <a:avLst/>
              </a:prstGeom>
              <a:solidFill>
                <a:srgbClr val="0072B2"/>
              </a:solidFill>
              <a:ln w="0">
                <a:noFill/>
                <a:prstDash val="solid"/>
              </a:ln>
            </p:spPr>
          </p:sp>
          <p:sp>
            <p:nvSpPr>
              <p:cNvPr id="1877" name="four:time-step-strips:time-strip-tₐ-cell-10:1600"/>
              <p:cNvSpPr>
                <a:spLocks noGrp="1"/>
              </p:cNvSpPr>
              <p:nvPr/>
            </p:nvSpPr>
            <p:spPr>
              <a:xfrm>
                <a:off x="21394539" y="1581150"/>
                <a:ext cx="15379" cy="276225"/>
              </a:xfrm>
              <a:prstGeom prst="rect">
                <a:avLst/>
              </a:prstGeom>
              <a:solidFill>
                <a:srgbClr val="0072B2"/>
              </a:solidFill>
              <a:ln w="0">
                <a:noFill/>
                <a:prstDash val="solid"/>
              </a:ln>
            </p:spPr>
          </p:sp>
          <p:sp>
            <p:nvSpPr>
              <p:cNvPr id="1878" name="four:time-step-strips:time-strip-tₐ-cell-11:1601"/>
              <p:cNvSpPr>
                <a:spLocks noGrp="1"/>
              </p:cNvSpPr>
              <p:nvPr/>
            </p:nvSpPr>
            <p:spPr>
              <a:xfrm>
                <a:off x="21409918" y="1581150"/>
                <a:ext cx="15379" cy="276225"/>
              </a:xfrm>
              <a:prstGeom prst="rect">
                <a:avLst/>
              </a:prstGeom>
              <a:solidFill>
                <a:srgbClr val="0072B2"/>
              </a:solidFill>
              <a:ln w="0">
                <a:noFill/>
                <a:prstDash val="solid"/>
              </a:ln>
            </p:spPr>
          </p:sp>
          <p:sp>
            <p:nvSpPr>
              <p:cNvPr id="1879" name="four:time-step-strips:time-strip-tₐ-cell-12:1602"/>
              <p:cNvSpPr>
                <a:spLocks noGrp="1"/>
              </p:cNvSpPr>
              <p:nvPr/>
            </p:nvSpPr>
            <p:spPr>
              <a:xfrm>
                <a:off x="21425297" y="1581150"/>
                <a:ext cx="15379" cy="276225"/>
              </a:xfrm>
              <a:prstGeom prst="rect">
                <a:avLst/>
              </a:prstGeom>
              <a:solidFill>
                <a:srgbClr val="0072B2"/>
              </a:solidFill>
              <a:ln w="0">
                <a:noFill/>
                <a:prstDash val="solid"/>
              </a:ln>
            </p:spPr>
          </p:sp>
          <p:sp>
            <p:nvSpPr>
              <p:cNvPr id="1880" name="four:time-step-strips:time-strip-tₐ-cell-13:1603"/>
              <p:cNvSpPr>
                <a:spLocks noGrp="1"/>
              </p:cNvSpPr>
              <p:nvPr/>
            </p:nvSpPr>
            <p:spPr>
              <a:xfrm>
                <a:off x="21440676" y="1581150"/>
                <a:ext cx="15379" cy="276225"/>
              </a:xfrm>
              <a:prstGeom prst="rect">
                <a:avLst/>
              </a:prstGeom>
              <a:solidFill>
                <a:srgbClr val="0072B2"/>
              </a:solidFill>
              <a:ln w="0">
                <a:noFill/>
                <a:prstDash val="solid"/>
              </a:ln>
            </p:spPr>
          </p:sp>
          <p:sp>
            <p:nvSpPr>
              <p:cNvPr id="1881" name="four:time-step-strips:time-strip-tₐ-cell-14:1604"/>
              <p:cNvSpPr>
                <a:spLocks noGrp="1"/>
              </p:cNvSpPr>
              <p:nvPr/>
            </p:nvSpPr>
            <p:spPr>
              <a:xfrm>
                <a:off x="21456055" y="1581150"/>
                <a:ext cx="15379" cy="276225"/>
              </a:xfrm>
              <a:prstGeom prst="rect">
                <a:avLst/>
              </a:prstGeom>
              <a:solidFill>
                <a:srgbClr val="0072B2"/>
              </a:solidFill>
              <a:ln w="0">
                <a:noFill/>
                <a:prstDash val="solid"/>
              </a:ln>
            </p:spPr>
          </p:sp>
          <p:sp>
            <p:nvSpPr>
              <p:cNvPr id="1882" name="four:time-step-strips:time-strip-tₐ-cell-15:1605"/>
              <p:cNvSpPr>
                <a:spLocks noGrp="1"/>
              </p:cNvSpPr>
              <p:nvPr/>
            </p:nvSpPr>
            <p:spPr>
              <a:xfrm>
                <a:off x="21471434" y="1581150"/>
                <a:ext cx="15379" cy="276225"/>
              </a:xfrm>
              <a:prstGeom prst="rect">
                <a:avLst/>
              </a:prstGeom>
              <a:solidFill>
                <a:srgbClr val="0072B2"/>
              </a:solidFill>
              <a:ln w="0">
                <a:noFill/>
                <a:prstDash val="solid"/>
              </a:ln>
            </p:spPr>
          </p:sp>
          <p:sp>
            <p:nvSpPr>
              <p:cNvPr id="1883" name="four:time-step-strips:time-strip-tₐ-cell-16:1606"/>
              <p:cNvSpPr>
                <a:spLocks noGrp="1"/>
              </p:cNvSpPr>
              <p:nvPr/>
            </p:nvSpPr>
            <p:spPr>
              <a:xfrm>
                <a:off x="21486812" y="1581150"/>
                <a:ext cx="15379" cy="276225"/>
              </a:xfrm>
              <a:prstGeom prst="rect">
                <a:avLst/>
              </a:prstGeom>
              <a:solidFill>
                <a:srgbClr val="0072B2"/>
              </a:solidFill>
              <a:ln w="0">
                <a:noFill/>
                <a:prstDash val="solid"/>
              </a:ln>
            </p:spPr>
          </p:sp>
          <p:sp>
            <p:nvSpPr>
              <p:cNvPr id="1884" name="four:time-step-strips:time-strip-tₐ-cell-17:1607"/>
              <p:cNvSpPr>
                <a:spLocks noGrp="1"/>
              </p:cNvSpPr>
              <p:nvPr/>
            </p:nvSpPr>
            <p:spPr>
              <a:xfrm>
                <a:off x="21502191" y="1581150"/>
                <a:ext cx="15379" cy="276225"/>
              </a:xfrm>
              <a:prstGeom prst="rect">
                <a:avLst/>
              </a:prstGeom>
              <a:solidFill>
                <a:srgbClr val="0072B2"/>
              </a:solidFill>
              <a:ln w="0">
                <a:noFill/>
                <a:prstDash val="solid"/>
              </a:ln>
            </p:spPr>
          </p:sp>
          <p:sp>
            <p:nvSpPr>
              <p:cNvPr id="1885" name="four:time-step-strips:time-strip-tₐ-cell-18:1608"/>
              <p:cNvSpPr>
                <a:spLocks noGrp="1"/>
              </p:cNvSpPr>
              <p:nvPr/>
            </p:nvSpPr>
            <p:spPr>
              <a:xfrm>
                <a:off x="21517570" y="1581150"/>
                <a:ext cx="15379" cy="276225"/>
              </a:xfrm>
              <a:prstGeom prst="rect">
                <a:avLst/>
              </a:prstGeom>
              <a:solidFill>
                <a:srgbClr val="0072B2"/>
              </a:solidFill>
              <a:ln w="0">
                <a:noFill/>
                <a:prstDash val="solid"/>
              </a:ln>
            </p:spPr>
          </p:sp>
          <p:sp>
            <p:nvSpPr>
              <p:cNvPr id="1886" name="four:time-step-strips:time-strip-tₐ-cell-19:1609"/>
              <p:cNvSpPr>
                <a:spLocks noGrp="1"/>
              </p:cNvSpPr>
              <p:nvPr/>
            </p:nvSpPr>
            <p:spPr>
              <a:xfrm>
                <a:off x="21532949" y="1581150"/>
                <a:ext cx="15379" cy="276225"/>
              </a:xfrm>
              <a:prstGeom prst="rect">
                <a:avLst/>
              </a:prstGeom>
              <a:solidFill>
                <a:srgbClr val="0072B2"/>
              </a:solidFill>
              <a:ln w="0">
                <a:noFill/>
                <a:prstDash val="solid"/>
              </a:ln>
            </p:spPr>
          </p:sp>
          <p:sp>
            <p:nvSpPr>
              <p:cNvPr id="1887" name="four:time-step-strips:time-strip-tₐ-cell-20:1610"/>
              <p:cNvSpPr>
                <a:spLocks noGrp="1"/>
              </p:cNvSpPr>
              <p:nvPr/>
            </p:nvSpPr>
            <p:spPr>
              <a:xfrm>
                <a:off x="21548328" y="1581150"/>
                <a:ext cx="15379" cy="276225"/>
              </a:xfrm>
              <a:prstGeom prst="rect">
                <a:avLst/>
              </a:prstGeom>
              <a:solidFill>
                <a:srgbClr val="0072B2"/>
              </a:solidFill>
              <a:ln w="0">
                <a:noFill/>
                <a:prstDash val="solid"/>
              </a:ln>
            </p:spPr>
          </p:sp>
          <p:sp>
            <p:nvSpPr>
              <p:cNvPr id="1888" name="four:time-step-strips:time-strip-tₐ-cell-21:1611"/>
              <p:cNvSpPr>
                <a:spLocks noGrp="1"/>
              </p:cNvSpPr>
              <p:nvPr/>
            </p:nvSpPr>
            <p:spPr>
              <a:xfrm>
                <a:off x="21563707" y="1581150"/>
                <a:ext cx="15379" cy="276225"/>
              </a:xfrm>
              <a:prstGeom prst="rect">
                <a:avLst/>
              </a:prstGeom>
              <a:solidFill>
                <a:srgbClr val="0072B2"/>
              </a:solidFill>
              <a:ln w="0">
                <a:noFill/>
                <a:prstDash val="solid"/>
              </a:ln>
            </p:spPr>
          </p:sp>
          <p:sp>
            <p:nvSpPr>
              <p:cNvPr id="1889" name="four:time-step-strips:time-strip-tₐ-cell-22:1612"/>
              <p:cNvSpPr>
                <a:spLocks noGrp="1"/>
              </p:cNvSpPr>
              <p:nvPr/>
            </p:nvSpPr>
            <p:spPr>
              <a:xfrm>
                <a:off x="21579086" y="1581150"/>
                <a:ext cx="15379" cy="276225"/>
              </a:xfrm>
              <a:prstGeom prst="rect">
                <a:avLst/>
              </a:prstGeom>
              <a:solidFill>
                <a:srgbClr val="0072B2"/>
              </a:solidFill>
              <a:ln w="0">
                <a:noFill/>
                <a:prstDash val="solid"/>
              </a:ln>
            </p:spPr>
          </p:sp>
          <p:sp>
            <p:nvSpPr>
              <p:cNvPr id="1890" name="four:time-step-strips:time-strip-tₐ-cell-23:1613"/>
              <p:cNvSpPr>
                <a:spLocks noGrp="1"/>
              </p:cNvSpPr>
              <p:nvPr/>
            </p:nvSpPr>
            <p:spPr>
              <a:xfrm>
                <a:off x="21594465" y="1581150"/>
                <a:ext cx="15379" cy="276225"/>
              </a:xfrm>
              <a:prstGeom prst="rect">
                <a:avLst/>
              </a:prstGeom>
              <a:solidFill>
                <a:srgbClr val="0977B4"/>
              </a:solidFill>
              <a:ln w="0">
                <a:noFill/>
                <a:prstDash val="solid"/>
              </a:ln>
            </p:spPr>
          </p:sp>
          <p:sp>
            <p:nvSpPr>
              <p:cNvPr id="1891" name="four:time-step-strips:time-strip-tₐ-cell-24:1614"/>
              <p:cNvSpPr>
                <a:spLocks noGrp="1"/>
              </p:cNvSpPr>
              <p:nvPr/>
            </p:nvSpPr>
            <p:spPr>
              <a:xfrm>
                <a:off x="21609844" y="1581150"/>
                <a:ext cx="15379" cy="276225"/>
              </a:xfrm>
              <a:prstGeom prst="rect">
                <a:avLst/>
              </a:prstGeom>
              <a:solidFill>
                <a:srgbClr val="2385BB"/>
              </a:solidFill>
              <a:ln w="0">
                <a:noFill/>
                <a:prstDash val="solid"/>
              </a:ln>
            </p:spPr>
          </p:sp>
          <p:sp>
            <p:nvSpPr>
              <p:cNvPr id="1892" name="four:time-step-strips:time-strip-tₐ-cell-25:1615"/>
              <p:cNvSpPr>
                <a:spLocks noGrp="1"/>
              </p:cNvSpPr>
              <p:nvPr/>
            </p:nvSpPr>
            <p:spPr>
              <a:xfrm>
                <a:off x="21625223" y="1581150"/>
                <a:ext cx="15379" cy="276225"/>
              </a:xfrm>
              <a:prstGeom prst="rect">
                <a:avLst/>
              </a:prstGeom>
              <a:solidFill>
                <a:srgbClr val="4899C5"/>
              </a:solidFill>
              <a:ln w="0">
                <a:noFill/>
                <a:prstDash val="solid"/>
              </a:ln>
            </p:spPr>
          </p:sp>
          <p:sp>
            <p:nvSpPr>
              <p:cNvPr id="1893" name="four:time-step-strips:time-strip-tₐ-cell-26:1616"/>
              <p:cNvSpPr>
                <a:spLocks noGrp="1"/>
              </p:cNvSpPr>
              <p:nvPr/>
            </p:nvSpPr>
            <p:spPr>
              <a:xfrm>
                <a:off x="21640602" y="1581150"/>
                <a:ext cx="15379" cy="276225"/>
              </a:xfrm>
              <a:prstGeom prst="rect">
                <a:avLst/>
              </a:prstGeom>
              <a:solidFill>
                <a:srgbClr val="72AFD1"/>
              </a:solidFill>
              <a:ln w="0">
                <a:noFill/>
                <a:prstDash val="solid"/>
              </a:ln>
            </p:spPr>
          </p:sp>
          <p:sp>
            <p:nvSpPr>
              <p:cNvPr id="1894" name="four:time-step-strips:time-strip-tₐ-cell-27:1617"/>
              <p:cNvSpPr>
                <a:spLocks noGrp="1"/>
              </p:cNvSpPr>
              <p:nvPr/>
            </p:nvSpPr>
            <p:spPr>
              <a:xfrm>
                <a:off x="21655980" y="1581150"/>
                <a:ext cx="15379" cy="276225"/>
              </a:xfrm>
              <a:prstGeom prst="rect">
                <a:avLst/>
              </a:prstGeom>
              <a:solidFill>
                <a:srgbClr val="9CC5DC"/>
              </a:solidFill>
              <a:ln w="0">
                <a:noFill/>
                <a:prstDash val="solid"/>
              </a:ln>
            </p:spPr>
          </p:sp>
          <p:sp>
            <p:nvSpPr>
              <p:cNvPr id="1895" name="four:time-step-strips:time-strip-tₐ-cell-28:1618"/>
              <p:cNvSpPr>
                <a:spLocks noGrp="1"/>
              </p:cNvSpPr>
              <p:nvPr/>
            </p:nvSpPr>
            <p:spPr>
              <a:xfrm>
                <a:off x="21671359" y="1581150"/>
                <a:ext cx="15379" cy="276225"/>
              </a:xfrm>
              <a:prstGeom prst="rect">
                <a:avLst/>
              </a:prstGeom>
              <a:solidFill>
                <a:srgbClr val="C9DBE4"/>
              </a:solidFill>
              <a:ln w="0">
                <a:noFill/>
                <a:prstDash val="solid"/>
              </a:ln>
            </p:spPr>
          </p:sp>
          <p:sp>
            <p:nvSpPr>
              <p:cNvPr id="1896" name="four:time-step-strips:time-strip-tₐ-cell-29:1619"/>
              <p:cNvSpPr>
                <a:spLocks noGrp="1"/>
              </p:cNvSpPr>
              <p:nvPr/>
            </p:nvSpPr>
            <p:spPr>
              <a:xfrm>
                <a:off x="21686738" y="1581150"/>
                <a:ext cx="15379" cy="276225"/>
              </a:xfrm>
              <a:prstGeom prst="rect">
                <a:avLst/>
              </a:prstGeom>
              <a:solidFill>
                <a:srgbClr val="D8E5EB"/>
              </a:solidFill>
              <a:ln w="0">
                <a:noFill/>
                <a:prstDash val="solid"/>
              </a:ln>
            </p:spPr>
          </p:sp>
          <p:sp>
            <p:nvSpPr>
              <p:cNvPr id="1897" name="four:time-step-strips:time-strip-tₐ-cell-30:1620"/>
              <p:cNvSpPr>
                <a:spLocks noGrp="1"/>
              </p:cNvSpPr>
              <p:nvPr/>
            </p:nvSpPr>
            <p:spPr>
              <a:xfrm>
                <a:off x="21702117" y="1581150"/>
                <a:ext cx="15379" cy="276225"/>
              </a:xfrm>
              <a:prstGeom prst="rect">
                <a:avLst/>
              </a:prstGeom>
              <a:solidFill>
                <a:srgbClr val="DCE8ED"/>
              </a:solidFill>
              <a:ln w="0">
                <a:noFill/>
                <a:prstDash val="solid"/>
              </a:ln>
            </p:spPr>
          </p:sp>
          <p:sp>
            <p:nvSpPr>
              <p:cNvPr id="1898" name="four:time-step-strips:time-strip-tₐ-cell-31:1621"/>
              <p:cNvSpPr>
                <a:spLocks noGrp="1"/>
              </p:cNvSpPr>
              <p:nvPr/>
            </p:nvSpPr>
            <p:spPr>
              <a:xfrm>
                <a:off x="21717496" y="1581150"/>
                <a:ext cx="15379" cy="276225"/>
              </a:xfrm>
              <a:prstGeom prst="rect">
                <a:avLst/>
              </a:prstGeom>
              <a:solidFill>
                <a:srgbClr val="DCE8ED"/>
              </a:solidFill>
              <a:ln w="0">
                <a:noFill/>
                <a:prstDash val="solid"/>
              </a:ln>
            </p:spPr>
          </p:sp>
          <p:sp>
            <p:nvSpPr>
              <p:cNvPr id="1899" name="four:time-step-strips:time-strip-tₐ-cell-32:1622"/>
              <p:cNvSpPr>
                <a:spLocks noGrp="1"/>
              </p:cNvSpPr>
              <p:nvPr/>
            </p:nvSpPr>
            <p:spPr>
              <a:xfrm>
                <a:off x="21732875" y="1581150"/>
                <a:ext cx="15379" cy="276225"/>
              </a:xfrm>
              <a:prstGeom prst="rect">
                <a:avLst/>
              </a:prstGeom>
              <a:solidFill>
                <a:srgbClr val="DCE8ED"/>
              </a:solidFill>
              <a:ln w="0">
                <a:noFill/>
                <a:prstDash val="solid"/>
              </a:ln>
            </p:spPr>
          </p:sp>
          <p:sp>
            <p:nvSpPr>
              <p:cNvPr id="1900" name="four:time-step-strips:time-strip-tₐ-cell-33:1623"/>
              <p:cNvSpPr>
                <a:spLocks noGrp="1"/>
              </p:cNvSpPr>
              <p:nvPr/>
            </p:nvSpPr>
            <p:spPr>
              <a:xfrm>
                <a:off x="21748254" y="1581150"/>
                <a:ext cx="15379" cy="276225"/>
              </a:xfrm>
              <a:prstGeom prst="rect">
                <a:avLst/>
              </a:prstGeom>
              <a:solidFill>
                <a:srgbClr val="DCE8ED"/>
              </a:solidFill>
              <a:ln w="0">
                <a:noFill/>
                <a:prstDash val="solid"/>
              </a:ln>
            </p:spPr>
          </p:sp>
          <p:sp>
            <p:nvSpPr>
              <p:cNvPr id="1901" name="four:time-step-strips:time-strip-tₐ-cell-34:1624"/>
              <p:cNvSpPr>
                <a:spLocks noGrp="1"/>
              </p:cNvSpPr>
              <p:nvPr/>
            </p:nvSpPr>
            <p:spPr>
              <a:xfrm>
                <a:off x="21763633" y="1581150"/>
                <a:ext cx="15379" cy="276225"/>
              </a:xfrm>
              <a:prstGeom prst="rect">
                <a:avLst/>
              </a:prstGeom>
              <a:solidFill>
                <a:srgbClr val="DCE8ED"/>
              </a:solidFill>
              <a:ln w="0">
                <a:noFill/>
                <a:prstDash val="solid"/>
              </a:ln>
            </p:spPr>
          </p:sp>
          <p:sp>
            <p:nvSpPr>
              <p:cNvPr id="1902" name="four:time-step-strips:time-strip-tₐ-cell-35:1625"/>
              <p:cNvSpPr>
                <a:spLocks noGrp="1"/>
              </p:cNvSpPr>
              <p:nvPr/>
            </p:nvSpPr>
            <p:spPr>
              <a:xfrm>
                <a:off x="21779012" y="1581150"/>
                <a:ext cx="15379" cy="276225"/>
              </a:xfrm>
              <a:prstGeom prst="rect">
                <a:avLst/>
              </a:prstGeom>
              <a:solidFill>
                <a:srgbClr val="DCE8ED"/>
              </a:solidFill>
              <a:ln w="0">
                <a:noFill/>
                <a:prstDash val="solid"/>
              </a:ln>
            </p:spPr>
          </p:sp>
          <p:sp>
            <p:nvSpPr>
              <p:cNvPr id="1903" name="four:time-step-strips:time-strip-tₐ-cell-36:1626"/>
              <p:cNvSpPr>
                <a:spLocks noGrp="1"/>
              </p:cNvSpPr>
              <p:nvPr/>
            </p:nvSpPr>
            <p:spPr>
              <a:xfrm>
                <a:off x="21794391" y="1581150"/>
                <a:ext cx="15379" cy="276225"/>
              </a:xfrm>
              <a:prstGeom prst="rect">
                <a:avLst/>
              </a:prstGeom>
              <a:solidFill>
                <a:srgbClr val="DCE8ED"/>
              </a:solidFill>
              <a:ln w="0">
                <a:noFill/>
                <a:prstDash val="solid"/>
              </a:ln>
            </p:spPr>
          </p:sp>
          <p:sp>
            <p:nvSpPr>
              <p:cNvPr id="1904" name="four:time-step-strips:time-strip-tₐ-cell-37:1627"/>
              <p:cNvSpPr>
                <a:spLocks noGrp="1"/>
              </p:cNvSpPr>
              <p:nvPr/>
            </p:nvSpPr>
            <p:spPr>
              <a:xfrm>
                <a:off x="21809770" y="1581150"/>
                <a:ext cx="15379" cy="276225"/>
              </a:xfrm>
              <a:prstGeom prst="rect">
                <a:avLst/>
              </a:prstGeom>
              <a:solidFill>
                <a:srgbClr val="DCE8ED"/>
              </a:solidFill>
              <a:ln w="0">
                <a:noFill/>
                <a:prstDash val="solid"/>
              </a:ln>
            </p:spPr>
          </p:sp>
          <p:sp>
            <p:nvSpPr>
              <p:cNvPr id="1905" name="four:time-step-strips:time-strip-tₐ-cell-38:1628"/>
              <p:cNvSpPr>
                <a:spLocks noGrp="1"/>
              </p:cNvSpPr>
              <p:nvPr/>
            </p:nvSpPr>
            <p:spPr>
              <a:xfrm>
                <a:off x="21825148" y="1581150"/>
                <a:ext cx="15379" cy="276225"/>
              </a:xfrm>
              <a:prstGeom prst="rect">
                <a:avLst/>
              </a:prstGeom>
              <a:solidFill>
                <a:srgbClr val="DCE8ED"/>
              </a:solidFill>
              <a:ln w="0">
                <a:noFill/>
                <a:prstDash val="solid"/>
              </a:ln>
            </p:spPr>
          </p:sp>
          <p:sp>
            <p:nvSpPr>
              <p:cNvPr id="1906" name="four:time-step-strips:time-strip-tₐ-cell-39:1629"/>
              <p:cNvSpPr>
                <a:spLocks noGrp="1"/>
              </p:cNvSpPr>
              <p:nvPr/>
            </p:nvSpPr>
            <p:spPr>
              <a:xfrm>
                <a:off x="21840527" y="1581150"/>
                <a:ext cx="15379" cy="276225"/>
              </a:xfrm>
              <a:prstGeom prst="rect">
                <a:avLst/>
              </a:prstGeom>
              <a:solidFill>
                <a:srgbClr val="DCE8ED"/>
              </a:solidFill>
              <a:ln w="0">
                <a:noFill/>
                <a:prstDash val="solid"/>
              </a:ln>
            </p:spPr>
          </p:sp>
          <p:sp>
            <p:nvSpPr>
              <p:cNvPr id="1907" name="four:time-step-strips:time-strip-tₐ-cell-40:1630"/>
              <p:cNvSpPr>
                <a:spLocks noGrp="1"/>
              </p:cNvSpPr>
              <p:nvPr/>
            </p:nvSpPr>
            <p:spPr>
              <a:xfrm>
                <a:off x="21855906" y="1581150"/>
                <a:ext cx="15379" cy="276225"/>
              </a:xfrm>
              <a:prstGeom prst="rect">
                <a:avLst/>
              </a:prstGeom>
              <a:solidFill>
                <a:srgbClr val="DCE8ED"/>
              </a:solidFill>
              <a:ln w="0">
                <a:noFill/>
                <a:prstDash val="solid"/>
              </a:ln>
            </p:spPr>
          </p:sp>
          <p:sp>
            <p:nvSpPr>
              <p:cNvPr id="1908" name="four:time-step-strips:time-strip-tₐ-cell-41:1631"/>
              <p:cNvSpPr>
                <a:spLocks noGrp="1"/>
              </p:cNvSpPr>
              <p:nvPr/>
            </p:nvSpPr>
            <p:spPr>
              <a:xfrm>
                <a:off x="21871285" y="1581150"/>
                <a:ext cx="15379" cy="276225"/>
              </a:xfrm>
              <a:prstGeom prst="rect">
                <a:avLst/>
              </a:prstGeom>
              <a:solidFill>
                <a:srgbClr val="DCE8ED"/>
              </a:solidFill>
              <a:ln w="0">
                <a:noFill/>
                <a:prstDash val="solid"/>
              </a:ln>
            </p:spPr>
          </p:sp>
          <p:sp>
            <p:nvSpPr>
              <p:cNvPr id="1909" name="four:time-step-strips:time-strip-tₐ-cell-42:1632"/>
              <p:cNvSpPr>
                <a:spLocks noGrp="1"/>
              </p:cNvSpPr>
              <p:nvPr/>
            </p:nvSpPr>
            <p:spPr>
              <a:xfrm>
                <a:off x="21886664" y="1581150"/>
                <a:ext cx="15379" cy="276225"/>
              </a:xfrm>
              <a:prstGeom prst="rect">
                <a:avLst/>
              </a:prstGeom>
              <a:solidFill>
                <a:srgbClr val="DCE8ED"/>
              </a:solidFill>
              <a:ln w="0">
                <a:noFill/>
                <a:prstDash val="solid"/>
              </a:ln>
            </p:spPr>
          </p:sp>
          <p:sp>
            <p:nvSpPr>
              <p:cNvPr id="1910" name="four:time-step-strips:time-strip-tₐ-cell-43:1633"/>
              <p:cNvSpPr>
                <a:spLocks noGrp="1"/>
              </p:cNvSpPr>
              <p:nvPr/>
            </p:nvSpPr>
            <p:spPr>
              <a:xfrm>
                <a:off x="21902043" y="1581150"/>
                <a:ext cx="15379" cy="276225"/>
              </a:xfrm>
              <a:prstGeom prst="rect">
                <a:avLst/>
              </a:prstGeom>
              <a:solidFill>
                <a:srgbClr val="DCE8ED"/>
              </a:solidFill>
              <a:ln w="0">
                <a:noFill/>
                <a:prstDash val="solid"/>
              </a:ln>
            </p:spPr>
          </p:sp>
          <p:sp>
            <p:nvSpPr>
              <p:cNvPr id="1911" name="four:time-step-strips:time-strip-tₐ-cell-44:1634"/>
              <p:cNvSpPr>
                <a:spLocks noGrp="1"/>
              </p:cNvSpPr>
              <p:nvPr/>
            </p:nvSpPr>
            <p:spPr>
              <a:xfrm>
                <a:off x="21917422" y="1581150"/>
                <a:ext cx="15379" cy="276225"/>
              </a:xfrm>
              <a:prstGeom prst="rect">
                <a:avLst/>
              </a:prstGeom>
              <a:solidFill>
                <a:srgbClr val="DCE8ED"/>
              </a:solidFill>
              <a:ln w="0">
                <a:noFill/>
                <a:prstDash val="solid"/>
              </a:ln>
            </p:spPr>
          </p:sp>
          <p:sp>
            <p:nvSpPr>
              <p:cNvPr id="1912" name="four:time-step-strips:time-strip-tₐ-cell-45:1635"/>
              <p:cNvSpPr>
                <a:spLocks noGrp="1"/>
              </p:cNvSpPr>
              <p:nvPr/>
            </p:nvSpPr>
            <p:spPr>
              <a:xfrm>
                <a:off x="21932801" y="1581150"/>
                <a:ext cx="15379" cy="276225"/>
              </a:xfrm>
              <a:prstGeom prst="rect">
                <a:avLst/>
              </a:prstGeom>
              <a:solidFill>
                <a:srgbClr val="DCE8ED"/>
              </a:solidFill>
              <a:ln w="0">
                <a:noFill/>
                <a:prstDash val="solid"/>
              </a:ln>
            </p:spPr>
          </p:sp>
          <p:sp>
            <p:nvSpPr>
              <p:cNvPr id="1913" name="four:time-step-strips:time-strip-tₐ-cell-46:1636"/>
              <p:cNvSpPr>
                <a:spLocks noGrp="1"/>
              </p:cNvSpPr>
              <p:nvPr/>
            </p:nvSpPr>
            <p:spPr>
              <a:xfrm>
                <a:off x="21948180" y="1581150"/>
                <a:ext cx="15379" cy="276225"/>
              </a:xfrm>
              <a:prstGeom prst="rect">
                <a:avLst/>
              </a:prstGeom>
              <a:solidFill>
                <a:srgbClr val="DCE8ED"/>
              </a:solidFill>
              <a:ln w="0">
                <a:noFill/>
                <a:prstDash val="solid"/>
              </a:ln>
            </p:spPr>
          </p:sp>
          <p:sp>
            <p:nvSpPr>
              <p:cNvPr id="1914" name="four:time-step-strips:time-strip-tₐ-cell-47:1637"/>
              <p:cNvSpPr>
                <a:spLocks noGrp="1"/>
              </p:cNvSpPr>
              <p:nvPr/>
            </p:nvSpPr>
            <p:spPr>
              <a:xfrm>
                <a:off x="21963559" y="1581150"/>
                <a:ext cx="15379" cy="276225"/>
              </a:xfrm>
              <a:prstGeom prst="rect">
                <a:avLst/>
              </a:prstGeom>
              <a:solidFill>
                <a:srgbClr val="DCE8ED"/>
              </a:solidFill>
              <a:ln w="0">
                <a:noFill/>
                <a:prstDash val="solid"/>
              </a:ln>
            </p:spPr>
          </p:sp>
          <p:sp>
            <p:nvSpPr>
              <p:cNvPr id="1915" name="four:time-step-strips:time-strip-tₐ-cell-48:1638"/>
              <p:cNvSpPr>
                <a:spLocks noGrp="1"/>
              </p:cNvSpPr>
              <p:nvPr/>
            </p:nvSpPr>
            <p:spPr>
              <a:xfrm>
                <a:off x="21978938" y="1581150"/>
                <a:ext cx="15379" cy="276225"/>
              </a:xfrm>
              <a:prstGeom prst="rect">
                <a:avLst/>
              </a:prstGeom>
              <a:solidFill>
                <a:srgbClr val="DCE8ED"/>
              </a:solidFill>
              <a:ln w="0">
                <a:noFill/>
                <a:prstDash val="solid"/>
              </a:ln>
            </p:spPr>
          </p:sp>
          <p:sp>
            <p:nvSpPr>
              <p:cNvPr id="1916" name="four:time-step-strips:time-strip-tₐ-cell-49:1639"/>
              <p:cNvSpPr>
                <a:spLocks noGrp="1"/>
              </p:cNvSpPr>
              <p:nvPr/>
            </p:nvSpPr>
            <p:spPr>
              <a:xfrm>
                <a:off x="21994316" y="1581150"/>
                <a:ext cx="15379" cy="276225"/>
              </a:xfrm>
              <a:prstGeom prst="rect">
                <a:avLst/>
              </a:prstGeom>
              <a:solidFill>
                <a:srgbClr val="DCE8ED"/>
              </a:solidFill>
              <a:ln w="0">
                <a:noFill/>
                <a:prstDash val="solid"/>
              </a:ln>
            </p:spPr>
          </p:sp>
          <p:sp>
            <p:nvSpPr>
              <p:cNvPr id="1917" name="four:time-step-strips:time-strip-tₐ-cell-50:1640"/>
              <p:cNvSpPr>
                <a:spLocks noGrp="1"/>
              </p:cNvSpPr>
              <p:nvPr/>
            </p:nvSpPr>
            <p:spPr>
              <a:xfrm>
                <a:off x="22009695" y="1581150"/>
                <a:ext cx="15379" cy="276225"/>
              </a:xfrm>
              <a:prstGeom prst="rect">
                <a:avLst/>
              </a:prstGeom>
              <a:solidFill>
                <a:srgbClr val="DCE8ED"/>
              </a:solidFill>
              <a:ln w="0">
                <a:noFill/>
                <a:prstDash val="solid"/>
              </a:ln>
            </p:spPr>
          </p:sp>
          <p:sp>
            <p:nvSpPr>
              <p:cNvPr id="1918" name="four:time-step-strips:time-strip-tₐ-cell-51:1641"/>
              <p:cNvSpPr>
                <a:spLocks noGrp="1"/>
              </p:cNvSpPr>
              <p:nvPr/>
            </p:nvSpPr>
            <p:spPr>
              <a:xfrm>
                <a:off x="22025074" y="1581150"/>
                <a:ext cx="15379" cy="276225"/>
              </a:xfrm>
              <a:prstGeom prst="rect">
                <a:avLst/>
              </a:prstGeom>
              <a:solidFill>
                <a:srgbClr val="DCE8ED"/>
              </a:solidFill>
              <a:ln w="0">
                <a:noFill/>
                <a:prstDash val="solid"/>
              </a:ln>
            </p:spPr>
          </p:sp>
          <p:sp>
            <p:nvSpPr>
              <p:cNvPr id="1919" name="four:time-step-strips:time-strip-tₐ-cell-52:1642"/>
              <p:cNvSpPr>
                <a:spLocks noGrp="1"/>
              </p:cNvSpPr>
              <p:nvPr/>
            </p:nvSpPr>
            <p:spPr>
              <a:xfrm>
                <a:off x="22040453" y="1581150"/>
                <a:ext cx="15379" cy="276225"/>
              </a:xfrm>
              <a:prstGeom prst="rect">
                <a:avLst/>
              </a:prstGeom>
              <a:solidFill>
                <a:srgbClr val="DCE8ED"/>
              </a:solidFill>
              <a:ln w="0">
                <a:noFill/>
                <a:prstDash val="solid"/>
              </a:ln>
            </p:spPr>
          </p:sp>
          <p:sp>
            <p:nvSpPr>
              <p:cNvPr id="1920" name="four:time-step-strips:time-strip-tₐ-cell-53:1643"/>
              <p:cNvSpPr>
                <a:spLocks noGrp="1"/>
              </p:cNvSpPr>
              <p:nvPr/>
            </p:nvSpPr>
            <p:spPr>
              <a:xfrm>
                <a:off x="22055832" y="1581150"/>
                <a:ext cx="15379" cy="276225"/>
              </a:xfrm>
              <a:prstGeom prst="rect">
                <a:avLst/>
              </a:prstGeom>
              <a:solidFill>
                <a:srgbClr val="DCE8ED"/>
              </a:solidFill>
              <a:ln w="0">
                <a:noFill/>
                <a:prstDash val="solid"/>
              </a:ln>
            </p:spPr>
          </p:sp>
          <p:sp>
            <p:nvSpPr>
              <p:cNvPr id="1921" name="four:time-step-strips:time-strip-tₐ-cell-54:1644"/>
              <p:cNvSpPr>
                <a:spLocks noGrp="1"/>
              </p:cNvSpPr>
              <p:nvPr/>
            </p:nvSpPr>
            <p:spPr>
              <a:xfrm>
                <a:off x="22071211" y="1581150"/>
                <a:ext cx="15379" cy="276225"/>
              </a:xfrm>
              <a:prstGeom prst="rect">
                <a:avLst/>
              </a:prstGeom>
              <a:solidFill>
                <a:srgbClr val="DCE8ED"/>
              </a:solidFill>
              <a:ln w="0">
                <a:noFill/>
                <a:prstDash val="solid"/>
              </a:ln>
            </p:spPr>
          </p:sp>
          <p:sp>
            <p:nvSpPr>
              <p:cNvPr id="1922" name="four:time-step-strips:time-strip-tₐ-cell-55:1645"/>
              <p:cNvSpPr>
                <a:spLocks noGrp="1"/>
              </p:cNvSpPr>
              <p:nvPr/>
            </p:nvSpPr>
            <p:spPr>
              <a:xfrm>
                <a:off x="22086590" y="1581150"/>
                <a:ext cx="15379" cy="276225"/>
              </a:xfrm>
              <a:prstGeom prst="rect">
                <a:avLst/>
              </a:prstGeom>
              <a:solidFill>
                <a:srgbClr val="DCE8ED"/>
              </a:solidFill>
              <a:ln w="0">
                <a:noFill/>
                <a:prstDash val="solid"/>
              </a:ln>
            </p:spPr>
          </p:sp>
          <p:sp>
            <p:nvSpPr>
              <p:cNvPr id="1923" name="four:time-step-strips:time-strip-tₐ-cell-56:1646"/>
              <p:cNvSpPr>
                <a:spLocks noGrp="1"/>
              </p:cNvSpPr>
              <p:nvPr/>
            </p:nvSpPr>
            <p:spPr>
              <a:xfrm>
                <a:off x="22101969" y="1581150"/>
                <a:ext cx="15379" cy="276225"/>
              </a:xfrm>
              <a:prstGeom prst="rect">
                <a:avLst/>
              </a:prstGeom>
              <a:solidFill>
                <a:srgbClr val="DBE8EC"/>
              </a:solidFill>
              <a:ln w="0">
                <a:noFill/>
                <a:prstDash val="solid"/>
              </a:ln>
            </p:spPr>
          </p:sp>
          <p:sp>
            <p:nvSpPr>
              <p:cNvPr id="1924" name="four:time-step-strips:time-strip-tₐ-cell-57:1647"/>
              <p:cNvSpPr>
                <a:spLocks noGrp="1"/>
              </p:cNvSpPr>
              <p:nvPr/>
            </p:nvSpPr>
            <p:spPr>
              <a:xfrm>
                <a:off x="22117348" y="1581150"/>
                <a:ext cx="15379" cy="276225"/>
              </a:xfrm>
              <a:prstGeom prst="rect">
                <a:avLst/>
              </a:prstGeom>
              <a:solidFill>
                <a:srgbClr val="D3E3E5"/>
              </a:solidFill>
              <a:ln w="0">
                <a:noFill/>
                <a:prstDash val="solid"/>
              </a:ln>
            </p:spPr>
          </p:sp>
          <p:sp>
            <p:nvSpPr>
              <p:cNvPr id="1925" name="four:time-step-strips:time-strip-tₐ-cell-58:1648"/>
              <p:cNvSpPr>
                <a:spLocks noGrp="1"/>
              </p:cNvSpPr>
              <p:nvPr/>
            </p:nvSpPr>
            <p:spPr>
              <a:xfrm>
                <a:off x="22132727" y="1581150"/>
                <a:ext cx="15379" cy="276225"/>
              </a:xfrm>
              <a:prstGeom prst="rect">
                <a:avLst/>
              </a:prstGeom>
              <a:solidFill>
                <a:srgbClr val="DAC9B8"/>
              </a:solidFill>
              <a:ln w="0">
                <a:noFill/>
                <a:prstDash val="solid"/>
              </a:ln>
            </p:spPr>
          </p:sp>
          <p:sp>
            <p:nvSpPr>
              <p:cNvPr id="1926" name="four:time-step-strips:time-strip-tₐ-cell-59:1649"/>
              <p:cNvSpPr>
                <a:spLocks noGrp="1"/>
              </p:cNvSpPr>
              <p:nvPr/>
            </p:nvSpPr>
            <p:spPr>
              <a:xfrm>
                <a:off x="22148105" y="1581150"/>
                <a:ext cx="15379" cy="276225"/>
              </a:xfrm>
              <a:prstGeom prst="rect">
                <a:avLst/>
              </a:prstGeom>
              <a:solidFill>
                <a:srgbClr val="D9B08D"/>
              </a:solidFill>
              <a:ln w="0">
                <a:noFill/>
                <a:prstDash val="solid"/>
              </a:ln>
            </p:spPr>
          </p:sp>
          <p:sp>
            <p:nvSpPr>
              <p:cNvPr id="1927" name="four:time-step-strips:time-strip-tₐ-cell-60:1650"/>
              <p:cNvSpPr>
                <a:spLocks noGrp="1"/>
              </p:cNvSpPr>
              <p:nvPr/>
            </p:nvSpPr>
            <p:spPr>
              <a:xfrm>
                <a:off x="22163484" y="1581150"/>
                <a:ext cx="15379" cy="276225"/>
              </a:xfrm>
              <a:prstGeom prst="rect">
                <a:avLst/>
              </a:prstGeom>
              <a:solidFill>
                <a:srgbClr val="D89660"/>
              </a:solidFill>
              <a:ln w="0">
                <a:noFill/>
                <a:prstDash val="solid"/>
              </a:ln>
            </p:spPr>
          </p:sp>
          <p:sp>
            <p:nvSpPr>
              <p:cNvPr id="1928" name="four:time-step-strips:time-strip-tₐ-cell-61:1651"/>
              <p:cNvSpPr>
                <a:spLocks noGrp="1"/>
              </p:cNvSpPr>
              <p:nvPr/>
            </p:nvSpPr>
            <p:spPr>
              <a:xfrm>
                <a:off x="22178863" y="1581150"/>
                <a:ext cx="15379" cy="276225"/>
              </a:xfrm>
              <a:prstGeom prst="rect">
                <a:avLst/>
              </a:prstGeom>
              <a:solidFill>
                <a:srgbClr val="D77D35"/>
              </a:solidFill>
              <a:ln w="0">
                <a:noFill/>
                <a:prstDash val="solid"/>
              </a:ln>
            </p:spPr>
          </p:sp>
          <p:sp>
            <p:nvSpPr>
              <p:cNvPr id="1929" name="four:time-step-strips:time-strip-tₐ-cell-62:1652"/>
              <p:cNvSpPr>
                <a:spLocks noGrp="1"/>
              </p:cNvSpPr>
              <p:nvPr/>
            </p:nvSpPr>
            <p:spPr>
              <a:xfrm>
                <a:off x="22194242" y="1581150"/>
                <a:ext cx="15379" cy="276225"/>
              </a:xfrm>
              <a:prstGeom prst="rect">
                <a:avLst/>
              </a:prstGeom>
              <a:solidFill>
                <a:srgbClr val="D66913"/>
              </a:solidFill>
              <a:ln w="0">
                <a:noFill/>
                <a:prstDash val="solid"/>
              </a:ln>
            </p:spPr>
          </p:sp>
          <p:sp>
            <p:nvSpPr>
              <p:cNvPr id="1930" name="four:time-step-strips:time-strip-tₐ-cell-63:1653"/>
              <p:cNvSpPr>
                <a:spLocks noGrp="1"/>
              </p:cNvSpPr>
              <p:nvPr/>
            </p:nvSpPr>
            <p:spPr>
              <a:xfrm>
                <a:off x="22209621" y="1581150"/>
                <a:ext cx="15379" cy="276225"/>
              </a:xfrm>
              <a:prstGeom prst="rect">
                <a:avLst/>
              </a:prstGeom>
              <a:solidFill>
                <a:srgbClr val="D55F02"/>
              </a:solidFill>
              <a:ln w="0">
                <a:noFill/>
                <a:prstDash val="solid"/>
              </a:ln>
            </p:spPr>
          </p:sp>
          <p:sp>
            <p:nvSpPr>
              <p:cNvPr id="1931" name="four:time-step-strips:time-strip-tₐ-cell-64:1654"/>
              <p:cNvSpPr>
                <a:spLocks noGrp="1"/>
              </p:cNvSpPr>
              <p:nvPr/>
            </p:nvSpPr>
            <p:spPr>
              <a:xfrm>
                <a:off x="22225000" y="1581150"/>
                <a:ext cx="15379" cy="276225"/>
              </a:xfrm>
              <a:prstGeom prst="rect">
                <a:avLst/>
              </a:prstGeom>
              <a:solidFill>
                <a:srgbClr val="D55E00"/>
              </a:solidFill>
              <a:ln w="0">
                <a:noFill/>
                <a:prstDash val="solid"/>
              </a:ln>
            </p:spPr>
          </p:sp>
          <p:sp>
            <p:nvSpPr>
              <p:cNvPr id="1932" name="four:time-step-strips:time-strip-tₐ-cell-65:1655"/>
              <p:cNvSpPr>
                <a:spLocks noGrp="1"/>
              </p:cNvSpPr>
              <p:nvPr/>
            </p:nvSpPr>
            <p:spPr>
              <a:xfrm>
                <a:off x="22240379" y="1581150"/>
                <a:ext cx="15379" cy="276225"/>
              </a:xfrm>
              <a:prstGeom prst="rect">
                <a:avLst/>
              </a:prstGeom>
              <a:solidFill>
                <a:srgbClr val="D55E00"/>
              </a:solidFill>
              <a:ln w="0">
                <a:noFill/>
                <a:prstDash val="solid"/>
              </a:ln>
            </p:spPr>
          </p:sp>
          <p:sp>
            <p:nvSpPr>
              <p:cNvPr id="1933" name="four:time-step-strips:time-strip-tₐ-cell-66:1656"/>
              <p:cNvSpPr>
                <a:spLocks noGrp="1"/>
              </p:cNvSpPr>
              <p:nvPr/>
            </p:nvSpPr>
            <p:spPr>
              <a:xfrm>
                <a:off x="22255758" y="1581150"/>
                <a:ext cx="15379" cy="276225"/>
              </a:xfrm>
              <a:prstGeom prst="rect">
                <a:avLst/>
              </a:prstGeom>
              <a:solidFill>
                <a:srgbClr val="D55E00"/>
              </a:solidFill>
              <a:ln w="0">
                <a:noFill/>
                <a:prstDash val="solid"/>
              </a:ln>
            </p:spPr>
          </p:sp>
          <p:sp>
            <p:nvSpPr>
              <p:cNvPr id="1934" name="four:time-step-strips:time-strip-tₐ-cell-67:1657"/>
              <p:cNvSpPr>
                <a:spLocks noGrp="1"/>
              </p:cNvSpPr>
              <p:nvPr/>
            </p:nvSpPr>
            <p:spPr>
              <a:xfrm>
                <a:off x="22271137" y="1581150"/>
                <a:ext cx="15379" cy="276225"/>
              </a:xfrm>
              <a:prstGeom prst="rect">
                <a:avLst/>
              </a:prstGeom>
              <a:solidFill>
                <a:srgbClr val="D55E00"/>
              </a:solidFill>
              <a:ln w="0">
                <a:noFill/>
                <a:prstDash val="solid"/>
              </a:ln>
            </p:spPr>
          </p:sp>
          <p:sp>
            <p:nvSpPr>
              <p:cNvPr id="1935" name="four:time-step-strips:time-strip-tₐ-cell-68:1658"/>
              <p:cNvSpPr>
                <a:spLocks noGrp="1"/>
              </p:cNvSpPr>
              <p:nvPr/>
            </p:nvSpPr>
            <p:spPr>
              <a:xfrm>
                <a:off x="22286516" y="1581150"/>
                <a:ext cx="15379" cy="276225"/>
              </a:xfrm>
              <a:prstGeom prst="rect">
                <a:avLst/>
              </a:prstGeom>
              <a:solidFill>
                <a:srgbClr val="D55E00"/>
              </a:solidFill>
              <a:ln w="0">
                <a:noFill/>
                <a:prstDash val="solid"/>
              </a:ln>
            </p:spPr>
          </p:sp>
          <p:sp>
            <p:nvSpPr>
              <p:cNvPr id="1936" name="four:time-step-strips:time-strip-tₐ-cell-69:1659"/>
              <p:cNvSpPr>
                <a:spLocks noGrp="1"/>
              </p:cNvSpPr>
              <p:nvPr/>
            </p:nvSpPr>
            <p:spPr>
              <a:xfrm>
                <a:off x="22301895" y="1581150"/>
                <a:ext cx="15379" cy="276225"/>
              </a:xfrm>
              <a:prstGeom prst="rect">
                <a:avLst/>
              </a:prstGeom>
              <a:solidFill>
                <a:srgbClr val="D55E00"/>
              </a:solidFill>
              <a:ln w="0">
                <a:noFill/>
                <a:prstDash val="solid"/>
              </a:ln>
            </p:spPr>
          </p:sp>
          <p:sp>
            <p:nvSpPr>
              <p:cNvPr id="1937" name="four:time-step-strips:time-strip-tₐ-cell-70:1660"/>
              <p:cNvSpPr>
                <a:spLocks noGrp="1"/>
              </p:cNvSpPr>
              <p:nvPr/>
            </p:nvSpPr>
            <p:spPr>
              <a:xfrm>
                <a:off x="22317273" y="1581150"/>
                <a:ext cx="15379" cy="276225"/>
              </a:xfrm>
              <a:prstGeom prst="rect">
                <a:avLst/>
              </a:prstGeom>
              <a:solidFill>
                <a:srgbClr val="D55E00"/>
              </a:solidFill>
              <a:ln w="0">
                <a:noFill/>
                <a:prstDash val="solid"/>
              </a:ln>
            </p:spPr>
          </p:sp>
          <p:sp>
            <p:nvSpPr>
              <p:cNvPr id="1938" name="four:time-step-strips:time-strip-tₐ-cell-71:1661"/>
              <p:cNvSpPr>
                <a:spLocks noGrp="1"/>
              </p:cNvSpPr>
              <p:nvPr/>
            </p:nvSpPr>
            <p:spPr>
              <a:xfrm>
                <a:off x="22332652" y="1581150"/>
                <a:ext cx="15379" cy="276225"/>
              </a:xfrm>
              <a:prstGeom prst="rect">
                <a:avLst/>
              </a:prstGeom>
              <a:solidFill>
                <a:srgbClr val="D55E00"/>
              </a:solidFill>
              <a:ln w="0">
                <a:noFill/>
                <a:prstDash val="solid"/>
              </a:ln>
            </p:spPr>
          </p:sp>
          <p:sp>
            <p:nvSpPr>
              <p:cNvPr id="1939" name="four:time-step-strips:time-strip-tₐ-cell-72:1662"/>
              <p:cNvSpPr>
                <a:spLocks noGrp="1"/>
              </p:cNvSpPr>
              <p:nvPr/>
            </p:nvSpPr>
            <p:spPr>
              <a:xfrm>
                <a:off x="22348031" y="1581150"/>
                <a:ext cx="15379" cy="276225"/>
              </a:xfrm>
              <a:prstGeom prst="rect">
                <a:avLst/>
              </a:prstGeom>
              <a:solidFill>
                <a:srgbClr val="D55E00"/>
              </a:solidFill>
              <a:ln w="0">
                <a:noFill/>
                <a:prstDash val="solid"/>
              </a:ln>
            </p:spPr>
          </p:sp>
          <p:sp>
            <p:nvSpPr>
              <p:cNvPr id="1940" name="four:time-step-strips:time-strip-tₐ-cell-73:1663"/>
              <p:cNvSpPr>
                <a:spLocks noGrp="1"/>
              </p:cNvSpPr>
              <p:nvPr/>
            </p:nvSpPr>
            <p:spPr>
              <a:xfrm>
                <a:off x="22363410" y="1581150"/>
                <a:ext cx="15379" cy="276225"/>
              </a:xfrm>
              <a:prstGeom prst="rect">
                <a:avLst/>
              </a:prstGeom>
              <a:solidFill>
                <a:srgbClr val="D55E00"/>
              </a:solidFill>
              <a:ln w="0">
                <a:noFill/>
                <a:prstDash val="solid"/>
              </a:ln>
            </p:spPr>
          </p:sp>
          <p:sp>
            <p:nvSpPr>
              <p:cNvPr id="1941" name="four:time-step-strips:time-strip-tₐ-cell-74:1664"/>
              <p:cNvSpPr>
                <a:spLocks noGrp="1"/>
              </p:cNvSpPr>
              <p:nvPr/>
            </p:nvSpPr>
            <p:spPr>
              <a:xfrm>
                <a:off x="22378789" y="1581150"/>
                <a:ext cx="15379" cy="276225"/>
              </a:xfrm>
              <a:prstGeom prst="rect">
                <a:avLst/>
              </a:prstGeom>
              <a:solidFill>
                <a:srgbClr val="D55E00"/>
              </a:solidFill>
              <a:ln w="0">
                <a:noFill/>
                <a:prstDash val="solid"/>
              </a:ln>
            </p:spPr>
          </p:sp>
          <p:sp>
            <p:nvSpPr>
              <p:cNvPr id="1942" name="four:time-step-strips:time-strip-tₐ-cell-75:1665"/>
              <p:cNvSpPr>
                <a:spLocks noGrp="1"/>
              </p:cNvSpPr>
              <p:nvPr/>
            </p:nvSpPr>
            <p:spPr>
              <a:xfrm>
                <a:off x="22394168" y="1581150"/>
                <a:ext cx="15379" cy="276225"/>
              </a:xfrm>
              <a:prstGeom prst="rect">
                <a:avLst/>
              </a:prstGeom>
              <a:solidFill>
                <a:srgbClr val="D55E00"/>
              </a:solidFill>
              <a:ln w="0">
                <a:noFill/>
                <a:prstDash val="solid"/>
              </a:ln>
            </p:spPr>
          </p:sp>
          <p:sp>
            <p:nvSpPr>
              <p:cNvPr id="1943" name="four:time-step-strips:time-strip-tₐ-cell-76:1666"/>
              <p:cNvSpPr>
                <a:spLocks noGrp="1"/>
              </p:cNvSpPr>
              <p:nvPr/>
            </p:nvSpPr>
            <p:spPr>
              <a:xfrm>
                <a:off x="22409547" y="1581150"/>
                <a:ext cx="15379" cy="276225"/>
              </a:xfrm>
              <a:prstGeom prst="rect">
                <a:avLst/>
              </a:prstGeom>
              <a:solidFill>
                <a:srgbClr val="D5640A"/>
              </a:solidFill>
              <a:ln w="0">
                <a:noFill/>
                <a:prstDash val="solid"/>
              </a:ln>
            </p:spPr>
          </p:sp>
          <p:sp>
            <p:nvSpPr>
              <p:cNvPr id="1944" name="four:time-step-strips:time-strip-tₐ-cell-77:1667"/>
              <p:cNvSpPr>
                <a:spLocks noGrp="1"/>
              </p:cNvSpPr>
              <p:nvPr/>
            </p:nvSpPr>
            <p:spPr>
              <a:xfrm>
                <a:off x="22424926" y="1581150"/>
                <a:ext cx="15379" cy="276225"/>
              </a:xfrm>
              <a:prstGeom prst="rect">
                <a:avLst/>
              </a:prstGeom>
              <a:solidFill>
                <a:srgbClr val="D67120"/>
              </a:solidFill>
              <a:ln w="0">
                <a:noFill/>
                <a:prstDash val="solid"/>
              </a:ln>
            </p:spPr>
          </p:sp>
          <p:sp>
            <p:nvSpPr>
              <p:cNvPr id="1945" name="four:time-step-strips:time-strip-tₐ-cell-78:1668"/>
              <p:cNvSpPr>
                <a:spLocks noGrp="1"/>
              </p:cNvSpPr>
              <p:nvPr/>
            </p:nvSpPr>
            <p:spPr>
              <a:xfrm>
                <a:off x="22440305" y="1581150"/>
                <a:ext cx="15379" cy="276225"/>
              </a:xfrm>
              <a:prstGeom prst="rect">
                <a:avLst/>
              </a:prstGeom>
              <a:solidFill>
                <a:srgbClr val="D7813D"/>
              </a:solidFill>
              <a:ln w="0">
                <a:noFill/>
                <a:prstDash val="solid"/>
              </a:ln>
            </p:spPr>
          </p:sp>
          <p:sp>
            <p:nvSpPr>
              <p:cNvPr id="1946" name="four:time-step-strips:time-strip-tₐ-cell-79:1669"/>
              <p:cNvSpPr>
                <a:spLocks noGrp="1"/>
              </p:cNvSpPr>
              <p:nvPr/>
            </p:nvSpPr>
            <p:spPr>
              <a:xfrm>
                <a:off x="22455684" y="1581150"/>
                <a:ext cx="15379" cy="276225"/>
              </a:xfrm>
              <a:prstGeom prst="rect">
                <a:avLst/>
              </a:prstGeom>
              <a:solidFill>
                <a:srgbClr val="A1B0B5"/>
              </a:solidFill>
              <a:ln w="0">
                <a:noFill/>
                <a:prstDash val="solid"/>
              </a:ln>
            </p:spPr>
          </p:sp>
          <p:sp>
            <p:nvSpPr>
              <p:cNvPr id="1947" name="four:time-step-strips:time-strip-tₐ-cell-80:1670"/>
              <p:cNvSpPr>
                <a:spLocks noGrp="1"/>
              </p:cNvSpPr>
              <p:nvPr/>
            </p:nvSpPr>
            <p:spPr>
              <a:xfrm>
                <a:off x="22471063" y="1581150"/>
                <a:ext cx="15379" cy="276225"/>
              </a:xfrm>
              <a:prstGeom prst="rect">
                <a:avLst/>
              </a:prstGeom>
              <a:solidFill>
                <a:srgbClr val="5CBDA6"/>
              </a:solidFill>
              <a:ln w="0">
                <a:noFill/>
                <a:prstDash val="solid"/>
              </a:ln>
            </p:spPr>
          </p:sp>
          <p:sp>
            <p:nvSpPr>
              <p:cNvPr id="1948" name="four:time-step-strips:time-strip-tₐ-cell-81:1671"/>
              <p:cNvSpPr>
                <a:spLocks noGrp="1"/>
              </p:cNvSpPr>
              <p:nvPr/>
            </p:nvSpPr>
            <p:spPr>
              <a:xfrm>
                <a:off x="22486441" y="1581150"/>
                <a:ext cx="15379" cy="276225"/>
              </a:xfrm>
              <a:prstGeom prst="rect">
                <a:avLst/>
              </a:prstGeom>
              <a:solidFill>
                <a:srgbClr val="72C4B2"/>
              </a:solidFill>
              <a:ln w="0">
                <a:noFill/>
                <a:prstDash val="solid"/>
              </a:ln>
            </p:spPr>
          </p:sp>
          <p:sp>
            <p:nvSpPr>
              <p:cNvPr id="1949" name="four:time-step-strips:time-strip-tₐ-cell-82:1672"/>
              <p:cNvSpPr>
                <a:spLocks noGrp="1"/>
              </p:cNvSpPr>
              <p:nvPr/>
            </p:nvSpPr>
            <p:spPr>
              <a:xfrm>
                <a:off x="22501820" y="1581150"/>
                <a:ext cx="15379" cy="276225"/>
              </a:xfrm>
              <a:prstGeom prst="rect">
                <a:avLst/>
              </a:prstGeom>
              <a:solidFill>
                <a:srgbClr val="7FC9BA"/>
              </a:solidFill>
              <a:ln w="0">
                <a:noFill/>
                <a:prstDash val="solid"/>
              </a:ln>
            </p:spPr>
          </p:sp>
          <p:sp>
            <p:nvSpPr>
              <p:cNvPr id="1950" name="four:time-step-strips:time-strip-tₐ-cell-83:1673"/>
              <p:cNvSpPr>
                <a:spLocks noGrp="1"/>
              </p:cNvSpPr>
              <p:nvPr/>
            </p:nvSpPr>
            <p:spPr>
              <a:xfrm>
                <a:off x="22517199" y="1581150"/>
                <a:ext cx="15379" cy="276225"/>
              </a:xfrm>
              <a:prstGeom prst="rect">
                <a:avLst/>
              </a:prstGeom>
              <a:solidFill>
                <a:srgbClr val="81C9BA"/>
              </a:solidFill>
              <a:ln w="0">
                <a:noFill/>
                <a:prstDash val="solid"/>
              </a:ln>
            </p:spPr>
          </p:sp>
          <p:sp>
            <p:nvSpPr>
              <p:cNvPr id="1951" name="four:time-step-strips:time-strip-tₐ-cell-84:1674"/>
              <p:cNvSpPr>
                <a:spLocks noGrp="1"/>
              </p:cNvSpPr>
              <p:nvPr/>
            </p:nvSpPr>
            <p:spPr>
              <a:xfrm>
                <a:off x="22532578" y="1581150"/>
                <a:ext cx="15379" cy="276225"/>
              </a:xfrm>
              <a:prstGeom prst="rect">
                <a:avLst/>
              </a:prstGeom>
              <a:solidFill>
                <a:srgbClr val="81C9BA"/>
              </a:solidFill>
              <a:ln w="0">
                <a:noFill/>
                <a:prstDash val="solid"/>
              </a:ln>
            </p:spPr>
          </p:sp>
          <p:sp>
            <p:nvSpPr>
              <p:cNvPr id="1952" name="four:time-step-strips:time-strip-tₐ-cell-85:1675"/>
              <p:cNvSpPr>
                <a:spLocks noGrp="1"/>
              </p:cNvSpPr>
              <p:nvPr/>
            </p:nvSpPr>
            <p:spPr>
              <a:xfrm>
                <a:off x="22547957" y="1581150"/>
                <a:ext cx="15379" cy="276225"/>
              </a:xfrm>
              <a:prstGeom prst="rect">
                <a:avLst/>
              </a:prstGeom>
              <a:solidFill>
                <a:srgbClr val="81C9BA"/>
              </a:solidFill>
              <a:ln w="0">
                <a:noFill/>
                <a:prstDash val="solid"/>
              </a:ln>
            </p:spPr>
          </p:sp>
          <p:sp>
            <p:nvSpPr>
              <p:cNvPr id="1953" name="four:time-step-strips:time-strip-tₐ-cell-86:1676"/>
              <p:cNvSpPr>
                <a:spLocks noGrp="1"/>
              </p:cNvSpPr>
              <p:nvPr/>
            </p:nvSpPr>
            <p:spPr>
              <a:xfrm>
                <a:off x="22563336" y="1581150"/>
                <a:ext cx="15379" cy="276225"/>
              </a:xfrm>
              <a:prstGeom prst="rect">
                <a:avLst/>
              </a:prstGeom>
              <a:solidFill>
                <a:srgbClr val="81C9BA"/>
              </a:solidFill>
              <a:ln w="0">
                <a:noFill/>
                <a:prstDash val="solid"/>
              </a:ln>
            </p:spPr>
          </p:sp>
          <p:sp>
            <p:nvSpPr>
              <p:cNvPr id="1954" name="four:time-step-strips:time-strip-tₐ-cell-87:1677"/>
              <p:cNvSpPr>
                <a:spLocks noGrp="1"/>
              </p:cNvSpPr>
              <p:nvPr/>
            </p:nvSpPr>
            <p:spPr>
              <a:xfrm>
                <a:off x="22578715" y="1581150"/>
                <a:ext cx="15379" cy="276225"/>
              </a:xfrm>
              <a:prstGeom prst="rect">
                <a:avLst/>
              </a:prstGeom>
              <a:solidFill>
                <a:srgbClr val="81C9BA"/>
              </a:solidFill>
              <a:ln w="0">
                <a:noFill/>
                <a:prstDash val="solid"/>
              </a:ln>
            </p:spPr>
          </p:sp>
          <p:sp>
            <p:nvSpPr>
              <p:cNvPr id="1955" name="four:time-step-strips:time-strip-tₐ-cell-88:1678"/>
              <p:cNvSpPr>
                <a:spLocks noGrp="1"/>
              </p:cNvSpPr>
              <p:nvPr/>
            </p:nvSpPr>
            <p:spPr>
              <a:xfrm>
                <a:off x="22594094" y="1581150"/>
                <a:ext cx="15379" cy="276225"/>
              </a:xfrm>
              <a:prstGeom prst="rect">
                <a:avLst/>
              </a:prstGeom>
              <a:solidFill>
                <a:srgbClr val="81C9BA"/>
              </a:solidFill>
              <a:ln w="0">
                <a:noFill/>
                <a:prstDash val="solid"/>
              </a:ln>
            </p:spPr>
          </p:sp>
          <p:sp>
            <p:nvSpPr>
              <p:cNvPr id="1956" name="four:time-step-strips:time-strip-tₐ-cell-89:1679"/>
              <p:cNvSpPr>
                <a:spLocks noGrp="1"/>
              </p:cNvSpPr>
              <p:nvPr/>
            </p:nvSpPr>
            <p:spPr>
              <a:xfrm>
                <a:off x="22609473" y="1581150"/>
                <a:ext cx="15379" cy="276225"/>
              </a:xfrm>
              <a:prstGeom prst="rect">
                <a:avLst/>
              </a:prstGeom>
              <a:solidFill>
                <a:srgbClr val="81C9BA"/>
              </a:solidFill>
              <a:ln w="0">
                <a:noFill/>
                <a:prstDash val="solid"/>
              </a:ln>
            </p:spPr>
          </p:sp>
          <p:sp>
            <p:nvSpPr>
              <p:cNvPr id="1957" name="four:time-step-strips:time-strip-tₐ-cell-90:1680"/>
              <p:cNvSpPr>
                <a:spLocks noGrp="1"/>
              </p:cNvSpPr>
              <p:nvPr/>
            </p:nvSpPr>
            <p:spPr>
              <a:xfrm>
                <a:off x="22624852" y="1581150"/>
                <a:ext cx="15379" cy="276225"/>
              </a:xfrm>
              <a:prstGeom prst="rect">
                <a:avLst/>
              </a:prstGeom>
              <a:solidFill>
                <a:srgbClr val="81C9BA"/>
              </a:solidFill>
              <a:ln w="0">
                <a:noFill/>
                <a:prstDash val="solid"/>
              </a:ln>
            </p:spPr>
          </p:sp>
          <p:sp>
            <p:nvSpPr>
              <p:cNvPr id="1958" name="four:time-step-strips:time-strip-tₐ-cell-91:1681"/>
              <p:cNvSpPr>
                <a:spLocks noGrp="1"/>
              </p:cNvSpPr>
              <p:nvPr/>
            </p:nvSpPr>
            <p:spPr>
              <a:xfrm>
                <a:off x="22640230" y="1581150"/>
                <a:ext cx="15379" cy="276225"/>
              </a:xfrm>
              <a:prstGeom prst="rect">
                <a:avLst/>
              </a:prstGeom>
              <a:solidFill>
                <a:srgbClr val="81C9BA"/>
              </a:solidFill>
              <a:ln w="0">
                <a:noFill/>
                <a:prstDash val="solid"/>
              </a:ln>
            </p:spPr>
          </p:sp>
          <p:sp>
            <p:nvSpPr>
              <p:cNvPr id="1959" name="four:time-step-strips:time-strip-tₐ-cell-92:1682"/>
              <p:cNvSpPr>
                <a:spLocks noGrp="1"/>
              </p:cNvSpPr>
              <p:nvPr/>
            </p:nvSpPr>
            <p:spPr>
              <a:xfrm>
                <a:off x="22655609" y="1581150"/>
                <a:ext cx="15379" cy="276225"/>
              </a:xfrm>
              <a:prstGeom prst="rect">
                <a:avLst/>
              </a:prstGeom>
              <a:solidFill>
                <a:srgbClr val="81C9BA"/>
              </a:solidFill>
              <a:ln w="0">
                <a:noFill/>
                <a:prstDash val="solid"/>
              </a:ln>
            </p:spPr>
          </p:sp>
          <p:sp>
            <p:nvSpPr>
              <p:cNvPr id="1960" name="four:time-step-strips:time-strip-tₐ-cell-93:1683"/>
              <p:cNvSpPr>
                <a:spLocks noGrp="1"/>
              </p:cNvSpPr>
              <p:nvPr/>
            </p:nvSpPr>
            <p:spPr>
              <a:xfrm>
                <a:off x="22670988" y="1581150"/>
                <a:ext cx="15379" cy="276225"/>
              </a:xfrm>
              <a:prstGeom prst="rect">
                <a:avLst/>
              </a:prstGeom>
              <a:solidFill>
                <a:srgbClr val="81C9BA"/>
              </a:solidFill>
              <a:ln w="0">
                <a:noFill/>
                <a:prstDash val="solid"/>
              </a:ln>
            </p:spPr>
          </p:sp>
          <p:sp>
            <p:nvSpPr>
              <p:cNvPr id="1961" name="four:time-step-strips:time-strip-tₐ-cell-94:1684"/>
              <p:cNvSpPr>
                <a:spLocks noGrp="1"/>
              </p:cNvSpPr>
              <p:nvPr/>
            </p:nvSpPr>
            <p:spPr>
              <a:xfrm>
                <a:off x="22686367" y="1581150"/>
                <a:ext cx="15379" cy="276225"/>
              </a:xfrm>
              <a:prstGeom prst="rect">
                <a:avLst/>
              </a:prstGeom>
              <a:solidFill>
                <a:srgbClr val="81C9BA"/>
              </a:solidFill>
              <a:ln w="0">
                <a:noFill/>
                <a:prstDash val="solid"/>
              </a:ln>
            </p:spPr>
          </p:sp>
          <p:sp>
            <p:nvSpPr>
              <p:cNvPr id="1962" name="four:time-step-strips:time-strip-tₐ-cell-95:1685"/>
              <p:cNvSpPr>
                <a:spLocks noGrp="1"/>
              </p:cNvSpPr>
              <p:nvPr/>
            </p:nvSpPr>
            <p:spPr>
              <a:xfrm>
                <a:off x="22701746" y="1581150"/>
                <a:ext cx="15379" cy="276225"/>
              </a:xfrm>
              <a:prstGeom prst="rect">
                <a:avLst/>
              </a:prstGeom>
              <a:solidFill>
                <a:srgbClr val="81C9BA"/>
              </a:solidFill>
              <a:ln w="0">
                <a:noFill/>
                <a:prstDash val="solid"/>
              </a:ln>
            </p:spPr>
          </p:sp>
          <p:sp>
            <p:nvSpPr>
              <p:cNvPr id="1963" name="four:time-step-strips:time-strip-tₐ-cell-96:1686"/>
              <p:cNvSpPr>
                <a:spLocks noGrp="1"/>
              </p:cNvSpPr>
              <p:nvPr/>
            </p:nvSpPr>
            <p:spPr>
              <a:xfrm>
                <a:off x="22717125" y="1581150"/>
                <a:ext cx="15379" cy="276225"/>
              </a:xfrm>
              <a:prstGeom prst="rect">
                <a:avLst/>
              </a:prstGeom>
              <a:solidFill>
                <a:srgbClr val="81C9BA"/>
              </a:solidFill>
              <a:ln w="0">
                <a:noFill/>
                <a:prstDash val="solid"/>
              </a:ln>
            </p:spPr>
          </p:sp>
          <p:sp>
            <p:nvSpPr>
              <p:cNvPr id="1964" name="four:time-step-strips:time-strip-tₐ-cell-97:1687"/>
              <p:cNvSpPr>
                <a:spLocks noGrp="1"/>
              </p:cNvSpPr>
              <p:nvPr/>
            </p:nvSpPr>
            <p:spPr>
              <a:xfrm>
                <a:off x="22732504" y="1581150"/>
                <a:ext cx="15379" cy="276225"/>
              </a:xfrm>
              <a:prstGeom prst="rect">
                <a:avLst/>
              </a:prstGeom>
              <a:solidFill>
                <a:srgbClr val="81C9BA"/>
              </a:solidFill>
              <a:ln w="0">
                <a:noFill/>
                <a:prstDash val="solid"/>
              </a:ln>
            </p:spPr>
          </p:sp>
          <p:sp>
            <p:nvSpPr>
              <p:cNvPr id="1965" name="four:time-step-strips:time-strip-tₐ-cell-98:1688"/>
              <p:cNvSpPr>
                <a:spLocks noGrp="1"/>
              </p:cNvSpPr>
              <p:nvPr/>
            </p:nvSpPr>
            <p:spPr>
              <a:xfrm>
                <a:off x="22747883" y="1581150"/>
                <a:ext cx="15379" cy="276225"/>
              </a:xfrm>
              <a:prstGeom prst="rect">
                <a:avLst/>
              </a:prstGeom>
              <a:solidFill>
                <a:srgbClr val="81C9BA"/>
              </a:solidFill>
              <a:ln w="0">
                <a:noFill/>
                <a:prstDash val="solid"/>
              </a:ln>
            </p:spPr>
          </p:sp>
          <p:sp>
            <p:nvSpPr>
              <p:cNvPr id="1966" name="four:time-step-strips:time-strip-tₐ-cell-99:1689"/>
              <p:cNvSpPr>
                <a:spLocks noGrp="1"/>
              </p:cNvSpPr>
              <p:nvPr/>
            </p:nvSpPr>
            <p:spPr>
              <a:xfrm>
                <a:off x="22763262" y="1581150"/>
                <a:ext cx="15379" cy="276225"/>
              </a:xfrm>
              <a:prstGeom prst="rect">
                <a:avLst/>
              </a:prstGeom>
              <a:solidFill>
                <a:srgbClr val="81C9BA"/>
              </a:solidFill>
              <a:ln w="0">
                <a:noFill/>
                <a:prstDash val="solid"/>
              </a:ln>
            </p:spPr>
          </p:sp>
          <p:sp>
            <p:nvSpPr>
              <p:cNvPr id="1967" name="four:time-step-strips:time-strip-tₐ-cell-100:1690"/>
              <p:cNvSpPr>
                <a:spLocks noGrp="1"/>
              </p:cNvSpPr>
              <p:nvPr/>
            </p:nvSpPr>
            <p:spPr>
              <a:xfrm>
                <a:off x="22778641" y="1581150"/>
                <a:ext cx="15379" cy="276225"/>
              </a:xfrm>
              <a:prstGeom prst="rect">
                <a:avLst/>
              </a:prstGeom>
              <a:solidFill>
                <a:srgbClr val="81C9BA"/>
              </a:solidFill>
              <a:ln w="0">
                <a:noFill/>
                <a:prstDash val="solid"/>
              </a:ln>
            </p:spPr>
          </p:sp>
          <p:sp>
            <p:nvSpPr>
              <p:cNvPr id="1968" name="four:time-step-strips:time-strip-tₐ-cell-101:1691"/>
              <p:cNvSpPr>
                <a:spLocks noGrp="1"/>
              </p:cNvSpPr>
              <p:nvPr/>
            </p:nvSpPr>
            <p:spPr>
              <a:xfrm>
                <a:off x="22794020" y="1581150"/>
                <a:ext cx="15379" cy="276225"/>
              </a:xfrm>
              <a:prstGeom prst="rect">
                <a:avLst/>
              </a:prstGeom>
              <a:solidFill>
                <a:srgbClr val="81C9BA"/>
              </a:solidFill>
              <a:ln w="0">
                <a:noFill/>
                <a:prstDash val="solid"/>
              </a:ln>
            </p:spPr>
          </p:sp>
          <p:sp>
            <p:nvSpPr>
              <p:cNvPr id="1969" name="four:time-step-strips:time-strip-tₐ-cell-102:1692"/>
              <p:cNvSpPr>
                <a:spLocks noGrp="1"/>
              </p:cNvSpPr>
              <p:nvPr/>
            </p:nvSpPr>
            <p:spPr>
              <a:xfrm>
                <a:off x="22809398" y="1581150"/>
                <a:ext cx="15379" cy="276225"/>
              </a:xfrm>
              <a:prstGeom prst="rect">
                <a:avLst/>
              </a:prstGeom>
              <a:solidFill>
                <a:srgbClr val="81C9BA"/>
              </a:solidFill>
              <a:ln w="0">
                <a:noFill/>
                <a:prstDash val="solid"/>
              </a:ln>
            </p:spPr>
          </p:sp>
          <p:sp>
            <p:nvSpPr>
              <p:cNvPr id="1970" name="four:time-step-strips:time-strip-tₐ-cell-103:1693"/>
              <p:cNvSpPr>
                <a:spLocks noGrp="1"/>
              </p:cNvSpPr>
              <p:nvPr/>
            </p:nvSpPr>
            <p:spPr>
              <a:xfrm>
                <a:off x="22824777" y="1581150"/>
                <a:ext cx="15379" cy="276225"/>
              </a:xfrm>
              <a:prstGeom prst="rect">
                <a:avLst/>
              </a:prstGeom>
              <a:solidFill>
                <a:srgbClr val="81C9BA"/>
              </a:solidFill>
              <a:ln w="0">
                <a:noFill/>
                <a:prstDash val="solid"/>
              </a:ln>
            </p:spPr>
          </p:sp>
          <p:sp>
            <p:nvSpPr>
              <p:cNvPr id="1971" name="four:time-step-strips:time-strip-tₐ-cell-104:1694"/>
              <p:cNvSpPr>
                <a:spLocks noGrp="1"/>
              </p:cNvSpPr>
              <p:nvPr/>
            </p:nvSpPr>
            <p:spPr>
              <a:xfrm>
                <a:off x="22840156" y="1581150"/>
                <a:ext cx="15379" cy="276225"/>
              </a:xfrm>
              <a:prstGeom prst="rect">
                <a:avLst/>
              </a:prstGeom>
              <a:solidFill>
                <a:srgbClr val="81C9BA"/>
              </a:solidFill>
              <a:ln w="0">
                <a:noFill/>
                <a:prstDash val="solid"/>
              </a:ln>
            </p:spPr>
          </p:sp>
          <p:sp>
            <p:nvSpPr>
              <p:cNvPr id="1972" name="four:time-step-strips:time-strip-tₐ-cell-105:1695"/>
              <p:cNvSpPr>
                <a:spLocks noGrp="1"/>
              </p:cNvSpPr>
              <p:nvPr/>
            </p:nvSpPr>
            <p:spPr>
              <a:xfrm>
                <a:off x="22855535" y="1581150"/>
                <a:ext cx="15379" cy="276225"/>
              </a:xfrm>
              <a:prstGeom prst="rect">
                <a:avLst/>
              </a:prstGeom>
              <a:solidFill>
                <a:srgbClr val="81C9BA"/>
              </a:solidFill>
              <a:ln w="0">
                <a:noFill/>
                <a:prstDash val="solid"/>
              </a:ln>
            </p:spPr>
          </p:sp>
          <p:sp>
            <p:nvSpPr>
              <p:cNvPr id="1973" name="four:time-step-strips:time-strip-tₐ-cell-106:1696"/>
              <p:cNvSpPr>
                <a:spLocks noGrp="1"/>
              </p:cNvSpPr>
              <p:nvPr/>
            </p:nvSpPr>
            <p:spPr>
              <a:xfrm>
                <a:off x="22870914" y="1581150"/>
                <a:ext cx="15379" cy="276225"/>
              </a:xfrm>
              <a:prstGeom prst="rect">
                <a:avLst/>
              </a:prstGeom>
              <a:solidFill>
                <a:srgbClr val="81C9BA"/>
              </a:solidFill>
              <a:ln w="0">
                <a:noFill/>
                <a:prstDash val="solid"/>
              </a:ln>
            </p:spPr>
          </p:sp>
          <p:sp>
            <p:nvSpPr>
              <p:cNvPr id="1974" name="four:time-step-strips:time-strip-tₐ-cell-107:1697"/>
              <p:cNvSpPr>
                <a:spLocks noGrp="1"/>
              </p:cNvSpPr>
              <p:nvPr/>
            </p:nvSpPr>
            <p:spPr>
              <a:xfrm>
                <a:off x="22886293" y="1581150"/>
                <a:ext cx="15379" cy="276225"/>
              </a:xfrm>
              <a:prstGeom prst="rect">
                <a:avLst/>
              </a:prstGeom>
              <a:solidFill>
                <a:srgbClr val="81C9BA"/>
              </a:solidFill>
              <a:ln w="0">
                <a:noFill/>
                <a:prstDash val="solid"/>
              </a:ln>
            </p:spPr>
          </p:sp>
          <p:sp>
            <p:nvSpPr>
              <p:cNvPr id="1975" name="four:time-step-strips:time-strip-tₐ-cell-108:1698"/>
              <p:cNvSpPr>
                <a:spLocks noGrp="1"/>
              </p:cNvSpPr>
              <p:nvPr/>
            </p:nvSpPr>
            <p:spPr>
              <a:xfrm>
                <a:off x="22901672" y="1581150"/>
                <a:ext cx="15379" cy="276225"/>
              </a:xfrm>
              <a:prstGeom prst="rect">
                <a:avLst/>
              </a:prstGeom>
              <a:solidFill>
                <a:srgbClr val="81C9BA"/>
              </a:solidFill>
              <a:ln w="0">
                <a:noFill/>
                <a:prstDash val="solid"/>
              </a:ln>
            </p:spPr>
          </p:sp>
          <p:sp>
            <p:nvSpPr>
              <p:cNvPr id="1976" name="four:time-step-strips:time-strip-tₐ-cell-109:1699"/>
              <p:cNvSpPr>
                <a:spLocks noGrp="1"/>
              </p:cNvSpPr>
              <p:nvPr/>
            </p:nvSpPr>
            <p:spPr>
              <a:xfrm>
                <a:off x="22917051" y="1581150"/>
                <a:ext cx="15379" cy="276225"/>
              </a:xfrm>
              <a:prstGeom prst="rect">
                <a:avLst/>
              </a:prstGeom>
              <a:solidFill>
                <a:srgbClr val="7FC9B9"/>
              </a:solidFill>
              <a:ln w="0">
                <a:noFill/>
                <a:prstDash val="solid"/>
              </a:ln>
            </p:spPr>
          </p:sp>
          <p:sp>
            <p:nvSpPr>
              <p:cNvPr id="1977" name="four:time-step-strips:time-strip-tₐ-cell-110:1700"/>
              <p:cNvSpPr>
                <a:spLocks noGrp="1"/>
              </p:cNvSpPr>
              <p:nvPr/>
            </p:nvSpPr>
            <p:spPr>
              <a:xfrm>
                <a:off x="22932430" y="1581150"/>
                <a:ext cx="15379" cy="276225"/>
              </a:xfrm>
              <a:prstGeom prst="rect">
                <a:avLst/>
              </a:prstGeom>
              <a:solidFill>
                <a:srgbClr val="73C5B3"/>
              </a:solidFill>
              <a:ln w="0">
                <a:noFill/>
                <a:prstDash val="solid"/>
              </a:ln>
            </p:spPr>
          </p:sp>
          <p:sp>
            <p:nvSpPr>
              <p:cNvPr id="1978" name="four:time-step-strips:time-strip-tₐ-cell-111:1701"/>
              <p:cNvSpPr>
                <a:spLocks noGrp="1"/>
              </p:cNvSpPr>
              <p:nvPr/>
            </p:nvSpPr>
            <p:spPr>
              <a:xfrm>
                <a:off x="22947809" y="1581150"/>
                <a:ext cx="15379" cy="276225"/>
              </a:xfrm>
              <a:prstGeom prst="rect">
                <a:avLst/>
              </a:prstGeom>
              <a:solidFill>
                <a:srgbClr val="60BEA8"/>
              </a:solidFill>
              <a:ln w="0">
                <a:noFill/>
                <a:prstDash val="solid"/>
              </a:ln>
            </p:spPr>
          </p:sp>
          <p:sp>
            <p:nvSpPr>
              <p:cNvPr id="1979" name="four:time-step-strips:time-strip-tₐ-cell-112:1702"/>
              <p:cNvSpPr>
                <a:spLocks noGrp="1"/>
              </p:cNvSpPr>
              <p:nvPr/>
            </p:nvSpPr>
            <p:spPr>
              <a:xfrm>
                <a:off x="22963188" y="1581150"/>
                <a:ext cx="15379" cy="276225"/>
              </a:xfrm>
              <a:prstGeom prst="rect">
                <a:avLst/>
              </a:prstGeom>
              <a:solidFill>
                <a:srgbClr val="48B69B"/>
              </a:solidFill>
              <a:ln w="0">
                <a:noFill/>
                <a:prstDash val="solid"/>
              </a:ln>
            </p:spPr>
          </p:sp>
          <p:sp>
            <p:nvSpPr>
              <p:cNvPr id="1980" name="four:time-step-strips:time-strip-tₐ-cell-113:1703"/>
              <p:cNvSpPr>
                <a:spLocks noGrp="1"/>
              </p:cNvSpPr>
              <p:nvPr/>
            </p:nvSpPr>
            <p:spPr>
              <a:xfrm>
                <a:off x="22978566" y="1581150"/>
                <a:ext cx="15379" cy="276225"/>
              </a:xfrm>
              <a:prstGeom prst="rect">
                <a:avLst/>
              </a:prstGeom>
              <a:solidFill>
                <a:srgbClr val="2EAE8D"/>
              </a:solidFill>
              <a:ln w="0">
                <a:noFill/>
                <a:prstDash val="solid"/>
              </a:ln>
            </p:spPr>
          </p:sp>
          <p:sp>
            <p:nvSpPr>
              <p:cNvPr id="1981" name="four:time-step-strips:time-strip-tₐ-cell-114:1704"/>
              <p:cNvSpPr>
                <a:spLocks noGrp="1"/>
              </p:cNvSpPr>
              <p:nvPr/>
            </p:nvSpPr>
            <p:spPr>
              <a:xfrm>
                <a:off x="22993945" y="1581150"/>
                <a:ext cx="15379" cy="276225"/>
              </a:xfrm>
              <a:prstGeom prst="rect">
                <a:avLst/>
              </a:prstGeom>
              <a:solidFill>
                <a:srgbClr val="1AA781"/>
              </a:solidFill>
              <a:ln w="0">
                <a:noFill/>
                <a:prstDash val="solid"/>
              </a:ln>
            </p:spPr>
          </p:sp>
          <p:sp>
            <p:nvSpPr>
              <p:cNvPr id="1982" name="four:time-step-strips:time-strip-tₐ-cell-115:1705"/>
              <p:cNvSpPr>
                <a:spLocks noGrp="1"/>
              </p:cNvSpPr>
              <p:nvPr/>
            </p:nvSpPr>
            <p:spPr>
              <a:xfrm>
                <a:off x="23009324" y="1581150"/>
                <a:ext cx="15379" cy="276225"/>
              </a:xfrm>
              <a:prstGeom prst="rect">
                <a:avLst/>
              </a:prstGeom>
              <a:solidFill>
                <a:srgbClr val="07A177"/>
              </a:solidFill>
              <a:ln w="0">
                <a:noFill/>
                <a:prstDash val="solid"/>
              </a:ln>
            </p:spPr>
          </p:sp>
          <p:sp>
            <p:nvSpPr>
              <p:cNvPr id="1983" name="four:time-step-strips:time-strip-tₐ-cell-116:1706"/>
              <p:cNvSpPr>
                <a:spLocks noGrp="1"/>
              </p:cNvSpPr>
              <p:nvPr/>
            </p:nvSpPr>
            <p:spPr>
              <a:xfrm>
                <a:off x="23024703" y="1581150"/>
                <a:ext cx="15379" cy="276225"/>
              </a:xfrm>
              <a:prstGeom prst="rect">
                <a:avLst/>
              </a:prstGeom>
              <a:solidFill>
                <a:srgbClr val="009E73"/>
              </a:solidFill>
              <a:ln w="0">
                <a:noFill/>
                <a:prstDash val="solid"/>
              </a:ln>
            </p:spPr>
          </p:sp>
          <p:sp>
            <p:nvSpPr>
              <p:cNvPr id="1984" name="four:time-step-strips:time-strip-tₐ-cell-117:1707"/>
              <p:cNvSpPr>
                <a:spLocks noGrp="1"/>
              </p:cNvSpPr>
              <p:nvPr/>
            </p:nvSpPr>
            <p:spPr>
              <a:xfrm>
                <a:off x="23040082" y="1581150"/>
                <a:ext cx="15379" cy="276225"/>
              </a:xfrm>
              <a:prstGeom prst="rect">
                <a:avLst/>
              </a:prstGeom>
              <a:solidFill>
                <a:srgbClr val="009E73"/>
              </a:solidFill>
              <a:ln w="0">
                <a:noFill/>
                <a:prstDash val="solid"/>
              </a:ln>
            </p:spPr>
          </p:sp>
          <p:sp>
            <p:nvSpPr>
              <p:cNvPr id="1985" name="four:time-step-strips:time-strip-tₐ-cell-118:1708"/>
              <p:cNvSpPr>
                <a:spLocks noGrp="1"/>
              </p:cNvSpPr>
              <p:nvPr/>
            </p:nvSpPr>
            <p:spPr>
              <a:xfrm>
                <a:off x="23055461" y="1581150"/>
                <a:ext cx="15379" cy="276225"/>
              </a:xfrm>
              <a:prstGeom prst="rect">
                <a:avLst/>
              </a:prstGeom>
              <a:solidFill>
                <a:srgbClr val="009E73"/>
              </a:solidFill>
              <a:ln w="0">
                <a:noFill/>
                <a:prstDash val="solid"/>
              </a:ln>
            </p:spPr>
          </p:sp>
          <p:sp>
            <p:nvSpPr>
              <p:cNvPr id="1986" name="four:time-step-strips:time-strip-tₐ-cell-119:1709"/>
              <p:cNvSpPr>
                <a:spLocks noGrp="1"/>
              </p:cNvSpPr>
              <p:nvPr/>
            </p:nvSpPr>
            <p:spPr>
              <a:xfrm>
                <a:off x="23070840" y="1581150"/>
                <a:ext cx="15379" cy="276225"/>
              </a:xfrm>
              <a:prstGeom prst="rect">
                <a:avLst/>
              </a:prstGeom>
              <a:solidFill>
                <a:srgbClr val="009E73"/>
              </a:solidFill>
              <a:ln w="0">
                <a:noFill/>
                <a:prstDash val="solid"/>
              </a:ln>
            </p:spPr>
          </p:sp>
          <p:sp>
            <p:nvSpPr>
              <p:cNvPr id="1987" name="four:time-step-strips:time-strip-tₐ-cell-120:1710"/>
              <p:cNvSpPr>
                <a:spLocks noGrp="1"/>
              </p:cNvSpPr>
              <p:nvPr/>
            </p:nvSpPr>
            <p:spPr>
              <a:xfrm>
                <a:off x="23086219" y="1581150"/>
                <a:ext cx="15379" cy="276225"/>
              </a:xfrm>
              <a:prstGeom prst="rect">
                <a:avLst/>
              </a:prstGeom>
              <a:solidFill>
                <a:srgbClr val="009E73"/>
              </a:solidFill>
              <a:ln w="0">
                <a:noFill/>
                <a:prstDash val="solid"/>
              </a:ln>
            </p:spPr>
          </p:sp>
          <p:sp>
            <p:nvSpPr>
              <p:cNvPr id="1988" name="four:time-step-strips:time-strip-tₐ-cell-121:1711"/>
              <p:cNvSpPr>
                <a:spLocks noGrp="1"/>
              </p:cNvSpPr>
              <p:nvPr/>
            </p:nvSpPr>
            <p:spPr>
              <a:xfrm>
                <a:off x="23101598" y="1581150"/>
                <a:ext cx="15379" cy="276225"/>
              </a:xfrm>
              <a:prstGeom prst="rect">
                <a:avLst/>
              </a:prstGeom>
              <a:solidFill>
                <a:srgbClr val="009E73"/>
              </a:solidFill>
              <a:ln w="0">
                <a:noFill/>
                <a:prstDash val="solid"/>
              </a:ln>
            </p:spPr>
          </p:sp>
          <p:sp>
            <p:nvSpPr>
              <p:cNvPr id="1989" name="four:time-step-strips:time-strip-tₐ-cell-122:1712"/>
              <p:cNvSpPr>
                <a:spLocks noGrp="1"/>
              </p:cNvSpPr>
              <p:nvPr/>
            </p:nvSpPr>
            <p:spPr>
              <a:xfrm>
                <a:off x="23116977" y="1581150"/>
                <a:ext cx="15379" cy="276225"/>
              </a:xfrm>
              <a:prstGeom prst="rect">
                <a:avLst/>
              </a:prstGeom>
              <a:solidFill>
                <a:srgbClr val="009E73"/>
              </a:solidFill>
              <a:ln w="0">
                <a:noFill/>
                <a:prstDash val="solid"/>
              </a:ln>
            </p:spPr>
          </p:sp>
          <p:sp>
            <p:nvSpPr>
              <p:cNvPr id="1990" name="four:time-step-strips:time-strip-tₐ-cell-123:1713"/>
              <p:cNvSpPr>
                <a:spLocks noGrp="1"/>
              </p:cNvSpPr>
              <p:nvPr/>
            </p:nvSpPr>
            <p:spPr>
              <a:xfrm>
                <a:off x="23132355" y="1581150"/>
                <a:ext cx="15379" cy="276225"/>
              </a:xfrm>
              <a:prstGeom prst="rect">
                <a:avLst/>
              </a:prstGeom>
              <a:solidFill>
                <a:srgbClr val="009E73"/>
              </a:solidFill>
              <a:ln w="0">
                <a:noFill/>
                <a:prstDash val="solid"/>
              </a:ln>
            </p:spPr>
          </p:sp>
          <p:sp>
            <p:nvSpPr>
              <p:cNvPr id="1991" name="four:time-step-strips:time-strip-tₐ-cell-124:1714"/>
              <p:cNvSpPr>
                <a:spLocks noGrp="1"/>
              </p:cNvSpPr>
              <p:nvPr/>
            </p:nvSpPr>
            <p:spPr>
              <a:xfrm>
                <a:off x="23147734" y="1581150"/>
                <a:ext cx="15379" cy="276225"/>
              </a:xfrm>
              <a:prstGeom prst="rect">
                <a:avLst/>
              </a:prstGeom>
              <a:solidFill>
                <a:srgbClr val="009E73"/>
              </a:solidFill>
              <a:ln w="0">
                <a:noFill/>
                <a:prstDash val="solid"/>
              </a:ln>
            </p:spPr>
          </p:sp>
          <p:sp>
            <p:nvSpPr>
              <p:cNvPr id="1992" name="four:time-step-strips:time-strip-tₐ-cell-125:1715"/>
              <p:cNvSpPr>
                <a:spLocks noGrp="1"/>
              </p:cNvSpPr>
              <p:nvPr/>
            </p:nvSpPr>
            <p:spPr>
              <a:xfrm>
                <a:off x="23163113" y="1581150"/>
                <a:ext cx="15379" cy="276225"/>
              </a:xfrm>
              <a:prstGeom prst="rect">
                <a:avLst/>
              </a:prstGeom>
              <a:solidFill>
                <a:srgbClr val="009E73"/>
              </a:solidFill>
              <a:ln w="0">
                <a:noFill/>
                <a:prstDash val="solid"/>
              </a:ln>
            </p:spPr>
          </p:sp>
          <p:sp>
            <p:nvSpPr>
              <p:cNvPr id="1993" name="four:time-step-strips:time-strip-tₐ-cell-126:1716"/>
              <p:cNvSpPr>
                <a:spLocks noGrp="1"/>
              </p:cNvSpPr>
              <p:nvPr/>
            </p:nvSpPr>
            <p:spPr>
              <a:xfrm>
                <a:off x="23178492" y="1581150"/>
                <a:ext cx="15379" cy="276225"/>
              </a:xfrm>
              <a:prstGeom prst="rect">
                <a:avLst/>
              </a:prstGeom>
              <a:solidFill>
                <a:srgbClr val="009E73"/>
              </a:solidFill>
              <a:ln w="0">
                <a:noFill/>
                <a:prstDash val="solid"/>
              </a:ln>
            </p:spPr>
          </p:sp>
          <p:sp>
            <p:nvSpPr>
              <p:cNvPr id="1994" name="four:time-step-strips:time-strip-tₐ-cell-127:1717"/>
              <p:cNvSpPr>
                <a:spLocks noGrp="1"/>
              </p:cNvSpPr>
              <p:nvPr/>
            </p:nvSpPr>
            <p:spPr>
              <a:xfrm>
                <a:off x="23193871" y="1581150"/>
                <a:ext cx="15379" cy="276225"/>
              </a:xfrm>
              <a:prstGeom prst="rect">
                <a:avLst/>
              </a:prstGeom>
              <a:solidFill>
                <a:srgbClr val="009E73"/>
              </a:solidFill>
              <a:ln w="0">
                <a:noFill/>
                <a:prstDash val="solid"/>
              </a:ln>
            </p:spPr>
          </p:sp>
          <p:sp>
            <p:nvSpPr>
              <p:cNvPr id="1995" name="four:time-step-strips:time-strip-tₐ-cell-128:1718"/>
              <p:cNvSpPr>
                <a:spLocks noGrp="1"/>
              </p:cNvSpPr>
              <p:nvPr/>
            </p:nvSpPr>
            <p:spPr>
              <a:xfrm>
                <a:off x="23209250" y="1581150"/>
                <a:ext cx="15379" cy="276225"/>
              </a:xfrm>
              <a:prstGeom prst="rect">
                <a:avLst/>
              </a:prstGeom>
              <a:solidFill>
                <a:srgbClr val="019E74"/>
              </a:solidFill>
              <a:ln w="0">
                <a:noFill/>
                <a:prstDash val="solid"/>
              </a:ln>
            </p:spPr>
          </p:sp>
          <p:sp>
            <p:nvSpPr>
              <p:cNvPr id="1996" name="four:time-step-strips:time-strip-tₐ-cell-129:1719"/>
              <p:cNvSpPr>
                <a:spLocks noGrp="1"/>
              </p:cNvSpPr>
              <p:nvPr/>
            </p:nvSpPr>
            <p:spPr>
              <a:xfrm>
                <a:off x="23224629" y="1581150"/>
                <a:ext cx="15379" cy="276225"/>
              </a:xfrm>
              <a:prstGeom prst="rect">
                <a:avLst/>
              </a:prstGeom>
              <a:solidFill>
                <a:srgbClr val="11A47D"/>
              </a:solidFill>
              <a:ln w="0">
                <a:noFill/>
                <a:prstDash val="solid"/>
              </a:ln>
            </p:spPr>
          </p:sp>
          <p:sp>
            <p:nvSpPr>
              <p:cNvPr id="1997" name="four:time-step-strips:time-strip-tₐ-cell-130:1720"/>
              <p:cNvSpPr>
                <a:spLocks noGrp="1"/>
              </p:cNvSpPr>
              <p:nvPr/>
            </p:nvSpPr>
            <p:spPr>
              <a:xfrm>
                <a:off x="23240008" y="1581150"/>
                <a:ext cx="15379" cy="276225"/>
              </a:xfrm>
              <a:prstGeom prst="rect">
                <a:avLst/>
              </a:prstGeom>
              <a:solidFill>
                <a:srgbClr val="31AF8E"/>
              </a:solidFill>
              <a:ln w="0">
                <a:noFill/>
                <a:prstDash val="solid"/>
              </a:ln>
            </p:spPr>
          </p:sp>
          <p:sp>
            <p:nvSpPr>
              <p:cNvPr id="1998" name="four:time-step-strips:time-strip-tₐ-cell-131:1721"/>
              <p:cNvSpPr>
                <a:spLocks noGrp="1"/>
              </p:cNvSpPr>
              <p:nvPr/>
            </p:nvSpPr>
            <p:spPr>
              <a:xfrm>
                <a:off x="23255387" y="1581150"/>
                <a:ext cx="15379" cy="276225"/>
              </a:xfrm>
              <a:prstGeom prst="rect">
                <a:avLst/>
              </a:prstGeom>
              <a:solidFill>
                <a:srgbClr val="59BCA4"/>
              </a:solidFill>
              <a:ln w="0">
                <a:noFill/>
                <a:prstDash val="solid"/>
              </a:ln>
            </p:spPr>
          </p:sp>
          <p:sp>
            <p:nvSpPr>
              <p:cNvPr id="1999" name="four:time-step-strips:time-strip-tₐ-cell-132:1722"/>
              <p:cNvSpPr>
                <a:spLocks noGrp="1"/>
              </p:cNvSpPr>
              <p:nvPr/>
            </p:nvSpPr>
            <p:spPr>
              <a:xfrm>
                <a:off x="23270766" y="1581150"/>
                <a:ext cx="15379" cy="276225"/>
              </a:xfrm>
              <a:prstGeom prst="rect">
                <a:avLst/>
              </a:prstGeom>
              <a:solidFill>
                <a:srgbClr val="83CABC"/>
              </a:solidFill>
              <a:ln w="0">
                <a:noFill/>
                <a:prstDash val="solid"/>
              </a:ln>
            </p:spPr>
          </p:sp>
          <p:sp>
            <p:nvSpPr>
              <p:cNvPr id="2000" name="four:time-step-strips:time-strip-tₐ-cell-133:1723"/>
              <p:cNvSpPr>
                <a:spLocks noGrp="1"/>
              </p:cNvSpPr>
              <p:nvPr/>
            </p:nvSpPr>
            <p:spPr>
              <a:xfrm>
                <a:off x="23286145" y="1581150"/>
                <a:ext cx="15379" cy="276225"/>
              </a:xfrm>
              <a:prstGeom prst="rect">
                <a:avLst/>
              </a:prstGeom>
              <a:solidFill>
                <a:srgbClr val="ABD7D2"/>
              </a:solidFill>
              <a:ln w="0">
                <a:noFill/>
                <a:prstDash val="solid"/>
              </a:ln>
            </p:spPr>
          </p:sp>
          <p:sp>
            <p:nvSpPr>
              <p:cNvPr id="2001" name="four:time-step-strips:time-strip-tₐ-cell-134:1724"/>
              <p:cNvSpPr>
                <a:spLocks noGrp="1"/>
              </p:cNvSpPr>
              <p:nvPr/>
            </p:nvSpPr>
            <p:spPr>
              <a:xfrm>
                <a:off x="23301523" y="1581150"/>
                <a:ext cx="15379" cy="276225"/>
              </a:xfrm>
              <a:prstGeom prst="rect">
                <a:avLst/>
              </a:prstGeom>
              <a:solidFill>
                <a:srgbClr val="D7E0E8"/>
              </a:solidFill>
              <a:ln w="0">
                <a:noFill/>
                <a:prstDash val="solid"/>
              </a:ln>
            </p:spPr>
          </p:sp>
          <p:sp>
            <p:nvSpPr>
              <p:cNvPr id="2002" name="four:time-step-strips:time-strip-tₐ-cell-135:1725"/>
              <p:cNvSpPr>
                <a:spLocks noGrp="1"/>
              </p:cNvSpPr>
              <p:nvPr/>
            </p:nvSpPr>
            <p:spPr>
              <a:xfrm>
                <a:off x="23316902" y="1581150"/>
                <a:ext cx="15379" cy="276225"/>
              </a:xfrm>
              <a:prstGeom prst="rect">
                <a:avLst/>
              </a:prstGeom>
              <a:solidFill>
                <a:srgbClr val="DCE7ED"/>
              </a:solidFill>
              <a:ln w="0">
                <a:noFill/>
                <a:prstDash val="solid"/>
              </a:ln>
            </p:spPr>
          </p:sp>
          <p:sp>
            <p:nvSpPr>
              <p:cNvPr id="2003" name="four:time-step-strips:time-strip-tₐ-cell-136:1726"/>
              <p:cNvSpPr>
                <a:spLocks noGrp="1"/>
              </p:cNvSpPr>
              <p:nvPr/>
            </p:nvSpPr>
            <p:spPr>
              <a:xfrm>
                <a:off x="23332281" y="1581150"/>
                <a:ext cx="15379" cy="276225"/>
              </a:xfrm>
              <a:prstGeom prst="rect">
                <a:avLst/>
              </a:prstGeom>
              <a:solidFill>
                <a:srgbClr val="DCE8ED"/>
              </a:solidFill>
              <a:ln w="0">
                <a:noFill/>
                <a:prstDash val="solid"/>
              </a:ln>
            </p:spPr>
          </p:sp>
          <p:sp>
            <p:nvSpPr>
              <p:cNvPr id="2004" name="four:time-step-strips:time-strip-tₐ-cell-137:1727"/>
              <p:cNvSpPr>
                <a:spLocks noGrp="1"/>
              </p:cNvSpPr>
              <p:nvPr/>
            </p:nvSpPr>
            <p:spPr>
              <a:xfrm>
                <a:off x="23347660" y="1581150"/>
                <a:ext cx="15379" cy="276225"/>
              </a:xfrm>
              <a:prstGeom prst="rect">
                <a:avLst/>
              </a:prstGeom>
              <a:solidFill>
                <a:srgbClr val="DCE8ED"/>
              </a:solidFill>
              <a:ln w="0">
                <a:noFill/>
                <a:prstDash val="solid"/>
              </a:ln>
            </p:spPr>
          </p:sp>
          <p:sp>
            <p:nvSpPr>
              <p:cNvPr id="2005" name="four:time-step-strips:time-strip-tₐ-cell-138:1728"/>
              <p:cNvSpPr>
                <a:spLocks noGrp="1"/>
              </p:cNvSpPr>
              <p:nvPr/>
            </p:nvSpPr>
            <p:spPr>
              <a:xfrm>
                <a:off x="23363039" y="1581150"/>
                <a:ext cx="15379" cy="276225"/>
              </a:xfrm>
              <a:prstGeom prst="rect">
                <a:avLst/>
              </a:prstGeom>
              <a:solidFill>
                <a:srgbClr val="DCE8ED"/>
              </a:solidFill>
              <a:ln w="0">
                <a:noFill/>
                <a:prstDash val="solid"/>
              </a:ln>
            </p:spPr>
          </p:sp>
          <p:sp>
            <p:nvSpPr>
              <p:cNvPr id="2006" name="four:time-step-strips:time-strip-tₐ-cell-139:1729"/>
              <p:cNvSpPr>
                <a:spLocks noGrp="1"/>
              </p:cNvSpPr>
              <p:nvPr/>
            </p:nvSpPr>
            <p:spPr>
              <a:xfrm>
                <a:off x="23378418" y="1581150"/>
                <a:ext cx="15379" cy="276225"/>
              </a:xfrm>
              <a:prstGeom prst="rect">
                <a:avLst/>
              </a:prstGeom>
              <a:solidFill>
                <a:srgbClr val="DCE8ED"/>
              </a:solidFill>
              <a:ln w="0">
                <a:noFill/>
                <a:prstDash val="solid"/>
              </a:ln>
            </p:spPr>
          </p:sp>
          <p:sp>
            <p:nvSpPr>
              <p:cNvPr id="2007" name="four:time-step-strips:time-strip-tₐ-cell-140:1730"/>
              <p:cNvSpPr>
                <a:spLocks noGrp="1"/>
              </p:cNvSpPr>
              <p:nvPr/>
            </p:nvSpPr>
            <p:spPr>
              <a:xfrm>
                <a:off x="23393797" y="1581150"/>
                <a:ext cx="15379" cy="276225"/>
              </a:xfrm>
              <a:prstGeom prst="rect">
                <a:avLst/>
              </a:prstGeom>
              <a:solidFill>
                <a:srgbClr val="DCE8ED"/>
              </a:solidFill>
              <a:ln w="0">
                <a:noFill/>
                <a:prstDash val="solid"/>
              </a:ln>
            </p:spPr>
          </p:sp>
          <p:sp>
            <p:nvSpPr>
              <p:cNvPr id="2008" name="four:time-step-strips:time-strip-tₐ-cell-141:1731"/>
              <p:cNvSpPr>
                <a:spLocks noGrp="1"/>
              </p:cNvSpPr>
              <p:nvPr/>
            </p:nvSpPr>
            <p:spPr>
              <a:xfrm>
                <a:off x="23409176" y="1581150"/>
                <a:ext cx="15379" cy="276225"/>
              </a:xfrm>
              <a:prstGeom prst="rect">
                <a:avLst/>
              </a:prstGeom>
              <a:solidFill>
                <a:srgbClr val="DCE8ED"/>
              </a:solidFill>
              <a:ln w="0">
                <a:noFill/>
                <a:prstDash val="solid"/>
              </a:ln>
            </p:spPr>
          </p:sp>
          <p:sp>
            <p:nvSpPr>
              <p:cNvPr id="2009" name="four:time-step-strips:time-strip-tₐ-cell-142:1732"/>
              <p:cNvSpPr>
                <a:spLocks noGrp="1"/>
              </p:cNvSpPr>
              <p:nvPr/>
            </p:nvSpPr>
            <p:spPr>
              <a:xfrm>
                <a:off x="23424555" y="1581150"/>
                <a:ext cx="15379" cy="276225"/>
              </a:xfrm>
              <a:prstGeom prst="rect">
                <a:avLst/>
              </a:prstGeom>
              <a:solidFill>
                <a:srgbClr val="DCE8ED"/>
              </a:solidFill>
              <a:ln w="0">
                <a:noFill/>
                <a:prstDash val="solid"/>
              </a:ln>
            </p:spPr>
          </p:sp>
          <p:sp>
            <p:nvSpPr>
              <p:cNvPr id="2010" name="four:time-step-strips:time-strip-tₐ-cell-143:1733"/>
              <p:cNvSpPr>
                <a:spLocks noGrp="1"/>
              </p:cNvSpPr>
              <p:nvPr/>
            </p:nvSpPr>
            <p:spPr>
              <a:xfrm>
                <a:off x="23439934" y="1581150"/>
                <a:ext cx="15379" cy="276225"/>
              </a:xfrm>
              <a:prstGeom prst="rect">
                <a:avLst/>
              </a:prstGeom>
              <a:solidFill>
                <a:srgbClr val="DCE8ED"/>
              </a:solidFill>
              <a:ln w="0">
                <a:noFill/>
                <a:prstDash val="solid"/>
              </a:ln>
            </p:spPr>
          </p:sp>
          <p:sp>
            <p:nvSpPr>
              <p:cNvPr id="2011" name="four:time-step-strips:time-strip-tₐ-cell-144:1734"/>
              <p:cNvSpPr>
                <a:spLocks noGrp="1"/>
              </p:cNvSpPr>
              <p:nvPr/>
            </p:nvSpPr>
            <p:spPr>
              <a:xfrm>
                <a:off x="23455313" y="1581150"/>
                <a:ext cx="15379" cy="276225"/>
              </a:xfrm>
              <a:prstGeom prst="rect">
                <a:avLst/>
              </a:prstGeom>
              <a:solidFill>
                <a:srgbClr val="DCE8ED"/>
              </a:solidFill>
              <a:ln w="0">
                <a:noFill/>
                <a:prstDash val="solid"/>
              </a:ln>
            </p:spPr>
          </p:sp>
          <p:sp>
            <p:nvSpPr>
              <p:cNvPr id="2012" name="four:time-step-strips:time-strip-tₐ-cell-145:1735"/>
              <p:cNvSpPr>
                <a:spLocks noGrp="1"/>
              </p:cNvSpPr>
              <p:nvPr/>
            </p:nvSpPr>
            <p:spPr>
              <a:xfrm>
                <a:off x="23470691" y="1581150"/>
                <a:ext cx="15379" cy="276225"/>
              </a:xfrm>
              <a:prstGeom prst="rect">
                <a:avLst/>
              </a:prstGeom>
              <a:solidFill>
                <a:srgbClr val="DCE8ED"/>
              </a:solidFill>
              <a:ln w="0">
                <a:noFill/>
                <a:prstDash val="solid"/>
              </a:ln>
            </p:spPr>
          </p:sp>
          <p:sp>
            <p:nvSpPr>
              <p:cNvPr id="2013" name="four:time-step-strips:time-strip-tₐ-cell-146:1736"/>
              <p:cNvSpPr>
                <a:spLocks noGrp="1"/>
              </p:cNvSpPr>
              <p:nvPr/>
            </p:nvSpPr>
            <p:spPr>
              <a:xfrm>
                <a:off x="23486070" y="1581150"/>
                <a:ext cx="15379" cy="276225"/>
              </a:xfrm>
              <a:prstGeom prst="rect">
                <a:avLst/>
              </a:prstGeom>
              <a:solidFill>
                <a:srgbClr val="DCE8ED"/>
              </a:solidFill>
              <a:ln w="0">
                <a:noFill/>
                <a:prstDash val="solid"/>
              </a:ln>
            </p:spPr>
          </p:sp>
          <p:sp>
            <p:nvSpPr>
              <p:cNvPr id="2014" name="four:time-step-strips:time-strip-tₐ-cell-147:1737"/>
              <p:cNvSpPr>
                <a:spLocks noGrp="1"/>
              </p:cNvSpPr>
              <p:nvPr/>
            </p:nvSpPr>
            <p:spPr>
              <a:xfrm>
                <a:off x="23501449" y="1581150"/>
                <a:ext cx="15379" cy="276225"/>
              </a:xfrm>
              <a:prstGeom prst="rect">
                <a:avLst/>
              </a:prstGeom>
              <a:solidFill>
                <a:srgbClr val="DCE8ED"/>
              </a:solidFill>
              <a:ln w="0">
                <a:noFill/>
                <a:prstDash val="solid"/>
              </a:ln>
            </p:spPr>
          </p:sp>
          <p:sp>
            <p:nvSpPr>
              <p:cNvPr id="2015" name="four:time-step-strips:time-strip-tₐ-cell-148:1738"/>
              <p:cNvSpPr>
                <a:spLocks noGrp="1"/>
              </p:cNvSpPr>
              <p:nvPr/>
            </p:nvSpPr>
            <p:spPr>
              <a:xfrm>
                <a:off x="23516828" y="1581150"/>
                <a:ext cx="15379" cy="276225"/>
              </a:xfrm>
              <a:prstGeom prst="rect">
                <a:avLst/>
              </a:prstGeom>
              <a:solidFill>
                <a:srgbClr val="DCE8ED"/>
              </a:solidFill>
              <a:ln w="0">
                <a:noFill/>
                <a:prstDash val="solid"/>
              </a:ln>
            </p:spPr>
          </p:sp>
          <p:sp>
            <p:nvSpPr>
              <p:cNvPr id="2016" name="four:time-step-strips:time-strip-tₐ-cell-149:1739"/>
              <p:cNvSpPr>
                <a:spLocks noGrp="1"/>
              </p:cNvSpPr>
              <p:nvPr/>
            </p:nvSpPr>
            <p:spPr>
              <a:xfrm>
                <a:off x="23532207" y="1581150"/>
                <a:ext cx="15379" cy="276225"/>
              </a:xfrm>
              <a:prstGeom prst="rect">
                <a:avLst/>
              </a:prstGeom>
              <a:solidFill>
                <a:srgbClr val="DCE8ED"/>
              </a:solidFill>
              <a:ln w="0">
                <a:noFill/>
                <a:prstDash val="solid"/>
              </a:ln>
            </p:spPr>
          </p:sp>
          <p:sp>
            <p:nvSpPr>
              <p:cNvPr id="2017" name="four:time-step-strips:time-strip-tₐ-cell-150:1740"/>
              <p:cNvSpPr>
                <a:spLocks noGrp="1"/>
              </p:cNvSpPr>
              <p:nvPr/>
            </p:nvSpPr>
            <p:spPr>
              <a:xfrm>
                <a:off x="23547586" y="1581150"/>
                <a:ext cx="15379" cy="276225"/>
              </a:xfrm>
              <a:prstGeom prst="rect">
                <a:avLst/>
              </a:prstGeom>
              <a:solidFill>
                <a:srgbClr val="DCE8ED"/>
              </a:solidFill>
              <a:ln w="0">
                <a:noFill/>
                <a:prstDash val="solid"/>
              </a:ln>
            </p:spPr>
          </p:sp>
          <p:sp>
            <p:nvSpPr>
              <p:cNvPr id="2018" name="four:time-step-strips:time-strip-tₐ-cell-151:1741"/>
              <p:cNvSpPr>
                <a:spLocks noGrp="1"/>
              </p:cNvSpPr>
              <p:nvPr/>
            </p:nvSpPr>
            <p:spPr>
              <a:xfrm>
                <a:off x="23562965" y="1581150"/>
                <a:ext cx="15379" cy="276225"/>
              </a:xfrm>
              <a:prstGeom prst="rect">
                <a:avLst/>
              </a:prstGeom>
              <a:solidFill>
                <a:srgbClr val="DCE8ED"/>
              </a:solidFill>
              <a:ln w="0">
                <a:noFill/>
                <a:prstDash val="solid"/>
              </a:ln>
            </p:spPr>
          </p:sp>
          <p:sp>
            <p:nvSpPr>
              <p:cNvPr id="2019" name="four:time-step-strips:time-strip-tₐ-cell-152:1742"/>
              <p:cNvSpPr>
                <a:spLocks noGrp="1"/>
              </p:cNvSpPr>
              <p:nvPr/>
            </p:nvSpPr>
            <p:spPr>
              <a:xfrm>
                <a:off x="23578344" y="1581150"/>
                <a:ext cx="15379" cy="276225"/>
              </a:xfrm>
              <a:prstGeom prst="rect">
                <a:avLst/>
              </a:prstGeom>
              <a:solidFill>
                <a:srgbClr val="DCE8ED"/>
              </a:solidFill>
              <a:ln w="0">
                <a:noFill/>
                <a:prstDash val="solid"/>
              </a:ln>
            </p:spPr>
          </p:sp>
          <p:sp>
            <p:nvSpPr>
              <p:cNvPr id="2020" name="four:time-step-strips:time-strip-tₐ-cell-153:1743"/>
              <p:cNvSpPr>
                <a:spLocks noGrp="1"/>
              </p:cNvSpPr>
              <p:nvPr/>
            </p:nvSpPr>
            <p:spPr>
              <a:xfrm>
                <a:off x="23593723" y="1581150"/>
                <a:ext cx="15379" cy="276225"/>
              </a:xfrm>
              <a:prstGeom prst="rect">
                <a:avLst/>
              </a:prstGeom>
              <a:solidFill>
                <a:srgbClr val="DCE8ED"/>
              </a:solidFill>
              <a:ln w="0">
                <a:noFill/>
                <a:prstDash val="solid"/>
              </a:ln>
            </p:spPr>
          </p:sp>
          <p:sp>
            <p:nvSpPr>
              <p:cNvPr id="2021" name="four:time-step-strips:time-strip-tₐ-cell-154:1744"/>
              <p:cNvSpPr>
                <a:spLocks noGrp="1"/>
              </p:cNvSpPr>
              <p:nvPr/>
            </p:nvSpPr>
            <p:spPr>
              <a:xfrm>
                <a:off x="23609102" y="1581150"/>
                <a:ext cx="15379" cy="276225"/>
              </a:xfrm>
              <a:prstGeom prst="rect">
                <a:avLst/>
              </a:prstGeom>
              <a:solidFill>
                <a:srgbClr val="DCE8ED"/>
              </a:solidFill>
              <a:ln w="0">
                <a:noFill/>
                <a:prstDash val="solid"/>
              </a:ln>
            </p:spPr>
          </p:sp>
          <p:sp>
            <p:nvSpPr>
              <p:cNvPr id="2022" name="four:time-step-strips:time-strip-tₐ-cell-155:1745"/>
              <p:cNvSpPr>
                <a:spLocks noGrp="1"/>
              </p:cNvSpPr>
              <p:nvPr/>
            </p:nvSpPr>
            <p:spPr>
              <a:xfrm>
                <a:off x="23624480" y="1581150"/>
                <a:ext cx="15379" cy="276225"/>
              </a:xfrm>
              <a:prstGeom prst="rect">
                <a:avLst/>
              </a:prstGeom>
              <a:solidFill>
                <a:srgbClr val="DCE8ED"/>
              </a:solidFill>
              <a:ln w="0">
                <a:noFill/>
                <a:prstDash val="solid"/>
              </a:ln>
            </p:spPr>
          </p:sp>
          <p:sp>
            <p:nvSpPr>
              <p:cNvPr id="2023" name="four:time-step-strips:time-strip-tₐ-cell-156:1746"/>
              <p:cNvSpPr>
                <a:spLocks noGrp="1"/>
              </p:cNvSpPr>
              <p:nvPr/>
            </p:nvSpPr>
            <p:spPr>
              <a:xfrm>
                <a:off x="23639859" y="1581150"/>
                <a:ext cx="15379" cy="276225"/>
              </a:xfrm>
              <a:prstGeom prst="rect">
                <a:avLst/>
              </a:prstGeom>
              <a:solidFill>
                <a:srgbClr val="DCE8ED"/>
              </a:solidFill>
              <a:ln w="0">
                <a:noFill/>
                <a:prstDash val="solid"/>
              </a:ln>
            </p:spPr>
          </p:sp>
          <p:sp>
            <p:nvSpPr>
              <p:cNvPr id="2024" name="four:time-step-strips:time-strip-tₐ-cell-157:1747"/>
              <p:cNvSpPr>
                <a:spLocks noGrp="1"/>
              </p:cNvSpPr>
              <p:nvPr/>
            </p:nvSpPr>
            <p:spPr>
              <a:xfrm>
                <a:off x="23655238" y="1581150"/>
                <a:ext cx="15379" cy="276225"/>
              </a:xfrm>
              <a:prstGeom prst="rect">
                <a:avLst/>
              </a:prstGeom>
              <a:solidFill>
                <a:srgbClr val="DCE8ED"/>
              </a:solidFill>
              <a:ln w="0">
                <a:noFill/>
                <a:prstDash val="solid"/>
              </a:ln>
            </p:spPr>
          </p:sp>
          <p:sp>
            <p:nvSpPr>
              <p:cNvPr id="2025" name="four:time-step-strips:time-strip-tₐ-cell-158:1748"/>
              <p:cNvSpPr>
                <a:spLocks noGrp="1"/>
              </p:cNvSpPr>
              <p:nvPr/>
            </p:nvSpPr>
            <p:spPr>
              <a:xfrm>
                <a:off x="23670617" y="1581150"/>
                <a:ext cx="15379" cy="276225"/>
              </a:xfrm>
              <a:prstGeom prst="rect">
                <a:avLst/>
              </a:prstGeom>
              <a:solidFill>
                <a:srgbClr val="DCE8ED"/>
              </a:solidFill>
              <a:ln w="0">
                <a:noFill/>
                <a:prstDash val="solid"/>
              </a:ln>
            </p:spPr>
          </p:sp>
          <p:sp>
            <p:nvSpPr>
              <p:cNvPr id="2026" name="four:time-step-strips:time-strip-tₐ-cell-159:1749"/>
              <p:cNvSpPr>
                <a:spLocks noGrp="1"/>
              </p:cNvSpPr>
              <p:nvPr/>
            </p:nvSpPr>
            <p:spPr>
              <a:xfrm>
                <a:off x="23685996" y="1581150"/>
                <a:ext cx="15379" cy="276225"/>
              </a:xfrm>
              <a:prstGeom prst="rect">
                <a:avLst/>
              </a:prstGeom>
              <a:solidFill>
                <a:srgbClr val="DCE8ED"/>
              </a:solidFill>
              <a:ln w="0">
                <a:noFill/>
                <a:prstDash val="solid"/>
              </a:ln>
            </p:spPr>
          </p:sp>
          <p:sp>
            <p:nvSpPr>
              <p:cNvPr id="2027" name="four:time-step-strips:time-strip-tₐ-cell-160:1750"/>
              <p:cNvSpPr>
                <a:spLocks noGrp="1"/>
              </p:cNvSpPr>
              <p:nvPr/>
            </p:nvSpPr>
            <p:spPr>
              <a:xfrm>
                <a:off x="23701375" y="1581150"/>
                <a:ext cx="15379" cy="276225"/>
              </a:xfrm>
              <a:prstGeom prst="rect">
                <a:avLst/>
              </a:prstGeom>
              <a:solidFill>
                <a:srgbClr val="DCE8ED"/>
              </a:solidFill>
              <a:ln w="0">
                <a:noFill/>
                <a:prstDash val="solid"/>
              </a:ln>
            </p:spPr>
          </p:sp>
          <p:sp>
            <p:nvSpPr>
              <p:cNvPr id="2028" name="four:time-step-strips:time-strip-tₐ-cell-161:1751"/>
              <p:cNvSpPr>
                <a:spLocks noGrp="1"/>
              </p:cNvSpPr>
              <p:nvPr/>
            </p:nvSpPr>
            <p:spPr>
              <a:xfrm>
                <a:off x="23716754" y="1581150"/>
                <a:ext cx="15379" cy="276225"/>
              </a:xfrm>
              <a:prstGeom prst="rect">
                <a:avLst/>
              </a:prstGeom>
              <a:solidFill>
                <a:srgbClr val="DCE8ED"/>
              </a:solidFill>
              <a:ln w="0">
                <a:noFill/>
                <a:prstDash val="solid"/>
              </a:ln>
            </p:spPr>
          </p:sp>
          <p:sp>
            <p:nvSpPr>
              <p:cNvPr id="2029" name="four:time-step-strips:time-strip-tₐ-cell-162:1752"/>
              <p:cNvSpPr>
                <a:spLocks noGrp="1"/>
              </p:cNvSpPr>
              <p:nvPr/>
            </p:nvSpPr>
            <p:spPr>
              <a:xfrm>
                <a:off x="23732133" y="1581150"/>
                <a:ext cx="15379" cy="276225"/>
              </a:xfrm>
              <a:prstGeom prst="rect">
                <a:avLst/>
              </a:prstGeom>
              <a:solidFill>
                <a:srgbClr val="DCE6E9"/>
              </a:solidFill>
              <a:ln w="0">
                <a:noFill/>
                <a:prstDash val="solid"/>
              </a:ln>
            </p:spPr>
          </p:sp>
          <p:sp>
            <p:nvSpPr>
              <p:cNvPr id="2030" name="four:time-step-strips:time-strip-tₐ-cell-163:1753"/>
              <p:cNvSpPr>
                <a:spLocks noGrp="1"/>
              </p:cNvSpPr>
              <p:nvPr/>
            </p:nvSpPr>
            <p:spPr>
              <a:xfrm>
                <a:off x="23747512" y="1581150"/>
                <a:ext cx="15379" cy="276225"/>
              </a:xfrm>
              <a:prstGeom prst="rect">
                <a:avLst/>
              </a:prstGeom>
              <a:solidFill>
                <a:srgbClr val="DADCDB"/>
              </a:solidFill>
              <a:ln w="0">
                <a:noFill/>
                <a:prstDash val="solid"/>
              </a:ln>
            </p:spPr>
          </p:sp>
          <p:sp>
            <p:nvSpPr>
              <p:cNvPr id="2031" name="four:time-step-strips:time-strip-tₐ-cell-164:1754"/>
              <p:cNvSpPr>
                <a:spLocks noGrp="1"/>
              </p:cNvSpPr>
              <p:nvPr/>
            </p:nvSpPr>
            <p:spPr>
              <a:xfrm>
                <a:off x="23762891" y="1581150"/>
                <a:ext cx="15379" cy="276225"/>
              </a:xfrm>
              <a:prstGeom prst="rect">
                <a:avLst/>
              </a:prstGeom>
              <a:solidFill>
                <a:srgbClr val="D7C8D9"/>
              </a:solidFill>
              <a:ln w="0">
                <a:noFill/>
                <a:prstDash val="solid"/>
              </a:ln>
            </p:spPr>
          </p:sp>
          <p:sp>
            <p:nvSpPr>
              <p:cNvPr id="2032" name="four:time-step-strips:time-strip-tₐ-cell-165:1755"/>
              <p:cNvSpPr>
                <a:spLocks noGrp="1"/>
              </p:cNvSpPr>
              <p:nvPr/>
            </p:nvSpPr>
            <p:spPr>
              <a:xfrm>
                <a:off x="23778270" y="1581150"/>
                <a:ext cx="15379" cy="276225"/>
              </a:xfrm>
              <a:prstGeom prst="rect">
                <a:avLst/>
              </a:prstGeom>
              <a:solidFill>
                <a:srgbClr val="D4B2CB"/>
              </a:solidFill>
              <a:ln w="0">
                <a:noFill/>
                <a:prstDash val="solid"/>
              </a:ln>
            </p:spPr>
          </p:sp>
          <p:sp>
            <p:nvSpPr>
              <p:cNvPr id="2033" name="four:time-step-strips:time-strip-tₐ-cell-166:1756"/>
              <p:cNvSpPr>
                <a:spLocks noGrp="1"/>
              </p:cNvSpPr>
              <p:nvPr/>
            </p:nvSpPr>
            <p:spPr>
              <a:xfrm>
                <a:off x="23793648" y="1581150"/>
                <a:ext cx="15379" cy="276225"/>
              </a:xfrm>
              <a:prstGeom prst="rect">
                <a:avLst/>
              </a:prstGeom>
              <a:solidFill>
                <a:srgbClr val="D19DBE"/>
              </a:solidFill>
              <a:ln w="0">
                <a:noFill/>
                <a:prstDash val="solid"/>
              </a:ln>
            </p:spPr>
          </p:sp>
          <p:sp>
            <p:nvSpPr>
              <p:cNvPr id="2034" name="four:time-step-strips:time-strip-tₐ-cell-167:1757"/>
              <p:cNvSpPr>
                <a:spLocks noGrp="1"/>
              </p:cNvSpPr>
              <p:nvPr/>
            </p:nvSpPr>
            <p:spPr>
              <a:xfrm>
                <a:off x="23809027" y="1581150"/>
                <a:ext cx="15379" cy="276225"/>
              </a:xfrm>
              <a:prstGeom prst="rect">
                <a:avLst/>
              </a:prstGeom>
              <a:solidFill>
                <a:srgbClr val="CF8AB2"/>
              </a:solidFill>
              <a:ln w="0">
                <a:noFill/>
                <a:prstDash val="solid"/>
              </a:ln>
            </p:spPr>
          </p:sp>
          <p:sp>
            <p:nvSpPr>
              <p:cNvPr id="2035" name="four:time-step-strips:time-strip-tₐ-cell-168:1758"/>
              <p:cNvSpPr>
                <a:spLocks noGrp="1"/>
              </p:cNvSpPr>
              <p:nvPr/>
            </p:nvSpPr>
            <p:spPr>
              <a:xfrm>
                <a:off x="23824406" y="1581150"/>
                <a:ext cx="15379" cy="276225"/>
              </a:xfrm>
              <a:prstGeom prst="rect">
                <a:avLst/>
              </a:prstGeom>
              <a:solidFill>
                <a:srgbClr val="CD7EAA"/>
              </a:solidFill>
              <a:ln w="0">
                <a:noFill/>
                <a:prstDash val="solid"/>
              </a:ln>
            </p:spPr>
          </p:sp>
          <p:sp>
            <p:nvSpPr>
              <p:cNvPr id="2036" name="four:time-step-strips:time-strip-tₐ-cell-169:1759"/>
              <p:cNvSpPr>
                <a:spLocks noGrp="1"/>
              </p:cNvSpPr>
              <p:nvPr/>
            </p:nvSpPr>
            <p:spPr>
              <a:xfrm>
                <a:off x="23839785" y="1581150"/>
                <a:ext cx="15379" cy="276225"/>
              </a:xfrm>
              <a:prstGeom prst="rect">
                <a:avLst/>
              </a:prstGeom>
              <a:solidFill>
                <a:srgbClr val="CC79A7"/>
              </a:solidFill>
              <a:ln w="0">
                <a:noFill/>
                <a:prstDash val="solid"/>
              </a:ln>
            </p:spPr>
          </p:sp>
          <p:sp>
            <p:nvSpPr>
              <p:cNvPr id="2037" name="four:time-step-strips:time-strip-tₐ-cell-170:1760"/>
              <p:cNvSpPr>
                <a:spLocks noGrp="1"/>
              </p:cNvSpPr>
              <p:nvPr/>
            </p:nvSpPr>
            <p:spPr>
              <a:xfrm>
                <a:off x="23855164" y="1581150"/>
                <a:ext cx="15379" cy="276225"/>
              </a:xfrm>
              <a:prstGeom prst="rect">
                <a:avLst/>
              </a:prstGeom>
              <a:solidFill>
                <a:srgbClr val="CC79A7"/>
              </a:solidFill>
              <a:ln w="0">
                <a:noFill/>
                <a:prstDash val="solid"/>
              </a:ln>
            </p:spPr>
          </p:sp>
          <p:sp>
            <p:nvSpPr>
              <p:cNvPr id="2038" name="four:time-step-strips:time-strip-tₐ-cell-171:1761"/>
              <p:cNvSpPr>
                <a:spLocks noGrp="1"/>
              </p:cNvSpPr>
              <p:nvPr/>
            </p:nvSpPr>
            <p:spPr>
              <a:xfrm>
                <a:off x="23870543" y="1581150"/>
                <a:ext cx="15379" cy="276225"/>
              </a:xfrm>
              <a:prstGeom prst="rect">
                <a:avLst/>
              </a:prstGeom>
              <a:solidFill>
                <a:srgbClr val="CC79A7"/>
              </a:solidFill>
              <a:ln w="0">
                <a:noFill/>
                <a:prstDash val="solid"/>
              </a:ln>
            </p:spPr>
          </p:sp>
          <p:sp>
            <p:nvSpPr>
              <p:cNvPr id="2039" name="four:time-step-strips:time-strip-tₐ-cell-172:1762"/>
              <p:cNvSpPr>
                <a:spLocks noGrp="1"/>
              </p:cNvSpPr>
              <p:nvPr/>
            </p:nvSpPr>
            <p:spPr>
              <a:xfrm>
                <a:off x="23885922" y="1581150"/>
                <a:ext cx="15379" cy="276225"/>
              </a:xfrm>
              <a:prstGeom prst="rect">
                <a:avLst/>
              </a:prstGeom>
              <a:solidFill>
                <a:srgbClr val="CC79A7"/>
              </a:solidFill>
              <a:ln w="0">
                <a:noFill/>
                <a:prstDash val="solid"/>
              </a:ln>
            </p:spPr>
          </p:sp>
          <p:sp>
            <p:nvSpPr>
              <p:cNvPr id="2040" name="four:time-step-strips:time-strip-tₐ-cell-173:1763"/>
              <p:cNvSpPr>
                <a:spLocks noGrp="1"/>
              </p:cNvSpPr>
              <p:nvPr/>
            </p:nvSpPr>
            <p:spPr>
              <a:xfrm>
                <a:off x="23901301" y="1581150"/>
                <a:ext cx="15379" cy="276225"/>
              </a:xfrm>
              <a:prstGeom prst="rect">
                <a:avLst/>
              </a:prstGeom>
              <a:solidFill>
                <a:srgbClr val="CC79A7"/>
              </a:solidFill>
              <a:ln w="0">
                <a:noFill/>
                <a:prstDash val="solid"/>
              </a:ln>
            </p:spPr>
          </p:sp>
          <p:sp>
            <p:nvSpPr>
              <p:cNvPr id="2041" name="four:time-step-strips:time-strip-tₐ-cell-174:1764"/>
              <p:cNvSpPr>
                <a:spLocks noGrp="1"/>
              </p:cNvSpPr>
              <p:nvPr/>
            </p:nvSpPr>
            <p:spPr>
              <a:xfrm>
                <a:off x="23916680" y="1581150"/>
                <a:ext cx="15379" cy="276225"/>
              </a:xfrm>
              <a:prstGeom prst="rect">
                <a:avLst/>
              </a:prstGeom>
              <a:solidFill>
                <a:srgbClr val="CC79A7"/>
              </a:solidFill>
              <a:ln w="0">
                <a:noFill/>
                <a:prstDash val="solid"/>
              </a:ln>
            </p:spPr>
          </p:sp>
          <p:sp>
            <p:nvSpPr>
              <p:cNvPr id="2042" name="four:time-step-strips:time-strip-tₐ-cell-175:1765"/>
              <p:cNvSpPr>
                <a:spLocks noGrp="1"/>
              </p:cNvSpPr>
              <p:nvPr/>
            </p:nvSpPr>
            <p:spPr>
              <a:xfrm>
                <a:off x="23932059" y="1581150"/>
                <a:ext cx="15379" cy="276225"/>
              </a:xfrm>
              <a:prstGeom prst="rect">
                <a:avLst/>
              </a:prstGeom>
              <a:solidFill>
                <a:srgbClr val="CC79A7"/>
              </a:solidFill>
              <a:ln w="0">
                <a:noFill/>
                <a:prstDash val="solid"/>
              </a:ln>
            </p:spPr>
          </p:sp>
          <p:sp>
            <p:nvSpPr>
              <p:cNvPr id="2043" name="four:time-step-strips:time-strip-tₐ-cell-176:1766"/>
              <p:cNvSpPr>
                <a:spLocks noGrp="1"/>
              </p:cNvSpPr>
              <p:nvPr/>
            </p:nvSpPr>
            <p:spPr>
              <a:xfrm>
                <a:off x="23947438" y="1581150"/>
                <a:ext cx="15379" cy="276225"/>
              </a:xfrm>
              <a:prstGeom prst="rect">
                <a:avLst/>
              </a:prstGeom>
              <a:solidFill>
                <a:srgbClr val="CC79A7"/>
              </a:solidFill>
              <a:ln w="0">
                <a:noFill/>
                <a:prstDash val="solid"/>
              </a:ln>
            </p:spPr>
          </p:sp>
          <p:sp>
            <p:nvSpPr>
              <p:cNvPr id="2044" name="four:time-step-strips:time-strip-tₐ-cell-177:1767"/>
              <p:cNvSpPr>
                <a:spLocks noGrp="1"/>
              </p:cNvSpPr>
              <p:nvPr/>
            </p:nvSpPr>
            <p:spPr>
              <a:xfrm>
                <a:off x="23962816" y="1581150"/>
                <a:ext cx="15379" cy="276225"/>
              </a:xfrm>
              <a:prstGeom prst="rect">
                <a:avLst/>
              </a:prstGeom>
              <a:solidFill>
                <a:srgbClr val="CC79A7"/>
              </a:solidFill>
              <a:ln w="0">
                <a:noFill/>
                <a:prstDash val="solid"/>
              </a:ln>
            </p:spPr>
          </p:sp>
          <p:sp>
            <p:nvSpPr>
              <p:cNvPr id="2045" name="four:time-step-strips:time-strip-tₐ-cell-178:1768"/>
              <p:cNvSpPr>
                <a:spLocks noGrp="1"/>
              </p:cNvSpPr>
              <p:nvPr/>
            </p:nvSpPr>
            <p:spPr>
              <a:xfrm>
                <a:off x="23978195" y="1581150"/>
                <a:ext cx="15379" cy="276225"/>
              </a:xfrm>
              <a:prstGeom prst="rect">
                <a:avLst/>
              </a:prstGeom>
              <a:solidFill>
                <a:srgbClr val="CC79A7"/>
              </a:solidFill>
              <a:ln w="0">
                <a:noFill/>
                <a:prstDash val="solid"/>
              </a:ln>
            </p:spPr>
          </p:sp>
          <p:sp>
            <p:nvSpPr>
              <p:cNvPr id="2046" name="four:time-step-strips:time-strip-tₐ-cell-179:1769"/>
              <p:cNvSpPr>
                <a:spLocks noGrp="1"/>
              </p:cNvSpPr>
              <p:nvPr/>
            </p:nvSpPr>
            <p:spPr>
              <a:xfrm>
                <a:off x="23993574" y="1581150"/>
                <a:ext cx="15379" cy="276225"/>
              </a:xfrm>
              <a:prstGeom prst="rect">
                <a:avLst/>
              </a:prstGeom>
              <a:solidFill>
                <a:srgbClr val="CC79A7"/>
              </a:solidFill>
              <a:ln w="0">
                <a:noFill/>
                <a:prstDash val="solid"/>
              </a:ln>
            </p:spPr>
          </p:sp>
          <p:sp>
            <p:nvSpPr>
              <p:cNvPr id="2047" name="four:time-step-strips:time-strip-tₐ-cell-180:1770"/>
              <p:cNvSpPr>
                <a:spLocks noGrp="1"/>
              </p:cNvSpPr>
              <p:nvPr/>
            </p:nvSpPr>
            <p:spPr>
              <a:xfrm>
                <a:off x="24008953" y="1581150"/>
                <a:ext cx="15379" cy="276225"/>
              </a:xfrm>
              <a:prstGeom prst="rect">
                <a:avLst/>
              </a:prstGeom>
              <a:solidFill>
                <a:srgbClr val="CC79A7"/>
              </a:solidFill>
              <a:ln w="0">
                <a:noFill/>
                <a:prstDash val="solid"/>
              </a:ln>
            </p:spPr>
          </p:sp>
          <p:sp>
            <p:nvSpPr>
              <p:cNvPr id="2048" name="four:time-step-strips:time-strip-tₐ-cell-181:1771"/>
              <p:cNvSpPr>
                <a:spLocks noGrp="1"/>
              </p:cNvSpPr>
              <p:nvPr/>
            </p:nvSpPr>
            <p:spPr>
              <a:xfrm>
                <a:off x="24024332" y="1581150"/>
                <a:ext cx="15379" cy="276225"/>
              </a:xfrm>
              <a:prstGeom prst="rect">
                <a:avLst/>
              </a:prstGeom>
              <a:solidFill>
                <a:srgbClr val="CC79A7"/>
              </a:solidFill>
              <a:ln w="0">
                <a:noFill/>
                <a:prstDash val="solid"/>
              </a:ln>
            </p:spPr>
          </p:sp>
          <p:sp>
            <p:nvSpPr>
              <p:cNvPr id="2049" name="four:time-step-strips:time-strip-tₐ-cell-182:1772"/>
              <p:cNvSpPr>
                <a:spLocks noGrp="1"/>
              </p:cNvSpPr>
              <p:nvPr/>
            </p:nvSpPr>
            <p:spPr>
              <a:xfrm>
                <a:off x="24039711" y="1581150"/>
                <a:ext cx="15379" cy="276225"/>
              </a:xfrm>
              <a:prstGeom prst="rect">
                <a:avLst/>
              </a:prstGeom>
              <a:solidFill>
                <a:srgbClr val="CC79A7"/>
              </a:solidFill>
              <a:ln w="0">
                <a:noFill/>
                <a:prstDash val="solid"/>
              </a:ln>
            </p:spPr>
          </p:sp>
          <p:sp>
            <p:nvSpPr>
              <p:cNvPr id="2050" name="four:time-step-strips:time-strip-tₐ-cell-183:1773"/>
              <p:cNvSpPr>
                <a:spLocks noGrp="1"/>
              </p:cNvSpPr>
              <p:nvPr/>
            </p:nvSpPr>
            <p:spPr>
              <a:xfrm>
                <a:off x="24055090" y="1581150"/>
                <a:ext cx="15379" cy="276225"/>
              </a:xfrm>
              <a:prstGeom prst="rect">
                <a:avLst/>
              </a:prstGeom>
              <a:solidFill>
                <a:srgbClr val="CE88B0"/>
              </a:solidFill>
              <a:ln w="0">
                <a:noFill/>
                <a:prstDash val="solid"/>
              </a:ln>
            </p:spPr>
          </p:sp>
          <p:sp>
            <p:nvSpPr>
              <p:cNvPr id="2051" name="four:time-step-strips:time-strip-tₐ-cell-184:1774"/>
              <p:cNvSpPr>
                <a:spLocks noGrp="1"/>
              </p:cNvSpPr>
              <p:nvPr/>
            </p:nvSpPr>
            <p:spPr>
              <a:xfrm>
                <a:off x="24070469" y="1581150"/>
                <a:ext cx="15379" cy="276225"/>
              </a:xfrm>
              <a:prstGeom prst="rect">
                <a:avLst/>
              </a:prstGeom>
              <a:solidFill>
                <a:srgbClr val="D2A6C3"/>
              </a:solidFill>
              <a:ln w="0">
                <a:noFill/>
                <a:prstDash val="solid"/>
              </a:ln>
            </p:spPr>
          </p:sp>
          <p:sp>
            <p:nvSpPr>
              <p:cNvPr id="2052" name="four:time-step-strips:time-strip-tₐ-cell-185:1775"/>
              <p:cNvSpPr>
                <a:spLocks noGrp="1"/>
              </p:cNvSpPr>
              <p:nvPr/>
            </p:nvSpPr>
            <p:spPr>
              <a:xfrm>
                <a:off x="24085848" y="1581150"/>
                <a:ext cx="15379" cy="276225"/>
              </a:xfrm>
              <a:prstGeom prst="rect">
                <a:avLst/>
              </a:prstGeom>
              <a:solidFill>
                <a:srgbClr val="D7C8D9"/>
              </a:solidFill>
              <a:ln w="0">
                <a:noFill/>
                <a:prstDash val="solid"/>
              </a:ln>
            </p:spPr>
          </p:sp>
          <p:sp>
            <p:nvSpPr>
              <p:cNvPr id="2053" name="four:time-step-strips:time-strip-tₐ-cell-186:1776"/>
              <p:cNvSpPr>
                <a:spLocks noGrp="1"/>
              </p:cNvSpPr>
              <p:nvPr/>
            </p:nvSpPr>
            <p:spPr>
              <a:xfrm>
                <a:off x="24101227" y="1581150"/>
                <a:ext cx="15379" cy="276225"/>
              </a:xfrm>
              <a:prstGeom prst="rect">
                <a:avLst/>
              </a:prstGeom>
              <a:solidFill>
                <a:srgbClr val="DBE3E5"/>
              </a:solidFill>
              <a:ln w="0">
                <a:noFill/>
                <a:prstDash val="solid"/>
              </a:ln>
            </p:spPr>
          </p:sp>
          <p:sp>
            <p:nvSpPr>
              <p:cNvPr id="2054" name="four:time-step-strips:time-strip-tₐ-cell-187:1777"/>
              <p:cNvSpPr>
                <a:spLocks noGrp="1"/>
              </p:cNvSpPr>
              <p:nvPr/>
            </p:nvSpPr>
            <p:spPr>
              <a:xfrm>
                <a:off x="24116605" y="1581150"/>
                <a:ext cx="15379" cy="276225"/>
              </a:xfrm>
              <a:prstGeom prst="rect">
                <a:avLst/>
              </a:prstGeom>
              <a:solidFill>
                <a:srgbClr val="DCE8ED"/>
              </a:solidFill>
              <a:ln w="0">
                <a:noFill/>
                <a:prstDash val="solid"/>
              </a:ln>
            </p:spPr>
          </p:sp>
          <p:sp>
            <p:nvSpPr>
              <p:cNvPr id="2055" name="four:time-step-strips:time-strip-tₐ-cell-188:1778"/>
              <p:cNvSpPr>
                <a:spLocks noGrp="1"/>
              </p:cNvSpPr>
              <p:nvPr/>
            </p:nvSpPr>
            <p:spPr>
              <a:xfrm>
                <a:off x="24131984" y="1581150"/>
                <a:ext cx="15379" cy="276225"/>
              </a:xfrm>
              <a:prstGeom prst="rect">
                <a:avLst/>
              </a:prstGeom>
              <a:solidFill>
                <a:srgbClr val="DCE8ED"/>
              </a:solidFill>
              <a:ln w="0">
                <a:noFill/>
                <a:prstDash val="solid"/>
              </a:ln>
            </p:spPr>
          </p:sp>
          <p:sp>
            <p:nvSpPr>
              <p:cNvPr id="2056" name="four:time-step-strips:time-strip-tₐ-cell-189:1779"/>
              <p:cNvSpPr>
                <a:spLocks noGrp="1"/>
              </p:cNvSpPr>
              <p:nvPr/>
            </p:nvSpPr>
            <p:spPr>
              <a:xfrm>
                <a:off x="24147363" y="1581150"/>
                <a:ext cx="15379" cy="276225"/>
              </a:xfrm>
              <a:prstGeom prst="rect">
                <a:avLst/>
              </a:prstGeom>
              <a:solidFill>
                <a:srgbClr val="DCE8ED"/>
              </a:solidFill>
              <a:ln w="0">
                <a:noFill/>
                <a:prstDash val="solid"/>
              </a:ln>
            </p:spPr>
          </p:sp>
          <p:sp>
            <p:nvSpPr>
              <p:cNvPr id="2057" name="four:time-step-strips:time-strip-tₐ-cell-190:1780"/>
              <p:cNvSpPr>
                <a:spLocks noGrp="1"/>
              </p:cNvSpPr>
              <p:nvPr/>
            </p:nvSpPr>
            <p:spPr>
              <a:xfrm>
                <a:off x="24162742" y="1581150"/>
                <a:ext cx="15379" cy="276225"/>
              </a:xfrm>
              <a:prstGeom prst="rect">
                <a:avLst/>
              </a:prstGeom>
              <a:solidFill>
                <a:srgbClr val="DCE8ED"/>
              </a:solidFill>
              <a:ln w="0">
                <a:noFill/>
                <a:prstDash val="solid"/>
              </a:ln>
            </p:spPr>
          </p:sp>
          <p:sp>
            <p:nvSpPr>
              <p:cNvPr id="2058" name="four:time-step-strips:time-strip-tₐ-cell-191:1781"/>
              <p:cNvSpPr>
                <a:spLocks noGrp="1"/>
              </p:cNvSpPr>
              <p:nvPr/>
            </p:nvSpPr>
            <p:spPr>
              <a:xfrm>
                <a:off x="24178121" y="1581150"/>
                <a:ext cx="15379" cy="276225"/>
              </a:xfrm>
              <a:prstGeom prst="rect">
                <a:avLst/>
              </a:prstGeom>
              <a:solidFill>
                <a:srgbClr val="DCE8ED"/>
              </a:solidFill>
              <a:ln w="0">
                <a:noFill/>
                <a:prstDash val="solid"/>
              </a:ln>
            </p:spPr>
          </p:sp>
          <p:sp>
            <p:nvSpPr>
              <p:cNvPr id="2059" name="four:time-step-strips:time-strip-tₐ-border:1782"/>
              <p:cNvSpPr>
                <a:spLocks noGrp="1"/>
              </p:cNvSpPr>
              <p:nvPr/>
            </p:nvSpPr>
            <p:spPr>
              <a:xfrm>
                <a:off x="21240750" y="1581150"/>
                <a:ext cx="2952750" cy="276225"/>
              </a:xfrm>
              <a:prstGeom prst="rect">
                <a:avLst/>
              </a:prstGeom>
              <a:noFill/>
              <a:ln w="3909">
                <a:solidFill>
                  <a:srgbClr val="263238"/>
                </a:solidFill>
                <a:prstDash val="solid"/>
              </a:ln>
            </p:spPr>
          </p:sp>
          <p:sp>
            <p:nvSpPr>
              <p:cNvPr id="2060" name="four:time-step-strips:textbox:1783"/>
              <p:cNvSpPr>
                <a:spLocks noGrp="1"/>
              </p:cNvSpPr>
              <p:nvPr/>
            </p:nvSpPr>
            <p:spPr>
              <a:xfrm>
                <a:off x="20831175" y="2266950"/>
                <a:ext cx="323850" cy="342900"/>
              </a:xfrm>
              <a:prstGeom prst="rect">
                <a:avLst/>
              </a:prstGeom>
              <a:noFill/>
              <a:ln w="0">
                <a:noFill/>
                <a:prstDash val="solid"/>
              </a:ln>
            </p:spPr>
            <p:txBody>
              <a:bodyPr wrap="none" lIns="0" tIns="0" rIns="0" bIns="0" anchor="ctr">
                <a:normAutofit/>
              </a:bodyPr>
              <a:lstStyle>
                <a:defPPr algn="ctr">
                  <a:defRPr sz="1039" b="0">
                    <a:solidFill>
                      <a:srgbClr val="263238"/>
                    </a:solidFill>
                    <a:latin typeface="Arial" panose="020B0604020202090204"/>
                    <a:ea typeface="Arial" panose="020B0604020202090204"/>
                    <a:cs typeface="Arial" panose="020B0604020202090204"/>
                  </a:defRPr>
                </a:defPPr>
              </a:lstStyle>
              <a:p>
                <a:pPr algn="ctr">
                  <a:defRPr sz="1039" b="0">
                    <a:solidFill>
                      <a:srgbClr val="263238"/>
                    </a:solidFill>
                    <a:latin typeface="Arial" panose="020B0604020202090204"/>
                    <a:ea typeface="Arial" panose="020B0604020202090204"/>
                    <a:cs typeface="Arial" panose="020B0604020202090204"/>
                  </a:defRPr>
                </a:pPr>
                <a:r>
                  <a:rPr sz="1039" b="0">
                    <a:solidFill>
                      <a:srgbClr val="263238"/>
                    </a:solidFill>
                    <a:latin typeface="Arial" panose="020B0604020202090204"/>
                    <a:ea typeface="Arial" panose="020B0604020202090204"/>
                    <a:cs typeface="Arial" panose="020B0604020202090204"/>
                  </a:rPr>
                  <a:t>tᵦ</a:t>
                </a:r>
                <a:endParaRPr sz="1039" b="0">
                  <a:solidFill>
                    <a:srgbClr val="263238"/>
                  </a:solidFill>
                  <a:latin typeface="Arial" panose="020B0604020202090204"/>
                  <a:ea typeface="Arial" panose="020B0604020202090204"/>
                  <a:cs typeface="Arial" panose="020B0604020202090204"/>
                </a:endParaRPr>
              </a:p>
            </p:txBody>
          </p:sp>
          <p:sp>
            <p:nvSpPr>
              <p:cNvPr id="2061" name="four:time-step-strips:time-strip-tᵦ-cell-0:1784"/>
              <p:cNvSpPr>
                <a:spLocks noGrp="1"/>
              </p:cNvSpPr>
              <p:nvPr/>
            </p:nvSpPr>
            <p:spPr>
              <a:xfrm>
                <a:off x="21240750" y="2295525"/>
                <a:ext cx="15379" cy="276225"/>
              </a:xfrm>
              <a:prstGeom prst="rect">
                <a:avLst/>
              </a:prstGeom>
              <a:solidFill>
                <a:srgbClr val="DCE8ED"/>
              </a:solidFill>
              <a:ln w="0">
                <a:noFill/>
                <a:prstDash val="solid"/>
              </a:ln>
            </p:spPr>
          </p:sp>
          <p:sp>
            <p:nvSpPr>
              <p:cNvPr id="2062" name="four:time-step-strips:time-strip-tᵦ-cell-1:1785"/>
              <p:cNvSpPr>
                <a:spLocks noGrp="1"/>
              </p:cNvSpPr>
              <p:nvPr/>
            </p:nvSpPr>
            <p:spPr>
              <a:xfrm>
                <a:off x="21256129" y="2295525"/>
                <a:ext cx="15379" cy="276225"/>
              </a:xfrm>
              <a:prstGeom prst="rect">
                <a:avLst/>
              </a:prstGeom>
              <a:solidFill>
                <a:srgbClr val="DCE8ED"/>
              </a:solidFill>
              <a:ln w="0">
                <a:noFill/>
                <a:prstDash val="solid"/>
              </a:ln>
            </p:spPr>
          </p:sp>
          <p:sp>
            <p:nvSpPr>
              <p:cNvPr id="2063" name="four:time-step-strips:time-strip-tᵦ-cell-2:1786"/>
              <p:cNvSpPr>
                <a:spLocks noGrp="1"/>
              </p:cNvSpPr>
              <p:nvPr/>
            </p:nvSpPr>
            <p:spPr>
              <a:xfrm>
                <a:off x="21271508" y="2295525"/>
                <a:ext cx="15379" cy="276225"/>
              </a:xfrm>
              <a:prstGeom prst="rect">
                <a:avLst/>
              </a:prstGeom>
              <a:solidFill>
                <a:srgbClr val="5AA2CA"/>
              </a:solidFill>
              <a:ln w="0">
                <a:noFill/>
                <a:prstDash val="solid"/>
              </a:ln>
            </p:spPr>
          </p:sp>
          <p:sp>
            <p:nvSpPr>
              <p:cNvPr id="2064" name="four:time-step-strips:time-strip-tᵦ-cell-3:1787"/>
              <p:cNvSpPr>
                <a:spLocks noGrp="1"/>
              </p:cNvSpPr>
              <p:nvPr/>
            </p:nvSpPr>
            <p:spPr>
              <a:xfrm>
                <a:off x="21286887" y="2295525"/>
                <a:ext cx="15379" cy="276225"/>
              </a:xfrm>
              <a:prstGeom prst="rect">
                <a:avLst/>
              </a:prstGeom>
              <a:solidFill>
                <a:srgbClr val="0072B2"/>
              </a:solidFill>
              <a:ln w="0">
                <a:noFill/>
                <a:prstDash val="solid"/>
              </a:ln>
            </p:spPr>
          </p:sp>
          <p:sp>
            <p:nvSpPr>
              <p:cNvPr id="2065" name="four:time-step-strips:time-strip-tᵦ-cell-4:1788"/>
              <p:cNvSpPr>
                <a:spLocks noGrp="1"/>
              </p:cNvSpPr>
              <p:nvPr/>
            </p:nvSpPr>
            <p:spPr>
              <a:xfrm>
                <a:off x="21302266" y="2295525"/>
                <a:ext cx="15379" cy="276225"/>
              </a:xfrm>
              <a:prstGeom prst="rect">
                <a:avLst/>
              </a:prstGeom>
              <a:solidFill>
                <a:srgbClr val="0072B2"/>
              </a:solidFill>
              <a:ln w="0">
                <a:noFill/>
                <a:prstDash val="solid"/>
              </a:ln>
            </p:spPr>
          </p:sp>
          <p:sp>
            <p:nvSpPr>
              <p:cNvPr id="2066" name="four:time-step-strips:time-strip-tᵦ-cell-5:1789"/>
              <p:cNvSpPr>
                <a:spLocks noGrp="1"/>
              </p:cNvSpPr>
              <p:nvPr/>
            </p:nvSpPr>
            <p:spPr>
              <a:xfrm>
                <a:off x="21317645" y="2295525"/>
                <a:ext cx="15379" cy="276225"/>
              </a:xfrm>
              <a:prstGeom prst="rect">
                <a:avLst/>
              </a:prstGeom>
              <a:solidFill>
                <a:srgbClr val="0072B2"/>
              </a:solidFill>
              <a:ln w="0">
                <a:noFill/>
                <a:prstDash val="solid"/>
              </a:ln>
            </p:spPr>
          </p:sp>
          <p:sp>
            <p:nvSpPr>
              <p:cNvPr id="2067" name="four:time-step-strips:time-strip-tᵦ-cell-6:1790"/>
              <p:cNvSpPr>
                <a:spLocks noGrp="1"/>
              </p:cNvSpPr>
              <p:nvPr/>
            </p:nvSpPr>
            <p:spPr>
              <a:xfrm>
                <a:off x="21333023" y="2295525"/>
                <a:ext cx="15379" cy="276225"/>
              </a:xfrm>
              <a:prstGeom prst="rect">
                <a:avLst/>
              </a:prstGeom>
              <a:solidFill>
                <a:srgbClr val="0072B2"/>
              </a:solidFill>
              <a:ln w="0">
                <a:noFill/>
                <a:prstDash val="solid"/>
              </a:ln>
            </p:spPr>
          </p:sp>
          <p:sp>
            <p:nvSpPr>
              <p:cNvPr id="2068" name="four:time-step-strips:time-strip-tᵦ-cell-7:1791"/>
              <p:cNvSpPr>
                <a:spLocks noGrp="1"/>
              </p:cNvSpPr>
              <p:nvPr/>
            </p:nvSpPr>
            <p:spPr>
              <a:xfrm>
                <a:off x="21348402" y="2295525"/>
                <a:ext cx="15379" cy="276225"/>
              </a:xfrm>
              <a:prstGeom prst="rect">
                <a:avLst/>
              </a:prstGeom>
              <a:solidFill>
                <a:srgbClr val="0072B2"/>
              </a:solidFill>
              <a:ln w="0">
                <a:noFill/>
                <a:prstDash val="solid"/>
              </a:ln>
            </p:spPr>
          </p:sp>
          <p:sp>
            <p:nvSpPr>
              <p:cNvPr id="2069" name="four:time-step-strips:time-strip-tᵦ-cell-8:1792"/>
              <p:cNvSpPr>
                <a:spLocks noGrp="1"/>
              </p:cNvSpPr>
              <p:nvPr/>
            </p:nvSpPr>
            <p:spPr>
              <a:xfrm>
                <a:off x="21363781" y="2295525"/>
                <a:ext cx="15379" cy="276225"/>
              </a:xfrm>
              <a:prstGeom prst="rect">
                <a:avLst/>
              </a:prstGeom>
              <a:solidFill>
                <a:srgbClr val="0072B2"/>
              </a:solidFill>
              <a:ln w="0">
                <a:noFill/>
                <a:prstDash val="solid"/>
              </a:ln>
            </p:spPr>
          </p:sp>
          <p:sp>
            <p:nvSpPr>
              <p:cNvPr id="2070" name="four:time-step-strips:time-strip-tᵦ-cell-9:1793"/>
              <p:cNvSpPr>
                <a:spLocks noGrp="1"/>
              </p:cNvSpPr>
              <p:nvPr/>
            </p:nvSpPr>
            <p:spPr>
              <a:xfrm>
                <a:off x="21379160" y="2295525"/>
                <a:ext cx="15379" cy="276225"/>
              </a:xfrm>
              <a:prstGeom prst="rect">
                <a:avLst/>
              </a:prstGeom>
              <a:solidFill>
                <a:srgbClr val="0072B2"/>
              </a:solidFill>
              <a:ln w="0">
                <a:noFill/>
                <a:prstDash val="solid"/>
              </a:ln>
            </p:spPr>
          </p:sp>
          <p:sp>
            <p:nvSpPr>
              <p:cNvPr id="2071" name="four:time-step-strips:time-strip-tᵦ-cell-10:1794"/>
              <p:cNvSpPr>
                <a:spLocks noGrp="1"/>
              </p:cNvSpPr>
              <p:nvPr/>
            </p:nvSpPr>
            <p:spPr>
              <a:xfrm>
                <a:off x="21394539" y="2295525"/>
                <a:ext cx="15379" cy="276225"/>
              </a:xfrm>
              <a:prstGeom prst="rect">
                <a:avLst/>
              </a:prstGeom>
              <a:solidFill>
                <a:srgbClr val="0072B2"/>
              </a:solidFill>
              <a:ln w="0">
                <a:noFill/>
                <a:prstDash val="solid"/>
              </a:ln>
            </p:spPr>
          </p:sp>
          <p:sp>
            <p:nvSpPr>
              <p:cNvPr id="2072" name="four:time-step-strips:time-strip-tᵦ-cell-11:1795"/>
              <p:cNvSpPr>
                <a:spLocks noGrp="1"/>
              </p:cNvSpPr>
              <p:nvPr/>
            </p:nvSpPr>
            <p:spPr>
              <a:xfrm>
                <a:off x="21409918" y="2295525"/>
                <a:ext cx="15379" cy="276225"/>
              </a:xfrm>
              <a:prstGeom prst="rect">
                <a:avLst/>
              </a:prstGeom>
              <a:solidFill>
                <a:srgbClr val="0072B2"/>
              </a:solidFill>
              <a:ln w="0">
                <a:noFill/>
                <a:prstDash val="solid"/>
              </a:ln>
            </p:spPr>
          </p:sp>
          <p:sp>
            <p:nvSpPr>
              <p:cNvPr id="2073" name="four:time-step-strips:time-strip-tᵦ-cell-12:1796"/>
              <p:cNvSpPr>
                <a:spLocks noGrp="1"/>
              </p:cNvSpPr>
              <p:nvPr/>
            </p:nvSpPr>
            <p:spPr>
              <a:xfrm>
                <a:off x="21425297" y="2295525"/>
                <a:ext cx="15379" cy="276225"/>
              </a:xfrm>
              <a:prstGeom prst="rect">
                <a:avLst/>
              </a:prstGeom>
              <a:solidFill>
                <a:srgbClr val="0072B2"/>
              </a:solidFill>
              <a:ln w="0">
                <a:noFill/>
                <a:prstDash val="solid"/>
              </a:ln>
            </p:spPr>
          </p:sp>
          <p:sp>
            <p:nvSpPr>
              <p:cNvPr id="2074" name="four:time-step-strips:time-strip-tᵦ-cell-13:1797"/>
              <p:cNvSpPr>
                <a:spLocks noGrp="1"/>
              </p:cNvSpPr>
              <p:nvPr/>
            </p:nvSpPr>
            <p:spPr>
              <a:xfrm>
                <a:off x="21440676" y="2295525"/>
                <a:ext cx="15379" cy="276225"/>
              </a:xfrm>
              <a:prstGeom prst="rect">
                <a:avLst/>
              </a:prstGeom>
              <a:solidFill>
                <a:srgbClr val="0072B2"/>
              </a:solidFill>
              <a:ln w="0">
                <a:noFill/>
                <a:prstDash val="solid"/>
              </a:ln>
            </p:spPr>
          </p:sp>
          <p:sp>
            <p:nvSpPr>
              <p:cNvPr id="2075" name="four:time-step-strips:time-strip-tᵦ-cell-14:1798"/>
              <p:cNvSpPr>
                <a:spLocks noGrp="1"/>
              </p:cNvSpPr>
              <p:nvPr/>
            </p:nvSpPr>
            <p:spPr>
              <a:xfrm>
                <a:off x="21456055" y="2295525"/>
                <a:ext cx="15379" cy="276225"/>
              </a:xfrm>
              <a:prstGeom prst="rect">
                <a:avLst/>
              </a:prstGeom>
              <a:solidFill>
                <a:srgbClr val="0072B2"/>
              </a:solidFill>
              <a:ln w="0">
                <a:noFill/>
                <a:prstDash val="solid"/>
              </a:ln>
            </p:spPr>
          </p:sp>
          <p:sp>
            <p:nvSpPr>
              <p:cNvPr id="2076" name="four:time-step-strips:time-strip-tᵦ-cell-15:1799"/>
              <p:cNvSpPr>
                <a:spLocks noGrp="1"/>
              </p:cNvSpPr>
              <p:nvPr/>
            </p:nvSpPr>
            <p:spPr>
              <a:xfrm>
                <a:off x="21471434" y="2295525"/>
                <a:ext cx="15379" cy="276225"/>
              </a:xfrm>
              <a:prstGeom prst="rect">
                <a:avLst/>
              </a:prstGeom>
              <a:solidFill>
                <a:srgbClr val="0072B2"/>
              </a:solidFill>
              <a:ln w="0">
                <a:noFill/>
                <a:prstDash val="solid"/>
              </a:ln>
            </p:spPr>
          </p:sp>
          <p:sp>
            <p:nvSpPr>
              <p:cNvPr id="2077" name="four:time-step-strips:time-strip-tᵦ-cell-16:1800"/>
              <p:cNvSpPr>
                <a:spLocks noGrp="1"/>
              </p:cNvSpPr>
              <p:nvPr/>
            </p:nvSpPr>
            <p:spPr>
              <a:xfrm>
                <a:off x="21486812" y="2295525"/>
                <a:ext cx="15379" cy="276225"/>
              </a:xfrm>
              <a:prstGeom prst="rect">
                <a:avLst/>
              </a:prstGeom>
              <a:solidFill>
                <a:srgbClr val="0072B2"/>
              </a:solidFill>
              <a:ln w="0">
                <a:noFill/>
                <a:prstDash val="solid"/>
              </a:ln>
            </p:spPr>
          </p:sp>
          <p:sp>
            <p:nvSpPr>
              <p:cNvPr id="2078" name="four:time-step-strips:time-strip-tᵦ-cell-17:1801"/>
              <p:cNvSpPr>
                <a:spLocks noGrp="1"/>
              </p:cNvSpPr>
              <p:nvPr/>
            </p:nvSpPr>
            <p:spPr>
              <a:xfrm>
                <a:off x="21502191" y="2295525"/>
                <a:ext cx="15379" cy="276225"/>
              </a:xfrm>
              <a:prstGeom prst="rect">
                <a:avLst/>
              </a:prstGeom>
              <a:solidFill>
                <a:srgbClr val="0072B2"/>
              </a:solidFill>
              <a:ln w="0">
                <a:noFill/>
                <a:prstDash val="solid"/>
              </a:ln>
            </p:spPr>
          </p:sp>
          <p:sp>
            <p:nvSpPr>
              <p:cNvPr id="2079" name="four:time-step-strips:time-strip-tᵦ-cell-18:1802"/>
              <p:cNvSpPr>
                <a:spLocks noGrp="1"/>
              </p:cNvSpPr>
              <p:nvPr/>
            </p:nvSpPr>
            <p:spPr>
              <a:xfrm>
                <a:off x="21517570" y="2295525"/>
                <a:ext cx="15379" cy="276225"/>
              </a:xfrm>
              <a:prstGeom prst="rect">
                <a:avLst/>
              </a:prstGeom>
              <a:solidFill>
                <a:srgbClr val="0072B2"/>
              </a:solidFill>
              <a:ln w="0">
                <a:noFill/>
                <a:prstDash val="solid"/>
              </a:ln>
            </p:spPr>
          </p:sp>
          <p:sp>
            <p:nvSpPr>
              <p:cNvPr id="2080" name="four:time-step-strips:time-strip-tᵦ-cell-19:1803"/>
              <p:cNvSpPr>
                <a:spLocks noGrp="1"/>
              </p:cNvSpPr>
              <p:nvPr/>
            </p:nvSpPr>
            <p:spPr>
              <a:xfrm>
                <a:off x="21532949" y="2295525"/>
                <a:ext cx="15379" cy="276225"/>
              </a:xfrm>
              <a:prstGeom prst="rect">
                <a:avLst/>
              </a:prstGeom>
              <a:solidFill>
                <a:srgbClr val="0072B2"/>
              </a:solidFill>
              <a:ln w="0">
                <a:noFill/>
                <a:prstDash val="solid"/>
              </a:ln>
            </p:spPr>
          </p:sp>
          <p:sp>
            <p:nvSpPr>
              <p:cNvPr id="2081" name="four:time-step-strips:time-strip-tᵦ-cell-20:1804"/>
              <p:cNvSpPr>
                <a:spLocks noGrp="1"/>
              </p:cNvSpPr>
              <p:nvPr/>
            </p:nvSpPr>
            <p:spPr>
              <a:xfrm>
                <a:off x="21548328" y="2295525"/>
                <a:ext cx="15379" cy="276225"/>
              </a:xfrm>
              <a:prstGeom prst="rect">
                <a:avLst/>
              </a:prstGeom>
              <a:solidFill>
                <a:srgbClr val="0072B2"/>
              </a:solidFill>
              <a:ln w="0">
                <a:noFill/>
                <a:prstDash val="solid"/>
              </a:ln>
            </p:spPr>
          </p:sp>
          <p:sp>
            <p:nvSpPr>
              <p:cNvPr id="2082" name="four:time-step-strips:time-strip-tᵦ-cell-21:1805"/>
              <p:cNvSpPr>
                <a:spLocks noGrp="1"/>
              </p:cNvSpPr>
              <p:nvPr/>
            </p:nvSpPr>
            <p:spPr>
              <a:xfrm>
                <a:off x="21563707" y="2295525"/>
                <a:ext cx="15379" cy="276225"/>
              </a:xfrm>
              <a:prstGeom prst="rect">
                <a:avLst/>
              </a:prstGeom>
              <a:solidFill>
                <a:srgbClr val="0072B2"/>
              </a:solidFill>
              <a:ln w="0">
                <a:noFill/>
                <a:prstDash val="solid"/>
              </a:ln>
            </p:spPr>
          </p:sp>
          <p:sp>
            <p:nvSpPr>
              <p:cNvPr id="2083" name="four:time-step-strips:time-strip-tᵦ-cell-22:1806"/>
              <p:cNvSpPr>
                <a:spLocks noGrp="1"/>
              </p:cNvSpPr>
              <p:nvPr/>
            </p:nvSpPr>
            <p:spPr>
              <a:xfrm>
                <a:off x="21579086" y="2295525"/>
                <a:ext cx="15379" cy="276225"/>
              </a:xfrm>
              <a:prstGeom prst="rect">
                <a:avLst/>
              </a:prstGeom>
              <a:solidFill>
                <a:srgbClr val="0072B2"/>
              </a:solidFill>
              <a:ln w="0">
                <a:noFill/>
                <a:prstDash val="solid"/>
              </a:ln>
            </p:spPr>
          </p:sp>
          <p:sp>
            <p:nvSpPr>
              <p:cNvPr id="2084" name="four:time-step-strips:time-strip-tᵦ-cell-23:1807"/>
              <p:cNvSpPr>
                <a:spLocks noGrp="1"/>
              </p:cNvSpPr>
              <p:nvPr/>
            </p:nvSpPr>
            <p:spPr>
              <a:xfrm>
                <a:off x="21594465" y="2295525"/>
                <a:ext cx="15379" cy="276225"/>
              </a:xfrm>
              <a:prstGeom prst="rect">
                <a:avLst/>
              </a:prstGeom>
              <a:solidFill>
                <a:srgbClr val="0977B4"/>
              </a:solidFill>
              <a:ln w="0">
                <a:noFill/>
                <a:prstDash val="solid"/>
              </a:ln>
            </p:spPr>
          </p:sp>
          <p:sp>
            <p:nvSpPr>
              <p:cNvPr id="2085" name="four:time-step-strips:time-strip-tᵦ-cell-24:1808"/>
              <p:cNvSpPr>
                <a:spLocks noGrp="1"/>
              </p:cNvSpPr>
              <p:nvPr/>
            </p:nvSpPr>
            <p:spPr>
              <a:xfrm>
                <a:off x="21609844" y="2295525"/>
                <a:ext cx="15379" cy="276225"/>
              </a:xfrm>
              <a:prstGeom prst="rect">
                <a:avLst/>
              </a:prstGeom>
              <a:solidFill>
                <a:srgbClr val="2385BB"/>
              </a:solidFill>
              <a:ln w="0">
                <a:noFill/>
                <a:prstDash val="solid"/>
              </a:ln>
            </p:spPr>
          </p:sp>
          <p:sp>
            <p:nvSpPr>
              <p:cNvPr id="2086" name="four:time-step-strips:time-strip-tᵦ-cell-25:1809"/>
              <p:cNvSpPr>
                <a:spLocks noGrp="1"/>
              </p:cNvSpPr>
              <p:nvPr/>
            </p:nvSpPr>
            <p:spPr>
              <a:xfrm>
                <a:off x="21625223" y="2295525"/>
                <a:ext cx="15379" cy="276225"/>
              </a:xfrm>
              <a:prstGeom prst="rect">
                <a:avLst/>
              </a:prstGeom>
              <a:solidFill>
                <a:srgbClr val="4899C5"/>
              </a:solidFill>
              <a:ln w="0">
                <a:noFill/>
                <a:prstDash val="solid"/>
              </a:ln>
            </p:spPr>
          </p:sp>
          <p:sp>
            <p:nvSpPr>
              <p:cNvPr id="2087" name="four:time-step-strips:time-strip-tᵦ-cell-26:1810"/>
              <p:cNvSpPr>
                <a:spLocks noGrp="1"/>
              </p:cNvSpPr>
              <p:nvPr/>
            </p:nvSpPr>
            <p:spPr>
              <a:xfrm>
                <a:off x="21640602" y="2295525"/>
                <a:ext cx="15379" cy="276225"/>
              </a:xfrm>
              <a:prstGeom prst="rect">
                <a:avLst/>
              </a:prstGeom>
              <a:solidFill>
                <a:srgbClr val="72AFD1"/>
              </a:solidFill>
              <a:ln w="0">
                <a:noFill/>
                <a:prstDash val="solid"/>
              </a:ln>
            </p:spPr>
          </p:sp>
          <p:sp>
            <p:nvSpPr>
              <p:cNvPr id="2088" name="four:time-step-strips:time-strip-tᵦ-cell-27:1811"/>
              <p:cNvSpPr>
                <a:spLocks noGrp="1"/>
              </p:cNvSpPr>
              <p:nvPr/>
            </p:nvSpPr>
            <p:spPr>
              <a:xfrm>
                <a:off x="21655980" y="2295525"/>
                <a:ext cx="15379" cy="276225"/>
              </a:xfrm>
              <a:prstGeom prst="rect">
                <a:avLst/>
              </a:prstGeom>
              <a:solidFill>
                <a:srgbClr val="9CC5DC"/>
              </a:solidFill>
              <a:ln w="0">
                <a:noFill/>
                <a:prstDash val="solid"/>
              </a:ln>
            </p:spPr>
          </p:sp>
          <p:sp>
            <p:nvSpPr>
              <p:cNvPr id="2089" name="four:time-step-strips:time-strip-tᵦ-cell-28:1812"/>
              <p:cNvSpPr>
                <a:spLocks noGrp="1"/>
              </p:cNvSpPr>
              <p:nvPr/>
            </p:nvSpPr>
            <p:spPr>
              <a:xfrm>
                <a:off x="21671359" y="2295525"/>
                <a:ext cx="15379" cy="276225"/>
              </a:xfrm>
              <a:prstGeom prst="rect">
                <a:avLst/>
              </a:prstGeom>
              <a:solidFill>
                <a:srgbClr val="C9DBE4"/>
              </a:solidFill>
              <a:ln w="0">
                <a:noFill/>
                <a:prstDash val="solid"/>
              </a:ln>
            </p:spPr>
          </p:sp>
          <p:sp>
            <p:nvSpPr>
              <p:cNvPr id="2090" name="four:time-step-strips:time-strip-tᵦ-cell-29:1813"/>
              <p:cNvSpPr>
                <a:spLocks noGrp="1"/>
              </p:cNvSpPr>
              <p:nvPr/>
            </p:nvSpPr>
            <p:spPr>
              <a:xfrm>
                <a:off x="21686738" y="2295525"/>
                <a:ext cx="15379" cy="276225"/>
              </a:xfrm>
              <a:prstGeom prst="rect">
                <a:avLst/>
              </a:prstGeom>
              <a:solidFill>
                <a:srgbClr val="D8E5EB"/>
              </a:solidFill>
              <a:ln w="0">
                <a:noFill/>
                <a:prstDash val="solid"/>
              </a:ln>
            </p:spPr>
          </p:sp>
          <p:sp>
            <p:nvSpPr>
              <p:cNvPr id="2091" name="four:time-step-strips:time-strip-tᵦ-cell-30:1814"/>
              <p:cNvSpPr>
                <a:spLocks noGrp="1"/>
              </p:cNvSpPr>
              <p:nvPr/>
            </p:nvSpPr>
            <p:spPr>
              <a:xfrm>
                <a:off x="21702117" y="2295525"/>
                <a:ext cx="15379" cy="276225"/>
              </a:xfrm>
              <a:prstGeom prst="rect">
                <a:avLst/>
              </a:prstGeom>
              <a:solidFill>
                <a:srgbClr val="DCE8ED"/>
              </a:solidFill>
              <a:ln w="0">
                <a:noFill/>
                <a:prstDash val="solid"/>
              </a:ln>
            </p:spPr>
          </p:sp>
          <p:sp>
            <p:nvSpPr>
              <p:cNvPr id="2092" name="four:time-step-strips:time-strip-tᵦ-cell-31:1815"/>
              <p:cNvSpPr>
                <a:spLocks noGrp="1"/>
              </p:cNvSpPr>
              <p:nvPr/>
            </p:nvSpPr>
            <p:spPr>
              <a:xfrm>
                <a:off x="21717496" y="2295525"/>
                <a:ext cx="15379" cy="276225"/>
              </a:xfrm>
              <a:prstGeom prst="rect">
                <a:avLst/>
              </a:prstGeom>
              <a:solidFill>
                <a:srgbClr val="DCE8ED"/>
              </a:solidFill>
              <a:ln w="0">
                <a:noFill/>
                <a:prstDash val="solid"/>
              </a:ln>
            </p:spPr>
          </p:sp>
          <p:sp>
            <p:nvSpPr>
              <p:cNvPr id="2093" name="four:time-step-strips:time-strip-tᵦ-cell-32:1816"/>
              <p:cNvSpPr>
                <a:spLocks noGrp="1"/>
              </p:cNvSpPr>
              <p:nvPr/>
            </p:nvSpPr>
            <p:spPr>
              <a:xfrm>
                <a:off x="21732875" y="2295525"/>
                <a:ext cx="15379" cy="276225"/>
              </a:xfrm>
              <a:prstGeom prst="rect">
                <a:avLst/>
              </a:prstGeom>
              <a:solidFill>
                <a:srgbClr val="DCE8ED"/>
              </a:solidFill>
              <a:ln w="0">
                <a:noFill/>
                <a:prstDash val="solid"/>
              </a:ln>
            </p:spPr>
          </p:sp>
          <p:sp>
            <p:nvSpPr>
              <p:cNvPr id="2094" name="four:time-step-strips:time-strip-tᵦ-cell-33:1817"/>
              <p:cNvSpPr>
                <a:spLocks noGrp="1"/>
              </p:cNvSpPr>
              <p:nvPr/>
            </p:nvSpPr>
            <p:spPr>
              <a:xfrm>
                <a:off x="21748254" y="2295525"/>
                <a:ext cx="15379" cy="276225"/>
              </a:xfrm>
              <a:prstGeom prst="rect">
                <a:avLst/>
              </a:prstGeom>
              <a:solidFill>
                <a:srgbClr val="DCE8ED"/>
              </a:solidFill>
              <a:ln w="0">
                <a:noFill/>
                <a:prstDash val="solid"/>
              </a:ln>
            </p:spPr>
          </p:sp>
          <p:sp>
            <p:nvSpPr>
              <p:cNvPr id="2095" name="four:time-step-strips:time-strip-tᵦ-cell-34:1818"/>
              <p:cNvSpPr>
                <a:spLocks noGrp="1"/>
              </p:cNvSpPr>
              <p:nvPr/>
            </p:nvSpPr>
            <p:spPr>
              <a:xfrm>
                <a:off x="21763633" y="2295525"/>
                <a:ext cx="15379" cy="276225"/>
              </a:xfrm>
              <a:prstGeom prst="rect">
                <a:avLst/>
              </a:prstGeom>
              <a:solidFill>
                <a:srgbClr val="DCE8ED"/>
              </a:solidFill>
              <a:ln w="0">
                <a:noFill/>
                <a:prstDash val="solid"/>
              </a:ln>
            </p:spPr>
          </p:sp>
          <p:sp>
            <p:nvSpPr>
              <p:cNvPr id="2096" name="four:time-step-strips:time-strip-tᵦ-cell-35:1819"/>
              <p:cNvSpPr>
                <a:spLocks noGrp="1"/>
              </p:cNvSpPr>
              <p:nvPr/>
            </p:nvSpPr>
            <p:spPr>
              <a:xfrm>
                <a:off x="21779012" y="2295525"/>
                <a:ext cx="15379" cy="276225"/>
              </a:xfrm>
              <a:prstGeom prst="rect">
                <a:avLst/>
              </a:prstGeom>
              <a:solidFill>
                <a:srgbClr val="DCE8ED"/>
              </a:solidFill>
              <a:ln w="0">
                <a:noFill/>
                <a:prstDash val="solid"/>
              </a:ln>
            </p:spPr>
          </p:sp>
          <p:sp>
            <p:nvSpPr>
              <p:cNvPr id="2097" name="four:time-step-strips:time-strip-tᵦ-cell-36:1820"/>
              <p:cNvSpPr>
                <a:spLocks noGrp="1"/>
              </p:cNvSpPr>
              <p:nvPr/>
            </p:nvSpPr>
            <p:spPr>
              <a:xfrm>
                <a:off x="21794391" y="2295525"/>
                <a:ext cx="15379" cy="276225"/>
              </a:xfrm>
              <a:prstGeom prst="rect">
                <a:avLst/>
              </a:prstGeom>
              <a:solidFill>
                <a:srgbClr val="DCE8ED"/>
              </a:solidFill>
              <a:ln w="0">
                <a:noFill/>
                <a:prstDash val="solid"/>
              </a:ln>
            </p:spPr>
          </p:sp>
          <p:sp>
            <p:nvSpPr>
              <p:cNvPr id="2098" name="four:time-step-strips:time-strip-tᵦ-cell-37:1821"/>
              <p:cNvSpPr>
                <a:spLocks noGrp="1"/>
              </p:cNvSpPr>
              <p:nvPr/>
            </p:nvSpPr>
            <p:spPr>
              <a:xfrm>
                <a:off x="21809770" y="2295525"/>
                <a:ext cx="15379" cy="276225"/>
              </a:xfrm>
              <a:prstGeom prst="rect">
                <a:avLst/>
              </a:prstGeom>
              <a:solidFill>
                <a:srgbClr val="DCE8ED"/>
              </a:solidFill>
              <a:ln w="0">
                <a:noFill/>
                <a:prstDash val="solid"/>
              </a:ln>
            </p:spPr>
          </p:sp>
          <p:sp>
            <p:nvSpPr>
              <p:cNvPr id="2099" name="four:time-step-strips:time-strip-tᵦ-cell-38:1822"/>
              <p:cNvSpPr>
                <a:spLocks noGrp="1"/>
              </p:cNvSpPr>
              <p:nvPr/>
            </p:nvSpPr>
            <p:spPr>
              <a:xfrm>
                <a:off x="21825148" y="2295525"/>
                <a:ext cx="15379" cy="276225"/>
              </a:xfrm>
              <a:prstGeom prst="rect">
                <a:avLst/>
              </a:prstGeom>
              <a:solidFill>
                <a:srgbClr val="DCE8ED"/>
              </a:solidFill>
              <a:ln w="0">
                <a:noFill/>
                <a:prstDash val="solid"/>
              </a:ln>
            </p:spPr>
          </p:sp>
          <p:sp>
            <p:nvSpPr>
              <p:cNvPr id="2100" name="four:time-step-strips:time-strip-tᵦ-cell-39:1823"/>
              <p:cNvSpPr>
                <a:spLocks noGrp="1"/>
              </p:cNvSpPr>
              <p:nvPr/>
            </p:nvSpPr>
            <p:spPr>
              <a:xfrm>
                <a:off x="21840527" y="2295525"/>
                <a:ext cx="15379" cy="276225"/>
              </a:xfrm>
              <a:prstGeom prst="rect">
                <a:avLst/>
              </a:prstGeom>
              <a:solidFill>
                <a:srgbClr val="DCE8ED"/>
              </a:solidFill>
              <a:ln w="0">
                <a:noFill/>
                <a:prstDash val="solid"/>
              </a:ln>
            </p:spPr>
          </p:sp>
          <p:sp>
            <p:nvSpPr>
              <p:cNvPr id="2101" name="four:time-step-strips:time-strip-tᵦ-cell-40:1824"/>
              <p:cNvSpPr>
                <a:spLocks noGrp="1"/>
              </p:cNvSpPr>
              <p:nvPr/>
            </p:nvSpPr>
            <p:spPr>
              <a:xfrm>
                <a:off x="21855906" y="2295525"/>
                <a:ext cx="15379" cy="276225"/>
              </a:xfrm>
              <a:prstGeom prst="rect">
                <a:avLst/>
              </a:prstGeom>
              <a:solidFill>
                <a:srgbClr val="DCE8ED"/>
              </a:solidFill>
              <a:ln w="0">
                <a:noFill/>
                <a:prstDash val="solid"/>
              </a:ln>
            </p:spPr>
          </p:sp>
          <p:sp>
            <p:nvSpPr>
              <p:cNvPr id="2102" name="four:time-step-strips:time-strip-tᵦ-cell-41:1825"/>
              <p:cNvSpPr>
                <a:spLocks noGrp="1"/>
              </p:cNvSpPr>
              <p:nvPr/>
            </p:nvSpPr>
            <p:spPr>
              <a:xfrm>
                <a:off x="21871285" y="2295525"/>
                <a:ext cx="15379" cy="276225"/>
              </a:xfrm>
              <a:prstGeom prst="rect">
                <a:avLst/>
              </a:prstGeom>
              <a:solidFill>
                <a:srgbClr val="DCE8ED"/>
              </a:solidFill>
              <a:ln w="0">
                <a:noFill/>
                <a:prstDash val="solid"/>
              </a:ln>
            </p:spPr>
          </p:sp>
          <p:sp>
            <p:nvSpPr>
              <p:cNvPr id="2103" name="four:time-step-strips:time-strip-tᵦ-cell-42:1826"/>
              <p:cNvSpPr>
                <a:spLocks noGrp="1"/>
              </p:cNvSpPr>
              <p:nvPr/>
            </p:nvSpPr>
            <p:spPr>
              <a:xfrm>
                <a:off x="21886664" y="2295525"/>
                <a:ext cx="15379" cy="276225"/>
              </a:xfrm>
              <a:prstGeom prst="rect">
                <a:avLst/>
              </a:prstGeom>
              <a:solidFill>
                <a:srgbClr val="DCE8ED"/>
              </a:solidFill>
              <a:ln w="0">
                <a:noFill/>
                <a:prstDash val="solid"/>
              </a:ln>
            </p:spPr>
          </p:sp>
          <p:sp>
            <p:nvSpPr>
              <p:cNvPr id="2104" name="four:time-step-strips:time-strip-tᵦ-cell-43:1827"/>
              <p:cNvSpPr>
                <a:spLocks noGrp="1"/>
              </p:cNvSpPr>
              <p:nvPr/>
            </p:nvSpPr>
            <p:spPr>
              <a:xfrm>
                <a:off x="21902043" y="2295525"/>
                <a:ext cx="15379" cy="276225"/>
              </a:xfrm>
              <a:prstGeom prst="rect">
                <a:avLst/>
              </a:prstGeom>
              <a:solidFill>
                <a:srgbClr val="DCE8ED"/>
              </a:solidFill>
              <a:ln w="0">
                <a:noFill/>
                <a:prstDash val="solid"/>
              </a:ln>
            </p:spPr>
          </p:sp>
          <p:sp>
            <p:nvSpPr>
              <p:cNvPr id="2105" name="four:time-step-strips:time-strip-tᵦ-cell-44:1828"/>
              <p:cNvSpPr>
                <a:spLocks noGrp="1"/>
              </p:cNvSpPr>
              <p:nvPr/>
            </p:nvSpPr>
            <p:spPr>
              <a:xfrm>
                <a:off x="21917422" y="2295525"/>
                <a:ext cx="15379" cy="276225"/>
              </a:xfrm>
              <a:prstGeom prst="rect">
                <a:avLst/>
              </a:prstGeom>
              <a:solidFill>
                <a:srgbClr val="DCE8ED"/>
              </a:solidFill>
              <a:ln w="0">
                <a:noFill/>
                <a:prstDash val="solid"/>
              </a:ln>
            </p:spPr>
          </p:sp>
          <p:sp>
            <p:nvSpPr>
              <p:cNvPr id="2106" name="four:time-step-strips:time-strip-tᵦ-cell-45:1829"/>
              <p:cNvSpPr>
                <a:spLocks noGrp="1"/>
              </p:cNvSpPr>
              <p:nvPr/>
            </p:nvSpPr>
            <p:spPr>
              <a:xfrm>
                <a:off x="21932801" y="2295525"/>
                <a:ext cx="15379" cy="276225"/>
              </a:xfrm>
              <a:prstGeom prst="rect">
                <a:avLst/>
              </a:prstGeom>
              <a:solidFill>
                <a:srgbClr val="DCE8ED"/>
              </a:solidFill>
              <a:ln w="0">
                <a:noFill/>
                <a:prstDash val="solid"/>
              </a:ln>
            </p:spPr>
          </p:sp>
          <p:sp>
            <p:nvSpPr>
              <p:cNvPr id="2107" name="four:time-step-strips:time-strip-tᵦ-cell-46:1830"/>
              <p:cNvSpPr>
                <a:spLocks noGrp="1"/>
              </p:cNvSpPr>
              <p:nvPr/>
            </p:nvSpPr>
            <p:spPr>
              <a:xfrm>
                <a:off x="21948180" y="2295525"/>
                <a:ext cx="15379" cy="276225"/>
              </a:xfrm>
              <a:prstGeom prst="rect">
                <a:avLst/>
              </a:prstGeom>
              <a:solidFill>
                <a:srgbClr val="DCE8ED"/>
              </a:solidFill>
              <a:ln w="0">
                <a:noFill/>
                <a:prstDash val="solid"/>
              </a:ln>
            </p:spPr>
          </p:sp>
          <p:sp>
            <p:nvSpPr>
              <p:cNvPr id="2108" name="four:time-step-strips:time-strip-tᵦ-cell-47:1831"/>
              <p:cNvSpPr>
                <a:spLocks noGrp="1"/>
              </p:cNvSpPr>
              <p:nvPr/>
            </p:nvSpPr>
            <p:spPr>
              <a:xfrm>
                <a:off x="21963559" y="2295525"/>
                <a:ext cx="15379" cy="276225"/>
              </a:xfrm>
              <a:prstGeom prst="rect">
                <a:avLst/>
              </a:prstGeom>
              <a:solidFill>
                <a:srgbClr val="DCE8ED"/>
              </a:solidFill>
              <a:ln w="0">
                <a:noFill/>
                <a:prstDash val="solid"/>
              </a:ln>
            </p:spPr>
          </p:sp>
          <p:sp>
            <p:nvSpPr>
              <p:cNvPr id="2109" name="four:time-step-strips:time-strip-tᵦ-cell-48:1832"/>
              <p:cNvSpPr>
                <a:spLocks noGrp="1"/>
              </p:cNvSpPr>
              <p:nvPr/>
            </p:nvSpPr>
            <p:spPr>
              <a:xfrm>
                <a:off x="21978938" y="2295525"/>
                <a:ext cx="15379" cy="276225"/>
              </a:xfrm>
              <a:prstGeom prst="rect">
                <a:avLst/>
              </a:prstGeom>
              <a:solidFill>
                <a:srgbClr val="DCE8ED"/>
              </a:solidFill>
              <a:ln w="0">
                <a:noFill/>
                <a:prstDash val="solid"/>
              </a:ln>
            </p:spPr>
          </p:sp>
          <p:sp>
            <p:nvSpPr>
              <p:cNvPr id="2110" name="four:time-step-strips:time-strip-tᵦ-cell-49:1833"/>
              <p:cNvSpPr>
                <a:spLocks noGrp="1"/>
              </p:cNvSpPr>
              <p:nvPr/>
            </p:nvSpPr>
            <p:spPr>
              <a:xfrm>
                <a:off x="21994316" y="2295525"/>
                <a:ext cx="15379" cy="276225"/>
              </a:xfrm>
              <a:prstGeom prst="rect">
                <a:avLst/>
              </a:prstGeom>
              <a:solidFill>
                <a:srgbClr val="DCE8ED"/>
              </a:solidFill>
              <a:ln w="0">
                <a:noFill/>
                <a:prstDash val="solid"/>
              </a:ln>
            </p:spPr>
          </p:sp>
          <p:sp>
            <p:nvSpPr>
              <p:cNvPr id="2111" name="four:time-step-strips:time-strip-tᵦ-cell-50:1834"/>
              <p:cNvSpPr>
                <a:spLocks noGrp="1"/>
              </p:cNvSpPr>
              <p:nvPr/>
            </p:nvSpPr>
            <p:spPr>
              <a:xfrm>
                <a:off x="22009695" y="2295525"/>
                <a:ext cx="15379" cy="276225"/>
              </a:xfrm>
              <a:prstGeom prst="rect">
                <a:avLst/>
              </a:prstGeom>
              <a:solidFill>
                <a:srgbClr val="DCE8ED"/>
              </a:solidFill>
              <a:ln w="0">
                <a:noFill/>
                <a:prstDash val="solid"/>
              </a:ln>
            </p:spPr>
          </p:sp>
          <p:sp>
            <p:nvSpPr>
              <p:cNvPr id="2112" name="four:time-step-strips:time-strip-tᵦ-cell-51:1835"/>
              <p:cNvSpPr>
                <a:spLocks noGrp="1"/>
              </p:cNvSpPr>
              <p:nvPr/>
            </p:nvSpPr>
            <p:spPr>
              <a:xfrm>
                <a:off x="22025074" y="2295525"/>
                <a:ext cx="15379" cy="276225"/>
              </a:xfrm>
              <a:prstGeom prst="rect">
                <a:avLst/>
              </a:prstGeom>
              <a:solidFill>
                <a:srgbClr val="DCE8ED"/>
              </a:solidFill>
              <a:ln w="0">
                <a:noFill/>
                <a:prstDash val="solid"/>
              </a:ln>
            </p:spPr>
          </p:sp>
          <p:sp>
            <p:nvSpPr>
              <p:cNvPr id="2113" name="four:time-step-strips:time-strip-tᵦ-cell-52:1836"/>
              <p:cNvSpPr>
                <a:spLocks noGrp="1"/>
              </p:cNvSpPr>
              <p:nvPr/>
            </p:nvSpPr>
            <p:spPr>
              <a:xfrm>
                <a:off x="22040453" y="2295525"/>
                <a:ext cx="15379" cy="276225"/>
              </a:xfrm>
              <a:prstGeom prst="rect">
                <a:avLst/>
              </a:prstGeom>
              <a:solidFill>
                <a:srgbClr val="DCE8ED"/>
              </a:solidFill>
              <a:ln w="0">
                <a:noFill/>
                <a:prstDash val="solid"/>
              </a:ln>
            </p:spPr>
          </p:sp>
          <p:sp>
            <p:nvSpPr>
              <p:cNvPr id="2114" name="four:time-step-strips:time-strip-tᵦ-cell-53:1837"/>
              <p:cNvSpPr>
                <a:spLocks noGrp="1"/>
              </p:cNvSpPr>
              <p:nvPr/>
            </p:nvSpPr>
            <p:spPr>
              <a:xfrm>
                <a:off x="22055832" y="2295525"/>
                <a:ext cx="15379" cy="276225"/>
              </a:xfrm>
              <a:prstGeom prst="rect">
                <a:avLst/>
              </a:prstGeom>
              <a:solidFill>
                <a:srgbClr val="DCE8ED"/>
              </a:solidFill>
              <a:ln w="0">
                <a:noFill/>
                <a:prstDash val="solid"/>
              </a:ln>
            </p:spPr>
          </p:sp>
          <p:sp>
            <p:nvSpPr>
              <p:cNvPr id="2115" name="four:time-step-strips:time-strip-tᵦ-cell-54:1838"/>
              <p:cNvSpPr>
                <a:spLocks noGrp="1"/>
              </p:cNvSpPr>
              <p:nvPr/>
            </p:nvSpPr>
            <p:spPr>
              <a:xfrm>
                <a:off x="22071211" y="2295525"/>
                <a:ext cx="15379" cy="276225"/>
              </a:xfrm>
              <a:prstGeom prst="rect">
                <a:avLst/>
              </a:prstGeom>
              <a:solidFill>
                <a:srgbClr val="DCE8ED"/>
              </a:solidFill>
              <a:ln w="0">
                <a:noFill/>
                <a:prstDash val="solid"/>
              </a:ln>
            </p:spPr>
          </p:sp>
          <p:sp>
            <p:nvSpPr>
              <p:cNvPr id="2116" name="four:time-step-strips:time-strip-tᵦ-cell-55:1839"/>
              <p:cNvSpPr>
                <a:spLocks noGrp="1"/>
              </p:cNvSpPr>
              <p:nvPr/>
            </p:nvSpPr>
            <p:spPr>
              <a:xfrm>
                <a:off x="22086590" y="2295525"/>
                <a:ext cx="15379" cy="276225"/>
              </a:xfrm>
              <a:prstGeom prst="rect">
                <a:avLst/>
              </a:prstGeom>
              <a:solidFill>
                <a:srgbClr val="DCE8ED"/>
              </a:solidFill>
              <a:ln w="0">
                <a:noFill/>
                <a:prstDash val="solid"/>
              </a:ln>
            </p:spPr>
          </p:sp>
          <p:sp>
            <p:nvSpPr>
              <p:cNvPr id="2117" name="four:time-step-strips:time-strip-tᵦ-cell-56:1840"/>
              <p:cNvSpPr>
                <a:spLocks noGrp="1"/>
              </p:cNvSpPr>
              <p:nvPr/>
            </p:nvSpPr>
            <p:spPr>
              <a:xfrm>
                <a:off x="22101969" y="2295525"/>
                <a:ext cx="15379" cy="276225"/>
              </a:xfrm>
              <a:prstGeom prst="rect">
                <a:avLst/>
              </a:prstGeom>
              <a:solidFill>
                <a:srgbClr val="DCE8ED"/>
              </a:solidFill>
              <a:ln w="0">
                <a:noFill/>
                <a:prstDash val="solid"/>
              </a:ln>
            </p:spPr>
          </p:sp>
          <p:sp>
            <p:nvSpPr>
              <p:cNvPr id="2118" name="four:time-step-strips:time-strip-tᵦ-cell-57:1841"/>
              <p:cNvSpPr>
                <a:spLocks noGrp="1"/>
              </p:cNvSpPr>
              <p:nvPr/>
            </p:nvSpPr>
            <p:spPr>
              <a:xfrm>
                <a:off x="22117348" y="2295525"/>
                <a:ext cx="15379" cy="276225"/>
              </a:xfrm>
              <a:prstGeom prst="rect">
                <a:avLst/>
              </a:prstGeom>
              <a:solidFill>
                <a:srgbClr val="DCE8ED"/>
              </a:solidFill>
              <a:ln w="0">
                <a:noFill/>
                <a:prstDash val="solid"/>
              </a:ln>
            </p:spPr>
          </p:sp>
          <p:sp>
            <p:nvSpPr>
              <p:cNvPr id="2119" name="four:time-step-strips:time-strip-tᵦ-cell-58:1842"/>
              <p:cNvSpPr>
                <a:spLocks noGrp="1"/>
              </p:cNvSpPr>
              <p:nvPr/>
            </p:nvSpPr>
            <p:spPr>
              <a:xfrm>
                <a:off x="22132727" y="2295525"/>
                <a:ext cx="15379" cy="276225"/>
              </a:xfrm>
              <a:prstGeom prst="rect">
                <a:avLst/>
              </a:prstGeom>
              <a:solidFill>
                <a:srgbClr val="D6E4E7"/>
              </a:solidFill>
              <a:ln w="0">
                <a:noFill/>
                <a:prstDash val="solid"/>
              </a:ln>
            </p:spPr>
          </p:sp>
          <p:sp>
            <p:nvSpPr>
              <p:cNvPr id="2120" name="four:time-step-strips:time-strip-tᵦ-cell-59:1843"/>
              <p:cNvSpPr>
                <a:spLocks noGrp="1"/>
              </p:cNvSpPr>
              <p:nvPr/>
            </p:nvSpPr>
            <p:spPr>
              <a:xfrm>
                <a:off x="22148105" y="2295525"/>
                <a:ext cx="15379" cy="276225"/>
              </a:xfrm>
              <a:prstGeom prst="rect">
                <a:avLst/>
              </a:prstGeom>
              <a:solidFill>
                <a:srgbClr val="DBCEC0"/>
              </a:solidFill>
              <a:ln w="0">
                <a:noFill/>
                <a:prstDash val="solid"/>
              </a:ln>
            </p:spPr>
          </p:sp>
          <p:sp>
            <p:nvSpPr>
              <p:cNvPr id="2121" name="four:time-step-strips:time-strip-tᵦ-cell-60:1844"/>
              <p:cNvSpPr>
                <a:spLocks noGrp="1"/>
              </p:cNvSpPr>
              <p:nvPr/>
            </p:nvSpPr>
            <p:spPr>
              <a:xfrm>
                <a:off x="22163484" y="2295525"/>
                <a:ext cx="15379" cy="276225"/>
              </a:xfrm>
              <a:prstGeom prst="rect">
                <a:avLst/>
              </a:prstGeom>
              <a:solidFill>
                <a:srgbClr val="D9B697"/>
              </a:solidFill>
              <a:ln w="0">
                <a:noFill/>
                <a:prstDash val="solid"/>
              </a:ln>
            </p:spPr>
          </p:sp>
          <p:sp>
            <p:nvSpPr>
              <p:cNvPr id="2122" name="four:time-step-strips:time-strip-tᵦ-cell-61:1845"/>
              <p:cNvSpPr>
                <a:spLocks noGrp="1"/>
              </p:cNvSpPr>
              <p:nvPr/>
            </p:nvSpPr>
            <p:spPr>
              <a:xfrm>
                <a:off x="22178863" y="2295525"/>
                <a:ext cx="15379" cy="276225"/>
              </a:xfrm>
              <a:prstGeom prst="rect">
                <a:avLst/>
              </a:prstGeom>
              <a:solidFill>
                <a:srgbClr val="D89B69"/>
              </a:solidFill>
              <a:ln w="0">
                <a:noFill/>
                <a:prstDash val="solid"/>
              </a:ln>
            </p:spPr>
          </p:sp>
          <p:sp>
            <p:nvSpPr>
              <p:cNvPr id="2123" name="four:time-step-strips:time-strip-tᵦ-cell-62:1846"/>
              <p:cNvSpPr>
                <a:spLocks noGrp="1"/>
              </p:cNvSpPr>
              <p:nvPr/>
            </p:nvSpPr>
            <p:spPr>
              <a:xfrm>
                <a:off x="22194242" y="2295525"/>
                <a:ext cx="15379" cy="276225"/>
              </a:xfrm>
              <a:prstGeom prst="rect">
                <a:avLst/>
              </a:prstGeom>
              <a:solidFill>
                <a:srgbClr val="D7813C"/>
              </a:solidFill>
              <a:ln w="0">
                <a:noFill/>
                <a:prstDash val="solid"/>
              </a:ln>
            </p:spPr>
          </p:sp>
          <p:sp>
            <p:nvSpPr>
              <p:cNvPr id="2124" name="four:time-step-strips:time-strip-tᵦ-cell-63:1847"/>
              <p:cNvSpPr>
                <a:spLocks noGrp="1"/>
              </p:cNvSpPr>
              <p:nvPr/>
            </p:nvSpPr>
            <p:spPr>
              <a:xfrm>
                <a:off x="22209621" y="2295525"/>
                <a:ext cx="15379" cy="276225"/>
              </a:xfrm>
              <a:prstGeom prst="rect">
                <a:avLst/>
              </a:prstGeom>
              <a:solidFill>
                <a:srgbClr val="D66C18"/>
              </a:solidFill>
              <a:ln w="0">
                <a:noFill/>
                <a:prstDash val="solid"/>
              </a:ln>
            </p:spPr>
          </p:sp>
          <p:sp>
            <p:nvSpPr>
              <p:cNvPr id="2125" name="four:time-step-strips:time-strip-tᵦ-cell-64:1848"/>
              <p:cNvSpPr>
                <a:spLocks noGrp="1"/>
              </p:cNvSpPr>
              <p:nvPr/>
            </p:nvSpPr>
            <p:spPr>
              <a:xfrm>
                <a:off x="22225000" y="2295525"/>
                <a:ext cx="15379" cy="276225"/>
              </a:xfrm>
              <a:prstGeom prst="rect">
                <a:avLst/>
              </a:prstGeom>
              <a:solidFill>
                <a:srgbClr val="D55F03"/>
              </a:solidFill>
              <a:ln w="0">
                <a:noFill/>
                <a:prstDash val="solid"/>
              </a:ln>
            </p:spPr>
          </p:sp>
          <p:sp>
            <p:nvSpPr>
              <p:cNvPr id="2126" name="four:time-step-strips:time-strip-tᵦ-cell-65:1849"/>
              <p:cNvSpPr>
                <a:spLocks noGrp="1"/>
              </p:cNvSpPr>
              <p:nvPr/>
            </p:nvSpPr>
            <p:spPr>
              <a:xfrm>
                <a:off x="22240379" y="2295525"/>
                <a:ext cx="15379" cy="276225"/>
              </a:xfrm>
              <a:prstGeom prst="rect">
                <a:avLst/>
              </a:prstGeom>
              <a:solidFill>
                <a:srgbClr val="D55E00"/>
              </a:solidFill>
              <a:ln w="0">
                <a:noFill/>
                <a:prstDash val="solid"/>
              </a:ln>
            </p:spPr>
          </p:sp>
          <p:sp>
            <p:nvSpPr>
              <p:cNvPr id="2127" name="four:time-step-strips:time-strip-tᵦ-cell-66:1850"/>
              <p:cNvSpPr>
                <a:spLocks noGrp="1"/>
              </p:cNvSpPr>
              <p:nvPr/>
            </p:nvSpPr>
            <p:spPr>
              <a:xfrm>
                <a:off x="22255758" y="2295525"/>
                <a:ext cx="15379" cy="276225"/>
              </a:xfrm>
              <a:prstGeom prst="rect">
                <a:avLst/>
              </a:prstGeom>
              <a:solidFill>
                <a:srgbClr val="D55E00"/>
              </a:solidFill>
              <a:ln w="0">
                <a:noFill/>
                <a:prstDash val="solid"/>
              </a:ln>
            </p:spPr>
          </p:sp>
          <p:sp>
            <p:nvSpPr>
              <p:cNvPr id="2128" name="four:time-step-strips:time-strip-tᵦ-cell-67:1851"/>
              <p:cNvSpPr>
                <a:spLocks noGrp="1"/>
              </p:cNvSpPr>
              <p:nvPr/>
            </p:nvSpPr>
            <p:spPr>
              <a:xfrm>
                <a:off x="22271137" y="2295525"/>
                <a:ext cx="15379" cy="276225"/>
              </a:xfrm>
              <a:prstGeom prst="rect">
                <a:avLst/>
              </a:prstGeom>
              <a:solidFill>
                <a:srgbClr val="D55E00"/>
              </a:solidFill>
              <a:ln w="0">
                <a:noFill/>
                <a:prstDash val="solid"/>
              </a:ln>
            </p:spPr>
          </p:sp>
          <p:sp>
            <p:nvSpPr>
              <p:cNvPr id="2129" name="four:time-step-strips:time-strip-tᵦ-cell-68:1852"/>
              <p:cNvSpPr>
                <a:spLocks noGrp="1"/>
              </p:cNvSpPr>
              <p:nvPr/>
            </p:nvSpPr>
            <p:spPr>
              <a:xfrm>
                <a:off x="22286516" y="2295525"/>
                <a:ext cx="15379" cy="276225"/>
              </a:xfrm>
              <a:prstGeom prst="rect">
                <a:avLst/>
              </a:prstGeom>
              <a:solidFill>
                <a:srgbClr val="D55E00"/>
              </a:solidFill>
              <a:ln w="0">
                <a:noFill/>
                <a:prstDash val="solid"/>
              </a:ln>
            </p:spPr>
          </p:sp>
          <p:sp>
            <p:nvSpPr>
              <p:cNvPr id="2130" name="four:time-step-strips:time-strip-tᵦ-cell-69:1853"/>
              <p:cNvSpPr>
                <a:spLocks noGrp="1"/>
              </p:cNvSpPr>
              <p:nvPr/>
            </p:nvSpPr>
            <p:spPr>
              <a:xfrm>
                <a:off x="22301895" y="2295525"/>
                <a:ext cx="15379" cy="276225"/>
              </a:xfrm>
              <a:prstGeom prst="rect">
                <a:avLst/>
              </a:prstGeom>
              <a:solidFill>
                <a:srgbClr val="D55E00"/>
              </a:solidFill>
              <a:ln w="0">
                <a:noFill/>
                <a:prstDash val="solid"/>
              </a:ln>
            </p:spPr>
          </p:sp>
          <p:sp>
            <p:nvSpPr>
              <p:cNvPr id="2131" name="four:time-step-strips:time-strip-tᵦ-cell-70:1854"/>
              <p:cNvSpPr>
                <a:spLocks noGrp="1"/>
              </p:cNvSpPr>
              <p:nvPr/>
            </p:nvSpPr>
            <p:spPr>
              <a:xfrm>
                <a:off x="22317273" y="2295525"/>
                <a:ext cx="15379" cy="276225"/>
              </a:xfrm>
              <a:prstGeom prst="rect">
                <a:avLst/>
              </a:prstGeom>
              <a:solidFill>
                <a:srgbClr val="D55E00"/>
              </a:solidFill>
              <a:ln w="0">
                <a:noFill/>
                <a:prstDash val="solid"/>
              </a:ln>
            </p:spPr>
          </p:sp>
          <p:sp>
            <p:nvSpPr>
              <p:cNvPr id="2132" name="four:time-step-strips:time-strip-tᵦ-cell-71:1855"/>
              <p:cNvSpPr>
                <a:spLocks noGrp="1"/>
              </p:cNvSpPr>
              <p:nvPr/>
            </p:nvSpPr>
            <p:spPr>
              <a:xfrm>
                <a:off x="22332652" y="2295525"/>
                <a:ext cx="15379" cy="276225"/>
              </a:xfrm>
              <a:prstGeom prst="rect">
                <a:avLst/>
              </a:prstGeom>
              <a:solidFill>
                <a:srgbClr val="D55E00"/>
              </a:solidFill>
              <a:ln w="0">
                <a:noFill/>
                <a:prstDash val="solid"/>
              </a:ln>
            </p:spPr>
          </p:sp>
          <p:sp>
            <p:nvSpPr>
              <p:cNvPr id="2133" name="four:time-step-strips:time-strip-tᵦ-cell-72:1856"/>
              <p:cNvSpPr>
                <a:spLocks noGrp="1"/>
              </p:cNvSpPr>
              <p:nvPr/>
            </p:nvSpPr>
            <p:spPr>
              <a:xfrm>
                <a:off x="22348031" y="2295525"/>
                <a:ext cx="15379" cy="276225"/>
              </a:xfrm>
              <a:prstGeom prst="rect">
                <a:avLst/>
              </a:prstGeom>
              <a:solidFill>
                <a:srgbClr val="D55E00"/>
              </a:solidFill>
              <a:ln w="0">
                <a:noFill/>
                <a:prstDash val="solid"/>
              </a:ln>
            </p:spPr>
          </p:sp>
          <p:sp>
            <p:nvSpPr>
              <p:cNvPr id="2134" name="four:time-step-strips:time-strip-tᵦ-cell-73:1857"/>
              <p:cNvSpPr>
                <a:spLocks noGrp="1"/>
              </p:cNvSpPr>
              <p:nvPr/>
            </p:nvSpPr>
            <p:spPr>
              <a:xfrm>
                <a:off x="22363410" y="2295525"/>
                <a:ext cx="15379" cy="276225"/>
              </a:xfrm>
              <a:prstGeom prst="rect">
                <a:avLst/>
              </a:prstGeom>
              <a:solidFill>
                <a:srgbClr val="D55E00"/>
              </a:solidFill>
              <a:ln w="0">
                <a:noFill/>
                <a:prstDash val="solid"/>
              </a:ln>
            </p:spPr>
          </p:sp>
          <p:sp>
            <p:nvSpPr>
              <p:cNvPr id="2135" name="four:time-step-strips:time-strip-tᵦ-cell-74:1858"/>
              <p:cNvSpPr>
                <a:spLocks noGrp="1"/>
              </p:cNvSpPr>
              <p:nvPr/>
            </p:nvSpPr>
            <p:spPr>
              <a:xfrm>
                <a:off x="22378789" y="2295525"/>
                <a:ext cx="15379" cy="276225"/>
              </a:xfrm>
              <a:prstGeom prst="rect">
                <a:avLst/>
              </a:prstGeom>
              <a:solidFill>
                <a:srgbClr val="D55E00"/>
              </a:solidFill>
              <a:ln w="0">
                <a:noFill/>
                <a:prstDash val="solid"/>
              </a:ln>
            </p:spPr>
          </p:sp>
          <p:sp>
            <p:nvSpPr>
              <p:cNvPr id="2136" name="four:time-step-strips:time-strip-tᵦ-cell-75:1859"/>
              <p:cNvSpPr>
                <a:spLocks noGrp="1"/>
              </p:cNvSpPr>
              <p:nvPr/>
            </p:nvSpPr>
            <p:spPr>
              <a:xfrm>
                <a:off x="22394168" y="2295525"/>
                <a:ext cx="15379" cy="276225"/>
              </a:xfrm>
              <a:prstGeom prst="rect">
                <a:avLst/>
              </a:prstGeom>
              <a:solidFill>
                <a:srgbClr val="D55E00"/>
              </a:solidFill>
              <a:ln w="0">
                <a:noFill/>
                <a:prstDash val="solid"/>
              </a:ln>
            </p:spPr>
          </p:sp>
          <p:sp>
            <p:nvSpPr>
              <p:cNvPr id="2137" name="four:time-step-strips:time-strip-tᵦ-cell-76:1860"/>
              <p:cNvSpPr>
                <a:spLocks noGrp="1"/>
              </p:cNvSpPr>
              <p:nvPr/>
            </p:nvSpPr>
            <p:spPr>
              <a:xfrm>
                <a:off x="22409547" y="2295525"/>
                <a:ext cx="15379" cy="276225"/>
              </a:xfrm>
              <a:prstGeom prst="rect">
                <a:avLst/>
              </a:prstGeom>
              <a:solidFill>
                <a:srgbClr val="D55E00"/>
              </a:solidFill>
              <a:ln w="0">
                <a:noFill/>
                <a:prstDash val="solid"/>
              </a:ln>
            </p:spPr>
          </p:sp>
          <p:sp>
            <p:nvSpPr>
              <p:cNvPr id="2138" name="four:time-step-strips:time-strip-tᵦ-cell-77:1861"/>
              <p:cNvSpPr>
                <a:spLocks noGrp="1"/>
              </p:cNvSpPr>
              <p:nvPr/>
            </p:nvSpPr>
            <p:spPr>
              <a:xfrm>
                <a:off x="22424926" y="2295525"/>
                <a:ext cx="15379" cy="276225"/>
              </a:xfrm>
              <a:prstGeom prst="rect">
                <a:avLst/>
              </a:prstGeom>
              <a:solidFill>
                <a:srgbClr val="D55E00"/>
              </a:solidFill>
              <a:ln w="0">
                <a:noFill/>
                <a:prstDash val="solid"/>
              </a:ln>
            </p:spPr>
          </p:sp>
          <p:sp>
            <p:nvSpPr>
              <p:cNvPr id="2139" name="four:time-step-strips:time-strip-tᵦ-cell-78:1862"/>
              <p:cNvSpPr>
                <a:spLocks noGrp="1"/>
              </p:cNvSpPr>
              <p:nvPr/>
            </p:nvSpPr>
            <p:spPr>
              <a:xfrm>
                <a:off x="22440305" y="2295525"/>
                <a:ext cx="15379" cy="276225"/>
              </a:xfrm>
              <a:prstGeom prst="rect">
                <a:avLst/>
              </a:prstGeom>
              <a:solidFill>
                <a:srgbClr val="D55E00"/>
              </a:solidFill>
              <a:ln w="0">
                <a:noFill/>
                <a:prstDash val="solid"/>
              </a:ln>
            </p:spPr>
          </p:sp>
          <p:sp>
            <p:nvSpPr>
              <p:cNvPr id="2140" name="four:time-step-strips:time-strip-tᵦ-cell-79:1863"/>
              <p:cNvSpPr>
                <a:spLocks noGrp="1"/>
              </p:cNvSpPr>
              <p:nvPr/>
            </p:nvSpPr>
            <p:spPr>
              <a:xfrm>
                <a:off x="22455684" y="2295525"/>
                <a:ext cx="15379" cy="276225"/>
              </a:xfrm>
              <a:prstGeom prst="rect">
                <a:avLst/>
              </a:prstGeom>
              <a:solidFill>
                <a:srgbClr val="D55F02"/>
              </a:solidFill>
              <a:ln w="0">
                <a:noFill/>
                <a:prstDash val="solid"/>
              </a:ln>
            </p:spPr>
          </p:sp>
          <p:sp>
            <p:nvSpPr>
              <p:cNvPr id="2141" name="four:time-step-strips:time-strip-tᵦ-cell-80:1864"/>
              <p:cNvSpPr>
                <a:spLocks noGrp="1"/>
              </p:cNvSpPr>
              <p:nvPr/>
            </p:nvSpPr>
            <p:spPr>
              <a:xfrm>
                <a:off x="22471063" y="2295525"/>
                <a:ext cx="15379" cy="276225"/>
              </a:xfrm>
              <a:prstGeom prst="rect">
                <a:avLst/>
              </a:prstGeom>
              <a:solidFill>
                <a:srgbClr val="D66811"/>
              </a:solidFill>
              <a:ln w="0">
                <a:noFill/>
                <a:prstDash val="solid"/>
              </a:ln>
            </p:spPr>
          </p:sp>
          <p:sp>
            <p:nvSpPr>
              <p:cNvPr id="2142" name="four:time-step-strips:time-strip-tᵦ-cell-81:1865"/>
              <p:cNvSpPr>
                <a:spLocks noGrp="1"/>
              </p:cNvSpPr>
              <p:nvPr/>
            </p:nvSpPr>
            <p:spPr>
              <a:xfrm>
                <a:off x="22486441" y="2295525"/>
                <a:ext cx="15379" cy="276225"/>
              </a:xfrm>
              <a:prstGeom prst="rect">
                <a:avLst/>
              </a:prstGeom>
              <a:solidFill>
                <a:srgbClr val="D6772B"/>
              </a:solidFill>
              <a:ln w="0">
                <a:noFill/>
                <a:prstDash val="solid"/>
              </a:ln>
            </p:spPr>
          </p:sp>
          <p:sp>
            <p:nvSpPr>
              <p:cNvPr id="2143" name="four:time-step-strips:time-strip-tᵦ-cell-82:1866"/>
              <p:cNvSpPr>
                <a:spLocks noGrp="1"/>
              </p:cNvSpPr>
              <p:nvPr/>
            </p:nvSpPr>
            <p:spPr>
              <a:xfrm>
                <a:off x="22501820" y="2295525"/>
                <a:ext cx="15379" cy="276225"/>
              </a:xfrm>
              <a:prstGeom prst="rect">
                <a:avLst/>
              </a:prstGeom>
              <a:solidFill>
                <a:srgbClr val="98ADAC"/>
              </a:solidFill>
              <a:ln w="0">
                <a:noFill/>
                <a:prstDash val="solid"/>
              </a:ln>
            </p:spPr>
          </p:sp>
          <p:sp>
            <p:nvSpPr>
              <p:cNvPr id="2144" name="four:time-step-strips:time-strip-tᵦ-cell-83:1867"/>
              <p:cNvSpPr>
                <a:spLocks noGrp="1"/>
              </p:cNvSpPr>
              <p:nvPr/>
            </p:nvSpPr>
            <p:spPr>
              <a:xfrm>
                <a:off x="22517199" y="2295525"/>
                <a:ext cx="15379" cy="276225"/>
              </a:xfrm>
              <a:prstGeom prst="rect">
                <a:avLst/>
              </a:prstGeom>
              <a:solidFill>
                <a:srgbClr val="A8B1BB"/>
              </a:solidFill>
              <a:ln w="0">
                <a:noFill/>
                <a:prstDash val="solid"/>
              </a:ln>
            </p:spPr>
          </p:sp>
          <p:sp>
            <p:nvSpPr>
              <p:cNvPr id="2145" name="four:time-step-strips:time-strip-tᵦ-cell-84:1868"/>
              <p:cNvSpPr>
                <a:spLocks noGrp="1"/>
              </p:cNvSpPr>
              <p:nvPr/>
            </p:nvSpPr>
            <p:spPr>
              <a:xfrm>
                <a:off x="22532578" y="2295525"/>
                <a:ext cx="15379" cy="276225"/>
              </a:xfrm>
              <a:prstGeom prst="rect">
                <a:avLst/>
              </a:prstGeom>
              <a:solidFill>
                <a:srgbClr val="65C0AB"/>
              </a:solidFill>
              <a:ln w="0">
                <a:noFill/>
                <a:prstDash val="solid"/>
              </a:ln>
            </p:spPr>
          </p:sp>
          <p:sp>
            <p:nvSpPr>
              <p:cNvPr id="2146" name="four:time-step-strips:time-strip-tᵦ-cell-85:1869"/>
              <p:cNvSpPr>
                <a:spLocks noGrp="1"/>
              </p:cNvSpPr>
              <p:nvPr/>
            </p:nvSpPr>
            <p:spPr>
              <a:xfrm>
                <a:off x="22547957" y="2295525"/>
                <a:ext cx="15379" cy="276225"/>
              </a:xfrm>
              <a:prstGeom prst="rect">
                <a:avLst/>
              </a:prstGeom>
              <a:solidFill>
                <a:srgbClr val="78C6B6"/>
              </a:solidFill>
              <a:ln w="0">
                <a:noFill/>
                <a:prstDash val="solid"/>
              </a:ln>
            </p:spPr>
          </p:sp>
          <p:sp>
            <p:nvSpPr>
              <p:cNvPr id="2147" name="four:time-step-strips:time-strip-tᵦ-cell-86:1870"/>
              <p:cNvSpPr>
                <a:spLocks noGrp="1"/>
              </p:cNvSpPr>
              <p:nvPr/>
            </p:nvSpPr>
            <p:spPr>
              <a:xfrm>
                <a:off x="22563336" y="2295525"/>
                <a:ext cx="15379" cy="276225"/>
              </a:xfrm>
              <a:prstGeom prst="rect">
                <a:avLst/>
              </a:prstGeom>
              <a:solidFill>
                <a:srgbClr val="81C9BA"/>
              </a:solidFill>
              <a:ln w="0">
                <a:noFill/>
                <a:prstDash val="solid"/>
              </a:ln>
            </p:spPr>
          </p:sp>
          <p:sp>
            <p:nvSpPr>
              <p:cNvPr id="2148" name="four:time-step-strips:time-strip-tᵦ-cell-87:1871"/>
              <p:cNvSpPr>
                <a:spLocks noGrp="1"/>
              </p:cNvSpPr>
              <p:nvPr/>
            </p:nvSpPr>
            <p:spPr>
              <a:xfrm>
                <a:off x="22578715" y="2295525"/>
                <a:ext cx="15379" cy="276225"/>
              </a:xfrm>
              <a:prstGeom prst="rect">
                <a:avLst/>
              </a:prstGeom>
              <a:solidFill>
                <a:srgbClr val="81C9BA"/>
              </a:solidFill>
              <a:ln w="0">
                <a:noFill/>
                <a:prstDash val="solid"/>
              </a:ln>
            </p:spPr>
          </p:sp>
          <p:sp>
            <p:nvSpPr>
              <p:cNvPr id="2149" name="four:time-step-strips:time-strip-tᵦ-cell-88:1872"/>
              <p:cNvSpPr>
                <a:spLocks noGrp="1"/>
              </p:cNvSpPr>
              <p:nvPr/>
            </p:nvSpPr>
            <p:spPr>
              <a:xfrm>
                <a:off x="22594094" y="2295525"/>
                <a:ext cx="15379" cy="276225"/>
              </a:xfrm>
              <a:prstGeom prst="rect">
                <a:avLst/>
              </a:prstGeom>
              <a:solidFill>
                <a:srgbClr val="81C9BA"/>
              </a:solidFill>
              <a:ln w="0">
                <a:noFill/>
                <a:prstDash val="solid"/>
              </a:ln>
            </p:spPr>
          </p:sp>
          <p:sp>
            <p:nvSpPr>
              <p:cNvPr id="2150" name="four:time-step-strips:time-strip-tᵦ-cell-89:1873"/>
              <p:cNvSpPr>
                <a:spLocks noGrp="1"/>
              </p:cNvSpPr>
              <p:nvPr/>
            </p:nvSpPr>
            <p:spPr>
              <a:xfrm>
                <a:off x="22609473" y="2295525"/>
                <a:ext cx="15379" cy="276225"/>
              </a:xfrm>
              <a:prstGeom prst="rect">
                <a:avLst/>
              </a:prstGeom>
              <a:solidFill>
                <a:srgbClr val="81C9BA"/>
              </a:solidFill>
              <a:ln w="0">
                <a:noFill/>
                <a:prstDash val="solid"/>
              </a:ln>
            </p:spPr>
          </p:sp>
          <p:sp>
            <p:nvSpPr>
              <p:cNvPr id="2151" name="four:time-step-strips:time-strip-tᵦ-cell-90:1874"/>
              <p:cNvSpPr>
                <a:spLocks noGrp="1"/>
              </p:cNvSpPr>
              <p:nvPr/>
            </p:nvSpPr>
            <p:spPr>
              <a:xfrm>
                <a:off x="22624852" y="2295525"/>
                <a:ext cx="15379" cy="276225"/>
              </a:xfrm>
              <a:prstGeom prst="rect">
                <a:avLst/>
              </a:prstGeom>
              <a:solidFill>
                <a:srgbClr val="81C9BA"/>
              </a:solidFill>
              <a:ln w="0">
                <a:noFill/>
                <a:prstDash val="solid"/>
              </a:ln>
            </p:spPr>
          </p:sp>
          <p:sp>
            <p:nvSpPr>
              <p:cNvPr id="2152" name="four:time-step-strips:time-strip-tᵦ-cell-91:1875"/>
              <p:cNvSpPr>
                <a:spLocks noGrp="1"/>
              </p:cNvSpPr>
              <p:nvPr/>
            </p:nvSpPr>
            <p:spPr>
              <a:xfrm>
                <a:off x="22640230" y="2295525"/>
                <a:ext cx="15379" cy="276225"/>
              </a:xfrm>
              <a:prstGeom prst="rect">
                <a:avLst/>
              </a:prstGeom>
              <a:solidFill>
                <a:srgbClr val="81C9BA"/>
              </a:solidFill>
              <a:ln w="0">
                <a:noFill/>
                <a:prstDash val="solid"/>
              </a:ln>
            </p:spPr>
          </p:sp>
          <p:sp>
            <p:nvSpPr>
              <p:cNvPr id="2153" name="four:time-step-strips:time-strip-tᵦ-cell-92:1876"/>
              <p:cNvSpPr>
                <a:spLocks noGrp="1"/>
              </p:cNvSpPr>
              <p:nvPr/>
            </p:nvSpPr>
            <p:spPr>
              <a:xfrm>
                <a:off x="22655609" y="2295525"/>
                <a:ext cx="15379" cy="276225"/>
              </a:xfrm>
              <a:prstGeom prst="rect">
                <a:avLst/>
              </a:prstGeom>
              <a:solidFill>
                <a:srgbClr val="81C9BA"/>
              </a:solidFill>
              <a:ln w="0">
                <a:noFill/>
                <a:prstDash val="solid"/>
              </a:ln>
            </p:spPr>
          </p:sp>
          <p:sp>
            <p:nvSpPr>
              <p:cNvPr id="2154" name="four:time-step-strips:time-strip-tᵦ-cell-93:1877"/>
              <p:cNvSpPr>
                <a:spLocks noGrp="1"/>
              </p:cNvSpPr>
              <p:nvPr/>
            </p:nvSpPr>
            <p:spPr>
              <a:xfrm>
                <a:off x="22670988" y="2295525"/>
                <a:ext cx="15379" cy="276225"/>
              </a:xfrm>
              <a:prstGeom prst="rect">
                <a:avLst/>
              </a:prstGeom>
              <a:solidFill>
                <a:srgbClr val="81C9BA"/>
              </a:solidFill>
              <a:ln w="0">
                <a:noFill/>
                <a:prstDash val="solid"/>
              </a:ln>
            </p:spPr>
          </p:sp>
          <p:sp>
            <p:nvSpPr>
              <p:cNvPr id="2155" name="four:time-step-strips:time-strip-tᵦ-cell-94:1878"/>
              <p:cNvSpPr>
                <a:spLocks noGrp="1"/>
              </p:cNvSpPr>
              <p:nvPr/>
            </p:nvSpPr>
            <p:spPr>
              <a:xfrm>
                <a:off x="22686367" y="2295525"/>
                <a:ext cx="15379" cy="276225"/>
              </a:xfrm>
              <a:prstGeom prst="rect">
                <a:avLst/>
              </a:prstGeom>
              <a:solidFill>
                <a:srgbClr val="81C9BA"/>
              </a:solidFill>
              <a:ln w="0">
                <a:noFill/>
                <a:prstDash val="solid"/>
              </a:ln>
            </p:spPr>
          </p:sp>
          <p:sp>
            <p:nvSpPr>
              <p:cNvPr id="2156" name="four:time-step-strips:time-strip-tᵦ-cell-95:1879"/>
              <p:cNvSpPr>
                <a:spLocks noGrp="1"/>
              </p:cNvSpPr>
              <p:nvPr/>
            </p:nvSpPr>
            <p:spPr>
              <a:xfrm>
                <a:off x="22701746" y="2295525"/>
                <a:ext cx="15379" cy="276225"/>
              </a:xfrm>
              <a:prstGeom prst="rect">
                <a:avLst/>
              </a:prstGeom>
              <a:solidFill>
                <a:srgbClr val="81C9BA"/>
              </a:solidFill>
              <a:ln w="0">
                <a:noFill/>
                <a:prstDash val="solid"/>
              </a:ln>
            </p:spPr>
          </p:sp>
          <p:sp>
            <p:nvSpPr>
              <p:cNvPr id="2157" name="four:time-step-strips:time-strip-tᵦ-cell-96:1880"/>
              <p:cNvSpPr>
                <a:spLocks noGrp="1"/>
              </p:cNvSpPr>
              <p:nvPr/>
            </p:nvSpPr>
            <p:spPr>
              <a:xfrm>
                <a:off x="22717125" y="2295525"/>
                <a:ext cx="15379" cy="276225"/>
              </a:xfrm>
              <a:prstGeom prst="rect">
                <a:avLst/>
              </a:prstGeom>
              <a:solidFill>
                <a:srgbClr val="81C9BA"/>
              </a:solidFill>
              <a:ln w="0">
                <a:noFill/>
                <a:prstDash val="solid"/>
              </a:ln>
            </p:spPr>
          </p:sp>
          <p:sp>
            <p:nvSpPr>
              <p:cNvPr id="2158" name="four:time-step-strips:time-strip-tᵦ-cell-97:1881"/>
              <p:cNvSpPr>
                <a:spLocks noGrp="1"/>
              </p:cNvSpPr>
              <p:nvPr/>
            </p:nvSpPr>
            <p:spPr>
              <a:xfrm>
                <a:off x="22732504" y="2295525"/>
                <a:ext cx="15379" cy="276225"/>
              </a:xfrm>
              <a:prstGeom prst="rect">
                <a:avLst/>
              </a:prstGeom>
              <a:solidFill>
                <a:srgbClr val="81C9BA"/>
              </a:solidFill>
              <a:ln w="0">
                <a:noFill/>
                <a:prstDash val="solid"/>
              </a:ln>
            </p:spPr>
          </p:sp>
          <p:sp>
            <p:nvSpPr>
              <p:cNvPr id="2159" name="four:time-step-strips:time-strip-tᵦ-cell-98:1882"/>
              <p:cNvSpPr>
                <a:spLocks noGrp="1"/>
              </p:cNvSpPr>
              <p:nvPr/>
            </p:nvSpPr>
            <p:spPr>
              <a:xfrm>
                <a:off x="22747883" y="2295525"/>
                <a:ext cx="15379" cy="276225"/>
              </a:xfrm>
              <a:prstGeom prst="rect">
                <a:avLst/>
              </a:prstGeom>
              <a:solidFill>
                <a:srgbClr val="81C9BA"/>
              </a:solidFill>
              <a:ln w="0">
                <a:noFill/>
                <a:prstDash val="solid"/>
              </a:ln>
            </p:spPr>
          </p:sp>
          <p:sp>
            <p:nvSpPr>
              <p:cNvPr id="2160" name="four:time-step-strips:time-strip-tᵦ-cell-99:1883"/>
              <p:cNvSpPr>
                <a:spLocks noGrp="1"/>
              </p:cNvSpPr>
              <p:nvPr/>
            </p:nvSpPr>
            <p:spPr>
              <a:xfrm>
                <a:off x="22763262" y="2295525"/>
                <a:ext cx="15379" cy="276225"/>
              </a:xfrm>
              <a:prstGeom prst="rect">
                <a:avLst/>
              </a:prstGeom>
              <a:solidFill>
                <a:srgbClr val="81C9BA"/>
              </a:solidFill>
              <a:ln w="0">
                <a:noFill/>
                <a:prstDash val="solid"/>
              </a:ln>
            </p:spPr>
          </p:sp>
          <p:sp>
            <p:nvSpPr>
              <p:cNvPr id="2161" name="four:time-step-strips:time-strip-tᵦ-cell-100:1884"/>
              <p:cNvSpPr>
                <a:spLocks noGrp="1"/>
              </p:cNvSpPr>
              <p:nvPr/>
            </p:nvSpPr>
            <p:spPr>
              <a:xfrm>
                <a:off x="22778641" y="2295525"/>
                <a:ext cx="15379" cy="276225"/>
              </a:xfrm>
              <a:prstGeom prst="rect">
                <a:avLst/>
              </a:prstGeom>
              <a:solidFill>
                <a:srgbClr val="81C9BA"/>
              </a:solidFill>
              <a:ln w="0">
                <a:noFill/>
                <a:prstDash val="solid"/>
              </a:ln>
            </p:spPr>
          </p:sp>
          <p:sp>
            <p:nvSpPr>
              <p:cNvPr id="2162" name="four:time-step-strips:time-strip-tᵦ-cell-101:1885"/>
              <p:cNvSpPr>
                <a:spLocks noGrp="1"/>
              </p:cNvSpPr>
              <p:nvPr/>
            </p:nvSpPr>
            <p:spPr>
              <a:xfrm>
                <a:off x="22794020" y="2295525"/>
                <a:ext cx="15379" cy="276225"/>
              </a:xfrm>
              <a:prstGeom prst="rect">
                <a:avLst/>
              </a:prstGeom>
              <a:solidFill>
                <a:srgbClr val="81C9BA"/>
              </a:solidFill>
              <a:ln w="0">
                <a:noFill/>
                <a:prstDash val="solid"/>
              </a:ln>
            </p:spPr>
          </p:sp>
          <p:sp>
            <p:nvSpPr>
              <p:cNvPr id="2163" name="four:time-step-strips:time-strip-tᵦ-cell-102:1886"/>
              <p:cNvSpPr>
                <a:spLocks noGrp="1"/>
              </p:cNvSpPr>
              <p:nvPr/>
            </p:nvSpPr>
            <p:spPr>
              <a:xfrm>
                <a:off x="22809398" y="2295525"/>
                <a:ext cx="15379" cy="276225"/>
              </a:xfrm>
              <a:prstGeom prst="rect">
                <a:avLst/>
              </a:prstGeom>
              <a:solidFill>
                <a:srgbClr val="81C9BA"/>
              </a:solidFill>
              <a:ln w="0">
                <a:noFill/>
                <a:prstDash val="solid"/>
              </a:ln>
            </p:spPr>
          </p:sp>
          <p:sp>
            <p:nvSpPr>
              <p:cNvPr id="2164" name="four:time-step-strips:time-strip-tᵦ-cell-103:1887"/>
              <p:cNvSpPr>
                <a:spLocks noGrp="1"/>
              </p:cNvSpPr>
              <p:nvPr/>
            </p:nvSpPr>
            <p:spPr>
              <a:xfrm>
                <a:off x="22824777" y="2295525"/>
                <a:ext cx="15379" cy="276225"/>
              </a:xfrm>
              <a:prstGeom prst="rect">
                <a:avLst/>
              </a:prstGeom>
              <a:solidFill>
                <a:srgbClr val="81C9BA"/>
              </a:solidFill>
              <a:ln w="0">
                <a:noFill/>
                <a:prstDash val="solid"/>
              </a:ln>
            </p:spPr>
          </p:sp>
          <p:sp>
            <p:nvSpPr>
              <p:cNvPr id="2165" name="four:time-step-strips:time-strip-tᵦ-cell-104:1888"/>
              <p:cNvSpPr>
                <a:spLocks noGrp="1"/>
              </p:cNvSpPr>
              <p:nvPr/>
            </p:nvSpPr>
            <p:spPr>
              <a:xfrm>
                <a:off x="22840156" y="2295525"/>
                <a:ext cx="15379" cy="276225"/>
              </a:xfrm>
              <a:prstGeom prst="rect">
                <a:avLst/>
              </a:prstGeom>
              <a:solidFill>
                <a:srgbClr val="81C9BA"/>
              </a:solidFill>
              <a:ln w="0">
                <a:noFill/>
                <a:prstDash val="solid"/>
              </a:ln>
            </p:spPr>
          </p:sp>
          <p:sp>
            <p:nvSpPr>
              <p:cNvPr id="2166" name="four:time-step-strips:time-strip-tᵦ-cell-105:1889"/>
              <p:cNvSpPr>
                <a:spLocks noGrp="1"/>
              </p:cNvSpPr>
              <p:nvPr/>
            </p:nvSpPr>
            <p:spPr>
              <a:xfrm>
                <a:off x="22855535" y="2295525"/>
                <a:ext cx="15379" cy="276225"/>
              </a:xfrm>
              <a:prstGeom prst="rect">
                <a:avLst/>
              </a:prstGeom>
              <a:solidFill>
                <a:srgbClr val="81C9BA"/>
              </a:solidFill>
              <a:ln w="0">
                <a:noFill/>
                <a:prstDash val="solid"/>
              </a:ln>
            </p:spPr>
          </p:sp>
          <p:sp>
            <p:nvSpPr>
              <p:cNvPr id="2167" name="four:time-step-strips:time-strip-tᵦ-cell-106:1890"/>
              <p:cNvSpPr>
                <a:spLocks noGrp="1"/>
              </p:cNvSpPr>
              <p:nvPr/>
            </p:nvSpPr>
            <p:spPr>
              <a:xfrm>
                <a:off x="22870914" y="2295525"/>
                <a:ext cx="15379" cy="276225"/>
              </a:xfrm>
              <a:prstGeom prst="rect">
                <a:avLst/>
              </a:prstGeom>
              <a:solidFill>
                <a:srgbClr val="81C9BA"/>
              </a:solidFill>
              <a:ln w="0">
                <a:noFill/>
                <a:prstDash val="solid"/>
              </a:ln>
            </p:spPr>
          </p:sp>
          <p:sp>
            <p:nvSpPr>
              <p:cNvPr id="2168" name="four:time-step-strips:time-strip-tᵦ-cell-107:1891"/>
              <p:cNvSpPr>
                <a:spLocks noGrp="1"/>
              </p:cNvSpPr>
              <p:nvPr/>
            </p:nvSpPr>
            <p:spPr>
              <a:xfrm>
                <a:off x="22886293" y="2295525"/>
                <a:ext cx="15379" cy="276225"/>
              </a:xfrm>
              <a:prstGeom prst="rect">
                <a:avLst/>
              </a:prstGeom>
              <a:solidFill>
                <a:srgbClr val="81C9BA"/>
              </a:solidFill>
              <a:ln w="0">
                <a:noFill/>
                <a:prstDash val="solid"/>
              </a:ln>
            </p:spPr>
          </p:sp>
          <p:sp>
            <p:nvSpPr>
              <p:cNvPr id="2169" name="four:time-step-strips:time-strip-tᵦ-cell-108:1892"/>
              <p:cNvSpPr>
                <a:spLocks noGrp="1"/>
              </p:cNvSpPr>
              <p:nvPr/>
            </p:nvSpPr>
            <p:spPr>
              <a:xfrm>
                <a:off x="22901672" y="2295525"/>
                <a:ext cx="15379" cy="276225"/>
              </a:xfrm>
              <a:prstGeom prst="rect">
                <a:avLst/>
              </a:prstGeom>
              <a:solidFill>
                <a:srgbClr val="81C9BA"/>
              </a:solidFill>
              <a:ln w="0">
                <a:noFill/>
                <a:prstDash val="solid"/>
              </a:ln>
            </p:spPr>
          </p:sp>
          <p:sp>
            <p:nvSpPr>
              <p:cNvPr id="2170" name="four:time-step-strips:time-strip-tᵦ-cell-109:1893"/>
              <p:cNvSpPr>
                <a:spLocks noGrp="1"/>
              </p:cNvSpPr>
              <p:nvPr/>
            </p:nvSpPr>
            <p:spPr>
              <a:xfrm>
                <a:off x="22917051" y="2295525"/>
                <a:ext cx="15379" cy="276225"/>
              </a:xfrm>
              <a:prstGeom prst="rect">
                <a:avLst/>
              </a:prstGeom>
              <a:solidFill>
                <a:srgbClr val="81C9BA"/>
              </a:solidFill>
              <a:ln w="0">
                <a:noFill/>
                <a:prstDash val="solid"/>
              </a:ln>
            </p:spPr>
          </p:sp>
          <p:sp>
            <p:nvSpPr>
              <p:cNvPr id="2171" name="four:time-step-strips:time-strip-tᵦ-cell-110:1894"/>
              <p:cNvSpPr>
                <a:spLocks noGrp="1"/>
              </p:cNvSpPr>
              <p:nvPr/>
            </p:nvSpPr>
            <p:spPr>
              <a:xfrm>
                <a:off x="22932430" y="2295525"/>
                <a:ext cx="15379" cy="276225"/>
              </a:xfrm>
              <a:prstGeom prst="rect">
                <a:avLst/>
              </a:prstGeom>
              <a:solidFill>
                <a:srgbClr val="81C9BA"/>
              </a:solidFill>
              <a:ln w="0">
                <a:noFill/>
                <a:prstDash val="solid"/>
              </a:ln>
            </p:spPr>
          </p:sp>
          <p:sp>
            <p:nvSpPr>
              <p:cNvPr id="2172" name="four:time-step-strips:time-strip-tᵦ-cell-111:1895"/>
              <p:cNvSpPr>
                <a:spLocks noGrp="1"/>
              </p:cNvSpPr>
              <p:nvPr/>
            </p:nvSpPr>
            <p:spPr>
              <a:xfrm>
                <a:off x="22947809" y="2295525"/>
                <a:ext cx="15379" cy="276225"/>
              </a:xfrm>
              <a:prstGeom prst="rect">
                <a:avLst/>
              </a:prstGeom>
              <a:solidFill>
                <a:srgbClr val="81C9BA"/>
              </a:solidFill>
              <a:ln w="0">
                <a:noFill/>
                <a:prstDash val="solid"/>
              </a:ln>
            </p:spPr>
          </p:sp>
          <p:sp>
            <p:nvSpPr>
              <p:cNvPr id="2173" name="four:time-step-strips:time-strip-tᵦ-cell-112:1896"/>
              <p:cNvSpPr>
                <a:spLocks noGrp="1"/>
              </p:cNvSpPr>
              <p:nvPr/>
            </p:nvSpPr>
            <p:spPr>
              <a:xfrm>
                <a:off x="22963188" y="2295525"/>
                <a:ext cx="15379" cy="276225"/>
              </a:xfrm>
              <a:prstGeom prst="rect">
                <a:avLst/>
              </a:prstGeom>
              <a:solidFill>
                <a:srgbClr val="81C9BA"/>
              </a:solidFill>
              <a:ln w="0">
                <a:noFill/>
                <a:prstDash val="solid"/>
              </a:ln>
            </p:spPr>
          </p:sp>
          <p:sp>
            <p:nvSpPr>
              <p:cNvPr id="2174" name="four:time-step-strips:time-strip-tᵦ-cell-113:1897"/>
              <p:cNvSpPr>
                <a:spLocks noGrp="1"/>
              </p:cNvSpPr>
              <p:nvPr/>
            </p:nvSpPr>
            <p:spPr>
              <a:xfrm>
                <a:off x="22978566" y="2295525"/>
                <a:ext cx="15379" cy="276225"/>
              </a:xfrm>
              <a:prstGeom prst="rect">
                <a:avLst/>
              </a:prstGeom>
              <a:solidFill>
                <a:srgbClr val="81C9BA"/>
              </a:solidFill>
              <a:ln w="0">
                <a:noFill/>
                <a:prstDash val="solid"/>
              </a:ln>
            </p:spPr>
          </p:sp>
          <p:sp>
            <p:nvSpPr>
              <p:cNvPr id="2175" name="four:time-step-strips:time-strip-tᵦ-cell-114:1898"/>
              <p:cNvSpPr>
                <a:spLocks noGrp="1"/>
              </p:cNvSpPr>
              <p:nvPr/>
            </p:nvSpPr>
            <p:spPr>
              <a:xfrm>
                <a:off x="22993945" y="2295525"/>
                <a:ext cx="15379" cy="276225"/>
              </a:xfrm>
              <a:prstGeom prst="rect">
                <a:avLst/>
              </a:prstGeom>
              <a:solidFill>
                <a:srgbClr val="81C9BA"/>
              </a:solidFill>
              <a:ln w="0">
                <a:noFill/>
                <a:prstDash val="solid"/>
              </a:ln>
            </p:spPr>
          </p:sp>
          <p:sp>
            <p:nvSpPr>
              <p:cNvPr id="2176" name="four:time-step-strips:time-strip-tᵦ-cell-115:1899"/>
              <p:cNvSpPr>
                <a:spLocks noGrp="1"/>
              </p:cNvSpPr>
              <p:nvPr/>
            </p:nvSpPr>
            <p:spPr>
              <a:xfrm>
                <a:off x="23009324" y="2295525"/>
                <a:ext cx="15379" cy="276225"/>
              </a:xfrm>
              <a:prstGeom prst="rect">
                <a:avLst/>
              </a:prstGeom>
              <a:solidFill>
                <a:srgbClr val="7FC9B9"/>
              </a:solidFill>
              <a:ln w="0">
                <a:noFill/>
                <a:prstDash val="solid"/>
              </a:ln>
            </p:spPr>
          </p:sp>
          <p:sp>
            <p:nvSpPr>
              <p:cNvPr id="2177" name="four:time-step-strips:time-strip-tᵦ-cell-116:1900"/>
              <p:cNvSpPr>
                <a:spLocks noGrp="1"/>
              </p:cNvSpPr>
              <p:nvPr/>
            </p:nvSpPr>
            <p:spPr>
              <a:xfrm>
                <a:off x="23024703" y="2295525"/>
                <a:ext cx="15379" cy="276225"/>
              </a:xfrm>
              <a:prstGeom prst="rect">
                <a:avLst/>
              </a:prstGeom>
              <a:solidFill>
                <a:srgbClr val="73C5B3"/>
              </a:solidFill>
              <a:ln w="0">
                <a:noFill/>
                <a:prstDash val="solid"/>
              </a:ln>
            </p:spPr>
          </p:sp>
          <p:sp>
            <p:nvSpPr>
              <p:cNvPr id="2178" name="four:time-step-strips:time-strip-tᵦ-cell-117:1901"/>
              <p:cNvSpPr>
                <a:spLocks noGrp="1"/>
              </p:cNvSpPr>
              <p:nvPr/>
            </p:nvSpPr>
            <p:spPr>
              <a:xfrm>
                <a:off x="23040082" y="2295525"/>
                <a:ext cx="15379" cy="276225"/>
              </a:xfrm>
              <a:prstGeom prst="rect">
                <a:avLst/>
              </a:prstGeom>
              <a:solidFill>
                <a:srgbClr val="60BEA8"/>
              </a:solidFill>
              <a:ln w="0">
                <a:noFill/>
                <a:prstDash val="solid"/>
              </a:ln>
            </p:spPr>
          </p:sp>
          <p:sp>
            <p:nvSpPr>
              <p:cNvPr id="2179" name="four:time-step-strips:time-strip-tᵦ-cell-118:1902"/>
              <p:cNvSpPr>
                <a:spLocks noGrp="1"/>
              </p:cNvSpPr>
              <p:nvPr/>
            </p:nvSpPr>
            <p:spPr>
              <a:xfrm>
                <a:off x="23055461" y="2295525"/>
                <a:ext cx="15379" cy="276225"/>
              </a:xfrm>
              <a:prstGeom prst="rect">
                <a:avLst/>
              </a:prstGeom>
              <a:solidFill>
                <a:srgbClr val="48B69B"/>
              </a:solidFill>
              <a:ln w="0">
                <a:noFill/>
                <a:prstDash val="solid"/>
              </a:ln>
            </p:spPr>
          </p:sp>
          <p:sp>
            <p:nvSpPr>
              <p:cNvPr id="2180" name="four:time-step-strips:time-strip-tᵦ-cell-119:1903"/>
              <p:cNvSpPr>
                <a:spLocks noGrp="1"/>
              </p:cNvSpPr>
              <p:nvPr/>
            </p:nvSpPr>
            <p:spPr>
              <a:xfrm>
                <a:off x="23070840" y="2295525"/>
                <a:ext cx="15379" cy="276225"/>
              </a:xfrm>
              <a:prstGeom prst="rect">
                <a:avLst/>
              </a:prstGeom>
              <a:solidFill>
                <a:srgbClr val="2EAE8D"/>
              </a:solidFill>
              <a:ln w="0">
                <a:noFill/>
                <a:prstDash val="solid"/>
              </a:ln>
            </p:spPr>
          </p:sp>
          <p:sp>
            <p:nvSpPr>
              <p:cNvPr id="2181" name="four:time-step-strips:time-strip-tᵦ-cell-120:1904"/>
              <p:cNvSpPr>
                <a:spLocks noGrp="1"/>
              </p:cNvSpPr>
              <p:nvPr/>
            </p:nvSpPr>
            <p:spPr>
              <a:xfrm>
                <a:off x="23086219" y="2295525"/>
                <a:ext cx="15379" cy="276225"/>
              </a:xfrm>
              <a:prstGeom prst="rect">
                <a:avLst/>
              </a:prstGeom>
              <a:solidFill>
                <a:srgbClr val="1AA781"/>
              </a:solidFill>
              <a:ln w="0">
                <a:noFill/>
                <a:prstDash val="solid"/>
              </a:ln>
            </p:spPr>
          </p:sp>
          <p:sp>
            <p:nvSpPr>
              <p:cNvPr id="2182" name="four:time-step-strips:time-strip-tᵦ-cell-121:1905"/>
              <p:cNvSpPr>
                <a:spLocks noGrp="1"/>
              </p:cNvSpPr>
              <p:nvPr/>
            </p:nvSpPr>
            <p:spPr>
              <a:xfrm>
                <a:off x="23101598" y="2295525"/>
                <a:ext cx="15379" cy="276225"/>
              </a:xfrm>
              <a:prstGeom prst="rect">
                <a:avLst/>
              </a:prstGeom>
              <a:solidFill>
                <a:srgbClr val="07A177"/>
              </a:solidFill>
              <a:ln w="0">
                <a:noFill/>
                <a:prstDash val="solid"/>
              </a:ln>
            </p:spPr>
          </p:sp>
          <p:sp>
            <p:nvSpPr>
              <p:cNvPr id="2183" name="four:time-step-strips:time-strip-tᵦ-cell-122:1906"/>
              <p:cNvSpPr>
                <a:spLocks noGrp="1"/>
              </p:cNvSpPr>
              <p:nvPr/>
            </p:nvSpPr>
            <p:spPr>
              <a:xfrm>
                <a:off x="23116977" y="2295525"/>
                <a:ext cx="15379" cy="276225"/>
              </a:xfrm>
              <a:prstGeom prst="rect">
                <a:avLst/>
              </a:prstGeom>
              <a:solidFill>
                <a:srgbClr val="009E73"/>
              </a:solidFill>
              <a:ln w="0">
                <a:noFill/>
                <a:prstDash val="solid"/>
              </a:ln>
            </p:spPr>
          </p:sp>
          <p:sp>
            <p:nvSpPr>
              <p:cNvPr id="2184" name="four:time-step-strips:time-strip-tᵦ-cell-123:1907"/>
              <p:cNvSpPr>
                <a:spLocks noGrp="1"/>
              </p:cNvSpPr>
              <p:nvPr/>
            </p:nvSpPr>
            <p:spPr>
              <a:xfrm>
                <a:off x="23132355" y="2295525"/>
                <a:ext cx="15379" cy="276225"/>
              </a:xfrm>
              <a:prstGeom prst="rect">
                <a:avLst/>
              </a:prstGeom>
              <a:solidFill>
                <a:srgbClr val="009E73"/>
              </a:solidFill>
              <a:ln w="0">
                <a:noFill/>
                <a:prstDash val="solid"/>
              </a:ln>
            </p:spPr>
          </p:sp>
          <p:sp>
            <p:nvSpPr>
              <p:cNvPr id="2185" name="four:time-step-strips:time-strip-tᵦ-cell-124:1908"/>
              <p:cNvSpPr>
                <a:spLocks noGrp="1"/>
              </p:cNvSpPr>
              <p:nvPr/>
            </p:nvSpPr>
            <p:spPr>
              <a:xfrm>
                <a:off x="23147734" y="2295525"/>
                <a:ext cx="15379" cy="276225"/>
              </a:xfrm>
              <a:prstGeom prst="rect">
                <a:avLst/>
              </a:prstGeom>
              <a:solidFill>
                <a:srgbClr val="009E73"/>
              </a:solidFill>
              <a:ln w="0">
                <a:noFill/>
                <a:prstDash val="solid"/>
              </a:ln>
            </p:spPr>
          </p:sp>
          <p:sp>
            <p:nvSpPr>
              <p:cNvPr id="2186" name="four:time-step-strips:time-strip-tᵦ-cell-125:1909"/>
              <p:cNvSpPr>
                <a:spLocks noGrp="1"/>
              </p:cNvSpPr>
              <p:nvPr/>
            </p:nvSpPr>
            <p:spPr>
              <a:xfrm>
                <a:off x="23163113" y="2295525"/>
                <a:ext cx="15379" cy="276225"/>
              </a:xfrm>
              <a:prstGeom prst="rect">
                <a:avLst/>
              </a:prstGeom>
              <a:solidFill>
                <a:srgbClr val="009E73"/>
              </a:solidFill>
              <a:ln w="0">
                <a:noFill/>
                <a:prstDash val="solid"/>
              </a:ln>
            </p:spPr>
          </p:sp>
          <p:sp>
            <p:nvSpPr>
              <p:cNvPr id="2187" name="four:time-step-strips:time-strip-tᵦ-cell-126:1910"/>
              <p:cNvSpPr>
                <a:spLocks noGrp="1"/>
              </p:cNvSpPr>
              <p:nvPr/>
            </p:nvSpPr>
            <p:spPr>
              <a:xfrm>
                <a:off x="23178492" y="2295525"/>
                <a:ext cx="15379" cy="276225"/>
              </a:xfrm>
              <a:prstGeom prst="rect">
                <a:avLst/>
              </a:prstGeom>
              <a:solidFill>
                <a:srgbClr val="009E73"/>
              </a:solidFill>
              <a:ln w="0">
                <a:noFill/>
                <a:prstDash val="solid"/>
              </a:ln>
            </p:spPr>
          </p:sp>
          <p:sp>
            <p:nvSpPr>
              <p:cNvPr id="2188" name="four:time-step-strips:time-strip-tᵦ-cell-127:1911"/>
              <p:cNvSpPr>
                <a:spLocks noGrp="1"/>
              </p:cNvSpPr>
              <p:nvPr/>
            </p:nvSpPr>
            <p:spPr>
              <a:xfrm>
                <a:off x="23193871" y="2295525"/>
                <a:ext cx="15379" cy="276225"/>
              </a:xfrm>
              <a:prstGeom prst="rect">
                <a:avLst/>
              </a:prstGeom>
              <a:solidFill>
                <a:srgbClr val="009E73"/>
              </a:solidFill>
              <a:ln w="0">
                <a:noFill/>
                <a:prstDash val="solid"/>
              </a:ln>
            </p:spPr>
          </p:sp>
          <p:sp>
            <p:nvSpPr>
              <p:cNvPr id="2189" name="four:time-step-strips:time-strip-tᵦ-cell-128:1912"/>
              <p:cNvSpPr>
                <a:spLocks noGrp="1"/>
              </p:cNvSpPr>
              <p:nvPr/>
            </p:nvSpPr>
            <p:spPr>
              <a:xfrm>
                <a:off x="23209250" y="2295525"/>
                <a:ext cx="15379" cy="276225"/>
              </a:xfrm>
              <a:prstGeom prst="rect">
                <a:avLst/>
              </a:prstGeom>
              <a:solidFill>
                <a:srgbClr val="009E73"/>
              </a:solidFill>
              <a:ln w="0">
                <a:noFill/>
                <a:prstDash val="solid"/>
              </a:ln>
            </p:spPr>
          </p:sp>
          <p:sp>
            <p:nvSpPr>
              <p:cNvPr id="2190" name="four:time-step-strips:time-strip-tᵦ-cell-129:1913"/>
              <p:cNvSpPr>
                <a:spLocks noGrp="1"/>
              </p:cNvSpPr>
              <p:nvPr/>
            </p:nvSpPr>
            <p:spPr>
              <a:xfrm>
                <a:off x="23224629" y="2295525"/>
                <a:ext cx="15379" cy="276225"/>
              </a:xfrm>
              <a:prstGeom prst="rect">
                <a:avLst/>
              </a:prstGeom>
              <a:solidFill>
                <a:srgbClr val="009E73"/>
              </a:solidFill>
              <a:ln w="0">
                <a:noFill/>
                <a:prstDash val="solid"/>
              </a:ln>
            </p:spPr>
          </p:sp>
          <p:sp>
            <p:nvSpPr>
              <p:cNvPr id="2191" name="four:time-step-strips:time-strip-tᵦ-cell-130:1914"/>
              <p:cNvSpPr>
                <a:spLocks noGrp="1"/>
              </p:cNvSpPr>
              <p:nvPr/>
            </p:nvSpPr>
            <p:spPr>
              <a:xfrm>
                <a:off x="23240008" y="2295525"/>
                <a:ext cx="15379" cy="276225"/>
              </a:xfrm>
              <a:prstGeom prst="rect">
                <a:avLst/>
              </a:prstGeom>
              <a:solidFill>
                <a:srgbClr val="009E73"/>
              </a:solidFill>
              <a:ln w="0">
                <a:noFill/>
                <a:prstDash val="solid"/>
              </a:ln>
            </p:spPr>
          </p:sp>
          <p:sp>
            <p:nvSpPr>
              <p:cNvPr id="2192" name="four:time-step-strips:time-strip-tᵦ-cell-131:1915"/>
              <p:cNvSpPr>
                <a:spLocks noGrp="1"/>
              </p:cNvSpPr>
              <p:nvPr/>
            </p:nvSpPr>
            <p:spPr>
              <a:xfrm>
                <a:off x="23255387" y="2295525"/>
                <a:ext cx="15379" cy="276225"/>
              </a:xfrm>
              <a:prstGeom prst="rect">
                <a:avLst/>
              </a:prstGeom>
              <a:solidFill>
                <a:srgbClr val="009E73"/>
              </a:solidFill>
              <a:ln w="0">
                <a:noFill/>
                <a:prstDash val="solid"/>
              </a:ln>
            </p:spPr>
          </p:sp>
          <p:sp>
            <p:nvSpPr>
              <p:cNvPr id="2193" name="four:time-step-strips:time-strip-tᵦ-cell-132:1916"/>
              <p:cNvSpPr>
                <a:spLocks noGrp="1"/>
              </p:cNvSpPr>
              <p:nvPr/>
            </p:nvSpPr>
            <p:spPr>
              <a:xfrm>
                <a:off x="23270766" y="2295525"/>
                <a:ext cx="15379" cy="276225"/>
              </a:xfrm>
              <a:prstGeom prst="rect">
                <a:avLst/>
              </a:prstGeom>
              <a:solidFill>
                <a:srgbClr val="06A076"/>
              </a:solidFill>
              <a:ln w="0">
                <a:noFill/>
                <a:prstDash val="solid"/>
              </a:ln>
            </p:spPr>
          </p:sp>
          <p:sp>
            <p:nvSpPr>
              <p:cNvPr id="2194" name="four:time-step-strips:time-strip-tᵦ-cell-133:1917"/>
              <p:cNvSpPr>
                <a:spLocks noGrp="1"/>
              </p:cNvSpPr>
              <p:nvPr/>
            </p:nvSpPr>
            <p:spPr>
              <a:xfrm>
                <a:off x="23286145" y="2295525"/>
                <a:ext cx="15379" cy="276225"/>
              </a:xfrm>
              <a:prstGeom prst="rect">
                <a:avLst/>
              </a:prstGeom>
              <a:solidFill>
                <a:srgbClr val="1DA883"/>
              </a:solidFill>
              <a:ln w="0">
                <a:noFill/>
                <a:prstDash val="solid"/>
              </a:ln>
            </p:spPr>
          </p:sp>
          <p:sp>
            <p:nvSpPr>
              <p:cNvPr id="2195" name="four:time-step-strips:time-strip-tᵦ-cell-134:1918"/>
              <p:cNvSpPr>
                <a:spLocks noGrp="1"/>
              </p:cNvSpPr>
              <p:nvPr/>
            </p:nvSpPr>
            <p:spPr>
              <a:xfrm>
                <a:off x="23301523" y="2295525"/>
                <a:ext cx="15379" cy="276225"/>
              </a:xfrm>
              <a:prstGeom prst="rect">
                <a:avLst/>
              </a:prstGeom>
              <a:solidFill>
                <a:srgbClr val="40B396"/>
              </a:solidFill>
              <a:ln w="0">
                <a:noFill/>
                <a:prstDash val="solid"/>
              </a:ln>
            </p:spPr>
          </p:sp>
          <p:sp>
            <p:nvSpPr>
              <p:cNvPr id="2196" name="four:time-step-strips:time-strip-tᵦ-cell-135:1919"/>
              <p:cNvSpPr>
                <a:spLocks noGrp="1"/>
              </p:cNvSpPr>
              <p:nvPr/>
            </p:nvSpPr>
            <p:spPr>
              <a:xfrm>
                <a:off x="23316902" y="2295525"/>
                <a:ext cx="15379" cy="276225"/>
              </a:xfrm>
              <a:prstGeom prst="rect">
                <a:avLst/>
              </a:prstGeom>
              <a:solidFill>
                <a:srgbClr val="6AC2AE"/>
              </a:solidFill>
              <a:ln w="0">
                <a:noFill/>
                <a:prstDash val="solid"/>
              </a:ln>
            </p:spPr>
          </p:sp>
          <p:sp>
            <p:nvSpPr>
              <p:cNvPr id="2197" name="four:time-step-strips:time-strip-tᵦ-cell-136:1920"/>
              <p:cNvSpPr>
                <a:spLocks noGrp="1"/>
              </p:cNvSpPr>
              <p:nvPr/>
            </p:nvSpPr>
            <p:spPr>
              <a:xfrm>
                <a:off x="23332281" y="2295525"/>
                <a:ext cx="15379" cy="276225"/>
              </a:xfrm>
              <a:prstGeom prst="rect">
                <a:avLst/>
              </a:prstGeom>
              <a:solidFill>
                <a:srgbClr val="93D0C5"/>
              </a:solidFill>
              <a:ln w="0">
                <a:noFill/>
                <a:prstDash val="solid"/>
              </a:ln>
            </p:spPr>
          </p:sp>
          <p:sp>
            <p:nvSpPr>
              <p:cNvPr id="2198" name="four:time-step-strips:time-strip-tᵦ-cell-137:1921"/>
              <p:cNvSpPr>
                <a:spLocks noGrp="1"/>
              </p:cNvSpPr>
              <p:nvPr/>
            </p:nvSpPr>
            <p:spPr>
              <a:xfrm>
                <a:off x="23347660" y="2295525"/>
                <a:ext cx="15379" cy="276225"/>
              </a:xfrm>
              <a:prstGeom prst="rect">
                <a:avLst/>
              </a:prstGeom>
              <a:solidFill>
                <a:srgbClr val="B8DCD9"/>
              </a:solidFill>
              <a:ln w="0">
                <a:noFill/>
                <a:prstDash val="solid"/>
              </a:ln>
            </p:spPr>
          </p:sp>
          <p:sp>
            <p:nvSpPr>
              <p:cNvPr id="2199" name="four:time-step-strips:time-strip-tᵦ-cell-138:1922"/>
              <p:cNvSpPr>
                <a:spLocks noGrp="1"/>
              </p:cNvSpPr>
              <p:nvPr/>
            </p:nvSpPr>
            <p:spPr>
              <a:xfrm>
                <a:off x="23363039" y="2295525"/>
                <a:ext cx="15379" cy="276225"/>
              </a:xfrm>
              <a:prstGeom prst="rect">
                <a:avLst/>
              </a:prstGeom>
              <a:solidFill>
                <a:srgbClr val="D9E4EB"/>
              </a:solidFill>
              <a:ln w="0">
                <a:noFill/>
                <a:prstDash val="solid"/>
              </a:ln>
            </p:spPr>
          </p:sp>
          <p:sp>
            <p:nvSpPr>
              <p:cNvPr id="2200" name="four:time-step-strips:time-strip-tᵦ-cell-139:1923"/>
              <p:cNvSpPr>
                <a:spLocks noGrp="1"/>
              </p:cNvSpPr>
              <p:nvPr/>
            </p:nvSpPr>
            <p:spPr>
              <a:xfrm>
                <a:off x="23378418" y="2295525"/>
                <a:ext cx="15379" cy="276225"/>
              </a:xfrm>
              <a:prstGeom prst="rect">
                <a:avLst/>
              </a:prstGeom>
              <a:solidFill>
                <a:srgbClr val="DCE8ED"/>
              </a:solidFill>
              <a:ln w="0">
                <a:noFill/>
                <a:prstDash val="solid"/>
              </a:ln>
            </p:spPr>
          </p:sp>
          <p:sp>
            <p:nvSpPr>
              <p:cNvPr id="2201" name="four:time-step-strips:time-strip-tᵦ-cell-140:1924"/>
              <p:cNvSpPr>
                <a:spLocks noGrp="1"/>
              </p:cNvSpPr>
              <p:nvPr/>
            </p:nvSpPr>
            <p:spPr>
              <a:xfrm>
                <a:off x="23393797" y="2295525"/>
                <a:ext cx="15379" cy="276225"/>
              </a:xfrm>
              <a:prstGeom prst="rect">
                <a:avLst/>
              </a:prstGeom>
              <a:solidFill>
                <a:srgbClr val="DCE8ED"/>
              </a:solidFill>
              <a:ln w="0">
                <a:noFill/>
                <a:prstDash val="solid"/>
              </a:ln>
            </p:spPr>
          </p:sp>
          <p:sp>
            <p:nvSpPr>
              <p:cNvPr id="2202" name="four:time-step-strips:time-strip-tᵦ-cell-141:1925"/>
              <p:cNvSpPr>
                <a:spLocks noGrp="1"/>
              </p:cNvSpPr>
              <p:nvPr/>
            </p:nvSpPr>
            <p:spPr>
              <a:xfrm>
                <a:off x="23409176" y="2295525"/>
                <a:ext cx="15379" cy="276225"/>
              </a:xfrm>
              <a:prstGeom prst="rect">
                <a:avLst/>
              </a:prstGeom>
              <a:solidFill>
                <a:srgbClr val="DCE8ED"/>
              </a:solidFill>
              <a:ln w="0">
                <a:noFill/>
                <a:prstDash val="solid"/>
              </a:ln>
            </p:spPr>
          </p:sp>
          <p:sp>
            <p:nvSpPr>
              <p:cNvPr id="2203" name="four:time-step-strips:time-strip-tᵦ-cell-142:1926"/>
              <p:cNvSpPr>
                <a:spLocks noGrp="1"/>
              </p:cNvSpPr>
              <p:nvPr/>
            </p:nvSpPr>
            <p:spPr>
              <a:xfrm>
                <a:off x="23424555" y="2295525"/>
                <a:ext cx="15379" cy="276225"/>
              </a:xfrm>
              <a:prstGeom prst="rect">
                <a:avLst/>
              </a:prstGeom>
              <a:solidFill>
                <a:srgbClr val="DCE8ED"/>
              </a:solidFill>
              <a:ln w="0">
                <a:noFill/>
                <a:prstDash val="solid"/>
              </a:ln>
            </p:spPr>
          </p:sp>
          <p:sp>
            <p:nvSpPr>
              <p:cNvPr id="2204" name="four:time-step-strips:time-strip-tᵦ-cell-143:1927"/>
              <p:cNvSpPr>
                <a:spLocks noGrp="1"/>
              </p:cNvSpPr>
              <p:nvPr/>
            </p:nvSpPr>
            <p:spPr>
              <a:xfrm>
                <a:off x="23439934" y="2295525"/>
                <a:ext cx="15379" cy="276225"/>
              </a:xfrm>
              <a:prstGeom prst="rect">
                <a:avLst/>
              </a:prstGeom>
              <a:solidFill>
                <a:srgbClr val="DCE8ED"/>
              </a:solidFill>
              <a:ln w="0">
                <a:noFill/>
                <a:prstDash val="solid"/>
              </a:ln>
            </p:spPr>
          </p:sp>
          <p:sp>
            <p:nvSpPr>
              <p:cNvPr id="2205" name="four:time-step-strips:time-strip-tᵦ-cell-144:1928"/>
              <p:cNvSpPr>
                <a:spLocks noGrp="1"/>
              </p:cNvSpPr>
              <p:nvPr/>
            </p:nvSpPr>
            <p:spPr>
              <a:xfrm>
                <a:off x="23455313" y="2295525"/>
                <a:ext cx="15379" cy="276225"/>
              </a:xfrm>
              <a:prstGeom prst="rect">
                <a:avLst/>
              </a:prstGeom>
              <a:solidFill>
                <a:srgbClr val="DCE8ED"/>
              </a:solidFill>
              <a:ln w="0">
                <a:noFill/>
                <a:prstDash val="solid"/>
              </a:ln>
            </p:spPr>
          </p:sp>
          <p:sp>
            <p:nvSpPr>
              <p:cNvPr id="2206" name="four:time-step-strips:time-strip-tᵦ-cell-145:1929"/>
              <p:cNvSpPr>
                <a:spLocks noGrp="1"/>
              </p:cNvSpPr>
              <p:nvPr/>
            </p:nvSpPr>
            <p:spPr>
              <a:xfrm>
                <a:off x="23470691" y="2295525"/>
                <a:ext cx="15379" cy="276225"/>
              </a:xfrm>
              <a:prstGeom prst="rect">
                <a:avLst/>
              </a:prstGeom>
              <a:solidFill>
                <a:srgbClr val="DCE8ED"/>
              </a:solidFill>
              <a:ln w="0">
                <a:noFill/>
                <a:prstDash val="solid"/>
              </a:ln>
            </p:spPr>
          </p:sp>
          <p:sp>
            <p:nvSpPr>
              <p:cNvPr id="2207" name="four:time-step-strips:time-strip-tᵦ-cell-146:1930"/>
              <p:cNvSpPr>
                <a:spLocks noGrp="1"/>
              </p:cNvSpPr>
              <p:nvPr/>
            </p:nvSpPr>
            <p:spPr>
              <a:xfrm>
                <a:off x="23486070" y="2295525"/>
                <a:ext cx="15379" cy="276225"/>
              </a:xfrm>
              <a:prstGeom prst="rect">
                <a:avLst/>
              </a:prstGeom>
              <a:solidFill>
                <a:srgbClr val="DCE8ED"/>
              </a:solidFill>
              <a:ln w="0">
                <a:noFill/>
                <a:prstDash val="solid"/>
              </a:ln>
            </p:spPr>
          </p:sp>
          <p:sp>
            <p:nvSpPr>
              <p:cNvPr id="2208" name="four:time-step-strips:time-strip-tᵦ-cell-147:1931"/>
              <p:cNvSpPr>
                <a:spLocks noGrp="1"/>
              </p:cNvSpPr>
              <p:nvPr/>
            </p:nvSpPr>
            <p:spPr>
              <a:xfrm>
                <a:off x="23501449" y="2295525"/>
                <a:ext cx="15379" cy="276225"/>
              </a:xfrm>
              <a:prstGeom prst="rect">
                <a:avLst/>
              </a:prstGeom>
              <a:solidFill>
                <a:srgbClr val="DCE8ED"/>
              </a:solidFill>
              <a:ln w="0">
                <a:noFill/>
                <a:prstDash val="solid"/>
              </a:ln>
            </p:spPr>
          </p:sp>
          <p:sp>
            <p:nvSpPr>
              <p:cNvPr id="2209" name="four:time-step-strips:time-strip-tᵦ-cell-148:1932"/>
              <p:cNvSpPr>
                <a:spLocks noGrp="1"/>
              </p:cNvSpPr>
              <p:nvPr/>
            </p:nvSpPr>
            <p:spPr>
              <a:xfrm>
                <a:off x="23516828" y="2295525"/>
                <a:ext cx="15379" cy="276225"/>
              </a:xfrm>
              <a:prstGeom prst="rect">
                <a:avLst/>
              </a:prstGeom>
              <a:solidFill>
                <a:srgbClr val="DCE8ED"/>
              </a:solidFill>
              <a:ln w="0">
                <a:noFill/>
                <a:prstDash val="solid"/>
              </a:ln>
            </p:spPr>
          </p:sp>
          <p:sp>
            <p:nvSpPr>
              <p:cNvPr id="2210" name="four:time-step-strips:time-strip-tᵦ-cell-149:1933"/>
              <p:cNvSpPr>
                <a:spLocks noGrp="1"/>
              </p:cNvSpPr>
              <p:nvPr/>
            </p:nvSpPr>
            <p:spPr>
              <a:xfrm>
                <a:off x="23532207" y="2295525"/>
                <a:ext cx="15379" cy="276225"/>
              </a:xfrm>
              <a:prstGeom prst="rect">
                <a:avLst/>
              </a:prstGeom>
              <a:solidFill>
                <a:srgbClr val="DCE8ED"/>
              </a:solidFill>
              <a:ln w="0">
                <a:noFill/>
                <a:prstDash val="solid"/>
              </a:ln>
            </p:spPr>
          </p:sp>
          <p:sp>
            <p:nvSpPr>
              <p:cNvPr id="2211" name="four:time-step-strips:time-strip-tᵦ-cell-150:1934"/>
              <p:cNvSpPr>
                <a:spLocks noGrp="1"/>
              </p:cNvSpPr>
              <p:nvPr/>
            </p:nvSpPr>
            <p:spPr>
              <a:xfrm>
                <a:off x="23547586" y="2295525"/>
                <a:ext cx="15379" cy="276225"/>
              </a:xfrm>
              <a:prstGeom prst="rect">
                <a:avLst/>
              </a:prstGeom>
              <a:solidFill>
                <a:srgbClr val="DCE8ED"/>
              </a:solidFill>
              <a:ln w="0">
                <a:noFill/>
                <a:prstDash val="solid"/>
              </a:ln>
            </p:spPr>
          </p:sp>
          <p:sp>
            <p:nvSpPr>
              <p:cNvPr id="2212" name="four:time-step-strips:time-strip-tᵦ-cell-151:1935"/>
              <p:cNvSpPr>
                <a:spLocks noGrp="1"/>
              </p:cNvSpPr>
              <p:nvPr/>
            </p:nvSpPr>
            <p:spPr>
              <a:xfrm>
                <a:off x="23562965" y="2295525"/>
                <a:ext cx="15379" cy="276225"/>
              </a:xfrm>
              <a:prstGeom prst="rect">
                <a:avLst/>
              </a:prstGeom>
              <a:solidFill>
                <a:srgbClr val="DCE8ED"/>
              </a:solidFill>
              <a:ln w="0">
                <a:noFill/>
                <a:prstDash val="solid"/>
              </a:ln>
            </p:spPr>
          </p:sp>
          <p:sp>
            <p:nvSpPr>
              <p:cNvPr id="2213" name="four:time-step-strips:time-strip-tᵦ-cell-152:1936"/>
              <p:cNvSpPr>
                <a:spLocks noGrp="1"/>
              </p:cNvSpPr>
              <p:nvPr/>
            </p:nvSpPr>
            <p:spPr>
              <a:xfrm>
                <a:off x="23578344" y="2295525"/>
                <a:ext cx="15379" cy="276225"/>
              </a:xfrm>
              <a:prstGeom prst="rect">
                <a:avLst/>
              </a:prstGeom>
              <a:solidFill>
                <a:srgbClr val="DCE8ED"/>
              </a:solidFill>
              <a:ln w="0">
                <a:noFill/>
                <a:prstDash val="solid"/>
              </a:ln>
            </p:spPr>
          </p:sp>
          <p:sp>
            <p:nvSpPr>
              <p:cNvPr id="2214" name="four:time-step-strips:time-strip-tᵦ-cell-153:1937"/>
              <p:cNvSpPr>
                <a:spLocks noGrp="1"/>
              </p:cNvSpPr>
              <p:nvPr/>
            </p:nvSpPr>
            <p:spPr>
              <a:xfrm>
                <a:off x="23593723" y="2295525"/>
                <a:ext cx="15379" cy="276225"/>
              </a:xfrm>
              <a:prstGeom prst="rect">
                <a:avLst/>
              </a:prstGeom>
              <a:solidFill>
                <a:srgbClr val="DCE8ED"/>
              </a:solidFill>
              <a:ln w="0">
                <a:noFill/>
                <a:prstDash val="solid"/>
              </a:ln>
            </p:spPr>
          </p:sp>
          <p:sp>
            <p:nvSpPr>
              <p:cNvPr id="2215" name="four:time-step-strips:time-strip-tᵦ-cell-154:1938"/>
              <p:cNvSpPr>
                <a:spLocks noGrp="1"/>
              </p:cNvSpPr>
              <p:nvPr/>
            </p:nvSpPr>
            <p:spPr>
              <a:xfrm>
                <a:off x="23609102" y="2295525"/>
                <a:ext cx="15379" cy="276225"/>
              </a:xfrm>
              <a:prstGeom prst="rect">
                <a:avLst/>
              </a:prstGeom>
              <a:solidFill>
                <a:srgbClr val="DCE8ED"/>
              </a:solidFill>
              <a:ln w="0">
                <a:noFill/>
                <a:prstDash val="solid"/>
              </a:ln>
            </p:spPr>
          </p:sp>
          <p:sp>
            <p:nvSpPr>
              <p:cNvPr id="2216" name="four:time-step-strips:time-strip-tᵦ-cell-155:1939"/>
              <p:cNvSpPr>
                <a:spLocks noGrp="1"/>
              </p:cNvSpPr>
              <p:nvPr/>
            </p:nvSpPr>
            <p:spPr>
              <a:xfrm>
                <a:off x="23624480" y="2295525"/>
                <a:ext cx="15379" cy="276225"/>
              </a:xfrm>
              <a:prstGeom prst="rect">
                <a:avLst/>
              </a:prstGeom>
              <a:solidFill>
                <a:srgbClr val="DCE8ED"/>
              </a:solidFill>
              <a:ln w="0">
                <a:noFill/>
                <a:prstDash val="solid"/>
              </a:ln>
            </p:spPr>
          </p:sp>
          <p:sp>
            <p:nvSpPr>
              <p:cNvPr id="2217" name="four:time-step-strips:time-strip-tᵦ-cell-156:1940"/>
              <p:cNvSpPr>
                <a:spLocks noGrp="1"/>
              </p:cNvSpPr>
              <p:nvPr/>
            </p:nvSpPr>
            <p:spPr>
              <a:xfrm>
                <a:off x="23639859" y="2295525"/>
                <a:ext cx="15379" cy="276225"/>
              </a:xfrm>
              <a:prstGeom prst="rect">
                <a:avLst/>
              </a:prstGeom>
              <a:solidFill>
                <a:srgbClr val="DCE8ED"/>
              </a:solidFill>
              <a:ln w="0">
                <a:noFill/>
                <a:prstDash val="solid"/>
              </a:ln>
            </p:spPr>
          </p:sp>
          <p:sp>
            <p:nvSpPr>
              <p:cNvPr id="2218" name="four:time-step-strips:time-strip-tᵦ-cell-157:1941"/>
              <p:cNvSpPr>
                <a:spLocks noGrp="1"/>
              </p:cNvSpPr>
              <p:nvPr/>
            </p:nvSpPr>
            <p:spPr>
              <a:xfrm>
                <a:off x="23655238" y="2295525"/>
                <a:ext cx="15379" cy="276225"/>
              </a:xfrm>
              <a:prstGeom prst="rect">
                <a:avLst/>
              </a:prstGeom>
              <a:solidFill>
                <a:srgbClr val="DCE8ED"/>
              </a:solidFill>
              <a:ln w="0">
                <a:noFill/>
                <a:prstDash val="solid"/>
              </a:ln>
            </p:spPr>
          </p:sp>
          <p:sp>
            <p:nvSpPr>
              <p:cNvPr id="2219" name="four:time-step-strips:time-strip-tᵦ-cell-158:1942"/>
              <p:cNvSpPr>
                <a:spLocks noGrp="1"/>
              </p:cNvSpPr>
              <p:nvPr/>
            </p:nvSpPr>
            <p:spPr>
              <a:xfrm>
                <a:off x="23670617" y="2295525"/>
                <a:ext cx="15379" cy="276225"/>
              </a:xfrm>
              <a:prstGeom prst="rect">
                <a:avLst/>
              </a:prstGeom>
              <a:solidFill>
                <a:srgbClr val="DCE8ED"/>
              </a:solidFill>
              <a:ln w="0">
                <a:noFill/>
                <a:prstDash val="solid"/>
              </a:ln>
            </p:spPr>
          </p:sp>
          <p:sp>
            <p:nvSpPr>
              <p:cNvPr id="2220" name="four:time-step-strips:time-strip-tᵦ-cell-159:1943"/>
              <p:cNvSpPr>
                <a:spLocks noGrp="1"/>
              </p:cNvSpPr>
              <p:nvPr/>
            </p:nvSpPr>
            <p:spPr>
              <a:xfrm>
                <a:off x="23685996" y="2295525"/>
                <a:ext cx="15379" cy="276225"/>
              </a:xfrm>
              <a:prstGeom prst="rect">
                <a:avLst/>
              </a:prstGeom>
              <a:solidFill>
                <a:srgbClr val="DCE8ED"/>
              </a:solidFill>
              <a:ln w="0">
                <a:noFill/>
                <a:prstDash val="solid"/>
              </a:ln>
            </p:spPr>
          </p:sp>
          <p:sp>
            <p:nvSpPr>
              <p:cNvPr id="2221" name="four:time-step-strips:time-strip-tᵦ-cell-160:1944"/>
              <p:cNvSpPr>
                <a:spLocks noGrp="1"/>
              </p:cNvSpPr>
              <p:nvPr/>
            </p:nvSpPr>
            <p:spPr>
              <a:xfrm>
                <a:off x="23701375" y="2295525"/>
                <a:ext cx="15379" cy="276225"/>
              </a:xfrm>
              <a:prstGeom prst="rect">
                <a:avLst/>
              </a:prstGeom>
              <a:solidFill>
                <a:srgbClr val="DCE8ED"/>
              </a:solidFill>
              <a:ln w="0">
                <a:noFill/>
                <a:prstDash val="solid"/>
              </a:ln>
            </p:spPr>
          </p:sp>
          <p:sp>
            <p:nvSpPr>
              <p:cNvPr id="2222" name="four:time-step-strips:time-strip-tᵦ-cell-161:1945"/>
              <p:cNvSpPr>
                <a:spLocks noGrp="1"/>
              </p:cNvSpPr>
              <p:nvPr/>
            </p:nvSpPr>
            <p:spPr>
              <a:xfrm>
                <a:off x="23716754" y="2295525"/>
                <a:ext cx="15379" cy="276225"/>
              </a:xfrm>
              <a:prstGeom prst="rect">
                <a:avLst/>
              </a:prstGeom>
              <a:solidFill>
                <a:srgbClr val="DCE8ED"/>
              </a:solidFill>
              <a:ln w="0">
                <a:noFill/>
                <a:prstDash val="solid"/>
              </a:ln>
            </p:spPr>
          </p:sp>
          <p:sp>
            <p:nvSpPr>
              <p:cNvPr id="2223" name="four:time-step-strips:time-strip-tᵦ-cell-162:1946"/>
              <p:cNvSpPr>
                <a:spLocks noGrp="1"/>
              </p:cNvSpPr>
              <p:nvPr/>
            </p:nvSpPr>
            <p:spPr>
              <a:xfrm>
                <a:off x="23732133" y="2295525"/>
                <a:ext cx="15379" cy="276225"/>
              </a:xfrm>
              <a:prstGeom prst="rect">
                <a:avLst/>
              </a:prstGeom>
              <a:solidFill>
                <a:srgbClr val="DCE8ED"/>
              </a:solidFill>
              <a:ln w="0">
                <a:noFill/>
                <a:prstDash val="solid"/>
              </a:ln>
            </p:spPr>
          </p:sp>
          <p:sp>
            <p:nvSpPr>
              <p:cNvPr id="2224" name="four:time-step-strips:time-strip-tᵦ-cell-163:1947"/>
              <p:cNvSpPr>
                <a:spLocks noGrp="1"/>
              </p:cNvSpPr>
              <p:nvPr/>
            </p:nvSpPr>
            <p:spPr>
              <a:xfrm>
                <a:off x="23747512" y="2295525"/>
                <a:ext cx="15379" cy="276225"/>
              </a:xfrm>
              <a:prstGeom prst="rect">
                <a:avLst/>
              </a:prstGeom>
              <a:solidFill>
                <a:srgbClr val="DCE8ED"/>
              </a:solidFill>
              <a:ln w="0">
                <a:noFill/>
                <a:prstDash val="solid"/>
              </a:ln>
            </p:spPr>
          </p:sp>
          <p:sp>
            <p:nvSpPr>
              <p:cNvPr id="2225" name="four:time-step-strips:time-strip-tᵦ-cell-164:1948"/>
              <p:cNvSpPr>
                <a:spLocks noGrp="1"/>
              </p:cNvSpPr>
              <p:nvPr/>
            </p:nvSpPr>
            <p:spPr>
              <a:xfrm>
                <a:off x="23762891" y="2295525"/>
                <a:ext cx="15379" cy="276225"/>
              </a:xfrm>
              <a:prstGeom prst="rect">
                <a:avLst/>
              </a:prstGeom>
              <a:solidFill>
                <a:srgbClr val="DCE8ED"/>
              </a:solidFill>
              <a:ln w="0">
                <a:noFill/>
                <a:prstDash val="solid"/>
              </a:ln>
            </p:spPr>
          </p:sp>
          <p:sp>
            <p:nvSpPr>
              <p:cNvPr id="2226" name="four:time-step-strips:time-strip-tᵦ-cell-165:1949"/>
              <p:cNvSpPr>
                <a:spLocks noGrp="1"/>
              </p:cNvSpPr>
              <p:nvPr/>
            </p:nvSpPr>
            <p:spPr>
              <a:xfrm>
                <a:off x="23778270" y="2295525"/>
                <a:ext cx="15379" cy="276225"/>
              </a:xfrm>
              <a:prstGeom prst="rect">
                <a:avLst/>
              </a:prstGeom>
              <a:solidFill>
                <a:srgbClr val="DCE8ED"/>
              </a:solidFill>
              <a:ln w="0">
                <a:noFill/>
                <a:prstDash val="solid"/>
              </a:ln>
            </p:spPr>
          </p:sp>
          <p:sp>
            <p:nvSpPr>
              <p:cNvPr id="2227" name="four:time-step-strips:time-strip-tᵦ-cell-166:1950"/>
              <p:cNvSpPr>
                <a:spLocks noGrp="1"/>
              </p:cNvSpPr>
              <p:nvPr/>
            </p:nvSpPr>
            <p:spPr>
              <a:xfrm>
                <a:off x="23793648" y="2295525"/>
                <a:ext cx="15379" cy="276225"/>
              </a:xfrm>
              <a:prstGeom prst="rect">
                <a:avLst/>
              </a:prstGeom>
              <a:solidFill>
                <a:srgbClr val="DBE2E5"/>
              </a:solidFill>
              <a:ln w="0">
                <a:noFill/>
                <a:prstDash val="solid"/>
              </a:ln>
            </p:spPr>
          </p:sp>
          <p:sp>
            <p:nvSpPr>
              <p:cNvPr id="2228" name="four:time-step-strips:time-strip-tᵦ-cell-167:1951"/>
              <p:cNvSpPr>
                <a:spLocks noGrp="1"/>
              </p:cNvSpPr>
              <p:nvPr/>
            </p:nvSpPr>
            <p:spPr>
              <a:xfrm>
                <a:off x="23809027" y="2295525"/>
                <a:ext cx="15379" cy="276225"/>
              </a:xfrm>
              <a:prstGeom prst="rect">
                <a:avLst/>
              </a:prstGeom>
              <a:solidFill>
                <a:srgbClr val="D9D3E0"/>
              </a:solidFill>
              <a:ln w="0">
                <a:noFill/>
                <a:prstDash val="solid"/>
              </a:ln>
            </p:spPr>
          </p:sp>
          <p:sp>
            <p:nvSpPr>
              <p:cNvPr id="2229" name="four:time-step-strips:time-strip-tᵦ-cell-168:1952"/>
              <p:cNvSpPr>
                <a:spLocks noGrp="1"/>
              </p:cNvSpPr>
              <p:nvPr/>
            </p:nvSpPr>
            <p:spPr>
              <a:xfrm>
                <a:off x="23824406" y="2295525"/>
                <a:ext cx="15379" cy="276225"/>
              </a:xfrm>
              <a:prstGeom prst="rect">
                <a:avLst/>
              </a:prstGeom>
              <a:solidFill>
                <a:srgbClr val="D6C0D4"/>
              </a:solidFill>
              <a:ln w="0">
                <a:noFill/>
                <a:prstDash val="solid"/>
              </a:ln>
            </p:spPr>
          </p:sp>
          <p:sp>
            <p:nvSpPr>
              <p:cNvPr id="2230" name="four:time-step-strips:time-strip-tᵦ-cell-169:1953"/>
              <p:cNvSpPr>
                <a:spLocks noGrp="1"/>
              </p:cNvSpPr>
              <p:nvPr/>
            </p:nvSpPr>
            <p:spPr>
              <a:xfrm>
                <a:off x="23839785" y="2295525"/>
                <a:ext cx="15379" cy="276225"/>
              </a:xfrm>
              <a:prstGeom prst="rect">
                <a:avLst/>
              </a:prstGeom>
              <a:solidFill>
                <a:srgbClr val="D3AAC6"/>
              </a:solidFill>
              <a:ln w="0">
                <a:noFill/>
                <a:prstDash val="solid"/>
              </a:ln>
            </p:spPr>
          </p:sp>
          <p:sp>
            <p:nvSpPr>
              <p:cNvPr id="2231" name="four:time-step-strips:time-strip-tᵦ-cell-170:1954"/>
              <p:cNvSpPr>
                <a:spLocks noGrp="1"/>
              </p:cNvSpPr>
              <p:nvPr/>
            </p:nvSpPr>
            <p:spPr>
              <a:xfrm>
                <a:off x="23855164" y="2295525"/>
                <a:ext cx="15379" cy="276225"/>
              </a:xfrm>
              <a:prstGeom prst="rect">
                <a:avLst/>
              </a:prstGeom>
              <a:solidFill>
                <a:srgbClr val="D095B9"/>
              </a:solidFill>
              <a:ln w="0">
                <a:noFill/>
                <a:prstDash val="solid"/>
              </a:ln>
            </p:spPr>
          </p:sp>
          <p:sp>
            <p:nvSpPr>
              <p:cNvPr id="2232" name="four:time-step-strips:time-strip-tᵦ-cell-171:1955"/>
              <p:cNvSpPr>
                <a:spLocks noGrp="1"/>
              </p:cNvSpPr>
              <p:nvPr/>
            </p:nvSpPr>
            <p:spPr>
              <a:xfrm>
                <a:off x="23870543" y="2295525"/>
                <a:ext cx="15379" cy="276225"/>
              </a:xfrm>
              <a:prstGeom prst="rect">
                <a:avLst/>
              </a:prstGeom>
              <a:solidFill>
                <a:srgbClr val="CE85AE"/>
              </a:solidFill>
              <a:ln w="0">
                <a:noFill/>
                <a:prstDash val="solid"/>
              </a:ln>
            </p:spPr>
          </p:sp>
          <p:sp>
            <p:nvSpPr>
              <p:cNvPr id="2233" name="four:time-step-strips:time-strip-tᵦ-cell-172:1956"/>
              <p:cNvSpPr>
                <a:spLocks noGrp="1"/>
              </p:cNvSpPr>
              <p:nvPr/>
            </p:nvSpPr>
            <p:spPr>
              <a:xfrm>
                <a:off x="23885922" y="2295525"/>
                <a:ext cx="15379" cy="276225"/>
              </a:xfrm>
              <a:prstGeom prst="rect">
                <a:avLst/>
              </a:prstGeom>
              <a:solidFill>
                <a:srgbClr val="CC7AA8"/>
              </a:solidFill>
              <a:ln w="0">
                <a:noFill/>
                <a:prstDash val="solid"/>
              </a:ln>
            </p:spPr>
          </p:sp>
          <p:sp>
            <p:nvSpPr>
              <p:cNvPr id="2234" name="four:time-step-strips:time-strip-tᵦ-cell-173:1957"/>
              <p:cNvSpPr>
                <a:spLocks noGrp="1"/>
              </p:cNvSpPr>
              <p:nvPr/>
            </p:nvSpPr>
            <p:spPr>
              <a:xfrm>
                <a:off x="23901301" y="2295525"/>
                <a:ext cx="15379" cy="276225"/>
              </a:xfrm>
              <a:prstGeom prst="rect">
                <a:avLst/>
              </a:prstGeom>
              <a:solidFill>
                <a:srgbClr val="CC79A7"/>
              </a:solidFill>
              <a:ln w="0">
                <a:noFill/>
                <a:prstDash val="solid"/>
              </a:ln>
            </p:spPr>
          </p:sp>
          <p:sp>
            <p:nvSpPr>
              <p:cNvPr id="2235" name="four:time-step-strips:time-strip-tᵦ-cell-174:1958"/>
              <p:cNvSpPr>
                <a:spLocks noGrp="1"/>
              </p:cNvSpPr>
              <p:nvPr/>
            </p:nvSpPr>
            <p:spPr>
              <a:xfrm>
                <a:off x="23916680" y="2295525"/>
                <a:ext cx="15379" cy="276225"/>
              </a:xfrm>
              <a:prstGeom prst="rect">
                <a:avLst/>
              </a:prstGeom>
              <a:solidFill>
                <a:srgbClr val="CC79A7"/>
              </a:solidFill>
              <a:ln w="0">
                <a:noFill/>
                <a:prstDash val="solid"/>
              </a:ln>
            </p:spPr>
          </p:sp>
          <p:sp>
            <p:nvSpPr>
              <p:cNvPr id="2236" name="four:time-step-strips:time-strip-tᵦ-cell-175:1959"/>
              <p:cNvSpPr>
                <a:spLocks noGrp="1"/>
              </p:cNvSpPr>
              <p:nvPr/>
            </p:nvSpPr>
            <p:spPr>
              <a:xfrm>
                <a:off x="23932059" y="2295525"/>
                <a:ext cx="15379" cy="276225"/>
              </a:xfrm>
              <a:prstGeom prst="rect">
                <a:avLst/>
              </a:prstGeom>
              <a:solidFill>
                <a:srgbClr val="CC79A7"/>
              </a:solidFill>
              <a:ln w="0">
                <a:noFill/>
                <a:prstDash val="solid"/>
              </a:ln>
            </p:spPr>
          </p:sp>
          <p:sp>
            <p:nvSpPr>
              <p:cNvPr id="2237" name="four:time-step-strips:time-strip-tᵦ-cell-176:1960"/>
              <p:cNvSpPr>
                <a:spLocks noGrp="1"/>
              </p:cNvSpPr>
              <p:nvPr/>
            </p:nvSpPr>
            <p:spPr>
              <a:xfrm>
                <a:off x="23947438" y="2295525"/>
                <a:ext cx="15379" cy="276225"/>
              </a:xfrm>
              <a:prstGeom prst="rect">
                <a:avLst/>
              </a:prstGeom>
              <a:solidFill>
                <a:srgbClr val="CC79A7"/>
              </a:solidFill>
              <a:ln w="0">
                <a:noFill/>
                <a:prstDash val="solid"/>
              </a:ln>
            </p:spPr>
          </p:sp>
          <p:sp>
            <p:nvSpPr>
              <p:cNvPr id="2238" name="four:time-step-strips:time-strip-tᵦ-cell-177:1961"/>
              <p:cNvSpPr>
                <a:spLocks noGrp="1"/>
              </p:cNvSpPr>
              <p:nvPr/>
            </p:nvSpPr>
            <p:spPr>
              <a:xfrm>
                <a:off x="23962816" y="2295525"/>
                <a:ext cx="15379" cy="276225"/>
              </a:xfrm>
              <a:prstGeom prst="rect">
                <a:avLst/>
              </a:prstGeom>
              <a:solidFill>
                <a:srgbClr val="CC79A7"/>
              </a:solidFill>
              <a:ln w="0">
                <a:noFill/>
                <a:prstDash val="solid"/>
              </a:ln>
            </p:spPr>
          </p:sp>
          <p:sp>
            <p:nvSpPr>
              <p:cNvPr id="2239" name="four:time-step-strips:time-strip-tᵦ-cell-178:1962"/>
              <p:cNvSpPr>
                <a:spLocks noGrp="1"/>
              </p:cNvSpPr>
              <p:nvPr/>
            </p:nvSpPr>
            <p:spPr>
              <a:xfrm>
                <a:off x="23978195" y="2295525"/>
                <a:ext cx="15379" cy="276225"/>
              </a:xfrm>
              <a:prstGeom prst="rect">
                <a:avLst/>
              </a:prstGeom>
              <a:solidFill>
                <a:srgbClr val="CC79A7"/>
              </a:solidFill>
              <a:ln w="0">
                <a:noFill/>
                <a:prstDash val="solid"/>
              </a:ln>
            </p:spPr>
          </p:sp>
          <p:sp>
            <p:nvSpPr>
              <p:cNvPr id="2240" name="four:time-step-strips:time-strip-tᵦ-cell-179:1963"/>
              <p:cNvSpPr>
                <a:spLocks noGrp="1"/>
              </p:cNvSpPr>
              <p:nvPr/>
            </p:nvSpPr>
            <p:spPr>
              <a:xfrm>
                <a:off x="23993574" y="2295525"/>
                <a:ext cx="15379" cy="276225"/>
              </a:xfrm>
              <a:prstGeom prst="rect">
                <a:avLst/>
              </a:prstGeom>
              <a:solidFill>
                <a:srgbClr val="CC79A7"/>
              </a:solidFill>
              <a:ln w="0">
                <a:noFill/>
                <a:prstDash val="solid"/>
              </a:ln>
            </p:spPr>
          </p:sp>
          <p:sp>
            <p:nvSpPr>
              <p:cNvPr id="2241" name="four:time-step-strips:time-strip-tᵦ-cell-180:1964"/>
              <p:cNvSpPr>
                <a:spLocks noGrp="1"/>
              </p:cNvSpPr>
              <p:nvPr/>
            </p:nvSpPr>
            <p:spPr>
              <a:xfrm>
                <a:off x="24008953" y="2295525"/>
                <a:ext cx="15379" cy="276225"/>
              </a:xfrm>
              <a:prstGeom prst="rect">
                <a:avLst/>
              </a:prstGeom>
              <a:solidFill>
                <a:srgbClr val="CC79A7"/>
              </a:solidFill>
              <a:ln w="0">
                <a:noFill/>
                <a:prstDash val="solid"/>
              </a:ln>
            </p:spPr>
          </p:sp>
          <p:sp>
            <p:nvSpPr>
              <p:cNvPr id="2242" name="four:time-step-strips:time-strip-tᵦ-cell-181:1965"/>
              <p:cNvSpPr>
                <a:spLocks noGrp="1"/>
              </p:cNvSpPr>
              <p:nvPr/>
            </p:nvSpPr>
            <p:spPr>
              <a:xfrm>
                <a:off x="24024332" y="2295525"/>
                <a:ext cx="15379" cy="276225"/>
              </a:xfrm>
              <a:prstGeom prst="rect">
                <a:avLst/>
              </a:prstGeom>
              <a:solidFill>
                <a:srgbClr val="CD7EAA"/>
              </a:solidFill>
              <a:ln w="0">
                <a:noFill/>
                <a:prstDash val="solid"/>
              </a:ln>
            </p:spPr>
          </p:sp>
          <p:sp>
            <p:nvSpPr>
              <p:cNvPr id="2243" name="four:time-step-strips:time-strip-tᵦ-cell-182:1966"/>
              <p:cNvSpPr>
                <a:spLocks noGrp="1"/>
              </p:cNvSpPr>
              <p:nvPr/>
            </p:nvSpPr>
            <p:spPr>
              <a:xfrm>
                <a:off x="24039711" y="2295525"/>
                <a:ext cx="15379" cy="276225"/>
              </a:xfrm>
              <a:prstGeom prst="rect">
                <a:avLst/>
              </a:prstGeom>
              <a:solidFill>
                <a:srgbClr val="D091B6"/>
              </a:solidFill>
              <a:ln w="0">
                <a:noFill/>
                <a:prstDash val="solid"/>
              </a:ln>
            </p:spPr>
          </p:sp>
          <p:sp>
            <p:nvSpPr>
              <p:cNvPr id="2244" name="four:time-step-strips:time-strip-tᵦ-cell-183:1967"/>
              <p:cNvSpPr>
                <a:spLocks noGrp="1"/>
              </p:cNvSpPr>
              <p:nvPr/>
            </p:nvSpPr>
            <p:spPr>
              <a:xfrm>
                <a:off x="24055090" y="2295525"/>
                <a:ext cx="15379" cy="276225"/>
              </a:xfrm>
              <a:prstGeom prst="rect">
                <a:avLst/>
              </a:prstGeom>
              <a:solidFill>
                <a:srgbClr val="D4AEC8"/>
              </a:solidFill>
              <a:ln w="0">
                <a:noFill/>
                <a:prstDash val="solid"/>
              </a:ln>
            </p:spPr>
          </p:sp>
          <p:sp>
            <p:nvSpPr>
              <p:cNvPr id="2245" name="four:time-step-strips:time-strip-tᵦ-cell-184:1968"/>
              <p:cNvSpPr>
                <a:spLocks noGrp="1"/>
              </p:cNvSpPr>
              <p:nvPr/>
            </p:nvSpPr>
            <p:spPr>
              <a:xfrm>
                <a:off x="24070469" y="2295525"/>
                <a:ext cx="15379" cy="276225"/>
              </a:xfrm>
              <a:prstGeom prst="rect">
                <a:avLst/>
              </a:prstGeom>
              <a:solidFill>
                <a:srgbClr val="D8CADA"/>
              </a:solidFill>
              <a:ln w="0">
                <a:noFill/>
                <a:prstDash val="solid"/>
              </a:ln>
            </p:spPr>
          </p:sp>
          <p:sp>
            <p:nvSpPr>
              <p:cNvPr id="2246" name="four:time-step-strips:time-strip-tᵦ-cell-185:1969"/>
              <p:cNvSpPr>
                <a:spLocks noGrp="1"/>
              </p:cNvSpPr>
              <p:nvPr/>
            </p:nvSpPr>
            <p:spPr>
              <a:xfrm>
                <a:off x="24085848" y="2295525"/>
                <a:ext cx="15379" cy="276225"/>
              </a:xfrm>
              <a:prstGeom prst="rect">
                <a:avLst/>
              </a:prstGeom>
              <a:solidFill>
                <a:srgbClr val="DBE1E3"/>
              </a:solidFill>
              <a:ln w="0">
                <a:noFill/>
                <a:prstDash val="solid"/>
              </a:ln>
            </p:spPr>
          </p:sp>
          <p:sp>
            <p:nvSpPr>
              <p:cNvPr id="2247" name="four:time-step-strips:time-strip-tᵦ-cell-186:1970"/>
              <p:cNvSpPr>
                <a:spLocks noGrp="1"/>
              </p:cNvSpPr>
              <p:nvPr/>
            </p:nvSpPr>
            <p:spPr>
              <a:xfrm>
                <a:off x="24101227" y="2295525"/>
                <a:ext cx="15379" cy="276225"/>
              </a:xfrm>
              <a:prstGeom prst="rect">
                <a:avLst/>
              </a:prstGeom>
              <a:solidFill>
                <a:srgbClr val="DCE8ED"/>
              </a:solidFill>
              <a:ln w="0">
                <a:noFill/>
                <a:prstDash val="solid"/>
              </a:ln>
            </p:spPr>
          </p:sp>
          <p:sp>
            <p:nvSpPr>
              <p:cNvPr id="2248" name="four:time-step-strips:time-strip-tᵦ-cell-187:1971"/>
              <p:cNvSpPr>
                <a:spLocks noGrp="1"/>
              </p:cNvSpPr>
              <p:nvPr/>
            </p:nvSpPr>
            <p:spPr>
              <a:xfrm>
                <a:off x="24116605" y="2295525"/>
                <a:ext cx="15379" cy="276225"/>
              </a:xfrm>
              <a:prstGeom prst="rect">
                <a:avLst/>
              </a:prstGeom>
              <a:solidFill>
                <a:srgbClr val="DCE8ED"/>
              </a:solidFill>
              <a:ln w="0">
                <a:noFill/>
                <a:prstDash val="solid"/>
              </a:ln>
            </p:spPr>
          </p:sp>
          <p:sp>
            <p:nvSpPr>
              <p:cNvPr id="2249" name="four:time-step-strips:time-strip-tᵦ-cell-188:1972"/>
              <p:cNvSpPr>
                <a:spLocks noGrp="1"/>
              </p:cNvSpPr>
              <p:nvPr/>
            </p:nvSpPr>
            <p:spPr>
              <a:xfrm>
                <a:off x="24131984" y="2295525"/>
                <a:ext cx="15379" cy="276225"/>
              </a:xfrm>
              <a:prstGeom prst="rect">
                <a:avLst/>
              </a:prstGeom>
              <a:solidFill>
                <a:srgbClr val="DCE8ED"/>
              </a:solidFill>
              <a:ln w="0">
                <a:noFill/>
                <a:prstDash val="solid"/>
              </a:ln>
            </p:spPr>
          </p:sp>
          <p:sp>
            <p:nvSpPr>
              <p:cNvPr id="2250" name="four:time-step-strips:time-strip-tᵦ-cell-189:1973"/>
              <p:cNvSpPr>
                <a:spLocks noGrp="1"/>
              </p:cNvSpPr>
              <p:nvPr/>
            </p:nvSpPr>
            <p:spPr>
              <a:xfrm>
                <a:off x="24147363" y="2295525"/>
                <a:ext cx="15379" cy="276225"/>
              </a:xfrm>
              <a:prstGeom prst="rect">
                <a:avLst/>
              </a:prstGeom>
              <a:solidFill>
                <a:srgbClr val="DCE8ED"/>
              </a:solidFill>
              <a:ln w="0">
                <a:noFill/>
                <a:prstDash val="solid"/>
              </a:ln>
            </p:spPr>
          </p:sp>
          <p:sp>
            <p:nvSpPr>
              <p:cNvPr id="2251" name="four:time-step-strips:time-strip-tᵦ-cell-190:1974"/>
              <p:cNvSpPr>
                <a:spLocks noGrp="1"/>
              </p:cNvSpPr>
              <p:nvPr/>
            </p:nvSpPr>
            <p:spPr>
              <a:xfrm>
                <a:off x="24162742" y="2295525"/>
                <a:ext cx="15379" cy="276225"/>
              </a:xfrm>
              <a:prstGeom prst="rect">
                <a:avLst/>
              </a:prstGeom>
              <a:solidFill>
                <a:srgbClr val="DCE8ED"/>
              </a:solidFill>
              <a:ln w="0">
                <a:noFill/>
                <a:prstDash val="solid"/>
              </a:ln>
            </p:spPr>
          </p:sp>
          <p:sp>
            <p:nvSpPr>
              <p:cNvPr id="2252" name="four:time-step-strips:time-strip-tᵦ-cell-191:1975"/>
              <p:cNvSpPr>
                <a:spLocks noGrp="1"/>
              </p:cNvSpPr>
              <p:nvPr/>
            </p:nvSpPr>
            <p:spPr>
              <a:xfrm>
                <a:off x="24178121" y="2295525"/>
                <a:ext cx="15379" cy="276225"/>
              </a:xfrm>
              <a:prstGeom prst="rect">
                <a:avLst/>
              </a:prstGeom>
              <a:solidFill>
                <a:srgbClr val="DCE8ED"/>
              </a:solidFill>
              <a:ln w="0">
                <a:noFill/>
                <a:prstDash val="solid"/>
              </a:ln>
            </p:spPr>
          </p:sp>
          <p:sp>
            <p:nvSpPr>
              <p:cNvPr id="2253" name="four:time-step-strips:time-strip-tᵦ-border:1976"/>
              <p:cNvSpPr>
                <a:spLocks noGrp="1"/>
              </p:cNvSpPr>
              <p:nvPr/>
            </p:nvSpPr>
            <p:spPr>
              <a:xfrm>
                <a:off x="21240750" y="2295525"/>
                <a:ext cx="2952750" cy="276225"/>
              </a:xfrm>
              <a:prstGeom prst="rect">
                <a:avLst/>
              </a:prstGeom>
              <a:noFill/>
              <a:ln w="3909">
                <a:solidFill>
                  <a:srgbClr val="263238"/>
                </a:solidFill>
                <a:prstDash val="solid"/>
              </a:ln>
            </p:spPr>
          </p:sp>
          <p:sp>
            <p:nvSpPr>
              <p:cNvPr id="2254" name="four:time-step-strips:textbox:1977"/>
              <p:cNvSpPr>
                <a:spLocks noGrp="1"/>
              </p:cNvSpPr>
              <p:nvPr/>
            </p:nvSpPr>
            <p:spPr>
              <a:xfrm>
                <a:off x="20831175" y="2981325"/>
                <a:ext cx="323850" cy="342900"/>
              </a:xfrm>
              <a:prstGeom prst="rect">
                <a:avLst/>
              </a:prstGeom>
              <a:noFill/>
              <a:ln w="0">
                <a:noFill/>
                <a:prstDash val="solid"/>
              </a:ln>
            </p:spPr>
            <p:txBody>
              <a:bodyPr wrap="none" lIns="0" tIns="0" rIns="0" bIns="0" anchor="ctr">
                <a:normAutofit/>
              </a:bodyPr>
              <a:lstStyle>
                <a:defPPr algn="ctr">
                  <a:defRPr sz="1039" b="0">
                    <a:solidFill>
                      <a:srgbClr val="263238"/>
                    </a:solidFill>
                    <a:latin typeface="Arial" panose="020B0604020202090204"/>
                    <a:ea typeface="Arial" panose="020B0604020202090204"/>
                    <a:cs typeface="Arial" panose="020B0604020202090204"/>
                  </a:defRPr>
                </a:defPPr>
              </a:lstStyle>
              <a:p>
                <a:pPr algn="ctr">
                  <a:defRPr sz="1039" b="0">
                    <a:solidFill>
                      <a:srgbClr val="263238"/>
                    </a:solidFill>
                    <a:latin typeface="Arial" panose="020B0604020202090204"/>
                    <a:ea typeface="Arial" panose="020B0604020202090204"/>
                    <a:cs typeface="Arial" panose="020B0604020202090204"/>
                  </a:defRPr>
                </a:pPr>
                <a:r>
                  <a:rPr sz="1039" b="0">
                    <a:solidFill>
                      <a:srgbClr val="263238"/>
                    </a:solidFill>
                    <a:latin typeface="Arial" panose="020B0604020202090204"/>
                    <a:ea typeface="Arial" panose="020B0604020202090204"/>
                    <a:cs typeface="Arial" panose="020B0604020202090204"/>
                  </a:rPr>
                  <a:t>tᵢ</a:t>
                </a:r>
                <a:endParaRPr sz="1039" b="0">
                  <a:solidFill>
                    <a:srgbClr val="263238"/>
                  </a:solidFill>
                  <a:latin typeface="Arial" panose="020B0604020202090204"/>
                  <a:ea typeface="Arial" panose="020B0604020202090204"/>
                  <a:cs typeface="Arial" panose="020B0604020202090204"/>
                </a:endParaRPr>
              </a:p>
            </p:txBody>
          </p:sp>
          <p:sp>
            <p:nvSpPr>
              <p:cNvPr id="2255" name="four:time-step-strips:time-strip-tᵢ-cell-0:1978"/>
              <p:cNvSpPr>
                <a:spLocks noGrp="1"/>
              </p:cNvSpPr>
              <p:nvPr/>
            </p:nvSpPr>
            <p:spPr>
              <a:xfrm>
                <a:off x="21240750" y="3009900"/>
                <a:ext cx="15379" cy="276225"/>
              </a:xfrm>
              <a:prstGeom prst="rect">
                <a:avLst/>
              </a:prstGeom>
              <a:solidFill>
                <a:srgbClr val="DCE8ED"/>
              </a:solidFill>
              <a:ln w="0">
                <a:noFill/>
                <a:prstDash val="solid"/>
              </a:ln>
            </p:spPr>
          </p:sp>
          <p:sp>
            <p:nvSpPr>
              <p:cNvPr id="2256" name="four:time-step-strips:time-strip-tᵢ-cell-1:1979"/>
              <p:cNvSpPr>
                <a:spLocks noGrp="1"/>
              </p:cNvSpPr>
              <p:nvPr/>
            </p:nvSpPr>
            <p:spPr>
              <a:xfrm>
                <a:off x="21256129" y="3009900"/>
                <a:ext cx="15379" cy="276225"/>
              </a:xfrm>
              <a:prstGeom prst="rect">
                <a:avLst/>
              </a:prstGeom>
              <a:solidFill>
                <a:srgbClr val="DCE8ED"/>
              </a:solidFill>
              <a:ln w="0">
                <a:noFill/>
                <a:prstDash val="solid"/>
              </a:ln>
            </p:spPr>
          </p:sp>
          <p:sp>
            <p:nvSpPr>
              <p:cNvPr id="2257" name="four:time-step-strips:time-strip-tᵢ-cell-2:1980"/>
              <p:cNvSpPr>
                <a:spLocks noGrp="1"/>
              </p:cNvSpPr>
              <p:nvPr/>
            </p:nvSpPr>
            <p:spPr>
              <a:xfrm>
                <a:off x="21271508" y="3009900"/>
                <a:ext cx="15379" cy="276225"/>
              </a:xfrm>
              <a:prstGeom prst="rect">
                <a:avLst/>
              </a:prstGeom>
              <a:solidFill>
                <a:srgbClr val="DCE8ED"/>
              </a:solidFill>
              <a:ln w="0">
                <a:noFill/>
                <a:prstDash val="solid"/>
              </a:ln>
            </p:spPr>
          </p:sp>
          <p:sp>
            <p:nvSpPr>
              <p:cNvPr id="2258" name="four:time-step-strips:time-strip-tᵢ-cell-3:1981"/>
              <p:cNvSpPr>
                <a:spLocks noGrp="1"/>
              </p:cNvSpPr>
              <p:nvPr/>
            </p:nvSpPr>
            <p:spPr>
              <a:xfrm>
                <a:off x="21286887" y="3009900"/>
                <a:ext cx="15379" cy="276225"/>
              </a:xfrm>
              <a:prstGeom prst="rect">
                <a:avLst/>
              </a:prstGeom>
              <a:solidFill>
                <a:srgbClr val="DCE8ED"/>
              </a:solidFill>
              <a:ln w="0">
                <a:noFill/>
                <a:prstDash val="solid"/>
              </a:ln>
            </p:spPr>
          </p:sp>
          <p:sp>
            <p:nvSpPr>
              <p:cNvPr id="2259" name="four:time-step-strips:time-strip-tᵢ-cell-4:1982"/>
              <p:cNvSpPr>
                <a:spLocks noGrp="1"/>
              </p:cNvSpPr>
              <p:nvPr/>
            </p:nvSpPr>
            <p:spPr>
              <a:xfrm>
                <a:off x="21302266" y="3009900"/>
                <a:ext cx="15379" cy="276225"/>
              </a:xfrm>
              <a:prstGeom prst="rect">
                <a:avLst/>
              </a:prstGeom>
              <a:solidFill>
                <a:srgbClr val="DCE8ED"/>
              </a:solidFill>
              <a:ln w="0">
                <a:noFill/>
                <a:prstDash val="solid"/>
              </a:ln>
            </p:spPr>
          </p:sp>
          <p:sp>
            <p:nvSpPr>
              <p:cNvPr id="2260" name="four:time-step-strips:time-strip-tᵢ-cell-5:1983"/>
              <p:cNvSpPr>
                <a:spLocks noGrp="1"/>
              </p:cNvSpPr>
              <p:nvPr/>
            </p:nvSpPr>
            <p:spPr>
              <a:xfrm>
                <a:off x="21317645" y="3009900"/>
                <a:ext cx="15379" cy="276225"/>
              </a:xfrm>
              <a:prstGeom prst="rect">
                <a:avLst/>
              </a:prstGeom>
              <a:solidFill>
                <a:srgbClr val="DCE8ED"/>
              </a:solidFill>
              <a:ln w="0">
                <a:noFill/>
                <a:prstDash val="solid"/>
              </a:ln>
            </p:spPr>
          </p:sp>
          <p:sp>
            <p:nvSpPr>
              <p:cNvPr id="2261" name="four:time-step-strips:time-strip-tᵢ-cell-6:1984"/>
              <p:cNvSpPr>
                <a:spLocks noGrp="1"/>
              </p:cNvSpPr>
              <p:nvPr/>
            </p:nvSpPr>
            <p:spPr>
              <a:xfrm>
                <a:off x="21333023" y="3009900"/>
                <a:ext cx="15379" cy="276225"/>
              </a:xfrm>
              <a:prstGeom prst="rect">
                <a:avLst/>
              </a:prstGeom>
              <a:solidFill>
                <a:srgbClr val="D2E1E8"/>
              </a:solidFill>
              <a:ln w="0">
                <a:noFill/>
                <a:prstDash val="solid"/>
              </a:ln>
            </p:spPr>
          </p:sp>
          <p:sp>
            <p:nvSpPr>
              <p:cNvPr id="2262" name="four:time-step-strips:time-strip-tᵢ-cell-7:1985"/>
              <p:cNvSpPr>
                <a:spLocks noGrp="1"/>
              </p:cNvSpPr>
              <p:nvPr/>
            </p:nvSpPr>
            <p:spPr>
              <a:xfrm>
                <a:off x="21348402" y="3009900"/>
                <a:ext cx="15379" cy="276225"/>
              </a:xfrm>
              <a:prstGeom prst="rect">
                <a:avLst/>
              </a:prstGeom>
              <a:solidFill>
                <a:srgbClr val="A2C9DD"/>
              </a:solidFill>
              <a:ln w="0">
                <a:noFill/>
                <a:prstDash val="solid"/>
              </a:ln>
            </p:spPr>
          </p:sp>
          <p:sp>
            <p:nvSpPr>
              <p:cNvPr id="2263" name="four:time-step-strips:time-strip-tᵢ-cell-8:1986"/>
              <p:cNvSpPr>
                <a:spLocks noGrp="1"/>
              </p:cNvSpPr>
              <p:nvPr/>
            </p:nvSpPr>
            <p:spPr>
              <a:xfrm>
                <a:off x="21363781" y="3009900"/>
                <a:ext cx="15379" cy="276225"/>
              </a:xfrm>
              <a:prstGeom prst="rect">
                <a:avLst/>
              </a:prstGeom>
              <a:solidFill>
                <a:srgbClr val="68AACE"/>
              </a:solidFill>
              <a:ln w="0">
                <a:noFill/>
                <a:prstDash val="solid"/>
              </a:ln>
            </p:spPr>
          </p:sp>
          <p:sp>
            <p:nvSpPr>
              <p:cNvPr id="2264" name="four:time-step-strips:time-strip-tᵢ-cell-9:1987"/>
              <p:cNvSpPr>
                <a:spLocks noGrp="1"/>
              </p:cNvSpPr>
              <p:nvPr/>
            </p:nvSpPr>
            <p:spPr>
              <a:xfrm>
                <a:off x="21379160" y="3009900"/>
                <a:ext cx="15379" cy="276225"/>
              </a:xfrm>
              <a:prstGeom prst="rect">
                <a:avLst/>
              </a:prstGeom>
              <a:solidFill>
                <a:srgbClr val="318CBF"/>
              </a:solidFill>
              <a:ln w="0">
                <a:noFill/>
                <a:prstDash val="solid"/>
              </a:ln>
            </p:spPr>
          </p:sp>
          <p:sp>
            <p:nvSpPr>
              <p:cNvPr id="2265" name="four:time-step-strips:time-strip-tᵢ-cell-10:1988"/>
              <p:cNvSpPr>
                <a:spLocks noGrp="1"/>
              </p:cNvSpPr>
              <p:nvPr/>
            </p:nvSpPr>
            <p:spPr>
              <a:xfrm>
                <a:off x="21394539" y="3009900"/>
                <a:ext cx="15379" cy="276225"/>
              </a:xfrm>
              <a:prstGeom prst="rect">
                <a:avLst/>
              </a:prstGeom>
              <a:solidFill>
                <a:srgbClr val="0977B4"/>
              </a:solidFill>
              <a:ln w="0">
                <a:noFill/>
                <a:prstDash val="solid"/>
              </a:ln>
            </p:spPr>
          </p:sp>
          <p:sp>
            <p:nvSpPr>
              <p:cNvPr id="2266" name="four:time-step-strips:time-strip-tᵢ-cell-11:1989"/>
              <p:cNvSpPr>
                <a:spLocks noGrp="1"/>
              </p:cNvSpPr>
              <p:nvPr/>
            </p:nvSpPr>
            <p:spPr>
              <a:xfrm>
                <a:off x="21409918" y="3009900"/>
                <a:ext cx="15379" cy="276225"/>
              </a:xfrm>
              <a:prstGeom prst="rect">
                <a:avLst/>
              </a:prstGeom>
              <a:solidFill>
                <a:srgbClr val="0072B2"/>
              </a:solidFill>
              <a:ln w="0">
                <a:noFill/>
                <a:prstDash val="solid"/>
              </a:ln>
            </p:spPr>
          </p:sp>
          <p:sp>
            <p:nvSpPr>
              <p:cNvPr id="2267" name="four:time-step-strips:time-strip-tᵢ-cell-12:1990"/>
              <p:cNvSpPr>
                <a:spLocks noGrp="1"/>
              </p:cNvSpPr>
              <p:nvPr/>
            </p:nvSpPr>
            <p:spPr>
              <a:xfrm>
                <a:off x="21425297" y="3009900"/>
                <a:ext cx="15379" cy="276225"/>
              </a:xfrm>
              <a:prstGeom prst="rect">
                <a:avLst/>
              </a:prstGeom>
              <a:solidFill>
                <a:srgbClr val="0072B2"/>
              </a:solidFill>
              <a:ln w="0">
                <a:noFill/>
                <a:prstDash val="solid"/>
              </a:ln>
            </p:spPr>
          </p:sp>
          <p:sp>
            <p:nvSpPr>
              <p:cNvPr id="2268" name="four:time-step-strips:time-strip-tᵢ-cell-13:1991"/>
              <p:cNvSpPr>
                <a:spLocks noGrp="1"/>
              </p:cNvSpPr>
              <p:nvPr/>
            </p:nvSpPr>
            <p:spPr>
              <a:xfrm>
                <a:off x="21440676" y="3009900"/>
                <a:ext cx="15379" cy="276225"/>
              </a:xfrm>
              <a:prstGeom prst="rect">
                <a:avLst/>
              </a:prstGeom>
              <a:solidFill>
                <a:srgbClr val="0072B2"/>
              </a:solidFill>
              <a:ln w="0">
                <a:noFill/>
                <a:prstDash val="solid"/>
              </a:ln>
            </p:spPr>
          </p:sp>
          <p:sp>
            <p:nvSpPr>
              <p:cNvPr id="2269" name="four:time-step-strips:time-strip-tᵢ-cell-14:1992"/>
              <p:cNvSpPr>
                <a:spLocks noGrp="1"/>
              </p:cNvSpPr>
              <p:nvPr/>
            </p:nvSpPr>
            <p:spPr>
              <a:xfrm>
                <a:off x="21456055" y="3009900"/>
                <a:ext cx="15379" cy="276225"/>
              </a:xfrm>
              <a:prstGeom prst="rect">
                <a:avLst/>
              </a:prstGeom>
              <a:solidFill>
                <a:srgbClr val="0072B2"/>
              </a:solidFill>
              <a:ln w="0">
                <a:noFill/>
                <a:prstDash val="solid"/>
              </a:ln>
            </p:spPr>
          </p:sp>
          <p:sp>
            <p:nvSpPr>
              <p:cNvPr id="2270" name="four:time-step-strips:time-strip-tᵢ-cell-15:1993"/>
              <p:cNvSpPr>
                <a:spLocks noGrp="1"/>
              </p:cNvSpPr>
              <p:nvPr/>
            </p:nvSpPr>
            <p:spPr>
              <a:xfrm>
                <a:off x="21471434" y="3009900"/>
                <a:ext cx="15379" cy="276225"/>
              </a:xfrm>
              <a:prstGeom prst="rect">
                <a:avLst/>
              </a:prstGeom>
              <a:solidFill>
                <a:srgbClr val="0072B2"/>
              </a:solidFill>
              <a:ln w="0">
                <a:noFill/>
                <a:prstDash val="solid"/>
              </a:ln>
            </p:spPr>
          </p:sp>
          <p:sp>
            <p:nvSpPr>
              <p:cNvPr id="2271" name="four:time-step-strips:time-strip-tᵢ-cell-16:1994"/>
              <p:cNvSpPr>
                <a:spLocks noGrp="1"/>
              </p:cNvSpPr>
              <p:nvPr/>
            </p:nvSpPr>
            <p:spPr>
              <a:xfrm>
                <a:off x="21486812" y="3009900"/>
                <a:ext cx="15379" cy="276225"/>
              </a:xfrm>
              <a:prstGeom prst="rect">
                <a:avLst/>
              </a:prstGeom>
              <a:solidFill>
                <a:srgbClr val="0072B2"/>
              </a:solidFill>
              <a:ln w="0">
                <a:noFill/>
                <a:prstDash val="solid"/>
              </a:ln>
            </p:spPr>
          </p:sp>
          <p:sp>
            <p:nvSpPr>
              <p:cNvPr id="2272" name="four:time-step-strips:time-strip-tᵢ-cell-17:1995"/>
              <p:cNvSpPr>
                <a:spLocks noGrp="1"/>
              </p:cNvSpPr>
              <p:nvPr/>
            </p:nvSpPr>
            <p:spPr>
              <a:xfrm>
                <a:off x="21502191" y="3009900"/>
                <a:ext cx="15379" cy="276225"/>
              </a:xfrm>
              <a:prstGeom prst="rect">
                <a:avLst/>
              </a:prstGeom>
              <a:solidFill>
                <a:srgbClr val="0072B2"/>
              </a:solidFill>
              <a:ln w="0">
                <a:noFill/>
                <a:prstDash val="solid"/>
              </a:ln>
            </p:spPr>
          </p:sp>
          <p:sp>
            <p:nvSpPr>
              <p:cNvPr id="2273" name="four:time-step-strips:time-strip-tᵢ-cell-18:1996"/>
              <p:cNvSpPr>
                <a:spLocks noGrp="1"/>
              </p:cNvSpPr>
              <p:nvPr/>
            </p:nvSpPr>
            <p:spPr>
              <a:xfrm>
                <a:off x="21517570" y="3009900"/>
                <a:ext cx="15379" cy="276225"/>
              </a:xfrm>
              <a:prstGeom prst="rect">
                <a:avLst/>
              </a:prstGeom>
              <a:solidFill>
                <a:srgbClr val="0072B2"/>
              </a:solidFill>
              <a:ln w="0">
                <a:noFill/>
                <a:prstDash val="solid"/>
              </a:ln>
            </p:spPr>
          </p:sp>
          <p:sp>
            <p:nvSpPr>
              <p:cNvPr id="2274" name="four:time-step-strips:time-strip-tᵢ-cell-19:1997"/>
              <p:cNvSpPr>
                <a:spLocks noGrp="1"/>
              </p:cNvSpPr>
              <p:nvPr/>
            </p:nvSpPr>
            <p:spPr>
              <a:xfrm>
                <a:off x="21532949" y="3009900"/>
                <a:ext cx="15379" cy="276225"/>
              </a:xfrm>
              <a:prstGeom prst="rect">
                <a:avLst/>
              </a:prstGeom>
              <a:solidFill>
                <a:srgbClr val="0072B2"/>
              </a:solidFill>
              <a:ln w="0">
                <a:noFill/>
                <a:prstDash val="solid"/>
              </a:ln>
            </p:spPr>
          </p:sp>
          <p:sp>
            <p:nvSpPr>
              <p:cNvPr id="2275" name="four:time-step-strips:time-strip-tᵢ-cell-20:1998"/>
              <p:cNvSpPr>
                <a:spLocks noGrp="1"/>
              </p:cNvSpPr>
              <p:nvPr/>
            </p:nvSpPr>
            <p:spPr>
              <a:xfrm>
                <a:off x="21548328" y="3009900"/>
                <a:ext cx="15379" cy="276225"/>
              </a:xfrm>
              <a:prstGeom prst="rect">
                <a:avLst/>
              </a:prstGeom>
              <a:solidFill>
                <a:srgbClr val="0072B2"/>
              </a:solidFill>
              <a:ln w="0">
                <a:noFill/>
                <a:prstDash val="solid"/>
              </a:ln>
            </p:spPr>
          </p:sp>
          <p:sp>
            <p:nvSpPr>
              <p:cNvPr id="2276" name="four:time-step-strips:time-strip-tᵢ-cell-21:1999"/>
              <p:cNvSpPr>
                <a:spLocks noGrp="1"/>
              </p:cNvSpPr>
              <p:nvPr/>
            </p:nvSpPr>
            <p:spPr>
              <a:xfrm>
                <a:off x="21563707" y="3009900"/>
                <a:ext cx="15379" cy="276225"/>
              </a:xfrm>
              <a:prstGeom prst="rect">
                <a:avLst/>
              </a:prstGeom>
              <a:solidFill>
                <a:srgbClr val="0072B2"/>
              </a:solidFill>
              <a:ln w="0">
                <a:noFill/>
                <a:prstDash val="solid"/>
              </a:ln>
            </p:spPr>
          </p:sp>
          <p:sp>
            <p:nvSpPr>
              <p:cNvPr id="2277" name="four:time-step-strips:time-strip-tᵢ-cell-22:2000"/>
              <p:cNvSpPr>
                <a:spLocks noGrp="1"/>
              </p:cNvSpPr>
              <p:nvPr/>
            </p:nvSpPr>
            <p:spPr>
              <a:xfrm>
                <a:off x="21579086" y="3009900"/>
                <a:ext cx="15379" cy="276225"/>
              </a:xfrm>
              <a:prstGeom prst="rect">
                <a:avLst/>
              </a:prstGeom>
              <a:solidFill>
                <a:srgbClr val="0D79B6"/>
              </a:solidFill>
              <a:ln w="0">
                <a:noFill/>
                <a:prstDash val="solid"/>
              </a:ln>
            </p:spPr>
          </p:sp>
          <p:sp>
            <p:nvSpPr>
              <p:cNvPr id="2278" name="four:time-step-strips:time-strip-tᵢ-cell-23:2001"/>
              <p:cNvSpPr>
                <a:spLocks noGrp="1"/>
              </p:cNvSpPr>
              <p:nvPr/>
            </p:nvSpPr>
            <p:spPr>
              <a:xfrm>
                <a:off x="21594465" y="3009900"/>
                <a:ext cx="15379" cy="276225"/>
              </a:xfrm>
              <a:prstGeom prst="rect">
                <a:avLst/>
              </a:prstGeom>
              <a:solidFill>
                <a:srgbClr val="2A88BD"/>
              </a:solidFill>
              <a:ln w="0">
                <a:noFill/>
                <a:prstDash val="solid"/>
              </a:ln>
            </p:spPr>
          </p:sp>
          <p:sp>
            <p:nvSpPr>
              <p:cNvPr id="2279" name="four:time-step-strips:time-strip-tᵢ-cell-24:2002"/>
              <p:cNvSpPr>
                <a:spLocks noGrp="1"/>
              </p:cNvSpPr>
              <p:nvPr/>
            </p:nvSpPr>
            <p:spPr>
              <a:xfrm>
                <a:off x="21609844" y="3009900"/>
                <a:ext cx="15379" cy="276225"/>
              </a:xfrm>
              <a:prstGeom prst="rect">
                <a:avLst/>
              </a:prstGeom>
              <a:solidFill>
                <a:srgbClr val="519DC8"/>
              </a:solidFill>
              <a:ln w="0">
                <a:noFill/>
                <a:prstDash val="solid"/>
              </a:ln>
            </p:spPr>
          </p:sp>
          <p:sp>
            <p:nvSpPr>
              <p:cNvPr id="2280" name="four:time-step-strips:time-strip-tᵢ-cell-25:2003"/>
              <p:cNvSpPr>
                <a:spLocks noGrp="1"/>
              </p:cNvSpPr>
              <p:nvPr/>
            </p:nvSpPr>
            <p:spPr>
              <a:xfrm>
                <a:off x="21625223" y="3009900"/>
                <a:ext cx="15379" cy="276225"/>
              </a:xfrm>
              <a:prstGeom prst="rect">
                <a:avLst/>
              </a:prstGeom>
              <a:solidFill>
                <a:srgbClr val="7BB4D3"/>
              </a:solidFill>
              <a:ln w="0">
                <a:noFill/>
                <a:prstDash val="solid"/>
              </a:ln>
            </p:spPr>
          </p:sp>
          <p:sp>
            <p:nvSpPr>
              <p:cNvPr id="2281" name="four:time-step-strips:time-strip-tᵢ-cell-26:2004"/>
              <p:cNvSpPr>
                <a:spLocks noGrp="1"/>
              </p:cNvSpPr>
              <p:nvPr/>
            </p:nvSpPr>
            <p:spPr>
              <a:xfrm>
                <a:off x="21640602" y="3009900"/>
                <a:ext cx="15379" cy="276225"/>
              </a:xfrm>
              <a:prstGeom prst="rect">
                <a:avLst/>
              </a:prstGeom>
              <a:solidFill>
                <a:srgbClr val="A4CADE"/>
              </a:solidFill>
              <a:ln w="0">
                <a:noFill/>
                <a:prstDash val="solid"/>
              </a:ln>
            </p:spPr>
          </p:sp>
          <p:sp>
            <p:nvSpPr>
              <p:cNvPr id="2282" name="four:time-step-strips:time-strip-tᵢ-cell-27:2005"/>
              <p:cNvSpPr>
                <a:spLocks noGrp="1"/>
              </p:cNvSpPr>
              <p:nvPr/>
            </p:nvSpPr>
            <p:spPr>
              <a:xfrm>
                <a:off x="21655980" y="3009900"/>
                <a:ext cx="15379" cy="276225"/>
              </a:xfrm>
              <a:prstGeom prst="rect">
                <a:avLst/>
              </a:prstGeom>
              <a:solidFill>
                <a:srgbClr val="CDDEE5"/>
              </a:solidFill>
              <a:ln w="0">
                <a:noFill/>
                <a:prstDash val="solid"/>
              </a:ln>
            </p:spPr>
          </p:sp>
          <p:sp>
            <p:nvSpPr>
              <p:cNvPr id="2283" name="four:time-step-strips:time-strip-tᵢ-cell-28:2006"/>
              <p:cNvSpPr>
                <a:spLocks noGrp="1"/>
              </p:cNvSpPr>
              <p:nvPr/>
            </p:nvSpPr>
            <p:spPr>
              <a:xfrm>
                <a:off x="21671359" y="3009900"/>
                <a:ext cx="15379" cy="276225"/>
              </a:xfrm>
              <a:prstGeom prst="rect">
                <a:avLst/>
              </a:prstGeom>
              <a:solidFill>
                <a:srgbClr val="DAE7EC"/>
              </a:solidFill>
              <a:ln w="0">
                <a:noFill/>
                <a:prstDash val="solid"/>
              </a:ln>
            </p:spPr>
          </p:sp>
          <p:sp>
            <p:nvSpPr>
              <p:cNvPr id="2284" name="four:time-step-strips:time-strip-tᵢ-cell-29:2007"/>
              <p:cNvSpPr>
                <a:spLocks noGrp="1"/>
              </p:cNvSpPr>
              <p:nvPr/>
            </p:nvSpPr>
            <p:spPr>
              <a:xfrm>
                <a:off x="21686738" y="3009900"/>
                <a:ext cx="15379" cy="276225"/>
              </a:xfrm>
              <a:prstGeom prst="rect">
                <a:avLst/>
              </a:prstGeom>
              <a:solidFill>
                <a:srgbClr val="DCE8ED"/>
              </a:solidFill>
              <a:ln w="0">
                <a:noFill/>
                <a:prstDash val="solid"/>
              </a:ln>
            </p:spPr>
          </p:sp>
          <p:sp>
            <p:nvSpPr>
              <p:cNvPr id="2285" name="four:time-step-strips:time-strip-tᵢ-cell-30:2008"/>
              <p:cNvSpPr>
                <a:spLocks noGrp="1"/>
              </p:cNvSpPr>
              <p:nvPr/>
            </p:nvSpPr>
            <p:spPr>
              <a:xfrm>
                <a:off x="21702117" y="3009900"/>
                <a:ext cx="15379" cy="276225"/>
              </a:xfrm>
              <a:prstGeom prst="rect">
                <a:avLst/>
              </a:prstGeom>
              <a:solidFill>
                <a:srgbClr val="DCE8ED"/>
              </a:solidFill>
              <a:ln w="0">
                <a:noFill/>
                <a:prstDash val="solid"/>
              </a:ln>
            </p:spPr>
          </p:sp>
          <p:sp>
            <p:nvSpPr>
              <p:cNvPr id="2286" name="four:time-step-strips:time-strip-tᵢ-cell-31:2009"/>
              <p:cNvSpPr>
                <a:spLocks noGrp="1"/>
              </p:cNvSpPr>
              <p:nvPr/>
            </p:nvSpPr>
            <p:spPr>
              <a:xfrm>
                <a:off x="21717496" y="3009900"/>
                <a:ext cx="15379" cy="276225"/>
              </a:xfrm>
              <a:prstGeom prst="rect">
                <a:avLst/>
              </a:prstGeom>
              <a:solidFill>
                <a:srgbClr val="DCE8ED"/>
              </a:solidFill>
              <a:ln w="0">
                <a:noFill/>
                <a:prstDash val="solid"/>
              </a:ln>
            </p:spPr>
          </p:sp>
          <p:sp>
            <p:nvSpPr>
              <p:cNvPr id="2287" name="four:time-step-strips:time-strip-tᵢ-cell-32:2010"/>
              <p:cNvSpPr>
                <a:spLocks noGrp="1"/>
              </p:cNvSpPr>
              <p:nvPr/>
            </p:nvSpPr>
            <p:spPr>
              <a:xfrm>
                <a:off x="21732875" y="3009900"/>
                <a:ext cx="15379" cy="276225"/>
              </a:xfrm>
              <a:prstGeom prst="rect">
                <a:avLst/>
              </a:prstGeom>
              <a:solidFill>
                <a:srgbClr val="DCE8ED"/>
              </a:solidFill>
              <a:ln w="0">
                <a:noFill/>
                <a:prstDash val="solid"/>
              </a:ln>
            </p:spPr>
          </p:sp>
          <p:sp>
            <p:nvSpPr>
              <p:cNvPr id="2288" name="four:time-step-strips:time-strip-tᵢ-cell-33:2011"/>
              <p:cNvSpPr>
                <a:spLocks noGrp="1"/>
              </p:cNvSpPr>
              <p:nvPr/>
            </p:nvSpPr>
            <p:spPr>
              <a:xfrm>
                <a:off x="21748254" y="3009900"/>
                <a:ext cx="15379" cy="276225"/>
              </a:xfrm>
              <a:prstGeom prst="rect">
                <a:avLst/>
              </a:prstGeom>
              <a:solidFill>
                <a:srgbClr val="DCE8ED"/>
              </a:solidFill>
              <a:ln w="0">
                <a:noFill/>
                <a:prstDash val="solid"/>
              </a:ln>
            </p:spPr>
          </p:sp>
          <p:sp>
            <p:nvSpPr>
              <p:cNvPr id="2289" name="four:time-step-strips:time-strip-tᵢ-cell-34:2012"/>
              <p:cNvSpPr>
                <a:spLocks noGrp="1"/>
              </p:cNvSpPr>
              <p:nvPr/>
            </p:nvSpPr>
            <p:spPr>
              <a:xfrm>
                <a:off x="21763633" y="3009900"/>
                <a:ext cx="15379" cy="276225"/>
              </a:xfrm>
              <a:prstGeom prst="rect">
                <a:avLst/>
              </a:prstGeom>
              <a:solidFill>
                <a:srgbClr val="DCE8ED"/>
              </a:solidFill>
              <a:ln w="0">
                <a:noFill/>
                <a:prstDash val="solid"/>
              </a:ln>
            </p:spPr>
          </p:sp>
          <p:sp>
            <p:nvSpPr>
              <p:cNvPr id="2290" name="four:time-step-strips:time-strip-tᵢ-cell-35:2013"/>
              <p:cNvSpPr>
                <a:spLocks noGrp="1"/>
              </p:cNvSpPr>
              <p:nvPr/>
            </p:nvSpPr>
            <p:spPr>
              <a:xfrm>
                <a:off x="21779012" y="3009900"/>
                <a:ext cx="15379" cy="276225"/>
              </a:xfrm>
              <a:prstGeom prst="rect">
                <a:avLst/>
              </a:prstGeom>
              <a:solidFill>
                <a:srgbClr val="DCE8ED"/>
              </a:solidFill>
              <a:ln w="0">
                <a:noFill/>
                <a:prstDash val="solid"/>
              </a:ln>
            </p:spPr>
          </p:sp>
          <p:sp>
            <p:nvSpPr>
              <p:cNvPr id="2291" name="four:time-step-strips:time-strip-tᵢ-cell-36:2014"/>
              <p:cNvSpPr>
                <a:spLocks noGrp="1"/>
              </p:cNvSpPr>
              <p:nvPr/>
            </p:nvSpPr>
            <p:spPr>
              <a:xfrm>
                <a:off x="21794391" y="3009900"/>
                <a:ext cx="15379" cy="276225"/>
              </a:xfrm>
              <a:prstGeom prst="rect">
                <a:avLst/>
              </a:prstGeom>
              <a:solidFill>
                <a:srgbClr val="DCE8ED"/>
              </a:solidFill>
              <a:ln w="0">
                <a:noFill/>
                <a:prstDash val="solid"/>
              </a:ln>
            </p:spPr>
          </p:sp>
          <p:sp>
            <p:nvSpPr>
              <p:cNvPr id="2292" name="four:time-step-strips:time-strip-tᵢ-cell-37:2015"/>
              <p:cNvSpPr>
                <a:spLocks noGrp="1"/>
              </p:cNvSpPr>
              <p:nvPr/>
            </p:nvSpPr>
            <p:spPr>
              <a:xfrm>
                <a:off x="21809770" y="3009900"/>
                <a:ext cx="15379" cy="276225"/>
              </a:xfrm>
              <a:prstGeom prst="rect">
                <a:avLst/>
              </a:prstGeom>
              <a:solidFill>
                <a:srgbClr val="DCE8ED"/>
              </a:solidFill>
              <a:ln w="0">
                <a:noFill/>
                <a:prstDash val="solid"/>
              </a:ln>
            </p:spPr>
          </p:sp>
          <p:sp>
            <p:nvSpPr>
              <p:cNvPr id="2293" name="four:time-step-strips:time-strip-tᵢ-cell-38:2016"/>
              <p:cNvSpPr>
                <a:spLocks noGrp="1"/>
              </p:cNvSpPr>
              <p:nvPr/>
            </p:nvSpPr>
            <p:spPr>
              <a:xfrm>
                <a:off x="21825148" y="3009900"/>
                <a:ext cx="15379" cy="276225"/>
              </a:xfrm>
              <a:prstGeom prst="rect">
                <a:avLst/>
              </a:prstGeom>
              <a:solidFill>
                <a:srgbClr val="DCE8ED"/>
              </a:solidFill>
              <a:ln w="0">
                <a:noFill/>
                <a:prstDash val="solid"/>
              </a:ln>
            </p:spPr>
          </p:sp>
          <p:sp>
            <p:nvSpPr>
              <p:cNvPr id="2294" name="four:time-step-strips:time-strip-tᵢ-cell-39:2017"/>
              <p:cNvSpPr>
                <a:spLocks noGrp="1"/>
              </p:cNvSpPr>
              <p:nvPr/>
            </p:nvSpPr>
            <p:spPr>
              <a:xfrm>
                <a:off x="21840527" y="3009900"/>
                <a:ext cx="15379" cy="276225"/>
              </a:xfrm>
              <a:prstGeom prst="rect">
                <a:avLst/>
              </a:prstGeom>
              <a:solidFill>
                <a:srgbClr val="DCE8ED"/>
              </a:solidFill>
              <a:ln w="0">
                <a:noFill/>
                <a:prstDash val="solid"/>
              </a:ln>
            </p:spPr>
          </p:sp>
          <p:sp>
            <p:nvSpPr>
              <p:cNvPr id="2295" name="four:time-step-strips:time-strip-tᵢ-cell-40:2018"/>
              <p:cNvSpPr>
                <a:spLocks noGrp="1"/>
              </p:cNvSpPr>
              <p:nvPr/>
            </p:nvSpPr>
            <p:spPr>
              <a:xfrm>
                <a:off x="21855906" y="3009900"/>
                <a:ext cx="15379" cy="276225"/>
              </a:xfrm>
              <a:prstGeom prst="rect">
                <a:avLst/>
              </a:prstGeom>
              <a:solidFill>
                <a:srgbClr val="DCE8ED"/>
              </a:solidFill>
              <a:ln w="0">
                <a:noFill/>
                <a:prstDash val="solid"/>
              </a:ln>
            </p:spPr>
          </p:sp>
          <p:sp>
            <p:nvSpPr>
              <p:cNvPr id="2296" name="four:time-step-strips:time-strip-tᵢ-cell-41:2019"/>
              <p:cNvSpPr>
                <a:spLocks noGrp="1"/>
              </p:cNvSpPr>
              <p:nvPr/>
            </p:nvSpPr>
            <p:spPr>
              <a:xfrm>
                <a:off x="21871285" y="3009900"/>
                <a:ext cx="15379" cy="276225"/>
              </a:xfrm>
              <a:prstGeom prst="rect">
                <a:avLst/>
              </a:prstGeom>
              <a:solidFill>
                <a:srgbClr val="DCE8ED"/>
              </a:solidFill>
              <a:ln w="0">
                <a:noFill/>
                <a:prstDash val="solid"/>
              </a:ln>
            </p:spPr>
          </p:sp>
          <p:sp>
            <p:nvSpPr>
              <p:cNvPr id="2297" name="four:time-step-strips:time-strip-tᵢ-cell-42:2020"/>
              <p:cNvSpPr>
                <a:spLocks noGrp="1"/>
              </p:cNvSpPr>
              <p:nvPr/>
            </p:nvSpPr>
            <p:spPr>
              <a:xfrm>
                <a:off x="21886664" y="3009900"/>
                <a:ext cx="15379" cy="276225"/>
              </a:xfrm>
              <a:prstGeom prst="rect">
                <a:avLst/>
              </a:prstGeom>
              <a:solidFill>
                <a:srgbClr val="DCE8ED"/>
              </a:solidFill>
              <a:ln w="0">
                <a:noFill/>
                <a:prstDash val="solid"/>
              </a:ln>
            </p:spPr>
          </p:sp>
          <p:sp>
            <p:nvSpPr>
              <p:cNvPr id="2298" name="four:time-step-strips:time-strip-tᵢ-cell-43:2021"/>
              <p:cNvSpPr>
                <a:spLocks noGrp="1"/>
              </p:cNvSpPr>
              <p:nvPr/>
            </p:nvSpPr>
            <p:spPr>
              <a:xfrm>
                <a:off x="21902043" y="3009900"/>
                <a:ext cx="15379" cy="276225"/>
              </a:xfrm>
              <a:prstGeom prst="rect">
                <a:avLst/>
              </a:prstGeom>
              <a:solidFill>
                <a:srgbClr val="DCE8ED"/>
              </a:solidFill>
              <a:ln w="0">
                <a:noFill/>
                <a:prstDash val="solid"/>
              </a:ln>
            </p:spPr>
          </p:sp>
          <p:sp>
            <p:nvSpPr>
              <p:cNvPr id="2299" name="four:time-step-strips:time-strip-tᵢ-cell-44:2022"/>
              <p:cNvSpPr>
                <a:spLocks noGrp="1"/>
              </p:cNvSpPr>
              <p:nvPr/>
            </p:nvSpPr>
            <p:spPr>
              <a:xfrm>
                <a:off x="21917422" y="3009900"/>
                <a:ext cx="15379" cy="276225"/>
              </a:xfrm>
              <a:prstGeom prst="rect">
                <a:avLst/>
              </a:prstGeom>
              <a:solidFill>
                <a:srgbClr val="DCE8ED"/>
              </a:solidFill>
              <a:ln w="0">
                <a:noFill/>
                <a:prstDash val="solid"/>
              </a:ln>
            </p:spPr>
          </p:sp>
          <p:sp>
            <p:nvSpPr>
              <p:cNvPr id="2300" name="four:time-step-strips:time-strip-tᵢ-cell-45:2023"/>
              <p:cNvSpPr>
                <a:spLocks noGrp="1"/>
              </p:cNvSpPr>
              <p:nvPr/>
            </p:nvSpPr>
            <p:spPr>
              <a:xfrm>
                <a:off x="21932801" y="3009900"/>
                <a:ext cx="15379" cy="276225"/>
              </a:xfrm>
              <a:prstGeom prst="rect">
                <a:avLst/>
              </a:prstGeom>
              <a:solidFill>
                <a:srgbClr val="DCE8ED"/>
              </a:solidFill>
              <a:ln w="0">
                <a:noFill/>
                <a:prstDash val="solid"/>
              </a:ln>
            </p:spPr>
          </p:sp>
          <p:sp>
            <p:nvSpPr>
              <p:cNvPr id="2301" name="four:time-step-strips:time-strip-tᵢ-cell-46:2024"/>
              <p:cNvSpPr>
                <a:spLocks noGrp="1"/>
              </p:cNvSpPr>
              <p:nvPr/>
            </p:nvSpPr>
            <p:spPr>
              <a:xfrm>
                <a:off x="21948180" y="3009900"/>
                <a:ext cx="15379" cy="276225"/>
              </a:xfrm>
              <a:prstGeom prst="rect">
                <a:avLst/>
              </a:prstGeom>
              <a:solidFill>
                <a:srgbClr val="DCE8ED"/>
              </a:solidFill>
              <a:ln w="0">
                <a:noFill/>
                <a:prstDash val="solid"/>
              </a:ln>
            </p:spPr>
          </p:sp>
          <p:sp>
            <p:nvSpPr>
              <p:cNvPr id="2302" name="four:time-step-strips:time-strip-tᵢ-cell-47:2025"/>
              <p:cNvSpPr>
                <a:spLocks noGrp="1"/>
              </p:cNvSpPr>
              <p:nvPr/>
            </p:nvSpPr>
            <p:spPr>
              <a:xfrm>
                <a:off x="21963559" y="3009900"/>
                <a:ext cx="15379" cy="276225"/>
              </a:xfrm>
              <a:prstGeom prst="rect">
                <a:avLst/>
              </a:prstGeom>
              <a:solidFill>
                <a:srgbClr val="DCE8ED"/>
              </a:solidFill>
              <a:ln w="0">
                <a:noFill/>
                <a:prstDash val="solid"/>
              </a:ln>
            </p:spPr>
          </p:sp>
          <p:sp>
            <p:nvSpPr>
              <p:cNvPr id="2303" name="four:time-step-strips:time-strip-tᵢ-cell-48:2026"/>
              <p:cNvSpPr>
                <a:spLocks noGrp="1"/>
              </p:cNvSpPr>
              <p:nvPr/>
            </p:nvSpPr>
            <p:spPr>
              <a:xfrm>
                <a:off x="21978938" y="3009900"/>
                <a:ext cx="15379" cy="276225"/>
              </a:xfrm>
              <a:prstGeom prst="rect">
                <a:avLst/>
              </a:prstGeom>
              <a:solidFill>
                <a:srgbClr val="DCE8ED"/>
              </a:solidFill>
              <a:ln w="0">
                <a:noFill/>
                <a:prstDash val="solid"/>
              </a:ln>
            </p:spPr>
          </p:sp>
          <p:sp>
            <p:nvSpPr>
              <p:cNvPr id="2304" name="four:time-step-strips:time-strip-tᵢ-cell-49:2027"/>
              <p:cNvSpPr>
                <a:spLocks noGrp="1"/>
              </p:cNvSpPr>
              <p:nvPr/>
            </p:nvSpPr>
            <p:spPr>
              <a:xfrm>
                <a:off x="21994316" y="3009900"/>
                <a:ext cx="15379" cy="276225"/>
              </a:xfrm>
              <a:prstGeom prst="rect">
                <a:avLst/>
              </a:prstGeom>
              <a:solidFill>
                <a:srgbClr val="DCE8ED"/>
              </a:solidFill>
              <a:ln w="0">
                <a:noFill/>
                <a:prstDash val="solid"/>
              </a:ln>
            </p:spPr>
          </p:sp>
          <p:sp>
            <p:nvSpPr>
              <p:cNvPr id="2305" name="four:time-step-strips:time-strip-tᵢ-cell-50:2028"/>
              <p:cNvSpPr>
                <a:spLocks noGrp="1"/>
              </p:cNvSpPr>
              <p:nvPr/>
            </p:nvSpPr>
            <p:spPr>
              <a:xfrm>
                <a:off x="22009695" y="3009900"/>
                <a:ext cx="15379" cy="276225"/>
              </a:xfrm>
              <a:prstGeom prst="rect">
                <a:avLst/>
              </a:prstGeom>
              <a:solidFill>
                <a:srgbClr val="DCE8ED"/>
              </a:solidFill>
              <a:ln w="0">
                <a:noFill/>
                <a:prstDash val="solid"/>
              </a:ln>
            </p:spPr>
          </p:sp>
          <p:sp>
            <p:nvSpPr>
              <p:cNvPr id="2306" name="four:time-step-strips:time-strip-tᵢ-cell-51:2029"/>
              <p:cNvSpPr>
                <a:spLocks noGrp="1"/>
              </p:cNvSpPr>
              <p:nvPr/>
            </p:nvSpPr>
            <p:spPr>
              <a:xfrm>
                <a:off x="22025074" y="3009900"/>
                <a:ext cx="15379" cy="276225"/>
              </a:xfrm>
              <a:prstGeom prst="rect">
                <a:avLst/>
              </a:prstGeom>
              <a:solidFill>
                <a:srgbClr val="DCE8ED"/>
              </a:solidFill>
              <a:ln w="0">
                <a:noFill/>
                <a:prstDash val="solid"/>
              </a:ln>
            </p:spPr>
          </p:sp>
          <p:sp>
            <p:nvSpPr>
              <p:cNvPr id="2307" name="four:time-step-strips:time-strip-tᵢ-cell-52:2030"/>
              <p:cNvSpPr>
                <a:spLocks noGrp="1"/>
              </p:cNvSpPr>
              <p:nvPr/>
            </p:nvSpPr>
            <p:spPr>
              <a:xfrm>
                <a:off x="22040453" y="3009900"/>
                <a:ext cx="15379" cy="276225"/>
              </a:xfrm>
              <a:prstGeom prst="rect">
                <a:avLst/>
              </a:prstGeom>
              <a:solidFill>
                <a:srgbClr val="DCE8ED"/>
              </a:solidFill>
              <a:ln w="0">
                <a:noFill/>
                <a:prstDash val="solid"/>
              </a:ln>
            </p:spPr>
          </p:sp>
          <p:sp>
            <p:nvSpPr>
              <p:cNvPr id="2308" name="four:time-step-strips:time-strip-tᵢ-cell-53:2031"/>
              <p:cNvSpPr>
                <a:spLocks noGrp="1"/>
              </p:cNvSpPr>
              <p:nvPr/>
            </p:nvSpPr>
            <p:spPr>
              <a:xfrm>
                <a:off x="22055832" y="3009900"/>
                <a:ext cx="15379" cy="276225"/>
              </a:xfrm>
              <a:prstGeom prst="rect">
                <a:avLst/>
              </a:prstGeom>
              <a:solidFill>
                <a:srgbClr val="DCE8ED"/>
              </a:solidFill>
              <a:ln w="0">
                <a:noFill/>
                <a:prstDash val="solid"/>
              </a:ln>
            </p:spPr>
          </p:sp>
          <p:sp>
            <p:nvSpPr>
              <p:cNvPr id="2309" name="four:time-step-strips:time-strip-tᵢ-cell-54:2032"/>
              <p:cNvSpPr>
                <a:spLocks noGrp="1"/>
              </p:cNvSpPr>
              <p:nvPr/>
            </p:nvSpPr>
            <p:spPr>
              <a:xfrm>
                <a:off x="22071211" y="3009900"/>
                <a:ext cx="15379" cy="276225"/>
              </a:xfrm>
              <a:prstGeom prst="rect">
                <a:avLst/>
              </a:prstGeom>
              <a:solidFill>
                <a:srgbClr val="DCE8ED"/>
              </a:solidFill>
              <a:ln w="0">
                <a:noFill/>
                <a:prstDash val="solid"/>
              </a:ln>
            </p:spPr>
          </p:sp>
          <p:sp>
            <p:nvSpPr>
              <p:cNvPr id="2310" name="four:time-step-strips:time-strip-tᵢ-cell-55:2033"/>
              <p:cNvSpPr>
                <a:spLocks noGrp="1"/>
              </p:cNvSpPr>
              <p:nvPr/>
            </p:nvSpPr>
            <p:spPr>
              <a:xfrm>
                <a:off x="22086590" y="3009900"/>
                <a:ext cx="15379" cy="276225"/>
              </a:xfrm>
              <a:prstGeom prst="rect">
                <a:avLst/>
              </a:prstGeom>
              <a:solidFill>
                <a:srgbClr val="DBE7EC"/>
              </a:solidFill>
              <a:ln w="0">
                <a:noFill/>
                <a:prstDash val="solid"/>
              </a:ln>
            </p:spPr>
          </p:sp>
          <p:sp>
            <p:nvSpPr>
              <p:cNvPr id="2311" name="four:time-step-strips:time-strip-tᵢ-cell-56:2034"/>
              <p:cNvSpPr>
                <a:spLocks noGrp="1"/>
              </p:cNvSpPr>
              <p:nvPr/>
            </p:nvSpPr>
            <p:spPr>
              <a:xfrm>
                <a:off x="22101969" y="3009900"/>
                <a:ext cx="15379" cy="276225"/>
              </a:xfrm>
              <a:prstGeom prst="rect">
                <a:avLst/>
              </a:prstGeom>
              <a:solidFill>
                <a:srgbClr val="D5DDE7"/>
              </a:solidFill>
              <a:ln w="0">
                <a:noFill/>
                <a:prstDash val="solid"/>
              </a:ln>
            </p:spPr>
          </p:sp>
          <p:sp>
            <p:nvSpPr>
              <p:cNvPr id="2312" name="four:time-step-strips:time-strip-tᵢ-cell-57:2035"/>
              <p:cNvSpPr>
                <a:spLocks noGrp="1"/>
              </p:cNvSpPr>
              <p:nvPr/>
            </p:nvSpPr>
            <p:spPr>
              <a:xfrm>
                <a:off x="22117348" y="3009900"/>
                <a:ext cx="15379" cy="276225"/>
              </a:xfrm>
              <a:prstGeom prst="rect">
                <a:avLst/>
              </a:prstGeom>
              <a:solidFill>
                <a:srgbClr val="A3D5CD"/>
              </a:solidFill>
              <a:ln w="0">
                <a:noFill/>
                <a:prstDash val="solid"/>
              </a:ln>
            </p:spPr>
          </p:sp>
          <p:sp>
            <p:nvSpPr>
              <p:cNvPr id="2313" name="four:time-step-strips:time-strip-tᵢ-cell-58:2036"/>
              <p:cNvSpPr>
                <a:spLocks noGrp="1"/>
              </p:cNvSpPr>
              <p:nvPr/>
            </p:nvSpPr>
            <p:spPr>
              <a:xfrm>
                <a:off x="22132727" y="3009900"/>
                <a:ext cx="15379" cy="276225"/>
              </a:xfrm>
              <a:prstGeom prst="rect">
                <a:avLst/>
              </a:prstGeom>
              <a:solidFill>
                <a:srgbClr val="7BC7B7"/>
              </a:solidFill>
              <a:ln w="0">
                <a:noFill/>
                <a:prstDash val="solid"/>
              </a:ln>
            </p:spPr>
          </p:sp>
          <p:sp>
            <p:nvSpPr>
              <p:cNvPr id="2314" name="four:time-step-strips:time-strip-tᵢ-cell-59:2037"/>
              <p:cNvSpPr>
                <a:spLocks noGrp="1"/>
              </p:cNvSpPr>
              <p:nvPr/>
            </p:nvSpPr>
            <p:spPr>
              <a:xfrm>
                <a:off x="22148105" y="3009900"/>
                <a:ext cx="15379" cy="276225"/>
              </a:xfrm>
              <a:prstGeom prst="rect">
                <a:avLst/>
              </a:prstGeom>
              <a:solidFill>
                <a:srgbClr val="50B9A0"/>
              </a:solidFill>
              <a:ln w="0">
                <a:noFill/>
                <a:prstDash val="solid"/>
              </a:ln>
            </p:spPr>
          </p:sp>
          <p:sp>
            <p:nvSpPr>
              <p:cNvPr id="2315" name="four:time-step-strips:time-strip-tᵢ-cell-60:2038"/>
              <p:cNvSpPr>
                <a:spLocks noGrp="1"/>
              </p:cNvSpPr>
              <p:nvPr/>
            </p:nvSpPr>
            <p:spPr>
              <a:xfrm>
                <a:off x="22163484" y="3009900"/>
                <a:ext cx="15379" cy="276225"/>
              </a:xfrm>
              <a:prstGeom prst="rect">
                <a:avLst/>
              </a:prstGeom>
              <a:solidFill>
                <a:srgbClr val="2BAC8B"/>
              </a:solidFill>
              <a:ln w="0">
                <a:noFill/>
                <a:prstDash val="solid"/>
              </a:ln>
            </p:spPr>
          </p:sp>
          <p:sp>
            <p:nvSpPr>
              <p:cNvPr id="2316" name="four:time-step-strips:time-strip-tᵢ-cell-61:2039"/>
              <p:cNvSpPr>
                <a:spLocks noGrp="1"/>
              </p:cNvSpPr>
              <p:nvPr/>
            </p:nvSpPr>
            <p:spPr>
              <a:xfrm>
                <a:off x="22178863" y="3009900"/>
                <a:ext cx="15379" cy="276225"/>
              </a:xfrm>
              <a:prstGeom prst="rect">
                <a:avLst/>
              </a:prstGeom>
              <a:solidFill>
                <a:srgbClr val="0DA27A"/>
              </a:solidFill>
              <a:ln w="0">
                <a:noFill/>
                <a:prstDash val="solid"/>
              </a:ln>
            </p:spPr>
          </p:sp>
          <p:sp>
            <p:nvSpPr>
              <p:cNvPr id="2317" name="four:time-step-strips:time-strip-tᵢ-cell-62:2040"/>
              <p:cNvSpPr>
                <a:spLocks noGrp="1"/>
              </p:cNvSpPr>
              <p:nvPr/>
            </p:nvSpPr>
            <p:spPr>
              <a:xfrm>
                <a:off x="22194242" y="3009900"/>
                <a:ext cx="15379" cy="276225"/>
              </a:xfrm>
              <a:prstGeom prst="rect">
                <a:avLst/>
              </a:prstGeom>
              <a:solidFill>
                <a:srgbClr val="009E73"/>
              </a:solidFill>
              <a:ln w="0">
                <a:noFill/>
                <a:prstDash val="solid"/>
              </a:ln>
            </p:spPr>
          </p:sp>
          <p:sp>
            <p:nvSpPr>
              <p:cNvPr id="2318" name="four:time-step-strips:time-strip-tᵢ-cell-63:2041"/>
              <p:cNvSpPr>
                <a:spLocks noGrp="1"/>
              </p:cNvSpPr>
              <p:nvPr/>
            </p:nvSpPr>
            <p:spPr>
              <a:xfrm>
                <a:off x="22209621" y="3009900"/>
                <a:ext cx="15379" cy="276225"/>
              </a:xfrm>
              <a:prstGeom prst="rect">
                <a:avLst/>
              </a:prstGeom>
              <a:solidFill>
                <a:srgbClr val="009E73"/>
              </a:solidFill>
              <a:ln w="0">
                <a:noFill/>
                <a:prstDash val="solid"/>
              </a:ln>
            </p:spPr>
          </p:sp>
          <p:sp>
            <p:nvSpPr>
              <p:cNvPr id="2319" name="four:time-step-strips:time-strip-tᵢ-cell-64:2042"/>
              <p:cNvSpPr>
                <a:spLocks noGrp="1"/>
              </p:cNvSpPr>
              <p:nvPr/>
            </p:nvSpPr>
            <p:spPr>
              <a:xfrm>
                <a:off x="22225000" y="3009900"/>
                <a:ext cx="15379" cy="276225"/>
              </a:xfrm>
              <a:prstGeom prst="rect">
                <a:avLst/>
              </a:prstGeom>
              <a:solidFill>
                <a:srgbClr val="009E73"/>
              </a:solidFill>
              <a:ln w="0">
                <a:noFill/>
                <a:prstDash val="solid"/>
              </a:ln>
            </p:spPr>
          </p:sp>
          <p:sp>
            <p:nvSpPr>
              <p:cNvPr id="2320" name="four:time-step-strips:time-strip-tᵢ-cell-65:2043"/>
              <p:cNvSpPr>
                <a:spLocks noGrp="1"/>
              </p:cNvSpPr>
              <p:nvPr/>
            </p:nvSpPr>
            <p:spPr>
              <a:xfrm>
                <a:off x="22240379" y="3009900"/>
                <a:ext cx="15379" cy="276225"/>
              </a:xfrm>
              <a:prstGeom prst="rect">
                <a:avLst/>
              </a:prstGeom>
              <a:solidFill>
                <a:srgbClr val="009E73"/>
              </a:solidFill>
              <a:ln w="0">
                <a:noFill/>
                <a:prstDash val="solid"/>
              </a:ln>
            </p:spPr>
          </p:sp>
          <p:sp>
            <p:nvSpPr>
              <p:cNvPr id="2321" name="four:time-step-strips:time-strip-tᵢ-cell-66:2044"/>
              <p:cNvSpPr>
                <a:spLocks noGrp="1"/>
              </p:cNvSpPr>
              <p:nvPr/>
            </p:nvSpPr>
            <p:spPr>
              <a:xfrm>
                <a:off x="22255758" y="3009900"/>
                <a:ext cx="15379" cy="276225"/>
              </a:xfrm>
              <a:prstGeom prst="rect">
                <a:avLst/>
              </a:prstGeom>
              <a:solidFill>
                <a:srgbClr val="009E73"/>
              </a:solidFill>
              <a:ln w="0">
                <a:noFill/>
                <a:prstDash val="solid"/>
              </a:ln>
            </p:spPr>
          </p:sp>
          <p:sp>
            <p:nvSpPr>
              <p:cNvPr id="2322" name="four:time-step-strips:time-strip-tᵢ-cell-67:2045"/>
              <p:cNvSpPr>
                <a:spLocks noGrp="1"/>
              </p:cNvSpPr>
              <p:nvPr/>
            </p:nvSpPr>
            <p:spPr>
              <a:xfrm>
                <a:off x="22271137" y="3009900"/>
                <a:ext cx="15379" cy="276225"/>
              </a:xfrm>
              <a:prstGeom prst="rect">
                <a:avLst/>
              </a:prstGeom>
              <a:solidFill>
                <a:srgbClr val="009E73"/>
              </a:solidFill>
              <a:ln w="0">
                <a:noFill/>
                <a:prstDash val="solid"/>
              </a:ln>
            </p:spPr>
          </p:sp>
          <p:sp>
            <p:nvSpPr>
              <p:cNvPr id="2323" name="four:time-step-strips:time-strip-tᵢ-cell-68:2046"/>
              <p:cNvSpPr>
                <a:spLocks noGrp="1"/>
              </p:cNvSpPr>
              <p:nvPr/>
            </p:nvSpPr>
            <p:spPr>
              <a:xfrm>
                <a:off x="22286516" y="3009900"/>
                <a:ext cx="15379" cy="276225"/>
              </a:xfrm>
              <a:prstGeom prst="rect">
                <a:avLst/>
              </a:prstGeom>
              <a:solidFill>
                <a:srgbClr val="009E73"/>
              </a:solidFill>
              <a:ln w="0">
                <a:noFill/>
                <a:prstDash val="solid"/>
              </a:ln>
            </p:spPr>
          </p:sp>
          <p:sp>
            <p:nvSpPr>
              <p:cNvPr id="2324" name="four:time-step-strips:time-strip-tᵢ-cell-69:2047"/>
              <p:cNvSpPr>
                <a:spLocks noGrp="1"/>
              </p:cNvSpPr>
              <p:nvPr/>
            </p:nvSpPr>
            <p:spPr>
              <a:xfrm>
                <a:off x="22301895" y="3009900"/>
                <a:ext cx="15379" cy="276225"/>
              </a:xfrm>
              <a:prstGeom prst="rect">
                <a:avLst/>
              </a:prstGeom>
              <a:solidFill>
                <a:srgbClr val="009E73"/>
              </a:solidFill>
              <a:ln w="0">
                <a:noFill/>
                <a:prstDash val="solid"/>
              </a:ln>
            </p:spPr>
          </p:sp>
          <p:sp>
            <p:nvSpPr>
              <p:cNvPr id="2325" name="four:time-step-strips:time-strip-tᵢ-cell-70:2048"/>
              <p:cNvSpPr>
                <a:spLocks noGrp="1"/>
              </p:cNvSpPr>
              <p:nvPr/>
            </p:nvSpPr>
            <p:spPr>
              <a:xfrm>
                <a:off x="22317273" y="3009900"/>
                <a:ext cx="15379" cy="276225"/>
              </a:xfrm>
              <a:prstGeom prst="rect">
                <a:avLst/>
              </a:prstGeom>
              <a:solidFill>
                <a:srgbClr val="009E73"/>
              </a:solidFill>
              <a:ln w="0">
                <a:noFill/>
                <a:prstDash val="solid"/>
              </a:ln>
            </p:spPr>
          </p:sp>
          <p:sp>
            <p:nvSpPr>
              <p:cNvPr id="2326" name="four:time-step-strips:time-strip-tᵢ-cell-71:2049"/>
              <p:cNvSpPr>
                <a:spLocks noGrp="1"/>
              </p:cNvSpPr>
              <p:nvPr/>
            </p:nvSpPr>
            <p:spPr>
              <a:xfrm>
                <a:off x="22332652" y="3009900"/>
                <a:ext cx="15379" cy="276225"/>
              </a:xfrm>
              <a:prstGeom prst="rect">
                <a:avLst/>
              </a:prstGeom>
              <a:solidFill>
                <a:srgbClr val="009E73"/>
              </a:solidFill>
              <a:ln w="0">
                <a:noFill/>
                <a:prstDash val="solid"/>
              </a:ln>
            </p:spPr>
          </p:sp>
          <p:sp>
            <p:nvSpPr>
              <p:cNvPr id="2327" name="four:time-step-strips:time-strip-tᵢ-cell-72:2050"/>
              <p:cNvSpPr>
                <a:spLocks noGrp="1"/>
              </p:cNvSpPr>
              <p:nvPr/>
            </p:nvSpPr>
            <p:spPr>
              <a:xfrm>
                <a:off x="22348031" y="3009900"/>
                <a:ext cx="15379" cy="276225"/>
              </a:xfrm>
              <a:prstGeom prst="rect">
                <a:avLst/>
              </a:prstGeom>
              <a:solidFill>
                <a:srgbClr val="009E73"/>
              </a:solidFill>
              <a:ln w="0">
                <a:noFill/>
                <a:prstDash val="solid"/>
              </a:ln>
            </p:spPr>
          </p:sp>
          <p:sp>
            <p:nvSpPr>
              <p:cNvPr id="2328" name="four:time-step-strips:time-strip-tᵢ-cell-73:2051"/>
              <p:cNvSpPr>
                <a:spLocks noGrp="1"/>
              </p:cNvSpPr>
              <p:nvPr/>
            </p:nvSpPr>
            <p:spPr>
              <a:xfrm>
                <a:off x="22363410" y="3009900"/>
                <a:ext cx="15379" cy="276225"/>
              </a:xfrm>
              <a:prstGeom prst="rect">
                <a:avLst/>
              </a:prstGeom>
              <a:solidFill>
                <a:srgbClr val="009E73"/>
              </a:solidFill>
              <a:ln w="0">
                <a:noFill/>
                <a:prstDash val="solid"/>
              </a:ln>
            </p:spPr>
          </p:sp>
          <p:sp>
            <p:nvSpPr>
              <p:cNvPr id="2329" name="four:time-step-strips:time-strip-tᵢ-cell-74:2052"/>
              <p:cNvSpPr>
                <a:spLocks noGrp="1"/>
              </p:cNvSpPr>
              <p:nvPr/>
            </p:nvSpPr>
            <p:spPr>
              <a:xfrm>
                <a:off x="22378789" y="3009900"/>
                <a:ext cx="15379" cy="276225"/>
              </a:xfrm>
              <a:prstGeom prst="rect">
                <a:avLst/>
              </a:prstGeom>
              <a:solidFill>
                <a:srgbClr val="009E73"/>
              </a:solidFill>
              <a:ln w="0">
                <a:noFill/>
                <a:prstDash val="solid"/>
              </a:ln>
            </p:spPr>
          </p:sp>
          <p:sp>
            <p:nvSpPr>
              <p:cNvPr id="2330" name="four:time-step-strips:time-strip-tᵢ-cell-75:2053"/>
              <p:cNvSpPr>
                <a:spLocks noGrp="1"/>
              </p:cNvSpPr>
              <p:nvPr/>
            </p:nvSpPr>
            <p:spPr>
              <a:xfrm>
                <a:off x="22394168" y="3009900"/>
                <a:ext cx="15379" cy="276225"/>
              </a:xfrm>
              <a:prstGeom prst="rect">
                <a:avLst/>
              </a:prstGeom>
              <a:solidFill>
                <a:srgbClr val="009E73"/>
              </a:solidFill>
              <a:ln w="0">
                <a:noFill/>
                <a:prstDash val="solid"/>
              </a:ln>
            </p:spPr>
          </p:sp>
          <p:sp>
            <p:nvSpPr>
              <p:cNvPr id="2331" name="four:time-step-strips:time-strip-tᵢ-cell-76:2054"/>
              <p:cNvSpPr>
                <a:spLocks noGrp="1"/>
              </p:cNvSpPr>
              <p:nvPr/>
            </p:nvSpPr>
            <p:spPr>
              <a:xfrm>
                <a:off x="22409547" y="3009900"/>
                <a:ext cx="15379" cy="276225"/>
              </a:xfrm>
              <a:prstGeom prst="rect">
                <a:avLst/>
              </a:prstGeom>
              <a:solidFill>
                <a:srgbClr val="009E73"/>
              </a:solidFill>
              <a:ln w="0">
                <a:noFill/>
                <a:prstDash val="solid"/>
              </a:ln>
            </p:spPr>
          </p:sp>
          <p:sp>
            <p:nvSpPr>
              <p:cNvPr id="2332" name="four:time-step-strips:time-strip-tᵢ-cell-77:2055"/>
              <p:cNvSpPr>
                <a:spLocks noGrp="1"/>
              </p:cNvSpPr>
              <p:nvPr/>
            </p:nvSpPr>
            <p:spPr>
              <a:xfrm>
                <a:off x="22424926" y="3009900"/>
                <a:ext cx="15379" cy="276225"/>
              </a:xfrm>
              <a:prstGeom prst="rect">
                <a:avLst/>
              </a:prstGeom>
              <a:solidFill>
                <a:srgbClr val="009E73"/>
              </a:solidFill>
              <a:ln w="0">
                <a:noFill/>
                <a:prstDash val="solid"/>
              </a:ln>
            </p:spPr>
          </p:sp>
          <p:sp>
            <p:nvSpPr>
              <p:cNvPr id="2333" name="four:time-step-strips:time-strip-tᵢ-cell-78:2056"/>
              <p:cNvSpPr>
                <a:spLocks noGrp="1"/>
              </p:cNvSpPr>
              <p:nvPr/>
            </p:nvSpPr>
            <p:spPr>
              <a:xfrm>
                <a:off x="22440305" y="3009900"/>
                <a:ext cx="15379" cy="276225"/>
              </a:xfrm>
              <a:prstGeom prst="rect">
                <a:avLst/>
              </a:prstGeom>
              <a:solidFill>
                <a:srgbClr val="009E73"/>
              </a:solidFill>
              <a:ln w="0">
                <a:noFill/>
                <a:prstDash val="solid"/>
              </a:ln>
            </p:spPr>
          </p:sp>
          <p:sp>
            <p:nvSpPr>
              <p:cNvPr id="2334" name="four:time-step-strips:time-strip-tᵢ-cell-79:2057"/>
              <p:cNvSpPr>
                <a:spLocks noGrp="1"/>
              </p:cNvSpPr>
              <p:nvPr/>
            </p:nvSpPr>
            <p:spPr>
              <a:xfrm>
                <a:off x="22455684" y="3009900"/>
                <a:ext cx="15379" cy="276225"/>
              </a:xfrm>
              <a:prstGeom prst="rect">
                <a:avLst/>
              </a:prstGeom>
              <a:solidFill>
                <a:srgbClr val="029F74"/>
              </a:solidFill>
              <a:ln w="0">
                <a:noFill/>
                <a:prstDash val="solid"/>
              </a:ln>
            </p:spPr>
          </p:sp>
          <p:sp>
            <p:nvSpPr>
              <p:cNvPr id="2335" name="four:time-step-strips:time-strip-tᵢ-cell-80:2058"/>
              <p:cNvSpPr>
                <a:spLocks noGrp="1"/>
              </p:cNvSpPr>
              <p:nvPr/>
            </p:nvSpPr>
            <p:spPr>
              <a:xfrm>
                <a:off x="22471063" y="3009900"/>
                <a:ext cx="15379" cy="276225"/>
              </a:xfrm>
              <a:prstGeom prst="rect">
                <a:avLst/>
              </a:prstGeom>
              <a:solidFill>
                <a:srgbClr val="0EA37B"/>
              </a:solidFill>
              <a:ln w="0">
                <a:noFill/>
                <a:prstDash val="solid"/>
              </a:ln>
            </p:spPr>
          </p:sp>
          <p:sp>
            <p:nvSpPr>
              <p:cNvPr id="2336" name="four:time-step-strips:time-strip-tᵢ-cell-81:2059"/>
              <p:cNvSpPr>
                <a:spLocks noGrp="1"/>
              </p:cNvSpPr>
              <p:nvPr/>
            </p:nvSpPr>
            <p:spPr>
              <a:xfrm>
                <a:off x="22486441" y="3009900"/>
                <a:ext cx="15379" cy="276225"/>
              </a:xfrm>
              <a:prstGeom prst="rect">
                <a:avLst/>
              </a:prstGeom>
              <a:solidFill>
                <a:srgbClr val="21A985"/>
              </a:solidFill>
              <a:ln w="0">
                <a:noFill/>
                <a:prstDash val="solid"/>
              </a:ln>
            </p:spPr>
          </p:sp>
          <p:sp>
            <p:nvSpPr>
              <p:cNvPr id="2337" name="four:time-step-strips:time-strip-tᵢ-cell-82:2060"/>
              <p:cNvSpPr>
                <a:spLocks noGrp="1"/>
              </p:cNvSpPr>
              <p:nvPr/>
            </p:nvSpPr>
            <p:spPr>
              <a:xfrm>
                <a:off x="22501820" y="3009900"/>
                <a:ext cx="15379" cy="276225"/>
              </a:xfrm>
              <a:prstGeom prst="rect">
                <a:avLst/>
              </a:prstGeom>
              <a:solidFill>
                <a:srgbClr val="39B193"/>
              </a:solidFill>
              <a:ln w="0">
                <a:noFill/>
                <a:prstDash val="solid"/>
              </a:ln>
            </p:spPr>
          </p:sp>
          <p:sp>
            <p:nvSpPr>
              <p:cNvPr id="2338" name="four:time-step-strips:time-strip-tᵢ-cell-83:2061"/>
              <p:cNvSpPr>
                <a:spLocks noGrp="1"/>
              </p:cNvSpPr>
              <p:nvPr/>
            </p:nvSpPr>
            <p:spPr>
              <a:xfrm>
                <a:off x="22517199" y="3009900"/>
                <a:ext cx="15379" cy="276225"/>
              </a:xfrm>
              <a:prstGeom prst="rect">
                <a:avLst/>
              </a:prstGeom>
              <a:solidFill>
                <a:srgbClr val="53BAA1"/>
              </a:solidFill>
              <a:ln w="0">
                <a:noFill/>
                <a:prstDash val="solid"/>
              </a:ln>
            </p:spPr>
          </p:sp>
          <p:sp>
            <p:nvSpPr>
              <p:cNvPr id="2339" name="four:time-step-strips:time-strip-tᵢ-cell-84:2062"/>
              <p:cNvSpPr>
                <a:spLocks noGrp="1"/>
              </p:cNvSpPr>
              <p:nvPr/>
            </p:nvSpPr>
            <p:spPr>
              <a:xfrm>
                <a:off x="22532578" y="3009900"/>
                <a:ext cx="15379" cy="276225"/>
              </a:xfrm>
              <a:prstGeom prst="rect">
                <a:avLst/>
              </a:prstGeom>
              <a:solidFill>
                <a:srgbClr val="67C1AC"/>
              </a:solidFill>
              <a:ln w="0">
                <a:noFill/>
                <a:prstDash val="solid"/>
              </a:ln>
            </p:spPr>
          </p:sp>
          <p:sp>
            <p:nvSpPr>
              <p:cNvPr id="2340" name="four:time-step-strips:time-strip-tᵢ-cell-85:2063"/>
              <p:cNvSpPr>
                <a:spLocks noGrp="1"/>
              </p:cNvSpPr>
              <p:nvPr/>
            </p:nvSpPr>
            <p:spPr>
              <a:xfrm>
                <a:off x="22547957" y="3009900"/>
                <a:ext cx="15379" cy="276225"/>
              </a:xfrm>
              <a:prstGeom prst="rect">
                <a:avLst/>
              </a:prstGeom>
              <a:solidFill>
                <a:srgbClr val="79C7B6"/>
              </a:solidFill>
              <a:ln w="0">
                <a:noFill/>
                <a:prstDash val="solid"/>
              </a:ln>
            </p:spPr>
          </p:sp>
          <p:sp>
            <p:nvSpPr>
              <p:cNvPr id="2341" name="four:time-step-strips:time-strip-tᵢ-cell-86:2064"/>
              <p:cNvSpPr>
                <a:spLocks noGrp="1"/>
              </p:cNvSpPr>
              <p:nvPr/>
            </p:nvSpPr>
            <p:spPr>
              <a:xfrm>
                <a:off x="22563336" y="3009900"/>
                <a:ext cx="15379" cy="276225"/>
              </a:xfrm>
              <a:prstGeom prst="rect">
                <a:avLst/>
              </a:prstGeom>
              <a:solidFill>
                <a:srgbClr val="81C9BA"/>
              </a:solidFill>
              <a:ln w="0">
                <a:noFill/>
                <a:prstDash val="solid"/>
              </a:ln>
            </p:spPr>
          </p:sp>
          <p:sp>
            <p:nvSpPr>
              <p:cNvPr id="2342" name="four:time-step-strips:time-strip-tᵢ-cell-87:2065"/>
              <p:cNvSpPr>
                <a:spLocks noGrp="1"/>
              </p:cNvSpPr>
              <p:nvPr/>
            </p:nvSpPr>
            <p:spPr>
              <a:xfrm>
                <a:off x="22578715" y="3009900"/>
                <a:ext cx="15379" cy="276225"/>
              </a:xfrm>
              <a:prstGeom prst="rect">
                <a:avLst/>
              </a:prstGeom>
              <a:solidFill>
                <a:srgbClr val="81C9BA"/>
              </a:solidFill>
              <a:ln w="0">
                <a:noFill/>
                <a:prstDash val="solid"/>
              </a:ln>
            </p:spPr>
          </p:sp>
          <p:sp>
            <p:nvSpPr>
              <p:cNvPr id="2343" name="four:time-step-strips:time-strip-tᵢ-cell-88:2066"/>
              <p:cNvSpPr>
                <a:spLocks noGrp="1"/>
              </p:cNvSpPr>
              <p:nvPr/>
            </p:nvSpPr>
            <p:spPr>
              <a:xfrm>
                <a:off x="22594094" y="3009900"/>
                <a:ext cx="15379" cy="276225"/>
              </a:xfrm>
              <a:prstGeom prst="rect">
                <a:avLst/>
              </a:prstGeom>
              <a:solidFill>
                <a:srgbClr val="81C9BA"/>
              </a:solidFill>
              <a:ln w="0">
                <a:noFill/>
                <a:prstDash val="solid"/>
              </a:ln>
            </p:spPr>
          </p:sp>
          <p:sp>
            <p:nvSpPr>
              <p:cNvPr id="2344" name="four:time-step-strips:time-strip-tᵢ-cell-89:2067"/>
              <p:cNvSpPr>
                <a:spLocks noGrp="1"/>
              </p:cNvSpPr>
              <p:nvPr/>
            </p:nvSpPr>
            <p:spPr>
              <a:xfrm>
                <a:off x="22609473" y="3009900"/>
                <a:ext cx="15379" cy="276225"/>
              </a:xfrm>
              <a:prstGeom prst="rect">
                <a:avLst/>
              </a:prstGeom>
              <a:solidFill>
                <a:srgbClr val="81C9BA"/>
              </a:solidFill>
              <a:ln w="0">
                <a:noFill/>
                <a:prstDash val="solid"/>
              </a:ln>
            </p:spPr>
          </p:sp>
          <p:sp>
            <p:nvSpPr>
              <p:cNvPr id="2345" name="four:time-step-strips:time-strip-tᵢ-cell-90:2068"/>
              <p:cNvSpPr>
                <a:spLocks noGrp="1"/>
              </p:cNvSpPr>
              <p:nvPr/>
            </p:nvSpPr>
            <p:spPr>
              <a:xfrm>
                <a:off x="22624852" y="3009900"/>
                <a:ext cx="15379" cy="276225"/>
              </a:xfrm>
              <a:prstGeom prst="rect">
                <a:avLst/>
              </a:prstGeom>
              <a:solidFill>
                <a:srgbClr val="81C9BA"/>
              </a:solidFill>
              <a:ln w="0">
                <a:noFill/>
                <a:prstDash val="solid"/>
              </a:ln>
            </p:spPr>
          </p:sp>
          <p:sp>
            <p:nvSpPr>
              <p:cNvPr id="2346" name="four:time-step-strips:time-strip-tᵢ-cell-91:2069"/>
              <p:cNvSpPr>
                <a:spLocks noGrp="1"/>
              </p:cNvSpPr>
              <p:nvPr/>
            </p:nvSpPr>
            <p:spPr>
              <a:xfrm>
                <a:off x="22640230" y="3009900"/>
                <a:ext cx="15379" cy="276225"/>
              </a:xfrm>
              <a:prstGeom prst="rect">
                <a:avLst/>
              </a:prstGeom>
              <a:solidFill>
                <a:srgbClr val="81C9BA"/>
              </a:solidFill>
              <a:ln w="0">
                <a:noFill/>
                <a:prstDash val="solid"/>
              </a:ln>
            </p:spPr>
          </p:sp>
          <p:sp>
            <p:nvSpPr>
              <p:cNvPr id="2347" name="four:time-step-strips:time-strip-tᵢ-cell-92:2070"/>
              <p:cNvSpPr>
                <a:spLocks noGrp="1"/>
              </p:cNvSpPr>
              <p:nvPr/>
            </p:nvSpPr>
            <p:spPr>
              <a:xfrm>
                <a:off x="22655609" y="3009900"/>
                <a:ext cx="15379" cy="276225"/>
              </a:xfrm>
              <a:prstGeom prst="rect">
                <a:avLst/>
              </a:prstGeom>
              <a:solidFill>
                <a:srgbClr val="81C9BA"/>
              </a:solidFill>
              <a:ln w="0">
                <a:noFill/>
                <a:prstDash val="solid"/>
              </a:ln>
            </p:spPr>
          </p:sp>
          <p:sp>
            <p:nvSpPr>
              <p:cNvPr id="2348" name="four:time-step-strips:time-strip-tᵢ-cell-93:2071"/>
              <p:cNvSpPr>
                <a:spLocks noGrp="1"/>
              </p:cNvSpPr>
              <p:nvPr/>
            </p:nvSpPr>
            <p:spPr>
              <a:xfrm>
                <a:off x="22670988" y="3009900"/>
                <a:ext cx="15379" cy="276225"/>
              </a:xfrm>
              <a:prstGeom prst="rect">
                <a:avLst/>
              </a:prstGeom>
              <a:solidFill>
                <a:srgbClr val="81C9BA"/>
              </a:solidFill>
              <a:ln w="0">
                <a:noFill/>
                <a:prstDash val="solid"/>
              </a:ln>
            </p:spPr>
          </p:sp>
          <p:sp>
            <p:nvSpPr>
              <p:cNvPr id="2349" name="four:time-step-strips:time-strip-tᵢ-cell-94:2072"/>
              <p:cNvSpPr>
                <a:spLocks noGrp="1"/>
              </p:cNvSpPr>
              <p:nvPr/>
            </p:nvSpPr>
            <p:spPr>
              <a:xfrm>
                <a:off x="22686367" y="3009900"/>
                <a:ext cx="15379" cy="276225"/>
              </a:xfrm>
              <a:prstGeom prst="rect">
                <a:avLst/>
              </a:prstGeom>
              <a:solidFill>
                <a:srgbClr val="81C9BA"/>
              </a:solidFill>
              <a:ln w="0">
                <a:noFill/>
                <a:prstDash val="solid"/>
              </a:ln>
            </p:spPr>
          </p:sp>
          <p:sp>
            <p:nvSpPr>
              <p:cNvPr id="2350" name="four:time-step-strips:time-strip-tᵢ-cell-95:2073"/>
              <p:cNvSpPr>
                <a:spLocks noGrp="1"/>
              </p:cNvSpPr>
              <p:nvPr/>
            </p:nvSpPr>
            <p:spPr>
              <a:xfrm>
                <a:off x="22701746" y="3009900"/>
                <a:ext cx="15379" cy="276225"/>
              </a:xfrm>
              <a:prstGeom prst="rect">
                <a:avLst/>
              </a:prstGeom>
              <a:solidFill>
                <a:srgbClr val="81C9BA"/>
              </a:solidFill>
              <a:ln w="0">
                <a:noFill/>
                <a:prstDash val="solid"/>
              </a:ln>
            </p:spPr>
          </p:sp>
          <p:sp>
            <p:nvSpPr>
              <p:cNvPr id="2351" name="four:time-step-strips:time-strip-tᵢ-cell-96:2074"/>
              <p:cNvSpPr>
                <a:spLocks noGrp="1"/>
              </p:cNvSpPr>
              <p:nvPr/>
            </p:nvSpPr>
            <p:spPr>
              <a:xfrm>
                <a:off x="22717125" y="3009900"/>
                <a:ext cx="15379" cy="276225"/>
              </a:xfrm>
              <a:prstGeom prst="rect">
                <a:avLst/>
              </a:prstGeom>
              <a:solidFill>
                <a:srgbClr val="81C9BA"/>
              </a:solidFill>
              <a:ln w="0">
                <a:noFill/>
                <a:prstDash val="solid"/>
              </a:ln>
            </p:spPr>
          </p:sp>
          <p:sp>
            <p:nvSpPr>
              <p:cNvPr id="2352" name="four:time-step-strips:time-strip-tᵢ-cell-97:2075"/>
              <p:cNvSpPr>
                <a:spLocks noGrp="1"/>
              </p:cNvSpPr>
              <p:nvPr/>
            </p:nvSpPr>
            <p:spPr>
              <a:xfrm>
                <a:off x="22732504" y="3009900"/>
                <a:ext cx="15379" cy="276225"/>
              </a:xfrm>
              <a:prstGeom prst="rect">
                <a:avLst/>
              </a:prstGeom>
              <a:solidFill>
                <a:srgbClr val="81C9BA"/>
              </a:solidFill>
              <a:ln w="0">
                <a:noFill/>
                <a:prstDash val="solid"/>
              </a:ln>
            </p:spPr>
          </p:sp>
          <p:sp>
            <p:nvSpPr>
              <p:cNvPr id="2353" name="four:time-step-strips:time-strip-tᵢ-cell-98:2076"/>
              <p:cNvSpPr>
                <a:spLocks noGrp="1"/>
              </p:cNvSpPr>
              <p:nvPr/>
            </p:nvSpPr>
            <p:spPr>
              <a:xfrm>
                <a:off x="22747883" y="3009900"/>
                <a:ext cx="15379" cy="276225"/>
              </a:xfrm>
              <a:prstGeom prst="rect">
                <a:avLst/>
              </a:prstGeom>
              <a:solidFill>
                <a:srgbClr val="81C9BA"/>
              </a:solidFill>
              <a:ln w="0">
                <a:noFill/>
                <a:prstDash val="solid"/>
              </a:ln>
            </p:spPr>
          </p:sp>
          <p:sp>
            <p:nvSpPr>
              <p:cNvPr id="2354" name="four:time-step-strips:time-strip-tᵢ-cell-99:2077"/>
              <p:cNvSpPr>
                <a:spLocks noGrp="1"/>
              </p:cNvSpPr>
              <p:nvPr/>
            </p:nvSpPr>
            <p:spPr>
              <a:xfrm>
                <a:off x="22763262" y="3009900"/>
                <a:ext cx="15379" cy="276225"/>
              </a:xfrm>
              <a:prstGeom prst="rect">
                <a:avLst/>
              </a:prstGeom>
              <a:solidFill>
                <a:srgbClr val="81C9BA"/>
              </a:solidFill>
              <a:ln w="0">
                <a:noFill/>
                <a:prstDash val="solid"/>
              </a:ln>
            </p:spPr>
          </p:sp>
          <p:sp>
            <p:nvSpPr>
              <p:cNvPr id="2355" name="four:time-step-strips:time-strip-tᵢ-cell-100:2078"/>
              <p:cNvSpPr>
                <a:spLocks noGrp="1"/>
              </p:cNvSpPr>
              <p:nvPr/>
            </p:nvSpPr>
            <p:spPr>
              <a:xfrm>
                <a:off x="22778641" y="3009900"/>
                <a:ext cx="15379" cy="276225"/>
              </a:xfrm>
              <a:prstGeom prst="rect">
                <a:avLst/>
              </a:prstGeom>
              <a:solidFill>
                <a:srgbClr val="81C9BA"/>
              </a:solidFill>
              <a:ln w="0">
                <a:noFill/>
                <a:prstDash val="solid"/>
              </a:ln>
            </p:spPr>
          </p:sp>
          <p:sp>
            <p:nvSpPr>
              <p:cNvPr id="2356" name="four:time-step-strips:time-strip-tᵢ-cell-101:2079"/>
              <p:cNvSpPr>
                <a:spLocks noGrp="1"/>
              </p:cNvSpPr>
              <p:nvPr/>
            </p:nvSpPr>
            <p:spPr>
              <a:xfrm>
                <a:off x="22794020" y="3009900"/>
                <a:ext cx="15379" cy="276225"/>
              </a:xfrm>
              <a:prstGeom prst="rect">
                <a:avLst/>
              </a:prstGeom>
              <a:solidFill>
                <a:srgbClr val="81C9BA"/>
              </a:solidFill>
              <a:ln w="0">
                <a:noFill/>
                <a:prstDash val="solid"/>
              </a:ln>
            </p:spPr>
          </p:sp>
          <p:sp>
            <p:nvSpPr>
              <p:cNvPr id="2357" name="four:time-step-strips:time-strip-tᵢ-cell-102:2080"/>
              <p:cNvSpPr>
                <a:spLocks noGrp="1"/>
              </p:cNvSpPr>
              <p:nvPr/>
            </p:nvSpPr>
            <p:spPr>
              <a:xfrm>
                <a:off x="22809398" y="3009900"/>
                <a:ext cx="15379" cy="276225"/>
              </a:xfrm>
              <a:prstGeom prst="rect">
                <a:avLst/>
              </a:prstGeom>
              <a:solidFill>
                <a:srgbClr val="81C9BA"/>
              </a:solidFill>
              <a:ln w="0">
                <a:noFill/>
                <a:prstDash val="solid"/>
              </a:ln>
            </p:spPr>
          </p:sp>
          <p:sp>
            <p:nvSpPr>
              <p:cNvPr id="2358" name="four:time-step-strips:time-strip-tᵢ-cell-103:2081"/>
              <p:cNvSpPr>
                <a:spLocks noGrp="1"/>
              </p:cNvSpPr>
              <p:nvPr/>
            </p:nvSpPr>
            <p:spPr>
              <a:xfrm>
                <a:off x="22824777" y="3009900"/>
                <a:ext cx="15379" cy="276225"/>
              </a:xfrm>
              <a:prstGeom prst="rect">
                <a:avLst/>
              </a:prstGeom>
              <a:solidFill>
                <a:srgbClr val="81C9BA"/>
              </a:solidFill>
              <a:ln w="0">
                <a:noFill/>
                <a:prstDash val="solid"/>
              </a:ln>
            </p:spPr>
          </p:sp>
          <p:sp>
            <p:nvSpPr>
              <p:cNvPr id="2359" name="four:time-step-strips:time-strip-tᵢ-cell-104:2082"/>
              <p:cNvSpPr>
                <a:spLocks noGrp="1"/>
              </p:cNvSpPr>
              <p:nvPr/>
            </p:nvSpPr>
            <p:spPr>
              <a:xfrm>
                <a:off x="22840156" y="3009900"/>
                <a:ext cx="15379" cy="276225"/>
              </a:xfrm>
              <a:prstGeom prst="rect">
                <a:avLst/>
              </a:prstGeom>
              <a:solidFill>
                <a:srgbClr val="81C9BA"/>
              </a:solidFill>
              <a:ln w="0">
                <a:noFill/>
                <a:prstDash val="solid"/>
              </a:ln>
            </p:spPr>
          </p:sp>
          <p:sp>
            <p:nvSpPr>
              <p:cNvPr id="2360" name="four:time-step-strips:time-strip-tᵢ-cell-105:2083"/>
              <p:cNvSpPr>
                <a:spLocks noGrp="1"/>
              </p:cNvSpPr>
              <p:nvPr/>
            </p:nvSpPr>
            <p:spPr>
              <a:xfrm>
                <a:off x="22855535" y="3009900"/>
                <a:ext cx="15379" cy="276225"/>
              </a:xfrm>
              <a:prstGeom prst="rect">
                <a:avLst/>
              </a:prstGeom>
              <a:solidFill>
                <a:srgbClr val="81C9BA"/>
              </a:solidFill>
              <a:ln w="0">
                <a:noFill/>
                <a:prstDash val="solid"/>
              </a:ln>
            </p:spPr>
          </p:sp>
          <p:sp>
            <p:nvSpPr>
              <p:cNvPr id="2361" name="four:time-step-strips:time-strip-tᵢ-cell-106:2084"/>
              <p:cNvSpPr>
                <a:spLocks noGrp="1"/>
              </p:cNvSpPr>
              <p:nvPr/>
            </p:nvSpPr>
            <p:spPr>
              <a:xfrm>
                <a:off x="22870914" y="3009900"/>
                <a:ext cx="15379" cy="276225"/>
              </a:xfrm>
              <a:prstGeom prst="rect">
                <a:avLst/>
              </a:prstGeom>
              <a:solidFill>
                <a:srgbClr val="81C9BA"/>
              </a:solidFill>
              <a:ln w="0">
                <a:noFill/>
                <a:prstDash val="solid"/>
              </a:ln>
            </p:spPr>
          </p:sp>
          <p:sp>
            <p:nvSpPr>
              <p:cNvPr id="2362" name="four:time-step-strips:time-strip-tᵢ-cell-107:2085"/>
              <p:cNvSpPr>
                <a:spLocks noGrp="1"/>
              </p:cNvSpPr>
              <p:nvPr/>
            </p:nvSpPr>
            <p:spPr>
              <a:xfrm>
                <a:off x="22886293" y="3009900"/>
                <a:ext cx="15379" cy="276225"/>
              </a:xfrm>
              <a:prstGeom prst="rect">
                <a:avLst/>
              </a:prstGeom>
              <a:solidFill>
                <a:srgbClr val="81C9BA"/>
              </a:solidFill>
              <a:ln w="0">
                <a:noFill/>
                <a:prstDash val="solid"/>
              </a:ln>
            </p:spPr>
          </p:sp>
          <p:sp>
            <p:nvSpPr>
              <p:cNvPr id="2363" name="four:time-step-strips:time-strip-tᵢ-cell-108:2086"/>
              <p:cNvSpPr>
                <a:spLocks noGrp="1"/>
              </p:cNvSpPr>
              <p:nvPr/>
            </p:nvSpPr>
            <p:spPr>
              <a:xfrm>
                <a:off x="22901672" y="3009900"/>
                <a:ext cx="15379" cy="276225"/>
              </a:xfrm>
              <a:prstGeom prst="rect">
                <a:avLst/>
              </a:prstGeom>
              <a:solidFill>
                <a:srgbClr val="81C9BA"/>
              </a:solidFill>
              <a:ln w="0">
                <a:noFill/>
                <a:prstDash val="solid"/>
              </a:ln>
            </p:spPr>
          </p:sp>
          <p:sp>
            <p:nvSpPr>
              <p:cNvPr id="2364" name="four:time-step-strips:time-strip-tᵢ-cell-109:2087"/>
              <p:cNvSpPr>
                <a:spLocks noGrp="1"/>
              </p:cNvSpPr>
              <p:nvPr/>
            </p:nvSpPr>
            <p:spPr>
              <a:xfrm>
                <a:off x="22917051" y="3009900"/>
                <a:ext cx="15379" cy="276225"/>
              </a:xfrm>
              <a:prstGeom prst="rect">
                <a:avLst/>
              </a:prstGeom>
              <a:solidFill>
                <a:srgbClr val="81C9BA"/>
              </a:solidFill>
              <a:ln w="0">
                <a:noFill/>
                <a:prstDash val="solid"/>
              </a:ln>
            </p:spPr>
          </p:sp>
          <p:sp>
            <p:nvSpPr>
              <p:cNvPr id="2365" name="four:time-step-strips:time-strip-tᵢ-cell-110:2088"/>
              <p:cNvSpPr>
                <a:spLocks noGrp="1"/>
              </p:cNvSpPr>
              <p:nvPr/>
            </p:nvSpPr>
            <p:spPr>
              <a:xfrm>
                <a:off x="22932430" y="3009900"/>
                <a:ext cx="15379" cy="276225"/>
              </a:xfrm>
              <a:prstGeom prst="rect">
                <a:avLst/>
              </a:prstGeom>
              <a:solidFill>
                <a:srgbClr val="81C9BA"/>
              </a:solidFill>
              <a:ln w="0">
                <a:noFill/>
                <a:prstDash val="solid"/>
              </a:ln>
            </p:spPr>
          </p:sp>
          <p:sp>
            <p:nvSpPr>
              <p:cNvPr id="2366" name="four:time-step-strips:time-strip-tᵢ-cell-111:2089"/>
              <p:cNvSpPr>
                <a:spLocks noGrp="1"/>
              </p:cNvSpPr>
              <p:nvPr/>
            </p:nvSpPr>
            <p:spPr>
              <a:xfrm>
                <a:off x="22947809" y="3009900"/>
                <a:ext cx="15379" cy="276225"/>
              </a:xfrm>
              <a:prstGeom prst="rect">
                <a:avLst/>
              </a:prstGeom>
              <a:solidFill>
                <a:srgbClr val="81C9BA"/>
              </a:solidFill>
              <a:ln w="0">
                <a:noFill/>
                <a:prstDash val="solid"/>
              </a:ln>
            </p:spPr>
          </p:sp>
          <p:sp>
            <p:nvSpPr>
              <p:cNvPr id="2367" name="four:time-step-strips:time-strip-tᵢ-cell-112:2090"/>
              <p:cNvSpPr>
                <a:spLocks noGrp="1"/>
              </p:cNvSpPr>
              <p:nvPr/>
            </p:nvSpPr>
            <p:spPr>
              <a:xfrm>
                <a:off x="22963188" y="3009900"/>
                <a:ext cx="15379" cy="276225"/>
              </a:xfrm>
              <a:prstGeom prst="rect">
                <a:avLst/>
              </a:prstGeom>
              <a:solidFill>
                <a:srgbClr val="81C9BA"/>
              </a:solidFill>
              <a:ln w="0">
                <a:noFill/>
                <a:prstDash val="solid"/>
              </a:ln>
            </p:spPr>
          </p:sp>
          <p:sp>
            <p:nvSpPr>
              <p:cNvPr id="2368" name="four:time-step-strips:time-strip-tᵢ-cell-113:2091"/>
              <p:cNvSpPr>
                <a:spLocks noGrp="1"/>
              </p:cNvSpPr>
              <p:nvPr/>
            </p:nvSpPr>
            <p:spPr>
              <a:xfrm>
                <a:off x="22978566" y="3009900"/>
                <a:ext cx="15379" cy="276225"/>
              </a:xfrm>
              <a:prstGeom prst="rect">
                <a:avLst/>
              </a:prstGeom>
              <a:solidFill>
                <a:srgbClr val="81C9BA"/>
              </a:solidFill>
              <a:ln w="0">
                <a:noFill/>
                <a:prstDash val="solid"/>
              </a:ln>
            </p:spPr>
          </p:sp>
          <p:sp>
            <p:nvSpPr>
              <p:cNvPr id="2369" name="four:time-step-strips:time-strip-tᵢ-cell-114:2092"/>
              <p:cNvSpPr>
                <a:spLocks noGrp="1"/>
              </p:cNvSpPr>
              <p:nvPr/>
            </p:nvSpPr>
            <p:spPr>
              <a:xfrm>
                <a:off x="22993945" y="3009900"/>
                <a:ext cx="15379" cy="276225"/>
              </a:xfrm>
              <a:prstGeom prst="rect">
                <a:avLst/>
              </a:prstGeom>
              <a:solidFill>
                <a:srgbClr val="7EC8B9"/>
              </a:solidFill>
              <a:ln w="0">
                <a:noFill/>
                <a:prstDash val="solid"/>
              </a:ln>
            </p:spPr>
          </p:sp>
          <p:sp>
            <p:nvSpPr>
              <p:cNvPr id="2370" name="four:time-step-strips:time-strip-tᵢ-cell-115:2093"/>
              <p:cNvSpPr>
                <a:spLocks noGrp="1"/>
              </p:cNvSpPr>
              <p:nvPr/>
            </p:nvSpPr>
            <p:spPr>
              <a:xfrm>
                <a:off x="23009324" y="3009900"/>
                <a:ext cx="15379" cy="276225"/>
              </a:xfrm>
              <a:prstGeom prst="rect">
                <a:avLst/>
              </a:prstGeom>
              <a:solidFill>
                <a:srgbClr val="6FC3B0"/>
              </a:solidFill>
              <a:ln w="0">
                <a:noFill/>
                <a:prstDash val="solid"/>
              </a:ln>
            </p:spPr>
          </p:sp>
          <p:sp>
            <p:nvSpPr>
              <p:cNvPr id="2371" name="four:time-step-strips:time-strip-tᵢ-cell-116:2094"/>
              <p:cNvSpPr>
                <a:spLocks noGrp="1"/>
              </p:cNvSpPr>
              <p:nvPr/>
            </p:nvSpPr>
            <p:spPr>
              <a:xfrm>
                <a:off x="23024703" y="3009900"/>
                <a:ext cx="15379" cy="276225"/>
              </a:xfrm>
              <a:prstGeom prst="rect">
                <a:avLst/>
              </a:prstGeom>
              <a:solidFill>
                <a:srgbClr val="AEB2C1"/>
              </a:solidFill>
              <a:ln w="0">
                <a:noFill/>
                <a:prstDash val="solid"/>
              </a:ln>
            </p:spPr>
          </p:sp>
          <p:sp>
            <p:nvSpPr>
              <p:cNvPr id="2372" name="four:time-step-strips:time-strip-tᵢ-cell-117:2095"/>
              <p:cNvSpPr>
                <a:spLocks noGrp="1"/>
              </p:cNvSpPr>
              <p:nvPr/>
            </p:nvSpPr>
            <p:spPr>
              <a:xfrm>
                <a:off x="23040082" y="3009900"/>
                <a:ext cx="15379" cy="276225"/>
              </a:xfrm>
              <a:prstGeom prst="rect">
                <a:avLst/>
              </a:prstGeom>
              <a:solidFill>
                <a:srgbClr val="9EAFB2"/>
              </a:solidFill>
              <a:ln w="0">
                <a:noFill/>
                <a:prstDash val="solid"/>
              </a:ln>
            </p:spPr>
          </p:sp>
          <p:sp>
            <p:nvSpPr>
              <p:cNvPr id="2373" name="four:time-step-strips:time-strip-tᵢ-cell-118:2096"/>
              <p:cNvSpPr>
                <a:spLocks noGrp="1"/>
              </p:cNvSpPr>
              <p:nvPr/>
            </p:nvSpPr>
            <p:spPr>
              <a:xfrm>
                <a:off x="23055461" y="3009900"/>
                <a:ext cx="15379" cy="276225"/>
              </a:xfrm>
              <a:prstGeom prst="rect">
                <a:avLst/>
              </a:prstGeom>
              <a:solidFill>
                <a:srgbClr val="D77E36"/>
              </a:solidFill>
              <a:ln w="0">
                <a:noFill/>
                <a:prstDash val="solid"/>
              </a:ln>
            </p:spPr>
          </p:sp>
          <p:sp>
            <p:nvSpPr>
              <p:cNvPr id="2374" name="four:time-step-strips:time-strip-tᵢ-cell-119:2097"/>
              <p:cNvSpPr>
                <a:spLocks noGrp="1"/>
              </p:cNvSpPr>
              <p:nvPr/>
            </p:nvSpPr>
            <p:spPr>
              <a:xfrm>
                <a:off x="23070840" y="3009900"/>
                <a:ext cx="15379" cy="276225"/>
              </a:xfrm>
              <a:prstGeom prst="rect">
                <a:avLst/>
              </a:prstGeom>
              <a:solidFill>
                <a:srgbClr val="D66E1B"/>
              </a:solidFill>
              <a:ln w="0">
                <a:noFill/>
                <a:prstDash val="solid"/>
              </a:ln>
            </p:spPr>
          </p:sp>
          <p:sp>
            <p:nvSpPr>
              <p:cNvPr id="2375" name="four:time-step-strips:time-strip-tᵢ-cell-120:2098"/>
              <p:cNvSpPr>
                <a:spLocks noGrp="1"/>
              </p:cNvSpPr>
              <p:nvPr/>
            </p:nvSpPr>
            <p:spPr>
              <a:xfrm>
                <a:off x="23086219" y="3009900"/>
                <a:ext cx="15379" cy="276225"/>
              </a:xfrm>
              <a:prstGeom prst="rect">
                <a:avLst/>
              </a:prstGeom>
              <a:solidFill>
                <a:srgbClr val="D56207"/>
              </a:solidFill>
              <a:ln w="0">
                <a:noFill/>
                <a:prstDash val="solid"/>
              </a:ln>
            </p:spPr>
          </p:sp>
          <p:sp>
            <p:nvSpPr>
              <p:cNvPr id="2376" name="four:time-step-strips:time-strip-tᵢ-cell-121:2099"/>
              <p:cNvSpPr>
                <a:spLocks noGrp="1"/>
              </p:cNvSpPr>
              <p:nvPr/>
            </p:nvSpPr>
            <p:spPr>
              <a:xfrm>
                <a:off x="23101598" y="3009900"/>
                <a:ext cx="15379" cy="276225"/>
              </a:xfrm>
              <a:prstGeom prst="rect">
                <a:avLst/>
              </a:prstGeom>
              <a:solidFill>
                <a:srgbClr val="D55E00"/>
              </a:solidFill>
              <a:ln w="0">
                <a:noFill/>
                <a:prstDash val="solid"/>
              </a:ln>
            </p:spPr>
          </p:sp>
          <p:sp>
            <p:nvSpPr>
              <p:cNvPr id="2377" name="four:time-step-strips:time-strip-tᵢ-cell-122:2100"/>
              <p:cNvSpPr>
                <a:spLocks noGrp="1"/>
              </p:cNvSpPr>
              <p:nvPr/>
            </p:nvSpPr>
            <p:spPr>
              <a:xfrm>
                <a:off x="23116977" y="3009900"/>
                <a:ext cx="15379" cy="276225"/>
              </a:xfrm>
              <a:prstGeom prst="rect">
                <a:avLst/>
              </a:prstGeom>
              <a:solidFill>
                <a:srgbClr val="D55E00"/>
              </a:solidFill>
              <a:ln w="0">
                <a:noFill/>
                <a:prstDash val="solid"/>
              </a:ln>
            </p:spPr>
          </p:sp>
          <p:sp>
            <p:nvSpPr>
              <p:cNvPr id="2378" name="four:time-step-strips:time-strip-tᵢ-cell-123:2101"/>
              <p:cNvSpPr>
                <a:spLocks noGrp="1"/>
              </p:cNvSpPr>
              <p:nvPr/>
            </p:nvSpPr>
            <p:spPr>
              <a:xfrm>
                <a:off x="23132355" y="3009900"/>
                <a:ext cx="15379" cy="276225"/>
              </a:xfrm>
              <a:prstGeom prst="rect">
                <a:avLst/>
              </a:prstGeom>
              <a:solidFill>
                <a:srgbClr val="D55E00"/>
              </a:solidFill>
              <a:ln w="0">
                <a:noFill/>
                <a:prstDash val="solid"/>
              </a:ln>
            </p:spPr>
          </p:sp>
          <p:sp>
            <p:nvSpPr>
              <p:cNvPr id="2379" name="four:time-step-strips:time-strip-tᵢ-cell-124:2102"/>
              <p:cNvSpPr>
                <a:spLocks noGrp="1"/>
              </p:cNvSpPr>
              <p:nvPr/>
            </p:nvSpPr>
            <p:spPr>
              <a:xfrm>
                <a:off x="23147734" y="3009900"/>
                <a:ext cx="15379" cy="276225"/>
              </a:xfrm>
              <a:prstGeom prst="rect">
                <a:avLst/>
              </a:prstGeom>
              <a:solidFill>
                <a:srgbClr val="D55E00"/>
              </a:solidFill>
              <a:ln w="0">
                <a:noFill/>
                <a:prstDash val="solid"/>
              </a:ln>
            </p:spPr>
          </p:sp>
          <p:sp>
            <p:nvSpPr>
              <p:cNvPr id="2380" name="four:time-step-strips:time-strip-tᵢ-cell-125:2103"/>
              <p:cNvSpPr>
                <a:spLocks noGrp="1"/>
              </p:cNvSpPr>
              <p:nvPr/>
            </p:nvSpPr>
            <p:spPr>
              <a:xfrm>
                <a:off x="23163113" y="3009900"/>
                <a:ext cx="15379" cy="276225"/>
              </a:xfrm>
              <a:prstGeom prst="rect">
                <a:avLst/>
              </a:prstGeom>
              <a:solidFill>
                <a:srgbClr val="D55E00"/>
              </a:solidFill>
              <a:ln w="0">
                <a:noFill/>
                <a:prstDash val="solid"/>
              </a:ln>
            </p:spPr>
          </p:sp>
          <p:sp>
            <p:nvSpPr>
              <p:cNvPr id="2381" name="four:time-step-strips:time-strip-tᵢ-cell-126:2104"/>
              <p:cNvSpPr>
                <a:spLocks noGrp="1"/>
              </p:cNvSpPr>
              <p:nvPr/>
            </p:nvSpPr>
            <p:spPr>
              <a:xfrm>
                <a:off x="23178492" y="3009900"/>
                <a:ext cx="15379" cy="276225"/>
              </a:xfrm>
              <a:prstGeom prst="rect">
                <a:avLst/>
              </a:prstGeom>
              <a:solidFill>
                <a:srgbClr val="D55E00"/>
              </a:solidFill>
              <a:ln w="0">
                <a:noFill/>
                <a:prstDash val="solid"/>
              </a:ln>
            </p:spPr>
          </p:sp>
          <p:sp>
            <p:nvSpPr>
              <p:cNvPr id="2382" name="four:time-step-strips:time-strip-tᵢ-cell-127:2105"/>
              <p:cNvSpPr>
                <a:spLocks noGrp="1"/>
              </p:cNvSpPr>
              <p:nvPr/>
            </p:nvSpPr>
            <p:spPr>
              <a:xfrm>
                <a:off x="23193871" y="3009900"/>
                <a:ext cx="15379" cy="276225"/>
              </a:xfrm>
              <a:prstGeom prst="rect">
                <a:avLst/>
              </a:prstGeom>
              <a:solidFill>
                <a:srgbClr val="D55E00"/>
              </a:solidFill>
              <a:ln w="0">
                <a:noFill/>
                <a:prstDash val="solid"/>
              </a:ln>
            </p:spPr>
          </p:sp>
          <p:sp>
            <p:nvSpPr>
              <p:cNvPr id="2383" name="four:time-step-strips:time-strip-tᵢ-cell-128:2106"/>
              <p:cNvSpPr>
                <a:spLocks noGrp="1"/>
              </p:cNvSpPr>
              <p:nvPr/>
            </p:nvSpPr>
            <p:spPr>
              <a:xfrm>
                <a:off x="23209250" y="3009900"/>
                <a:ext cx="15379" cy="276225"/>
              </a:xfrm>
              <a:prstGeom prst="rect">
                <a:avLst/>
              </a:prstGeom>
              <a:solidFill>
                <a:srgbClr val="D55E00"/>
              </a:solidFill>
              <a:ln w="0">
                <a:noFill/>
                <a:prstDash val="solid"/>
              </a:ln>
            </p:spPr>
          </p:sp>
          <p:sp>
            <p:nvSpPr>
              <p:cNvPr id="2384" name="four:time-step-strips:time-strip-tᵢ-cell-129:2107"/>
              <p:cNvSpPr>
                <a:spLocks noGrp="1"/>
              </p:cNvSpPr>
              <p:nvPr/>
            </p:nvSpPr>
            <p:spPr>
              <a:xfrm>
                <a:off x="23224629" y="3009900"/>
                <a:ext cx="15379" cy="276225"/>
              </a:xfrm>
              <a:prstGeom prst="rect">
                <a:avLst/>
              </a:prstGeom>
              <a:solidFill>
                <a:srgbClr val="D55E00"/>
              </a:solidFill>
              <a:ln w="0">
                <a:noFill/>
                <a:prstDash val="solid"/>
              </a:ln>
            </p:spPr>
          </p:sp>
          <p:sp>
            <p:nvSpPr>
              <p:cNvPr id="2385" name="four:time-step-strips:time-strip-tᵢ-cell-130:2108"/>
              <p:cNvSpPr>
                <a:spLocks noGrp="1"/>
              </p:cNvSpPr>
              <p:nvPr/>
            </p:nvSpPr>
            <p:spPr>
              <a:xfrm>
                <a:off x="23240008" y="3009900"/>
                <a:ext cx="15379" cy="276225"/>
              </a:xfrm>
              <a:prstGeom prst="rect">
                <a:avLst/>
              </a:prstGeom>
              <a:solidFill>
                <a:srgbClr val="D55E00"/>
              </a:solidFill>
              <a:ln w="0">
                <a:noFill/>
                <a:prstDash val="solid"/>
              </a:ln>
            </p:spPr>
          </p:sp>
          <p:sp>
            <p:nvSpPr>
              <p:cNvPr id="2386" name="four:time-step-strips:time-strip-tᵢ-cell-131:2109"/>
              <p:cNvSpPr>
                <a:spLocks noGrp="1"/>
              </p:cNvSpPr>
              <p:nvPr/>
            </p:nvSpPr>
            <p:spPr>
              <a:xfrm>
                <a:off x="23255387" y="3009900"/>
                <a:ext cx="15379" cy="276225"/>
              </a:xfrm>
              <a:prstGeom prst="rect">
                <a:avLst/>
              </a:prstGeom>
              <a:solidFill>
                <a:srgbClr val="D55E00"/>
              </a:solidFill>
              <a:ln w="0">
                <a:noFill/>
                <a:prstDash val="solid"/>
              </a:ln>
            </p:spPr>
          </p:sp>
          <p:sp>
            <p:nvSpPr>
              <p:cNvPr id="2387" name="four:time-step-strips:time-strip-tᵢ-cell-132:2110"/>
              <p:cNvSpPr>
                <a:spLocks noGrp="1"/>
              </p:cNvSpPr>
              <p:nvPr/>
            </p:nvSpPr>
            <p:spPr>
              <a:xfrm>
                <a:off x="23270766" y="3009900"/>
                <a:ext cx="15379" cy="276225"/>
              </a:xfrm>
              <a:prstGeom prst="rect">
                <a:avLst/>
              </a:prstGeom>
              <a:solidFill>
                <a:srgbClr val="D55E00"/>
              </a:solidFill>
              <a:ln w="0">
                <a:noFill/>
                <a:prstDash val="solid"/>
              </a:ln>
            </p:spPr>
          </p:sp>
          <p:sp>
            <p:nvSpPr>
              <p:cNvPr id="2388" name="four:time-step-strips:time-strip-tᵢ-cell-133:2111"/>
              <p:cNvSpPr>
                <a:spLocks noGrp="1"/>
              </p:cNvSpPr>
              <p:nvPr/>
            </p:nvSpPr>
            <p:spPr>
              <a:xfrm>
                <a:off x="23286145" y="3009900"/>
                <a:ext cx="15379" cy="276225"/>
              </a:xfrm>
              <a:prstGeom prst="rect">
                <a:avLst/>
              </a:prstGeom>
              <a:solidFill>
                <a:srgbClr val="D55E00"/>
              </a:solidFill>
              <a:ln w="0">
                <a:noFill/>
                <a:prstDash val="solid"/>
              </a:ln>
            </p:spPr>
          </p:sp>
          <p:sp>
            <p:nvSpPr>
              <p:cNvPr id="2389" name="four:time-step-strips:time-strip-tᵢ-cell-134:2112"/>
              <p:cNvSpPr>
                <a:spLocks noGrp="1"/>
              </p:cNvSpPr>
              <p:nvPr/>
            </p:nvSpPr>
            <p:spPr>
              <a:xfrm>
                <a:off x="23301523" y="3009900"/>
                <a:ext cx="15379" cy="276225"/>
              </a:xfrm>
              <a:prstGeom prst="rect">
                <a:avLst/>
              </a:prstGeom>
              <a:solidFill>
                <a:srgbClr val="D55E00"/>
              </a:solidFill>
              <a:ln w="0">
                <a:noFill/>
                <a:prstDash val="solid"/>
              </a:ln>
            </p:spPr>
          </p:sp>
          <p:sp>
            <p:nvSpPr>
              <p:cNvPr id="2390" name="four:time-step-strips:time-strip-tᵢ-cell-135:2113"/>
              <p:cNvSpPr>
                <a:spLocks noGrp="1"/>
              </p:cNvSpPr>
              <p:nvPr/>
            </p:nvSpPr>
            <p:spPr>
              <a:xfrm>
                <a:off x="23316902" y="3009900"/>
                <a:ext cx="15379" cy="276225"/>
              </a:xfrm>
              <a:prstGeom prst="rect">
                <a:avLst/>
              </a:prstGeom>
              <a:solidFill>
                <a:srgbClr val="D55E00"/>
              </a:solidFill>
              <a:ln w="0">
                <a:noFill/>
                <a:prstDash val="solid"/>
              </a:ln>
            </p:spPr>
          </p:sp>
          <p:sp>
            <p:nvSpPr>
              <p:cNvPr id="2391" name="four:time-step-strips:time-strip-tᵢ-cell-136:2114"/>
              <p:cNvSpPr>
                <a:spLocks noGrp="1"/>
              </p:cNvSpPr>
              <p:nvPr/>
            </p:nvSpPr>
            <p:spPr>
              <a:xfrm>
                <a:off x="23332281" y="3009900"/>
                <a:ext cx="15379" cy="276225"/>
              </a:xfrm>
              <a:prstGeom prst="rect">
                <a:avLst/>
              </a:prstGeom>
              <a:solidFill>
                <a:srgbClr val="D5660E"/>
              </a:solidFill>
              <a:ln w="0">
                <a:noFill/>
                <a:prstDash val="solid"/>
              </a:ln>
            </p:spPr>
          </p:sp>
          <p:sp>
            <p:nvSpPr>
              <p:cNvPr id="2392" name="four:time-step-strips:time-strip-tᵢ-cell-137:2115"/>
              <p:cNvSpPr>
                <a:spLocks noGrp="1"/>
              </p:cNvSpPr>
              <p:nvPr/>
            </p:nvSpPr>
            <p:spPr>
              <a:xfrm>
                <a:off x="23347660" y="3009900"/>
                <a:ext cx="15379" cy="276225"/>
              </a:xfrm>
              <a:prstGeom prst="rect">
                <a:avLst/>
              </a:prstGeom>
              <a:solidFill>
                <a:srgbClr val="D6782D"/>
              </a:solidFill>
              <a:ln w="0">
                <a:noFill/>
                <a:prstDash val="solid"/>
              </a:ln>
            </p:spPr>
          </p:sp>
          <p:sp>
            <p:nvSpPr>
              <p:cNvPr id="2393" name="four:time-step-strips:time-strip-tᵢ-cell-138:2116"/>
              <p:cNvSpPr>
                <a:spLocks noGrp="1"/>
              </p:cNvSpPr>
              <p:nvPr/>
            </p:nvSpPr>
            <p:spPr>
              <a:xfrm>
                <a:off x="23363039" y="3009900"/>
                <a:ext cx="15379" cy="276225"/>
              </a:xfrm>
              <a:prstGeom prst="rect">
                <a:avLst/>
              </a:prstGeom>
              <a:solidFill>
                <a:srgbClr val="D89056"/>
              </a:solidFill>
              <a:ln w="0">
                <a:noFill/>
                <a:prstDash val="solid"/>
              </a:ln>
            </p:spPr>
          </p:sp>
          <p:sp>
            <p:nvSpPr>
              <p:cNvPr id="2394" name="four:time-step-strips:time-strip-tᵢ-cell-139:2117"/>
              <p:cNvSpPr>
                <a:spLocks noGrp="1"/>
              </p:cNvSpPr>
              <p:nvPr/>
            </p:nvSpPr>
            <p:spPr>
              <a:xfrm>
                <a:off x="23378418" y="3009900"/>
                <a:ext cx="15379" cy="276225"/>
              </a:xfrm>
              <a:prstGeom prst="rect">
                <a:avLst/>
              </a:prstGeom>
              <a:solidFill>
                <a:srgbClr val="D9AB84"/>
              </a:solidFill>
              <a:ln w="0">
                <a:noFill/>
                <a:prstDash val="solid"/>
              </a:ln>
            </p:spPr>
          </p:sp>
          <p:sp>
            <p:nvSpPr>
              <p:cNvPr id="2395" name="four:time-step-strips:time-strip-tᵢ-cell-140:2118"/>
              <p:cNvSpPr>
                <a:spLocks noGrp="1"/>
              </p:cNvSpPr>
              <p:nvPr/>
            </p:nvSpPr>
            <p:spPr>
              <a:xfrm>
                <a:off x="23393797" y="3009900"/>
                <a:ext cx="15379" cy="276225"/>
              </a:xfrm>
              <a:prstGeom prst="rect">
                <a:avLst/>
              </a:prstGeom>
              <a:solidFill>
                <a:srgbClr val="DAC5B1"/>
              </a:solidFill>
              <a:ln w="0">
                <a:noFill/>
                <a:prstDash val="solid"/>
              </a:ln>
            </p:spPr>
          </p:sp>
          <p:sp>
            <p:nvSpPr>
              <p:cNvPr id="2396" name="four:time-step-strips:time-strip-tᵢ-cell-141:2119"/>
              <p:cNvSpPr>
                <a:spLocks noGrp="1"/>
              </p:cNvSpPr>
              <p:nvPr/>
            </p:nvSpPr>
            <p:spPr>
              <a:xfrm>
                <a:off x="23409176" y="3009900"/>
                <a:ext cx="15379" cy="276225"/>
              </a:xfrm>
              <a:prstGeom prst="rect">
                <a:avLst/>
              </a:prstGeom>
              <a:solidFill>
                <a:srgbClr val="D1E1E3"/>
              </a:solidFill>
              <a:ln w="0">
                <a:noFill/>
                <a:prstDash val="solid"/>
              </a:ln>
            </p:spPr>
          </p:sp>
          <p:sp>
            <p:nvSpPr>
              <p:cNvPr id="2397" name="four:time-step-strips:time-strip-tᵢ-cell-142:2120"/>
              <p:cNvSpPr>
                <a:spLocks noGrp="1"/>
              </p:cNvSpPr>
              <p:nvPr/>
            </p:nvSpPr>
            <p:spPr>
              <a:xfrm>
                <a:off x="23424555" y="3009900"/>
                <a:ext cx="15379" cy="276225"/>
              </a:xfrm>
              <a:prstGeom prst="rect">
                <a:avLst/>
              </a:prstGeom>
              <a:solidFill>
                <a:srgbClr val="DBE7EC"/>
              </a:solidFill>
              <a:ln w="0">
                <a:noFill/>
                <a:prstDash val="solid"/>
              </a:ln>
            </p:spPr>
          </p:sp>
          <p:sp>
            <p:nvSpPr>
              <p:cNvPr id="2398" name="four:time-step-strips:time-strip-tᵢ-cell-143:2121"/>
              <p:cNvSpPr>
                <a:spLocks noGrp="1"/>
              </p:cNvSpPr>
              <p:nvPr/>
            </p:nvSpPr>
            <p:spPr>
              <a:xfrm>
                <a:off x="23439934" y="3009900"/>
                <a:ext cx="15379" cy="276225"/>
              </a:xfrm>
              <a:prstGeom prst="rect">
                <a:avLst/>
              </a:prstGeom>
              <a:solidFill>
                <a:srgbClr val="DCE8ED"/>
              </a:solidFill>
              <a:ln w="0">
                <a:noFill/>
                <a:prstDash val="solid"/>
              </a:ln>
            </p:spPr>
          </p:sp>
          <p:sp>
            <p:nvSpPr>
              <p:cNvPr id="2399" name="four:time-step-strips:time-strip-tᵢ-cell-144:2122"/>
              <p:cNvSpPr>
                <a:spLocks noGrp="1"/>
              </p:cNvSpPr>
              <p:nvPr/>
            </p:nvSpPr>
            <p:spPr>
              <a:xfrm>
                <a:off x="23455313" y="3009900"/>
                <a:ext cx="15379" cy="276225"/>
              </a:xfrm>
              <a:prstGeom prst="rect">
                <a:avLst/>
              </a:prstGeom>
              <a:solidFill>
                <a:srgbClr val="DCE8ED"/>
              </a:solidFill>
              <a:ln w="0">
                <a:noFill/>
                <a:prstDash val="solid"/>
              </a:ln>
            </p:spPr>
          </p:sp>
          <p:sp>
            <p:nvSpPr>
              <p:cNvPr id="2400" name="four:time-step-strips:time-strip-tᵢ-cell-145:2123"/>
              <p:cNvSpPr>
                <a:spLocks noGrp="1"/>
              </p:cNvSpPr>
              <p:nvPr/>
            </p:nvSpPr>
            <p:spPr>
              <a:xfrm>
                <a:off x="23470691" y="3009900"/>
                <a:ext cx="15379" cy="276225"/>
              </a:xfrm>
              <a:prstGeom prst="rect">
                <a:avLst/>
              </a:prstGeom>
              <a:solidFill>
                <a:srgbClr val="DCE8ED"/>
              </a:solidFill>
              <a:ln w="0">
                <a:noFill/>
                <a:prstDash val="solid"/>
              </a:ln>
            </p:spPr>
          </p:sp>
          <p:sp>
            <p:nvSpPr>
              <p:cNvPr id="2401" name="four:time-step-strips:time-strip-tᵢ-cell-146:2124"/>
              <p:cNvSpPr>
                <a:spLocks noGrp="1"/>
              </p:cNvSpPr>
              <p:nvPr/>
            </p:nvSpPr>
            <p:spPr>
              <a:xfrm>
                <a:off x="23486070" y="3009900"/>
                <a:ext cx="15379" cy="276225"/>
              </a:xfrm>
              <a:prstGeom prst="rect">
                <a:avLst/>
              </a:prstGeom>
              <a:solidFill>
                <a:srgbClr val="DCE8ED"/>
              </a:solidFill>
              <a:ln w="0">
                <a:noFill/>
                <a:prstDash val="solid"/>
              </a:ln>
            </p:spPr>
          </p:sp>
          <p:sp>
            <p:nvSpPr>
              <p:cNvPr id="2402" name="four:time-step-strips:time-strip-tᵢ-cell-147:2125"/>
              <p:cNvSpPr>
                <a:spLocks noGrp="1"/>
              </p:cNvSpPr>
              <p:nvPr/>
            </p:nvSpPr>
            <p:spPr>
              <a:xfrm>
                <a:off x="23501449" y="3009900"/>
                <a:ext cx="15379" cy="276225"/>
              </a:xfrm>
              <a:prstGeom prst="rect">
                <a:avLst/>
              </a:prstGeom>
              <a:solidFill>
                <a:srgbClr val="DCE8ED"/>
              </a:solidFill>
              <a:ln w="0">
                <a:noFill/>
                <a:prstDash val="solid"/>
              </a:ln>
            </p:spPr>
          </p:sp>
          <p:sp>
            <p:nvSpPr>
              <p:cNvPr id="2403" name="four:time-step-strips:time-strip-tᵢ-cell-148:2126"/>
              <p:cNvSpPr>
                <a:spLocks noGrp="1"/>
              </p:cNvSpPr>
              <p:nvPr/>
            </p:nvSpPr>
            <p:spPr>
              <a:xfrm>
                <a:off x="23516828" y="3009900"/>
                <a:ext cx="15379" cy="276225"/>
              </a:xfrm>
              <a:prstGeom prst="rect">
                <a:avLst/>
              </a:prstGeom>
              <a:solidFill>
                <a:srgbClr val="DCE8ED"/>
              </a:solidFill>
              <a:ln w="0">
                <a:noFill/>
                <a:prstDash val="solid"/>
              </a:ln>
            </p:spPr>
          </p:sp>
          <p:sp>
            <p:nvSpPr>
              <p:cNvPr id="2404" name="four:time-step-strips:time-strip-tᵢ-cell-149:2127"/>
              <p:cNvSpPr>
                <a:spLocks noGrp="1"/>
              </p:cNvSpPr>
              <p:nvPr/>
            </p:nvSpPr>
            <p:spPr>
              <a:xfrm>
                <a:off x="23532207" y="3009900"/>
                <a:ext cx="15379" cy="276225"/>
              </a:xfrm>
              <a:prstGeom prst="rect">
                <a:avLst/>
              </a:prstGeom>
              <a:solidFill>
                <a:srgbClr val="DCE8ED"/>
              </a:solidFill>
              <a:ln w="0">
                <a:noFill/>
                <a:prstDash val="solid"/>
              </a:ln>
            </p:spPr>
          </p:sp>
          <p:sp>
            <p:nvSpPr>
              <p:cNvPr id="2405" name="four:time-step-strips:time-strip-tᵢ-cell-150:2128"/>
              <p:cNvSpPr>
                <a:spLocks noGrp="1"/>
              </p:cNvSpPr>
              <p:nvPr/>
            </p:nvSpPr>
            <p:spPr>
              <a:xfrm>
                <a:off x="23547586" y="3009900"/>
                <a:ext cx="15379" cy="276225"/>
              </a:xfrm>
              <a:prstGeom prst="rect">
                <a:avLst/>
              </a:prstGeom>
              <a:solidFill>
                <a:srgbClr val="DCE8ED"/>
              </a:solidFill>
              <a:ln w="0">
                <a:noFill/>
                <a:prstDash val="solid"/>
              </a:ln>
            </p:spPr>
          </p:sp>
          <p:sp>
            <p:nvSpPr>
              <p:cNvPr id="2406" name="four:time-step-strips:time-strip-tᵢ-cell-151:2129"/>
              <p:cNvSpPr>
                <a:spLocks noGrp="1"/>
              </p:cNvSpPr>
              <p:nvPr/>
            </p:nvSpPr>
            <p:spPr>
              <a:xfrm>
                <a:off x="23562965" y="3009900"/>
                <a:ext cx="15379" cy="276225"/>
              </a:xfrm>
              <a:prstGeom prst="rect">
                <a:avLst/>
              </a:prstGeom>
              <a:solidFill>
                <a:srgbClr val="DCE8ED"/>
              </a:solidFill>
              <a:ln w="0">
                <a:noFill/>
                <a:prstDash val="solid"/>
              </a:ln>
            </p:spPr>
          </p:sp>
          <p:sp>
            <p:nvSpPr>
              <p:cNvPr id="2407" name="four:time-step-strips:time-strip-tᵢ-cell-152:2130"/>
              <p:cNvSpPr>
                <a:spLocks noGrp="1"/>
              </p:cNvSpPr>
              <p:nvPr/>
            </p:nvSpPr>
            <p:spPr>
              <a:xfrm>
                <a:off x="23578344" y="3009900"/>
                <a:ext cx="15379" cy="276225"/>
              </a:xfrm>
              <a:prstGeom prst="rect">
                <a:avLst/>
              </a:prstGeom>
              <a:solidFill>
                <a:srgbClr val="DCE8ED"/>
              </a:solidFill>
              <a:ln w="0">
                <a:noFill/>
                <a:prstDash val="solid"/>
              </a:ln>
            </p:spPr>
          </p:sp>
          <p:sp>
            <p:nvSpPr>
              <p:cNvPr id="2408" name="four:time-step-strips:time-strip-tᵢ-cell-153:2131"/>
              <p:cNvSpPr>
                <a:spLocks noGrp="1"/>
              </p:cNvSpPr>
              <p:nvPr/>
            </p:nvSpPr>
            <p:spPr>
              <a:xfrm>
                <a:off x="23593723" y="3009900"/>
                <a:ext cx="15379" cy="276225"/>
              </a:xfrm>
              <a:prstGeom prst="rect">
                <a:avLst/>
              </a:prstGeom>
              <a:solidFill>
                <a:srgbClr val="DCE8ED"/>
              </a:solidFill>
              <a:ln w="0">
                <a:noFill/>
                <a:prstDash val="solid"/>
              </a:ln>
            </p:spPr>
          </p:sp>
          <p:sp>
            <p:nvSpPr>
              <p:cNvPr id="2409" name="four:time-step-strips:time-strip-tᵢ-cell-154:2132"/>
              <p:cNvSpPr>
                <a:spLocks noGrp="1"/>
              </p:cNvSpPr>
              <p:nvPr/>
            </p:nvSpPr>
            <p:spPr>
              <a:xfrm>
                <a:off x="23609102" y="3009900"/>
                <a:ext cx="15379" cy="276225"/>
              </a:xfrm>
              <a:prstGeom prst="rect">
                <a:avLst/>
              </a:prstGeom>
              <a:solidFill>
                <a:srgbClr val="DCE8ED"/>
              </a:solidFill>
              <a:ln w="0">
                <a:noFill/>
                <a:prstDash val="solid"/>
              </a:ln>
            </p:spPr>
          </p:sp>
          <p:sp>
            <p:nvSpPr>
              <p:cNvPr id="2410" name="four:time-step-strips:time-strip-tᵢ-cell-155:2133"/>
              <p:cNvSpPr>
                <a:spLocks noGrp="1"/>
              </p:cNvSpPr>
              <p:nvPr/>
            </p:nvSpPr>
            <p:spPr>
              <a:xfrm>
                <a:off x="23624480" y="3009900"/>
                <a:ext cx="15379" cy="276225"/>
              </a:xfrm>
              <a:prstGeom prst="rect">
                <a:avLst/>
              </a:prstGeom>
              <a:solidFill>
                <a:srgbClr val="DCE8ED"/>
              </a:solidFill>
              <a:ln w="0">
                <a:noFill/>
                <a:prstDash val="solid"/>
              </a:ln>
            </p:spPr>
          </p:sp>
          <p:sp>
            <p:nvSpPr>
              <p:cNvPr id="2411" name="four:time-step-strips:time-strip-tᵢ-cell-156:2134"/>
              <p:cNvSpPr>
                <a:spLocks noGrp="1"/>
              </p:cNvSpPr>
              <p:nvPr/>
            </p:nvSpPr>
            <p:spPr>
              <a:xfrm>
                <a:off x="23639859" y="3009900"/>
                <a:ext cx="15379" cy="276225"/>
              </a:xfrm>
              <a:prstGeom prst="rect">
                <a:avLst/>
              </a:prstGeom>
              <a:solidFill>
                <a:srgbClr val="DCE8ED"/>
              </a:solidFill>
              <a:ln w="0">
                <a:noFill/>
                <a:prstDash val="solid"/>
              </a:ln>
            </p:spPr>
          </p:sp>
          <p:sp>
            <p:nvSpPr>
              <p:cNvPr id="2412" name="four:time-step-strips:time-strip-tᵢ-cell-157:2135"/>
              <p:cNvSpPr>
                <a:spLocks noGrp="1"/>
              </p:cNvSpPr>
              <p:nvPr/>
            </p:nvSpPr>
            <p:spPr>
              <a:xfrm>
                <a:off x="23655238" y="3009900"/>
                <a:ext cx="15379" cy="276225"/>
              </a:xfrm>
              <a:prstGeom prst="rect">
                <a:avLst/>
              </a:prstGeom>
              <a:solidFill>
                <a:srgbClr val="DCE8ED"/>
              </a:solidFill>
              <a:ln w="0">
                <a:noFill/>
                <a:prstDash val="solid"/>
              </a:ln>
            </p:spPr>
          </p:sp>
          <p:sp>
            <p:nvSpPr>
              <p:cNvPr id="2413" name="four:time-step-strips:time-strip-tᵢ-cell-158:2136"/>
              <p:cNvSpPr>
                <a:spLocks noGrp="1"/>
              </p:cNvSpPr>
              <p:nvPr/>
            </p:nvSpPr>
            <p:spPr>
              <a:xfrm>
                <a:off x="23670617" y="3009900"/>
                <a:ext cx="15379" cy="276225"/>
              </a:xfrm>
              <a:prstGeom prst="rect">
                <a:avLst/>
              </a:prstGeom>
              <a:solidFill>
                <a:srgbClr val="DCE8ED"/>
              </a:solidFill>
              <a:ln w="0">
                <a:noFill/>
                <a:prstDash val="solid"/>
              </a:ln>
            </p:spPr>
          </p:sp>
          <p:sp>
            <p:nvSpPr>
              <p:cNvPr id="2414" name="four:time-step-strips:time-strip-tᵢ-cell-159:2137"/>
              <p:cNvSpPr>
                <a:spLocks noGrp="1"/>
              </p:cNvSpPr>
              <p:nvPr/>
            </p:nvSpPr>
            <p:spPr>
              <a:xfrm>
                <a:off x="23685996" y="3009900"/>
                <a:ext cx="15379" cy="276225"/>
              </a:xfrm>
              <a:prstGeom prst="rect">
                <a:avLst/>
              </a:prstGeom>
              <a:solidFill>
                <a:srgbClr val="DCE8ED"/>
              </a:solidFill>
              <a:ln w="0">
                <a:noFill/>
                <a:prstDash val="solid"/>
              </a:ln>
            </p:spPr>
          </p:sp>
          <p:sp>
            <p:nvSpPr>
              <p:cNvPr id="2415" name="four:time-step-strips:time-strip-tᵢ-cell-160:2138"/>
              <p:cNvSpPr>
                <a:spLocks noGrp="1"/>
              </p:cNvSpPr>
              <p:nvPr/>
            </p:nvSpPr>
            <p:spPr>
              <a:xfrm>
                <a:off x="23701375" y="3009900"/>
                <a:ext cx="15379" cy="276225"/>
              </a:xfrm>
              <a:prstGeom prst="rect">
                <a:avLst/>
              </a:prstGeom>
              <a:solidFill>
                <a:srgbClr val="DCE8ED"/>
              </a:solidFill>
              <a:ln w="0">
                <a:noFill/>
                <a:prstDash val="solid"/>
              </a:ln>
            </p:spPr>
          </p:sp>
          <p:sp>
            <p:nvSpPr>
              <p:cNvPr id="2416" name="four:time-step-strips:time-strip-tᵢ-cell-161:2139"/>
              <p:cNvSpPr>
                <a:spLocks noGrp="1"/>
              </p:cNvSpPr>
              <p:nvPr/>
            </p:nvSpPr>
            <p:spPr>
              <a:xfrm>
                <a:off x="23716754" y="3009900"/>
                <a:ext cx="15379" cy="276225"/>
              </a:xfrm>
              <a:prstGeom prst="rect">
                <a:avLst/>
              </a:prstGeom>
              <a:solidFill>
                <a:srgbClr val="DCE8ED"/>
              </a:solidFill>
              <a:ln w="0">
                <a:noFill/>
                <a:prstDash val="solid"/>
              </a:ln>
            </p:spPr>
          </p:sp>
          <p:sp>
            <p:nvSpPr>
              <p:cNvPr id="2417" name="four:time-step-strips:time-strip-tᵢ-cell-162:2140"/>
              <p:cNvSpPr>
                <a:spLocks noGrp="1"/>
              </p:cNvSpPr>
              <p:nvPr/>
            </p:nvSpPr>
            <p:spPr>
              <a:xfrm>
                <a:off x="23732133" y="3009900"/>
                <a:ext cx="15379" cy="276225"/>
              </a:xfrm>
              <a:prstGeom prst="rect">
                <a:avLst/>
              </a:prstGeom>
              <a:solidFill>
                <a:srgbClr val="DCE8ED"/>
              </a:solidFill>
              <a:ln w="0">
                <a:noFill/>
                <a:prstDash val="solid"/>
              </a:ln>
            </p:spPr>
          </p:sp>
          <p:sp>
            <p:nvSpPr>
              <p:cNvPr id="2418" name="four:time-step-strips:time-strip-tᵢ-cell-163:2141"/>
              <p:cNvSpPr>
                <a:spLocks noGrp="1"/>
              </p:cNvSpPr>
              <p:nvPr/>
            </p:nvSpPr>
            <p:spPr>
              <a:xfrm>
                <a:off x="23747512" y="3009900"/>
                <a:ext cx="15379" cy="276225"/>
              </a:xfrm>
              <a:prstGeom prst="rect">
                <a:avLst/>
              </a:prstGeom>
              <a:solidFill>
                <a:srgbClr val="DCE8ED"/>
              </a:solidFill>
              <a:ln w="0">
                <a:noFill/>
                <a:prstDash val="solid"/>
              </a:ln>
            </p:spPr>
          </p:sp>
          <p:sp>
            <p:nvSpPr>
              <p:cNvPr id="2419" name="four:time-step-strips:time-strip-tᵢ-cell-164:2142"/>
              <p:cNvSpPr>
                <a:spLocks noGrp="1"/>
              </p:cNvSpPr>
              <p:nvPr/>
            </p:nvSpPr>
            <p:spPr>
              <a:xfrm>
                <a:off x="23762891" y="3009900"/>
                <a:ext cx="15379" cy="276225"/>
              </a:xfrm>
              <a:prstGeom prst="rect">
                <a:avLst/>
              </a:prstGeom>
              <a:solidFill>
                <a:srgbClr val="DCE8ED"/>
              </a:solidFill>
              <a:ln w="0">
                <a:noFill/>
                <a:prstDash val="solid"/>
              </a:ln>
            </p:spPr>
          </p:sp>
          <p:sp>
            <p:nvSpPr>
              <p:cNvPr id="2420" name="four:time-step-strips:time-strip-tᵢ-cell-165:2143"/>
              <p:cNvSpPr>
                <a:spLocks noGrp="1"/>
              </p:cNvSpPr>
              <p:nvPr/>
            </p:nvSpPr>
            <p:spPr>
              <a:xfrm>
                <a:off x="23778270" y="3009900"/>
                <a:ext cx="15379" cy="276225"/>
              </a:xfrm>
              <a:prstGeom prst="rect">
                <a:avLst/>
              </a:prstGeom>
              <a:solidFill>
                <a:srgbClr val="DCE8ED"/>
              </a:solidFill>
              <a:ln w="0">
                <a:noFill/>
                <a:prstDash val="solid"/>
              </a:ln>
            </p:spPr>
          </p:sp>
          <p:sp>
            <p:nvSpPr>
              <p:cNvPr id="2421" name="four:time-step-strips:time-strip-tᵢ-cell-166:2144"/>
              <p:cNvSpPr>
                <a:spLocks noGrp="1"/>
              </p:cNvSpPr>
              <p:nvPr/>
            </p:nvSpPr>
            <p:spPr>
              <a:xfrm>
                <a:off x="23793648" y="3009900"/>
                <a:ext cx="15379" cy="276225"/>
              </a:xfrm>
              <a:prstGeom prst="rect">
                <a:avLst/>
              </a:prstGeom>
              <a:solidFill>
                <a:srgbClr val="DCE8ED"/>
              </a:solidFill>
              <a:ln w="0">
                <a:noFill/>
                <a:prstDash val="solid"/>
              </a:ln>
            </p:spPr>
          </p:sp>
          <p:sp>
            <p:nvSpPr>
              <p:cNvPr id="2422" name="four:time-step-strips:time-strip-tᵢ-cell-167:2145"/>
              <p:cNvSpPr>
                <a:spLocks noGrp="1"/>
              </p:cNvSpPr>
              <p:nvPr/>
            </p:nvSpPr>
            <p:spPr>
              <a:xfrm>
                <a:off x="23809027" y="3009900"/>
                <a:ext cx="15379" cy="276225"/>
              </a:xfrm>
              <a:prstGeom prst="rect">
                <a:avLst/>
              </a:prstGeom>
              <a:solidFill>
                <a:srgbClr val="DCE8ED"/>
              </a:solidFill>
              <a:ln w="0">
                <a:noFill/>
                <a:prstDash val="solid"/>
              </a:ln>
            </p:spPr>
          </p:sp>
          <p:sp>
            <p:nvSpPr>
              <p:cNvPr id="2423" name="four:time-step-strips:time-strip-tᵢ-cell-168:2146"/>
              <p:cNvSpPr>
                <a:spLocks noGrp="1"/>
              </p:cNvSpPr>
              <p:nvPr/>
            </p:nvSpPr>
            <p:spPr>
              <a:xfrm>
                <a:off x="23824406" y="3009900"/>
                <a:ext cx="15379" cy="276225"/>
              </a:xfrm>
              <a:prstGeom prst="rect">
                <a:avLst/>
              </a:prstGeom>
              <a:solidFill>
                <a:srgbClr val="DCE8ED"/>
              </a:solidFill>
              <a:ln w="0">
                <a:noFill/>
                <a:prstDash val="solid"/>
              </a:ln>
            </p:spPr>
          </p:sp>
          <p:sp>
            <p:nvSpPr>
              <p:cNvPr id="2424" name="four:time-step-strips:time-strip-tᵢ-cell-169:2147"/>
              <p:cNvSpPr>
                <a:spLocks noGrp="1"/>
              </p:cNvSpPr>
              <p:nvPr/>
            </p:nvSpPr>
            <p:spPr>
              <a:xfrm>
                <a:off x="23839785" y="3009900"/>
                <a:ext cx="15379" cy="276225"/>
              </a:xfrm>
              <a:prstGeom prst="rect">
                <a:avLst/>
              </a:prstGeom>
              <a:solidFill>
                <a:srgbClr val="DCE8ED"/>
              </a:solidFill>
              <a:ln w="0">
                <a:noFill/>
                <a:prstDash val="solid"/>
              </a:ln>
            </p:spPr>
          </p:sp>
          <p:sp>
            <p:nvSpPr>
              <p:cNvPr id="2425" name="four:time-step-strips:time-strip-tᵢ-cell-170:2148"/>
              <p:cNvSpPr>
                <a:spLocks noGrp="1"/>
              </p:cNvSpPr>
              <p:nvPr/>
            </p:nvSpPr>
            <p:spPr>
              <a:xfrm>
                <a:off x="23855164" y="3009900"/>
                <a:ext cx="15379" cy="276225"/>
              </a:xfrm>
              <a:prstGeom prst="rect">
                <a:avLst/>
              </a:prstGeom>
              <a:solidFill>
                <a:srgbClr val="DCE7EC"/>
              </a:solidFill>
              <a:ln w="0">
                <a:noFill/>
                <a:prstDash val="solid"/>
              </a:ln>
            </p:spPr>
          </p:sp>
          <p:sp>
            <p:nvSpPr>
              <p:cNvPr id="2426" name="four:time-step-strips:time-strip-tᵢ-cell-171:2149"/>
              <p:cNvSpPr>
                <a:spLocks noGrp="1"/>
              </p:cNvSpPr>
              <p:nvPr/>
            </p:nvSpPr>
            <p:spPr>
              <a:xfrm>
                <a:off x="23870543" y="3009900"/>
                <a:ext cx="15379" cy="276225"/>
              </a:xfrm>
              <a:prstGeom prst="rect">
                <a:avLst/>
              </a:prstGeom>
              <a:solidFill>
                <a:srgbClr val="DBE0E2"/>
              </a:solidFill>
              <a:ln w="0">
                <a:noFill/>
                <a:prstDash val="solid"/>
              </a:ln>
            </p:spPr>
          </p:sp>
          <p:sp>
            <p:nvSpPr>
              <p:cNvPr id="2427" name="four:time-step-strips:time-strip-tᵢ-cell-172:2150"/>
              <p:cNvSpPr>
                <a:spLocks noGrp="1"/>
              </p:cNvSpPr>
              <p:nvPr/>
            </p:nvSpPr>
            <p:spPr>
              <a:xfrm>
                <a:off x="23885922" y="3009900"/>
                <a:ext cx="15379" cy="276225"/>
              </a:xfrm>
              <a:prstGeom prst="rect">
                <a:avLst/>
              </a:prstGeom>
              <a:solidFill>
                <a:srgbClr val="D8D0DE"/>
              </a:solidFill>
              <a:ln w="0">
                <a:noFill/>
                <a:prstDash val="solid"/>
              </a:ln>
            </p:spPr>
          </p:sp>
          <p:sp>
            <p:nvSpPr>
              <p:cNvPr id="2428" name="four:time-step-strips:time-strip-tᵢ-cell-173:2151"/>
              <p:cNvSpPr>
                <a:spLocks noGrp="1"/>
              </p:cNvSpPr>
              <p:nvPr/>
            </p:nvSpPr>
            <p:spPr>
              <a:xfrm>
                <a:off x="23901301" y="3009900"/>
                <a:ext cx="15379" cy="276225"/>
              </a:xfrm>
              <a:prstGeom prst="rect">
                <a:avLst/>
              </a:prstGeom>
              <a:solidFill>
                <a:srgbClr val="D6BBD1"/>
              </a:solidFill>
              <a:ln w="0">
                <a:noFill/>
                <a:prstDash val="solid"/>
              </a:ln>
            </p:spPr>
          </p:sp>
          <p:sp>
            <p:nvSpPr>
              <p:cNvPr id="2429" name="four:time-step-strips:time-strip-tᵢ-cell-174:2152"/>
              <p:cNvSpPr>
                <a:spLocks noGrp="1"/>
              </p:cNvSpPr>
              <p:nvPr/>
            </p:nvSpPr>
            <p:spPr>
              <a:xfrm>
                <a:off x="23916680" y="3009900"/>
                <a:ext cx="15379" cy="276225"/>
              </a:xfrm>
              <a:prstGeom prst="rect">
                <a:avLst/>
              </a:prstGeom>
              <a:solidFill>
                <a:srgbClr val="D2A6C3"/>
              </a:solidFill>
              <a:ln w="0">
                <a:noFill/>
                <a:prstDash val="solid"/>
              </a:ln>
            </p:spPr>
          </p:sp>
          <p:sp>
            <p:nvSpPr>
              <p:cNvPr id="2430" name="four:time-step-strips:time-strip-tᵢ-cell-175:2153"/>
              <p:cNvSpPr>
                <a:spLocks noGrp="1"/>
              </p:cNvSpPr>
              <p:nvPr/>
            </p:nvSpPr>
            <p:spPr>
              <a:xfrm>
                <a:off x="23932059" y="3009900"/>
                <a:ext cx="15379" cy="276225"/>
              </a:xfrm>
              <a:prstGeom prst="rect">
                <a:avLst/>
              </a:prstGeom>
              <a:solidFill>
                <a:srgbClr val="D091B6"/>
              </a:solidFill>
              <a:ln w="0">
                <a:noFill/>
                <a:prstDash val="solid"/>
              </a:ln>
            </p:spPr>
          </p:sp>
          <p:sp>
            <p:nvSpPr>
              <p:cNvPr id="2431" name="four:time-step-strips:time-strip-tᵢ-cell-176:2154"/>
              <p:cNvSpPr>
                <a:spLocks noGrp="1"/>
              </p:cNvSpPr>
              <p:nvPr/>
            </p:nvSpPr>
            <p:spPr>
              <a:xfrm>
                <a:off x="23947438" y="3009900"/>
                <a:ext cx="15379" cy="276225"/>
              </a:xfrm>
              <a:prstGeom prst="rect">
                <a:avLst/>
              </a:prstGeom>
              <a:solidFill>
                <a:srgbClr val="CD82AD"/>
              </a:solidFill>
              <a:ln w="0">
                <a:noFill/>
                <a:prstDash val="solid"/>
              </a:ln>
            </p:spPr>
          </p:sp>
          <p:sp>
            <p:nvSpPr>
              <p:cNvPr id="2432" name="four:time-step-strips:time-strip-tᵢ-cell-177:2155"/>
              <p:cNvSpPr>
                <a:spLocks noGrp="1"/>
              </p:cNvSpPr>
              <p:nvPr/>
            </p:nvSpPr>
            <p:spPr>
              <a:xfrm>
                <a:off x="23962816" y="3009900"/>
                <a:ext cx="15379" cy="276225"/>
              </a:xfrm>
              <a:prstGeom prst="rect">
                <a:avLst/>
              </a:prstGeom>
              <a:solidFill>
                <a:srgbClr val="CC7AA8"/>
              </a:solidFill>
              <a:ln w="0">
                <a:noFill/>
                <a:prstDash val="solid"/>
              </a:ln>
            </p:spPr>
          </p:sp>
          <p:sp>
            <p:nvSpPr>
              <p:cNvPr id="2433" name="four:time-step-strips:time-strip-tᵢ-cell-178:2156"/>
              <p:cNvSpPr>
                <a:spLocks noGrp="1"/>
              </p:cNvSpPr>
              <p:nvPr/>
            </p:nvSpPr>
            <p:spPr>
              <a:xfrm>
                <a:off x="23978195" y="3009900"/>
                <a:ext cx="15379" cy="276225"/>
              </a:xfrm>
              <a:prstGeom prst="rect">
                <a:avLst/>
              </a:prstGeom>
              <a:solidFill>
                <a:srgbClr val="CC79A7"/>
              </a:solidFill>
              <a:ln w="0">
                <a:noFill/>
                <a:prstDash val="solid"/>
              </a:ln>
            </p:spPr>
          </p:sp>
          <p:sp>
            <p:nvSpPr>
              <p:cNvPr id="2434" name="four:time-step-strips:time-strip-tᵢ-cell-179:2157"/>
              <p:cNvSpPr>
                <a:spLocks noGrp="1"/>
              </p:cNvSpPr>
              <p:nvPr/>
            </p:nvSpPr>
            <p:spPr>
              <a:xfrm>
                <a:off x="23993574" y="3009900"/>
                <a:ext cx="15379" cy="276225"/>
              </a:xfrm>
              <a:prstGeom prst="rect">
                <a:avLst/>
              </a:prstGeom>
              <a:solidFill>
                <a:srgbClr val="CC79A7"/>
              </a:solidFill>
              <a:ln w="0">
                <a:noFill/>
                <a:prstDash val="solid"/>
              </a:ln>
            </p:spPr>
          </p:sp>
          <p:sp>
            <p:nvSpPr>
              <p:cNvPr id="2435" name="four:time-step-strips:time-strip-tᵢ-cell-180:2158"/>
              <p:cNvSpPr>
                <a:spLocks noGrp="1"/>
              </p:cNvSpPr>
              <p:nvPr/>
            </p:nvSpPr>
            <p:spPr>
              <a:xfrm>
                <a:off x="24008953" y="3009900"/>
                <a:ext cx="15379" cy="276225"/>
              </a:xfrm>
              <a:prstGeom prst="rect">
                <a:avLst/>
              </a:prstGeom>
              <a:solidFill>
                <a:srgbClr val="CC79A7"/>
              </a:solidFill>
              <a:ln w="0">
                <a:noFill/>
                <a:prstDash val="solid"/>
              </a:ln>
            </p:spPr>
          </p:sp>
          <p:sp>
            <p:nvSpPr>
              <p:cNvPr id="2436" name="four:time-step-strips:time-strip-tᵢ-cell-181:2159"/>
              <p:cNvSpPr>
                <a:spLocks noGrp="1"/>
              </p:cNvSpPr>
              <p:nvPr/>
            </p:nvSpPr>
            <p:spPr>
              <a:xfrm>
                <a:off x="24024332" y="3009900"/>
                <a:ext cx="15379" cy="276225"/>
              </a:xfrm>
              <a:prstGeom prst="rect">
                <a:avLst/>
              </a:prstGeom>
              <a:solidFill>
                <a:srgbClr val="CC79A7"/>
              </a:solidFill>
              <a:ln w="0">
                <a:noFill/>
                <a:prstDash val="solid"/>
              </a:ln>
            </p:spPr>
          </p:sp>
          <p:sp>
            <p:nvSpPr>
              <p:cNvPr id="2437" name="four:time-step-strips:time-strip-tᵢ-cell-182:2160"/>
              <p:cNvSpPr>
                <a:spLocks noGrp="1"/>
              </p:cNvSpPr>
              <p:nvPr/>
            </p:nvSpPr>
            <p:spPr>
              <a:xfrm>
                <a:off x="24039711" y="3009900"/>
                <a:ext cx="15379" cy="276225"/>
              </a:xfrm>
              <a:prstGeom prst="rect">
                <a:avLst/>
              </a:prstGeom>
              <a:solidFill>
                <a:srgbClr val="CC79A7"/>
              </a:solidFill>
              <a:ln w="0">
                <a:noFill/>
                <a:prstDash val="solid"/>
              </a:ln>
            </p:spPr>
          </p:sp>
          <p:sp>
            <p:nvSpPr>
              <p:cNvPr id="2438" name="four:time-step-strips:time-strip-tᵢ-cell-183:2161"/>
              <p:cNvSpPr>
                <a:spLocks noGrp="1"/>
              </p:cNvSpPr>
              <p:nvPr/>
            </p:nvSpPr>
            <p:spPr>
              <a:xfrm>
                <a:off x="24055090" y="3009900"/>
                <a:ext cx="15379" cy="276225"/>
              </a:xfrm>
              <a:prstGeom prst="rect">
                <a:avLst/>
              </a:prstGeom>
              <a:solidFill>
                <a:srgbClr val="CC79A7"/>
              </a:solidFill>
              <a:ln w="0">
                <a:noFill/>
                <a:prstDash val="solid"/>
              </a:ln>
            </p:spPr>
          </p:sp>
          <p:sp>
            <p:nvSpPr>
              <p:cNvPr id="2439" name="four:time-step-strips:time-strip-tᵢ-cell-184:2162"/>
              <p:cNvSpPr>
                <a:spLocks noGrp="1"/>
              </p:cNvSpPr>
              <p:nvPr/>
            </p:nvSpPr>
            <p:spPr>
              <a:xfrm>
                <a:off x="24070469" y="3009900"/>
                <a:ext cx="15379" cy="276225"/>
              </a:xfrm>
              <a:prstGeom prst="rect">
                <a:avLst/>
              </a:prstGeom>
              <a:solidFill>
                <a:srgbClr val="CC79A7"/>
              </a:solidFill>
              <a:ln w="0">
                <a:noFill/>
                <a:prstDash val="solid"/>
              </a:ln>
            </p:spPr>
          </p:sp>
          <p:sp>
            <p:nvSpPr>
              <p:cNvPr id="2440" name="four:time-step-strips:time-strip-tᵢ-cell-185:2163"/>
              <p:cNvSpPr>
                <a:spLocks noGrp="1"/>
              </p:cNvSpPr>
              <p:nvPr/>
            </p:nvSpPr>
            <p:spPr>
              <a:xfrm>
                <a:off x="24085848" y="3009900"/>
                <a:ext cx="15379" cy="276225"/>
              </a:xfrm>
              <a:prstGeom prst="rect">
                <a:avLst/>
              </a:prstGeom>
              <a:solidFill>
                <a:srgbClr val="CC79A7"/>
              </a:solidFill>
              <a:ln w="0">
                <a:noFill/>
                <a:prstDash val="solid"/>
              </a:ln>
            </p:spPr>
          </p:sp>
          <p:sp>
            <p:nvSpPr>
              <p:cNvPr id="2441" name="four:time-step-strips:time-strip-tᵢ-cell-186:2164"/>
              <p:cNvSpPr>
                <a:spLocks noGrp="1"/>
              </p:cNvSpPr>
              <p:nvPr/>
            </p:nvSpPr>
            <p:spPr>
              <a:xfrm>
                <a:off x="24101227" y="3009900"/>
                <a:ext cx="15379" cy="276225"/>
              </a:xfrm>
              <a:prstGeom prst="rect">
                <a:avLst/>
              </a:prstGeom>
              <a:solidFill>
                <a:srgbClr val="CC79A7"/>
              </a:solidFill>
              <a:ln w="0">
                <a:noFill/>
                <a:prstDash val="solid"/>
              </a:ln>
            </p:spPr>
          </p:sp>
          <p:sp>
            <p:nvSpPr>
              <p:cNvPr id="2442" name="four:time-step-strips:time-strip-tᵢ-cell-187:2165"/>
              <p:cNvSpPr>
                <a:spLocks noGrp="1"/>
              </p:cNvSpPr>
              <p:nvPr/>
            </p:nvSpPr>
            <p:spPr>
              <a:xfrm>
                <a:off x="24116605" y="3009900"/>
                <a:ext cx="15379" cy="276225"/>
              </a:xfrm>
              <a:prstGeom prst="rect">
                <a:avLst/>
              </a:prstGeom>
              <a:solidFill>
                <a:srgbClr val="CD7EAA"/>
              </a:solidFill>
              <a:ln w="0">
                <a:noFill/>
                <a:prstDash val="solid"/>
              </a:ln>
            </p:spPr>
          </p:sp>
          <p:sp>
            <p:nvSpPr>
              <p:cNvPr id="2443" name="four:time-step-strips:time-strip-tᵢ-cell-188:2166"/>
              <p:cNvSpPr>
                <a:spLocks noGrp="1"/>
              </p:cNvSpPr>
              <p:nvPr/>
            </p:nvSpPr>
            <p:spPr>
              <a:xfrm>
                <a:off x="24131984" y="3009900"/>
                <a:ext cx="15379" cy="276225"/>
              </a:xfrm>
              <a:prstGeom prst="rect">
                <a:avLst/>
              </a:prstGeom>
              <a:solidFill>
                <a:srgbClr val="D5B7CE"/>
              </a:solidFill>
              <a:ln w="0">
                <a:noFill/>
                <a:prstDash val="solid"/>
              </a:ln>
            </p:spPr>
          </p:sp>
          <p:sp>
            <p:nvSpPr>
              <p:cNvPr id="2444" name="four:time-step-strips:time-strip-tᵢ-cell-189:2167"/>
              <p:cNvSpPr>
                <a:spLocks noGrp="1"/>
              </p:cNvSpPr>
              <p:nvPr/>
            </p:nvSpPr>
            <p:spPr>
              <a:xfrm>
                <a:off x="24147363" y="3009900"/>
                <a:ext cx="15379" cy="276225"/>
              </a:xfrm>
              <a:prstGeom prst="rect">
                <a:avLst/>
              </a:prstGeom>
              <a:solidFill>
                <a:srgbClr val="DCE8EC"/>
              </a:solidFill>
              <a:ln w="0">
                <a:noFill/>
                <a:prstDash val="solid"/>
              </a:ln>
            </p:spPr>
          </p:sp>
          <p:sp>
            <p:nvSpPr>
              <p:cNvPr id="2445" name="four:time-step-strips:time-strip-tᵢ-cell-190:2168"/>
              <p:cNvSpPr>
                <a:spLocks noGrp="1"/>
              </p:cNvSpPr>
              <p:nvPr/>
            </p:nvSpPr>
            <p:spPr>
              <a:xfrm>
                <a:off x="24162742" y="3009900"/>
                <a:ext cx="15379" cy="276225"/>
              </a:xfrm>
              <a:prstGeom prst="rect">
                <a:avLst/>
              </a:prstGeom>
              <a:solidFill>
                <a:srgbClr val="DCE8ED"/>
              </a:solidFill>
              <a:ln w="0">
                <a:noFill/>
                <a:prstDash val="solid"/>
              </a:ln>
            </p:spPr>
          </p:sp>
          <p:sp>
            <p:nvSpPr>
              <p:cNvPr id="2446" name="four:time-step-strips:time-strip-tᵢ-cell-191:2169"/>
              <p:cNvSpPr>
                <a:spLocks noGrp="1"/>
              </p:cNvSpPr>
              <p:nvPr/>
            </p:nvSpPr>
            <p:spPr>
              <a:xfrm>
                <a:off x="24178121" y="3009900"/>
                <a:ext cx="15379" cy="276225"/>
              </a:xfrm>
              <a:prstGeom prst="rect">
                <a:avLst/>
              </a:prstGeom>
              <a:solidFill>
                <a:srgbClr val="DCE8ED"/>
              </a:solidFill>
              <a:ln w="0">
                <a:noFill/>
                <a:prstDash val="solid"/>
              </a:ln>
            </p:spPr>
          </p:sp>
          <p:sp>
            <p:nvSpPr>
              <p:cNvPr id="2447" name="four:time-step-strips:time-strip-tᵢ-border:2170"/>
              <p:cNvSpPr>
                <a:spLocks noGrp="1"/>
              </p:cNvSpPr>
              <p:nvPr/>
            </p:nvSpPr>
            <p:spPr>
              <a:xfrm>
                <a:off x="21240750" y="3009900"/>
                <a:ext cx="2952750" cy="276225"/>
              </a:xfrm>
              <a:prstGeom prst="rect">
                <a:avLst/>
              </a:prstGeom>
              <a:noFill/>
              <a:ln w="3909">
                <a:solidFill>
                  <a:srgbClr val="263238"/>
                </a:solidFill>
                <a:prstDash val="solid"/>
              </a:ln>
            </p:spPr>
          </p:sp>
          <p:sp>
            <p:nvSpPr>
              <p:cNvPr id="2448" name="four:time-step-strips:textbox:2171"/>
              <p:cNvSpPr>
                <a:spLocks noGrp="1"/>
              </p:cNvSpPr>
              <p:nvPr/>
            </p:nvSpPr>
            <p:spPr>
              <a:xfrm>
                <a:off x="20831175" y="3695700"/>
                <a:ext cx="323850" cy="342900"/>
              </a:xfrm>
              <a:prstGeom prst="rect">
                <a:avLst/>
              </a:prstGeom>
              <a:noFill/>
              <a:ln w="0">
                <a:noFill/>
                <a:prstDash val="solid"/>
              </a:ln>
            </p:spPr>
            <p:txBody>
              <a:bodyPr wrap="none" lIns="0" tIns="0" rIns="0" bIns="0" anchor="ctr">
                <a:normAutofit/>
              </a:bodyPr>
              <a:lstStyle>
                <a:defPPr algn="ctr">
                  <a:defRPr sz="1039" b="0">
                    <a:solidFill>
                      <a:srgbClr val="263238"/>
                    </a:solidFill>
                    <a:latin typeface="Arial" panose="020B0604020202090204"/>
                    <a:ea typeface="Arial" panose="020B0604020202090204"/>
                    <a:cs typeface="Arial" panose="020B0604020202090204"/>
                  </a:defRPr>
                </a:defPPr>
              </a:lstStyle>
              <a:p>
                <a:pPr algn="ctr">
                  <a:defRPr sz="1039" b="0">
                    <a:solidFill>
                      <a:srgbClr val="263238"/>
                    </a:solidFill>
                    <a:latin typeface="Arial" panose="020B0604020202090204"/>
                    <a:ea typeface="Arial" panose="020B0604020202090204"/>
                    <a:cs typeface="Arial" panose="020B0604020202090204"/>
                  </a:defRPr>
                </a:pPr>
                <a:r>
                  <a:rPr sz="1039" b="0">
                    <a:solidFill>
                      <a:srgbClr val="263238"/>
                    </a:solidFill>
                    <a:latin typeface="Arial" panose="020B0604020202090204"/>
                    <a:ea typeface="Arial" panose="020B0604020202090204"/>
                    <a:cs typeface="Arial" panose="020B0604020202090204"/>
                  </a:rPr>
                  <a:t>t</a:t>
                </a:r>
                <a:r>
                  <a:rPr sz="749" b="0" baseline="-25000">
                    <a:solidFill>
                      <a:srgbClr val="263238"/>
                    </a:solidFill>
                    <a:latin typeface="Arial" panose="020B0604020202090204"/>
                    <a:ea typeface="Arial" panose="020B0604020202090204"/>
                    <a:cs typeface="Arial" panose="020B0604020202090204"/>
                  </a:rPr>
                  <a:t>n</a:t>
                </a:r>
                <a:endParaRPr sz="749" b="0" baseline="-25000">
                  <a:solidFill>
                    <a:srgbClr val="263238"/>
                  </a:solidFill>
                  <a:latin typeface="Arial" panose="020B0604020202090204"/>
                  <a:ea typeface="Arial" panose="020B0604020202090204"/>
                  <a:cs typeface="Arial" panose="020B0604020202090204"/>
                </a:endParaRPr>
              </a:p>
            </p:txBody>
          </p:sp>
          <p:sp>
            <p:nvSpPr>
              <p:cNvPr id="2449" name="four:time-step-strips:time-strip-tₙ-cell-0:2172"/>
              <p:cNvSpPr>
                <a:spLocks noGrp="1"/>
              </p:cNvSpPr>
              <p:nvPr/>
            </p:nvSpPr>
            <p:spPr>
              <a:xfrm>
                <a:off x="21240750" y="3724275"/>
                <a:ext cx="15379" cy="276225"/>
              </a:xfrm>
              <a:prstGeom prst="rect">
                <a:avLst/>
              </a:prstGeom>
              <a:solidFill>
                <a:srgbClr val="DCE8ED"/>
              </a:solidFill>
              <a:ln w="0">
                <a:noFill/>
                <a:prstDash val="solid"/>
              </a:ln>
            </p:spPr>
          </p:sp>
          <p:sp>
            <p:nvSpPr>
              <p:cNvPr id="2450" name="four:time-step-strips:time-strip-tₙ-cell-1:2173"/>
              <p:cNvSpPr>
                <a:spLocks noGrp="1"/>
              </p:cNvSpPr>
              <p:nvPr/>
            </p:nvSpPr>
            <p:spPr>
              <a:xfrm>
                <a:off x="21256129" y="3724275"/>
                <a:ext cx="15379" cy="276225"/>
              </a:xfrm>
              <a:prstGeom prst="rect">
                <a:avLst/>
              </a:prstGeom>
              <a:solidFill>
                <a:srgbClr val="DCE8ED"/>
              </a:solidFill>
              <a:ln w="0">
                <a:noFill/>
                <a:prstDash val="solid"/>
              </a:ln>
            </p:spPr>
          </p:sp>
          <p:sp>
            <p:nvSpPr>
              <p:cNvPr id="2451" name="four:time-step-strips:time-strip-tₙ-cell-2:2174"/>
              <p:cNvSpPr>
                <a:spLocks noGrp="1"/>
              </p:cNvSpPr>
              <p:nvPr/>
            </p:nvSpPr>
            <p:spPr>
              <a:xfrm>
                <a:off x="21271508" y="3724275"/>
                <a:ext cx="15379" cy="276225"/>
              </a:xfrm>
              <a:prstGeom prst="rect">
                <a:avLst/>
              </a:prstGeom>
              <a:solidFill>
                <a:srgbClr val="DCE8ED"/>
              </a:solidFill>
              <a:ln w="0">
                <a:noFill/>
                <a:prstDash val="solid"/>
              </a:ln>
            </p:spPr>
          </p:sp>
          <p:sp>
            <p:nvSpPr>
              <p:cNvPr id="2452" name="four:time-step-strips:time-strip-tₙ-cell-3:2175"/>
              <p:cNvSpPr>
                <a:spLocks noGrp="1"/>
              </p:cNvSpPr>
              <p:nvPr/>
            </p:nvSpPr>
            <p:spPr>
              <a:xfrm>
                <a:off x="21286887" y="3724275"/>
                <a:ext cx="15379" cy="276225"/>
              </a:xfrm>
              <a:prstGeom prst="rect">
                <a:avLst/>
              </a:prstGeom>
              <a:solidFill>
                <a:srgbClr val="D9E6EB"/>
              </a:solidFill>
              <a:ln w="0">
                <a:noFill/>
                <a:prstDash val="solid"/>
              </a:ln>
            </p:spPr>
          </p:sp>
          <p:sp>
            <p:nvSpPr>
              <p:cNvPr id="2453" name="four:time-step-strips:time-strip-tₙ-cell-4:2176"/>
              <p:cNvSpPr>
                <a:spLocks noGrp="1"/>
              </p:cNvSpPr>
              <p:nvPr/>
            </p:nvSpPr>
            <p:spPr>
              <a:xfrm>
                <a:off x="21302266" y="3724275"/>
                <a:ext cx="15379" cy="276225"/>
              </a:xfrm>
              <a:prstGeom prst="rect">
                <a:avLst/>
              </a:prstGeom>
              <a:solidFill>
                <a:srgbClr val="D9B698"/>
              </a:solidFill>
              <a:ln w="0">
                <a:noFill/>
                <a:prstDash val="solid"/>
              </a:ln>
            </p:spPr>
          </p:sp>
          <p:sp>
            <p:nvSpPr>
              <p:cNvPr id="2454" name="four:time-step-strips:time-strip-tₙ-cell-5:2177"/>
              <p:cNvSpPr>
                <a:spLocks noGrp="1"/>
              </p:cNvSpPr>
              <p:nvPr/>
            </p:nvSpPr>
            <p:spPr>
              <a:xfrm>
                <a:off x="21317645" y="3724275"/>
                <a:ext cx="15379" cy="276225"/>
              </a:xfrm>
              <a:prstGeom prst="rect">
                <a:avLst/>
              </a:prstGeom>
              <a:solidFill>
                <a:srgbClr val="D6782D"/>
              </a:solidFill>
              <a:ln w="0">
                <a:noFill/>
                <a:prstDash val="solid"/>
              </a:ln>
            </p:spPr>
          </p:sp>
          <p:sp>
            <p:nvSpPr>
              <p:cNvPr id="2455" name="four:time-step-strips:time-strip-tₙ-cell-6:2178"/>
              <p:cNvSpPr>
                <a:spLocks noGrp="1"/>
              </p:cNvSpPr>
              <p:nvPr/>
            </p:nvSpPr>
            <p:spPr>
              <a:xfrm>
                <a:off x="21333023" y="3724275"/>
                <a:ext cx="15379" cy="276225"/>
              </a:xfrm>
              <a:prstGeom prst="rect">
                <a:avLst/>
              </a:prstGeom>
              <a:solidFill>
                <a:srgbClr val="D55E00"/>
              </a:solidFill>
              <a:ln w="0">
                <a:noFill/>
                <a:prstDash val="solid"/>
              </a:ln>
            </p:spPr>
          </p:sp>
          <p:sp>
            <p:nvSpPr>
              <p:cNvPr id="2456" name="four:time-step-strips:time-strip-tₙ-cell-7:2179"/>
              <p:cNvSpPr>
                <a:spLocks noGrp="1"/>
              </p:cNvSpPr>
              <p:nvPr/>
            </p:nvSpPr>
            <p:spPr>
              <a:xfrm>
                <a:off x="21348402" y="3724275"/>
                <a:ext cx="15379" cy="276225"/>
              </a:xfrm>
              <a:prstGeom prst="rect">
                <a:avLst/>
              </a:prstGeom>
              <a:solidFill>
                <a:srgbClr val="D55E00"/>
              </a:solidFill>
              <a:ln w="0">
                <a:noFill/>
                <a:prstDash val="solid"/>
              </a:ln>
            </p:spPr>
          </p:sp>
          <p:sp>
            <p:nvSpPr>
              <p:cNvPr id="2457" name="four:time-step-strips:time-strip-tₙ-cell-8:2180"/>
              <p:cNvSpPr>
                <a:spLocks noGrp="1"/>
              </p:cNvSpPr>
              <p:nvPr/>
            </p:nvSpPr>
            <p:spPr>
              <a:xfrm>
                <a:off x="21363781" y="3724275"/>
                <a:ext cx="15379" cy="276225"/>
              </a:xfrm>
              <a:prstGeom prst="rect">
                <a:avLst/>
              </a:prstGeom>
              <a:solidFill>
                <a:srgbClr val="D55E00"/>
              </a:solidFill>
              <a:ln w="0">
                <a:noFill/>
                <a:prstDash val="solid"/>
              </a:ln>
            </p:spPr>
          </p:sp>
          <p:sp>
            <p:nvSpPr>
              <p:cNvPr id="2458" name="four:time-step-strips:time-strip-tₙ-cell-9:2181"/>
              <p:cNvSpPr>
                <a:spLocks noGrp="1"/>
              </p:cNvSpPr>
              <p:nvPr/>
            </p:nvSpPr>
            <p:spPr>
              <a:xfrm>
                <a:off x="21379160" y="3724275"/>
                <a:ext cx="15379" cy="276225"/>
              </a:xfrm>
              <a:prstGeom prst="rect">
                <a:avLst/>
              </a:prstGeom>
              <a:solidFill>
                <a:srgbClr val="D55E00"/>
              </a:solidFill>
              <a:ln w="0">
                <a:noFill/>
                <a:prstDash val="solid"/>
              </a:ln>
            </p:spPr>
          </p:sp>
          <p:sp>
            <p:nvSpPr>
              <p:cNvPr id="2459" name="four:time-step-strips:time-strip-tₙ-cell-10:2182"/>
              <p:cNvSpPr>
                <a:spLocks noGrp="1"/>
              </p:cNvSpPr>
              <p:nvPr/>
            </p:nvSpPr>
            <p:spPr>
              <a:xfrm>
                <a:off x="21394539" y="3724275"/>
                <a:ext cx="15379" cy="276225"/>
              </a:xfrm>
              <a:prstGeom prst="rect">
                <a:avLst/>
              </a:prstGeom>
              <a:solidFill>
                <a:srgbClr val="D55E00"/>
              </a:solidFill>
              <a:ln w="0">
                <a:noFill/>
                <a:prstDash val="solid"/>
              </a:ln>
            </p:spPr>
          </p:sp>
          <p:sp>
            <p:nvSpPr>
              <p:cNvPr id="2460" name="four:time-step-strips:time-strip-tₙ-cell-11:2183"/>
              <p:cNvSpPr>
                <a:spLocks noGrp="1"/>
              </p:cNvSpPr>
              <p:nvPr/>
            </p:nvSpPr>
            <p:spPr>
              <a:xfrm>
                <a:off x="21409918" y="3724275"/>
                <a:ext cx="15379" cy="276225"/>
              </a:xfrm>
              <a:prstGeom prst="rect">
                <a:avLst/>
              </a:prstGeom>
              <a:solidFill>
                <a:srgbClr val="D55E00"/>
              </a:solidFill>
              <a:ln w="0">
                <a:noFill/>
                <a:prstDash val="solid"/>
              </a:ln>
            </p:spPr>
          </p:sp>
          <p:sp>
            <p:nvSpPr>
              <p:cNvPr id="2461" name="four:time-step-strips:time-strip-tₙ-cell-12:2184"/>
              <p:cNvSpPr>
                <a:spLocks noGrp="1"/>
              </p:cNvSpPr>
              <p:nvPr/>
            </p:nvSpPr>
            <p:spPr>
              <a:xfrm>
                <a:off x="21425297" y="3724275"/>
                <a:ext cx="15379" cy="276225"/>
              </a:xfrm>
              <a:prstGeom prst="rect">
                <a:avLst/>
              </a:prstGeom>
              <a:solidFill>
                <a:srgbClr val="D55E00"/>
              </a:solidFill>
              <a:ln w="0">
                <a:noFill/>
                <a:prstDash val="solid"/>
              </a:ln>
            </p:spPr>
          </p:sp>
          <p:sp>
            <p:nvSpPr>
              <p:cNvPr id="2462" name="four:time-step-strips:time-strip-tₙ-cell-13:2185"/>
              <p:cNvSpPr>
                <a:spLocks noGrp="1"/>
              </p:cNvSpPr>
              <p:nvPr/>
            </p:nvSpPr>
            <p:spPr>
              <a:xfrm>
                <a:off x="21440676" y="3724275"/>
                <a:ext cx="15379" cy="276225"/>
              </a:xfrm>
              <a:prstGeom prst="rect">
                <a:avLst/>
              </a:prstGeom>
              <a:solidFill>
                <a:srgbClr val="D55E00"/>
              </a:solidFill>
              <a:ln w="0">
                <a:noFill/>
                <a:prstDash val="solid"/>
              </a:ln>
            </p:spPr>
          </p:sp>
          <p:sp>
            <p:nvSpPr>
              <p:cNvPr id="2463" name="four:time-step-strips:time-strip-tₙ-cell-14:2186"/>
              <p:cNvSpPr>
                <a:spLocks noGrp="1"/>
              </p:cNvSpPr>
              <p:nvPr/>
            </p:nvSpPr>
            <p:spPr>
              <a:xfrm>
                <a:off x="21456055" y="3724275"/>
                <a:ext cx="15379" cy="276225"/>
              </a:xfrm>
              <a:prstGeom prst="rect">
                <a:avLst/>
              </a:prstGeom>
              <a:solidFill>
                <a:srgbClr val="D55E00"/>
              </a:solidFill>
              <a:ln w="0">
                <a:noFill/>
                <a:prstDash val="solid"/>
              </a:ln>
            </p:spPr>
          </p:sp>
          <p:sp>
            <p:nvSpPr>
              <p:cNvPr id="2464" name="four:time-step-strips:time-strip-tₙ-cell-15:2187"/>
              <p:cNvSpPr>
                <a:spLocks noGrp="1"/>
              </p:cNvSpPr>
              <p:nvPr/>
            </p:nvSpPr>
            <p:spPr>
              <a:xfrm>
                <a:off x="21471434" y="3724275"/>
                <a:ext cx="15379" cy="276225"/>
              </a:xfrm>
              <a:prstGeom prst="rect">
                <a:avLst/>
              </a:prstGeom>
              <a:solidFill>
                <a:srgbClr val="D55E00"/>
              </a:solidFill>
              <a:ln w="0">
                <a:noFill/>
                <a:prstDash val="solid"/>
              </a:ln>
            </p:spPr>
          </p:sp>
          <p:sp>
            <p:nvSpPr>
              <p:cNvPr id="2465" name="four:time-step-strips:time-strip-tₙ-cell-16:2188"/>
              <p:cNvSpPr>
                <a:spLocks noGrp="1"/>
              </p:cNvSpPr>
              <p:nvPr/>
            </p:nvSpPr>
            <p:spPr>
              <a:xfrm>
                <a:off x="21486812" y="3724275"/>
                <a:ext cx="15379" cy="276225"/>
              </a:xfrm>
              <a:prstGeom prst="rect">
                <a:avLst/>
              </a:prstGeom>
              <a:solidFill>
                <a:srgbClr val="D55E00"/>
              </a:solidFill>
              <a:ln w="0">
                <a:noFill/>
                <a:prstDash val="solid"/>
              </a:ln>
            </p:spPr>
          </p:sp>
          <p:sp>
            <p:nvSpPr>
              <p:cNvPr id="2466" name="four:time-step-strips:time-strip-tₙ-cell-17:2189"/>
              <p:cNvSpPr>
                <a:spLocks noGrp="1"/>
              </p:cNvSpPr>
              <p:nvPr/>
            </p:nvSpPr>
            <p:spPr>
              <a:xfrm>
                <a:off x="21502191" y="3724275"/>
                <a:ext cx="15379" cy="276225"/>
              </a:xfrm>
              <a:prstGeom prst="rect">
                <a:avLst/>
              </a:prstGeom>
              <a:solidFill>
                <a:srgbClr val="D55E00"/>
              </a:solidFill>
              <a:ln w="0">
                <a:noFill/>
                <a:prstDash val="solid"/>
              </a:ln>
            </p:spPr>
          </p:sp>
          <p:sp>
            <p:nvSpPr>
              <p:cNvPr id="2467" name="four:time-step-strips:time-strip-tₙ-cell-18:2190"/>
              <p:cNvSpPr>
                <a:spLocks noGrp="1"/>
              </p:cNvSpPr>
              <p:nvPr/>
            </p:nvSpPr>
            <p:spPr>
              <a:xfrm>
                <a:off x="21517570" y="3724275"/>
                <a:ext cx="15379" cy="276225"/>
              </a:xfrm>
              <a:prstGeom prst="rect">
                <a:avLst/>
              </a:prstGeom>
              <a:solidFill>
                <a:srgbClr val="D55E00"/>
              </a:solidFill>
              <a:ln w="0">
                <a:noFill/>
                <a:prstDash val="solid"/>
              </a:ln>
            </p:spPr>
          </p:sp>
          <p:sp>
            <p:nvSpPr>
              <p:cNvPr id="2468" name="four:time-step-strips:time-strip-tₙ-cell-19:2191"/>
              <p:cNvSpPr>
                <a:spLocks noGrp="1"/>
              </p:cNvSpPr>
              <p:nvPr/>
            </p:nvSpPr>
            <p:spPr>
              <a:xfrm>
                <a:off x="21532949" y="3724275"/>
                <a:ext cx="15379" cy="276225"/>
              </a:xfrm>
              <a:prstGeom prst="rect">
                <a:avLst/>
              </a:prstGeom>
              <a:solidFill>
                <a:srgbClr val="D55E00"/>
              </a:solidFill>
              <a:ln w="0">
                <a:noFill/>
                <a:prstDash val="solid"/>
              </a:ln>
            </p:spPr>
          </p:sp>
          <p:sp>
            <p:nvSpPr>
              <p:cNvPr id="2469" name="four:time-step-strips:time-strip-tₙ-cell-20:2192"/>
              <p:cNvSpPr>
                <a:spLocks noGrp="1"/>
              </p:cNvSpPr>
              <p:nvPr/>
            </p:nvSpPr>
            <p:spPr>
              <a:xfrm>
                <a:off x="21548328" y="3724275"/>
                <a:ext cx="15379" cy="276225"/>
              </a:xfrm>
              <a:prstGeom prst="rect">
                <a:avLst/>
              </a:prstGeom>
              <a:solidFill>
                <a:srgbClr val="D55E00"/>
              </a:solidFill>
              <a:ln w="0">
                <a:noFill/>
                <a:prstDash val="solid"/>
              </a:ln>
            </p:spPr>
          </p:sp>
          <p:sp>
            <p:nvSpPr>
              <p:cNvPr id="2470" name="four:time-step-strips:time-strip-tₙ-cell-21:2193"/>
              <p:cNvSpPr>
                <a:spLocks noGrp="1"/>
              </p:cNvSpPr>
              <p:nvPr/>
            </p:nvSpPr>
            <p:spPr>
              <a:xfrm>
                <a:off x="21563707" y="3724275"/>
                <a:ext cx="15379" cy="276225"/>
              </a:xfrm>
              <a:prstGeom prst="rect">
                <a:avLst/>
              </a:prstGeom>
              <a:solidFill>
                <a:srgbClr val="D55E00"/>
              </a:solidFill>
              <a:ln w="0">
                <a:noFill/>
                <a:prstDash val="solid"/>
              </a:ln>
            </p:spPr>
          </p:sp>
          <p:sp>
            <p:nvSpPr>
              <p:cNvPr id="2471" name="four:time-step-strips:time-strip-tₙ-cell-22:2194"/>
              <p:cNvSpPr>
                <a:spLocks noGrp="1"/>
              </p:cNvSpPr>
              <p:nvPr/>
            </p:nvSpPr>
            <p:spPr>
              <a:xfrm>
                <a:off x="21579086" y="3724275"/>
                <a:ext cx="15379" cy="276225"/>
              </a:xfrm>
              <a:prstGeom prst="rect">
                <a:avLst/>
              </a:prstGeom>
              <a:solidFill>
                <a:srgbClr val="D55E00"/>
              </a:solidFill>
              <a:ln w="0">
                <a:noFill/>
                <a:prstDash val="solid"/>
              </a:ln>
            </p:spPr>
          </p:sp>
          <p:sp>
            <p:nvSpPr>
              <p:cNvPr id="2472" name="four:time-step-strips:time-strip-tₙ-cell-23:2195"/>
              <p:cNvSpPr>
                <a:spLocks noGrp="1"/>
              </p:cNvSpPr>
              <p:nvPr/>
            </p:nvSpPr>
            <p:spPr>
              <a:xfrm>
                <a:off x="21594465" y="3724275"/>
                <a:ext cx="15379" cy="276225"/>
              </a:xfrm>
              <a:prstGeom prst="rect">
                <a:avLst/>
              </a:prstGeom>
              <a:solidFill>
                <a:srgbClr val="D55E00"/>
              </a:solidFill>
              <a:ln w="0">
                <a:noFill/>
                <a:prstDash val="solid"/>
              </a:ln>
            </p:spPr>
          </p:sp>
          <p:sp>
            <p:nvSpPr>
              <p:cNvPr id="2473" name="four:time-step-strips:time-strip-tₙ-cell-24:2196"/>
              <p:cNvSpPr>
                <a:spLocks noGrp="1"/>
              </p:cNvSpPr>
              <p:nvPr/>
            </p:nvSpPr>
            <p:spPr>
              <a:xfrm>
                <a:off x="21609844" y="3724275"/>
                <a:ext cx="15379" cy="276225"/>
              </a:xfrm>
              <a:prstGeom prst="rect">
                <a:avLst/>
              </a:prstGeom>
              <a:solidFill>
                <a:srgbClr val="D55E00"/>
              </a:solidFill>
              <a:ln w="0">
                <a:noFill/>
                <a:prstDash val="solid"/>
              </a:ln>
            </p:spPr>
          </p:sp>
          <p:sp>
            <p:nvSpPr>
              <p:cNvPr id="2474" name="four:time-step-strips:time-strip-tₙ-cell-25:2197"/>
              <p:cNvSpPr>
                <a:spLocks noGrp="1"/>
              </p:cNvSpPr>
              <p:nvPr/>
            </p:nvSpPr>
            <p:spPr>
              <a:xfrm>
                <a:off x="21625223" y="3724275"/>
                <a:ext cx="15379" cy="276225"/>
              </a:xfrm>
              <a:prstGeom prst="rect">
                <a:avLst/>
              </a:prstGeom>
              <a:solidFill>
                <a:srgbClr val="D55F02"/>
              </a:solidFill>
              <a:ln w="0">
                <a:noFill/>
                <a:prstDash val="solid"/>
              </a:ln>
            </p:spPr>
          </p:sp>
          <p:sp>
            <p:nvSpPr>
              <p:cNvPr id="2475" name="four:time-step-strips:time-strip-tₙ-cell-26:2198"/>
              <p:cNvSpPr>
                <a:spLocks noGrp="1"/>
              </p:cNvSpPr>
              <p:nvPr/>
            </p:nvSpPr>
            <p:spPr>
              <a:xfrm>
                <a:off x="21640602" y="3724275"/>
                <a:ext cx="15379" cy="276225"/>
              </a:xfrm>
              <a:prstGeom prst="rect">
                <a:avLst/>
              </a:prstGeom>
              <a:solidFill>
                <a:srgbClr val="D66811"/>
              </a:solidFill>
              <a:ln w="0">
                <a:noFill/>
                <a:prstDash val="solid"/>
              </a:ln>
            </p:spPr>
          </p:sp>
          <p:sp>
            <p:nvSpPr>
              <p:cNvPr id="2476" name="four:time-step-strips:time-strip-tₙ-cell-27:2199"/>
              <p:cNvSpPr>
                <a:spLocks noGrp="1"/>
              </p:cNvSpPr>
              <p:nvPr/>
            </p:nvSpPr>
            <p:spPr>
              <a:xfrm>
                <a:off x="21655980" y="3724275"/>
                <a:ext cx="15379" cy="276225"/>
              </a:xfrm>
              <a:prstGeom prst="rect">
                <a:avLst/>
              </a:prstGeom>
              <a:solidFill>
                <a:srgbClr val="D6772B"/>
              </a:solidFill>
              <a:ln w="0">
                <a:noFill/>
                <a:prstDash val="solid"/>
              </a:ln>
            </p:spPr>
          </p:sp>
          <p:sp>
            <p:nvSpPr>
              <p:cNvPr id="2477" name="four:time-step-strips:time-strip-tₙ-cell-28:2200"/>
              <p:cNvSpPr>
                <a:spLocks noGrp="1"/>
              </p:cNvSpPr>
              <p:nvPr/>
            </p:nvSpPr>
            <p:spPr>
              <a:xfrm>
                <a:off x="21671359" y="3724275"/>
                <a:ext cx="15379" cy="276225"/>
              </a:xfrm>
              <a:prstGeom prst="rect">
                <a:avLst/>
              </a:prstGeom>
              <a:solidFill>
                <a:srgbClr val="98ADAC"/>
              </a:solidFill>
              <a:ln w="0">
                <a:noFill/>
                <a:prstDash val="solid"/>
              </a:ln>
            </p:spPr>
          </p:sp>
          <p:sp>
            <p:nvSpPr>
              <p:cNvPr id="2478" name="four:time-step-strips:time-strip-tₙ-cell-29:2201"/>
              <p:cNvSpPr>
                <a:spLocks noGrp="1"/>
              </p:cNvSpPr>
              <p:nvPr/>
            </p:nvSpPr>
            <p:spPr>
              <a:xfrm>
                <a:off x="21686738" y="3724275"/>
                <a:ext cx="15379" cy="276225"/>
              </a:xfrm>
              <a:prstGeom prst="rect">
                <a:avLst/>
              </a:prstGeom>
              <a:solidFill>
                <a:srgbClr val="A8B1BB"/>
              </a:solidFill>
              <a:ln w="0">
                <a:noFill/>
                <a:prstDash val="solid"/>
              </a:ln>
            </p:spPr>
          </p:sp>
          <p:sp>
            <p:nvSpPr>
              <p:cNvPr id="2479" name="four:time-step-strips:time-strip-tₙ-cell-30:2202"/>
              <p:cNvSpPr>
                <a:spLocks noGrp="1"/>
              </p:cNvSpPr>
              <p:nvPr/>
            </p:nvSpPr>
            <p:spPr>
              <a:xfrm>
                <a:off x="21702117" y="3724275"/>
                <a:ext cx="15379" cy="276225"/>
              </a:xfrm>
              <a:prstGeom prst="rect">
                <a:avLst/>
              </a:prstGeom>
              <a:solidFill>
                <a:srgbClr val="65C0AB"/>
              </a:solidFill>
              <a:ln w="0">
                <a:noFill/>
                <a:prstDash val="solid"/>
              </a:ln>
            </p:spPr>
          </p:sp>
          <p:sp>
            <p:nvSpPr>
              <p:cNvPr id="2480" name="four:time-step-strips:time-strip-tₙ-cell-31:2203"/>
              <p:cNvSpPr>
                <a:spLocks noGrp="1"/>
              </p:cNvSpPr>
              <p:nvPr/>
            </p:nvSpPr>
            <p:spPr>
              <a:xfrm>
                <a:off x="21717496" y="3724275"/>
                <a:ext cx="15379" cy="276225"/>
              </a:xfrm>
              <a:prstGeom prst="rect">
                <a:avLst/>
              </a:prstGeom>
              <a:solidFill>
                <a:srgbClr val="78C6B6"/>
              </a:solidFill>
              <a:ln w="0">
                <a:noFill/>
                <a:prstDash val="solid"/>
              </a:ln>
            </p:spPr>
          </p:sp>
          <p:sp>
            <p:nvSpPr>
              <p:cNvPr id="2481" name="four:time-step-strips:time-strip-tₙ-cell-32:2204"/>
              <p:cNvSpPr>
                <a:spLocks noGrp="1"/>
              </p:cNvSpPr>
              <p:nvPr/>
            </p:nvSpPr>
            <p:spPr>
              <a:xfrm>
                <a:off x="21732875" y="3724275"/>
                <a:ext cx="15379" cy="276225"/>
              </a:xfrm>
              <a:prstGeom prst="rect">
                <a:avLst/>
              </a:prstGeom>
              <a:solidFill>
                <a:srgbClr val="81C9BA"/>
              </a:solidFill>
              <a:ln w="0">
                <a:noFill/>
                <a:prstDash val="solid"/>
              </a:ln>
            </p:spPr>
          </p:sp>
          <p:sp>
            <p:nvSpPr>
              <p:cNvPr id="2482" name="four:time-step-strips:time-strip-tₙ-cell-33:2205"/>
              <p:cNvSpPr>
                <a:spLocks noGrp="1"/>
              </p:cNvSpPr>
              <p:nvPr/>
            </p:nvSpPr>
            <p:spPr>
              <a:xfrm>
                <a:off x="21748254" y="3724275"/>
                <a:ext cx="15379" cy="276225"/>
              </a:xfrm>
              <a:prstGeom prst="rect">
                <a:avLst/>
              </a:prstGeom>
              <a:solidFill>
                <a:srgbClr val="81C9BA"/>
              </a:solidFill>
              <a:ln w="0">
                <a:noFill/>
                <a:prstDash val="solid"/>
              </a:ln>
            </p:spPr>
          </p:sp>
          <p:sp>
            <p:nvSpPr>
              <p:cNvPr id="2483" name="four:time-step-strips:time-strip-tₙ-cell-34:2206"/>
              <p:cNvSpPr>
                <a:spLocks noGrp="1"/>
              </p:cNvSpPr>
              <p:nvPr/>
            </p:nvSpPr>
            <p:spPr>
              <a:xfrm>
                <a:off x="21763633" y="3724275"/>
                <a:ext cx="15379" cy="276225"/>
              </a:xfrm>
              <a:prstGeom prst="rect">
                <a:avLst/>
              </a:prstGeom>
              <a:solidFill>
                <a:srgbClr val="81C9BA"/>
              </a:solidFill>
              <a:ln w="0">
                <a:noFill/>
                <a:prstDash val="solid"/>
              </a:ln>
            </p:spPr>
          </p:sp>
          <p:sp>
            <p:nvSpPr>
              <p:cNvPr id="2484" name="four:time-step-strips:time-strip-tₙ-cell-35:2207"/>
              <p:cNvSpPr>
                <a:spLocks noGrp="1"/>
              </p:cNvSpPr>
              <p:nvPr/>
            </p:nvSpPr>
            <p:spPr>
              <a:xfrm>
                <a:off x="21779012" y="3724275"/>
                <a:ext cx="15379" cy="276225"/>
              </a:xfrm>
              <a:prstGeom prst="rect">
                <a:avLst/>
              </a:prstGeom>
              <a:solidFill>
                <a:srgbClr val="81C9BA"/>
              </a:solidFill>
              <a:ln w="0">
                <a:noFill/>
                <a:prstDash val="solid"/>
              </a:ln>
            </p:spPr>
          </p:sp>
          <p:sp>
            <p:nvSpPr>
              <p:cNvPr id="2485" name="four:time-step-strips:time-strip-tₙ-cell-36:2208"/>
              <p:cNvSpPr>
                <a:spLocks noGrp="1"/>
              </p:cNvSpPr>
              <p:nvPr/>
            </p:nvSpPr>
            <p:spPr>
              <a:xfrm>
                <a:off x="21794391" y="3724275"/>
                <a:ext cx="15379" cy="276225"/>
              </a:xfrm>
              <a:prstGeom prst="rect">
                <a:avLst/>
              </a:prstGeom>
              <a:solidFill>
                <a:srgbClr val="81C9BA"/>
              </a:solidFill>
              <a:ln w="0">
                <a:noFill/>
                <a:prstDash val="solid"/>
              </a:ln>
            </p:spPr>
          </p:sp>
          <p:sp>
            <p:nvSpPr>
              <p:cNvPr id="2486" name="four:time-step-strips:time-strip-tₙ-cell-37:2209"/>
              <p:cNvSpPr>
                <a:spLocks noGrp="1"/>
              </p:cNvSpPr>
              <p:nvPr/>
            </p:nvSpPr>
            <p:spPr>
              <a:xfrm>
                <a:off x="21809770" y="3724275"/>
                <a:ext cx="15379" cy="276225"/>
              </a:xfrm>
              <a:prstGeom prst="rect">
                <a:avLst/>
              </a:prstGeom>
              <a:solidFill>
                <a:srgbClr val="81C9BA"/>
              </a:solidFill>
              <a:ln w="0">
                <a:noFill/>
                <a:prstDash val="solid"/>
              </a:ln>
            </p:spPr>
          </p:sp>
          <p:sp>
            <p:nvSpPr>
              <p:cNvPr id="2487" name="four:time-step-strips:time-strip-tₙ-cell-38:2210"/>
              <p:cNvSpPr>
                <a:spLocks noGrp="1"/>
              </p:cNvSpPr>
              <p:nvPr/>
            </p:nvSpPr>
            <p:spPr>
              <a:xfrm>
                <a:off x="21825148" y="3724275"/>
                <a:ext cx="15379" cy="276225"/>
              </a:xfrm>
              <a:prstGeom prst="rect">
                <a:avLst/>
              </a:prstGeom>
              <a:solidFill>
                <a:srgbClr val="81C9BA"/>
              </a:solidFill>
              <a:ln w="0">
                <a:noFill/>
                <a:prstDash val="solid"/>
              </a:ln>
            </p:spPr>
          </p:sp>
          <p:sp>
            <p:nvSpPr>
              <p:cNvPr id="2488" name="four:time-step-strips:time-strip-tₙ-cell-39:2211"/>
              <p:cNvSpPr>
                <a:spLocks noGrp="1"/>
              </p:cNvSpPr>
              <p:nvPr/>
            </p:nvSpPr>
            <p:spPr>
              <a:xfrm>
                <a:off x="21840527" y="3724275"/>
                <a:ext cx="15379" cy="276225"/>
              </a:xfrm>
              <a:prstGeom prst="rect">
                <a:avLst/>
              </a:prstGeom>
              <a:solidFill>
                <a:srgbClr val="81C9BA"/>
              </a:solidFill>
              <a:ln w="0">
                <a:noFill/>
                <a:prstDash val="solid"/>
              </a:ln>
            </p:spPr>
          </p:sp>
          <p:sp>
            <p:nvSpPr>
              <p:cNvPr id="2489" name="four:time-step-strips:time-strip-tₙ-cell-40:2212"/>
              <p:cNvSpPr>
                <a:spLocks noGrp="1"/>
              </p:cNvSpPr>
              <p:nvPr/>
            </p:nvSpPr>
            <p:spPr>
              <a:xfrm>
                <a:off x="21855906" y="3724275"/>
                <a:ext cx="15379" cy="276225"/>
              </a:xfrm>
              <a:prstGeom prst="rect">
                <a:avLst/>
              </a:prstGeom>
              <a:solidFill>
                <a:srgbClr val="81C9BA"/>
              </a:solidFill>
              <a:ln w="0">
                <a:noFill/>
                <a:prstDash val="solid"/>
              </a:ln>
            </p:spPr>
          </p:sp>
          <p:sp>
            <p:nvSpPr>
              <p:cNvPr id="2490" name="four:time-step-strips:time-strip-tₙ-cell-41:2213"/>
              <p:cNvSpPr>
                <a:spLocks noGrp="1"/>
              </p:cNvSpPr>
              <p:nvPr/>
            </p:nvSpPr>
            <p:spPr>
              <a:xfrm>
                <a:off x="21871285" y="3724275"/>
                <a:ext cx="15379" cy="276225"/>
              </a:xfrm>
              <a:prstGeom prst="rect">
                <a:avLst/>
              </a:prstGeom>
              <a:solidFill>
                <a:srgbClr val="81C9BA"/>
              </a:solidFill>
              <a:ln w="0">
                <a:noFill/>
                <a:prstDash val="solid"/>
              </a:ln>
            </p:spPr>
          </p:sp>
          <p:sp>
            <p:nvSpPr>
              <p:cNvPr id="2491" name="four:time-step-strips:time-strip-tₙ-cell-42:2214"/>
              <p:cNvSpPr>
                <a:spLocks noGrp="1"/>
              </p:cNvSpPr>
              <p:nvPr/>
            </p:nvSpPr>
            <p:spPr>
              <a:xfrm>
                <a:off x="21886664" y="3724275"/>
                <a:ext cx="15379" cy="276225"/>
              </a:xfrm>
              <a:prstGeom prst="rect">
                <a:avLst/>
              </a:prstGeom>
              <a:solidFill>
                <a:srgbClr val="81C9BA"/>
              </a:solidFill>
              <a:ln w="0">
                <a:noFill/>
                <a:prstDash val="solid"/>
              </a:ln>
            </p:spPr>
          </p:sp>
          <p:sp>
            <p:nvSpPr>
              <p:cNvPr id="2492" name="four:time-step-strips:time-strip-tₙ-cell-43:2215"/>
              <p:cNvSpPr>
                <a:spLocks noGrp="1"/>
              </p:cNvSpPr>
              <p:nvPr/>
            </p:nvSpPr>
            <p:spPr>
              <a:xfrm>
                <a:off x="21902043" y="3724275"/>
                <a:ext cx="15379" cy="276225"/>
              </a:xfrm>
              <a:prstGeom prst="rect">
                <a:avLst/>
              </a:prstGeom>
              <a:solidFill>
                <a:srgbClr val="81C9BA"/>
              </a:solidFill>
              <a:ln w="0">
                <a:noFill/>
                <a:prstDash val="solid"/>
              </a:ln>
            </p:spPr>
          </p:sp>
          <p:sp>
            <p:nvSpPr>
              <p:cNvPr id="2493" name="four:time-step-strips:time-strip-tₙ-cell-44:2216"/>
              <p:cNvSpPr>
                <a:spLocks noGrp="1"/>
              </p:cNvSpPr>
              <p:nvPr/>
            </p:nvSpPr>
            <p:spPr>
              <a:xfrm>
                <a:off x="21917422" y="3724275"/>
                <a:ext cx="15379" cy="276225"/>
              </a:xfrm>
              <a:prstGeom prst="rect">
                <a:avLst/>
              </a:prstGeom>
              <a:solidFill>
                <a:srgbClr val="81C9BA"/>
              </a:solidFill>
              <a:ln w="0">
                <a:noFill/>
                <a:prstDash val="solid"/>
              </a:ln>
            </p:spPr>
          </p:sp>
          <p:sp>
            <p:nvSpPr>
              <p:cNvPr id="2494" name="four:time-step-strips:time-strip-tₙ-cell-45:2217"/>
              <p:cNvSpPr>
                <a:spLocks noGrp="1"/>
              </p:cNvSpPr>
              <p:nvPr/>
            </p:nvSpPr>
            <p:spPr>
              <a:xfrm>
                <a:off x="21932801" y="3724275"/>
                <a:ext cx="15379" cy="276225"/>
              </a:xfrm>
              <a:prstGeom prst="rect">
                <a:avLst/>
              </a:prstGeom>
              <a:solidFill>
                <a:srgbClr val="81C9BA"/>
              </a:solidFill>
              <a:ln w="0">
                <a:noFill/>
                <a:prstDash val="solid"/>
              </a:ln>
            </p:spPr>
          </p:sp>
          <p:sp>
            <p:nvSpPr>
              <p:cNvPr id="2495" name="four:time-step-strips:time-strip-tₙ-cell-46:2218"/>
              <p:cNvSpPr>
                <a:spLocks noGrp="1"/>
              </p:cNvSpPr>
              <p:nvPr/>
            </p:nvSpPr>
            <p:spPr>
              <a:xfrm>
                <a:off x="21948180" y="3724275"/>
                <a:ext cx="15379" cy="276225"/>
              </a:xfrm>
              <a:prstGeom prst="rect">
                <a:avLst/>
              </a:prstGeom>
              <a:solidFill>
                <a:srgbClr val="81C9BA"/>
              </a:solidFill>
              <a:ln w="0">
                <a:noFill/>
                <a:prstDash val="solid"/>
              </a:ln>
            </p:spPr>
          </p:sp>
          <p:sp>
            <p:nvSpPr>
              <p:cNvPr id="2496" name="four:time-step-strips:time-strip-tₙ-cell-47:2219"/>
              <p:cNvSpPr>
                <a:spLocks noGrp="1"/>
              </p:cNvSpPr>
              <p:nvPr/>
            </p:nvSpPr>
            <p:spPr>
              <a:xfrm>
                <a:off x="21963559" y="3724275"/>
                <a:ext cx="15379" cy="276225"/>
              </a:xfrm>
              <a:prstGeom prst="rect">
                <a:avLst/>
              </a:prstGeom>
              <a:solidFill>
                <a:srgbClr val="81C9BA"/>
              </a:solidFill>
              <a:ln w="0">
                <a:noFill/>
                <a:prstDash val="solid"/>
              </a:ln>
            </p:spPr>
          </p:sp>
          <p:sp>
            <p:nvSpPr>
              <p:cNvPr id="2497" name="four:time-step-strips:time-strip-tₙ-cell-48:2220"/>
              <p:cNvSpPr>
                <a:spLocks noGrp="1"/>
              </p:cNvSpPr>
              <p:nvPr/>
            </p:nvSpPr>
            <p:spPr>
              <a:xfrm>
                <a:off x="21978938" y="3724275"/>
                <a:ext cx="15379" cy="276225"/>
              </a:xfrm>
              <a:prstGeom prst="rect">
                <a:avLst/>
              </a:prstGeom>
              <a:solidFill>
                <a:srgbClr val="81C9BA"/>
              </a:solidFill>
              <a:ln w="0">
                <a:noFill/>
                <a:prstDash val="solid"/>
              </a:ln>
            </p:spPr>
          </p:sp>
          <p:sp>
            <p:nvSpPr>
              <p:cNvPr id="2498" name="four:time-step-strips:time-strip-tₙ-cell-49:2221"/>
              <p:cNvSpPr>
                <a:spLocks noGrp="1"/>
              </p:cNvSpPr>
              <p:nvPr/>
            </p:nvSpPr>
            <p:spPr>
              <a:xfrm>
                <a:off x="21994316" y="3724275"/>
                <a:ext cx="15379" cy="276225"/>
              </a:xfrm>
              <a:prstGeom prst="rect">
                <a:avLst/>
              </a:prstGeom>
              <a:solidFill>
                <a:srgbClr val="81C9BA"/>
              </a:solidFill>
              <a:ln w="0">
                <a:noFill/>
                <a:prstDash val="solid"/>
              </a:ln>
            </p:spPr>
          </p:sp>
          <p:sp>
            <p:nvSpPr>
              <p:cNvPr id="2499" name="four:time-step-strips:time-strip-tₙ-cell-50:2222"/>
              <p:cNvSpPr>
                <a:spLocks noGrp="1"/>
              </p:cNvSpPr>
              <p:nvPr/>
            </p:nvSpPr>
            <p:spPr>
              <a:xfrm>
                <a:off x="22009695" y="3724275"/>
                <a:ext cx="15379" cy="276225"/>
              </a:xfrm>
              <a:prstGeom prst="rect">
                <a:avLst/>
              </a:prstGeom>
              <a:solidFill>
                <a:srgbClr val="81C9BA"/>
              </a:solidFill>
              <a:ln w="0">
                <a:noFill/>
                <a:prstDash val="solid"/>
              </a:ln>
            </p:spPr>
          </p:sp>
          <p:sp>
            <p:nvSpPr>
              <p:cNvPr id="2500" name="four:time-step-strips:time-strip-tₙ-cell-51:2223"/>
              <p:cNvSpPr>
                <a:spLocks noGrp="1"/>
              </p:cNvSpPr>
              <p:nvPr/>
            </p:nvSpPr>
            <p:spPr>
              <a:xfrm>
                <a:off x="22025074" y="3724275"/>
                <a:ext cx="15379" cy="276225"/>
              </a:xfrm>
              <a:prstGeom prst="rect">
                <a:avLst/>
              </a:prstGeom>
              <a:solidFill>
                <a:srgbClr val="81C9BA"/>
              </a:solidFill>
              <a:ln w="0">
                <a:noFill/>
                <a:prstDash val="solid"/>
              </a:ln>
            </p:spPr>
          </p:sp>
          <p:sp>
            <p:nvSpPr>
              <p:cNvPr id="2501" name="four:time-step-strips:time-strip-tₙ-cell-52:2224"/>
              <p:cNvSpPr>
                <a:spLocks noGrp="1"/>
              </p:cNvSpPr>
              <p:nvPr/>
            </p:nvSpPr>
            <p:spPr>
              <a:xfrm>
                <a:off x="22040453" y="3724275"/>
                <a:ext cx="15379" cy="276225"/>
              </a:xfrm>
              <a:prstGeom prst="rect">
                <a:avLst/>
              </a:prstGeom>
              <a:solidFill>
                <a:srgbClr val="81C9BA"/>
              </a:solidFill>
              <a:ln w="0">
                <a:noFill/>
                <a:prstDash val="solid"/>
              </a:ln>
            </p:spPr>
          </p:sp>
          <p:sp>
            <p:nvSpPr>
              <p:cNvPr id="2502" name="four:time-step-strips:time-strip-tₙ-cell-53:2225"/>
              <p:cNvSpPr>
                <a:spLocks noGrp="1"/>
              </p:cNvSpPr>
              <p:nvPr/>
            </p:nvSpPr>
            <p:spPr>
              <a:xfrm>
                <a:off x="22055832" y="3724275"/>
                <a:ext cx="15379" cy="276225"/>
              </a:xfrm>
              <a:prstGeom prst="rect">
                <a:avLst/>
              </a:prstGeom>
              <a:solidFill>
                <a:srgbClr val="81C9BA"/>
              </a:solidFill>
              <a:ln w="0">
                <a:noFill/>
                <a:prstDash val="solid"/>
              </a:ln>
            </p:spPr>
          </p:sp>
          <p:sp>
            <p:nvSpPr>
              <p:cNvPr id="2503" name="four:time-step-strips:time-strip-tₙ-cell-54:2226"/>
              <p:cNvSpPr>
                <a:spLocks noGrp="1"/>
              </p:cNvSpPr>
              <p:nvPr/>
            </p:nvSpPr>
            <p:spPr>
              <a:xfrm>
                <a:off x="22071211" y="3724275"/>
                <a:ext cx="15379" cy="276225"/>
              </a:xfrm>
              <a:prstGeom prst="rect">
                <a:avLst/>
              </a:prstGeom>
              <a:solidFill>
                <a:srgbClr val="81C9BA"/>
              </a:solidFill>
              <a:ln w="0">
                <a:noFill/>
                <a:prstDash val="solid"/>
              </a:ln>
            </p:spPr>
          </p:sp>
          <p:sp>
            <p:nvSpPr>
              <p:cNvPr id="2504" name="four:time-step-strips:time-strip-tₙ-cell-55:2227"/>
              <p:cNvSpPr>
                <a:spLocks noGrp="1"/>
              </p:cNvSpPr>
              <p:nvPr/>
            </p:nvSpPr>
            <p:spPr>
              <a:xfrm>
                <a:off x="22086590" y="3724275"/>
                <a:ext cx="15379" cy="276225"/>
              </a:xfrm>
              <a:prstGeom prst="rect">
                <a:avLst/>
              </a:prstGeom>
              <a:solidFill>
                <a:srgbClr val="81C9BA"/>
              </a:solidFill>
              <a:ln w="0">
                <a:noFill/>
                <a:prstDash val="solid"/>
              </a:ln>
            </p:spPr>
          </p:sp>
          <p:sp>
            <p:nvSpPr>
              <p:cNvPr id="2505" name="four:time-step-strips:time-strip-tₙ-cell-56:2228"/>
              <p:cNvSpPr>
                <a:spLocks noGrp="1"/>
              </p:cNvSpPr>
              <p:nvPr/>
            </p:nvSpPr>
            <p:spPr>
              <a:xfrm>
                <a:off x="22101969" y="3724275"/>
                <a:ext cx="15379" cy="276225"/>
              </a:xfrm>
              <a:prstGeom prst="rect">
                <a:avLst/>
              </a:prstGeom>
              <a:solidFill>
                <a:srgbClr val="81C9BA"/>
              </a:solidFill>
              <a:ln w="0">
                <a:noFill/>
                <a:prstDash val="solid"/>
              </a:ln>
            </p:spPr>
          </p:sp>
          <p:sp>
            <p:nvSpPr>
              <p:cNvPr id="2506" name="four:time-step-strips:time-strip-tₙ-cell-57:2229"/>
              <p:cNvSpPr>
                <a:spLocks noGrp="1"/>
              </p:cNvSpPr>
              <p:nvPr/>
            </p:nvSpPr>
            <p:spPr>
              <a:xfrm>
                <a:off x="22117348" y="3724275"/>
                <a:ext cx="15379" cy="276225"/>
              </a:xfrm>
              <a:prstGeom prst="rect">
                <a:avLst/>
              </a:prstGeom>
              <a:solidFill>
                <a:srgbClr val="81C9BA"/>
              </a:solidFill>
              <a:ln w="0">
                <a:noFill/>
                <a:prstDash val="solid"/>
              </a:ln>
            </p:spPr>
          </p:sp>
          <p:sp>
            <p:nvSpPr>
              <p:cNvPr id="2507" name="four:time-step-strips:time-strip-tₙ-cell-58:2230"/>
              <p:cNvSpPr>
                <a:spLocks noGrp="1"/>
              </p:cNvSpPr>
              <p:nvPr/>
            </p:nvSpPr>
            <p:spPr>
              <a:xfrm>
                <a:off x="22132727" y="3724275"/>
                <a:ext cx="15379" cy="276225"/>
              </a:xfrm>
              <a:prstGeom prst="rect">
                <a:avLst/>
              </a:prstGeom>
              <a:solidFill>
                <a:srgbClr val="81C9BA"/>
              </a:solidFill>
              <a:ln w="0">
                <a:noFill/>
                <a:prstDash val="solid"/>
              </a:ln>
            </p:spPr>
          </p:sp>
          <p:sp>
            <p:nvSpPr>
              <p:cNvPr id="2508" name="four:time-step-strips:time-strip-tₙ-cell-59:2231"/>
              <p:cNvSpPr>
                <a:spLocks noGrp="1"/>
              </p:cNvSpPr>
              <p:nvPr/>
            </p:nvSpPr>
            <p:spPr>
              <a:xfrm>
                <a:off x="22148105" y="3724275"/>
                <a:ext cx="15379" cy="276225"/>
              </a:xfrm>
              <a:prstGeom prst="rect">
                <a:avLst/>
              </a:prstGeom>
              <a:solidFill>
                <a:srgbClr val="81C9BA"/>
              </a:solidFill>
              <a:ln w="0">
                <a:noFill/>
                <a:prstDash val="solid"/>
              </a:ln>
            </p:spPr>
          </p:sp>
          <p:sp>
            <p:nvSpPr>
              <p:cNvPr id="2509" name="four:time-step-strips:time-strip-tₙ-cell-60:2232"/>
              <p:cNvSpPr>
                <a:spLocks noGrp="1"/>
              </p:cNvSpPr>
              <p:nvPr/>
            </p:nvSpPr>
            <p:spPr>
              <a:xfrm>
                <a:off x="22163484" y="3724275"/>
                <a:ext cx="15379" cy="276225"/>
              </a:xfrm>
              <a:prstGeom prst="rect">
                <a:avLst/>
              </a:prstGeom>
              <a:solidFill>
                <a:srgbClr val="7EC8B9"/>
              </a:solidFill>
              <a:ln w="0">
                <a:noFill/>
                <a:prstDash val="solid"/>
              </a:ln>
            </p:spPr>
          </p:sp>
          <p:sp>
            <p:nvSpPr>
              <p:cNvPr id="2510" name="four:time-step-strips:time-strip-tₙ-cell-61:2233"/>
              <p:cNvSpPr>
                <a:spLocks noGrp="1"/>
              </p:cNvSpPr>
              <p:nvPr/>
            </p:nvSpPr>
            <p:spPr>
              <a:xfrm>
                <a:off x="22178863" y="3724275"/>
                <a:ext cx="15379" cy="276225"/>
              </a:xfrm>
              <a:prstGeom prst="rect">
                <a:avLst/>
              </a:prstGeom>
              <a:solidFill>
                <a:srgbClr val="70C4B1"/>
              </a:solidFill>
              <a:ln w="0">
                <a:noFill/>
                <a:prstDash val="solid"/>
              </a:ln>
            </p:spPr>
          </p:sp>
          <p:sp>
            <p:nvSpPr>
              <p:cNvPr id="2511" name="four:time-step-strips:time-strip-tₙ-cell-62:2234"/>
              <p:cNvSpPr>
                <a:spLocks noGrp="1"/>
              </p:cNvSpPr>
              <p:nvPr/>
            </p:nvSpPr>
            <p:spPr>
              <a:xfrm>
                <a:off x="22194242" y="3724275"/>
                <a:ext cx="15379" cy="276225"/>
              </a:xfrm>
              <a:prstGeom prst="rect">
                <a:avLst/>
              </a:prstGeom>
              <a:solidFill>
                <a:srgbClr val="5CBDA6"/>
              </a:solidFill>
              <a:ln w="0">
                <a:noFill/>
                <a:prstDash val="solid"/>
              </a:ln>
            </p:spPr>
          </p:sp>
          <p:sp>
            <p:nvSpPr>
              <p:cNvPr id="2512" name="four:time-step-strips:time-strip-tₙ-cell-63:2235"/>
              <p:cNvSpPr>
                <a:spLocks noGrp="1"/>
              </p:cNvSpPr>
              <p:nvPr/>
            </p:nvSpPr>
            <p:spPr>
              <a:xfrm>
                <a:off x="22209621" y="3724275"/>
                <a:ext cx="15379" cy="276225"/>
              </a:xfrm>
              <a:prstGeom prst="rect">
                <a:avLst/>
              </a:prstGeom>
              <a:solidFill>
                <a:srgbClr val="42B498"/>
              </a:solidFill>
              <a:ln w="0">
                <a:noFill/>
                <a:prstDash val="solid"/>
              </a:ln>
            </p:spPr>
          </p:sp>
          <p:sp>
            <p:nvSpPr>
              <p:cNvPr id="2513" name="four:time-step-strips:time-strip-tₙ-cell-64:2236"/>
              <p:cNvSpPr>
                <a:spLocks noGrp="1"/>
              </p:cNvSpPr>
              <p:nvPr/>
            </p:nvSpPr>
            <p:spPr>
              <a:xfrm>
                <a:off x="22225000" y="3724275"/>
                <a:ext cx="15379" cy="276225"/>
              </a:xfrm>
              <a:prstGeom prst="rect">
                <a:avLst/>
              </a:prstGeom>
              <a:solidFill>
                <a:srgbClr val="2AAC8A"/>
              </a:solidFill>
              <a:ln w="0">
                <a:noFill/>
                <a:prstDash val="solid"/>
              </a:ln>
            </p:spPr>
          </p:sp>
          <p:sp>
            <p:nvSpPr>
              <p:cNvPr id="2514" name="four:time-step-strips:time-strip-tₙ-cell-65:2237"/>
              <p:cNvSpPr>
                <a:spLocks noGrp="1"/>
              </p:cNvSpPr>
              <p:nvPr/>
            </p:nvSpPr>
            <p:spPr>
              <a:xfrm>
                <a:off x="22240379" y="3724275"/>
                <a:ext cx="15379" cy="276225"/>
              </a:xfrm>
              <a:prstGeom prst="rect">
                <a:avLst/>
              </a:prstGeom>
              <a:solidFill>
                <a:srgbClr val="15A57F"/>
              </a:solidFill>
              <a:ln w="0">
                <a:noFill/>
                <a:prstDash val="solid"/>
              </a:ln>
            </p:spPr>
          </p:sp>
          <p:sp>
            <p:nvSpPr>
              <p:cNvPr id="2515" name="four:time-step-strips:time-strip-tₙ-cell-66:2238"/>
              <p:cNvSpPr>
                <a:spLocks noGrp="1"/>
              </p:cNvSpPr>
              <p:nvPr/>
            </p:nvSpPr>
            <p:spPr>
              <a:xfrm>
                <a:off x="22255758" y="3724275"/>
                <a:ext cx="15379" cy="276225"/>
              </a:xfrm>
              <a:prstGeom prst="rect">
                <a:avLst/>
              </a:prstGeom>
              <a:solidFill>
                <a:srgbClr val="05A076"/>
              </a:solidFill>
              <a:ln w="0">
                <a:noFill/>
                <a:prstDash val="solid"/>
              </a:ln>
            </p:spPr>
          </p:sp>
          <p:sp>
            <p:nvSpPr>
              <p:cNvPr id="2516" name="four:time-step-strips:time-strip-tₙ-cell-67:2239"/>
              <p:cNvSpPr>
                <a:spLocks noGrp="1"/>
              </p:cNvSpPr>
              <p:nvPr/>
            </p:nvSpPr>
            <p:spPr>
              <a:xfrm>
                <a:off x="22271137" y="3724275"/>
                <a:ext cx="15379" cy="276225"/>
              </a:xfrm>
              <a:prstGeom prst="rect">
                <a:avLst/>
              </a:prstGeom>
              <a:solidFill>
                <a:srgbClr val="009E73"/>
              </a:solidFill>
              <a:ln w="0">
                <a:noFill/>
                <a:prstDash val="solid"/>
              </a:ln>
            </p:spPr>
          </p:sp>
          <p:sp>
            <p:nvSpPr>
              <p:cNvPr id="2517" name="four:time-step-strips:time-strip-tₙ-cell-68:2240"/>
              <p:cNvSpPr>
                <a:spLocks noGrp="1"/>
              </p:cNvSpPr>
              <p:nvPr/>
            </p:nvSpPr>
            <p:spPr>
              <a:xfrm>
                <a:off x="22286516" y="3724275"/>
                <a:ext cx="15379" cy="276225"/>
              </a:xfrm>
              <a:prstGeom prst="rect">
                <a:avLst/>
              </a:prstGeom>
              <a:solidFill>
                <a:srgbClr val="009E73"/>
              </a:solidFill>
              <a:ln w="0">
                <a:noFill/>
                <a:prstDash val="solid"/>
              </a:ln>
            </p:spPr>
          </p:sp>
          <p:sp>
            <p:nvSpPr>
              <p:cNvPr id="2518" name="four:time-step-strips:time-strip-tₙ-cell-69:2241"/>
              <p:cNvSpPr>
                <a:spLocks noGrp="1"/>
              </p:cNvSpPr>
              <p:nvPr/>
            </p:nvSpPr>
            <p:spPr>
              <a:xfrm>
                <a:off x="22301895" y="3724275"/>
                <a:ext cx="15379" cy="276225"/>
              </a:xfrm>
              <a:prstGeom prst="rect">
                <a:avLst/>
              </a:prstGeom>
              <a:solidFill>
                <a:srgbClr val="009E73"/>
              </a:solidFill>
              <a:ln w="0">
                <a:noFill/>
                <a:prstDash val="solid"/>
              </a:ln>
            </p:spPr>
          </p:sp>
          <p:sp>
            <p:nvSpPr>
              <p:cNvPr id="2519" name="four:time-step-strips:time-strip-tₙ-cell-70:2242"/>
              <p:cNvSpPr>
                <a:spLocks noGrp="1"/>
              </p:cNvSpPr>
              <p:nvPr/>
            </p:nvSpPr>
            <p:spPr>
              <a:xfrm>
                <a:off x="22317273" y="3724275"/>
                <a:ext cx="15379" cy="276225"/>
              </a:xfrm>
              <a:prstGeom prst="rect">
                <a:avLst/>
              </a:prstGeom>
              <a:solidFill>
                <a:srgbClr val="009E73"/>
              </a:solidFill>
              <a:ln w="0">
                <a:noFill/>
                <a:prstDash val="solid"/>
              </a:ln>
            </p:spPr>
          </p:sp>
          <p:sp>
            <p:nvSpPr>
              <p:cNvPr id="2520" name="four:time-step-strips:time-strip-tₙ-cell-71:2243"/>
              <p:cNvSpPr>
                <a:spLocks noGrp="1"/>
              </p:cNvSpPr>
              <p:nvPr/>
            </p:nvSpPr>
            <p:spPr>
              <a:xfrm>
                <a:off x="22332652" y="3724275"/>
                <a:ext cx="15379" cy="276225"/>
              </a:xfrm>
              <a:prstGeom prst="rect">
                <a:avLst/>
              </a:prstGeom>
              <a:solidFill>
                <a:srgbClr val="009E73"/>
              </a:solidFill>
              <a:ln w="0">
                <a:noFill/>
                <a:prstDash val="solid"/>
              </a:ln>
            </p:spPr>
          </p:sp>
          <p:sp>
            <p:nvSpPr>
              <p:cNvPr id="2521" name="four:time-step-strips:time-strip-tₙ-cell-72:2244"/>
              <p:cNvSpPr>
                <a:spLocks noGrp="1"/>
              </p:cNvSpPr>
              <p:nvPr/>
            </p:nvSpPr>
            <p:spPr>
              <a:xfrm>
                <a:off x="22348031" y="3724275"/>
                <a:ext cx="15379" cy="276225"/>
              </a:xfrm>
              <a:prstGeom prst="rect">
                <a:avLst/>
              </a:prstGeom>
              <a:solidFill>
                <a:srgbClr val="009E73"/>
              </a:solidFill>
              <a:ln w="0">
                <a:noFill/>
                <a:prstDash val="solid"/>
              </a:ln>
            </p:spPr>
          </p:sp>
          <p:sp>
            <p:nvSpPr>
              <p:cNvPr id="2522" name="four:time-step-strips:time-strip-tₙ-cell-73:2245"/>
              <p:cNvSpPr>
                <a:spLocks noGrp="1"/>
              </p:cNvSpPr>
              <p:nvPr/>
            </p:nvSpPr>
            <p:spPr>
              <a:xfrm>
                <a:off x="22363410" y="3724275"/>
                <a:ext cx="15379" cy="276225"/>
              </a:xfrm>
              <a:prstGeom prst="rect">
                <a:avLst/>
              </a:prstGeom>
              <a:solidFill>
                <a:srgbClr val="009E73"/>
              </a:solidFill>
              <a:ln w="0">
                <a:noFill/>
                <a:prstDash val="solid"/>
              </a:ln>
            </p:spPr>
          </p:sp>
          <p:sp>
            <p:nvSpPr>
              <p:cNvPr id="2523" name="four:time-step-strips:time-strip-tₙ-cell-74:2246"/>
              <p:cNvSpPr>
                <a:spLocks noGrp="1"/>
              </p:cNvSpPr>
              <p:nvPr/>
            </p:nvSpPr>
            <p:spPr>
              <a:xfrm>
                <a:off x="22378789" y="3724275"/>
                <a:ext cx="15379" cy="276225"/>
              </a:xfrm>
              <a:prstGeom prst="rect">
                <a:avLst/>
              </a:prstGeom>
              <a:solidFill>
                <a:srgbClr val="009E73"/>
              </a:solidFill>
              <a:ln w="0">
                <a:noFill/>
                <a:prstDash val="solid"/>
              </a:ln>
            </p:spPr>
          </p:sp>
          <p:sp>
            <p:nvSpPr>
              <p:cNvPr id="2524" name="four:time-step-strips:time-strip-tₙ-cell-75:2247"/>
              <p:cNvSpPr>
                <a:spLocks noGrp="1"/>
              </p:cNvSpPr>
              <p:nvPr/>
            </p:nvSpPr>
            <p:spPr>
              <a:xfrm>
                <a:off x="22394168" y="3724275"/>
                <a:ext cx="15379" cy="276225"/>
              </a:xfrm>
              <a:prstGeom prst="rect">
                <a:avLst/>
              </a:prstGeom>
              <a:solidFill>
                <a:srgbClr val="009E73"/>
              </a:solidFill>
              <a:ln w="0">
                <a:noFill/>
                <a:prstDash val="solid"/>
              </a:ln>
            </p:spPr>
          </p:sp>
          <p:sp>
            <p:nvSpPr>
              <p:cNvPr id="2525" name="four:time-step-strips:time-strip-tₙ-cell-76:2248"/>
              <p:cNvSpPr>
                <a:spLocks noGrp="1"/>
              </p:cNvSpPr>
              <p:nvPr/>
            </p:nvSpPr>
            <p:spPr>
              <a:xfrm>
                <a:off x="22409547" y="3724275"/>
                <a:ext cx="15379" cy="276225"/>
              </a:xfrm>
              <a:prstGeom prst="rect">
                <a:avLst/>
              </a:prstGeom>
              <a:solidFill>
                <a:srgbClr val="009E73"/>
              </a:solidFill>
              <a:ln w="0">
                <a:noFill/>
                <a:prstDash val="solid"/>
              </a:ln>
            </p:spPr>
          </p:sp>
          <p:sp>
            <p:nvSpPr>
              <p:cNvPr id="2526" name="four:time-step-strips:time-strip-tₙ-cell-77:2249"/>
              <p:cNvSpPr>
                <a:spLocks noGrp="1"/>
              </p:cNvSpPr>
              <p:nvPr/>
            </p:nvSpPr>
            <p:spPr>
              <a:xfrm>
                <a:off x="22424926" y="3724275"/>
                <a:ext cx="15379" cy="276225"/>
              </a:xfrm>
              <a:prstGeom prst="rect">
                <a:avLst/>
              </a:prstGeom>
              <a:solidFill>
                <a:srgbClr val="09A178"/>
              </a:solidFill>
              <a:ln w="0">
                <a:noFill/>
                <a:prstDash val="solid"/>
              </a:ln>
            </p:spPr>
          </p:sp>
          <p:sp>
            <p:nvSpPr>
              <p:cNvPr id="2527" name="four:time-step-strips:time-strip-tₙ-cell-78:2250"/>
              <p:cNvSpPr>
                <a:spLocks noGrp="1"/>
              </p:cNvSpPr>
              <p:nvPr/>
            </p:nvSpPr>
            <p:spPr>
              <a:xfrm>
                <a:off x="22440305" y="3724275"/>
                <a:ext cx="15379" cy="276225"/>
              </a:xfrm>
              <a:prstGeom prst="rect">
                <a:avLst/>
              </a:prstGeom>
              <a:solidFill>
                <a:srgbClr val="24AA87"/>
              </a:solidFill>
              <a:ln w="0">
                <a:noFill/>
                <a:prstDash val="solid"/>
              </a:ln>
            </p:spPr>
          </p:sp>
          <p:sp>
            <p:nvSpPr>
              <p:cNvPr id="2528" name="four:time-step-strips:time-strip-tₙ-cell-79:2251"/>
              <p:cNvSpPr>
                <a:spLocks noGrp="1"/>
              </p:cNvSpPr>
              <p:nvPr/>
            </p:nvSpPr>
            <p:spPr>
              <a:xfrm>
                <a:off x="22455684" y="3724275"/>
                <a:ext cx="15379" cy="276225"/>
              </a:xfrm>
              <a:prstGeom prst="rect">
                <a:avLst/>
              </a:prstGeom>
              <a:solidFill>
                <a:srgbClr val="49B69B"/>
              </a:solidFill>
              <a:ln w="0">
                <a:noFill/>
                <a:prstDash val="solid"/>
              </a:ln>
            </p:spPr>
          </p:sp>
          <p:sp>
            <p:nvSpPr>
              <p:cNvPr id="2529" name="four:time-step-strips:time-strip-tₙ-cell-80:2252"/>
              <p:cNvSpPr>
                <a:spLocks noGrp="1"/>
              </p:cNvSpPr>
              <p:nvPr/>
            </p:nvSpPr>
            <p:spPr>
              <a:xfrm>
                <a:off x="22471063" y="3724275"/>
                <a:ext cx="15379" cy="276225"/>
              </a:xfrm>
              <a:prstGeom prst="rect">
                <a:avLst/>
              </a:prstGeom>
              <a:solidFill>
                <a:srgbClr val="72C4B2"/>
              </a:solidFill>
              <a:ln w="0">
                <a:noFill/>
                <a:prstDash val="solid"/>
              </a:ln>
            </p:spPr>
          </p:sp>
          <p:sp>
            <p:nvSpPr>
              <p:cNvPr id="2530" name="four:time-step-strips:time-strip-tₙ-cell-81:2253"/>
              <p:cNvSpPr>
                <a:spLocks noGrp="1"/>
              </p:cNvSpPr>
              <p:nvPr/>
            </p:nvSpPr>
            <p:spPr>
              <a:xfrm>
                <a:off x="22486441" y="3724275"/>
                <a:ext cx="15379" cy="276225"/>
              </a:xfrm>
              <a:prstGeom prst="rect">
                <a:avLst/>
              </a:prstGeom>
              <a:solidFill>
                <a:srgbClr val="9CD3CA"/>
              </a:solidFill>
              <a:ln w="0">
                <a:noFill/>
                <a:prstDash val="solid"/>
              </a:ln>
            </p:spPr>
          </p:sp>
          <p:sp>
            <p:nvSpPr>
              <p:cNvPr id="2531" name="four:time-step-strips:time-strip-tₙ-cell-82:2254"/>
              <p:cNvSpPr>
                <a:spLocks noGrp="1"/>
              </p:cNvSpPr>
              <p:nvPr/>
            </p:nvSpPr>
            <p:spPr>
              <a:xfrm>
                <a:off x="22501820" y="3724275"/>
                <a:ext cx="15379" cy="276225"/>
              </a:xfrm>
              <a:prstGeom prst="rect">
                <a:avLst/>
              </a:prstGeom>
              <a:solidFill>
                <a:srgbClr val="D3DAE6"/>
              </a:solidFill>
              <a:ln w="0">
                <a:noFill/>
                <a:prstDash val="solid"/>
              </a:ln>
            </p:spPr>
          </p:sp>
          <p:sp>
            <p:nvSpPr>
              <p:cNvPr id="2532" name="four:time-step-strips:time-strip-tₙ-cell-83:2255"/>
              <p:cNvSpPr>
                <a:spLocks noGrp="1"/>
              </p:cNvSpPr>
              <p:nvPr/>
            </p:nvSpPr>
            <p:spPr>
              <a:xfrm>
                <a:off x="22517199" y="3724275"/>
                <a:ext cx="15379" cy="276225"/>
              </a:xfrm>
              <a:prstGeom prst="rect">
                <a:avLst/>
              </a:prstGeom>
              <a:solidFill>
                <a:srgbClr val="DAE5EC"/>
              </a:solidFill>
              <a:ln w="0">
                <a:noFill/>
                <a:prstDash val="solid"/>
              </a:ln>
            </p:spPr>
          </p:sp>
          <p:sp>
            <p:nvSpPr>
              <p:cNvPr id="2533" name="four:time-step-strips:time-strip-tₙ-cell-84:2256"/>
              <p:cNvSpPr>
                <a:spLocks noGrp="1"/>
              </p:cNvSpPr>
              <p:nvPr/>
            </p:nvSpPr>
            <p:spPr>
              <a:xfrm>
                <a:off x="22532578" y="3724275"/>
                <a:ext cx="15379" cy="276225"/>
              </a:xfrm>
              <a:prstGeom prst="rect">
                <a:avLst/>
              </a:prstGeom>
              <a:solidFill>
                <a:srgbClr val="DCE8ED"/>
              </a:solidFill>
              <a:ln w="0">
                <a:noFill/>
                <a:prstDash val="solid"/>
              </a:ln>
            </p:spPr>
          </p:sp>
          <p:sp>
            <p:nvSpPr>
              <p:cNvPr id="2534" name="four:time-step-strips:time-strip-tₙ-cell-85:2257"/>
              <p:cNvSpPr>
                <a:spLocks noGrp="1"/>
              </p:cNvSpPr>
              <p:nvPr/>
            </p:nvSpPr>
            <p:spPr>
              <a:xfrm>
                <a:off x="22547957" y="3724275"/>
                <a:ext cx="15379" cy="276225"/>
              </a:xfrm>
              <a:prstGeom prst="rect">
                <a:avLst/>
              </a:prstGeom>
              <a:solidFill>
                <a:srgbClr val="DCE8ED"/>
              </a:solidFill>
              <a:ln w="0">
                <a:noFill/>
                <a:prstDash val="solid"/>
              </a:ln>
            </p:spPr>
          </p:sp>
          <p:sp>
            <p:nvSpPr>
              <p:cNvPr id="2535" name="four:time-step-strips:time-strip-tₙ-cell-86:2258"/>
              <p:cNvSpPr>
                <a:spLocks noGrp="1"/>
              </p:cNvSpPr>
              <p:nvPr/>
            </p:nvSpPr>
            <p:spPr>
              <a:xfrm>
                <a:off x="22563336" y="3724275"/>
                <a:ext cx="15379" cy="276225"/>
              </a:xfrm>
              <a:prstGeom prst="rect">
                <a:avLst/>
              </a:prstGeom>
              <a:solidFill>
                <a:srgbClr val="DCE8ED"/>
              </a:solidFill>
              <a:ln w="0">
                <a:noFill/>
                <a:prstDash val="solid"/>
              </a:ln>
            </p:spPr>
          </p:sp>
          <p:sp>
            <p:nvSpPr>
              <p:cNvPr id="2536" name="four:time-step-strips:time-strip-tₙ-cell-87:2259"/>
              <p:cNvSpPr>
                <a:spLocks noGrp="1"/>
              </p:cNvSpPr>
              <p:nvPr/>
            </p:nvSpPr>
            <p:spPr>
              <a:xfrm>
                <a:off x="22578715" y="3724275"/>
                <a:ext cx="15379" cy="276225"/>
              </a:xfrm>
              <a:prstGeom prst="rect">
                <a:avLst/>
              </a:prstGeom>
              <a:solidFill>
                <a:srgbClr val="DCE8ED"/>
              </a:solidFill>
              <a:ln w="0">
                <a:noFill/>
                <a:prstDash val="solid"/>
              </a:ln>
            </p:spPr>
          </p:sp>
          <p:sp>
            <p:nvSpPr>
              <p:cNvPr id="2537" name="four:time-step-strips:time-strip-tₙ-cell-88:2260"/>
              <p:cNvSpPr>
                <a:spLocks noGrp="1"/>
              </p:cNvSpPr>
              <p:nvPr/>
            </p:nvSpPr>
            <p:spPr>
              <a:xfrm>
                <a:off x="22594094" y="3724275"/>
                <a:ext cx="15379" cy="276225"/>
              </a:xfrm>
              <a:prstGeom prst="rect">
                <a:avLst/>
              </a:prstGeom>
              <a:solidFill>
                <a:srgbClr val="DCE8ED"/>
              </a:solidFill>
              <a:ln w="0">
                <a:noFill/>
                <a:prstDash val="solid"/>
              </a:ln>
            </p:spPr>
          </p:sp>
          <p:sp>
            <p:nvSpPr>
              <p:cNvPr id="2538" name="four:time-step-strips:time-strip-tₙ-cell-89:2261"/>
              <p:cNvSpPr>
                <a:spLocks noGrp="1"/>
              </p:cNvSpPr>
              <p:nvPr/>
            </p:nvSpPr>
            <p:spPr>
              <a:xfrm>
                <a:off x="22609473" y="3724275"/>
                <a:ext cx="15379" cy="276225"/>
              </a:xfrm>
              <a:prstGeom prst="rect">
                <a:avLst/>
              </a:prstGeom>
              <a:solidFill>
                <a:srgbClr val="DCE8ED"/>
              </a:solidFill>
              <a:ln w="0">
                <a:noFill/>
                <a:prstDash val="solid"/>
              </a:ln>
            </p:spPr>
          </p:sp>
          <p:sp>
            <p:nvSpPr>
              <p:cNvPr id="2539" name="four:time-step-strips:time-strip-tₙ-cell-90:2262"/>
              <p:cNvSpPr>
                <a:spLocks noGrp="1"/>
              </p:cNvSpPr>
              <p:nvPr/>
            </p:nvSpPr>
            <p:spPr>
              <a:xfrm>
                <a:off x="22624852" y="3724275"/>
                <a:ext cx="15379" cy="276225"/>
              </a:xfrm>
              <a:prstGeom prst="rect">
                <a:avLst/>
              </a:prstGeom>
              <a:solidFill>
                <a:srgbClr val="DCE8ED"/>
              </a:solidFill>
              <a:ln w="0">
                <a:noFill/>
                <a:prstDash val="solid"/>
              </a:ln>
            </p:spPr>
          </p:sp>
          <p:sp>
            <p:nvSpPr>
              <p:cNvPr id="2540" name="four:time-step-strips:time-strip-tₙ-cell-91:2263"/>
              <p:cNvSpPr>
                <a:spLocks noGrp="1"/>
              </p:cNvSpPr>
              <p:nvPr/>
            </p:nvSpPr>
            <p:spPr>
              <a:xfrm>
                <a:off x="22640230" y="3724275"/>
                <a:ext cx="15379" cy="276225"/>
              </a:xfrm>
              <a:prstGeom prst="rect">
                <a:avLst/>
              </a:prstGeom>
              <a:solidFill>
                <a:srgbClr val="DCE8ED"/>
              </a:solidFill>
              <a:ln w="0">
                <a:noFill/>
                <a:prstDash val="solid"/>
              </a:ln>
            </p:spPr>
          </p:sp>
          <p:sp>
            <p:nvSpPr>
              <p:cNvPr id="2541" name="four:time-step-strips:time-strip-tₙ-cell-92:2264"/>
              <p:cNvSpPr>
                <a:spLocks noGrp="1"/>
              </p:cNvSpPr>
              <p:nvPr/>
            </p:nvSpPr>
            <p:spPr>
              <a:xfrm>
                <a:off x="22655609" y="3724275"/>
                <a:ext cx="15379" cy="276225"/>
              </a:xfrm>
              <a:prstGeom prst="rect">
                <a:avLst/>
              </a:prstGeom>
              <a:solidFill>
                <a:srgbClr val="DCE8ED"/>
              </a:solidFill>
              <a:ln w="0">
                <a:noFill/>
                <a:prstDash val="solid"/>
              </a:ln>
            </p:spPr>
          </p:sp>
          <p:sp>
            <p:nvSpPr>
              <p:cNvPr id="2542" name="four:time-step-strips:time-strip-tₙ-cell-93:2265"/>
              <p:cNvSpPr>
                <a:spLocks noGrp="1"/>
              </p:cNvSpPr>
              <p:nvPr/>
            </p:nvSpPr>
            <p:spPr>
              <a:xfrm>
                <a:off x="22670988" y="3724275"/>
                <a:ext cx="15379" cy="276225"/>
              </a:xfrm>
              <a:prstGeom prst="rect">
                <a:avLst/>
              </a:prstGeom>
              <a:solidFill>
                <a:srgbClr val="DCE8ED"/>
              </a:solidFill>
              <a:ln w="0">
                <a:noFill/>
                <a:prstDash val="solid"/>
              </a:ln>
            </p:spPr>
          </p:sp>
          <p:sp>
            <p:nvSpPr>
              <p:cNvPr id="2543" name="four:time-step-strips:time-strip-tₙ-cell-94:2266"/>
              <p:cNvSpPr>
                <a:spLocks noGrp="1"/>
              </p:cNvSpPr>
              <p:nvPr/>
            </p:nvSpPr>
            <p:spPr>
              <a:xfrm>
                <a:off x="22686367" y="3724275"/>
                <a:ext cx="15379" cy="276225"/>
              </a:xfrm>
              <a:prstGeom prst="rect">
                <a:avLst/>
              </a:prstGeom>
              <a:solidFill>
                <a:srgbClr val="DCE8ED"/>
              </a:solidFill>
              <a:ln w="0">
                <a:noFill/>
                <a:prstDash val="solid"/>
              </a:ln>
            </p:spPr>
          </p:sp>
          <p:sp>
            <p:nvSpPr>
              <p:cNvPr id="2544" name="four:time-step-strips:time-strip-tₙ-cell-95:2267"/>
              <p:cNvSpPr>
                <a:spLocks noGrp="1"/>
              </p:cNvSpPr>
              <p:nvPr/>
            </p:nvSpPr>
            <p:spPr>
              <a:xfrm>
                <a:off x="22701746" y="3724275"/>
                <a:ext cx="15379" cy="276225"/>
              </a:xfrm>
              <a:prstGeom prst="rect">
                <a:avLst/>
              </a:prstGeom>
              <a:solidFill>
                <a:srgbClr val="DCE8ED"/>
              </a:solidFill>
              <a:ln w="0">
                <a:noFill/>
                <a:prstDash val="solid"/>
              </a:ln>
            </p:spPr>
          </p:sp>
          <p:sp>
            <p:nvSpPr>
              <p:cNvPr id="2545" name="four:time-step-strips:time-strip-tₙ-cell-96:2268"/>
              <p:cNvSpPr>
                <a:spLocks noGrp="1"/>
              </p:cNvSpPr>
              <p:nvPr/>
            </p:nvSpPr>
            <p:spPr>
              <a:xfrm>
                <a:off x="22717125" y="3724275"/>
                <a:ext cx="15379" cy="276225"/>
              </a:xfrm>
              <a:prstGeom prst="rect">
                <a:avLst/>
              </a:prstGeom>
              <a:solidFill>
                <a:srgbClr val="DCE8ED"/>
              </a:solidFill>
              <a:ln w="0">
                <a:noFill/>
                <a:prstDash val="solid"/>
              </a:ln>
            </p:spPr>
          </p:sp>
          <p:sp>
            <p:nvSpPr>
              <p:cNvPr id="2546" name="four:time-step-strips:time-strip-tₙ-cell-97:2269"/>
              <p:cNvSpPr>
                <a:spLocks noGrp="1"/>
              </p:cNvSpPr>
              <p:nvPr/>
            </p:nvSpPr>
            <p:spPr>
              <a:xfrm>
                <a:off x="22732504" y="3724275"/>
                <a:ext cx="15379" cy="276225"/>
              </a:xfrm>
              <a:prstGeom prst="rect">
                <a:avLst/>
              </a:prstGeom>
              <a:solidFill>
                <a:srgbClr val="DCE8ED"/>
              </a:solidFill>
              <a:ln w="0">
                <a:noFill/>
                <a:prstDash val="solid"/>
              </a:ln>
            </p:spPr>
          </p:sp>
          <p:sp>
            <p:nvSpPr>
              <p:cNvPr id="2547" name="four:time-step-strips:time-strip-tₙ-cell-98:2270"/>
              <p:cNvSpPr>
                <a:spLocks noGrp="1"/>
              </p:cNvSpPr>
              <p:nvPr/>
            </p:nvSpPr>
            <p:spPr>
              <a:xfrm>
                <a:off x="22747883" y="3724275"/>
                <a:ext cx="15379" cy="276225"/>
              </a:xfrm>
              <a:prstGeom prst="rect">
                <a:avLst/>
              </a:prstGeom>
              <a:solidFill>
                <a:srgbClr val="DCE8ED"/>
              </a:solidFill>
              <a:ln w="0">
                <a:noFill/>
                <a:prstDash val="solid"/>
              </a:ln>
            </p:spPr>
          </p:sp>
          <p:sp>
            <p:nvSpPr>
              <p:cNvPr id="2548" name="four:time-step-strips:time-strip-tₙ-cell-99:2271"/>
              <p:cNvSpPr>
                <a:spLocks noGrp="1"/>
              </p:cNvSpPr>
              <p:nvPr/>
            </p:nvSpPr>
            <p:spPr>
              <a:xfrm>
                <a:off x="22763262" y="3724275"/>
                <a:ext cx="15379" cy="276225"/>
              </a:xfrm>
              <a:prstGeom prst="rect">
                <a:avLst/>
              </a:prstGeom>
              <a:solidFill>
                <a:srgbClr val="DCE8ED"/>
              </a:solidFill>
              <a:ln w="0">
                <a:noFill/>
                <a:prstDash val="solid"/>
              </a:ln>
            </p:spPr>
          </p:sp>
          <p:sp>
            <p:nvSpPr>
              <p:cNvPr id="2549" name="four:time-step-strips:time-strip-tₙ-cell-100:2272"/>
              <p:cNvSpPr>
                <a:spLocks noGrp="1"/>
              </p:cNvSpPr>
              <p:nvPr/>
            </p:nvSpPr>
            <p:spPr>
              <a:xfrm>
                <a:off x="22778641" y="3724275"/>
                <a:ext cx="15379" cy="276225"/>
              </a:xfrm>
              <a:prstGeom prst="rect">
                <a:avLst/>
              </a:prstGeom>
              <a:solidFill>
                <a:srgbClr val="DCE8ED"/>
              </a:solidFill>
              <a:ln w="0">
                <a:noFill/>
                <a:prstDash val="solid"/>
              </a:ln>
            </p:spPr>
          </p:sp>
          <p:sp>
            <p:nvSpPr>
              <p:cNvPr id="2550" name="four:time-step-strips:time-strip-tₙ-cell-101:2273"/>
              <p:cNvSpPr>
                <a:spLocks noGrp="1"/>
              </p:cNvSpPr>
              <p:nvPr/>
            </p:nvSpPr>
            <p:spPr>
              <a:xfrm>
                <a:off x="22794020" y="3724275"/>
                <a:ext cx="15379" cy="276225"/>
              </a:xfrm>
              <a:prstGeom prst="rect">
                <a:avLst/>
              </a:prstGeom>
              <a:solidFill>
                <a:srgbClr val="DCE8ED"/>
              </a:solidFill>
              <a:ln w="0">
                <a:noFill/>
                <a:prstDash val="solid"/>
              </a:ln>
            </p:spPr>
          </p:sp>
          <p:sp>
            <p:nvSpPr>
              <p:cNvPr id="2551" name="four:time-step-strips:time-strip-tₙ-cell-102:2274"/>
              <p:cNvSpPr>
                <a:spLocks noGrp="1"/>
              </p:cNvSpPr>
              <p:nvPr/>
            </p:nvSpPr>
            <p:spPr>
              <a:xfrm>
                <a:off x="22809398" y="3724275"/>
                <a:ext cx="15379" cy="276225"/>
              </a:xfrm>
              <a:prstGeom prst="rect">
                <a:avLst/>
              </a:prstGeom>
              <a:solidFill>
                <a:srgbClr val="DCE8ED"/>
              </a:solidFill>
              <a:ln w="0">
                <a:noFill/>
                <a:prstDash val="solid"/>
              </a:ln>
            </p:spPr>
          </p:sp>
          <p:sp>
            <p:nvSpPr>
              <p:cNvPr id="2552" name="four:time-step-strips:time-strip-tₙ-cell-103:2275"/>
              <p:cNvSpPr>
                <a:spLocks noGrp="1"/>
              </p:cNvSpPr>
              <p:nvPr/>
            </p:nvSpPr>
            <p:spPr>
              <a:xfrm>
                <a:off x="22824777" y="3724275"/>
                <a:ext cx="15379" cy="276225"/>
              </a:xfrm>
              <a:prstGeom prst="rect">
                <a:avLst/>
              </a:prstGeom>
              <a:solidFill>
                <a:srgbClr val="DCE8ED"/>
              </a:solidFill>
              <a:ln w="0">
                <a:noFill/>
                <a:prstDash val="solid"/>
              </a:ln>
            </p:spPr>
          </p:sp>
          <p:sp>
            <p:nvSpPr>
              <p:cNvPr id="2553" name="four:time-step-strips:time-strip-tₙ-cell-104:2276"/>
              <p:cNvSpPr>
                <a:spLocks noGrp="1"/>
              </p:cNvSpPr>
              <p:nvPr/>
            </p:nvSpPr>
            <p:spPr>
              <a:xfrm>
                <a:off x="22840156" y="3724275"/>
                <a:ext cx="15379" cy="276225"/>
              </a:xfrm>
              <a:prstGeom prst="rect">
                <a:avLst/>
              </a:prstGeom>
              <a:solidFill>
                <a:srgbClr val="DCE8ED"/>
              </a:solidFill>
              <a:ln w="0">
                <a:noFill/>
                <a:prstDash val="solid"/>
              </a:ln>
            </p:spPr>
          </p:sp>
          <p:sp>
            <p:nvSpPr>
              <p:cNvPr id="2554" name="four:time-step-strips:time-strip-tₙ-cell-105:2277"/>
              <p:cNvSpPr>
                <a:spLocks noGrp="1"/>
              </p:cNvSpPr>
              <p:nvPr/>
            </p:nvSpPr>
            <p:spPr>
              <a:xfrm>
                <a:off x="22855535" y="3724275"/>
                <a:ext cx="15379" cy="276225"/>
              </a:xfrm>
              <a:prstGeom prst="rect">
                <a:avLst/>
              </a:prstGeom>
              <a:solidFill>
                <a:srgbClr val="DCE8ED"/>
              </a:solidFill>
              <a:ln w="0">
                <a:noFill/>
                <a:prstDash val="solid"/>
              </a:ln>
            </p:spPr>
          </p:sp>
          <p:sp>
            <p:nvSpPr>
              <p:cNvPr id="2555" name="four:time-step-strips:time-strip-tₙ-cell-106:2278"/>
              <p:cNvSpPr>
                <a:spLocks noGrp="1"/>
              </p:cNvSpPr>
              <p:nvPr/>
            </p:nvSpPr>
            <p:spPr>
              <a:xfrm>
                <a:off x="22870914" y="3724275"/>
                <a:ext cx="15379" cy="276225"/>
              </a:xfrm>
              <a:prstGeom prst="rect">
                <a:avLst/>
              </a:prstGeom>
              <a:solidFill>
                <a:srgbClr val="DCE8ED"/>
              </a:solidFill>
              <a:ln w="0">
                <a:noFill/>
                <a:prstDash val="solid"/>
              </a:ln>
            </p:spPr>
          </p:sp>
          <p:sp>
            <p:nvSpPr>
              <p:cNvPr id="2556" name="four:time-step-strips:time-strip-tₙ-cell-107:2279"/>
              <p:cNvSpPr>
                <a:spLocks noGrp="1"/>
              </p:cNvSpPr>
              <p:nvPr/>
            </p:nvSpPr>
            <p:spPr>
              <a:xfrm>
                <a:off x="22886293" y="3724275"/>
                <a:ext cx="15379" cy="276225"/>
              </a:xfrm>
              <a:prstGeom prst="rect">
                <a:avLst/>
              </a:prstGeom>
              <a:solidFill>
                <a:srgbClr val="DCE8ED"/>
              </a:solidFill>
              <a:ln w="0">
                <a:noFill/>
                <a:prstDash val="solid"/>
              </a:ln>
            </p:spPr>
          </p:sp>
          <p:sp>
            <p:nvSpPr>
              <p:cNvPr id="2557" name="four:time-step-strips:time-strip-tₙ-cell-108:2280"/>
              <p:cNvSpPr>
                <a:spLocks noGrp="1"/>
              </p:cNvSpPr>
              <p:nvPr/>
            </p:nvSpPr>
            <p:spPr>
              <a:xfrm>
                <a:off x="22901672" y="3724275"/>
                <a:ext cx="15379" cy="276225"/>
              </a:xfrm>
              <a:prstGeom prst="rect">
                <a:avLst/>
              </a:prstGeom>
              <a:solidFill>
                <a:srgbClr val="DCE8ED"/>
              </a:solidFill>
              <a:ln w="0">
                <a:noFill/>
                <a:prstDash val="solid"/>
              </a:ln>
            </p:spPr>
          </p:sp>
          <p:sp>
            <p:nvSpPr>
              <p:cNvPr id="2558" name="four:time-step-strips:time-strip-tₙ-cell-109:2281"/>
              <p:cNvSpPr>
                <a:spLocks noGrp="1"/>
              </p:cNvSpPr>
              <p:nvPr/>
            </p:nvSpPr>
            <p:spPr>
              <a:xfrm>
                <a:off x="22917051" y="3724275"/>
                <a:ext cx="15379" cy="276225"/>
              </a:xfrm>
              <a:prstGeom prst="rect">
                <a:avLst/>
              </a:prstGeom>
              <a:solidFill>
                <a:srgbClr val="DCE8ED"/>
              </a:solidFill>
              <a:ln w="0">
                <a:noFill/>
                <a:prstDash val="solid"/>
              </a:ln>
            </p:spPr>
          </p:sp>
          <p:sp>
            <p:nvSpPr>
              <p:cNvPr id="2559" name="four:time-step-strips:time-strip-tₙ-cell-110:2282"/>
              <p:cNvSpPr>
                <a:spLocks noGrp="1"/>
              </p:cNvSpPr>
              <p:nvPr/>
            </p:nvSpPr>
            <p:spPr>
              <a:xfrm>
                <a:off x="22932430" y="3724275"/>
                <a:ext cx="15379" cy="276225"/>
              </a:xfrm>
              <a:prstGeom prst="rect">
                <a:avLst/>
              </a:prstGeom>
              <a:solidFill>
                <a:srgbClr val="DBE7ED"/>
              </a:solidFill>
              <a:ln w="0">
                <a:noFill/>
                <a:prstDash val="solid"/>
              </a:ln>
            </p:spPr>
          </p:sp>
          <p:sp>
            <p:nvSpPr>
              <p:cNvPr id="2560" name="four:time-step-strips:time-strip-tₙ-cell-111:2283"/>
              <p:cNvSpPr>
                <a:spLocks noGrp="1"/>
              </p:cNvSpPr>
              <p:nvPr/>
            </p:nvSpPr>
            <p:spPr>
              <a:xfrm>
                <a:off x="22947809" y="3724275"/>
                <a:ext cx="15379" cy="276225"/>
              </a:xfrm>
              <a:prstGeom prst="rect">
                <a:avLst/>
              </a:prstGeom>
              <a:solidFill>
                <a:srgbClr val="D0E0E7"/>
              </a:solidFill>
              <a:ln w="0">
                <a:noFill/>
                <a:prstDash val="solid"/>
              </a:ln>
            </p:spPr>
          </p:sp>
          <p:sp>
            <p:nvSpPr>
              <p:cNvPr id="2561" name="four:time-step-strips:time-strip-tₙ-cell-112:2284"/>
              <p:cNvSpPr>
                <a:spLocks noGrp="1"/>
              </p:cNvSpPr>
              <p:nvPr/>
            </p:nvSpPr>
            <p:spPr>
              <a:xfrm>
                <a:off x="22963188" y="3724275"/>
                <a:ext cx="15379" cy="276225"/>
              </a:xfrm>
              <a:prstGeom prst="rect">
                <a:avLst/>
              </a:prstGeom>
              <a:solidFill>
                <a:srgbClr val="ABCEE0"/>
              </a:solidFill>
              <a:ln w="0">
                <a:noFill/>
                <a:prstDash val="solid"/>
              </a:ln>
            </p:spPr>
          </p:sp>
          <p:sp>
            <p:nvSpPr>
              <p:cNvPr id="2562" name="four:time-step-strips:time-strip-tₙ-cell-113:2285"/>
              <p:cNvSpPr>
                <a:spLocks noGrp="1"/>
              </p:cNvSpPr>
              <p:nvPr/>
            </p:nvSpPr>
            <p:spPr>
              <a:xfrm>
                <a:off x="22978566" y="3724275"/>
                <a:ext cx="15379" cy="276225"/>
              </a:xfrm>
              <a:prstGeom prst="rect">
                <a:avLst/>
              </a:prstGeom>
              <a:solidFill>
                <a:srgbClr val="84B9D5"/>
              </a:solidFill>
              <a:ln w="0">
                <a:noFill/>
                <a:prstDash val="solid"/>
              </a:ln>
            </p:spPr>
          </p:sp>
          <p:sp>
            <p:nvSpPr>
              <p:cNvPr id="2563" name="four:time-step-strips:time-strip-tₙ-cell-114:2286"/>
              <p:cNvSpPr>
                <a:spLocks noGrp="1"/>
              </p:cNvSpPr>
              <p:nvPr/>
            </p:nvSpPr>
            <p:spPr>
              <a:xfrm>
                <a:off x="22993945" y="3724275"/>
                <a:ext cx="15379" cy="276225"/>
              </a:xfrm>
              <a:prstGeom prst="rect">
                <a:avLst/>
              </a:prstGeom>
              <a:solidFill>
                <a:srgbClr val="58A1CA"/>
              </a:solidFill>
              <a:ln w="0">
                <a:noFill/>
                <a:prstDash val="solid"/>
              </a:ln>
            </p:spPr>
          </p:sp>
          <p:sp>
            <p:nvSpPr>
              <p:cNvPr id="2564" name="four:time-step-strips:time-strip-tₙ-cell-115:2287"/>
              <p:cNvSpPr>
                <a:spLocks noGrp="1"/>
              </p:cNvSpPr>
              <p:nvPr/>
            </p:nvSpPr>
            <p:spPr>
              <a:xfrm>
                <a:off x="23009324" y="3724275"/>
                <a:ext cx="15379" cy="276225"/>
              </a:xfrm>
              <a:prstGeom prst="rect">
                <a:avLst/>
              </a:prstGeom>
              <a:solidFill>
                <a:srgbClr val="318CBF"/>
              </a:solidFill>
              <a:ln w="0">
                <a:noFill/>
                <a:prstDash val="solid"/>
              </a:ln>
            </p:spPr>
          </p:sp>
          <p:sp>
            <p:nvSpPr>
              <p:cNvPr id="2565" name="four:time-step-strips:time-strip-tₙ-cell-116:2288"/>
              <p:cNvSpPr>
                <a:spLocks noGrp="1"/>
              </p:cNvSpPr>
              <p:nvPr/>
            </p:nvSpPr>
            <p:spPr>
              <a:xfrm>
                <a:off x="23024703" y="3724275"/>
                <a:ext cx="15379" cy="276225"/>
              </a:xfrm>
              <a:prstGeom prst="rect">
                <a:avLst/>
              </a:prstGeom>
              <a:solidFill>
                <a:srgbClr val="127CB7"/>
              </a:solidFill>
              <a:ln w="0">
                <a:noFill/>
                <a:prstDash val="solid"/>
              </a:ln>
            </p:spPr>
          </p:sp>
          <p:sp>
            <p:nvSpPr>
              <p:cNvPr id="2566" name="four:time-step-strips:time-strip-tₙ-cell-117:2289"/>
              <p:cNvSpPr>
                <a:spLocks noGrp="1"/>
              </p:cNvSpPr>
              <p:nvPr/>
            </p:nvSpPr>
            <p:spPr>
              <a:xfrm>
                <a:off x="23040082" y="3724275"/>
                <a:ext cx="15379" cy="276225"/>
              </a:xfrm>
              <a:prstGeom prst="rect">
                <a:avLst/>
              </a:prstGeom>
              <a:solidFill>
                <a:srgbClr val="0173B2"/>
              </a:solidFill>
              <a:ln w="0">
                <a:noFill/>
                <a:prstDash val="solid"/>
              </a:ln>
            </p:spPr>
          </p:sp>
          <p:sp>
            <p:nvSpPr>
              <p:cNvPr id="2567" name="four:time-step-strips:time-strip-tₙ-cell-118:2290"/>
              <p:cNvSpPr>
                <a:spLocks noGrp="1"/>
              </p:cNvSpPr>
              <p:nvPr/>
            </p:nvSpPr>
            <p:spPr>
              <a:xfrm>
                <a:off x="23055461" y="3724275"/>
                <a:ext cx="15379" cy="276225"/>
              </a:xfrm>
              <a:prstGeom prst="rect">
                <a:avLst/>
              </a:prstGeom>
              <a:solidFill>
                <a:srgbClr val="0072B2"/>
              </a:solidFill>
              <a:ln w="0">
                <a:noFill/>
                <a:prstDash val="solid"/>
              </a:ln>
            </p:spPr>
          </p:sp>
          <p:sp>
            <p:nvSpPr>
              <p:cNvPr id="2568" name="four:time-step-strips:time-strip-tₙ-cell-119:2291"/>
              <p:cNvSpPr>
                <a:spLocks noGrp="1"/>
              </p:cNvSpPr>
              <p:nvPr/>
            </p:nvSpPr>
            <p:spPr>
              <a:xfrm>
                <a:off x="23070840" y="3724275"/>
                <a:ext cx="15379" cy="276225"/>
              </a:xfrm>
              <a:prstGeom prst="rect">
                <a:avLst/>
              </a:prstGeom>
              <a:solidFill>
                <a:srgbClr val="0072B2"/>
              </a:solidFill>
              <a:ln w="0">
                <a:noFill/>
                <a:prstDash val="solid"/>
              </a:ln>
            </p:spPr>
          </p:sp>
          <p:sp>
            <p:nvSpPr>
              <p:cNvPr id="2569" name="four:time-step-strips:time-strip-tₙ-cell-120:2292"/>
              <p:cNvSpPr>
                <a:spLocks noGrp="1"/>
              </p:cNvSpPr>
              <p:nvPr/>
            </p:nvSpPr>
            <p:spPr>
              <a:xfrm>
                <a:off x="23086219" y="3724275"/>
                <a:ext cx="15379" cy="276225"/>
              </a:xfrm>
              <a:prstGeom prst="rect">
                <a:avLst/>
              </a:prstGeom>
              <a:solidFill>
                <a:srgbClr val="0072B2"/>
              </a:solidFill>
              <a:ln w="0">
                <a:noFill/>
                <a:prstDash val="solid"/>
              </a:ln>
            </p:spPr>
          </p:sp>
          <p:sp>
            <p:nvSpPr>
              <p:cNvPr id="2570" name="four:time-step-strips:time-strip-tₙ-cell-121:2293"/>
              <p:cNvSpPr>
                <a:spLocks noGrp="1"/>
              </p:cNvSpPr>
              <p:nvPr/>
            </p:nvSpPr>
            <p:spPr>
              <a:xfrm>
                <a:off x="23101598" y="3724275"/>
                <a:ext cx="15379" cy="276225"/>
              </a:xfrm>
              <a:prstGeom prst="rect">
                <a:avLst/>
              </a:prstGeom>
              <a:solidFill>
                <a:srgbClr val="0072B2"/>
              </a:solidFill>
              <a:ln w="0">
                <a:noFill/>
                <a:prstDash val="solid"/>
              </a:ln>
            </p:spPr>
          </p:sp>
          <p:sp>
            <p:nvSpPr>
              <p:cNvPr id="2571" name="four:time-step-strips:time-strip-tₙ-cell-122:2294"/>
              <p:cNvSpPr>
                <a:spLocks noGrp="1"/>
              </p:cNvSpPr>
              <p:nvPr/>
            </p:nvSpPr>
            <p:spPr>
              <a:xfrm>
                <a:off x="23116977" y="3724275"/>
                <a:ext cx="15379" cy="276225"/>
              </a:xfrm>
              <a:prstGeom prst="rect">
                <a:avLst/>
              </a:prstGeom>
              <a:solidFill>
                <a:srgbClr val="0072B2"/>
              </a:solidFill>
              <a:ln w="0">
                <a:noFill/>
                <a:prstDash val="solid"/>
              </a:ln>
            </p:spPr>
          </p:sp>
          <p:sp>
            <p:nvSpPr>
              <p:cNvPr id="2572" name="four:time-step-strips:time-strip-tₙ-cell-123:2295"/>
              <p:cNvSpPr>
                <a:spLocks noGrp="1"/>
              </p:cNvSpPr>
              <p:nvPr/>
            </p:nvSpPr>
            <p:spPr>
              <a:xfrm>
                <a:off x="23132355" y="3724275"/>
                <a:ext cx="15379" cy="276225"/>
              </a:xfrm>
              <a:prstGeom prst="rect">
                <a:avLst/>
              </a:prstGeom>
              <a:solidFill>
                <a:srgbClr val="0072B2"/>
              </a:solidFill>
              <a:ln w="0">
                <a:noFill/>
                <a:prstDash val="solid"/>
              </a:ln>
            </p:spPr>
          </p:sp>
          <p:sp>
            <p:nvSpPr>
              <p:cNvPr id="2573" name="four:time-step-strips:time-strip-tₙ-cell-124:2296"/>
              <p:cNvSpPr>
                <a:spLocks noGrp="1"/>
              </p:cNvSpPr>
              <p:nvPr/>
            </p:nvSpPr>
            <p:spPr>
              <a:xfrm>
                <a:off x="23147734" y="3724275"/>
                <a:ext cx="15379" cy="276225"/>
              </a:xfrm>
              <a:prstGeom prst="rect">
                <a:avLst/>
              </a:prstGeom>
              <a:solidFill>
                <a:srgbClr val="0072B2"/>
              </a:solidFill>
              <a:ln w="0">
                <a:noFill/>
                <a:prstDash val="solid"/>
              </a:ln>
            </p:spPr>
          </p:sp>
          <p:sp>
            <p:nvSpPr>
              <p:cNvPr id="2574" name="four:time-step-strips:time-strip-tₙ-cell-125:2297"/>
              <p:cNvSpPr>
                <a:spLocks noGrp="1"/>
              </p:cNvSpPr>
              <p:nvPr/>
            </p:nvSpPr>
            <p:spPr>
              <a:xfrm>
                <a:off x="23163113" y="3724275"/>
                <a:ext cx="15379" cy="276225"/>
              </a:xfrm>
              <a:prstGeom prst="rect">
                <a:avLst/>
              </a:prstGeom>
              <a:solidFill>
                <a:srgbClr val="0072B2"/>
              </a:solidFill>
              <a:ln w="0">
                <a:noFill/>
                <a:prstDash val="solid"/>
              </a:ln>
            </p:spPr>
          </p:sp>
          <p:sp>
            <p:nvSpPr>
              <p:cNvPr id="2575" name="four:time-step-strips:time-strip-tₙ-cell-126:2298"/>
              <p:cNvSpPr>
                <a:spLocks noGrp="1"/>
              </p:cNvSpPr>
              <p:nvPr/>
            </p:nvSpPr>
            <p:spPr>
              <a:xfrm>
                <a:off x="23178492" y="3724275"/>
                <a:ext cx="15379" cy="276225"/>
              </a:xfrm>
              <a:prstGeom prst="rect">
                <a:avLst/>
              </a:prstGeom>
              <a:solidFill>
                <a:srgbClr val="0072B2"/>
              </a:solidFill>
              <a:ln w="0">
                <a:noFill/>
                <a:prstDash val="solid"/>
              </a:ln>
            </p:spPr>
          </p:sp>
          <p:sp>
            <p:nvSpPr>
              <p:cNvPr id="2576" name="four:time-step-strips:time-strip-tₙ-cell-127:2299"/>
              <p:cNvSpPr>
                <a:spLocks noGrp="1"/>
              </p:cNvSpPr>
              <p:nvPr/>
            </p:nvSpPr>
            <p:spPr>
              <a:xfrm>
                <a:off x="23193871" y="3724275"/>
                <a:ext cx="15379" cy="276225"/>
              </a:xfrm>
              <a:prstGeom prst="rect">
                <a:avLst/>
              </a:prstGeom>
              <a:solidFill>
                <a:srgbClr val="0072B2"/>
              </a:solidFill>
              <a:ln w="0">
                <a:noFill/>
                <a:prstDash val="solid"/>
              </a:ln>
            </p:spPr>
          </p:sp>
          <p:sp>
            <p:nvSpPr>
              <p:cNvPr id="2577" name="four:time-step-strips:time-strip-tₙ-cell-128:2300"/>
              <p:cNvSpPr>
                <a:spLocks noGrp="1"/>
              </p:cNvSpPr>
              <p:nvPr/>
            </p:nvSpPr>
            <p:spPr>
              <a:xfrm>
                <a:off x="23209250" y="3724275"/>
                <a:ext cx="15379" cy="276225"/>
              </a:xfrm>
              <a:prstGeom prst="rect">
                <a:avLst/>
              </a:prstGeom>
              <a:solidFill>
                <a:srgbClr val="0072B2"/>
              </a:solidFill>
              <a:ln w="0">
                <a:noFill/>
                <a:prstDash val="solid"/>
              </a:ln>
            </p:spPr>
          </p:sp>
          <p:sp>
            <p:nvSpPr>
              <p:cNvPr id="2578" name="four:time-step-strips:time-strip-tₙ-cell-129:2301"/>
              <p:cNvSpPr>
                <a:spLocks noGrp="1"/>
              </p:cNvSpPr>
              <p:nvPr/>
            </p:nvSpPr>
            <p:spPr>
              <a:xfrm>
                <a:off x="23224629" y="3724275"/>
                <a:ext cx="15379" cy="276225"/>
              </a:xfrm>
              <a:prstGeom prst="rect">
                <a:avLst/>
              </a:prstGeom>
              <a:solidFill>
                <a:srgbClr val="0072B2"/>
              </a:solidFill>
              <a:ln w="0">
                <a:noFill/>
                <a:prstDash val="solid"/>
              </a:ln>
            </p:spPr>
          </p:sp>
          <p:sp>
            <p:nvSpPr>
              <p:cNvPr id="2579" name="four:time-step-strips:time-strip-tₙ-cell-130:2302"/>
              <p:cNvSpPr>
                <a:spLocks noGrp="1"/>
              </p:cNvSpPr>
              <p:nvPr/>
            </p:nvSpPr>
            <p:spPr>
              <a:xfrm>
                <a:off x="23240008" y="3724275"/>
                <a:ext cx="15379" cy="276225"/>
              </a:xfrm>
              <a:prstGeom prst="rect">
                <a:avLst/>
              </a:prstGeom>
              <a:solidFill>
                <a:srgbClr val="0072B2"/>
              </a:solidFill>
              <a:ln w="0">
                <a:noFill/>
                <a:prstDash val="solid"/>
              </a:ln>
            </p:spPr>
          </p:sp>
          <p:sp>
            <p:nvSpPr>
              <p:cNvPr id="2580" name="four:time-step-strips:time-strip-tₙ-cell-131:2303"/>
              <p:cNvSpPr>
                <a:spLocks noGrp="1"/>
              </p:cNvSpPr>
              <p:nvPr/>
            </p:nvSpPr>
            <p:spPr>
              <a:xfrm>
                <a:off x="23255387" y="3724275"/>
                <a:ext cx="15379" cy="276225"/>
              </a:xfrm>
              <a:prstGeom prst="rect">
                <a:avLst/>
              </a:prstGeom>
              <a:solidFill>
                <a:srgbClr val="0072B2"/>
              </a:solidFill>
              <a:ln w="0">
                <a:noFill/>
                <a:prstDash val="solid"/>
              </a:ln>
            </p:spPr>
          </p:sp>
          <p:sp>
            <p:nvSpPr>
              <p:cNvPr id="2581" name="four:time-step-strips:time-strip-tₙ-cell-132:2304"/>
              <p:cNvSpPr>
                <a:spLocks noGrp="1"/>
              </p:cNvSpPr>
              <p:nvPr/>
            </p:nvSpPr>
            <p:spPr>
              <a:xfrm>
                <a:off x="23270766" y="3724275"/>
                <a:ext cx="15379" cy="276225"/>
              </a:xfrm>
              <a:prstGeom prst="rect">
                <a:avLst/>
              </a:prstGeom>
              <a:solidFill>
                <a:srgbClr val="0575B3"/>
              </a:solidFill>
              <a:ln w="0">
                <a:noFill/>
                <a:prstDash val="solid"/>
              </a:ln>
            </p:spPr>
          </p:sp>
          <p:sp>
            <p:nvSpPr>
              <p:cNvPr id="2582" name="four:time-step-strips:time-strip-tₙ-cell-133:2305"/>
              <p:cNvSpPr>
                <a:spLocks noGrp="1"/>
              </p:cNvSpPr>
              <p:nvPr/>
            </p:nvSpPr>
            <p:spPr>
              <a:xfrm>
                <a:off x="23286145" y="3724275"/>
                <a:ext cx="15379" cy="276225"/>
              </a:xfrm>
              <a:prstGeom prst="rect">
                <a:avLst/>
              </a:prstGeom>
              <a:solidFill>
                <a:srgbClr val="167EB8"/>
              </a:solidFill>
              <a:ln w="0">
                <a:noFill/>
                <a:prstDash val="solid"/>
              </a:ln>
            </p:spPr>
          </p:sp>
          <p:sp>
            <p:nvSpPr>
              <p:cNvPr id="2583" name="four:time-step-strips:time-strip-tₙ-cell-134:2306"/>
              <p:cNvSpPr>
                <a:spLocks noGrp="1"/>
              </p:cNvSpPr>
              <p:nvPr/>
            </p:nvSpPr>
            <p:spPr>
              <a:xfrm>
                <a:off x="23301523" y="3724275"/>
                <a:ext cx="15379" cy="276225"/>
              </a:xfrm>
              <a:prstGeom prst="rect">
                <a:avLst/>
              </a:prstGeom>
              <a:solidFill>
                <a:srgbClr val="7698A5"/>
              </a:solidFill>
              <a:ln w="0">
                <a:noFill/>
                <a:prstDash val="solid"/>
              </a:ln>
            </p:spPr>
          </p:sp>
          <p:sp>
            <p:nvSpPr>
              <p:cNvPr id="2584" name="four:time-step-strips:time-strip-tₙ-cell-135:2307"/>
              <p:cNvSpPr>
                <a:spLocks noGrp="1"/>
              </p:cNvSpPr>
              <p:nvPr/>
            </p:nvSpPr>
            <p:spPr>
              <a:xfrm>
                <a:off x="23316902" y="3724275"/>
                <a:ext cx="15379" cy="276225"/>
              </a:xfrm>
              <a:prstGeom prst="rect">
                <a:avLst/>
              </a:prstGeom>
              <a:solidFill>
                <a:srgbClr val="92A3A5"/>
              </a:solidFill>
              <a:ln w="0">
                <a:noFill/>
                <a:prstDash val="solid"/>
              </a:ln>
            </p:spPr>
          </p:sp>
          <p:sp>
            <p:nvSpPr>
              <p:cNvPr id="2585" name="four:time-step-strips:time-strip-tₙ-cell-136:2308"/>
              <p:cNvSpPr>
                <a:spLocks noGrp="1"/>
              </p:cNvSpPr>
              <p:nvPr/>
            </p:nvSpPr>
            <p:spPr>
              <a:xfrm>
                <a:off x="23332281" y="3724275"/>
                <a:ext cx="15379" cy="276225"/>
              </a:xfrm>
              <a:prstGeom prst="rect">
                <a:avLst/>
              </a:prstGeom>
              <a:solidFill>
                <a:srgbClr val="AEAFA5"/>
              </a:solidFill>
              <a:ln w="0">
                <a:noFill/>
                <a:prstDash val="solid"/>
              </a:ln>
            </p:spPr>
          </p:sp>
          <p:sp>
            <p:nvSpPr>
              <p:cNvPr id="2586" name="four:time-step-strips:time-strip-tₙ-cell-137:2309"/>
              <p:cNvSpPr>
                <a:spLocks noGrp="1"/>
              </p:cNvSpPr>
              <p:nvPr/>
            </p:nvSpPr>
            <p:spPr>
              <a:xfrm>
                <a:off x="23347660" y="3724275"/>
                <a:ext cx="15379" cy="276225"/>
              </a:xfrm>
              <a:prstGeom prst="rect">
                <a:avLst/>
              </a:prstGeom>
              <a:solidFill>
                <a:srgbClr val="C7B9A5"/>
              </a:solidFill>
              <a:ln w="0">
                <a:noFill/>
                <a:prstDash val="solid"/>
              </a:ln>
            </p:spPr>
          </p:sp>
          <p:sp>
            <p:nvSpPr>
              <p:cNvPr id="2587" name="four:time-step-strips:time-strip-tₙ-cell-138:2310"/>
              <p:cNvSpPr>
                <a:spLocks noGrp="1"/>
              </p:cNvSpPr>
              <p:nvPr/>
            </p:nvSpPr>
            <p:spPr>
              <a:xfrm>
                <a:off x="23363039" y="3724275"/>
                <a:ext cx="15379" cy="276225"/>
              </a:xfrm>
              <a:prstGeom prst="rect">
                <a:avLst/>
              </a:prstGeom>
              <a:solidFill>
                <a:srgbClr val="D4B3CB"/>
              </a:solidFill>
              <a:ln w="0">
                <a:noFill/>
                <a:prstDash val="solid"/>
              </a:ln>
            </p:spPr>
          </p:sp>
          <p:sp>
            <p:nvSpPr>
              <p:cNvPr id="2588" name="four:time-step-strips:time-strip-tₙ-cell-139:2311"/>
              <p:cNvSpPr>
                <a:spLocks noGrp="1"/>
              </p:cNvSpPr>
              <p:nvPr/>
            </p:nvSpPr>
            <p:spPr>
              <a:xfrm>
                <a:off x="23378418" y="3724275"/>
                <a:ext cx="15379" cy="276225"/>
              </a:xfrm>
              <a:prstGeom prst="rect">
                <a:avLst/>
              </a:prstGeom>
              <a:solidFill>
                <a:srgbClr val="D4B4CC"/>
              </a:solidFill>
              <a:ln w="0">
                <a:noFill/>
                <a:prstDash val="solid"/>
              </a:ln>
            </p:spPr>
          </p:sp>
          <p:sp>
            <p:nvSpPr>
              <p:cNvPr id="2589" name="four:time-step-strips:time-strip-tₙ-cell-140:2312"/>
              <p:cNvSpPr>
                <a:spLocks noGrp="1"/>
              </p:cNvSpPr>
              <p:nvPr/>
            </p:nvSpPr>
            <p:spPr>
              <a:xfrm>
                <a:off x="23393797" y="3724275"/>
                <a:ext cx="15379" cy="276225"/>
              </a:xfrm>
              <a:prstGeom prst="rect">
                <a:avLst/>
              </a:prstGeom>
              <a:solidFill>
                <a:srgbClr val="D4B4CC"/>
              </a:solidFill>
              <a:ln w="0">
                <a:noFill/>
                <a:prstDash val="solid"/>
              </a:ln>
            </p:spPr>
          </p:sp>
          <p:sp>
            <p:nvSpPr>
              <p:cNvPr id="2590" name="four:time-step-strips:time-strip-tₙ-cell-141:2313"/>
              <p:cNvSpPr>
                <a:spLocks noGrp="1"/>
              </p:cNvSpPr>
              <p:nvPr/>
            </p:nvSpPr>
            <p:spPr>
              <a:xfrm>
                <a:off x="23409176" y="3724275"/>
                <a:ext cx="15379" cy="276225"/>
              </a:xfrm>
              <a:prstGeom prst="rect">
                <a:avLst/>
              </a:prstGeom>
              <a:solidFill>
                <a:srgbClr val="D4B4CC"/>
              </a:solidFill>
              <a:ln w="0">
                <a:noFill/>
                <a:prstDash val="solid"/>
              </a:ln>
            </p:spPr>
          </p:sp>
          <p:sp>
            <p:nvSpPr>
              <p:cNvPr id="2591" name="four:time-step-strips:time-strip-tₙ-cell-142:2314"/>
              <p:cNvSpPr>
                <a:spLocks noGrp="1"/>
              </p:cNvSpPr>
              <p:nvPr/>
            </p:nvSpPr>
            <p:spPr>
              <a:xfrm>
                <a:off x="23424555" y="3724275"/>
                <a:ext cx="15379" cy="276225"/>
              </a:xfrm>
              <a:prstGeom prst="rect">
                <a:avLst/>
              </a:prstGeom>
              <a:solidFill>
                <a:srgbClr val="D4B4CC"/>
              </a:solidFill>
              <a:ln w="0">
                <a:noFill/>
                <a:prstDash val="solid"/>
              </a:ln>
            </p:spPr>
          </p:sp>
          <p:sp>
            <p:nvSpPr>
              <p:cNvPr id="2592" name="four:time-step-strips:time-strip-tₙ-cell-143:2315"/>
              <p:cNvSpPr>
                <a:spLocks noGrp="1"/>
              </p:cNvSpPr>
              <p:nvPr/>
            </p:nvSpPr>
            <p:spPr>
              <a:xfrm>
                <a:off x="23439934" y="3724275"/>
                <a:ext cx="15379" cy="276225"/>
              </a:xfrm>
              <a:prstGeom prst="rect">
                <a:avLst/>
              </a:prstGeom>
              <a:solidFill>
                <a:srgbClr val="D4B4CC"/>
              </a:solidFill>
              <a:ln w="0">
                <a:noFill/>
                <a:prstDash val="solid"/>
              </a:ln>
            </p:spPr>
          </p:sp>
          <p:sp>
            <p:nvSpPr>
              <p:cNvPr id="2593" name="four:time-step-strips:time-strip-tₙ-cell-144:2316"/>
              <p:cNvSpPr>
                <a:spLocks noGrp="1"/>
              </p:cNvSpPr>
              <p:nvPr/>
            </p:nvSpPr>
            <p:spPr>
              <a:xfrm>
                <a:off x="23455313" y="3724275"/>
                <a:ext cx="15379" cy="276225"/>
              </a:xfrm>
              <a:prstGeom prst="rect">
                <a:avLst/>
              </a:prstGeom>
              <a:solidFill>
                <a:srgbClr val="D4B4CC"/>
              </a:solidFill>
              <a:ln w="0">
                <a:noFill/>
                <a:prstDash val="solid"/>
              </a:ln>
            </p:spPr>
          </p:sp>
          <p:sp>
            <p:nvSpPr>
              <p:cNvPr id="2594" name="four:time-step-strips:time-strip-tₙ-cell-145:2317"/>
              <p:cNvSpPr>
                <a:spLocks noGrp="1"/>
              </p:cNvSpPr>
              <p:nvPr/>
            </p:nvSpPr>
            <p:spPr>
              <a:xfrm>
                <a:off x="23470691" y="3724275"/>
                <a:ext cx="15379" cy="276225"/>
              </a:xfrm>
              <a:prstGeom prst="rect">
                <a:avLst/>
              </a:prstGeom>
              <a:solidFill>
                <a:srgbClr val="D4B4CC"/>
              </a:solidFill>
              <a:ln w="0">
                <a:noFill/>
                <a:prstDash val="solid"/>
              </a:ln>
            </p:spPr>
          </p:sp>
          <p:sp>
            <p:nvSpPr>
              <p:cNvPr id="2595" name="four:time-step-strips:time-strip-tₙ-cell-146:2318"/>
              <p:cNvSpPr>
                <a:spLocks noGrp="1"/>
              </p:cNvSpPr>
              <p:nvPr/>
            </p:nvSpPr>
            <p:spPr>
              <a:xfrm>
                <a:off x="23486070" y="3724275"/>
                <a:ext cx="15379" cy="276225"/>
              </a:xfrm>
              <a:prstGeom prst="rect">
                <a:avLst/>
              </a:prstGeom>
              <a:solidFill>
                <a:srgbClr val="D4B4CC"/>
              </a:solidFill>
              <a:ln w="0">
                <a:noFill/>
                <a:prstDash val="solid"/>
              </a:ln>
            </p:spPr>
          </p:sp>
          <p:sp>
            <p:nvSpPr>
              <p:cNvPr id="2596" name="four:time-step-strips:time-strip-tₙ-cell-147:2319"/>
              <p:cNvSpPr>
                <a:spLocks noGrp="1"/>
              </p:cNvSpPr>
              <p:nvPr/>
            </p:nvSpPr>
            <p:spPr>
              <a:xfrm>
                <a:off x="23501449" y="3724275"/>
                <a:ext cx="15379" cy="276225"/>
              </a:xfrm>
              <a:prstGeom prst="rect">
                <a:avLst/>
              </a:prstGeom>
              <a:solidFill>
                <a:srgbClr val="D4B4CC"/>
              </a:solidFill>
              <a:ln w="0">
                <a:noFill/>
                <a:prstDash val="solid"/>
              </a:ln>
            </p:spPr>
          </p:sp>
          <p:sp>
            <p:nvSpPr>
              <p:cNvPr id="2597" name="four:time-step-strips:time-strip-tₙ-cell-148:2320"/>
              <p:cNvSpPr>
                <a:spLocks noGrp="1"/>
              </p:cNvSpPr>
              <p:nvPr/>
            </p:nvSpPr>
            <p:spPr>
              <a:xfrm>
                <a:off x="23516828" y="3724275"/>
                <a:ext cx="15379" cy="276225"/>
              </a:xfrm>
              <a:prstGeom prst="rect">
                <a:avLst/>
              </a:prstGeom>
              <a:solidFill>
                <a:srgbClr val="D4B4CC"/>
              </a:solidFill>
              <a:ln w="0">
                <a:noFill/>
                <a:prstDash val="solid"/>
              </a:ln>
            </p:spPr>
          </p:sp>
          <p:sp>
            <p:nvSpPr>
              <p:cNvPr id="2598" name="four:time-step-strips:time-strip-tₙ-cell-149:2321"/>
              <p:cNvSpPr>
                <a:spLocks noGrp="1"/>
              </p:cNvSpPr>
              <p:nvPr/>
            </p:nvSpPr>
            <p:spPr>
              <a:xfrm>
                <a:off x="23532207" y="3724275"/>
                <a:ext cx="15379" cy="276225"/>
              </a:xfrm>
              <a:prstGeom prst="rect">
                <a:avLst/>
              </a:prstGeom>
              <a:solidFill>
                <a:srgbClr val="D4B4CC"/>
              </a:solidFill>
              <a:ln w="0">
                <a:noFill/>
                <a:prstDash val="solid"/>
              </a:ln>
            </p:spPr>
          </p:sp>
          <p:sp>
            <p:nvSpPr>
              <p:cNvPr id="2599" name="four:time-step-strips:time-strip-tₙ-cell-150:2322"/>
              <p:cNvSpPr>
                <a:spLocks noGrp="1"/>
              </p:cNvSpPr>
              <p:nvPr/>
            </p:nvSpPr>
            <p:spPr>
              <a:xfrm>
                <a:off x="23547586" y="3724275"/>
                <a:ext cx="15379" cy="276225"/>
              </a:xfrm>
              <a:prstGeom prst="rect">
                <a:avLst/>
              </a:prstGeom>
              <a:solidFill>
                <a:srgbClr val="D4B4CC"/>
              </a:solidFill>
              <a:ln w="0">
                <a:noFill/>
                <a:prstDash val="solid"/>
              </a:ln>
            </p:spPr>
          </p:sp>
          <p:sp>
            <p:nvSpPr>
              <p:cNvPr id="2600" name="four:time-step-strips:time-strip-tₙ-cell-151:2323"/>
              <p:cNvSpPr>
                <a:spLocks noGrp="1"/>
              </p:cNvSpPr>
              <p:nvPr/>
            </p:nvSpPr>
            <p:spPr>
              <a:xfrm>
                <a:off x="23562965" y="3724275"/>
                <a:ext cx="15379" cy="276225"/>
              </a:xfrm>
              <a:prstGeom prst="rect">
                <a:avLst/>
              </a:prstGeom>
              <a:solidFill>
                <a:srgbClr val="D4B4CC"/>
              </a:solidFill>
              <a:ln w="0">
                <a:noFill/>
                <a:prstDash val="solid"/>
              </a:ln>
            </p:spPr>
          </p:sp>
          <p:sp>
            <p:nvSpPr>
              <p:cNvPr id="2601" name="four:time-step-strips:time-strip-tₙ-cell-152:2324"/>
              <p:cNvSpPr>
                <a:spLocks noGrp="1"/>
              </p:cNvSpPr>
              <p:nvPr/>
            </p:nvSpPr>
            <p:spPr>
              <a:xfrm>
                <a:off x="23578344" y="3724275"/>
                <a:ext cx="15379" cy="276225"/>
              </a:xfrm>
              <a:prstGeom prst="rect">
                <a:avLst/>
              </a:prstGeom>
              <a:solidFill>
                <a:srgbClr val="D4B4CC"/>
              </a:solidFill>
              <a:ln w="0">
                <a:noFill/>
                <a:prstDash val="solid"/>
              </a:ln>
            </p:spPr>
          </p:sp>
          <p:sp>
            <p:nvSpPr>
              <p:cNvPr id="2602" name="four:time-step-strips:time-strip-tₙ-cell-153:2325"/>
              <p:cNvSpPr>
                <a:spLocks noGrp="1"/>
              </p:cNvSpPr>
              <p:nvPr/>
            </p:nvSpPr>
            <p:spPr>
              <a:xfrm>
                <a:off x="23593723" y="3724275"/>
                <a:ext cx="15379" cy="276225"/>
              </a:xfrm>
              <a:prstGeom prst="rect">
                <a:avLst/>
              </a:prstGeom>
              <a:solidFill>
                <a:srgbClr val="D4B4CC"/>
              </a:solidFill>
              <a:ln w="0">
                <a:noFill/>
                <a:prstDash val="solid"/>
              </a:ln>
            </p:spPr>
          </p:sp>
          <p:sp>
            <p:nvSpPr>
              <p:cNvPr id="2603" name="four:time-step-strips:time-strip-tₙ-cell-154:2326"/>
              <p:cNvSpPr>
                <a:spLocks noGrp="1"/>
              </p:cNvSpPr>
              <p:nvPr/>
            </p:nvSpPr>
            <p:spPr>
              <a:xfrm>
                <a:off x="23609102" y="3724275"/>
                <a:ext cx="15379" cy="276225"/>
              </a:xfrm>
              <a:prstGeom prst="rect">
                <a:avLst/>
              </a:prstGeom>
              <a:solidFill>
                <a:srgbClr val="D4B4CC"/>
              </a:solidFill>
              <a:ln w="0">
                <a:noFill/>
                <a:prstDash val="solid"/>
              </a:ln>
            </p:spPr>
          </p:sp>
          <p:sp>
            <p:nvSpPr>
              <p:cNvPr id="2604" name="four:time-step-strips:time-strip-tₙ-cell-155:2327"/>
              <p:cNvSpPr>
                <a:spLocks noGrp="1"/>
              </p:cNvSpPr>
              <p:nvPr/>
            </p:nvSpPr>
            <p:spPr>
              <a:xfrm>
                <a:off x="23624480" y="3724275"/>
                <a:ext cx="15379" cy="276225"/>
              </a:xfrm>
              <a:prstGeom prst="rect">
                <a:avLst/>
              </a:prstGeom>
              <a:solidFill>
                <a:srgbClr val="D4B4CC"/>
              </a:solidFill>
              <a:ln w="0">
                <a:noFill/>
                <a:prstDash val="solid"/>
              </a:ln>
            </p:spPr>
          </p:sp>
          <p:sp>
            <p:nvSpPr>
              <p:cNvPr id="2605" name="four:time-step-strips:time-strip-tₙ-cell-156:2328"/>
              <p:cNvSpPr>
                <a:spLocks noGrp="1"/>
              </p:cNvSpPr>
              <p:nvPr/>
            </p:nvSpPr>
            <p:spPr>
              <a:xfrm>
                <a:off x="23639859" y="3724275"/>
                <a:ext cx="15379" cy="276225"/>
              </a:xfrm>
              <a:prstGeom prst="rect">
                <a:avLst/>
              </a:prstGeom>
              <a:solidFill>
                <a:srgbClr val="D4B4CC"/>
              </a:solidFill>
              <a:ln w="0">
                <a:noFill/>
                <a:prstDash val="solid"/>
              </a:ln>
            </p:spPr>
          </p:sp>
          <p:sp>
            <p:nvSpPr>
              <p:cNvPr id="2606" name="four:time-step-strips:time-strip-tₙ-cell-157:2329"/>
              <p:cNvSpPr>
                <a:spLocks noGrp="1"/>
              </p:cNvSpPr>
              <p:nvPr/>
            </p:nvSpPr>
            <p:spPr>
              <a:xfrm>
                <a:off x="23655238" y="3724275"/>
                <a:ext cx="15379" cy="276225"/>
              </a:xfrm>
              <a:prstGeom prst="rect">
                <a:avLst/>
              </a:prstGeom>
              <a:solidFill>
                <a:srgbClr val="D4B4CC"/>
              </a:solidFill>
              <a:ln w="0">
                <a:noFill/>
                <a:prstDash val="solid"/>
              </a:ln>
            </p:spPr>
          </p:sp>
          <p:sp>
            <p:nvSpPr>
              <p:cNvPr id="2607" name="four:time-step-strips:time-strip-tₙ-cell-158:2330"/>
              <p:cNvSpPr>
                <a:spLocks noGrp="1"/>
              </p:cNvSpPr>
              <p:nvPr/>
            </p:nvSpPr>
            <p:spPr>
              <a:xfrm>
                <a:off x="23670617" y="3724275"/>
                <a:ext cx="15379" cy="276225"/>
              </a:xfrm>
              <a:prstGeom prst="rect">
                <a:avLst/>
              </a:prstGeom>
              <a:solidFill>
                <a:srgbClr val="D4B4CC"/>
              </a:solidFill>
              <a:ln w="0">
                <a:noFill/>
                <a:prstDash val="solid"/>
              </a:ln>
            </p:spPr>
          </p:sp>
          <p:sp>
            <p:nvSpPr>
              <p:cNvPr id="2608" name="four:time-step-strips:time-strip-tₙ-cell-159:2331"/>
              <p:cNvSpPr>
                <a:spLocks noGrp="1"/>
              </p:cNvSpPr>
              <p:nvPr/>
            </p:nvSpPr>
            <p:spPr>
              <a:xfrm>
                <a:off x="23685996" y="3724275"/>
                <a:ext cx="15379" cy="276225"/>
              </a:xfrm>
              <a:prstGeom prst="rect">
                <a:avLst/>
              </a:prstGeom>
              <a:solidFill>
                <a:srgbClr val="D4B4CC"/>
              </a:solidFill>
              <a:ln w="0">
                <a:noFill/>
                <a:prstDash val="solid"/>
              </a:ln>
            </p:spPr>
          </p:sp>
          <p:sp>
            <p:nvSpPr>
              <p:cNvPr id="2609" name="four:time-step-strips:time-strip-tₙ-cell-160:2332"/>
              <p:cNvSpPr>
                <a:spLocks noGrp="1"/>
              </p:cNvSpPr>
              <p:nvPr/>
            </p:nvSpPr>
            <p:spPr>
              <a:xfrm>
                <a:off x="23701375" y="3724275"/>
                <a:ext cx="15379" cy="276225"/>
              </a:xfrm>
              <a:prstGeom prst="rect">
                <a:avLst/>
              </a:prstGeom>
              <a:solidFill>
                <a:srgbClr val="D4B4CC"/>
              </a:solidFill>
              <a:ln w="0">
                <a:noFill/>
                <a:prstDash val="solid"/>
              </a:ln>
            </p:spPr>
          </p:sp>
          <p:sp>
            <p:nvSpPr>
              <p:cNvPr id="2610" name="four:time-step-strips:time-strip-tₙ-cell-161:2333"/>
              <p:cNvSpPr>
                <a:spLocks noGrp="1"/>
              </p:cNvSpPr>
              <p:nvPr/>
            </p:nvSpPr>
            <p:spPr>
              <a:xfrm>
                <a:off x="23716754" y="3724275"/>
                <a:ext cx="15379" cy="276225"/>
              </a:xfrm>
              <a:prstGeom prst="rect">
                <a:avLst/>
              </a:prstGeom>
              <a:solidFill>
                <a:srgbClr val="D4B4CC"/>
              </a:solidFill>
              <a:ln w="0">
                <a:noFill/>
                <a:prstDash val="solid"/>
              </a:ln>
            </p:spPr>
          </p:sp>
          <p:sp>
            <p:nvSpPr>
              <p:cNvPr id="2611" name="four:time-step-strips:time-strip-tₙ-cell-162:2334"/>
              <p:cNvSpPr>
                <a:spLocks noGrp="1"/>
              </p:cNvSpPr>
              <p:nvPr/>
            </p:nvSpPr>
            <p:spPr>
              <a:xfrm>
                <a:off x="23732133" y="3724275"/>
                <a:ext cx="15379" cy="276225"/>
              </a:xfrm>
              <a:prstGeom prst="rect">
                <a:avLst/>
              </a:prstGeom>
              <a:solidFill>
                <a:srgbClr val="D4B4CC"/>
              </a:solidFill>
              <a:ln w="0">
                <a:noFill/>
                <a:prstDash val="solid"/>
              </a:ln>
            </p:spPr>
          </p:sp>
          <p:sp>
            <p:nvSpPr>
              <p:cNvPr id="2612" name="four:time-step-strips:time-strip-tₙ-cell-163:2335"/>
              <p:cNvSpPr>
                <a:spLocks noGrp="1"/>
              </p:cNvSpPr>
              <p:nvPr/>
            </p:nvSpPr>
            <p:spPr>
              <a:xfrm>
                <a:off x="23747512" y="3724275"/>
                <a:ext cx="15379" cy="276225"/>
              </a:xfrm>
              <a:prstGeom prst="rect">
                <a:avLst/>
              </a:prstGeom>
              <a:solidFill>
                <a:srgbClr val="D4B4CC"/>
              </a:solidFill>
              <a:ln w="0">
                <a:noFill/>
                <a:prstDash val="solid"/>
              </a:ln>
            </p:spPr>
          </p:sp>
          <p:sp>
            <p:nvSpPr>
              <p:cNvPr id="2613" name="four:time-step-strips:time-strip-tₙ-cell-164:2336"/>
              <p:cNvSpPr>
                <a:spLocks noGrp="1"/>
              </p:cNvSpPr>
              <p:nvPr/>
            </p:nvSpPr>
            <p:spPr>
              <a:xfrm>
                <a:off x="23762891" y="3724275"/>
                <a:ext cx="15379" cy="276225"/>
              </a:xfrm>
              <a:prstGeom prst="rect">
                <a:avLst/>
              </a:prstGeom>
              <a:solidFill>
                <a:srgbClr val="D4B4CC"/>
              </a:solidFill>
              <a:ln w="0">
                <a:noFill/>
                <a:prstDash val="solid"/>
              </a:ln>
            </p:spPr>
          </p:sp>
          <p:sp>
            <p:nvSpPr>
              <p:cNvPr id="2614" name="four:time-step-strips:time-strip-tₙ-cell-165:2337"/>
              <p:cNvSpPr>
                <a:spLocks noGrp="1"/>
              </p:cNvSpPr>
              <p:nvPr/>
            </p:nvSpPr>
            <p:spPr>
              <a:xfrm>
                <a:off x="23778270" y="3724275"/>
                <a:ext cx="15379" cy="276225"/>
              </a:xfrm>
              <a:prstGeom prst="rect">
                <a:avLst/>
              </a:prstGeom>
              <a:solidFill>
                <a:srgbClr val="D4B4CC"/>
              </a:solidFill>
              <a:ln w="0">
                <a:noFill/>
                <a:prstDash val="solid"/>
              </a:ln>
            </p:spPr>
          </p:sp>
          <p:sp>
            <p:nvSpPr>
              <p:cNvPr id="2615" name="four:time-step-strips:time-strip-tₙ-cell-166:2338"/>
              <p:cNvSpPr>
                <a:spLocks noGrp="1"/>
              </p:cNvSpPr>
              <p:nvPr/>
            </p:nvSpPr>
            <p:spPr>
              <a:xfrm>
                <a:off x="23793648" y="3724275"/>
                <a:ext cx="15379" cy="276225"/>
              </a:xfrm>
              <a:prstGeom prst="rect">
                <a:avLst/>
              </a:prstGeom>
              <a:solidFill>
                <a:srgbClr val="D4B4CC"/>
              </a:solidFill>
              <a:ln w="0">
                <a:noFill/>
                <a:prstDash val="solid"/>
              </a:ln>
            </p:spPr>
          </p:sp>
          <p:sp>
            <p:nvSpPr>
              <p:cNvPr id="2616" name="four:time-step-strips:time-strip-tₙ-cell-167:2339"/>
              <p:cNvSpPr>
                <a:spLocks noGrp="1"/>
              </p:cNvSpPr>
              <p:nvPr/>
            </p:nvSpPr>
            <p:spPr>
              <a:xfrm>
                <a:off x="23809027" y="3724275"/>
                <a:ext cx="15379" cy="276225"/>
              </a:xfrm>
              <a:prstGeom prst="rect">
                <a:avLst/>
              </a:prstGeom>
              <a:solidFill>
                <a:srgbClr val="D4B4CC"/>
              </a:solidFill>
              <a:ln w="0">
                <a:noFill/>
                <a:prstDash val="solid"/>
              </a:ln>
            </p:spPr>
          </p:sp>
          <p:sp>
            <p:nvSpPr>
              <p:cNvPr id="2617" name="four:time-step-strips:time-strip-tₙ-cell-168:2340"/>
              <p:cNvSpPr>
                <a:spLocks noGrp="1"/>
              </p:cNvSpPr>
              <p:nvPr/>
            </p:nvSpPr>
            <p:spPr>
              <a:xfrm>
                <a:off x="23824406" y="3724275"/>
                <a:ext cx="15379" cy="276225"/>
              </a:xfrm>
              <a:prstGeom prst="rect">
                <a:avLst/>
              </a:prstGeom>
              <a:solidFill>
                <a:srgbClr val="D4B2CB"/>
              </a:solidFill>
              <a:ln w="0">
                <a:noFill/>
                <a:prstDash val="solid"/>
              </a:ln>
            </p:spPr>
          </p:sp>
          <p:sp>
            <p:nvSpPr>
              <p:cNvPr id="2618" name="four:time-step-strips:time-strip-tₙ-cell-169:2341"/>
              <p:cNvSpPr>
                <a:spLocks noGrp="1"/>
              </p:cNvSpPr>
              <p:nvPr/>
            </p:nvSpPr>
            <p:spPr>
              <a:xfrm>
                <a:off x="23839785" y="3724275"/>
                <a:ext cx="15379" cy="276225"/>
              </a:xfrm>
              <a:prstGeom prst="rect">
                <a:avLst/>
              </a:prstGeom>
              <a:solidFill>
                <a:srgbClr val="D3ACC7"/>
              </a:solidFill>
              <a:ln w="0">
                <a:noFill/>
                <a:prstDash val="solid"/>
              </a:ln>
            </p:spPr>
          </p:sp>
          <p:sp>
            <p:nvSpPr>
              <p:cNvPr id="2619" name="four:time-step-strips:time-strip-tₙ-cell-170:2342"/>
              <p:cNvSpPr>
                <a:spLocks noGrp="1"/>
              </p:cNvSpPr>
              <p:nvPr/>
            </p:nvSpPr>
            <p:spPr>
              <a:xfrm>
                <a:off x="23855164" y="3724275"/>
                <a:ext cx="15379" cy="276225"/>
              </a:xfrm>
              <a:prstGeom prst="rect">
                <a:avLst/>
              </a:prstGeom>
              <a:solidFill>
                <a:srgbClr val="D2A3C1"/>
              </a:solidFill>
              <a:ln w="0">
                <a:noFill/>
                <a:prstDash val="solid"/>
              </a:ln>
            </p:spPr>
          </p:sp>
          <p:sp>
            <p:nvSpPr>
              <p:cNvPr id="2620" name="four:time-step-strips:time-strip-tₙ-cell-171:2343"/>
              <p:cNvSpPr>
                <a:spLocks noGrp="1"/>
              </p:cNvSpPr>
              <p:nvPr/>
            </p:nvSpPr>
            <p:spPr>
              <a:xfrm>
                <a:off x="23870543" y="3724275"/>
                <a:ext cx="15379" cy="276225"/>
              </a:xfrm>
              <a:prstGeom prst="rect">
                <a:avLst/>
              </a:prstGeom>
              <a:solidFill>
                <a:srgbClr val="D098BA"/>
              </a:solidFill>
              <a:ln w="0">
                <a:noFill/>
                <a:prstDash val="solid"/>
              </a:ln>
            </p:spPr>
          </p:sp>
          <p:sp>
            <p:nvSpPr>
              <p:cNvPr id="2621" name="four:time-step-strips:time-strip-tₙ-cell-172:2344"/>
              <p:cNvSpPr>
                <a:spLocks noGrp="1"/>
              </p:cNvSpPr>
              <p:nvPr/>
            </p:nvSpPr>
            <p:spPr>
              <a:xfrm>
                <a:off x="23885922" y="3724275"/>
                <a:ext cx="15379" cy="276225"/>
              </a:xfrm>
              <a:prstGeom prst="rect">
                <a:avLst/>
              </a:prstGeom>
              <a:solidFill>
                <a:srgbClr val="CF8DB3"/>
              </a:solidFill>
              <a:ln w="0">
                <a:noFill/>
                <a:prstDash val="solid"/>
              </a:ln>
            </p:spPr>
          </p:sp>
          <p:sp>
            <p:nvSpPr>
              <p:cNvPr id="2622" name="four:time-step-strips:time-strip-tₙ-cell-173:2345"/>
              <p:cNvSpPr>
                <a:spLocks noGrp="1"/>
              </p:cNvSpPr>
              <p:nvPr/>
            </p:nvSpPr>
            <p:spPr>
              <a:xfrm>
                <a:off x="23901301" y="3724275"/>
                <a:ext cx="15379" cy="276225"/>
              </a:xfrm>
              <a:prstGeom prst="rect">
                <a:avLst/>
              </a:prstGeom>
              <a:solidFill>
                <a:srgbClr val="CD82AD"/>
              </a:solidFill>
              <a:ln w="0">
                <a:noFill/>
                <a:prstDash val="solid"/>
              </a:ln>
            </p:spPr>
          </p:sp>
          <p:sp>
            <p:nvSpPr>
              <p:cNvPr id="2623" name="four:time-step-strips:time-strip-tₙ-cell-174:2346"/>
              <p:cNvSpPr>
                <a:spLocks noGrp="1"/>
              </p:cNvSpPr>
              <p:nvPr/>
            </p:nvSpPr>
            <p:spPr>
              <a:xfrm>
                <a:off x="23916680" y="3724275"/>
                <a:ext cx="15379" cy="276225"/>
              </a:xfrm>
              <a:prstGeom prst="rect">
                <a:avLst/>
              </a:prstGeom>
              <a:solidFill>
                <a:srgbClr val="CC7BA9"/>
              </a:solidFill>
              <a:ln w="0">
                <a:noFill/>
                <a:prstDash val="solid"/>
              </a:ln>
            </p:spPr>
          </p:sp>
          <p:sp>
            <p:nvSpPr>
              <p:cNvPr id="2624" name="four:time-step-strips:time-strip-tₙ-cell-175:2347"/>
              <p:cNvSpPr>
                <a:spLocks noGrp="1"/>
              </p:cNvSpPr>
              <p:nvPr/>
            </p:nvSpPr>
            <p:spPr>
              <a:xfrm>
                <a:off x="23932059" y="3724275"/>
                <a:ext cx="15379" cy="276225"/>
              </a:xfrm>
              <a:prstGeom prst="rect">
                <a:avLst/>
              </a:prstGeom>
              <a:solidFill>
                <a:srgbClr val="CC79A7"/>
              </a:solidFill>
              <a:ln w="0">
                <a:noFill/>
                <a:prstDash val="solid"/>
              </a:ln>
            </p:spPr>
          </p:sp>
          <p:sp>
            <p:nvSpPr>
              <p:cNvPr id="2625" name="four:time-step-strips:time-strip-tₙ-cell-176:2348"/>
              <p:cNvSpPr>
                <a:spLocks noGrp="1"/>
              </p:cNvSpPr>
              <p:nvPr/>
            </p:nvSpPr>
            <p:spPr>
              <a:xfrm>
                <a:off x="23947438" y="3724275"/>
                <a:ext cx="15379" cy="276225"/>
              </a:xfrm>
              <a:prstGeom prst="rect">
                <a:avLst/>
              </a:prstGeom>
              <a:solidFill>
                <a:srgbClr val="CC79A7"/>
              </a:solidFill>
              <a:ln w="0">
                <a:noFill/>
                <a:prstDash val="solid"/>
              </a:ln>
            </p:spPr>
          </p:sp>
          <p:sp>
            <p:nvSpPr>
              <p:cNvPr id="2626" name="four:time-step-strips:time-strip-tₙ-cell-177:2349"/>
              <p:cNvSpPr>
                <a:spLocks noGrp="1"/>
              </p:cNvSpPr>
              <p:nvPr/>
            </p:nvSpPr>
            <p:spPr>
              <a:xfrm>
                <a:off x="23962816" y="3724275"/>
                <a:ext cx="15379" cy="276225"/>
              </a:xfrm>
              <a:prstGeom prst="rect">
                <a:avLst/>
              </a:prstGeom>
              <a:solidFill>
                <a:srgbClr val="CC79A7"/>
              </a:solidFill>
              <a:ln w="0">
                <a:noFill/>
                <a:prstDash val="solid"/>
              </a:ln>
            </p:spPr>
          </p:sp>
          <p:sp>
            <p:nvSpPr>
              <p:cNvPr id="2627" name="four:time-step-strips:time-strip-tₙ-cell-178:2350"/>
              <p:cNvSpPr>
                <a:spLocks noGrp="1"/>
              </p:cNvSpPr>
              <p:nvPr/>
            </p:nvSpPr>
            <p:spPr>
              <a:xfrm>
                <a:off x="23978195" y="3724275"/>
                <a:ext cx="15379" cy="276225"/>
              </a:xfrm>
              <a:prstGeom prst="rect">
                <a:avLst/>
              </a:prstGeom>
              <a:solidFill>
                <a:srgbClr val="CC79A7"/>
              </a:solidFill>
              <a:ln w="0">
                <a:noFill/>
                <a:prstDash val="solid"/>
              </a:ln>
            </p:spPr>
          </p:sp>
          <p:sp>
            <p:nvSpPr>
              <p:cNvPr id="2628" name="four:time-step-strips:time-strip-tₙ-cell-179:2351"/>
              <p:cNvSpPr>
                <a:spLocks noGrp="1"/>
              </p:cNvSpPr>
              <p:nvPr/>
            </p:nvSpPr>
            <p:spPr>
              <a:xfrm>
                <a:off x="23993574" y="3724275"/>
                <a:ext cx="15379" cy="276225"/>
              </a:xfrm>
              <a:prstGeom prst="rect">
                <a:avLst/>
              </a:prstGeom>
              <a:solidFill>
                <a:srgbClr val="CC79A7"/>
              </a:solidFill>
              <a:ln w="0">
                <a:noFill/>
                <a:prstDash val="solid"/>
              </a:ln>
            </p:spPr>
          </p:sp>
          <p:sp>
            <p:nvSpPr>
              <p:cNvPr id="2629" name="four:time-step-strips:time-strip-tₙ-cell-180:2352"/>
              <p:cNvSpPr>
                <a:spLocks noGrp="1"/>
              </p:cNvSpPr>
              <p:nvPr/>
            </p:nvSpPr>
            <p:spPr>
              <a:xfrm>
                <a:off x="24008953" y="3724275"/>
                <a:ext cx="15379" cy="276225"/>
              </a:xfrm>
              <a:prstGeom prst="rect">
                <a:avLst/>
              </a:prstGeom>
              <a:solidFill>
                <a:srgbClr val="CC79A7"/>
              </a:solidFill>
              <a:ln w="0">
                <a:noFill/>
                <a:prstDash val="solid"/>
              </a:ln>
            </p:spPr>
          </p:sp>
          <p:sp>
            <p:nvSpPr>
              <p:cNvPr id="2630" name="four:time-step-strips:time-strip-tₙ-cell-181:2353"/>
              <p:cNvSpPr>
                <a:spLocks noGrp="1"/>
              </p:cNvSpPr>
              <p:nvPr/>
            </p:nvSpPr>
            <p:spPr>
              <a:xfrm>
                <a:off x="24024332" y="3724275"/>
                <a:ext cx="15379" cy="276225"/>
              </a:xfrm>
              <a:prstGeom prst="rect">
                <a:avLst/>
              </a:prstGeom>
              <a:solidFill>
                <a:srgbClr val="CC79A7"/>
              </a:solidFill>
              <a:ln w="0">
                <a:noFill/>
                <a:prstDash val="solid"/>
              </a:ln>
            </p:spPr>
          </p:sp>
          <p:sp>
            <p:nvSpPr>
              <p:cNvPr id="2631" name="four:time-step-strips:time-strip-tₙ-cell-182:2354"/>
              <p:cNvSpPr>
                <a:spLocks noGrp="1"/>
              </p:cNvSpPr>
              <p:nvPr/>
            </p:nvSpPr>
            <p:spPr>
              <a:xfrm>
                <a:off x="24039711" y="3724275"/>
                <a:ext cx="15379" cy="276225"/>
              </a:xfrm>
              <a:prstGeom prst="rect">
                <a:avLst/>
              </a:prstGeom>
              <a:solidFill>
                <a:srgbClr val="CC79A7"/>
              </a:solidFill>
              <a:ln w="0">
                <a:noFill/>
                <a:prstDash val="solid"/>
              </a:ln>
            </p:spPr>
          </p:sp>
          <p:sp>
            <p:nvSpPr>
              <p:cNvPr id="2632" name="four:time-step-strips:time-strip-tₙ-cell-183:2355"/>
              <p:cNvSpPr>
                <a:spLocks noGrp="1"/>
              </p:cNvSpPr>
              <p:nvPr/>
            </p:nvSpPr>
            <p:spPr>
              <a:xfrm>
                <a:off x="24055090" y="3724275"/>
                <a:ext cx="15379" cy="276225"/>
              </a:xfrm>
              <a:prstGeom prst="rect">
                <a:avLst/>
              </a:prstGeom>
              <a:solidFill>
                <a:srgbClr val="CC79A7"/>
              </a:solidFill>
              <a:ln w="0">
                <a:noFill/>
                <a:prstDash val="solid"/>
              </a:ln>
            </p:spPr>
          </p:sp>
          <p:sp>
            <p:nvSpPr>
              <p:cNvPr id="2633" name="four:time-step-strips:time-strip-tₙ-cell-184:2356"/>
              <p:cNvSpPr>
                <a:spLocks noGrp="1"/>
              </p:cNvSpPr>
              <p:nvPr/>
            </p:nvSpPr>
            <p:spPr>
              <a:xfrm>
                <a:off x="24070469" y="3724275"/>
                <a:ext cx="15379" cy="276225"/>
              </a:xfrm>
              <a:prstGeom prst="rect">
                <a:avLst/>
              </a:prstGeom>
              <a:solidFill>
                <a:srgbClr val="CD7EAA"/>
              </a:solidFill>
              <a:ln w="0">
                <a:noFill/>
                <a:prstDash val="solid"/>
              </a:ln>
            </p:spPr>
          </p:sp>
          <p:sp>
            <p:nvSpPr>
              <p:cNvPr id="2634" name="four:time-step-strips:time-strip-tₙ-cell-185:2357"/>
              <p:cNvSpPr>
                <a:spLocks noGrp="1"/>
              </p:cNvSpPr>
              <p:nvPr/>
            </p:nvSpPr>
            <p:spPr>
              <a:xfrm>
                <a:off x="24085848" y="3724275"/>
                <a:ext cx="15379" cy="276225"/>
              </a:xfrm>
              <a:prstGeom prst="rect">
                <a:avLst/>
              </a:prstGeom>
              <a:solidFill>
                <a:srgbClr val="D19CBD"/>
              </a:solidFill>
              <a:ln w="0">
                <a:noFill/>
                <a:prstDash val="solid"/>
              </a:ln>
            </p:spPr>
          </p:sp>
          <p:sp>
            <p:nvSpPr>
              <p:cNvPr id="2635" name="four:time-step-strips:time-strip-tₙ-cell-186:2358"/>
              <p:cNvSpPr>
                <a:spLocks noGrp="1"/>
              </p:cNvSpPr>
              <p:nvPr/>
            </p:nvSpPr>
            <p:spPr>
              <a:xfrm>
                <a:off x="24101227" y="3724275"/>
                <a:ext cx="15379" cy="276225"/>
              </a:xfrm>
              <a:prstGeom prst="rect">
                <a:avLst/>
              </a:prstGeom>
              <a:solidFill>
                <a:srgbClr val="D7C5D7"/>
              </a:solidFill>
              <a:ln w="0">
                <a:noFill/>
                <a:prstDash val="solid"/>
              </a:ln>
            </p:spPr>
          </p:sp>
          <p:sp>
            <p:nvSpPr>
              <p:cNvPr id="2636" name="four:time-step-strips:time-strip-tₙ-cell-187:2359"/>
              <p:cNvSpPr>
                <a:spLocks noGrp="1"/>
              </p:cNvSpPr>
              <p:nvPr/>
            </p:nvSpPr>
            <p:spPr>
              <a:xfrm>
                <a:off x="24116605" y="3724275"/>
                <a:ext cx="15379" cy="276225"/>
              </a:xfrm>
              <a:prstGeom prst="rect">
                <a:avLst/>
              </a:prstGeom>
              <a:solidFill>
                <a:srgbClr val="DBE4E7"/>
              </a:solidFill>
              <a:ln w="0">
                <a:noFill/>
                <a:prstDash val="solid"/>
              </a:ln>
            </p:spPr>
          </p:sp>
          <p:sp>
            <p:nvSpPr>
              <p:cNvPr id="2637" name="four:time-step-strips:time-strip-tₙ-cell-188:2360"/>
              <p:cNvSpPr>
                <a:spLocks noGrp="1"/>
              </p:cNvSpPr>
              <p:nvPr/>
            </p:nvSpPr>
            <p:spPr>
              <a:xfrm>
                <a:off x="24131984" y="3724275"/>
                <a:ext cx="15379" cy="276225"/>
              </a:xfrm>
              <a:prstGeom prst="rect">
                <a:avLst/>
              </a:prstGeom>
              <a:solidFill>
                <a:srgbClr val="DCE8ED"/>
              </a:solidFill>
              <a:ln w="0">
                <a:noFill/>
                <a:prstDash val="solid"/>
              </a:ln>
            </p:spPr>
          </p:sp>
          <p:sp>
            <p:nvSpPr>
              <p:cNvPr id="2638" name="four:time-step-strips:time-strip-tₙ-cell-189:2361"/>
              <p:cNvSpPr>
                <a:spLocks noGrp="1"/>
              </p:cNvSpPr>
              <p:nvPr/>
            </p:nvSpPr>
            <p:spPr>
              <a:xfrm>
                <a:off x="24147363" y="3724275"/>
                <a:ext cx="15379" cy="276225"/>
              </a:xfrm>
              <a:prstGeom prst="rect">
                <a:avLst/>
              </a:prstGeom>
              <a:solidFill>
                <a:srgbClr val="DCE8ED"/>
              </a:solidFill>
              <a:ln w="0">
                <a:noFill/>
                <a:prstDash val="solid"/>
              </a:ln>
            </p:spPr>
          </p:sp>
          <p:sp>
            <p:nvSpPr>
              <p:cNvPr id="2639" name="four:time-step-strips:time-strip-tₙ-cell-190:2362"/>
              <p:cNvSpPr>
                <a:spLocks noGrp="1"/>
              </p:cNvSpPr>
              <p:nvPr/>
            </p:nvSpPr>
            <p:spPr>
              <a:xfrm>
                <a:off x="24162742" y="3724275"/>
                <a:ext cx="15379" cy="276225"/>
              </a:xfrm>
              <a:prstGeom prst="rect">
                <a:avLst/>
              </a:prstGeom>
              <a:solidFill>
                <a:srgbClr val="DCE8ED"/>
              </a:solidFill>
              <a:ln w="0">
                <a:noFill/>
                <a:prstDash val="solid"/>
              </a:ln>
            </p:spPr>
          </p:sp>
          <p:sp>
            <p:nvSpPr>
              <p:cNvPr id="2640" name="four:time-step-strips:time-strip-tₙ-cell-191:2363"/>
              <p:cNvSpPr>
                <a:spLocks noGrp="1"/>
              </p:cNvSpPr>
              <p:nvPr/>
            </p:nvSpPr>
            <p:spPr>
              <a:xfrm>
                <a:off x="24178121" y="3724275"/>
                <a:ext cx="15379" cy="276225"/>
              </a:xfrm>
              <a:prstGeom prst="rect">
                <a:avLst/>
              </a:prstGeom>
              <a:solidFill>
                <a:srgbClr val="DCE8ED"/>
              </a:solidFill>
              <a:ln w="0">
                <a:noFill/>
                <a:prstDash val="solid"/>
              </a:ln>
            </p:spPr>
          </p:sp>
          <p:sp>
            <p:nvSpPr>
              <p:cNvPr id="2641" name="four:time-step-strips:time-strip-tₙ-border:2364"/>
              <p:cNvSpPr>
                <a:spLocks noGrp="1"/>
              </p:cNvSpPr>
              <p:nvPr/>
            </p:nvSpPr>
            <p:spPr>
              <a:xfrm>
                <a:off x="21240750" y="3724275"/>
                <a:ext cx="2952750" cy="276225"/>
              </a:xfrm>
              <a:prstGeom prst="rect">
                <a:avLst/>
              </a:prstGeom>
              <a:noFill/>
              <a:ln w="3909">
                <a:solidFill>
                  <a:srgbClr val="263238"/>
                </a:solidFill>
                <a:prstDash val="solid"/>
              </a:ln>
            </p:spPr>
          </p:sp>
          <p:sp>
            <p:nvSpPr>
              <p:cNvPr id="2642" name="four:time-step-strips:line:2365"/>
              <p:cNvSpPr>
                <a:spLocks noGrp="1"/>
              </p:cNvSpPr>
              <p:nvPr/>
            </p:nvSpPr>
            <p:spPr>
              <a:xfrm>
                <a:off x="24336375" y="1676400"/>
                <a:ext cx="953" cy="2324100"/>
              </a:xfrm>
              <a:custGeom>
                <a:avLst/>
                <a:gdLst/>
                <a:ahLst/>
                <a:cxnLst/>
                <a:pathLst>
                  <a:path w="953" h="2324100">
                    <a:moveTo>
                      <a:pt x="0" y="0"/>
                    </a:moveTo>
                    <a:lnTo>
                      <a:pt x="0" y="2324100"/>
                    </a:lnTo>
                  </a:path>
                </a:pathLst>
              </a:custGeom>
              <a:noFill/>
              <a:ln w="6841">
                <a:solidFill>
                  <a:srgbClr val="5DA4CB"/>
                </a:solidFill>
                <a:prstDash val="solid"/>
              </a:ln>
            </p:spPr>
          </p:sp>
          <p:sp>
            <p:nvSpPr>
              <p:cNvPr id="2643" name="four:time-step-strips:polygon:2366"/>
              <p:cNvSpPr>
                <a:spLocks noGrp="1"/>
              </p:cNvSpPr>
              <p:nvPr/>
            </p:nvSpPr>
            <p:spPr>
              <a:xfrm>
                <a:off x="24303609" y="3924300"/>
                <a:ext cx="65532" cy="76200"/>
              </a:xfrm>
              <a:custGeom>
                <a:avLst/>
                <a:gdLst/>
                <a:ahLst/>
                <a:cxnLst/>
                <a:pathLst>
                  <a:path w="65532" h="76200">
                    <a:moveTo>
                      <a:pt x="32766" y="76200"/>
                    </a:moveTo>
                    <a:lnTo>
                      <a:pt x="65532" y="0"/>
                    </a:lnTo>
                    <a:lnTo>
                      <a:pt x="0" y="0"/>
                    </a:lnTo>
                    <a:close/>
                  </a:path>
                </a:pathLst>
              </a:custGeom>
              <a:solidFill>
                <a:srgbClr val="5DA4CB"/>
              </a:solidFill>
              <a:ln w="0">
                <a:noFill/>
                <a:prstDash val="solid"/>
              </a:ln>
            </p:spPr>
          </p:sp>
          <p:sp>
            <p:nvSpPr>
              <p:cNvPr id="2644" name="four:time-step-strips:textbox:2367"/>
              <p:cNvSpPr>
                <a:spLocks noGrp="1"/>
              </p:cNvSpPr>
              <p:nvPr/>
            </p:nvSpPr>
            <p:spPr>
              <a:xfrm>
                <a:off x="24355425" y="2686050"/>
                <a:ext cx="190500" cy="342900"/>
              </a:xfrm>
              <a:prstGeom prst="rect">
                <a:avLst/>
              </a:prstGeom>
              <a:noFill/>
              <a:ln w="0">
                <a:noFill/>
                <a:prstDash val="solid"/>
              </a:ln>
            </p:spPr>
            <p:txBody>
              <a:bodyPr wrap="none" lIns="0" tIns="0" rIns="0" bIns="0" anchor="ctr">
                <a:normAutofit/>
              </a:bodyPr>
              <a:lstStyle>
                <a:defPPr algn="ctr">
                  <a:defRPr sz="962" b="0">
                    <a:solidFill>
                      <a:srgbClr val="7B8790"/>
                    </a:solidFill>
                    <a:latin typeface="Arial" panose="020B0604020202090204"/>
                    <a:ea typeface="Arial" panose="020B0604020202090204"/>
                    <a:cs typeface="Arial" panose="020B0604020202090204"/>
                  </a:defRPr>
                </a:defPPr>
              </a:lstStyle>
              <a:p>
                <a:pPr algn="ctr">
                  <a:defRPr sz="962" b="0">
                    <a:solidFill>
                      <a:srgbClr val="7B8790"/>
                    </a:solidFill>
                    <a:latin typeface="Arial" panose="020B0604020202090204"/>
                    <a:ea typeface="Arial" panose="020B0604020202090204"/>
                    <a:cs typeface="Arial" panose="020B0604020202090204"/>
                  </a:defRPr>
                </a:pPr>
                <a:r>
                  <a:rPr sz="962" b="0">
                    <a:solidFill>
                      <a:srgbClr val="7B8790"/>
                    </a:solidFill>
                    <a:latin typeface="Arial" panose="020B0604020202090204"/>
                    <a:ea typeface="Arial" panose="020B0604020202090204"/>
                    <a:cs typeface="Arial" panose="020B0604020202090204"/>
                  </a:rPr>
                  <a:t>t</a:t>
                </a:r>
                <a:endParaRPr sz="962" b="0">
                  <a:solidFill>
                    <a:srgbClr val="7B8790"/>
                  </a:solidFill>
                  <a:latin typeface="Arial" panose="020B0604020202090204"/>
                  <a:ea typeface="Arial" panose="020B0604020202090204"/>
                  <a:cs typeface="Arial" panose="020B0604020202090204"/>
                </a:endParaRPr>
              </a:p>
            </p:txBody>
          </p:sp>
          <p:sp>
            <p:nvSpPr>
              <p:cNvPr id="2645" name="four:time-step-strips:line:2368"/>
              <p:cNvSpPr>
                <a:spLocks noGrp="1"/>
              </p:cNvSpPr>
              <p:nvPr/>
            </p:nvSpPr>
            <p:spPr>
              <a:xfrm>
                <a:off x="22650450" y="4286250"/>
                <a:ext cx="953" cy="123825"/>
              </a:xfrm>
              <a:custGeom>
                <a:avLst/>
                <a:gdLst/>
                <a:ahLst/>
                <a:cxnLst/>
                <a:pathLst>
                  <a:path w="953" h="123825">
                    <a:moveTo>
                      <a:pt x="0" y="0"/>
                    </a:moveTo>
                    <a:lnTo>
                      <a:pt x="0" y="123825"/>
                    </a:lnTo>
                  </a:path>
                </a:pathLst>
              </a:custGeom>
              <a:noFill/>
              <a:ln w="7818">
                <a:solidFill>
                  <a:srgbClr val="5DA4CB"/>
                </a:solidFill>
                <a:prstDash val="solid"/>
              </a:ln>
            </p:spPr>
          </p:sp>
          <p:sp>
            <p:nvSpPr>
              <p:cNvPr id="2646" name="four:time-step-strips:polygon:2369"/>
              <p:cNvSpPr>
                <a:spLocks noGrp="1"/>
              </p:cNvSpPr>
              <p:nvPr/>
            </p:nvSpPr>
            <p:spPr>
              <a:xfrm>
                <a:off x="22621780" y="4343400"/>
                <a:ext cx="57341" cy="66675"/>
              </a:xfrm>
              <a:custGeom>
                <a:avLst/>
                <a:gdLst/>
                <a:ahLst/>
                <a:cxnLst/>
                <a:pathLst>
                  <a:path w="57341" h="66675">
                    <a:moveTo>
                      <a:pt x="28670" y="66675"/>
                    </a:moveTo>
                    <a:lnTo>
                      <a:pt x="57341" y="0"/>
                    </a:lnTo>
                    <a:lnTo>
                      <a:pt x="0" y="0"/>
                    </a:lnTo>
                    <a:close/>
                  </a:path>
                </a:pathLst>
              </a:custGeom>
              <a:solidFill>
                <a:srgbClr val="5DA4CB"/>
              </a:solidFill>
              <a:ln w="0">
                <a:noFill/>
                <a:prstDash val="solid"/>
              </a:ln>
            </p:spPr>
          </p:sp>
        </p:grpSp>
        <p:grpSp>
          <p:nvGrpSpPr>
            <p:cNvPr id="2647" name="rotate-and-assemble"/>
            <p:cNvGrpSpPr/>
            <p:nvPr/>
          </p:nvGrpSpPr>
          <p:grpSpPr>
            <a:xfrm>
              <a:off x="0" y="0"/>
              <a:ext cx="24955500" cy="8572500"/>
              <a:chOff x="0" y="0"/>
              <a:chExt cx="24955500" cy="8572500"/>
            </a:xfrm>
          </p:grpSpPr>
          <p:sp>
            <p:nvSpPr>
              <p:cNvPr id="2648" name="four:rotate-and-assemble:line:2370"/>
              <p:cNvSpPr>
                <a:spLocks noGrp="1"/>
              </p:cNvSpPr>
              <p:nvPr/>
            </p:nvSpPr>
            <p:spPr>
              <a:xfrm>
                <a:off x="23087513" y="4889995"/>
                <a:ext cx="1087" cy="24905"/>
              </a:xfrm>
              <a:custGeom>
                <a:avLst/>
                <a:gdLst/>
                <a:ahLst/>
                <a:cxnLst/>
                <a:pathLst>
                  <a:path w="1087" h="24905">
                    <a:moveTo>
                      <a:pt x="1087" y="24905"/>
                    </a:moveTo>
                    <a:lnTo>
                      <a:pt x="0" y="0"/>
                    </a:lnTo>
                  </a:path>
                </a:pathLst>
              </a:custGeom>
              <a:noFill/>
              <a:ln w="13681">
                <a:solidFill>
                  <a:srgbClr val="6F8EA9"/>
                </a:solidFill>
                <a:prstDash val="solid"/>
              </a:ln>
            </p:spPr>
          </p:sp>
          <p:sp>
            <p:nvSpPr>
              <p:cNvPr id="2649" name="four:rotate-and-assemble:line:2371"/>
              <p:cNvSpPr>
                <a:spLocks noGrp="1"/>
              </p:cNvSpPr>
              <p:nvPr/>
            </p:nvSpPr>
            <p:spPr>
              <a:xfrm>
                <a:off x="23084259" y="4865280"/>
                <a:ext cx="3254" cy="24715"/>
              </a:xfrm>
              <a:custGeom>
                <a:avLst/>
                <a:gdLst/>
                <a:ahLst/>
                <a:cxnLst/>
                <a:pathLst>
                  <a:path w="3254" h="24715">
                    <a:moveTo>
                      <a:pt x="3254" y="24715"/>
                    </a:moveTo>
                    <a:lnTo>
                      <a:pt x="0" y="0"/>
                    </a:lnTo>
                  </a:path>
                </a:pathLst>
              </a:custGeom>
              <a:noFill/>
              <a:ln w="13681">
                <a:solidFill>
                  <a:srgbClr val="6F8EA9"/>
                </a:solidFill>
                <a:prstDash val="solid"/>
              </a:ln>
            </p:spPr>
          </p:sp>
          <p:sp>
            <p:nvSpPr>
              <p:cNvPr id="2650" name="four:rotate-and-assemble:line:2372"/>
              <p:cNvSpPr>
                <a:spLocks noGrp="1"/>
              </p:cNvSpPr>
              <p:nvPr/>
            </p:nvSpPr>
            <p:spPr>
              <a:xfrm>
                <a:off x="23078863" y="4840942"/>
                <a:ext cx="5396" cy="24338"/>
              </a:xfrm>
              <a:custGeom>
                <a:avLst/>
                <a:gdLst/>
                <a:ahLst/>
                <a:cxnLst/>
                <a:pathLst>
                  <a:path w="5396" h="24338">
                    <a:moveTo>
                      <a:pt x="5396" y="24338"/>
                    </a:moveTo>
                    <a:lnTo>
                      <a:pt x="0" y="0"/>
                    </a:lnTo>
                  </a:path>
                </a:pathLst>
              </a:custGeom>
              <a:noFill/>
              <a:ln w="13681">
                <a:solidFill>
                  <a:srgbClr val="6F8EA9"/>
                </a:solidFill>
                <a:prstDash val="solid"/>
              </a:ln>
            </p:spPr>
          </p:sp>
          <p:sp>
            <p:nvSpPr>
              <p:cNvPr id="2651" name="four:rotate-and-assemble:line:2373"/>
              <p:cNvSpPr>
                <a:spLocks noGrp="1"/>
              </p:cNvSpPr>
              <p:nvPr/>
            </p:nvSpPr>
            <p:spPr>
              <a:xfrm>
                <a:off x="23071367" y="4817168"/>
                <a:ext cx="7496" cy="23775"/>
              </a:xfrm>
              <a:custGeom>
                <a:avLst/>
                <a:gdLst/>
                <a:ahLst/>
                <a:cxnLst/>
                <a:pathLst>
                  <a:path w="7496" h="23775">
                    <a:moveTo>
                      <a:pt x="7496" y="23775"/>
                    </a:moveTo>
                    <a:lnTo>
                      <a:pt x="0" y="0"/>
                    </a:lnTo>
                  </a:path>
                </a:pathLst>
              </a:custGeom>
              <a:noFill/>
              <a:ln w="13681">
                <a:solidFill>
                  <a:srgbClr val="6F8EA9"/>
                </a:solidFill>
                <a:prstDash val="solid"/>
              </a:ln>
            </p:spPr>
          </p:sp>
          <p:sp>
            <p:nvSpPr>
              <p:cNvPr id="2652" name="four:rotate-and-assemble:line:2374"/>
              <p:cNvSpPr>
                <a:spLocks noGrp="1"/>
              </p:cNvSpPr>
              <p:nvPr/>
            </p:nvSpPr>
            <p:spPr>
              <a:xfrm>
                <a:off x="23061827" y="4794137"/>
                <a:ext cx="9540" cy="23031"/>
              </a:xfrm>
              <a:custGeom>
                <a:avLst/>
                <a:gdLst/>
                <a:ahLst/>
                <a:cxnLst/>
                <a:pathLst>
                  <a:path w="9540" h="23031">
                    <a:moveTo>
                      <a:pt x="9540" y="23031"/>
                    </a:moveTo>
                    <a:lnTo>
                      <a:pt x="0" y="0"/>
                    </a:lnTo>
                  </a:path>
                </a:pathLst>
              </a:custGeom>
              <a:noFill/>
              <a:ln w="13681">
                <a:solidFill>
                  <a:srgbClr val="6F8EA9"/>
                </a:solidFill>
                <a:prstDash val="solid"/>
              </a:ln>
            </p:spPr>
          </p:sp>
          <p:sp>
            <p:nvSpPr>
              <p:cNvPr id="2653" name="four:rotate-and-assemble:line:2375"/>
              <p:cNvSpPr>
                <a:spLocks noGrp="1"/>
              </p:cNvSpPr>
              <p:nvPr/>
            </p:nvSpPr>
            <p:spPr>
              <a:xfrm>
                <a:off x="23050317" y="4772025"/>
                <a:ext cx="11511" cy="22112"/>
              </a:xfrm>
              <a:custGeom>
                <a:avLst/>
                <a:gdLst/>
                <a:ahLst/>
                <a:cxnLst/>
                <a:pathLst>
                  <a:path w="11511" h="22112">
                    <a:moveTo>
                      <a:pt x="11511" y="22112"/>
                    </a:moveTo>
                    <a:lnTo>
                      <a:pt x="0" y="0"/>
                    </a:lnTo>
                  </a:path>
                </a:pathLst>
              </a:custGeom>
              <a:noFill/>
              <a:ln w="13681">
                <a:solidFill>
                  <a:srgbClr val="6F8EA9"/>
                </a:solidFill>
                <a:prstDash val="solid"/>
              </a:ln>
            </p:spPr>
          </p:sp>
          <p:sp>
            <p:nvSpPr>
              <p:cNvPr id="2654" name="four:rotate-and-assemble:line:2376"/>
              <p:cNvSpPr>
                <a:spLocks noGrp="1"/>
              </p:cNvSpPr>
              <p:nvPr/>
            </p:nvSpPr>
            <p:spPr>
              <a:xfrm>
                <a:off x="23036923" y="4751001"/>
                <a:ext cx="13394" cy="21024"/>
              </a:xfrm>
              <a:custGeom>
                <a:avLst/>
                <a:gdLst/>
                <a:ahLst/>
                <a:cxnLst/>
                <a:pathLst>
                  <a:path w="13394" h="21024">
                    <a:moveTo>
                      <a:pt x="13394" y="21024"/>
                    </a:moveTo>
                    <a:lnTo>
                      <a:pt x="0" y="0"/>
                    </a:lnTo>
                  </a:path>
                </a:pathLst>
              </a:custGeom>
              <a:noFill/>
              <a:ln w="13681">
                <a:solidFill>
                  <a:srgbClr val="6F8EA9"/>
                </a:solidFill>
                <a:prstDash val="solid"/>
              </a:ln>
            </p:spPr>
          </p:sp>
          <p:sp>
            <p:nvSpPr>
              <p:cNvPr id="2655" name="four:rotate-and-assemble:line:2377"/>
              <p:cNvSpPr>
                <a:spLocks noGrp="1"/>
              </p:cNvSpPr>
              <p:nvPr/>
            </p:nvSpPr>
            <p:spPr>
              <a:xfrm>
                <a:off x="23021747" y="4731223"/>
                <a:ext cx="15175" cy="19777"/>
              </a:xfrm>
              <a:custGeom>
                <a:avLst/>
                <a:gdLst/>
                <a:ahLst/>
                <a:cxnLst/>
                <a:pathLst>
                  <a:path w="15175" h="19777">
                    <a:moveTo>
                      <a:pt x="15175" y="19777"/>
                    </a:moveTo>
                    <a:lnTo>
                      <a:pt x="0" y="0"/>
                    </a:lnTo>
                  </a:path>
                </a:pathLst>
              </a:custGeom>
              <a:noFill/>
              <a:ln w="13681">
                <a:solidFill>
                  <a:srgbClr val="6F8EA9"/>
                </a:solidFill>
                <a:prstDash val="solid"/>
              </a:ln>
            </p:spPr>
          </p:sp>
          <p:sp>
            <p:nvSpPr>
              <p:cNvPr id="2656" name="four:rotate-and-assemble:line:2378"/>
              <p:cNvSpPr>
                <a:spLocks noGrp="1"/>
              </p:cNvSpPr>
              <p:nvPr/>
            </p:nvSpPr>
            <p:spPr>
              <a:xfrm>
                <a:off x="23004906" y="4712844"/>
                <a:ext cx="16841" cy="18379"/>
              </a:xfrm>
              <a:custGeom>
                <a:avLst/>
                <a:gdLst/>
                <a:ahLst/>
                <a:cxnLst/>
                <a:pathLst>
                  <a:path w="16841" h="18379">
                    <a:moveTo>
                      <a:pt x="16841" y="18379"/>
                    </a:moveTo>
                    <a:lnTo>
                      <a:pt x="0" y="0"/>
                    </a:lnTo>
                  </a:path>
                </a:pathLst>
              </a:custGeom>
              <a:noFill/>
              <a:ln w="13681">
                <a:solidFill>
                  <a:srgbClr val="6F8EA9"/>
                </a:solidFill>
                <a:prstDash val="solid"/>
              </a:ln>
            </p:spPr>
          </p:sp>
          <p:sp>
            <p:nvSpPr>
              <p:cNvPr id="2657" name="four:rotate-and-assemble:line:2379"/>
              <p:cNvSpPr>
                <a:spLocks noGrp="1"/>
              </p:cNvSpPr>
              <p:nvPr/>
            </p:nvSpPr>
            <p:spPr>
              <a:xfrm>
                <a:off x="22986527" y="4696003"/>
                <a:ext cx="18379" cy="16841"/>
              </a:xfrm>
              <a:custGeom>
                <a:avLst/>
                <a:gdLst/>
                <a:ahLst/>
                <a:cxnLst/>
                <a:pathLst>
                  <a:path w="18379" h="16841">
                    <a:moveTo>
                      <a:pt x="18379" y="16841"/>
                    </a:moveTo>
                    <a:lnTo>
                      <a:pt x="0" y="0"/>
                    </a:lnTo>
                  </a:path>
                </a:pathLst>
              </a:custGeom>
              <a:noFill/>
              <a:ln w="13681">
                <a:solidFill>
                  <a:srgbClr val="6F8EA9"/>
                </a:solidFill>
                <a:prstDash val="solid"/>
              </a:ln>
            </p:spPr>
          </p:sp>
          <p:sp>
            <p:nvSpPr>
              <p:cNvPr id="2658" name="four:rotate-and-assemble:line:2380"/>
              <p:cNvSpPr>
                <a:spLocks noGrp="1"/>
              </p:cNvSpPr>
              <p:nvPr/>
            </p:nvSpPr>
            <p:spPr>
              <a:xfrm>
                <a:off x="22966749" y="4680827"/>
                <a:ext cx="19777" cy="15175"/>
              </a:xfrm>
              <a:custGeom>
                <a:avLst/>
                <a:gdLst/>
                <a:ahLst/>
                <a:cxnLst/>
                <a:pathLst>
                  <a:path w="19777" h="15175">
                    <a:moveTo>
                      <a:pt x="19777" y="15175"/>
                    </a:moveTo>
                    <a:lnTo>
                      <a:pt x="0" y="0"/>
                    </a:lnTo>
                  </a:path>
                </a:pathLst>
              </a:custGeom>
              <a:noFill/>
              <a:ln w="13681">
                <a:solidFill>
                  <a:srgbClr val="6F8EA9"/>
                </a:solidFill>
                <a:prstDash val="solid"/>
              </a:ln>
            </p:spPr>
          </p:sp>
          <p:sp>
            <p:nvSpPr>
              <p:cNvPr id="2659" name="four:rotate-and-assemble:line:2381"/>
              <p:cNvSpPr>
                <a:spLocks noGrp="1"/>
              </p:cNvSpPr>
              <p:nvPr/>
            </p:nvSpPr>
            <p:spPr>
              <a:xfrm>
                <a:off x="22945725" y="4667433"/>
                <a:ext cx="21024" cy="13394"/>
              </a:xfrm>
              <a:custGeom>
                <a:avLst/>
                <a:gdLst/>
                <a:ahLst/>
                <a:cxnLst/>
                <a:pathLst>
                  <a:path w="21024" h="13394">
                    <a:moveTo>
                      <a:pt x="21024" y="13394"/>
                    </a:moveTo>
                    <a:lnTo>
                      <a:pt x="0" y="0"/>
                    </a:lnTo>
                  </a:path>
                </a:pathLst>
              </a:custGeom>
              <a:noFill/>
              <a:ln w="13681">
                <a:solidFill>
                  <a:srgbClr val="6F8EA9"/>
                </a:solidFill>
                <a:prstDash val="solid"/>
              </a:ln>
            </p:spPr>
          </p:sp>
          <p:sp>
            <p:nvSpPr>
              <p:cNvPr id="2660" name="four:rotate-and-assemble:line:2382"/>
              <p:cNvSpPr>
                <a:spLocks noGrp="1"/>
              </p:cNvSpPr>
              <p:nvPr/>
            </p:nvSpPr>
            <p:spPr>
              <a:xfrm>
                <a:off x="22923613" y="4655923"/>
                <a:ext cx="22112" cy="11511"/>
              </a:xfrm>
              <a:custGeom>
                <a:avLst/>
                <a:gdLst/>
                <a:ahLst/>
                <a:cxnLst/>
                <a:pathLst>
                  <a:path w="22112" h="11511">
                    <a:moveTo>
                      <a:pt x="22112" y="11511"/>
                    </a:moveTo>
                    <a:lnTo>
                      <a:pt x="0" y="0"/>
                    </a:lnTo>
                  </a:path>
                </a:pathLst>
              </a:custGeom>
              <a:noFill/>
              <a:ln w="13681">
                <a:solidFill>
                  <a:srgbClr val="6F8EA9"/>
                </a:solidFill>
                <a:prstDash val="solid"/>
              </a:ln>
            </p:spPr>
          </p:sp>
          <p:sp>
            <p:nvSpPr>
              <p:cNvPr id="2661" name="four:rotate-and-assemble:line:2383"/>
              <p:cNvSpPr>
                <a:spLocks noGrp="1"/>
              </p:cNvSpPr>
              <p:nvPr/>
            </p:nvSpPr>
            <p:spPr>
              <a:xfrm>
                <a:off x="22900582" y="4646383"/>
                <a:ext cx="23031" cy="9540"/>
              </a:xfrm>
              <a:custGeom>
                <a:avLst/>
                <a:gdLst/>
                <a:ahLst/>
                <a:cxnLst/>
                <a:pathLst>
                  <a:path w="23031" h="9540">
                    <a:moveTo>
                      <a:pt x="23031" y="9540"/>
                    </a:moveTo>
                    <a:lnTo>
                      <a:pt x="0" y="0"/>
                    </a:lnTo>
                  </a:path>
                </a:pathLst>
              </a:custGeom>
              <a:noFill/>
              <a:ln w="13681">
                <a:solidFill>
                  <a:srgbClr val="6F8EA9"/>
                </a:solidFill>
                <a:prstDash val="solid"/>
              </a:ln>
            </p:spPr>
          </p:sp>
          <p:sp>
            <p:nvSpPr>
              <p:cNvPr id="2662" name="four:rotate-and-assemble:line:2384"/>
              <p:cNvSpPr>
                <a:spLocks noGrp="1"/>
              </p:cNvSpPr>
              <p:nvPr/>
            </p:nvSpPr>
            <p:spPr>
              <a:xfrm>
                <a:off x="22876808" y="4638887"/>
                <a:ext cx="23775" cy="7496"/>
              </a:xfrm>
              <a:custGeom>
                <a:avLst/>
                <a:gdLst/>
                <a:ahLst/>
                <a:cxnLst/>
                <a:pathLst>
                  <a:path w="23775" h="7496">
                    <a:moveTo>
                      <a:pt x="23775" y="7496"/>
                    </a:moveTo>
                    <a:lnTo>
                      <a:pt x="0" y="0"/>
                    </a:lnTo>
                  </a:path>
                </a:pathLst>
              </a:custGeom>
              <a:noFill/>
              <a:ln w="13681">
                <a:solidFill>
                  <a:srgbClr val="6F8EA9"/>
                </a:solidFill>
                <a:prstDash val="solid"/>
              </a:ln>
            </p:spPr>
          </p:sp>
          <p:sp>
            <p:nvSpPr>
              <p:cNvPr id="2663" name="four:rotate-and-assemble:line:2385"/>
              <p:cNvSpPr>
                <a:spLocks noGrp="1"/>
              </p:cNvSpPr>
              <p:nvPr/>
            </p:nvSpPr>
            <p:spPr>
              <a:xfrm>
                <a:off x="22852470" y="4633491"/>
                <a:ext cx="24338" cy="5396"/>
              </a:xfrm>
              <a:custGeom>
                <a:avLst/>
                <a:gdLst/>
                <a:ahLst/>
                <a:cxnLst/>
                <a:pathLst>
                  <a:path w="24338" h="5396">
                    <a:moveTo>
                      <a:pt x="24338" y="5396"/>
                    </a:moveTo>
                    <a:lnTo>
                      <a:pt x="0" y="0"/>
                    </a:lnTo>
                  </a:path>
                </a:pathLst>
              </a:custGeom>
              <a:noFill/>
              <a:ln w="13681">
                <a:solidFill>
                  <a:srgbClr val="6F8EA9"/>
                </a:solidFill>
                <a:prstDash val="solid"/>
              </a:ln>
            </p:spPr>
          </p:sp>
          <p:sp>
            <p:nvSpPr>
              <p:cNvPr id="2664" name="four:rotate-and-assemble:line:2386"/>
              <p:cNvSpPr>
                <a:spLocks noGrp="1"/>
              </p:cNvSpPr>
              <p:nvPr/>
            </p:nvSpPr>
            <p:spPr>
              <a:xfrm>
                <a:off x="22827755" y="4630237"/>
                <a:ext cx="24715" cy="3254"/>
              </a:xfrm>
              <a:custGeom>
                <a:avLst/>
                <a:gdLst/>
                <a:ahLst/>
                <a:cxnLst/>
                <a:pathLst>
                  <a:path w="24715" h="3254">
                    <a:moveTo>
                      <a:pt x="24715" y="3254"/>
                    </a:moveTo>
                    <a:lnTo>
                      <a:pt x="0" y="0"/>
                    </a:lnTo>
                  </a:path>
                </a:pathLst>
              </a:custGeom>
              <a:noFill/>
              <a:ln w="13681">
                <a:solidFill>
                  <a:srgbClr val="6F8EA9"/>
                </a:solidFill>
                <a:prstDash val="solid"/>
              </a:ln>
            </p:spPr>
          </p:sp>
          <p:sp>
            <p:nvSpPr>
              <p:cNvPr id="2665" name="four:rotate-and-assemble:line:2387"/>
              <p:cNvSpPr>
                <a:spLocks noGrp="1"/>
              </p:cNvSpPr>
              <p:nvPr/>
            </p:nvSpPr>
            <p:spPr>
              <a:xfrm>
                <a:off x="22802850" y="4629150"/>
                <a:ext cx="24905" cy="1087"/>
              </a:xfrm>
              <a:custGeom>
                <a:avLst/>
                <a:gdLst/>
                <a:ahLst/>
                <a:cxnLst/>
                <a:pathLst>
                  <a:path w="24905" h="1087">
                    <a:moveTo>
                      <a:pt x="24905" y="1087"/>
                    </a:moveTo>
                    <a:lnTo>
                      <a:pt x="0" y="0"/>
                    </a:lnTo>
                  </a:path>
                </a:pathLst>
              </a:custGeom>
              <a:noFill/>
              <a:ln w="13681">
                <a:solidFill>
                  <a:srgbClr val="6F8EA9"/>
                </a:solidFill>
                <a:prstDash val="solid"/>
              </a:ln>
            </p:spPr>
          </p:sp>
          <p:sp>
            <p:nvSpPr>
              <p:cNvPr id="2666" name="four:rotate-and-assemble:polygon:2388"/>
              <p:cNvSpPr>
                <a:spLocks noGrp="1"/>
              </p:cNvSpPr>
              <p:nvPr/>
            </p:nvSpPr>
            <p:spPr>
              <a:xfrm>
                <a:off x="22802850" y="4592386"/>
                <a:ext cx="96946" cy="81837"/>
              </a:xfrm>
              <a:custGeom>
                <a:avLst/>
                <a:gdLst/>
                <a:ahLst/>
                <a:cxnLst/>
                <a:pathLst>
                  <a:path w="96946" h="81837">
                    <a:moveTo>
                      <a:pt x="0" y="36764"/>
                    </a:moveTo>
                    <a:lnTo>
                      <a:pt x="93373" y="81837"/>
                    </a:lnTo>
                    <a:lnTo>
                      <a:pt x="96946" y="0"/>
                    </a:lnTo>
                    <a:close/>
                  </a:path>
                </a:pathLst>
              </a:custGeom>
              <a:solidFill>
                <a:srgbClr val="6F8EA9"/>
              </a:solidFill>
              <a:ln w="0">
                <a:noFill/>
                <a:prstDash val="solid"/>
              </a:ln>
            </p:spPr>
          </p:sp>
          <p:sp>
            <p:nvSpPr>
              <p:cNvPr id="2667" name="four:rotate-and-assemble:textbox:2389"/>
              <p:cNvSpPr>
                <a:spLocks noGrp="1"/>
              </p:cNvSpPr>
              <p:nvPr/>
            </p:nvSpPr>
            <p:spPr>
              <a:xfrm>
                <a:off x="22212300" y="4591050"/>
                <a:ext cx="514350" cy="295275"/>
              </a:xfrm>
              <a:prstGeom prst="rect">
                <a:avLst/>
              </a:prstGeom>
              <a:noFill/>
              <a:ln w="0">
                <a:noFill/>
                <a:prstDash val="solid"/>
              </a:ln>
            </p:spPr>
            <p:txBody>
              <a:bodyPr wrap="none" lIns="0" tIns="0" rIns="0" bIns="0" anchor="ctr">
                <a:normAutofit/>
              </a:bodyPr>
              <a:lstStyle>
                <a:defPPr algn="ctr">
                  <a:defRPr sz="808" b="1">
                    <a:solidFill>
                      <a:srgbClr val="6F8EA9"/>
                    </a:solidFill>
                    <a:latin typeface="Arial" panose="020B0604020202090204"/>
                    <a:ea typeface="Arial" panose="020B0604020202090204"/>
                    <a:cs typeface="Arial" panose="020B0604020202090204"/>
                  </a:defRPr>
                </a:defPPr>
              </a:lstStyle>
              <a:p>
                <a:pPr algn="ctr">
                  <a:defRPr sz="808" b="1">
                    <a:solidFill>
                      <a:srgbClr val="6F8EA9"/>
                    </a:solidFill>
                    <a:latin typeface="Arial" panose="020B0604020202090204"/>
                    <a:ea typeface="Arial" panose="020B0604020202090204"/>
                    <a:cs typeface="Arial" panose="020B0604020202090204"/>
                  </a:defRPr>
                </a:pPr>
                <a:r>
                  <a:rPr sz="808" b="1">
                    <a:solidFill>
                      <a:srgbClr val="6F8EA9"/>
                    </a:solidFill>
                    <a:latin typeface="Arial" panose="020B0604020202090204"/>
                    <a:ea typeface="Arial" panose="020B0604020202090204"/>
                    <a:cs typeface="Arial" panose="020B0604020202090204"/>
                  </a:rPr>
                  <a:t>90°</a:t>
                </a:r>
                <a:endParaRPr sz="808" b="1">
                  <a:solidFill>
                    <a:srgbClr val="6F8EA9"/>
                  </a:solidFill>
                  <a:latin typeface="Arial" panose="020B0604020202090204"/>
                  <a:ea typeface="Arial" panose="020B0604020202090204"/>
                  <a:cs typeface="Arial" panose="020B0604020202090204"/>
                </a:endParaRPr>
              </a:p>
            </p:txBody>
          </p:sp>
          <p:sp>
            <p:nvSpPr>
              <p:cNvPr id="2668" name="four:rotate-and-assemble:line:2390"/>
              <p:cNvSpPr>
                <a:spLocks noGrp="1"/>
              </p:cNvSpPr>
              <p:nvPr/>
            </p:nvSpPr>
            <p:spPr>
              <a:xfrm>
                <a:off x="22650450" y="5133975"/>
                <a:ext cx="953" cy="180975"/>
              </a:xfrm>
              <a:custGeom>
                <a:avLst/>
                <a:gdLst/>
                <a:ahLst/>
                <a:cxnLst/>
                <a:pathLst>
                  <a:path w="953" h="180975">
                    <a:moveTo>
                      <a:pt x="0" y="0"/>
                    </a:moveTo>
                    <a:lnTo>
                      <a:pt x="0" y="180975"/>
                    </a:lnTo>
                  </a:path>
                </a:pathLst>
              </a:custGeom>
              <a:noFill/>
              <a:ln w="7818">
                <a:solidFill>
                  <a:srgbClr val="5DA4CB"/>
                </a:solidFill>
                <a:prstDash val="solid"/>
              </a:ln>
            </p:spPr>
          </p:sp>
          <p:sp>
            <p:nvSpPr>
              <p:cNvPr id="2669" name="four:rotate-and-assemble:polygon:2391"/>
              <p:cNvSpPr>
                <a:spLocks noGrp="1"/>
              </p:cNvSpPr>
              <p:nvPr/>
            </p:nvSpPr>
            <p:spPr>
              <a:xfrm>
                <a:off x="22617684" y="5238750"/>
                <a:ext cx="65532" cy="76200"/>
              </a:xfrm>
              <a:custGeom>
                <a:avLst/>
                <a:gdLst/>
                <a:ahLst/>
                <a:cxnLst/>
                <a:pathLst>
                  <a:path w="65532" h="76200">
                    <a:moveTo>
                      <a:pt x="32766" y="76200"/>
                    </a:moveTo>
                    <a:lnTo>
                      <a:pt x="65532" y="0"/>
                    </a:lnTo>
                    <a:lnTo>
                      <a:pt x="0" y="0"/>
                    </a:lnTo>
                    <a:close/>
                  </a:path>
                </a:pathLst>
              </a:custGeom>
              <a:solidFill>
                <a:srgbClr val="5DA4CB"/>
              </a:solidFill>
              <a:ln w="0">
                <a:noFill/>
                <a:prstDash val="solid"/>
              </a:ln>
            </p:spPr>
          </p:sp>
        </p:grpSp>
        <p:grpSp>
          <p:nvGrpSpPr>
            <p:cNvPr id="2670" name="temporal-output"/>
            <p:cNvGrpSpPr/>
            <p:nvPr/>
          </p:nvGrpSpPr>
          <p:grpSpPr>
            <a:xfrm>
              <a:off x="0" y="0"/>
              <a:ext cx="24955500" cy="8572500"/>
              <a:chOff x="0" y="0"/>
              <a:chExt cx="24955500" cy="8572500"/>
            </a:xfrm>
          </p:grpSpPr>
          <p:sp>
            <p:nvSpPr>
              <p:cNvPr id="2671" name="four:temporal-output:textbox:2392"/>
              <p:cNvSpPr>
                <a:spLocks noGrp="1"/>
              </p:cNvSpPr>
              <p:nvPr/>
            </p:nvSpPr>
            <p:spPr>
              <a:xfrm>
                <a:off x="20840700" y="5429250"/>
                <a:ext cx="3514725" cy="304800"/>
              </a:xfrm>
              <a:prstGeom prst="rect">
                <a:avLst/>
              </a:prstGeom>
              <a:noFill/>
              <a:ln w="0">
                <a:noFill/>
                <a:prstDash val="solid"/>
              </a:ln>
            </p:spPr>
            <p:txBody>
              <a:bodyPr wrap="none" lIns="0" tIns="0" rIns="0" bIns="0" anchor="ctr">
                <a:normAutofit/>
              </a:bodyPr>
              <a:lstStyle>
                <a:defPPr algn="l">
                  <a:defRPr sz="885" b="1">
                    <a:solidFill>
                      <a:srgbClr val="263238"/>
                    </a:solidFill>
                    <a:latin typeface="Arial" panose="020B0604020202090204"/>
                    <a:ea typeface="Arial" panose="020B0604020202090204"/>
                    <a:cs typeface="Arial" panose="020B0604020202090204"/>
                  </a:defRPr>
                </a:defPPr>
              </a:lstStyle>
              <a:p>
                <a:pPr algn="l">
                  <a:defRPr sz="885" b="1">
                    <a:solidFill>
                      <a:srgbClr val="263238"/>
                    </a:solidFill>
                    <a:latin typeface="Arial" panose="020B0604020202090204"/>
                    <a:ea typeface="Arial" panose="020B0604020202090204"/>
                    <a:cs typeface="Arial" panose="020B0604020202090204"/>
                  </a:defRPr>
                </a:pPr>
                <a:r>
                  <a:rPr sz="885" b="1">
                    <a:solidFill>
                      <a:srgbClr val="263238"/>
                    </a:solidFill>
                    <a:latin typeface="Arial" panose="020B0604020202090204"/>
                    <a:ea typeface="Arial" panose="020B0604020202090204"/>
                    <a:cs typeface="Arial" panose="020B0604020202090204"/>
                  </a:rPr>
                  <a:t>Temporal merge tree map</a:t>
                </a:r>
                <a:endParaRPr sz="885" b="1">
                  <a:solidFill>
                    <a:srgbClr val="263238"/>
                  </a:solidFill>
                  <a:latin typeface="Arial" panose="020B0604020202090204"/>
                  <a:ea typeface="Arial" panose="020B0604020202090204"/>
                  <a:cs typeface="Arial" panose="020B0604020202090204"/>
                </a:endParaRPr>
              </a:p>
            </p:txBody>
          </p:sp>
          <p:sp>
            <p:nvSpPr>
              <p:cNvPr id="2672" name="smooth-map-background">
                <a:extLst>
                  <a:ext uri="{FF2B5EF4-FFF2-40B4-BE49-F238E27FC236}">
                    <ns2:creationId id="{C6BE18C7-B5CE-4EB5-BEF4-36FF58C0A25A}"/>
                  </a:ext>
                </a:extLst>
              </p:cNvPr>
              <p:cNvSpPr>
                <a:spLocks noGrp="1"/>
              </p:cNvSpPr>
              <p:nvPr/>
            </p:nvSpPr>
            <p:spPr>
              <a:xfrm>
                <a:off x="21240750" y="6019800"/>
                <a:ext cx="2838450" cy="1143000"/>
              </a:xfrm>
              <a:prstGeom prst="rect">
                <a:avLst/>
              </a:prstGeom>
              <a:solidFill>
                <a:srgbClr val="DCE8ED"/>
              </a:solidFill>
              <a:ln w="0">
                <a:noFill/>
              </a:ln>
            </p:spPr>
          </p:sp>
          <p:sp>
            <p:nvSpPr>
              <p:cNvPr id="2673" name="smooth-map-feature-1-shade-1">
                <a:extLst>
                  <a:ext uri="{FF2B5EF4-FFF2-40B4-BE49-F238E27FC236}">
                    <ns2:creationId id="{C9710D71-B187-4A1B-81E8-42A9F89972B6}"/>
                  </a:ext>
                </a:extLst>
              </p:cNvPr>
              <p:cNvSpPr>
                <a:spLocks noGrp="1"/>
              </p:cNvSpPr>
              <p:nvPr/>
            </p:nvSpPr>
            <p:spPr>
              <a:xfrm>
                <a:off x="21240750" y="6019800"/>
                <a:ext cx="2838450" cy="1143000"/>
              </a:xfrm>
              <a:custGeom>
                <a:pathLst>
                  <a:path w="2838450" h="1143000">
                    <a:moveTo>
                      <a:pt x="0" y="930587"/>
                    </a:moveTo>
                    <a:cubicBezTo>
                      <a:pt x="118269" y="930587"/>
                      <a:pt x="236538" y="930587"/>
                      <a:pt x="354806" y="930587"/>
                    </a:cubicBezTo>
                    <a:cubicBezTo>
                      <a:pt x="591344" y="930587"/>
                      <a:pt x="827881" y="909477"/>
                      <a:pt x="1064419" y="909477"/>
                    </a:cubicBezTo>
                    <a:cubicBezTo>
                      <a:pt x="1300956" y="909477"/>
                      <a:pt x="1537494" y="932965"/>
                      <a:pt x="1774031" y="932965"/>
                    </a:cubicBezTo>
                    <a:cubicBezTo>
                      <a:pt x="2010569" y="932965"/>
                      <a:pt x="2247106" y="273153"/>
                      <a:pt x="2483644" y="273153"/>
                    </a:cubicBezTo>
                    <a:cubicBezTo>
                      <a:pt x="2601912" y="273153"/>
                      <a:pt x="2720181" y="273153"/>
                      <a:pt x="2838450" y="273153"/>
                    </a:cubicBezTo>
                    <a:lnTo>
                      <a:pt x="2838450" y="526888"/>
                    </a:lnTo>
                    <a:cubicBezTo>
                      <a:pt x="2720181" y="526888"/>
                      <a:pt x="2601912" y="526888"/>
                      <a:pt x="2483644" y="526888"/>
                    </a:cubicBezTo>
                    <a:cubicBezTo>
                      <a:pt x="2247106" y="526888"/>
                      <a:pt x="2010569" y="1143000"/>
                      <a:pt x="1774031" y="1143000"/>
                    </a:cubicBezTo>
                    <a:cubicBezTo>
                      <a:pt x="1537494" y="1143000"/>
                      <a:pt x="1300956" y="1143000"/>
                      <a:pt x="1064419" y="1143000"/>
                    </a:cubicBezTo>
                    <a:cubicBezTo>
                      <a:pt x="827881" y="1143000"/>
                      <a:pt x="591344" y="1143000"/>
                      <a:pt x="354806" y="1143000"/>
                    </a:cubicBezTo>
                    <a:cubicBezTo>
                      <a:pt x="236538" y="1143000"/>
                      <a:pt x="118269" y="1143000"/>
                      <a:pt x="0" y="1143000"/>
                    </a:cubicBezTo>
                    <a:close/>
                  </a:path>
                </a:pathLst>
              </a:custGeom>
              <a:solidFill>
                <a:srgbClr val="0072B2">
                  <a:alpha val="2500"/>
                </a:srgbClr>
              </a:solidFill>
              <a:ln w="0">
                <a:noFill/>
              </a:ln>
            </p:spPr>
          </p:sp>
          <p:sp>
            <p:nvSpPr>
              <p:cNvPr id="2674" name="smooth-map-feature-1-shade-2">
                <a:extLst>
                  <a:ext uri="{FF2B5EF4-FFF2-40B4-BE49-F238E27FC236}">
                    <ns2:creationId id="{4059A899-04F4-4D16-B268-1F7701A523A5}"/>
                  </a:ext>
                </a:extLst>
              </p:cNvPr>
              <p:cNvSpPr>
                <a:spLocks noGrp="1"/>
              </p:cNvSpPr>
              <p:nvPr/>
            </p:nvSpPr>
            <p:spPr>
              <a:xfrm>
                <a:off x="21240750" y="6019800"/>
                <a:ext cx="2838450" cy="1143000"/>
              </a:xfrm>
              <a:custGeom>
                <a:pathLst>
                  <a:path w="2838450" h="1143000">
                    <a:moveTo>
                      <a:pt x="0" y="940578"/>
                    </a:moveTo>
                    <a:cubicBezTo>
                      <a:pt x="118269" y="940578"/>
                      <a:pt x="236538" y="940578"/>
                      <a:pt x="354806" y="940578"/>
                    </a:cubicBezTo>
                    <a:cubicBezTo>
                      <a:pt x="591344" y="940578"/>
                      <a:pt x="827881" y="922662"/>
                      <a:pt x="1064419" y="922662"/>
                    </a:cubicBezTo>
                    <a:cubicBezTo>
                      <a:pt x="1300956" y="922662"/>
                      <a:pt x="1537494" y="942676"/>
                      <a:pt x="1774031" y="942676"/>
                    </a:cubicBezTo>
                    <a:cubicBezTo>
                      <a:pt x="2010569" y="942676"/>
                      <a:pt x="2247106" y="284007"/>
                      <a:pt x="2483644" y="284007"/>
                    </a:cubicBezTo>
                    <a:cubicBezTo>
                      <a:pt x="2601912" y="284007"/>
                      <a:pt x="2720181" y="284007"/>
                      <a:pt x="2838450" y="284007"/>
                    </a:cubicBezTo>
                    <a:lnTo>
                      <a:pt x="2838450" y="516033"/>
                    </a:lnTo>
                    <a:cubicBezTo>
                      <a:pt x="2720181" y="516033"/>
                      <a:pt x="2601912" y="516033"/>
                      <a:pt x="2483644" y="516033"/>
                    </a:cubicBezTo>
                    <a:cubicBezTo>
                      <a:pt x="2247106" y="516033"/>
                      <a:pt x="2010569" y="1143000"/>
                      <a:pt x="1774031" y="1143000"/>
                    </a:cubicBezTo>
                    <a:cubicBezTo>
                      <a:pt x="1537494" y="1143000"/>
                      <a:pt x="1300956" y="1143000"/>
                      <a:pt x="1064419" y="1143000"/>
                    </a:cubicBezTo>
                    <a:cubicBezTo>
                      <a:pt x="827881" y="1143000"/>
                      <a:pt x="591344" y="1143000"/>
                      <a:pt x="354806" y="1143000"/>
                    </a:cubicBezTo>
                    <a:cubicBezTo>
                      <a:pt x="236538" y="1143000"/>
                      <a:pt x="118269" y="1143000"/>
                      <a:pt x="0" y="1143000"/>
                    </a:cubicBezTo>
                    <a:close/>
                  </a:path>
                </a:pathLst>
              </a:custGeom>
              <a:solidFill>
                <a:srgbClr val="0072B2">
                  <a:alpha val="2128"/>
                </a:srgbClr>
              </a:solidFill>
              <a:ln w="0">
                <a:noFill/>
              </a:ln>
            </p:spPr>
          </p:sp>
          <p:sp>
            <p:nvSpPr>
              <p:cNvPr id="2675" name="smooth-map-feature-1-shade-3">
                <a:extLst>
                  <a:ext uri="{FF2B5EF4-FFF2-40B4-BE49-F238E27FC236}">
                    <ns2:creationId id="{DBCA5F24-E41C-4FCF-9FA8-1239433F5F6B}"/>
                  </a:ext>
                </a:extLst>
              </p:cNvPr>
              <p:cNvSpPr>
                <a:spLocks noGrp="1"/>
              </p:cNvSpPr>
              <p:nvPr/>
            </p:nvSpPr>
            <p:spPr>
              <a:xfrm>
                <a:off x="21240750" y="6019800"/>
                <a:ext cx="2838450" cy="1143000"/>
              </a:xfrm>
              <a:custGeom>
                <a:pathLst>
                  <a:path w="2838450" h="1143000">
                    <a:moveTo>
                      <a:pt x="0" y="947261"/>
                    </a:moveTo>
                    <a:cubicBezTo>
                      <a:pt x="118269" y="947261"/>
                      <a:pt x="236538" y="947261"/>
                      <a:pt x="354806" y="947261"/>
                    </a:cubicBezTo>
                    <a:cubicBezTo>
                      <a:pt x="591344" y="947261"/>
                      <a:pt x="827881" y="931480"/>
                      <a:pt x="1064419" y="931480"/>
                    </a:cubicBezTo>
                    <a:cubicBezTo>
                      <a:pt x="1300956" y="931480"/>
                      <a:pt x="1537494" y="949172"/>
                      <a:pt x="1774031" y="949172"/>
                    </a:cubicBezTo>
                    <a:cubicBezTo>
                      <a:pt x="2010569" y="949172"/>
                      <a:pt x="2247106" y="291266"/>
                      <a:pt x="2483644" y="291266"/>
                    </a:cubicBezTo>
                    <a:cubicBezTo>
                      <a:pt x="2601912" y="291266"/>
                      <a:pt x="2720181" y="291266"/>
                      <a:pt x="2838450" y="291266"/>
                    </a:cubicBezTo>
                    <a:lnTo>
                      <a:pt x="2838450" y="508774"/>
                    </a:lnTo>
                    <a:cubicBezTo>
                      <a:pt x="2720181" y="508774"/>
                      <a:pt x="2601912" y="508774"/>
                      <a:pt x="2483644" y="508774"/>
                    </a:cubicBezTo>
                    <a:cubicBezTo>
                      <a:pt x="2247106" y="508774"/>
                      <a:pt x="2010569" y="1143000"/>
                      <a:pt x="1774031" y="1143000"/>
                    </a:cubicBezTo>
                    <a:cubicBezTo>
                      <a:pt x="1537494" y="1143000"/>
                      <a:pt x="1300956" y="1143000"/>
                      <a:pt x="1064419" y="1143000"/>
                    </a:cubicBezTo>
                    <a:cubicBezTo>
                      <a:pt x="827881" y="1143000"/>
                      <a:pt x="591344" y="1143000"/>
                      <a:pt x="354806" y="1143000"/>
                    </a:cubicBezTo>
                    <a:cubicBezTo>
                      <a:pt x="236538" y="1143000"/>
                      <a:pt x="118269" y="1143000"/>
                      <a:pt x="0" y="1143000"/>
                    </a:cubicBezTo>
                    <a:close/>
                  </a:path>
                </a:pathLst>
              </a:custGeom>
              <a:solidFill>
                <a:srgbClr val="0072B2">
                  <a:alpha val="2174"/>
                </a:srgbClr>
              </a:solidFill>
              <a:ln w="0">
                <a:noFill/>
              </a:ln>
            </p:spPr>
          </p:sp>
          <p:sp>
            <p:nvSpPr>
              <p:cNvPr id="2676" name="smooth-map-feature-1-shade-4">
                <a:extLst>
                  <a:ext uri="{FF2B5EF4-FFF2-40B4-BE49-F238E27FC236}">
                    <ns2:creationId id="{B8F00C38-02C4-47B5-9568-492F50575A96}"/>
                  </a:ext>
                </a:extLst>
              </p:cNvPr>
              <p:cNvSpPr>
                <a:spLocks noGrp="1"/>
              </p:cNvSpPr>
              <p:nvPr/>
            </p:nvSpPr>
            <p:spPr>
              <a:xfrm>
                <a:off x="21240750" y="6019800"/>
                <a:ext cx="2838450" cy="1143000"/>
              </a:xfrm>
              <a:custGeom>
                <a:pathLst>
                  <a:path w="2838450" h="1143000">
                    <a:moveTo>
                      <a:pt x="0" y="952407"/>
                    </a:moveTo>
                    <a:cubicBezTo>
                      <a:pt x="118269" y="952407"/>
                      <a:pt x="236538" y="952407"/>
                      <a:pt x="354806" y="952407"/>
                    </a:cubicBezTo>
                    <a:cubicBezTo>
                      <a:pt x="591344" y="952407"/>
                      <a:pt x="827881" y="938272"/>
                      <a:pt x="1064419" y="938272"/>
                    </a:cubicBezTo>
                    <a:cubicBezTo>
                      <a:pt x="1300956" y="938272"/>
                      <a:pt x="1537494" y="954174"/>
                      <a:pt x="1774031" y="954174"/>
                    </a:cubicBezTo>
                    <a:cubicBezTo>
                      <a:pt x="2010569" y="954174"/>
                      <a:pt x="2247106" y="296857"/>
                      <a:pt x="2483644" y="296857"/>
                    </a:cubicBezTo>
                    <a:cubicBezTo>
                      <a:pt x="2601912" y="296857"/>
                      <a:pt x="2720181" y="296857"/>
                      <a:pt x="2838450" y="296857"/>
                    </a:cubicBezTo>
                    <a:lnTo>
                      <a:pt x="2838450" y="503183"/>
                    </a:lnTo>
                    <a:cubicBezTo>
                      <a:pt x="2720181" y="503183"/>
                      <a:pt x="2601912" y="503183"/>
                      <a:pt x="2483644" y="503183"/>
                    </a:cubicBezTo>
                    <a:cubicBezTo>
                      <a:pt x="2247106" y="503183"/>
                      <a:pt x="2010569" y="1135980"/>
                      <a:pt x="1774031" y="1138777"/>
                    </a:cubicBezTo>
                    <a:cubicBezTo>
                      <a:pt x="1537494" y="1141574"/>
                      <a:pt x="1300956" y="1143000"/>
                      <a:pt x="1064419" y="1143000"/>
                    </a:cubicBezTo>
                    <a:cubicBezTo>
                      <a:pt x="827881" y="1143000"/>
                      <a:pt x="591344" y="1142325"/>
                      <a:pt x="354806" y="1142325"/>
                    </a:cubicBezTo>
                    <a:cubicBezTo>
                      <a:pt x="236538" y="1142325"/>
                      <a:pt x="118269" y="1142325"/>
                      <a:pt x="0" y="1142325"/>
                    </a:cubicBezTo>
                    <a:close/>
                  </a:path>
                </a:pathLst>
              </a:custGeom>
              <a:solidFill>
                <a:srgbClr val="0072B2">
                  <a:alpha val="2222"/>
                </a:srgbClr>
              </a:solidFill>
              <a:ln w="0">
                <a:noFill/>
              </a:ln>
            </p:spPr>
          </p:sp>
          <p:sp>
            <p:nvSpPr>
              <p:cNvPr id="2677" name="smooth-map-feature-1-shade-5">
                <a:extLst>
                  <a:ext uri="{FF2B5EF4-FFF2-40B4-BE49-F238E27FC236}">
                    <ns2:creationId id="{3A9756C4-0857-4B35-963D-5A447E52634D}"/>
                  </a:ext>
                </a:extLst>
              </p:cNvPr>
              <p:cNvSpPr>
                <a:spLocks noGrp="1"/>
              </p:cNvSpPr>
              <p:nvPr/>
            </p:nvSpPr>
            <p:spPr>
              <a:xfrm>
                <a:off x="21240750" y="6019800"/>
                <a:ext cx="2838450" cy="1143000"/>
              </a:xfrm>
              <a:custGeom>
                <a:pathLst>
                  <a:path w="2838450" h="1143000">
                    <a:moveTo>
                      <a:pt x="0" y="956655"/>
                    </a:moveTo>
                    <a:cubicBezTo>
                      <a:pt x="118269" y="956655"/>
                      <a:pt x="236538" y="956655"/>
                      <a:pt x="354806" y="956655"/>
                    </a:cubicBezTo>
                    <a:cubicBezTo>
                      <a:pt x="591344" y="956655"/>
                      <a:pt x="827881" y="943878"/>
                      <a:pt x="1064419" y="943878"/>
                    </a:cubicBezTo>
                    <a:cubicBezTo>
                      <a:pt x="1300956" y="943878"/>
                      <a:pt x="1537494" y="958303"/>
                      <a:pt x="1774031" y="958303"/>
                    </a:cubicBezTo>
                    <a:cubicBezTo>
                      <a:pt x="2010569" y="958303"/>
                      <a:pt x="2247106" y="301472"/>
                      <a:pt x="2483644" y="301472"/>
                    </a:cubicBezTo>
                    <a:cubicBezTo>
                      <a:pt x="2601912" y="301472"/>
                      <a:pt x="2720181" y="301472"/>
                      <a:pt x="2838450" y="301472"/>
                    </a:cubicBezTo>
                    <a:lnTo>
                      <a:pt x="2838450" y="498568"/>
                    </a:lnTo>
                    <a:cubicBezTo>
                      <a:pt x="2720181" y="498568"/>
                      <a:pt x="2601912" y="498568"/>
                      <a:pt x="2483644" y="498568"/>
                    </a:cubicBezTo>
                    <a:cubicBezTo>
                      <a:pt x="2247106" y="498568"/>
                      <a:pt x="2010569" y="1129152"/>
                      <a:pt x="1774031" y="1134648"/>
                    </a:cubicBezTo>
                    <a:cubicBezTo>
                      <a:pt x="1537494" y="1140144"/>
                      <a:pt x="1300956" y="1143000"/>
                      <a:pt x="1064419" y="1143000"/>
                    </a:cubicBezTo>
                    <a:cubicBezTo>
                      <a:pt x="827881" y="1143000"/>
                      <a:pt x="591344" y="1138077"/>
                      <a:pt x="354806" y="1138077"/>
                    </a:cubicBezTo>
                    <a:cubicBezTo>
                      <a:pt x="236538" y="1138077"/>
                      <a:pt x="118269" y="1138077"/>
                      <a:pt x="0" y="1138077"/>
                    </a:cubicBezTo>
                    <a:close/>
                  </a:path>
                </a:pathLst>
              </a:custGeom>
              <a:solidFill>
                <a:srgbClr val="0072B2">
                  <a:alpha val="2273"/>
                </a:srgbClr>
              </a:solidFill>
              <a:ln w="0">
                <a:noFill/>
              </a:ln>
            </p:spPr>
          </p:sp>
          <p:sp>
            <p:nvSpPr>
              <p:cNvPr id="2678" name="smooth-map-feature-1-shade-6">
                <a:extLst>
                  <a:ext uri="{FF2B5EF4-FFF2-40B4-BE49-F238E27FC236}">
                    <ns2:creationId id="{9FD7B907-E70D-4CE3-B17B-C5B83A7E325B}"/>
                  </a:ext>
                </a:extLst>
              </p:cNvPr>
              <p:cNvSpPr>
                <a:spLocks noGrp="1"/>
              </p:cNvSpPr>
              <p:nvPr/>
            </p:nvSpPr>
            <p:spPr>
              <a:xfrm>
                <a:off x="21240750" y="6019800"/>
                <a:ext cx="2838450" cy="1143000"/>
              </a:xfrm>
              <a:custGeom>
                <a:pathLst>
                  <a:path w="2838450" h="1143000">
                    <a:moveTo>
                      <a:pt x="0" y="960309"/>
                    </a:moveTo>
                    <a:cubicBezTo>
                      <a:pt x="118269" y="960309"/>
                      <a:pt x="236538" y="960309"/>
                      <a:pt x="354806" y="960309"/>
                    </a:cubicBezTo>
                    <a:cubicBezTo>
                      <a:pt x="591344" y="960309"/>
                      <a:pt x="827881" y="948700"/>
                      <a:pt x="1064419" y="948700"/>
                    </a:cubicBezTo>
                    <a:cubicBezTo>
                      <a:pt x="1300956" y="948700"/>
                      <a:pt x="1537494" y="961855"/>
                      <a:pt x="1774031" y="961855"/>
                    </a:cubicBezTo>
                    <a:cubicBezTo>
                      <a:pt x="2010569" y="961855"/>
                      <a:pt x="2247106" y="305442"/>
                      <a:pt x="2483644" y="305442"/>
                    </a:cubicBezTo>
                    <a:cubicBezTo>
                      <a:pt x="2601912" y="305442"/>
                      <a:pt x="2720181" y="305442"/>
                      <a:pt x="2838450" y="305442"/>
                    </a:cubicBezTo>
                    <a:lnTo>
                      <a:pt x="2838450" y="494598"/>
                    </a:lnTo>
                    <a:cubicBezTo>
                      <a:pt x="2720181" y="494598"/>
                      <a:pt x="2601912" y="494598"/>
                      <a:pt x="2483644" y="494598"/>
                    </a:cubicBezTo>
                    <a:cubicBezTo>
                      <a:pt x="2247106" y="494598"/>
                      <a:pt x="2010569" y="1123306"/>
                      <a:pt x="1774031" y="1131096"/>
                    </a:cubicBezTo>
                    <a:cubicBezTo>
                      <a:pt x="1537494" y="1138886"/>
                      <a:pt x="1300956" y="1143000"/>
                      <a:pt x="1064419" y="1143000"/>
                    </a:cubicBezTo>
                    <a:cubicBezTo>
                      <a:pt x="827881" y="1143000"/>
                      <a:pt x="591344" y="1134422"/>
                      <a:pt x="354806" y="1134422"/>
                    </a:cubicBezTo>
                    <a:cubicBezTo>
                      <a:pt x="236538" y="1134422"/>
                      <a:pt x="118269" y="1134422"/>
                      <a:pt x="0" y="1134422"/>
                    </a:cubicBezTo>
                    <a:close/>
                  </a:path>
                </a:pathLst>
              </a:custGeom>
              <a:solidFill>
                <a:srgbClr val="0072B2">
                  <a:alpha val="2326"/>
                </a:srgbClr>
              </a:solidFill>
              <a:ln w="0">
                <a:noFill/>
              </a:ln>
            </p:spPr>
          </p:sp>
          <p:sp>
            <p:nvSpPr>
              <p:cNvPr id="2679" name="smooth-map-feature-1-shade-7">
                <a:extLst>
                  <a:ext uri="{FF2B5EF4-FFF2-40B4-BE49-F238E27FC236}">
                    <ns2:creationId id="{9A00F8DD-DB6E-4D23-AA15-54AD68E3FD4B}"/>
                  </a:ext>
                </a:extLst>
              </p:cNvPr>
              <p:cNvSpPr>
                <a:spLocks noGrp="1"/>
              </p:cNvSpPr>
              <p:nvPr/>
            </p:nvSpPr>
            <p:spPr>
              <a:xfrm>
                <a:off x="21240750" y="6019800"/>
                <a:ext cx="2838450" cy="1143000"/>
              </a:xfrm>
              <a:custGeom>
                <a:pathLst>
                  <a:path w="2838450" h="1143000">
                    <a:moveTo>
                      <a:pt x="0" y="963542"/>
                    </a:moveTo>
                    <a:cubicBezTo>
                      <a:pt x="118269" y="963542"/>
                      <a:pt x="236538" y="963542"/>
                      <a:pt x="354806" y="963542"/>
                    </a:cubicBezTo>
                    <a:cubicBezTo>
                      <a:pt x="591344" y="963542"/>
                      <a:pt x="827881" y="952966"/>
                      <a:pt x="1064419" y="952966"/>
                    </a:cubicBezTo>
                    <a:cubicBezTo>
                      <a:pt x="1300956" y="952966"/>
                      <a:pt x="1537494" y="964997"/>
                      <a:pt x="1774031" y="964997"/>
                    </a:cubicBezTo>
                    <a:cubicBezTo>
                      <a:pt x="2010569" y="964997"/>
                      <a:pt x="2247106" y="308954"/>
                      <a:pt x="2483644" y="308954"/>
                    </a:cubicBezTo>
                    <a:cubicBezTo>
                      <a:pt x="2601912" y="308954"/>
                      <a:pt x="2720181" y="308954"/>
                      <a:pt x="2838450" y="308954"/>
                    </a:cubicBezTo>
                    <a:lnTo>
                      <a:pt x="2838450" y="491086"/>
                    </a:lnTo>
                    <a:cubicBezTo>
                      <a:pt x="2720181" y="491086"/>
                      <a:pt x="2601912" y="491086"/>
                      <a:pt x="2483644" y="491086"/>
                    </a:cubicBezTo>
                    <a:cubicBezTo>
                      <a:pt x="2247106" y="491086"/>
                      <a:pt x="2010569" y="1118155"/>
                      <a:pt x="1774031" y="1127954"/>
                    </a:cubicBezTo>
                    <a:cubicBezTo>
                      <a:pt x="1537494" y="1137753"/>
                      <a:pt x="1300956" y="1143000"/>
                      <a:pt x="1064419" y="1143000"/>
                    </a:cubicBezTo>
                    <a:cubicBezTo>
                      <a:pt x="827881" y="1143000"/>
                      <a:pt x="591344" y="1131190"/>
                      <a:pt x="354806" y="1131190"/>
                    </a:cubicBezTo>
                    <a:cubicBezTo>
                      <a:pt x="236538" y="1131190"/>
                      <a:pt x="118269" y="1131190"/>
                      <a:pt x="0" y="1131190"/>
                    </a:cubicBezTo>
                    <a:close/>
                  </a:path>
                </a:pathLst>
              </a:custGeom>
              <a:solidFill>
                <a:srgbClr val="0072B2">
                  <a:alpha val="2381"/>
                </a:srgbClr>
              </a:solidFill>
              <a:ln w="0">
                <a:noFill/>
              </a:ln>
            </p:spPr>
          </p:sp>
          <p:sp>
            <p:nvSpPr>
              <p:cNvPr id="2680" name="smooth-map-feature-1-shade-8">
                <a:extLst>
                  <a:ext uri="{FF2B5EF4-FFF2-40B4-BE49-F238E27FC236}">
                    <ns2:creationId id="{5D48EBB3-B4B2-4E18-A6F8-90EF5224AED6}"/>
                  </a:ext>
                </a:extLst>
              </p:cNvPr>
              <p:cNvSpPr>
                <a:spLocks noGrp="1"/>
              </p:cNvSpPr>
              <p:nvPr/>
            </p:nvSpPr>
            <p:spPr>
              <a:xfrm>
                <a:off x="21240750" y="6019800"/>
                <a:ext cx="2838450" cy="1143000"/>
              </a:xfrm>
              <a:custGeom>
                <a:pathLst>
                  <a:path w="2838450" h="1143000">
                    <a:moveTo>
                      <a:pt x="0" y="966458"/>
                    </a:moveTo>
                    <a:cubicBezTo>
                      <a:pt x="118269" y="966458"/>
                      <a:pt x="236538" y="966458"/>
                      <a:pt x="354806" y="966458"/>
                    </a:cubicBezTo>
                    <a:cubicBezTo>
                      <a:pt x="591344" y="966458"/>
                      <a:pt x="827881" y="956815"/>
                      <a:pt x="1064419" y="956815"/>
                    </a:cubicBezTo>
                    <a:cubicBezTo>
                      <a:pt x="1300956" y="956815"/>
                      <a:pt x="1537494" y="967832"/>
                      <a:pt x="1774031" y="967832"/>
                    </a:cubicBezTo>
                    <a:cubicBezTo>
                      <a:pt x="2010569" y="967832"/>
                      <a:pt x="2247106" y="312123"/>
                      <a:pt x="2483644" y="312123"/>
                    </a:cubicBezTo>
                    <a:cubicBezTo>
                      <a:pt x="2601912" y="312123"/>
                      <a:pt x="2720181" y="312123"/>
                      <a:pt x="2838450" y="312123"/>
                    </a:cubicBezTo>
                    <a:lnTo>
                      <a:pt x="2838450" y="487918"/>
                    </a:lnTo>
                    <a:cubicBezTo>
                      <a:pt x="2720181" y="487918"/>
                      <a:pt x="2601912" y="487918"/>
                      <a:pt x="2483644" y="487918"/>
                    </a:cubicBezTo>
                    <a:cubicBezTo>
                      <a:pt x="2247106" y="487918"/>
                      <a:pt x="2010569" y="1113524"/>
                      <a:pt x="1774031" y="1125119"/>
                    </a:cubicBezTo>
                    <a:cubicBezTo>
                      <a:pt x="1537494" y="1136714"/>
                      <a:pt x="1300956" y="1143000"/>
                      <a:pt x="1064419" y="1143000"/>
                    </a:cubicBezTo>
                    <a:cubicBezTo>
                      <a:pt x="827881" y="1143000"/>
                      <a:pt x="591344" y="1128273"/>
                      <a:pt x="354806" y="1128273"/>
                    </a:cubicBezTo>
                    <a:cubicBezTo>
                      <a:pt x="236538" y="1128273"/>
                      <a:pt x="118269" y="1128273"/>
                      <a:pt x="0" y="1128273"/>
                    </a:cubicBezTo>
                    <a:close/>
                  </a:path>
                </a:pathLst>
              </a:custGeom>
              <a:solidFill>
                <a:srgbClr val="0072B2">
                  <a:alpha val="2439"/>
                </a:srgbClr>
              </a:solidFill>
              <a:ln w="0">
                <a:noFill/>
              </a:ln>
            </p:spPr>
          </p:sp>
          <p:sp>
            <p:nvSpPr>
              <p:cNvPr id="2681" name="smooth-map-feature-1-shade-9">
                <a:extLst>
                  <a:ext uri="{FF2B5EF4-FFF2-40B4-BE49-F238E27FC236}">
                    <ns2:creationId id="{3AB36A71-8307-49FC-B92C-0ADA3FE25097}"/>
                  </a:ext>
                </a:extLst>
              </p:cNvPr>
              <p:cNvSpPr>
                <a:spLocks noGrp="1"/>
              </p:cNvSpPr>
              <p:nvPr/>
            </p:nvSpPr>
            <p:spPr>
              <a:xfrm>
                <a:off x="21240750" y="6019800"/>
                <a:ext cx="2838450" cy="1143000"/>
              </a:xfrm>
              <a:custGeom>
                <a:pathLst>
                  <a:path w="2838450" h="1143000">
                    <a:moveTo>
                      <a:pt x="0" y="969130"/>
                    </a:moveTo>
                    <a:cubicBezTo>
                      <a:pt x="118269" y="969130"/>
                      <a:pt x="236538" y="969130"/>
                      <a:pt x="354806" y="969130"/>
                    </a:cubicBezTo>
                    <a:cubicBezTo>
                      <a:pt x="591344" y="969130"/>
                      <a:pt x="827881" y="960341"/>
                      <a:pt x="1064419" y="960341"/>
                    </a:cubicBezTo>
                    <a:cubicBezTo>
                      <a:pt x="1300956" y="960341"/>
                      <a:pt x="1537494" y="970429"/>
                      <a:pt x="1774031" y="970429"/>
                    </a:cubicBezTo>
                    <a:cubicBezTo>
                      <a:pt x="2010569" y="970429"/>
                      <a:pt x="2247106" y="315025"/>
                      <a:pt x="2483644" y="315025"/>
                    </a:cubicBezTo>
                    <a:cubicBezTo>
                      <a:pt x="2601912" y="315025"/>
                      <a:pt x="2720181" y="315025"/>
                      <a:pt x="2838450" y="315025"/>
                    </a:cubicBezTo>
                    <a:lnTo>
                      <a:pt x="2838450" y="485015"/>
                    </a:lnTo>
                    <a:cubicBezTo>
                      <a:pt x="2720181" y="485015"/>
                      <a:pt x="2601912" y="485015"/>
                      <a:pt x="2483644" y="485015"/>
                    </a:cubicBezTo>
                    <a:cubicBezTo>
                      <a:pt x="2247106" y="485015"/>
                      <a:pt x="2010569" y="1109295"/>
                      <a:pt x="1774031" y="1122522"/>
                    </a:cubicBezTo>
                    <a:cubicBezTo>
                      <a:pt x="1537494" y="1135749"/>
                      <a:pt x="1300956" y="1143000"/>
                      <a:pt x="1064419" y="1143000"/>
                    </a:cubicBezTo>
                    <a:cubicBezTo>
                      <a:pt x="827881" y="1143000"/>
                      <a:pt x="591344" y="1125602"/>
                      <a:pt x="354806" y="1125602"/>
                    </a:cubicBezTo>
                    <a:cubicBezTo>
                      <a:pt x="236538" y="1125602"/>
                      <a:pt x="118269" y="1125602"/>
                      <a:pt x="0" y="1125602"/>
                    </a:cubicBezTo>
                    <a:close/>
                  </a:path>
                </a:pathLst>
              </a:custGeom>
              <a:solidFill>
                <a:srgbClr val="0072B2">
                  <a:alpha val="2500"/>
                </a:srgbClr>
              </a:solidFill>
              <a:ln w="0">
                <a:noFill/>
              </a:ln>
            </p:spPr>
          </p:sp>
          <p:sp>
            <p:nvSpPr>
              <p:cNvPr id="2682" name="smooth-map-feature-1-shade-10">
                <a:extLst>
                  <a:ext uri="{FF2B5EF4-FFF2-40B4-BE49-F238E27FC236}">
                    <ns2:creationId id="{EB3BBB79-23CA-4D7A-B530-C7F8B1C6ECFF}"/>
                  </a:ext>
                </a:extLst>
              </p:cNvPr>
              <p:cNvSpPr>
                <a:spLocks noGrp="1"/>
              </p:cNvSpPr>
              <p:nvPr/>
            </p:nvSpPr>
            <p:spPr>
              <a:xfrm>
                <a:off x="21240750" y="6019800"/>
                <a:ext cx="2838450" cy="1143000"/>
              </a:xfrm>
              <a:custGeom>
                <a:pathLst>
                  <a:path w="2838450" h="1143000">
                    <a:moveTo>
                      <a:pt x="0" y="971606"/>
                    </a:moveTo>
                    <a:cubicBezTo>
                      <a:pt x="118269" y="971606"/>
                      <a:pt x="236538" y="971606"/>
                      <a:pt x="354806" y="971606"/>
                    </a:cubicBezTo>
                    <a:cubicBezTo>
                      <a:pt x="591344" y="971606"/>
                      <a:pt x="827881" y="963608"/>
                      <a:pt x="1064419" y="963608"/>
                    </a:cubicBezTo>
                    <a:cubicBezTo>
                      <a:pt x="1300956" y="963608"/>
                      <a:pt x="1537494" y="972835"/>
                      <a:pt x="1774031" y="972835"/>
                    </a:cubicBezTo>
                    <a:cubicBezTo>
                      <a:pt x="2010569" y="972835"/>
                      <a:pt x="2247106" y="317714"/>
                      <a:pt x="2483644" y="317714"/>
                    </a:cubicBezTo>
                    <a:cubicBezTo>
                      <a:pt x="2601912" y="317714"/>
                      <a:pt x="2720181" y="317714"/>
                      <a:pt x="2838450" y="317714"/>
                    </a:cubicBezTo>
                    <a:lnTo>
                      <a:pt x="2838450" y="482326"/>
                    </a:lnTo>
                    <a:cubicBezTo>
                      <a:pt x="2720181" y="482326"/>
                      <a:pt x="2601912" y="482326"/>
                      <a:pt x="2483644" y="482326"/>
                    </a:cubicBezTo>
                    <a:cubicBezTo>
                      <a:pt x="2247106" y="482326"/>
                      <a:pt x="2010569" y="1105388"/>
                      <a:pt x="1774031" y="1120116"/>
                    </a:cubicBezTo>
                    <a:cubicBezTo>
                      <a:pt x="1537494" y="1134843"/>
                      <a:pt x="1300956" y="1143000"/>
                      <a:pt x="1064419" y="1143000"/>
                    </a:cubicBezTo>
                    <a:cubicBezTo>
                      <a:pt x="827881" y="1143000"/>
                      <a:pt x="591344" y="1123126"/>
                      <a:pt x="354806" y="1123126"/>
                    </a:cubicBezTo>
                    <a:cubicBezTo>
                      <a:pt x="236538" y="1123126"/>
                      <a:pt x="118269" y="1123126"/>
                      <a:pt x="0" y="1123126"/>
                    </a:cubicBezTo>
                    <a:close/>
                  </a:path>
                </a:pathLst>
              </a:custGeom>
              <a:solidFill>
                <a:srgbClr val="0072B2">
                  <a:alpha val="2564"/>
                </a:srgbClr>
              </a:solidFill>
              <a:ln w="0">
                <a:noFill/>
              </a:ln>
            </p:spPr>
          </p:sp>
          <p:sp>
            <p:nvSpPr>
              <p:cNvPr id="2683" name="smooth-map-feature-1-shade-11">
                <a:extLst>
                  <a:ext uri="{FF2B5EF4-FFF2-40B4-BE49-F238E27FC236}">
                    <ns2:creationId id="{D3FE61F8-A5F9-4628-A7AC-2D8D0343EE9B}"/>
                  </a:ext>
                </a:extLst>
              </p:cNvPr>
              <p:cNvSpPr>
                <a:spLocks noGrp="1"/>
              </p:cNvSpPr>
              <p:nvPr/>
            </p:nvSpPr>
            <p:spPr>
              <a:xfrm>
                <a:off x="21240750" y="6019800"/>
                <a:ext cx="2838450" cy="1143000"/>
              </a:xfrm>
              <a:custGeom>
                <a:pathLst>
                  <a:path w="2838450" h="1143000">
                    <a:moveTo>
                      <a:pt x="0" y="973922"/>
                    </a:moveTo>
                    <a:cubicBezTo>
                      <a:pt x="118269" y="973922"/>
                      <a:pt x="236538" y="973922"/>
                      <a:pt x="354806" y="973922"/>
                    </a:cubicBezTo>
                    <a:cubicBezTo>
                      <a:pt x="591344" y="973922"/>
                      <a:pt x="827881" y="966665"/>
                      <a:pt x="1064419" y="966665"/>
                    </a:cubicBezTo>
                    <a:cubicBezTo>
                      <a:pt x="1300956" y="966665"/>
                      <a:pt x="1537494" y="975087"/>
                      <a:pt x="1774031" y="975087"/>
                    </a:cubicBezTo>
                    <a:cubicBezTo>
                      <a:pt x="2010569" y="975087"/>
                      <a:pt x="2247106" y="320231"/>
                      <a:pt x="2483644" y="320231"/>
                    </a:cubicBezTo>
                    <a:cubicBezTo>
                      <a:pt x="2601912" y="320231"/>
                      <a:pt x="2720181" y="320231"/>
                      <a:pt x="2838450" y="320231"/>
                    </a:cubicBezTo>
                    <a:lnTo>
                      <a:pt x="2838450" y="479809"/>
                    </a:lnTo>
                    <a:cubicBezTo>
                      <a:pt x="2720181" y="479809"/>
                      <a:pt x="2601912" y="479809"/>
                      <a:pt x="2483644" y="479809"/>
                    </a:cubicBezTo>
                    <a:cubicBezTo>
                      <a:pt x="2247106" y="479809"/>
                      <a:pt x="2010569" y="1101742"/>
                      <a:pt x="1774031" y="1117864"/>
                    </a:cubicBezTo>
                    <a:cubicBezTo>
                      <a:pt x="1537494" y="1133986"/>
                      <a:pt x="1300956" y="1143000"/>
                      <a:pt x="1064419" y="1143000"/>
                    </a:cubicBezTo>
                    <a:cubicBezTo>
                      <a:pt x="827881" y="1143000"/>
                      <a:pt x="591344" y="1120810"/>
                      <a:pt x="354806" y="1120810"/>
                    </a:cubicBezTo>
                    <a:cubicBezTo>
                      <a:pt x="236538" y="1120810"/>
                      <a:pt x="118269" y="1120810"/>
                      <a:pt x="0" y="1120810"/>
                    </a:cubicBezTo>
                    <a:close/>
                  </a:path>
                </a:pathLst>
              </a:custGeom>
              <a:solidFill>
                <a:srgbClr val="0072B2">
                  <a:alpha val="2632"/>
                </a:srgbClr>
              </a:solidFill>
              <a:ln w="0">
                <a:noFill/>
              </a:ln>
            </p:spPr>
          </p:sp>
          <p:sp>
            <p:nvSpPr>
              <p:cNvPr id="2684" name="smooth-map-feature-1-shade-12">
                <a:extLst>
                  <a:ext uri="{FF2B5EF4-FFF2-40B4-BE49-F238E27FC236}">
                    <ns2:creationId id="{2D524C05-728C-451F-A5DC-8365BD65827B}"/>
                  </a:ext>
                </a:extLst>
              </p:cNvPr>
              <p:cNvSpPr>
                <a:spLocks noGrp="1"/>
              </p:cNvSpPr>
              <p:nvPr/>
            </p:nvSpPr>
            <p:spPr>
              <a:xfrm>
                <a:off x="21240750" y="6019800"/>
                <a:ext cx="2838450" cy="1143000"/>
              </a:xfrm>
              <a:custGeom>
                <a:pathLst>
                  <a:path w="2838450" h="1143000">
                    <a:moveTo>
                      <a:pt x="0" y="976106"/>
                    </a:moveTo>
                    <a:cubicBezTo>
                      <a:pt x="118269" y="976106"/>
                      <a:pt x="236538" y="976106"/>
                      <a:pt x="354806" y="976106"/>
                    </a:cubicBezTo>
                    <a:cubicBezTo>
                      <a:pt x="591344" y="976106"/>
                      <a:pt x="827881" y="969547"/>
                      <a:pt x="1064419" y="969547"/>
                    </a:cubicBezTo>
                    <a:cubicBezTo>
                      <a:pt x="1300956" y="969547"/>
                      <a:pt x="1537494" y="977210"/>
                      <a:pt x="1774031" y="977210"/>
                    </a:cubicBezTo>
                    <a:cubicBezTo>
                      <a:pt x="2010569" y="977210"/>
                      <a:pt x="2247106" y="322603"/>
                      <a:pt x="2483644" y="322603"/>
                    </a:cubicBezTo>
                    <a:cubicBezTo>
                      <a:pt x="2601912" y="322603"/>
                      <a:pt x="2720181" y="322603"/>
                      <a:pt x="2838450" y="322603"/>
                    </a:cubicBezTo>
                    <a:lnTo>
                      <a:pt x="2838450" y="477437"/>
                    </a:lnTo>
                    <a:cubicBezTo>
                      <a:pt x="2720181" y="477437"/>
                      <a:pt x="2601912" y="477437"/>
                      <a:pt x="2483644" y="477437"/>
                    </a:cubicBezTo>
                    <a:cubicBezTo>
                      <a:pt x="2247106" y="477437"/>
                      <a:pt x="2010569" y="1098314"/>
                      <a:pt x="1774031" y="1115742"/>
                    </a:cubicBezTo>
                    <a:cubicBezTo>
                      <a:pt x="1537494" y="1133170"/>
                      <a:pt x="1300956" y="1143000"/>
                      <a:pt x="1064419" y="1143000"/>
                    </a:cubicBezTo>
                    <a:cubicBezTo>
                      <a:pt x="827881" y="1143000"/>
                      <a:pt x="591344" y="1118626"/>
                      <a:pt x="354806" y="1118626"/>
                    </a:cubicBezTo>
                    <a:cubicBezTo>
                      <a:pt x="236538" y="1118626"/>
                      <a:pt x="118269" y="1118626"/>
                      <a:pt x="0" y="1118626"/>
                    </a:cubicBezTo>
                    <a:close/>
                  </a:path>
                </a:pathLst>
              </a:custGeom>
              <a:solidFill>
                <a:srgbClr val="0072B2">
                  <a:alpha val="2703"/>
                </a:srgbClr>
              </a:solidFill>
              <a:ln w="0">
                <a:noFill/>
              </a:ln>
            </p:spPr>
          </p:sp>
          <p:sp>
            <p:nvSpPr>
              <p:cNvPr id="2685" name="smooth-map-feature-1-shade-13">
                <a:extLst>
                  <a:ext uri="{FF2B5EF4-FFF2-40B4-BE49-F238E27FC236}">
                    <ns2:creationId id="{B3104D71-F76D-40C3-A482-89713211ECC3}"/>
                  </a:ext>
                </a:extLst>
              </p:cNvPr>
              <p:cNvSpPr>
                <a:spLocks noGrp="1"/>
              </p:cNvSpPr>
              <p:nvPr/>
            </p:nvSpPr>
            <p:spPr>
              <a:xfrm>
                <a:off x="21240750" y="6019800"/>
                <a:ext cx="2838450" cy="1143000"/>
              </a:xfrm>
              <a:custGeom>
                <a:pathLst>
                  <a:path w="2838450" h="1143000">
                    <a:moveTo>
                      <a:pt x="0" y="978178"/>
                    </a:moveTo>
                    <a:cubicBezTo>
                      <a:pt x="118269" y="978178"/>
                      <a:pt x="236538" y="978178"/>
                      <a:pt x="354806" y="978178"/>
                    </a:cubicBezTo>
                    <a:cubicBezTo>
                      <a:pt x="591344" y="978178"/>
                      <a:pt x="827881" y="972282"/>
                      <a:pt x="1064419" y="972282"/>
                    </a:cubicBezTo>
                    <a:cubicBezTo>
                      <a:pt x="1300956" y="972282"/>
                      <a:pt x="1537494" y="979224"/>
                      <a:pt x="1774031" y="979224"/>
                    </a:cubicBezTo>
                    <a:cubicBezTo>
                      <a:pt x="2010569" y="979224"/>
                      <a:pt x="2247106" y="324855"/>
                      <a:pt x="2483644" y="324855"/>
                    </a:cubicBezTo>
                    <a:cubicBezTo>
                      <a:pt x="2601912" y="324855"/>
                      <a:pt x="2720181" y="324855"/>
                      <a:pt x="2838450" y="324855"/>
                    </a:cubicBezTo>
                    <a:lnTo>
                      <a:pt x="2838450" y="475185"/>
                    </a:lnTo>
                    <a:cubicBezTo>
                      <a:pt x="2720181" y="475185"/>
                      <a:pt x="2601912" y="475185"/>
                      <a:pt x="2483644" y="475185"/>
                    </a:cubicBezTo>
                    <a:cubicBezTo>
                      <a:pt x="2247106" y="475185"/>
                      <a:pt x="2010569" y="1095067"/>
                      <a:pt x="1774031" y="1113727"/>
                    </a:cubicBezTo>
                    <a:cubicBezTo>
                      <a:pt x="1537494" y="1132387"/>
                      <a:pt x="1300956" y="1143000"/>
                      <a:pt x="1064419" y="1143000"/>
                    </a:cubicBezTo>
                    <a:cubicBezTo>
                      <a:pt x="827881" y="1143000"/>
                      <a:pt x="591344" y="1116553"/>
                      <a:pt x="354806" y="1116553"/>
                    </a:cubicBezTo>
                    <a:cubicBezTo>
                      <a:pt x="236538" y="1116553"/>
                      <a:pt x="118269" y="1116553"/>
                      <a:pt x="0" y="1116553"/>
                    </a:cubicBezTo>
                    <a:close/>
                  </a:path>
                </a:pathLst>
              </a:custGeom>
              <a:solidFill>
                <a:srgbClr val="0072B2">
                  <a:alpha val="2778"/>
                </a:srgbClr>
              </a:solidFill>
              <a:ln w="0">
                <a:noFill/>
              </a:ln>
            </p:spPr>
          </p:sp>
          <p:sp>
            <p:nvSpPr>
              <p:cNvPr id="2686" name="smooth-map-feature-1-shade-14">
                <a:extLst>
                  <a:ext uri="{FF2B5EF4-FFF2-40B4-BE49-F238E27FC236}">
                    <ns2:creationId id="{9C0D924B-D096-48DA-9569-1A0E69C5B101}"/>
                  </a:ext>
                </a:extLst>
              </p:cNvPr>
              <p:cNvSpPr>
                <a:spLocks noGrp="1"/>
              </p:cNvSpPr>
              <p:nvPr/>
            </p:nvSpPr>
            <p:spPr>
              <a:xfrm>
                <a:off x="21240750" y="6019800"/>
                <a:ext cx="2838450" cy="1143000"/>
              </a:xfrm>
              <a:custGeom>
                <a:pathLst>
                  <a:path w="2838450" h="1143000">
                    <a:moveTo>
                      <a:pt x="0" y="980157"/>
                    </a:moveTo>
                    <a:cubicBezTo>
                      <a:pt x="118269" y="980157"/>
                      <a:pt x="236538" y="980157"/>
                      <a:pt x="354806" y="980157"/>
                    </a:cubicBezTo>
                    <a:cubicBezTo>
                      <a:pt x="591344" y="980157"/>
                      <a:pt x="827881" y="974893"/>
                      <a:pt x="1064419" y="974893"/>
                    </a:cubicBezTo>
                    <a:cubicBezTo>
                      <a:pt x="1300956" y="974893"/>
                      <a:pt x="1537494" y="981147"/>
                      <a:pt x="1774031" y="981147"/>
                    </a:cubicBezTo>
                    <a:cubicBezTo>
                      <a:pt x="2010569" y="981147"/>
                      <a:pt x="2247106" y="327005"/>
                      <a:pt x="2483644" y="327005"/>
                    </a:cubicBezTo>
                    <a:cubicBezTo>
                      <a:pt x="2601912" y="327005"/>
                      <a:pt x="2720181" y="327005"/>
                      <a:pt x="2838450" y="327005"/>
                    </a:cubicBezTo>
                    <a:lnTo>
                      <a:pt x="2838450" y="473035"/>
                    </a:lnTo>
                    <a:cubicBezTo>
                      <a:pt x="2720181" y="473035"/>
                      <a:pt x="2601912" y="473035"/>
                      <a:pt x="2483644" y="473035"/>
                    </a:cubicBezTo>
                    <a:cubicBezTo>
                      <a:pt x="2247106" y="473035"/>
                      <a:pt x="2010569" y="1091974"/>
                      <a:pt x="1774031" y="1111804"/>
                    </a:cubicBezTo>
                    <a:cubicBezTo>
                      <a:pt x="1537494" y="1131633"/>
                      <a:pt x="1300956" y="1143000"/>
                      <a:pt x="1064419" y="1143000"/>
                    </a:cubicBezTo>
                    <a:cubicBezTo>
                      <a:pt x="827881" y="1143000"/>
                      <a:pt x="591344" y="1114575"/>
                      <a:pt x="354806" y="1114575"/>
                    </a:cubicBezTo>
                    <a:cubicBezTo>
                      <a:pt x="236538" y="1114575"/>
                      <a:pt x="118269" y="1114575"/>
                      <a:pt x="0" y="1114575"/>
                    </a:cubicBezTo>
                    <a:close/>
                  </a:path>
                </a:pathLst>
              </a:custGeom>
              <a:solidFill>
                <a:srgbClr val="0072B2">
                  <a:alpha val="2857"/>
                </a:srgbClr>
              </a:solidFill>
              <a:ln w="0">
                <a:noFill/>
              </a:ln>
            </p:spPr>
          </p:sp>
          <p:sp>
            <p:nvSpPr>
              <p:cNvPr id="2687" name="smooth-map-feature-1-shade-15">
                <a:extLst>
                  <a:ext uri="{FF2B5EF4-FFF2-40B4-BE49-F238E27FC236}">
                    <ns2:creationId id="{BF5B4E57-8536-47BB-B0FF-44611BF7173D}"/>
                  </a:ext>
                </a:extLst>
              </p:cNvPr>
              <p:cNvSpPr>
                <a:spLocks noGrp="1"/>
              </p:cNvSpPr>
              <p:nvPr/>
            </p:nvSpPr>
            <p:spPr>
              <a:xfrm>
                <a:off x="21240750" y="6019800"/>
                <a:ext cx="2838450" cy="1143000"/>
              </a:xfrm>
              <a:custGeom>
                <a:pathLst>
                  <a:path w="2838450" h="1143000">
                    <a:moveTo>
                      <a:pt x="0" y="982055"/>
                    </a:moveTo>
                    <a:cubicBezTo>
                      <a:pt x="118269" y="982055"/>
                      <a:pt x="236538" y="982055"/>
                      <a:pt x="354806" y="982055"/>
                    </a:cubicBezTo>
                    <a:cubicBezTo>
                      <a:pt x="591344" y="982055"/>
                      <a:pt x="827881" y="977398"/>
                      <a:pt x="1064419" y="977398"/>
                    </a:cubicBezTo>
                    <a:cubicBezTo>
                      <a:pt x="1300956" y="977398"/>
                      <a:pt x="1537494" y="982992"/>
                      <a:pt x="1774031" y="982992"/>
                    </a:cubicBezTo>
                    <a:cubicBezTo>
                      <a:pt x="2010569" y="982992"/>
                      <a:pt x="2247106" y="329066"/>
                      <a:pt x="2483644" y="329066"/>
                    </a:cubicBezTo>
                    <a:cubicBezTo>
                      <a:pt x="2601912" y="329066"/>
                      <a:pt x="2720181" y="329066"/>
                      <a:pt x="2838450" y="329066"/>
                    </a:cubicBezTo>
                    <a:lnTo>
                      <a:pt x="2838450" y="470974"/>
                    </a:lnTo>
                    <a:cubicBezTo>
                      <a:pt x="2720181" y="470974"/>
                      <a:pt x="2601912" y="470974"/>
                      <a:pt x="2483644" y="470974"/>
                    </a:cubicBezTo>
                    <a:cubicBezTo>
                      <a:pt x="2247106" y="470974"/>
                      <a:pt x="2010569" y="1089015"/>
                      <a:pt x="1774031" y="1109959"/>
                    </a:cubicBezTo>
                    <a:cubicBezTo>
                      <a:pt x="1537494" y="1130903"/>
                      <a:pt x="1300956" y="1143000"/>
                      <a:pt x="1064419" y="1143000"/>
                    </a:cubicBezTo>
                    <a:cubicBezTo>
                      <a:pt x="827881" y="1143000"/>
                      <a:pt x="591344" y="1112677"/>
                      <a:pt x="354806" y="1112677"/>
                    </a:cubicBezTo>
                    <a:cubicBezTo>
                      <a:pt x="236538" y="1112677"/>
                      <a:pt x="118269" y="1112677"/>
                      <a:pt x="0" y="1112677"/>
                    </a:cubicBezTo>
                    <a:close/>
                  </a:path>
                </a:pathLst>
              </a:custGeom>
              <a:solidFill>
                <a:srgbClr val="0072B2">
                  <a:alpha val="2941"/>
                </a:srgbClr>
              </a:solidFill>
              <a:ln w="0">
                <a:noFill/>
              </a:ln>
            </p:spPr>
          </p:sp>
          <p:sp>
            <p:nvSpPr>
              <p:cNvPr id="2688" name="smooth-map-feature-1-shade-16">
                <a:extLst>
                  <a:ext uri="{FF2B5EF4-FFF2-40B4-BE49-F238E27FC236}">
                    <ns2:creationId id="{0B60FD2C-CF6E-4BFF-8F62-19FF73465339}"/>
                  </a:ext>
                </a:extLst>
              </p:cNvPr>
              <p:cNvSpPr>
                <a:spLocks noGrp="1"/>
              </p:cNvSpPr>
              <p:nvPr/>
            </p:nvSpPr>
            <p:spPr>
              <a:xfrm>
                <a:off x="21240750" y="6019800"/>
                <a:ext cx="2838450" cy="1143000"/>
              </a:xfrm>
              <a:custGeom>
                <a:pathLst>
                  <a:path w="2838450" h="1143000">
                    <a:moveTo>
                      <a:pt x="0" y="983883"/>
                    </a:moveTo>
                    <a:cubicBezTo>
                      <a:pt x="118269" y="983883"/>
                      <a:pt x="236538" y="983883"/>
                      <a:pt x="354806" y="983883"/>
                    </a:cubicBezTo>
                    <a:cubicBezTo>
                      <a:pt x="591344" y="983883"/>
                      <a:pt x="827881" y="979811"/>
                      <a:pt x="1064419" y="979811"/>
                    </a:cubicBezTo>
                    <a:cubicBezTo>
                      <a:pt x="1300956" y="979811"/>
                      <a:pt x="1537494" y="984769"/>
                      <a:pt x="1774031" y="984769"/>
                    </a:cubicBezTo>
                    <a:cubicBezTo>
                      <a:pt x="2010569" y="984769"/>
                      <a:pt x="2247106" y="331053"/>
                      <a:pt x="2483644" y="331053"/>
                    </a:cubicBezTo>
                    <a:cubicBezTo>
                      <a:pt x="2601912" y="331053"/>
                      <a:pt x="2720181" y="331053"/>
                      <a:pt x="2838450" y="331053"/>
                    </a:cubicBezTo>
                    <a:lnTo>
                      <a:pt x="2838450" y="468987"/>
                    </a:lnTo>
                    <a:cubicBezTo>
                      <a:pt x="2720181" y="468987"/>
                      <a:pt x="2601912" y="468987"/>
                      <a:pt x="2483644" y="468987"/>
                    </a:cubicBezTo>
                    <a:cubicBezTo>
                      <a:pt x="2247106" y="468987"/>
                      <a:pt x="2010569" y="1086169"/>
                      <a:pt x="1774031" y="1108182"/>
                    </a:cubicBezTo>
                    <a:cubicBezTo>
                      <a:pt x="1537494" y="1130195"/>
                      <a:pt x="1300956" y="1143000"/>
                      <a:pt x="1064419" y="1143000"/>
                    </a:cubicBezTo>
                    <a:cubicBezTo>
                      <a:pt x="827881" y="1143000"/>
                      <a:pt x="591344" y="1110849"/>
                      <a:pt x="354806" y="1110849"/>
                    </a:cubicBezTo>
                    <a:cubicBezTo>
                      <a:pt x="236538" y="1110849"/>
                      <a:pt x="118269" y="1110849"/>
                      <a:pt x="0" y="1110849"/>
                    </a:cubicBezTo>
                    <a:close/>
                  </a:path>
                </a:pathLst>
              </a:custGeom>
              <a:solidFill>
                <a:srgbClr val="0072B2">
                  <a:alpha val="3030"/>
                </a:srgbClr>
              </a:solidFill>
              <a:ln w="0">
                <a:noFill/>
              </a:ln>
            </p:spPr>
          </p:sp>
          <p:sp>
            <p:nvSpPr>
              <p:cNvPr id="2689" name="smooth-map-feature-1-shade-17">
                <a:extLst>
                  <a:ext uri="{FF2B5EF4-FFF2-40B4-BE49-F238E27FC236}">
                    <ns2:creationId id="{64682B9F-6A51-4ACD-9F05-B0E7F5475292}"/>
                  </a:ext>
                </a:extLst>
              </p:cNvPr>
              <p:cNvSpPr>
                <a:spLocks noGrp="1"/>
              </p:cNvSpPr>
              <p:nvPr/>
            </p:nvSpPr>
            <p:spPr>
              <a:xfrm>
                <a:off x="21240750" y="6019800"/>
                <a:ext cx="2838450" cy="1143000"/>
              </a:xfrm>
              <a:custGeom>
                <a:pathLst>
                  <a:path w="2838450" h="1143000">
                    <a:moveTo>
                      <a:pt x="0" y="985651"/>
                    </a:moveTo>
                    <a:cubicBezTo>
                      <a:pt x="118269" y="985651"/>
                      <a:pt x="236538" y="985651"/>
                      <a:pt x="354806" y="985651"/>
                    </a:cubicBezTo>
                    <a:cubicBezTo>
                      <a:pt x="591344" y="985651"/>
                      <a:pt x="827881" y="982144"/>
                      <a:pt x="1064419" y="982144"/>
                    </a:cubicBezTo>
                    <a:cubicBezTo>
                      <a:pt x="1300956" y="982144"/>
                      <a:pt x="1537494" y="986488"/>
                      <a:pt x="1774031" y="986488"/>
                    </a:cubicBezTo>
                    <a:cubicBezTo>
                      <a:pt x="2010569" y="986488"/>
                      <a:pt x="2247106" y="332974"/>
                      <a:pt x="2483644" y="332974"/>
                    </a:cubicBezTo>
                    <a:cubicBezTo>
                      <a:pt x="2601912" y="332974"/>
                      <a:pt x="2720181" y="332974"/>
                      <a:pt x="2838450" y="332974"/>
                    </a:cubicBezTo>
                    <a:lnTo>
                      <a:pt x="2838450" y="467067"/>
                    </a:lnTo>
                    <a:cubicBezTo>
                      <a:pt x="2720181" y="467067"/>
                      <a:pt x="2601912" y="467067"/>
                      <a:pt x="2483644" y="467067"/>
                    </a:cubicBezTo>
                    <a:cubicBezTo>
                      <a:pt x="2247106" y="467067"/>
                      <a:pt x="2010569" y="1083422"/>
                      <a:pt x="1774031" y="1106463"/>
                    </a:cubicBezTo>
                    <a:cubicBezTo>
                      <a:pt x="1537494" y="1129504"/>
                      <a:pt x="1300956" y="1143000"/>
                      <a:pt x="1064419" y="1143000"/>
                    </a:cubicBezTo>
                    <a:cubicBezTo>
                      <a:pt x="827881" y="1143000"/>
                      <a:pt x="591344" y="1109080"/>
                      <a:pt x="354806" y="1109080"/>
                    </a:cubicBezTo>
                    <a:cubicBezTo>
                      <a:pt x="236538" y="1109080"/>
                      <a:pt x="118269" y="1109080"/>
                      <a:pt x="0" y="1109080"/>
                    </a:cubicBezTo>
                    <a:close/>
                  </a:path>
                </a:pathLst>
              </a:custGeom>
              <a:solidFill>
                <a:srgbClr val="0072B2">
                  <a:alpha val="3125"/>
                </a:srgbClr>
              </a:solidFill>
              <a:ln w="0">
                <a:noFill/>
              </a:ln>
            </p:spPr>
          </p:sp>
          <p:sp>
            <p:nvSpPr>
              <p:cNvPr id="2690" name="smooth-map-feature-1-shade-18">
                <a:extLst>
                  <a:ext uri="{FF2B5EF4-FFF2-40B4-BE49-F238E27FC236}">
                    <ns2:creationId id="{E6EEFB0F-C393-4E4C-B6EE-9358F9CBB2AC}"/>
                  </a:ext>
                </a:extLst>
              </p:cNvPr>
              <p:cNvSpPr>
                <a:spLocks noGrp="1"/>
              </p:cNvSpPr>
              <p:nvPr/>
            </p:nvSpPr>
            <p:spPr>
              <a:xfrm>
                <a:off x="21240750" y="6019800"/>
                <a:ext cx="2838450" cy="1143000"/>
              </a:xfrm>
              <a:custGeom>
                <a:pathLst>
                  <a:path w="2838450" h="1143000">
                    <a:moveTo>
                      <a:pt x="0" y="987367"/>
                    </a:moveTo>
                    <a:cubicBezTo>
                      <a:pt x="118269" y="987367"/>
                      <a:pt x="236538" y="987367"/>
                      <a:pt x="354806" y="987367"/>
                    </a:cubicBezTo>
                    <a:cubicBezTo>
                      <a:pt x="591344" y="987367"/>
                      <a:pt x="827881" y="984408"/>
                      <a:pt x="1064419" y="984408"/>
                    </a:cubicBezTo>
                    <a:cubicBezTo>
                      <a:pt x="1300956" y="984408"/>
                      <a:pt x="1537494" y="988156"/>
                      <a:pt x="1774031" y="988156"/>
                    </a:cubicBezTo>
                    <a:cubicBezTo>
                      <a:pt x="2010569" y="988156"/>
                      <a:pt x="2247106" y="334838"/>
                      <a:pt x="2483644" y="334838"/>
                    </a:cubicBezTo>
                    <a:cubicBezTo>
                      <a:pt x="2601912" y="334838"/>
                      <a:pt x="2720181" y="334838"/>
                      <a:pt x="2838450" y="334838"/>
                    </a:cubicBezTo>
                    <a:lnTo>
                      <a:pt x="2838450" y="465202"/>
                    </a:lnTo>
                    <a:cubicBezTo>
                      <a:pt x="2720181" y="465202"/>
                      <a:pt x="2601912" y="465202"/>
                      <a:pt x="2483644" y="465202"/>
                    </a:cubicBezTo>
                    <a:cubicBezTo>
                      <a:pt x="2247106" y="465202"/>
                      <a:pt x="2010569" y="1080899"/>
                      <a:pt x="1774031" y="1104795"/>
                    </a:cubicBezTo>
                    <a:cubicBezTo>
                      <a:pt x="1537494" y="1128691"/>
                      <a:pt x="1300956" y="1142767"/>
                      <a:pt x="1064419" y="1142767"/>
                    </a:cubicBezTo>
                    <a:cubicBezTo>
                      <a:pt x="827881" y="1142767"/>
                      <a:pt x="591344" y="1107364"/>
                      <a:pt x="354806" y="1107364"/>
                    </a:cubicBezTo>
                    <a:cubicBezTo>
                      <a:pt x="236538" y="1107364"/>
                      <a:pt x="118269" y="1107364"/>
                      <a:pt x="0" y="1107364"/>
                    </a:cubicBezTo>
                    <a:close/>
                  </a:path>
                </a:pathLst>
              </a:custGeom>
              <a:solidFill>
                <a:srgbClr val="0072B2">
                  <a:alpha val="3226"/>
                </a:srgbClr>
              </a:solidFill>
              <a:ln w="0">
                <a:noFill/>
              </a:ln>
            </p:spPr>
          </p:sp>
          <p:sp>
            <p:nvSpPr>
              <p:cNvPr id="2691" name="smooth-map-feature-1-shade-19">
                <a:extLst>
                  <a:ext uri="{FF2B5EF4-FFF2-40B4-BE49-F238E27FC236}">
                    <ns2:creationId id="{7736DB82-C28D-4ABD-BD15-D1AAC668925D}"/>
                  </a:ext>
                </a:extLst>
              </p:cNvPr>
              <p:cNvSpPr>
                <a:spLocks noGrp="1"/>
              </p:cNvSpPr>
              <p:nvPr/>
            </p:nvSpPr>
            <p:spPr>
              <a:xfrm>
                <a:off x="21240750" y="6019800"/>
                <a:ext cx="2838450" cy="1143000"/>
              </a:xfrm>
              <a:custGeom>
                <a:pathLst>
                  <a:path w="2838450" h="1143000">
                    <a:moveTo>
                      <a:pt x="0" y="989038"/>
                    </a:moveTo>
                    <a:cubicBezTo>
                      <a:pt x="118269" y="989038"/>
                      <a:pt x="236538" y="989038"/>
                      <a:pt x="354806" y="989038"/>
                    </a:cubicBezTo>
                    <a:cubicBezTo>
                      <a:pt x="591344" y="989038"/>
                      <a:pt x="827881" y="986613"/>
                      <a:pt x="1064419" y="986613"/>
                    </a:cubicBezTo>
                    <a:cubicBezTo>
                      <a:pt x="1300956" y="986613"/>
                      <a:pt x="1537494" y="989780"/>
                      <a:pt x="1774031" y="989780"/>
                    </a:cubicBezTo>
                    <a:cubicBezTo>
                      <a:pt x="2010569" y="989780"/>
                      <a:pt x="2247106" y="336653"/>
                      <a:pt x="2483644" y="336653"/>
                    </a:cubicBezTo>
                    <a:cubicBezTo>
                      <a:pt x="2601912" y="336653"/>
                      <a:pt x="2720181" y="336653"/>
                      <a:pt x="2838450" y="336653"/>
                    </a:cubicBezTo>
                    <a:lnTo>
                      <a:pt x="2838450" y="463387"/>
                    </a:lnTo>
                    <a:cubicBezTo>
                      <a:pt x="2720181" y="463387"/>
                      <a:pt x="2601912" y="463387"/>
                      <a:pt x="2483644" y="463387"/>
                    </a:cubicBezTo>
                    <a:cubicBezTo>
                      <a:pt x="2247106" y="463387"/>
                      <a:pt x="2010569" y="1079620"/>
                      <a:pt x="1774031" y="1103171"/>
                    </a:cubicBezTo>
                    <a:cubicBezTo>
                      <a:pt x="1537494" y="1126722"/>
                      <a:pt x="1300956" y="1140563"/>
                      <a:pt x="1064419" y="1140563"/>
                    </a:cubicBezTo>
                    <a:cubicBezTo>
                      <a:pt x="827881" y="1140563"/>
                      <a:pt x="591344" y="1105694"/>
                      <a:pt x="354806" y="1105694"/>
                    </a:cubicBezTo>
                    <a:cubicBezTo>
                      <a:pt x="236538" y="1105694"/>
                      <a:pt x="118269" y="1105694"/>
                      <a:pt x="0" y="1105694"/>
                    </a:cubicBezTo>
                    <a:close/>
                  </a:path>
                </a:pathLst>
              </a:custGeom>
              <a:solidFill>
                <a:srgbClr val="0072B2">
                  <a:alpha val="3333"/>
                </a:srgbClr>
              </a:solidFill>
              <a:ln w="0">
                <a:noFill/>
              </a:ln>
            </p:spPr>
          </p:sp>
          <p:sp>
            <p:nvSpPr>
              <p:cNvPr id="2692" name="smooth-map-feature-1-shade-20">
                <a:extLst>
                  <a:ext uri="{FF2B5EF4-FFF2-40B4-BE49-F238E27FC236}">
                    <ns2:creationId id="{C73D56EA-EA16-46A1-9B74-A5EEA088BD87}"/>
                  </a:ext>
                </a:extLst>
              </p:cNvPr>
              <p:cNvSpPr>
                <a:spLocks noGrp="1"/>
              </p:cNvSpPr>
              <p:nvPr/>
            </p:nvSpPr>
            <p:spPr>
              <a:xfrm>
                <a:off x="21240750" y="6019800"/>
                <a:ext cx="2838450" cy="1143000"/>
              </a:xfrm>
              <a:custGeom>
                <a:pathLst>
                  <a:path w="2838450" h="1143000">
                    <a:moveTo>
                      <a:pt x="0" y="990669"/>
                    </a:moveTo>
                    <a:cubicBezTo>
                      <a:pt x="118269" y="990669"/>
                      <a:pt x="236538" y="990669"/>
                      <a:pt x="354806" y="990669"/>
                    </a:cubicBezTo>
                    <a:cubicBezTo>
                      <a:pt x="591344" y="990669"/>
                      <a:pt x="827881" y="988766"/>
                      <a:pt x="1064419" y="988766"/>
                    </a:cubicBezTo>
                    <a:cubicBezTo>
                      <a:pt x="1300956" y="988766"/>
                      <a:pt x="1537494" y="991366"/>
                      <a:pt x="1774031" y="991366"/>
                    </a:cubicBezTo>
                    <a:cubicBezTo>
                      <a:pt x="2010569" y="991366"/>
                      <a:pt x="2247106" y="338425"/>
                      <a:pt x="2483644" y="338425"/>
                    </a:cubicBezTo>
                    <a:cubicBezTo>
                      <a:pt x="2601912" y="338425"/>
                      <a:pt x="2720181" y="338425"/>
                      <a:pt x="2838450" y="338425"/>
                    </a:cubicBezTo>
                    <a:lnTo>
                      <a:pt x="2838450" y="461615"/>
                    </a:lnTo>
                    <a:cubicBezTo>
                      <a:pt x="2720181" y="461615"/>
                      <a:pt x="2601912" y="461615"/>
                      <a:pt x="2483644" y="461615"/>
                    </a:cubicBezTo>
                    <a:cubicBezTo>
                      <a:pt x="2247106" y="461615"/>
                      <a:pt x="2010569" y="1078372"/>
                      <a:pt x="1774031" y="1101586"/>
                    </a:cubicBezTo>
                    <a:cubicBezTo>
                      <a:pt x="1537494" y="1124799"/>
                      <a:pt x="1300956" y="1138410"/>
                      <a:pt x="1064419" y="1138410"/>
                    </a:cubicBezTo>
                    <a:cubicBezTo>
                      <a:pt x="827881" y="1138410"/>
                      <a:pt x="591344" y="1104062"/>
                      <a:pt x="354806" y="1104062"/>
                    </a:cubicBezTo>
                    <a:cubicBezTo>
                      <a:pt x="236538" y="1104062"/>
                      <a:pt x="118269" y="1104062"/>
                      <a:pt x="0" y="1104062"/>
                    </a:cubicBezTo>
                    <a:close/>
                  </a:path>
                </a:pathLst>
              </a:custGeom>
              <a:solidFill>
                <a:srgbClr val="0072B2">
                  <a:alpha val="3448"/>
                </a:srgbClr>
              </a:solidFill>
              <a:ln w="0">
                <a:noFill/>
              </a:ln>
            </p:spPr>
          </p:sp>
          <p:sp>
            <p:nvSpPr>
              <p:cNvPr id="2693" name="smooth-map-feature-1-shade-21">
                <a:extLst>
                  <a:ext uri="{FF2B5EF4-FFF2-40B4-BE49-F238E27FC236}">
                    <ns2:creationId id="{2A61E763-9416-4BA6-9649-06DD9A6970D0}"/>
                  </a:ext>
                </a:extLst>
              </p:cNvPr>
              <p:cNvSpPr>
                <a:spLocks noGrp="1"/>
              </p:cNvSpPr>
              <p:nvPr/>
            </p:nvSpPr>
            <p:spPr>
              <a:xfrm>
                <a:off x="21240750" y="6019800"/>
                <a:ext cx="2838450" cy="1143000"/>
              </a:xfrm>
              <a:custGeom>
                <a:pathLst>
                  <a:path w="2838450" h="1143000">
                    <a:moveTo>
                      <a:pt x="0" y="992267"/>
                    </a:moveTo>
                    <a:cubicBezTo>
                      <a:pt x="118269" y="992267"/>
                      <a:pt x="236538" y="992267"/>
                      <a:pt x="354806" y="992267"/>
                    </a:cubicBezTo>
                    <a:cubicBezTo>
                      <a:pt x="591344" y="992267"/>
                      <a:pt x="827881" y="990874"/>
                      <a:pt x="1064419" y="990874"/>
                    </a:cubicBezTo>
                    <a:cubicBezTo>
                      <a:pt x="1300956" y="990874"/>
                      <a:pt x="1537494" y="992918"/>
                      <a:pt x="1774031" y="992918"/>
                    </a:cubicBezTo>
                    <a:cubicBezTo>
                      <a:pt x="2010569" y="992918"/>
                      <a:pt x="2247106" y="340160"/>
                      <a:pt x="2483644" y="340160"/>
                    </a:cubicBezTo>
                    <a:cubicBezTo>
                      <a:pt x="2601912" y="340160"/>
                      <a:pt x="2720181" y="340160"/>
                      <a:pt x="2838450" y="340160"/>
                    </a:cubicBezTo>
                    <a:lnTo>
                      <a:pt x="2838450" y="459880"/>
                    </a:lnTo>
                    <a:cubicBezTo>
                      <a:pt x="2720181" y="459880"/>
                      <a:pt x="2601912" y="459880"/>
                      <a:pt x="2483644" y="459880"/>
                    </a:cubicBezTo>
                    <a:cubicBezTo>
                      <a:pt x="2247106" y="459880"/>
                      <a:pt x="2010569" y="1077150"/>
                      <a:pt x="1774031" y="1100033"/>
                    </a:cubicBezTo>
                    <a:cubicBezTo>
                      <a:pt x="1537494" y="1122916"/>
                      <a:pt x="1300956" y="1136302"/>
                      <a:pt x="1064419" y="1136302"/>
                    </a:cubicBezTo>
                    <a:cubicBezTo>
                      <a:pt x="827881" y="1136302"/>
                      <a:pt x="591344" y="1102465"/>
                      <a:pt x="354806" y="1102465"/>
                    </a:cubicBezTo>
                    <a:cubicBezTo>
                      <a:pt x="236538" y="1102465"/>
                      <a:pt x="118269" y="1102465"/>
                      <a:pt x="0" y="1102465"/>
                    </a:cubicBezTo>
                    <a:close/>
                  </a:path>
                </a:pathLst>
              </a:custGeom>
              <a:solidFill>
                <a:srgbClr val="0072B2">
                  <a:alpha val="3571"/>
                </a:srgbClr>
              </a:solidFill>
              <a:ln w="0">
                <a:noFill/>
              </a:ln>
            </p:spPr>
          </p:sp>
          <p:sp>
            <p:nvSpPr>
              <p:cNvPr id="2694" name="smooth-map-feature-1-shade-22">
                <a:extLst>
                  <a:ext uri="{FF2B5EF4-FFF2-40B4-BE49-F238E27FC236}">
                    <ns2:creationId id="{ECB4C648-1A9E-41A2-9966-0C95E29A3A01}"/>
                  </a:ext>
                </a:extLst>
              </p:cNvPr>
              <p:cNvSpPr>
                <a:spLocks noGrp="1"/>
              </p:cNvSpPr>
              <p:nvPr/>
            </p:nvSpPr>
            <p:spPr>
              <a:xfrm>
                <a:off x="21240750" y="6019800"/>
                <a:ext cx="2838450" cy="1143000"/>
              </a:xfrm>
              <a:custGeom>
                <a:pathLst>
                  <a:path w="2838450" h="1143000">
                    <a:moveTo>
                      <a:pt x="0" y="993835"/>
                    </a:moveTo>
                    <a:cubicBezTo>
                      <a:pt x="118269" y="993835"/>
                      <a:pt x="236538" y="993835"/>
                      <a:pt x="354806" y="993835"/>
                    </a:cubicBezTo>
                    <a:cubicBezTo>
                      <a:pt x="591344" y="993835"/>
                      <a:pt x="827881" y="992944"/>
                      <a:pt x="1064419" y="992944"/>
                    </a:cubicBezTo>
                    <a:cubicBezTo>
                      <a:pt x="1300956" y="992944"/>
                      <a:pt x="1537494" y="994442"/>
                      <a:pt x="1774031" y="994442"/>
                    </a:cubicBezTo>
                    <a:cubicBezTo>
                      <a:pt x="2010569" y="994442"/>
                      <a:pt x="2247106" y="341864"/>
                      <a:pt x="2483644" y="341864"/>
                    </a:cubicBezTo>
                    <a:cubicBezTo>
                      <a:pt x="2601912" y="341864"/>
                      <a:pt x="2720181" y="341864"/>
                      <a:pt x="2838450" y="341864"/>
                    </a:cubicBezTo>
                    <a:lnTo>
                      <a:pt x="2838450" y="458176"/>
                    </a:lnTo>
                    <a:cubicBezTo>
                      <a:pt x="2720181" y="458176"/>
                      <a:pt x="2601912" y="458176"/>
                      <a:pt x="2483644" y="458176"/>
                    </a:cubicBezTo>
                    <a:cubicBezTo>
                      <a:pt x="2247106" y="458176"/>
                      <a:pt x="2010569" y="1075951"/>
                      <a:pt x="1774031" y="1098509"/>
                    </a:cubicBezTo>
                    <a:cubicBezTo>
                      <a:pt x="1537494" y="1121066"/>
                      <a:pt x="1300956" y="1134232"/>
                      <a:pt x="1064419" y="1134232"/>
                    </a:cubicBezTo>
                    <a:cubicBezTo>
                      <a:pt x="827881" y="1134232"/>
                      <a:pt x="591344" y="1100897"/>
                      <a:pt x="354806" y="1100897"/>
                    </a:cubicBezTo>
                    <a:cubicBezTo>
                      <a:pt x="236538" y="1100897"/>
                      <a:pt x="118269" y="1100897"/>
                      <a:pt x="0" y="1100897"/>
                    </a:cubicBezTo>
                    <a:close/>
                  </a:path>
                </a:pathLst>
              </a:custGeom>
              <a:solidFill>
                <a:srgbClr val="0072B2">
                  <a:alpha val="3704"/>
                </a:srgbClr>
              </a:solidFill>
              <a:ln w="0">
                <a:noFill/>
              </a:ln>
            </p:spPr>
          </p:sp>
          <p:sp>
            <p:nvSpPr>
              <p:cNvPr id="2695" name="smooth-map-feature-1-shade-23">
                <a:extLst>
                  <a:ext uri="{FF2B5EF4-FFF2-40B4-BE49-F238E27FC236}">
                    <ns2:creationId id="{6E4E93C3-9BEA-4F94-8B71-6705DB1DC2A3}"/>
                  </a:ext>
                </a:extLst>
              </p:cNvPr>
              <p:cNvSpPr>
                <a:spLocks noGrp="1"/>
              </p:cNvSpPr>
              <p:nvPr/>
            </p:nvSpPr>
            <p:spPr>
              <a:xfrm>
                <a:off x="21240750" y="6019800"/>
                <a:ext cx="2838450" cy="1143000"/>
              </a:xfrm>
              <a:custGeom>
                <a:pathLst>
                  <a:path w="2838450" h="1143000">
                    <a:moveTo>
                      <a:pt x="0" y="995378"/>
                    </a:moveTo>
                    <a:cubicBezTo>
                      <a:pt x="118269" y="995378"/>
                      <a:pt x="236538" y="995378"/>
                      <a:pt x="354806" y="995378"/>
                    </a:cubicBezTo>
                    <a:cubicBezTo>
                      <a:pt x="591344" y="995378"/>
                      <a:pt x="827881" y="994980"/>
                      <a:pt x="1064419" y="994980"/>
                    </a:cubicBezTo>
                    <a:cubicBezTo>
                      <a:pt x="1300956" y="994980"/>
                      <a:pt x="1537494" y="995943"/>
                      <a:pt x="1774031" y="995943"/>
                    </a:cubicBezTo>
                    <a:cubicBezTo>
                      <a:pt x="2010569" y="995943"/>
                      <a:pt x="2247106" y="343541"/>
                      <a:pt x="2483644" y="343541"/>
                    </a:cubicBezTo>
                    <a:cubicBezTo>
                      <a:pt x="2601912" y="343541"/>
                      <a:pt x="2720181" y="343541"/>
                      <a:pt x="2838450" y="343541"/>
                    </a:cubicBezTo>
                    <a:lnTo>
                      <a:pt x="2838450" y="456499"/>
                    </a:lnTo>
                    <a:cubicBezTo>
                      <a:pt x="2720181" y="456499"/>
                      <a:pt x="2601912" y="456499"/>
                      <a:pt x="2483644" y="456499"/>
                    </a:cubicBezTo>
                    <a:cubicBezTo>
                      <a:pt x="2247106" y="456499"/>
                      <a:pt x="2010569" y="1074772"/>
                      <a:pt x="1774031" y="1097008"/>
                    </a:cubicBezTo>
                    <a:cubicBezTo>
                      <a:pt x="1537494" y="1119245"/>
                      <a:pt x="1300956" y="1132195"/>
                      <a:pt x="1064419" y="1132195"/>
                    </a:cubicBezTo>
                    <a:cubicBezTo>
                      <a:pt x="827881" y="1132195"/>
                      <a:pt x="591344" y="1099354"/>
                      <a:pt x="354806" y="1099354"/>
                    </a:cubicBezTo>
                    <a:cubicBezTo>
                      <a:pt x="236538" y="1099354"/>
                      <a:pt x="118269" y="1099354"/>
                      <a:pt x="0" y="1099354"/>
                    </a:cubicBezTo>
                    <a:close/>
                  </a:path>
                </a:pathLst>
              </a:custGeom>
              <a:solidFill>
                <a:srgbClr val="0072B2">
                  <a:alpha val="3846"/>
                </a:srgbClr>
              </a:solidFill>
              <a:ln w="0">
                <a:noFill/>
              </a:ln>
            </p:spPr>
          </p:sp>
          <p:sp>
            <p:nvSpPr>
              <p:cNvPr id="2696" name="smooth-map-feature-1-shade-24">
                <a:extLst>
                  <a:ext uri="{FF2B5EF4-FFF2-40B4-BE49-F238E27FC236}">
                    <ns2:creationId id="{1619608E-32E5-434D-9C9F-B1E0A2B0D823}"/>
                  </a:ext>
                </a:extLst>
              </p:cNvPr>
              <p:cNvSpPr>
                <a:spLocks noGrp="1"/>
              </p:cNvSpPr>
              <p:nvPr/>
            </p:nvSpPr>
            <p:spPr>
              <a:xfrm>
                <a:off x="21240750" y="6019800"/>
                <a:ext cx="2838450" cy="1143000"/>
              </a:xfrm>
              <a:custGeom>
                <a:pathLst>
                  <a:path w="2838450" h="1143000">
                    <a:moveTo>
                      <a:pt x="0" y="996900"/>
                    </a:moveTo>
                    <a:cubicBezTo>
                      <a:pt x="118269" y="996900"/>
                      <a:pt x="236538" y="996900"/>
                      <a:pt x="354806" y="996900"/>
                    </a:cubicBezTo>
                    <a:cubicBezTo>
                      <a:pt x="591344" y="996900"/>
                      <a:pt x="827881" y="996940"/>
                      <a:pt x="1064419" y="996989"/>
                    </a:cubicBezTo>
                    <a:cubicBezTo>
                      <a:pt x="1300956" y="997039"/>
                      <a:pt x="1537494" y="997422"/>
                      <a:pt x="1774031" y="997422"/>
                    </a:cubicBezTo>
                    <a:cubicBezTo>
                      <a:pt x="2010569" y="997422"/>
                      <a:pt x="2247106" y="345195"/>
                      <a:pt x="2483644" y="345195"/>
                    </a:cubicBezTo>
                    <a:cubicBezTo>
                      <a:pt x="2601912" y="345195"/>
                      <a:pt x="2720181" y="345195"/>
                      <a:pt x="2838450" y="345195"/>
                    </a:cubicBezTo>
                    <a:lnTo>
                      <a:pt x="2838450" y="454845"/>
                    </a:lnTo>
                    <a:cubicBezTo>
                      <a:pt x="2720181" y="454845"/>
                      <a:pt x="2601912" y="454845"/>
                      <a:pt x="2483644" y="454845"/>
                    </a:cubicBezTo>
                    <a:cubicBezTo>
                      <a:pt x="2247106" y="454845"/>
                      <a:pt x="2010569" y="1073609"/>
                      <a:pt x="1774031" y="1095529"/>
                    </a:cubicBezTo>
                    <a:cubicBezTo>
                      <a:pt x="1537494" y="1117448"/>
                      <a:pt x="1300956" y="1130186"/>
                      <a:pt x="1064419" y="1130186"/>
                    </a:cubicBezTo>
                    <a:cubicBezTo>
                      <a:pt x="827881" y="1130186"/>
                      <a:pt x="591344" y="1097831"/>
                      <a:pt x="354806" y="1097831"/>
                    </a:cubicBezTo>
                    <a:cubicBezTo>
                      <a:pt x="236538" y="1097831"/>
                      <a:pt x="118269" y="1097831"/>
                      <a:pt x="0" y="1097831"/>
                    </a:cubicBezTo>
                    <a:close/>
                  </a:path>
                </a:pathLst>
              </a:custGeom>
              <a:solidFill>
                <a:srgbClr val="0072B2">
                  <a:alpha val="4000"/>
                </a:srgbClr>
              </a:solidFill>
              <a:ln w="0">
                <a:noFill/>
              </a:ln>
            </p:spPr>
          </p:sp>
          <p:sp>
            <p:nvSpPr>
              <p:cNvPr id="2697" name="smooth-map-feature-1-shade-25">
                <a:extLst>
                  <a:ext uri="{FF2B5EF4-FFF2-40B4-BE49-F238E27FC236}">
                    <ns2:creationId id="{C9DE8EFF-8FCD-437C-B4D8-4D8B1747175A}"/>
                  </a:ext>
                </a:extLst>
              </p:cNvPr>
              <p:cNvSpPr>
                <a:spLocks noGrp="1"/>
              </p:cNvSpPr>
              <p:nvPr/>
            </p:nvSpPr>
            <p:spPr>
              <a:xfrm>
                <a:off x="21240750" y="6019800"/>
                <a:ext cx="2838450" cy="1143000"/>
              </a:xfrm>
              <a:custGeom>
                <a:pathLst>
                  <a:path w="2838450" h="1143000">
                    <a:moveTo>
                      <a:pt x="0" y="998406"/>
                    </a:moveTo>
                    <a:cubicBezTo>
                      <a:pt x="118269" y="998406"/>
                      <a:pt x="236538" y="998406"/>
                      <a:pt x="354806" y="998406"/>
                    </a:cubicBezTo>
                    <a:cubicBezTo>
                      <a:pt x="591344" y="998406"/>
                      <a:pt x="827881" y="998976"/>
                      <a:pt x="1064419" y="998976"/>
                    </a:cubicBezTo>
                    <a:cubicBezTo>
                      <a:pt x="1300956" y="998976"/>
                      <a:pt x="1537494" y="998946"/>
                      <a:pt x="1774031" y="998886"/>
                    </a:cubicBezTo>
                    <a:cubicBezTo>
                      <a:pt x="2010569" y="998825"/>
                      <a:pt x="2247106" y="346830"/>
                      <a:pt x="2483644" y="346830"/>
                    </a:cubicBezTo>
                    <a:cubicBezTo>
                      <a:pt x="2601912" y="346830"/>
                      <a:pt x="2720181" y="346830"/>
                      <a:pt x="2838450" y="346830"/>
                    </a:cubicBezTo>
                    <a:lnTo>
                      <a:pt x="2838450" y="453210"/>
                    </a:lnTo>
                    <a:cubicBezTo>
                      <a:pt x="2720181" y="453210"/>
                      <a:pt x="2601912" y="453210"/>
                      <a:pt x="2483644" y="453210"/>
                    </a:cubicBezTo>
                    <a:cubicBezTo>
                      <a:pt x="2247106" y="453210"/>
                      <a:pt x="2010569" y="1072460"/>
                      <a:pt x="1774031" y="1094066"/>
                    </a:cubicBezTo>
                    <a:cubicBezTo>
                      <a:pt x="1537494" y="1115671"/>
                      <a:pt x="1300956" y="1128200"/>
                      <a:pt x="1064419" y="1128200"/>
                    </a:cubicBezTo>
                    <a:cubicBezTo>
                      <a:pt x="827881" y="1128200"/>
                      <a:pt x="591344" y="1096326"/>
                      <a:pt x="354806" y="1096326"/>
                    </a:cubicBezTo>
                    <a:cubicBezTo>
                      <a:pt x="236538" y="1096326"/>
                      <a:pt x="118269" y="1096326"/>
                      <a:pt x="0" y="1096326"/>
                    </a:cubicBezTo>
                    <a:close/>
                  </a:path>
                </a:pathLst>
              </a:custGeom>
              <a:solidFill>
                <a:srgbClr val="0072B2">
                  <a:alpha val="4167"/>
                </a:srgbClr>
              </a:solidFill>
              <a:ln w="0">
                <a:noFill/>
              </a:ln>
            </p:spPr>
          </p:sp>
          <p:sp>
            <p:nvSpPr>
              <p:cNvPr id="2698" name="smooth-map-feature-1-shade-26">
                <a:extLst>
                  <a:ext uri="{FF2B5EF4-FFF2-40B4-BE49-F238E27FC236}">
                    <ns2:creationId id="{71CD30CF-359A-49FA-B519-18FC0719A77B}"/>
                  </a:ext>
                </a:extLst>
              </p:cNvPr>
              <p:cNvSpPr>
                <a:spLocks noGrp="1"/>
              </p:cNvSpPr>
              <p:nvPr/>
            </p:nvSpPr>
            <p:spPr>
              <a:xfrm>
                <a:off x="21240750" y="6019800"/>
                <a:ext cx="2838450" cy="1143000"/>
              </a:xfrm>
              <a:custGeom>
                <a:pathLst>
                  <a:path w="2838450" h="1143000">
                    <a:moveTo>
                      <a:pt x="0" y="999897"/>
                    </a:moveTo>
                    <a:cubicBezTo>
                      <a:pt x="118269" y="999897"/>
                      <a:pt x="236538" y="999897"/>
                      <a:pt x="354806" y="999897"/>
                    </a:cubicBezTo>
                    <a:cubicBezTo>
                      <a:pt x="591344" y="999897"/>
                      <a:pt x="827881" y="1000944"/>
                      <a:pt x="1064419" y="1000944"/>
                    </a:cubicBezTo>
                    <a:cubicBezTo>
                      <a:pt x="1300956" y="1000944"/>
                      <a:pt x="1537494" y="1000741"/>
                      <a:pt x="1774031" y="1000335"/>
                    </a:cubicBezTo>
                    <a:cubicBezTo>
                      <a:pt x="2010569" y="999930"/>
                      <a:pt x="2247106" y="348450"/>
                      <a:pt x="2483644" y="348450"/>
                    </a:cubicBezTo>
                    <a:cubicBezTo>
                      <a:pt x="2601912" y="348450"/>
                      <a:pt x="2720181" y="348450"/>
                      <a:pt x="2838450" y="348450"/>
                    </a:cubicBezTo>
                    <a:lnTo>
                      <a:pt x="2838450" y="451590"/>
                    </a:lnTo>
                    <a:cubicBezTo>
                      <a:pt x="2720181" y="451590"/>
                      <a:pt x="2601912" y="451590"/>
                      <a:pt x="2483644" y="451590"/>
                    </a:cubicBezTo>
                    <a:cubicBezTo>
                      <a:pt x="2247106" y="451590"/>
                      <a:pt x="2010569" y="1071322"/>
                      <a:pt x="1774031" y="1092616"/>
                    </a:cubicBezTo>
                    <a:cubicBezTo>
                      <a:pt x="1537494" y="1113910"/>
                      <a:pt x="1300956" y="1126231"/>
                      <a:pt x="1064419" y="1126231"/>
                    </a:cubicBezTo>
                    <a:cubicBezTo>
                      <a:pt x="827881" y="1126231"/>
                      <a:pt x="591344" y="1094834"/>
                      <a:pt x="354806" y="1094834"/>
                    </a:cubicBezTo>
                    <a:cubicBezTo>
                      <a:pt x="236538" y="1094834"/>
                      <a:pt x="118269" y="1094834"/>
                      <a:pt x="0" y="1094834"/>
                    </a:cubicBezTo>
                    <a:close/>
                  </a:path>
                </a:pathLst>
              </a:custGeom>
              <a:solidFill>
                <a:srgbClr val="0072B2">
                  <a:alpha val="4348"/>
                </a:srgbClr>
              </a:solidFill>
              <a:ln w="0">
                <a:noFill/>
              </a:ln>
            </p:spPr>
          </p:sp>
          <p:sp>
            <p:nvSpPr>
              <p:cNvPr id="2699" name="smooth-map-feature-1-shade-27">
                <a:extLst>
                  <a:ext uri="{FF2B5EF4-FFF2-40B4-BE49-F238E27FC236}">
                    <ns2:creationId id="{326F8568-0B08-4DA4-BC90-49A55B7A6F6F}"/>
                  </a:ext>
                </a:extLst>
              </p:cNvPr>
              <p:cNvSpPr>
                <a:spLocks noGrp="1"/>
              </p:cNvSpPr>
              <p:nvPr/>
            </p:nvSpPr>
            <p:spPr>
              <a:xfrm>
                <a:off x="21240750" y="6019800"/>
                <a:ext cx="2838450" cy="1143000"/>
              </a:xfrm>
              <a:custGeom>
                <a:pathLst>
                  <a:path w="2838450" h="1143000">
                    <a:moveTo>
                      <a:pt x="0" y="1001379"/>
                    </a:moveTo>
                    <a:cubicBezTo>
                      <a:pt x="118269" y="1001379"/>
                      <a:pt x="236538" y="1001379"/>
                      <a:pt x="354806" y="1001379"/>
                    </a:cubicBezTo>
                    <a:cubicBezTo>
                      <a:pt x="591344" y="1001379"/>
                      <a:pt x="827881" y="1002899"/>
                      <a:pt x="1064419" y="1002899"/>
                    </a:cubicBezTo>
                    <a:cubicBezTo>
                      <a:pt x="1300956" y="1002899"/>
                      <a:pt x="1537494" y="1002523"/>
                      <a:pt x="1774031" y="1001775"/>
                    </a:cubicBezTo>
                    <a:cubicBezTo>
                      <a:pt x="2010569" y="1001027"/>
                      <a:pt x="2247106" y="350060"/>
                      <a:pt x="2483644" y="350060"/>
                    </a:cubicBezTo>
                    <a:cubicBezTo>
                      <a:pt x="2601912" y="350060"/>
                      <a:pt x="2720181" y="350060"/>
                      <a:pt x="2838450" y="350060"/>
                    </a:cubicBezTo>
                    <a:lnTo>
                      <a:pt x="2838450" y="449980"/>
                    </a:lnTo>
                    <a:cubicBezTo>
                      <a:pt x="2720181" y="449980"/>
                      <a:pt x="2601912" y="449980"/>
                      <a:pt x="2483644" y="449980"/>
                    </a:cubicBezTo>
                    <a:cubicBezTo>
                      <a:pt x="2247106" y="449980"/>
                      <a:pt x="2010569" y="1070192"/>
                      <a:pt x="1774031" y="1091176"/>
                    </a:cubicBezTo>
                    <a:cubicBezTo>
                      <a:pt x="1537494" y="1112160"/>
                      <a:pt x="1300956" y="1124276"/>
                      <a:pt x="1064419" y="1124276"/>
                    </a:cubicBezTo>
                    <a:cubicBezTo>
                      <a:pt x="827881" y="1124276"/>
                      <a:pt x="591344" y="1093353"/>
                      <a:pt x="354806" y="1093353"/>
                    </a:cubicBezTo>
                    <a:cubicBezTo>
                      <a:pt x="236538" y="1093353"/>
                      <a:pt x="118269" y="1093353"/>
                      <a:pt x="0" y="1093353"/>
                    </a:cubicBezTo>
                    <a:close/>
                  </a:path>
                </a:pathLst>
              </a:custGeom>
              <a:solidFill>
                <a:srgbClr val="0072B2">
                  <a:alpha val="4545"/>
                </a:srgbClr>
              </a:solidFill>
              <a:ln w="0">
                <a:noFill/>
              </a:ln>
            </p:spPr>
          </p:sp>
          <p:sp>
            <p:nvSpPr>
              <p:cNvPr id="2700" name="smooth-map-feature-1-shade-28">
                <a:extLst>
                  <a:ext uri="{FF2B5EF4-FFF2-40B4-BE49-F238E27FC236}">
                    <ns2:creationId id="{33034CF1-BD56-433A-9ACA-10BE043E1A58}"/>
                  </a:ext>
                </a:extLst>
              </p:cNvPr>
              <p:cNvSpPr>
                <a:spLocks noGrp="1"/>
              </p:cNvSpPr>
              <p:nvPr/>
            </p:nvSpPr>
            <p:spPr>
              <a:xfrm>
                <a:off x="21240750" y="6019800"/>
                <a:ext cx="2838450" cy="1143000"/>
              </a:xfrm>
              <a:custGeom>
                <a:pathLst>
                  <a:path w="2838450" h="1143000">
                    <a:moveTo>
                      <a:pt x="0" y="1002853"/>
                    </a:moveTo>
                    <a:cubicBezTo>
                      <a:pt x="118269" y="1002853"/>
                      <a:pt x="236538" y="1002853"/>
                      <a:pt x="354806" y="1002853"/>
                    </a:cubicBezTo>
                    <a:cubicBezTo>
                      <a:pt x="591344" y="1002853"/>
                      <a:pt x="827881" y="1004845"/>
                      <a:pt x="1064419" y="1004845"/>
                    </a:cubicBezTo>
                    <a:cubicBezTo>
                      <a:pt x="1300956" y="1004845"/>
                      <a:pt x="1537494" y="1004297"/>
                      <a:pt x="1774031" y="1003209"/>
                    </a:cubicBezTo>
                    <a:cubicBezTo>
                      <a:pt x="2010569" y="1002120"/>
                      <a:pt x="2247106" y="351662"/>
                      <a:pt x="2483644" y="351662"/>
                    </a:cubicBezTo>
                    <a:cubicBezTo>
                      <a:pt x="2601912" y="351662"/>
                      <a:pt x="2720181" y="351662"/>
                      <a:pt x="2838450" y="351662"/>
                    </a:cubicBezTo>
                    <a:lnTo>
                      <a:pt x="2838450" y="448378"/>
                    </a:lnTo>
                    <a:cubicBezTo>
                      <a:pt x="2720181" y="448378"/>
                      <a:pt x="2601912" y="448378"/>
                      <a:pt x="2483644" y="448378"/>
                    </a:cubicBezTo>
                    <a:cubicBezTo>
                      <a:pt x="2247106" y="448378"/>
                      <a:pt x="2010569" y="1069068"/>
                      <a:pt x="1774031" y="1089742"/>
                    </a:cubicBezTo>
                    <a:cubicBezTo>
                      <a:pt x="1537494" y="1110417"/>
                      <a:pt x="1300956" y="1122330"/>
                      <a:pt x="1064419" y="1122330"/>
                    </a:cubicBezTo>
                    <a:cubicBezTo>
                      <a:pt x="827881" y="1122330"/>
                      <a:pt x="591344" y="1091878"/>
                      <a:pt x="354806" y="1091878"/>
                    </a:cubicBezTo>
                    <a:cubicBezTo>
                      <a:pt x="236538" y="1091878"/>
                      <a:pt x="118269" y="1091878"/>
                      <a:pt x="0" y="1091878"/>
                    </a:cubicBezTo>
                    <a:close/>
                  </a:path>
                </a:pathLst>
              </a:custGeom>
              <a:solidFill>
                <a:srgbClr val="0072B2">
                  <a:alpha val="4762"/>
                </a:srgbClr>
              </a:solidFill>
              <a:ln w="0">
                <a:noFill/>
              </a:ln>
            </p:spPr>
          </p:sp>
          <p:sp>
            <p:nvSpPr>
              <p:cNvPr id="2701" name="smooth-map-feature-1-shade-29">
                <a:extLst>
                  <a:ext uri="{FF2B5EF4-FFF2-40B4-BE49-F238E27FC236}">
                    <ns2:creationId id="{79F76EEC-CF04-4B3A-97D7-06AC7013E458}"/>
                  </a:ext>
                </a:extLst>
              </p:cNvPr>
              <p:cNvSpPr>
                <a:spLocks noGrp="1"/>
              </p:cNvSpPr>
              <p:nvPr/>
            </p:nvSpPr>
            <p:spPr>
              <a:xfrm>
                <a:off x="21240750" y="6019800"/>
                <a:ext cx="2838450" cy="1143000"/>
              </a:xfrm>
              <a:custGeom>
                <a:pathLst>
                  <a:path w="2838450" h="1143000">
                    <a:moveTo>
                      <a:pt x="0" y="1004324"/>
                    </a:moveTo>
                    <a:cubicBezTo>
                      <a:pt x="118269" y="1004324"/>
                      <a:pt x="236538" y="1004324"/>
                      <a:pt x="354806" y="1004324"/>
                    </a:cubicBezTo>
                    <a:cubicBezTo>
                      <a:pt x="591344" y="1004324"/>
                      <a:pt x="827881" y="1006787"/>
                      <a:pt x="1064419" y="1006787"/>
                    </a:cubicBezTo>
                    <a:cubicBezTo>
                      <a:pt x="1300956" y="1006787"/>
                      <a:pt x="1537494" y="1006066"/>
                      <a:pt x="1774031" y="1004639"/>
                    </a:cubicBezTo>
                    <a:cubicBezTo>
                      <a:pt x="2010569" y="1003211"/>
                      <a:pt x="2247106" y="353260"/>
                      <a:pt x="2483644" y="353260"/>
                    </a:cubicBezTo>
                    <a:cubicBezTo>
                      <a:pt x="2601912" y="353260"/>
                      <a:pt x="2720181" y="353260"/>
                      <a:pt x="2838450" y="353260"/>
                    </a:cubicBezTo>
                    <a:lnTo>
                      <a:pt x="2838450" y="446780"/>
                    </a:lnTo>
                    <a:cubicBezTo>
                      <a:pt x="2720181" y="446780"/>
                      <a:pt x="2601912" y="446780"/>
                      <a:pt x="2483644" y="446780"/>
                    </a:cubicBezTo>
                    <a:cubicBezTo>
                      <a:pt x="2247106" y="446780"/>
                      <a:pt x="2010569" y="1067946"/>
                      <a:pt x="1774031" y="1088312"/>
                    </a:cubicBezTo>
                    <a:cubicBezTo>
                      <a:pt x="1537494" y="1108679"/>
                      <a:pt x="1300956" y="1120389"/>
                      <a:pt x="1064419" y="1120389"/>
                    </a:cubicBezTo>
                    <a:cubicBezTo>
                      <a:pt x="827881" y="1120389"/>
                      <a:pt x="591344" y="1090407"/>
                      <a:pt x="354806" y="1090407"/>
                    </a:cubicBezTo>
                    <a:cubicBezTo>
                      <a:pt x="236538" y="1090407"/>
                      <a:pt x="118269" y="1090407"/>
                      <a:pt x="0" y="1090407"/>
                    </a:cubicBezTo>
                    <a:close/>
                  </a:path>
                </a:pathLst>
              </a:custGeom>
              <a:solidFill>
                <a:srgbClr val="0072B2">
                  <a:alpha val="5000"/>
                </a:srgbClr>
              </a:solidFill>
              <a:ln w="0">
                <a:noFill/>
              </a:ln>
            </p:spPr>
          </p:sp>
          <p:sp>
            <p:nvSpPr>
              <p:cNvPr id="2702" name="smooth-map-feature-1-shade-30">
                <a:extLst>
                  <a:ext uri="{FF2B5EF4-FFF2-40B4-BE49-F238E27FC236}">
                    <ns2:creationId id="{F0BB9A6A-CB6C-4207-9F8A-0B0AC7045B50}"/>
                  </a:ext>
                </a:extLst>
              </p:cNvPr>
              <p:cNvSpPr>
                <a:spLocks noGrp="1"/>
              </p:cNvSpPr>
              <p:nvPr/>
            </p:nvSpPr>
            <p:spPr>
              <a:xfrm>
                <a:off x="21240750" y="6019800"/>
                <a:ext cx="2838450" cy="1143000"/>
              </a:xfrm>
              <a:custGeom>
                <a:pathLst>
                  <a:path w="2838450" h="1143000">
                    <a:moveTo>
                      <a:pt x="0" y="1005795"/>
                    </a:moveTo>
                    <a:cubicBezTo>
                      <a:pt x="118269" y="1005795"/>
                      <a:pt x="236538" y="1005795"/>
                      <a:pt x="354806" y="1005795"/>
                    </a:cubicBezTo>
                    <a:cubicBezTo>
                      <a:pt x="591344" y="1005795"/>
                      <a:pt x="827881" y="1008728"/>
                      <a:pt x="1064419" y="1008728"/>
                    </a:cubicBezTo>
                    <a:cubicBezTo>
                      <a:pt x="1300956" y="1008728"/>
                      <a:pt x="1537494" y="1007834"/>
                      <a:pt x="1774031" y="1006068"/>
                    </a:cubicBezTo>
                    <a:cubicBezTo>
                      <a:pt x="2010569" y="1004303"/>
                      <a:pt x="2247106" y="354858"/>
                      <a:pt x="2483644" y="354858"/>
                    </a:cubicBezTo>
                    <a:cubicBezTo>
                      <a:pt x="2601912" y="354858"/>
                      <a:pt x="2720181" y="354858"/>
                      <a:pt x="2838450" y="354858"/>
                    </a:cubicBezTo>
                    <a:lnTo>
                      <a:pt x="2838450" y="445182"/>
                    </a:lnTo>
                    <a:cubicBezTo>
                      <a:pt x="2720181" y="445182"/>
                      <a:pt x="2601912" y="445182"/>
                      <a:pt x="2483644" y="445182"/>
                    </a:cubicBezTo>
                    <a:cubicBezTo>
                      <a:pt x="2247106" y="445182"/>
                      <a:pt x="2010569" y="1066826"/>
                      <a:pt x="1774031" y="1086883"/>
                    </a:cubicBezTo>
                    <a:cubicBezTo>
                      <a:pt x="1537494" y="1106940"/>
                      <a:pt x="1300956" y="1118448"/>
                      <a:pt x="1064419" y="1118448"/>
                    </a:cubicBezTo>
                    <a:cubicBezTo>
                      <a:pt x="827881" y="1118448"/>
                      <a:pt x="591344" y="1088936"/>
                      <a:pt x="354806" y="1088936"/>
                    </a:cubicBezTo>
                    <a:cubicBezTo>
                      <a:pt x="236538" y="1088936"/>
                      <a:pt x="118269" y="1088936"/>
                      <a:pt x="0" y="1088936"/>
                    </a:cubicBezTo>
                    <a:close/>
                  </a:path>
                </a:pathLst>
              </a:custGeom>
              <a:solidFill>
                <a:srgbClr val="0072B2">
                  <a:alpha val="5263"/>
                </a:srgbClr>
              </a:solidFill>
              <a:ln w="0">
                <a:noFill/>
              </a:ln>
            </p:spPr>
          </p:sp>
          <p:sp>
            <p:nvSpPr>
              <p:cNvPr id="2703" name="smooth-map-feature-1-shade-31">
                <a:extLst>
                  <a:ext uri="{FF2B5EF4-FFF2-40B4-BE49-F238E27FC236}">
                    <ns2:creationId id="{D3063021-293E-42ED-895D-DD659E3E517B}"/>
                  </a:ext>
                </a:extLst>
              </p:cNvPr>
              <p:cNvSpPr>
                <a:spLocks noGrp="1"/>
              </p:cNvSpPr>
              <p:nvPr/>
            </p:nvSpPr>
            <p:spPr>
              <a:xfrm>
                <a:off x="21240750" y="6019800"/>
                <a:ext cx="2838450" cy="1143000"/>
              </a:xfrm>
              <a:custGeom>
                <a:pathLst>
                  <a:path w="2838450" h="1143000">
                    <a:moveTo>
                      <a:pt x="0" y="1007270"/>
                    </a:moveTo>
                    <a:cubicBezTo>
                      <a:pt x="118269" y="1007270"/>
                      <a:pt x="236538" y="1007270"/>
                      <a:pt x="354806" y="1007270"/>
                    </a:cubicBezTo>
                    <a:cubicBezTo>
                      <a:pt x="591344" y="1007270"/>
                      <a:pt x="827881" y="1010674"/>
                      <a:pt x="1064419" y="1010674"/>
                    </a:cubicBezTo>
                    <a:cubicBezTo>
                      <a:pt x="1300956" y="1010674"/>
                      <a:pt x="1537494" y="1009606"/>
                      <a:pt x="1774031" y="1007502"/>
                    </a:cubicBezTo>
                    <a:cubicBezTo>
                      <a:pt x="2010569" y="1005397"/>
                      <a:pt x="2247106" y="356460"/>
                      <a:pt x="2483644" y="356460"/>
                    </a:cubicBezTo>
                    <a:cubicBezTo>
                      <a:pt x="2601912" y="356460"/>
                      <a:pt x="2720181" y="356460"/>
                      <a:pt x="2838450" y="356460"/>
                    </a:cubicBezTo>
                    <a:lnTo>
                      <a:pt x="2838450" y="443580"/>
                    </a:lnTo>
                    <a:cubicBezTo>
                      <a:pt x="2720181" y="443580"/>
                      <a:pt x="2601912" y="443580"/>
                      <a:pt x="2483644" y="443580"/>
                    </a:cubicBezTo>
                    <a:cubicBezTo>
                      <a:pt x="2247106" y="443580"/>
                      <a:pt x="2010569" y="1065703"/>
                      <a:pt x="1774031" y="1085450"/>
                    </a:cubicBezTo>
                    <a:cubicBezTo>
                      <a:pt x="1537494" y="1105196"/>
                      <a:pt x="1300956" y="1116502"/>
                      <a:pt x="1064419" y="1116502"/>
                    </a:cubicBezTo>
                    <a:cubicBezTo>
                      <a:pt x="827881" y="1116502"/>
                      <a:pt x="591344" y="1087462"/>
                      <a:pt x="354806" y="1087462"/>
                    </a:cubicBezTo>
                    <a:cubicBezTo>
                      <a:pt x="236538" y="1087462"/>
                      <a:pt x="118269" y="1087462"/>
                      <a:pt x="0" y="1087462"/>
                    </a:cubicBezTo>
                    <a:close/>
                  </a:path>
                </a:pathLst>
              </a:custGeom>
              <a:solidFill>
                <a:srgbClr val="0072B2">
                  <a:alpha val="5556"/>
                </a:srgbClr>
              </a:solidFill>
              <a:ln w="0">
                <a:noFill/>
              </a:ln>
            </p:spPr>
          </p:sp>
          <p:sp>
            <p:nvSpPr>
              <p:cNvPr id="2704" name="smooth-map-feature-1-shade-32">
                <a:extLst>
                  <a:ext uri="{FF2B5EF4-FFF2-40B4-BE49-F238E27FC236}">
                    <ns2:creationId id="{CDCEB030-730A-496D-A2D7-EB74DE1AB229}"/>
                  </a:ext>
                </a:extLst>
              </p:cNvPr>
              <p:cNvSpPr>
                <a:spLocks noGrp="1"/>
              </p:cNvSpPr>
              <p:nvPr/>
            </p:nvSpPr>
            <p:spPr>
              <a:xfrm>
                <a:off x="21240750" y="6019800"/>
                <a:ext cx="2838450" cy="1143000"/>
              </a:xfrm>
              <a:custGeom>
                <a:pathLst>
                  <a:path w="2838450" h="1143000">
                    <a:moveTo>
                      <a:pt x="0" y="1008751"/>
                    </a:moveTo>
                    <a:cubicBezTo>
                      <a:pt x="118269" y="1008751"/>
                      <a:pt x="236538" y="1008751"/>
                      <a:pt x="354806" y="1008751"/>
                    </a:cubicBezTo>
                    <a:cubicBezTo>
                      <a:pt x="591344" y="1008751"/>
                      <a:pt x="827881" y="1012629"/>
                      <a:pt x="1064419" y="1012629"/>
                    </a:cubicBezTo>
                    <a:cubicBezTo>
                      <a:pt x="1300956" y="1012629"/>
                      <a:pt x="1537494" y="1011386"/>
                      <a:pt x="1774031" y="1008942"/>
                    </a:cubicBezTo>
                    <a:cubicBezTo>
                      <a:pt x="2010569" y="1006497"/>
                      <a:pt x="2247106" y="358069"/>
                      <a:pt x="2483644" y="358069"/>
                    </a:cubicBezTo>
                    <a:cubicBezTo>
                      <a:pt x="2601912" y="358069"/>
                      <a:pt x="2720181" y="358069"/>
                      <a:pt x="2838450" y="358069"/>
                    </a:cubicBezTo>
                    <a:lnTo>
                      <a:pt x="2838450" y="441971"/>
                    </a:lnTo>
                    <a:cubicBezTo>
                      <a:pt x="2720181" y="441971"/>
                      <a:pt x="2601912" y="441971"/>
                      <a:pt x="2483644" y="441971"/>
                    </a:cubicBezTo>
                    <a:cubicBezTo>
                      <a:pt x="2247106" y="441971"/>
                      <a:pt x="2010569" y="1064576"/>
                      <a:pt x="1774031" y="1084009"/>
                    </a:cubicBezTo>
                    <a:cubicBezTo>
                      <a:pt x="1537494" y="1103443"/>
                      <a:pt x="1300956" y="1114547"/>
                      <a:pt x="1064419" y="1114547"/>
                    </a:cubicBezTo>
                    <a:cubicBezTo>
                      <a:pt x="827881" y="1114547"/>
                      <a:pt x="591344" y="1085980"/>
                      <a:pt x="354806" y="1085980"/>
                    </a:cubicBezTo>
                    <a:cubicBezTo>
                      <a:pt x="236538" y="1085980"/>
                      <a:pt x="118269" y="1085980"/>
                      <a:pt x="0" y="1085980"/>
                    </a:cubicBezTo>
                    <a:close/>
                  </a:path>
                </a:pathLst>
              </a:custGeom>
              <a:solidFill>
                <a:srgbClr val="0072B2">
                  <a:alpha val="5882"/>
                </a:srgbClr>
              </a:solidFill>
              <a:ln w="0">
                <a:noFill/>
              </a:ln>
            </p:spPr>
          </p:sp>
          <p:sp>
            <p:nvSpPr>
              <p:cNvPr id="2705" name="smooth-map-feature-1-shade-33">
                <a:extLst>
                  <a:ext uri="{FF2B5EF4-FFF2-40B4-BE49-F238E27FC236}">
                    <ns2:creationId id="{8BFDE272-E78F-41C6-9B01-99BEC3266FF1}"/>
                  </a:ext>
                </a:extLst>
              </p:cNvPr>
              <p:cNvSpPr>
                <a:spLocks noGrp="1"/>
              </p:cNvSpPr>
              <p:nvPr/>
            </p:nvSpPr>
            <p:spPr>
              <a:xfrm>
                <a:off x="21240750" y="6019800"/>
                <a:ext cx="2838450" cy="1143000"/>
              </a:xfrm>
              <a:custGeom>
                <a:pathLst>
                  <a:path w="2838450" h="1143000">
                    <a:moveTo>
                      <a:pt x="0" y="1010244"/>
                    </a:moveTo>
                    <a:cubicBezTo>
                      <a:pt x="118269" y="1010244"/>
                      <a:pt x="236538" y="1010244"/>
                      <a:pt x="354806" y="1010244"/>
                    </a:cubicBezTo>
                    <a:cubicBezTo>
                      <a:pt x="591344" y="1010244"/>
                      <a:pt x="827881" y="1014599"/>
                      <a:pt x="1064419" y="1014599"/>
                    </a:cubicBezTo>
                    <a:cubicBezTo>
                      <a:pt x="1300956" y="1014599"/>
                      <a:pt x="1537494" y="1013179"/>
                      <a:pt x="1774031" y="1010392"/>
                    </a:cubicBezTo>
                    <a:cubicBezTo>
                      <a:pt x="2010569" y="1007606"/>
                      <a:pt x="2247106" y="359691"/>
                      <a:pt x="2483644" y="359691"/>
                    </a:cubicBezTo>
                    <a:cubicBezTo>
                      <a:pt x="2601912" y="359691"/>
                      <a:pt x="2720181" y="359691"/>
                      <a:pt x="2838450" y="359691"/>
                    </a:cubicBezTo>
                    <a:lnTo>
                      <a:pt x="2838450" y="440349"/>
                    </a:lnTo>
                    <a:cubicBezTo>
                      <a:pt x="2720181" y="440349"/>
                      <a:pt x="2601912" y="440349"/>
                      <a:pt x="2483644" y="440349"/>
                    </a:cubicBezTo>
                    <a:cubicBezTo>
                      <a:pt x="2247106" y="440349"/>
                      <a:pt x="2010569" y="1063440"/>
                      <a:pt x="1774031" y="1082559"/>
                    </a:cubicBezTo>
                    <a:cubicBezTo>
                      <a:pt x="1537494" y="1101677"/>
                      <a:pt x="1300956" y="1112577"/>
                      <a:pt x="1064419" y="1112577"/>
                    </a:cubicBezTo>
                    <a:cubicBezTo>
                      <a:pt x="827881" y="1112577"/>
                      <a:pt x="591344" y="1084488"/>
                      <a:pt x="354806" y="1084488"/>
                    </a:cubicBezTo>
                    <a:cubicBezTo>
                      <a:pt x="236538" y="1084488"/>
                      <a:pt x="118269" y="1084488"/>
                      <a:pt x="0" y="1084488"/>
                    </a:cubicBezTo>
                    <a:close/>
                  </a:path>
                </a:pathLst>
              </a:custGeom>
              <a:solidFill>
                <a:srgbClr val="0072B2">
                  <a:alpha val="6250"/>
                </a:srgbClr>
              </a:solidFill>
              <a:ln w="0">
                <a:noFill/>
              </a:ln>
            </p:spPr>
          </p:sp>
          <p:sp>
            <p:nvSpPr>
              <p:cNvPr id="2706" name="smooth-map-feature-1-shade-34">
                <a:extLst>
                  <a:ext uri="{FF2B5EF4-FFF2-40B4-BE49-F238E27FC236}">
                    <ns2:creationId id="{9E7F60A8-CA31-4B8F-AF4A-5481AE59B8AB}"/>
                  </a:ext>
                </a:extLst>
              </p:cNvPr>
              <p:cNvSpPr>
                <a:spLocks noGrp="1"/>
              </p:cNvSpPr>
              <p:nvPr/>
            </p:nvSpPr>
            <p:spPr>
              <a:xfrm>
                <a:off x="21240750" y="6019800"/>
                <a:ext cx="2838450" cy="1143000"/>
              </a:xfrm>
              <a:custGeom>
                <a:pathLst>
                  <a:path w="2838450" h="1143000">
                    <a:moveTo>
                      <a:pt x="0" y="1011752"/>
                    </a:moveTo>
                    <a:cubicBezTo>
                      <a:pt x="118269" y="1011752"/>
                      <a:pt x="236538" y="1011752"/>
                      <a:pt x="354806" y="1011752"/>
                    </a:cubicBezTo>
                    <a:cubicBezTo>
                      <a:pt x="591344" y="1011752"/>
                      <a:pt x="827881" y="1016589"/>
                      <a:pt x="1064419" y="1016589"/>
                    </a:cubicBezTo>
                    <a:cubicBezTo>
                      <a:pt x="1300956" y="1016589"/>
                      <a:pt x="1537494" y="1014989"/>
                      <a:pt x="1774031" y="1011858"/>
                    </a:cubicBezTo>
                    <a:cubicBezTo>
                      <a:pt x="2010569" y="1008727"/>
                      <a:pt x="2247106" y="361329"/>
                      <a:pt x="2483644" y="361329"/>
                    </a:cubicBezTo>
                    <a:cubicBezTo>
                      <a:pt x="2601912" y="361329"/>
                      <a:pt x="2720181" y="361329"/>
                      <a:pt x="2838450" y="361329"/>
                    </a:cubicBezTo>
                    <a:lnTo>
                      <a:pt x="2838450" y="438711"/>
                    </a:lnTo>
                    <a:cubicBezTo>
                      <a:pt x="2720181" y="438711"/>
                      <a:pt x="2601912" y="438711"/>
                      <a:pt x="2483644" y="438711"/>
                    </a:cubicBezTo>
                    <a:cubicBezTo>
                      <a:pt x="2247106" y="438711"/>
                      <a:pt x="2010569" y="1062293"/>
                      <a:pt x="1774031" y="1081093"/>
                    </a:cubicBezTo>
                    <a:cubicBezTo>
                      <a:pt x="1537494" y="1099892"/>
                      <a:pt x="1300956" y="1110587"/>
                      <a:pt x="1064419" y="1110587"/>
                    </a:cubicBezTo>
                    <a:cubicBezTo>
                      <a:pt x="827881" y="1110587"/>
                      <a:pt x="591344" y="1082980"/>
                      <a:pt x="354806" y="1082980"/>
                    </a:cubicBezTo>
                    <a:cubicBezTo>
                      <a:pt x="236538" y="1082980"/>
                      <a:pt x="118269" y="1082980"/>
                      <a:pt x="0" y="1082980"/>
                    </a:cubicBezTo>
                    <a:close/>
                  </a:path>
                </a:pathLst>
              </a:custGeom>
              <a:solidFill>
                <a:srgbClr val="0072B2">
                  <a:alpha val="6667"/>
                </a:srgbClr>
              </a:solidFill>
              <a:ln w="0">
                <a:noFill/>
              </a:ln>
            </p:spPr>
          </p:sp>
          <p:sp>
            <p:nvSpPr>
              <p:cNvPr id="2707" name="smooth-map-feature-1-shade-35">
                <a:extLst>
                  <a:ext uri="{FF2B5EF4-FFF2-40B4-BE49-F238E27FC236}">
                    <ns2:creationId id="{C8895A0D-464B-4D9A-8348-99AE99E7AF70}"/>
                  </a:ext>
                </a:extLst>
              </p:cNvPr>
              <p:cNvSpPr>
                <a:spLocks noGrp="1"/>
              </p:cNvSpPr>
              <p:nvPr/>
            </p:nvSpPr>
            <p:spPr>
              <a:xfrm>
                <a:off x="21240750" y="6019800"/>
                <a:ext cx="2838450" cy="1143000"/>
              </a:xfrm>
              <a:custGeom>
                <a:pathLst>
                  <a:path w="2838450" h="1143000">
                    <a:moveTo>
                      <a:pt x="0" y="1013280"/>
                    </a:moveTo>
                    <a:cubicBezTo>
                      <a:pt x="118269" y="1013280"/>
                      <a:pt x="236538" y="1013280"/>
                      <a:pt x="354806" y="1013280"/>
                    </a:cubicBezTo>
                    <a:cubicBezTo>
                      <a:pt x="591344" y="1013280"/>
                      <a:pt x="827881" y="1018606"/>
                      <a:pt x="1064419" y="1018606"/>
                    </a:cubicBezTo>
                    <a:cubicBezTo>
                      <a:pt x="1300956" y="1018606"/>
                      <a:pt x="1537494" y="1016824"/>
                      <a:pt x="1774031" y="1013344"/>
                    </a:cubicBezTo>
                    <a:cubicBezTo>
                      <a:pt x="2010569" y="1009864"/>
                      <a:pt x="2247106" y="362990"/>
                      <a:pt x="2483644" y="362990"/>
                    </a:cubicBezTo>
                    <a:cubicBezTo>
                      <a:pt x="2601912" y="362990"/>
                      <a:pt x="2720181" y="362990"/>
                      <a:pt x="2838450" y="362990"/>
                    </a:cubicBezTo>
                    <a:lnTo>
                      <a:pt x="2838450" y="437050"/>
                    </a:lnTo>
                    <a:cubicBezTo>
                      <a:pt x="2720181" y="437050"/>
                      <a:pt x="2601912" y="437050"/>
                      <a:pt x="2483644" y="437050"/>
                    </a:cubicBezTo>
                    <a:cubicBezTo>
                      <a:pt x="2247106" y="437050"/>
                      <a:pt x="2010569" y="1061131"/>
                      <a:pt x="1774031" y="1079607"/>
                    </a:cubicBezTo>
                    <a:cubicBezTo>
                      <a:pt x="1537494" y="1098083"/>
                      <a:pt x="1300956" y="1108570"/>
                      <a:pt x="1064419" y="1108570"/>
                    </a:cubicBezTo>
                    <a:cubicBezTo>
                      <a:pt x="827881" y="1108570"/>
                      <a:pt x="591344" y="1081451"/>
                      <a:pt x="354806" y="1081451"/>
                    </a:cubicBezTo>
                    <a:cubicBezTo>
                      <a:pt x="236538" y="1081451"/>
                      <a:pt x="118269" y="1081451"/>
                      <a:pt x="0" y="1081451"/>
                    </a:cubicBezTo>
                    <a:close/>
                  </a:path>
                </a:pathLst>
              </a:custGeom>
              <a:solidFill>
                <a:srgbClr val="0072B2">
                  <a:alpha val="7143"/>
                </a:srgbClr>
              </a:solidFill>
              <a:ln w="0">
                <a:noFill/>
              </a:ln>
            </p:spPr>
          </p:sp>
          <p:sp>
            <p:nvSpPr>
              <p:cNvPr id="2708" name="smooth-map-feature-1-shade-36">
                <a:extLst>
                  <a:ext uri="{FF2B5EF4-FFF2-40B4-BE49-F238E27FC236}">
                    <ns2:creationId id="{2C3E13CC-2DE5-45C7-B2A8-E0835768580B}"/>
                  </a:ext>
                </a:extLst>
              </p:cNvPr>
              <p:cNvSpPr>
                <a:spLocks noGrp="1"/>
              </p:cNvSpPr>
              <p:nvPr/>
            </p:nvSpPr>
            <p:spPr>
              <a:xfrm>
                <a:off x="21240750" y="6019800"/>
                <a:ext cx="2838450" cy="1143000"/>
              </a:xfrm>
              <a:custGeom>
                <a:pathLst>
                  <a:path w="2838450" h="1143000">
                    <a:moveTo>
                      <a:pt x="0" y="1014835"/>
                    </a:moveTo>
                    <a:cubicBezTo>
                      <a:pt x="118269" y="1014835"/>
                      <a:pt x="236538" y="1014835"/>
                      <a:pt x="354806" y="1014835"/>
                    </a:cubicBezTo>
                    <a:cubicBezTo>
                      <a:pt x="591344" y="1014835"/>
                      <a:pt x="827881" y="1020657"/>
                      <a:pt x="1064419" y="1020657"/>
                    </a:cubicBezTo>
                    <a:cubicBezTo>
                      <a:pt x="1300956" y="1020657"/>
                      <a:pt x="1537494" y="1018689"/>
                      <a:pt x="1774031" y="1014855"/>
                    </a:cubicBezTo>
                    <a:cubicBezTo>
                      <a:pt x="2010569" y="1011021"/>
                      <a:pt x="2247106" y="364678"/>
                      <a:pt x="2483644" y="364678"/>
                    </a:cubicBezTo>
                    <a:cubicBezTo>
                      <a:pt x="2601912" y="364678"/>
                      <a:pt x="2720181" y="364678"/>
                      <a:pt x="2838450" y="364678"/>
                    </a:cubicBezTo>
                    <a:lnTo>
                      <a:pt x="2838450" y="435362"/>
                    </a:lnTo>
                    <a:cubicBezTo>
                      <a:pt x="2720181" y="435362"/>
                      <a:pt x="2601912" y="435362"/>
                      <a:pt x="2483644" y="435362"/>
                    </a:cubicBezTo>
                    <a:cubicBezTo>
                      <a:pt x="2247106" y="435362"/>
                      <a:pt x="2010569" y="1059950"/>
                      <a:pt x="1774031" y="1078096"/>
                    </a:cubicBezTo>
                    <a:cubicBezTo>
                      <a:pt x="1537494" y="1096242"/>
                      <a:pt x="1300956" y="1106519"/>
                      <a:pt x="1064419" y="1106519"/>
                    </a:cubicBezTo>
                    <a:cubicBezTo>
                      <a:pt x="827881" y="1106519"/>
                      <a:pt x="591344" y="1079897"/>
                      <a:pt x="354806" y="1079897"/>
                    </a:cubicBezTo>
                    <a:cubicBezTo>
                      <a:pt x="236538" y="1079897"/>
                      <a:pt x="118269" y="1079897"/>
                      <a:pt x="0" y="1079897"/>
                    </a:cubicBezTo>
                    <a:close/>
                  </a:path>
                </a:pathLst>
              </a:custGeom>
              <a:solidFill>
                <a:srgbClr val="0072B2">
                  <a:alpha val="7692"/>
                </a:srgbClr>
              </a:solidFill>
              <a:ln w="0">
                <a:noFill/>
              </a:ln>
            </p:spPr>
          </p:sp>
          <p:sp>
            <p:nvSpPr>
              <p:cNvPr id="2709" name="smooth-map-feature-1-shade-37">
                <a:extLst>
                  <a:ext uri="{FF2B5EF4-FFF2-40B4-BE49-F238E27FC236}">
                    <ns2:creationId id="{C0AFB0ED-F125-4443-A836-03430243B60B}"/>
                  </a:ext>
                </a:extLst>
              </p:cNvPr>
              <p:cNvSpPr>
                <a:spLocks noGrp="1"/>
              </p:cNvSpPr>
              <p:nvPr/>
            </p:nvSpPr>
            <p:spPr>
              <a:xfrm>
                <a:off x="21240750" y="6019800"/>
                <a:ext cx="2838450" cy="1143000"/>
              </a:xfrm>
              <a:custGeom>
                <a:pathLst>
                  <a:path w="2838450" h="1143000">
                    <a:moveTo>
                      <a:pt x="0" y="1016421"/>
                    </a:moveTo>
                    <a:cubicBezTo>
                      <a:pt x="118269" y="1016421"/>
                      <a:pt x="236538" y="1016421"/>
                      <a:pt x="354806" y="1016421"/>
                    </a:cubicBezTo>
                    <a:cubicBezTo>
                      <a:pt x="591344" y="1016421"/>
                      <a:pt x="827881" y="1022751"/>
                      <a:pt x="1064419" y="1022751"/>
                    </a:cubicBezTo>
                    <a:cubicBezTo>
                      <a:pt x="1300956" y="1022751"/>
                      <a:pt x="1537494" y="1020592"/>
                      <a:pt x="1774031" y="1016397"/>
                    </a:cubicBezTo>
                    <a:cubicBezTo>
                      <a:pt x="2010569" y="1012202"/>
                      <a:pt x="2247106" y="366402"/>
                      <a:pt x="2483644" y="366402"/>
                    </a:cubicBezTo>
                    <a:cubicBezTo>
                      <a:pt x="2601912" y="366402"/>
                      <a:pt x="2720181" y="366402"/>
                      <a:pt x="2838450" y="366402"/>
                    </a:cubicBezTo>
                    <a:lnTo>
                      <a:pt x="2838450" y="433638"/>
                    </a:lnTo>
                    <a:cubicBezTo>
                      <a:pt x="2720181" y="433638"/>
                      <a:pt x="2601912" y="433638"/>
                      <a:pt x="2483644" y="433638"/>
                    </a:cubicBezTo>
                    <a:cubicBezTo>
                      <a:pt x="2247106" y="433638"/>
                      <a:pt x="2010569" y="1058745"/>
                      <a:pt x="1774031" y="1076554"/>
                    </a:cubicBezTo>
                    <a:cubicBezTo>
                      <a:pt x="1537494" y="1094362"/>
                      <a:pt x="1300956" y="1104425"/>
                      <a:pt x="1064419" y="1104425"/>
                    </a:cubicBezTo>
                    <a:cubicBezTo>
                      <a:pt x="827881" y="1104425"/>
                      <a:pt x="591344" y="1078310"/>
                      <a:pt x="354806" y="1078310"/>
                    </a:cubicBezTo>
                    <a:cubicBezTo>
                      <a:pt x="236538" y="1078310"/>
                      <a:pt x="118269" y="1078310"/>
                      <a:pt x="0" y="1078310"/>
                    </a:cubicBezTo>
                    <a:close/>
                  </a:path>
                </a:pathLst>
              </a:custGeom>
              <a:solidFill>
                <a:srgbClr val="0072B2">
                  <a:alpha val="8333"/>
                </a:srgbClr>
              </a:solidFill>
              <a:ln w="0">
                <a:noFill/>
              </a:ln>
            </p:spPr>
          </p:sp>
          <p:sp>
            <p:nvSpPr>
              <p:cNvPr id="2710" name="smooth-map-feature-1-shade-38">
                <a:extLst>
                  <a:ext uri="{FF2B5EF4-FFF2-40B4-BE49-F238E27FC236}">
                    <ns2:creationId id="{18C5D268-CA41-4E54-864A-7067592A5D36}"/>
                  </a:ext>
                </a:extLst>
              </p:cNvPr>
              <p:cNvSpPr>
                <a:spLocks noGrp="1"/>
              </p:cNvSpPr>
              <p:nvPr/>
            </p:nvSpPr>
            <p:spPr>
              <a:xfrm>
                <a:off x="21240750" y="6019800"/>
                <a:ext cx="2838450" cy="1143000"/>
              </a:xfrm>
              <a:custGeom>
                <a:pathLst>
                  <a:path w="2838450" h="1143000">
                    <a:moveTo>
                      <a:pt x="0" y="1018049"/>
                    </a:moveTo>
                    <a:cubicBezTo>
                      <a:pt x="118269" y="1018049"/>
                      <a:pt x="236538" y="1018049"/>
                      <a:pt x="354806" y="1018049"/>
                    </a:cubicBezTo>
                    <a:cubicBezTo>
                      <a:pt x="591344" y="1018049"/>
                      <a:pt x="827881" y="1024898"/>
                      <a:pt x="1064419" y="1024898"/>
                    </a:cubicBezTo>
                    <a:cubicBezTo>
                      <a:pt x="1300956" y="1024898"/>
                      <a:pt x="1537494" y="1022543"/>
                      <a:pt x="1774031" y="1017979"/>
                    </a:cubicBezTo>
                    <a:cubicBezTo>
                      <a:pt x="2010569" y="1013414"/>
                      <a:pt x="2247106" y="368170"/>
                      <a:pt x="2483644" y="368170"/>
                    </a:cubicBezTo>
                    <a:cubicBezTo>
                      <a:pt x="2601912" y="368170"/>
                      <a:pt x="2720181" y="368170"/>
                      <a:pt x="2838450" y="368170"/>
                    </a:cubicBezTo>
                    <a:lnTo>
                      <a:pt x="2838450" y="431870"/>
                    </a:lnTo>
                    <a:cubicBezTo>
                      <a:pt x="2720181" y="431870"/>
                      <a:pt x="2601912" y="431870"/>
                      <a:pt x="2483644" y="431870"/>
                    </a:cubicBezTo>
                    <a:cubicBezTo>
                      <a:pt x="2247106" y="431870"/>
                      <a:pt x="2010569" y="1057510"/>
                      <a:pt x="1774031" y="1074972"/>
                    </a:cubicBezTo>
                    <a:cubicBezTo>
                      <a:pt x="1537494" y="1092434"/>
                      <a:pt x="1300956" y="1102277"/>
                      <a:pt x="1064419" y="1102277"/>
                    </a:cubicBezTo>
                    <a:cubicBezTo>
                      <a:pt x="827881" y="1102277"/>
                      <a:pt x="591344" y="1076683"/>
                      <a:pt x="354806" y="1076683"/>
                    </a:cubicBezTo>
                    <a:cubicBezTo>
                      <a:pt x="236538" y="1076683"/>
                      <a:pt x="118269" y="1076683"/>
                      <a:pt x="0" y="1076683"/>
                    </a:cubicBezTo>
                    <a:close/>
                  </a:path>
                </a:pathLst>
              </a:custGeom>
              <a:solidFill>
                <a:srgbClr val="0072B2">
                  <a:alpha val="9091"/>
                </a:srgbClr>
              </a:solidFill>
              <a:ln w="0">
                <a:noFill/>
              </a:ln>
            </p:spPr>
          </p:sp>
          <p:sp>
            <p:nvSpPr>
              <p:cNvPr id="2711" name="smooth-map-feature-1-shade-39">
                <a:extLst>
                  <a:ext uri="{FF2B5EF4-FFF2-40B4-BE49-F238E27FC236}">
                    <ns2:creationId id="{87536DF7-6190-4DF4-A03E-46D253562D71}"/>
                  </a:ext>
                </a:extLst>
              </p:cNvPr>
              <p:cNvSpPr>
                <a:spLocks noGrp="1"/>
              </p:cNvSpPr>
              <p:nvPr/>
            </p:nvSpPr>
            <p:spPr>
              <a:xfrm>
                <a:off x="21240750" y="6019800"/>
                <a:ext cx="2838450" cy="1143000"/>
              </a:xfrm>
              <a:custGeom>
                <a:pathLst>
                  <a:path w="2838450" h="1143000">
                    <a:moveTo>
                      <a:pt x="0" y="1019726"/>
                    </a:moveTo>
                    <a:cubicBezTo>
                      <a:pt x="118269" y="1019726"/>
                      <a:pt x="236538" y="1019726"/>
                      <a:pt x="354806" y="1019726"/>
                    </a:cubicBezTo>
                    <a:cubicBezTo>
                      <a:pt x="591344" y="1019726"/>
                      <a:pt x="827881" y="1027111"/>
                      <a:pt x="1064419" y="1027111"/>
                    </a:cubicBezTo>
                    <a:cubicBezTo>
                      <a:pt x="1300956" y="1027111"/>
                      <a:pt x="1537494" y="1024553"/>
                      <a:pt x="1774031" y="1019609"/>
                    </a:cubicBezTo>
                    <a:cubicBezTo>
                      <a:pt x="2010569" y="1014664"/>
                      <a:pt x="2247106" y="369992"/>
                      <a:pt x="2483644" y="369992"/>
                    </a:cubicBezTo>
                    <a:cubicBezTo>
                      <a:pt x="2601912" y="369992"/>
                      <a:pt x="2720181" y="369992"/>
                      <a:pt x="2838450" y="369992"/>
                    </a:cubicBezTo>
                    <a:lnTo>
                      <a:pt x="2838450" y="430048"/>
                    </a:lnTo>
                    <a:cubicBezTo>
                      <a:pt x="2720181" y="430048"/>
                      <a:pt x="2601912" y="430048"/>
                      <a:pt x="2483644" y="430048"/>
                    </a:cubicBezTo>
                    <a:cubicBezTo>
                      <a:pt x="2247106" y="430048"/>
                      <a:pt x="2010569" y="1056238"/>
                      <a:pt x="1774031" y="1073342"/>
                    </a:cubicBezTo>
                    <a:cubicBezTo>
                      <a:pt x="1537494" y="1090446"/>
                      <a:pt x="1300956" y="1100064"/>
                      <a:pt x="1064419" y="1100064"/>
                    </a:cubicBezTo>
                    <a:cubicBezTo>
                      <a:pt x="827881" y="1100064"/>
                      <a:pt x="591344" y="1075006"/>
                      <a:pt x="354806" y="1075006"/>
                    </a:cubicBezTo>
                    <a:cubicBezTo>
                      <a:pt x="236538" y="1075006"/>
                      <a:pt x="118269" y="1075006"/>
                      <a:pt x="0" y="1075006"/>
                    </a:cubicBezTo>
                    <a:close/>
                  </a:path>
                </a:pathLst>
              </a:custGeom>
              <a:solidFill>
                <a:srgbClr val="0072B2">
                  <a:alpha val="10000"/>
                </a:srgbClr>
              </a:solidFill>
              <a:ln w="0">
                <a:noFill/>
              </a:ln>
            </p:spPr>
          </p:sp>
          <p:sp>
            <p:nvSpPr>
              <p:cNvPr id="2712" name="smooth-map-feature-1-shade-40">
                <a:extLst>
                  <a:ext uri="{FF2B5EF4-FFF2-40B4-BE49-F238E27FC236}">
                    <ns2:creationId id="{4B45443D-8985-42FF-92B5-8793B6F9E0B7}"/>
                  </a:ext>
                </a:extLst>
              </p:cNvPr>
              <p:cNvSpPr>
                <a:spLocks noGrp="1"/>
              </p:cNvSpPr>
              <p:nvPr/>
            </p:nvSpPr>
            <p:spPr>
              <a:xfrm>
                <a:off x="21240750" y="6019800"/>
                <a:ext cx="2838450" cy="1143000"/>
              </a:xfrm>
              <a:custGeom>
                <a:pathLst>
                  <a:path w="2838450" h="1143000">
                    <a:moveTo>
                      <a:pt x="0" y="1021465"/>
                    </a:moveTo>
                    <a:cubicBezTo>
                      <a:pt x="118269" y="1021465"/>
                      <a:pt x="236538" y="1021465"/>
                      <a:pt x="354806" y="1021465"/>
                    </a:cubicBezTo>
                    <a:cubicBezTo>
                      <a:pt x="591344" y="1021465"/>
                      <a:pt x="827881" y="1029407"/>
                      <a:pt x="1064419" y="1029407"/>
                    </a:cubicBezTo>
                    <a:cubicBezTo>
                      <a:pt x="1300956" y="1029407"/>
                      <a:pt x="1537494" y="1026637"/>
                      <a:pt x="1774031" y="1021299"/>
                    </a:cubicBezTo>
                    <a:cubicBezTo>
                      <a:pt x="2010569" y="1015961"/>
                      <a:pt x="2247106" y="371881"/>
                      <a:pt x="2483644" y="371881"/>
                    </a:cubicBezTo>
                    <a:cubicBezTo>
                      <a:pt x="2601912" y="371881"/>
                      <a:pt x="2720181" y="371881"/>
                      <a:pt x="2838450" y="371881"/>
                    </a:cubicBezTo>
                    <a:lnTo>
                      <a:pt x="2838450" y="428159"/>
                    </a:lnTo>
                    <a:cubicBezTo>
                      <a:pt x="2720181" y="428159"/>
                      <a:pt x="2601912" y="428159"/>
                      <a:pt x="2483644" y="428159"/>
                    </a:cubicBezTo>
                    <a:cubicBezTo>
                      <a:pt x="2247106" y="428159"/>
                      <a:pt x="2010569" y="1054919"/>
                      <a:pt x="1774031" y="1071652"/>
                    </a:cubicBezTo>
                    <a:cubicBezTo>
                      <a:pt x="1537494" y="1088384"/>
                      <a:pt x="1300956" y="1097769"/>
                      <a:pt x="1064419" y="1097769"/>
                    </a:cubicBezTo>
                    <a:cubicBezTo>
                      <a:pt x="827881" y="1097769"/>
                      <a:pt x="591344" y="1073267"/>
                      <a:pt x="354806" y="1073267"/>
                    </a:cubicBezTo>
                    <a:cubicBezTo>
                      <a:pt x="236538" y="1073267"/>
                      <a:pt x="118269" y="1073267"/>
                      <a:pt x="0" y="1073267"/>
                    </a:cubicBezTo>
                    <a:close/>
                  </a:path>
                </a:pathLst>
              </a:custGeom>
              <a:solidFill>
                <a:srgbClr val="0072B2">
                  <a:alpha val="11111"/>
                </a:srgbClr>
              </a:solidFill>
              <a:ln w="0">
                <a:noFill/>
              </a:ln>
            </p:spPr>
          </p:sp>
          <p:sp>
            <p:nvSpPr>
              <p:cNvPr id="2713" name="smooth-map-feature-1-shade-41">
                <a:extLst>
                  <a:ext uri="{FF2B5EF4-FFF2-40B4-BE49-F238E27FC236}">
                    <ns2:creationId id="{003DE0A4-746E-4291-8D08-9B39B9111A73}"/>
                  </a:ext>
                </a:extLst>
              </p:cNvPr>
              <p:cNvSpPr>
                <a:spLocks noGrp="1"/>
              </p:cNvSpPr>
              <p:nvPr/>
            </p:nvSpPr>
            <p:spPr>
              <a:xfrm>
                <a:off x="21240750" y="6019800"/>
                <a:ext cx="2838450" cy="1143000"/>
              </a:xfrm>
              <a:custGeom>
                <a:pathLst>
                  <a:path w="2838450" h="1143000">
                    <a:moveTo>
                      <a:pt x="0" y="1023282"/>
                    </a:moveTo>
                    <a:cubicBezTo>
                      <a:pt x="118269" y="1023282"/>
                      <a:pt x="236538" y="1023282"/>
                      <a:pt x="354806" y="1023282"/>
                    </a:cubicBezTo>
                    <a:cubicBezTo>
                      <a:pt x="591344" y="1023282"/>
                      <a:pt x="827881" y="1031804"/>
                      <a:pt x="1064419" y="1031804"/>
                    </a:cubicBezTo>
                    <a:cubicBezTo>
                      <a:pt x="1300956" y="1031804"/>
                      <a:pt x="1537494" y="1028814"/>
                      <a:pt x="1774031" y="1023065"/>
                    </a:cubicBezTo>
                    <a:cubicBezTo>
                      <a:pt x="2010569" y="1017317"/>
                      <a:pt x="2247106" y="373855"/>
                      <a:pt x="2483644" y="373855"/>
                    </a:cubicBezTo>
                    <a:cubicBezTo>
                      <a:pt x="2601912" y="373855"/>
                      <a:pt x="2720181" y="373855"/>
                      <a:pt x="2838450" y="373855"/>
                    </a:cubicBezTo>
                    <a:lnTo>
                      <a:pt x="2838450" y="426185"/>
                    </a:lnTo>
                    <a:cubicBezTo>
                      <a:pt x="2720181" y="426185"/>
                      <a:pt x="2601912" y="426185"/>
                      <a:pt x="2483644" y="426185"/>
                    </a:cubicBezTo>
                    <a:cubicBezTo>
                      <a:pt x="2247106" y="426185"/>
                      <a:pt x="2010569" y="1053542"/>
                      <a:pt x="1774031" y="1069886"/>
                    </a:cubicBezTo>
                    <a:cubicBezTo>
                      <a:pt x="1537494" y="1086229"/>
                      <a:pt x="1300956" y="1095371"/>
                      <a:pt x="1064419" y="1095371"/>
                    </a:cubicBezTo>
                    <a:cubicBezTo>
                      <a:pt x="827881" y="1095371"/>
                      <a:pt x="591344" y="1071450"/>
                      <a:pt x="354806" y="1071450"/>
                    </a:cubicBezTo>
                    <a:cubicBezTo>
                      <a:pt x="236538" y="1071450"/>
                      <a:pt x="118269" y="1071450"/>
                      <a:pt x="0" y="1071450"/>
                    </a:cubicBezTo>
                    <a:close/>
                  </a:path>
                </a:pathLst>
              </a:custGeom>
              <a:solidFill>
                <a:srgbClr val="0072B2">
                  <a:alpha val="12500"/>
                </a:srgbClr>
              </a:solidFill>
              <a:ln w="0">
                <a:noFill/>
              </a:ln>
            </p:spPr>
          </p:sp>
          <p:sp>
            <p:nvSpPr>
              <p:cNvPr id="2714" name="smooth-map-feature-1-shade-42">
                <a:extLst>
                  <a:ext uri="{FF2B5EF4-FFF2-40B4-BE49-F238E27FC236}">
                    <ns2:creationId id="{B652972B-2FF5-45AB-982E-69944E45AFE8}"/>
                  </a:ext>
                </a:extLst>
              </p:cNvPr>
              <p:cNvSpPr>
                <a:spLocks noGrp="1"/>
              </p:cNvSpPr>
              <p:nvPr/>
            </p:nvSpPr>
            <p:spPr>
              <a:xfrm>
                <a:off x="21240750" y="6019800"/>
                <a:ext cx="2838450" cy="1143000"/>
              </a:xfrm>
              <a:custGeom>
                <a:pathLst>
                  <a:path w="2838450" h="1143000">
                    <a:moveTo>
                      <a:pt x="0" y="1025198"/>
                    </a:moveTo>
                    <a:cubicBezTo>
                      <a:pt x="118269" y="1025198"/>
                      <a:pt x="236538" y="1025198"/>
                      <a:pt x="354806" y="1025198"/>
                    </a:cubicBezTo>
                    <a:cubicBezTo>
                      <a:pt x="591344" y="1025198"/>
                      <a:pt x="827881" y="1034334"/>
                      <a:pt x="1064419" y="1034334"/>
                    </a:cubicBezTo>
                    <a:cubicBezTo>
                      <a:pt x="1300956" y="1034334"/>
                      <a:pt x="1537494" y="1031109"/>
                      <a:pt x="1774031" y="1024928"/>
                    </a:cubicBezTo>
                    <a:cubicBezTo>
                      <a:pt x="2010569" y="1018748"/>
                      <a:pt x="2247106" y="375937"/>
                      <a:pt x="2483644" y="375937"/>
                    </a:cubicBezTo>
                    <a:cubicBezTo>
                      <a:pt x="2601912" y="375937"/>
                      <a:pt x="2720181" y="375937"/>
                      <a:pt x="2838450" y="375937"/>
                    </a:cubicBezTo>
                    <a:lnTo>
                      <a:pt x="2838450" y="424103"/>
                    </a:lnTo>
                    <a:cubicBezTo>
                      <a:pt x="2720181" y="424103"/>
                      <a:pt x="2601912" y="424103"/>
                      <a:pt x="2483644" y="424103"/>
                    </a:cubicBezTo>
                    <a:cubicBezTo>
                      <a:pt x="2247106" y="424103"/>
                      <a:pt x="2010569" y="1052091"/>
                      <a:pt x="1774031" y="1068023"/>
                    </a:cubicBezTo>
                    <a:cubicBezTo>
                      <a:pt x="1537494" y="1083955"/>
                      <a:pt x="1300956" y="1092842"/>
                      <a:pt x="1064419" y="1092842"/>
                    </a:cubicBezTo>
                    <a:cubicBezTo>
                      <a:pt x="827881" y="1092842"/>
                      <a:pt x="591344" y="1069533"/>
                      <a:pt x="354806" y="1069533"/>
                    </a:cubicBezTo>
                    <a:cubicBezTo>
                      <a:pt x="236538" y="1069533"/>
                      <a:pt x="118269" y="1069533"/>
                      <a:pt x="0" y="1069533"/>
                    </a:cubicBezTo>
                    <a:close/>
                  </a:path>
                </a:pathLst>
              </a:custGeom>
              <a:solidFill>
                <a:srgbClr val="0072B2">
                  <a:alpha val="14286"/>
                </a:srgbClr>
              </a:solidFill>
              <a:ln w="0">
                <a:noFill/>
              </a:ln>
            </p:spPr>
          </p:sp>
          <p:sp>
            <p:nvSpPr>
              <p:cNvPr id="2715" name="smooth-map-feature-1-shade-43">
                <a:extLst>
                  <a:ext uri="{FF2B5EF4-FFF2-40B4-BE49-F238E27FC236}">
                    <ns2:creationId id="{D7E20F41-6E5C-499B-8207-DE0043EB5E6E}"/>
                  </a:ext>
                </a:extLst>
              </p:cNvPr>
              <p:cNvSpPr>
                <a:spLocks noGrp="1"/>
              </p:cNvSpPr>
              <p:nvPr/>
            </p:nvSpPr>
            <p:spPr>
              <a:xfrm>
                <a:off x="21240750" y="6019800"/>
                <a:ext cx="2838450" cy="1143000"/>
              </a:xfrm>
              <a:custGeom>
                <a:pathLst>
                  <a:path w="2838450" h="1143000">
                    <a:moveTo>
                      <a:pt x="0" y="1027246"/>
                    </a:moveTo>
                    <a:cubicBezTo>
                      <a:pt x="118269" y="1027246"/>
                      <a:pt x="236538" y="1027246"/>
                      <a:pt x="354806" y="1027246"/>
                    </a:cubicBezTo>
                    <a:cubicBezTo>
                      <a:pt x="591344" y="1027246"/>
                      <a:pt x="827881" y="1037035"/>
                      <a:pt x="1064419" y="1037035"/>
                    </a:cubicBezTo>
                    <a:cubicBezTo>
                      <a:pt x="1300956" y="1037035"/>
                      <a:pt x="1537494" y="1033559"/>
                      <a:pt x="1774031" y="1026918"/>
                    </a:cubicBezTo>
                    <a:cubicBezTo>
                      <a:pt x="2010569" y="1020277"/>
                      <a:pt x="2247106" y="378161"/>
                      <a:pt x="2483644" y="378161"/>
                    </a:cubicBezTo>
                    <a:cubicBezTo>
                      <a:pt x="2601912" y="378161"/>
                      <a:pt x="2720181" y="378161"/>
                      <a:pt x="2838450" y="378161"/>
                    </a:cubicBezTo>
                    <a:lnTo>
                      <a:pt x="2838450" y="421879"/>
                    </a:lnTo>
                    <a:cubicBezTo>
                      <a:pt x="2720181" y="421879"/>
                      <a:pt x="2601912" y="421879"/>
                      <a:pt x="2483644" y="421879"/>
                    </a:cubicBezTo>
                    <a:cubicBezTo>
                      <a:pt x="2247106" y="421879"/>
                      <a:pt x="2010569" y="1050541"/>
                      <a:pt x="1774031" y="1066033"/>
                    </a:cubicBezTo>
                    <a:cubicBezTo>
                      <a:pt x="1537494" y="1081525"/>
                      <a:pt x="1300956" y="1090140"/>
                      <a:pt x="1064419" y="1090140"/>
                    </a:cubicBezTo>
                    <a:cubicBezTo>
                      <a:pt x="827881" y="1090140"/>
                      <a:pt x="591344" y="1067486"/>
                      <a:pt x="354806" y="1067486"/>
                    </a:cubicBezTo>
                    <a:cubicBezTo>
                      <a:pt x="236538" y="1067486"/>
                      <a:pt x="118269" y="1067486"/>
                      <a:pt x="0" y="1067486"/>
                    </a:cubicBezTo>
                    <a:close/>
                  </a:path>
                </a:pathLst>
              </a:custGeom>
              <a:solidFill>
                <a:srgbClr val="0072B2">
                  <a:alpha val="16667"/>
                </a:srgbClr>
              </a:solidFill>
              <a:ln w="0">
                <a:noFill/>
              </a:ln>
            </p:spPr>
          </p:sp>
          <p:sp>
            <p:nvSpPr>
              <p:cNvPr id="2716" name="smooth-map-feature-1-shade-44">
                <a:extLst>
                  <a:ext uri="{FF2B5EF4-FFF2-40B4-BE49-F238E27FC236}">
                    <ns2:creationId id="{6F7D5327-264F-4350-AC94-2737330BD819}"/>
                  </a:ext>
                </a:extLst>
              </p:cNvPr>
              <p:cNvSpPr>
                <a:spLocks noGrp="1"/>
              </p:cNvSpPr>
              <p:nvPr/>
            </p:nvSpPr>
            <p:spPr>
              <a:xfrm>
                <a:off x="21240750" y="6019800"/>
                <a:ext cx="2838450" cy="1143000"/>
              </a:xfrm>
              <a:custGeom>
                <a:pathLst>
                  <a:path w="2838450" h="1143000">
                    <a:moveTo>
                      <a:pt x="0" y="1029471"/>
                    </a:moveTo>
                    <a:cubicBezTo>
                      <a:pt x="118269" y="1029471"/>
                      <a:pt x="236538" y="1029471"/>
                      <a:pt x="354806" y="1029471"/>
                    </a:cubicBezTo>
                    <a:cubicBezTo>
                      <a:pt x="591344" y="1029471"/>
                      <a:pt x="827881" y="1039972"/>
                      <a:pt x="1064419" y="1039972"/>
                    </a:cubicBezTo>
                    <a:cubicBezTo>
                      <a:pt x="1300956" y="1039972"/>
                      <a:pt x="1537494" y="1036222"/>
                      <a:pt x="1774031" y="1029081"/>
                    </a:cubicBezTo>
                    <a:cubicBezTo>
                      <a:pt x="2010569" y="1021941"/>
                      <a:pt x="2247106" y="380579"/>
                      <a:pt x="2483644" y="380579"/>
                    </a:cubicBezTo>
                    <a:cubicBezTo>
                      <a:pt x="2601912" y="380579"/>
                      <a:pt x="2720181" y="380579"/>
                      <a:pt x="2838450" y="380579"/>
                    </a:cubicBezTo>
                    <a:lnTo>
                      <a:pt x="2838450" y="419461"/>
                    </a:lnTo>
                    <a:cubicBezTo>
                      <a:pt x="2720181" y="419461"/>
                      <a:pt x="2601912" y="419461"/>
                      <a:pt x="2483644" y="419461"/>
                    </a:cubicBezTo>
                    <a:cubicBezTo>
                      <a:pt x="2247106" y="419461"/>
                      <a:pt x="2010569" y="1048858"/>
                      <a:pt x="1774031" y="1063870"/>
                    </a:cubicBezTo>
                    <a:cubicBezTo>
                      <a:pt x="1537494" y="1078882"/>
                      <a:pt x="1300956" y="1087204"/>
                      <a:pt x="1064419" y="1087204"/>
                    </a:cubicBezTo>
                    <a:cubicBezTo>
                      <a:pt x="827881" y="1087204"/>
                      <a:pt x="591344" y="1065261"/>
                      <a:pt x="354806" y="1065261"/>
                    </a:cubicBezTo>
                    <a:cubicBezTo>
                      <a:pt x="236538" y="1065261"/>
                      <a:pt x="118269" y="1065261"/>
                      <a:pt x="0" y="1065261"/>
                    </a:cubicBezTo>
                    <a:close/>
                  </a:path>
                </a:pathLst>
              </a:custGeom>
              <a:solidFill>
                <a:srgbClr val="0072B2">
                  <a:alpha val="20000"/>
                </a:srgbClr>
              </a:solidFill>
              <a:ln w="0">
                <a:noFill/>
              </a:ln>
            </p:spPr>
          </p:sp>
          <p:sp>
            <p:nvSpPr>
              <p:cNvPr id="2717" name="smooth-map-feature-1-shade-45">
                <a:extLst>
                  <a:ext uri="{FF2B5EF4-FFF2-40B4-BE49-F238E27FC236}">
                    <ns2:creationId id="{D7FB77EA-5CA9-4F20-B6F6-944D185F2886}"/>
                  </a:ext>
                </a:extLst>
              </p:cNvPr>
              <p:cNvSpPr>
                <a:spLocks noGrp="1"/>
              </p:cNvSpPr>
              <p:nvPr/>
            </p:nvSpPr>
            <p:spPr>
              <a:xfrm>
                <a:off x="21240750" y="6019800"/>
                <a:ext cx="2838450" cy="1143000"/>
              </a:xfrm>
              <a:custGeom>
                <a:pathLst>
                  <a:path w="2838450" h="1143000">
                    <a:moveTo>
                      <a:pt x="0" y="1031953"/>
                    </a:moveTo>
                    <a:cubicBezTo>
                      <a:pt x="118269" y="1031953"/>
                      <a:pt x="236538" y="1031953"/>
                      <a:pt x="354806" y="1031953"/>
                    </a:cubicBezTo>
                    <a:cubicBezTo>
                      <a:pt x="591344" y="1031953"/>
                      <a:pt x="827881" y="1043248"/>
                      <a:pt x="1064419" y="1043248"/>
                    </a:cubicBezTo>
                    <a:cubicBezTo>
                      <a:pt x="1300956" y="1043248"/>
                      <a:pt x="1537494" y="1039191"/>
                      <a:pt x="1774031" y="1031495"/>
                    </a:cubicBezTo>
                    <a:cubicBezTo>
                      <a:pt x="2010569" y="1023798"/>
                      <a:pt x="2247106" y="383276"/>
                      <a:pt x="2483644" y="383276"/>
                    </a:cubicBezTo>
                    <a:cubicBezTo>
                      <a:pt x="2601912" y="383276"/>
                      <a:pt x="2720181" y="383276"/>
                      <a:pt x="2838450" y="383276"/>
                    </a:cubicBezTo>
                    <a:lnTo>
                      <a:pt x="2838450" y="416764"/>
                    </a:lnTo>
                    <a:cubicBezTo>
                      <a:pt x="2720181" y="416764"/>
                      <a:pt x="2601912" y="416764"/>
                      <a:pt x="2483644" y="416764"/>
                    </a:cubicBezTo>
                    <a:cubicBezTo>
                      <a:pt x="2247106" y="416764"/>
                      <a:pt x="2010569" y="1046981"/>
                      <a:pt x="1774031" y="1061457"/>
                    </a:cubicBezTo>
                    <a:cubicBezTo>
                      <a:pt x="1537494" y="1075933"/>
                      <a:pt x="1300956" y="1083927"/>
                      <a:pt x="1064419" y="1083927"/>
                    </a:cubicBezTo>
                    <a:cubicBezTo>
                      <a:pt x="827881" y="1083927"/>
                      <a:pt x="591344" y="1062778"/>
                      <a:pt x="354806" y="1062778"/>
                    </a:cubicBezTo>
                    <a:cubicBezTo>
                      <a:pt x="236538" y="1062778"/>
                      <a:pt x="118269" y="1062778"/>
                      <a:pt x="0" y="1062778"/>
                    </a:cubicBezTo>
                    <a:close/>
                  </a:path>
                </a:pathLst>
              </a:custGeom>
              <a:solidFill>
                <a:srgbClr val="0072B2">
                  <a:alpha val="25000"/>
                </a:srgbClr>
              </a:solidFill>
              <a:ln w="0">
                <a:noFill/>
              </a:ln>
            </p:spPr>
          </p:sp>
          <p:sp>
            <p:nvSpPr>
              <p:cNvPr id="2718" name="smooth-map-feature-1-shade-46">
                <a:extLst>
                  <a:ext uri="{FF2B5EF4-FFF2-40B4-BE49-F238E27FC236}">
                    <ns2:creationId id="{3AE4649C-A253-4EE1-8CCD-51AC8D87894E}"/>
                  </a:ext>
                </a:extLst>
              </p:cNvPr>
              <p:cNvSpPr>
                <a:spLocks noGrp="1"/>
              </p:cNvSpPr>
              <p:nvPr/>
            </p:nvSpPr>
            <p:spPr>
              <a:xfrm>
                <a:off x="21240750" y="6019800"/>
                <a:ext cx="2838450" cy="1143000"/>
              </a:xfrm>
              <a:custGeom>
                <a:pathLst>
                  <a:path w="2838450" h="1143000">
                    <a:moveTo>
                      <a:pt x="0" y="1034850"/>
                    </a:moveTo>
                    <a:cubicBezTo>
                      <a:pt x="118269" y="1034850"/>
                      <a:pt x="236538" y="1034850"/>
                      <a:pt x="354806" y="1034850"/>
                    </a:cubicBezTo>
                    <a:cubicBezTo>
                      <a:pt x="591344" y="1034850"/>
                      <a:pt x="827881" y="1047071"/>
                      <a:pt x="1064419" y="1047071"/>
                    </a:cubicBezTo>
                    <a:cubicBezTo>
                      <a:pt x="1300956" y="1047071"/>
                      <a:pt x="1537494" y="1042653"/>
                      <a:pt x="1774031" y="1034310"/>
                    </a:cubicBezTo>
                    <a:cubicBezTo>
                      <a:pt x="2010569" y="1025967"/>
                      <a:pt x="2247106" y="386423"/>
                      <a:pt x="2483644" y="386423"/>
                    </a:cubicBezTo>
                    <a:cubicBezTo>
                      <a:pt x="2601912" y="386423"/>
                      <a:pt x="2720181" y="386423"/>
                      <a:pt x="2838450" y="386423"/>
                    </a:cubicBezTo>
                    <a:lnTo>
                      <a:pt x="2838450" y="413617"/>
                    </a:lnTo>
                    <a:cubicBezTo>
                      <a:pt x="2720181" y="413617"/>
                      <a:pt x="2601912" y="413617"/>
                      <a:pt x="2483644" y="413617"/>
                    </a:cubicBezTo>
                    <a:cubicBezTo>
                      <a:pt x="2247106" y="413617"/>
                      <a:pt x="2010569" y="1044793"/>
                      <a:pt x="1774031" y="1058641"/>
                    </a:cubicBezTo>
                    <a:cubicBezTo>
                      <a:pt x="1537494" y="1072490"/>
                      <a:pt x="1300956" y="1080105"/>
                      <a:pt x="1064419" y="1080105"/>
                    </a:cubicBezTo>
                    <a:cubicBezTo>
                      <a:pt x="827881" y="1080105"/>
                      <a:pt x="591344" y="1059882"/>
                      <a:pt x="354806" y="1059882"/>
                    </a:cubicBezTo>
                    <a:cubicBezTo>
                      <a:pt x="236538" y="1059882"/>
                      <a:pt x="118269" y="1059882"/>
                      <a:pt x="0" y="1059882"/>
                    </a:cubicBezTo>
                    <a:close/>
                  </a:path>
                </a:pathLst>
              </a:custGeom>
              <a:solidFill>
                <a:srgbClr val="0072B2">
                  <a:alpha val="33333"/>
                </a:srgbClr>
              </a:solidFill>
              <a:ln w="0">
                <a:noFill/>
              </a:ln>
            </p:spPr>
          </p:sp>
          <p:sp>
            <p:nvSpPr>
              <p:cNvPr id="2719" name="smooth-map-feature-1-shade-47">
                <a:extLst>
                  <a:ext uri="{FF2B5EF4-FFF2-40B4-BE49-F238E27FC236}">
                    <ns2:creationId id="{FCA1B620-278E-42CD-8BE1-1EBBD892E01C}"/>
                  </a:ext>
                </a:extLst>
              </p:cNvPr>
              <p:cNvSpPr>
                <a:spLocks noGrp="1"/>
              </p:cNvSpPr>
              <p:nvPr/>
            </p:nvSpPr>
            <p:spPr>
              <a:xfrm>
                <a:off x="21240750" y="6019800"/>
                <a:ext cx="2838450" cy="1143000"/>
              </a:xfrm>
              <a:custGeom>
                <a:pathLst>
                  <a:path w="2838450" h="1143000">
                    <a:moveTo>
                      <a:pt x="0" y="1038563"/>
                    </a:moveTo>
                    <a:cubicBezTo>
                      <a:pt x="118269" y="1038563"/>
                      <a:pt x="236538" y="1038563"/>
                      <a:pt x="354806" y="1038563"/>
                    </a:cubicBezTo>
                    <a:cubicBezTo>
                      <a:pt x="591344" y="1038563"/>
                      <a:pt x="827881" y="1051970"/>
                      <a:pt x="1064419" y="1051970"/>
                    </a:cubicBezTo>
                    <a:cubicBezTo>
                      <a:pt x="1300956" y="1051970"/>
                      <a:pt x="1537494" y="1047088"/>
                      <a:pt x="1774031" y="1037919"/>
                    </a:cubicBezTo>
                    <a:cubicBezTo>
                      <a:pt x="2010569" y="1028750"/>
                      <a:pt x="2247106" y="390456"/>
                      <a:pt x="2483644" y="390456"/>
                    </a:cubicBezTo>
                    <a:cubicBezTo>
                      <a:pt x="2601912" y="390456"/>
                      <a:pt x="2720181" y="390456"/>
                      <a:pt x="2838450" y="390456"/>
                    </a:cubicBezTo>
                    <a:lnTo>
                      <a:pt x="2838450" y="409584"/>
                    </a:lnTo>
                    <a:cubicBezTo>
                      <a:pt x="2720181" y="409584"/>
                      <a:pt x="2601912" y="409584"/>
                      <a:pt x="2483644" y="409584"/>
                    </a:cubicBezTo>
                    <a:cubicBezTo>
                      <a:pt x="2247106" y="409584"/>
                      <a:pt x="2010569" y="1041991"/>
                      <a:pt x="1774031" y="1055032"/>
                    </a:cubicBezTo>
                    <a:cubicBezTo>
                      <a:pt x="1537494" y="1068073"/>
                      <a:pt x="1300956" y="1075205"/>
                      <a:pt x="1064419" y="1075205"/>
                    </a:cubicBezTo>
                    <a:cubicBezTo>
                      <a:pt x="827881" y="1075205"/>
                      <a:pt x="591344" y="1056169"/>
                      <a:pt x="354806" y="1056169"/>
                    </a:cubicBezTo>
                    <a:cubicBezTo>
                      <a:pt x="236538" y="1056169"/>
                      <a:pt x="118269" y="1056169"/>
                      <a:pt x="0" y="1056169"/>
                    </a:cubicBezTo>
                    <a:close/>
                  </a:path>
                </a:pathLst>
              </a:custGeom>
              <a:solidFill>
                <a:srgbClr val="0072B2">
                  <a:alpha val="50000"/>
                </a:srgbClr>
              </a:solidFill>
              <a:ln w="0">
                <a:noFill/>
              </a:ln>
            </p:spPr>
          </p:sp>
          <p:sp>
            <p:nvSpPr>
              <p:cNvPr id="2720" name="smooth-map-feature-1-shade-48">
                <a:extLst>
                  <a:ext uri="{FF2B5EF4-FFF2-40B4-BE49-F238E27FC236}">
                    <ns2:creationId id="{FB22FEA5-AD50-4D97-BCFA-5378188EDDC5}"/>
                  </a:ext>
                </a:extLst>
              </p:cNvPr>
              <p:cNvSpPr>
                <a:spLocks noGrp="1"/>
              </p:cNvSpPr>
              <p:nvPr/>
            </p:nvSpPr>
            <p:spPr>
              <a:xfrm>
                <a:off x="21240750" y="6019800"/>
                <a:ext cx="2838450" cy="1143000"/>
              </a:xfrm>
              <a:custGeom>
                <a:pathLst>
                  <a:path w="2838450" h="1143000">
                    <a:moveTo>
                      <a:pt x="0" y="1047366"/>
                    </a:moveTo>
                    <a:cubicBezTo>
                      <a:pt x="118269" y="1047366"/>
                      <a:pt x="236538" y="1047366"/>
                      <a:pt x="354806" y="1047366"/>
                    </a:cubicBezTo>
                    <a:cubicBezTo>
                      <a:pt x="591344" y="1047366"/>
                      <a:pt x="827881" y="1063588"/>
                      <a:pt x="1064419" y="1063588"/>
                    </a:cubicBezTo>
                    <a:cubicBezTo>
                      <a:pt x="1300956" y="1063588"/>
                      <a:pt x="1537494" y="1057590"/>
                      <a:pt x="1774031" y="1046476"/>
                    </a:cubicBezTo>
                    <a:cubicBezTo>
                      <a:pt x="2010569" y="1035362"/>
                      <a:pt x="2247106" y="400020"/>
                      <a:pt x="2483644" y="400020"/>
                    </a:cubicBezTo>
                    <a:cubicBezTo>
                      <a:pt x="2601912" y="400020"/>
                      <a:pt x="2720181" y="400020"/>
                      <a:pt x="2838450" y="400020"/>
                    </a:cubicBezTo>
                    <a:lnTo>
                      <a:pt x="2838450" y="400020"/>
                    </a:lnTo>
                    <a:cubicBezTo>
                      <a:pt x="2720181" y="400020"/>
                      <a:pt x="2601912" y="400020"/>
                      <a:pt x="2483644" y="400020"/>
                    </a:cubicBezTo>
                    <a:cubicBezTo>
                      <a:pt x="2247106" y="400020"/>
                      <a:pt x="2010569" y="1035362"/>
                      <a:pt x="1774031" y="1046476"/>
                    </a:cubicBezTo>
                    <a:cubicBezTo>
                      <a:pt x="1537494" y="1057590"/>
                      <a:pt x="1300956" y="1063588"/>
                      <a:pt x="1064419" y="1063588"/>
                    </a:cubicBezTo>
                    <a:cubicBezTo>
                      <a:pt x="827881" y="1063588"/>
                      <a:pt x="591344" y="1047366"/>
                      <a:pt x="354806" y="1047366"/>
                    </a:cubicBezTo>
                    <a:cubicBezTo>
                      <a:pt x="236538" y="1047366"/>
                      <a:pt x="118269" y="1047366"/>
                      <a:pt x="0" y="1047366"/>
                    </a:cubicBezTo>
                    <a:close/>
                  </a:path>
                </a:pathLst>
              </a:custGeom>
              <a:solidFill>
                <a:srgbClr val="0072B2">
                  <a:alpha val="100000"/>
                </a:srgbClr>
              </a:solidFill>
              <a:ln w="0">
                <a:noFill/>
              </a:ln>
            </p:spPr>
          </p:sp>
          <p:sp>
            <p:nvSpPr>
              <p:cNvPr id="2721" name="smooth-map-feature-2-shade-1">
                <a:extLst>
                  <a:ext uri="{FF2B5EF4-FFF2-40B4-BE49-F238E27FC236}">
                    <ns2:creationId id="{C06977F8-9331-4E3D-82E7-183701AABF54}"/>
                  </a:ext>
                </a:extLst>
              </p:cNvPr>
              <p:cNvSpPr>
                <a:spLocks noGrp="1"/>
              </p:cNvSpPr>
              <p:nvPr/>
            </p:nvSpPr>
            <p:spPr>
              <a:xfrm>
                <a:off x="21240750" y="6019800"/>
                <a:ext cx="2838450" cy="1143000"/>
              </a:xfrm>
              <a:custGeom>
                <a:pathLst>
                  <a:path w="2838450" h="1143000">
                    <a:moveTo>
                      <a:pt x="0" y="613680"/>
                    </a:moveTo>
                    <a:cubicBezTo>
                      <a:pt x="118269" y="613680"/>
                      <a:pt x="236538" y="613680"/>
                      <a:pt x="354806" y="613680"/>
                    </a:cubicBezTo>
                    <a:cubicBezTo>
                      <a:pt x="591344" y="613680"/>
                      <a:pt x="827881" y="602489"/>
                      <a:pt x="1064419" y="584694"/>
                    </a:cubicBezTo>
                    <a:cubicBezTo>
                      <a:pt x="1300956" y="566898"/>
                      <a:pt x="1537494" y="247235"/>
                      <a:pt x="1774031" y="247235"/>
                    </a:cubicBezTo>
                    <a:cubicBezTo>
                      <a:pt x="2010569" y="247235"/>
                      <a:pt x="2247106" y="867444"/>
                      <a:pt x="2483644" y="867444"/>
                    </a:cubicBezTo>
                    <a:cubicBezTo>
                      <a:pt x="2601912" y="867444"/>
                      <a:pt x="2720181" y="867444"/>
                      <a:pt x="2838450" y="867444"/>
                    </a:cubicBezTo>
                    <a:lnTo>
                      <a:pt x="2838450" y="1143000"/>
                    </a:lnTo>
                    <a:cubicBezTo>
                      <a:pt x="2720181" y="1143000"/>
                      <a:pt x="2601912" y="1143000"/>
                      <a:pt x="2483644" y="1143000"/>
                    </a:cubicBezTo>
                    <a:cubicBezTo>
                      <a:pt x="2247106" y="1143000"/>
                      <a:pt x="2010569" y="509330"/>
                      <a:pt x="1774031" y="509330"/>
                    </a:cubicBezTo>
                    <a:cubicBezTo>
                      <a:pt x="1537494" y="509330"/>
                      <a:pt x="1300956" y="844934"/>
                      <a:pt x="1064419" y="844934"/>
                    </a:cubicBezTo>
                    <a:cubicBezTo>
                      <a:pt x="827881" y="844934"/>
                      <a:pt x="591344" y="843510"/>
                      <a:pt x="354806" y="843510"/>
                    </a:cubicBezTo>
                    <a:cubicBezTo>
                      <a:pt x="236538" y="843510"/>
                      <a:pt x="118269" y="843510"/>
                      <a:pt x="0" y="843510"/>
                    </a:cubicBezTo>
                    <a:close/>
                  </a:path>
                </a:pathLst>
              </a:custGeom>
              <a:solidFill>
                <a:srgbClr val="D55E00">
                  <a:alpha val="2500"/>
                </a:srgbClr>
              </a:solidFill>
              <a:ln w="0">
                <a:noFill/>
              </a:ln>
            </p:spPr>
          </p:sp>
          <p:sp>
            <p:nvSpPr>
              <p:cNvPr id="2722" name="smooth-map-feature-2-shade-2">
                <a:extLst>
                  <a:ext uri="{FF2B5EF4-FFF2-40B4-BE49-F238E27FC236}">
                    <ns2:creationId id="{4756537B-695F-476B-B553-85394472073F}"/>
                  </a:ext>
                </a:extLst>
              </p:cNvPr>
              <p:cNvSpPr>
                <a:spLocks noGrp="1"/>
              </p:cNvSpPr>
              <p:nvPr/>
            </p:nvSpPr>
            <p:spPr>
              <a:xfrm>
                <a:off x="21240750" y="6019800"/>
                <a:ext cx="2838450" cy="1143000"/>
              </a:xfrm>
              <a:custGeom>
                <a:pathLst>
                  <a:path w="2838450" h="1143000">
                    <a:moveTo>
                      <a:pt x="0" y="623511"/>
                    </a:moveTo>
                    <a:cubicBezTo>
                      <a:pt x="118269" y="623511"/>
                      <a:pt x="236538" y="623511"/>
                      <a:pt x="354806" y="623511"/>
                    </a:cubicBezTo>
                    <a:cubicBezTo>
                      <a:pt x="591344" y="623511"/>
                      <a:pt x="827881" y="612883"/>
                      <a:pt x="1064419" y="595826"/>
                    </a:cubicBezTo>
                    <a:cubicBezTo>
                      <a:pt x="1300956" y="578769"/>
                      <a:pt x="1537494" y="258447"/>
                      <a:pt x="1774031" y="258447"/>
                    </a:cubicBezTo>
                    <a:cubicBezTo>
                      <a:pt x="2010569" y="258447"/>
                      <a:pt x="2247106" y="882831"/>
                      <a:pt x="2483644" y="882831"/>
                    </a:cubicBezTo>
                    <a:cubicBezTo>
                      <a:pt x="2601912" y="882831"/>
                      <a:pt x="2720181" y="882831"/>
                      <a:pt x="2838450" y="882831"/>
                    </a:cubicBezTo>
                    <a:lnTo>
                      <a:pt x="2838450" y="1143000"/>
                    </a:lnTo>
                    <a:cubicBezTo>
                      <a:pt x="2720181" y="1143000"/>
                      <a:pt x="2601912" y="1143000"/>
                      <a:pt x="2483644" y="1143000"/>
                    </a:cubicBezTo>
                    <a:cubicBezTo>
                      <a:pt x="2247106" y="1143000"/>
                      <a:pt x="2010569" y="498118"/>
                      <a:pt x="1774031" y="498118"/>
                    </a:cubicBezTo>
                    <a:cubicBezTo>
                      <a:pt x="1537494" y="498118"/>
                      <a:pt x="1300956" y="833802"/>
                      <a:pt x="1064419" y="833802"/>
                    </a:cubicBezTo>
                    <a:cubicBezTo>
                      <a:pt x="827881" y="833802"/>
                      <a:pt x="591344" y="833678"/>
                      <a:pt x="354806" y="833678"/>
                    </a:cubicBezTo>
                    <a:cubicBezTo>
                      <a:pt x="236538" y="833678"/>
                      <a:pt x="118269" y="833678"/>
                      <a:pt x="0" y="833678"/>
                    </a:cubicBezTo>
                    <a:close/>
                  </a:path>
                </a:pathLst>
              </a:custGeom>
              <a:solidFill>
                <a:srgbClr val="D55E00">
                  <a:alpha val="2128"/>
                </a:srgbClr>
              </a:solidFill>
              <a:ln w="0">
                <a:noFill/>
              </a:ln>
            </p:spPr>
          </p:sp>
          <p:sp>
            <p:nvSpPr>
              <p:cNvPr id="2723" name="smooth-map-feature-2-shade-3">
                <a:extLst>
                  <a:ext uri="{FF2B5EF4-FFF2-40B4-BE49-F238E27FC236}">
                    <ns2:creationId id="{24F2F235-57FF-4B24-90EA-04A4847D978C}"/>
                  </a:ext>
                </a:extLst>
              </p:cNvPr>
              <p:cNvSpPr>
                <a:spLocks noGrp="1"/>
              </p:cNvSpPr>
              <p:nvPr/>
            </p:nvSpPr>
            <p:spPr>
              <a:xfrm>
                <a:off x="21240750" y="6019800"/>
                <a:ext cx="2838450" cy="1143000"/>
              </a:xfrm>
              <a:custGeom>
                <a:pathLst>
                  <a:path w="2838450" h="1143000">
                    <a:moveTo>
                      <a:pt x="0" y="630087"/>
                    </a:moveTo>
                    <a:cubicBezTo>
                      <a:pt x="118269" y="630087"/>
                      <a:pt x="236538" y="630087"/>
                      <a:pt x="354806" y="630087"/>
                    </a:cubicBezTo>
                    <a:cubicBezTo>
                      <a:pt x="591344" y="630087"/>
                      <a:pt x="827881" y="619832"/>
                      <a:pt x="1064419" y="603272"/>
                    </a:cubicBezTo>
                    <a:cubicBezTo>
                      <a:pt x="1300956" y="586711"/>
                      <a:pt x="1537494" y="265946"/>
                      <a:pt x="1774031" y="265946"/>
                    </a:cubicBezTo>
                    <a:cubicBezTo>
                      <a:pt x="2010569" y="265946"/>
                      <a:pt x="2247106" y="893122"/>
                      <a:pt x="2483644" y="893122"/>
                    </a:cubicBezTo>
                    <a:cubicBezTo>
                      <a:pt x="2601912" y="893122"/>
                      <a:pt x="2720181" y="893122"/>
                      <a:pt x="2838450" y="893122"/>
                    </a:cubicBezTo>
                    <a:lnTo>
                      <a:pt x="2838450" y="1143000"/>
                    </a:lnTo>
                    <a:cubicBezTo>
                      <a:pt x="2720181" y="1143000"/>
                      <a:pt x="2601912" y="1143000"/>
                      <a:pt x="2483644" y="1143000"/>
                    </a:cubicBezTo>
                    <a:cubicBezTo>
                      <a:pt x="2247106" y="1143000"/>
                      <a:pt x="2010569" y="490619"/>
                      <a:pt x="1774031" y="490619"/>
                    </a:cubicBezTo>
                    <a:cubicBezTo>
                      <a:pt x="1537494" y="490619"/>
                      <a:pt x="1300956" y="825860"/>
                      <a:pt x="1064419" y="826356"/>
                    </a:cubicBezTo>
                    <a:cubicBezTo>
                      <a:pt x="827881" y="826853"/>
                      <a:pt x="591344" y="827103"/>
                      <a:pt x="354806" y="827103"/>
                    </a:cubicBezTo>
                    <a:cubicBezTo>
                      <a:pt x="236538" y="827103"/>
                      <a:pt x="118269" y="827103"/>
                      <a:pt x="0" y="827103"/>
                    </a:cubicBezTo>
                    <a:close/>
                  </a:path>
                </a:pathLst>
              </a:custGeom>
              <a:solidFill>
                <a:srgbClr val="D55E00">
                  <a:alpha val="2174"/>
                </a:srgbClr>
              </a:solidFill>
              <a:ln w="0">
                <a:noFill/>
              </a:ln>
            </p:spPr>
          </p:sp>
          <p:sp>
            <p:nvSpPr>
              <p:cNvPr id="2724" name="smooth-map-feature-2-shade-4">
                <a:extLst>
                  <a:ext uri="{FF2B5EF4-FFF2-40B4-BE49-F238E27FC236}">
                    <ns2:creationId id="{48846C4F-CD3A-476F-B23B-2E90DA1651FC}"/>
                  </a:ext>
                </a:extLst>
              </p:cNvPr>
              <p:cNvSpPr>
                <a:spLocks noGrp="1"/>
              </p:cNvSpPr>
              <p:nvPr/>
            </p:nvSpPr>
            <p:spPr>
              <a:xfrm>
                <a:off x="21240750" y="6019800"/>
                <a:ext cx="2838450" cy="1143000"/>
              </a:xfrm>
              <a:custGeom>
                <a:pathLst>
                  <a:path w="2838450" h="1143000">
                    <a:moveTo>
                      <a:pt x="0" y="635151"/>
                    </a:moveTo>
                    <a:cubicBezTo>
                      <a:pt x="118269" y="635151"/>
                      <a:pt x="236538" y="635151"/>
                      <a:pt x="354806" y="635151"/>
                    </a:cubicBezTo>
                    <a:cubicBezTo>
                      <a:pt x="591344" y="635151"/>
                      <a:pt x="827881" y="625182"/>
                      <a:pt x="1064419" y="609006"/>
                    </a:cubicBezTo>
                    <a:cubicBezTo>
                      <a:pt x="1300956" y="592830"/>
                      <a:pt x="1537494" y="271721"/>
                      <a:pt x="1774031" y="271721"/>
                    </a:cubicBezTo>
                    <a:cubicBezTo>
                      <a:pt x="2010569" y="271721"/>
                      <a:pt x="2247106" y="901049"/>
                      <a:pt x="2483644" y="901049"/>
                    </a:cubicBezTo>
                    <a:cubicBezTo>
                      <a:pt x="2601912" y="901049"/>
                      <a:pt x="2720181" y="901049"/>
                      <a:pt x="2838450" y="901049"/>
                    </a:cubicBezTo>
                    <a:lnTo>
                      <a:pt x="2838450" y="1143000"/>
                    </a:lnTo>
                    <a:cubicBezTo>
                      <a:pt x="2720181" y="1143000"/>
                      <a:pt x="2601912" y="1143000"/>
                      <a:pt x="2483644" y="1143000"/>
                    </a:cubicBezTo>
                    <a:cubicBezTo>
                      <a:pt x="2247106" y="1143000"/>
                      <a:pt x="2010569" y="484844"/>
                      <a:pt x="1774031" y="484844"/>
                    </a:cubicBezTo>
                    <a:cubicBezTo>
                      <a:pt x="1537494" y="484844"/>
                      <a:pt x="1300956" y="819681"/>
                      <a:pt x="1064419" y="820622"/>
                    </a:cubicBezTo>
                    <a:cubicBezTo>
                      <a:pt x="827881" y="821562"/>
                      <a:pt x="591344" y="822038"/>
                      <a:pt x="354806" y="822038"/>
                    </a:cubicBezTo>
                    <a:cubicBezTo>
                      <a:pt x="236538" y="822038"/>
                      <a:pt x="118269" y="822038"/>
                      <a:pt x="0" y="822038"/>
                    </a:cubicBezTo>
                    <a:close/>
                  </a:path>
                </a:pathLst>
              </a:custGeom>
              <a:solidFill>
                <a:srgbClr val="D55E00">
                  <a:alpha val="2222"/>
                </a:srgbClr>
              </a:solidFill>
              <a:ln w="0">
                <a:noFill/>
              </a:ln>
            </p:spPr>
          </p:sp>
          <p:sp>
            <p:nvSpPr>
              <p:cNvPr id="2725" name="smooth-map-feature-2-shade-5">
                <a:extLst>
                  <a:ext uri="{FF2B5EF4-FFF2-40B4-BE49-F238E27FC236}">
                    <ns2:creationId id="{CD4244D9-C582-4ABF-A660-00DD9FEA8059}"/>
                  </a:ext>
                </a:extLst>
              </p:cNvPr>
              <p:cNvSpPr>
                <a:spLocks noGrp="1"/>
              </p:cNvSpPr>
              <p:nvPr/>
            </p:nvSpPr>
            <p:spPr>
              <a:xfrm>
                <a:off x="21240750" y="6019800"/>
                <a:ext cx="2838450" cy="1143000"/>
              </a:xfrm>
              <a:custGeom>
                <a:pathLst>
                  <a:path w="2838450" h="1143000">
                    <a:moveTo>
                      <a:pt x="0" y="639331"/>
                    </a:moveTo>
                    <a:cubicBezTo>
                      <a:pt x="118269" y="639331"/>
                      <a:pt x="236538" y="639331"/>
                      <a:pt x="354806" y="639331"/>
                    </a:cubicBezTo>
                    <a:cubicBezTo>
                      <a:pt x="591344" y="639331"/>
                      <a:pt x="827881" y="629597"/>
                      <a:pt x="1064419" y="613739"/>
                    </a:cubicBezTo>
                    <a:cubicBezTo>
                      <a:pt x="1300956" y="597881"/>
                      <a:pt x="1537494" y="276488"/>
                      <a:pt x="1774031" y="276488"/>
                    </a:cubicBezTo>
                    <a:cubicBezTo>
                      <a:pt x="2010569" y="276488"/>
                      <a:pt x="2247106" y="907591"/>
                      <a:pt x="2483644" y="907591"/>
                    </a:cubicBezTo>
                    <a:cubicBezTo>
                      <a:pt x="2601912" y="907591"/>
                      <a:pt x="2720181" y="907591"/>
                      <a:pt x="2838450" y="907591"/>
                    </a:cubicBezTo>
                    <a:lnTo>
                      <a:pt x="2838450" y="1143000"/>
                    </a:lnTo>
                    <a:cubicBezTo>
                      <a:pt x="2720181" y="1143000"/>
                      <a:pt x="2601912" y="1143000"/>
                      <a:pt x="2483644" y="1143000"/>
                    </a:cubicBezTo>
                    <a:cubicBezTo>
                      <a:pt x="2247106" y="1143000"/>
                      <a:pt x="2010569" y="480077"/>
                      <a:pt x="1774031" y="480077"/>
                    </a:cubicBezTo>
                    <a:cubicBezTo>
                      <a:pt x="1537494" y="480077"/>
                      <a:pt x="1300956" y="814583"/>
                      <a:pt x="1064419" y="815889"/>
                    </a:cubicBezTo>
                    <a:cubicBezTo>
                      <a:pt x="827881" y="817194"/>
                      <a:pt x="591344" y="817858"/>
                      <a:pt x="354806" y="817858"/>
                    </a:cubicBezTo>
                    <a:cubicBezTo>
                      <a:pt x="236538" y="817858"/>
                      <a:pt x="118269" y="817858"/>
                      <a:pt x="0" y="817858"/>
                    </a:cubicBezTo>
                    <a:close/>
                  </a:path>
                </a:pathLst>
              </a:custGeom>
              <a:solidFill>
                <a:srgbClr val="D55E00">
                  <a:alpha val="2273"/>
                </a:srgbClr>
              </a:solidFill>
              <a:ln w="0">
                <a:noFill/>
              </a:ln>
            </p:spPr>
          </p:sp>
          <p:sp>
            <p:nvSpPr>
              <p:cNvPr id="2726" name="smooth-map-feature-2-shade-6">
                <a:extLst>
                  <a:ext uri="{FF2B5EF4-FFF2-40B4-BE49-F238E27FC236}">
                    <ns2:creationId id="{9D015E4E-281F-440F-8B16-8502EB05FB7F}"/>
                  </a:ext>
                </a:extLst>
              </p:cNvPr>
              <p:cNvSpPr>
                <a:spLocks noGrp="1"/>
              </p:cNvSpPr>
              <p:nvPr/>
            </p:nvSpPr>
            <p:spPr>
              <a:xfrm>
                <a:off x="21240750" y="6019800"/>
                <a:ext cx="2838450" cy="1143000"/>
              </a:xfrm>
              <a:custGeom>
                <a:pathLst>
                  <a:path w="2838450" h="1143000">
                    <a:moveTo>
                      <a:pt x="0" y="642927"/>
                    </a:moveTo>
                    <a:cubicBezTo>
                      <a:pt x="118269" y="642927"/>
                      <a:pt x="236538" y="642927"/>
                      <a:pt x="354806" y="642927"/>
                    </a:cubicBezTo>
                    <a:cubicBezTo>
                      <a:pt x="591344" y="642927"/>
                      <a:pt x="827881" y="633395"/>
                      <a:pt x="1064419" y="617811"/>
                    </a:cubicBezTo>
                    <a:cubicBezTo>
                      <a:pt x="1300956" y="602228"/>
                      <a:pt x="1537494" y="280589"/>
                      <a:pt x="1774031" y="280589"/>
                    </a:cubicBezTo>
                    <a:cubicBezTo>
                      <a:pt x="2010569" y="280589"/>
                      <a:pt x="2247106" y="913219"/>
                      <a:pt x="2483644" y="913219"/>
                    </a:cubicBezTo>
                    <a:cubicBezTo>
                      <a:pt x="2601912" y="913219"/>
                      <a:pt x="2720181" y="913219"/>
                      <a:pt x="2838450" y="913219"/>
                    </a:cubicBezTo>
                    <a:lnTo>
                      <a:pt x="2838450" y="1143000"/>
                    </a:lnTo>
                    <a:cubicBezTo>
                      <a:pt x="2720181" y="1143000"/>
                      <a:pt x="2601912" y="1143000"/>
                      <a:pt x="2483644" y="1143000"/>
                    </a:cubicBezTo>
                    <a:cubicBezTo>
                      <a:pt x="2247106" y="1143000"/>
                      <a:pt x="2010569" y="475976"/>
                      <a:pt x="1774031" y="475976"/>
                    </a:cubicBezTo>
                    <a:cubicBezTo>
                      <a:pt x="1537494" y="475976"/>
                      <a:pt x="1300956" y="810198"/>
                      <a:pt x="1064419" y="811817"/>
                    </a:cubicBezTo>
                    <a:cubicBezTo>
                      <a:pt x="827881" y="813435"/>
                      <a:pt x="591344" y="814262"/>
                      <a:pt x="354806" y="814262"/>
                    </a:cubicBezTo>
                    <a:cubicBezTo>
                      <a:pt x="236538" y="814262"/>
                      <a:pt x="118269" y="814262"/>
                      <a:pt x="0" y="814262"/>
                    </a:cubicBezTo>
                    <a:close/>
                  </a:path>
                </a:pathLst>
              </a:custGeom>
              <a:solidFill>
                <a:srgbClr val="D55E00">
                  <a:alpha val="2326"/>
                </a:srgbClr>
              </a:solidFill>
              <a:ln w="0">
                <a:noFill/>
              </a:ln>
            </p:spPr>
          </p:sp>
          <p:sp>
            <p:nvSpPr>
              <p:cNvPr id="2727" name="smooth-map-feature-2-shade-7">
                <a:extLst>
                  <a:ext uri="{FF2B5EF4-FFF2-40B4-BE49-F238E27FC236}">
                    <ns2:creationId id="{EAAE2CB1-4446-4532-9AEA-55B54A42A714}"/>
                  </a:ext>
                </a:extLst>
              </p:cNvPr>
              <p:cNvSpPr>
                <a:spLocks noGrp="1"/>
              </p:cNvSpPr>
              <p:nvPr/>
            </p:nvSpPr>
            <p:spPr>
              <a:xfrm>
                <a:off x="21240750" y="6019800"/>
                <a:ext cx="2838450" cy="1143000"/>
              </a:xfrm>
              <a:custGeom>
                <a:pathLst>
                  <a:path w="2838450" h="1143000">
                    <a:moveTo>
                      <a:pt x="0" y="646108"/>
                    </a:moveTo>
                    <a:cubicBezTo>
                      <a:pt x="118269" y="646108"/>
                      <a:pt x="236538" y="646108"/>
                      <a:pt x="354806" y="646108"/>
                    </a:cubicBezTo>
                    <a:cubicBezTo>
                      <a:pt x="591344" y="646108"/>
                      <a:pt x="827881" y="636753"/>
                      <a:pt x="1064419" y="621413"/>
                    </a:cubicBezTo>
                    <a:cubicBezTo>
                      <a:pt x="1300956" y="606073"/>
                      <a:pt x="1537494" y="284216"/>
                      <a:pt x="1774031" y="284216"/>
                    </a:cubicBezTo>
                    <a:cubicBezTo>
                      <a:pt x="2010569" y="284216"/>
                      <a:pt x="2247106" y="918198"/>
                      <a:pt x="2483644" y="918198"/>
                    </a:cubicBezTo>
                    <a:cubicBezTo>
                      <a:pt x="2601912" y="918198"/>
                      <a:pt x="2720181" y="918198"/>
                      <a:pt x="2838450" y="918198"/>
                    </a:cubicBezTo>
                    <a:lnTo>
                      <a:pt x="2838450" y="1143000"/>
                    </a:lnTo>
                    <a:cubicBezTo>
                      <a:pt x="2720181" y="1143000"/>
                      <a:pt x="2601912" y="1143000"/>
                      <a:pt x="2483644" y="1143000"/>
                    </a:cubicBezTo>
                    <a:cubicBezTo>
                      <a:pt x="2247106" y="1143000"/>
                      <a:pt x="2010569" y="472349"/>
                      <a:pt x="1774031" y="472349"/>
                    </a:cubicBezTo>
                    <a:cubicBezTo>
                      <a:pt x="1537494" y="472349"/>
                      <a:pt x="1300956" y="806320"/>
                      <a:pt x="1064419" y="808215"/>
                    </a:cubicBezTo>
                    <a:cubicBezTo>
                      <a:pt x="827881" y="810110"/>
                      <a:pt x="591344" y="811081"/>
                      <a:pt x="354806" y="811081"/>
                    </a:cubicBezTo>
                    <a:cubicBezTo>
                      <a:pt x="236538" y="811081"/>
                      <a:pt x="118269" y="811081"/>
                      <a:pt x="0" y="811081"/>
                    </a:cubicBezTo>
                    <a:close/>
                  </a:path>
                </a:pathLst>
              </a:custGeom>
              <a:solidFill>
                <a:srgbClr val="D55E00">
                  <a:alpha val="2381"/>
                </a:srgbClr>
              </a:solidFill>
              <a:ln w="0">
                <a:noFill/>
              </a:ln>
            </p:spPr>
          </p:sp>
          <p:sp>
            <p:nvSpPr>
              <p:cNvPr id="2728" name="smooth-map-feature-2-shade-8">
                <a:extLst>
                  <a:ext uri="{FF2B5EF4-FFF2-40B4-BE49-F238E27FC236}">
                    <ns2:creationId id="{F750B474-9BB7-41F2-9085-B8BADCAB8F7E}"/>
                  </a:ext>
                </a:extLst>
              </p:cNvPr>
              <p:cNvSpPr>
                <a:spLocks noGrp="1"/>
              </p:cNvSpPr>
              <p:nvPr/>
            </p:nvSpPr>
            <p:spPr>
              <a:xfrm>
                <a:off x="21240750" y="6019800"/>
                <a:ext cx="2838450" cy="1143000"/>
              </a:xfrm>
              <a:custGeom>
                <a:pathLst>
                  <a:path w="2838450" h="1143000">
                    <a:moveTo>
                      <a:pt x="0" y="648978"/>
                    </a:moveTo>
                    <a:cubicBezTo>
                      <a:pt x="118269" y="648978"/>
                      <a:pt x="236538" y="648978"/>
                      <a:pt x="354806" y="648978"/>
                    </a:cubicBezTo>
                    <a:cubicBezTo>
                      <a:pt x="591344" y="648978"/>
                      <a:pt x="827881" y="639783"/>
                      <a:pt x="1064419" y="624663"/>
                    </a:cubicBezTo>
                    <a:cubicBezTo>
                      <a:pt x="1300956" y="609543"/>
                      <a:pt x="1537494" y="287489"/>
                      <a:pt x="1774031" y="287489"/>
                    </a:cubicBezTo>
                    <a:cubicBezTo>
                      <a:pt x="2010569" y="287489"/>
                      <a:pt x="2247106" y="922690"/>
                      <a:pt x="2483644" y="922690"/>
                    </a:cubicBezTo>
                    <a:cubicBezTo>
                      <a:pt x="2601912" y="922690"/>
                      <a:pt x="2720181" y="922690"/>
                      <a:pt x="2838450" y="922690"/>
                    </a:cubicBezTo>
                    <a:lnTo>
                      <a:pt x="2838450" y="1143000"/>
                    </a:lnTo>
                    <a:cubicBezTo>
                      <a:pt x="2720181" y="1143000"/>
                      <a:pt x="2601912" y="1143000"/>
                      <a:pt x="2483644" y="1143000"/>
                    </a:cubicBezTo>
                    <a:cubicBezTo>
                      <a:pt x="2247106" y="1143000"/>
                      <a:pt x="2010569" y="469076"/>
                      <a:pt x="1774031" y="469076"/>
                    </a:cubicBezTo>
                    <a:cubicBezTo>
                      <a:pt x="1537494" y="469076"/>
                      <a:pt x="1300956" y="802821"/>
                      <a:pt x="1064419" y="804965"/>
                    </a:cubicBezTo>
                    <a:cubicBezTo>
                      <a:pt x="827881" y="807108"/>
                      <a:pt x="591344" y="808211"/>
                      <a:pt x="354806" y="808211"/>
                    </a:cubicBezTo>
                    <a:cubicBezTo>
                      <a:pt x="236538" y="808211"/>
                      <a:pt x="118269" y="808211"/>
                      <a:pt x="0" y="808211"/>
                    </a:cubicBezTo>
                    <a:close/>
                  </a:path>
                </a:pathLst>
              </a:custGeom>
              <a:solidFill>
                <a:srgbClr val="D55E00">
                  <a:alpha val="2439"/>
                </a:srgbClr>
              </a:solidFill>
              <a:ln w="0">
                <a:noFill/>
              </a:ln>
            </p:spPr>
          </p:sp>
          <p:sp>
            <p:nvSpPr>
              <p:cNvPr id="2729" name="smooth-map-feature-2-shade-9">
                <a:extLst>
                  <a:ext uri="{FF2B5EF4-FFF2-40B4-BE49-F238E27FC236}">
                    <ns2:creationId id="{C8564102-4004-4B61-A5FD-876D5985C284}"/>
                  </a:ext>
                </a:extLst>
              </p:cNvPr>
              <p:cNvSpPr>
                <a:spLocks noGrp="1"/>
              </p:cNvSpPr>
              <p:nvPr/>
            </p:nvSpPr>
            <p:spPr>
              <a:xfrm>
                <a:off x="21240750" y="6019800"/>
                <a:ext cx="2838450" cy="1143000"/>
              </a:xfrm>
              <a:custGeom>
                <a:pathLst>
                  <a:path w="2838450" h="1143000">
                    <a:moveTo>
                      <a:pt x="0" y="651607"/>
                    </a:moveTo>
                    <a:cubicBezTo>
                      <a:pt x="118269" y="651607"/>
                      <a:pt x="236538" y="651607"/>
                      <a:pt x="354806" y="651607"/>
                    </a:cubicBezTo>
                    <a:cubicBezTo>
                      <a:pt x="591344" y="651607"/>
                      <a:pt x="827881" y="642558"/>
                      <a:pt x="1064419" y="627640"/>
                    </a:cubicBezTo>
                    <a:cubicBezTo>
                      <a:pt x="1300956" y="612721"/>
                      <a:pt x="1537494" y="290487"/>
                      <a:pt x="1774031" y="290487"/>
                    </a:cubicBezTo>
                    <a:cubicBezTo>
                      <a:pt x="2010569" y="290487"/>
                      <a:pt x="2247106" y="926804"/>
                      <a:pt x="2483644" y="926804"/>
                    </a:cubicBezTo>
                    <a:cubicBezTo>
                      <a:pt x="2601912" y="926804"/>
                      <a:pt x="2720181" y="926804"/>
                      <a:pt x="2838450" y="926804"/>
                    </a:cubicBezTo>
                    <a:lnTo>
                      <a:pt x="2838450" y="1143000"/>
                    </a:lnTo>
                    <a:cubicBezTo>
                      <a:pt x="2720181" y="1143000"/>
                      <a:pt x="2601912" y="1143000"/>
                      <a:pt x="2483644" y="1143000"/>
                    </a:cubicBezTo>
                    <a:cubicBezTo>
                      <a:pt x="2247106" y="1143000"/>
                      <a:pt x="2010569" y="466078"/>
                      <a:pt x="1774031" y="466078"/>
                    </a:cubicBezTo>
                    <a:cubicBezTo>
                      <a:pt x="1537494" y="466078"/>
                      <a:pt x="1300956" y="799618"/>
                      <a:pt x="1064419" y="801988"/>
                    </a:cubicBezTo>
                    <a:cubicBezTo>
                      <a:pt x="827881" y="804359"/>
                      <a:pt x="591344" y="805582"/>
                      <a:pt x="354806" y="805582"/>
                    </a:cubicBezTo>
                    <a:cubicBezTo>
                      <a:pt x="236538" y="805582"/>
                      <a:pt x="118269" y="805582"/>
                      <a:pt x="0" y="805582"/>
                    </a:cubicBezTo>
                    <a:close/>
                  </a:path>
                </a:pathLst>
              </a:custGeom>
              <a:solidFill>
                <a:srgbClr val="D55E00">
                  <a:alpha val="2500"/>
                </a:srgbClr>
              </a:solidFill>
              <a:ln w="0">
                <a:noFill/>
              </a:ln>
            </p:spPr>
          </p:sp>
          <p:sp>
            <p:nvSpPr>
              <p:cNvPr id="2730" name="smooth-map-feature-2-shade-10">
                <a:extLst>
                  <a:ext uri="{FF2B5EF4-FFF2-40B4-BE49-F238E27FC236}">
                    <ns2:creationId id="{3EC28CEF-C318-4B65-8D10-D881734A2225}"/>
                  </a:ext>
                </a:extLst>
              </p:cNvPr>
              <p:cNvSpPr>
                <a:spLocks noGrp="1"/>
              </p:cNvSpPr>
              <p:nvPr/>
            </p:nvSpPr>
            <p:spPr>
              <a:xfrm>
                <a:off x="21240750" y="6019800"/>
                <a:ext cx="2838450" cy="1143000"/>
              </a:xfrm>
              <a:custGeom>
                <a:pathLst>
                  <a:path w="2838450" h="1143000">
                    <a:moveTo>
                      <a:pt x="0" y="654043"/>
                    </a:moveTo>
                    <a:cubicBezTo>
                      <a:pt x="118269" y="654043"/>
                      <a:pt x="236538" y="654043"/>
                      <a:pt x="354806" y="654043"/>
                    </a:cubicBezTo>
                    <a:cubicBezTo>
                      <a:pt x="591344" y="654043"/>
                      <a:pt x="827881" y="645129"/>
                      <a:pt x="1064419" y="630398"/>
                    </a:cubicBezTo>
                    <a:cubicBezTo>
                      <a:pt x="1300956" y="615668"/>
                      <a:pt x="1537494" y="293265"/>
                      <a:pt x="1774031" y="293265"/>
                    </a:cubicBezTo>
                    <a:cubicBezTo>
                      <a:pt x="2010569" y="293265"/>
                      <a:pt x="2247106" y="930617"/>
                      <a:pt x="2483644" y="930617"/>
                    </a:cubicBezTo>
                    <a:cubicBezTo>
                      <a:pt x="2601912" y="930617"/>
                      <a:pt x="2720181" y="930617"/>
                      <a:pt x="2838450" y="930617"/>
                    </a:cubicBezTo>
                    <a:lnTo>
                      <a:pt x="2838450" y="1143000"/>
                    </a:lnTo>
                    <a:cubicBezTo>
                      <a:pt x="2720181" y="1143000"/>
                      <a:pt x="2601912" y="1143000"/>
                      <a:pt x="2483644" y="1143000"/>
                    </a:cubicBezTo>
                    <a:cubicBezTo>
                      <a:pt x="2247106" y="1143000"/>
                      <a:pt x="2010569" y="463300"/>
                      <a:pt x="1774031" y="463300"/>
                    </a:cubicBezTo>
                    <a:cubicBezTo>
                      <a:pt x="1537494" y="463300"/>
                      <a:pt x="1300956" y="796649"/>
                      <a:pt x="1064419" y="799230"/>
                    </a:cubicBezTo>
                    <a:cubicBezTo>
                      <a:pt x="827881" y="801811"/>
                      <a:pt x="591344" y="803146"/>
                      <a:pt x="354806" y="803146"/>
                    </a:cubicBezTo>
                    <a:cubicBezTo>
                      <a:pt x="236538" y="803146"/>
                      <a:pt x="118269" y="803146"/>
                      <a:pt x="0" y="803146"/>
                    </a:cubicBezTo>
                    <a:close/>
                  </a:path>
                </a:pathLst>
              </a:custGeom>
              <a:solidFill>
                <a:srgbClr val="D55E00">
                  <a:alpha val="2564"/>
                </a:srgbClr>
              </a:solidFill>
              <a:ln w="0">
                <a:noFill/>
              </a:ln>
            </p:spPr>
          </p:sp>
          <p:sp>
            <p:nvSpPr>
              <p:cNvPr id="2731" name="smooth-map-feature-2-shade-11">
                <a:extLst>
                  <a:ext uri="{FF2B5EF4-FFF2-40B4-BE49-F238E27FC236}">
                    <ns2:creationId id="{36790427-F0C5-47C6-8F88-E79F9CE5D9EB}"/>
                  </a:ext>
                </a:extLst>
              </p:cNvPr>
              <p:cNvSpPr>
                <a:spLocks noGrp="1"/>
              </p:cNvSpPr>
              <p:nvPr/>
            </p:nvSpPr>
            <p:spPr>
              <a:xfrm>
                <a:off x="21240750" y="6019800"/>
                <a:ext cx="2838450" cy="1143000"/>
              </a:xfrm>
              <a:custGeom>
                <a:pathLst>
                  <a:path w="2838450" h="1143000">
                    <a:moveTo>
                      <a:pt x="0" y="656323"/>
                    </a:moveTo>
                    <a:cubicBezTo>
                      <a:pt x="118269" y="656323"/>
                      <a:pt x="236538" y="656323"/>
                      <a:pt x="354806" y="656323"/>
                    </a:cubicBezTo>
                    <a:cubicBezTo>
                      <a:pt x="591344" y="656323"/>
                      <a:pt x="827881" y="647534"/>
                      <a:pt x="1064419" y="632979"/>
                    </a:cubicBezTo>
                    <a:cubicBezTo>
                      <a:pt x="1300956" y="618424"/>
                      <a:pt x="1537494" y="295865"/>
                      <a:pt x="1774031" y="295865"/>
                    </a:cubicBezTo>
                    <a:cubicBezTo>
                      <a:pt x="2010569" y="295865"/>
                      <a:pt x="2247106" y="934184"/>
                      <a:pt x="2483644" y="934184"/>
                    </a:cubicBezTo>
                    <a:cubicBezTo>
                      <a:pt x="2601912" y="934184"/>
                      <a:pt x="2720181" y="934184"/>
                      <a:pt x="2838450" y="934184"/>
                    </a:cubicBezTo>
                    <a:lnTo>
                      <a:pt x="2838450" y="1143000"/>
                    </a:lnTo>
                    <a:cubicBezTo>
                      <a:pt x="2720181" y="1143000"/>
                      <a:pt x="2601912" y="1143000"/>
                      <a:pt x="2483644" y="1143000"/>
                    </a:cubicBezTo>
                    <a:cubicBezTo>
                      <a:pt x="2247106" y="1143000"/>
                      <a:pt x="2010569" y="460700"/>
                      <a:pt x="1774031" y="460700"/>
                    </a:cubicBezTo>
                    <a:cubicBezTo>
                      <a:pt x="1537494" y="460700"/>
                      <a:pt x="1300956" y="793872"/>
                      <a:pt x="1064419" y="796649"/>
                    </a:cubicBezTo>
                    <a:cubicBezTo>
                      <a:pt x="827881" y="799426"/>
                      <a:pt x="591344" y="800867"/>
                      <a:pt x="354806" y="800867"/>
                    </a:cubicBezTo>
                    <a:cubicBezTo>
                      <a:pt x="236538" y="800867"/>
                      <a:pt x="118269" y="800867"/>
                      <a:pt x="0" y="800867"/>
                    </a:cubicBezTo>
                    <a:close/>
                  </a:path>
                </a:pathLst>
              </a:custGeom>
              <a:solidFill>
                <a:srgbClr val="D55E00">
                  <a:alpha val="2632"/>
                </a:srgbClr>
              </a:solidFill>
              <a:ln w="0">
                <a:noFill/>
              </a:ln>
            </p:spPr>
          </p:sp>
          <p:sp>
            <p:nvSpPr>
              <p:cNvPr id="2732" name="smooth-map-feature-2-shade-12">
                <a:extLst>
                  <a:ext uri="{FF2B5EF4-FFF2-40B4-BE49-F238E27FC236}">
                    <ns2:creationId id="{C63A413D-8506-4EBF-9710-7AB242CB89D7}"/>
                  </a:ext>
                </a:extLst>
              </p:cNvPr>
              <p:cNvSpPr>
                <a:spLocks noGrp="1"/>
              </p:cNvSpPr>
              <p:nvPr/>
            </p:nvSpPr>
            <p:spPr>
              <a:xfrm>
                <a:off x="21240750" y="6019800"/>
                <a:ext cx="2838450" cy="1143000"/>
              </a:xfrm>
              <a:custGeom>
                <a:pathLst>
                  <a:path w="2838450" h="1143000">
                    <a:moveTo>
                      <a:pt x="0" y="658472"/>
                    </a:moveTo>
                    <a:cubicBezTo>
                      <a:pt x="118269" y="658472"/>
                      <a:pt x="236538" y="658472"/>
                      <a:pt x="354806" y="658472"/>
                    </a:cubicBezTo>
                    <a:cubicBezTo>
                      <a:pt x="591344" y="658472"/>
                      <a:pt x="827881" y="649801"/>
                      <a:pt x="1064419" y="635412"/>
                    </a:cubicBezTo>
                    <a:cubicBezTo>
                      <a:pt x="1300956" y="621024"/>
                      <a:pt x="1537494" y="298315"/>
                      <a:pt x="1774031" y="298315"/>
                    </a:cubicBezTo>
                    <a:cubicBezTo>
                      <a:pt x="2010569" y="298315"/>
                      <a:pt x="2247106" y="937548"/>
                      <a:pt x="2483644" y="937548"/>
                    </a:cubicBezTo>
                    <a:cubicBezTo>
                      <a:pt x="2601912" y="937548"/>
                      <a:pt x="2720181" y="937548"/>
                      <a:pt x="2838450" y="937548"/>
                    </a:cubicBezTo>
                    <a:lnTo>
                      <a:pt x="2838450" y="1143000"/>
                    </a:lnTo>
                    <a:cubicBezTo>
                      <a:pt x="2720181" y="1143000"/>
                      <a:pt x="2601912" y="1143000"/>
                      <a:pt x="2483644" y="1143000"/>
                    </a:cubicBezTo>
                    <a:cubicBezTo>
                      <a:pt x="2247106" y="1143000"/>
                      <a:pt x="2010569" y="458250"/>
                      <a:pt x="1774031" y="458250"/>
                    </a:cubicBezTo>
                    <a:cubicBezTo>
                      <a:pt x="1537494" y="458250"/>
                      <a:pt x="1300956" y="791254"/>
                      <a:pt x="1064419" y="794215"/>
                    </a:cubicBezTo>
                    <a:cubicBezTo>
                      <a:pt x="827881" y="797177"/>
                      <a:pt x="591344" y="798718"/>
                      <a:pt x="354806" y="798718"/>
                    </a:cubicBezTo>
                    <a:cubicBezTo>
                      <a:pt x="236538" y="798718"/>
                      <a:pt x="118269" y="798718"/>
                      <a:pt x="0" y="798718"/>
                    </a:cubicBezTo>
                    <a:close/>
                  </a:path>
                </a:pathLst>
              </a:custGeom>
              <a:solidFill>
                <a:srgbClr val="D55E00">
                  <a:alpha val="2703"/>
                </a:srgbClr>
              </a:solidFill>
              <a:ln w="0">
                <a:noFill/>
              </a:ln>
            </p:spPr>
          </p:sp>
          <p:sp>
            <p:nvSpPr>
              <p:cNvPr id="2733" name="smooth-map-feature-2-shade-13">
                <a:extLst>
                  <a:ext uri="{FF2B5EF4-FFF2-40B4-BE49-F238E27FC236}">
                    <ns2:creationId id="{988030B9-6CFC-45A2-9391-F034DAB58767}"/>
                  </a:ext>
                </a:extLst>
              </p:cNvPr>
              <p:cNvSpPr>
                <a:spLocks noGrp="1"/>
              </p:cNvSpPr>
              <p:nvPr/>
            </p:nvSpPr>
            <p:spPr>
              <a:xfrm>
                <a:off x="21240750" y="6019800"/>
                <a:ext cx="2838450" cy="1143000"/>
              </a:xfrm>
              <a:custGeom>
                <a:pathLst>
                  <a:path w="2838450" h="1143000">
                    <a:moveTo>
                      <a:pt x="0" y="660512"/>
                    </a:moveTo>
                    <a:cubicBezTo>
                      <a:pt x="118269" y="660512"/>
                      <a:pt x="236538" y="660512"/>
                      <a:pt x="354806" y="660512"/>
                    </a:cubicBezTo>
                    <a:cubicBezTo>
                      <a:pt x="591344" y="660512"/>
                      <a:pt x="827881" y="651953"/>
                      <a:pt x="1064419" y="637722"/>
                    </a:cubicBezTo>
                    <a:cubicBezTo>
                      <a:pt x="1300956" y="623491"/>
                      <a:pt x="1537494" y="300641"/>
                      <a:pt x="1774031" y="300641"/>
                    </a:cubicBezTo>
                    <a:cubicBezTo>
                      <a:pt x="2010569" y="300641"/>
                      <a:pt x="2247106" y="940740"/>
                      <a:pt x="2483644" y="940740"/>
                    </a:cubicBezTo>
                    <a:cubicBezTo>
                      <a:pt x="2601912" y="940740"/>
                      <a:pt x="2720181" y="940740"/>
                      <a:pt x="2838450" y="940740"/>
                    </a:cubicBezTo>
                    <a:lnTo>
                      <a:pt x="2838450" y="1143000"/>
                    </a:lnTo>
                    <a:cubicBezTo>
                      <a:pt x="2720181" y="1143000"/>
                      <a:pt x="2601912" y="1143000"/>
                      <a:pt x="2483644" y="1143000"/>
                    </a:cubicBezTo>
                    <a:cubicBezTo>
                      <a:pt x="2247106" y="1143000"/>
                      <a:pt x="2010569" y="455924"/>
                      <a:pt x="1774031" y="455924"/>
                    </a:cubicBezTo>
                    <a:cubicBezTo>
                      <a:pt x="1537494" y="455924"/>
                      <a:pt x="1300956" y="788769"/>
                      <a:pt x="1064419" y="791906"/>
                    </a:cubicBezTo>
                    <a:cubicBezTo>
                      <a:pt x="827881" y="795043"/>
                      <a:pt x="591344" y="796678"/>
                      <a:pt x="354806" y="796678"/>
                    </a:cubicBezTo>
                    <a:cubicBezTo>
                      <a:pt x="236538" y="796678"/>
                      <a:pt x="118269" y="796678"/>
                      <a:pt x="0" y="796678"/>
                    </a:cubicBezTo>
                    <a:close/>
                  </a:path>
                </a:pathLst>
              </a:custGeom>
              <a:solidFill>
                <a:srgbClr val="D55E00">
                  <a:alpha val="2778"/>
                </a:srgbClr>
              </a:solidFill>
              <a:ln w="0">
                <a:noFill/>
              </a:ln>
            </p:spPr>
          </p:sp>
          <p:sp>
            <p:nvSpPr>
              <p:cNvPr id="2734" name="smooth-map-feature-2-shade-14">
                <a:extLst>
                  <a:ext uri="{FF2B5EF4-FFF2-40B4-BE49-F238E27FC236}">
                    <ns2:creationId id="{0F908B90-3039-4262-88F3-C8A84A908EB3}"/>
                  </a:ext>
                </a:extLst>
              </p:cNvPr>
              <p:cNvSpPr>
                <a:spLocks noGrp="1"/>
              </p:cNvSpPr>
              <p:nvPr/>
            </p:nvSpPr>
            <p:spPr>
              <a:xfrm>
                <a:off x="21240750" y="6019800"/>
                <a:ext cx="2838450" cy="1143000"/>
              </a:xfrm>
              <a:custGeom>
                <a:pathLst>
                  <a:path w="2838450" h="1143000">
                    <a:moveTo>
                      <a:pt x="0" y="662458"/>
                    </a:moveTo>
                    <a:cubicBezTo>
                      <a:pt x="118269" y="662458"/>
                      <a:pt x="236538" y="662458"/>
                      <a:pt x="354806" y="662458"/>
                    </a:cubicBezTo>
                    <a:cubicBezTo>
                      <a:pt x="591344" y="662458"/>
                      <a:pt x="827881" y="654007"/>
                      <a:pt x="1064419" y="639927"/>
                    </a:cubicBezTo>
                    <a:cubicBezTo>
                      <a:pt x="1300956" y="625846"/>
                      <a:pt x="1537494" y="302862"/>
                      <a:pt x="1774031" y="302862"/>
                    </a:cubicBezTo>
                    <a:cubicBezTo>
                      <a:pt x="2010569" y="302862"/>
                      <a:pt x="2247106" y="943787"/>
                      <a:pt x="2483644" y="943787"/>
                    </a:cubicBezTo>
                    <a:cubicBezTo>
                      <a:pt x="2601912" y="943787"/>
                      <a:pt x="2720181" y="943787"/>
                      <a:pt x="2838450" y="943787"/>
                    </a:cubicBezTo>
                    <a:lnTo>
                      <a:pt x="2838450" y="1143000"/>
                    </a:lnTo>
                    <a:cubicBezTo>
                      <a:pt x="2720181" y="1143000"/>
                      <a:pt x="2601912" y="1143000"/>
                      <a:pt x="2483644" y="1143000"/>
                    </a:cubicBezTo>
                    <a:cubicBezTo>
                      <a:pt x="2247106" y="1143000"/>
                      <a:pt x="2010569" y="453703"/>
                      <a:pt x="1774031" y="453703"/>
                    </a:cubicBezTo>
                    <a:cubicBezTo>
                      <a:pt x="1537494" y="453703"/>
                      <a:pt x="1300956" y="786397"/>
                      <a:pt x="1064419" y="789701"/>
                    </a:cubicBezTo>
                    <a:cubicBezTo>
                      <a:pt x="827881" y="793005"/>
                      <a:pt x="591344" y="794731"/>
                      <a:pt x="354806" y="794731"/>
                    </a:cubicBezTo>
                    <a:cubicBezTo>
                      <a:pt x="236538" y="794731"/>
                      <a:pt x="118269" y="794731"/>
                      <a:pt x="0" y="794731"/>
                    </a:cubicBezTo>
                    <a:close/>
                  </a:path>
                </a:pathLst>
              </a:custGeom>
              <a:solidFill>
                <a:srgbClr val="D55E00">
                  <a:alpha val="2857"/>
                </a:srgbClr>
              </a:solidFill>
              <a:ln w="0">
                <a:noFill/>
              </a:ln>
            </p:spPr>
          </p:sp>
          <p:sp>
            <p:nvSpPr>
              <p:cNvPr id="2735" name="smooth-map-feature-2-shade-15">
                <a:extLst>
                  <a:ext uri="{FF2B5EF4-FFF2-40B4-BE49-F238E27FC236}">
                    <ns2:creationId id="{4585726B-71A8-4FC4-987E-B4CA77EC6107}"/>
                  </a:ext>
                </a:extLst>
              </p:cNvPr>
              <p:cNvSpPr>
                <a:spLocks noGrp="1"/>
              </p:cNvSpPr>
              <p:nvPr/>
            </p:nvSpPr>
            <p:spPr>
              <a:xfrm>
                <a:off x="21240750" y="6019800"/>
                <a:ext cx="2838450" cy="1143000"/>
              </a:xfrm>
              <a:custGeom>
                <a:pathLst>
                  <a:path w="2838450" h="1143000">
                    <a:moveTo>
                      <a:pt x="0" y="664326"/>
                    </a:moveTo>
                    <a:cubicBezTo>
                      <a:pt x="118269" y="664326"/>
                      <a:pt x="236538" y="664326"/>
                      <a:pt x="354806" y="664326"/>
                    </a:cubicBezTo>
                    <a:cubicBezTo>
                      <a:pt x="591344" y="664326"/>
                      <a:pt x="827881" y="655976"/>
                      <a:pt x="1064419" y="642041"/>
                    </a:cubicBezTo>
                    <a:cubicBezTo>
                      <a:pt x="1300956" y="628106"/>
                      <a:pt x="1537494" y="304991"/>
                      <a:pt x="1774031" y="304991"/>
                    </a:cubicBezTo>
                    <a:cubicBezTo>
                      <a:pt x="2010569" y="304991"/>
                      <a:pt x="2247106" y="946710"/>
                      <a:pt x="2483644" y="946710"/>
                    </a:cubicBezTo>
                    <a:cubicBezTo>
                      <a:pt x="2601912" y="946710"/>
                      <a:pt x="2720181" y="946710"/>
                      <a:pt x="2838450" y="946710"/>
                    </a:cubicBezTo>
                    <a:lnTo>
                      <a:pt x="2838450" y="1143000"/>
                    </a:lnTo>
                    <a:cubicBezTo>
                      <a:pt x="2720181" y="1143000"/>
                      <a:pt x="2601912" y="1143000"/>
                      <a:pt x="2483644" y="1143000"/>
                    </a:cubicBezTo>
                    <a:cubicBezTo>
                      <a:pt x="2247106" y="1143000"/>
                      <a:pt x="2010569" y="451574"/>
                      <a:pt x="1774031" y="451574"/>
                    </a:cubicBezTo>
                    <a:cubicBezTo>
                      <a:pt x="1537494" y="451574"/>
                      <a:pt x="1300956" y="784123"/>
                      <a:pt x="1064419" y="787587"/>
                    </a:cubicBezTo>
                    <a:cubicBezTo>
                      <a:pt x="827881" y="791050"/>
                      <a:pt x="591344" y="792864"/>
                      <a:pt x="354806" y="792864"/>
                    </a:cubicBezTo>
                    <a:cubicBezTo>
                      <a:pt x="236538" y="792864"/>
                      <a:pt x="118269" y="792864"/>
                      <a:pt x="0" y="792864"/>
                    </a:cubicBezTo>
                    <a:close/>
                  </a:path>
                </a:pathLst>
              </a:custGeom>
              <a:solidFill>
                <a:srgbClr val="D55E00">
                  <a:alpha val="2941"/>
                </a:srgbClr>
              </a:solidFill>
              <a:ln w="0">
                <a:noFill/>
              </a:ln>
            </p:spPr>
          </p:sp>
          <p:sp>
            <p:nvSpPr>
              <p:cNvPr id="2736" name="smooth-map-feature-2-shade-16">
                <a:extLst>
                  <a:ext uri="{FF2B5EF4-FFF2-40B4-BE49-F238E27FC236}">
                    <ns2:creationId id="{25A18D1A-9665-45AC-AB6B-3B46F9224C03}"/>
                  </a:ext>
                </a:extLst>
              </p:cNvPr>
              <p:cNvSpPr>
                <a:spLocks noGrp="1"/>
              </p:cNvSpPr>
              <p:nvPr/>
            </p:nvSpPr>
            <p:spPr>
              <a:xfrm>
                <a:off x="21240750" y="6019800"/>
                <a:ext cx="2838450" cy="1143000"/>
              </a:xfrm>
              <a:custGeom>
                <a:pathLst>
                  <a:path w="2838450" h="1143000">
                    <a:moveTo>
                      <a:pt x="0" y="666125"/>
                    </a:moveTo>
                    <a:cubicBezTo>
                      <a:pt x="118269" y="666125"/>
                      <a:pt x="236538" y="666125"/>
                      <a:pt x="354806" y="666125"/>
                    </a:cubicBezTo>
                    <a:cubicBezTo>
                      <a:pt x="591344" y="666125"/>
                      <a:pt x="827881" y="657874"/>
                      <a:pt x="1064419" y="644078"/>
                    </a:cubicBezTo>
                    <a:cubicBezTo>
                      <a:pt x="1300956" y="630283"/>
                      <a:pt x="1537494" y="307043"/>
                      <a:pt x="1774031" y="307043"/>
                    </a:cubicBezTo>
                    <a:cubicBezTo>
                      <a:pt x="2010569" y="307043"/>
                      <a:pt x="2247106" y="949526"/>
                      <a:pt x="2483644" y="949526"/>
                    </a:cubicBezTo>
                    <a:cubicBezTo>
                      <a:pt x="2601912" y="949526"/>
                      <a:pt x="2720181" y="949526"/>
                      <a:pt x="2838450" y="949526"/>
                    </a:cubicBezTo>
                    <a:lnTo>
                      <a:pt x="2838450" y="1143000"/>
                    </a:lnTo>
                    <a:cubicBezTo>
                      <a:pt x="2720181" y="1143000"/>
                      <a:pt x="2601912" y="1143000"/>
                      <a:pt x="2483644" y="1143000"/>
                    </a:cubicBezTo>
                    <a:cubicBezTo>
                      <a:pt x="2247106" y="1143000"/>
                      <a:pt x="2010569" y="449522"/>
                      <a:pt x="1774031" y="449522"/>
                    </a:cubicBezTo>
                    <a:cubicBezTo>
                      <a:pt x="1537494" y="449522"/>
                      <a:pt x="1300956" y="781932"/>
                      <a:pt x="1064419" y="785549"/>
                    </a:cubicBezTo>
                    <a:cubicBezTo>
                      <a:pt x="827881" y="789167"/>
                      <a:pt x="591344" y="791065"/>
                      <a:pt x="354806" y="791065"/>
                    </a:cubicBezTo>
                    <a:cubicBezTo>
                      <a:pt x="236538" y="791065"/>
                      <a:pt x="118269" y="791065"/>
                      <a:pt x="0" y="791065"/>
                    </a:cubicBezTo>
                    <a:close/>
                  </a:path>
                </a:pathLst>
              </a:custGeom>
              <a:solidFill>
                <a:srgbClr val="D55E00">
                  <a:alpha val="3030"/>
                </a:srgbClr>
              </a:solidFill>
              <a:ln w="0">
                <a:noFill/>
              </a:ln>
            </p:spPr>
          </p:sp>
          <p:sp>
            <p:nvSpPr>
              <p:cNvPr id="2737" name="smooth-map-feature-2-shade-17">
                <a:extLst>
                  <a:ext uri="{FF2B5EF4-FFF2-40B4-BE49-F238E27FC236}">
                    <ns2:creationId id="{707D0042-EC81-4F98-BDD8-5AE90D35420F}"/>
                  </a:ext>
                </a:extLst>
              </p:cNvPr>
              <p:cNvSpPr>
                <a:spLocks noGrp="1"/>
              </p:cNvSpPr>
              <p:nvPr/>
            </p:nvSpPr>
            <p:spPr>
              <a:xfrm>
                <a:off x="21240750" y="6019800"/>
                <a:ext cx="2838450" cy="1143000"/>
              </a:xfrm>
              <a:custGeom>
                <a:pathLst>
                  <a:path w="2838450" h="1143000">
                    <a:moveTo>
                      <a:pt x="0" y="667865"/>
                    </a:moveTo>
                    <a:cubicBezTo>
                      <a:pt x="118269" y="667865"/>
                      <a:pt x="236538" y="667865"/>
                      <a:pt x="354806" y="667865"/>
                    </a:cubicBezTo>
                    <a:cubicBezTo>
                      <a:pt x="591344" y="667865"/>
                      <a:pt x="827881" y="659709"/>
                      <a:pt x="1064419" y="646048"/>
                    </a:cubicBezTo>
                    <a:cubicBezTo>
                      <a:pt x="1300956" y="632388"/>
                      <a:pt x="1537494" y="309027"/>
                      <a:pt x="1774031" y="309027"/>
                    </a:cubicBezTo>
                    <a:cubicBezTo>
                      <a:pt x="2010569" y="309027"/>
                      <a:pt x="2247106" y="952249"/>
                      <a:pt x="2483644" y="952249"/>
                    </a:cubicBezTo>
                    <a:cubicBezTo>
                      <a:pt x="2601912" y="952249"/>
                      <a:pt x="2720181" y="952249"/>
                      <a:pt x="2838450" y="952249"/>
                    </a:cubicBezTo>
                    <a:lnTo>
                      <a:pt x="2838450" y="1142347"/>
                    </a:lnTo>
                    <a:cubicBezTo>
                      <a:pt x="2720181" y="1142347"/>
                      <a:pt x="2601912" y="1142347"/>
                      <a:pt x="2483644" y="1142347"/>
                    </a:cubicBezTo>
                    <a:cubicBezTo>
                      <a:pt x="2247106" y="1142347"/>
                      <a:pt x="2010569" y="447538"/>
                      <a:pt x="1774031" y="447538"/>
                    </a:cubicBezTo>
                    <a:cubicBezTo>
                      <a:pt x="1537494" y="447538"/>
                      <a:pt x="1300956" y="779814"/>
                      <a:pt x="1064419" y="783579"/>
                    </a:cubicBezTo>
                    <a:cubicBezTo>
                      <a:pt x="827881" y="787345"/>
                      <a:pt x="591344" y="789325"/>
                      <a:pt x="354806" y="789325"/>
                    </a:cubicBezTo>
                    <a:cubicBezTo>
                      <a:pt x="236538" y="789325"/>
                      <a:pt x="118269" y="789325"/>
                      <a:pt x="0" y="789325"/>
                    </a:cubicBezTo>
                    <a:close/>
                  </a:path>
                </a:pathLst>
              </a:custGeom>
              <a:solidFill>
                <a:srgbClr val="D55E00">
                  <a:alpha val="3125"/>
                </a:srgbClr>
              </a:solidFill>
              <a:ln w="0">
                <a:noFill/>
              </a:ln>
            </p:spPr>
          </p:sp>
          <p:sp>
            <p:nvSpPr>
              <p:cNvPr id="2738" name="smooth-map-feature-2-shade-18">
                <a:extLst>
                  <a:ext uri="{FF2B5EF4-FFF2-40B4-BE49-F238E27FC236}">
                    <ns2:creationId id="{BB5DFAD7-44F2-407A-BEB4-40CD16B361FD}"/>
                  </a:ext>
                </a:extLst>
              </p:cNvPr>
              <p:cNvSpPr>
                <a:spLocks noGrp="1"/>
              </p:cNvSpPr>
              <p:nvPr/>
            </p:nvSpPr>
            <p:spPr>
              <a:xfrm>
                <a:off x="21240750" y="6019800"/>
                <a:ext cx="2838450" cy="1143000"/>
              </a:xfrm>
              <a:custGeom>
                <a:pathLst>
                  <a:path w="2838450" h="1143000">
                    <a:moveTo>
                      <a:pt x="0" y="669554"/>
                    </a:moveTo>
                    <a:cubicBezTo>
                      <a:pt x="118269" y="669554"/>
                      <a:pt x="236538" y="669554"/>
                      <a:pt x="354806" y="669554"/>
                    </a:cubicBezTo>
                    <a:cubicBezTo>
                      <a:pt x="591344" y="669554"/>
                      <a:pt x="827881" y="661489"/>
                      <a:pt x="1064419" y="647960"/>
                    </a:cubicBezTo>
                    <a:cubicBezTo>
                      <a:pt x="1300956" y="634432"/>
                      <a:pt x="1537494" y="310953"/>
                      <a:pt x="1774031" y="310953"/>
                    </a:cubicBezTo>
                    <a:cubicBezTo>
                      <a:pt x="2010569" y="310953"/>
                      <a:pt x="2247106" y="954892"/>
                      <a:pt x="2483644" y="954892"/>
                    </a:cubicBezTo>
                    <a:cubicBezTo>
                      <a:pt x="2601912" y="954892"/>
                      <a:pt x="2720181" y="954892"/>
                      <a:pt x="2838450" y="954892"/>
                    </a:cubicBezTo>
                    <a:lnTo>
                      <a:pt x="2838450" y="1139704"/>
                    </a:lnTo>
                    <a:cubicBezTo>
                      <a:pt x="2720181" y="1139704"/>
                      <a:pt x="2601912" y="1139704"/>
                      <a:pt x="2483644" y="1139704"/>
                    </a:cubicBezTo>
                    <a:cubicBezTo>
                      <a:pt x="2247106" y="1139704"/>
                      <a:pt x="2010569" y="445612"/>
                      <a:pt x="1774031" y="445612"/>
                    </a:cubicBezTo>
                    <a:cubicBezTo>
                      <a:pt x="1537494" y="445612"/>
                      <a:pt x="1300956" y="777758"/>
                      <a:pt x="1064419" y="781667"/>
                    </a:cubicBezTo>
                    <a:cubicBezTo>
                      <a:pt x="827881" y="785577"/>
                      <a:pt x="591344" y="787636"/>
                      <a:pt x="354806" y="787636"/>
                    </a:cubicBezTo>
                    <a:cubicBezTo>
                      <a:pt x="236538" y="787636"/>
                      <a:pt x="118269" y="787636"/>
                      <a:pt x="0" y="787636"/>
                    </a:cubicBezTo>
                    <a:close/>
                  </a:path>
                </a:pathLst>
              </a:custGeom>
              <a:solidFill>
                <a:srgbClr val="D55E00">
                  <a:alpha val="3226"/>
                </a:srgbClr>
              </a:solidFill>
              <a:ln w="0">
                <a:noFill/>
              </a:ln>
            </p:spPr>
          </p:sp>
          <p:sp>
            <p:nvSpPr>
              <p:cNvPr id="2739" name="smooth-map-feature-2-shade-19">
                <a:extLst>
                  <a:ext uri="{FF2B5EF4-FFF2-40B4-BE49-F238E27FC236}">
                    <ns2:creationId id="{1F58CA43-4DF8-4503-939A-B80F4F43DA83}"/>
                  </a:ext>
                </a:extLst>
              </p:cNvPr>
              <p:cNvSpPr>
                <a:spLocks noGrp="1"/>
              </p:cNvSpPr>
              <p:nvPr/>
            </p:nvSpPr>
            <p:spPr>
              <a:xfrm>
                <a:off x="21240750" y="6019800"/>
                <a:ext cx="2838450" cy="1143000"/>
              </a:xfrm>
              <a:custGeom>
                <a:pathLst>
                  <a:path w="2838450" h="1143000">
                    <a:moveTo>
                      <a:pt x="0" y="671198"/>
                    </a:moveTo>
                    <a:cubicBezTo>
                      <a:pt x="118269" y="671198"/>
                      <a:pt x="236538" y="671198"/>
                      <a:pt x="354806" y="671198"/>
                    </a:cubicBezTo>
                    <a:cubicBezTo>
                      <a:pt x="591344" y="671198"/>
                      <a:pt x="827881" y="663222"/>
                      <a:pt x="1064419" y="649822"/>
                    </a:cubicBezTo>
                    <a:cubicBezTo>
                      <a:pt x="1300956" y="636422"/>
                      <a:pt x="1537494" y="312828"/>
                      <a:pt x="1774031" y="312828"/>
                    </a:cubicBezTo>
                    <a:cubicBezTo>
                      <a:pt x="2010569" y="312828"/>
                      <a:pt x="2247106" y="957465"/>
                      <a:pt x="2483644" y="957465"/>
                    </a:cubicBezTo>
                    <a:cubicBezTo>
                      <a:pt x="2601912" y="957465"/>
                      <a:pt x="2720181" y="957465"/>
                      <a:pt x="2838450" y="957465"/>
                    </a:cubicBezTo>
                    <a:lnTo>
                      <a:pt x="2838450" y="1137131"/>
                    </a:lnTo>
                    <a:cubicBezTo>
                      <a:pt x="2720181" y="1137131"/>
                      <a:pt x="2601912" y="1137131"/>
                      <a:pt x="2483644" y="1137131"/>
                    </a:cubicBezTo>
                    <a:cubicBezTo>
                      <a:pt x="2247106" y="1137131"/>
                      <a:pt x="2010569" y="443737"/>
                      <a:pt x="1774031" y="443737"/>
                    </a:cubicBezTo>
                    <a:cubicBezTo>
                      <a:pt x="1537494" y="443737"/>
                      <a:pt x="1300956" y="775756"/>
                      <a:pt x="1064419" y="779806"/>
                    </a:cubicBezTo>
                    <a:cubicBezTo>
                      <a:pt x="827881" y="783855"/>
                      <a:pt x="591344" y="785992"/>
                      <a:pt x="354806" y="785992"/>
                    </a:cubicBezTo>
                    <a:cubicBezTo>
                      <a:pt x="236538" y="785992"/>
                      <a:pt x="118269" y="785992"/>
                      <a:pt x="0" y="785992"/>
                    </a:cubicBezTo>
                    <a:close/>
                  </a:path>
                </a:pathLst>
              </a:custGeom>
              <a:solidFill>
                <a:srgbClr val="D55E00">
                  <a:alpha val="3333"/>
                </a:srgbClr>
              </a:solidFill>
              <a:ln w="0">
                <a:noFill/>
              </a:ln>
            </p:spPr>
          </p:sp>
          <p:sp>
            <p:nvSpPr>
              <p:cNvPr id="2740" name="smooth-map-feature-2-shade-20">
                <a:extLst>
                  <a:ext uri="{FF2B5EF4-FFF2-40B4-BE49-F238E27FC236}">
                    <ns2:creationId id="{9DFF5EF0-0BEF-4A24-827D-EE37EFA4CB44}"/>
                  </a:ext>
                </a:extLst>
              </p:cNvPr>
              <p:cNvSpPr>
                <a:spLocks noGrp="1"/>
              </p:cNvSpPr>
              <p:nvPr/>
            </p:nvSpPr>
            <p:spPr>
              <a:xfrm>
                <a:off x="21240750" y="6019800"/>
                <a:ext cx="2838450" cy="1143000"/>
              </a:xfrm>
              <a:custGeom>
                <a:pathLst>
                  <a:path w="2838450" h="1143000">
                    <a:moveTo>
                      <a:pt x="0" y="672803"/>
                    </a:moveTo>
                    <a:cubicBezTo>
                      <a:pt x="118269" y="672803"/>
                      <a:pt x="236538" y="672803"/>
                      <a:pt x="354806" y="672803"/>
                    </a:cubicBezTo>
                    <a:cubicBezTo>
                      <a:pt x="591344" y="672803"/>
                      <a:pt x="827881" y="664915"/>
                      <a:pt x="1064419" y="651640"/>
                    </a:cubicBezTo>
                    <a:cubicBezTo>
                      <a:pt x="1300956" y="638365"/>
                      <a:pt x="1537494" y="314658"/>
                      <a:pt x="1774031" y="314658"/>
                    </a:cubicBezTo>
                    <a:cubicBezTo>
                      <a:pt x="2010569" y="314658"/>
                      <a:pt x="2247106" y="959978"/>
                      <a:pt x="2483644" y="959978"/>
                    </a:cubicBezTo>
                    <a:cubicBezTo>
                      <a:pt x="2601912" y="959978"/>
                      <a:pt x="2720181" y="959978"/>
                      <a:pt x="2838450" y="959978"/>
                    </a:cubicBezTo>
                    <a:lnTo>
                      <a:pt x="2838450" y="1134619"/>
                    </a:lnTo>
                    <a:cubicBezTo>
                      <a:pt x="2720181" y="1134619"/>
                      <a:pt x="2601912" y="1134619"/>
                      <a:pt x="2483644" y="1134619"/>
                    </a:cubicBezTo>
                    <a:cubicBezTo>
                      <a:pt x="2247106" y="1134619"/>
                      <a:pt x="2010569" y="441907"/>
                      <a:pt x="1774031" y="441907"/>
                    </a:cubicBezTo>
                    <a:cubicBezTo>
                      <a:pt x="1537494" y="441907"/>
                      <a:pt x="1300956" y="773802"/>
                      <a:pt x="1064419" y="777988"/>
                    </a:cubicBezTo>
                    <a:cubicBezTo>
                      <a:pt x="827881" y="782174"/>
                      <a:pt x="591344" y="784387"/>
                      <a:pt x="354806" y="784387"/>
                    </a:cubicBezTo>
                    <a:cubicBezTo>
                      <a:pt x="236538" y="784387"/>
                      <a:pt x="118269" y="784387"/>
                      <a:pt x="0" y="784387"/>
                    </a:cubicBezTo>
                    <a:close/>
                  </a:path>
                </a:pathLst>
              </a:custGeom>
              <a:solidFill>
                <a:srgbClr val="D55E00">
                  <a:alpha val="3448"/>
                </a:srgbClr>
              </a:solidFill>
              <a:ln w="0">
                <a:noFill/>
              </a:ln>
            </p:spPr>
          </p:sp>
          <p:sp>
            <p:nvSpPr>
              <p:cNvPr id="2741" name="smooth-map-feature-2-shade-21">
                <a:extLst>
                  <a:ext uri="{FF2B5EF4-FFF2-40B4-BE49-F238E27FC236}">
                    <ns2:creationId id="{3E0703CF-DBEF-49F8-BC7A-5EF94545DF2E}"/>
                  </a:ext>
                </a:extLst>
              </p:cNvPr>
              <p:cNvSpPr>
                <a:spLocks noGrp="1"/>
              </p:cNvSpPr>
              <p:nvPr/>
            </p:nvSpPr>
            <p:spPr>
              <a:xfrm>
                <a:off x="21240750" y="6019800"/>
                <a:ext cx="2838450" cy="1143000"/>
              </a:xfrm>
              <a:custGeom>
                <a:pathLst>
                  <a:path w="2838450" h="1143000">
                    <a:moveTo>
                      <a:pt x="0" y="674375"/>
                    </a:moveTo>
                    <a:cubicBezTo>
                      <a:pt x="118269" y="674375"/>
                      <a:pt x="236538" y="674375"/>
                      <a:pt x="354806" y="674375"/>
                    </a:cubicBezTo>
                    <a:cubicBezTo>
                      <a:pt x="591344" y="674375"/>
                      <a:pt x="827881" y="666572"/>
                      <a:pt x="1064419" y="653420"/>
                    </a:cubicBezTo>
                    <a:cubicBezTo>
                      <a:pt x="1300956" y="640267"/>
                      <a:pt x="1537494" y="316451"/>
                      <a:pt x="1774031" y="316451"/>
                    </a:cubicBezTo>
                    <a:cubicBezTo>
                      <a:pt x="2010569" y="316451"/>
                      <a:pt x="2247106" y="962438"/>
                      <a:pt x="2483644" y="962438"/>
                    </a:cubicBezTo>
                    <a:cubicBezTo>
                      <a:pt x="2601912" y="962438"/>
                      <a:pt x="2720181" y="962438"/>
                      <a:pt x="2838450" y="962438"/>
                    </a:cubicBezTo>
                    <a:lnTo>
                      <a:pt x="2838450" y="1132158"/>
                    </a:lnTo>
                    <a:cubicBezTo>
                      <a:pt x="2720181" y="1132158"/>
                      <a:pt x="2601912" y="1132158"/>
                      <a:pt x="2483644" y="1132158"/>
                    </a:cubicBezTo>
                    <a:cubicBezTo>
                      <a:pt x="2247106" y="1132158"/>
                      <a:pt x="2010569" y="440114"/>
                      <a:pt x="1774031" y="440114"/>
                    </a:cubicBezTo>
                    <a:cubicBezTo>
                      <a:pt x="1537494" y="440114"/>
                      <a:pt x="1300956" y="771889"/>
                      <a:pt x="1064419" y="776208"/>
                    </a:cubicBezTo>
                    <a:cubicBezTo>
                      <a:pt x="827881" y="780528"/>
                      <a:pt x="591344" y="782815"/>
                      <a:pt x="354806" y="782815"/>
                    </a:cubicBezTo>
                    <a:cubicBezTo>
                      <a:pt x="236538" y="782815"/>
                      <a:pt x="118269" y="782815"/>
                      <a:pt x="0" y="782815"/>
                    </a:cubicBezTo>
                    <a:close/>
                  </a:path>
                </a:pathLst>
              </a:custGeom>
              <a:solidFill>
                <a:srgbClr val="D55E00">
                  <a:alpha val="3571"/>
                </a:srgbClr>
              </a:solidFill>
              <a:ln w="0">
                <a:noFill/>
              </a:ln>
            </p:spPr>
          </p:sp>
          <p:sp>
            <p:nvSpPr>
              <p:cNvPr id="2742" name="smooth-map-feature-2-shade-22">
                <a:extLst>
                  <a:ext uri="{FF2B5EF4-FFF2-40B4-BE49-F238E27FC236}">
                    <ns2:creationId id="{4533D926-3557-4487-AB32-6EB78FAB6FB7}"/>
                  </a:ext>
                </a:extLst>
              </p:cNvPr>
              <p:cNvSpPr>
                <a:spLocks noGrp="1"/>
              </p:cNvSpPr>
              <p:nvPr/>
            </p:nvSpPr>
            <p:spPr>
              <a:xfrm>
                <a:off x="21240750" y="6019800"/>
                <a:ext cx="2838450" cy="1143000"/>
              </a:xfrm>
              <a:custGeom>
                <a:pathLst>
                  <a:path w="2838450" h="1143000">
                    <a:moveTo>
                      <a:pt x="0" y="675918"/>
                    </a:moveTo>
                    <a:cubicBezTo>
                      <a:pt x="118269" y="675918"/>
                      <a:pt x="236538" y="675918"/>
                      <a:pt x="354806" y="675918"/>
                    </a:cubicBezTo>
                    <a:cubicBezTo>
                      <a:pt x="591344" y="675918"/>
                      <a:pt x="827881" y="668198"/>
                      <a:pt x="1064419" y="655167"/>
                    </a:cubicBezTo>
                    <a:cubicBezTo>
                      <a:pt x="1300956" y="642135"/>
                      <a:pt x="1537494" y="318211"/>
                      <a:pt x="1774031" y="318211"/>
                    </a:cubicBezTo>
                    <a:cubicBezTo>
                      <a:pt x="2010569" y="318211"/>
                      <a:pt x="2247106" y="964853"/>
                      <a:pt x="2483644" y="964853"/>
                    </a:cubicBezTo>
                    <a:cubicBezTo>
                      <a:pt x="2601912" y="964853"/>
                      <a:pt x="2720181" y="964853"/>
                      <a:pt x="2838450" y="964853"/>
                    </a:cubicBezTo>
                    <a:lnTo>
                      <a:pt x="2838450" y="1129743"/>
                    </a:lnTo>
                    <a:cubicBezTo>
                      <a:pt x="2720181" y="1129743"/>
                      <a:pt x="2601912" y="1129743"/>
                      <a:pt x="2483644" y="1129743"/>
                    </a:cubicBezTo>
                    <a:cubicBezTo>
                      <a:pt x="2247106" y="1129743"/>
                      <a:pt x="2010569" y="438354"/>
                      <a:pt x="1774031" y="438354"/>
                    </a:cubicBezTo>
                    <a:cubicBezTo>
                      <a:pt x="1537494" y="438354"/>
                      <a:pt x="1300956" y="770010"/>
                      <a:pt x="1064419" y="774461"/>
                    </a:cubicBezTo>
                    <a:cubicBezTo>
                      <a:pt x="827881" y="778911"/>
                      <a:pt x="591344" y="781272"/>
                      <a:pt x="354806" y="781272"/>
                    </a:cubicBezTo>
                    <a:cubicBezTo>
                      <a:pt x="236538" y="781272"/>
                      <a:pt x="118269" y="781272"/>
                      <a:pt x="0" y="781272"/>
                    </a:cubicBezTo>
                    <a:close/>
                  </a:path>
                </a:pathLst>
              </a:custGeom>
              <a:solidFill>
                <a:srgbClr val="D55E00">
                  <a:alpha val="3704"/>
                </a:srgbClr>
              </a:solidFill>
              <a:ln w="0">
                <a:noFill/>
              </a:ln>
            </p:spPr>
          </p:sp>
          <p:sp>
            <p:nvSpPr>
              <p:cNvPr id="2743" name="smooth-map-feature-2-shade-23">
                <a:extLst>
                  <a:ext uri="{FF2B5EF4-FFF2-40B4-BE49-F238E27FC236}">
                    <ns2:creationId id="{F9B37A7B-AFA1-4726-B06D-DD83CF1D76D3}"/>
                  </a:ext>
                </a:extLst>
              </p:cNvPr>
              <p:cNvSpPr>
                <a:spLocks noGrp="1"/>
              </p:cNvSpPr>
              <p:nvPr/>
            </p:nvSpPr>
            <p:spPr>
              <a:xfrm>
                <a:off x="21240750" y="6019800"/>
                <a:ext cx="2838450" cy="1143000"/>
              </a:xfrm>
              <a:custGeom>
                <a:pathLst>
                  <a:path w="2838450" h="1143000">
                    <a:moveTo>
                      <a:pt x="0" y="677437"/>
                    </a:moveTo>
                    <a:cubicBezTo>
                      <a:pt x="118269" y="677437"/>
                      <a:pt x="236538" y="677437"/>
                      <a:pt x="354806" y="677437"/>
                    </a:cubicBezTo>
                    <a:cubicBezTo>
                      <a:pt x="591344" y="677437"/>
                      <a:pt x="827881" y="669799"/>
                      <a:pt x="1064419" y="656887"/>
                    </a:cubicBezTo>
                    <a:cubicBezTo>
                      <a:pt x="1300956" y="643974"/>
                      <a:pt x="1537494" y="319943"/>
                      <a:pt x="1774031" y="319943"/>
                    </a:cubicBezTo>
                    <a:cubicBezTo>
                      <a:pt x="2010569" y="319943"/>
                      <a:pt x="2247106" y="967230"/>
                      <a:pt x="2483644" y="967230"/>
                    </a:cubicBezTo>
                    <a:cubicBezTo>
                      <a:pt x="2601912" y="967230"/>
                      <a:pt x="2720181" y="967230"/>
                      <a:pt x="2838450" y="967230"/>
                    </a:cubicBezTo>
                    <a:lnTo>
                      <a:pt x="2838450" y="1127366"/>
                    </a:lnTo>
                    <a:cubicBezTo>
                      <a:pt x="2720181" y="1127366"/>
                      <a:pt x="2601912" y="1127366"/>
                      <a:pt x="2483644" y="1127366"/>
                    </a:cubicBezTo>
                    <a:cubicBezTo>
                      <a:pt x="2247106" y="1127366"/>
                      <a:pt x="2010569" y="436623"/>
                      <a:pt x="1774031" y="436623"/>
                    </a:cubicBezTo>
                    <a:cubicBezTo>
                      <a:pt x="1537494" y="436623"/>
                      <a:pt x="1300956" y="768162"/>
                      <a:pt x="1064419" y="772741"/>
                    </a:cubicBezTo>
                    <a:cubicBezTo>
                      <a:pt x="827881" y="777320"/>
                      <a:pt x="591344" y="779753"/>
                      <a:pt x="354806" y="779753"/>
                    </a:cubicBezTo>
                    <a:cubicBezTo>
                      <a:pt x="236538" y="779753"/>
                      <a:pt x="118269" y="779753"/>
                      <a:pt x="0" y="779753"/>
                    </a:cubicBezTo>
                    <a:close/>
                  </a:path>
                </a:pathLst>
              </a:custGeom>
              <a:solidFill>
                <a:srgbClr val="D55E00">
                  <a:alpha val="3846"/>
                </a:srgbClr>
              </a:solidFill>
              <a:ln w="0">
                <a:noFill/>
              </a:ln>
            </p:spPr>
          </p:sp>
          <p:sp>
            <p:nvSpPr>
              <p:cNvPr id="2744" name="smooth-map-feature-2-shade-24">
                <a:extLst>
                  <a:ext uri="{FF2B5EF4-FFF2-40B4-BE49-F238E27FC236}">
                    <ns2:creationId id="{E9AD2E52-0DFF-49DE-BA0B-BA3D04D07FC5}"/>
                  </a:ext>
                </a:extLst>
              </p:cNvPr>
              <p:cNvSpPr>
                <a:spLocks noGrp="1"/>
              </p:cNvSpPr>
              <p:nvPr/>
            </p:nvSpPr>
            <p:spPr>
              <a:xfrm>
                <a:off x="21240750" y="6019800"/>
                <a:ext cx="2838450" cy="1143000"/>
              </a:xfrm>
              <a:custGeom>
                <a:pathLst>
                  <a:path w="2838450" h="1143000">
                    <a:moveTo>
                      <a:pt x="0" y="678935"/>
                    </a:moveTo>
                    <a:cubicBezTo>
                      <a:pt x="118269" y="678935"/>
                      <a:pt x="236538" y="678935"/>
                      <a:pt x="354806" y="678935"/>
                    </a:cubicBezTo>
                    <a:cubicBezTo>
                      <a:pt x="591344" y="678935"/>
                      <a:pt x="827881" y="671378"/>
                      <a:pt x="1064419" y="658583"/>
                    </a:cubicBezTo>
                    <a:cubicBezTo>
                      <a:pt x="1300956" y="645788"/>
                      <a:pt x="1537494" y="321651"/>
                      <a:pt x="1774031" y="321651"/>
                    </a:cubicBezTo>
                    <a:cubicBezTo>
                      <a:pt x="2010569" y="321651"/>
                      <a:pt x="2247106" y="969575"/>
                      <a:pt x="2483644" y="969575"/>
                    </a:cubicBezTo>
                    <a:cubicBezTo>
                      <a:pt x="2601912" y="969575"/>
                      <a:pt x="2720181" y="969575"/>
                      <a:pt x="2838450" y="969575"/>
                    </a:cubicBezTo>
                    <a:lnTo>
                      <a:pt x="2838450" y="1125022"/>
                    </a:lnTo>
                    <a:cubicBezTo>
                      <a:pt x="2720181" y="1125022"/>
                      <a:pt x="2601912" y="1125022"/>
                      <a:pt x="2483644" y="1125022"/>
                    </a:cubicBezTo>
                    <a:cubicBezTo>
                      <a:pt x="2247106" y="1125022"/>
                      <a:pt x="2010569" y="434914"/>
                      <a:pt x="1774031" y="434914"/>
                    </a:cubicBezTo>
                    <a:cubicBezTo>
                      <a:pt x="1537494" y="434914"/>
                      <a:pt x="1300956" y="766339"/>
                      <a:pt x="1064419" y="771045"/>
                    </a:cubicBezTo>
                    <a:cubicBezTo>
                      <a:pt x="827881" y="775751"/>
                      <a:pt x="591344" y="778255"/>
                      <a:pt x="354806" y="778255"/>
                    </a:cubicBezTo>
                    <a:cubicBezTo>
                      <a:pt x="236538" y="778255"/>
                      <a:pt x="118269" y="778255"/>
                      <a:pt x="0" y="778255"/>
                    </a:cubicBezTo>
                    <a:close/>
                  </a:path>
                </a:pathLst>
              </a:custGeom>
              <a:solidFill>
                <a:srgbClr val="D55E00">
                  <a:alpha val="4000"/>
                </a:srgbClr>
              </a:solidFill>
              <a:ln w="0">
                <a:noFill/>
              </a:ln>
            </p:spPr>
          </p:sp>
          <p:sp>
            <p:nvSpPr>
              <p:cNvPr id="2745" name="smooth-map-feature-2-shade-25">
                <a:extLst>
                  <a:ext uri="{FF2B5EF4-FFF2-40B4-BE49-F238E27FC236}">
                    <ns2:creationId id="{EF6D5DB6-0596-45B3-AB24-20F892ECB9FB}"/>
                  </a:ext>
                </a:extLst>
              </p:cNvPr>
              <p:cNvSpPr>
                <a:spLocks noGrp="1"/>
              </p:cNvSpPr>
              <p:nvPr/>
            </p:nvSpPr>
            <p:spPr>
              <a:xfrm>
                <a:off x="21240750" y="6019800"/>
                <a:ext cx="2838450" cy="1143000"/>
              </a:xfrm>
              <a:custGeom>
                <a:pathLst>
                  <a:path w="2838450" h="1143000">
                    <a:moveTo>
                      <a:pt x="0" y="680416"/>
                    </a:moveTo>
                    <a:cubicBezTo>
                      <a:pt x="118269" y="680416"/>
                      <a:pt x="236538" y="680416"/>
                      <a:pt x="354806" y="680416"/>
                    </a:cubicBezTo>
                    <a:cubicBezTo>
                      <a:pt x="591344" y="680416"/>
                      <a:pt x="827881" y="672939"/>
                      <a:pt x="1064419" y="660260"/>
                    </a:cubicBezTo>
                    <a:cubicBezTo>
                      <a:pt x="1300956" y="647581"/>
                      <a:pt x="1537494" y="323340"/>
                      <a:pt x="1774031" y="323340"/>
                    </a:cubicBezTo>
                    <a:cubicBezTo>
                      <a:pt x="2010569" y="323340"/>
                      <a:pt x="2247106" y="971893"/>
                      <a:pt x="2483644" y="971893"/>
                    </a:cubicBezTo>
                    <a:cubicBezTo>
                      <a:pt x="2601912" y="971893"/>
                      <a:pt x="2720181" y="971893"/>
                      <a:pt x="2838450" y="971893"/>
                    </a:cubicBezTo>
                    <a:lnTo>
                      <a:pt x="2838450" y="1122703"/>
                    </a:lnTo>
                    <a:cubicBezTo>
                      <a:pt x="2720181" y="1122703"/>
                      <a:pt x="2601912" y="1122703"/>
                      <a:pt x="2483644" y="1122703"/>
                    </a:cubicBezTo>
                    <a:cubicBezTo>
                      <a:pt x="2247106" y="1122703"/>
                      <a:pt x="2010569" y="433225"/>
                      <a:pt x="1774031" y="433225"/>
                    </a:cubicBezTo>
                    <a:cubicBezTo>
                      <a:pt x="1537494" y="433225"/>
                      <a:pt x="1300956" y="764537"/>
                      <a:pt x="1064419" y="769368"/>
                    </a:cubicBezTo>
                    <a:cubicBezTo>
                      <a:pt x="827881" y="774199"/>
                      <a:pt x="591344" y="776774"/>
                      <a:pt x="354806" y="776774"/>
                    </a:cubicBezTo>
                    <a:cubicBezTo>
                      <a:pt x="236538" y="776774"/>
                      <a:pt x="118269" y="776774"/>
                      <a:pt x="0" y="776774"/>
                    </a:cubicBezTo>
                    <a:close/>
                  </a:path>
                </a:pathLst>
              </a:custGeom>
              <a:solidFill>
                <a:srgbClr val="D55E00">
                  <a:alpha val="4167"/>
                </a:srgbClr>
              </a:solidFill>
              <a:ln w="0">
                <a:noFill/>
              </a:ln>
            </p:spPr>
          </p:sp>
          <p:sp>
            <p:nvSpPr>
              <p:cNvPr id="2746" name="smooth-map-feature-2-shade-26">
                <a:extLst>
                  <a:ext uri="{FF2B5EF4-FFF2-40B4-BE49-F238E27FC236}">
                    <ns2:creationId id="{D9B0FDDF-0241-447F-B2B5-BC0B11090905}"/>
                  </a:ext>
                </a:extLst>
              </p:cNvPr>
              <p:cNvSpPr>
                <a:spLocks noGrp="1"/>
              </p:cNvSpPr>
              <p:nvPr/>
            </p:nvSpPr>
            <p:spPr>
              <a:xfrm>
                <a:off x="21240750" y="6019800"/>
                <a:ext cx="2838450" cy="1143000"/>
              </a:xfrm>
              <a:custGeom>
                <a:pathLst>
                  <a:path w="2838450" h="1143000">
                    <a:moveTo>
                      <a:pt x="0" y="681884"/>
                    </a:moveTo>
                    <a:cubicBezTo>
                      <a:pt x="118269" y="681884"/>
                      <a:pt x="236538" y="681884"/>
                      <a:pt x="354806" y="681884"/>
                    </a:cubicBezTo>
                    <a:cubicBezTo>
                      <a:pt x="591344" y="681884"/>
                      <a:pt x="827881" y="674486"/>
                      <a:pt x="1064419" y="661922"/>
                    </a:cubicBezTo>
                    <a:cubicBezTo>
                      <a:pt x="1300956" y="649359"/>
                      <a:pt x="1537494" y="325014"/>
                      <a:pt x="1774031" y="325014"/>
                    </a:cubicBezTo>
                    <a:cubicBezTo>
                      <a:pt x="2010569" y="325014"/>
                      <a:pt x="2247106" y="974190"/>
                      <a:pt x="2483644" y="974190"/>
                    </a:cubicBezTo>
                    <a:cubicBezTo>
                      <a:pt x="2601912" y="974190"/>
                      <a:pt x="2720181" y="974190"/>
                      <a:pt x="2838450" y="974190"/>
                    </a:cubicBezTo>
                    <a:lnTo>
                      <a:pt x="2838450" y="1120406"/>
                    </a:lnTo>
                    <a:cubicBezTo>
                      <a:pt x="2720181" y="1120406"/>
                      <a:pt x="2601912" y="1120406"/>
                      <a:pt x="2483644" y="1120406"/>
                    </a:cubicBezTo>
                    <a:cubicBezTo>
                      <a:pt x="2247106" y="1120406"/>
                      <a:pt x="2010569" y="431551"/>
                      <a:pt x="1774031" y="431551"/>
                    </a:cubicBezTo>
                    <a:cubicBezTo>
                      <a:pt x="1537494" y="431551"/>
                      <a:pt x="1300956" y="762751"/>
                      <a:pt x="1064419" y="767706"/>
                    </a:cubicBezTo>
                    <a:cubicBezTo>
                      <a:pt x="827881" y="772660"/>
                      <a:pt x="591344" y="775306"/>
                      <a:pt x="354806" y="775306"/>
                    </a:cubicBezTo>
                    <a:cubicBezTo>
                      <a:pt x="236538" y="775306"/>
                      <a:pt x="118269" y="775306"/>
                      <a:pt x="0" y="775306"/>
                    </a:cubicBezTo>
                    <a:close/>
                  </a:path>
                </a:pathLst>
              </a:custGeom>
              <a:solidFill>
                <a:srgbClr val="D55E00">
                  <a:alpha val="4348"/>
                </a:srgbClr>
              </a:solidFill>
              <a:ln w="0">
                <a:noFill/>
              </a:ln>
            </p:spPr>
          </p:sp>
          <p:sp>
            <p:nvSpPr>
              <p:cNvPr id="2747" name="smooth-map-feature-2-shade-27">
                <a:extLst>
                  <a:ext uri="{FF2B5EF4-FFF2-40B4-BE49-F238E27FC236}">
                    <ns2:creationId id="{319D646E-FC21-4EF7-AE68-49A4096EF878}"/>
                  </a:ext>
                </a:extLst>
              </p:cNvPr>
              <p:cNvSpPr>
                <a:spLocks noGrp="1"/>
              </p:cNvSpPr>
              <p:nvPr/>
            </p:nvSpPr>
            <p:spPr>
              <a:xfrm>
                <a:off x="21240750" y="6019800"/>
                <a:ext cx="2838450" cy="1143000"/>
              </a:xfrm>
              <a:custGeom>
                <a:pathLst>
                  <a:path w="2838450" h="1143000">
                    <a:moveTo>
                      <a:pt x="0" y="683342"/>
                    </a:moveTo>
                    <a:cubicBezTo>
                      <a:pt x="118269" y="683342"/>
                      <a:pt x="236538" y="683342"/>
                      <a:pt x="354806" y="683342"/>
                    </a:cubicBezTo>
                    <a:cubicBezTo>
                      <a:pt x="591344" y="683342"/>
                      <a:pt x="827881" y="676021"/>
                      <a:pt x="1064419" y="663573"/>
                    </a:cubicBezTo>
                    <a:cubicBezTo>
                      <a:pt x="1300956" y="651124"/>
                      <a:pt x="1537494" y="326676"/>
                      <a:pt x="1774031" y="326676"/>
                    </a:cubicBezTo>
                    <a:cubicBezTo>
                      <a:pt x="2010569" y="326676"/>
                      <a:pt x="2247106" y="976472"/>
                      <a:pt x="2483644" y="976472"/>
                    </a:cubicBezTo>
                    <a:cubicBezTo>
                      <a:pt x="2601912" y="976472"/>
                      <a:pt x="2720181" y="976472"/>
                      <a:pt x="2838450" y="976472"/>
                    </a:cubicBezTo>
                    <a:lnTo>
                      <a:pt x="2838450" y="1118124"/>
                    </a:lnTo>
                    <a:cubicBezTo>
                      <a:pt x="2720181" y="1118124"/>
                      <a:pt x="2601912" y="1118124"/>
                      <a:pt x="2483644" y="1118124"/>
                    </a:cubicBezTo>
                    <a:cubicBezTo>
                      <a:pt x="2247106" y="1118124"/>
                      <a:pt x="2010569" y="429889"/>
                      <a:pt x="1774031" y="429889"/>
                    </a:cubicBezTo>
                    <a:cubicBezTo>
                      <a:pt x="1537494" y="429889"/>
                      <a:pt x="1300956" y="760977"/>
                      <a:pt x="1064419" y="766055"/>
                    </a:cubicBezTo>
                    <a:cubicBezTo>
                      <a:pt x="827881" y="771133"/>
                      <a:pt x="591344" y="773848"/>
                      <a:pt x="354806" y="773848"/>
                    </a:cubicBezTo>
                    <a:cubicBezTo>
                      <a:pt x="236538" y="773848"/>
                      <a:pt x="118269" y="773848"/>
                      <a:pt x="0" y="773848"/>
                    </a:cubicBezTo>
                    <a:close/>
                  </a:path>
                </a:pathLst>
              </a:custGeom>
              <a:solidFill>
                <a:srgbClr val="D55E00">
                  <a:alpha val="4545"/>
                </a:srgbClr>
              </a:solidFill>
              <a:ln w="0">
                <a:noFill/>
              </a:ln>
            </p:spPr>
          </p:sp>
          <p:sp>
            <p:nvSpPr>
              <p:cNvPr id="2748" name="smooth-map-feature-2-shade-28">
                <a:extLst>
                  <a:ext uri="{FF2B5EF4-FFF2-40B4-BE49-F238E27FC236}">
                    <ns2:creationId id="{85DB55EB-4EA3-47C6-BA65-7990C1CF1FA6}"/>
                  </a:ext>
                </a:extLst>
              </p:cNvPr>
              <p:cNvSpPr>
                <a:spLocks noGrp="1"/>
              </p:cNvSpPr>
              <p:nvPr/>
            </p:nvSpPr>
            <p:spPr>
              <a:xfrm>
                <a:off x="21240750" y="6019800"/>
                <a:ext cx="2838450" cy="1143000"/>
              </a:xfrm>
              <a:custGeom>
                <a:pathLst>
                  <a:path w="2838450" h="1143000">
                    <a:moveTo>
                      <a:pt x="0" y="684793"/>
                    </a:moveTo>
                    <a:cubicBezTo>
                      <a:pt x="118269" y="684793"/>
                      <a:pt x="236538" y="684793"/>
                      <a:pt x="354806" y="684793"/>
                    </a:cubicBezTo>
                    <a:cubicBezTo>
                      <a:pt x="591344" y="684793"/>
                      <a:pt x="827881" y="677550"/>
                      <a:pt x="1064419" y="665216"/>
                    </a:cubicBezTo>
                    <a:cubicBezTo>
                      <a:pt x="1300956" y="652881"/>
                      <a:pt x="1537494" y="328331"/>
                      <a:pt x="1774031" y="328331"/>
                    </a:cubicBezTo>
                    <a:cubicBezTo>
                      <a:pt x="2010569" y="328331"/>
                      <a:pt x="2247106" y="978743"/>
                      <a:pt x="2483644" y="978743"/>
                    </a:cubicBezTo>
                    <a:cubicBezTo>
                      <a:pt x="2601912" y="978743"/>
                      <a:pt x="2720181" y="978743"/>
                      <a:pt x="2838450" y="978743"/>
                    </a:cubicBezTo>
                    <a:lnTo>
                      <a:pt x="2838450" y="1115853"/>
                    </a:lnTo>
                    <a:cubicBezTo>
                      <a:pt x="2720181" y="1115853"/>
                      <a:pt x="2601912" y="1115853"/>
                      <a:pt x="2483644" y="1115853"/>
                    </a:cubicBezTo>
                    <a:cubicBezTo>
                      <a:pt x="2247106" y="1115853"/>
                      <a:pt x="2010569" y="428234"/>
                      <a:pt x="1774031" y="428234"/>
                    </a:cubicBezTo>
                    <a:cubicBezTo>
                      <a:pt x="1537494" y="428234"/>
                      <a:pt x="1300956" y="759212"/>
                      <a:pt x="1064419" y="764412"/>
                    </a:cubicBezTo>
                    <a:cubicBezTo>
                      <a:pt x="827881" y="769612"/>
                      <a:pt x="591344" y="772397"/>
                      <a:pt x="354806" y="772397"/>
                    </a:cubicBezTo>
                    <a:cubicBezTo>
                      <a:pt x="236538" y="772397"/>
                      <a:pt x="118269" y="772397"/>
                      <a:pt x="0" y="772397"/>
                    </a:cubicBezTo>
                    <a:close/>
                  </a:path>
                </a:pathLst>
              </a:custGeom>
              <a:solidFill>
                <a:srgbClr val="D55E00">
                  <a:alpha val="4762"/>
                </a:srgbClr>
              </a:solidFill>
              <a:ln w="0">
                <a:noFill/>
              </a:ln>
            </p:spPr>
          </p:sp>
          <p:sp>
            <p:nvSpPr>
              <p:cNvPr id="2749" name="smooth-map-feature-2-shade-29">
                <a:extLst>
                  <a:ext uri="{FF2B5EF4-FFF2-40B4-BE49-F238E27FC236}">
                    <ns2:creationId id="{338296F8-5F49-4061-991E-46C2491A81E3}"/>
                  </a:ext>
                </a:extLst>
              </p:cNvPr>
              <p:cNvSpPr>
                <a:spLocks noGrp="1"/>
              </p:cNvSpPr>
              <p:nvPr/>
            </p:nvSpPr>
            <p:spPr>
              <a:xfrm>
                <a:off x="21240750" y="6019800"/>
                <a:ext cx="2838450" cy="1143000"/>
              </a:xfrm>
              <a:custGeom>
                <a:pathLst>
                  <a:path w="2838450" h="1143000">
                    <a:moveTo>
                      <a:pt x="0" y="686240"/>
                    </a:moveTo>
                    <a:cubicBezTo>
                      <a:pt x="118269" y="686240"/>
                      <a:pt x="236538" y="686240"/>
                      <a:pt x="354806" y="686240"/>
                    </a:cubicBezTo>
                    <a:cubicBezTo>
                      <a:pt x="591344" y="686240"/>
                      <a:pt x="827881" y="679075"/>
                      <a:pt x="1064419" y="666855"/>
                    </a:cubicBezTo>
                    <a:cubicBezTo>
                      <a:pt x="1300956" y="654635"/>
                      <a:pt x="1537494" y="329982"/>
                      <a:pt x="1774031" y="329982"/>
                    </a:cubicBezTo>
                    <a:cubicBezTo>
                      <a:pt x="2010569" y="329982"/>
                      <a:pt x="2247106" y="981008"/>
                      <a:pt x="2483644" y="981008"/>
                    </a:cubicBezTo>
                    <a:cubicBezTo>
                      <a:pt x="2601912" y="981008"/>
                      <a:pt x="2720181" y="981008"/>
                      <a:pt x="2838450" y="981008"/>
                    </a:cubicBezTo>
                    <a:lnTo>
                      <a:pt x="2838450" y="1113588"/>
                    </a:lnTo>
                    <a:cubicBezTo>
                      <a:pt x="2720181" y="1113588"/>
                      <a:pt x="2601912" y="1113588"/>
                      <a:pt x="2483644" y="1113588"/>
                    </a:cubicBezTo>
                    <a:cubicBezTo>
                      <a:pt x="2247106" y="1113588"/>
                      <a:pt x="2010569" y="426583"/>
                      <a:pt x="1774031" y="426583"/>
                    </a:cubicBezTo>
                    <a:cubicBezTo>
                      <a:pt x="1537494" y="426583"/>
                      <a:pt x="1300956" y="757451"/>
                      <a:pt x="1064419" y="762773"/>
                    </a:cubicBezTo>
                    <a:cubicBezTo>
                      <a:pt x="827881" y="768094"/>
                      <a:pt x="591344" y="770949"/>
                      <a:pt x="354806" y="770949"/>
                    </a:cubicBezTo>
                    <a:cubicBezTo>
                      <a:pt x="236538" y="770949"/>
                      <a:pt x="118269" y="770949"/>
                      <a:pt x="0" y="770949"/>
                    </a:cubicBezTo>
                    <a:close/>
                  </a:path>
                </a:pathLst>
              </a:custGeom>
              <a:solidFill>
                <a:srgbClr val="D55E00">
                  <a:alpha val="5000"/>
                </a:srgbClr>
              </a:solidFill>
              <a:ln w="0">
                <a:noFill/>
              </a:ln>
            </p:spPr>
          </p:sp>
          <p:sp>
            <p:nvSpPr>
              <p:cNvPr id="2750" name="smooth-map-feature-2-shade-30">
                <a:extLst>
                  <a:ext uri="{FF2B5EF4-FFF2-40B4-BE49-F238E27FC236}">
                    <ns2:creationId id="{1BFBE45A-BAF1-43CB-9142-0D033ED81862}"/>
                  </a:ext>
                </a:extLst>
              </p:cNvPr>
              <p:cNvSpPr>
                <a:spLocks noGrp="1"/>
              </p:cNvSpPr>
              <p:nvPr/>
            </p:nvSpPr>
            <p:spPr>
              <a:xfrm>
                <a:off x="21240750" y="6019800"/>
                <a:ext cx="2838450" cy="1143000"/>
              </a:xfrm>
              <a:custGeom>
                <a:pathLst>
                  <a:path w="2838450" h="1143000">
                    <a:moveTo>
                      <a:pt x="0" y="687688"/>
                    </a:moveTo>
                    <a:cubicBezTo>
                      <a:pt x="118269" y="687688"/>
                      <a:pt x="236538" y="687688"/>
                      <a:pt x="354806" y="687688"/>
                    </a:cubicBezTo>
                    <a:cubicBezTo>
                      <a:pt x="591344" y="687688"/>
                      <a:pt x="827881" y="680600"/>
                      <a:pt x="1064419" y="668494"/>
                    </a:cubicBezTo>
                    <a:cubicBezTo>
                      <a:pt x="1300956" y="656388"/>
                      <a:pt x="1537494" y="331633"/>
                      <a:pt x="1774031" y="331633"/>
                    </a:cubicBezTo>
                    <a:cubicBezTo>
                      <a:pt x="2010569" y="331633"/>
                      <a:pt x="2247106" y="983274"/>
                      <a:pt x="2483644" y="983274"/>
                    </a:cubicBezTo>
                    <a:cubicBezTo>
                      <a:pt x="2601912" y="983274"/>
                      <a:pt x="2720181" y="983274"/>
                      <a:pt x="2838450" y="983274"/>
                    </a:cubicBezTo>
                    <a:lnTo>
                      <a:pt x="2838450" y="1111322"/>
                    </a:lnTo>
                    <a:cubicBezTo>
                      <a:pt x="2720181" y="1111322"/>
                      <a:pt x="2601912" y="1111322"/>
                      <a:pt x="2483644" y="1111322"/>
                    </a:cubicBezTo>
                    <a:cubicBezTo>
                      <a:pt x="2247106" y="1111322"/>
                      <a:pt x="2010569" y="424932"/>
                      <a:pt x="1774031" y="424932"/>
                    </a:cubicBezTo>
                    <a:cubicBezTo>
                      <a:pt x="1537494" y="424932"/>
                      <a:pt x="1300956" y="755690"/>
                      <a:pt x="1064419" y="761134"/>
                    </a:cubicBezTo>
                    <a:cubicBezTo>
                      <a:pt x="827881" y="766577"/>
                      <a:pt x="591344" y="769502"/>
                      <a:pt x="354806" y="769502"/>
                    </a:cubicBezTo>
                    <a:cubicBezTo>
                      <a:pt x="236538" y="769502"/>
                      <a:pt x="118269" y="769502"/>
                      <a:pt x="0" y="769502"/>
                    </a:cubicBezTo>
                    <a:close/>
                  </a:path>
                </a:pathLst>
              </a:custGeom>
              <a:solidFill>
                <a:srgbClr val="D55E00">
                  <a:alpha val="5263"/>
                </a:srgbClr>
              </a:solidFill>
              <a:ln w="0">
                <a:noFill/>
              </a:ln>
            </p:spPr>
          </p:sp>
          <p:sp>
            <p:nvSpPr>
              <p:cNvPr id="2751" name="smooth-map-feature-2-shade-31">
                <a:extLst>
                  <a:ext uri="{FF2B5EF4-FFF2-40B4-BE49-F238E27FC236}">
                    <ns2:creationId id="{6CFB2A53-01DC-461B-8F9E-F7BC739D0F90}"/>
                  </a:ext>
                </a:extLst>
              </p:cNvPr>
              <p:cNvSpPr>
                <a:spLocks noGrp="1"/>
              </p:cNvSpPr>
              <p:nvPr/>
            </p:nvSpPr>
            <p:spPr>
              <a:xfrm>
                <a:off x="21240750" y="6019800"/>
                <a:ext cx="2838450" cy="1143000"/>
              </a:xfrm>
              <a:custGeom>
                <a:pathLst>
                  <a:path w="2838450" h="1143000">
                    <a:moveTo>
                      <a:pt x="0" y="689139"/>
                    </a:moveTo>
                    <a:cubicBezTo>
                      <a:pt x="118269" y="689139"/>
                      <a:pt x="236538" y="689139"/>
                      <a:pt x="354806" y="689139"/>
                    </a:cubicBezTo>
                    <a:cubicBezTo>
                      <a:pt x="591344" y="689139"/>
                      <a:pt x="827881" y="682128"/>
                      <a:pt x="1064419" y="670137"/>
                    </a:cubicBezTo>
                    <a:cubicBezTo>
                      <a:pt x="1300956" y="658146"/>
                      <a:pt x="1537494" y="333287"/>
                      <a:pt x="1774031" y="333287"/>
                    </a:cubicBezTo>
                    <a:cubicBezTo>
                      <a:pt x="2010569" y="333287"/>
                      <a:pt x="2247106" y="985545"/>
                      <a:pt x="2483644" y="985545"/>
                    </a:cubicBezTo>
                    <a:cubicBezTo>
                      <a:pt x="2601912" y="985545"/>
                      <a:pt x="2720181" y="985545"/>
                      <a:pt x="2838450" y="985545"/>
                    </a:cubicBezTo>
                    <a:lnTo>
                      <a:pt x="2838450" y="1109051"/>
                    </a:lnTo>
                    <a:cubicBezTo>
                      <a:pt x="2720181" y="1109051"/>
                      <a:pt x="2601912" y="1109051"/>
                      <a:pt x="2483644" y="1109051"/>
                    </a:cubicBezTo>
                    <a:cubicBezTo>
                      <a:pt x="2247106" y="1109051"/>
                      <a:pt x="2010569" y="423278"/>
                      <a:pt x="1774031" y="423278"/>
                    </a:cubicBezTo>
                    <a:cubicBezTo>
                      <a:pt x="1537494" y="423278"/>
                      <a:pt x="1300956" y="753926"/>
                      <a:pt x="1064419" y="759491"/>
                    </a:cubicBezTo>
                    <a:cubicBezTo>
                      <a:pt x="827881" y="765056"/>
                      <a:pt x="591344" y="768051"/>
                      <a:pt x="354806" y="768051"/>
                    </a:cubicBezTo>
                    <a:cubicBezTo>
                      <a:pt x="236538" y="768051"/>
                      <a:pt x="118269" y="768051"/>
                      <a:pt x="0" y="768051"/>
                    </a:cubicBezTo>
                    <a:close/>
                  </a:path>
                </a:pathLst>
              </a:custGeom>
              <a:solidFill>
                <a:srgbClr val="D55E00">
                  <a:alpha val="5556"/>
                </a:srgbClr>
              </a:solidFill>
              <a:ln w="0">
                <a:noFill/>
              </a:ln>
            </p:spPr>
          </p:sp>
          <p:sp>
            <p:nvSpPr>
              <p:cNvPr id="2752" name="smooth-map-feature-2-shade-32">
                <a:extLst>
                  <a:ext uri="{FF2B5EF4-FFF2-40B4-BE49-F238E27FC236}">
                    <ns2:creationId id="{09A64A8A-4F1D-4206-A7EE-AAD9A14806FA}"/>
                  </a:ext>
                </a:extLst>
              </p:cNvPr>
              <p:cNvSpPr>
                <a:spLocks noGrp="1"/>
              </p:cNvSpPr>
              <p:nvPr/>
            </p:nvSpPr>
            <p:spPr>
              <a:xfrm>
                <a:off x="21240750" y="6019800"/>
                <a:ext cx="2838450" cy="1143000"/>
              </a:xfrm>
              <a:custGeom>
                <a:pathLst>
                  <a:path w="2838450" h="1143000">
                    <a:moveTo>
                      <a:pt x="0" y="690596"/>
                    </a:moveTo>
                    <a:cubicBezTo>
                      <a:pt x="118269" y="690596"/>
                      <a:pt x="236538" y="690596"/>
                      <a:pt x="354806" y="690596"/>
                    </a:cubicBezTo>
                    <a:cubicBezTo>
                      <a:pt x="591344" y="690596"/>
                      <a:pt x="827881" y="683664"/>
                      <a:pt x="1064419" y="671788"/>
                    </a:cubicBezTo>
                    <a:cubicBezTo>
                      <a:pt x="1300956" y="659912"/>
                      <a:pt x="1537494" y="334950"/>
                      <a:pt x="1774031" y="334950"/>
                    </a:cubicBezTo>
                    <a:cubicBezTo>
                      <a:pt x="2010569" y="334950"/>
                      <a:pt x="2247106" y="987826"/>
                      <a:pt x="2483644" y="987826"/>
                    </a:cubicBezTo>
                    <a:cubicBezTo>
                      <a:pt x="2601912" y="987826"/>
                      <a:pt x="2720181" y="987826"/>
                      <a:pt x="2838450" y="987826"/>
                    </a:cubicBezTo>
                    <a:lnTo>
                      <a:pt x="2838450" y="1106770"/>
                    </a:lnTo>
                    <a:cubicBezTo>
                      <a:pt x="2720181" y="1106770"/>
                      <a:pt x="2601912" y="1106770"/>
                      <a:pt x="2483644" y="1106770"/>
                    </a:cubicBezTo>
                    <a:cubicBezTo>
                      <a:pt x="2247106" y="1106770"/>
                      <a:pt x="2010569" y="421615"/>
                      <a:pt x="1774031" y="421615"/>
                    </a:cubicBezTo>
                    <a:cubicBezTo>
                      <a:pt x="1537494" y="421615"/>
                      <a:pt x="1300956" y="752153"/>
                      <a:pt x="1064419" y="757840"/>
                    </a:cubicBezTo>
                    <a:cubicBezTo>
                      <a:pt x="827881" y="763527"/>
                      <a:pt x="591344" y="766593"/>
                      <a:pt x="354806" y="766593"/>
                    </a:cubicBezTo>
                    <a:cubicBezTo>
                      <a:pt x="236538" y="766593"/>
                      <a:pt x="118269" y="766593"/>
                      <a:pt x="0" y="766593"/>
                    </a:cubicBezTo>
                    <a:close/>
                  </a:path>
                </a:pathLst>
              </a:custGeom>
              <a:solidFill>
                <a:srgbClr val="D55E00">
                  <a:alpha val="5882"/>
                </a:srgbClr>
              </a:solidFill>
              <a:ln w="0">
                <a:noFill/>
              </a:ln>
            </p:spPr>
          </p:sp>
          <p:sp>
            <p:nvSpPr>
              <p:cNvPr id="2753" name="smooth-map-feature-2-shade-33">
                <a:extLst>
                  <a:ext uri="{FF2B5EF4-FFF2-40B4-BE49-F238E27FC236}">
                    <ns2:creationId id="{D5AD848D-4DC5-4F50-9AC0-40ABC938D313}"/>
                  </a:ext>
                </a:extLst>
              </p:cNvPr>
              <p:cNvSpPr>
                <a:spLocks noGrp="1"/>
              </p:cNvSpPr>
              <p:nvPr/>
            </p:nvSpPr>
            <p:spPr>
              <a:xfrm>
                <a:off x="21240750" y="6019800"/>
                <a:ext cx="2838450" cy="1143000"/>
              </a:xfrm>
              <a:custGeom>
                <a:pathLst>
                  <a:path w="2838450" h="1143000">
                    <a:moveTo>
                      <a:pt x="0" y="692065"/>
                    </a:moveTo>
                    <a:cubicBezTo>
                      <a:pt x="118269" y="692065"/>
                      <a:pt x="236538" y="692065"/>
                      <a:pt x="354806" y="692065"/>
                    </a:cubicBezTo>
                    <a:cubicBezTo>
                      <a:pt x="591344" y="692065"/>
                      <a:pt x="827881" y="685211"/>
                      <a:pt x="1064419" y="673451"/>
                    </a:cubicBezTo>
                    <a:cubicBezTo>
                      <a:pt x="1300956" y="661691"/>
                      <a:pt x="1537494" y="336625"/>
                      <a:pt x="1774031" y="336625"/>
                    </a:cubicBezTo>
                    <a:cubicBezTo>
                      <a:pt x="2010569" y="336625"/>
                      <a:pt x="2247106" y="990125"/>
                      <a:pt x="2483644" y="990125"/>
                    </a:cubicBezTo>
                    <a:cubicBezTo>
                      <a:pt x="2601912" y="990125"/>
                      <a:pt x="2720181" y="990125"/>
                      <a:pt x="2838450" y="990125"/>
                    </a:cubicBezTo>
                    <a:lnTo>
                      <a:pt x="2838450" y="1104471"/>
                    </a:lnTo>
                    <a:cubicBezTo>
                      <a:pt x="2720181" y="1104471"/>
                      <a:pt x="2601912" y="1104471"/>
                      <a:pt x="2483644" y="1104471"/>
                    </a:cubicBezTo>
                    <a:cubicBezTo>
                      <a:pt x="2247106" y="1104471"/>
                      <a:pt x="2010569" y="419940"/>
                      <a:pt x="1774031" y="419940"/>
                    </a:cubicBezTo>
                    <a:cubicBezTo>
                      <a:pt x="1537494" y="419940"/>
                      <a:pt x="1300956" y="750367"/>
                      <a:pt x="1064419" y="756177"/>
                    </a:cubicBezTo>
                    <a:cubicBezTo>
                      <a:pt x="827881" y="761987"/>
                      <a:pt x="591344" y="765124"/>
                      <a:pt x="354806" y="765124"/>
                    </a:cubicBezTo>
                    <a:cubicBezTo>
                      <a:pt x="236538" y="765124"/>
                      <a:pt x="118269" y="765124"/>
                      <a:pt x="0" y="765124"/>
                    </a:cubicBezTo>
                    <a:close/>
                  </a:path>
                </a:pathLst>
              </a:custGeom>
              <a:solidFill>
                <a:srgbClr val="D55E00">
                  <a:alpha val="6250"/>
                </a:srgbClr>
              </a:solidFill>
              <a:ln w="0">
                <a:noFill/>
              </a:ln>
            </p:spPr>
          </p:sp>
          <p:sp>
            <p:nvSpPr>
              <p:cNvPr id="2754" name="smooth-map-feature-2-shade-34">
                <a:extLst>
                  <a:ext uri="{FF2B5EF4-FFF2-40B4-BE49-F238E27FC236}">
                    <ns2:creationId id="{E7E1055C-DD04-4F48-96FA-238F842D52F2}"/>
                  </a:ext>
                </a:extLst>
              </p:cNvPr>
              <p:cNvSpPr>
                <a:spLocks noGrp="1"/>
              </p:cNvSpPr>
              <p:nvPr/>
            </p:nvSpPr>
            <p:spPr>
              <a:xfrm>
                <a:off x="21240750" y="6019800"/>
                <a:ext cx="2838450" cy="1143000"/>
              </a:xfrm>
              <a:custGeom>
                <a:pathLst>
                  <a:path w="2838450" h="1143000">
                    <a:moveTo>
                      <a:pt x="0" y="693549"/>
                    </a:moveTo>
                    <a:cubicBezTo>
                      <a:pt x="118269" y="693549"/>
                      <a:pt x="236538" y="693549"/>
                      <a:pt x="354806" y="693549"/>
                    </a:cubicBezTo>
                    <a:cubicBezTo>
                      <a:pt x="591344" y="693549"/>
                      <a:pt x="827881" y="686773"/>
                      <a:pt x="1064419" y="675131"/>
                    </a:cubicBezTo>
                    <a:cubicBezTo>
                      <a:pt x="1300956" y="663489"/>
                      <a:pt x="1537494" y="338317"/>
                      <a:pt x="1774031" y="338317"/>
                    </a:cubicBezTo>
                    <a:cubicBezTo>
                      <a:pt x="2010569" y="338317"/>
                      <a:pt x="2247106" y="992448"/>
                      <a:pt x="2483644" y="992448"/>
                    </a:cubicBezTo>
                    <a:cubicBezTo>
                      <a:pt x="2601912" y="992448"/>
                      <a:pt x="2720181" y="992448"/>
                      <a:pt x="2838450" y="992448"/>
                    </a:cubicBezTo>
                    <a:lnTo>
                      <a:pt x="2838450" y="1102148"/>
                    </a:lnTo>
                    <a:cubicBezTo>
                      <a:pt x="2720181" y="1102148"/>
                      <a:pt x="2601912" y="1102148"/>
                      <a:pt x="2483644" y="1102148"/>
                    </a:cubicBezTo>
                    <a:cubicBezTo>
                      <a:pt x="2247106" y="1102148"/>
                      <a:pt x="2010569" y="418248"/>
                      <a:pt x="1774031" y="418248"/>
                    </a:cubicBezTo>
                    <a:cubicBezTo>
                      <a:pt x="1537494" y="418248"/>
                      <a:pt x="1300956" y="748562"/>
                      <a:pt x="1064419" y="754497"/>
                    </a:cubicBezTo>
                    <a:cubicBezTo>
                      <a:pt x="827881" y="760431"/>
                      <a:pt x="591344" y="763640"/>
                      <a:pt x="354806" y="763640"/>
                    </a:cubicBezTo>
                    <a:cubicBezTo>
                      <a:pt x="236538" y="763640"/>
                      <a:pt x="118269" y="763640"/>
                      <a:pt x="0" y="763640"/>
                    </a:cubicBezTo>
                    <a:close/>
                  </a:path>
                </a:pathLst>
              </a:custGeom>
              <a:solidFill>
                <a:srgbClr val="D55E00">
                  <a:alpha val="6667"/>
                </a:srgbClr>
              </a:solidFill>
              <a:ln w="0">
                <a:noFill/>
              </a:ln>
            </p:spPr>
          </p:sp>
          <p:sp>
            <p:nvSpPr>
              <p:cNvPr id="2755" name="smooth-map-feature-2-shade-35">
                <a:extLst>
                  <a:ext uri="{FF2B5EF4-FFF2-40B4-BE49-F238E27FC236}">
                    <ns2:creationId id="{74AADCED-47C1-483C-8291-69200681AD42}"/>
                  </a:ext>
                </a:extLst>
              </p:cNvPr>
              <p:cNvSpPr>
                <a:spLocks noGrp="1"/>
              </p:cNvSpPr>
              <p:nvPr/>
            </p:nvSpPr>
            <p:spPr>
              <a:xfrm>
                <a:off x="21240750" y="6019800"/>
                <a:ext cx="2838450" cy="1143000"/>
              </a:xfrm>
              <a:custGeom>
                <a:pathLst>
                  <a:path w="2838450" h="1143000">
                    <a:moveTo>
                      <a:pt x="0" y="695053"/>
                    </a:moveTo>
                    <a:cubicBezTo>
                      <a:pt x="118269" y="695053"/>
                      <a:pt x="236538" y="695053"/>
                      <a:pt x="354806" y="695053"/>
                    </a:cubicBezTo>
                    <a:cubicBezTo>
                      <a:pt x="591344" y="695053"/>
                      <a:pt x="827881" y="688357"/>
                      <a:pt x="1064419" y="676834"/>
                    </a:cubicBezTo>
                    <a:cubicBezTo>
                      <a:pt x="1300956" y="665311"/>
                      <a:pt x="1537494" y="340032"/>
                      <a:pt x="1774031" y="340032"/>
                    </a:cubicBezTo>
                    <a:cubicBezTo>
                      <a:pt x="2010569" y="340032"/>
                      <a:pt x="2247106" y="994802"/>
                      <a:pt x="2483644" y="994802"/>
                    </a:cubicBezTo>
                    <a:cubicBezTo>
                      <a:pt x="2601912" y="994802"/>
                      <a:pt x="2720181" y="994802"/>
                      <a:pt x="2838450" y="994802"/>
                    </a:cubicBezTo>
                    <a:lnTo>
                      <a:pt x="2838450" y="1099794"/>
                    </a:lnTo>
                    <a:cubicBezTo>
                      <a:pt x="2720181" y="1099794"/>
                      <a:pt x="2601912" y="1099794"/>
                      <a:pt x="2483644" y="1099794"/>
                    </a:cubicBezTo>
                    <a:cubicBezTo>
                      <a:pt x="2247106" y="1099794"/>
                      <a:pt x="2010569" y="416533"/>
                      <a:pt x="1774031" y="416533"/>
                    </a:cubicBezTo>
                    <a:cubicBezTo>
                      <a:pt x="1537494" y="416533"/>
                      <a:pt x="1300956" y="746733"/>
                      <a:pt x="1064419" y="752794"/>
                    </a:cubicBezTo>
                    <a:cubicBezTo>
                      <a:pt x="827881" y="758854"/>
                      <a:pt x="591344" y="762136"/>
                      <a:pt x="354806" y="762136"/>
                    </a:cubicBezTo>
                    <a:cubicBezTo>
                      <a:pt x="236538" y="762136"/>
                      <a:pt x="118269" y="762136"/>
                      <a:pt x="0" y="762136"/>
                    </a:cubicBezTo>
                    <a:close/>
                  </a:path>
                </a:pathLst>
              </a:custGeom>
              <a:solidFill>
                <a:srgbClr val="D55E00">
                  <a:alpha val="7143"/>
                </a:srgbClr>
              </a:solidFill>
              <a:ln w="0">
                <a:noFill/>
              </a:ln>
            </p:spPr>
          </p:sp>
          <p:sp>
            <p:nvSpPr>
              <p:cNvPr id="2756" name="smooth-map-feature-2-shade-36">
                <a:extLst>
                  <a:ext uri="{FF2B5EF4-FFF2-40B4-BE49-F238E27FC236}">
                    <ns2:creationId id="{17C350BE-1B92-4785-B129-7A62791AFD22}"/>
                  </a:ext>
                </a:extLst>
              </p:cNvPr>
              <p:cNvSpPr>
                <a:spLocks noGrp="1"/>
              </p:cNvSpPr>
              <p:nvPr/>
            </p:nvSpPr>
            <p:spPr>
              <a:xfrm>
                <a:off x="21240750" y="6019800"/>
                <a:ext cx="2838450" cy="1143000"/>
              </a:xfrm>
              <a:custGeom>
                <a:pathLst>
                  <a:path w="2838450" h="1143000">
                    <a:moveTo>
                      <a:pt x="0" y="696583"/>
                    </a:moveTo>
                    <a:cubicBezTo>
                      <a:pt x="118269" y="696583"/>
                      <a:pt x="236538" y="696583"/>
                      <a:pt x="354806" y="696583"/>
                    </a:cubicBezTo>
                    <a:cubicBezTo>
                      <a:pt x="591344" y="696583"/>
                      <a:pt x="827881" y="689967"/>
                      <a:pt x="1064419" y="678566"/>
                    </a:cubicBezTo>
                    <a:cubicBezTo>
                      <a:pt x="1300956" y="667165"/>
                      <a:pt x="1537494" y="341777"/>
                      <a:pt x="1774031" y="341777"/>
                    </a:cubicBezTo>
                    <a:cubicBezTo>
                      <a:pt x="2010569" y="341777"/>
                      <a:pt x="2247106" y="997196"/>
                      <a:pt x="2483644" y="997196"/>
                    </a:cubicBezTo>
                    <a:cubicBezTo>
                      <a:pt x="2601912" y="997196"/>
                      <a:pt x="2720181" y="997196"/>
                      <a:pt x="2838450" y="997196"/>
                    </a:cubicBezTo>
                    <a:lnTo>
                      <a:pt x="2838450" y="1097400"/>
                    </a:lnTo>
                    <a:cubicBezTo>
                      <a:pt x="2720181" y="1097400"/>
                      <a:pt x="2601912" y="1097400"/>
                      <a:pt x="2483644" y="1097400"/>
                    </a:cubicBezTo>
                    <a:cubicBezTo>
                      <a:pt x="2247106" y="1097400"/>
                      <a:pt x="2010569" y="414789"/>
                      <a:pt x="1774031" y="414789"/>
                    </a:cubicBezTo>
                    <a:cubicBezTo>
                      <a:pt x="1537494" y="414789"/>
                      <a:pt x="1300956" y="744874"/>
                      <a:pt x="1064419" y="751062"/>
                    </a:cubicBezTo>
                    <a:cubicBezTo>
                      <a:pt x="827881" y="757249"/>
                      <a:pt x="591344" y="760607"/>
                      <a:pt x="354806" y="760607"/>
                    </a:cubicBezTo>
                    <a:cubicBezTo>
                      <a:pt x="236538" y="760607"/>
                      <a:pt x="118269" y="760607"/>
                      <a:pt x="0" y="760607"/>
                    </a:cubicBezTo>
                    <a:close/>
                  </a:path>
                </a:pathLst>
              </a:custGeom>
              <a:solidFill>
                <a:srgbClr val="D55E00">
                  <a:alpha val="7692"/>
                </a:srgbClr>
              </a:solidFill>
              <a:ln w="0">
                <a:noFill/>
              </a:ln>
            </p:spPr>
          </p:sp>
          <p:sp>
            <p:nvSpPr>
              <p:cNvPr id="2757" name="smooth-map-feature-2-shade-37">
                <a:extLst>
                  <a:ext uri="{FF2B5EF4-FFF2-40B4-BE49-F238E27FC236}">
                    <ns2:creationId id="{2CCDD24A-4904-4F3D-BA59-7E6D4F08C5EB}"/>
                  </a:ext>
                </a:extLst>
              </p:cNvPr>
              <p:cNvSpPr>
                <a:spLocks noGrp="1"/>
              </p:cNvSpPr>
              <p:nvPr/>
            </p:nvSpPr>
            <p:spPr>
              <a:xfrm>
                <a:off x="21240750" y="6019800"/>
                <a:ext cx="2838450" cy="1143000"/>
              </a:xfrm>
              <a:custGeom>
                <a:pathLst>
                  <a:path w="2838450" h="1143000">
                    <a:moveTo>
                      <a:pt x="0" y="698144"/>
                    </a:moveTo>
                    <a:cubicBezTo>
                      <a:pt x="118269" y="698144"/>
                      <a:pt x="236538" y="698144"/>
                      <a:pt x="354806" y="698144"/>
                    </a:cubicBezTo>
                    <a:cubicBezTo>
                      <a:pt x="591344" y="698144"/>
                      <a:pt x="827881" y="691611"/>
                      <a:pt x="1064419" y="680334"/>
                    </a:cubicBezTo>
                    <a:cubicBezTo>
                      <a:pt x="1300956" y="669057"/>
                      <a:pt x="1537494" y="343557"/>
                      <a:pt x="1774031" y="343557"/>
                    </a:cubicBezTo>
                    <a:cubicBezTo>
                      <a:pt x="2010569" y="343557"/>
                      <a:pt x="2247106" y="999640"/>
                      <a:pt x="2483644" y="999640"/>
                    </a:cubicBezTo>
                    <a:cubicBezTo>
                      <a:pt x="2601912" y="999640"/>
                      <a:pt x="2720181" y="999640"/>
                      <a:pt x="2838450" y="999640"/>
                    </a:cubicBezTo>
                    <a:lnTo>
                      <a:pt x="2838450" y="1094956"/>
                    </a:lnTo>
                    <a:cubicBezTo>
                      <a:pt x="2720181" y="1094956"/>
                      <a:pt x="2601912" y="1094956"/>
                      <a:pt x="2483644" y="1094956"/>
                    </a:cubicBezTo>
                    <a:cubicBezTo>
                      <a:pt x="2247106" y="1094956"/>
                      <a:pt x="2010569" y="413008"/>
                      <a:pt x="1774031" y="413008"/>
                    </a:cubicBezTo>
                    <a:cubicBezTo>
                      <a:pt x="1537494" y="413008"/>
                      <a:pt x="1300956" y="742976"/>
                      <a:pt x="1064419" y="749294"/>
                    </a:cubicBezTo>
                    <a:cubicBezTo>
                      <a:pt x="827881" y="755611"/>
                      <a:pt x="591344" y="759045"/>
                      <a:pt x="354806" y="759045"/>
                    </a:cubicBezTo>
                    <a:cubicBezTo>
                      <a:pt x="236538" y="759045"/>
                      <a:pt x="118269" y="759045"/>
                      <a:pt x="0" y="759045"/>
                    </a:cubicBezTo>
                    <a:close/>
                  </a:path>
                </a:pathLst>
              </a:custGeom>
              <a:solidFill>
                <a:srgbClr val="D55E00">
                  <a:alpha val="8333"/>
                </a:srgbClr>
              </a:solidFill>
              <a:ln w="0">
                <a:noFill/>
              </a:ln>
            </p:spPr>
          </p:sp>
          <p:sp>
            <p:nvSpPr>
              <p:cNvPr id="2758" name="smooth-map-feature-2-shade-38">
                <a:extLst>
                  <a:ext uri="{FF2B5EF4-FFF2-40B4-BE49-F238E27FC236}">
                    <ns2:creationId id="{8AD825C7-916E-4EC0-8A14-9C3991E0498D}"/>
                  </a:ext>
                </a:extLst>
              </p:cNvPr>
              <p:cNvSpPr>
                <a:spLocks noGrp="1"/>
              </p:cNvSpPr>
              <p:nvPr/>
            </p:nvSpPr>
            <p:spPr>
              <a:xfrm>
                <a:off x="21240750" y="6019800"/>
                <a:ext cx="2838450" cy="1143000"/>
              </a:xfrm>
              <a:custGeom>
                <a:pathLst>
                  <a:path w="2838450" h="1143000">
                    <a:moveTo>
                      <a:pt x="0" y="699745"/>
                    </a:moveTo>
                    <a:cubicBezTo>
                      <a:pt x="118269" y="699745"/>
                      <a:pt x="236538" y="699745"/>
                      <a:pt x="354806" y="699745"/>
                    </a:cubicBezTo>
                    <a:cubicBezTo>
                      <a:pt x="591344" y="699745"/>
                      <a:pt x="827881" y="693297"/>
                      <a:pt x="1064419" y="682147"/>
                    </a:cubicBezTo>
                    <a:cubicBezTo>
                      <a:pt x="1300956" y="670998"/>
                      <a:pt x="1537494" y="345383"/>
                      <a:pt x="1774031" y="345383"/>
                    </a:cubicBezTo>
                    <a:cubicBezTo>
                      <a:pt x="2010569" y="345383"/>
                      <a:pt x="2247106" y="1002146"/>
                      <a:pt x="2483644" y="1002146"/>
                    </a:cubicBezTo>
                    <a:cubicBezTo>
                      <a:pt x="2601912" y="1002146"/>
                      <a:pt x="2720181" y="1002146"/>
                      <a:pt x="2838450" y="1002146"/>
                    </a:cubicBezTo>
                    <a:lnTo>
                      <a:pt x="2838450" y="1092450"/>
                    </a:lnTo>
                    <a:cubicBezTo>
                      <a:pt x="2720181" y="1092450"/>
                      <a:pt x="2601912" y="1092450"/>
                      <a:pt x="2483644" y="1092450"/>
                    </a:cubicBezTo>
                    <a:cubicBezTo>
                      <a:pt x="2247106" y="1092450"/>
                      <a:pt x="2010569" y="411182"/>
                      <a:pt x="1774031" y="411182"/>
                    </a:cubicBezTo>
                    <a:cubicBezTo>
                      <a:pt x="1537494" y="411182"/>
                      <a:pt x="1300956" y="741029"/>
                      <a:pt x="1064419" y="747481"/>
                    </a:cubicBezTo>
                    <a:cubicBezTo>
                      <a:pt x="827881" y="753932"/>
                      <a:pt x="591344" y="757444"/>
                      <a:pt x="354806" y="757444"/>
                    </a:cubicBezTo>
                    <a:cubicBezTo>
                      <a:pt x="236538" y="757444"/>
                      <a:pt x="118269" y="757444"/>
                      <a:pt x="0" y="757444"/>
                    </a:cubicBezTo>
                    <a:close/>
                  </a:path>
                </a:pathLst>
              </a:custGeom>
              <a:solidFill>
                <a:srgbClr val="D55E00">
                  <a:alpha val="9091"/>
                </a:srgbClr>
              </a:solidFill>
              <a:ln w="0">
                <a:noFill/>
              </a:ln>
            </p:spPr>
          </p:sp>
          <p:sp>
            <p:nvSpPr>
              <p:cNvPr id="2759" name="smooth-map-feature-2-shade-39">
                <a:extLst>
                  <a:ext uri="{FF2B5EF4-FFF2-40B4-BE49-F238E27FC236}">
                    <ns2:creationId id="{8FD6C470-C2AE-46A9-AAB9-C5DE51908391}"/>
                  </a:ext>
                </a:extLst>
              </p:cNvPr>
              <p:cNvSpPr>
                <a:spLocks noGrp="1"/>
              </p:cNvSpPr>
              <p:nvPr/>
            </p:nvSpPr>
            <p:spPr>
              <a:xfrm>
                <a:off x="21240750" y="6019800"/>
                <a:ext cx="2838450" cy="1143000"/>
              </a:xfrm>
              <a:custGeom>
                <a:pathLst>
                  <a:path w="2838450" h="1143000">
                    <a:moveTo>
                      <a:pt x="0" y="701396"/>
                    </a:moveTo>
                    <a:cubicBezTo>
                      <a:pt x="118269" y="701396"/>
                      <a:pt x="236538" y="701396"/>
                      <a:pt x="354806" y="701396"/>
                    </a:cubicBezTo>
                    <a:cubicBezTo>
                      <a:pt x="591344" y="701396"/>
                      <a:pt x="827881" y="695034"/>
                      <a:pt x="1064419" y="684016"/>
                    </a:cubicBezTo>
                    <a:cubicBezTo>
                      <a:pt x="1300956" y="672998"/>
                      <a:pt x="1537494" y="347265"/>
                      <a:pt x="1774031" y="347265"/>
                    </a:cubicBezTo>
                    <a:cubicBezTo>
                      <a:pt x="2010569" y="347265"/>
                      <a:pt x="2247106" y="1004728"/>
                      <a:pt x="2483644" y="1004728"/>
                    </a:cubicBezTo>
                    <a:cubicBezTo>
                      <a:pt x="2601912" y="1004728"/>
                      <a:pt x="2720181" y="1004728"/>
                      <a:pt x="2838450" y="1004728"/>
                    </a:cubicBezTo>
                    <a:lnTo>
                      <a:pt x="2838450" y="1089868"/>
                    </a:lnTo>
                    <a:cubicBezTo>
                      <a:pt x="2720181" y="1089868"/>
                      <a:pt x="2601912" y="1089868"/>
                      <a:pt x="2483644" y="1089868"/>
                    </a:cubicBezTo>
                    <a:cubicBezTo>
                      <a:pt x="2247106" y="1089868"/>
                      <a:pt x="2010569" y="409300"/>
                      <a:pt x="1774031" y="409300"/>
                    </a:cubicBezTo>
                    <a:cubicBezTo>
                      <a:pt x="1537494" y="409300"/>
                      <a:pt x="1300956" y="739023"/>
                      <a:pt x="1064419" y="745612"/>
                    </a:cubicBezTo>
                    <a:cubicBezTo>
                      <a:pt x="827881" y="752200"/>
                      <a:pt x="591344" y="755794"/>
                      <a:pt x="354806" y="755794"/>
                    </a:cubicBezTo>
                    <a:cubicBezTo>
                      <a:pt x="236538" y="755794"/>
                      <a:pt x="118269" y="755794"/>
                      <a:pt x="0" y="755794"/>
                    </a:cubicBezTo>
                    <a:close/>
                  </a:path>
                </a:pathLst>
              </a:custGeom>
              <a:solidFill>
                <a:srgbClr val="D55E00">
                  <a:alpha val="10000"/>
                </a:srgbClr>
              </a:solidFill>
              <a:ln w="0">
                <a:noFill/>
              </a:ln>
            </p:spPr>
          </p:sp>
          <p:sp>
            <p:nvSpPr>
              <p:cNvPr id="2760" name="smooth-map-feature-2-shade-40">
                <a:extLst>
                  <a:ext uri="{FF2B5EF4-FFF2-40B4-BE49-F238E27FC236}">
                    <ns2:creationId id="{3A95A1D8-1DC1-44AC-B4AE-48C0A57F4E62}"/>
                  </a:ext>
                </a:extLst>
              </p:cNvPr>
              <p:cNvSpPr>
                <a:spLocks noGrp="1"/>
              </p:cNvSpPr>
              <p:nvPr/>
            </p:nvSpPr>
            <p:spPr>
              <a:xfrm>
                <a:off x="21240750" y="6019800"/>
                <a:ext cx="2838450" cy="1143000"/>
              </a:xfrm>
              <a:custGeom>
                <a:pathLst>
                  <a:path w="2838450" h="1143000">
                    <a:moveTo>
                      <a:pt x="0" y="703107"/>
                    </a:moveTo>
                    <a:cubicBezTo>
                      <a:pt x="118269" y="703107"/>
                      <a:pt x="236538" y="703107"/>
                      <a:pt x="354806" y="703107"/>
                    </a:cubicBezTo>
                    <a:cubicBezTo>
                      <a:pt x="591344" y="703107"/>
                      <a:pt x="827881" y="696835"/>
                      <a:pt x="1064419" y="685954"/>
                    </a:cubicBezTo>
                    <a:cubicBezTo>
                      <a:pt x="1300956" y="675072"/>
                      <a:pt x="1537494" y="349217"/>
                      <a:pt x="1774031" y="349217"/>
                    </a:cubicBezTo>
                    <a:cubicBezTo>
                      <a:pt x="2010569" y="349217"/>
                      <a:pt x="2247106" y="1007407"/>
                      <a:pt x="2483644" y="1007407"/>
                    </a:cubicBezTo>
                    <a:cubicBezTo>
                      <a:pt x="2601912" y="1007407"/>
                      <a:pt x="2720181" y="1007407"/>
                      <a:pt x="2838450" y="1007407"/>
                    </a:cubicBezTo>
                    <a:lnTo>
                      <a:pt x="2838450" y="1087189"/>
                    </a:lnTo>
                    <a:cubicBezTo>
                      <a:pt x="2720181" y="1087189"/>
                      <a:pt x="2601912" y="1087189"/>
                      <a:pt x="2483644" y="1087189"/>
                    </a:cubicBezTo>
                    <a:cubicBezTo>
                      <a:pt x="2247106" y="1087189"/>
                      <a:pt x="2010569" y="407348"/>
                      <a:pt x="1774031" y="407348"/>
                    </a:cubicBezTo>
                    <a:cubicBezTo>
                      <a:pt x="1537494" y="407348"/>
                      <a:pt x="1300956" y="736944"/>
                      <a:pt x="1064419" y="743674"/>
                    </a:cubicBezTo>
                    <a:cubicBezTo>
                      <a:pt x="827881" y="750405"/>
                      <a:pt x="591344" y="754083"/>
                      <a:pt x="354806" y="754083"/>
                    </a:cubicBezTo>
                    <a:cubicBezTo>
                      <a:pt x="236538" y="754083"/>
                      <a:pt x="118269" y="754083"/>
                      <a:pt x="0" y="754083"/>
                    </a:cubicBezTo>
                    <a:close/>
                  </a:path>
                </a:pathLst>
              </a:custGeom>
              <a:solidFill>
                <a:srgbClr val="D55E00">
                  <a:alpha val="11111"/>
                </a:srgbClr>
              </a:solidFill>
              <a:ln w="0">
                <a:noFill/>
              </a:ln>
            </p:spPr>
          </p:sp>
          <p:sp>
            <p:nvSpPr>
              <p:cNvPr id="2761" name="smooth-map-feature-2-shade-41">
                <a:extLst>
                  <a:ext uri="{FF2B5EF4-FFF2-40B4-BE49-F238E27FC236}">
                    <ns2:creationId id="{33B1B7C1-6F11-4A0C-8370-2B75392EE19A}"/>
                  </a:ext>
                </a:extLst>
              </p:cNvPr>
              <p:cNvSpPr>
                <a:spLocks noGrp="1"/>
              </p:cNvSpPr>
              <p:nvPr/>
            </p:nvSpPr>
            <p:spPr>
              <a:xfrm>
                <a:off x="21240750" y="6019800"/>
                <a:ext cx="2838450" cy="1143000"/>
              </a:xfrm>
              <a:custGeom>
                <a:pathLst>
                  <a:path w="2838450" h="1143000">
                    <a:moveTo>
                      <a:pt x="0" y="704895"/>
                    </a:moveTo>
                    <a:cubicBezTo>
                      <a:pt x="118269" y="704895"/>
                      <a:pt x="236538" y="704895"/>
                      <a:pt x="354806" y="704895"/>
                    </a:cubicBezTo>
                    <a:cubicBezTo>
                      <a:pt x="591344" y="704895"/>
                      <a:pt x="827881" y="698717"/>
                      <a:pt x="1064419" y="687978"/>
                    </a:cubicBezTo>
                    <a:cubicBezTo>
                      <a:pt x="1300956" y="677240"/>
                      <a:pt x="1537494" y="351256"/>
                      <a:pt x="1774031" y="351256"/>
                    </a:cubicBezTo>
                    <a:cubicBezTo>
                      <a:pt x="2010569" y="351256"/>
                      <a:pt x="2247106" y="1010205"/>
                      <a:pt x="2483644" y="1010205"/>
                    </a:cubicBezTo>
                    <a:cubicBezTo>
                      <a:pt x="2601912" y="1010205"/>
                      <a:pt x="2720181" y="1010205"/>
                      <a:pt x="2838450" y="1010205"/>
                    </a:cubicBezTo>
                    <a:lnTo>
                      <a:pt x="2838450" y="1084391"/>
                    </a:lnTo>
                    <a:cubicBezTo>
                      <a:pt x="2720181" y="1084391"/>
                      <a:pt x="2601912" y="1084391"/>
                      <a:pt x="2483644" y="1084391"/>
                    </a:cubicBezTo>
                    <a:cubicBezTo>
                      <a:pt x="2247106" y="1084391"/>
                      <a:pt x="2010569" y="405309"/>
                      <a:pt x="1774031" y="405309"/>
                    </a:cubicBezTo>
                    <a:cubicBezTo>
                      <a:pt x="1537494" y="405309"/>
                      <a:pt x="1300956" y="734771"/>
                      <a:pt x="1064419" y="741650"/>
                    </a:cubicBezTo>
                    <a:cubicBezTo>
                      <a:pt x="827881" y="748529"/>
                      <a:pt x="591344" y="752295"/>
                      <a:pt x="354806" y="752295"/>
                    </a:cubicBezTo>
                    <a:cubicBezTo>
                      <a:pt x="236538" y="752295"/>
                      <a:pt x="118269" y="752295"/>
                      <a:pt x="0" y="752295"/>
                    </a:cubicBezTo>
                    <a:close/>
                  </a:path>
                </a:pathLst>
              </a:custGeom>
              <a:solidFill>
                <a:srgbClr val="D55E00">
                  <a:alpha val="12500"/>
                </a:srgbClr>
              </a:solidFill>
              <a:ln w="0">
                <a:noFill/>
              </a:ln>
            </p:spPr>
          </p:sp>
          <p:sp>
            <p:nvSpPr>
              <p:cNvPr id="2762" name="smooth-map-feature-2-shade-42">
                <a:extLst>
                  <a:ext uri="{FF2B5EF4-FFF2-40B4-BE49-F238E27FC236}">
                    <ns2:creationId id="{B6B9CC1E-8CDF-456D-AF3B-7ACEA15AEC45}"/>
                  </a:ext>
                </a:extLst>
              </p:cNvPr>
              <p:cNvSpPr>
                <a:spLocks noGrp="1"/>
              </p:cNvSpPr>
              <p:nvPr/>
            </p:nvSpPr>
            <p:spPr>
              <a:xfrm>
                <a:off x="21240750" y="6019800"/>
                <a:ext cx="2838450" cy="1143000"/>
              </a:xfrm>
              <a:custGeom>
                <a:pathLst>
                  <a:path w="2838450" h="1143000">
                    <a:moveTo>
                      <a:pt x="0" y="706781"/>
                    </a:moveTo>
                    <a:cubicBezTo>
                      <a:pt x="118269" y="706781"/>
                      <a:pt x="236538" y="706781"/>
                      <a:pt x="354806" y="706781"/>
                    </a:cubicBezTo>
                    <a:cubicBezTo>
                      <a:pt x="591344" y="706781"/>
                      <a:pt x="827881" y="700701"/>
                      <a:pt x="1064419" y="690114"/>
                    </a:cubicBezTo>
                    <a:cubicBezTo>
                      <a:pt x="1300956" y="679526"/>
                      <a:pt x="1537494" y="353406"/>
                      <a:pt x="1774031" y="353406"/>
                    </a:cubicBezTo>
                    <a:cubicBezTo>
                      <a:pt x="2010569" y="353406"/>
                      <a:pt x="2247106" y="1013157"/>
                      <a:pt x="2483644" y="1013157"/>
                    </a:cubicBezTo>
                    <a:cubicBezTo>
                      <a:pt x="2601912" y="1013157"/>
                      <a:pt x="2720181" y="1013157"/>
                      <a:pt x="2838450" y="1013157"/>
                    </a:cubicBezTo>
                    <a:lnTo>
                      <a:pt x="2838450" y="1081439"/>
                    </a:lnTo>
                    <a:cubicBezTo>
                      <a:pt x="2720181" y="1081439"/>
                      <a:pt x="2601912" y="1081439"/>
                      <a:pt x="2483644" y="1081439"/>
                    </a:cubicBezTo>
                    <a:cubicBezTo>
                      <a:pt x="2247106" y="1081439"/>
                      <a:pt x="2010569" y="403159"/>
                      <a:pt x="1774031" y="403159"/>
                    </a:cubicBezTo>
                    <a:cubicBezTo>
                      <a:pt x="1537494" y="403159"/>
                      <a:pt x="1300956" y="732479"/>
                      <a:pt x="1064419" y="739514"/>
                    </a:cubicBezTo>
                    <a:cubicBezTo>
                      <a:pt x="827881" y="746549"/>
                      <a:pt x="591344" y="750409"/>
                      <a:pt x="354806" y="750409"/>
                    </a:cubicBezTo>
                    <a:cubicBezTo>
                      <a:pt x="236538" y="750409"/>
                      <a:pt x="118269" y="750409"/>
                      <a:pt x="0" y="750409"/>
                    </a:cubicBezTo>
                    <a:close/>
                  </a:path>
                </a:pathLst>
              </a:custGeom>
              <a:solidFill>
                <a:srgbClr val="D55E00">
                  <a:alpha val="14286"/>
                </a:srgbClr>
              </a:solidFill>
              <a:ln w="0">
                <a:noFill/>
              </a:ln>
            </p:spPr>
          </p:sp>
          <p:sp>
            <p:nvSpPr>
              <p:cNvPr id="2763" name="smooth-map-feature-2-shade-43">
                <a:extLst>
                  <a:ext uri="{FF2B5EF4-FFF2-40B4-BE49-F238E27FC236}">
                    <ns2:creationId id="{46D23156-F13E-4DA0-B7D7-60D9F5D8D14E}"/>
                  </a:ext>
                </a:extLst>
              </p:cNvPr>
              <p:cNvSpPr>
                <a:spLocks noGrp="1"/>
              </p:cNvSpPr>
              <p:nvPr/>
            </p:nvSpPr>
            <p:spPr>
              <a:xfrm>
                <a:off x="21240750" y="6019800"/>
                <a:ext cx="2838450" cy="1143000"/>
              </a:xfrm>
              <a:custGeom>
                <a:pathLst>
                  <a:path w="2838450" h="1143000">
                    <a:moveTo>
                      <a:pt x="0" y="708796"/>
                    </a:moveTo>
                    <a:cubicBezTo>
                      <a:pt x="118269" y="708796"/>
                      <a:pt x="236538" y="708796"/>
                      <a:pt x="354806" y="708796"/>
                    </a:cubicBezTo>
                    <a:cubicBezTo>
                      <a:pt x="591344" y="708796"/>
                      <a:pt x="827881" y="702821"/>
                      <a:pt x="1064419" y="692395"/>
                    </a:cubicBezTo>
                    <a:cubicBezTo>
                      <a:pt x="1300956" y="681969"/>
                      <a:pt x="1537494" y="355704"/>
                      <a:pt x="1774031" y="355704"/>
                    </a:cubicBezTo>
                    <a:cubicBezTo>
                      <a:pt x="2010569" y="355704"/>
                      <a:pt x="2247106" y="1016310"/>
                      <a:pt x="2483644" y="1016310"/>
                    </a:cubicBezTo>
                    <a:cubicBezTo>
                      <a:pt x="2601912" y="1016310"/>
                      <a:pt x="2720181" y="1016310"/>
                      <a:pt x="2838450" y="1016310"/>
                    </a:cubicBezTo>
                    <a:lnTo>
                      <a:pt x="2838450" y="1078286"/>
                    </a:lnTo>
                    <a:cubicBezTo>
                      <a:pt x="2720181" y="1078286"/>
                      <a:pt x="2601912" y="1078286"/>
                      <a:pt x="2483644" y="1078286"/>
                    </a:cubicBezTo>
                    <a:cubicBezTo>
                      <a:pt x="2247106" y="1078286"/>
                      <a:pt x="2010569" y="400861"/>
                      <a:pt x="1774031" y="400861"/>
                    </a:cubicBezTo>
                    <a:cubicBezTo>
                      <a:pt x="1537494" y="400861"/>
                      <a:pt x="1300956" y="730031"/>
                      <a:pt x="1064419" y="737233"/>
                    </a:cubicBezTo>
                    <a:cubicBezTo>
                      <a:pt x="827881" y="744435"/>
                      <a:pt x="591344" y="748394"/>
                      <a:pt x="354806" y="748394"/>
                    </a:cubicBezTo>
                    <a:cubicBezTo>
                      <a:pt x="236538" y="748394"/>
                      <a:pt x="118269" y="748394"/>
                      <a:pt x="0" y="748394"/>
                    </a:cubicBezTo>
                    <a:close/>
                  </a:path>
                </a:pathLst>
              </a:custGeom>
              <a:solidFill>
                <a:srgbClr val="D55E00">
                  <a:alpha val="16667"/>
                </a:srgbClr>
              </a:solidFill>
              <a:ln w="0">
                <a:noFill/>
              </a:ln>
            </p:spPr>
          </p:sp>
          <p:sp>
            <p:nvSpPr>
              <p:cNvPr id="2764" name="smooth-map-feature-2-shade-44">
                <a:extLst>
                  <a:ext uri="{FF2B5EF4-FFF2-40B4-BE49-F238E27FC236}">
                    <ns2:creationId id="{605B91EF-A4CE-412E-9919-0884E2182A63}"/>
                  </a:ext>
                </a:extLst>
              </p:cNvPr>
              <p:cNvSpPr>
                <a:spLocks noGrp="1"/>
              </p:cNvSpPr>
              <p:nvPr/>
            </p:nvSpPr>
            <p:spPr>
              <a:xfrm>
                <a:off x="21240750" y="6019800"/>
                <a:ext cx="2838450" cy="1143000"/>
              </a:xfrm>
              <a:custGeom>
                <a:pathLst>
                  <a:path w="2838450" h="1143000">
                    <a:moveTo>
                      <a:pt x="0" y="710985"/>
                    </a:moveTo>
                    <a:cubicBezTo>
                      <a:pt x="118269" y="710985"/>
                      <a:pt x="236538" y="710985"/>
                      <a:pt x="354806" y="710985"/>
                    </a:cubicBezTo>
                    <a:cubicBezTo>
                      <a:pt x="591344" y="710985"/>
                      <a:pt x="827881" y="705124"/>
                      <a:pt x="1064419" y="694874"/>
                    </a:cubicBezTo>
                    <a:cubicBezTo>
                      <a:pt x="1300956" y="684624"/>
                      <a:pt x="1537494" y="358201"/>
                      <a:pt x="1774031" y="358201"/>
                    </a:cubicBezTo>
                    <a:cubicBezTo>
                      <a:pt x="2010569" y="358201"/>
                      <a:pt x="2247106" y="1019737"/>
                      <a:pt x="2483644" y="1019737"/>
                    </a:cubicBezTo>
                    <a:cubicBezTo>
                      <a:pt x="2601912" y="1019737"/>
                      <a:pt x="2720181" y="1019737"/>
                      <a:pt x="2838450" y="1019737"/>
                    </a:cubicBezTo>
                    <a:lnTo>
                      <a:pt x="2838450" y="1074859"/>
                    </a:lnTo>
                    <a:cubicBezTo>
                      <a:pt x="2720181" y="1074859"/>
                      <a:pt x="2601912" y="1074859"/>
                      <a:pt x="2483644" y="1074859"/>
                    </a:cubicBezTo>
                    <a:cubicBezTo>
                      <a:pt x="2247106" y="1074859"/>
                      <a:pt x="2010569" y="398364"/>
                      <a:pt x="1774031" y="398364"/>
                    </a:cubicBezTo>
                    <a:cubicBezTo>
                      <a:pt x="1537494" y="398364"/>
                      <a:pt x="1300956" y="727371"/>
                      <a:pt x="1064419" y="734754"/>
                    </a:cubicBezTo>
                    <a:cubicBezTo>
                      <a:pt x="827881" y="742136"/>
                      <a:pt x="591344" y="746204"/>
                      <a:pt x="354806" y="746204"/>
                    </a:cubicBezTo>
                    <a:cubicBezTo>
                      <a:pt x="236538" y="746204"/>
                      <a:pt x="118269" y="746204"/>
                      <a:pt x="0" y="746204"/>
                    </a:cubicBezTo>
                    <a:close/>
                  </a:path>
                </a:pathLst>
              </a:custGeom>
              <a:solidFill>
                <a:srgbClr val="D55E00">
                  <a:alpha val="20000"/>
                </a:srgbClr>
              </a:solidFill>
              <a:ln w="0">
                <a:noFill/>
              </a:ln>
            </p:spPr>
          </p:sp>
          <p:sp>
            <p:nvSpPr>
              <p:cNvPr id="2765" name="smooth-map-feature-2-shade-45">
                <a:extLst>
                  <a:ext uri="{FF2B5EF4-FFF2-40B4-BE49-F238E27FC236}">
                    <ns2:creationId id="{B3667E7A-4562-440B-A3CB-2AF7EDB54F34}"/>
                  </a:ext>
                </a:extLst>
              </p:cNvPr>
              <p:cNvSpPr>
                <a:spLocks noGrp="1"/>
              </p:cNvSpPr>
              <p:nvPr/>
            </p:nvSpPr>
            <p:spPr>
              <a:xfrm>
                <a:off x="21240750" y="6019800"/>
                <a:ext cx="2838450" cy="1143000"/>
              </a:xfrm>
              <a:custGeom>
                <a:pathLst>
                  <a:path w="2838450" h="1143000">
                    <a:moveTo>
                      <a:pt x="0" y="713428"/>
                    </a:moveTo>
                    <a:cubicBezTo>
                      <a:pt x="118269" y="713428"/>
                      <a:pt x="236538" y="713428"/>
                      <a:pt x="354806" y="713428"/>
                    </a:cubicBezTo>
                    <a:cubicBezTo>
                      <a:pt x="591344" y="713428"/>
                      <a:pt x="827881" y="707694"/>
                      <a:pt x="1064419" y="697641"/>
                    </a:cubicBezTo>
                    <a:cubicBezTo>
                      <a:pt x="1300956" y="687587"/>
                      <a:pt x="1537494" y="360987"/>
                      <a:pt x="1774031" y="360987"/>
                    </a:cubicBezTo>
                    <a:cubicBezTo>
                      <a:pt x="2010569" y="360987"/>
                      <a:pt x="2247106" y="1023561"/>
                      <a:pt x="2483644" y="1023561"/>
                    </a:cubicBezTo>
                    <a:cubicBezTo>
                      <a:pt x="2601912" y="1023561"/>
                      <a:pt x="2720181" y="1023561"/>
                      <a:pt x="2838450" y="1023561"/>
                    </a:cubicBezTo>
                    <a:lnTo>
                      <a:pt x="2838450" y="1071035"/>
                    </a:lnTo>
                    <a:cubicBezTo>
                      <a:pt x="2720181" y="1071035"/>
                      <a:pt x="2601912" y="1071035"/>
                      <a:pt x="2483644" y="1071035"/>
                    </a:cubicBezTo>
                    <a:cubicBezTo>
                      <a:pt x="2247106" y="1071035"/>
                      <a:pt x="2010569" y="395578"/>
                      <a:pt x="1774031" y="395578"/>
                    </a:cubicBezTo>
                    <a:cubicBezTo>
                      <a:pt x="1537494" y="395578"/>
                      <a:pt x="1300956" y="724403"/>
                      <a:pt x="1064419" y="731987"/>
                    </a:cubicBezTo>
                    <a:cubicBezTo>
                      <a:pt x="827881" y="739571"/>
                      <a:pt x="591344" y="743761"/>
                      <a:pt x="354806" y="743761"/>
                    </a:cubicBezTo>
                    <a:cubicBezTo>
                      <a:pt x="236538" y="743761"/>
                      <a:pt x="118269" y="743761"/>
                      <a:pt x="0" y="743761"/>
                    </a:cubicBezTo>
                    <a:close/>
                  </a:path>
                </a:pathLst>
              </a:custGeom>
              <a:solidFill>
                <a:srgbClr val="D55E00">
                  <a:alpha val="25000"/>
                </a:srgbClr>
              </a:solidFill>
              <a:ln w="0">
                <a:noFill/>
              </a:ln>
            </p:spPr>
          </p:sp>
          <p:sp>
            <p:nvSpPr>
              <p:cNvPr id="2766" name="smooth-map-feature-2-shade-46">
                <a:extLst>
                  <a:ext uri="{FF2B5EF4-FFF2-40B4-BE49-F238E27FC236}">
                    <ns2:creationId id="{5D2A8D1C-9413-401C-A273-65FF351F8E8D}"/>
                  </a:ext>
                </a:extLst>
              </p:cNvPr>
              <p:cNvSpPr>
                <a:spLocks noGrp="1"/>
              </p:cNvSpPr>
              <p:nvPr/>
            </p:nvSpPr>
            <p:spPr>
              <a:xfrm>
                <a:off x="21240750" y="6019800"/>
                <a:ext cx="2838450" cy="1143000"/>
              </a:xfrm>
              <a:custGeom>
                <a:pathLst>
                  <a:path w="2838450" h="1143000">
                    <a:moveTo>
                      <a:pt x="0" y="716278"/>
                    </a:moveTo>
                    <a:cubicBezTo>
                      <a:pt x="118269" y="716278"/>
                      <a:pt x="236538" y="716278"/>
                      <a:pt x="354806" y="716278"/>
                    </a:cubicBezTo>
                    <a:cubicBezTo>
                      <a:pt x="591344" y="716278"/>
                      <a:pt x="827881" y="710692"/>
                      <a:pt x="1064419" y="700868"/>
                    </a:cubicBezTo>
                    <a:cubicBezTo>
                      <a:pt x="1300956" y="691044"/>
                      <a:pt x="1537494" y="364237"/>
                      <a:pt x="1774031" y="364237"/>
                    </a:cubicBezTo>
                    <a:cubicBezTo>
                      <a:pt x="2010569" y="364237"/>
                      <a:pt x="2247106" y="1028022"/>
                      <a:pt x="2483644" y="1028022"/>
                    </a:cubicBezTo>
                    <a:cubicBezTo>
                      <a:pt x="2601912" y="1028022"/>
                      <a:pt x="2720181" y="1028022"/>
                      <a:pt x="2838450" y="1028022"/>
                    </a:cubicBezTo>
                    <a:lnTo>
                      <a:pt x="2838450" y="1066574"/>
                    </a:lnTo>
                    <a:cubicBezTo>
                      <a:pt x="2720181" y="1066574"/>
                      <a:pt x="2601912" y="1066574"/>
                      <a:pt x="2483644" y="1066574"/>
                    </a:cubicBezTo>
                    <a:cubicBezTo>
                      <a:pt x="2247106" y="1066574"/>
                      <a:pt x="2010569" y="392328"/>
                      <a:pt x="1774031" y="392328"/>
                    </a:cubicBezTo>
                    <a:cubicBezTo>
                      <a:pt x="1537494" y="392328"/>
                      <a:pt x="1300956" y="720941"/>
                      <a:pt x="1064419" y="728760"/>
                    </a:cubicBezTo>
                    <a:cubicBezTo>
                      <a:pt x="827881" y="736578"/>
                      <a:pt x="591344" y="740911"/>
                      <a:pt x="354806" y="740911"/>
                    </a:cubicBezTo>
                    <a:cubicBezTo>
                      <a:pt x="236538" y="740911"/>
                      <a:pt x="118269" y="740911"/>
                      <a:pt x="0" y="740911"/>
                    </a:cubicBezTo>
                    <a:close/>
                  </a:path>
                </a:pathLst>
              </a:custGeom>
              <a:solidFill>
                <a:srgbClr val="D55E00">
                  <a:alpha val="33333"/>
                </a:srgbClr>
              </a:solidFill>
              <a:ln w="0">
                <a:noFill/>
              </a:ln>
            </p:spPr>
          </p:sp>
          <p:sp>
            <p:nvSpPr>
              <p:cNvPr id="2767" name="smooth-map-feature-2-shade-47">
                <a:extLst>
                  <a:ext uri="{FF2B5EF4-FFF2-40B4-BE49-F238E27FC236}">
                    <ns2:creationId id="{9BDA2B1A-533C-49B5-AE62-1C57663CE2FB}"/>
                  </a:ext>
                </a:extLst>
              </p:cNvPr>
              <p:cNvSpPr>
                <a:spLocks noGrp="1"/>
              </p:cNvSpPr>
              <p:nvPr/>
            </p:nvSpPr>
            <p:spPr>
              <a:xfrm>
                <a:off x="21240750" y="6019800"/>
                <a:ext cx="2838450" cy="1143000"/>
              </a:xfrm>
              <a:custGeom>
                <a:pathLst>
                  <a:path w="2838450" h="1143000">
                    <a:moveTo>
                      <a:pt x="0" y="719932"/>
                    </a:moveTo>
                    <a:cubicBezTo>
                      <a:pt x="118269" y="719932"/>
                      <a:pt x="236538" y="719932"/>
                      <a:pt x="354806" y="719932"/>
                    </a:cubicBezTo>
                    <a:cubicBezTo>
                      <a:pt x="591344" y="719932"/>
                      <a:pt x="827881" y="714534"/>
                      <a:pt x="1064419" y="705005"/>
                    </a:cubicBezTo>
                    <a:cubicBezTo>
                      <a:pt x="1300956" y="695476"/>
                      <a:pt x="1537494" y="368404"/>
                      <a:pt x="1774031" y="368404"/>
                    </a:cubicBezTo>
                    <a:cubicBezTo>
                      <a:pt x="2010569" y="368404"/>
                      <a:pt x="2247106" y="1033740"/>
                      <a:pt x="2483644" y="1033740"/>
                    </a:cubicBezTo>
                    <a:cubicBezTo>
                      <a:pt x="2601912" y="1033740"/>
                      <a:pt x="2720181" y="1033740"/>
                      <a:pt x="2838450" y="1033740"/>
                    </a:cubicBezTo>
                    <a:lnTo>
                      <a:pt x="2838450" y="1060856"/>
                    </a:lnTo>
                    <a:cubicBezTo>
                      <a:pt x="2720181" y="1060856"/>
                      <a:pt x="2601912" y="1060856"/>
                      <a:pt x="2483644" y="1060856"/>
                    </a:cubicBezTo>
                    <a:cubicBezTo>
                      <a:pt x="2247106" y="1060856"/>
                      <a:pt x="2010569" y="388161"/>
                      <a:pt x="1774031" y="388161"/>
                    </a:cubicBezTo>
                    <a:cubicBezTo>
                      <a:pt x="1537494" y="388161"/>
                      <a:pt x="1300956" y="716505"/>
                      <a:pt x="1064419" y="724623"/>
                    </a:cubicBezTo>
                    <a:cubicBezTo>
                      <a:pt x="827881" y="732741"/>
                      <a:pt x="591344" y="737258"/>
                      <a:pt x="354806" y="737258"/>
                    </a:cubicBezTo>
                    <a:cubicBezTo>
                      <a:pt x="236538" y="737258"/>
                      <a:pt x="118269" y="737258"/>
                      <a:pt x="0" y="737258"/>
                    </a:cubicBezTo>
                    <a:close/>
                  </a:path>
                </a:pathLst>
              </a:custGeom>
              <a:solidFill>
                <a:srgbClr val="D55E00">
                  <a:alpha val="50000"/>
                </a:srgbClr>
              </a:solidFill>
              <a:ln w="0">
                <a:noFill/>
              </a:ln>
            </p:spPr>
          </p:sp>
          <p:sp>
            <p:nvSpPr>
              <p:cNvPr id="2768" name="smooth-map-feature-2-shade-48">
                <a:extLst>
                  <a:ext uri="{FF2B5EF4-FFF2-40B4-BE49-F238E27FC236}">
                    <ns2:creationId id="{1B28E1E4-417C-47A2-8739-072FEC43E1DE}"/>
                  </a:ext>
                </a:extLst>
              </p:cNvPr>
              <p:cNvSpPr>
                <a:spLocks noGrp="1"/>
              </p:cNvSpPr>
              <p:nvPr/>
            </p:nvSpPr>
            <p:spPr>
              <a:xfrm>
                <a:off x="21240750" y="6019800"/>
                <a:ext cx="2838450" cy="1143000"/>
              </a:xfrm>
              <a:custGeom>
                <a:pathLst>
                  <a:path w="2838450" h="1143000">
                    <a:moveTo>
                      <a:pt x="0" y="728595"/>
                    </a:moveTo>
                    <a:cubicBezTo>
                      <a:pt x="118269" y="728595"/>
                      <a:pt x="236538" y="728595"/>
                      <a:pt x="354806" y="728595"/>
                    </a:cubicBezTo>
                    <a:cubicBezTo>
                      <a:pt x="591344" y="728595"/>
                      <a:pt x="827881" y="723640"/>
                      <a:pt x="1064419" y="714814"/>
                    </a:cubicBezTo>
                    <a:cubicBezTo>
                      <a:pt x="1300956" y="705988"/>
                      <a:pt x="1537494" y="378283"/>
                      <a:pt x="1774031" y="378283"/>
                    </a:cubicBezTo>
                    <a:cubicBezTo>
                      <a:pt x="2010569" y="378283"/>
                      <a:pt x="2247106" y="1047298"/>
                      <a:pt x="2483644" y="1047298"/>
                    </a:cubicBezTo>
                    <a:cubicBezTo>
                      <a:pt x="2601912" y="1047298"/>
                      <a:pt x="2720181" y="1047298"/>
                      <a:pt x="2838450" y="1047298"/>
                    </a:cubicBezTo>
                    <a:lnTo>
                      <a:pt x="2838450" y="1047298"/>
                    </a:lnTo>
                    <a:cubicBezTo>
                      <a:pt x="2720181" y="1047298"/>
                      <a:pt x="2601912" y="1047298"/>
                      <a:pt x="2483644" y="1047298"/>
                    </a:cubicBezTo>
                    <a:cubicBezTo>
                      <a:pt x="2247106" y="1047298"/>
                      <a:pt x="2010569" y="378283"/>
                      <a:pt x="1774031" y="378283"/>
                    </a:cubicBezTo>
                    <a:cubicBezTo>
                      <a:pt x="1537494" y="378283"/>
                      <a:pt x="1300956" y="705988"/>
                      <a:pt x="1064419" y="714814"/>
                    </a:cubicBezTo>
                    <a:cubicBezTo>
                      <a:pt x="827881" y="723640"/>
                      <a:pt x="591344" y="728595"/>
                      <a:pt x="354806" y="728595"/>
                    </a:cubicBezTo>
                    <a:cubicBezTo>
                      <a:pt x="236538" y="728595"/>
                      <a:pt x="118269" y="728595"/>
                      <a:pt x="0" y="728595"/>
                    </a:cubicBezTo>
                    <a:close/>
                  </a:path>
                </a:pathLst>
              </a:custGeom>
              <a:solidFill>
                <a:srgbClr val="D55E00">
                  <a:alpha val="100000"/>
                </a:srgbClr>
              </a:solidFill>
              <a:ln w="0">
                <a:noFill/>
              </a:ln>
            </p:spPr>
          </p:sp>
          <p:sp>
            <p:nvSpPr>
              <p:cNvPr id="2769" name="smooth-map-feature-3-shade-1">
                <a:extLst>
                  <a:ext uri="{FF2B5EF4-FFF2-40B4-BE49-F238E27FC236}">
                    <ns2:creationId id="{3F6667A3-8C64-4DFA-8950-CA454B61832E}"/>
                  </a:ext>
                </a:extLst>
              </p:cNvPr>
              <p:cNvSpPr>
                <a:spLocks noGrp="1"/>
              </p:cNvSpPr>
              <p:nvPr/>
            </p:nvSpPr>
            <p:spPr>
              <a:xfrm>
                <a:off x="21240750" y="6019800"/>
                <a:ext cx="2838450" cy="1143000"/>
              </a:xfrm>
              <a:custGeom>
                <a:pathLst>
                  <a:path w="2838450" h="1143000">
                    <a:moveTo>
                      <a:pt x="0" y="217332"/>
                    </a:moveTo>
                    <a:cubicBezTo>
                      <a:pt x="118269" y="217332"/>
                      <a:pt x="236538" y="217332"/>
                      <a:pt x="354806" y="217332"/>
                    </a:cubicBezTo>
                    <a:cubicBezTo>
                      <a:pt x="591344" y="217332"/>
                      <a:pt x="827881" y="186848"/>
                      <a:pt x="1064419" y="186848"/>
                    </a:cubicBezTo>
                    <a:cubicBezTo>
                      <a:pt x="1300956" y="186848"/>
                      <a:pt x="1537494" y="494514"/>
                      <a:pt x="1774031" y="494514"/>
                    </a:cubicBezTo>
                    <a:cubicBezTo>
                      <a:pt x="2010569" y="494514"/>
                      <a:pt x="2247106" y="476131"/>
                      <a:pt x="2483644" y="476131"/>
                    </a:cubicBezTo>
                    <a:cubicBezTo>
                      <a:pt x="2601912" y="476131"/>
                      <a:pt x="2720181" y="476131"/>
                      <a:pt x="2838450" y="476131"/>
                    </a:cubicBezTo>
                    <a:lnTo>
                      <a:pt x="2838450" y="975814"/>
                    </a:lnTo>
                    <a:cubicBezTo>
                      <a:pt x="2720181" y="975814"/>
                      <a:pt x="2601912" y="975814"/>
                      <a:pt x="2483644" y="975814"/>
                    </a:cubicBezTo>
                    <a:cubicBezTo>
                      <a:pt x="2247106" y="975814"/>
                      <a:pt x="2010569" y="956301"/>
                      <a:pt x="1774031" y="929210"/>
                    </a:cubicBezTo>
                    <a:cubicBezTo>
                      <a:pt x="1537494" y="902120"/>
                      <a:pt x="1300956" y="611889"/>
                      <a:pt x="1064419" y="611889"/>
                    </a:cubicBezTo>
                    <a:cubicBezTo>
                      <a:pt x="827881" y="611889"/>
                      <a:pt x="591344" y="635066"/>
                      <a:pt x="354806" y="635066"/>
                    </a:cubicBezTo>
                    <a:cubicBezTo>
                      <a:pt x="236538" y="635066"/>
                      <a:pt x="118269" y="635066"/>
                      <a:pt x="0" y="635066"/>
                    </a:cubicBezTo>
                    <a:close/>
                  </a:path>
                </a:pathLst>
              </a:custGeom>
              <a:solidFill>
                <a:srgbClr val="009E73">
                  <a:alpha val="2500"/>
                </a:srgbClr>
              </a:solidFill>
              <a:ln w="0">
                <a:noFill/>
              </a:ln>
            </p:spPr>
          </p:sp>
          <p:sp>
            <p:nvSpPr>
              <p:cNvPr id="2770" name="smooth-map-feature-3-shade-2">
                <a:extLst>
                  <a:ext uri="{FF2B5EF4-FFF2-40B4-BE49-F238E27FC236}">
                    <ns2:creationId id="{613B08CD-63AE-41E7-A490-0381BA079314}"/>
                  </a:ext>
                </a:extLst>
              </p:cNvPr>
              <p:cNvSpPr>
                <a:spLocks noGrp="1"/>
              </p:cNvSpPr>
              <p:nvPr/>
            </p:nvSpPr>
            <p:spPr>
              <a:xfrm>
                <a:off x="21240750" y="6019800"/>
                <a:ext cx="2838450" cy="1143000"/>
              </a:xfrm>
              <a:custGeom>
                <a:pathLst>
                  <a:path w="2838450" h="1143000">
                    <a:moveTo>
                      <a:pt x="0" y="235201"/>
                    </a:moveTo>
                    <a:cubicBezTo>
                      <a:pt x="118269" y="235201"/>
                      <a:pt x="236538" y="235201"/>
                      <a:pt x="354806" y="235201"/>
                    </a:cubicBezTo>
                    <a:cubicBezTo>
                      <a:pt x="591344" y="235201"/>
                      <a:pt x="827881" y="205030"/>
                      <a:pt x="1064419" y="205030"/>
                    </a:cubicBezTo>
                    <a:cubicBezTo>
                      <a:pt x="1300956" y="205030"/>
                      <a:pt x="1537494" y="513110"/>
                      <a:pt x="1774031" y="513110"/>
                    </a:cubicBezTo>
                    <a:cubicBezTo>
                      <a:pt x="2010569" y="513110"/>
                      <a:pt x="2247106" y="497506"/>
                      <a:pt x="2483644" y="497506"/>
                    </a:cubicBezTo>
                    <a:cubicBezTo>
                      <a:pt x="2601912" y="497506"/>
                      <a:pt x="2720181" y="497506"/>
                      <a:pt x="2838450" y="497506"/>
                    </a:cubicBezTo>
                    <a:lnTo>
                      <a:pt x="2838450" y="954439"/>
                    </a:lnTo>
                    <a:cubicBezTo>
                      <a:pt x="2720181" y="954439"/>
                      <a:pt x="2601912" y="954439"/>
                      <a:pt x="2483644" y="954439"/>
                    </a:cubicBezTo>
                    <a:cubicBezTo>
                      <a:pt x="2247106" y="954439"/>
                      <a:pt x="2010569" y="936282"/>
                      <a:pt x="1774031" y="910615"/>
                    </a:cubicBezTo>
                    <a:cubicBezTo>
                      <a:pt x="1537494" y="884949"/>
                      <a:pt x="1300956" y="593707"/>
                      <a:pt x="1064419" y="593707"/>
                    </a:cubicBezTo>
                    <a:cubicBezTo>
                      <a:pt x="827881" y="593707"/>
                      <a:pt x="591344" y="617196"/>
                      <a:pt x="354806" y="617196"/>
                    </a:cubicBezTo>
                    <a:cubicBezTo>
                      <a:pt x="236538" y="617196"/>
                      <a:pt x="118269" y="617196"/>
                      <a:pt x="0" y="617196"/>
                    </a:cubicBezTo>
                    <a:close/>
                  </a:path>
                </a:pathLst>
              </a:custGeom>
              <a:solidFill>
                <a:srgbClr val="009E73">
                  <a:alpha val="2128"/>
                </a:srgbClr>
              </a:solidFill>
              <a:ln w="0">
                <a:noFill/>
              </a:ln>
            </p:spPr>
          </p:sp>
          <p:sp>
            <p:nvSpPr>
              <p:cNvPr id="2771" name="smooth-map-feature-3-shade-3">
                <a:extLst>
                  <a:ext uri="{FF2B5EF4-FFF2-40B4-BE49-F238E27FC236}">
                    <ns2:creationId id="{E8D6EEFD-30CC-4E78-99FB-26770103EE46}"/>
                  </a:ext>
                </a:extLst>
              </p:cNvPr>
              <p:cNvSpPr>
                <a:spLocks noGrp="1"/>
              </p:cNvSpPr>
              <p:nvPr/>
            </p:nvSpPr>
            <p:spPr>
              <a:xfrm>
                <a:off x="21240750" y="6019800"/>
                <a:ext cx="2838450" cy="1143000"/>
              </a:xfrm>
              <a:custGeom>
                <a:pathLst>
                  <a:path w="2838450" h="1143000">
                    <a:moveTo>
                      <a:pt x="0" y="247153"/>
                    </a:moveTo>
                    <a:cubicBezTo>
                      <a:pt x="118269" y="247153"/>
                      <a:pt x="236538" y="247153"/>
                      <a:pt x="354806" y="247153"/>
                    </a:cubicBezTo>
                    <a:cubicBezTo>
                      <a:pt x="591344" y="247153"/>
                      <a:pt x="827881" y="217191"/>
                      <a:pt x="1064419" y="217191"/>
                    </a:cubicBezTo>
                    <a:cubicBezTo>
                      <a:pt x="1300956" y="217191"/>
                      <a:pt x="1537494" y="525546"/>
                      <a:pt x="1774031" y="525546"/>
                    </a:cubicBezTo>
                    <a:cubicBezTo>
                      <a:pt x="2010569" y="525546"/>
                      <a:pt x="2247106" y="511802"/>
                      <a:pt x="2483644" y="511802"/>
                    </a:cubicBezTo>
                    <a:cubicBezTo>
                      <a:pt x="2601912" y="511802"/>
                      <a:pt x="2720181" y="511802"/>
                      <a:pt x="2838450" y="511802"/>
                    </a:cubicBezTo>
                    <a:lnTo>
                      <a:pt x="2838450" y="940143"/>
                    </a:lnTo>
                    <a:cubicBezTo>
                      <a:pt x="2720181" y="940143"/>
                      <a:pt x="2601912" y="940143"/>
                      <a:pt x="2483644" y="940143"/>
                    </a:cubicBezTo>
                    <a:cubicBezTo>
                      <a:pt x="2247106" y="940143"/>
                      <a:pt x="2010569" y="922881"/>
                      <a:pt x="1774031" y="898178"/>
                    </a:cubicBezTo>
                    <a:cubicBezTo>
                      <a:pt x="1537494" y="873476"/>
                      <a:pt x="1300956" y="581546"/>
                      <a:pt x="1064419" y="581546"/>
                    </a:cubicBezTo>
                    <a:cubicBezTo>
                      <a:pt x="827881" y="581546"/>
                      <a:pt x="591344" y="605245"/>
                      <a:pt x="354806" y="605245"/>
                    </a:cubicBezTo>
                    <a:cubicBezTo>
                      <a:pt x="236538" y="605245"/>
                      <a:pt x="118269" y="605245"/>
                      <a:pt x="0" y="605245"/>
                    </a:cubicBezTo>
                    <a:close/>
                  </a:path>
                </a:pathLst>
              </a:custGeom>
              <a:solidFill>
                <a:srgbClr val="009E73">
                  <a:alpha val="2174"/>
                </a:srgbClr>
              </a:solidFill>
              <a:ln w="0">
                <a:noFill/>
              </a:ln>
            </p:spPr>
          </p:sp>
          <p:sp>
            <p:nvSpPr>
              <p:cNvPr id="2772" name="smooth-map-feature-3-shade-4">
                <a:extLst>
                  <a:ext uri="{FF2B5EF4-FFF2-40B4-BE49-F238E27FC236}">
                    <ns2:creationId id="{DB220AF9-13CC-4D23-9E1B-A75C16D66F6B}"/>
                  </a:ext>
                </a:extLst>
              </p:cNvPr>
              <p:cNvSpPr>
                <a:spLocks noGrp="1"/>
              </p:cNvSpPr>
              <p:nvPr/>
            </p:nvSpPr>
            <p:spPr>
              <a:xfrm>
                <a:off x="21240750" y="6019800"/>
                <a:ext cx="2838450" cy="1143000"/>
              </a:xfrm>
              <a:custGeom>
                <a:pathLst>
                  <a:path w="2838450" h="1143000">
                    <a:moveTo>
                      <a:pt x="0" y="256358"/>
                    </a:moveTo>
                    <a:cubicBezTo>
                      <a:pt x="118269" y="256358"/>
                      <a:pt x="236538" y="256358"/>
                      <a:pt x="354806" y="256358"/>
                    </a:cubicBezTo>
                    <a:cubicBezTo>
                      <a:pt x="591344" y="256358"/>
                      <a:pt x="827881" y="226557"/>
                      <a:pt x="1064419" y="226557"/>
                    </a:cubicBezTo>
                    <a:cubicBezTo>
                      <a:pt x="1300956" y="226557"/>
                      <a:pt x="1537494" y="535125"/>
                      <a:pt x="1774031" y="535125"/>
                    </a:cubicBezTo>
                    <a:cubicBezTo>
                      <a:pt x="2010569" y="535125"/>
                      <a:pt x="2247106" y="522813"/>
                      <a:pt x="2483644" y="522813"/>
                    </a:cubicBezTo>
                    <a:cubicBezTo>
                      <a:pt x="2601912" y="522813"/>
                      <a:pt x="2720181" y="522813"/>
                      <a:pt x="2838450" y="522813"/>
                    </a:cubicBezTo>
                    <a:lnTo>
                      <a:pt x="2838450" y="929132"/>
                    </a:lnTo>
                    <a:cubicBezTo>
                      <a:pt x="2720181" y="929132"/>
                      <a:pt x="2601912" y="929132"/>
                      <a:pt x="2483644" y="929132"/>
                    </a:cubicBezTo>
                    <a:cubicBezTo>
                      <a:pt x="2247106" y="929132"/>
                      <a:pt x="2010569" y="912553"/>
                      <a:pt x="1774031" y="888600"/>
                    </a:cubicBezTo>
                    <a:cubicBezTo>
                      <a:pt x="1537494" y="864647"/>
                      <a:pt x="1300956" y="572180"/>
                      <a:pt x="1064419" y="572180"/>
                    </a:cubicBezTo>
                    <a:cubicBezTo>
                      <a:pt x="827881" y="572180"/>
                      <a:pt x="591344" y="596040"/>
                      <a:pt x="354806" y="596040"/>
                    </a:cubicBezTo>
                    <a:cubicBezTo>
                      <a:pt x="236538" y="596040"/>
                      <a:pt x="118269" y="596040"/>
                      <a:pt x="0" y="596040"/>
                    </a:cubicBezTo>
                    <a:close/>
                  </a:path>
                </a:pathLst>
              </a:custGeom>
              <a:solidFill>
                <a:srgbClr val="009E73">
                  <a:alpha val="2222"/>
                </a:srgbClr>
              </a:solidFill>
              <a:ln w="0">
                <a:noFill/>
              </a:ln>
            </p:spPr>
          </p:sp>
          <p:sp>
            <p:nvSpPr>
              <p:cNvPr id="2773" name="smooth-map-feature-3-shade-5">
                <a:extLst>
                  <a:ext uri="{FF2B5EF4-FFF2-40B4-BE49-F238E27FC236}">
                    <ns2:creationId id="{1CC5AC49-34E5-4294-ACF1-66A9A29FD483}"/>
                  </a:ext>
                </a:extLst>
              </p:cNvPr>
              <p:cNvSpPr>
                <a:spLocks noGrp="1"/>
              </p:cNvSpPr>
              <p:nvPr/>
            </p:nvSpPr>
            <p:spPr>
              <a:xfrm>
                <a:off x="21240750" y="6019800"/>
                <a:ext cx="2838450" cy="1143000"/>
              </a:xfrm>
              <a:custGeom>
                <a:pathLst>
                  <a:path w="2838450" h="1143000">
                    <a:moveTo>
                      <a:pt x="0" y="263955"/>
                    </a:moveTo>
                    <a:cubicBezTo>
                      <a:pt x="118269" y="263955"/>
                      <a:pt x="236538" y="263955"/>
                      <a:pt x="354806" y="263955"/>
                    </a:cubicBezTo>
                    <a:cubicBezTo>
                      <a:pt x="591344" y="263955"/>
                      <a:pt x="827881" y="234287"/>
                      <a:pt x="1064419" y="234287"/>
                    </a:cubicBezTo>
                    <a:cubicBezTo>
                      <a:pt x="1300956" y="234287"/>
                      <a:pt x="1537494" y="543031"/>
                      <a:pt x="1774031" y="543031"/>
                    </a:cubicBezTo>
                    <a:cubicBezTo>
                      <a:pt x="2010569" y="543031"/>
                      <a:pt x="2247106" y="531901"/>
                      <a:pt x="2483644" y="531901"/>
                    </a:cubicBezTo>
                    <a:cubicBezTo>
                      <a:pt x="2601912" y="531901"/>
                      <a:pt x="2720181" y="531901"/>
                      <a:pt x="2838450" y="531901"/>
                    </a:cubicBezTo>
                    <a:lnTo>
                      <a:pt x="2838450" y="920044"/>
                    </a:lnTo>
                    <a:cubicBezTo>
                      <a:pt x="2720181" y="920044"/>
                      <a:pt x="2601912" y="920044"/>
                      <a:pt x="2483644" y="920044"/>
                    </a:cubicBezTo>
                    <a:cubicBezTo>
                      <a:pt x="2247106" y="920044"/>
                      <a:pt x="2010569" y="904024"/>
                      <a:pt x="1774031" y="880694"/>
                    </a:cubicBezTo>
                    <a:cubicBezTo>
                      <a:pt x="1537494" y="857364"/>
                      <a:pt x="1300956" y="564450"/>
                      <a:pt x="1064419" y="564450"/>
                    </a:cubicBezTo>
                    <a:cubicBezTo>
                      <a:pt x="827881" y="564450"/>
                      <a:pt x="591344" y="588443"/>
                      <a:pt x="354806" y="588443"/>
                    </a:cubicBezTo>
                    <a:cubicBezTo>
                      <a:pt x="236538" y="588443"/>
                      <a:pt x="118269" y="588443"/>
                      <a:pt x="0" y="588443"/>
                    </a:cubicBezTo>
                    <a:close/>
                  </a:path>
                </a:pathLst>
              </a:custGeom>
              <a:solidFill>
                <a:srgbClr val="009E73">
                  <a:alpha val="2273"/>
                </a:srgbClr>
              </a:solidFill>
              <a:ln w="0">
                <a:noFill/>
              </a:ln>
            </p:spPr>
          </p:sp>
          <p:sp>
            <p:nvSpPr>
              <p:cNvPr id="2774" name="smooth-map-feature-3-shade-6">
                <a:extLst>
                  <a:ext uri="{FF2B5EF4-FFF2-40B4-BE49-F238E27FC236}">
                    <ns2:creationId id="{2835A638-E715-492A-A378-B5BADF68F844}"/>
                  </a:ext>
                </a:extLst>
              </p:cNvPr>
              <p:cNvSpPr>
                <a:spLocks noGrp="1"/>
              </p:cNvSpPr>
              <p:nvPr/>
            </p:nvSpPr>
            <p:spPr>
              <a:xfrm>
                <a:off x="21240750" y="6019800"/>
                <a:ext cx="2838450" cy="1143000"/>
              </a:xfrm>
              <a:custGeom>
                <a:pathLst>
                  <a:path w="2838450" h="1143000">
                    <a:moveTo>
                      <a:pt x="0" y="270491"/>
                    </a:moveTo>
                    <a:cubicBezTo>
                      <a:pt x="118269" y="270491"/>
                      <a:pt x="236538" y="270491"/>
                      <a:pt x="354806" y="270491"/>
                    </a:cubicBezTo>
                    <a:cubicBezTo>
                      <a:pt x="591344" y="270491"/>
                      <a:pt x="827881" y="240938"/>
                      <a:pt x="1064419" y="240938"/>
                    </a:cubicBezTo>
                    <a:cubicBezTo>
                      <a:pt x="1300956" y="240938"/>
                      <a:pt x="1537494" y="549833"/>
                      <a:pt x="1774031" y="549833"/>
                    </a:cubicBezTo>
                    <a:cubicBezTo>
                      <a:pt x="2010569" y="549833"/>
                      <a:pt x="2247106" y="539719"/>
                      <a:pt x="2483644" y="539719"/>
                    </a:cubicBezTo>
                    <a:cubicBezTo>
                      <a:pt x="2601912" y="539719"/>
                      <a:pt x="2720181" y="539719"/>
                      <a:pt x="2838450" y="539719"/>
                    </a:cubicBezTo>
                    <a:lnTo>
                      <a:pt x="2838450" y="912225"/>
                    </a:lnTo>
                    <a:cubicBezTo>
                      <a:pt x="2720181" y="912225"/>
                      <a:pt x="2601912" y="912225"/>
                      <a:pt x="2483644" y="912225"/>
                    </a:cubicBezTo>
                    <a:cubicBezTo>
                      <a:pt x="2247106" y="912225"/>
                      <a:pt x="2010569" y="896684"/>
                      <a:pt x="1774031" y="873892"/>
                    </a:cubicBezTo>
                    <a:cubicBezTo>
                      <a:pt x="1537494" y="851101"/>
                      <a:pt x="1300956" y="557799"/>
                      <a:pt x="1064419" y="557799"/>
                    </a:cubicBezTo>
                    <a:cubicBezTo>
                      <a:pt x="827881" y="557799"/>
                      <a:pt x="591344" y="581906"/>
                      <a:pt x="354806" y="581906"/>
                    </a:cubicBezTo>
                    <a:cubicBezTo>
                      <a:pt x="236538" y="581906"/>
                      <a:pt x="118269" y="581906"/>
                      <a:pt x="0" y="581906"/>
                    </a:cubicBezTo>
                    <a:close/>
                  </a:path>
                </a:pathLst>
              </a:custGeom>
              <a:solidFill>
                <a:srgbClr val="009E73">
                  <a:alpha val="2326"/>
                </a:srgbClr>
              </a:solidFill>
              <a:ln w="0">
                <a:noFill/>
              </a:ln>
            </p:spPr>
          </p:sp>
          <p:sp>
            <p:nvSpPr>
              <p:cNvPr id="2775" name="smooth-map-feature-3-shade-7">
                <a:extLst>
                  <a:ext uri="{FF2B5EF4-FFF2-40B4-BE49-F238E27FC236}">
                    <ns2:creationId id="{3883780E-2923-4D51-AED4-C00100529D2E}"/>
                  </a:ext>
                </a:extLst>
              </p:cNvPr>
              <p:cNvSpPr>
                <a:spLocks noGrp="1"/>
              </p:cNvSpPr>
              <p:nvPr/>
            </p:nvSpPr>
            <p:spPr>
              <a:xfrm>
                <a:off x="21240750" y="6019800"/>
                <a:ext cx="2838450" cy="1143000"/>
              </a:xfrm>
              <a:custGeom>
                <a:pathLst>
                  <a:path w="2838450" h="1143000">
                    <a:moveTo>
                      <a:pt x="0" y="276273"/>
                    </a:moveTo>
                    <a:cubicBezTo>
                      <a:pt x="118269" y="276273"/>
                      <a:pt x="236538" y="276273"/>
                      <a:pt x="354806" y="276273"/>
                    </a:cubicBezTo>
                    <a:cubicBezTo>
                      <a:pt x="591344" y="276273"/>
                      <a:pt x="827881" y="246821"/>
                      <a:pt x="1064419" y="246821"/>
                    </a:cubicBezTo>
                    <a:cubicBezTo>
                      <a:pt x="1300956" y="246821"/>
                      <a:pt x="1537494" y="555849"/>
                      <a:pt x="1774031" y="555849"/>
                    </a:cubicBezTo>
                    <a:cubicBezTo>
                      <a:pt x="2010569" y="555849"/>
                      <a:pt x="2247106" y="546635"/>
                      <a:pt x="2483644" y="546635"/>
                    </a:cubicBezTo>
                    <a:cubicBezTo>
                      <a:pt x="2601912" y="546635"/>
                      <a:pt x="2720181" y="546635"/>
                      <a:pt x="2838450" y="546635"/>
                    </a:cubicBezTo>
                    <a:lnTo>
                      <a:pt x="2838450" y="905310"/>
                    </a:lnTo>
                    <a:cubicBezTo>
                      <a:pt x="2720181" y="905310"/>
                      <a:pt x="2601912" y="905310"/>
                      <a:pt x="2483644" y="905310"/>
                    </a:cubicBezTo>
                    <a:cubicBezTo>
                      <a:pt x="2247106" y="905310"/>
                      <a:pt x="2010569" y="890188"/>
                      <a:pt x="1774031" y="867876"/>
                    </a:cubicBezTo>
                    <a:cubicBezTo>
                      <a:pt x="1537494" y="845563"/>
                      <a:pt x="1300956" y="551917"/>
                      <a:pt x="1064419" y="551917"/>
                    </a:cubicBezTo>
                    <a:cubicBezTo>
                      <a:pt x="827881" y="551917"/>
                      <a:pt x="591344" y="576125"/>
                      <a:pt x="354806" y="576125"/>
                    </a:cubicBezTo>
                    <a:cubicBezTo>
                      <a:pt x="236538" y="576125"/>
                      <a:pt x="118269" y="576125"/>
                      <a:pt x="0" y="576125"/>
                    </a:cubicBezTo>
                    <a:close/>
                  </a:path>
                </a:pathLst>
              </a:custGeom>
              <a:solidFill>
                <a:srgbClr val="009E73">
                  <a:alpha val="2381"/>
                </a:srgbClr>
              </a:solidFill>
              <a:ln w="0">
                <a:noFill/>
              </a:ln>
            </p:spPr>
          </p:sp>
          <p:sp>
            <p:nvSpPr>
              <p:cNvPr id="2776" name="smooth-map-feature-3-shade-8">
                <a:extLst>
                  <a:ext uri="{FF2B5EF4-FFF2-40B4-BE49-F238E27FC236}">
                    <ns2:creationId id="{DD9B0F0B-F243-4D6E-973F-81F14DE719DD}"/>
                  </a:ext>
                </a:extLst>
              </p:cNvPr>
              <p:cNvSpPr>
                <a:spLocks noGrp="1"/>
              </p:cNvSpPr>
              <p:nvPr/>
            </p:nvSpPr>
            <p:spPr>
              <a:xfrm>
                <a:off x="21240750" y="6019800"/>
                <a:ext cx="2838450" cy="1143000"/>
              </a:xfrm>
              <a:custGeom>
                <a:pathLst>
                  <a:path w="2838450" h="1143000">
                    <a:moveTo>
                      <a:pt x="0" y="281490"/>
                    </a:moveTo>
                    <a:cubicBezTo>
                      <a:pt x="118269" y="281490"/>
                      <a:pt x="236538" y="281490"/>
                      <a:pt x="354806" y="281490"/>
                    </a:cubicBezTo>
                    <a:cubicBezTo>
                      <a:pt x="591344" y="281490"/>
                      <a:pt x="827881" y="252128"/>
                      <a:pt x="1064419" y="252128"/>
                    </a:cubicBezTo>
                    <a:cubicBezTo>
                      <a:pt x="1300956" y="252128"/>
                      <a:pt x="1537494" y="561277"/>
                      <a:pt x="1774031" y="561277"/>
                    </a:cubicBezTo>
                    <a:cubicBezTo>
                      <a:pt x="2010569" y="561277"/>
                      <a:pt x="2247106" y="552875"/>
                      <a:pt x="2483644" y="552875"/>
                    </a:cubicBezTo>
                    <a:cubicBezTo>
                      <a:pt x="2601912" y="552875"/>
                      <a:pt x="2720181" y="552875"/>
                      <a:pt x="2838450" y="552875"/>
                    </a:cubicBezTo>
                    <a:lnTo>
                      <a:pt x="2838450" y="899070"/>
                    </a:lnTo>
                    <a:cubicBezTo>
                      <a:pt x="2720181" y="899070"/>
                      <a:pt x="2601912" y="899070"/>
                      <a:pt x="2483644" y="899070"/>
                    </a:cubicBezTo>
                    <a:cubicBezTo>
                      <a:pt x="2247106" y="899070"/>
                      <a:pt x="2010569" y="884325"/>
                      <a:pt x="1774031" y="862447"/>
                    </a:cubicBezTo>
                    <a:cubicBezTo>
                      <a:pt x="1537494" y="840569"/>
                      <a:pt x="1300956" y="546609"/>
                      <a:pt x="1064419" y="546609"/>
                    </a:cubicBezTo>
                    <a:cubicBezTo>
                      <a:pt x="827881" y="546609"/>
                      <a:pt x="591344" y="570908"/>
                      <a:pt x="354806" y="570908"/>
                    </a:cubicBezTo>
                    <a:cubicBezTo>
                      <a:pt x="236538" y="570908"/>
                      <a:pt x="118269" y="570908"/>
                      <a:pt x="0" y="570908"/>
                    </a:cubicBezTo>
                    <a:close/>
                  </a:path>
                </a:pathLst>
              </a:custGeom>
              <a:solidFill>
                <a:srgbClr val="009E73">
                  <a:alpha val="2439"/>
                </a:srgbClr>
              </a:solidFill>
              <a:ln w="0">
                <a:noFill/>
              </a:ln>
            </p:spPr>
          </p:sp>
          <p:sp>
            <p:nvSpPr>
              <p:cNvPr id="2777" name="smooth-map-feature-3-shade-9">
                <a:extLst>
                  <a:ext uri="{FF2B5EF4-FFF2-40B4-BE49-F238E27FC236}">
                    <ns2:creationId id="{98D98744-E021-4045-BF39-5764BB149DCB}"/>
                  </a:ext>
                </a:extLst>
              </p:cNvPr>
              <p:cNvSpPr>
                <a:spLocks noGrp="1"/>
              </p:cNvSpPr>
              <p:nvPr/>
            </p:nvSpPr>
            <p:spPr>
              <a:xfrm>
                <a:off x="21240750" y="6019800"/>
                <a:ext cx="2838450" cy="1143000"/>
              </a:xfrm>
              <a:custGeom>
                <a:pathLst>
                  <a:path w="2838450" h="1143000">
                    <a:moveTo>
                      <a:pt x="0" y="286268"/>
                    </a:moveTo>
                    <a:cubicBezTo>
                      <a:pt x="118269" y="286268"/>
                      <a:pt x="236538" y="286268"/>
                      <a:pt x="354806" y="286268"/>
                    </a:cubicBezTo>
                    <a:cubicBezTo>
                      <a:pt x="591344" y="286268"/>
                      <a:pt x="827881" y="256990"/>
                      <a:pt x="1064419" y="256990"/>
                    </a:cubicBezTo>
                    <a:cubicBezTo>
                      <a:pt x="1300956" y="256990"/>
                      <a:pt x="1537494" y="566250"/>
                      <a:pt x="1774031" y="566250"/>
                    </a:cubicBezTo>
                    <a:cubicBezTo>
                      <a:pt x="2010569" y="566250"/>
                      <a:pt x="2247106" y="558590"/>
                      <a:pt x="2483644" y="558590"/>
                    </a:cubicBezTo>
                    <a:cubicBezTo>
                      <a:pt x="2601912" y="558590"/>
                      <a:pt x="2720181" y="558590"/>
                      <a:pt x="2838450" y="558590"/>
                    </a:cubicBezTo>
                    <a:lnTo>
                      <a:pt x="2838450" y="893354"/>
                    </a:lnTo>
                    <a:cubicBezTo>
                      <a:pt x="2720181" y="893354"/>
                      <a:pt x="2601912" y="893354"/>
                      <a:pt x="2483644" y="893354"/>
                    </a:cubicBezTo>
                    <a:cubicBezTo>
                      <a:pt x="2247106" y="893354"/>
                      <a:pt x="2010569" y="878954"/>
                      <a:pt x="1774031" y="857475"/>
                    </a:cubicBezTo>
                    <a:cubicBezTo>
                      <a:pt x="1537494" y="835997"/>
                      <a:pt x="1300956" y="541747"/>
                      <a:pt x="1064419" y="541747"/>
                    </a:cubicBezTo>
                    <a:cubicBezTo>
                      <a:pt x="827881" y="541747"/>
                      <a:pt x="591344" y="566130"/>
                      <a:pt x="354806" y="566130"/>
                    </a:cubicBezTo>
                    <a:cubicBezTo>
                      <a:pt x="236538" y="566130"/>
                      <a:pt x="118269" y="566130"/>
                      <a:pt x="0" y="566130"/>
                    </a:cubicBezTo>
                    <a:close/>
                  </a:path>
                </a:pathLst>
              </a:custGeom>
              <a:solidFill>
                <a:srgbClr val="009E73">
                  <a:alpha val="2500"/>
                </a:srgbClr>
              </a:solidFill>
              <a:ln w="0">
                <a:noFill/>
              </a:ln>
            </p:spPr>
          </p:sp>
          <p:sp>
            <p:nvSpPr>
              <p:cNvPr id="2778" name="smooth-map-feature-3-shade-10">
                <a:extLst>
                  <a:ext uri="{FF2B5EF4-FFF2-40B4-BE49-F238E27FC236}">
                    <ns2:creationId id="{0CEDC4C0-6C89-44F3-AC2C-23501117B8C4}"/>
                  </a:ext>
                </a:extLst>
              </p:cNvPr>
              <p:cNvSpPr>
                <a:spLocks noGrp="1"/>
              </p:cNvSpPr>
              <p:nvPr/>
            </p:nvSpPr>
            <p:spPr>
              <a:xfrm>
                <a:off x="21240750" y="6019800"/>
                <a:ext cx="2838450" cy="1143000"/>
              </a:xfrm>
              <a:custGeom>
                <a:pathLst>
                  <a:path w="2838450" h="1143000">
                    <a:moveTo>
                      <a:pt x="0" y="290696"/>
                    </a:moveTo>
                    <a:cubicBezTo>
                      <a:pt x="118269" y="290696"/>
                      <a:pt x="236538" y="290696"/>
                      <a:pt x="354806" y="290696"/>
                    </a:cubicBezTo>
                    <a:cubicBezTo>
                      <a:pt x="591344" y="290696"/>
                      <a:pt x="827881" y="261496"/>
                      <a:pt x="1064419" y="261496"/>
                    </a:cubicBezTo>
                    <a:cubicBezTo>
                      <a:pt x="1300956" y="261496"/>
                      <a:pt x="1537494" y="570857"/>
                      <a:pt x="1774031" y="570857"/>
                    </a:cubicBezTo>
                    <a:cubicBezTo>
                      <a:pt x="2010569" y="570857"/>
                      <a:pt x="2247106" y="563887"/>
                      <a:pt x="2483644" y="563887"/>
                    </a:cubicBezTo>
                    <a:cubicBezTo>
                      <a:pt x="2601912" y="563887"/>
                      <a:pt x="2720181" y="563887"/>
                      <a:pt x="2838450" y="563887"/>
                    </a:cubicBezTo>
                    <a:lnTo>
                      <a:pt x="2838450" y="888058"/>
                    </a:lnTo>
                    <a:cubicBezTo>
                      <a:pt x="2720181" y="888058"/>
                      <a:pt x="2601912" y="888058"/>
                      <a:pt x="2483644" y="888058"/>
                    </a:cubicBezTo>
                    <a:cubicBezTo>
                      <a:pt x="2247106" y="888058"/>
                      <a:pt x="2010569" y="873974"/>
                      <a:pt x="1774031" y="852867"/>
                    </a:cubicBezTo>
                    <a:cubicBezTo>
                      <a:pt x="1537494" y="831761"/>
                      <a:pt x="1300956" y="537242"/>
                      <a:pt x="1064419" y="537242"/>
                    </a:cubicBezTo>
                    <a:cubicBezTo>
                      <a:pt x="827881" y="537242"/>
                      <a:pt x="591344" y="561702"/>
                      <a:pt x="354806" y="561702"/>
                    </a:cubicBezTo>
                    <a:cubicBezTo>
                      <a:pt x="236538" y="561702"/>
                      <a:pt x="118269" y="561702"/>
                      <a:pt x="0" y="561702"/>
                    </a:cubicBezTo>
                    <a:close/>
                  </a:path>
                </a:pathLst>
              </a:custGeom>
              <a:solidFill>
                <a:srgbClr val="009E73">
                  <a:alpha val="2564"/>
                </a:srgbClr>
              </a:solidFill>
              <a:ln w="0">
                <a:noFill/>
              </a:ln>
            </p:spPr>
          </p:sp>
          <p:sp>
            <p:nvSpPr>
              <p:cNvPr id="2779" name="smooth-map-feature-3-shade-11">
                <a:extLst>
                  <a:ext uri="{FF2B5EF4-FFF2-40B4-BE49-F238E27FC236}">
                    <ns2:creationId id="{BAB64230-1217-4CFD-B6F9-CF14A187A12B}"/>
                  </a:ext>
                </a:extLst>
              </p:cNvPr>
              <p:cNvSpPr>
                <a:spLocks noGrp="1"/>
              </p:cNvSpPr>
              <p:nvPr/>
            </p:nvSpPr>
            <p:spPr>
              <a:xfrm>
                <a:off x="21240750" y="6019800"/>
                <a:ext cx="2838450" cy="1143000"/>
              </a:xfrm>
              <a:custGeom>
                <a:pathLst>
                  <a:path w="2838450" h="1143000">
                    <a:moveTo>
                      <a:pt x="0" y="294838"/>
                    </a:moveTo>
                    <a:cubicBezTo>
                      <a:pt x="118269" y="294838"/>
                      <a:pt x="236538" y="294838"/>
                      <a:pt x="354806" y="294838"/>
                    </a:cubicBezTo>
                    <a:cubicBezTo>
                      <a:pt x="591344" y="294838"/>
                      <a:pt x="827881" y="265711"/>
                      <a:pt x="1064419" y="265711"/>
                    </a:cubicBezTo>
                    <a:cubicBezTo>
                      <a:pt x="1300956" y="265711"/>
                      <a:pt x="1537494" y="575168"/>
                      <a:pt x="1774031" y="575168"/>
                    </a:cubicBezTo>
                    <a:cubicBezTo>
                      <a:pt x="2010569" y="575168"/>
                      <a:pt x="2247106" y="568842"/>
                      <a:pt x="2483644" y="568842"/>
                    </a:cubicBezTo>
                    <a:cubicBezTo>
                      <a:pt x="2601912" y="568842"/>
                      <a:pt x="2720181" y="568842"/>
                      <a:pt x="2838450" y="568842"/>
                    </a:cubicBezTo>
                    <a:lnTo>
                      <a:pt x="2838450" y="883102"/>
                    </a:lnTo>
                    <a:cubicBezTo>
                      <a:pt x="2720181" y="883102"/>
                      <a:pt x="2601912" y="883102"/>
                      <a:pt x="2483644" y="883102"/>
                    </a:cubicBezTo>
                    <a:cubicBezTo>
                      <a:pt x="2247106" y="883102"/>
                      <a:pt x="2010569" y="869314"/>
                      <a:pt x="1774031" y="848557"/>
                    </a:cubicBezTo>
                    <a:cubicBezTo>
                      <a:pt x="1537494" y="827799"/>
                      <a:pt x="1300956" y="533027"/>
                      <a:pt x="1064419" y="533027"/>
                    </a:cubicBezTo>
                    <a:cubicBezTo>
                      <a:pt x="827881" y="533027"/>
                      <a:pt x="591344" y="557559"/>
                      <a:pt x="354806" y="557559"/>
                    </a:cubicBezTo>
                    <a:cubicBezTo>
                      <a:pt x="236538" y="557559"/>
                      <a:pt x="118269" y="557559"/>
                      <a:pt x="0" y="557559"/>
                    </a:cubicBezTo>
                    <a:close/>
                  </a:path>
                </a:pathLst>
              </a:custGeom>
              <a:solidFill>
                <a:srgbClr val="009E73">
                  <a:alpha val="2632"/>
                </a:srgbClr>
              </a:solidFill>
              <a:ln w="0">
                <a:noFill/>
              </a:ln>
            </p:spPr>
          </p:sp>
          <p:sp>
            <p:nvSpPr>
              <p:cNvPr id="2780" name="smooth-map-feature-3-shade-12">
                <a:extLst>
                  <a:ext uri="{FF2B5EF4-FFF2-40B4-BE49-F238E27FC236}">
                    <ns2:creationId id="{34FEF4B5-C494-4625-9217-B240D71DA1A3}"/>
                  </a:ext>
                </a:extLst>
              </p:cNvPr>
              <p:cNvSpPr>
                <a:spLocks noGrp="1"/>
              </p:cNvSpPr>
              <p:nvPr/>
            </p:nvSpPr>
            <p:spPr>
              <a:xfrm>
                <a:off x="21240750" y="6019800"/>
                <a:ext cx="2838450" cy="1143000"/>
              </a:xfrm>
              <a:custGeom>
                <a:pathLst>
                  <a:path w="2838450" h="1143000">
                    <a:moveTo>
                      <a:pt x="0" y="298744"/>
                    </a:moveTo>
                    <a:cubicBezTo>
                      <a:pt x="118269" y="298744"/>
                      <a:pt x="236538" y="298744"/>
                      <a:pt x="354806" y="298744"/>
                    </a:cubicBezTo>
                    <a:cubicBezTo>
                      <a:pt x="591344" y="298744"/>
                      <a:pt x="827881" y="269685"/>
                      <a:pt x="1064419" y="269685"/>
                    </a:cubicBezTo>
                    <a:cubicBezTo>
                      <a:pt x="1300956" y="269685"/>
                      <a:pt x="1537494" y="579233"/>
                      <a:pt x="1774031" y="579233"/>
                    </a:cubicBezTo>
                    <a:cubicBezTo>
                      <a:pt x="2010569" y="579233"/>
                      <a:pt x="2247106" y="573515"/>
                      <a:pt x="2483644" y="573515"/>
                    </a:cubicBezTo>
                    <a:cubicBezTo>
                      <a:pt x="2601912" y="573515"/>
                      <a:pt x="2720181" y="573515"/>
                      <a:pt x="2838450" y="573515"/>
                    </a:cubicBezTo>
                    <a:lnTo>
                      <a:pt x="2838450" y="878430"/>
                    </a:lnTo>
                    <a:cubicBezTo>
                      <a:pt x="2720181" y="878430"/>
                      <a:pt x="2601912" y="878430"/>
                      <a:pt x="2483644" y="878430"/>
                    </a:cubicBezTo>
                    <a:cubicBezTo>
                      <a:pt x="2247106" y="878430"/>
                      <a:pt x="2010569" y="864919"/>
                      <a:pt x="1774031" y="844492"/>
                    </a:cubicBezTo>
                    <a:cubicBezTo>
                      <a:pt x="1537494" y="824064"/>
                      <a:pt x="1300956" y="529052"/>
                      <a:pt x="1064419" y="529052"/>
                    </a:cubicBezTo>
                    <a:cubicBezTo>
                      <a:pt x="827881" y="529052"/>
                      <a:pt x="591344" y="553653"/>
                      <a:pt x="354806" y="553653"/>
                    </a:cubicBezTo>
                    <a:cubicBezTo>
                      <a:pt x="236538" y="553653"/>
                      <a:pt x="118269" y="553653"/>
                      <a:pt x="0" y="553653"/>
                    </a:cubicBezTo>
                    <a:close/>
                  </a:path>
                </a:pathLst>
              </a:custGeom>
              <a:solidFill>
                <a:srgbClr val="009E73">
                  <a:alpha val="2703"/>
                </a:srgbClr>
              </a:solidFill>
              <a:ln w="0">
                <a:noFill/>
              </a:ln>
            </p:spPr>
          </p:sp>
          <p:sp>
            <p:nvSpPr>
              <p:cNvPr id="2781" name="smooth-map-feature-3-shade-13">
                <a:extLst>
                  <a:ext uri="{FF2B5EF4-FFF2-40B4-BE49-F238E27FC236}">
                    <ns2:creationId id="{9C59CE99-1493-4229-984F-85A69F99C42A}"/>
                  </a:ext>
                </a:extLst>
              </p:cNvPr>
              <p:cNvSpPr>
                <a:spLocks noGrp="1"/>
              </p:cNvSpPr>
              <p:nvPr/>
            </p:nvSpPr>
            <p:spPr>
              <a:xfrm>
                <a:off x="21240750" y="6019800"/>
                <a:ext cx="2838450" cy="1143000"/>
              </a:xfrm>
              <a:custGeom>
                <a:pathLst>
                  <a:path w="2838450" h="1143000">
                    <a:moveTo>
                      <a:pt x="0" y="302452"/>
                    </a:moveTo>
                    <a:cubicBezTo>
                      <a:pt x="118269" y="302452"/>
                      <a:pt x="236538" y="302452"/>
                      <a:pt x="354806" y="302452"/>
                    </a:cubicBezTo>
                    <a:cubicBezTo>
                      <a:pt x="591344" y="302452"/>
                      <a:pt x="827881" y="273457"/>
                      <a:pt x="1064419" y="273457"/>
                    </a:cubicBezTo>
                    <a:cubicBezTo>
                      <a:pt x="1300956" y="273457"/>
                      <a:pt x="1537494" y="583091"/>
                      <a:pt x="1774031" y="583091"/>
                    </a:cubicBezTo>
                    <a:cubicBezTo>
                      <a:pt x="2010569" y="583091"/>
                      <a:pt x="2247106" y="577950"/>
                      <a:pt x="2483644" y="577950"/>
                    </a:cubicBezTo>
                    <a:cubicBezTo>
                      <a:pt x="2601912" y="577950"/>
                      <a:pt x="2720181" y="577950"/>
                      <a:pt x="2838450" y="577950"/>
                    </a:cubicBezTo>
                    <a:lnTo>
                      <a:pt x="2838450" y="873995"/>
                    </a:lnTo>
                    <a:cubicBezTo>
                      <a:pt x="2720181" y="873995"/>
                      <a:pt x="2601912" y="873995"/>
                      <a:pt x="2483644" y="873995"/>
                    </a:cubicBezTo>
                    <a:cubicBezTo>
                      <a:pt x="2247106" y="873995"/>
                      <a:pt x="2010569" y="860747"/>
                      <a:pt x="1774031" y="840634"/>
                    </a:cubicBezTo>
                    <a:cubicBezTo>
                      <a:pt x="1537494" y="820521"/>
                      <a:pt x="1300956" y="525280"/>
                      <a:pt x="1064419" y="525280"/>
                    </a:cubicBezTo>
                    <a:cubicBezTo>
                      <a:pt x="827881" y="525280"/>
                      <a:pt x="591344" y="549946"/>
                      <a:pt x="354806" y="549946"/>
                    </a:cubicBezTo>
                    <a:cubicBezTo>
                      <a:pt x="236538" y="549946"/>
                      <a:pt x="118269" y="549946"/>
                      <a:pt x="0" y="549946"/>
                    </a:cubicBezTo>
                    <a:close/>
                  </a:path>
                </a:pathLst>
              </a:custGeom>
              <a:solidFill>
                <a:srgbClr val="009E73">
                  <a:alpha val="2778"/>
                </a:srgbClr>
              </a:solidFill>
              <a:ln w="0">
                <a:noFill/>
              </a:ln>
            </p:spPr>
          </p:sp>
          <p:sp>
            <p:nvSpPr>
              <p:cNvPr id="2782" name="smooth-map-feature-3-shade-14">
                <a:extLst>
                  <a:ext uri="{FF2B5EF4-FFF2-40B4-BE49-F238E27FC236}">
                    <ns2:creationId id="{3C43660C-EA75-4394-B961-148435D05FB9}"/>
                  </a:ext>
                </a:extLst>
              </p:cNvPr>
              <p:cNvSpPr>
                <a:spLocks noGrp="1"/>
              </p:cNvSpPr>
              <p:nvPr/>
            </p:nvSpPr>
            <p:spPr>
              <a:xfrm>
                <a:off x="21240750" y="6019800"/>
                <a:ext cx="2838450" cy="1143000"/>
              </a:xfrm>
              <a:custGeom>
                <a:pathLst>
                  <a:path w="2838450" h="1143000">
                    <a:moveTo>
                      <a:pt x="0" y="305991"/>
                    </a:moveTo>
                    <a:cubicBezTo>
                      <a:pt x="118269" y="305991"/>
                      <a:pt x="236538" y="305991"/>
                      <a:pt x="354806" y="305991"/>
                    </a:cubicBezTo>
                    <a:cubicBezTo>
                      <a:pt x="591344" y="305991"/>
                      <a:pt x="827881" y="277058"/>
                      <a:pt x="1064419" y="277058"/>
                    </a:cubicBezTo>
                    <a:cubicBezTo>
                      <a:pt x="1300956" y="277058"/>
                      <a:pt x="1537494" y="586773"/>
                      <a:pt x="1774031" y="586773"/>
                    </a:cubicBezTo>
                    <a:cubicBezTo>
                      <a:pt x="2010569" y="586773"/>
                      <a:pt x="2247106" y="582182"/>
                      <a:pt x="2483644" y="582182"/>
                    </a:cubicBezTo>
                    <a:cubicBezTo>
                      <a:pt x="2601912" y="582182"/>
                      <a:pt x="2720181" y="582182"/>
                      <a:pt x="2838450" y="582182"/>
                    </a:cubicBezTo>
                    <a:lnTo>
                      <a:pt x="2838450" y="869762"/>
                    </a:lnTo>
                    <a:cubicBezTo>
                      <a:pt x="2720181" y="869762"/>
                      <a:pt x="2601912" y="869762"/>
                      <a:pt x="2483644" y="869762"/>
                    </a:cubicBezTo>
                    <a:cubicBezTo>
                      <a:pt x="2247106" y="869762"/>
                      <a:pt x="2010569" y="856763"/>
                      <a:pt x="1774031" y="836952"/>
                    </a:cubicBezTo>
                    <a:cubicBezTo>
                      <a:pt x="1537494" y="817140"/>
                      <a:pt x="1300956" y="521679"/>
                      <a:pt x="1064419" y="521679"/>
                    </a:cubicBezTo>
                    <a:cubicBezTo>
                      <a:pt x="827881" y="521679"/>
                      <a:pt x="591344" y="546407"/>
                      <a:pt x="354806" y="546407"/>
                    </a:cubicBezTo>
                    <a:cubicBezTo>
                      <a:pt x="236538" y="546407"/>
                      <a:pt x="118269" y="546407"/>
                      <a:pt x="0" y="546407"/>
                    </a:cubicBezTo>
                    <a:close/>
                  </a:path>
                </a:pathLst>
              </a:custGeom>
              <a:solidFill>
                <a:srgbClr val="009E73">
                  <a:alpha val="2857"/>
                </a:srgbClr>
              </a:solidFill>
              <a:ln w="0">
                <a:noFill/>
              </a:ln>
            </p:spPr>
          </p:sp>
          <p:sp>
            <p:nvSpPr>
              <p:cNvPr id="2783" name="smooth-map-feature-3-shade-15">
                <a:extLst>
                  <a:ext uri="{FF2B5EF4-FFF2-40B4-BE49-F238E27FC236}">
                    <ns2:creationId id="{4221CEDB-3919-4451-8446-F3BB5A5E7EBF}"/>
                  </a:ext>
                </a:extLst>
              </p:cNvPr>
              <p:cNvSpPr>
                <a:spLocks noGrp="1"/>
              </p:cNvSpPr>
              <p:nvPr/>
            </p:nvSpPr>
            <p:spPr>
              <a:xfrm>
                <a:off x="21240750" y="6019800"/>
                <a:ext cx="2838450" cy="1143000"/>
              </a:xfrm>
              <a:custGeom>
                <a:pathLst>
                  <a:path w="2838450" h="1143000">
                    <a:moveTo>
                      <a:pt x="0" y="309385"/>
                    </a:moveTo>
                    <a:cubicBezTo>
                      <a:pt x="118269" y="309385"/>
                      <a:pt x="236538" y="309385"/>
                      <a:pt x="354806" y="309385"/>
                    </a:cubicBezTo>
                    <a:cubicBezTo>
                      <a:pt x="591344" y="309385"/>
                      <a:pt x="827881" y="280512"/>
                      <a:pt x="1064419" y="280512"/>
                    </a:cubicBezTo>
                    <a:cubicBezTo>
                      <a:pt x="1300956" y="280512"/>
                      <a:pt x="1537494" y="590305"/>
                      <a:pt x="1774031" y="590305"/>
                    </a:cubicBezTo>
                    <a:cubicBezTo>
                      <a:pt x="2010569" y="590305"/>
                      <a:pt x="2247106" y="586243"/>
                      <a:pt x="2483644" y="586243"/>
                    </a:cubicBezTo>
                    <a:cubicBezTo>
                      <a:pt x="2601912" y="586243"/>
                      <a:pt x="2720181" y="586243"/>
                      <a:pt x="2838450" y="586243"/>
                    </a:cubicBezTo>
                    <a:lnTo>
                      <a:pt x="2838450" y="865702"/>
                    </a:lnTo>
                    <a:cubicBezTo>
                      <a:pt x="2720181" y="865702"/>
                      <a:pt x="2601912" y="865702"/>
                      <a:pt x="2483644" y="865702"/>
                    </a:cubicBezTo>
                    <a:cubicBezTo>
                      <a:pt x="2247106" y="865702"/>
                      <a:pt x="2010569" y="852942"/>
                      <a:pt x="1774031" y="833419"/>
                    </a:cubicBezTo>
                    <a:cubicBezTo>
                      <a:pt x="1537494" y="813897"/>
                      <a:pt x="1300956" y="518226"/>
                      <a:pt x="1064419" y="518226"/>
                    </a:cubicBezTo>
                    <a:cubicBezTo>
                      <a:pt x="827881" y="518226"/>
                      <a:pt x="591344" y="543013"/>
                      <a:pt x="354806" y="543013"/>
                    </a:cubicBezTo>
                    <a:cubicBezTo>
                      <a:pt x="236538" y="543013"/>
                      <a:pt x="118269" y="543013"/>
                      <a:pt x="0" y="543013"/>
                    </a:cubicBezTo>
                    <a:close/>
                  </a:path>
                </a:pathLst>
              </a:custGeom>
              <a:solidFill>
                <a:srgbClr val="009E73">
                  <a:alpha val="2941"/>
                </a:srgbClr>
              </a:solidFill>
              <a:ln w="0">
                <a:noFill/>
              </a:ln>
            </p:spPr>
          </p:sp>
          <p:sp>
            <p:nvSpPr>
              <p:cNvPr id="2784" name="smooth-map-feature-3-shade-16">
                <a:extLst>
                  <a:ext uri="{FF2B5EF4-FFF2-40B4-BE49-F238E27FC236}">
                    <ns2:creationId id="{D083D7FD-4156-43FD-BDBD-DA93F1FB2374}"/>
                  </a:ext>
                </a:extLst>
              </p:cNvPr>
              <p:cNvSpPr>
                <a:spLocks noGrp="1"/>
              </p:cNvSpPr>
              <p:nvPr/>
            </p:nvSpPr>
            <p:spPr>
              <a:xfrm>
                <a:off x="21240750" y="6019800"/>
                <a:ext cx="2838450" cy="1143000"/>
              </a:xfrm>
              <a:custGeom>
                <a:pathLst>
                  <a:path w="2838450" h="1143000">
                    <a:moveTo>
                      <a:pt x="0" y="312655"/>
                    </a:moveTo>
                    <a:cubicBezTo>
                      <a:pt x="118269" y="312655"/>
                      <a:pt x="236538" y="312655"/>
                      <a:pt x="354806" y="312655"/>
                    </a:cubicBezTo>
                    <a:cubicBezTo>
                      <a:pt x="591344" y="312655"/>
                      <a:pt x="827881" y="283839"/>
                      <a:pt x="1064419" y="283839"/>
                    </a:cubicBezTo>
                    <a:cubicBezTo>
                      <a:pt x="1300956" y="283839"/>
                      <a:pt x="1537494" y="593708"/>
                      <a:pt x="1774031" y="593708"/>
                    </a:cubicBezTo>
                    <a:cubicBezTo>
                      <a:pt x="2010569" y="593708"/>
                      <a:pt x="2247106" y="590154"/>
                      <a:pt x="2483644" y="590154"/>
                    </a:cubicBezTo>
                    <a:cubicBezTo>
                      <a:pt x="2601912" y="590154"/>
                      <a:pt x="2720181" y="590154"/>
                      <a:pt x="2838450" y="590154"/>
                    </a:cubicBezTo>
                    <a:lnTo>
                      <a:pt x="2838450" y="861791"/>
                    </a:lnTo>
                    <a:cubicBezTo>
                      <a:pt x="2720181" y="861791"/>
                      <a:pt x="2601912" y="861791"/>
                      <a:pt x="2483644" y="861791"/>
                    </a:cubicBezTo>
                    <a:cubicBezTo>
                      <a:pt x="2247106" y="861791"/>
                      <a:pt x="2010569" y="849259"/>
                      <a:pt x="1774031" y="830017"/>
                    </a:cubicBezTo>
                    <a:cubicBezTo>
                      <a:pt x="1537494" y="810774"/>
                      <a:pt x="1300956" y="514898"/>
                      <a:pt x="1064419" y="514898"/>
                    </a:cubicBezTo>
                    <a:cubicBezTo>
                      <a:pt x="827881" y="514898"/>
                      <a:pt x="591344" y="539743"/>
                      <a:pt x="354806" y="539743"/>
                    </a:cubicBezTo>
                    <a:cubicBezTo>
                      <a:pt x="236538" y="539743"/>
                      <a:pt x="118269" y="539743"/>
                      <a:pt x="0" y="539743"/>
                    </a:cubicBezTo>
                    <a:close/>
                  </a:path>
                </a:pathLst>
              </a:custGeom>
              <a:solidFill>
                <a:srgbClr val="009E73">
                  <a:alpha val="3030"/>
                </a:srgbClr>
              </a:solidFill>
              <a:ln w="0">
                <a:noFill/>
              </a:ln>
            </p:spPr>
          </p:sp>
          <p:sp>
            <p:nvSpPr>
              <p:cNvPr id="2785" name="smooth-map-feature-3-shade-17">
                <a:extLst>
                  <a:ext uri="{FF2B5EF4-FFF2-40B4-BE49-F238E27FC236}">
                    <ns2:creationId id="{0DB3A7DD-E59E-4A1E-847E-36135B679859}"/>
                  </a:ext>
                </a:extLst>
              </p:cNvPr>
              <p:cNvSpPr>
                <a:spLocks noGrp="1"/>
              </p:cNvSpPr>
              <p:nvPr/>
            </p:nvSpPr>
            <p:spPr>
              <a:xfrm>
                <a:off x="21240750" y="6019800"/>
                <a:ext cx="2838450" cy="1143000"/>
              </a:xfrm>
              <a:custGeom>
                <a:pathLst>
                  <a:path w="2838450" h="1143000">
                    <a:moveTo>
                      <a:pt x="0" y="315817"/>
                    </a:moveTo>
                    <a:cubicBezTo>
                      <a:pt x="118269" y="315817"/>
                      <a:pt x="236538" y="315817"/>
                      <a:pt x="354806" y="315817"/>
                    </a:cubicBezTo>
                    <a:cubicBezTo>
                      <a:pt x="591344" y="315817"/>
                      <a:pt x="827881" y="287057"/>
                      <a:pt x="1064419" y="287057"/>
                    </a:cubicBezTo>
                    <a:cubicBezTo>
                      <a:pt x="1300956" y="287057"/>
                      <a:pt x="1537494" y="596999"/>
                      <a:pt x="1774031" y="596999"/>
                    </a:cubicBezTo>
                    <a:cubicBezTo>
                      <a:pt x="2010569" y="596999"/>
                      <a:pt x="2247106" y="593937"/>
                      <a:pt x="2483644" y="593937"/>
                    </a:cubicBezTo>
                    <a:cubicBezTo>
                      <a:pt x="2601912" y="593937"/>
                      <a:pt x="2720181" y="593937"/>
                      <a:pt x="2838450" y="593937"/>
                    </a:cubicBezTo>
                    <a:lnTo>
                      <a:pt x="2838450" y="858008"/>
                    </a:lnTo>
                    <a:cubicBezTo>
                      <a:pt x="2720181" y="858008"/>
                      <a:pt x="2601912" y="858008"/>
                      <a:pt x="2483644" y="858008"/>
                    </a:cubicBezTo>
                    <a:cubicBezTo>
                      <a:pt x="2247106" y="858008"/>
                      <a:pt x="2010569" y="845697"/>
                      <a:pt x="1774031" y="826726"/>
                    </a:cubicBezTo>
                    <a:cubicBezTo>
                      <a:pt x="1537494" y="807755"/>
                      <a:pt x="1300956" y="511681"/>
                      <a:pt x="1064419" y="511681"/>
                    </a:cubicBezTo>
                    <a:cubicBezTo>
                      <a:pt x="827881" y="511681"/>
                      <a:pt x="591344" y="536580"/>
                      <a:pt x="354806" y="536580"/>
                    </a:cubicBezTo>
                    <a:cubicBezTo>
                      <a:pt x="236538" y="536580"/>
                      <a:pt x="118269" y="536580"/>
                      <a:pt x="0" y="536580"/>
                    </a:cubicBezTo>
                    <a:close/>
                  </a:path>
                </a:pathLst>
              </a:custGeom>
              <a:solidFill>
                <a:srgbClr val="009E73">
                  <a:alpha val="3125"/>
                </a:srgbClr>
              </a:solidFill>
              <a:ln w="0">
                <a:noFill/>
              </a:ln>
            </p:spPr>
          </p:sp>
          <p:sp>
            <p:nvSpPr>
              <p:cNvPr id="2786" name="smooth-map-feature-3-shade-18">
                <a:extLst>
                  <a:ext uri="{FF2B5EF4-FFF2-40B4-BE49-F238E27FC236}">
                    <ns2:creationId id="{2BF0A828-2315-404E-81E7-6A2DBBA2AC00}"/>
                  </a:ext>
                </a:extLst>
              </p:cNvPr>
              <p:cNvSpPr>
                <a:spLocks noGrp="1"/>
              </p:cNvSpPr>
              <p:nvPr/>
            </p:nvSpPr>
            <p:spPr>
              <a:xfrm>
                <a:off x="21240750" y="6019800"/>
                <a:ext cx="2838450" cy="1143000"/>
              </a:xfrm>
              <a:custGeom>
                <a:pathLst>
                  <a:path w="2838450" h="1143000">
                    <a:moveTo>
                      <a:pt x="0" y="318887"/>
                    </a:moveTo>
                    <a:cubicBezTo>
                      <a:pt x="118269" y="318887"/>
                      <a:pt x="236538" y="318887"/>
                      <a:pt x="354806" y="318887"/>
                    </a:cubicBezTo>
                    <a:cubicBezTo>
                      <a:pt x="591344" y="318887"/>
                      <a:pt x="827881" y="290180"/>
                      <a:pt x="1064419" y="290180"/>
                    </a:cubicBezTo>
                    <a:cubicBezTo>
                      <a:pt x="1300956" y="290180"/>
                      <a:pt x="1537494" y="600193"/>
                      <a:pt x="1774031" y="600193"/>
                    </a:cubicBezTo>
                    <a:cubicBezTo>
                      <a:pt x="2010569" y="600193"/>
                      <a:pt x="2247106" y="597608"/>
                      <a:pt x="2483644" y="597608"/>
                    </a:cubicBezTo>
                    <a:cubicBezTo>
                      <a:pt x="2601912" y="597608"/>
                      <a:pt x="2720181" y="597608"/>
                      <a:pt x="2838450" y="597608"/>
                    </a:cubicBezTo>
                    <a:lnTo>
                      <a:pt x="2838450" y="854336"/>
                    </a:lnTo>
                    <a:cubicBezTo>
                      <a:pt x="2720181" y="854336"/>
                      <a:pt x="2601912" y="854336"/>
                      <a:pt x="2483644" y="854336"/>
                    </a:cubicBezTo>
                    <a:cubicBezTo>
                      <a:pt x="2247106" y="854336"/>
                      <a:pt x="2010569" y="842239"/>
                      <a:pt x="1774031" y="823532"/>
                    </a:cubicBezTo>
                    <a:cubicBezTo>
                      <a:pt x="1537494" y="804825"/>
                      <a:pt x="1300956" y="508558"/>
                      <a:pt x="1064419" y="508558"/>
                    </a:cubicBezTo>
                    <a:cubicBezTo>
                      <a:pt x="827881" y="508558"/>
                      <a:pt x="591344" y="533511"/>
                      <a:pt x="354806" y="533511"/>
                    </a:cubicBezTo>
                    <a:cubicBezTo>
                      <a:pt x="236538" y="533511"/>
                      <a:pt x="118269" y="533511"/>
                      <a:pt x="0" y="533511"/>
                    </a:cubicBezTo>
                    <a:close/>
                  </a:path>
                </a:pathLst>
              </a:custGeom>
              <a:solidFill>
                <a:srgbClr val="009E73">
                  <a:alpha val="3226"/>
                </a:srgbClr>
              </a:solidFill>
              <a:ln w="0">
                <a:noFill/>
              </a:ln>
            </p:spPr>
          </p:sp>
          <p:sp>
            <p:nvSpPr>
              <p:cNvPr id="2787" name="smooth-map-feature-3-shade-19">
                <a:extLst>
                  <a:ext uri="{FF2B5EF4-FFF2-40B4-BE49-F238E27FC236}">
                    <ns2:creationId id="{8C5C566B-1B6F-4366-ADD8-FF10B574B0DF}"/>
                  </a:ext>
                </a:extLst>
              </p:cNvPr>
              <p:cNvSpPr>
                <a:spLocks noGrp="1"/>
              </p:cNvSpPr>
              <p:nvPr/>
            </p:nvSpPr>
            <p:spPr>
              <a:xfrm>
                <a:off x="21240750" y="6019800"/>
                <a:ext cx="2838450" cy="1143000"/>
              </a:xfrm>
              <a:custGeom>
                <a:pathLst>
                  <a:path w="2838450" h="1143000">
                    <a:moveTo>
                      <a:pt x="0" y="321875"/>
                    </a:moveTo>
                    <a:cubicBezTo>
                      <a:pt x="118269" y="321875"/>
                      <a:pt x="236538" y="321875"/>
                      <a:pt x="354806" y="321875"/>
                    </a:cubicBezTo>
                    <a:cubicBezTo>
                      <a:pt x="591344" y="321875"/>
                      <a:pt x="827881" y="293220"/>
                      <a:pt x="1064419" y="293220"/>
                    </a:cubicBezTo>
                    <a:cubicBezTo>
                      <a:pt x="1300956" y="293220"/>
                      <a:pt x="1537494" y="603302"/>
                      <a:pt x="1774031" y="603302"/>
                    </a:cubicBezTo>
                    <a:cubicBezTo>
                      <a:pt x="2010569" y="603302"/>
                      <a:pt x="2247106" y="601183"/>
                      <a:pt x="2483644" y="601183"/>
                    </a:cubicBezTo>
                    <a:cubicBezTo>
                      <a:pt x="2601912" y="601183"/>
                      <a:pt x="2720181" y="601183"/>
                      <a:pt x="2838450" y="601183"/>
                    </a:cubicBezTo>
                    <a:lnTo>
                      <a:pt x="2838450" y="850762"/>
                    </a:lnTo>
                    <a:cubicBezTo>
                      <a:pt x="2720181" y="850762"/>
                      <a:pt x="2601912" y="850762"/>
                      <a:pt x="2483644" y="850762"/>
                    </a:cubicBezTo>
                    <a:cubicBezTo>
                      <a:pt x="2247106" y="850762"/>
                      <a:pt x="2010569" y="838871"/>
                      <a:pt x="1774031" y="820423"/>
                    </a:cubicBezTo>
                    <a:cubicBezTo>
                      <a:pt x="1537494" y="801974"/>
                      <a:pt x="1300956" y="505517"/>
                      <a:pt x="1064419" y="505517"/>
                    </a:cubicBezTo>
                    <a:cubicBezTo>
                      <a:pt x="827881" y="505517"/>
                      <a:pt x="591344" y="530523"/>
                      <a:pt x="354806" y="530523"/>
                    </a:cubicBezTo>
                    <a:cubicBezTo>
                      <a:pt x="236538" y="530523"/>
                      <a:pt x="118269" y="530523"/>
                      <a:pt x="0" y="530523"/>
                    </a:cubicBezTo>
                    <a:close/>
                  </a:path>
                </a:pathLst>
              </a:custGeom>
              <a:solidFill>
                <a:srgbClr val="009E73">
                  <a:alpha val="3333"/>
                </a:srgbClr>
              </a:solidFill>
              <a:ln w="0">
                <a:noFill/>
              </a:ln>
            </p:spPr>
          </p:sp>
          <p:sp>
            <p:nvSpPr>
              <p:cNvPr id="2788" name="smooth-map-feature-3-shade-20">
                <a:extLst>
                  <a:ext uri="{FF2B5EF4-FFF2-40B4-BE49-F238E27FC236}">
                    <ns2:creationId id="{16721DB8-6258-4864-B5C7-07C1E9B29424}"/>
                  </a:ext>
                </a:extLst>
              </p:cNvPr>
              <p:cNvSpPr>
                <a:spLocks noGrp="1"/>
              </p:cNvSpPr>
              <p:nvPr/>
            </p:nvSpPr>
            <p:spPr>
              <a:xfrm>
                <a:off x="21240750" y="6019800"/>
                <a:ext cx="2838450" cy="1143000"/>
              </a:xfrm>
              <a:custGeom>
                <a:pathLst>
                  <a:path w="2838450" h="1143000">
                    <a:moveTo>
                      <a:pt x="0" y="324792"/>
                    </a:moveTo>
                    <a:cubicBezTo>
                      <a:pt x="118269" y="324792"/>
                      <a:pt x="236538" y="324792"/>
                      <a:pt x="354806" y="324792"/>
                    </a:cubicBezTo>
                    <a:cubicBezTo>
                      <a:pt x="591344" y="324792"/>
                      <a:pt x="827881" y="296189"/>
                      <a:pt x="1064419" y="296189"/>
                    </a:cubicBezTo>
                    <a:cubicBezTo>
                      <a:pt x="1300956" y="296189"/>
                      <a:pt x="1537494" y="606339"/>
                      <a:pt x="1774031" y="606339"/>
                    </a:cubicBezTo>
                    <a:cubicBezTo>
                      <a:pt x="2010569" y="606339"/>
                      <a:pt x="2247106" y="604673"/>
                      <a:pt x="2483644" y="604673"/>
                    </a:cubicBezTo>
                    <a:cubicBezTo>
                      <a:pt x="2601912" y="604673"/>
                      <a:pt x="2720181" y="604673"/>
                      <a:pt x="2838450" y="604673"/>
                    </a:cubicBezTo>
                    <a:lnTo>
                      <a:pt x="2838450" y="847272"/>
                    </a:lnTo>
                    <a:cubicBezTo>
                      <a:pt x="2720181" y="847272"/>
                      <a:pt x="2601912" y="847272"/>
                      <a:pt x="2483644" y="847272"/>
                    </a:cubicBezTo>
                    <a:cubicBezTo>
                      <a:pt x="2247106" y="847272"/>
                      <a:pt x="2010569" y="835583"/>
                      <a:pt x="1774031" y="817386"/>
                    </a:cubicBezTo>
                    <a:cubicBezTo>
                      <a:pt x="1537494" y="799190"/>
                      <a:pt x="1300956" y="502549"/>
                      <a:pt x="1064419" y="502549"/>
                    </a:cubicBezTo>
                    <a:cubicBezTo>
                      <a:pt x="827881" y="502549"/>
                      <a:pt x="591344" y="527605"/>
                      <a:pt x="354806" y="527605"/>
                    </a:cubicBezTo>
                    <a:cubicBezTo>
                      <a:pt x="236538" y="527605"/>
                      <a:pt x="118269" y="527605"/>
                      <a:pt x="0" y="527605"/>
                    </a:cubicBezTo>
                    <a:close/>
                  </a:path>
                </a:pathLst>
              </a:custGeom>
              <a:solidFill>
                <a:srgbClr val="009E73">
                  <a:alpha val="3448"/>
                </a:srgbClr>
              </a:solidFill>
              <a:ln w="0">
                <a:noFill/>
              </a:ln>
            </p:spPr>
          </p:sp>
          <p:sp>
            <p:nvSpPr>
              <p:cNvPr id="2789" name="smooth-map-feature-3-shade-21">
                <a:extLst>
                  <a:ext uri="{FF2B5EF4-FFF2-40B4-BE49-F238E27FC236}">
                    <ns2:creationId id="{DF5187D4-1D87-4B2C-98BB-02D96AFDD1C8}"/>
                  </a:ext>
                </a:extLst>
              </p:cNvPr>
              <p:cNvSpPr>
                <a:spLocks noGrp="1"/>
              </p:cNvSpPr>
              <p:nvPr/>
            </p:nvSpPr>
            <p:spPr>
              <a:xfrm>
                <a:off x="21240750" y="6019800"/>
                <a:ext cx="2838450" cy="1143000"/>
              </a:xfrm>
              <a:custGeom>
                <a:pathLst>
                  <a:path w="2838450" h="1143000">
                    <a:moveTo>
                      <a:pt x="0" y="327650"/>
                    </a:moveTo>
                    <a:cubicBezTo>
                      <a:pt x="118269" y="327650"/>
                      <a:pt x="236538" y="327650"/>
                      <a:pt x="354806" y="327650"/>
                    </a:cubicBezTo>
                    <a:cubicBezTo>
                      <a:pt x="591344" y="327650"/>
                      <a:pt x="827881" y="299096"/>
                      <a:pt x="1064419" y="299096"/>
                    </a:cubicBezTo>
                    <a:cubicBezTo>
                      <a:pt x="1300956" y="299096"/>
                      <a:pt x="1537494" y="609312"/>
                      <a:pt x="1774031" y="609312"/>
                    </a:cubicBezTo>
                    <a:cubicBezTo>
                      <a:pt x="2010569" y="609312"/>
                      <a:pt x="2247106" y="608090"/>
                      <a:pt x="2483644" y="608090"/>
                    </a:cubicBezTo>
                    <a:cubicBezTo>
                      <a:pt x="2601912" y="608090"/>
                      <a:pt x="2720181" y="608090"/>
                      <a:pt x="2838450" y="608090"/>
                    </a:cubicBezTo>
                    <a:lnTo>
                      <a:pt x="2838450" y="843854"/>
                    </a:lnTo>
                    <a:cubicBezTo>
                      <a:pt x="2720181" y="843854"/>
                      <a:pt x="2601912" y="843854"/>
                      <a:pt x="2483644" y="843854"/>
                    </a:cubicBezTo>
                    <a:cubicBezTo>
                      <a:pt x="2247106" y="843854"/>
                      <a:pt x="2010569" y="832362"/>
                      <a:pt x="1774031" y="814413"/>
                    </a:cubicBezTo>
                    <a:cubicBezTo>
                      <a:pt x="1537494" y="796464"/>
                      <a:pt x="1300956" y="499642"/>
                      <a:pt x="1064419" y="499642"/>
                    </a:cubicBezTo>
                    <a:cubicBezTo>
                      <a:pt x="827881" y="499642"/>
                      <a:pt x="591344" y="524748"/>
                      <a:pt x="354806" y="524748"/>
                    </a:cubicBezTo>
                    <a:cubicBezTo>
                      <a:pt x="236538" y="524748"/>
                      <a:pt x="118269" y="524748"/>
                      <a:pt x="0" y="524748"/>
                    </a:cubicBezTo>
                    <a:close/>
                  </a:path>
                </a:pathLst>
              </a:custGeom>
              <a:solidFill>
                <a:srgbClr val="009E73">
                  <a:alpha val="3571"/>
                </a:srgbClr>
              </a:solidFill>
              <a:ln w="0">
                <a:noFill/>
              </a:ln>
            </p:spPr>
          </p:sp>
          <p:sp>
            <p:nvSpPr>
              <p:cNvPr id="2790" name="smooth-map-feature-3-shade-22">
                <a:extLst>
                  <a:ext uri="{FF2B5EF4-FFF2-40B4-BE49-F238E27FC236}">
                    <ns2:creationId id="{8FA01216-C540-429E-9205-D8A27EADCB2D}"/>
                  </a:ext>
                </a:extLst>
              </p:cNvPr>
              <p:cNvSpPr>
                <a:spLocks noGrp="1"/>
              </p:cNvSpPr>
              <p:nvPr/>
            </p:nvSpPr>
            <p:spPr>
              <a:xfrm>
                <a:off x="21240750" y="6019800"/>
                <a:ext cx="2838450" cy="1143000"/>
              </a:xfrm>
              <a:custGeom>
                <a:pathLst>
                  <a:path w="2838450" h="1143000">
                    <a:moveTo>
                      <a:pt x="0" y="330454"/>
                    </a:moveTo>
                    <a:cubicBezTo>
                      <a:pt x="118269" y="330454"/>
                      <a:pt x="236538" y="330454"/>
                      <a:pt x="354806" y="330454"/>
                    </a:cubicBezTo>
                    <a:cubicBezTo>
                      <a:pt x="591344" y="330454"/>
                      <a:pt x="827881" y="301950"/>
                      <a:pt x="1064419" y="301950"/>
                    </a:cubicBezTo>
                    <a:cubicBezTo>
                      <a:pt x="1300956" y="301950"/>
                      <a:pt x="1537494" y="612230"/>
                      <a:pt x="1774031" y="612230"/>
                    </a:cubicBezTo>
                    <a:cubicBezTo>
                      <a:pt x="2010569" y="612230"/>
                      <a:pt x="2247106" y="611445"/>
                      <a:pt x="2483644" y="611445"/>
                    </a:cubicBezTo>
                    <a:cubicBezTo>
                      <a:pt x="2601912" y="611445"/>
                      <a:pt x="2720181" y="611445"/>
                      <a:pt x="2838450" y="611445"/>
                    </a:cubicBezTo>
                    <a:lnTo>
                      <a:pt x="2838450" y="840499"/>
                    </a:lnTo>
                    <a:cubicBezTo>
                      <a:pt x="2720181" y="840499"/>
                      <a:pt x="2601912" y="840499"/>
                      <a:pt x="2483644" y="840499"/>
                    </a:cubicBezTo>
                    <a:cubicBezTo>
                      <a:pt x="2247106" y="840499"/>
                      <a:pt x="2010569" y="829199"/>
                      <a:pt x="1774031" y="811494"/>
                    </a:cubicBezTo>
                    <a:cubicBezTo>
                      <a:pt x="1537494" y="793790"/>
                      <a:pt x="1300956" y="496788"/>
                      <a:pt x="1064419" y="496788"/>
                    </a:cubicBezTo>
                    <a:cubicBezTo>
                      <a:pt x="827881" y="496788"/>
                      <a:pt x="591344" y="521943"/>
                      <a:pt x="354806" y="521943"/>
                    </a:cubicBezTo>
                    <a:cubicBezTo>
                      <a:pt x="236538" y="521943"/>
                      <a:pt x="118269" y="521943"/>
                      <a:pt x="0" y="521943"/>
                    </a:cubicBezTo>
                    <a:close/>
                  </a:path>
                </a:pathLst>
              </a:custGeom>
              <a:solidFill>
                <a:srgbClr val="009E73">
                  <a:alpha val="3704"/>
                </a:srgbClr>
              </a:solidFill>
              <a:ln w="0">
                <a:noFill/>
              </a:ln>
            </p:spPr>
          </p:sp>
          <p:sp>
            <p:nvSpPr>
              <p:cNvPr id="2791" name="smooth-map-feature-3-shade-23">
                <a:extLst>
                  <a:ext uri="{FF2B5EF4-FFF2-40B4-BE49-F238E27FC236}">
                    <ns2:creationId id="{70FD1C96-F676-41E5-AE5C-7F9EC3588239}"/>
                  </a:ext>
                </a:extLst>
              </p:cNvPr>
              <p:cNvSpPr>
                <a:spLocks noGrp="1"/>
              </p:cNvSpPr>
              <p:nvPr/>
            </p:nvSpPr>
            <p:spPr>
              <a:xfrm>
                <a:off x="21240750" y="6019800"/>
                <a:ext cx="2838450" cy="1143000"/>
              </a:xfrm>
              <a:custGeom>
                <a:pathLst>
                  <a:path w="2838450" h="1143000">
                    <a:moveTo>
                      <a:pt x="0" y="333215"/>
                    </a:moveTo>
                    <a:cubicBezTo>
                      <a:pt x="118269" y="333215"/>
                      <a:pt x="236538" y="333215"/>
                      <a:pt x="354806" y="333215"/>
                    </a:cubicBezTo>
                    <a:cubicBezTo>
                      <a:pt x="591344" y="333215"/>
                      <a:pt x="827881" y="304758"/>
                      <a:pt x="1064419" y="304758"/>
                    </a:cubicBezTo>
                    <a:cubicBezTo>
                      <a:pt x="1300956" y="304758"/>
                      <a:pt x="1537494" y="615103"/>
                      <a:pt x="1774031" y="615103"/>
                    </a:cubicBezTo>
                    <a:cubicBezTo>
                      <a:pt x="2010569" y="615103"/>
                      <a:pt x="2247106" y="614747"/>
                      <a:pt x="2483644" y="614747"/>
                    </a:cubicBezTo>
                    <a:cubicBezTo>
                      <a:pt x="2601912" y="614747"/>
                      <a:pt x="2720181" y="614747"/>
                      <a:pt x="2838450" y="614747"/>
                    </a:cubicBezTo>
                    <a:lnTo>
                      <a:pt x="2838450" y="837198"/>
                    </a:lnTo>
                    <a:cubicBezTo>
                      <a:pt x="2720181" y="837198"/>
                      <a:pt x="2601912" y="837198"/>
                      <a:pt x="2483644" y="837198"/>
                    </a:cubicBezTo>
                    <a:cubicBezTo>
                      <a:pt x="2247106" y="837198"/>
                      <a:pt x="2010569" y="826086"/>
                      <a:pt x="1774031" y="808622"/>
                    </a:cubicBezTo>
                    <a:cubicBezTo>
                      <a:pt x="1537494" y="791158"/>
                      <a:pt x="1300956" y="493979"/>
                      <a:pt x="1064419" y="493979"/>
                    </a:cubicBezTo>
                    <a:cubicBezTo>
                      <a:pt x="827881" y="493979"/>
                      <a:pt x="591344" y="519183"/>
                      <a:pt x="354806" y="519183"/>
                    </a:cubicBezTo>
                    <a:cubicBezTo>
                      <a:pt x="236538" y="519183"/>
                      <a:pt x="118269" y="519183"/>
                      <a:pt x="0" y="519183"/>
                    </a:cubicBezTo>
                    <a:close/>
                  </a:path>
                </a:pathLst>
              </a:custGeom>
              <a:solidFill>
                <a:srgbClr val="009E73">
                  <a:alpha val="3846"/>
                </a:srgbClr>
              </a:solidFill>
              <a:ln w="0">
                <a:noFill/>
              </a:ln>
            </p:spPr>
          </p:sp>
          <p:sp>
            <p:nvSpPr>
              <p:cNvPr id="2792" name="smooth-map-feature-3-shade-24">
                <a:extLst>
                  <a:ext uri="{FF2B5EF4-FFF2-40B4-BE49-F238E27FC236}">
                    <ns2:creationId id="{077421C1-8B6D-4BF5-8A89-30DD704048C5}"/>
                  </a:ext>
                </a:extLst>
              </p:cNvPr>
              <p:cNvSpPr>
                <a:spLocks noGrp="1"/>
              </p:cNvSpPr>
              <p:nvPr/>
            </p:nvSpPr>
            <p:spPr>
              <a:xfrm>
                <a:off x="21240750" y="6019800"/>
                <a:ext cx="2838450" cy="1143000"/>
              </a:xfrm>
              <a:custGeom>
                <a:pathLst>
                  <a:path w="2838450" h="1143000">
                    <a:moveTo>
                      <a:pt x="0" y="335938"/>
                    </a:moveTo>
                    <a:cubicBezTo>
                      <a:pt x="118269" y="335938"/>
                      <a:pt x="236538" y="335938"/>
                      <a:pt x="354806" y="335938"/>
                    </a:cubicBezTo>
                    <a:cubicBezTo>
                      <a:pt x="591344" y="335938"/>
                      <a:pt x="827881" y="307529"/>
                      <a:pt x="1064419" y="307529"/>
                    </a:cubicBezTo>
                    <a:cubicBezTo>
                      <a:pt x="1300956" y="307529"/>
                      <a:pt x="1537494" y="617891"/>
                      <a:pt x="1774031" y="617936"/>
                    </a:cubicBezTo>
                    <a:cubicBezTo>
                      <a:pt x="2010569" y="617982"/>
                      <a:pt x="2247106" y="618004"/>
                      <a:pt x="2483644" y="618004"/>
                    </a:cubicBezTo>
                    <a:cubicBezTo>
                      <a:pt x="2601912" y="618004"/>
                      <a:pt x="2720181" y="618004"/>
                      <a:pt x="2838450" y="618004"/>
                    </a:cubicBezTo>
                    <a:lnTo>
                      <a:pt x="2838450" y="833940"/>
                    </a:lnTo>
                    <a:cubicBezTo>
                      <a:pt x="2720181" y="833940"/>
                      <a:pt x="2601912" y="833940"/>
                      <a:pt x="2483644" y="833940"/>
                    </a:cubicBezTo>
                    <a:cubicBezTo>
                      <a:pt x="2247106" y="833940"/>
                      <a:pt x="2010569" y="823015"/>
                      <a:pt x="1774031" y="805789"/>
                    </a:cubicBezTo>
                    <a:cubicBezTo>
                      <a:pt x="1537494" y="788562"/>
                      <a:pt x="1300956" y="491209"/>
                      <a:pt x="1064419" y="491209"/>
                    </a:cubicBezTo>
                    <a:cubicBezTo>
                      <a:pt x="827881" y="491209"/>
                      <a:pt x="591344" y="516460"/>
                      <a:pt x="354806" y="516460"/>
                    </a:cubicBezTo>
                    <a:cubicBezTo>
                      <a:pt x="236538" y="516460"/>
                      <a:pt x="118269" y="516460"/>
                      <a:pt x="0" y="516460"/>
                    </a:cubicBezTo>
                    <a:close/>
                  </a:path>
                </a:pathLst>
              </a:custGeom>
              <a:solidFill>
                <a:srgbClr val="009E73">
                  <a:alpha val="4000"/>
                </a:srgbClr>
              </a:solidFill>
              <a:ln w="0">
                <a:noFill/>
              </a:ln>
            </p:spPr>
          </p:sp>
          <p:sp>
            <p:nvSpPr>
              <p:cNvPr id="2793" name="smooth-map-feature-3-shade-25">
                <a:extLst>
                  <a:ext uri="{FF2B5EF4-FFF2-40B4-BE49-F238E27FC236}">
                    <ns2:creationId id="{533A700D-CF01-4907-889A-E77C87603198}"/>
                  </a:ext>
                </a:extLst>
              </p:cNvPr>
              <p:cNvSpPr>
                <a:spLocks noGrp="1"/>
              </p:cNvSpPr>
              <p:nvPr/>
            </p:nvSpPr>
            <p:spPr>
              <a:xfrm>
                <a:off x="21240750" y="6019800"/>
                <a:ext cx="2838450" cy="1143000"/>
              </a:xfrm>
              <a:custGeom>
                <a:pathLst>
                  <a:path w="2838450" h="1143000">
                    <a:moveTo>
                      <a:pt x="0" y="338630"/>
                    </a:moveTo>
                    <a:cubicBezTo>
                      <a:pt x="118269" y="338630"/>
                      <a:pt x="236538" y="338630"/>
                      <a:pt x="354806" y="338630"/>
                    </a:cubicBezTo>
                    <a:cubicBezTo>
                      <a:pt x="591344" y="338630"/>
                      <a:pt x="827881" y="310268"/>
                      <a:pt x="1064419" y="310268"/>
                    </a:cubicBezTo>
                    <a:cubicBezTo>
                      <a:pt x="1300956" y="310268"/>
                      <a:pt x="1537494" y="620414"/>
                      <a:pt x="1774031" y="620738"/>
                    </a:cubicBezTo>
                    <a:cubicBezTo>
                      <a:pt x="2010569" y="621062"/>
                      <a:pt x="2247106" y="621225"/>
                      <a:pt x="2483644" y="621225"/>
                    </a:cubicBezTo>
                    <a:cubicBezTo>
                      <a:pt x="2601912" y="621225"/>
                      <a:pt x="2720181" y="621225"/>
                      <a:pt x="2838450" y="621225"/>
                    </a:cubicBezTo>
                    <a:lnTo>
                      <a:pt x="2838450" y="830720"/>
                    </a:lnTo>
                    <a:cubicBezTo>
                      <a:pt x="2720181" y="830720"/>
                      <a:pt x="2601912" y="830720"/>
                      <a:pt x="2483644" y="830720"/>
                    </a:cubicBezTo>
                    <a:cubicBezTo>
                      <a:pt x="2247106" y="830720"/>
                      <a:pt x="2010569" y="819978"/>
                      <a:pt x="1774031" y="802987"/>
                    </a:cubicBezTo>
                    <a:cubicBezTo>
                      <a:pt x="1537494" y="785997"/>
                      <a:pt x="1300956" y="488469"/>
                      <a:pt x="1064419" y="488469"/>
                    </a:cubicBezTo>
                    <a:cubicBezTo>
                      <a:pt x="827881" y="488469"/>
                      <a:pt x="591344" y="513768"/>
                      <a:pt x="354806" y="513768"/>
                    </a:cubicBezTo>
                    <a:cubicBezTo>
                      <a:pt x="236538" y="513768"/>
                      <a:pt x="118269" y="513768"/>
                      <a:pt x="0" y="513768"/>
                    </a:cubicBezTo>
                    <a:close/>
                  </a:path>
                </a:pathLst>
              </a:custGeom>
              <a:solidFill>
                <a:srgbClr val="009E73">
                  <a:alpha val="4167"/>
                </a:srgbClr>
              </a:solidFill>
              <a:ln w="0">
                <a:noFill/>
              </a:ln>
            </p:spPr>
          </p:sp>
          <p:sp>
            <p:nvSpPr>
              <p:cNvPr id="2794" name="smooth-map-feature-3-shade-26">
                <a:extLst>
                  <a:ext uri="{FF2B5EF4-FFF2-40B4-BE49-F238E27FC236}">
                    <ns2:creationId id="{34A3A09D-4352-412C-8AD3-807C3776D1F6}"/>
                  </a:ext>
                </a:extLst>
              </p:cNvPr>
              <p:cNvSpPr>
                <a:spLocks noGrp="1"/>
              </p:cNvSpPr>
              <p:nvPr/>
            </p:nvSpPr>
            <p:spPr>
              <a:xfrm>
                <a:off x="21240750" y="6019800"/>
                <a:ext cx="2838450" cy="1143000"/>
              </a:xfrm>
              <a:custGeom>
                <a:pathLst>
                  <a:path w="2838450" h="1143000">
                    <a:moveTo>
                      <a:pt x="0" y="341298"/>
                    </a:moveTo>
                    <a:cubicBezTo>
                      <a:pt x="118269" y="341298"/>
                      <a:pt x="236538" y="341298"/>
                      <a:pt x="354806" y="341298"/>
                    </a:cubicBezTo>
                    <a:cubicBezTo>
                      <a:pt x="591344" y="341298"/>
                      <a:pt x="827881" y="312983"/>
                      <a:pt x="1064419" y="312983"/>
                    </a:cubicBezTo>
                    <a:cubicBezTo>
                      <a:pt x="1300956" y="312983"/>
                      <a:pt x="1537494" y="622914"/>
                      <a:pt x="1774031" y="623514"/>
                    </a:cubicBezTo>
                    <a:cubicBezTo>
                      <a:pt x="2010569" y="624113"/>
                      <a:pt x="2247106" y="624416"/>
                      <a:pt x="2483644" y="624416"/>
                    </a:cubicBezTo>
                    <a:cubicBezTo>
                      <a:pt x="2601912" y="624416"/>
                      <a:pt x="2720181" y="624416"/>
                      <a:pt x="2838450" y="624416"/>
                    </a:cubicBezTo>
                    <a:lnTo>
                      <a:pt x="2838450" y="827529"/>
                    </a:lnTo>
                    <a:cubicBezTo>
                      <a:pt x="2720181" y="827529"/>
                      <a:pt x="2601912" y="827529"/>
                      <a:pt x="2483644" y="827529"/>
                    </a:cubicBezTo>
                    <a:cubicBezTo>
                      <a:pt x="2247106" y="827529"/>
                      <a:pt x="2010569" y="816967"/>
                      <a:pt x="1774031" y="800211"/>
                    </a:cubicBezTo>
                    <a:cubicBezTo>
                      <a:pt x="1537494" y="783455"/>
                      <a:pt x="1300956" y="485755"/>
                      <a:pt x="1064419" y="485755"/>
                    </a:cubicBezTo>
                    <a:cubicBezTo>
                      <a:pt x="827881" y="485755"/>
                      <a:pt x="591344" y="511100"/>
                      <a:pt x="354806" y="511100"/>
                    </a:cubicBezTo>
                    <a:cubicBezTo>
                      <a:pt x="236538" y="511100"/>
                      <a:pt x="118269" y="511100"/>
                      <a:pt x="0" y="511100"/>
                    </a:cubicBezTo>
                    <a:close/>
                  </a:path>
                </a:pathLst>
              </a:custGeom>
              <a:solidFill>
                <a:srgbClr val="009E73">
                  <a:alpha val="4348"/>
                </a:srgbClr>
              </a:solidFill>
              <a:ln w="0">
                <a:noFill/>
              </a:ln>
            </p:spPr>
          </p:sp>
          <p:sp>
            <p:nvSpPr>
              <p:cNvPr id="2795" name="smooth-map-feature-3-shade-27">
                <a:extLst>
                  <a:ext uri="{FF2B5EF4-FFF2-40B4-BE49-F238E27FC236}">
                    <ns2:creationId id="{50374C7F-FEEC-4D1A-86FC-5CB796A65A17}"/>
                  </a:ext>
                </a:extLst>
              </p:cNvPr>
              <p:cNvSpPr>
                <a:spLocks noGrp="1"/>
              </p:cNvSpPr>
              <p:nvPr/>
            </p:nvSpPr>
            <p:spPr>
              <a:xfrm>
                <a:off x="21240750" y="6019800"/>
                <a:ext cx="2838450" cy="1143000"/>
              </a:xfrm>
              <a:custGeom>
                <a:pathLst>
                  <a:path w="2838450" h="1143000">
                    <a:moveTo>
                      <a:pt x="0" y="343947"/>
                    </a:moveTo>
                    <a:cubicBezTo>
                      <a:pt x="118269" y="343947"/>
                      <a:pt x="236538" y="343947"/>
                      <a:pt x="354806" y="343947"/>
                    </a:cubicBezTo>
                    <a:cubicBezTo>
                      <a:pt x="591344" y="343947"/>
                      <a:pt x="827881" y="315679"/>
                      <a:pt x="1064419" y="315679"/>
                    </a:cubicBezTo>
                    <a:cubicBezTo>
                      <a:pt x="1300956" y="315679"/>
                      <a:pt x="1537494" y="625399"/>
                      <a:pt x="1774031" y="626271"/>
                    </a:cubicBezTo>
                    <a:cubicBezTo>
                      <a:pt x="2010569" y="627144"/>
                      <a:pt x="2247106" y="627585"/>
                      <a:pt x="2483644" y="627585"/>
                    </a:cubicBezTo>
                    <a:cubicBezTo>
                      <a:pt x="2601912" y="627585"/>
                      <a:pt x="2720181" y="627585"/>
                      <a:pt x="2838450" y="627585"/>
                    </a:cubicBezTo>
                    <a:lnTo>
                      <a:pt x="2838450" y="824359"/>
                    </a:lnTo>
                    <a:cubicBezTo>
                      <a:pt x="2720181" y="824359"/>
                      <a:pt x="2601912" y="824359"/>
                      <a:pt x="2483644" y="824359"/>
                    </a:cubicBezTo>
                    <a:cubicBezTo>
                      <a:pt x="2247106" y="824359"/>
                      <a:pt x="2010569" y="813977"/>
                      <a:pt x="1774031" y="797454"/>
                    </a:cubicBezTo>
                    <a:cubicBezTo>
                      <a:pt x="1537494" y="780931"/>
                      <a:pt x="1300956" y="483059"/>
                      <a:pt x="1064419" y="483059"/>
                    </a:cubicBezTo>
                    <a:cubicBezTo>
                      <a:pt x="827881" y="483059"/>
                      <a:pt x="591344" y="508450"/>
                      <a:pt x="354806" y="508450"/>
                    </a:cubicBezTo>
                    <a:cubicBezTo>
                      <a:pt x="236538" y="508450"/>
                      <a:pt x="118269" y="508450"/>
                      <a:pt x="0" y="508450"/>
                    </a:cubicBezTo>
                    <a:close/>
                  </a:path>
                </a:pathLst>
              </a:custGeom>
              <a:solidFill>
                <a:srgbClr val="009E73">
                  <a:alpha val="4545"/>
                </a:srgbClr>
              </a:solidFill>
              <a:ln w="0">
                <a:noFill/>
              </a:ln>
            </p:spPr>
          </p:sp>
          <p:sp>
            <p:nvSpPr>
              <p:cNvPr id="2796" name="smooth-map-feature-3-shade-28">
                <a:extLst>
                  <a:ext uri="{FF2B5EF4-FFF2-40B4-BE49-F238E27FC236}">
                    <ns2:creationId id="{D578FCFB-B1FD-4DF1-9270-82A9596D67F4}"/>
                  </a:ext>
                </a:extLst>
              </p:cNvPr>
              <p:cNvSpPr>
                <a:spLocks noGrp="1"/>
              </p:cNvSpPr>
              <p:nvPr/>
            </p:nvSpPr>
            <p:spPr>
              <a:xfrm>
                <a:off x="21240750" y="6019800"/>
                <a:ext cx="2838450" cy="1143000"/>
              </a:xfrm>
              <a:custGeom>
                <a:pathLst>
                  <a:path w="2838450" h="1143000">
                    <a:moveTo>
                      <a:pt x="0" y="346585"/>
                    </a:moveTo>
                    <a:cubicBezTo>
                      <a:pt x="118269" y="346585"/>
                      <a:pt x="236538" y="346585"/>
                      <a:pt x="354806" y="346585"/>
                    </a:cubicBezTo>
                    <a:cubicBezTo>
                      <a:pt x="591344" y="346585"/>
                      <a:pt x="827881" y="318362"/>
                      <a:pt x="1064419" y="318362"/>
                    </a:cubicBezTo>
                    <a:cubicBezTo>
                      <a:pt x="1300956" y="318362"/>
                      <a:pt x="1537494" y="627872"/>
                      <a:pt x="1774031" y="629016"/>
                    </a:cubicBezTo>
                    <a:cubicBezTo>
                      <a:pt x="2010569" y="630159"/>
                      <a:pt x="2247106" y="630740"/>
                      <a:pt x="2483644" y="630740"/>
                    </a:cubicBezTo>
                    <a:cubicBezTo>
                      <a:pt x="2601912" y="630740"/>
                      <a:pt x="2720181" y="630740"/>
                      <a:pt x="2838450" y="630740"/>
                    </a:cubicBezTo>
                    <a:lnTo>
                      <a:pt x="2838450" y="821205"/>
                    </a:lnTo>
                    <a:cubicBezTo>
                      <a:pt x="2720181" y="821205"/>
                      <a:pt x="2601912" y="821205"/>
                      <a:pt x="2483644" y="821205"/>
                    </a:cubicBezTo>
                    <a:cubicBezTo>
                      <a:pt x="2247106" y="821205"/>
                      <a:pt x="2010569" y="811000"/>
                      <a:pt x="1774031" y="794709"/>
                    </a:cubicBezTo>
                    <a:cubicBezTo>
                      <a:pt x="1537494" y="778419"/>
                      <a:pt x="1300956" y="480375"/>
                      <a:pt x="1064419" y="480375"/>
                    </a:cubicBezTo>
                    <a:cubicBezTo>
                      <a:pt x="827881" y="480375"/>
                      <a:pt x="591344" y="505813"/>
                      <a:pt x="354806" y="505813"/>
                    </a:cubicBezTo>
                    <a:cubicBezTo>
                      <a:pt x="236538" y="505813"/>
                      <a:pt x="118269" y="505813"/>
                      <a:pt x="0" y="505813"/>
                    </a:cubicBezTo>
                    <a:close/>
                  </a:path>
                </a:pathLst>
              </a:custGeom>
              <a:solidFill>
                <a:srgbClr val="009E73">
                  <a:alpha val="4762"/>
                </a:srgbClr>
              </a:solidFill>
              <a:ln w="0">
                <a:noFill/>
              </a:ln>
            </p:spPr>
          </p:sp>
          <p:sp>
            <p:nvSpPr>
              <p:cNvPr id="2797" name="smooth-map-feature-3-shade-29">
                <a:extLst>
                  <a:ext uri="{FF2B5EF4-FFF2-40B4-BE49-F238E27FC236}">
                    <ns2:creationId id="{3F2BE555-A13A-48B2-9C45-574BE16F833A}"/>
                  </a:ext>
                </a:extLst>
              </p:cNvPr>
              <p:cNvSpPr>
                <a:spLocks noGrp="1"/>
              </p:cNvSpPr>
              <p:nvPr/>
            </p:nvSpPr>
            <p:spPr>
              <a:xfrm>
                <a:off x="21240750" y="6019800"/>
                <a:ext cx="2838450" cy="1143000"/>
              </a:xfrm>
              <a:custGeom>
                <a:pathLst>
                  <a:path w="2838450" h="1143000">
                    <a:moveTo>
                      <a:pt x="0" y="349216"/>
                    </a:moveTo>
                    <a:cubicBezTo>
                      <a:pt x="118269" y="349216"/>
                      <a:pt x="236538" y="349216"/>
                      <a:pt x="354806" y="349216"/>
                    </a:cubicBezTo>
                    <a:cubicBezTo>
                      <a:pt x="591344" y="349216"/>
                      <a:pt x="827881" y="321039"/>
                      <a:pt x="1064419" y="321039"/>
                    </a:cubicBezTo>
                    <a:cubicBezTo>
                      <a:pt x="1300956" y="321039"/>
                      <a:pt x="1537494" y="630341"/>
                      <a:pt x="1774031" y="631754"/>
                    </a:cubicBezTo>
                    <a:cubicBezTo>
                      <a:pt x="2010569" y="633166"/>
                      <a:pt x="2247106" y="633887"/>
                      <a:pt x="2483644" y="633887"/>
                    </a:cubicBezTo>
                    <a:cubicBezTo>
                      <a:pt x="2601912" y="633887"/>
                      <a:pt x="2720181" y="633887"/>
                      <a:pt x="2838450" y="633887"/>
                    </a:cubicBezTo>
                    <a:lnTo>
                      <a:pt x="2838450" y="818057"/>
                    </a:lnTo>
                    <a:cubicBezTo>
                      <a:pt x="2720181" y="818057"/>
                      <a:pt x="2601912" y="818057"/>
                      <a:pt x="2483644" y="818057"/>
                    </a:cubicBezTo>
                    <a:cubicBezTo>
                      <a:pt x="2247106" y="818057"/>
                      <a:pt x="2010569" y="808029"/>
                      <a:pt x="1774031" y="791971"/>
                    </a:cubicBezTo>
                    <a:cubicBezTo>
                      <a:pt x="1537494" y="775913"/>
                      <a:pt x="1300956" y="477698"/>
                      <a:pt x="1064419" y="477698"/>
                    </a:cubicBezTo>
                    <a:cubicBezTo>
                      <a:pt x="827881" y="477698"/>
                      <a:pt x="591344" y="503182"/>
                      <a:pt x="354806" y="503182"/>
                    </a:cubicBezTo>
                    <a:cubicBezTo>
                      <a:pt x="236538" y="503182"/>
                      <a:pt x="118269" y="503182"/>
                      <a:pt x="0" y="503182"/>
                    </a:cubicBezTo>
                    <a:close/>
                  </a:path>
                </a:pathLst>
              </a:custGeom>
              <a:solidFill>
                <a:srgbClr val="009E73">
                  <a:alpha val="5000"/>
                </a:srgbClr>
              </a:solidFill>
              <a:ln w="0">
                <a:noFill/>
              </a:ln>
            </p:spPr>
          </p:sp>
          <p:sp>
            <p:nvSpPr>
              <p:cNvPr id="2798" name="smooth-map-feature-3-shade-30">
                <a:extLst>
                  <a:ext uri="{FF2B5EF4-FFF2-40B4-BE49-F238E27FC236}">
                    <ns2:creationId id="{1BF67CCA-9AED-4AFA-84C3-18A11BA49B31}"/>
                  </a:ext>
                </a:extLst>
              </p:cNvPr>
              <p:cNvSpPr>
                <a:spLocks noGrp="1"/>
              </p:cNvSpPr>
              <p:nvPr/>
            </p:nvSpPr>
            <p:spPr>
              <a:xfrm>
                <a:off x="21240750" y="6019800"/>
                <a:ext cx="2838450" cy="1143000"/>
              </a:xfrm>
              <a:custGeom>
                <a:pathLst>
                  <a:path w="2838450" h="1143000">
                    <a:moveTo>
                      <a:pt x="0" y="351847"/>
                    </a:moveTo>
                    <a:cubicBezTo>
                      <a:pt x="118269" y="351847"/>
                      <a:pt x="236538" y="351847"/>
                      <a:pt x="354806" y="351847"/>
                    </a:cubicBezTo>
                    <a:cubicBezTo>
                      <a:pt x="591344" y="351847"/>
                      <a:pt x="827881" y="323716"/>
                      <a:pt x="1064419" y="323716"/>
                    </a:cubicBezTo>
                    <a:cubicBezTo>
                      <a:pt x="1300956" y="323716"/>
                      <a:pt x="1537494" y="632810"/>
                      <a:pt x="1774031" y="634492"/>
                    </a:cubicBezTo>
                    <a:cubicBezTo>
                      <a:pt x="2010569" y="636173"/>
                      <a:pt x="2247106" y="637035"/>
                      <a:pt x="2483644" y="637035"/>
                    </a:cubicBezTo>
                    <a:cubicBezTo>
                      <a:pt x="2601912" y="637035"/>
                      <a:pt x="2720181" y="637035"/>
                      <a:pt x="2838450" y="637035"/>
                    </a:cubicBezTo>
                    <a:lnTo>
                      <a:pt x="2838450" y="814910"/>
                    </a:lnTo>
                    <a:cubicBezTo>
                      <a:pt x="2720181" y="814910"/>
                      <a:pt x="2601912" y="814910"/>
                      <a:pt x="2483644" y="814910"/>
                    </a:cubicBezTo>
                    <a:cubicBezTo>
                      <a:pt x="2247106" y="814910"/>
                      <a:pt x="2010569" y="805058"/>
                      <a:pt x="1774031" y="789233"/>
                    </a:cubicBezTo>
                    <a:cubicBezTo>
                      <a:pt x="1537494" y="773409"/>
                      <a:pt x="1300956" y="475021"/>
                      <a:pt x="1064419" y="475021"/>
                    </a:cubicBezTo>
                    <a:cubicBezTo>
                      <a:pt x="827881" y="475021"/>
                      <a:pt x="591344" y="500551"/>
                      <a:pt x="354806" y="500551"/>
                    </a:cubicBezTo>
                    <a:cubicBezTo>
                      <a:pt x="236538" y="500551"/>
                      <a:pt x="118269" y="500551"/>
                      <a:pt x="0" y="500551"/>
                    </a:cubicBezTo>
                    <a:close/>
                  </a:path>
                </a:pathLst>
              </a:custGeom>
              <a:solidFill>
                <a:srgbClr val="009E73">
                  <a:alpha val="5263"/>
                </a:srgbClr>
              </a:solidFill>
              <a:ln w="0">
                <a:noFill/>
              </a:ln>
            </p:spPr>
          </p:sp>
          <p:sp>
            <p:nvSpPr>
              <p:cNvPr id="2799" name="smooth-map-feature-3-shade-31">
                <a:extLst>
                  <a:ext uri="{FF2B5EF4-FFF2-40B4-BE49-F238E27FC236}">
                    <ns2:creationId id="{BC3DF90C-5DF4-4DF2-938D-645F0F9110A7}"/>
                  </a:ext>
                </a:extLst>
              </p:cNvPr>
              <p:cNvSpPr>
                <a:spLocks noGrp="1"/>
              </p:cNvSpPr>
              <p:nvPr/>
            </p:nvSpPr>
            <p:spPr>
              <a:xfrm>
                <a:off x="21240750" y="6019800"/>
                <a:ext cx="2838450" cy="1143000"/>
              </a:xfrm>
              <a:custGeom>
                <a:pathLst>
                  <a:path w="2838450" h="1143000">
                    <a:moveTo>
                      <a:pt x="0" y="354484"/>
                    </a:moveTo>
                    <a:cubicBezTo>
                      <a:pt x="118269" y="354484"/>
                      <a:pt x="236538" y="354484"/>
                      <a:pt x="354806" y="354484"/>
                    </a:cubicBezTo>
                    <a:cubicBezTo>
                      <a:pt x="591344" y="354484"/>
                      <a:pt x="827881" y="326400"/>
                      <a:pt x="1064419" y="326400"/>
                    </a:cubicBezTo>
                    <a:cubicBezTo>
                      <a:pt x="1300956" y="326400"/>
                      <a:pt x="1537494" y="635285"/>
                      <a:pt x="1774031" y="637236"/>
                    </a:cubicBezTo>
                    <a:cubicBezTo>
                      <a:pt x="2010569" y="639186"/>
                      <a:pt x="2247106" y="640189"/>
                      <a:pt x="2483644" y="640189"/>
                    </a:cubicBezTo>
                    <a:cubicBezTo>
                      <a:pt x="2601912" y="640189"/>
                      <a:pt x="2720181" y="640189"/>
                      <a:pt x="2838450" y="640189"/>
                    </a:cubicBezTo>
                    <a:lnTo>
                      <a:pt x="2838450" y="811756"/>
                    </a:lnTo>
                    <a:cubicBezTo>
                      <a:pt x="2720181" y="811756"/>
                      <a:pt x="2601912" y="811756"/>
                      <a:pt x="2483644" y="811756"/>
                    </a:cubicBezTo>
                    <a:cubicBezTo>
                      <a:pt x="2247106" y="811756"/>
                      <a:pt x="2010569" y="802080"/>
                      <a:pt x="1774031" y="786489"/>
                    </a:cubicBezTo>
                    <a:cubicBezTo>
                      <a:pt x="1537494" y="770899"/>
                      <a:pt x="1300956" y="472338"/>
                      <a:pt x="1064419" y="472338"/>
                    </a:cubicBezTo>
                    <a:cubicBezTo>
                      <a:pt x="827881" y="472338"/>
                      <a:pt x="591344" y="497914"/>
                      <a:pt x="354806" y="497914"/>
                    </a:cubicBezTo>
                    <a:cubicBezTo>
                      <a:pt x="236538" y="497914"/>
                      <a:pt x="118269" y="497914"/>
                      <a:pt x="0" y="497914"/>
                    </a:cubicBezTo>
                    <a:close/>
                  </a:path>
                </a:pathLst>
              </a:custGeom>
              <a:solidFill>
                <a:srgbClr val="009E73">
                  <a:alpha val="5556"/>
                </a:srgbClr>
              </a:solidFill>
              <a:ln w="0">
                <a:noFill/>
              </a:ln>
            </p:spPr>
          </p:sp>
          <p:sp>
            <p:nvSpPr>
              <p:cNvPr id="2800" name="smooth-map-feature-3-shade-32">
                <a:extLst>
                  <a:ext uri="{FF2B5EF4-FFF2-40B4-BE49-F238E27FC236}">
                    <ns2:creationId id="{6EE86610-0CB9-4028-9B18-1F397D459A18}"/>
                  </a:ext>
                </a:extLst>
              </p:cNvPr>
              <p:cNvSpPr>
                <a:spLocks noGrp="1"/>
              </p:cNvSpPr>
              <p:nvPr/>
            </p:nvSpPr>
            <p:spPr>
              <a:xfrm>
                <a:off x="21240750" y="6019800"/>
                <a:ext cx="2838450" cy="1143000"/>
              </a:xfrm>
              <a:custGeom>
                <a:pathLst>
                  <a:path w="2838450" h="1143000">
                    <a:moveTo>
                      <a:pt x="0" y="357134"/>
                    </a:moveTo>
                    <a:cubicBezTo>
                      <a:pt x="118269" y="357134"/>
                      <a:pt x="236538" y="357134"/>
                      <a:pt x="354806" y="357134"/>
                    </a:cubicBezTo>
                    <a:cubicBezTo>
                      <a:pt x="591344" y="357134"/>
                      <a:pt x="827881" y="329096"/>
                      <a:pt x="1064419" y="329096"/>
                    </a:cubicBezTo>
                    <a:cubicBezTo>
                      <a:pt x="1300956" y="329096"/>
                      <a:pt x="1537494" y="637773"/>
                      <a:pt x="1774031" y="639993"/>
                    </a:cubicBezTo>
                    <a:cubicBezTo>
                      <a:pt x="2010569" y="642213"/>
                      <a:pt x="2247106" y="643359"/>
                      <a:pt x="2483644" y="643359"/>
                    </a:cubicBezTo>
                    <a:cubicBezTo>
                      <a:pt x="2601912" y="643359"/>
                      <a:pt x="2720181" y="643359"/>
                      <a:pt x="2838450" y="643359"/>
                    </a:cubicBezTo>
                    <a:lnTo>
                      <a:pt x="2838450" y="808586"/>
                    </a:lnTo>
                    <a:cubicBezTo>
                      <a:pt x="2720181" y="808586"/>
                      <a:pt x="2601912" y="808586"/>
                      <a:pt x="2483644" y="808586"/>
                    </a:cubicBezTo>
                    <a:cubicBezTo>
                      <a:pt x="2247106" y="808586"/>
                      <a:pt x="2010569" y="799086"/>
                      <a:pt x="1774031" y="783732"/>
                    </a:cubicBezTo>
                    <a:cubicBezTo>
                      <a:pt x="1537494" y="768377"/>
                      <a:pt x="1300956" y="469642"/>
                      <a:pt x="1064419" y="469642"/>
                    </a:cubicBezTo>
                    <a:cubicBezTo>
                      <a:pt x="827881" y="469642"/>
                      <a:pt x="591344" y="495264"/>
                      <a:pt x="354806" y="495264"/>
                    </a:cubicBezTo>
                    <a:cubicBezTo>
                      <a:pt x="236538" y="495264"/>
                      <a:pt x="118269" y="495264"/>
                      <a:pt x="0" y="495264"/>
                    </a:cubicBezTo>
                    <a:close/>
                  </a:path>
                </a:pathLst>
              </a:custGeom>
              <a:solidFill>
                <a:srgbClr val="009E73">
                  <a:alpha val="5882"/>
                </a:srgbClr>
              </a:solidFill>
              <a:ln w="0">
                <a:noFill/>
              </a:ln>
            </p:spPr>
          </p:sp>
          <p:sp>
            <p:nvSpPr>
              <p:cNvPr id="2801" name="smooth-map-feature-3-shade-33">
                <a:extLst>
                  <a:ext uri="{FF2B5EF4-FFF2-40B4-BE49-F238E27FC236}">
                    <ns2:creationId id="{FB6904FC-BCC6-49A3-9F27-42574E9369F9}"/>
                  </a:ext>
                </a:extLst>
              </p:cNvPr>
              <p:cNvSpPr>
                <a:spLocks noGrp="1"/>
              </p:cNvSpPr>
              <p:nvPr/>
            </p:nvSpPr>
            <p:spPr>
              <a:xfrm>
                <a:off x="21240750" y="6019800"/>
                <a:ext cx="2838450" cy="1143000"/>
              </a:xfrm>
              <a:custGeom>
                <a:pathLst>
                  <a:path w="2838450" h="1143000">
                    <a:moveTo>
                      <a:pt x="0" y="359803"/>
                    </a:moveTo>
                    <a:cubicBezTo>
                      <a:pt x="118269" y="359803"/>
                      <a:pt x="236538" y="359803"/>
                      <a:pt x="354806" y="359803"/>
                    </a:cubicBezTo>
                    <a:cubicBezTo>
                      <a:pt x="591344" y="359803"/>
                      <a:pt x="827881" y="331812"/>
                      <a:pt x="1064419" y="331812"/>
                    </a:cubicBezTo>
                    <a:cubicBezTo>
                      <a:pt x="1300956" y="331812"/>
                      <a:pt x="1537494" y="640281"/>
                      <a:pt x="1774031" y="642771"/>
                    </a:cubicBezTo>
                    <a:cubicBezTo>
                      <a:pt x="2010569" y="645261"/>
                      <a:pt x="2247106" y="646552"/>
                      <a:pt x="2483644" y="646552"/>
                    </a:cubicBezTo>
                    <a:cubicBezTo>
                      <a:pt x="2601912" y="646552"/>
                      <a:pt x="2720181" y="646552"/>
                      <a:pt x="2838450" y="646552"/>
                    </a:cubicBezTo>
                    <a:lnTo>
                      <a:pt x="2838450" y="805393"/>
                    </a:lnTo>
                    <a:cubicBezTo>
                      <a:pt x="2720181" y="805393"/>
                      <a:pt x="2601912" y="805393"/>
                      <a:pt x="2483644" y="805393"/>
                    </a:cubicBezTo>
                    <a:cubicBezTo>
                      <a:pt x="2247106" y="805393"/>
                      <a:pt x="2010569" y="796070"/>
                      <a:pt x="1774031" y="780954"/>
                    </a:cubicBezTo>
                    <a:cubicBezTo>
                      <a:pt x="1537494" y="765837"/>
                      <a:pt x="1300956" y="466925"/>
                      <a:pt x="1064419" y="466925"/>
                    </a:cubicBezTo>
                    <a:cubicBezTo>
                      <a:pt x="827881" y="466925"/>
                      <a:pt x="591344" y="492594"/>
                      <a:pt x="354806" y="492594"/>
                    </a:cubicBezTo>
                    <a:cubicBezTo>
                      <a:pt x="236538" y="492594"/>
                      <a:pt x="118269" y="492594"/>
                      <a:pt x="0" y="492594"/>
                    </a:cubicBezTo>
                    <a:close/>
                  </a:path>
                </a:pathLst>
              </a:custGeom>
              <a:solidFill>
                <a:srgbClr val="009E73">
                  <a:alpha val="6250"/>
                </a:srgbClr>
              </a:solidFill>
              <a:ln w="0">
                <a:noFill/>
              </a:ln>
            </p:spPr>
          </p:sp>
          <p:sp>
            <p:nvSpPr>
              <p:cNvPr id="2802" name="smooth-map-feature-3-shade-34">
                <a:extLst>
                  <a:ext uri="{FF2B5EF4-FFF2-40B4-BE49-F238E27FC236}">
                    <ns2:creationId id="{61408532-8881-4FC2-9B3C-9919C3C70F1D}"/>
                  </a:ext>
                </a:extLst>
              </p:cNvPr>
              <p:cNvSpPr>
                <a:spLocks noGrp="1"/>
              </p:cNvSpPr>
              <p:nvPr/>
            </p:nvSpPr>
            <p:spPr>
              <a:xfrm>
                <a:off x="21240750" y="6019800"/>
                <a:ext cx="2838450" cy="1143000"/>
              </a:xfrm>
              <a:custGeom>
                <a:pathLst>
                  <a:path w="2838450" h="1143000">
                    <a:moveTo>
                      <a:pt x="0" y="362501"/>
                    </a:moveTo>
                    <a:cubicBezTo>
                      <a:pt x="118269" y="362501"/>
                      <a:pt x="236538" y="362501"/>
                      <a:pt x="354806" y="362501"/>
                    </a:cubicBezTo>
                    <a:cubicBezTo>
                      <a:pt x="591344" y="362501"/>
                      <a:pt x="827881" y="334556"/>
                      <a:pt x="1064419" y="334556"/>
                    </a:cubicBezTo>
                    <a:cubicBezTo>
                      <a:pt x="1300956" y="334556"/>
                      <a:pt x="1537494" y="642815"/>
                      <a:pt x="1774031" y="645578"/>
                    </a:cubicBezTo>
                    <a:cubicBezTo>
                      <a:pt x="2010569" y="648341"/>
                      <a:pt x="2247106" y="649778"/>
                      <a:pt x="2483644" y="649778"/>
                    </a:cubicBezTo>
                    <a:cubicBezTo>
                      <a:pt x="2601912" y="649778"/>
                      <a:pt x="2720181" y="649778"/>
                      <a:pt x="2838450" y="649778"/>
                    </a:cubicBezTo>
                    <a:lnTo>
                      <a:pt x="2838450" y="802166"/>
                    </a:lnTo>
                    <a:cubicBezTo>
                      <a:pt x="2720181" y="802166"/>
                      <a:pt x="2601912" y="802166"/>
                      <a:pt x="2483644" y="802166"/>
                    </a:cubicBezTo>
                    <a:cubicBezTo>
                      <a:pt x="2247106" y="802166"/>
                      <a:pt x="2010569" y="793022"/>
                      <a:pt x="1774031" y="778147"/>
                    </a:cubicBezTo>
                    <a:cubicBezTo>
                      <a:pt x="1537494" y="763272"/>
                      <a:pt x="1300956" y="464181"/>
                      <a:pt x="1064419" y="464181"/>
                    </a:cubicBezTo>
                    <a:cubicBezTo>
                      <a:pt x="827881" y="464181"/>
                      <a:pt x="591344" y="489897"/>
                      <a:pt x="354806" y="489897"/>
                    </a:cubicBezTo>
                    <a:cubicBezTo>
                      <a:pt x="236538" y="489897"/>
                      <a:pt x="118269" y="489897"/>
                      <a:pt x="0" y="489897"/>
                    </a:cubicBezTo>
                    <a:close/>
                  </a:path>
                </a:pathLst>
              </a:custGeom>
              <a:solidFill>
                <a:srgbClr val="009E73">
                  <a:alpha val="6667"/>
                </a:srgbClr>
              </a:solidFill>
              <a:ln w="0">
                <a:noFill/>
              </a:ln>
            </p:spPr>
          </p:sp>
          <p:sp>
            <p:nvSpPr>
              <p:cNvPr id="2803" name="smooth-map-feature-3-shade-35">
                <a:extLst>
                  <a:ext uri="{FF2B5EF4-FFF2-40B4-BE49-F238E27FC236}">
                    <ns2:creationId id="{A88A8623-62A8-466A-89F6-970326B01249}"/>
                  </a:ext>
                </a:extLst>
              </p:cNvPr>
              <p:cNvSpPr>
                <a:spLocks noGrp="1"/>
              </p:cNvSpPr>
              <p:nvPr/>
            </p:nvSpPr>
            <p:spPr>
              <a:xfrm>
                <a:off x="21240750" y="6019800"/>
                <a:ext cx="2838450" cy="1143000"/>
              </a:xfrm>
              <a:custGeom>
                <a:pathLst>
                  <a:path w="2838450" h="1143000">
                    <a:moveTo>
                      <a:pt x="0" y="365234"/>
                    </a:moveTo>
                    <a:cubicBezTo>
                      <a:pt x="118269" y="365234"/>
                      <a:pt x="236538" y="365234"/>
                      <a:pt x="354806" y="365234"/>
                    </a:cubicBezTo>
                    <a:cubicBezTo>
                      <a:pt x="591344" y="365234"/>
                      <a:pt x="827881" y="337338"/>
                      <a:pt x="1064419" y="337338"/>
                    </a:cubicBezTo>
                    <a:cubicBezTo>
                      <a:pt x="1300956" y="337338"/>
                      <a:pt x="1537494" y="645384"/>
                      <a:pt x="1774031" y="648423"/>
                    </a:cubicBezTo>
                    <a:cubicBezTo>
                      <a:pt x="2010569" y="651461"/>
                      <a:pt x="2247106" y="653048"/>
                      <a:pt x="2483644" y="653048"/>
                    </a:cubicBezTo>
                    <a:cubicBezTo>
                      <a:pt x="2601912" y="653048"/>
                      <a:pt x="2720181" y="653048"/>
                      <a:pt x="2838450" y="653048"/>
                    </a:cubicBezTo>
                    <a:lnTo>
                      <a:pt x="2838450" y="798896"/>
                    </a:lnTo>
                    <a:cubicBezTo>
                      <a:pt x="2720181" y="798896"/>
                      <a:pt x="2601912" y="798896"/>
                      <a:pt x="2483644" y="798896"/>
                    </a:cubicBezTo>
                    <a:cubicBezTo>
                      <a:pt x="2247106" y="798896"/>
                      <a:pt x="2010569" y="789932"/>
                      <a:pt x="1774031" y="775302"/>
                    </a:cubicBezTo>
                    <a:cubicBezTo>
                      <a:pt x="1537494" y="760673"/>
                      <a:pt x="1300956" y="461399"/>
                      <a:pt x="1064419" y="461399"/>
                    </a:cubicBezTo>
                    <a:cubicBezTo>
                      <a:pt x="827881" y="461399"/>
                      <a:pt x="591344" y="487163"/>
                      <a:pt x="354806" y="487163"/>
                    </a:cubicBezTo>
                    <a:cubicBezTo>
                      <a:pt x="236538" y="487163"/>
                      <a:pt x="118269" y="487163"/>
                      <a:pt x="0" y="487163"/>
                    </a:cubicBezTo>
                    <a:close/>
                  </a:path>
                </a:pathLst>
              </a:custGeom>
              <a:solidFill>
                <a:srgbClr val="009E73">
                  <a:alpha val="7143"/>
                </a:srgbClr>
              </a:solidFill>
              <a:ln w="0">
                <a:noFill/>
              </a:ln>
            </p:spPr>
          </p:sp>
          <p:sp>
            <p:nvSpPr>
              <p:cNvPr id="2804" name="smooth-map-feature-3-shade-36">
                <a:extLst>
                  <a:ext uri="{FF2B5EF4-FFF2-40B4-BE49-F238E27FC236}">
                    <ns2:creationId id="{AA74F66F-C6DE-4951-9C88-38932FB7373A}"/>
                  </a:ext>
                </a:extLst>
              </p:cNvPr>
              <p:cNvSpPr>
                <a:spLocks noGrp="1"/>
              </p:cNvSpPr>
              <p:nvPr/>
            </p:nvSpPr>
            <p:spPr>
              <a:xfrm>
                <a:off x="21240750" y="6019800"/>
                <a:ext cx="2838450" cy="1143000"/>
              </a:xfrm>
              <a:custGeom>
                <a:pathLst>
                  <a:path w="2838450" h="1143000">
                    <a:moveTo>
                      <a:pt x="0" y="368014"/>
                    </a:moveTo>
                    <a:cubicBezTo>
                      <a:pt x="118269" y="368014"/>
                      <a:pt x="236538" y="368014"/>
                      <a:pt x="354806" y="368014"/>
                    </a:cubicBezTo>
                    <a:cubicBezTo>
                      <a:pt x="591344" y="368014"/>
                      <a:pt x="827881" y="340167"/>
                      <a:pt x="1064419" y="340167"/>
                    </a:cubicBezTo>
                    <a:cubicBezTo>
                      <a:pt x="1300956" y="340167"/>
                      <a:pt x="1537494" y="647997"/>
                      <a:pt x="1774031" y="651315"/>
                    </a:cubicBezTo>
                    <a:cubicBezTo>
                      <a:pt x="2010569" y="654634"/>
                      <a:pt x="2247106" y="656374"/>
                      <a:pt x="2483644" y="656374"/>
                    </a:cubicBezTo>
                    <a:cubicBezTo>
                      <a:pt x="2601912" y="656374"/>
                      <a:pt x="2720181" y="656374"/>
                      <a:pt x="2838450" y="656374"/>
                    </a:cubicBezTo>
                    <a:lnTo>
                      <a:pt x="2838450" y="795571"/>
                    </a:lnTo>
                    <a:cubicBezTo>
                      <a:pt x="2720181" y="795571"/>
                      <a:pt x="2601912" y="795571"/>
                      <a:pt x="2483644" y="795571"/>
                    </a:cubicBezTo>
                    <a:cubicBezTo>
                      <a:pt x="2247106" y="795571"/>
                      <a:pt x="2010569" y="786789"/>
                      <a:pt x="1774031" y="772409"/>
                    </a:cubicBezTo>
                    <a:cubicBezTo>
                      <a:pt x="1537494" y="758030"/>
                      <a:pt x="1300956" y="458571"/>
                      <a:pt x="1064419" y="458571"/>
                    </a:cubicBezTo>
                    <a:cubicBezTo>
                      <a:pt x="827881" y="458571"/>
                      <a:pt x="591344" y="484383"/>
                      <a:pt x="354806" y="484383"/>
                    </a:cubicBezTo>
                    <a:cubicBezTo>
                      <a:pt x="236538" y="484383"/>
                      <a:pt x="118269" y="484383"/>
                      <a:pt x="0" y="484383"/>
                    </a:cubicBezTo>
                    <a:close/>
                  </a:path>
                </a:pathLst>
              </a:custGeom>
              <a:solidFill>
                <a:srgbClr val="009E73">
                  <a:alpha val="7692"/>
                </a:srgbClr>
              </a:solidFill>
              <a:ln w="0">
                <a:noFill/>
              </a:ln>
            </p:spPr>
          </p:sp>
          <p:sp>
            <p:nvSpPr>
              <p:cNvPr id="2805" name="smooth-map-feature-3-shade-37">
                <a:extLst>
                  <a:ext uri="{FF2B5EF4-FFF2-40B4-BE49-F238E27FC236}">
                    <ns2:creationId id="{035C5BB1-7F36-41D3-B2EC-FBC9754139FA}"/>
                  </a:ext>
                </a:extLst>
              </p:cNvPr>
              <p:cNvSpPr>
                <a:spLocks noGrp="1"/>
              </p:cNvSpPr>
              <p:nvPr/>
            </p:nvSpPr>
            <p:spPr>
              <a:xfrm>
                <a:off x="21240750" y="6019800"/>
                <a:ext cx="2838450" cy="1143000"/>
              </a:xfrm>
              <a:custGeom>
                <a:pathLst>
                  <a:path w="2838450" h="1143000">
                    <a:moveTo>
                      <a:pt x="0" y="370853"/>
                    </a:moveTo>
                    <a:cubicBezTo>
                      <a:pt x="118269" y="370853"/>
                      <a:pt x="236538" y="370853"/>
                      <a:pt x="354806" y="370853"/>
                    </a:cubicBezTo>
                    <a:cubicBezTo>
                      <a:pt x="591344" y="370853"/>
                      <a:pt x="827881" y="343054"/>
                      <a:pt x="1064419" y="343054"/>
                    </a:cubicBezTo>
                    <a:cubicBezTo>
                      <a:pt x="1300956" y="343054"/>
                      <a:pt x="1537494" y="650666"/>
                      <a:pt x="1774031" y="654269"/>
                    </a:cubicBezTo>
                    <a:cubicBezTo>
                      <a:pt x="2010569" y="657872"/>
                      <a:pt x="2247106" y="659769"/>
                      <a:pt x="2483644" y="659769"/>
                    </a:cubicBezTo>
                    <a:cubicBezTo>
                      <a:pt x="2601912" y="659769"/>
                      <a:pt x="2720181" y="659769"/>
                      <a:pt x="2838450" y="659769"/>
                    </a:cubicBezTo>
                    <a:lnTo>
                      <a:pt x="2838450" y="792176"/>
                    </a:lnTo>
                    <a:cubicBezTo>
                      <a:pt x="2720181" y="792176"/>
                      <a:pt x="2601912" y="792176"/>
                      <a:pt x="2483644" y="792176"/>
                    </a:cubicBezTo>
                    <a:cubicBezTo>
                      <a:pt x="2247106" y="792176"/>
                      <a:pt x="2010569" y="783580"/>
                      <a:pt x="1774031" y="769456"/>
                    </a:cubicBezTo>
                    <a:cubicBezTo>
                      <a:pt x="1537494" y="755332"/>
                      <a:pt x="1300956" y="455683"/>
                      <a:pt x="1064419" y="455683"/>
                    </a:cubicBezTo>
                    <a:cubicBezTo>
                      <a:pt x="827881" y="455683"/>
                      <a:pt x="591344" y="481545"/>
                      <a:pt x="354806" y="481545"/>
                    </a:cubicBezTo>
                    <a:cubicBezTo>
                      <a:pt x="236538" y="481545"/>
                      <a:pt x="118269" y="481545"/>
                      <a:pt x="0" y="481545"/>
                    </a:cubicBezTo>
                    <a:close/>
                  </a:path>
                </a:pathLst>
              </a:custGeom>
              <a:solidFill>
                <a:srgbClr val="009E73">
                  <a:alpha val="8333"/>
                </a:srgbClr>
              </a:solidFill>
              <a:ln w="0">
                <a:noFill/>
              </a:ln>
            </p:spPr>
          </p:sp>
          <p:sp>
            <p:nvSpPr>
              <p:cNvPr id="2806" name="smooth-map-feature-3-shade-38">
                <a:extLst>
                  <a:ext uri="{FF2B5EF4-FFF2-40B4-BE49-F238E27FC236}">
                    <ns2:creationId id="{4459AB52-2ACC-41B4-8761-24C4B22E2480}"/>
                  </a:ext>
                </a:extLst>
              </p:cNvPr>
              <p:cNvSpPr>
                <a:spLocks noGrp="1"/>
              </p:cNvSpPr>
              <p:nvPr/>
            </p:nvSpPr>
            <p:spPr>
              <a:xfrm>
                <a:off x="21240750" y="6019800"/>
                <a:ext cx="2838450" cy="1143000"/>
              </a:xfrm>
              <a:custGeom>
                <a:pathLst>
                  <a:path w="2838450" h="1143000">
                    <a:moveTo>
                      <a:pt x="0" y="373763"/>
                    </a:moveTo>
                    <a:cubicBezTo>
                      <a:pt x="118269" y="373763"/>
                      <a:pt x="236538" y="373763"/>
                      <a:pt x="354806" y="373763"/>
                    </a:cubicBezTo>
                    <a:cubicBezTo>
                      <a:pt x="591344" y="373763"/>
                      <a:pt x="827881" y="346015"/>
                      <a:pt x="1064419" y="346015"/>
                    </a:cubicBezTo>
                    <a:cubicBezTo>
                      <a:pt x="1300956" y="346015"/>
                      <a:pt x="1537494" y="653403"/>
                      <a:pt x="1774031" y="657297"/>
                    </a:cubicBezTo>
                    <a:cubicBezTo>
                      <a:pt x="2010569" y="661191"/>
                      <a:pt x="2247106" y="663250"/>
                      <a:pt x="2483644" y="663250"/>
                    </a:cubicBezTo>
                    <a:cubicBezTo>
                      <a:pt x="2601912" y="663250"/>
                      <a:pt x="2720181" y="663250"/>
                      <a:pt x="2838450" y="663250"/>
                    </a:cubicBezTo>
                    <a:lnTo>
                      <a:pt x="2838450" y="788695"/>
                    </a:lnTo>
                    <a:cubicBezTo>
                      <a:pt x="2720181" y="788695"/>
                      <a:pt x="2601912" y="788695"/>
                      <a:pt x="2483644" y="788695"/>
                    </a:cubicBezTo>
                    <a:cubicBezTo>
                      <a:pt x="2247106" y="788695"/>
                      <a:pt x="2010569" y="780289"/>
                      <a:pt x="1774031" y="766428"/>
                    </a:cubicBezTo>
                    <a:cubicBezTo>
                      <a:pt x="1537494" y="752567"/>
                      <a:pt x="1300956" y="452722"/>
                      <a:pt x="1064419" y="452722"/>
                    </a:cubicBezTo>
                    <a:cubicBezTo>
                      <a:pt x="827881" y="452722"/>
                      <a:pt x="591344" y="478635"/>
                      <a:pt x="354806" y="478635"/>
                    </a:cubicBezTo>
                    <a:cubicBezTo>
                      <a:pt x="236538" y="478635"/>
                      <a:pt x="118269" y="478635"/>
                      <a:pt x="0" y="478635"/>
                    </a:cubicBezTo>
                    <a:close/>
                  </a:path>
                </a:pathLst>
              </a:custGeom>
              <a:solidFill>
                <a:srgbClr val="009E73">
                  <a:alpha val="9091"/>
                </a:srgbClr>
              </a:solidFill>
              <a:ln w="0">
                <a:noFill/>
              </a:ln>
            </p:spPr>
          </p:sp>
          <p:sp>
            <p:nvSpPr>
              <p:cNvPr id="2807" name="smooth-map-feature-3-shade-39">
                <a:extLst>
                  <a:ext uri="{FF2B5EF4-FFF2-40B4-BE49-F238E27FC236}">
                    <ns2:creationId id="{B9C1EB17-B0D2-4192-BCCE-FC9C62A6790B}"/>
                  </a:ext>
                </a:extLst>
              </p:cNvPr>
              <p:cNvSpPr>
                <a:spLocks noGrp="1"/>
              </p:cNvSpPr>
              <p:nvPr/>
            </p:nvSpPr>
            <p:spPr>
              <a:xfrm>
                <a:off x="21240750" y="6019800"/>
                <a:ext cx="2838450" cy="1143000"/>
              </a:xfrm>
              <a:custGeom>
                <a:pathLst>
                  <a:path w="2838450" h="1143000">
                    <a:moveTo>
                      <a:pt x="0" y="376762"/>
                    </a:moveTo>
                    <a:cubicBezTo>
                      <a:pt x="118269" y="376762"/>
                      <a:pt x="236538" y="376762"/>
                      <a:pt x="354806" y="376762"/>
                    </a:cubicBezTo>
                    <a:cubicBezTo>
                      <a:pt x="591344" y="376762"/>
                      <a:pt x="827881" y="349067"/>
                      <a:pt x="1064419" y="349067"/>
                    </a:cubicBezTo>
                    <a:cubicBezTo>
                      <a:pt x="1300956" y="349067"/>
                      <a:pt x="1537494" y="656226"/>
                      <a:pt x="1774031" y="660418"/>
                    </a:cubicBezTo>
                    <a:cubicBezTo>
                      <a:pt x="2010569" y="664611"/>
                      <a:pt x="2247106" y="666838"/>
                      <a:pt x="2483644" y="666838"/>
                    </a:cubicBezTo>
                    <a:cubicBezTo>
                      <a:pt x="2601912" y="666838"/>
                      <a:pt x="2720181" y="666838"/>
                      <a:pt x="2838450" y="666838"/>
                    </a:cubicBezTo>
                    <a:lnTo>
                      <a:pt x="2838450" y="785107"/>
                    </a:lnTo>
                    <a:cubicBezTo>
                      <a:pt x="2720181" y="785107"/>
                      <a:pt x="2601912" y="785107"/>
                      <a:pt x="2483644" y="785107"/>
                    </a:cubicBezTo>
                    <a:cubicBezTo>
                      <a:pt x="2247106" y="785107"/>
                      <a:pt x="2010569" y="776896"/>
                      <a:pt x="1774031" y="763306"/>
                    </a:cubicBezTo>
                    <a:cubicBezTo>
                      <a:pt x="1537494" y="749717"/>
                      <a:pt x="1300956" y="449670"/>
                      <a:pt x="1064419" y="449670"/>
                    </a:cubicBezTo>
                    <a:cubicBezTo>
                      <a:pt x="827881" y="449670"/>
                      <a:pt x="591344" y="475635"/>
                      <a:pt x="354806" y="475635"/>
                    </a:cubicBezTo>
                    <a:cubicBezTo>
                      <a:pt x="236538" y="475635"/>
                      <a:pt x="118269" y="475635"/>
                      <a:pt x="0" y="475635"/>
                    </a:cubicBezTo>
                    <a:close/>
                  </a:path>
                </a:pathLst>
              </a:custGeom>
              <a:solidFill>
                <a:srgbClr val="009E73">
                  <a:alpha val="10000"/>
                </a:srgbClr>
              </a:solidFill>
              <a:ln w="0">
                <a:noFill/>
              </a:ln>
            </p:spPr>
          </p:sp>
          <p:sp>
            <p:nvSpPr>
              <p:cNvPr id="2808" name="smooth-map-feature-3-shade-40">
                <a:extLst>
                  <a:ext uri="{FF2B5EF4-FFF2-40B4-BE49-F238E27FC236}">
                    <ns2:creationId id="{2BA637BD-9C73-4319-81DE-DEAFCB0E53AB}"/>
                  </a:ext>
                </a:extLst>
              </p:cNvPr>
              <p:cNvSpPr>
                <a:spLocks noGrp="1"/>
              </p:cNvSpPr>
              <p:nvPr/>
            </p:nvSpPr>
            <p:spPr>
              <a:xfrm>
                <a:off x="21240750" y="6019800"/>
                <a:ext cx="2838450" cy="1143000"/>
              </a:xfrm>
              <a:custGeom>
                <a:pathLst>
                  <a:path w="2838450" h="1143000">
                    <a:moveTo>
                      <a:pt x="0" y="379873"/>
                    </a:moveTo>
                    <a:cubicBezTo>
                      <a:pt x="118269" y="379873"/>
                      <a:pt x="236538" y="379873"/>
                      <a:pt x="354806" y="379873"/>
                    </a:cubicBezTo>
                    <a:cubicBezTo>
                      <a:pt x="591344" y="379873"/>
                      <a:pt x="827881" y="352232"/>
                      <a:pt x="1064419" y="352232"/>
                    </a:cubicBezTo>
                    <a:cubicBezTo>
                      <a:pt x="1300956" y="352232"/>
                      <a:pt x="1537494" y="659153"/>
                      <a:pt x="1774031" y="663655"/>
                    </a:cubicBezTo>
                    <a:cubicBezTo>
                      <a:pt x="2010569" y="668157"/>
                      <a:pt x="2247106" y="670558"/>
                      <a:pt x="2483644" y="670558"/>
                    </a:cubicBezTo>
                    <a:cubicBezTo>
                      <a:pt x="2601912" y="670558"/>
                      <a:pt x="2720181" y="670558"/>
                      <a:pt x="2838450" y="670558"/>
                    </a:cubicBezTo>
                    <a:lnTo>
                      <a:pt x="2838450" y="781387"/>
                    </a:lnTo>
                    <a:cubicBezTo>
                      <a:pt x="2720181" y="781387"/>
                      <a:pt x="2601912" y="781387"/>
                      <a:pt x="2483644" y="781387"/>
                    </a:cubicBezTo>
                    <a:cubicBezTo>
                      <a:pt x="2247106" y="781387"/>
                      <a:pt x="2010569" y="773376"/>
                      <a:pt x="1774031" y="760070"/>
                    </a:cubicBezTo>
                    <a:cubicBezTo>
                      <a:pt x="1537494" y="746763"/>
                      <a:pt x="1300956" y="446505"/>
                      <a:pt x="1064419" y="446505"/>
                    </a:cubicBezTo>
                    <a:cubicBezTo>
                      <a:pt x="827881" y="446505"/>
                      <a:pt x="591344" y="472525"/>
                      <a:pt x="354806" y="472525"/>
                    </a:cubicBezTo>
                    <a:cubicBezTo>
                      <a:pt x="236538" y="472525"/>
                      <a:pt x="118269" y="472525"/>
                      <a:pt x="0" y="472525"/>
                    </a:cubicBezTo>
                    <a:close/>
                  </a:path>
                </a:pathLst>
              </a:custGeom>
              <a:solidFill>
                <a:srgbClr val="009E73">
                  <a:alpha val="11111"/>
                </a:srgbClr>
              </a:solidFill>
              <a:ln w="0">
                <a:noFill/>
              </a:ln>
            </p:spPr>
          </p:sp>
          <p:sp>
            <p:nvSpPr>
              <p:cNvPr id="2809" name="smooth-map-feature-3-shade-41">
                <a:extLst>
                  <a:ext uri="{FF2B5EF4-FFF2-40B4-BE49-F238E27FC236}">
                    <ns2:creationId id="{B3F1E687-4280-4460-BFB6-778D07A98466}"/>
                  </a:ext>
                </a:extLst>
              </p:cNvPr>
              <p:cNvSpPr>
                <a:spLocks noGrp="1"/>
              </p:cNvSpPr>
              <p:nvPr/>
            </p:nvSpPr>
            <p:spPr>
              <a:xfrm>
                <a:off x="21240750" y="6019800"/>
                <a:ext cx="2838450" cy="1143000"/>
              </a:xfrm>
              <a:custGeom>
                <a:pathLst>
                  <a:path w="2838450" h="1143000">
                    <a:moveTo>
                      <a:pt x="0" y="383123"/>
                    </a:moveTo>
                    <a:cubicBezTo>
                      <a:pt x="118269" y="383123"/>
                      <a:pt x="236538" y="383123"/>
                      <a:pt x="354806" y="383123"/>
                    </a:cubicBezTo>
                    <a:cubicBezTo>
                      <a:pt x="591344" y="383123"/>
                      <a:pt x="827881" y="355539"/>
                      <a:pt x="1064419" y="355539"/>
                    </a:cubicBezTo>
                    <a:cubicBezTo>
                      <a:pt x="1300956" y="355539"/>
                      <a:pt x="1537494" y="662213"/>
                      <a:pt x="1774031" y="667037"/>
                    </a:cubicBezTo>
                    <a:cubicBezTo>
                      <a:pt x="2010569" y="671861"/>
                      <a:pt x="2247106" y="674446"/>
                      <a:pt x="2483644" y="674446"/>
                    </a:cubicBezTo>
                    <a:cubicBezTo>
                      <a:pt x="2601912" y="674446"/>
                      <a:pt x="2720181" y="674446"/>
                      <a:pt x="2838450" y="674446"/>
                    </a:cubicBezTo>
                    <a:lnTo>
                      <a:pt x="2838450" y="777499"/>
                    </a:lnTo>
                    <a:cubicBezTo>
                      <a:pt x="2720181" y="777499"/>
                      <a:pt x="2601912" y="777499"/>
                      <a:pt x="2483644" y="777499"/>
                    </a:cubicBezTo>
                    <a:cubicBezTo>
                      <a:pt x="2247106" y="777499"/>
                      <a:pt x="2010569" y="769698"/>
                      <a:pt x="1774031" y="756688"/>
                    </a:cubicBezTo>
                    <a:cubicBezTo>
                      <a:pt x="1537494" y="743677"/>
                      <a:pt x="1300956" y="443198"/>
                      <a:pt x="1064419" y="443198"/>
                    </a:cubicBezTo>
                    <a:cubicBezTo>
                      <a:pt x="827881" y="443198"/>
                      <a:pt x="591344" y="469275"/>
                      <a:pt x="354806" y="469275"/>
                    </a:cubicBezTo>
                    <a:cubicBezTo>
                      <a:pt x="236538" y="469275"/>
                      <a:pt x="118269" y="469275"/>
                      <a:pt x="0" y="469275"/>
                    </a:cubicBezTo>
                    <a:close/>
                  </a:path>
                </a:pathLst>
              </a:custGeom>
              <a:solidFill>
                <a:srgbClr val="009E73">
                  <a:alpha val="12500"/>
                </a:srgbClr>
              </a:solidFill>
              <a:ln w="0">
                <a:noFill/>
              </a:ln>
            </p:spPr>
          </p:sp>
          <p:sp>
            <p:nvSpPr>
              <p:cNvPr id="2810" name="smooth-map-feature-3-shade-42">
                <a:extLst>
                  <a:ext uri="{FF2B5EF4-FFF2-40B4-BE49-F238E27FC236}">
                    <ns2:creationId id="{965DC00B-62CC-4BAD-88E3-FAB1EDCA17A9}"/>
                  </a:ext>
                </a:extLst>
              </p:cNvPr>
              <p:cNvSpPr>
                <a:spLocks noGrp="1"/>
              </p:cNvSpPr>
              <p:nvPr/>
            </p:nvSpPr>
            <p:spPr>
              <a:xfrm>
                <a:off x="21240750" y="6019800"/>
                <a:ext cx="2838450" cy="1143000"/>
              </a:xfrm>
              <a:custGeom>
                <a:pathLst>
                  <a:path w="2838450" h="1143000">
                    <a:moveTo>
                      <a:pt x="0" y="386551"/>
                    </a:moveTo>
                    <a:cubicBezTo>
                      <a:pt x="118269" y="386551"/>
                      <a:pt x="236538" y="386551"/>
                      <a:pt x="354806" y="386551"/>
                    </a:cubicBezTo>
                    <a:cubicBezTo>
                      <a:pt x="591344" y="386551"/>
                      <a:pt x="827881" y="359027"/>
                      <a:pt x="1064419" y="359027"/>
                    </a:cubicBezTo>
                    <a:cubicBezTo>
                      <a:pt x="1300956" y="359027"/>
                      <a:pt x="1537494" y="665441"/>
                      <a:pt x="1774031" y="670604"/>
                    </a:cubicBezTo>
                    <a:cubicBezTo>
                      <a:pt x="2010569" y="675767"/>
                      <a:pt x="2247106" y="678546"/>
                      <a:pt x="2483644" y="678546"/>
                    </a:cubicBezTo>
                    <a:cubicBezTo>
                      <a:pt x="2601912" y="678546"/>
                      <a:pt x="2720181" y="678546"/>
                      <a:pt x="2838450" y="678546"/>
                    </a:cubicBezTo>
                    <a:lnTo>
                      <a:pt x="2838450" y="773399"/>
                    </a:lnTo>
                    <a:cubicBezTo>
                      <a:pt x="2720181" y="773399"/>
                      <a:pt x="2601912" y="773399"/>
                      <a:pt x="2483644" y="773399"/>
                    </a:cubicBezTo>
                    <a:cubicBezTo>
                      <a:pt x="2247106" y="773399"/>
                      <a:pt x="2010569" y="765818"/>
                      <a:pt x="1774031" y="753121"/>
                    </a:cubicBezTo>
                    <a:cubicBezTo>
                      <a:pt x="1537494" y="740423"/>
                      <a:pt x="1300956" y="439710"/>
                      <a:pt x="1064419" y="439710"/>
                    </a:cubicBezTo>
                    <a:cubicBezTo>
                      <a:pt x="827881" y="439710"/>
                      <a:pt x="591344" y="465847"/>
                      <a:pt x="354806" y="465847"/>
                    </a:cubicBezTo>
                    <a:cubicBezTo>
                      <a:pt x="236538" y="465847"/>
                      <a:pt x="118269" y="465847"/>
                      <a:pt x="0" y="465847"/>
                    </a:cubicBezTo>
                    <a:close/>
                  </a:path>
                </a:pathLst>
              </a:custGeom>
              <a:solidFill>
                <a:srgbClr val="009E73">
                  <a:alpha val="14286"/>
                </a:srgbClr>
              </a:solidFill>
              <a:ln w="0">
                <a:noFill/>
              </a:ln>
            </p:spPr>
          </p:sp>
          <p:sp>
            <p:nvSpPr>
              <p:cNvPr id="2811" name="smooth-map-feature-3-shade-43">
                <a:extLst>
                  <a:ext uri="{FF2B5EF4-FFF2-40B4-BE49-F238E27FC236}">
                    <ns2:creationId id="{DFF5D212-444E-4D7D-B985-243CEDF12747}"/>
                  </a:ext>
                </a:extLst>
              </p:cNvPr>
              <p:cNvSpPr>
                <a:spLocks noGrp="1"/>
              </p:cNvSpPr>
              <p:nvPr/>
            </p:nvSpPr>
            <p:spPr>
              <a:xfrm>
                <a:off x="21240750" y="6019800"/>
                <a:ext cx="2838450" cy="1143000"/>
              </a:xfrm>
              <a:custGeom>
                <a:pathLst>
                  <a:path w="2838450" h="1143000">
                    <a:moveTo>
                      <a:pt x="0" y="390212"/>
                    </a:moveTo>
                    <a:cubicBezTo>
                      <a:pt x="118269" y="390212"/>
                      <a:pt x="236538" y="390212"/>
                      <a:pt x="354806" y="390212"/>
                    </a:cubicBezTo>
                    <a:cubicBezTo>
                      <a:pt x="591344" y="390212"/>
                      <a:pt x="827881" y="362753"/>
                      <a:pt x="1064419" y="362753"/>
                    </a:cubicBezTo>
                    <a:cubicBezTo>
                      <a:pt x="1300956" y="362753"/>
                      <a:pt x="1537494" y="668891"/>
                      <a:pt x="1774031" y="674415"/>
                    </a:cubicBezTo>
                    <a:cubicBezTo>
                      <a:pt x="2010569" y="679938"/>
                      <a:pt x="2247106" y="682926"/>
                      <a:pt x="2483644" y="682926"/>
                    </a:cubicBezTo>
                    <a:cubicBezTo>
                      <a:pt x="2601912" y="682926"/>
                      <a:pt x="2720181" y="682926"/>
                      <a:pt x="2838450" y="682926"/>
                    </a:cubicBezTo>
                    <a:lnTo>
                      <a:pt x="2838450" y="769019"/>
                    </a:lnTo>
                    <a:cubicBezTo>
                      <a:pt x="2720181" y="769019"/>
                      <a:pt x="2601912" y="769019"/>
                      <a:pt x="2483644" y="769019"/>
                    </a:cubicBezTo>
                    <a:cubicBezTo>
                      <a:pt x="2247106" y="769019"/>
                      <a:pt x="2010569" y="761672"/>
                      <a:pt x="1774031" y="749310"/>
                    </a:cubicBezTo>
                    <a:cubicBezTo>
                      <a:pt x="1537494" y="736949"/>
                      <a:pt x="1300956" y="435985"/>
                      <a:pt x="1064419" y="435985"/>
                    </a:cubicBezTo>
                    <a:cubicBezTo>
                      <a:pt x="827881" y="435985"/>
                      <a:pt x="591344" y="462186"/>
                      <a:pt x="354806" y="462186"/>
                    </a:cubicBezTo>
                    <a:cubicBezTo>
                      <a:pt x="236538" y="462186"/>
                      <a:pt x="118269" y="462186"/>
                      <a:pt x="0" y="462186"/>
                    </a:cubicBezTo>
                    <a:close/>
                  </a:path>
                </a:pathLst>
              </a:custGeom>
              <a:solidFill>
                <a:srgbClr val="009E73">
                  <a:alpha val="16667"/>
                </a:srgbClr>
              </a:solidFill>
              <a:ln w="0">
                <a:noFill/>
              </a:ln>
            </p:spPr>
          </p:sp>
          <p:sp>
            <p:nvSpPr>
              <p:cNvPr id="2812" name="smooth-map-feature-3-shade-44">
                <a:extLst>
                  <a:ext uri="{FF2B5EF4-FFF2-40B4-BE49-F238E27FC236}">
                    <ns2:creationId id="{A287B9E6-8DBE-409C-9A4C-C8BD2C527C9F}"/>
                  </a:ext>
                </a:extLst>
              </p:cNvPr>
              <p:cNvSpPr>
                <a:spLocks noGrp="1"/>
              </p:cNvSpPr>
              <p:nvPr/>
            </p:nvSpPr>
            <p:spPr>
              <a:xfrm>
                <a:off x="21240750" y="6019800"/>
                <a:ext cx="2838450" cy="1143000"/>
              </a:xfrm>
              <a:custGeom>
                <a:pathLst>
                  <a:path w="2838450" h="1143000">
                    <a:moveTo>
                      <a:pt x="0" y="394192"/>
                    </a:moveTo>
                    <a:cubicBezTo>
                      <a:pt x="118269" y="394192"/>
                      <a:pt x="236538" y="394192"/>
                      <a:pt x="354806" y="394192"/>
                    </a:cubicBezTo>
                    <a:cubicBezTo>
                      <a:pt x="591344" y="394192"/>
                      <a:pt x="827881" y="366802"/>
                      <a:pt x="1064419" y="366802"/>
                    </a:cubicBezTo>
                    <a:cubicBezTo>
                      <a:pt x="1300956" y="366802"/>
                      <a:pt x="1537494" y="672642"/>
                      <a:pt x="1774031" y="678556"/>
                    </a:cubicBezTo>
                    <a:cubicBezTo>
                      <a:pt x="2010569" y="684470"/>
                      <a:pt x="2247106" y="687687"/>
                      <a:pt x="2483644" y="687687"/>
                    </a:cubicBezTo>
                    <a:cubicBezTo>
                      <a:pt x="2601912" y="687687"/>
                      <a:pt x="2720181" y="687687"/>
                      <a:pt x="2838450" y="687687"/>
                    </a:cubicBezTo>
                    <a:lnTo>
                      <a:pt x="2838450" y="764258"/>
                    </a:lnTo>
                    <a:cubicBezTo>
                      <a:pt x="2720181" y="764258"/>
                      <a:pt x="2601912" y="764258"/>
                      <a:pt x="2483644" y="764258"/>
                    </a:cubicBezTo>
                    <a:cubicBezTo>
                      <a:pt x="2247106" y="764258"/>
                      <a:pt x="2010569" y="757164"/>
                      <a:pt x="1774031" y="745169"/>
                    </a:cubicBezTo>
                    <a:cubicBezTo>
                      <a:pt x="1537494" y="733174"/>
                      <a:pt x="1300956" y="431935"/>
                      <a:pt x="1064419" y="431935"/>
                    </a:cubicBezTo>
                    <a:cubicBezTo>
                      <a:pt x="827881" y="431935"/>
                      <a:pt x="591344" y="458206"/>
                      <a:pt x="354806" y="458206"/>
                    </a:cubicBezTo>
                    <a:cubicBezTo>
                      <a:pt x="236538" y="458206"/>
                      <a:pt x="118269" y="458206"/>
                      <a:pt x="0" y="458206"/>
                    </a:cubicBezTo>
                    <a:close/>
                  </a:path>
                </a:pathLst>
              </a:custGeom>
              <a:solidFill>
                <a:srgbClr val="009E73">
                  <a:alpha val="20000"/>
                </a:srgbClr>
              </a:solidFill>
              <a:ln w="0">
                <a:noFill/>
              </a:ln>
            </p:spPr>
          </p:sp>
          <p:sp>
            <p:nvSpPr>
              <p:cNvPr id="2813" name="smooth-map-feature-3-shade-45">
                <a:extLst>
                  <a:ext uri="{FF2B5EF4-FFF2-40B4-BE49-F238E27FC236}">
                    <ns2:creationId id="{A9021845-0E25-4F23-822F-0ED4C060F2F6}"/>
                  </a:ext>
                </a:extLst>
              </p:cNvPr>
              <p:cNvSpPr>
                <a:spLocks noGrp="1"/>
              </p:cNvSpPr>
              <p:nvPr/>
            </p:nvSpPr>
            <p:spPr>
              <a:xfrm>
                <a:off x="21240750" y="6019800"/>
                <a:ext cx="2838450" cy="1143000"/>
              </a:xfrm>
              <a:custGeom>
                <a:pathLst>
                  <a:path w="2838450" h="1143000">
                    <a:moveTo>
                      <a:pt x="0" y="398633"/>
                    </a:moveTo>
                    <a:cubicBezTo>
                      <a:pt x="118269" y="398633"/>
                      <a:pt x="236538" y="398633"/>
                      <a:pt x="354806" y="398633"/>
                    </a:cubicBezTo>
                    <a:cubicBezTo>
                      <a:pt x="591344" y="398633"/>
                      <a:pt x="827881" y="371320"/>
                      <a:pt x="1064419" y="371320"/>
                    </a:cubicBezTo>
                    <a:cubicBezTo>
                      <a:pt x="1300956" y="371320"/>
                      <a:pt x="1537494" y="676829"/>
                      <a:pt x="1774031" y="683177"/>
                    </a:cubicBezTo>
                    <a:cubicBezTo>
                      <a:pt x="2010569" y="689525"/>
                      <a:pt x="2247106" y="692998"/>
                      <a:pt x="2483644" y="692998"/>
                    </a:cubicBezTo>
                    <a:cubicBezTo>
                      <a:pt x="2601912" y="692998"/>
                      <a:pt x="2720181" y="692998"/>
                      <a:pt x="2838450" y="692998"/>
                    </a:cubicBezTo>
                    <a:lnTo>
                      <a:pt x="2838450" y="758946"/>
                    </a:lnTo>
                    <a:cubicBezTo>
                      <a:pt x="2720181" y="758946"/>
                      <a:pt x="2601912" y="758946"/>
                      <a:pt x="2483644" y="758946"/>
                    </a:cubicBezTo>
                    <a:cubicBezTo>
                      <a:pt x="2247106" y="758946"/>
                      <a:pt x="2010569" y="752133"/>
                      <a:pt x="1774031" y="740548"/>
                    </a:cubicBezTo>
                    <a:cubicBezTo>
                      <a:pt x="1537494" y="728963"/>
                      <a:pt x="1300956" y="427417"/>
                      <a:pt x="1064419" y="427417"/>
                    </a:cubicBezTo>
                    <a:cubicBezTo>
                      <a:pt x="827881" y="427417"/>
                      <a:pt x="591344" y="453765"/>
                      <a:pt x="354806" y="453765"/>
                    </a:cubicBezTo>
                    <a:cubicBezTo>
                      <a:pt x="236538" y="453765"/>
                      <a:pt x="118269" y="453765"/>
                      <a:pt x="0" y="453765"/>
                    </a:cubicBezTo>
                    <a:close/>
                  </a:path>
                </a:pathLst>
              </a:custGeom>
              <a:solidFill>
                <a:srgbClr val="009E73">
                  <a:alpha val="25000"/>
                </a:srgbClr>
              </a:solidFill>
              <a:ln w="0">
                <a:noFill/>
              </a:ln>
            </p:spPr>
          </p:sp>
          <p:sp>
            <p:nvSpPr>
              <p:cNvPr id="2814" name="smooth-map-feature-3-shade-46">
                <a:extLst>
                  <a:ext uri="{FF2B5EF4-FFF2-40B4-BE49-F238E27FC236}">
                    <ns2:creationId id="{4EB26233-61F8-473B-B34A-DBF9ACB18736}"/>
                  </a:ext>
                </a:extLst>
              </p:cNvPr>
              <p:cNvSpPr>
                <a:spLocks noGrp="1"/>
              </p:cNvSpPr>
              <p:nvPr/>
            </p:nvSpPr>
            <p:spPr>
              <a:xfrm>
                <a:off x="21240750" y="6019800"/>
                <a:ext cx="2838450" cy="1143000"/>
              </a:xfrm>
              <a:custGeom>
                <a:pathLst>
                  <a:path w="2838450" h="1143000">
                    <a:moveTo>
                      <a:pt x="0" y="403813"/>
                    </a:moveTo>
                    <a:cubicBezTo>
                      <a:pt x="118269" y="403813"/>
                      <a:pt x="236538" y="403813"/>
                      <a:pt x="354806" y="403813"/>
                    </a:cubicBezTo>
                    <a:cubicBezTo>
                      <a:pt x="591344" y="403813"/>
                      <a:pt x="827881" y="376591"/>
                      <a:pt x="1064419" y="376591"/>
                    </a:cubicBezTo>
                    <a:cubicBezTo>
                      <a:pt x="1300956" y="376591"/>
                      <a:pt x="1537494" y="681716"/>
                      <a:pt x="1774031" y="688568"/>
                    </a:cubicBezTo>
                    <a:cubicBezTo>
                      <a:pt x="2010569" y="695419"/>
                      <a:pt x="2247106" y="699195"/>
                      <a:pt x="2483644" y="699195"/>
                    </a:cubicBezTo>
                    <a:cubicBezTo>
                      <a:pt x="2601912" y="699195"/>
                      <a:pt x="2720181" y="699195"/>
                      <a:pt x="2838450" y="699195"/>
                    </a:cubicBezTo>
                    <a:lnTo>
                      <a:pt x="2838450" y="752750"/>
                    </a:lnTo>
                    <a:cubicBezTo>
                      <a:pt x="2720181" y="752750"/>
                      <a:pt x="2601912" y="752750"/>
                      <a:pt x="2483644" y="752750"/>
                    </a:cubicBezTo>
                    <a:cubicBezTo>
                      <a:pt x="2247106" y="752750"/>
                      <a:pt x="2010569" y="746262"/>
                      <a:pt x="1774031" y="735157"/>
                    </a:cubicBezTo>
                    <a:cubicBezTo>
                      <a:pt x="1537494" y="724053"/>
                      <a:pt x="1300956" y="422146"/>
                      <a:pt x="1064419" y="422146"/>
                    </a:cubicBezTo>
                    <a:cubicBezTo>
                      <a:pt x="827881" y="422146"/>
                      <a:pt x="591344" y="448585"/>
                      <a:pt x="354806" y="448585"/>
                    </a:cubicBezTo>
                    <a:cubicBezTo>
                      <a:pt x="236538" y="448585"/>
                      <a:pt x="118269" y="448585"/>
                      <a:pt x="0" y="448585"/>
                    </a:cubicBezTo>
                    <a:close/>
                  </a:path>
                </a:pathLst>
              </a:custGeom>
              <a:solidFill>
                <a:srgbClr val="009E73">
                  <a:alpha val="33333"/>
                </a:srgbClr>
              </a:solidFill>
              <a:ln w="0">
                <a:noFill/>
              </a:ln>
            </p:spPr>
          </p:sp>
          <p:sp>
            <p:nvSpPr>
              <p:cNvPr id="2815" name="smooth-map-feature-3-shade-47">
                <a:extLst>
                  <a:ext uri="{FF2B5EF4-FFF2-40B4-BE49-F238E27FC236}">
                    <ns2:creationId id="{13CA50F7-33AF-4CA0-9741-29F8B97A52A1}"/>
                  </a:ext>
                </a:extLst>
              </p:cNvPr>
              <p:cNvSpPr>
                <a:spLocks noGrp="1"/>
              </p:cNvSpPr>
              <p:nvPr/>
            </p:nvSpPr>
            <p:spPr>
              <a:xfrm>
                <a:off x="21240750" y="6019800"/>
                <a:ext cx="2838450" cy="1143000"/>
              </a:xfrm>
              <a:custGeom>
                <a:pathLst>
                  <a:path w="2838450" h="1143000">
                    <a:moveTo>
                      <a:pt x="0" y="410454"/>
                    </a:moveTo>
                    <a:cubicBezTo>
                      <a:pt x="118269" y="410454"/>
                      <a:pt x="236538" y="410454"/>
                      <a:pt x="354806" y="410454"/>
                    </a:cubicBezTo>
                    <a:cubicBezTo>
                      <a:pt x="591344" y="410454"/>
                      <a:pt x="827881" y="383348"/>
                      <a:pt x="1064419" y="383348"/>
                    </a:cubicBezTo>
                    <a:cubicBezTo>
                      <a:pt x="1300956" y="383348"/>
                      <a:pt x="1537494" y="687984"/>
                      <a:pt x="1774031" y="695478"/>
                    </a:cubicBezTo>
                    <a:cubicBezTo>
                      <a:pt x="2010569" y="702972"/>
                      <a:pt x="2247106" y="707138"/>
                      <a:pt x="2483644" y="707138"/>
                    </a:cubicBezTo>
                    <a:cubicBezTo>
                      <a:pt x="2601912" y="707138"/>
                      <a:pt x="2720181" y="707138"/>
                      <a:pt x="2838450" y="707138"/>
                    </a:cubicBezTo>
                    <a:lnTo>
                      <a:pt x="2838450" y="744806"/>
                    </a:lnTo>
                    <a:cubicBezTo>
                      <a:pt x="2720181" y="744806"/>
                      <a:pt x="2601912" y="744806"/>
                      <a:pt x="2483644" y="744806"/>
                    </a:cubicBezTo>
                    <a:cubicBezTo>
                      <a:pt x="2247106" y="744806"/>
                      <a:pt x="2010569" y="738732"/>
                      <a:pt x="1774031" y="728247"/>
                    </a:cubicBezTo>
                    <a:cubicBezTo>
                      <a:pt x="1537494" y="717762"/>
                      <a:pt x="1300956" y="415389"/>
                      <a:pt x="1064419" y="415389"/>
                    </a:cubicBezTo>
                    <a:cubicBezTo>
                      <a:pt x="827881" y="415389"/>
                      <a:pt x="591344" y="441944"/>
                      <a:pt x="354806" y="441944"/>
                    </a:cubicBezTo>
                    <a:cubicBezTo>
                      <a:pt x="236538" y="441944"/>
                      <a:pt x="118269" y="441944"/>
                      <a:pt x="0" y="441944"/>
                    </a:cubicBezTo>
                    <a:close/>
                  </a:path>
                </a:pathLst>
              </a:custGeom>
              <a:solidFill>
                <a:srgbClr val="009E73">
                  <a:alpha val="50000"/>
                </a:srgbClr>
              </a:solidFill>
              <a:ln w="0">
                <a:noFill/>
              </a:ln>
            </p:spPr>
          </p:sp>
          <p:sp>
            <p:nvSpPr>
              <p:cNvPr id="2816" name="smooth-map-feature-3-shade-48">
                <a:extLst>
                  <a:ext uri="{FF2B5EF4-FFF2-40B4-BE49-F238E27FC236}">
                    <ns2:creationId id="{EF4E64F7-C30C-4361-8148-3757BEE28B3F}"/>
                  </a:ext>
                </a:extLst>
              </p:cNvPr>
              <p:cNvSpPr>
                <a:spLocks noGrp="1"/>
              </p:cNvSpPr>
              <p:nvPr/>
            </p:nvSpPr>
            <p:spPr>
              <a:xfrm>
                <a:off x="21240750" y="6019800"/>
                <a:ext cx="2838450" cy="1143000"/>
              </a:xfrm>
              <a:custGeom>
                <a:pathLst>
                  <a:path w="2838450" h="1143000">
                    <a:moveTo>
                      <a:pt x="0" y="426199"/>
                    </a:moveTo>
                    <a:cubicBezTo>
                      <a:pt x="118269" y="426199"/>
                      <a:pt x="236538" y="426199"/>
                      <a:pt x="354806" y="426199"/>
                    </a:cubicBezTo>
                    <a:cubicBezTo>
                      <a:pt x="591344" y="426199"/>
                      <a:pt x="827881" y="399369"/>
                      <a:pt x="1064419" y="399369"/>
                    </a:cubicBezTo>
                    <a:cubicBezTo>
                      <a:pt x="1300956" y="399369"/>
                      <a:pt x="1537494" y="702862"/>
                      <a:pt x="1774031" y="711862"/>
                    </a:cubicBezTo>
                    <a:cubicBezTo>
                      <a:pt x="2010569" y="720863"/>
                      <a:pt x="2247106" y="725972"/>
                      <a:pt x="2483644" y="725972"/>
                    </a:cubicBezTo>
                    <a:cubicBezTo>
                      <a:pt x="2601912" y="725972"/>
                      <a:pt x="2720181" y="725972"/>
                      <a:pt x="2838450" y="725972"/>
                    </a:cubicBezTo>
                    <a:lnTo>
                      <a:pt x="2838450" y="725972"/>
                    </a:lnTo>
                    <a:cubicBezTo>
                      <a:pt x="2720181" y="725972"/>
                      <a:pt x="2601912" y="725972"/>
                      <a:pt x="2483644" y="725972"/>
                    </a:cubicBezTo>
                    <a:cubicBezTo>
                      <a:pt x="2247106" y="725972"/>
                      <a:pt x="2010569" y="720863"/>
                      <a:pt x="1774031" y="711862"/>
                    </a:cubicBezTo>
                    <a:cubicBezTo>
                      <a:pt x="1537494" y="702862"/>
                      <a:pt x="1300956" y="399369"/>
                      <a:pt x="1064419" y="399369"/>
                    </a:cubicBezTo>
                    <a:cubicBezTo>
                      <a:pt x="827881" y="399369"/>
                      <a:pt x="591344" y="426199"/>
                      <a:pt x="354806" y="426199"/>
                    </a:cubicBezTo>
                    <a:cubicBezTo>
                      <a:pt x="236538" y="426199"/>
                      <a:pt x="118269" y="426199"/>
                      <a:pt x="0" y="426199"/>
                    </a:cubicBezTo>
                    <a:close/>
                  </a:path>
                </a:pathLst>
              </a:custGeom>
              <a:solidFill>
                <a:srgbClr val="009E73">
                  <a:alpha val="100000"/>
                </a:srgbClr>
              </a:solidFill>
              <a:ln w="0">
                <a:noFill/>
              </a:ln>
            </p:spPr>
          </p:sp>
          <p:sp>
            <p:nvSpPr>
              <p:cNvPr id="2817" name="smooth-map-feature-4-shade-1">
                <a:extLst>
                  <a:ext uri="{FF2B5EF4-FFF2-40B4-BE49-F238E27FC236}">
                    <ns2:creationId id="{059FE131-D291-4E3D-88E2-85AB55E069D6}"/>
                  </a:ext>
                </a:extLst>
              </p:cNvPr>
              <p:cNvSpPr>
                <a:spLocks noGrp="1"/>
              </p:cNvSpPr>
              <p:nvPr/>
            </p:nvSpPr>
            <p:spPr>
              <a:xfrm>
                <a:off x="21240750" y="6019800"/>
                <a:ext cx="2838450" cy="1143000"/>
              </a:xfrm>
              <a:custGeom>
                <a:pathLst>
                  <a:path w="2838450" h="1143000">
                    <a:moveTo>
                      <a:pt x="0" y="0"/>
                    </a:moveTo>
                    <a:cubicBezTo>
                      <a:pt x="118269" y="0"/>
                      <a:pt x="236538" y="0"/>
                      <a:pt x="354806" y="0"/>
                    </a:cubicBezTo>
                    <a:cubicBezTo>
                      <a:pt x="591344" y="0"/>
                      <a:pt x="827881" y="6213"/>
                      <a:pt x="1064419" y="6213"/>
                    </a:cubicBezTo>
                    <a:cubicBezTo>
                      <a:pt x="1300956" y="6213"/>
                      <a:pt x="1537494" y="0"/>
                      <a:pt x="1774031" y="0"/>
                    </a:cubicBezTo>
                    <a:cubicBezTo>
                      <a:pt x="2010569" y="0"/>
                      <a:pt x="2247106" y="0"/>
                      <a:pt x="2483644" y="0"/>
                    </a:cubicBezTo>
                    <a:cubicBezTo>
                      <a:pt x="2601912" y="0"/>
                      <a:pt x="2720181" y="0"/>
                      <a:pt x="2838450" y="0"/>
                    </a:cubicBezTo>
                    <a:lnTo>
                      <a:pt x="2838450" y="314652"/>
                    </a:lnTo>
                    <a:cubicBezTo>
                      <a:pt x="2720181" y="314652"/>
                      <a:pt x="2601912" y="314652"/>
                      <a:pt x="2483644" y="314652"/>
                    </a:cubicBezTo>
                    <a:cubicBezTo>
                      <a:pt x="2247106" y="314652"/>
                      <a:pt x="2010569" y="145814"/>
                      <a:pt x="1774031" y="145814"/>
                    </a:cubicBezTo>
                    <a:cubicBezTo>
                      <a:pt x="1537494" y="145814"/>
                      <a:pt x="1300956" y="161362"/>
                      <a:pt x="1064419" y="171959"/>
                    </a:cubicBezTo>
                    <a:cubicBezTo>
                      <a:pt x="827881" y="182557"/>
                      <a:pt x="591344" y="212512"/>
                      <a:pt x="354806" y="212512"/>
                    </a:cubicBezTo>
                    <a:cubicBezTo>
                      <a:pt x="236538" y="212512"/>
                      <a:pt x="118269" y="212512"/>
                      <a:pt x="0" y="212512"/>
                    </a:cubicBezTo>
                    <a:close/>
                  </a:path>
                </a:pathLst>
              </a:custGeom>
              <a:solidFill>
                <a:srgbClr val="CC79A7">
                  <a:alpha val="2500"/>
                </a:srgbClr>
              </a:solidFill>
              <a:ln w="0">
                <a:noFill/>
              </a:ln>
            </p:spPr>
          </p:sp>
          <p:sp>
            <p:nvSpPr>
              <p:cNvPr id="2818" name="smooth-map-feature-4-shade-2">
                <a:extLst>
                  <a:ext uri="{FF2B5EF4-FFF2-40B4-BE49-F238E27FC236}">
                    <ns2:creationId id="{57ADD3E7-ACB4-4448-94E4-5C41E6DF4FB1}"/>
                  </a:ext>
                </a:extLst>
              </p:cNvPr>
              <p:cNvSpPr>
                <a:spLocks noGrp="1"/>
              </p:cNvSpPr>
              <p:nvPr/>
            </p:nvSpPr>
            <p:spPr>
              <a:xfrm>
                <a:off x="21240750" y="6019800"/>
                <a:ext cx="2838450" cy="1143000"/>
              </a:xfrm>
              <a:custGeom>
                <a:pathLst>
                  <a:path w="2838450" h="1143000">
                    <a:moveTo>
                      <a:pt x="0" y="0"/>
                    </a:moveTo>
                    <a:cubicBezTo>
                      <a:pt x="118269" y="0"/>
                      <a:pt x="236538" y="0"/>
                      <a:pt x="354806" y="0"/>
                    </a:cubicBezTo>
                    <a:cubicBezTo>
                      <a:pt x="591344" y="0"/>
                      <a:pt x="827881" y="13303"/>
                      <a:pt x="1064419" y="13303"/>
                    </a:cubicBezTo>
                    <a:cubicBezTo>
                      <a:pt x="1300956" y="13303"/>
                      <a:pt x="1537494" y="0"/>
                      <a:pt x="1774031" y="0"/>
                    </a:cubicBezTo>
                    <a:cubicBezTo>
                      <a:pt x="2010569" y="0"/>
                      <a:pt x="2247106" y="0"/>
                      <a:pt x="2483644" y="0"/>
                    </a:cubicBezTo>
                    <a:cubicBezTo>
                      <a:pt x="2601912" y="0"/>
                      <a:pt x="2720181" y="0"/>
                      <a:pt x="2838450" y="0"/>
                    </a:cubicBezTo>
                    <a:lnTo>
                      <a:pt x="2838450" y="295697"/>
                    </a:lnTo>
                    <a:cubicBezTo>
                      <a:pt x="2720181" y="295697"/>
                      <a:pt x="2601912" y="295697"/>
                      <a:pt x="2483644" y="295697"/>
                    </a:cubicBezTo>
                    <a:cubicBezTo>
                      <a:pt x="2247106" y="295697"/>
                      <a:pt x="2010569" y="138311"/>
                      <a:pt x="1774031" y="138311"/>
                    </a:cubicBezTo>
                    <a:cubicBezTo>
                      <a:pt x="1537494" y="138311"/>
                      <a:pt x="1300956" y="154488"/>
                      <a:pt x="1064419" y="164869"/>
                    </a:cubicBezTo>
                    <a:cubicBezTo>
                      <a:pt x="827881" y="175250"/>
                      <a:pt x="591344" y="202513"/>
                      <a:pt x="354806" y="202513"/>
                    </a:cubicBezTo>
                    <a:cubicBezTo>
                      <a:pt x="236538" y="202513"/>
                      <a:pt x="118269" y="202513"/>
                      <a:pt x="0" y="202513"/>
                    </a:cubicBezTo>
                    <a:close/>
                  </a:path>
                </a:pathLst>
              </a:custGeom>
              <a:solidFill>
                <a:srgbClr val="CC79A7">
                  <a:alpha val="2128"/>
                </a:srgbClr>
              </a:solidFill>
              <a:ln w="0">
                <a:noFill/>
              </a:ln>
            </p:spPr>
          </p:sp>
          <p:sp>
            <p:nvSpPr>
              <p:cNvPr id="2819" name="smooth-map-feature-4-shade-3">
                <a:extLst>
                  <a:ext uri="{FF2B5EF4-FFF2-40B4-BE49-F238E27FC236}">
                    <ns2:creationId id="{A6B2FDCE-9E5D-4A83-B5F6-A4AF5E60652E}"/>
                  </a:ext>
                </a:extLst>
              </p:cNvPr>
              <p:cNvSpPr>
                <a:spLocks noGrp="1"/>
              </p:cNvSpPr>
              <p:nvPr/>
            </p:nvSpPr>
            <p:spPr>
              <a:xfrm>
                <a:off x="21240750" y="6019800"/>
                <a:ext cx="2838450" cy="1143000"/>
              </a:xfrm>
              <a:custGeom>
                <a:pathLst>
                  <a:path w="2838450" h="1143000">
                    <a:moveTo>
                      <a:pt x="0" y="0"/>
                    </a:moveTo>
                    <a:cubicBezTo>
                      <a:pt x="118269" y="0"/>
                      <a:pt x="236538" y="0"/>
                      <a:pt x="354806" y="0"/>
                    </a:cubicBezTo>
                    <a:cubicBezTo>
                      <a:pt x="591344" y="0"/>
                      <a:pt x="827881" y="18045"/>
                      <a:pt x="1064419" y="18045"/>
                    </a:cubicBezTo>
                    <a:cubicBezTo>
                      <a:pt x="1300956" y="18045"/>
                      <a:pt x="1537494" y="0"/>
                      <a:pt x="1774031" y="0"/>
                    </a:cubicBezTo>
                    <a:cubicBezTo>
                      <a:pt x="2010569" y="0"/>
                      <a:pt x="2247106" y="0"/>
                      <a:pt x="2483644" y="0"/>
                    </a:cubicBezTo>
                    <a:cubicBezTo>
                      <a:pt x="2601912" y="0"/>
                      <a:pt x="2720181" y="0"/>
                      <a:pt x="2838450" y="0"/>
                    </a:cubicBezTo>
                    <a:lnTo>
                      <a:pt x="2838450" y="283020"/>
                    </a:lnTo>
                    <a:cubicBezTo>
                      <a:pt x="2720181" y="283020"/>
                      <a:pt x="2601912" y="283020"/>
                      <a:pt x="2483644" y="283020"/>
                    </a:cubicBezTo>
                    <a:cubicBezTo>
                      <a:pt x="2247106" y="283020"/>
                      <a:pt x="2010569" y="133293"/>
                      <a:pt x="1774031" y="133293"/>
                    </a:cubicBezTo>
                    <a:cubicBezTo>
                      <a:pt x="1537494" y="133293"/>
                      <a:pt x="1300956" y="149914"/>
                      <a:pt x="1064419" y="160127"/>
                    </a:cubicBezTo>
                    <a:cubicBezTo>
                      <a:pt x="827881" y="170340"/>
                      <a:pt x="591344" y="195825"/>
                      <a:pt x="354806" y="195825"/>
                    </a:cubicBezTo>
                    <a:cubicBezTo>
                      <a:pt x="236538" y="195825"/>
                      <a:pt x="118269" y="195825"/>
                      <a:pt x="0" y="195825"/>
                    </a:cubicBezTo>
                    <a:close/>
                  </a:path>
                </a:pathLst>
              </a:custGeom>
              <a:solidFill>
                <a:srgbClr val="CC79A7">
                  <a:alpha val="2174"/>
                </a:srgbClr>
              </a:solidFill>
              <a:ln w="0">
                <a:noFill/>
              </a:ln>
            </p:spPr>
          </p:sp>
          <p:sp>
            <p:nvSpPr>
              <p:cNvPr id="2820" name="smooth-map-feature-4-shade-4">
                <a:extLst>
                  <a:ext uri="{FF2B5EF4-FFF2-40B4-BE49-F238E27FC236}">
                    <ns2:creationId id="{379D3BC9-C4F9-4ED1-9C54-A63CA621F7C0}"/>
                  </a:ext>
                </a:extLst>
              </p:cNvPr>
              <p:cNvSpPr>
                <a:spLocks noGrp="1"/>
              </p:cNvSpPr>
              <p:nvPr/>
            </p:nvSpPr>
            <p:spPr>
              <a:xfrm>
                <a:off x="21240750" y="6019800"/>
                <a:ext cx="2838450" cy="1143000"/>
              </a:xfrm>
              <a:custGeom>
                <a:pathLst>
                  <a:path w="2838450" h="1143000">
                    <a:moveTo>
                      <a:pt x="0" y="595"/>
                    </a:moveTo>
                    <a:cubicBezTo>
                      <a:pt x="118269" y="595"/>
                      <a:pt x="236538" y="595"/>
                      <a:pt x="354806" y="595"/>
                    </a:cubicBezTo>
                    <a:cubicBezTo>
                      <a:pt x="591344" y="595"/>
                      <a:pt x="827881" y="21697"/>
                      <a:pt x="1064419" y="21697"/>
                    </a:cubicBezTo>
                    <a:cubicBezTo>
                      <a:pt x="1300956" y="21697"/>
                      <a:pt x="1537494" y="0"/>
                      <a:pt x="1774031" y="0"/>
                    </a:cubicBezTo>
                    <a:cubicBezTo>
                      <a:pt x="2010569" y="0"/>
                      <a:pt x="2247106" y="0"/>
                      <a:pt x="2483644" y="0"/>
                    </a:cubicBezTo>
                    <a:cubicBezTo>
                      <a:pt x="2601912" y="0"/>
                      <a:pt x="2720181" y="0"/>
                      <a:pt x="2838450" y="0"/>
                    </a:cubicBezTo>
                    <a:lnTo>
                      <a:pt x="2838450" y="273256"/>
                    </a:lnTo>
                    <a:cubicBezTo>
                      <a:pt x="2720181" y="273256"/>
                      <a:pt x="2601912" y="273256"/>
                      <a:pt x="2483644" y="273256"/>
                    </a:cubicBezTo>
                    <a:cubicBezTo>
                      <a:pt x="2247106" y="273256"/>
                      <a:pt x="2010569" y="129428"/>
                      <a:pt x="1774031" y="129428"/>
                    </a:cubicBezTo>
                    <a:cubicBezTo>
                      <a:pt x="1537494" y="129428"/>
                      <a:pt x="1300956" y="146406"/>
                      <a:pt x="1064419" y="156475"/>
                    </a:cubicBezTo>
                    <a:cubicBezTo>
                      <a:pt x="827881" y="166543"/>
                      <a:pt x="591344" y="190674"/>
                      <a:pt x="354806" y="190674"/>
                    </a:cubicBezTo>
                    <a:cubicBezTo>
                      <a:pt x="236538" y="190674"/>
                      <a:pt x="118269" y="190674"/>
                      <a:pt x="0" y="190674"/>
                    </a:cubicBezTo>
                    <a:close/>
                  </a:path>
                </a:pathLst>
              </a:custGeom>
              <a:solidFill>
                <a:srgbClr val="CC79A7">
                  <a:alpha val="2222"/>
                </a:srgbClr>
              </a:solidFill>
              <a:ln w="0">
                <a:noFill/>
              </a:ln>
            </p:spPr>
          </p:sp>
          <p:sp>
            <p:nvSpPr>
              <p:cNvPr id="2821" name="smooth-map-feature-4-shade-5">
                <a:extLst>
                  <a:ext uri="{FF2B5EF4-FFF2-40B4-BE49-F238E27FC236}">
                    <ns2:creationId id="{3E1D0143-50E1-47C8-9706-F7DA1D0E82B6}"/>
                  </a:ext>
                </a:extLst>
              </p:cNvPr>
              <p:cNvSpPr>
                <a:spLocks noGrp="1"/>
              </p:cNvSpPr>
              <p:nvPr/>
            </p:nvSpPr>
            <p:spPr>
              <a:xfrm>
                <a:off x="21240750" y="6019800"/>
                <a:ext cx="2838450" cy="1143000"/>
              </a:xfrm>
              <a:custGeom>
                <a:pathLst>
                  <a:path w="2838450" h="1143000">
                    <a:moveTo>
                      <a:pt x="0" y="4847"/>
                    </a:moveTo>
                    <a:cubicBezTo>
                      <a:pt x="118269" y="4847"/>
                      <a:pt x="236538" y="4847"/>
                      <a:pt x="354806" y="4847"/>
                    </a:cubicBezTo>
                    <a:cubicBezTo>
                      <a:pt x="591344" y="4847"/>
                      <a:pt x="827881" y="24712"/>
                      <a:pt x="1064419" y="24712"/>
                    </a:cubicBezTo>
                    <a:cubicBezTo>
                      <a:pt x="1300956" y="24712"/>
                      <a:pt x="1537494" y="0"/>
                      <a:pt x="1774031" y="0"/>
                    </a:cubicBezTo>
                    <a:cubicBezTo>
                      <a:pt x="2010569" y="0"/>
                      <a:pt x="2247106" y="0"/>
                      <a:pt x="2483644" y="0"/>
                    </a:cubicBezTo>
                    <a:cubicBezTo>
                      <a:pt x="2601912" y="0"/>
                      <a:pt x="2720181" y="0"/>
                      <a:pt x="2838450" y="0"/>
                    </a:cubicBezTo>
                    <a:lnTo>
                      <a:pt x="2838450" y="265197"/>
                    </a:lnTo>
                    <a:cubicBezTo>
                      <a:pt x="2720181" y="265197"/>
                      <a:pt x="2601912" y="265197"/>
                      <a:pt x="2483644" y="265197"/>
                    </a:cubicBezTo>
                    <a:cubicBezTo>
                      <a:pt x="2247106" y="265197"/>
                      <a:pt x="2010569" y="126238"/>
                      <a:pt x="1774031" y="126238"/>
                    </a:cubicBezTo>
                    <a:cubicBezTo>
                      <a:pt x="1537494" y="126238"/>
                      <a:pt x="1300956" y="143521"/>
                      <a:pt x="1064419" y="153460"/>
                    </a:cubicBezTo>
                    <a:cubicBezTo>
                      <a:pt x="827881" y="163400"/>
                      <a:pt x="591344" y="186423"/>
                      <a:pt x="354806" y="186423"/>
                    </a:cubicBezTo>
                    <a:cubicBezTo>
                      <a:pt x="236538" y="186423"/>
                      <a:pt x="118269" y="186423"/>
                      <a:pt x="0" y="186423"/>
                    </a:cubicBezTo>
                    <a:close/>
                  </a:path>
                </a:pathLst>
              </a:custGeom>
              <a:solidFill>
                <a:srgbClr val="CC79A7">
                  <a:alpha val="2273"/>
                </a:srgbClr>
              </a:solidFill>
              <a:ln w="0">
                <a:noFill/>
              </a:ln>
            </p:spPr>
          </p:sp>
          <p:sp>
            <p:nvSpPr>
              <p:cNvPr id="2822" name="smooth-map-feature-4-shade-6">
                <a:extLst>
                  <a:ext uri="{FF2B5EF4-FFF2-40B4-BE49-F238E27FC236}">
                    <ns2:creationId id="{E6138E21-EFBD-4CB2-9121-089022F57FED}"/>
                  </a:ext>
                </a:extLst>
              </p:cNvPr>
              <p:cNvSpPr>
                <a:spLocks noGrp="1"/>
              </p:cNvSpPr>
              <p:nvPr/>
            </p:nvSpPr>
            <p:spPr>
              <a:xfrm>
                <a:off x="21240750" y="6019800"/>
                <a:ext cx="2838450" cy="1143000"/>
              </a:xfrm>
              <a:custGeom>
                <a:pathLst>
                  <a:path w="2838450" h="1143000">
                    <a:moveTo>
                      <a:pt x="0" y="8504"/>
                    </a:moveTo>
                    <a:cubicBezTo>
                      <a:pt x="118269" y="8504"/>
                      <a:pt x="236538" y="8504"/>
                      <a:pt x="354806" y="8504"/>
                    </a:cubicBezTo>
                    <a:cubicBezTo>
                      <a:pt x="591344" y="8504"/>
                      <a:pt x="827881" y="27305"/>
                      <a:pt x="1064419" y="27305"/>
                    </a:cubicBezTo>
                    <a:cubicBezTo>
                      <a:pt x="1300956" y="27305"/>
                      <a:pt x="1537494" y="0"/>
                      <a:pt x="1774031" y="0"/>
                    </a:cubicBezTo>
                    <a:cubicBezTo>
                      <a:pt x="2010569" y="0"/>
                      <a:pt x="2247106" y="0"/>
                      <a:pt x="2483644" y="0"/>
                    </a:cubicBezTo>
                    <a:cubicBezTo>
                      <a:pt x="2601912" y="0"/>
                      <a:pt x="2720181" y="0"/>
                      <a:pt x="2838450" y="0"/>
                    </a:cubicBezTo>
                    <a:lnTo>
                      <a:pt x="2838450" y="258264"/>
                    </a:lnTo>
                    <a:cubicBezTo>
                      <a:pt x="2720181" y="258264"/>
                      <a:pt x="2601912" y="258264"/>
                      <a:pt x="2483644" y="258264"/>
                    </a:cubicBezTo>
                    <a:cubicBezTo>
                      <a:pt x="2247106" y="258264"/>
                      <a:pt x="2010569" y="123494"/>
                      <a:pt x="1774031" y="123494"/>
                    </a:cubicBezTo>
                    <a:cubicBezTo>
                      <a:pt x="1537494" y="123494"/>
                      <a:pt x="1300956" y="141046"/>
                      <a:pt x="1064419" y="150867"/>
                    </a:cubicBezTo>
                    <a:cubicBezTo>
                      <a:pt x="827881" y="160688"/>
                      <a:pt x="591344" y="182765"/>
                      <a:pt x="354806" y="182765"/>
                    </a:cubicBezTo>
                    <a:cubicBezTo>
                      <a:pt x="236538" y="182765"/>
                      <a:pt x="118269" y="182765"/>
                      <a:pt x="0" y="182765"/>
                    </a:cubicBezTo>
                    <a:close/>
                  </a:path>
                </a:pathLst>
              </a:custGeom>
              <a:solidFill>
                <a:srgbClr val="CC79A7">
                  <a:alpha val="2326"/>
                </a:srgbClr>
              </a:solidFill>
              <a:ln w="0">
                <a:noFill/>
              </a:ln>
            </p:spPr>
          </p:sp>
          <p:sp>
            <p:nvSpPr>
              <p:cNvPr id="2823" name="smooth-map-feature-4-shade-7">
                <a:extLst>
                  <a:ext uri="{FF2B5EF4-FFF2-40B4-BE49-F238E27FC236}">
                    <ns2:creationId id="{2AD43857-3724-4A0B-9036-A7DF97FCBB3B}"/>
                  </a:ext>
                </a:extLst>
              </p:cNvPr>
              <p:cNvSpPr>
                <a:spLocks noGrp="1"/>
              </p:cNvSpPr>
              <p:nvPr/>
            </p:nvSpPr>
            <p:spPr>
              <a:xfrm>
                <a:off x="21240750" y="6019800"/>
                <a:ext cx="2838450" cy="1143000"/>
              </a:xfrm>
              <a:custGeom>
                <a:pathLst>
                  <a:path w="2838450" h="1143000">
                    <a:moveTo>
                      <a:pt x="0" y="11739"/>
                    </a:moveTo>
                    <a:cubicBezTo>
                      <a:pt x="118269" y="11739"/>
                      <a:pt x="236538" y="11739"/>
                      <a:pt x="354806" y="11739"/>
                    </a:cubicBezTo>
                    <a:cubicBezTo>
                      <a:pt x="591344" y="11739"/>
                      <a:pt x="827881" y="29599"/>
                      <a:pt x="1064419" y="29599"/>
                    </a:cubicBezTo>
                    <a:cubicBezTo>
                      <a:pt x="1300956" y="29599"/>
                      <a:pt x="1537494" y="0"/>
                      <a:pt x="1774031" y="0"/>
                    </a:cubicBezTo>
                    <a:cubicBezTo>
                      <a:pt x="2010569" y="0"/>
                      <a:pt x="2247106" y="0"/>
                      <a:pt x="2483644" y="0"/>
                    </a:cubicBezTo>
                    <a:cubicBezTo>
                      <a:pt x="2601912" y="0"/>
                      <a:pt x="2720181" y="0"/>
                      <a:pt x="2838450" y="0"/>
                    </a:cubicBezTo>
                    <a:lnTo>
                      <a:pt x="2838450" y="252131"/>
                    </a:lnTo>
                    <a:cubicBezTo>
                      <a:pt x="2720181" y="252131"/>
                      <a:pt x="2601912" y="252131"/>
                      <a:pt x="2483644" y="252131"/>
                    </a:cubicBezTo>
                    <a:cubicBezTo>
                      <a:pt x="2247106" y="252131"/>
                      <a:pt x="2010569" y="121066"/>
                      <a:pt x="1774031" y="121066"/>
                    </a:cubicBezTo>
                    <a:cubicBezTo>
                      <a:pt x="1537494" y="121066"/>
                      <a:pt x="1300956" y="138863"/>
                      <a:pt x="1064419" y="148573"/>
                    </a:cubicBezTo>
                    <a:cubicBezTo>
                      <a:pt x="827881" y="158283"/>
                      <a:pt x="591344" y="179530"/>
                      <a:pt x="354806" y="179530"/>
                    </a:cubicBezTo>
                    <a:cubicBezTo>
                      <a:pt x="236538" y="179530"/>
                      <a:pt x="118269" y="179530"/>
                      <a:pt x="0" y="179530"/>
                    </a:cubicBezTo>
                    <a:close/>
                  </a:path>
                </a:pathLst>
              </a:custGeom>
              <a:solidFill>
                <a:srgbClr val="CC79A7">
                  <a:alpha val="2381"/>
                </a:srgbClr>
              </a:solidFill>
              <a:ln w="0">
                <a:noFill/>
              </a:ln>
            </p:spPr>
          </p:sp>
          <p:sp>
            <p:nvSpPr>
              <p:cNvPr id="2824" name="smooth-map-feature-4-shade-8">
                <a:extLst>
                  <a:ext uri="{FF2B5EF4-FFF2-40B4-BE49-F238E27FC236}">
                    <ns2:creationId id="{507F8370-5503-4AA9-805D-8CBDFD2630C4}"/>
                  </a:ext>
                </a:extLst>
              </p:cNvPr>
              <p:cNvSpPr>
                <a:spLocks noGrp="1"/>
              </p:cNvSpPr>
              <p:nvPr/>
            </p:nvSpPr>
            <p:spPr>
              <a:xfrm>
                <a:off x="21240750" y="6019800"/>
                <a:ext cx="2838450" cy="1143000"/>
              </a:xfrm>
              <a:custGeom>
                <a:pathLst>
                  <a:path w="2838450" h="1143000">
                    <a:moveTo>
                      <a:pt x="0" y="14658"/>
                    </a:moveTo>
                    <a:cubicBezTo>
                      <a:pt x="118269" y="14658"/>
                      <a:pt x="236538" y="14658"/>
                      <a:pt x="354806" y="14658"/>
                    </a:cubicBezTo>
                    <a:cubicBezTo>
                      <a:pt x="591344" y="14658"/>
                      <a:pt x="827881" y="31669"/>
                      <a:pt x="1064419" y="31669"/>
                    </a:cubicBezTo>
                    <a:cubicBezTo>
                      <a:pt x="1300956" y="31669"/>
                      <a:pt x="1537494" y="0"/>
                      <a:pt x="1774031" y="0"/>
                    </a:cubicBezTo>
                    <a:cubicBezTo>
                      <a:pt x="2010569" y="0"/>
                      <a:pt x="2247106" y="0"/>
                      <a:pt x="2483644" y="0"/>
                    </a:cubicBezTo>
                    <a:cubicBezTo>
                      <a:pt x="2601912" y="0"/>
                      <a:pt x="2720181" y="0"/>
                      <a:pt x="2838450" y="0"/>
                    </a:cubicBezTo>
                    <a:lnTo>
                      <a:pt x="2838450" y="246597"/>
                    </a:lnTo>
                    <a:cubicBezTo>
                      <a:pt x="2720181" y="246597"/>
                      <a:pt x="2601912" y="246597"/>
                      <a:pt x="2483644" y="246597"/>
                    </a:cubicBezTo>
                    <a:cubicBezTo>
                      <a:pt x="2247106" y="246597"/>
                      <a:pt x="2010569" y="118876"/>
                      <a:pt x="1774031" y="118876"/>
                    </a:cubicBezTo>
                    <a:cubicBezTo>
                      <a:pt x="1537494" y="118876"/>
                      <a:pt x="1300956" y="136898"/>
                      <a:pt x="1064419" y="146503"/>
                    </a:cubicBezTo>
                    <a:cubicBezTo>
                      <a:pt x="827881" y="156108"/>
                      <a:pt x="591344" y="176611"/>
                      <a:pt x="354806" y="176611"/>
                    </a:cubicBezTo>
                    <a:cubicBezTo>
                      <a:pt x="236538" y="176611"/>
                      <a:pt x="118269" y="176611"/>
                      <a:pt x="0" y="176611"/>
                    </a:cubicBezTo>
                    <a:close/>
                  </a:path>
                </a:pathLst>
              </a:custGeom>
              <a:solidFill>
                <a:srgbClr val="CC79A7">
                  <a:alpha val="2439"/>
                </a:srgbClr>
              </a:solidFill>
              <a:ln w="0">
                <a:noFill/>
              </a:ln>
            </p:spPr>
          </p:sp>
          <p:sp>
            <p:nvSpPr>
              <p:cNvPr id="2825" name="smooth-map-feature-4-shade-9">
                <a:extLst>
                  <a:ext uri="{FF2B5EF4-FFF2-40B4-BE49-F238E27FC236}">
                    <ns2:creationId id="{548FF908-87F7-438A-91D5-2E1F4003E473}"/>
                  </a:ext>
                </a:extLst>
              </p:cNvPr>
              <p:cNvSpPr>
                <a:spLocks noGrp="1"/>
              </p:cNvSpPr>
              <p:nvPr/>
            </p:nvSpPr>
            <p:spPr>
              <a:xfrm>
                <a:off x="21240750" y="6019800"/>
                <a:ext cx="2838450" cy="1143000"/>
              </a:xfrm>
              <a:custGeom>
                <a:pathLst>
                  <a:path w="2838450" h="1143000">
                    <a:moveTo>
                      <a:pt x="0" y="17332"/>
                    </a:moveTo>
                    <a:cubicBezTo>
                      <a:pt x="118269" y="17332"/>
                      <a:pt x="236538" y="17332"/>
                      <a:pt x="354806" y="17332"/>
                    </a:cubicBezTo>
                    <a:cubicBezTo>
                      <a:pt x="591344" y="17332"/>
                      <a:pt x="827881" y="33565"/>
                      <a:pt x="1064419" y="33565"/>
                    </a:cubicBezTo>
                    <a:cubicBezTo>
                      <a:pt x="1300956" y="33565"/>
                      <a:pt x="1537494" y="0"/>
                      <a:pt x="1774031" y="0"/>
                    </a:cubicBezTo>
                    <a:cubicBezTo>
                      <a:pt x="2010569" y="0"/>
                      <a:pt x="2247106" y="0"/>
                      <a:pt x="2483644" y="0"/>
                    </a:cubicBezTo>
                    <a:cubicBezTo>
                      <a:pt x="2601912" y="0"/>
                      <a:pt x="2720181" y="0"/>
                      <a:pt x="2838450" y="0"/>
                    </a:cubicBezTo>
                    <a:lnTo>
                      <a:pt x="2838450" y="241529"/>
                    </a:lnTo>
                    <a:cubicBezTo>
                      <a:pt x="2720181" y="241529"/>
                      <a:pt x="2601912" y="241529"/>
                      <a:pt x="2483644" y="241529"/>
                    </a:cubicBezTo>
                    <a:cubicBezTo>
                      <a:pt x="2247106" y="241529"/>
                      <a:pt x="2010569" y="116870"/>
                      <a:pt x="1774031" y="116870"/>
                    </a:cubicBezTo>
                    <a:cubicBezTo>
                      <a:pt x="1537494" y="116870"/>
                      <a:pt x="1300956" y="135103"/>
                      <a:pt x="1064419" y="144607"/>
                    </a:cubicBezTo>
                    <a:cubicBezTo>
                      <a:pt x="827881" y="154111"/>
                      <a:pt x="591344" y="173937"/>
                      <a:pt x="354806" y="173937"/>
                    </a:cubicBezTo>
                    <a:cubicBezTo>
                      <a:pt x="236538" y="173937"/>
                      <a:pt x="118269" y="173937"/>
                      <a:pt x="0" y="173937"/>
                    </a:cubicBezTo>
                    <a:close/>
                  </a:path>
                </a:pathLst>
              </a:custGeom>
              <a:solidFill>
                <a:srgbClr val="CC79A7">
                  <a:alpha val="2500"/>
                </a:srgbClr>
              </a:solidFill>
              <a:ln w="0">
                <a:noFill/>
              </a:ln>
            </p:spPr>
          </p:sp>
          <p:sp>
            <p:nvSpPr>
              <p:cNvPr id="2826" name="smooth-map-feature-4-shade-10">
                <a:extLst>
                  <a:ext uri="{FF2B5EF4-FFF2-40B4-BE49-F238E27FC236}">
                    <ns2:creationId id="{376D653A-B077-4110-9031-87D0BD6D86B0}"/>
                  </a:ext>
                </a:extLst>
              </p:cNvPr>
              <p:cNvSpPr>
                <a:spLocks noGrp="1"/>
              </p:cNvSpPr>
              <p:nvPr/>
            </p:nvSpPr>
            <p:spPr>
              <a:xfrm>
                <a:off x="21240750" y="6019800"/>
                <a:ext cx="2838450" cy="1143000"/>
              </a:xfrm>
              <a:custGeom>
                <a:pathLst>
                  <a:path w="2838450" h="1143000">
                    <a:moveTo>
                      <a:pt x="0" y="19810"/>
                    </a:moveTo>
                    <a:cubicBezTo>
                      <a:pt x="118269" y="19810"/>
                      <a:pt x="236538" y="19810"/>
                      <a:pt x="354806" y="19810"/>
                    </a:cubicBezTo>
                    <a:cubicBezTo>
                      <a:pt x="591344" y="19810"/>
                      <a:pt x="827881" y="35322"/>
                      <a:pt x="1064419" y="35322"/>
                    </a:cubicBezTo>
                    <a:cubicBezTo>
                      <a:pt x="1300956" y="35322"/>
                      <a:pt x="1537494" y="2011"/>
                      <a:pt x="1774031" y="1223"/>
                    </a:cubicBezTo>
                    <a:cubicBezTo>
                      <a:pt x="2010569" y="436"/>
                      <a:pt x="2247106" y="0"/>
                      <a:pt x="2483644" y="0"/>
                    </a:cubicBezTo>
                    <a:cubicBezTo>
                      <a:pt x="2601912" y="0"/>
                      <a:pt x="2720181" y="0"/>
                      <a:pt x="2838450" y="0"/>
                    </a:cubicBezTo>
                    <a:lnTo>
                      <a:pt x="2838450" y="236832"/>
                    </a:lnTo>
                    <a:cubicBezTo>
                      <a:pt x="2720181" y="236832"/>
                      <a:pt x="2601912" y="236832"/>
                      <a:pt x="2483644" y="236832"/>
                    </a:cubicBezTo>
                    <a:cubicBezTo>
                      <a:pt x="2247106" y="236832"/>
                      <a:pt x="2010569" y="115010"/>
                      <a:pt x="1774031" y="115010"/>
                    </a:cubicBezTo>
                    <a:cubicBezTo>
                      <a:pt x="1537494" y="115010"/>
                      <a:pt x="1300956" y="133444"/>
                      <a:pt x="1064419" y="142850"/>
                    </a:cubicBezTo>
                    <a:cubicBezTo>
                      <a:pt x="827881" y="152257"/>
                      <a:pt x="591344" y="171459"/>
                      <a:pt x="354806" y="171459"/>
                    </a:cubicBezTo>
                    <a:cubicBezTo>
                      <a:pt x="236538" y="171459"/>
                      <a:pt x="118269" y="171459"/>
                      <a:pt x="0" y="171459"/>
                    </a:cubicBezTo>
                    <a:close/>
                  </a:path>
                </a:pathLst>
              </a:custGeom>
              <a:solidFill>
                <a:srgbClr val="CC79A7">
                  <a:alpha val="2564"/>
                </a:srgbClr>
              </a:solidFill>
              <a:ln w="0">
                <a:noFill/>
              </a:ln>
            </p:spPr>
          </p:sp>
          <p:sp>
            <p:nvSpPr>
              <p:cNvPr id="2827" name="smooth-map-feature-4-shade-11">
                <a:extLst>
                  <a:ext uri="{FF2B5EF4-FFF2-40B4-BE49-F238E27FC236}">
                    <ns2:creationId id="{13A60E87-4461-4580-966F-A2160C6AA258}"/>
                  </a:ext>
                </a:extLst>
              </p:cNvPr>
              <p:cNvSpPr>
                <a:spLocks noGrp="1"/>
              </p:cNvSpPr>
              <p:nvPr/>
            </p:nvSpPr>
            <p:spPr>
              <a:xfrm>
                <a:off x="21240750" y="6019800"/>
                <a:ext cx="2838450" cy="1143000"/>
              </a:xfrm>
              <a:custGeom>
                <a:pathLst>
                  <a:path w="2838450" h="1143000">
                    <a:moveTo>
                      <a:pt x="0" y="22128"/>
                    </a:moveTo>
                    <a:cubicBezTo>
                      <a:pt x="118269" y="22128"/>
                      <a:pt x="236538" y="22128"/>
                      <a:pt x="354806" y="22128"/>
                    </a:cubicBezTo>
                    <a:cubicBezTo>
                      <a:pt x="591344" y="22128"/>
                      <a:pt x="827881" y="36966"/>
                      <a:pt x="1064419" y="36966"/>
                    </a:cubicBezTo>
                    <a:cubicBezTo>
                      <a:pt x="1300956" y="36966"/>
                      <a:pt x="1537494" y="4780"/>
                      <a:pt x="1774031" y="2963"/>
                    </a:cubicBezTo>
                    <a:cubicBezTo>
                      <a:pt x="2010569" y="1146"/>
                      <a:pt x="2247106" y="0"/>
                      <a:pt x="2483644" y="0"/>
                    </a:cubicBezTo>
                    <a:cubicBezTo>
                      <a:pt x="2601912" y="0"/>
                      <a:pt x="2720181" y="0"/>
                      <a:pt x="2838450" y="0"/>
                    </a:cubicBezTo>
                    <a:lnTo>
                      <a:pt x="2838450" y="232438"/>
                    </a:lnTo>
                    <a:cubicBezTo>
                      <a:pt x="2720181" y="232438"/>
                      <a:pt x="2601912" y="232438"/>
                      <a:pt x="2483644" y="232438"/>
                    </a:cubicBezTo>
                    <a:cubicBezTo>
                      <a:pt x="2247106" y="232438"/>
                      <a:pt x="2010569" y="113271"/>
                      <a:pt x="1774031" y="113271"/>
                    </a:cubicBezTo>
                    <a:cubicBezTo>
                      <a:pt x="1537494" y="113271"/>
                      <a:pt x="1300956" y="131895"/>
                      <a:pt x="1064419" y="141207"/>
                    </a:cubicBezTo>
                    <a:cubicBezTo>
                      <a:pt x="827881" y="150518"/>
                      <a:pt x="591344" y="169141"/>
                      <a:pt x="354806" y="169141"/>
                    </a:cubicBezTo>
                    <a:cubicBezTo>
                      <a:pt x="236538" y="169141"/>
                      <a:pt x="118269" y="169141"/>
                      <a:pt x="0" y="169141"/>
                    </a:cubicBezTo>
                    <a:close/>
                  </a:path>
                </a:pathLst>
              </a:custGeom>
              <a:solidFill>
                <a:srgbClr val="CC79A7">
                  <a:alpha val="2632"/>
                </a:srgbClr>
              </a:solidFill>
              <a:ln w="0">
                <a:noFill/>
              </a:ln>
            </p:spPr>
          </p:sp>
          <p:sp>
            <p:nvSpPr>
              <p:cNvPr id="2828" name="smooth-map-feature-4-shade-12">
                <a:extLst>
                  <a:ext uri="{FF2B5EF4-FFF2-40B4-BE49-F238E27FC236}">
                    <ns2:creationId id="{81DB6D48-3807-4F88-8E54-94614807BA9A}"/>
                  </a:ext>
                </a:extLst>
              </p:cNvPr>
              <p:cNvSpPr>
                <a:spLocks noGrp="1"/>
              </p:cNvSpPr>
              <p:nvPr/>
            </p:nvSpPr>
            <p:spPr>
              <a:xfrm>
                <a:off x="21240750" y="6019800"/>
                <a:ext cx="2838450" cy="1143000"/>
              </a:xfrm>
              <a:custGeom>
                <a:pathLst>
                  <a:path w="2838450" h="1143000">
                    <a:moveTo>
                      <a:pt x="0" y="24314"/>
                    </a:moveTo>
                    <a:cubicBezTo>
                      <a:pt x="118269" y="24314"/>
                      <a:pt x="236538" y="24314"/>
                      <a:pt x="354806" y="24314"/>
                    </a:cubicBezTo>
                    <a:cubicBezTo>
                      <a:pt x="591344" y="24314"/>
                      <a:pt x="827881" y="38515"/>
                      <a:pt x="1064419" y="38515"/>
                    </a:cubicBezTo>
                    <a:cubicBezTo>
                      <a:pt x="1300956" y="38515"/>
                      <a:pt x="1537494" y="7305"/>
                      <a:pt x="1774031" y="4603"/>
                    </a:cubicBezTo>
                    <a:cubicBezTo>
                      <a:pt x="2010569" y="1901"/>
                      <a:pt x="2247106" y="0"/>
                      <a:pt x="2483644" y="0"/>
                    </a:cubicBezTo>
                    <a:cubicBezTo>
                      <a:pt x="2601912" y="0"/>
                      <a:pt x="2720181" y="0"/>
                      <a:pt x="2838450" y="0"/>
                    </a:cubicBezTo>
                    <a:lnTo>
                      <a:pt x="2838450" y="228294"/>
                    </a:lnTo>
                    <a:cubicBezTo>
                      <a:pt x="2720181" y="228294"/>
                      <a:pt x="2601912" y="228294"/>
                      <a:pt x="2483644" y="228294"/>
                    </a:cubicBezTo>
                    <a:cubicBezTo>
                      <a:pt x="2247106" y="228294"/>
                      <a:pt x="2010569" y="111631"/>
                      <a:pt x="1774031" y="111631"/>
                    </a:cubicBezTo>
                    <a:cubicBezTo>
                      <a:pt x="1537494" y="111631"/>
                      <a:pt x="1300956" y="130438"/>
                      <a:pt x="1064419" y="139657"/>
                    </a:cubicBezTo>
                    <a:cubicBezTo>
                      <a:pt x="827881" y="148876"/>
                      <a:pt x="591344" y="166955"/>
                      <a:pt x="354806" y="166955"/>
                    </a:cubicBezTo>
                    <a:cubicBezTo>
                      <a:pt x="236538" y="166955"/>
                      <a:pt x="118269" y="166955"/>
                      <a:pt x="0" y="166955"/>
                    </a:cubicBezTo>
                    <a:close/>
                  </a:path>
                </a:pathLst>
              </a:custGeom>
              <a:solidFill>
                <a:srgbClr val="CC79A7">
                  <a:alpha val="2703"/>
                </a:srgbClr>
              </a:solidFill>
              <a:ln w="0">
                <a:noFill/>
              </a:ln>
            </p:spPr>
          </p:sp>
          <p:sp>
            <p:nvSpPr>
              <p:cNvPr id="2829" name="smooth-map-feature-4-shade-13">
                <a:extLst>
                  <a:ext uri="{FF2B5EF4-FFF2-40B4-BE49-F238E27FC236}">
                    <ns2:creationId id="{22E1D8E8-14EB-46D9-B30E-CCEB11C88C10}"/>
                  </a:ext>
                </a:extLst>
              </p:cNvPr>
              <p:cNvSpPr>
                <a:spLocks noGrp="1"/>
              </p:cNvSpPr>
              <p:nvPr/>
            </p:nvSpPr>
            <p:spPr>
              <a:xfrm>
                <a:off x="21240750" y="6019800"/>
                <a:ext cx="2838450" cy="1143000"/>
              </a:xfrm>
              <a:custGeom>
                <a:pathLst>
                  <a:path w="2838450" h="1143000">
                    <a:moveTo>
                      <a:pt x="0" y="26389"/>
                    </a:moveTo>
                    <a:cubicBezTo>
                      <a:pt x="118269" y="26389"/>
                      <a:pt x="236538" y="26389"/>
                      <a:pt x="354806" y="26389"/>
                    </a:cubicBezTo>
                    <a:cubicBezTo>
                      <a:pt x="591344" y="26389"/>
                      <a:pt x="827881" y="39986"/>
                      <a:pt x="1064419" y="39986"/>
                    </a:cubicBezTo>
                    <a:cubicBezTo>
                      <a:pt x="1300956" y="39986"/>
                      <a:pt x="1537494" y="9633"/>
                      <a:pt x="1774031" y="6159"/>
                    </a:cubicBezTo>
                    <a:cubicBezTo>
                      <a:pt x="2010569" y="2686"/>
                      <a:pt x="2247106" y="0"/>
                      <a:pt x="2483644" y="0"/>
                    </a:cubicBezTo>
                    <a:cubicBezTo>
                      <a:pt x="2601912" y="0"/>
                      <a:pt x="2720181" y="0"/>
                      <a:pt x="2838450" y="0"/>
                    </a:cubicBezTo>
                    <a:lnTo>
                      <a:pt x="2838450" y="224362"/>
                    </a:lnTo>
                    <a:cubicBezTo>
                      <a:pt x="2720181" y="224362"/>
                      <a:pt x="2601912" y="224362"/>
                      <a:pt x="2483644" y="224362"/>
                    </a:cubicBezTo>
                    <a:cubicBezTo>
                      <a:pt x="2247106" y="224362"/>
                      <a:pt x="2010569" y="110074"/>
                      <a:pt x="1774031" y="110074"/>
                    </a:cubicBezTo>
                    <a:cubicBezTo>
                      <a:pt x="1537494" y="110074"/>
                      <a:pt x="1300956" y="129057"/>
                      <a:pt x="1064419" y="138186"/>
                    </a:cubicBezTo>
                    <a:cubicBezTo>
                      <a:pt x="827881" y="147314"/>
                      <a:pt x="591344" y="164881"/>
                      <a:pt x="354806" y="164881"/>
                    </a:cubicBezTo>
                    <a:cubicBezTo>
                      <a:pt x="236538" y="164881"/>
                      <a:pt x="118269" y="164881"/>
                      <a:pt x="0" y="164881"/>
                    </a:cubicBezTo>
                    <a:close/>
                  </a:path>
                </a:pathLst>
              </a:custGeom>
              <a:solidFill>
                <a:srgbClr val="CC79A7">
                  <a:alpha val="2778"/>
                </a:srgbClr>
              </a:solidFill>
              <a:ln w="0">
                <a:noFill/>
              </a:ln>
            </p:spPr>
          </p:sp>
          <p:sp>
            <p:nvSpPr>
              <p:cNvPr id="2830" name="smooth-map-feature-4-shade-14">
                <a:extLst>
                  <a:ext uri="{FF2B5EF4-FFF2-40B4-BE49-F238E27FC236}">
                    <ns2:creationId id="{89F7CCB8-94E4-40EA-966F-5BDDC5CC5807}"/>
                  </a:ext>
                </a:extLst>
              </p:cNvPr>
              <p:cNvSpPr>
                <a:spLocks noGrp="1"/>
              </p:cNvSpPr>
              <p:nvPr/>
            </p:nvSpPr>
            <p:spPr>
              <a:xfrm>
                <a:off x="21240750" y="6019800"/>
                <a:ext cx="2838450" cy="1143000"/>
              </a:xfrm>
              <a:custGeom>
                <a:pathLst>
                  <a:path w="2838450" h="1143000">
                    <a:moveTo>
                      <a:pt x="0" y="28369"/>
                    </a:moveTo>
                    <a:cubicBezTo>
                      <a:pt x="118269" y="28369"/>
                      <a:pt x="236538" y="28369"/>
                      <a:pt x="354806" y="28369"/>
                    </a:cubicBezTo>
                    <a:cubicBezTo>
                      <a:pt x="591344" y="28369"/>
                      <a:pt x="827881" y="41390"/>
                      <a:pt x="1064419" y="41390"/>
                    </a:cubicBezTo>
                    <a:cubicBezTo>
                      <a:pt x="1300956" y="41390"/>
                      <a:pt x="1537494" y="11801"/>
                      <a:pt x="1774031" y="7645"/>
                    </a:cubicBezTo>
                    <a:cubicBezTo>
                      <a:pt x="2010569" y="3490"/>
                      <a:pt x="2247106" y="0"/>
                      <a:pt x="2483644" y="0"/>
                    </a:cubicBezTo>
                    <a:cubicBezTo>
                      <a:pt x="2601912" y="0"/>
                      <a:pt x="2720181" y="0"/>
                      <a:pt x="2838450" y="0"/>
                    </a:cubicBezTo>
                    <a:lnTo>
                      <a:pt x="2838450" y="220608"/>
                    </a:lnTo>
                    <a:cubicBezTo>
                      <a:pt x="2720181" y="220608"/>
                      <a:pt x="2601912" y="220608"/>
                      <a:pt x="2483644" y="220608"/>
                    </a:cubicBezTo>
                    <a:cubicBezTo>
                      <a:pt x="2247106" y="220608"/>
                      <a:pt x="2010569" y="108589"/>
                      <a:pt x="1774031" y="108589"/>
                    </a:cubicBezTo>
                    <a:cubicBezTo>
                      <a:pt x="1537494" y="108589"/>
                      <a:pt x="1300956" y="127743"/>
                      <a:pt x="1064419" y="136782"/>
                    </a:cubicBezTo>
                    <a:cubicBezTo>
                      <a:pt x="827881" y="145820"/>
                      <a:pt x="591344" y="162900"/>
                      <a:pt x="354806" y="162900"/>
                    </a:cubicBezTo>
                    <a:cubicBezTo>
                      <a:pt x="236538" y="162900"/>
                      <a:pt x="118269" y="162900"/>
                      <a:pt x="0" y="162900"/>
                    </a:cubicBezTo>
                    <a:close/>
                  </a:path>
                </a:pathLst>
              </a:custGeom>
              <a:solidFill>
                <a:srgbClr val="CC79A7">
                  <a:alpha val="2857"/>
                </a:srgbClr>
              </a:solidFill>
              <a:ln w="0">
                <a:noFill/>
              </a:ln>
            </p:spPr>
          </p:sp>
          <p:sp>
            <p:nvSpPr>
              <p:cNvPr id="2831" name="smooth-map-feature-4-shade-15">
                <a:extLst>
                  <a:ext uri="{FF2B5EF4-FFF2-40B4-BE49-F238E27FC236}">
                    <ns2:creationId id="{E9DEC369-3060-4AAF-B5F6-9BBE60918789}"/>
                  </a:ext>
                </a:extLst>
              </p:cNvPr>
              <p:cNvSpPr>
                <a:spLocks noGrp="1"/>
              </p:cNvSpPr>
              <p:nvPr/>
            </p:nvSpPr>
            <p:spPr>
              <a:xfrm>
                <a:off x="21240750" y="6019800"/>
                <a:ext cx="2838450" cy="1143000"/>
              </a:xfrm>
              <a:custGeom>
                <a:pathLst>
                  <a:path w="2838450" h="1143000">
                    <a:moveTo>
                      <a:pt x="0" y="30268"/>
                    </a:moveTo>
                    <a:cubicBezTo>
                      <a:pt x="118269" y="30268"/>
                      <a:pt x="236538" y="30268"/>
                      <a:pt x="354806" y="30268"/>
                    </a:cubicBezTo>
                    <a:cubicBezTo>
                      <a:pt x="591344" y="30268"/>
                      <a:pt x="827881" y="42737"/>
                      <a:pt x="1064419" y="42737"/>
                    </a:cubicBezTo>
                    <a:cubicBezTo>
                      <a:pt x="1300956" y="42737"/>
                      <a:pt x="1537494" y="13834"/>
                      <a:pt x="1774031" y="9070"/>
                    </a:cubicBezTo>
                    <a:cubicBezTo>
                      <a:pt x="2010569" y="4307"/>
                      <a:pt x="2247106" y="0"/>
                      <a:pt x="2483644" y="0"/>
                    </a:cubicBezTo>
                    <a:cubicBezTo>
                      <a:pt x="2601912" y="0"/>
                      <a:pt x="2720181" y="0"/>
                      <a:pt x="2838450" y="0"/>
                    </a:cubicBezTo>
                    <a:lnTo>
                      <a:pt x="2838450" y="217008"/>
                    </a:lnTo>
                    <a:cubicBezTo>
                      <a:pt x="2720181" y="217008"/>
                      <a:pt x="2601912" y="217008"/>
                      <a:pt x="2483644" y="217008"/>
                    </a:cubicBezTo>
                    <a:cubicBezTo>
                      <a:pt x="2247106" y="217008"/>
                      <a:pt x="2010569" y="107163"/>
                      <a:pt x="1774031" y="107163"/>
                    </a:cubicBezTo>
                    <a:cubicBezTo>
                      <a:pt x="1537494" y="107163"/>
                      <a:pt x="1300956" y="126485"/>
                      <a:pt x="1064419" y="135435"/>
                    </a:cubicBezTo>
                    <a:cubicBezTo>
                      <a:pt x="827881" y="144385"/>
                      <a:pt x="591344" y="161001"/>
                      <a:pt x="354806" y="161001"/>
                    </a:cubicBezTo>
                    <a:cubicBezTo>
                      <a:pt x="236538" y="161001"/>
                      <a:pt x="118269" y="161001"/>
                      <a:pt x="0" y="161001"/>
                    </a:cubicBezTo>
                    <a:close/>
                  </a:path>
                </a:pathLst>
              </a:custGeom>
              <a:solidFill>
                <a:srgbClr val="CC79A7">
                  <a:alpha val="2941"/>
                </a:srgbClr>
              </a:solidFill>
              <a:ln w="0">
                <a:noFill/>
              </a:ln>
            </p:spPr>
          </p:sp>
          <p:sp>
            <p:nvSpPr>
              <p:cNvPr id="2832" name="smooth-map-feature-4-shade-16">
                <a:extLst>
                  <a:ext uri="{FF2B5EF4-FFF2-40B4-BE49-F238E27FC236}">
                    <ns2:creationId id="{D7E4CF20-8BCF-425F-8C26-A5B166551406}"/>
                  </a:ext>
                </a:extLst>
              </p:cNvPr>
              <p:cNvSpPr>
                <a:spLocks noGrp="1"/>
              </p:cNvSpPr>
              <p:nvPr/>
            </p:nvSpPr>
            <p:spPr>
              <a:xfrm>
                <a:off x="21240750" y="6019800"/>
                <a:ext cx="2838450" cy="1143000"/>
              </a:xfrm>
              <a:custGeom>
                <a:pathLst>
                  <a:path w="2838450" h="1143000">
                    <a:moveTo>
                      <a:pt x="0" y="32098"/>
                    </a:moveTo>
                    <a:cubicBezTo>
                      <a:pt x="118269" y="32098"/>
                      <a:pt x="236538" y="32098"/>
                      <a:pt x="354806" y="32098"/>
                    </a:cubicBezTo>
                    <a:cubicBezTo>
                      <a:pt x="591344" y="32098"/>
                      <a:pt x="827881" y="44035"/>
                      <a:pt x="1064419" y="44035"/>
                    </a:cubicBezTo>
                    <a:cubicBezTo>
                      <a:pt x="1300956" y="44035"/>
                      <a:pt x="1537494" y="15754"/>
                      <a:pt x="1774031" y="10443"/>
                    </a:cubicBezTo>
                    <a:cubicBezTo>
                      <a:pt x="2010569" y="5132"/>
                      <a:pt x="2247106" y="0"/>
                      <a:pt x="2483644" y="0"/>
                    </a:cubicBezTo>
                    <a:cubicBezTo>
                      <a:pt x="2601912" y="0"/>
                      <a:pt x="2720181" y="0"/>
                      <a:pt x="2838450" y="0"/>
                    </a:cubicBezTo>
                    <a:lnTo>
                      <a:pt x="2838450" y="213539"/>
                    </a:lnTo>
                    <a:cubicBezTo>
                      <a:pt x="2720181" y="213539"/>
                      <a:pt x="2601912" y="213539"/>
                      <a:pt x="2483644" y="213539"/>
                    </a:cubicBezTo>
                    <a:cubicBezTo>
                      <a:pt x="2247106" y="213539"/>
                      <a:pt x="2010569" y="105790"/>
                      <a:pt x="1774031" y="105790"/>
                    </a:cubicBezTo>
                    <a:cubicBezTo>
                      <a:pt x="1537494" y="105790"/>
                      <a:pt x="1300956" y="125275"/>
                      <a:pt x="1064419" y="134137"/>
                    </a:cubicBezTo>
                    <a:cubicBezTo>
                      <a:pt x="827881" y="143000"/>
                      <a:pt x="591344" y="159171"/>
                      <a:pt x="354806" y="159171"/>
                    </a:cubicBezTo>
                    <a:cubicBezTo>
                      <a:pt x="236538" y="159171"/>
                      <a:pt x="118269" y="159171"/>
                      <a:pt x="0" y="159171"/>
                    </a:cubicBezTo>
                    <a:close/>
                  </a:path>
                </a:pathLst>
              </a:custGeom>
              <a:solidFill>
                <a:srgbClr val="CC79A7">
                  <a:alpha val="3030"/>
                </a:srgbClr>
              </a:solidFill>
              <a:ln w="0">
                <a:noFill/>
              </a:ln>
            </p:spPr>
          </p:sp>
          <p:sp>
            <p:nvSpPr>
              <p:cNvPr id="2833" name="smooth-map-feature-4-shade-17">
                <a:extLst>
                  <a:ext uri="{FF2B5EF4-FFF2-40B4-BE49-F238E27FC236}">
                    <ns2:creationId id="{FFAEAA4D-9E10-45FF-8AB4-A5E88135A7D4}"/>
                  </a:ext>
                </a:extLst>
              </p:cNvPr>
              <p:cNvSpPr>
                <a:spLocks noGrp="1"/>
              </p:cNvSpPr>
              <p:nvPr/>
            </p:nvSpPr>
            <p:spPr>
              <a:xfrm>
                <a:off x="21240750" y="6019800"/>
                <a:ext cx="2838450" cy="1143000"/>
              </a:xfrm>
              <a:custGeom>
                <a:pathLst>
                  <a:path w="2838450" h="1143000">
                    <a:moveTo>
                      <a:pt x="0" y="33868"/>
                    </a:moveTo>
                    <a:cubicBezTo>
                      <a:pt x="118269" y="33868"/>
                      <a:pt x="236538" y="33868"/>
                      <a:pt x="354806" y="33868"/>
                    </a:cubicBezTo>
                    <a:cubicBezTo>
                      <a:pt x="591344" y="33868"/>
                      <a:pt x="827881" y="45290"/>
                      <a:pt x="1064419" y="45290"/>
                    </a:cubicBezTo>
                    <a:cubicBezTo>
                      <a:pt x="1300956" y="45290"/>
                      <a:pt x="1537494" y="17579"/>
                      <a:pt x="1774031" y="11771"/>
                    </a:cubicBezTo>
                    <a:cubicBezTo>
                      <a:pt x="2010569" y="5963"/>
                      <a:pt x="2247106" y="0"/>
                      <a:pt x="2483644" y="0"/>
                    </a:cubicBezTo>
                    <a:cubicBezTo>
                      <a:pt x="2601912" y="0"/>
                      <a:pt x="2720181" y="0"/>
                      <a:pt x="2838450" y="0"/>
                    </a:cubicBezTo>
                    <a:lnTo>
                      <a:pt x="2838450" y="210185"/>
                    </a:lnTo>
                    <a:cubicBezTo>
                      <a:pt x="2720181" y="210185"/>
                      <a:pt x="2601912" y="210185"/>
                      <a:pt x="2483644" y="210185"/>
                    </a:cubicBezTo>
                    <a:cubicBezTo>
                      <a:pt x="2247106" y="210185"/>
                      <a:pt x="2010569" y="104463"/>
                      <a:pt x="1774031" y="104463"/>
                    </a:cubicBezTo>
                    <a:cubicBezTo>
                      <a:pt x="1537494" y="104463"/>
                      <a:pt x="1300956" y="124107"/>
                      <a:pt x="1064419" y="132883"/>
                    </a:cubicBezTo>
                    <a:cubicBezTo>
                      <a:pt x="827881" y="141658"/>
                      <a:pt x="591344" y="157402"/>
                      <a:pt x="354806" y="157402"/>
                    </a:cubicBezTo>
                    <a:cubicBezTo>
                      <a:pt x="236538" y="157402"/>
                      <a:pt x="118269" y="157402"/>
                      <a:pt x="0" y="157402"/>
                    </a:cubicBezTo>
                    <a:close/>
                  </a:path>
                </a:pathLst>
              </a:custGeom>
              <a:solidFill>
                <a:srgbClr val="CC79A7">
                  <a:alpha val="3125"/>
                </a:srgbClr>
              </a:solidFill>
              <a:ln w="0">
                <a:noFill/>
              </a:ln>
            </p:spPr>
          </p:sp>
          <p:sp>
            <p:nvSpPr>
              <p:cNvPr id="2834" name="smooth-map-feature-4-shade-18">
                <a:extLst>
                  <a:ext uri="{FF2B5EF4-FFF2-40B4-BE49-F238E27FC236}">
                    <ns2:creationId id="{4705202A-5914-4484-AD40-F02D95ED4A45}"/>
                  </a:ext>
                </a:extLst>
              </p:cNvPr>
              <p:cNvSpPr>
                <a:spLocks noGrp="1"/>
              </p:cNvSpPr>
              <p:nvPr/>
            </p:nvSpPr>
            <p:spPr>
              <a:xfrm>
                <a:off x="21240750" y="6019800"/>
                <a:ext cx="2838450" cy="1143000"/>
              </a:xfrm>
              <a:custGeom>
                <a:pathLst>
                  <a:path w="2838450" h="1143000">
                    <a:moveTo>
                      <a:pt x="0" y="35585"/>
                    </a:moveTo>
                    <a:cubicBezTo>
                      <a:pt x="118269" y="35585"/>
                      <a:pt x="236538" y="35585"/>
                      <a:pt x="354806" y="35585"/>
                    </a:cubicBezTo>
                    <a:cubicBezTo>
                      <a:pt x="591344" y="35585"/>
                      <a:pt x="827881" y="46507"/>
                      <a:pt x="1064419" y="46507"/>
                    </a:cubicBezTo>
                    <a:cubicBezTo>
                      <a:pt x="1300956" y="46507"/>
                      <a:pt x="1537494" y="19321"/>
                      <a:pt x="1774031" y="13060"/>
                    </a:cubicBezTo>
                    <a:cubicBezTo>
                      <a:pt x="2010569" y="6798"/>
                      <a:pt x="2247106" y="0"/>
                      <a:pt x="2483644" y="0"/>
                    </a:cubicBezTo>
                    <a:cubicBezTo>
                      <a:pt x="2601912" y="0"/>
                      <a:pt x="2720181" y="0"/>
                      <a:pt x="2838450" y="0"/>
                    </a:cubicBezTo>
                    <a:lnTo>
                      <a:pt x="2838450" y="206929"/>
                    </a:lnTo>
                    <a:cubicBezTo>
                      <a:pt x="2720181" y="206929"/>
                      <a:pt x="2601912" y="206929"/>
                      <a:pt x="2483644" y="206929"/>
                    </a:cubicBezTo>
                    <a:cubicBezTo>
                      <a:pt x="2247106" y="206929"/>
                      <a:pt x="2010569" y="103174"/>
                      <a:pt x="1774031" y="103174"/>
                    </a:cubicBezTo>
                    <a:cubicBezTo>
                      <a:pt x="1537494" y="103174"/>
                      <a:pt x="1300956" y="122977"/>
                      <a:pt x="1064419" y="131665"/>
                    </a:cubicBezTo>
                    <a:cubicBezTo>
                      <a:pt x="827881" y="140353"/>
                      <a:pt x="591344" y="155684"/>
                      <a:pt x="354806" y="155684"/>
                    </a:cubicBezTo>
                    <a:cubicBezTo>
                      <a:pt x="236538" y="155684"/>
                      <a:pt x="118269" y="155684"/>
                      <a:pt x="0" y="155684"/>
                    </a:cubicBezTo>
                    <a:close/>
                  </a:path>
                </a:pathLst>
              </a:custGeom>
              <a:solidFill>
                <a:srgbClr val="CC79A7">
                  <a:alpha val="3226"/>
                </a:srgbClr>
              </a:solidFill>
              <a:ln w="0">
                <a:noFill/>
              </a:ln>
            </p:spPr>
          </p:sp>
          <p:sp>
            <p:nvSpPr>
              <p:cNvPr id="2835" name="smooth-map-feature-4-shade-19">
                <a:extLst>
                  <a:ext uri="{FF2B5EF4-FFF2-40B4-BE49-F238E27FC236}">
                    <ns2:creationId id="{CF8884C1-6A23-43D3-8932-7B4699F529F4}"/>
                  </a:ext>
                </a:extLst>
              </p:cNvPr>
              <p:cNvSpPr>
                <a:spLocks noGrp="1"/>
              </p:cNvSpPr>
              <p:nvPr/>
            </p:nvSpPr>
            <p:spPr>
              <a:xfrm>
                <a:off x="21240750" y="6019800"/>
                <a:ext cx="2838450" cy="1143000"/>
              </a:xfrm>
              <a:custGeom>
                <a:pathLst>
                  <a:path w="2838450" h="1143000">
                    <a:moveTo>
                      <a:pt x="0" y="37257"/>
                    </a:moveTo>
                    <a:cubicBezTo>
                      <a:pt x="118269" y="37257"/>
                      <a:pt x="236538" y="37257"/>
                      <a:pt x="354806" y="37257"/>
                    </a:cubicBezTo>
                    <a:cubicBezTo>
                      <a:pt x="591344" y="37257"/>
                      <a:pt x="827881" y="47693"/>
                      <a:pt x="1064419" y="47693"/>
                    </a:cubicBezTo>
                    <a:cubicBezTo>
                      <a:pt x="1300956" y="47693"/>
                      <a:pt x="1537494" y="20993"/>
                      <a:pt x="1774031" y="14314"/>
                    </a:cubicBezTo>
                    <a:cubicBezTo>
                      <a:pt x="2010569" y="7636"/>
                      <a:pt x="2247106" y="0"/>
                      <a:pt x="2483644" y="0"/>
                    </a:cubicBezTo>
                    <a:cubicBezTo>
                      <a:pt x="2601912" y="0"/>
                      <a:pt x="2720181" y="0"/>
                      <a:pt x="2838450" y="0"/>
                    </a:cubicBezTo>
                    <a:lnTo>
                      <a:pt x="2838450" y="203760"/>
                    </a:lnTo>
                    <a:cubicBezTo>
                      <a:pt x="2720181" y="203760"/>
                      <a:pt x="2601912" y="203760"/>
                      <a:pt x="2483644" y="203760"/>
                    </a:cubicBezTo>
                    <a:cubicBezTo>
                      <a:pt x="2247106" y="203760"/>
                      <a:pt x="2010569" y="101919"/>
                      <a:pt x="1774031" y="101919"/>
                    </a:cubicBezTo>
                    <a:cubicBezTo>
                      <a:pt x="1537494" y="101919"/>
                      <a:pt x="1300956" y="121878"/>
                      <a:pt x="1064419" y="130479"/>
                    </a:cubicBezTo>
                    <a:cubicBezTo>
                      <a:pt x="827881" y="139081"/>
                      <a:pt x="591344" y="154012"/>
                      <a:pt x="354806" y="154012"/>
                    </a:cubicBezTo>
                    <a:cubicBezTo>
                      <a:pt x="236538" y="154012"/>
                      <a:pt x="118269" y="154012"/>
                      <a:pt x="0" y="154012"/>
                    </a:cubicBezTo>
                    <a:close/>
                  </a:path>
                </a:pathLst>
              </a:custGeom>
              <a:solidFill>
                <a:srgbClr val="CC79A7">
                  <a:alpha val="3333"/>
                </a:srgbClr>
              </a:solidFill>
              <a:ln w="0">
                <a:noFill/>
              </a:ln>
            </p:spPr>
          </p:sp>
          <p:sp>
            <p:nvSpPr>
              <p:cNvPr id="2836" name="smooth-map-feature-4-shade-20">
                <a:extLst>
                  <a:ext uri="{FF2B5EF4-FFF2-40B4-BE49-F238E27FC236}">
                    <ns2:creationId id="{F16C7B54-C18E-4037-A707-E838B6C3B3D6}"/>
                  </a:ext>
                </a:extLst>
              </p:cNvPr>
              <p:cNvSpPr>
                <a:spLocks noGrp="1"/>
              </p:cNvSpPr>
              <p:nvPr/>
            </p:nvSpPr>
            <p:spPr>
              <a:xfrm>
                <a:off x="21240750" y="6019800"/>
                <a:ext cx="2838450" cy="1143000"/>
              </a:xfrm>
              <a:custGeom>
                <a:pathLst>
                  <a:path w="2838450" h="1143000">
                    <a:moveTo>
                      <a:pt x="0" y="38890"/>
                    </a:moveTo>
                    <a:cubicBezTo>
                      <a:pt x="118269" y="38890"/>
                      <a:pt x="236538" y="38890"/>
                      <a:pt x="354806" y="38890"/>
                    </a:cubicBezTo>
                    <a:cubicBezTo>
                      <a:pt x="591344" y="38890"/>
                      <a:pt x="827881" y="48851"/>
                      <a:pt x="1064419" y="48851"/>
                    </a:cubicBezTo>
                    <a:cubicBezTo>
                      <a:pt x="1300956" y="48851"/>
                      <a:pt x="1537494" y="22604"/>
                      <a:pt x="1774031" y="15540"/>
                    </a:cubicBezTo>
                    <a:cubicBezTo>
                      <a:pt x="2010569" y="8475"/>
                      <a:pt x="2247106" y="0"/>
                      <a:pt x="2483644" y="0"/>
                    </a:cubicBezTo>
                    <a:cubicBezTo>
                      <a:pt x="2601912" y="0"/>
                      <a:pt x="2720181" y="0"/>
                      <a:pt x="2838450" y="0"/>
                    </a:cubicBezTo>
                    <a:lnTo>
                      <a:pt x="2838450" y="200664"/>
                    </a:lnTo>
                    <a:cubicBezTo>
                      <a:pt x="2720181" y="200664"/>
                      <a:pt x="2601912" y="200664"/>
                      <a:pt x="2483644" y="200664"/>
                    </a:cubicBezTo>
                    <a:cubicBezTo>
                      <a:pt x="2247106" y="200664"/>
                      <a:pt x="2010569" y="100694"/>
                      <a:pt x="1774031" y="100694"/>
                    </a:cubicBezTo>
                    <a:cubicBezTo>
                      <a:pt x="1537494" y="100694"/>
                      <a:pt x="1300956" y="120807"/>
                      <a:pt x="1064419" y="129322"/>
                    </a:cubicBezTo>
                    <a:cubicBezTo>
                      <a:pt x="827881" y="137836"/>
                      <a:pt x="591344" y="152379"/>
                      <a:pt x="354806" y="152379"/>
                    </a:cubicBezTo>
                    <a:cubicBezTo>
                      <a:pt x="236538" y="152379"/>
                      <a:pt x="118269" y="152379"/>
                      <a:pt x="0" y="152379"/>
                    </a:cubicBezTo>
                    <a:close/>
                  </a:path>
                </a:pathLst>
              </a:custGeom>
              <a:solidFill>
                <a:srgbClr val="CC79A7">
                  <a:alpha val="3448"/>
                </a:srgbClr>
              </a:solidFill>
              <a:ln w="0">
                <a:noFill/>
              </a:ln>
            </p:spPr>
          </p:sp>
          <p:sp>
            <p:nvSpPr>
              <p:cNvPr id="2837" name="smooth-map-feature-4-shade-21">
                <a:extLst>
                  <a:ext uri="{FF2B5EF4-FFF2-40B4-BE49-F238E27FC236}">
                    <ns2:creationId id="{EFF841CD-CAD9-42C0-9650-D934045A9E25}"/>
                  </a:ext>
                </a:extLst>
              </p:cNvPr>
              <p:cNvSpPr>
                <a:spLocks noGrp="1"/>
              </p:cNvSpPr>
              <p:nvPr/>
            </p:nvSpPr>
            <p:spPr>
              <a:xfrm>
                <a:off x="21240750" y="6019800"/>
                <a:ext cx="2838450" cy="1143000"/>
              </a:xfrm>
              <a:custGeom>
                <a:pathLst>
                  <a:path w="2838450" h="1143000">
                    <a:moveTo>
                      <a:pt x="0" y="40489"/>
                    </a:moveTo>
                    <a:cubicBezTo>
                      <a:pt x="118269" y="40489"/>
                      <a:pt x="236538" y="40489"/>
                      <a:pt x="354806" y="40489"/>
                    </a:cubicBezTo>
                    <a:cubicBezTo>
                      <a:pt x="591344" y="40489"/>
                      <a:pt x="827881" y="49984"/>
                      <a:pt x="1064419" y="49984"/>
                    </a:cubicBezTo>
                    <a:cubicBezTo>
                      <a:pt x="1300956" y="49984"/>
                      <a:pt x="1537494" y="24161"/>
                      <a:pt x="1774031" y="16739"/>
                    </a:cubicBezTo>
                    <a:cubicBezTo>
                      <a:pt x="2010569" y="9317"/>
                      <a:pt x="2247106" y="0"/>
                      <a:pt x="2483644" y="0"/>
                    </a:cubicBezTo>
                    <a:cubicBezTo>
                      <a:pt x="2601912" y="0"/>
                      <a:pt x="2720181" y="0"/>
                      <a:pt x="2838450" y="0"/>
                    </a:cubicBezTo>
                    <a:lnTo>
                      <a:pt x="2838450" y="197634"/>
                    </a:lnTo>
                    <a:cubicBezTo>
                      <a:pt x="2720181" y="197634"/>
                      <a:pt x="2601912" y="197634"/>
                      <a:pt x="2483644" y="197634"/>
                    </a:cubicBezTo>
                    <a:cubicBezTo>
                      <a:pt x="2247106" y="197634"/>
                      <a:pt x="2010569" y="99495"/>
                      <a:pt x="1774031" y="99495"/>
                    </a:cubicBezTo>
                    <a:cubicBezTo>
                      <a:pt x="1537494" y="99495"/>
                      <a:pt x="1300956" y="119761"/>
                      <a:pt x="1064419" y="128188"/>
                    </a:cubicBezTo>
                    <a:cubicBezTo>
                      <a:pt x="827881" y="136615"/>
                      <a:pt x="591344" y="150781"/>
                      <a:pt x="354806" y="150781"/>
                    </a:cubicBezTo>
                    <a:cubicBezTo>
                      <a:pt x="236538" y="150781"/>
                      <a:pt x="118269" y="150781"/>
                      <a:pt x="0" y="150781"/>
                    </a:cubicBezTo>
                    <a:close/>
                  </a:path>
                </a:pathLst>
              </a:custGeom>
              <a:solidFill>
                <a:srgbClr val="CC79A7">
                  <a:alpha val="3571"/>
                </a:srgbClr>
              </a:solidFill>
              <a:ln w="0">
                <a:noFill/>
              </a:ln>
            </p:spPr>
          </p:sp>
          <p:sp>
            <p:nvSpPr>
              <p:cNvPr id="2838" name="smooth-map-feature-4-shade-22">
                <a:extLst>
                  <a:ext uri="{FF2B5EF4-FFF2-40B4-BE49-F238E27FC236}">
                    <ns2:creationId id="{6A8148A7-C048-4BC5-8C2C-EA8D623870FB}"/>
                  </a:ext>
                </a:extLst>
              </p:cNvPr>
              <p:cNvSpPr>
                <a:spLocks noGrp="1"/>
              </p:cNvSpPr>
              <p:nvPr/>
            </p:nvSpPr>
            <p:spPr>
              <a:xfrm>
                <a:off x="21240750" y="6019800"/>
                <a:ext cx="2838450" cy="1143000"/>
              </a:xfrm>
              <a:custGeom>
                <a:pathLst>
                  <a:path w="2838450" h="1143000">
                    <a:moveTo>
                      <a:pt x="0" y="42058"/>
                    </a:moveTo>
                    <a:cubicBezTo>
                      <a:pt x="118269" y="42058"/>
                      <a:pt x="236538" y="42058"/>
                      <a:pt x="354806" y="42058"/>
                    </a:cubicBezTo>
                    <a:cubicBezTo>
                      <a:pt x="591344" y="42058"/>
                      <a:pt x="827881" y="51097"/>
                      <a:pt x="1064419" y="51097"/>
                    </a:cubicBezTo>
                    <a:cubicBezTo>
                      <a:pt x="1300956" y="51097"/>
                      <a:pt x="1537494" y="25673"/>
                      <a:pt x="1774031" y="17917"/>
                    </a:cubicBezTo>
                    <a:cubicBezTo>
                      <a:pt x="2010569" y="10160"/>
                      <a:pt x="2247106" y="0"/>
                      <a:pt x="2483644" y="0"/>
                    </a:cubicBezTo>
                    <a:cubicBezTo>
                      <a:pt x="2601912" y="0"/>
                      <a:pt x="2720181" y="0"/>
                      <a:pt x="2838450" y="0"/>
                    </a:cubicBezTo>
                    <a:lnTo>
                      <a:pt x="2838450" y="194659"/>
                    </a:lnTo>
                    <a:cubicBezTo>
                      <a:pt x="2720181" y="194659"/>
                      <a:pt x="2601912" y="194659"/>
                      <a:pt x="2483644" y="194659"/>
                    </a:cubicBezTo>
                    <a:cubicBezTo>
                      <a:pt x="2247106" y="194659"/>
                      <a:pt x="2010569" y="98317"/>
                      <a:pt x="1774031" y="98317"/>
                    </a:cubicBezTo>
                    <a:cubicBezTo>
                      <a:pt x="1537494" y="98317"/>
                      <a:pt x="1300956" y="118736"/>
                      <a:pt x="1064419" y="127075"/>
                    </a:cubicBezTo>
                    <a:cubicBezTo>
                      <a:pt x="827881" y="135414"/>
                      <a:pt x="591344" y="149211"/>
                      <a:pt x="354806" y="149211"/>
                    </a:cubicBezTo>
                    <a:cubicBezTo>
                      <a:pt x="236538" y="149211"/>
                      <a:pt x="118269" y="149211"/>
                      <a:pt x="0" y="149211"/>
                    </a:cubicBezTo>
                    <a:close/>
                  </a:path>
                </a:pathLst>
              </a:custGeom>
              <a:solidFill>
                <a:srgbClr val="CC79A7">
                  <a:alpha val="3704"/>
                </a:srgbClr>
              </a:solidFill>
              <a:ln w="0">
                <a:noFill/>
              </a:ln>
            </p:spPr>
          </p:sp>
          <p:sp>
            <p:nvSpPr>
              <p:cNvPr id="2839" name="smooth-map-feature-4-shade-23">
                <a:extLst>
                  <a:ext uri="{FF2B5EF4-FFF2-40B4-BE49-F238E27FC236}">
                    <ns2:creationId id="{C07DB8A6-7908-4BEB-B227-21D85CF77C3B}"/>
                  </a:ext>
                </a:extLst>
              </p:cNvPr>
              <p:cNvSpPr>
                <a:spLocks noGrp="1"/>
              </p:cNvSpPr>
              <p:nvPr/>
            </p:nvSpPr>
            <p:spPr>
              <a:xfrm>
                <a:off x="21240750" y="6019800"/>
                <a:ext cx="2838450" cy="1143000"/>
              </a:xfrm>
              <a:custGeom>
                <a:pathLst>
                  <a:path w="2838450" h="1143000">
                    <a:moveTo>
                      <a:pt x="0" y="43603"/>
                    </a:moveTo>
                    <a:cubicBezTo>
                      <a:pt x="118269" y="43603"/>
                      <a:pt x="236538" y="43603"/>
                      <a:pt x="354806" y="43603"/>
                    </a:cubicBezTo>
                    <a:cubicBezTo>
                      <a:pt x="591344" y="43603"/>
                      <a:pt x="827881" y="52192"/>
                      <a:pt x="1064419" y="52192"/>
                    </a:cubicBezTo>
                    <a:cubicBezTo>
                      <a:pt x="1300956" y="52192"/>
                      <a:pt x="1537494" y="27145"/>
                      <a:pt x="1774031" y="19076"/>
                    </a:cubicBezTo>
                    <a:cubicBezTo>
                      <a:pt x="2010569" y="11007"/>
                      <a:pt x="2247106" y="0"/>
                      <a:pt x="2483644" y="0"/>
                    </a:cubicBezTo>
                    <a:cubicBezTo>
                      <a:pt x="2601912" y="0"/>
                      <a:pt x="2720181" y="0"/>
                      <a:pt x="2838450" y="0"/>
                    </a:cubicBezTo>
                    <a:lnTo>
                      <a:pt x="2838450" y="191731"/>
                    </a:lnTo>
                    <a:cubicBezTo>
                      <a:pt x="2720181" y="191731"/>
                      <a:pt x="2601912" y="191731"/>
                      <a:pt x="2483644" y="191731"/>
                    </a:cubicBezTo>
                    <a:cubicBezTo>
                      <a:pt x="2247106" y="191731"/>
                      <a:pt x="2010569" y="97158"/>
                      <a:pt x="1774031" y="97158"/>
                    </a:cubicBezTo>
                    <a:cubicBezTo>
                      <a:pt x="1537494" y="97158"/>
                      <a:pt x="1300956" y="117730"/>
                      <a:pt x="1064419" y="125980"/>
                    </a:cubicBezTo>
                    <a:cubicBezTo>
                      <a:pt x="827881" y="134230"/>
                      <a:pt x="591344" y="147666"/>
                      <a:pt x="354806" y="147666"/>
                    </a:cubicBezTo>
                    <a:cubicBezTo>
                      <a:pt x="236538" y="147666"/>
                      <a:pt x="118269" y="147666"/>
                      <a:pt x="0" y="147666"/>
                    </a:cubicBezTo>
                    <a:close/>
                  </a:path>
                </a:pathLst>
              </a:custGeom>
              <a:solidFill>
                <a:srgbClr val="CC79A7">
                  <a:alpha val="3846"/>
                </a:srgbClr>
              </a:solidFill>
              <a:ln w="0">
                <a:noFill/>
              </a:ln>
            </p:spPr>
          </p:sp>
          <p:sp>
            <p:nvSpPr>
              <p:cNvPr id="2840" name="smooth-map-feature-4-shade-24">
                <a:extLst>
                  <a:ext uri="{FF2B5EF4-FFF2-40B4-BE49-F238E27FC236}">
                    <ns2:creationId id="{0F178530-DB58-41A1-B26C-8DD6CD0AF7D3}"/>
                  </a:ext>
                </a:extLst>
              </p:cNvPr>
              <p:cNvSpPr>
                <a:spLocks noGrp="1"/>
              </p:cNvSpPr>
              <p:nvPr/>
            </p:nvSpPr>
            <p:spPr>
              <a:xfrm>
                <a:off x="21240750" y="6019800"/>
                <a:ext cx="2838450" cy="1143000"/>
              </a:xfrm>
              <a:custGeom>
                <a:pathLst>
                  <a:path w="2838450" h="1143000">
                    <a:moveTo>
                      <a:pt x="0" y="45126"/>
                    </a:moveTo>
                    <a:cubicBezTo>
                      <a:pt x="118269" y="45126"/>
                      <a:pt x="236538" y="45126"/>
                      <a:pt x="354806" y="45126"/>
                    </a:cubicBezTo>
                    <a:cubicBezTo>
                      <a:pt x="591344" y="45126"/>
                      <a:pt x="827881" y="53273"/>
                      <a:pt x="1064419" y="53273"/>
                    </a:cubicBezTo>
                    <a:cubicBezTo>
                      <a:pt x="1300956" y="53273"/>
                      <a:pt x="1537494" y="28582"/>
                      <a:pt x="1774031" y="20219"/>
                    </a:cubicBezTo>
                    <a:cubicBezTo>
                      <a:pt x="2010569" y="11856"/>
                      <a:pt x="2247106" y="0"/>
                      <a:pt x="2483644" y="0"/>
                    </a:cubicBezTo>
                    <a:cubicBezTo>
                      <a:pt x="2601912" y="0"/>
                      <a:pt x="2720181" y="0"/>
                      <a:pt x="2838450" y="0"/>
                    </a:cubicBezTo>
                    <a:lnTo>
                      <a:pt x="2838450" y="188842"/>
                    </a:lnTo>
                    <a:cubicBezTo>
                      <a:pt x="2720181" y="188842"/>
                      <a:pt x="2601912" y="188842"/>
                      <a:pt x="2483644" y="188842"/>
                    </a:cubicBezTo>
                    <a:cubicBezTo>
                      <a:pt x="2247106" y="188842"/>
                      <a:pt x="2010569" y="96015"/>
                      <a:pt x="1774031" y="96015"/>
                    </a:cubicBezTo>
                    <a:cubicBezTo>
                      <a:pt x="1537494" y="96015"/>
                      <a:pt x="1300956" y="116739"/>
                      <a:pt x="1064419" y="124899"/>
                    </a:cubicBezTo>
                    <a:cubicBezTo>
                      <a:pt x="827881" y="133060"/>
                      <a:pt x="591344" y="146143"/>
                      <a:pt x="354806" y="146143"/>
                    </a:cubicBezTo>
                    <a:cubicBezTo>
                      <a:pt x="236538" y="146143"/>
                      <a:pt x="118269" y="146143"/>
                      <a:pt x="0" y="146143"/>
                    </a:cubicBezTo>
                    <a:close/>
                  </a:path>
                </a:pathLst>
              </a:custGeom>
              <a:solidFill>
                <a:srgbClr val="CC79A7">
                  <a:alpha val="4000"/>
                </a:srgbClr>
              </a:solidFill>
              <a:ln w="0">
                <a:noFill/>
              </a:ln>
            </p:spPr>
          </p:sp>
          <p:sp>
            <p:nvSpPr>
              <p:cNvPr id="2841" name="smooth-map-feature-4-shade-25">
                <a:extLst>
                  <a:ext uri="{FF2B5EF4-FFF2-40B4-BE49-F238E27FC236}">
                    <ns2:creationId id="{E8033740-961A-4FE8-97DD-26F048C38915}"/>
                  </a:ext>
                </a:extLst>
              </p:cNvPr>
              <p:cNvSpPr>
                <a:spLocks noGrp="1"/>
              </p:cNvSpPr>
              <p:nvPr/>
            </p:nvSpPr>
            <p:spPr>
              <a:xfrm>
                <a:off x="21240750" y="6019800"/>
                <a:ext cx="2838450" cy="1143000"/>
              </a:xfrm>
              <a:custGeom>
                <a:pathLst>
                  <a:path w="2838450" h="1143000">
                    <a:moveTo>
                      <a:pt x="0" y="46633"/>
                    </a:moveTo>
                    <a:cubicBezTo>
                      <a:pt x="118269" y="46633"/>
                      <a:pt x="236538" y="46633"/>
                      <a:pt x="354806" y="46633"/>
                    </a:cubicBezTo>
                    <a:cubicBezTo>
                      <a:pt x="591344" y="46633"/>
                      <a:pt x="827881" y="54341"/>
                      <a:pt x="1064419" y="54341"/>
                    </a:cubicBezTo>
                    <a:cubicBezTo>
                      <a:pt x="1300956" y="54341"/>
                      <a:pt x="1537494" y="29938"/>
                      <a:pt x="1774031" y="21349"/>
                    </a:cubicBezTo>
                    <a:cubicBezTo>
                      <a:pt x="2010569" y="12760"/>
                      <a:pt x="2247106" y="212"/>
                      <a:pt x="2483644" y="212"/>
                    </a:cubicBezTo>
                    <a:cubicBezTo>
                      <a:pt x="2601912" y="212"/>
                      <a:pt x="2720181" y="212"/>
                      <a:pt x="2838450" y="212"/>
                    </a:cubicBezTo>
                    <a:lnTo>
                      <a:pt x="2838450" y="185987"/>
                    </a:lnTo>
                    <a:cubicBezTo>
                      <a:pt x="2720181" y="185987"/>
                      <a:pt x="2601912" y="185987"/>
                      <a:pt x="2483644" y="185987"/>
                    </a:cubicBezTo>
                    <a:cubicBezTo>
                      <a:pt x="2247106" y="185987"/>
                      <a:pt x="2010569" y="94884"/>
                      <a:pt x="1774031" y="94884"/>
                    </a:cubicBezTo>
                    <a:cubicBezTo>
                      <a:pt x="1537494" y="94884"/>
                      <a:pt x="1300956" y="115761"/>
                      <a:pt x="1064419" y="123831"/>
                    </a:cubicBezTo>
                    <a:cubicBezTo>
                      <a:pt x="827881" y="131901"/>
                      <a:pt x="591344" y="144636"/>
                      <a:pt x="354806" y="144636"/>
                    </a:cubicBezTo>
                    <a:cubicBezTo>
                      <a:pt x="236538" y="144636"/>
                      <a:pt x="118269" y="144636"/>
                      <a:pt x="0" y="144636"/>
                    </a:cubicBezTo>
                    <a:close/>
                  </a:path>
                </a:pathLst>
              </a:custGeom>
              <a:solidFill>
                <a:srgbClr val="CC79A7">
                  <a:alpha val="4167"/>
                </a:srgbClr>
              </a:solidFill>
              <a:ln w="0">
                <a:noFill/>
              </a:ln>
            </p:spPr>
          </p:sp>
          <p:sp>
            <p:nvSpPr>
              <p:cNvPr id="2842" name="smooth-map-feature-4-shade-26">
                <a:extLst>
                  <a:ext uri="{FF2B5EF4-FFF2-40B4-BE49-F238E27FC236}">
                    <ns2:creationId id="{90C934F5-EC2F-47E8-B6BE-DF098F7D15AC}"/>
                  </a:ext>
                </a:extLst>
              </p:cNvPr>
              <p:cNvSpPr>
                <a:spLocks noGrp="1"/>
              </p:cNvSpPr>
              <p:nvPr/>
            </p:nvSpPr>
            <p:spPr>
              <a:xfrm>
                <a:off x="21240750" y="6019800"/>
                <a:ext cx="2838450" cy="1143000"/>
              </a:xfrm>
              <a:custGeom>
                <a:pathLst>
                  <a:path w="2838450" h="1143000">
                    <a:moveTo>
                      <a:pt x="0" y="48126"/>
                    </a:moveTo>
                    <a:cubicBezTo>
                      <a:pt x="118269" y="48126"/>
                      <a:pt x="236538" y="48126"/>
                      <a:pt x="354806" y="48126"/>
                    </a:cubicBezTo>
                    <a:cubicBezTo>
                      <a:pt x="591344" y="48126"/>
                      <a:pt x="827881" y="55399"/>
                      <a:pt x="1064419" y="55399"/>
                    </a:cubicBezTo>
                    <a:cubicBezTo>
                      <a:pt x="1300956" y="55399"/>
                      <a:pt x="1537494" y="30616"/>
                      <a:pt x="1774031" y="22470"/>
                    </a:cubicBezTo>
                    <a:cubicBezTo>
                      <a:pt x="2010569" y="14324"/>
                      <a:pt x="2247106" y="3042"/>
                      <a:pt x="2483644" y="3042"/>
                    </a:cubicBezTo>
                    <a:cubicBezTo>
                      <a:pt x="2601912" y="3042"/>
                      <a:pt x="2720181" y="3042"/>
                      <a:pt x="2838450" y="3042"/>
                    </a:cubicBezTo>
                    <a:lnTo>
                      <a:pt x="2838450" y="183157"/>
                    </a:lnTo>
                    <a:cubicBezTo>
                      <a:pt x="2720181" y="183157"/>
                      <a:pt x="2601912" y="183157"/>
                      <a:pt x="2483644" y="183157"/>
                    </a:cubicBezTo>
                    <a:cubicBezTo>
                      <a:pt x="2247106" y="183157"/>
                      <a:pt x="2010569" y="93764"/>
                      <a:pt x="1774031" y="93764"/>
                    </a:cubicBezTo>
                    <a:cubicBezTo>
                      <a:pt x="1537494" y="93764"/>
                      <a:pt x="1300956" y="114795"/>
                      <a:pt x="1064419" y="122773"/>
                    </a:cubicBezTo>
                    <a:cubicBezTo>
                      <a:pt x="827881" y="130751"/>
                      <a:pt x="591344" y="143143"/>
                      <a:pt x="354806" y="143143"/>
                    </a:cubicBezTo>
                    <a:cubicBezTo>
                      <a:pt x="236538" y="143143"/>
                      <a:pt x="118269" y="143143"/>
                      <a:pt x="0" y="143143"/>
                    </a:cubicBezTo>
                    <a:close/>
                  </a:path>
                </a:pathLst>
              </a:custGeom>
              <a:solidFill>
                <a:srgbClr val="CC79A7">
                  <a:alpha val="4348"/>
                </a:srgbClr>
              </a:solidFill>
              <a:ln w="0">
                <a:noFill/>
              </a:ln>
            </p:spPr>
          </p:sp>
          <p:sp>
            <p:nvSpPr>
              <p:cNvPr id="2843" name="smooth-map-feature-4-shade-27">
                <a:extLst>
                  <a:ext uri="{FF2B5EF4-FFF2-40B4-BE49-F238E27FC236}">
                    <ns2:creationId id="{EFAB47C1-68A9-4420-9F99-E5B109A2D135}"/>
                  </a:ext>
                </a:extLst>
              </p:cNvPr>
              <p:cNvSpPr>
                <a:spLocks noGrp="1"/>
              </p:cNvSpPr>
              <p:nvPr/>
            </p:nvSpPr>
            <p:spPr>
              <a:xfrm>
                <a:off x="21240750" y="6019800"/>
                <a:ext cx="2838450" cy="1143000"/>
              </a:xfrm>
              <a:custGeom>
                <a:pathLst>
                  <a:path w="2838450" h="1143000">
                    <a:moveTo>
                      <a:pt x="0" y="49608"/>
                    </a:moveTo>
                    <a:cubicBezTo>
                      <a:pt x="118269" y="49608"/>
                      <a:pt x="236538" y="49608"/>
                      <a:pt x="354806" y="49608"/>
                    </a:cubicBezTo>
                    <a:cubicBezTo>
                      <a:pt x="591344" y="49608"/>
                      <a:pt x="827881" y="56451"/>
                      <a:pt x="1064419" y="56451"/>
                    </a:cubicBezTo>
                    <a:cubicBezTo>
                      <a:pt x="1300956" y="56451"/>
                      <a:pt x="1537494" y="31260"/>
                      <a:pt x="1774031" y="23582"/>
                    </a:cubicBezTo>
                    <a:cubicBezTo>
                      <a:pt x="2010569" y="15904"/>
                      <a:pt x="2247106" y="5852"/>
                      <a:pt x="2483644" y="5852"/>
                    </a:cubicBezTo>
                    <a:cubicBezTo>
                      <a:pt x="2601912" y="5852"/>
                      <a:pt x="2720181" y="5852"/>
                      <a:pt x="2838450" y="5852"/>
                    </a:cubicBezTo>
                    <a:lnTo>
                      <a:pt x="2838450" y="180346"/>
                    </a:lnTo>
                    <a:cubicBezTo>
                      <a:pt x="2720181" y="180346"/>
                      <a:pt x="2601912" y="180346"/>
                      <a:pt x="2483644" y="180346"/>
                    </a:cubicBezTo>
                    <a:cubicBezTo>
                      <a:pt x="2247106" y="180346"/>
                      <a:pt x="2010569" y="92652"/>
                      <a:pt x="1774031" y="92652"/>
                    </a:cubicBezTo>
                    <a:cubicBezTo>
                      <a:pt x="1537494" y="92652"/>
                      <a:pt x="1300956" y="113837"/>
                      <a:pt x="1064419" y="121721"/>
                    </a:cubicBezTo>
                    <a:cubicBezTo>
                      <a:pt x="827881" y="129606"/>
                      <a:pt x="591344" y="141661"/>
                      <a:pt x="354806" y="141661"/>
                    </a:cubicBezTo>
                    <a:cubicBezTo>
                      <a:pt x="236538" y="141661"/>
                      <a:pt x="118269" y="141661"/>
                      <a:pt x="0" y="141661"/>
                    </a:cubicBezTo>
                    <a:close/>
                  </a:path>
                </a:pathLst>
              </a:custGeom>
              <a:solidFill>
                <a:srgbClr val="CC79A7">
                  <a:alpha val="4545"/>
                </a:srgbClr>
              </a:solidFill>
              <a:ln w="0">
                <a:noFill/>
              </a:ln>
            </p:spPr>
          </p:sp>
          <p:sp>
            <p:nvSpPr>
              <p:cNvPr id="2844" name="smooth-map-feature-4-shade-28">
                <a:extLst>
                  <a:ext uri="{FF2B5EF4-FFF2-40B4-BE49-F238E27FC236}">
                    <ns2:creationId id="{6112E2FB-33A2-48C2-A2BC-AF47B154C4F7}"/>
                  </a:ext>
                </a:extLst>
              </p:cNvPr>
              <p:cNvSpPr>
                <a:spLocks noGrp="1"/>
              </p:cNvSpPr>
              <p:nvPr/>
            </p:nvSpPr>
            <p:spPr>
              <a:xfrm>
                <a:off x="21240750" y="6019800"/>
                <a:ext cx="2838450" cy="1143000"/>
              </a:xfrm>
              <a:custGeom>
                <a:pathLst>
                  <a:path w="2838450" h="1143000">
                    <a:moveTo>
                      <a:pt x="0" y="51084"/>
                    </a:moveTo>
                    <a:cubicBezTo>
                      <a:pt x="118269" y="51084"/>
                      <a:pt x="236538" y="51084"/>
                      <a:pt x="354806" y="51084"/>
                    </a:cubicBezTo>
                    <a:cubicBezTo>
                      <a:pt x="591344" y="51084"/>
                      <a:pt x="827881" y="57497"/>
                      <a:pt x="1064419" y="57497"/>
                    </a:cubicBezTo>
                    <a:cubicBezTo>
                      <a:pt x="1300956" y="57497"/>
                      <a:pt x="1537494" y="31871"/>
                      <a:pt x="1774031" y="24689"/>
                    </a:cubicBezTo>
                    <a:cubicBezTo>
                      <a:pt x="2010569" y="17508"/>
                      <a:pt x="2247106" y="8650"/>
                      <a:pt x="2483644" y="8650"/>
                    </a:cubicBezTo>
                    <a:cubicBezTo>
                      <a:pt x="2601912" y="8650"/>
                      <a:pt x="2720181" y="8650"/>
                      <a:pt x="2838450" y="8650"/>
                    </a:cubicBezTo>
                    <a:lnTo>
                      <a:pt x="2838450" y="177549"/>
                    </a:lnTo>
                    <a:cubicBezTo>
                      <a:pt x="2720181" y="177549"/>
                      <a:pt x="2601912" y="177549"/>
                      <a:pt x="2483644" y="177549"/>
                    </a:cubicBezTo>
                    <a:cubicBezTo>
                      <a:pt x="2247106" y="177549"/>
                      <a:pt x="2010569" y="91544"/>
                      <a:pt x="1774031" y="91544"/>
                    </a:cubicBezTo>
                    <a:cubicBezTo>
                      <a:pt x="1537494" y="91544"/>
                      <a:pt x="1300956" y="112885"/>
                      <a:pt x="1064419" y="120675"/>
                    </a:cubicBezTo>
                    <a:cubicBezTo>
                      <a:pt x="827881" y="128465"/>
                      <a:pt x="591344" y="140185"/>
                      <a:pt x="354806" y="140185"/>
                    </a:cubicBezTo>
                    <a:cubicBezTo>
                      <a:pt x="236538" y="140185"/>
                      <a:pt x="118269" y="140185"/>
                      <a:pt x="0" y="140185"/>
                    </a:cubicBezTo>
                    <a:close/>
                  </a:path>
                </a:pathLst>
              </a:custGeom>
              <a:solidFill>
                <a:srgbClr val="CC79A7">
                  <a:alpha val="4762"/>
                </a:srgbClr>
              </a:solidFill>
              <a:ln w="0">
                <a:noFill/>
              </a:ln>
            </p:spPr>
          </p:sp>
          <p:sp>
            <p:nvSpPr>
              <p:cNvPr id="2845" name="smooth-map-feature-4-shade-29">
                <a:extLst>
                  <a:ext uri="{FF2B5EF4-FFF2-40B4-BE49-F238E27FC236}">
                    <ns2:creationId id="{8553E353-6EB2-4F00-88DD-DF27F752CAB8}"/>
                  </a:ext>
                </a:extLst>
              </p:cNvPr>
              <p:cNvSpPr>
                <a:spLocks noGrp="1"/>
              </p:cNvSpPr>
              <p:nvPr/>
            </p:nvSpPr>
            <p:spPr>
              <a:xfrm>
                <a:off x="21240750" y="6019800"/>
                <a:ext cx="2838450" cy="1143000"/>
              </a:xfrm>
              <a:custGeom>
                <a:pathLst>
                  <a:path w="2838450" h="1143000">
                    <a:moveTo>
                      <a:pt x="0" y="52557"/>
                    </a:moveTo>
                    <a:cubicBezTo>
                      <a:pt x="118269" y="52557"/>
                      <a:pt x="236538" y="52557"/>
                      <a:pt x="354806" y="52557"/>
                    </a:cubicBezTo>
                    <a:cubicBezTo>
                      <a:pt x="591344" y="52557"/>
                      <a:pt x="827881" y="58541"/>
                      <a:pt x="1064419" y="58541"/>
                    </a:cubicBezTo>
                    <a:cubicBezTo>
                      <a:pt x="1300956" y="58541"/>
                      <a:pt x="1537494" y="32447"/>
                      <a:pt x="1774031" y="25794"/>
                    </a:cubicBezTo>
                    <a:cubicBezTo>
                      <a:pt x="2010569" y="19141"/>
                      <a:pt x="2247106" y="11441"/>
                      <a:pt x="2483644" y="11441"/>
                    </a:cubicBezTo>
                    <a:cubicBezTo>
                      <a:pt x="2601912" y="11441"/>
                      <a:pt x="2720181" y="11441"/>
                      <a:pt x="2838450" y="11441"/>
                    </a:cubicBezTo>
                    <a:lnTo>
                      <a:pt x="2838450" y="174758"/>
                    </a:lnTo>
                    <a:cubicBezTo>
                      <a:pt x="2720181" y="174758"/>
                      <a:pt x="2601912" y="174758"/>
                      <a:pt x="2483644" y="174758"/>
                    </a:cubicBezTo>
                    <a:cubicBezTo>
                      <a:pt x="2247106" y="174758"/>
                      <a:pt x="2010569" y="90440"/>
                      <a:pt x="1774031" y="90440"/>
                    </a:cubicBezTo>
                    <a:cubicBezTo>
                      <a:pt x="1537494" y="90440"/>
                      <a:pt x="1300956" y="111938"/>
                      <a:pt x="1064419" y="119631"/>
                    </a:cubicBezTo>
                    <a:cubicBezTo>
                      <a:pt x="827881" y="127324"/>
                      <a:pt x="591344" y="138712"/>
                      <a:pt x="354806" y="138712"/>
                    </a:cubicBezTo>
                    <a:cubicBezTo>
                      <a:pt x="236538" y="138712"/>
                      <a:pt x="118269" y="138712"/>
                      <a:pt x="0" y="138712"/>
                    </a:cubicBezTo>
                    <a:close/>
                  </a:path>
                </a:pathLst>
              </a:custGeom>
              <a:solidFill>
                <a:srgbClr val="CC79A7">
                  <a:alpha val="5000"/>
                </a:srgbClr>
              </a:solidFill>
              <a:ln w="0">
                <a:noFill/>
              </a:ln>
            </p:spPr>
          </p:sp>
          <p:sp>
            <p:nvSpPr>
              <p:cNvPr id="2846" name="smooth-map-feature-4-shade-30">
                <a:extLst>
                  <a:ext uri="{FF2B5EF4-FFF2-40B4-BE49-F238E27FC236}">
                    <ns2:creationId id="{654D43E4-D410-46AD-8952-8D40E4470469}"/>
                  </a:ext>
                </a:extLst>
              </p:cNvPr>
              <p:cNvSpPr>
                <a:spLocks noGrp="1"/>
              </p:cNvSpPr>
              <p:nvPr/>
            </p:nvSpPr>
            <p:spPr>
              <a:xfrm>
                <a:off x="21240750" y="6019800"/>
                <a:ext cx="2838450" cy="1143000"/>
              </a:xfrm>
              <a:custGeom>
                <a:pathLst>
                  <a:path w="2838450" h="1143000">
                    <a:moveTo>
                      <a:pt x="0" y="54029"/>
                    </a:moveTo>
                    <a:cubicBezTo>
                      <a:pt x="118269" y="54029"/>
                      <a:pt x="236538" y="54029"/>
                      <a:pt x="354806" y="54029"/>
                    </a:cubicBezTo>
                    <a:cubicBezTo>
                      <a:pt x="591344" y="54029"/>
                      <a:pt x="827881" y="59585"/>
                      <a:pt x="1064419" y="59585"/>
                    </a:cubicBezTo>
                    <a:cubicBezTo>
                      <a:pt x="1300956" y="59585"/>
                      <a:pt x="1537494" y="32985"/>
                      <a:pt x="1774031" y="26899"/>
                    </a:cubicBezTo>
                    <a:cubicBezTo>
                      <a:pt x="2010569" y="20813"/>
                      <a:pt x="2247106" y="14231"/>
                      <a:pt x="2483644" y="14231"/>
                    </a:cubicBezTo>
                    <a:cubicBezTo>
                      <a:pt x="2601912" y="14231"/>
                      <a:pt x="2720181" y="14231"/>
                      <a:pt x="2838450" y="14231"/>
                    </a:cubicBezTo>
                    <a:lnTo>
                      <a:pt x="2838450" y="171967"/>
                    </a:lnTo>
                    <a:cubicBezTo>
                      <a:pt x="2720181" y="171967"/>
                      <a:pt x="2601912" y="171967"/>
                      <a:pt x="2483644" y="171967"/>
                    </a:cubicBezTo>
                    <a:cubicBezTo>
                      <a:pt x="2247106" y="171967"/>
                      <a:pt x="2010569" y="89335"/>
                      <a:pt x="1774031" y="89335"/>
                    </a:cubicBezTo>
                    <a:cubicBezTo>
                      <a:pt x="1537494" y="89335"/>
                      <a:pt x="1300956" y="110994"/>
                      <a:pt x="1064419" y="118587"/>
                    </a:cubicBezTo>
                    <a:cubicBezTo>
                      <a:pt x="827881" y="126180"/>
                      <a:pt x="591344" y="137240"/>
                      <a:pt x="354806" y="137240"/>
                    </a:cubicBezTo>
                    <a:cubicBezTo>
                      <a:pt x="236538" y="137240"/>
                      <a:pt x="118269" y="137240"/>
                      <a:pt x="0" y="137240"/>
                    </a:cubicBezTo>
                    <a:close/>
                  </a:path>
                </a:pathLst>
              </a:custGeom>
              <a:solidFill>
                <a:srgbClr val="CC79A7">
                  <a:alpha val="5263"/>
                </a:srgbClr>
              </a:solidFill>
              <a:ln w="0">
                <a:noFill/>
              </a:ln>
            </p:spPr>
          </p:sp>
          <p:sp>
            <p:nvSpPr>
              <p:cNvPr id="2847" name="smooth-map-feature-4-shade-31">
                <a:extLst>
                  <a:ext uri="{FF2B5EF4-FFF2-40B4-BE49-F238E27FC236}">
                    <ns2:creationId id="{7E546F17-3617-47F1-982D-3C47841FC958}"/>
                  </a:ext>
                </a:extLst>
              </p:cNvPr>
              <p:cNvSpPr>
                <a:spLocks noGrp="1"/>
              </p:cNvSpPr>
              <p:nvPr/>
            </p:nvSpPr>
            <p:spPr>
              <a:xfrm>
                <a:off x="21240750" y="6019800"/>
                <a:ext cx="2838450" cy="1143000"/>
              </a:xfrm>
              <a:custGeom>
                <a:pathLst>
                  <a:path w="2838450" h="1143000">
                    <a:moveTo>
                      <a:pt x="0" y="55504"/>
                    </a:moveTo>
                    <a:cubicBezTo>
                      <a:pt x="118269" y="55504"/>
                      <a:pt x="236538" y="55504"/>
                      <a:pt x="354806" y="55504"/>
                    </a:cubicBezTo>
                    <a:cubicBezTo>
                      <a:pt x="591344" y="55504"/>
                      <a:pt x="827881" y="60631"/>
                      <a:pt x="1064419" y="60631"/>
                    </a:cubicBezTo>
                    <a:cubicBezTo>
                      <a:pt x="1300956" y="60631"/>
                      <a:pt x="1537494" y="33482"/>
                      <a:pt x="1774031" y="28006"/>
                    </a:cubicBezTo>
                    <a:cubicBezTo>
                      <a:pt x="2010569" y="22530"/>
                      <a:pt x="2247106" y="17029"/>
                      <a:pt x="2483644" y="17029"/>
                    </a:cubicBezTo>
                    <a:cubicBezTo>
                      <a:pt x="2601912" y="17029"/>
                      <a:pt x="2720181" y="17029"/>
                      <a:pt x="2838450" y="17029"/>
                    </a:cubicBezTo>
                    <a:lnTo>
                      <a:pt x="2838450" y="169170"/>
                    </a:lnTo>
                    <a:cubicBezTo>
                      <a:pt x="2720181" y="169170"/>
                      <a:pt x="2601912" y="169170"/>
                      <a:pt x="2483644" y="169170"/>
                    </a:cubicBezTo>
                    <a:cubicBezTo>
                      <a:pt x="2247106" y="169170"/>
                      <a:pt x="2010569" y="88228"/>
                      <a:pt x="1774031" y="88228"/>
                    </a:cubicBezTo>
                    <a:cubicBezTo>
                      <a:pt x="1537494" y="88228"/>
                      <a:pt x="1300956" y="110049"/>
                      <a:pt x="1064419" y="117541"/>
                    </a:cubicBezTo>
                    <a:cubicBezTo>
                      <a:pt x="827881" y="125032"/>
                      <a:pt x="591344" y="135765"/>
                      <a:pt x="354806" y="135765"/>
                    </a:cubicBezTo>
                    <a:cubicBezTo>
                      <a:pt x="236538" y="135765"/>
                      <a:pt x="118269" y="135765"/>
                      <a:pt x="0" y="135765"/>
                    </a:cubicBezTo>
                    <a:close/>
                  </a:path>
                </a:pathLst>
              </a:custGeom>
              <a:solidFill>
                <a:srgbClr val="CC79A7">
                  <a:alpha val="5556"/>
                </a:srgbClr>
              </a:solidFill>
              <a:ln w="0">
                <a:noFill/>
              </a:ln>
            </p:spPr>
          </p:sp>
          <p:sp>
            <p:nvSpPr>
              <p:cNvPr id="2848" name="smooth-map-feature-4-shade-32">
                <a:extLst>
                  <a:ext uri="{FF2B5EF4-FFF2-40B4-BE49-F238E27FC236}">
                    <ns2:creationId id="{83DD9B0A-3BF7-438B-8166-C78515BE4A27}"/>
                  </a:ext>
                </a:extLst>
              </p:cNvPr>
              <p:cNvSpPr>
                <a:spLocks noGrp="1"/>
              </p:cNvSpPr>
              <p:nvPr/>
            </p:nvSpPr>
            <p:spPr>
              <a:xfrm>
                <a:off x="21240750" y="6019800"/>
                <a:ext cx="2838450" cy="1143000"/>
              </a:xfrm>
              <a:custGeom>
                <a:pathLst>
                  <a:path w="2838450" h="1143000">
                    <a:moveTo>
                      <a:pt x="0" y="56987"/>
                    </a:moveTo>
                    <a:cubicBezTo>
                      <a:pt x="118269" y="56987"/>
                      <a:pt x="236538" y="56987"/>
                      <a:pt x="354806" y="56987"/>
                    </a:cubicBezTo>
                    <a:cubicBezTo>
                      <a:pt x="591344" y="56987"/>
                      <a:pt x="827881" y="61683"/>
                      <a:pt x="1064419" y="61683"/>
                    </a:cubicBezTo>
                    <a:cubicBezTo>
                      <a:pt x="1300956" y="61683"/>
                      <a:pt x="1537494" y="33933"/>
                      <a:pt x="1774031" y="29119"/>
                    </a:cubicBezTo>
                    <a:cubicBezTo>
                      <a:pt x="2010569" y="24304"/>
                      <a:pt x="2247106" y="19839"/>
                      <a:pt x="2483644" y="19839"/>
                    </a:cubicBezTo>
                    <a:cubicBezTo>
                      <a:pt x="2601912" y="19839"/>
                      <a:pt x="2720181" y="19839"/>
                      <a:pt x="2838450" y="19839"/>
                    </a:cubicBezTo>
                    <a:lnTo>
                      <a:pt x="2838450" y="166359"/>
                    </a:lnTo>
                    <a:cubicBezTo>
                      <a:pt x="2720181" y="166359"/>
                      <a:pt x="2601912" y="166359"/>
                      <a:pt x="2483644" y="166359"/>
                    </a:cubicBezTo>
                    <a:cubicBezTo>
                      <a:pt x="2247106" y="166359"/>
                      <a:pt x="2010569" y="87115"/>
                      <a:pt x="1774031" y="87115"/>
                    </a:cubicBezTo>
                    <a:cubicBezTo>
                      <a:pt x="1537494" y="87115"/>
                      <a:pt x="1300956" y="109102"/>
                      <a:pt x="1064419" y="116489"/>
                    </a:cubicBezTo>
                    <a:cubicBezTo>
                      <a:pt x="827881" y="123876"/>
                      <a:pt x="591344" y="134282"/>
                      <a:pt x="354806" y="134282"/>
                    </a:cubicBezTo>
                    <a:cubicBezTo>
                      <a:pt x="236538" y="134282"/>
                      <a:pt x="118269" y="134282"/>
                      <a:pt x="0" y="134282"/>
                    </a:cubicBezTo>
                    <a:close/>
                  </a:path>
                </a:pathLst>
              </a:custGeom>
              <a:solidFill>
                <a:srgbClr val="CC79A7">
                  <a:alpha val="5882"/>
                </a:srgbClr>
              </a:solidFill>
              <a:ln w="0">
                <a:noFill/>
              </a:ln>
            </p:spPr>
          </p:sp>
          <p:sp>
            <p:nvSpPr>
              <p:cNvPr id="2849" name="smooth-map-feature-4-shade-33">
                <a:extLst>
                  <a:ext uri="{FF2B5EF4-FFF2-40B4-BE49-F238E27FC236}">
                    <ns2:creationId id="{3E8C194A-8154-4FCE-9B40-61D342588DA7}"/>
                  </a:ext>
                </a:extLst>
              </p:cNvPr>
              <p:cNvSpPr>
                <a:spLocks noGrp="1"/>
              </p:cNvSpPr>
              <p:nvPr/>
            </p:nvSpPr>
            <p:spPr>
              <a:xfrm>
                <a:off x="21240750" y="6019800"/>
                <a:ext cx="2838450" cy="1143000"/>
              </a:xfrm>
              <a:custGeom>
                <a:pathLst>
                  <a:path w="2838450" h="1143000">
                    <a:moveTo>
                      <a:pt x="0" y="58481"/>
                    </a:moveTo>
                    <a:cubicBezTo>
                      <a:pt x="118269" y="58481"/>
                      <a:pt x="236538" y="58481"/>
                      <a:pt x="354806" y="58481"/>
                    </a:cubicBezTo>
                    <a:cubicBezTo>
                      <a:pt x="591344" y="58481"/>
                      <a:pt x="827881" y="62742"/>
                      <a:pt x="1064419" y="62742"/>
                    </a:cubicBezTo>
                    <a:cubicBezTo>
                      <a:pt x="1300956" y="62742"/>
                      <a:pt x="1537494" y="34332"/>
                      <a:pt x="1774031" y="30239"/>
                    </a:cubicBezTo>
                    <a:cubicBezTo>
                      <a:pt x="2010569" y="26147"/>
                      <a:pt x="2247106" y="22671"/>
                      <a:pt x="2483644" y="22671"/>
                    </a:cubicBezTo>
                    <a:cubicBezTo>
                      <a:pt x="2601912" y="22671"/>
                      <a:pt x="2720181" y="22671"/>
                      <a:pt x="2838450" y="22671"/>
                    </a:cubicBezTo>
                    <a:lnTo>
                      <a:pt x="2838450" y="163527"/>
                    </a:lnTo>
                    <a:cubicBezTo>
                      <a:pt x="2720181" y="163527"/>
                      <a:pt x="2601912" y="163527"/>
                      <a:pt x="2483644" y="163527"/>
                    </a:cubicBezTo>
                    <a:cubicBezTo>
                      <a:pt x="2247106" y="163527"/>
                      <a:pt x="2010569" y="85994"/>
                      <a:pt x="1774031" y="85994"/>
                    </a:cubicBezTo>
                    <a:cubicBezTo>
                      <a:pt x="1537494" y="85994"/>
                      <a:pt x="1300956" y="108151"/>
                      <a:pt x="1064419" y="115430"/>
                    </a:cubicBezTo>
                    <a:cubicBezTo>
                      <a:pt x="827881" y="122709"/>
                      <a:pt x="591344" y="132788"/>
                      <a:pt x="354806" y="132788"/>
                    </a:cubicBezTo>
                    <a:cubicBezTo>
                      <a:pt x="236538" y="132788"/>
                      <a:pt x="118269" y="132788"/>
                      <a:pt x="0" y="132788"/>
                    </a:cubicBezTo>
                    <a:close/>
                  </a:path>
                </a:pathLst>
              </a:custGeom>
              <a:solidFill>
                <a:srgbClr val="CC79A7">
                  <a:alpha val="6250"/>
                </a:srgbClr>
              </a:solidFill>
              <a:ln w="0">
                <a:noFill/>
              </a:ln>
            </p:spPr>
          </p:sp>
          <p:sp>
            <p:nvSpPr>
              <p:cNvPr id="2850" name="smooth-map-feature-4-shade-34">
                <a:extLst>
                  <a:ext uri="{FF2B5EF4-FFF2-40B4-BE49-F238E27FC236}">
                    <ns2:creationId id="{32357E0E-7D6F-45F6-8343-72DBB18196A8}"/>
                  </a:ext>
                </a:extLst>
              </p:cNvPr>
              <p:cNvSpPr>
                <a:spLocks noGrp="1"/>
              </p:cNvSpPr>
              <p:nvPr/>
            </p:nvSpPr>
            <p:spPr>
              <a:xfrm>
                <a:off x="21240750" y="6019800"/>
                <a:ext cx="2838450" cy="1143000"/>
              </a:xfrm>
              <a:custGeom>
                <a:pathLst>
                  <a:path w="2838450" h="1143000">
                    <a:moveTo>
                      <a:pt x="0" y="59990"/>
                    </a:moveTo>
                    <a:cubicBezTo>
                      <a:pt x="118269" y="59990"/>
                      <a:pt x="236538" y="59990"/>
                      <a:pt x="354806" y="59990"/>
                    </a:cubicBezTo>
                    <a:cubicBezTo>
                      <a:pt x="591344" y="59990"/>
                      <a:pt x="827881" y="63812"/>
                      <a:pt x="1064419" y="63812"/>
                    </a:cubicBezTo>
                    <a:cubicBezTo>
                      <a:pt x="1300956" y="63812"/>
                      <a:pt x="1537494" y="34671"/>
                      <a:pt x="1774031" y="31372"/>
                    </a:cubicBezTo>
                    <a:cubicBezTo>
                      <a:pt x="2010569" y="28073"/>
                      <a:pt x="2247106" y="25532"/>
                      <a:pt x="2483644" y="25532"/>
                    </a:cubicBezTo>
                    <a:cubicBezTo>
                      <a:pt x="2601912" y="25532"/>
                      <a:pt x="2720181" y="25532"/>
                      <a:pt x="2838450" y="25532"/>
                    </a:cubicBezTo>
                    <a:lnTo>
                      <a:pt x="2838450" y="160666"/>
                    </a:lnTo>
                    <a:cubicBezTo>
                      <a:pt x="2720181" y="160666"/>
                      <a:pt x="2601912" y="160666"/>
                      <a:pt x="2483644" y="160666"/>
                    </a:cubicBezTo>
                    <a:cubicBezTo>
                      <a:pt x="2247106" y="160666"/>
                      <a:pt x="2010569" y="84862"/>
                      <a:pt x="1774031" y="84862"/>
                    </a:cubicBezTo>
                    <a:cubicBezTo>
                      <a:pt x="1537494" y="84862"/>
                      <a:pt x="1300956" y="107192"/>
                      <a:pt x="1064419" y="114360"/>
                    </a:cubicBezTo>
                    <a:cubicBezTo>
                      <a:pt x="827881" y="121528"/>
                      <a:pt x="591344" y="131279"/>
                      <a:pt x="354806" y="131279"/>
                    </a:cubicBezTo>
                    <a:cubicBezTo>
                      <a:pt x="236538" y="131279"/>
                      <a:pt x="118269" y="131279"/>
                      <a:pt x="0" y="131279"/>
                    </a:cubicBezTo>
                    <a:close/>
                  </a:path>
                </a:pathLst>
              </a:custGeom>
              <a:solidFill>
                <a:srgbClr val="CC79A7">
                  <a:alpha val="6667"/>
                </a:srgbClr>
              </a:solidFill>
              <a:ln w="0">
                <a:noFill/>
              </a:ln>
            </p:spPr>
          </p:sp>
          <p:sp>
            <p:nvSpPr>
              <p:cNvPr id="2851" name="smooth-map-feature-4-shade-35">
                <a:extLst>
                  <a:ext uri="{FF2B5EF4-FFF2-40B4-BE49-F238E27FC236}">
                    <ns2:creationId id="{9A35E85F-5A6F-4444-8EF1-8BE479814017}"/>
                  </a:ext>
                </a:extLst>
              </p:cNvPr>
              <p:cNvSpPr>
                <a:spLocks noGrp="1"/>
              </p:cNvSpPr>
              <p:nvPr/>
            </p:nvSpPr>
            <p:spPr>
              <a:xfrm>
                <a:off x="21240750" y="6019800"/>
                <a:ext cx="2838450" cy="1143000"/>
              </a:xfrm>
              <a:custGeom>
                <a:pathLst>
                  <a:path w="2838450" h="1143000">
                    <a:moveTo>
                      <a:pt x="0" y="61520"/>
                    </a:moveTo>
                    <a:cubicBezTo>
                      <a:pt x="118269" y="61520"/>
                      <a:pt x="236538" y="61520"/>
                      <a:pt x="354806" y="61520"/>
                    </a:cubicBezTo>
                    <a:cubicBezTo>
                      <a:pt x="591344" y="61520"/>
                      <a:pt x="827881" y="64897"/>
                      <a:pt x="1064419" y="64897"/>
                    </a:cubicBezTo>
                    <a:cubicBezTo>
                      <a:pt x="1300956" y="64897"/>
                      <a:pt x="1537494" y="34939"/>
                      <a:pt x="1774031" y="32520"/>
                    </a:cubicBezTo>
                    <a:cubicBezTo>
                      <a:pt x="2010569" y="30100"/>
                      <a:pt x="2247106" y="28432"/>
                      <a:pt x="2483644" y="28432"/>
                    </a:cubicBezTo>
                    <a:cubicBezTo>
                      <a:pt x="2601912" y="28432"/>
                      <a:pt x="2720181" y="28432"/>
                      <a:pt x="2838450" y="28432"/>
                    </a:cubicBezTo>
                    <a:lnTo>
                      <a:pt x="2838450" y="157766"/>
                    </a:lnTo>
                    <a:cubicBezTo>
                      <a:pt x="2720181" y="157766"/>
                      <a:pt x="2601912" y="157766"/>
                      <a:pt x="2483644" y="157766"/>
                    </a:cubicBezTo>
                    <a:cubicBezTo>
                      <a:pt x="2247106" y="157766"/>
                      <a:pt x="2010569" y="83714"/>
                      <a:pt x="1774031" y="83714"/>
                    </a:cubicBezTo>
                    <a:cubicBezTo>
                      <a:pt x="1537494" y="83714"/>
                      <a:pt x="1300956" y="106223"/>
                      <a:pt x="1064419" y="113275"/>
                    </a:cubicBezTo>
                    <a:cubicBezTo>
                      <a:pt x="827881" y="120328"/>
                      <a:pt x="591344" y="129749"/>
                      <a:pt x="354806" y="129749"/>
                    </a:cubicBezTo>
                    <a:cubicBezTo>
                      <a:pt x="236538" y="129749"/>
                      <a:pt x="118269" y="129749"/>
                      <a:pt x="0" y="129749"/>
                    </a:cubicBezTo>
                    <a:close/>
                  </a:path>
                </a:pathLst>
              </a:custGeom>
              <a:solidFill>
                <a:srgbClr val="CC79A7">
                  <a:alpha val="7143"/>
                </a:srgbClr>
              </a:solidFill>
              <a:ln w="0">
                <a:noFill/>
              </a:ln>
            </p:spPr>
          </p:sp>
          <p:sp>
            <p:nvSpPr>
              <p:cNvPr id="2852" name="smooth-map-feature-4-shade-36">
                <a:extLst>
                  <a:ext uri="{FF2B5EF4-FFF2-40B4-BE49-F238E27FC236}">
                    <ns2:creationId id="{1BA2BDA3-377E-4DD6-B82A-91D343E48259}"/>
                  </a:ext>
                </a:extLst>
              </p:cNvPr>
              <p:cNvSpPr>
                <a:spLocks noGrp="1"/>
              </p:cNvSpPr>
              <p:nvPr/>
            </p:nvSpPr>
            <p:spPr>
              <a:xfrm>
                <a:off x="21240750" y="6019800"/>
                <a:ext cx="2838450" cy="1143000"/>
              </a:xfrm>
              <a:custGeom>
                <a:pathLst>
                  <a:path w="2838450" h="1143000">
                    <a:moveTo>
                      <a:pt x="0" y="63076"/>
                    </a:moveTo>
                    <a:cubicBezTo>
                      <a:pt x="118269" y="63076"/>
                      <a:pt x="236538" y="63076"/>
                      <a:pt x="354806" y="63076"/>
                    </a:cubicBezTo>
                    <a:cubicBezTo>
                      <a:pt x="591344" y="63076"/>
                      <a:pt x="827881" y="66000"/>
                      <a:pt x="1064419" y="66000"/>
                    </a:cubicBezTo>
                    <a:cubicBezTo>
                      <a:pt x="1300956" y="66000"/>
                      <a:pt x="1537494" y="35122"/>
                      <a:pt x="1774031" y="33687"/>
                    </a:cubicBezTo>
                    <a:cubicBezTo>
                      <a:pt x="2010569" y="32252"/>
                      <a:pt x="2247106" y="31381"/>
                      <a:pt x="2483644" y="31381"/>
                    </a:cubicBezTo>
                    <a:cubicBezTo>
                      <a:pt x="2601912" y="31381"/>
                      <a:pt x="2720181" y="31381"/>
                      <a:pt x="2838450" y="31381"/>
                    </a:cubicBezTo>
                    <a:lnTo>
                      <a:pt x="2838450" y="154817"/>
                    </a:lnTo>
                    <a:cubicBezTo>
                      <a:pt x="2720181" y="154817"/>
                      <a:pt x="2601912" y="154817"/>
                      <a:pt x="2483644" y="154817"/>
                    </a:cubicBezTo>
                    <a:cubicBezTo>
                      <a:pt x="2247106" y="154817"/>
                      <a:pt x="2010569" y="82547"/>
                      <a:pt x="1774031" y="82547"/>
                    </a:cubicBezTo>
                    <a:cubicBezTo>
                      <a:pt x="1537494" y="82547"/>
                      <a:pt x="1300956" y="105240"/>
                      <a:pt x="1064419" y="112172"/>
                    </a:cubicBezTo>
                    <a:cubicBezTo>
                      <a:pt x="827881" y="119104"/>
                      <a:pt x="591344" y="128193"/>
                      <a:pt x="354806" y="128193"/>
                    </a:cubicBezTo>
                    <a:cubicBezTo>
                      <a:pt x="236538" y="128193"/>
                      <a:pt x="118269" y="128193"/>
                      <a:pt x="0" y="128193"/>
                    </a:cubicBezTo>
                    <a:close/>
                  </a:path>
                </a:pathLst>
              </a:custGeom>
              <a:solidFill>
                <a:srgbClr val="CC79A7">
                  <a:alpha val="7692"/>
                </a:srgbClr>
              </a:solidFill>
              <a:ln w="0">
                <a:noFill/>
              </a:ln>
            </p:spPr>
          </p:sp>
          <p:sp>
            <p:nvSpPr>
              <p:cNvPr id="2853" name="smooth-map-feature-4-shade-37">
                <a:extLst>
                  <a:ext uri="{FF2B5EF4-FFF2-40B4-BE49-F238E27FC236}">
                    <ns2:creationId id="{5F3E1356-8DB0-4B6B-9209-8576A6F11C58}"/>
                  </a:ext>
                </a:extLst>
              </p:cNvPr>
              <p:cNvSpPr>
                <a:spLocks noGrp="1"/>
              </p:cNvSpPr>
              <p:nvPr/>
            </p:nvSpPr>
            <p:spPr>
              <a:xfrm>
                <a:off x="21240750" y="6019800"/>
                <a:ext cx="2838450" cy="1143000"/>
              </a:xfrm>
              <a:custGeom>
                <a:pathLst>
                  <a:path w="2838450" h="1143000">
                    <a:moveTo>
                      <a:pt x="0" y="64664"/>
                    </a:moveTo>
                    <a:cubicBezTo>
                      <a:pt x="118269" y="64664"/>
                      <a:pt x="236538" y="64664"/>
                      <a:pt x="354806" y="64664"/>
                    </a:cubicBezTo>
                    <a:cubicBezTo>
                      <a:pt x="591344" y="64664"/>
                      <a:pt x="827881" y="67126"/>
                      <a:pt x="1064419" y="67126"/>
                    </a:cubicBezTo>
                    <a:cubicBezTo>
                      <a:pt x="1300956" y="67126"/>
                      <a:pt x="1537494" y="35199"/>
                      <a:pt x="1774031" y="34879"/>
                    </a:cubicBezTo>
                    <a:cubicBezTo>
                      <a:pt x="2010569" y="34559"/>
                      <a:pt x="2247106" y="34391"/>
                      <a:pt x="2483644" y="34391"/>
                    </a:cubicBezTo>
                    <a:cubicBezTo>
                      <a:pt x="2601912" y="34391"/>
                      <a:pt x="2720181" y="34391"/>
                      <a:pt x="2838450" y="34391"/>
                    </a:cubicBezTo>
                    <a:lnTo>
                      <a:pt x="2838450" y="151807"/>
                    </a:lnTo>
                    <a:cubicBezTo>
                      <a:pt x="2720181" y="151807"/>
                      <a:pt x="2601912" y="151807"/>
                      <a:pt x="2483644" y="151807"/>
                    </a:cubicBezTo>
                    <a:cubicBezTo>
                      <a:pt x="2247106" y="151807"/>
                      <a:pt x="2010569" y="81355"/>
                      <a:pt x="1774031" y="81355"/>
                    </a:cubicBezTo>
                    <a:cubicBezTo>
                      <a:pt x="1537494" y="81355"/>
                      <a:pt x="1300956" y="104240"/>
                      <a:pt x="1064419" y="111046"/>
                    </a:cubicBezTo>
                    <a:cubicBezTo>
                      <a:pt x="827881" y="117852"/>
                      <a:pt x="591344" y="126605"/>
                      <a:pt x="354806" y="126605"/>
                    </a:cubicBezTo>
                    <a:cubicBezTo>
                      <a:pt x="236538" y="126605"/>
                      <a:pt x="118269" y="126605"/>
                      <a:pt x="0" y="126605"/>
                    </a:cubicBezTo>
                    <a:close/>
                  </a:path>
                </a:pathLst>
              </a:custGeom>
              <a:solidFill>
                <a:srgbClr val="CC79A7">
                  <a:alpha val="8333"/>
                </a:srgbClr>
              </a:solidFill>
              <a:ln w="0">
                <a:noFill/>
              </a:ln>
            </p:spPr>
          </p:sp>
          <p:sp>
            <p:nvSpPr>
              <p:cNvPr id="2854" name="smooth-map-feature-4-shade-38">
                <a:extLst>
                  <a:ext uri="{FF2B5EF4-FFF2-40B4-BE49-F238E27FC236}">
                    <ns2:creationId id="{F9921722-ADC5-49B0-BD3C-3A52110445EE}"/>
                  </a:ext>
                </a:extLst>
              </p:cNvPr>
              <p:cNvSpPr>
                <a:spLocks noGrp="1"/>
              </p:cNvSpPr>
              <p:nvPr/>
            </p:nvSpPr>
            <p:spPr>
              <a:xfrm>
                <a:off x="21240750" y="6019800"/>
                <a:ext cx="2838450" cy="1143000"/>
              </a:xfrm>
              <a:custGeom>
                <a:pathLst>
                  <a:path w="2838450" h="1143000">
                    <a:moveTo>
                      <a:pt x="0" y="66292"/>
                    </a:moveTo>
                    <a:cubicBezTo>
                      <a:pt x="118269" y="66292"/>
                      <a:pt x="236538" y="66292"/>
                      <a:pt x="354806" y="66292"/>
                    </a:cubicBezTo>
                    <a:cubicBezTo>
                      <a:pt x="591344" y="66292"/>
                      <a:pt x="827881" y="68281"/>
                      <a:pt x="1064419" y="68281"/>
                    </a:cubicBezTo>
                    <a:cubicBezTo>
                      <a:pt x="1300956" y="68281"/>
                      <a:pt x="1537494" y="36101"/>
                      <a:pt x="1774031" y="36101"/>
                    </a:cubicBezTo>
                    <a:cubicBezTo>
                      <a:pt x="2010569" y="36101"/>
                      <a:pt x="2247106" y="37478"/>
                      <a:pt x="2483644" y="37478"/>
                    </a:cubicBezTo>
                    <a:cubicBezTo>
                      <a:pt x="2601912" y="37478"/>
                      <a:pt x="2720181" y="37478"/>
                      <a:pt x="2838450" y="37478"/>
                    </a:cubicBezTo>
                    <a:lnTo>
                      <a:pt x="2838450" y="148720"/>
                    </a:lnTo>
                    <a:cubicBezTo>
                      <a:pt x="2720181" y="148720"/>
                      <a:pt x="2601912" y="148720"/>
                      <a:pt x="2483644" y="148720"/>
                    </a:cubicBezTo>
                    <a:cubicBezTo>
                      <a:pt x="2247106" y="148720"/>
                      <a:pt x="2010569" y="80133"/>
                      <a:pt x="1774031" y="80133"/>
                    </a:cubicBezTo>
                    <a:cubicBezTo>
                      <a:pt x="1537494" y="80133"/>
                      <a:pt x="1300956" y="103218"/>
                      <a:pt x="1064419" y="109891"/>
                    </a:cubicBezTo>
                    <a:cubicBezTo>
                      <a:pt x="827881" y="116565"/>
                      <a:pt x="591344" y="124977"/>
                      <a:pt x="354806" y="124977"/>
                    </a:cubicBezTo>
                    <a:cubicBezTo>
                      <a:pt x="236538" y="124977"/>
                      <a:pt x="118269" y="124977"/>
                      <a:pt x="0" y="124977"/>
                    </a:cubicBezTo>
                    <a:close/>
                  </a:path>
                </a:pathLst>
              </a:custGeom>
              <a:solidFill>
                <a:srgbClr val="CC79A7">
                  <a:alpha val="9091"/>
                </a:srgbClr>
              </a:solidFill>
              <a:ln w="0">
                <a:noFill/>
              </a:ln>
            </p:spPr>
          </p:sp>
          <p:sp>
            <p:nvSpPr>
              <p:cNvPr id="2855" name="smooth-map-feature-4-shade-39">
                <a:extLst>
                  <a:ext uri="{FF2B5EF4-FFF2-40B4-BE49-F238E27FC236}">
                    <ns2:creationId id="{0D4E46CF-EE49-43B7-B8B2-F75F369DE969}"/>
                  </a:ext>
                </a:extLst>
              </p:cNvPr>
              <p:cNvSpPr>
                <a:spLocks noGrp="1"/>
              </p:cNvSpPr>
              <p:nvPr/>
            </p:nvSpPr>
            <p:spPr>
              <a:xfrm>
                <a:off x="21240750" y="6019800"/>
                <a:ext cx="2838450" cy="1143000"/>
              </a:xfrm>
              <a:custGeom>
                <a:pathLst>
                  <a:path w="2838450" h="1143000">
                    <a:moveTo>
                      <a:pt x="0" y="67971"/>
                    </a:moveTo>
                    <a:cubicBezTo>
                      <a:pt x="118269" y="67971"/>
                      <a:pt x="236538" y="67971"/>
                      <a:pt x="354806" y="67971"/>
                    </a:cubicBezTo>
                    <a:cubicBezTo>
                      <a:pt x="591344" y="67971"/>
                      <a:pt x="827881" y="69471"/>
                      <a:pt x="1064419" y="69471"/>
                    </a:cubicBezTo>
                    <a:cubicBezTo>
                      <a:pt x="1300956" y="69471"/>
                      <a:pt x="1537494" y="37360"/>
                      <a:pt x="1774031" y="37360"/>
                    </a:cubicBezTo>
                    <a:cubicBezTo>
                      <a:pt x="2010569" y="37360"/>
                      <a:pt x="2247106" y="40660"/>
                      <a:pt x="2483644" y="40660"/>
                    </a:cubicBezTo>
                    <a:cubicBezTo>
                      <a:pt x="2601912" y="40660"/>
                      <a:pt x="2720181" y="40660"/>
                      <a:pt x="2838450" y="40660"/>
                    </a:cubicBezTo>
                    <a:lnTo>
                      <a:pt x="2838450" y="145538"/>
                    </a:lnTo>
                    <a:cubicBezTo>
                      <a:pt x="2720181" y="145538"/>
                      <a:pt x="2601912" y="145538"/>
                      <a:pt x="2483644" y="145538"/>
                    </a:cubicBezTo>
                    <a:cubicBezTo>
                      <a:pt x="2247106" y="145538"/>
                      <a:pt x="2010569" y="78874"/>
                      <a:pt x="1774031" y="78874"/>
                    </a:cubicBezTo>
                    <a:cubicBezTo>
                      <a:pt x="1537494" y="78874"/>
                      <a:pt x="1300956" y="102168"/>
                      <a:pt x="1064419" y="108701"/>
                    </a:cubicBezTo>
                    <a:cubicBezTo>
                      <a:pt x="827881" y="115235"/>
                      <a:pt x="591344" y="123298"/>
                      <a:pt x="354806" y="123298"/>
                    </a:cubicBezTo>
                    <a:cubicBezTo>
                      <a:pt x="236538" y="123298"/>
                      <a:pt x="118269" y="123298"/>
                      <a:pt x="0" y="123298"/>
                    </a:cubicBezTo>
                    <a:close/>
                  </a:path>
                </a:pathLst>
              </a:custGeom>
              <a:solidFill>
                <a:srgbClr val="CC79A7">
                  <a:alpha val="10000"/>
                </a:srgbClr>
              </a:solidFill>
              <a:ln w="0">
                <a:noFill/>
              </a:ln>
            </p:spPr>
          </p:sp>
          <p:sp>
            <p:nvSpPr>
              <p:cNvPr id="2856" name="smooth-map-feature-4-shade-40">
                <a:extLst>
                  <a:ext uri="{FF2B5EF4-FFF2-40B4-BE49-F238E27FC236}">
                    <ns2:creationId id="{F89121A3-F2A1-4E50-8879-2054939C6400}"/>
                  </a:ext>
                </a:extLst>
              </p:cNvPr>
              <p:cNvSpPr>
                <a:spLocks noGrp="1"/>
              </p:cNvSpPr>
              <p:nvPr/>
            </p:nvSpPr>
            <p:spPr>
              <a:xfrm>
                <a:off x="21240750" y="6019800"/>
                <a:ext cx="2838450" cy="1143000"/>
              </a:xfrm>
              <a:custGeom>
                <a:pathLst>
                  <a:path w="2838450" h="1143000">
                    <a:moveTo>
                      <a:pt x="0" y="69711"/>
                    </a:moveTo>
                    <a:cubicBezTo>
                      <a:pt x="118269" y="69711"/>
                      <a:pt x="236538" y="69711"/>
                      <a:pt x="354806" y="69711"/>
                    </a:cubicBezTo>
                    <a:cubicBezTo>
                      <a:pt x="591344" y="69711"/>
                      <a:pt x="827881" y="70705"/>
                      <a:pt x="1064419" y="70705"/>
                    </a:cubicBezTo>
                    <a:cubicBezTo>
                      <a:pt x="1300956" y="70705"/>
                      <a:pt x="1537494" y="38666"/>
                      <a:pt x="1774031" y="38666"/>
                    </a:cubicBezTo>
                    <a:cubicBezTo>
                      <a:pt x="2010569" y="38666"/>
                      <a:pt x="2247106" y="43959"/>
                      <a:pt x="2483644" y="43959"/>
                    </a:cubicBezTo>
                    <a:cubicBezTo>
                      <a:pt x="2601912" y="43959"/>
                      <a:pt x="2720181" y="43959"/>
                      <a:pt x="2838450" y="43959"/>
                    </a:cubicBezTo>
                    <a:lnTo>
                      <a:pt x="2838450" y="142239"/>
                    </a:lnTo>
                    <a:cubicBezTo>
                      <a:pt x="2720181" y="142239"/>
                      <a:pt x="2601912" y="142239"/>
                      <a:pt x="2483644" y="142239"/>
                    </a:cubicBezTo>
                    <a:cubicBezTo>
                      <a:pt x="2247106" y="142239"/>
                      <a:pt x="2010569" y="77568"/>
                      <a:pt x="1774031" y="77568"/>
                    </a:cubicBezTo>
                    <a:cubicBezTo>
                      <a:pt x="1537494" y="77568"/>
                      <a:pt x="1300956" y="101082"/>
                      <a:pt x="1064419" y="107467"/>
                    </a:cubicBezTo>
                    <a:cubicBezTo>
                      <a:pt x="827881" y="113852"/>
                      <a:pt x="591344" y="121558"/>
                      <a:pt x="354806" y="121558"/>
                    </a:cubicBezTo>
                    <a:cubicBezTo>
                      <a:pt x="236538" y="121558"/>
                      <a:pt x="118269" y="121558"/>
                      <a:pt x="0" y="121558"/>
                    </a:cubicBezTo>
                    <a:close/>
                  </a:path>
                </a:pathLst>
              </a:custGeom>
              <a:solidFill>
                <a:srgbClr val="CC79A7">
                  <a:alpha val="11111"/>
                </a:srgbClr>
              </a:solidFill>
              <a:ln w="0">
                <a:noFill/>
              </a:ln>
            </p:spPr>
          </p:sp>
          <p:sp>
            <p:nvSpPr>
              <p:cNvPr id="2857" name="smooth-map-feature-4-shade-41">
                <a:extLst>
                  <a:ext uri="{FF2B5EF4-FFF2-40B4-BE49-F238E27FC236}">
                    <ns2:creationId id="{594C6369-A42C-4AAB-B269-4875088BAD72}"/>
                  </a:ext>
                </a:extLst>
              </p:cNvPr>
              <p:cNvSpPr>
                <a:spLocks noGrp="1"/>
              </p:cNvSpPr>
              <p:nvPr/>
            </p:nvSpPr>
            <p:spPr>
              <a:xfrm>
                <a:off x="21240750" y="6019800"/>
                <a:ext cx="2838450" cy="1143000"/>
              </a:xfrm>
              <a:custGeom>
                <a:pathLst>
                  <a:path w="2838450" h="1143000">
                    <a:moveTo>
                      <a:pt x="0" y="71530"/>
                    </a:moveTo>
                    <a:cubicBezTo>
                      <a:pt x="118269" y="71530"/>
                      <a:pt x="236538" y="71530"/>
                      <a:pt x="354806" y="71530"/>
                    </a:cubicBezTo>
                    <a:cubicBezTo>
                      <a:pt x="591344" y="71530"/>
                      <a:pt x="827881" y="71994"/>
                      <a:pt x="1064419" y="71994"/>
                    </a:cubicBezTo>
                    <a:cubicBezTo>
                      <a:pt x="1300956" y="71994"/>
                      <a:pt x="1537494" y="40030"/>
                      <a:pt x="1774031" y="40030"/>
                    </a:cubicBezTo>
                    <a:cubicBezTo>
                      <a:pt x="2010569" y="40030"/>
                      <a:pt x="2247106" y="47407"/>
                      <a:pt x="2483644" y="47407"/>
                    </a:cubicBezTo>
                    <a:cubicBezTo>
                      <a:pt x="2601912" y="47407"/>
                      <a:pt x="2720181" y="47407"/>
                      <a:pt x="2838450" y="47407"/>
                    </a:cubicBezTo>
                    <a:lnTo>
                      <a:pt x="2838450" y="138792"/>
                    </a:lnTo>
                    <a:cubicBezTo>
                      <a:pt x="2720181" y="138792"/>
                      <a:pt x="2601912" y="138792"/>
                      <a:pt x="2483644" y="138792"/>
                    </a:cubicBezTo>
                    <a:cubicBezTo>
                      <a:pt x="2247106" y="138792"/>
                      <a:pt x="2010569" y="76203"/>
                      <a:pt x="1774031" y="76203"/>
                    </a:cubicBezTo>
                    <a:cubicBezTo>
                      <a:pt x="1537494" y="76203"/>
                      <a:pt x="1300956" y="99953"/>
                      <a:pt x="1064419" y="106178"/>
                    </a:cubicBezTo>
                    <a:cubicBezTo>
                      <a:pt x="827881" y="112402"/>
                      <a:pt x="591344" y="119739"/>
                      <a:pt x="354806" y="119739"/>
                    </a:cubicBezTo>
                    <a:cubicBezTo>
                      <a:pt x="236538" y="119739"/>
                      <a:pt x="118269" y="119739"/>
                      <a:pt x="0" y="119739"/>
                    </a:cubicBezTo>
                    <a:close/>
                  </a:path>
                </a:pathLst>
              </a:custGeom>
              <a:solidFill>
                <a:srgbClr val="CC79A7">
                  <a:alpha val="12500"/>
                </a:srgbClr>
              </a:solidFill>
              <a:ln w="0">
                <a:noFill/>
              </a:ln>
            </p:spPr>
          </p:sp>
          <p:sp>
            <p:nvSpPr>
              <p:cNvPr id="2858" name="smooth-map-feature-4-shade-42">
                <a:extLst>
                  <a:ext uri="{FF2B5EF4-FFF2-40B4-BE49-F238E27FC236}">
                    <ns2:creationId id="{10B5711D-349D-4FE7-A0FD-4F645B16E65A}"/>
                  </a:ext>
                </a:extLst>
              </p:cNvPr>
              <p:cNvSpPr>
                <a:spLocks noGrp="1"/>
              </p:cNvSpPr>
              <p:nvPr/>
            </p:nvSpPr>
            <p:spPr>
              <a:xfrm>
                <a:off x="21240750" y="6019800"/>
                <a:ext cx="2838450" cy="1143000"/>
              </a:xfrm>
              <a:custGeom>
                <a:pathLst>
                  <a:path w="2838450" h="1143000">
                    <a:moveTo>
                      <a:pt x="0" y="73448"/>
                    </a:moveTo>
                    <a:cubicBezTo>
                      <a:pt x="118269" y="73448"/>
                      <a:pt x="236538" y="73448"/>
                      <a:pt x="354806" y="73448"/>
                    </a:cubicBezTo>
                    <a:cubicBezTo>
                      <a:pt x="591344" y="73448"/>
                      <a:pt x="827881" y="73417"/>
                      <a:pt x="1064419" y="73355"/>
                    </a:cubicBezTo>
                    <a:cubicBezTo>
                      <a:pt x="1300956" y="73292"/>
                      <a:pt x="1537494" y="41470"/>
                      <a:pt x="1774031" y="41470"/>
                    </a:cubicBezTo>
                    <a:cubicBezTo>
                      <a:pt x="2010569" y="41470"/>
                      <a:pt x="2247106" y="51043"/>
                      <a:pt x="2483644" y="51043"/>
                    </a:cubicBezTo>
                    <a:cubicBezTo>
                      <a:pt x="2601912" y="51043"/>
                      <a:pt x="2720181" y="51043"/>
                      <a:pt x="2838450" y="51043"/>
                    </a:cubicBezTo>
                    <a:lnTo>
                      <a:pt x="2838450" y="135156"/>
                    </a:lnTo>
                    <a:cubicBezTo>
                      <a:pt x="2720181" y="135156"/>
                      <a:pt x="2601912" y="135156"/>
                      <a:pt x="2483644" y="135156"/>
                    </a:cubicBezTo>
                    <a:cubicBezTo>
                      <a:pt x="2247106" y="135156"/>
                      <a:pt x="2010569" y="74764"/>
                      <a:pt x="1774031" y="74764"/>
                    </a:cubicBezTo>
                    <a:cubicBezTo>
                      <a:pt x="1537494" y="74764"/>
                      <a:pt x="1300956" y="98767"/>
                      <a:pt x="1064419" y="104818"/>
                    </a:cubicBezTo>
                    <a:cubicBezTo>
                      <a:pt x="827881" y="110868"/>
                      <a:pt x="591344" y="117821"/>
                      <a:pt x="354806" y="117821"/>
                    </a:cubicBezTo>
                    <a:cubicBezTo>
                      <a:pt x="236538" y="117821"/>
                      <a:pt x="118269" y="117821"/>
                      <a:pt x="0" y="117821"/>
                    </a:cubicBezTo>
                    <a:close/>
                  </a:path>
                </a:pathLst>
              </a:custGeom>
              <a:solidFill>
                <a:srgbClr val="CC79A7">
                  <a:alpha val="14286"/>
                </a:srgbClr>
              </a:solidFill>
              <a:ln w="0">
                <a:noFill/>
              </a:ln>
            </p:spPr>
          </p:sp>
          <p:sp>
            <p:nvSpPr>
              <p:cNvPr id="2859" name="smooth-map-feature-4-shade-43">
                <a:extLst>
                  <a:ext uri="{FF2B5EF4-FFF2-40B4-BE49-F238E27FC236}">
                    <ns2:creationId id="{911A2B1E-264E-4BC8-9D73-F5D229071FB0}"/>
                  </a:ext>
                </a:extLst>
              </p:cNvPr>
              <p:cNvSpPr>
                <a:spLocks noGrp="1"/>
              </p:cNvSpPr>
              <p:nvPr/>
            </p:nvSpPr>
            <p:spPr>
              <a:xfrm>
                <a:off x="21240750" y="6019800"/>
                <a:ext cx="2838450" cy="1143000"/>
              </a:xfrm>
              <a:custGeom>
                <a:pathLst>
                  <a:path w="2838450" h="1143000">
                    <a:moveTo>
                      <a:pt x="0" y="75497"/>
                    </a:moveTo>
                    <a:cubicBezTo>
                      <a:pt x="118269" y="75497"/>
                      <a:pt x="236538" y="75497"/>
                      <a:pt x="354806" y="75497"/>
                    </a:cubicBezTo>
                    <a:cubicBezTo>
                      <a:pt x="591344" y="75497"/>
                      <a:pt x="827881" y="75258"/>
                      <a:pt x="1064419" y="74807"/>
                    </a:cubicBezTo>
                    <a:cubicBezTo>
                      <a:pt x="1300956" y="74357"/>
                      <a:pt x="1537494" y="43007"/>
                      <a:pt x="1774031" y="43007"/>
                    </a:cubicBezTo>
                    <a:cubicBezTo>
                      <a:pt x="2010569" y="43007"/>
                      <a:pt x="2247106" y="54927"/>
                      <a:pt x="2483644" y="54927"/>
                    </a:cubicBezTo>
                    <a:cubicBezTo>
                      <a:pt x="2601912" y="54927"/>
                      <a:pt x="2720181" y="54927"/>
                      <a:pt x="2838450" y="54927"/>
                    </a:cubicBezTo>
                    <a:lnTo>
                      <a:pt x="2838450" y="131272"/>
                    </a:lnTo>
                    <a:cubicBezTo>
                      <a:pt x="2720181" y="131272"/>
                      <a:pt x="2601912" y="131272"/>
                      <a:pt x="2483644" y="131272"/>
                    </a:cubicBezTo>
                    <a:cubicBezTo>
                      <a:pt x="2247106" y="131272"/>
                      <a:pt x="2010569" y="73227"/>
                      <a:pt x="1774031" y="73227"/>
                    </a:cubicBezTo>
                    <a:cubicBezTo>
                      <a:pt x="1537494" y="73227"/>
                      <a:pt x="1300956" y="97505"/>
                      <a:pt x="1064419" y="103365"/>
                    </a:cubicBezTo>
                    <a:cubicBezTo>
                      <a:pt x="827881" y="109224"/>
                      <a:pt x="591344" y="115772"/>
                      <a:pt x="354806" y="115772"/>
                    </a:cubicBezTo>
                    <a:cubicBezTo>
                      <a:pt x="236538" y="115772"/>
                      <a:pt x="118269" y="115772"/>
                      <a:pt x="0" y="115772"/>
                    </a:cubicBezTo>
                    <a:close/>
                  </a:path>
                </a:pathLst>
              </a:custGeom>
              <a:solidFill>
                <a:srgbClr val="CC79A7">
                  <a:alpha val="16667"/>
                </a:srgbClr>
              </a:solidFill>
              <a:ln w="0">
                <a:noFill/>
              </a:ln>
            </p:spPr>
          </p:sp>
          <p:sp>
            <p:nvSpPr>
              <p:cNvPr id="2860" name="smooth-map-feature-4-shade-44">
                <a:extLst>
                  <a:ext uri="{FF2B5EF4-FFF2-40B4-BE49-F238E27FC236}">
                    <ns2:creationId id="{CE683916-827C-411C-9369-C60E8FC2393B}"/>
                  </a:ext>
                </a:extLst>
              </p:cNvPr>
              <p:cNvSpPr>
                <a:spLocks noGrp="1"/>
              </p:cNvSpPr>
              <p:nvPr/>
            </p:nvSpPr>
            <p:spPr>
              <a:xfrm>
                <a:off x="21240750" y="6019800"/>
                <a:ext cx="2838450" cy="1143000"/>
              </a:xfrm>
              <a:custGeom>
                <a:pathLst>
                  <a:path w="2838450" h="1143000">
                    <a:moveTo>
                      <a:pt x="0" y="77724"/>
                    </a:moveTo>
                    <a:cubicBezTo>
                      <a:pt x="118269" y="77724"/>
                      <a:pt x="236538" y="77724"/>
                      <a:pt x="354806" y="77724"/>
                    </a:cubicBezTo>
                    <a:cubicBezTo>
                      <a:pt x="591344" y="77724"/>
                      <a:pt x="827881" y="77242"/>
                      <a:pt x="1064419" y="76387"/>
                    </a:cubicBezTo>
                    <a:cubicBezTo>
                      <a:pt x="1300956" y="75531"/>
                      <a:pt x="1537494" y="44678"/>
                      <a:pt x="1774031" y="44678"/>
                    </a:cubicBezTo>
                    <a:cubicBezTo>
                      <a:pt x="2010569" y="44678"/>
                      <a:pt x="2247106" y="59148"/>
                      <a:pt x="2483644" y="59148"/>
                    </a:cubicBezTo>
                    <a:cubicBezTo>
                      <a:pt x="2601912" y="59148"/>
                      <a:pt x="2720181" y="59148"/>
                      <a:pt x="2838450" y="59148"/>
                    </a:cubicBezTo>
                    <a:lnTo>
                      <a:pt x="2838450" y="127050"/>
                    </a:lnTo>
                    <a:cubicBezTo>
                      <a:pt x="2720181" y="127050"/>
                      <a:pt x="2601912" y="127050"/>
                      <a:pt x="2483644" y="127050"/>
                    </a:cubicBezTo>
                    <a:cubicBezTo>
                      <a:pt x="2247106" y="127050"/>
                      <a:pt x="2010569" y="71556"/>
                      <a:pt x="1774031" y="71556"/>
                    </a:cubicBezTo>
                    <a:cubicBezTo>
                      <a:pt x="1537494" y="71556"/>
                      <a:pt x="1300956" y="96142"/>
                      <a:pt x="1064419" y="101786"/>
                    </a:cubicBezTo>
                    <a:cubicBezTo>
                      <a:pt x="827881" y="107430"/>
                      <a:pt x="591344" y="113545"/>
                      <a:pt x="354806" y="113545"/>
                    </a:cubicBezTo>
                    <a:cubicBezTo>
                      <a:pt x="236538" y="113545"/>
                      <a:pt x="118269" y="113545"/>
                      <a:pt x="0" y="113545"/>
                    </a:cubicBezTo>
                    <a:close/>
                  </a:path>
                </a:pathLst>
              </a:custGeom>
              <a:solidFill>
                <a:srgbClr val="CC79A7">
                  <a:alpha val="20000"/>
                </a:srgbClr>
              </a:solidFill>
              <a:ln w="0">
                <a:noFill/>
              </a:ln>
            </p:spPr>
          </p:sp>
          <p:sp>
            <p:nvSpPr>
              <p:cNvPr id="2861" name="smooth-map-feature-4-shade-45">
                <a:extLst>
                  <a:ext uri="{FF2B5EF4-FFF2-40B4-BE49-F238E27FC236}">
                    <ns2:creationId id="{72AD451A-506E-4EA7-95D5-188B559648DA}"/>
                  </a:ext>
                </a:extLst>
              </p:cNvPr>
              <p:cNvSpPr>
                <a:spLocks noGrp="1"/>
              </p:cNvSpPr>
              <p:nvPr/>
            </p:nvSpPr>
            <p:spPr>
              <a:xfrm>
                <a:off x="21240750" y="6019800"/>
                <a:ext cx="2838450" cy="1143000"/>
              </a:xfrm>
              <a:custGeom>
                <a:pathLst>
                  <a:path w="2838450" h="1143000">
                    <a:moveTo>
                      <a:pt x="0" y="80209"/>
                    </a:moveTo>
                    <a:cubicBezTo>
                      <a:pt x="118269" y="80209"/>
                      <a:pt x="236538" y="80209"/>
                      <a:pt x="354806" y="80209"/>
                    </a:cubicBezTo>
                    <a:cubicBezTo>
                      <a:pt x="591344" y="80209"/>
                      <a:pt x="827881" y="79438"/>
                      <a:pt x="1064419" y="78149"/>
                    </a:cubicBezTo>
                    <a:cubicBezTo>
                      <a:pt x="1300956" y="76859"/>
                      <a:pt x="1537494" y="46543"/>
                      <a:pt x="1774031" y="46543"/>
                    </a:cubicBezTo>
                    <a:cubicBezTo>
                      <a:pt x="2010569" y="46543"/>
                      <a:pt x="2247106" y="63859"/>
                      <a:pt x="2483644" y="63859"/>
                    </a:cubicBezTo>
                    <a:cubicBezTo>
                      <a:pt x="2601912" y="63859"/>
                      <a:pt x="2720181" y="63859"/>
                      <a:pt x="2838450" y="63859"/>
                    </a:cubicBezTo>
                    <a:lnTo>
                      <a:pt x="2838450" y="122340"/>
                    </a:lnTo>
                    <a:cubicBezTo>
                      <a:pt x="2720181" y="122340"/>
                      <a:pt x="2601912" y="122340"/>
                      <a:pt x="2483644" y="122340"/>
                    </a:cubicBezTo>
                    <a:cubicBezTo>
                      <a:pt x="2247106" y="122340"/>
                      <a:pt x="2010569" y="69691"/>
                      <a:pt x="1774031" y="69691"/>
                    </a:cubicBezTo>
                    <a:cubicBezTo>
                      <a:pt x="1537494" y="69691"/>
                      <a:pt x="1300956" y="94629"/>
                      <a:pt x="1064419" y="100024"/>
                    </a:cubicBezTo>
                    <a:cubicBezTo>
                      <a:pt x="827881" y="105418"/>
                      <a:pt x="591344" y="111060"/>
                      <a:pt x="354806" y="111060"/>
                    </a:cubicBezTo>
                    <a:cubicBezTo>
                      <a:pt x="236538" y="111060"/>
                      <a:pt x="118269" y="111060"/>
                      <a:pt x="0" y="111060"/>
                    </a:cubicBezTo>
                    <a:close/>
                  </a:path>
                </a:pathLst>
              </a:custGeom>
              <a:solidFill>
                <a:srgbClr val="CC79A7">
                  <a:alpha val="25000"/>
                </a:srgbClr>
              </a:solidFill>
              <a:ln w="0">
                <a:noFill/>
              </a:ln>
            </p:spPr>
          </p:sp>
          <p:sp>
            <p:nvSpPr>
              <p:cNvPr id="2862" name="smooth-map-feature-4-shade-46">
                <a:extLst>
                  <a:ext uri="{FF2B5EF4-FFF2-40B4-BE49-F238E27FC236}">
                    <ns2:creationId id="{BC9F7711-363E-43F2-B314-DFB1B1FE7283}"/>
                  </a:ext>
                </a:extLst>
              </p:cNvPr>
              <p:cNvSpPr>
                <a:spLocks noGrp="1"/>
              </p:cNvSpPr>
              <p:nvPr/>
            </p:nvSpPr>
            <p:spPr>
              <a:xfrm>
                <a:off x="21240750" y="6019800"/>
                <a:ext cx="2838450" cy="1143000"/>
              </a:xfrm>
              <a:custGeom>
                <a:pathLst>
                  <a:path w="2838450" h="1143000">
                    <a:moveTo>
                      <a:pt x="0" y="83108"/>
                    </a:moveTo>
                    <a:cubicBezTo>
                      <a:pt x="118269" y="83108"/>
                      <a:pt x="236538" y="83108"/>
                      <a:pt x="354806" y="83108"/>
                    </a:cubicBezTo>
                    <a:cubicBezTo>
                      <a:pt x="591344" y="83108"/>
                      <a:pt x="827881" y="81976"/>
                      <a:pt x="1064419" y="80204"/>
                    </a:cubicBezTo>
                    <a:cubicBezTo>
                      <a:pt x="1300956" y="78431"/>
                      <a:pt x="1537494" y="48718"/>
                      <a:pt x="1774031" y="48718"/>
                    </a:cubicBezTo>
                    <a:cubicBezTo>
                      <a:pt x="2010569" y="48718"/>
                      <a:pt x="2247106" y="69354"/>
                      <a:pt x="2483644" y="69354"/>
                    </a:cubicBezTo>
                    <a:cubicBezTo>
                      <a:pt x="2601912" y="69354"/>
                      <a:pt x="2720181" y="69354"/>
                      <a:pt x="2838450" y="69354"/>
                    </a:cubicBezTo>
                    <a:lnTo>
                      <a:pt x="2838450" y="116845"/>
                    </a:lnTo>
                    <a:cubicBezTo>
                      <a:pt x="2720181" y="116845"/>
                      <a:pt x="2601912" y="116845"/>
                      <a:pt x="2483644" y="116845"/>
                    </a:cubicBezTo>
                    <a:cubicBezTo>
                      <a:pt x="2247106" y="116845"/>
                      <a:pt x="2010569" y="67516"/>
                      <a:pt x="1774031" y="67516"/>
                    </a:cubicBezTo>
                    <a:cubicBezTo>
                      <a:pt x="1537494" y="67516"/>
                      <a:pt x="1300956" y="92877"/>
                      <a:pt x="1064419" y="97968"/>
                    </a:cubicBezTo>
                    <a:cubicBezTo>
                      <a:pt x="827881" y="103059"/>
                      <a:pt x="591344" y="108161"/>
                      <a:pt x="354806" y="108161"/>
                    </a:cubicBezTo>
                    <a:cubicBezTo>
                      <a:pt x="236538" y="108161"/>
                      <a:pt x="118269" y="108161"/>
                      <a:pt x="0" y="108161"/>
                    </a:cubicBezTo>
                    <a:close/>
                  </a:path>
                </a:pathLst>
              </a:custGeom>
              <a:solidFill>
                <a:srgbClr val="CC79A7">
                  <a:alpha val="33333"/>
                </a:srgbClr>
              </a:solidFill>
              <a:ln w="0">
                <a:noFill/>
              </a:ln>
            </p:spPr>
          </p:sp>
          <p:sp>
            <p:nvSpPr>
              <p:cNvPr id="2863" name="smooth-map-feature-4-shade-47">
                <a:extLst>
                  <a:ext uri="{FF2B5EF4-FFF2-40B4-BE49-F238E27FC236}">
                    <ns2:creationId id="{D827173D-2D60-408B-85F0-5CF63B197498}"/>
                  </a:ext>
                </a:extLst>
              </p:cNvPr>
              <p:cNvSpPr>
                <a:spLocks noGrp="1"/>
              </p:cNvSpPr>
              <p:nvPr/>
            </p:nvSpPr>
            <p:spPr>
              <a:xfrm>
                <a:off x="21240750" y="6019800"/>
                <a:ext cx="2838450" cy="1143000"/>
              </a:xfrm>
              <a:custGeom>
                <a:pathLst>
                  <a:path w="2838450" h="1143000">
                    <a:moveTo>
                      <a:pt x="0" y="86824"/>
                    </a:moveTo>
                    <a:cubicBezTo>
                      <a:pt x="118269" y="86824"/>
                      <a:pt x="236538" y="86824"/>
                      <a:pt x="354806" y="86824"/>
                    </a:cubicBezTo>
                    <a:cubicBezTo>
                      <a:pt x="591344" y="86824"/>
                      <a:pt x="827881" y="85196"/>
                      <a:pt x="1064419" y="82839"/>
                    </a:cubicBezTo>
                    <a:cubicBezTo>
                      <a:pt x="1300956" y="80482"/>
                      <a:pt x="1537494" y="51506"/>
                      <a:pt x="1774031" y="51506"/>
                    </a:cubicBezTo>
                    <a:cubicBezTo>
                      <a:pt x="2010569" y="51506"/>
                      <a:pt x="2247106" y="76398"/>
                      <a:pt x="2483644" y="76398"/>
                    </a:cubicBezTo>
                    <a:cubicBezTo>
                      <a:pt x="2601912" y="76398"/>
                      <a:pt x="2720181" y="76398"/>
                      <a:pt x="2838450" y="76398"/>
                    </a:cubicBezTo>
                    <a:lnTo>
                      <a:pt x="2838450" y="109801"/>
                    </a:lnTo>
                    <a:cubicBezTo>
                      <a:pt x="2720181" y="109801"/>
                      <a:pt x="2601912" y="109801"/>
                      <a:pt x="2483644" y="109801"/>
                    </a:cubicBezTo>
                    <a:cubicBezTo>
                      <a:pt x="2247106" y="109801"/>
                      <a:pt x="2010569" y="64728"/>
                      <a:pt x="1774031" y="64728"/>
                    </a:cubicBezTo>
                    <a:cubicBezTo>
                      <a:pt x="1537494" y="64728"/>
                      <a:pt x="1300956" y="90652"/>
                      <a:pt x="1064419" y="95333"/>
                    </a:cubicBezTo>
                    <a:cubicBezTo>
                      <a:pt x="827881" y="100014"/>
                      <a:pt x="591344" y="104445"/>
                      <a:pt x="354806" y="104445"/>
                    </a:cubicBezTo>
                    <a:cubicBezTo>
                      <a:pt x="236538" y="104445"/>
                      <a:pt x="118269" y="104445"/>
                      <a:pt x="0" y="104445"/>
                    </a:cubicBezTo>
                    <a:close/>
                  </a:path>
                </a:pathLst>
              </a:custGeom>
              <a:solidFill>
                <a:srgbClr val="CC79A7">
                  <a:alpha val="50000"/>
                </a:srgbClr>
              </a:solidFill>
              <a:ln w="0">
                <a:noFill/>
              </a:ln>
            </p:spPr>
          </p:sp>
          <p:sp>
            <p:nvSpPr>
              <p:cNvPr id="2864" name="smooth-map-feature-4-shade-48">
                <a:extLst>
                  <a:ext uri="{FF2B5EF4-FFF2-40B4-BE49-F238E27FC236}">
                    <ns2:creationId id="{4880597A-58EE-4A20-9195-093A4150A5C7}"/>
                  </a:ext>
                </a:extLst>
              </p:cNvPr>
              <p:cNvSpPr>
                <a:spLocks noGrp="1"/>
              </p:cNvSpPr>
              <p:nvPr/>
            </p:nvSpPr>
            <p:spPr>
              <a:xfrm>
                <a:off x="21240750" y="6019800"/>
                <a:ext cx="2838450" cy="1143000"/>
              </a:xfrm>
              <a:custGeom>
                <a:pathLst>
                  <a:path w="2838450" h="1143000">
                    <a:moveTo>
                      <a:pt x="0" y="95635"/>
                    </a:moveTo>
                    <a:cubicBezTo>
                      <a:pt x="118269" y="95635"/>
                      <a:pt x="236538" y="95635"/>
                      <a:pt x="354806" y="95635"/>
                    </a:cubicBezTo>
                    <a:cubicBezTo>
                      <a:pt x="591344" y="95635"/>
                      <a:pt x="827881" y="92690"/>
                      <a:pt x="1064419" y="89086"/>
                    </a:cubicBezTo>
                    <a:cubicBezTo>
                      <a:pt x="1300956" y="85482"/>
                      <a:pt x="1537494" y="58117"/>
                      <a:pt x="1774031" y="58117"/>
                    </a:cubicBezTo>
                    <a:cubicBezTo>
                      <a:pt x="2010569" y="58117"/>
                      <a:pt x="2247106" y="93099"/>
                      <a:pt x="2483644" y="93099"/>
                    </a:cubicBezTo>
                    <a:cubicBezTo>
                      <a:pt x="2601912" y="93099"/>
                      <a:pt x="2720181" y="93099"/>
                      <a:pt x="2838450" y="93099"/>
                    </a:cubicBezTo>
                    <a:lnTo>
                      <a:pt x="2838450" y="93099"/>
                    </a:lnTo>
                    <a:cubicBezTo>
                      <a:pt x="2720181" y="93099"/>
                      <a:pt x="2601912" y="93099"/>
                      <a:pt x="2483644" y="93099"/>
                    </a:cubicBezTo>
                    <a:cubicBezTo>
                      <a:pt x="2247106" y="93099"/>
                      <a:pt x="2010569" y="58117"/>
                      <a:pt x="1774031" y="58117"/>
                    </a:cubicBezTo>
                    <a:cubicBezTo>
                      <a:pt x="1537494" y="58117"/>
                      <a:pt x="1300956" y="85482"/>
                      <a:pt x="1064419" y="89086"/>
                    </a:cubicBezTo>
                    <a:cubicBezTo>
                      <a:pt x="827881" y="92690"/>
                      <a:pt x="591344" y="95635"/>
                      <a:pt x="354806" y="95635"/>
                    </a:cubicBezTo>
                    <a:cubicBezTo>
                      <a:pt x="236538" y="95635"/>
                      <a:pt x="118269" y="95635"/>
                      <a:pt x="0" y="95635"/>
                    </a:cubicBezTo>
                    <a:close/>
                  </a:path>
                </a:pathLst>
              </a:custGeom>
              <a:solidFill>
                <a:srgbClr val="CC79A7">
                  <a:alpha val="100000"/>
                </a:srgbClr>
              </a:solidFill>
              <a:ln w="0">
                <a:noFill/>
              </a:ln>
            </p:spPr>
          </p:sp>
          <p:sp>
            <p:nvSpPr>
              <p:cNvPr id="2865" name="four:temporal-output:textbox:2394"/>
              <p:cNvSpPr>
                <a:spLocks noGrp="1"/>
              </p:cNvSpPr>
              <p:nvPr/>
            </p:nvSpPr>
            <p:spPr>
              <a:xfrm>
                <a:off x="21240750" y="5743575"/>
                <a:ext cx="709613" cy="342900"/>
              </a:xfrm>
              <a:prstGeom prst="rect">
                <a:avLst/>
              </a:prstGeom>
              <a:noFill/>
              <a:ln w="0">
                <a:noFill/>
                <a:prstDash val="solid"/>
              </a:ln>
            </p:spPr>
            <p:txBody>
              <a:bodyPr wrap="none" lIns="0" tIns="0" rIns="0" bIns="0" anchor="ctr">
                <a:normAutofit/>
              </a:bodyPr>
              <a:lstStyle>
                <a:defPPr algn="ctr">
                  <a:defRPr sz="846" b="0">
                    <a:solidFill>
                      <a:srgbClr val="263238"/>
                    </a:solidFill>
                    <a:latin typeface="Arial" panose="020B0604020202090204"/>
                    <a:ea typeface="Arial" panose="020B0604020202090204"/>
                    <a:cs typeface="Arial" panose="020B0604020202090204"/>
                  </a:defRPr>
                </a:defPPr>
              </a:lstStyle>
              <a:p>
                <a:pPr algn="ctr">
                  <a:defRPr sz="846" b="0">
                    <a:solidFill>
                      <a:srgbClr val="263238"/>
                    </a:solidFill>
                    <a:latin typeface="Arial" panose="020B0604020202090204"/>
                    <a:ea typeface="Arial" panose="020B0604020202090204"/>
                    <a:cs typeface="Arial" panose="020B0604020202090204"/>
                  </a:defRPr>
                </a:pPr>
                <a:r>
                  <a:rPr sz="846" b="0">
                    <a:solidFill>
                      <a:srgbClr val="263238"/>
                    </a:solidFill>
                    <a:latin typeface="Arial" panose="020B0604020202090204"/>
                    <a:ea typeface="Arial" panose="020B0604020202090204"/>
                    <a:cs typeface="Arial" panose="020B0604020202090204"/>
                  </a:rPr>
                  <a:t>tₐ</a:t>
                </a:r>
                <a:endParaRPr sz="846" b="0">
                  <a:solidFill>
                    <a:srgbClr val="263238"/>
                  </a:solidFill>
                  <a:latin typeface="Arial" panose="020B0604020202090204"/>
                  <a:ea typeface="Arial" panose="020B0604020202090204"/>
                  <a:cs typeface="Arial" panose="020B0604020202090204"/>
                </a:endParaRPr>
              </a:p>
            </p:txBody>
          </p:sp>
          <p:sp>
            <p:nvSpPr>
              <p:cNvPr id="2866" name="four:temporal-output:textbox:2587"/>
              <p:cNvSpPr>
                <a:spLocks noGrp="1"/>
              </p:cNvSpPr>
              <p:nvPr/>
            </p:nvSpPr>
            <p:spPr>
              <a:xfrm>
                <a:off x="21950363" y="5743575"/>
                <a:ext cx="709613" cy="342900"/>
              </a:xfrm>
              <a:prstGeom prst="rect">
                <a:avLst/>
              </a:prstGeom>
              <a:noFill/>
              <a:ln w="0">
                <a:noFill/>
                <a:prstDash val="solid"/>
              </a:ln>
            </p:spPr>
            <p:txBody>
              <a:bodyPr wrap="none" lIns="0" tIns="0" rIns="0" bIns="0" anchor="ctr">
                <a:normAutofit/>
              </a:bodyPr>
              <a:lstStyle>
                <a:defPPr algn="ctr">
                  <a:defRPr sz="846" b="0">
                    <a:solidFill>
                      <a:srgbClr val="263238"/>
                    </a:solidFill>
                    <a:latin typeface="Arial" panose="020B0604020202090204"/>
                    <a:ea typeface="Arial" panose="020B0604020202090204"/>
                    <a:cs typeface="Arial" panose="020B0604020202090204"/>
                  </a:defRPr>
                </a:defPPr>
              </a:lstStyle>
              <a:p>
                <a:pPr algn="ctr">
                  <a:defRPr sz="846" b="0">
                    <a:solidFill>
                      <a:srgbClr val="263238"/>
                    </a:solidFill>
                    <a:latin typeface="Arial" panose="020B0604020202090204"/>
                    <a:ea typeface="Arial" panose="020B0604020202090204"/>
                    <a:cs typeface="Arial" panose="020B0604020202090204"/>
                  </a:defRPr>
                </a:pPr>
                <a:r>
                  <a:rPr sz="846" b="0">
                    <a:solidFill>
                      <a:srgbClr val="263238"/>
                    </a:solidFill>
                    <a:latin typeface="Arial" panose="020B0604020202090204"/>
                    <a:ea typeface="Arial" panose="020B0604020202090204"/>
                    <a:cs typeface="Arial" panose="020B0604020202090204"/>
                  </a:rPr>
                  <a:t>tᵦ</a:t>
                </a:r>
                <a:endParaRPr sz="846" b="0">
                  <a:solidFill>
                    <a:srgbClr val="263238"/>
                  </a:solidFill>
                  <a:latin typeface="Arial" panose="020B0604020202090204"/>
                  <a:ea typeface="Arial" panose="020B0604020202090204"/>
                  <a:cs typeface="Arial" panose="020B0604020202090204"/>
                </a:endParaRPr>
              </a:p>
            </p:txBody>
          </p:sp>
          <p:sp>
            <p:nvSpPr>
              <p:cNvPr id="2867" name="four:temporal-output:textbox:2780"/>
              <p:cNvSpPr>
                <a:spLocks noGrp="1"/>
              </p:cNvSpPr>
              <p:nvPr/>
            </p:nvSpPr>
            <p:spPr>
              <a:xfrm>
                <a:off x="22659975" y="5743575"/>
                <a:ext cx="709613" cy="342900"/>
              </a:xfrm>
              <a:prstGeom prst="rect">
                <a:avLst/>
              </a:prstGeom>
              <a:noFill/>
              <a:ln w="0">
                <a:noFill/>
                <a:prstDash val="solid"/>
              </a:ln>
            </p:spPr>
            <p:txBody>
              <a:bodyPr wrap="none" lIns="0" tIns="0" rIns="0" bIns="0" anchor="ctr">
                <a:normAutofit/>
              </a:bodyPr>
              <a:lstStyle>
                <a:defPPr algn="ctr">
                  <a:defRPr sz="846" b="0">
                    <a:solidFill>
                      <a:srgbClr val="263238"/>
                    </a:solidFill>
                    <a:latin typeface="Arial" panose="020B0604020202090204"/>
                    <a:ea typeface="Arial" panose="020B0604020202090204"/>
                    <a:cs typeface="Arial" panose="020B0604020202090204"/>
                  </a:defRPr>
                </a:defPPr>
              </a:lstStyle>
              <a:p>
                <a:pPr algn="ctr">
                  <a:defRPr sz="846" b="0">
                    <a:solidFill>
                      <a:srgbClr val="263238"/>
                    </a:solidFill>
                    <a:latin typeface="Arial" panose="020B0604020202090204"/>
                    <a:ea typeface="Arial" panose="020B0604020202090204"/>
                    <a:cs typeface="Arial" panose="020B0604020202090204"/>
                  </a:defRPr>
                </a:pPr>
                <a:r>
                  <a:rPr sz="846" b="0">
                    <a:solidFill>
                      <a:srgbClr val="263238"/>
                    </a:solidFill>
                    <a:latin typeface="Arial" panose="020B0604020202090204"/>
                    <a:ea typeface="Arial" panose="020B0604020202090204"/>
                    <a:cs typeface="Arial" panose="020B0604020202090204"/>
                  </a:rPr>
                  <a:t>tᵢ</a:t>
                </a:r>
                <a:endParaRPr sz="846" b="0">
                  <a:solidFill>
                    <a:srgbClr val="263238"/>
                  </a:solidFill>
                  <a:latin typeface="Arial" panose="020B0604020202090204"/>
                  <a:ea typeface="Arial" panose="020B0604020202090204"/>
                  <a:cs typeface="Arial" panose="020B0604020202090204"/>
                </a:endParaRPr>
              </a:p>
            </p:txBody>
          </p:sp>
          <p:sp>
            <p:nvSpPr>
              <p:cNvPr id="2868" name="four:temporal-output:textbox:2973"/>
              <p:cNvSpPr>
                <a:spLocks noGrp="1"/>
              </p:cNvSpPr>
              <p:nvPr/>
            </p:nvSpPr>
            <p:spPr>
              <a:xfrm>
                <a:off x="23369588" y="5743575"/>
                <a:ext cx="709613" cy="342900"/>
              </a:xfrm>
              <a:prstGeom prst="rect">
                <a:avLst/>
              </a:prstGeom>
              <a:noFill/>
              <a:ln w="0">
                <a:noFill/>
                <a:prstDash val="solid"/>
              </a:ln>
            </p:spPr>
            <p:txBody>
              <a:bodyPr wrap="none" lIns="0" tIns="0" rIns="0" bIns="0" anchor="ctr">
                <a:normAutofit/>
              </a:bodyPr>
              <a:lstStyle>
                <a:defPPr algn="ctr">
                  <a:defRPr sz="846" b="0">
                    <a:solidFill>
                      <a:srgbClr val="263238"/>
                    </a:solidFill>
                    <a:latin typeface="Arial" panose="020B0604020202090204"/>
                    <a:ea typeface="Arial" panose="020B0604020202090204"/>
                    <a:cs typeface="Arial" panose="020B0604020202090204"/>
                  </a:defRPr>
                </a:defPPr>
              </a:lstStyle>
              <a:p>
                <a:pPr algn="ctr">
                  <a:defRPr sz="846" b="0">
                    <a:solidFill>
                      <a:srgbClr val="263238"/>
                    </a:solidFill>
                    <a:latin typeface="Arial" panose="020B0604020202090204"/>
                    <a:ea typeface="Arial" panose="020B0604020202090204"/>
                    <a:cs typeface="Arial" panose="020B0604020202090204"/>
                  </a:defRPr>
                </a:pPr>
                <a:r>
                  <a:rPr sz="846" b="0">
                    <a:solidFill>
                      <a:srgbClr val="263238"/>
                    </a:solidFill>
                    <a:latin typeface="Arial" panose="020B0604020202090204"/>
                    <a:ea typeface="Arial" panose="020B0604020202090204"/>
                    <a:cs typeface="Arial" panose="020B0604020202090204"/>
                  </a:rPr>
                  <a:t>t</a:t>
                </a:r>
                <a:r>
                  <a:rPr sz="610" b="0" baseline="-25000">
                    <a:solidFill>
                      <a:srgbClr val="263238"/>
                    </a:solidFill>
                    <a:latin typeface="Arial" panose="020B0604020202090204"/>
                    <a:ea typeface="Arial" panose="020B0604020202090204"/>
                    <a:cs typeface="Arial" panose="020B0604020202090204"/>
                  </a:rPr>
                  <a:t>n</a:t>
                </a:r>
                <a:endParaRPr sz="610" b="0" baseline="-25000">
                  <a:solidFill>
                    <a:srgbClr val="263238"/>
                  </a:solidFill>
                  <a:latin typeface="Arial" panose="020B0604020202090204"/>
                  <a:ea typeface="Arial" panose="020B0604020202090204"/>
                  <a:cs typeface="Arial" panose="020B0604020202090204"/>
                </a:endParaRPr>
              </a:p>
            </p:txBody>
          </p:sp>
          <p:sp>
            <p:nvSpPr>
              <p:cNvPr id="2869" name="four:temporal-output:rect:3166"/>
              <p:cNvSpPr>
                <a:spLocks noGrp="1"/>
              </p:cNvSpPr>
              <p:nvPr/>
            </p:nvSpPr>
            <p:spPr>
              <a:xfrm>
                <a:off x="21240750" y="6019800"/>
                <a:ext cx="2838450" cy="1143000"/>
              </a:xfrm>
              <a:prstGeom prst="rect">
                <a:avLst/>
              </a:prstGeom>
              <a:noFill/>
              <a:ln w="4886">
                <a:solidFill>
                  <a:srgbClr val="263238"/>
                </a:solidFill>
                <a:prstDash val="solid"/>
              </a:ln>
            </p:spPr>
          </p:sp>
          <p:sp>
            <p:nvSpPr>
              <p:cNvPr id="2870" name="four:temporal-output:line:3167"/>
              <p:cNvSpPr>
                <a:spLocks noGrp="1"/>
              </p:cNvSpPr>
              <p:nvPr/>
            </p:nvSpPr>
            <p:spPr>
              <a:xfrm>
                <a:off x="21078825" y="6019800"/>
                <a:ext cx="953" cy="1143000"/>
              </a:xfrm>
              <a:custGeom>
                <a:avLst/>
                <a:gdLst/>
                <a:ahLst/>
                <a:cxnLst/>
                <a:pathLst>
                  <a:path w="953" h="1143000">
                    <a:moveTo>
                      <a:pt x="0" y="1143000"/>
                    </a:moveTo>
                    <a:lnTo>
                      <a:pt x="0" y="0"/>
                    </a:lnTo>
                  </a:path>
                </a:pathLst>
              </a:custGeom>
              <a:noFill/>
              <a:ln w="6352">
                <a:solidFill>
                  <a:srgbClr val="263238"/>
                </a:solidFill>
                <a:prstDash val="solid"/>
              </a:ln>
            </p:spPr>
          </p:sp>
          <p:sp>
            <p:nvSpPr>
              <p:cNvPr id="2871" name="four:temporal-output:polygon:3168"/>
              <p:cNvSpPr>
                <a:spLocks noGrp="1"/>
              </p:cNvSpPr>
              <p:nvPr/>
            </p:nvSpPr>
            <p:spPr>
              <a:xfrm>
                <a:off x="21046059" y="6019800"/>
                <a:ext cx="65532" cy="76200"/>
              </a:xfrm>
              <a:custGeom>
                <a:avLst/>
                <a:gdLst/>
                <a:ahLst/>
                <a:cxnLst/>
                <a:pathLst>
                  <a:path w="65532" h="76200">
                    <a:moveTo>
                      <a:pt x="32766" y="0"/>
                    </a:moveTo>
                    <a:lnTo>
                      <a:pt x="0" y="76200"/>
                    </a:lnTo>
                    <a:lnTo>
                      <a:pt x="65532" y="76200"/>
                    </a:lnTo>
                    <a:close/>
                  </a:path>
                </a:pathLst>
              </a:custGeom>
              <a:solidFill>
                <a:srgbClr val="263238"/>
              </a:solidFill>
              <a:ln w="0">
                <a:noFill/>
                <a:prstDash val="solid"/>
              </a:ln>
            </p:spPr>
          </p:sp>
          <p:sp>
            <p:nvSpPr>
              <p:cNvPr id="2872" name="four:temporal-output:textbox:3169"/>
              <p:cNvSpPr>
                <a:spLocks noGrp="1"/>
              </p:cNvSpPr>
              <p:nvPr/>
            </p:nvSpPr>
            <p:spPr>
              <a:xfrm>
                <a:off x="20840700" y="6419850"/>
                <a:ext cx="228600" cy="342900"/>
              </a:xfrm>
              <a:prstGeom prst="rect">
                <a:avLst/>
              </a:prstGeom>
              <a:noFill/>
              <a:ln w="0">
                <a:noFill/>
                <a:prstDash val="solid"/>
              </a:ln>
            </p:spPr>
            <p:txBody>
              <a:bodyPr wrap="none" lIns="0" tIns="0" rIns="0" bIns="0" anchor="ctr">
                <a:normAutofit/>
              </a:bodyPr>
              <a:lstStyle>
                <a:defPPr algn="ctr">
                  <a:defRPr sz="962" b="0">
                    <a:solidFill>
                      <a:srgbClr val="263238"/>
                    </a:solidFill>
                    <a:latin typeface="Arial" panose="020B0604020202090204"/>
                    <a:ea typeface="Arial" panose="020B0604020202090204"/>
                    <a:cs typeface="Arial" panose="020B0604020202090204"/>
                  </a:defRPr>
                </a:defPPr>
              </a:lstStyle>
              <a:p>
                <a:pPr algn="ctr">
                  <a:defRPr sz="962" b="0">
                    <a:solidFill>
                      <a:srgbClr val="263238"/>
                    </a:solidFill>
                    <a:latin typeface="Arial" panose="020B0604020202090204"/>
                    <a:ea typeface="Arial" panose="020B0604020202090204"/>
                    <a:cs typeface="Arial" panose="020B0604020202090204"/>
                  </a:defRPr>
                </a:pPr>
                <a:r>
                  <a:rPr sz="962" b="0">
                    <a:solidFill>
                      <a:srgbClr val="263238"/>
                    </a:solidFill>
                    <a:latin typeface="Arial" panose="020B0604020202090204"/>
                    <a:ea typeface="Arial" panose="020B0604020202090204"/>
                    <a:cs typeface="Arial" panose="020B0604020202090204"/>
                  </a:rPr>
                  <a:t>d</a:t>
                </a:r>
                <a:endParaRPr sz="962" b="0">
                  <a:solidFill>
                    <a:srgbClr val="263238"/>
                  </a:solidFill>
                  <a:latin typeface="Arial" panose="020B0604020202090204"/>
                  <a:ea typeface="Arial" panose="020B0604020202090204"/>
                  <a:cs typeface="Arial" panose="020B0604020202090204"/>
                </a:endParaRPr>
              </a:p>
            </p:txBody>
          </p:sp>
          <p:sp>
            <p:nvSpPr>
              <p:cNvPr id="2873" name="four:temporal-output:line:3170"/>
              <p:cNvSpPr>
                <a:spLocks noGrp="1"/>
              </p:cNvSpPr>
              <p:nvPr/>
            </p:nvSpPr>
            <p:spPr>
              <a:xfrm>
                <a:off x="21240750" y="7372350"/>
                <a:ext cx="2838450" cy="953"/>
              </a:xfrm>
              <a:custGeom>
                <a:avLst/>
                <a:gdLst/>
                <a:ahLst/>
                <a:cxnLst/>
                <a:pathLst>
                  <a:path w="2838450" h="953">
                    <a:moveTo>
                      <a:pt x="0" y="0"/>
                    </a:moveTo>
                    <a:lnTo>
                      <a:pt x="2838450" y="0"/>
                    </a:lnTo>
                  </a:path>
                </a:pathLst>
              </a:custGeom>
              <a:noFill/>
              <a:ln w="6352">
                <a:solidFill>
                  <a:srgbClr val="263238"/>
                </a:solidFill>
                <a:prstDash val="solid"/>
              </a:ln>
            </p:spPr>
          </p:sp>
          <p:sp>
            <p:nvSpPr>
              <p:cNvPr id="2874" name="four:temporal-output:polygon:3171"/>
              <p:cNvSpPr>
                <a:spLocks noGrp="1"/>
              </p:cNvSpPr>
              <p:nvPr/>
            </p:nvSpPr>
            <p:spPr>
              <a:xfrm>
                <a:off x="24003000" y="7339584"/>
                <a:ext cx="76200" cy="65532"/>
              </a:xfrm>
              <a:custGeom>
                <a:avLst/>
                <a:gdLst/>
                <a:ahLst/>
                <a:cxnLst/>
                <a:pathLst>
                  <a:path w="76200" h="65532">
                    <a:moveTo>
                      <a:pt x="76200" y="32766"/>
                    </a:moveTo>
                    <a:lnTo>
                      <a:pt x="0" y="0"/>
                    </a:lnTo>
                    <a:lnTo>
                      <a:pt x="0" y="65532"/>
                    </a:lnTo>
                    <a:close/>
                  </a:path>
                </a:pathLst>
              </a:custGeom>
              <a:solidFill>
                <a:srgbClr val="263238"/>
              </a:solidFill>
              <a:ln w="0">
                <a:noFill/>
                <a:prstDash val="solid"/>
              </a:ln>
            </p:spPr>
          </p:sp>
          <p:sp>
            <p:nvSpPr>
              <p:cNvPr id="2875" name="four:temporal-output:textbox:3172"/>
              <p:cNvSpPr>
                <a:spLocks noGrp="1"/>
              </p:cNvSpPr>
              <p:nvPr/>
            </p:nvSpPr>
            <p:spPr>
              <a:xfrm>
                <a:off x="24136350" y="7191375"/>
                <a:ext cx="219075" cy="342900"/>
              </a:xfrm>
              <a:prstGeom prst="rect">
                <a:avLst/>
              </a:prstGeom>
              <a:noFill/>
              <a:ln w="0">
                <a:noFill/>
                <a:prstDash val="solid"/>
              </a:ln>
            </p:spPr>
            <p:txBody>
              <a:bodyPr wrap="none" lIns="0" tIns="0" rIns="0" bIns="0" anchor="ctr">
                <a:normAutofit/>
              </a:bodyPr>
              <a:lstStyle>
                <a:defPPr algn="ctr">
                  <a:defRPr sz="1000" b="0">
                    <a:solidFill>
                      <a:srgbClr val="263238"/>
                    </a:solidFill>
                    <a:latin typeface="Arial" panose="020B0604020202090204"/>
                    <a:ea typeface="Arial" panose="020B0604020202090204"/>
                    <a:cs typeface="Arial" panose="020B0604020202090204"/>
                  </a:defRPr>
                </a:defPPr>
              </a:lstStyle>
              <a:p>
                <a:pPr algn="ctr">
                  <a:defRPr sz="1000" b="0">
                    <a:solidFill>
                      <a:srgbClr val="263238"/>
                    </a:solidFill>
                    <a:latin typeface="Arial" panose="020B0604020202090204"/>
                    <a:ea typeface="Arial" panose="020B0604020202090204"/>
                    <a:cs typeface="Arial" panose="020B0604020202090204"/>
                  </a:defRPr>
                </a:pPr>
                <a:r>
                  <a:rPr sz="1000" b="0">
                    <a:solidFill>
                      <a:srgbClr val="263238"/>
                    </a:solidFill>
                    <a:latin typeface="Arial" panose="020B0604020202090204"/>
                    <a:ea typeface="Arial" panose="020B0604020202090204"/>
                    <a:cs typeface="Arial" panose="020B0604020202090204"/>
                  </a:rPr>
                  <a:t>t</a:t>
                </a:r>
                <a:endParaRPr sz="1000" b="0">
                  <a:solidFill>
                    <a:srgbClr val="263238"/>
                  </a:solidFill>
                  <a:latin typeface="Arial" panose="020B0604020202090204"/>
                  <a:ea typeface="Arial" panose="020B0604020202090204"/>
                  <a:cs typeface="Arial" panose="020B0604020202090204"/>
                </a:endParaRPr>
              </a:p>
            </p:txBody>
          </p:sp>
        </p:grpSp>
        <p:grpSp>
          <p:nvGrpSpPr>
            <p:cNvPr id="2876" name="三维时变标量场（可编辑）"/>
            <p:cNvGrpSpPr/>
            <p:nvPr/>
          </p:nvGrpSpPr>
          <p:grpSpPr>
            <a:xfrm>
              <a:off x="0" y="0"/>
              <a:ext cx="24955500" cy="8572500"/>
              <a:chOff x="0" y="0"/>
              <a:chExt cx="24955500" cy="8572500"/>
            </a:xfrm>
          </p:grpSpPr>
          <p:sp>
            <p:nvSpPr>
              <p:cNvPr id="2877" name="addition:input:3190"/>
              <p:cNvSpPr>
                <a:spLocks noGrp="1"/>
              </p:cNvSpPr>
              <p:nvPr/>
            </p:nvSpPr>
            <p:spPr>
              <a:xfrm>
                <a:off x="374904" y="4957191"/>
                <a:ext cx="2359152" cy="2670048"/>
              </a:xfrm>
              <a:prstGeom prst="roundRect">
                <a:avLst/>
              </a:prstGeom>
              <a:solidFill>
                <a:srgbClr val="FFFFFF"/>
              </a:solidFill>
              <a:ln w="5538">
                <a:solidFill>
                  <a:srgbClr val="B2D2E2"/>
                </a:solidFill>
              </a:ln>
            </p:spPr>
            <p:txBody>
              <a:bodyPr anchor="ctr"/>
              <a:lstStyle/>
              <a:p>
                <a:pPr algn="ctr">
                  <a:buNone/>
                </a:pPr>
              </a:p>
            </p:txBody>
          </p:sp>
          <p:sp>
            <p:nvSpPr>
              <p:cNvPr id="2878" name="addition:input:3191"/>
              <p:cNvSpPr>
                <a:spLocks noGrp="1"/>
              </p:cNvSpPr>
              <p:nvPr/>
            </p:nvSpPr>
            <p:spPr>
              <a:xfrm>
                <a:off x="484632" y="5066919"/>
                <a:ext cx="2075688" cy="301752"/>
              </a:xfrm>
              <a:prstGeom prst="rect">
                <a:avLst/>
              </a:prstGeom>
              <a:noFill/>
            </p:spPr>
            <p:txBody>
              <a:bodyPr wrap="none" lIns="13716" tIns="0" rIns="9144" bIns="0">
                <a:spAutoFit/>
              </a:bodyPr>
              <a:lstStyle>
                <a:defPPr>
                  <a:defRPr sz="616"/>
                </a:defPPr>
                <a:lvl1pPr>
                  <a:defRPr sz="616"/>
                </a:lvl1pPr>
                <a:lvl2pPr>
                  <a:defRPr sz="616"/>
                </a:lvl2pPr>
                <a:lvl3pPr>
                  <a:defRPr sz="616"/>
                </a:lvl3pPr>
                <a:lvl4pPr>
                  <a:defRPr sz="616"/>
                </a:lvl4pPr>
                <a:lvl5pPr>
                  <a:defRPr sz="616"/>
                </a:lvl5pPr>
                <a:lvl6pPr>
                  <a:defRPr sz="616"/>
                </a:lvl6pPr>
                <a:lvl7pPr>
                  <a:defRPr sz="616"/>
                </a:lvl7pPr>
                <a:lvl8pPr>
                  <a:defRPr sz="616"/>
                </a:lvl8pPr>
                <a:lvl9pPr>
                  <a:defRPr sz="616"/>
                </a:lvl9pPr>
              </a:lstStyle>
              <a:p>
                <a:pPr>
                  <a:defRPr sz="616"/>
                </a:pPr>
                <a:r>
                  <a:rPr sz="616" b="1">
                    <a:solidFill>
                      <a:srgbClr val="263238"/>
                    </a:solidFill>
                    <a:latin typeface="Arial" panose="020B0604020202090204"/>
                    <a:ea typeface="Arial" panose="020B0604020202090204"/>
                    <a:cs typeface="Arial" panose="020B0604020202090204"/>
                  </a:rPr>
                  <a:t>3D time-varying scalar fields</a:t>
                </a:r>
                <a:endParaRPr sz="616" b="1">
                  <a:solidFill>
                    <a:srgbClr val="263238"/>
                  </a:solidFill>
                  <a:latin typeface="Arial" panose="020B0604020202090204"/>
                  <a:ea typeface="Arial" panose="020B0604020202090204"/>
                  <a:cs typeface="Arial" panose="020B0604020202090204"/>
                </a:endParaRPr>
              </a:p>
            </p:txBody>
          </p:sp>
          <p:sp>
            <p:nvSpPr>
              <p:cNvPr id="2879" name="addition:input:2"/>
              <p:cNvSpPr>
                <a:spLocks noGrp="1"/>
              </p:cNvSpPr>
              <p:nvPr/>
            </p:nvSpPr>
            <p:spPr>
              <a:xfrm>
                <a:off x="209550" y="5438775"/>
                <a:ext cx="2386584" cy="1690817"/>
              </a:xfrm>
              <a:custGeom>
                <a:avLst/>
                <a:gdLst/>
                <a:ahLst/>
                <a:cxnLst/>
                <a:rect l="l" t="t" r="r" b="b"/>
                <a:pathLst>
                  <a:path w="1450" h="902">
                    <a:moveTo>
                      <a:pt x="0" y="0"/>
                    </a:moveTo>
                    <a:moveTo>
                      <a:pt x="109" y="817"/>
                    </a:moveTo>
                    <a:lnTo>
                      <a:pt x="969" y="902"/>
                    </a:lnTo>
                    <a:lnTo>
                      <a:pt x="1450" y="513"/>
                    </a:lnTo>
                    <a:lnTo>
                      <a:pt x="645" y="542"/>
                    </a:lnTo>
                    <a:close/>
                  </a:path>
                </a:pathLst>
              </a:custGeom>
              <a:solidFill>
                <a:srgbClr val="D3EAFC">
                  <a:alpha val="19000"/>
                </a:srgbClr>
              </a:solidFill>
              <a:ln>
                <a:noFill/>
              </a:ln>
            </p:spPr>
            <p:txBody>
              <a:bodyPr anchor="ctr"/>
              <a:lstStyle/>
              <a:p>
                <a:pPr algn="ctr">
                  <a:buNone/>
                </a:pPr>
              </a:p>
            </p:txBody>
          </p:sp>
          <p:sp>
            <p:nvSpPr>
              <p:cNvPr id="2880" name="addition:input:3"/>
              <p:cNvSpPr>
                <a:spLocks noGrp="1"/>
              </p:cNvSpPr>
              <p:nvPr/>
            </p:nvSpPr>
            <p:spPr>
              <a:xfrm>
                <a:off x="209550" y="5438775"/>
                <a:ext cx="2386584" cy="603595"/>
              </a:xfrm>
              <a:custGeom>
                <a:avLst/>
                <a:gdLst/>
                <a:ahLst/>
                <a:cxnLst/>
                <a:rect l="l" t="t" r="r" b="b"/>
                <a:pathLst>
                  <a:path w="1450" h="322">
                    <a:moveTo>
                      <a:pt x="0" y="0"/>
                    </a:moveTo>
                    <a:moveTo>
                      <a:pt x="109" y="322"/>
                    </a:moveTo>
                    <a:lnTo>
                      <a:pt x="967" y="322"/>
                    </a:lnTo>
                    <a:lnTo>
                      <a:pt x="1450" y="47"/>
                    </a:lnTo>
                    <a:lnTo>
                      <a:pt x="645" y="47"/>
                    </a:lnTo>
                    <a:close/>
                  </a:path>
                </a:pathLst>
              </a:custGeom>
              <a:solidFill>
                <a:srgbClr val="D7ECFD">
                  <a:alpha val="15000"/>
                </a:srgbClr>
              </a:solidFill>
              <a:ln>
                <a:noFill/>
              </a:ln>
            </p:spPr>
            <p:txBody>
              <a:bodyPr anchor="ctr"/>
              <a:lstStyle/>
              <a:p>
                <a:pPr algn="ctr">
                  <a:buNone/>
                </a:pPr>
              </a:p>
            </p:txBody>
          </p:sp>
          <p:sp>
            <p:nvSpPr>
              <p:cNvPr id="2881" name="addition:input:4"/>
              <p:cNvSpPr>
                <a:spLocks noGrp="1"/>
              </p:cNvSpPr>
              <p:nvPr/>
            </p:nvSpPr>
            <p:spPr>
              <a:xfrm>
                <a:off x="209550" y="5438775"/>
                <a:ext cx="2386584" cy="1694566"/>
              </a:xfrm>
              <a:custGeom>
                <a:avLst/>
                <a:gdLst/>
                <a:ahLst/>
                <a:cxnLst/>
                <a:rect l="l" t="t" r="r" b="b"/>
                <a:pathLst>
                  <a:path w="1450" h="904">
                    <a:moveTo>
                      <a:pt x="0" y="0"/>
                    </a:moveTo>
                    <a:moveTo>
                      <a:pt x="968" y="323"/>
                    </a:moveTo>
                    <a:lnTo>
                      <a:pt x="1450" y="47"/>
                    </a:lnTo>
                    <a:lnTo>
                      <a:pt x="1450" y="512"/>
                    </a:lnTo>
                    <a:lnTo>
                      <a:pt x="968" y="904"/>
                    </a:lnTo>
                    <a:close/>
                  </a:path>
                </a:pathLst>
              </a:custGeom>
              <a:solidFill>
                <a:srgbClr val="DDEEFF">
                  <a:alpha val="20000"/>
                </a:srgbClr>
              </a:solidFill>
              <a:ln>
                <a:noFill/>
              </a:ln>
            </p:spPr>
            <p:txBody>
              <a:bodyPr anchor="ctr"/>
              <a:lstStyle/>
              <a:p>
                <a:pPr algn="ctr">
                  <a:buNone/>
                </a:pPr>
              </a:p>
            </p:txBody>
          </p:sp>
          <p:sp>
            <p:nvSpPr>
              <p:cNvPr id="2882" name="addition:input:5"/>
              <p:cNvSpPr>
                <a:spLocks noGrp="1"/>
              </p:cNvSpPr>
              <p:nvPr/>
            </p:nvSpPr>
            <p:spPr>
              <a:xfrm>
                <a:off x="209550" y="5438775"/>
                <a:ext cx="1099475" cy="882899"/>
              </a:xfrm>
              <a:custGeom>
                <a:avLst/>
                <a:gdLst/>
                <a:ahLst/>
                <a:cxnLst/>
                <a:rect l="l" t="t" r="r" b="b"/>
                <a:pathLst>
                  <a:path w="668" h="471">
                    <a:moveTo>
                      <a:pt x="0" y="0"/>
                    </a:moveTo>
                    <a:moveTo>
                      <a:pt x="665" y="378"/>
                    </a:moveTo>
                    <a:lnTo>
                      <a:pt x="660" y="385"/>
                    </a:lnTo>
                    <a:lnTo>
                      <a:pt x="658" y="392"/>
                    </a:lnTo>
                    <a:lnTo>
                      <a:pt x="663" y="400"/>
                    </a:lnTo>
                    <a:lnTo>
                      <a:pt x="668" y="409"/>
                    </a:lnTo>
                    <a:lnTo>
                      <a:pt x="667" y="418"/>
                    </a:lnTo>
                    <a:lnTo>
                      <a:pt x="656" y="423"/>
                    </a:lnTo>
                    <a:lnTo>
                      <a:pt x="639" y="424"/>
                    </a:lnTo>
                    <a:lnTo>
                      <a:pt x="624" y="425"/>
                    </a:lnTo>
                    <a:lnTo>
                      <a:pt x="615" y="428"/>
                    </a:lnTo>
                    <a:lnTo>
                      <a:pt x="610" y="434"/>
                    </a:lnTo>
                    <a:lnTo>
                      <a:pt x="604" y="441"/>
                    </a:lnTo>
                    <a:lnTo>
                      <a:pt x="596" y="447"/>
                    </a:lnTo>
                    <a:lnTo>
                      <a:pt x="587" y="453"/>
                    </a:lnTo>
                    <a:lnTo>
                      <a:pt x="578" y="460"/>
                    </a:lnTo>
                    <a:lnTo>
                      <a:pt x="567" y="467"/>
                    </a:lnTo>
                    <a:lnTo>
                      <a:pt x="555" y="471"/>
                    </a:lnTo>
                    <a:lnTo>
                      <a:pt x="541" y="469"/>
                    </a:lnTo>
                    <a:lnTo>
                      <a:pt x="528" y="460"/>
                    </a:lnTo>
                    <a:lnTo>
                      <a:pt x="518" y="452"/>
                    </a:lnTo>
                    <a:lnTo>
                      <a:pt x="508" y="449"/>
                    </a:lnTo>
                    <a:lnTo>
                      <a:pt x="496" y="451"/>
                    </a:lnTo>
                    <a:lnTo>
                      <a:pt x="484" y="453"/>
                    </a:lnTo>
                    <a:lnTo>
                      <a:pt x="474" y="450"/>
                    </a:lnTo>
                    <a:lnTo>
                      <a:pt x="468" y="443"/>
                    </a:lnTo>
                    <a:lnTo>
                      <a:pt x="464" y="436"/>
                    </a:lnTo>
                    <a:lnTo>
                      <a:pt x="458" y="431"/>
                    </a:lnTo>
                    <a:lnTo>
                      <a:pt x="448" y="429"/>
                    </a:lnTo>
                    <a:lnTo>
                      <a:pt x="436" y="427"/>
                    </a:lnTo>
                    <a:lnTo>
                      <a:pt x="427" y="423"/>
                    </a:lnTo>
                    <a:lnTo>
                      <a:pt x="423" y="416"/>
                    </a:lnTo>
                    <a:lnTo>
                      <a:pt x="420" y="409"/>
                    </a:lnTo>
                    <a:lnTo>
                      <a:pt x="416" y="402"/>
                    </a:lnTo>
                    <a:lnTo>
                      <a:pt x="415" y="394"/>
                    </a:lnTo>
                    <a:lnTo>
                      <a:pt x="421" y="386"/>
                    </a:lnTo>
                    <a:lnTo>
                      <a:pt x="434" y="378"/>
                    </a:lnTo>
                    <a:lnTo>
                      <a:pt x="448" y="372"/>
                    </a:lnTo>
                    <a:lnTo>
                      <a:pt x="455" y="366"/>
                    </a:lnTo>
                    <a:lnTo>
                      <a:pt x="451" y="359"/>
                    </a:lnTo>
                    <a:lnTo>
                      <a:pt x="442" y="350"/>
                    </a:lnTo>
                    <a:lnTo>
                      <a:pt x="436" y="340"/>
                    </a:lnTo>
                    <a:lnTo>
                      <a:pt x="439" y="332"/>
                    </a:lnTo>
                    <a:lnTo>
                      <a:pt x="448" y="327"/>
                    </a:lnTo>
                    <a:lnTo>
                      <a:pt x="458" y="323"/>
                    </a:lnTo>
                    <a:lnTo>
                      <a:pt x="464" y="318"/>
                    </a:lnTo>
                    <a:lnTo>
                      <a:pt x="469" y="311"/>
                    </a:lnTo>
                    <a:lnTo>
                      <a:pt x="477" y="306"/>
                    </a:lnTo>
                    <a:lnTo>
                      <a:pt x="486" y="305"/>
                    </a:lnTo>
                    <a:lnTo>
                      <a:pt x="497" y="305"/>
                    </a:lnTo>
                    <a:lnTo>
                      <a:pt x="505" y="304"/>
                    </a:lnTo>
                    <a:lnTo>
                      <a:pt x="513" y="301"/>
                    </a:lnTo>
                    <a:lnTo>
                      <a:pt x="521" y="299"/>
                    </a:lnTo>
                    <a:lnTo>
                      <a:pt x="530" y="301"/>
                    </a:lnTo>
                    <a:lnTo>
                      <a:pt x="538" y="306"/>
                    </a:lnTo>
                    <a:lnTo>
                      <a:pt x="546" y="309"/>
                    </a:lnTo>
                    <a:lnTo>
                      <a:pt x="555" y="306"/>
                    </a:lnTo>
                    <a:lnTo>
                      <a:pt x="568" y="298"/>
                    </a:lnTo>
                    <a:lnTo>
                      <a:pt x="583" y="292"/>
                    </a:lnTo>
                    <a:lnTo>
                      <a:pt x="595" y="293"/>
                    </a:lnTo>
                    <a:lnTo>
                      <a:pt x="603" y="301"/>
                    </a:lnTo>
                    <a:lnTo>
                      <a:pt x="606" y="312"/>
                    </a:lnTo>
                    <a:lnTo>
                      <a:pt x="609" y="321"/>
                    </a:lnTo>
                    <a:lnTo>
                      <a:pt x="614" y="328"/>
                    </a:lnTo>
                    <a:lnTo>
                      <a:pt x="621" y="333"/>
                    </a:lnTo>
                    <a:lnTo>
                      <a:pt x="626" y="340"/>
                    </a:lnTo>
                    <a:lnTo>
                      <a:pt x="630" y="346"/>
                    </a:lnTo>
                    <a:lnTo>
                      <a:pt x="637" y="352"/>
                    </a:lnTo>
                    <a:lnTo>
                      <a:pt x="647" y="357"/>
                    </a:lnTo>
                    <a:lnTo>
                      <a:pt x="659" y="363"/>
                    </a:lnTo>
                    <a:lnTo>
                      <a:pt x="666" y="370"/>
                    </a:lnTo>
                    <a:close/>
                  </a:path>
                </a:pathLst>
              </a:custGeom>
              <a:solidFill>
                <a:srgbClr val="A7CEE4">
                  <a:alpha val="12900"/>
                </a:srgbClr>
              </a:solidFill>
              <a:ln>
                <a:noFill/>
              </a:ln>
            </p:spPr>
            <p:txBody>
              <a:bodyPr anchor="ctr"/>
              <a:lstStyle/>
              <a:p>
                <a:pPr algn="ctr">
                  <a:buNone/>
                </a:pPr>
              </a:p>
            </p:txBody>
          </p:sp>
          <p:sp>
            <p:nvSpPr>
              <p:cNvPr id="2883" name="addition:input:6"/>
              <p:cNvSpPr>
                <a:spLocks noGrp="1"/>
              </p:cNvSpPr>
              <p:nvPr/>
            </p:nvSpPr>
            <p:spPr>
              <a:xfrm>
                <a:off x="209550" y="5438775"/>
                <a:ext cx="1050097" cy="862279"/>
              </a:xfrm>
              <a:custGeom>
                <a:avLst/>
                <a:gdLst/>
                <a:ahLst/>
                <a:cxnLst/>
                <a:rect l="l" t="t" r="r" b="b"/>
                <a:pathLst>
                  <a:path w="638" h="460">
                    <a:moveTo>
                      <a:pt x="0" y="0"/>
                    </a:moveTo>
                    <a:moveTo>
                      <a:pt x="629" y="383"/>
                    </a:moveTo>
                    <a:lnTo>
                      <a:pt x="630" y="389"/>
                    </a:lnTo>
                    <a:lnTo>
                      <a:pt x="629" y="395"/>
                    </a:lnTo>
                    <a:lnTo>
                      <a:pt x="629" y="401"/>
                    </a:lnTo>
                    <a:lnTo>
                      <a:pt x="633" y="409"/>
                    </a:lnTo>
                    <a:lnTo>
                      <a:pt x="638" y="417"/>
                    </a:lnTo>
                    <a:lnTo>
                      <a:pt x="637" y="425"/>
                    </a:lnTo>
                    <a:lnTo>
                      <a:pt x="628" y="428"/>
                    </a:lnTo>
                    <a:lnTo>
                      <a:pt x="613" y="428"/>
                    </a:lnTo>
                    <a:lnTo>
                      <a:pt x="599" y="426"/>
                    </a:lnTo>
                    <a:lnTo>
                      <a:pt x="591" y="428"/>
                    </a:lnTo>
                    <a:lnTo>
                      <a:pt x="587" y="433"/>
                    </a:lnTo>
                    <a:lnTo>
                      <a:pt x="583" y="440"/>
                    </a:lnTo>
                    <a:lnTo>
                      <a:pt x="577" y="446"/>
                    </a:lnTo>
                    <a:lnTo>
                      <a:pt x="569" y="449"/>
                    </a:lnTo>
                    <a:lnTo>
                      <a:pt x="560" y="453"/>
                    </a:lnTo>
                    <a:lnTo>
                      <a:pt x="550" y="457"/>
                    </a:lnTo>
                    <a:lnTo>
                      <a:pt x="540" y="460"/>
                    </a:lnTo>
                    <a:lnTo>
                      <a:pt x="528" y="459"/>
                    </a:lnTo>
                    <a:lnTo>
                      <a:pt x="518" y="454"/>
                    </a:lnTo>
                    <a:lnTo>
                      <a:pt x="509" y="448"/>
                    </a:lnTo>
                    <a:lnTo>
                      <a:pt x="500" y="446"/>
                    </a:lnTo>
                    <a:lnTo>
                      <a:pt x="489" y="446"/>
                    </a:lnTo>
                    <a:lnTo>
                      <a:pt x="478" y="446"/>
                    </a:lnTo>
                    <a:lnTo>
                      <a:pt x="469" y="442"/>
                    </a:lnTo>
                    <a:lnTo>
                      <a:pt x="466" y="435"/>
                    </a:lnTo>
                    <a:lnTo>
                      <a:pt x="465" y="427"/>
                    </a:lnTo>
                    <a:lnTo>
                      <a:pt x="461" y="422"/>
                    </a:lnTo>
                    <a:lnTo>
                      <a:pt x="451" y="420"/>
                    </a:lnTo>
                    <a:lnTo>
                      <a:pt x="439" y="419"/>
                    </a:lnTo>
                    <a:lnTo>
                      <a:pt x="427" y="416"/>
                    </a:lnTo>
                    <a:lnTo>
                      <a:pt x="422" y="410"/>
                    </a:lnTo>
                    <a:lnTo>
                      <a:pt x="420" y="403"/>
                    </a:lnTo>
                    <a:lnTo>
                      <a:pt x="420" y="397"/>
                    </a:lnTo>
                    <a:lnTo>
                      <a:pt x="422" y="390"/>
                    </a:lnTo>
                    <a:lnTo>
                      <a:pt x="426" y="383"/>
                    </a:lnTo>
                    <a:lnTo>
                      <a:pt x="436" y="377"/>
                    </a:lnTo>
                    <a:lnTo>
                      <a:pt x="448" y="372"/>
                    </a:lnTo>
                    <a:lnTo>
                      <a:pt x="455" y="368"/>
                    </a:lnTo>
                    <a:lnTo>
                      <a:pt x="455" y="362"/>
                    </a:lnTo>
                    <a:lnTo>
                      <a:pt x="450" y="354"/>
                    </a:lnTo>
                    <a:lnTo>
                      <a:pt x="448" y="346"/>
                    </a:lnTo>
                    <a:lnTo>
                      <a:pt x="453" y="340"/>
                    </a:lnTo>
                    <a:lnTo>
                      <a:pt x="463" y="337"/>
                    </a:lnTo>
                    <a:lnTo>
                      <a:pt x="473" y="334"/>
                    </a:lnTo>
                    <a:lnTo>
                      <a:pt x="479" y="330"/>
                    </a:lnTo>
                    <a:lnTo>
                      <a:pt x="483" y="323"/>
                    </a:lnTo>
                    <a:lnTo>
                      <a:pt x="488" y="316"/>
                    </a:lnTo>
                    <a:lnTo>
                      <a:pt x="496" y="313"/>
                    </a:lnTo>
                    <a:lnTo>
                      <a:pt x="506" y="314"/>
                    </a:lnTo>
                    <a:lnTo>
                      <a:pt x="515" y="316"/>
                    </a:lnTo>
                    <a:lnTo>
                      <a:pt x="523" y="317"/>
                    </a:lnTo>
                    <a:lnTo>
                      <a:pt x="530" y="317"/>
                    </a:lnTo>
                    <a:lnTo>
                      <a:pt x="537" y="319"/>
                    </a:lnTo>
                    <a:lnTo>
                      <a:pt x="543" y="323"/>
                    </a:lnTo>
                    <a:lnTo>
                      <a:pt x="549" y="325"/>
                    </a:lnTo>
                    <a:lnTo>
                      <a:pt x="557" y="323"/>
                    </a:lnTo>
                    <a:lnTo>
                      <a:pt x="568" y="318"/>
                    </a:lnTo>
                    <a:lnTo>
                      <a:pt x="581" y="313"/>
                    </a:lnTo>
                    <a:lnTo>
                      <a:pt x="591" y="314"/>
                    </a:lnTo>
                    <a:lnTo>
                      <a:pt x="595" y="321"/>
                    </a:lnTo>
                    <a:lnTo>
                      <a:pt x="595" y="331"/>
                    </a:lnTo>
                    <a:lnTo>
                      <a:pt x="596" y="339"/>
                    </a:lnTo>
                    <a:lnTo>
                      <a:pt x="600" y="344"/>
                    </a:lnTo>
                    <a:lnTo>
                      <a:pt x="607" y="349"/>
                    </a:lnTo>
                    <a:lnTo>
                      <a:pt x="612" y="354"/>
                    </a:lnTo>
                    <a:lnTo>
                      <a:pt x="614" y="360"/>
                    </a:lnTo>
                    <a:lnTo>
                      <a:pt x="615" y="366"/>
                    </a:lnTo>
                    <a:lnTo>
                      <a:pt x="619" y="371"/>
                    </a:lnTo>
                    <a:lnTo>
                      <a:pt x="624" y="377"/>
                    </a:lnTo>
                    <a:close/>
                  </a:path>
                </a:pathLst>
              </a:custGeom>
              <a:solidFill>
                <a:srgbClr val="59A3CD">
                  <a:alpha val="12900"/>
                </a:srgbClr>
              </a:solidFill>
              <a:ln>
                <a:noFill/>
              </a:ln>
            </p:spPr>
            <p:txBody>
              <a:bodyPr anchor="ctr"/>
              <a:lstStyle/>
              <a:p>
                <a:pPr algn="ctr">
                  <a:buNone/>
                </a:pPr>
              </a:p>
            </p:txBody>
          </p:sp>
          <p:sp>
            <p:nvSpPr>
              <p:cNvPr id="2884" name="addition:input:7"/>
              <p:cNvSpPr>
                <a:spLocks noGrp="1"/>
              </p:cNvSpPr>
              <p:nvPr/>
            </p:nvSpPr>
            <p:spPr>
              <a:xfrm>
                <a:off x="209550" y="5438775"/>
                <a:ext cx="1027054" cy="854781"/>
              </a:xfrm>
              <a:custGeom>
                <a:avLst/>
                <a:gdLst/>
                <a:ahLst/>
                <a:cxnLst/>
                <a:rect l="l" t="t" r="r" b="b"/>
                <a:pathLst>
                  <a:path w="624" h="456">
                    <a:moveTo>
                      <a:pt x="0" y="0"/>
                    </a:moveTo>
                    <a:moveTo>
                      <a:pt x="610" y="388"/>
                    </a:moveTo>
                    <a:lnTo>
                      <a:pt x="609" y="393"/>
                    </a:lnTo>
                    <a:lnTo>
                      <a:pt x="614" y="399"/>
                    </a:lnTo>
                    <a:lnTo>
                      <a:pt x="621" y="406"/>
                    </a:lnTo>
                    <a:lnTo>
                      <a:pt x="624" y="412"/>
                    </a:lnTo>
                    <a:lnTo>
                      <a:pt x="620" y="418"/>
                    </a:lnTo>
                    <a:lnTo>
                      <a:pt x="609" y="420"/>
                    </a:lnTo>
                    <a:lnTo>
                      <a:pt x="598" y="422"/>
                    </a:lnTo>
                    <a:lnTo>
                      <a:pt x="590" y="424"/>
                    </a:lnTo>
                    <a:lnTo>
                      <a:pt x="585" y="427"/>
                    </a:lnTo>
                    <a:lnTo>
                      <a:pt x="579" y="430"/>
                    </a:lnTo>
                    <a:lnTo>
                      <a:pt x="573" y="433"/>
                    </a:lnTo>
                    <a:lnTo>
                      <a:pt x="567" y="436"/>
                    </a:lnTo>
                    <a:lnTo>
                      <a:pt x="562" y="442"/>
                    </a:lnTo>
                    <a:lnTo>
                      <a:pt x="556" y="450"/>
                    </a:lnTo>
                    <a:lnTo>
                      <a:pt x="548" y="456"/>
                    </a:lnTo>
                    <a:lnTo>
                      <a:pt x="538" y="456"/>
                    </a:lnTo>
                    <a:lnTo>
                      <a:pt x="528" y="452"/>
                    </a:lnTo>
                    <a:lnTo>
                      <a:pt x="519" y="447"/>
                    </a:lnTo>
                    <a:lnTo>
                      <a:pt x="510" y="444"/>
                    </a:lnTo>
                    <a:lnTo>
                      <a:pt x="502" y="445"/>
                    </a:lnTo>
                    <a:lnTo>
                      <a:pt x="492" y="447"/>
                    </a:lnTo>
                    <a:lnTo>
                      <a:pt x="484" y="445"/>
                    </a:lnTo>
                    <a:lnTo>
                      <a:pt x="478" y="440"/>
                    </a:lnTo>
                    <a:lnTo>
                      <a:pt x="475" y="434"/>
                    </a:lnTo>
                    <a:lnTo>
                      <a:pt x="470" y="430"/>
                    </a:lnTo>
                    <a:lnTo>
                      <a:pt x="464" y="428"/>
                    </a:lnTo>
                    <a:lnTo>
                      <a:pt x="456" y="426"/>
                    </a:lnTo>
                    <a:lnTo>
                      <a:pt x="449" y="423"/>
                    </a:lnTo>
                    <a:lnTo>
                      <a:pt x="444" y="420"/>
                    </a:lnTo>
                    <a:lnTo>
                      <a:pt x="439" y="416"/>
                    </a:lnTo>
                    <a:lnTo>
                      <a:pt x="433" y="411"/>
                    </a:lnTo>
                    <a:lnTo>
                      <a:pt x="427" y="407"/>
                    </a:lnTo>
                    <a:lnTo>
                      <a:pt x="428" y="400"/>
                    </a:lnTo>
                    <a:lnTo>
                      <a:pt x="436" y="394"/>
                    </a:lnTo>
                    <a:lnTo>
                      <a:pt x="449" y="388"/>
                    </a:lnTo>
                    <a:lnTo>
                      <a:pt x="457" y="384"/>
                    </a:lnTo>
                    <a:lnTo>
                      <a:pt x="458" y="379"/>
                    </a:lnTo>
                    <a:lnTo>
                      <a:pt x="454" y="373"/>
                    </a:lnTo>
                    <a:lnTo>
                      <a:pt x="450" y="367"/>
                    </a:lnTo>
                    <a:lnTo>
                      <a:pt x="451" y="361"/>
                    </a:lnTo>
                    <a:lnTo>
                      <a:pt x="457" y="357"/>
                    </a:lnTo>
                    <a:lnTo>
                      <a:pt x="462" y="353"/>
                    </a:lnTo>
                    <a:lnTo>
                      <a:pt x="465" y="348"/>
                    </a:lnTo>
                    <a:lnTo>
                      <a:pt x="468" y="342"/>
                    </a:lnTo>
                    <a:lnTo>
                      <a:pt x="473" y="338"/>
                    </a:lnTo>
                    <a:lnTo>
                      <a:pt x="481" y="335"/>
                    </a:lnTo>
                    <a:lnTo>
                      <a:pt x="488" y="334"/>
                    </a:lnTo>
                    <a:lnTo>
                      <a:pt x="494" y="332"/>
                    </a:lnTo>
                    <a:lnTo>
                      <a:pt x="500" y="329"/>
                    </a:lnTo>
                    <a:lnTo>
                      <a:pt x="506" y="328"/>
                    </a:lnTo>
                    <a:lnTo>
                      <a:pt x="514" y="330"/>
                    </a:lnTo>
                    <a:lnTo>
                      <a:pt x="520" y="335"/>
                    </a:lnTo>
                    <a:lnTo>
                      <a:pt x="526" y="339"/>
                    </a:lnTo>
                    <a:lnTo>
                      <a:pt x="531" y="338"/>
                    </a:lnTo>
                    <a:lnTo>
                      <a:pt x="539" y="333"/>
                    </a:lnTo>
                    <a:lnTo>
                      <a:pt x="548" y="326"/>
                    </a:lnTo>
                    <a:lnTo>
                      <a:pt x="558" y="324"/>
                    </a:lnTo>
                    <a:lnTo>
                      <a:pt x="565" y="327"/>
                    </a:lnTo>
                    <a:lnTo>
                      <a:pt x="570" y="333"/>
                    </a:lnTo>
                    <a:lnTo>
                      <a:pt x="574" y="339"/>
                    </a:lnTo>
                    <a:lnTo>
                      <a:pt x="579" y="344"/>
                    </a:lnTo>
                    <a:lnTo>
                      <a:pt x="583" y="349"/>
                    </a:lnTo>
                    <a:lnTo>
                      <a:pt x="586" y="354"/>
                    </a:lnTo>
                    <a:lnTo>
                      <a:pt x="587" y="360"/>
                    </a:lnTo>
                    <a:lnTo>
                      <a:pt x="590" y="365"/>
                    </a:lnTo>
                    <a:lnTo>
                      <a:pt x="597" y="368"/>
                    </a:lnTo>
                    <a:lnTo>
                      <a:pt x="606" y="372"/>
                    </a:lnTo>
                    <a:lnTo>
                      <a:pt x="612" y="377"/>
                    </a:lnTo>
                    <a:lnTo>
                      <a:pt x="612" y="383"/>
                    </a:lnTo>
                    <a:close/>
                  </a:path>
                </a:pathLst>
              </a:custGeom>
              <a:solidFill>
                <a:srgbClr val="0675B4">
                  <a:alpha val="10500"/>
                </a:srgbClr>
              </a:solidFill>
              <a:ln>
                <a:noFill/>
              </a:ln>
            </p:spPr>
            <p:txBody>
              <a:bodyPr anchor="ctr"/>
              <a:lstStyle/>
              <a:p>
                <a:pPr algn="ctr">
                  <a:buNone/>
                </a:pPr>
              </a:p>
            </p:txBody>
          </p:sp>
          <p:sp>
            <p:nvSpPr>
              <p:cNvPr id="2885" name="addition:input:8"/>
              <p:cNvSpPr>
                <a:spLocks noGrp="1"/>
              </p:cNvSpPr>
              <p:nvPr/>
            </p:nvSpPr>
            <p:spPr>
              <a:xfrm>
                <a:off x="209550" y="5438775"/>
                <a:ext cx="867400" cy="744184"/>
              </a:xfrm>
              <a:custGeom>
                <a:avLst/>
                <a:gdLst/>
                <a:ahLst/>
                <a:cxnLst/>
                <a:rect l="l" t="t" r="r" b="b"/>
                <a:pathLst>
                  <a:path w="527" h="397">
                    <a:moveTo>
                      <a:pt x="0" y="0"/>
                    </a:moveTo>
                    <a:moveTo>
                      <a:pt x="518" y="368"/>
                    </a:moveTo>
                    <a:lnTo>
                      <a:pt x="520" y="370"/>
                    </a:lnTo>
                    <a:lnTo>
                      <a:pt x="523" y="373"/>
                    </a:lnTo>
                    <a:lnTo>
                      <a:pt x="523" y="375"/>
                    </a:lnTo>
                    <a:lnTo>
                      <a:pt x="522" y="377"/>
                    </a:lnTo>
                    <a:lnTo>
                      <a:pt x="521" y="379"/>
                    </a:lnTo>
                    <a:lnTo>
                      <a:pt x="520" y="382"/>
                    </a:lnTo>
                    <a:lnTo>
                      <a:pt x="520" y="384"/>
                    </a:lnTo>
                    <a:lnTo>
                      <a:pt x="518" y="386"/>
                    </a:lnTo>
                    <a:lnTo>
                      <a:pt x="515" y="387"/>
                    </a:lnTo>
                    <a:lnTo>
                      <a:pt x="512" y="388"/>
                    </a:lnTo>
                    <a:lnTo>
                      <a:pt x="510" y="389"/>
                    </a:lnTo>
                    <a:lnTo>
                      <a:pt x="508" y="391"/>
                    </a:lnTo>
                    <a:lnTo>
                      <a:pt x="506" y="392"/>
                    </a:lnTo>
                    <a:lnTo>
                      <a:pt x="503" y="392"/>
                    </a:lnTo>
                    <a:lnTo>
                      <a:pt x="499" y="390"/>
                    </a:lnTo>
                    <a:lnTo>
                      <a:pt x="496" y="389"/>
                    </a:lnTo>
                    <a:lnTo>
                      <a:pt x="494" y="390"/>
                    </a:lnTo>
                    <a:lnTo>
                      <a:pt x="491" y="393"/>
                    </a:lnTo>
                    <a:lnTo>
                      <a:pt x="488" y="396"/>
                    </a:lnTo>
                    <a:lnTo>
                      <a:pt x="484" y="397"/>
                    </a:lnTo>
                    <a:lnTo>
                      <a:pt x="480" y="395"/>
                    </a:lnTo>
                    <a:lnTo>
                      <a:pt x="477" y="394"/>
                    </a:lnTo>
                    <a:lnTo>
                      <a:pt x="474" y="392"/>
                    </a:lnTo>
                    <a:lnTo>
                      <a:pt x="471" y="390"/>
                    </a:lnTo>
                    <a:lnTo>
                      <a:pt x="469" y="388"/>
                    </a:lnTo>
                    <a:lnTo>
                      <a:pt x="468" y="385"/>
                    </a:lnTo>
                    <a:lnTo>
                      <a:pt x="466" y="383"/>
                    </a:lnTo>
                    <a:lnTo>
                      <a:pt x="464" y="381"/>
                    </a:lnTo>
                    <a:lnTo>
                      <a:pt x="460" y="380"/>
                    </a:lnTo>
                    <a:lnTo>
                      <a:pt x="456" y="379"/>
                    </a:lnTo>
                    <a:lnTo>
                      <a:pt x="453" y="378"/>
                    </a:lnTo>
                    <a:lnTo>
                      <a:pt x="453" y="375"/>
                    </a:lnTo>
                    <a:lnTo>
                      <a:pt x="454" y="373"/>
                    </a:lnTo>
                    <a:lnTo>
                      <a:pt x="453" y="370"/>
                    </a:lnTo>
                    <a:lnTo>
                      <a:pt x="451" y="368"/>
                    </a:lnTo>
                    <a:lnTo>
                      <a:pt x="447" y="366"/>
                    </a:lnTo>
                    <a:lnTo>
                      <a:pt x="446" y="363"/>
                    </a:lnTo>
                    <a:lnTo>
                      <a:pt x="448" y="361"/>
                    </a:lnTo>
                    <a:lnTo>
                      <a:pt x="453" y="359"/>
                    </a:lnTo>
                    <a:lnTo>
                      <a:pt x="457" y="358"/>
                    </a:lnTo>
                    <a:lnTo>
                      <a:pt x="460" y="357"/>
                    </a:lnTo>
                    <a:lnTo>
                      <a:pt x="462" y="355"/>
                    </a:lnTo>
                    <a:lnTo>
                      <a:pt x="465" y="354"/>
                    </a:lnTo>
                    <a:lnTo>
                      <a:pt x="467" y="352"/>
                    </a:lnTo>
                    <a:lnTo>
                      <a:pt x="469" y="350"/>
                    </a:lnTo>
                    <a:lnTo>
                      <a:pt x="471" y="348"/>
                    </a:lnTo>
                    <a:lnTo>
                      <a:pt x="472" y="344"/>
                    </a:lnTo>
                    <a:lnTo>
                      <a:pt x="475" y="341"/>
                    </a:lnTo>
                    <a:lnTo>
                      <a:pt x="479" y="341"/>
                    </a:lnTo>
                    <a:lnTo>
                      <a:pt x="484" y="342"/>
                    </a:lnTo>
                    <a:lnTo>
                      <a:pt x="488" y="344"/>
                    </a:lnTo>
                    <a:lnTo>
                      <a:pt x="491" y="345"/>
                    </a:lnTo>
                    <a:lnTo>
                      <a:pt x="494" y="344"/>
                    </a:lnTo>
                    <a:lnTo>
                      <a:pt x="498" y="343"/>
                    </a:lnTo>
                    <a:lnTo>
                      <a:pt x="501" y="343"/>
                    </a:lnTo>
                    <a:lnTo>
                      <a:pt x="503" y="345"/>
                    </a:lnTo>
                    <a:lnTo>
                      <a:pt x="505" y="347"/>
                    </a:lnTo>
                    <a:lnTo>
                      <a:pt x="508" y="348"/>
                    </a:lnTo>
                    <a:lnTo>
                      <a:pt x="510" y="349"/>
                    </a:lnTo>
                    <a:lnTo>
                      <a:pt x="513" y="349"/>
                    </a:lnTo>
                    <a:lnTo>
                      <a:pt x="516" y="350"/>
                    </a:lnTo>
                    <a:lnTo>
                      <a:pt x="518" y="352"/>
                    </a:lnTo>
                    <a:lnTo>
                      <a:pt x="521" y="353"/>
                    </a:lnTo>
                    <a:lnTo>
                      <a:pt x="524" y="354"/>
                    </a:lnTo>
                    <a:lnTo>
                      <a:pt x="527" y="356"/>
                    </a:lnTo>
                    <a:lnTo>
                      <a:pt x="527" y="358"/>
                    </a:lnTo>
                    <a:lnTo>
                      <a:pt x="523" y="361"/>
                    </a:lnTo>
                    <a:lnTo>
                      <a:pt x="519" y="364"/>
                    </a:lnTo>
                    <a:lnTo>
                      <a:pt x="517" y="366"/>
                    </a:lnTo>
                    <a:close/>
                  </a:path>
                </a:pathLst>
              </a:custGeom>
              <a:solidFill>
                <a:srgbClr val="59A3CD">
                  <a:alpha val="9600"/>
                </a:srgbClr>
              </a:solidFill>
              <a:ln>
                <a:noFill/>
              </a:ln>
            </p:spPr>
            <p:txBody>
              <a:bodyPr anchor="ctr"/>
              <a:lstStyle/>
              <a:p>
                <a:pPr algn="ctr">
                  <a:buNone/>
                </a:pPr>
              </a:p>
            </p:txBody>
          </p:sp>
          <p:sp>
            <p:nvSpPr>
              <p:cNvPr id="2886" name="addition:input:9"/>
              <p:cNvSpPr>
                <a:spLocks noGrp="1"/>
              </p:cNvSpPr>
              <p:nvPr/>
            </p:nvSpPr>
            <p:spPr>
              <a:xfrm>
                <a:off x="209550" y="5438775"/>
                <a:ext cx="913486" cy="704820"/>
              </a:xfrm>
              <a:custGeom>
                <a:avLst/>
                <a:gdLst/>
                <a:ahLst/>
                <a:cxnLst/>
                <a:rect l="l" t="t" r="r" b="b"/>
                <a:pathLst>
                  <a:path w="555" h="376">
                    <a:moveTo>
                      <a:pt x="0" y="0"/>
                    </a:moveTo>
                    <a:moveTo>
                      <a:pt x="555" y="348"/>
                    </a:moveTo>
                    <a:lnTo>
                      <a:pt x="555" y="350"/>
                    </a:lnTo>
                    <a:lnTo>
                      <a:pt x="554" y="353"/>
                    </a:lnTo>
                    <a:lnTo>
                      <a:pt x="552" y="354"/>
                    </a:lnTo>
                    <a:lnTo>
                      <a:pt x="552" y="357"/>
                    </a:lnTo>
                    <a:lnTo>
                      <a:pt x="553" y="359"/>
                    </a:lnTo>
                    <a:lnTo>
                      <a:pt x="554" y="362"/>
                    </a:lnTo>
                    <a:lnTo>
                      <a:pt x="552" y="364"/>
                    </a:lnTo>
                    <a:lnTo>
                      <a:pt x="548" y="365"/>
                    </a:lnTo>
                    <a:lnTo>
                      <a:pt x="543" y="364"/>
                    </a:lnTo>
                    <a:lnTo>
                      <a:pt x="540" y="365"/>
                    </a:lnTo>
                    <a:lnTo>
                      <a:pt x="538" y="366"/>
                    </a:lnTo>
                    <a:lnTo>
                      <a:pt x="536" y="368"/>
                    </a:lnTo>
                    <a:lnTo>
                      <a:pt x="534" y="369"/>
                    </a:lnTo>
                    <a:lnTo>
                      <a:pt x="531" y="371"/>
                    </a:lnTo>
                    <a:lnTo>
                      <a:pt x="528" y="372"/>
                    </a:lnTo>
                    <a:lnTo>
                      <a:pt x="525" y="375"/>
                    </a:lnTo>
                    <a:lnTo>
                      <a:pt x="521" y="376"/>
                    </a:lnTo>
                    <a:lnTo>
                      <a:pt x="517" y="376"/>
                    </a:lnTo>
                    <a:lnTo>
                      <a:pt x="514" y="374"/>
                    </a:lnTo>
                    <a:lnTo>
                      <a:pt x="511" y="371"/>
                    </a:lnTo>
                    <a:lnTo>
                      <a:pt x="508" y="369"/>
                    </a:lnTo>
                    <a:lnTo>
                      <a:pt x="505" y="369"/>
                    </a:lnTo>
                    <a:lnTo>
                      <a:pt x="501" y="369"/>
                    </a:lnTo>
                    <a:lnTo>
                      <a:pt x="498" y="369"/>
                    </a:lnTo>
                    <a:lnTo>
                      <a:pt x="495" y="367"/>
                    </a:lnTo>
                    <a:lnTo>
                      <a:pt x="494" y="365"/>
                    </a:lnTo>
                    <a:lnTo>
                      <a:pt x="493" y="363"/>
                    </a:lnTo>
                    <a:lnTo>
                      <a:pt x="491" y="362"/>
                    </a:lnTo>
                    <a:lnTo>
                      <a:pt x="487" y="361"/>
                    </a:lnTo>
                    <a:lnTo>
                      <a:pt x="484" y="359"/>
                    </a:lnTo>
                    <a:lnTo>
                      <a:pt x="483" y="357"/>
                    </a:lnTo>
                    <a:lnTo>
                      <a:pt x="482" y="355"/>
                    </a:lnTo>
                    <a:lnTo>
                      <a:pt x="481" y="353"/>
                    </a:lnTo>
                    <a:lnTo>
                      <a:pt x="481" y="351"/>
                    </a:lnTo>
                    <a:lnTo>
                      <a:pt x="481" y="348"/>
                    </a:lnTo>
                    <a:lnTo>
                      <a:pt x="485" y="346"/>
                    </a:lnTo>
                    <a:lnTo>
                      <a:pt x="490" y="344"/>
                    </a:lnTo>
                    <a:lnTo>
                      <a:pt x="494" y="343"/>
                    </a:lnTo>
                    <a:lnTo>
                      <a:pt x="495" y="341"/>
                    </a:lnTo>
                    <a:lnTo>
                      <a:pt x="493" y="338"/>
                    </a:lnTo>
                    <a:lnTo>
                      <a:pt x="491" y="335"/>
                    </a:lnTo>
                    <a:lnTo>
                      <a:pt x="491" y="332"/>
                    </a:lnTo>
                    <a:lnTo>
                      <a:pt x="494" y="331"/>
                    </a:lnTo>
                    <a:lnTo>
                      <a:pt x="497" y="330"/>
                    </a:lnTo>
                    <a:lnTo>
                      <a:pt x="500" y="328"/>
                    </a:lnTo>
                    <a:lnTo>
                      <a:pt x="502" y="327"/>
                    </a:lnTo>
                    <a:lnTo>
                      <a:pt x="504" y="325"/>
                    </a:lnTo>
                    <a:lnTo>
                      <a:pt x="507" y="325"/>
                    </a:lnTo>
                    <a:lnTo>
                      <a:pt x="510" y="325"/>
                    </a:lnTo>
                    <a:lnTo>
                      <a:pt x="513" y="325"/>
                    </a:lnTo>
                    <a:lnTo>
                      <a:pt x="516" y="325"/>
                    </a:lnTo>
                    <a:lnTo>
                      <a:pt x="518" y="324"/>
                    </a:lnTo>
                    <a:lnTo>
                      <a:pt x="521" y="324"/>
                    </a:lnTo>
                    <a:lnTo>
                      <a:pt x="523" y="326"/>
                    </a:lnTo>
                    <a:lnTo>
                      <a:pt x="525" y="327"/>
                    </a:lnTo>
                    <a:lnTo>
                      <a:pt x="527" y="328"/>
                    </a:lnTo>
                    <a:lnTo>
                      <a:pt x="530" y="326"/>
                    </a:lnTo>
                    <a:lnTo>
                      <a:pt x="535" y="324"/>
                    </a:lnTo>
                    <a:lnTo>
                      <a:pt x="539" y="324"/>
                    </a:lnTo>
                    <a:lnTo>
                      <a:pt x="541" y="326"/>
                    </a:lnTo>
                    <a:lnTo>
                      <a:pt x="542" y="329"/>
                    </a:lnTo>
                    <a:lnTo>
                      <a:pt x="542" y="332"/>
                    </a:lnTo>
                    <a:lnTo>
                      <a:pt x="543" y="334"/>
                    </a:lnTo>
                    <a:lnTo>
                      <a:pt x="544" y="336"/>
                    </a:lnTo>
                    <a:lnTo>
                      <a:pt x="545" y="338"/>
                    </a:lnTo>
                    <a:lnTo>
                      <a:pt x="546" y="340"/>
                    </a:lnTo>
                    <a:lnTo>
                      <a:pt x="547" y="342"/>
                    </a:lnTo>
                    <a:lnTo>
                      <a:pt x="549" y="344"/>
                    </a:lnTo>
                    <a:lnTo>
                      <a:pt x="552" y="346"/>
                    </a:lnTo>
                    <a:close/>
                  </a:path>
                </a:pathLst>
              </a:custGeom>
              <a:solidFill>
                <a:srgbClr val="59A3CD">
                  <a:alpha val="9600"/>
                </a:srgbClr>
              </a:solidFill>
              <a:ln>
                <a:noFill/>
              </a:ln>
            </p:spPr>
            <p:txBody>
              <a:bodyPr anchor="ctr"/>
              <a:lstStyle/>
              <a:p>
                <a:pPr algn="ctr">
                  <a:buNone/>
                </a:pPr>
              </a:p>
            </p:txBody>
          </p:sp>
          <p:sp>
            <p:nvSpPr>
              <p:cNvPr id="2887" name="addition:input:10"/>
              <p:cNvSpPr>
                <a:spLocks noGrp="1"/>
              </p:cNvSpPr>
              <p:nvPr/>
            </p:nvSpPr>
            <p:spPr>
              <a:xfrm>
                <a:off x="209550" y="5438775"/>
                <a:ext cx="976031" cy="721690"/>
              </a:xfrm>
              <a:custGeom>
                <a:avLst/>
                <a:gdLst/>
                <a:ahLst/>
                <a:cxnLst/>
                <a:rect l="l" t="t" r="r" b="b"/>
                <a:pathLst>
                  <a:path w="593" h="385">
                    <a:moveTo>
                      <a:pt x="0" y="0"/>
                    </a:moveTo>
                    <a:moveTo>
                      <a:pt x="592" y="354"/>
                    </a:moveTo>
                    <a:lnTo>
                      <a:pt x="593" y="356"/>
                    </a:lnTo>
                    <a:lnTo>
                      <a:pt x="593" y="359"/>
                    </a:lnTo>
                    <a:lnTo>
                      <a:pt x="591" y="361"/>
                    </a:lnTo>
                    <a:lnTo>
                      <a:pt x="590" y="364"/>
                    </a:lnTo>
                    <a:lnTo>
                      <a:pt x="589" y="366"/>
                    </a:lnTo>
                    <a:lnTo>
                      <a:pt x="587" y="368"/>
                    </a:lnTo>
                    <a:lnTo>
                      <a:pt x="584" y="369"/>
                    </a:lnTo>
                    <a:lnTo>
                      <a:pt x="581" y="370"/>
                    </a:lnTo>
                    <a:lnTo>
                      <a:pt x="579" y="371"/>
                    </a:lnTo>
                    <a:lnTo>
                      <a:pt x="578" y="374"/>
                    </a:lnTo>
                    <a:lnTo>
                      <a:pt x="576" y="376"/>
                    </a:lnTo>
                    <a:lnTo>
                      <a:pt x="573" y="377"/>
                    </a:lnTo>
                    <a:lnTo>
                      <a:pt x="569" y="377"/>
                    </a:lnTo>
                    <a:lnTo>
                      <a:pt x="565" y="376"/>
                    </a:lnTo>
                    <a:lnTo>
                      <a:pt x="563" y="378"/>
                    </a:lnTo>
                    <a:lnTo>
                      <a:pt x="560" y="381"/>
                    </a:lnTo>
                    <a:lnTo>
                      <a:pt x="556" y="384"/>
                    </a:lnTo>
                    <a:lnTo>
                      <a:pt x="552" y="385"/>
                    </a:lnTo>
                    <a:lnTo>
                      <a:pt x="548" y="383"/>
                    </a:lnTo>
                    <a:lnTo>
                      <a:pt x="545" y="381"/>
                    </a:lnTo>
                    <a:lnTo>
                      <a:pt x="542" y="378"/>
                    </a:lnTo>
                    <a:lnTo>
                      <a:pt x="539" y="377"/>
                    </a:lnTo>
                    <a:lnTo>
                      <a:pt x="537" y="375"/>
                    </a:lnTo>
                    <a:lnTo>
                      <a:pt x="534" y="373"/>
                    </a:lnTo>
                    <a:lnTo>
                      <a:pt x="532" y="372"/>
                    </a:lnTo>
                    <a:lnTo>
                      <a:pt x="530" y="371"/>
                    </a:lnTo>
                    <a:lnTo>
                      <a:pt x="525" y="371"/>
                    </a:lnTo>
                    <a:lnTo>
                      <a:pt x="521" y="370"/>
                    </a:lnTo>
                    <a:lnTo>
                      <a:pt x="518" y="369"/>
                    </a:lnTo>
                    <a:lnTo>
                      <a:pt x="517" y="366"/>
                    </a:lnTo>
                    <a:lnTo>
                      <a:pt x="519" y="363"/>
                    </a:lnTo>
                    <a:lnTo>
                      <a:pt x="520" y="361"/>
                    </a:lnTo>
                    <a:lnTo>
                      <a:pt x="519" y="358"/>
                    </a:lnTo>
                    <a:lnTo>
                      <a:pt x="517" y="356"/>
                    </a:lnTo>
                    <a:lnTo>
                      <a:pt x="516" y="354"/>
                    </a:lnTo>
                    <a:lnTo>
                      <a:pt x="518" y="351"/>
                    </a:lnTo>
                    <a:lnTo>
                      <a:pt x="522" y="349"/>
                    </a:lnTo>
                    <a:lnTo>
                      <a:pt x="525" y="347"/>
                    </a:lnTo>
                    <a:lnTo>
                      <a:pt x="527" y="345"/>
                    </a:lnTo>
                    <a:lnTo>
                      <a:pt x="527" y="343"/>
                    </a:lnTo>
                    <a:lnTo>
                      <a:pt x="528" y="341"/>
                    </a:lnTo>
                    <a:lnTo>
                      <a:pt x="529" y="339"/>
                    </a:lnTo>
                    <a:lnTo>
                      <a:pt x="531" y="336"/>
                    </a:lnTo>
                    <a:lnTo>
                      <a:pt x="531" y="333"/>
                    </a:lnTo>
                    <a:lnTo>
                      <a:pt x="532" y="330"/>
                    </a:lnTo>
                    <a:lnTo>
                      <a:pt x="534" y="327"/>
                    </a:lnTo>
                    <a:lnTo>
                      <a:pt x="538" y="327"/>
                    </a:lnTo>
                    <a:lnTo>
                      <a:pt x="542" y="329"/>
                    </a:lnTo>
                    <a:lnTo>
                      <a:pt x="546" y="331"/>
                    </a:lnTo>
                    <a:lnTo>
                      <a:pt x="549" y="331"/>
                    </a:lnTo>
                    <a:lnTo>
                      <a:pt x="551" y="330"/>
                    </a:lnTo>
                    <a:lnTo>
                      <a:pt x="553" y="328"/>
                    </a:lnTo>
                    <a:lnTo>
                      <a:pt x="555" y="327"/>
                    </a:lnTo>
                    <a:lnTo>
                      <a:pt x="558" y="328"/>
                    </a:lnTo>
                    <a:lnTo>
                      <a:pt x="560" y="329"/>
                    </a:lnTo>
                    <a:lnTo>
                      <a:pt x="563" y="329"/>
                    </a:lnTo>
                    <a:lnTo>
                      <a:pt x="566" y="329"/>
                    </a:lnTo>
                    <a:lnTo>
                      <a:pt x="569" y="329"/>
                    </a:lnTo>
                    <a:lnTo>
                      <a:pt x="572" y="330"/>
                    </a:lnTo>
                    <a:lnTo>
                      <a:pt x="574" y="332"/>
                    </a:lnTo>
                    <a:lnTo>
                      <a:pt x="576" y="334"/>
                    </a:lnTo>
                    <a:lnTo>
                      <a:pt x="579" y="335"/>
                    </a:lnTo>
                    <a:lnTo>
                      <a:pt x="582" y="337"/>
                    </a:lnTo>
                    <a:lnTo>
                      <a:pt x="583" y="339"/>
                    </a:lnTo>
                    <a:lnTo>
                      <a:pt x="582" y="343"/>
                    </a:lnTo>
                    <a:lnTo>
                      <a:pt x="580" y="346"/>
                    </a:lnTo>
                    <a:lnTo>
                      <a:pt x="579" y="348"/>
                    </a:lnTo>
                    <a:lnTo>
                      <a:pt x="582" y="350"/>
                    </a:lnTo>
                    <a:lnTo>
                      <a:pt x="587" y="351"/>
                    </a:lnTo>
                    <a:close/>
                  </a:path>
                </a:pathLst>
              </a:custGeom>
              <a:solidFill>
                <a:srgbClr val="59A3CD">
                  <a:alpha val="9600"/>
                </a:srgbClr>
              </a:solidFill>
              <a:ln>
                <a:noFill/>
              </a:ln>
            </p:spPr>
            <p:txBody>
              <a:bodyPr anchor="ctr"/>
              <a:lstStyle/>
              <a:p>
                <a:pPr algn="ctr">
                  <a:buNone/>
                </a:pPr>
              </a:p>
            </p:txBody>
          </p:sp>
          <p:sp>
            <p:nvSpPr>
              <p:cNvPr id="2888" name="addition:input:11"/>
              <p:cNvSpPr>
                <a:spLocks noGrp="1"/>
              </p:cNvSpPr>
              <p:nvPr/>
            </p:nvSpPr>
            <p:spPr>
              <a:xfrm>
                <a:off x="209550" y="5438775"/>
                <a:ext cx="1028700" cy="761055"/>
              </a:xfrm>
              <a:custGeom>
                <a:avLst/>
                <a:gdLst/>
                <a:ahLst/>
                <a:cxnLst/>
                <a:rect l="l" t="t" r="r" b="b"/>
                <a:pathLst>
                  <a:path w="625" h="406">
                    <a:moveTo>
                      <a:pt x="0" y="0"/>
                    </a:moveTo>
                    <a:moveTo>
                      <a:pt x="625" y="376"/>
                    </a:moveTo>
                    <a:lnTo>
                      <a:pt x="625" y="379"/>
                    </a:lnTo>
                    <a:lnTo>
                      <a:pt x="624" y="382"/>
                    </a:lnTo>
                    <a:lnTo>
                      <a:pt x="623" y="384"/>
                    </a:lnTo>
                    <a:lnTo>
                      <a:pt x="622" y="387"/>
                    </a:lnTo>
                    <a:lnTo>
                      <a:pt x="618" y="389"/>
                    </a:lnTo>
                    <a:lnTo>
                      <a:pt x="613" y="390"/>
                    </a:lnTo>
                    <a:lnTo>
                      <a:pt x="608" y="390"/>
                    </a:lnTo>
                    <a:lnTo>
                      <a:pt x="605" y="391"/>
                    </a:lnTo>
                    <a:lnTo>
                      <a:pt x="605" y="394"/>
                    </a:lnTo>
                    <a:lnTo>
                      <a:pt x="605" y="399"/>
                    </a:lnTo>
                    <a:lnTo>
                      <a:pt x="604" y="402"/>
                    </a:lnTo>
                    <a:lnTo>
                      <a:pt x="600" y="404"/>
                    </a:lnTo>
                    <a:lnTo>
                      <a:pt x="596" y="404"/>
                    </a:lnTo>
                    <a:lnTo>
                      <a:pt x="591" y="404"/>
                    </a:lnTo>
                    <a:lnTo>
                      <a:pt x="587" y="405"/>
                    </a:lnTo>
                    <a:lnTo>
                      <a:pt x="584" y="406"/>
                    </a:lnTo>
                    <a:lnTo>
                      <a:pt x="580" y="406"/>
                    </a:lnTo>
                    <a:lnTo>
                      <a:pt x="576" y="405"/>
                    </a:lnTo>
                    <a:lnTo>
                      <a:pt x="573" y="403"/>
                    </a:lnTo>
                    <a:lnTo>
                      <a:pt x="570" y="403"/>
                    </a:lnTo>
                    <a:lnTo>
                      <a:pt x="567" y="402"/>
                    </a:lnTo>
                    <a:lnTo>
                      <a:pt x="564" y="402"/>
                    </a:lnTo>
                    <a:lnTo>
                      <a:pt x="562" y="400"/>
                    </a:lnTo>
                    <a:lnTo>
                      <a:pt x="560" y="398"/>
                    </a:lnTo>
                    <a:lnTo>
                      <a:pt x="558" y="396"/>
                    </a:lnTo>
                    <a:lnTo>
                      <a:pt x="555" y="396"/>
                    </a:lnTo>
                    <a:lnTo>
                      <a:pt x="550" y="396"/>
                    </a:lnTo>
                    <a:lnTo>
                      <a:pt x="545" y="396"/>
                    </a:lnTo>
                    <a:lnTo>
                      <a:pt x="543" y="394"/>
                    </a:lnTo>
                    <a:lnTo>
                      <a:pt x="544" y="390"/>
                    </a:lnTo>
                    <a:lnTo>
                      <a:pt x="547" y="386"/>
                    </a:lnTo>
                    <a:lnTo>
                      <a:pt x="549" y="383"/>
                    </a:lnTo>
                    <a:lnTo>
                      <a:pt x="549" y="381"/>
                    </a:lnTo>
                    <a:lnTo>
                      <a:pt x="549" y="378"/>
                    </a:lnTo>
                    <a:lnTo>
                      <a:pt x="549" y="376"/>
                    </a:lnTo>
                    <a:lnTo>
                      <a:pt x="550" y="374"/>
                    </a:lnTo>
                    <a:lnTo>
                      <a:pt x="549" y="371"/>
                    </a:lnTo>
                    <a:lnTo>
                      <a:pt x="548" y="368"/>
                    </a:lnTo>
                    <a:lnTo>
                      <a:pt x="546" y="365"/>
                    </a:lnTo>
                    <a:lnTo>
                      <a:pt x="546" y="363"/>
                    </a:lnTo>
                    <a:lnTo>
                      <a:pt x="549" y="361"/>
                    </a:lnTo>
                    <a:lnTo>
                      <a:pt x="552" y="359"/>
                    </a:lnTo>
                    <a:lnTo>
                      <a:pt x="554" y="357"/>
                    </a:lnTo>
                    <a:lnTo>
                      <a:pt x="555" y="355"/>
                    </a:lnTo>
                    <a:lnTo>
                      <a:pt x="555" y="351"/>
                    </a:lnTo>
                    <a:lnTo>
                      <a:pt x="557" y="349"/>
                    </a:lnTo>
                    <a:lnTo>
                      <a:pt x="561" y="350"/>
                    </a:lnTo>
                    <a:lnTo>
                      <a:pt x="566" y="351"/>
                    </a:lnTo>
                    <a:lnTo>
                      <a:pt x="569" y="353"/>
                    </a:lnTo>
                    <a:lnTo>
                      <a:pt x="572" y="352"/>
                    </a:lnTo>
                    <a:lnTo>
                      <a:pt x="574" y="351"/>
                    </a:lnTo>
                    <a:lnTo>
                      <a:pt x="577" y="349"/>
                    </a:lnTo>
                    <a:lnTo>
                      <a:pt x="580" y="347"/>
                    </a:lnTo>
                    <a:lnTo>
                      <a:pt x="583" y="347"/>
                    </a:lnTo>
                    <a:lnTo>
                      <a:pt x="587" y="346"/>
                    </a:lnTo>
                    <a:lnTo>
                      <a:pt x="592" y="345"/>
                    </a:lnTo>
                    <a:lnTo>
                      <a:pt x="596" y="346"/>
                    </a:lnTo>
                    <a:lnTo>
                      <a:pt x="599" y="348"/>
                    </a:lnTo>
                    <a:lnTo>
                      <a:pt x="600" y="352"/>
                    </a:lnTo>
                    <a:lnTo>
                      <a:pt x="601" y="356"/>
                    </a:lnTo>
                    <a:lnTo>
                      <a:pt x="603" y="358"/>
                    </a:lnTo>
                    <a:lnTo>
                      <a:pt x="607" y="358"/>
                    </a:lnTo>
                    <a:lnTo>
                      <a:pt x="612" y="359"/>
                    </a:lnTo>
                    <a:lnTo>
                      <a:pt x="615" y="361"/>
                    </a:lnTo>
                    <a:lnTo>
                      <a:pt x="615" y="364"/>
                    </a:lnTo>
                    <a:lnTo>
                      <a:pt x="616" y="367"/>
                    </a:lnTo>
                    <a:lnTo>
                      <a:pt x="617" y="369"/>
                    </a:lnTo>
                    <a:lnTo>
                      <a:pt x="620" y="371"/>
                    </a:lnTo>
                    <a:lnTo>
                      <a:pt x="624" y="373"/>
                    </a:lnTo>
                    <a:close/>
                  </a:path>
                </a:pathLst>
              </a:custGeom>
              <a:solidFill>
                <a:srgbClr val="59A3CD">
                  <a:alpha val="9600"/>
                </a:srgbClr>
              </a:solidFill>
              <a:ln>
                <a:noFill/>
              </a:ln>
            </p:spPr>
            <p:txBody>
              <a:bodyPr anchor="ctr"/>
              <a:lstStyle/>
              <a:p>
                <a:pPr algn="ctr">
                  <a:buNone/>
                </a:pPr>
              </a:p>
            </p:txBody>
          </p:sp>
          <p:sp>
            <p:nvSpPr>
              <p:cNvPr id="2889" name="addition:input:12"/>
              <p:cNvSpPr>
                <a:spLocks noGrp="1"/>
              </p:cNvSpPr>
              <p:nvPr/>
            </p:nvSpPr>
            <p:spPr>
              <a:xfrm>
                <a:off x="209550" y="5438775"/>
                <a:ext cx="1000719" cy="806044"/>
              </a:xfrm>
              <a:custGeom>
                <a:avLst/>
                <a:gdLst/>
                <a:ahLst/>
                <a:cxnLst/>
                <a:rect l="l" t="t" r="r" b="b"/>
                <a:pathLst>
                  <a:path w="608" h="430">
                    <a:moveTo>
                      <a:pt x="0" y="0"/>
                    </a:moveTo>
                    <a:moveTo>
                      <a:pt x="596" y="400"/>
                    </a:moveTo>
                    <a:lnTo>
                      <a:pt x="595" y="403"/>
                    </a:lnTo>
                    <a:lnTo>
                      <a:pt x="594" y="405"/>
                    </a:lnTo>
                    <a:lnTo>
                      <a:pt x="593" y="407"/>
                    </a:lnTo>
                    <a:lnTo>
                      <a:pt x="592" y="410"/>
                    </a:lnTo>
                    <a:lnTo>
                      <a:pt x="592" y="413"/>
                    </a:lnTo>
                    <a:lnTo>
                      <a:pt x="594" y="416"/>
                    </a:lnTo>
                    <a:lnTo>
                      <a:pt x="594" y="420"/>
                    </a:lnTo>
                    <a:lnTo>
                      <a:pt x="592" y="422"/>
                    </a:lnTo>
                    <a:lnTo>
                      <a:pt x="587" y="423"/>
                    </a:lnTo>
                    <a:lnTo>
                      <a:pt x="582" y="423"/>
                    </a:lnTo>
                    <a:lnTo>
                      <a:pt x="578" y="424"/>
                    </a:lnTo>
                    <a:lnTo>
                      <a:pt x="576" y="426"/>
                    </a:lnTo>
                    <a:lnTo>
                      <a:pt x="574" y="429"/>
                    </a:lnTo>
                    <a:lnTo>
                      <a:pt x="571" y="430"/>
                    </a:lnTo>
                    <a:lnTo>
                      <a:pt x="567" y="429"/>
                    </a:lnTo>
                    <a:lnTo>
                      <a:pt x="563" y="427"/>
                    </a:lnTo>
                    <a:lnTo>
                      <a:pt x="559" y="426"/>
                    </a:lnTo>
                    <a:lnTo>
                      <a:pt x="556" y="427"/>
                    </a:lnTo>
                    <a:lnTo>
                      <a:pt x="553" y="428"/>
                    </a:lnTo>
                    <a:lnTo>
                      <a:pt x="549" y="429"/>
                    </a:lnTo>
                    <a:lnTo>
                      <a:pt x="545" y="429"/>
                    </a:lnTo>
                    <a:lnTo>
                      <a:pt x="541" y="429"/>
                    </a:lnTo>
                    <a:lnTo>
                      <a:pt x="536" y="429"/>
                    </a:lnTo>
                    <a:lnTo>
                      <a:pt x="530" y="429"/>
                    </a:lnTo>
                    <a:lnTo>
                      <a:pt x="527" y="427"/>
                    </a:lnTo>
                    <a:lnTo>
                      <a:pt x="525" y="423"/>
                    </a:lnTo>
                    <a:lnTo>
                      <a:pt x="526" y="419"/>
                    </a:lnTo>
                    <a:lnTo>
                      <a:pt x="527" y="415"/>
                    </a:lnTo>
                    <a:lnTo>
                      <a:pt x="525" y="413"/>
                    </a:lnTo>
                    <a:lnTo>
                      <a:pt x="520" y="412"/>
                    </a:lnTo>
                    <a:lnTo>
                      <a:pt x="514" y="411"/>
                    </a:lnTo>
                    <a:lnTo>
                      <a:pt x="510" y="408"/>
                    </a:lnTo>
                    <a:lnTo>
                      <a:pt x="510" y="406"/>
                    </a:lnTo>
                    <a:lnTo>
                      <a:pt x="510" y="403"/>
                    </a:lnTo>
                    <a:lnTo>
                      <a:pt x="508" y="400"/>
                    </a:lnTo>
                    <a:lnTo>
                      <a:pt x="506" y="398"/>
                    </a:lnTo>
                    <a:lnTo>
                      <a:pt x="505" y="395"/>
                    </a:lnTo>
                    <a:lnTo>
                      <a:pt x="505" y="392"/>
                    </a:lnTo>
                    <a:lnTo>
                      <a:pt x="508" y="390"/>
                    </a:lnTo>
                    <a:lnTo>
                      <a:pt x="510" y="387"/>
                    </a:lnTo>
                    <a:lnTo>
                      <a:pt x="511" y="385"/>
                    </a:lnTo>
                    <a:lnTo>
                      <a:pt x="514" y="383"/>
                    </a:lnTo>
                    <a:lnTo>
                      <a:pt x="518" y="381"/>
                    </a:lnTo>
                    <a:lnTo>
                      <a:pt x="524" y="381"/>
                    </a:lnTo>
                    <a:lnTo>
                      <a:pt x="530" y="382"/>
                    </a:lnTo>
                    <a:lnTo>
                      <a:pt x="533" y="380"/>
                    </a:lnTo>
                    <a:lnTo>
                      <a:pt x="534" y="377"/>
                    </a:lnTo>
                    <a:lnTo>
                      <a:pt x="536" y="372"/>
                    </a:lnTo>
                    <a:lnTo>
                      <a:pt x="539" y="369"/>
                    </a:lnTo>
                    <a:lnTo>
                      <a:pt x="544" y="368"/>
                    </a:lnTo>
                    <a:lnTo>
                      <a:pt x="550" y="369"/>
                    </a:lnTo>
                    <a:lnTo>
                      <a:pt x="555" y="370"/>
                    </a:lnTo>
                    <a:lnTo>
                      <a:pt x="560" y="370"/>
                    </a:lnTo>
                    <a:lnTo>
                      <a:pt x="565" y="371"/>
                    </a:lnTo>
                    <a:lnTo>
                      <a:pt x="569" y="372"/>
                    </a:lnTo>
                    <a:lnTo>
                      <a:pt x="573" y="374"/>
                    </a:lnTo>
                    <a:lnTo>
                      <a:pt x="576" y="376"/>
                    </a:lnTo>
                    <a:lnTo>
                      <a:pt x="580" y="377"/>
                    </a:lnTo>
                    <a:lnTo>
                      <a:pt x="585" y="376"/>
                    </a:lnTo>
                    <a:lnTo>
                      <a:pt x="589" y="377"/>
                    </a:lnTo>
                    <a:lnTo>
                      <a:pt x="591" y="379"/>
                    </a:lnTo>
                    <a:lnTo>
                      <a:pt x="592" y="382"/>
                    </a:lnTo>
                    <a:lnTo>
                      <a:pt x="593" y="384"/>
                    </a:lnTo>
                    <a:lnTo>
                      <a:pt x="597" y="386"/>
                    </a:lnTo>
                    <a:lnTo>
                      <a:pt x="603" y="387"/>
                    </a:lnTo>
                    <a:lnTo>
                      <a:pt x="607" y="388"/>
                    </a:lnTo>
                    <a:lnTo>
                      <a:pt x="608" y="391"/>
                    </a:lnTo>
                    <a:lnTo>
                      <a:pt x="604" y="395"/>
                    </a:lnTo>
                    <a:lnTo>
                      <a:pt x="600" y="398"/>
                    </a:lnTo>
                    <a:close/>
                  </a:path>
                </a:pathLst>
              </a:custGeom>
              <a:solidFill>
                <a:srgbClr val="59A3CD">
                  <a:alpha val="9600"/>
                </a:srgbClr>
              </a:solidFill>
              <a:ln>
                <a:noFill/>
              </a:ln>
            </p:spPr>
            <p:txBody>
              <a:bodyPr anchor="ctr"/>
              <a:lstStyle/>
              <a:p>
                <a:pPr algn="ctr">
                  <a:buNone/>
                </a:pPr>
              </a:p>
            </p:txBody>
          </p:sp>
          <p:sp>
            <p:nvSpPr>
              <p:cNvPr id="2890" name="addition:input:13"/>
              <p:cNvSpPr>
                <a:spLocks noGrp="1"/>
              </p:cNvSpPr>
              <p:nvPr/>
            </p:nvSpPr>
            <p:spPr>
              <a:xfrm>
                <a:off x="209550" y="5438775"/>
                <a:ext cx="915132" cy="811667"/>
              </a:xfrm>
              <a:custGeom>
                <a:avLst/>
                <a:gdLst/>
                <a:ahLst/>
                <a:cxnLst/>
                <a:rect l="l" t="t" r="r" b="b"/>
                <a:pathLst>
                  <a:path w="556" h="433">
                    <a:moveTo>
                      <a:pt x="0" y="0"/>
                    </a:moveTo>
                    <a:moveTo>
                      <a:pt x="553" y="403"/>
                    </a:moveTo>
                    <a:lnTo>
                      <a:pt x="551" y="406"/>
                    </a:lnTo>
                    <a:lnTo>
                      <a:pt x="549" y="408"/>
                    </a:lnTo>
                    <a:lnTo>
                      <a:pt x="546" y="410"/>
                    </a:lnTo>
                    <a:lnTo>
                      <a:pt x="545" y="413"/>
                    </a:lnTo>
                    <a:lnTo>
                      <a:pt x="545" y="415"/>
                    </a:lnTo>
                    <a:lnTo>
                      <a:pt x="543" y="418"/>
                    </a:lnTo>
                    <a:lnTo>
                      <a:pt x="540" y="419"/>
                    </a:lnTo>
                    <a:lnTo>
                      <a:pt x="537" y="421"/>
                    </a:lnTo>
                    <a:lnTo>
                      <a:pt x="536" y="424"/>
                    </a:lnTo>
                    <a:lnTo>
                      <a:pt x="536" y="428"/>
                    </a:lnTo>
                    <a:lnTo>
                      <a:pt x="535" y="431"/>
                    </a:lnTo>
                    <a:lnTo>
                      <a:pt x="532" y="433"/>
                    </a:lnTo>
                    <a:lnTo>
                      <a:pt x="527" y="432"/>
                    </a:lnTo>
                    <a:lnTo>
                      <a:pt x="522" y="430"/>
                    </a:lnTo>
                    <a:lnTo>
                      <a:pt x="518" y="428"/>
                    </a:lnTo>
                    <a:lnTo>
                      <a:pt x="516" y="428"/>
                    </a:lnTo>
                    <a:lnTo>
                      <a:pt x="513" y="429"/>
                    </a:lnTo>
                    <a:lnTo>
                      <a:pt x="510" y="430"/>
                    </a:lnTo>
                    <a:lnTo>
                      <a:pt x="508" y="430"/>
                    </a:lnTo>
                    <a:lnTo>
                      <a:pt x="505" y="430"/>
                    </a:lnTo>
                    <a:lnTo>
                      <a:pt x="501" y="431"/>
                    </a:lnTo>
                    <a:lnTo>
                      <a:pt x="497" y="432"/>
                    </a:lnTo>
                    <a:lnTo>
                      <a:pt x="494" y="431"/>
                    </a:lnTo>
                    <a:lnTo>
                      <a:pt x="491" y="429"/>
                    </a:lnTo>
                    <a:lnTo>
                      <a:pt x="490" y="426"/>
                    </a:lnTo>
                    <a:lnTo>
                      <a:pt x="488" y="423"/>
                    </a:lnTo>
                    <a:lnTo>
                      <a:pt x="485" y="422"/>
                    </a:lnTo>
                    <a:lnTo>
                      <a:pt x="481" y="421"/>
                    </a:lnTo>
                    <a:lnTo>
                      <a:pt x="478" y="419"/>
                    </a:lnTo>
                    <a:lnTo>
                      <a:pt x="478" y="416"/>
                    </a:lnTo>
                    <a:lnTo>
                      <a:pt x="480" y="413"/>
                    </a:lnTo>
                    <a:lnTo>
                      <a:pt x="481" y="410"/>
                    </a:lnTo>
                    <a:lnTo>
                      <a:pt x="480" y="408"/>
                    </a:lnTo>
                    <a:lnTo>
                      <a:pt x="476" y="406"/>
                    </a:lnTo>
                    <a:lnTo>
                      <a:pt x="472" y="403"/>
                    </a:lnTo>
                    <a:lnTo>
                      <a:pt x="469" y="401"/>
                    </a:lnTo>
                    <a:lnTo>
                      <a:pt x="468" y="398"/>
                    </a:lnTo>
                    <a:lnTo>
                      <a:pt x="468" y="395"/>
                    </a:lnTo>
                    <a:lnTo>
                      <a:pt x="468" y="392"/>
                    </a:lnTo>
                    <a:lnTo>
                      <a:pt x="469" y="389"/>
                    </a:lnTo>
                    <a:lnTo>
                      <a:pt x="473" y="388"/>
                    </a:lnTo>
                    <a:lnTo>
                      <a:pt x="478" y="387"/>
                    </a:lnTo>
                    <a:lnTo>
                      <a:pt x="483" y="387"/>
                    </a:lnTo>
                    <a:lnTo>
                      <a:pt x="485" y="386"/>
                    </a:lnTo>
                    <a:lnTo>
                      <a:pt x="486" y="383"/>
                    </a:lnTo>
                    <a:lnTo>
                      <a:pt x="487" y="379"/>
                    </a:lnTo>
                    <a:lnTo>
                      <a:pt x="490" y="377"/>
                    </a:lnTo>
                    <a:lnTo>
                      <a:pt x="494" y="377"/>
                    </a:lnTo>
                    <a:lnTo>
                      <a:pt x="498" y="377"/>
                    </a:lnTo>
                    <a:lnTo>
                      <a:pt x="502" y="377"/>
                    </a:lnTo>
                    <a:lnTo>
                      <a:pt x="506" y="375"/>
                    </a:lnTo>
                    <a:lnTo>
                      <a:pt x="510" y="373"/>
                    </a:lnTo>
                    <a:lnTo>
                      <a:pt x="514" y="371"/>
                    </a:lnTo>
                    <a:lnTo>
                      <a:pt x="518" y="372"/>
                    </a:lnTo>
                    <a:lnTo>
                      <a:pt x="523" y="374"/>
                    </a:lnTo>
                    <a:lnTo>
                      <a:pt x="526" y="375"/>
                    </a:lnTo>
                    <a:lnTo>
                      <a:pt x="530" y="377"/>
                    </a:lnTo>
                    <a:lnTo>
                      <a:pt x="533" y="379"/>
                    </a:lnTo>
                    <a:lnTo>
                      <a:pt x="535" y="382"/>
                    </a:lnTo>
                    <a:lnTo>
                      <a:pt x="536" y="385"/>
                    </a:lnTo>
                    <a:lnTo>
                      <a:pt x="538" y="386"/>
                    </a:lnTo>
                    <a:lnTo>
                      <a:pt x="543" y="386"/>
                    </a:lnTo>
                    <a:lnTo>
                      <a:pt x="549" y="386"/>
                    </a:lnTo>
                    <a:lnTo>
                      <a:pt x="554" y="386"/>
                    </a:lnTo>
                    <a:lnTo>
                      <a:pt x="556" y="389"/>
                    </a:lnTo>
                    <a:lnTo>
                      <a:pt x="555" y="392"/>
                    </a:lnTo>
                    <a:lnTo>
                      <a:pt x="553" y="395"/>
                    </a:lnTo>
                    <a:lnTo>
                      <a:pt x="552" y="398"/>
                    </a:lnTo>
                    <a:lnTo>
                      <a:pt x="553" y="401"/>
                    </a:lnTo>
                    <a:close/>
                  </a:path>
                </a:pathLst>
              </a:custGeom>
              <a:solidFill>
                <a:srgbClr val="59A3CD">
                  <a:alpha val="9600"/>
                </a:srgbClr>
              </a:solidFill>
              <a:ln>
                <a:noFill/>
              </a:ln>
            </p:spPr>
            <p:txBody>
              <a:bodyPr anchor="ctr"/>
              <a:lstStyle/>
              <a:p>
                <a:pPr algn="ctr">
                  <a:buNone/>
                </a:pPr>
              </a:p>
            </p:txBody>
          </p:sp>
          <p:sp>
            <p:nvSpPr>
              <p:cNvPr id="2891" name="addition:input:14"/>
              <p:cNvSpPr>
                <a:spLocks noGrp="1"/>
              </p:cNvSpPr>
              <p:nvPr/>
            </p:nvSpPr>
            <p:spPr>
              <a:xfrm>
                <a:off x="209550" y="5438775"/>
                <a:ext cx="837773" cy="785424"/>
              </a:xfrm>
              <a:custGeom>
                <a:avLst/>
                <a:gdLst/>
                <a:ahLst/>
                <a:cxnLst/>
                <a:rect l="l" t="t" r="r" b="b"/>
                <a:pathLst>
                  <a:path w="509" h="419">
                    <a:moveTo>
                      <a:pt x="0" y="0"/>
                    </a:moveTo>
                    <a:moveTo>
                      <a:pt x="508" y="393"/>
                    </a:moveTo>
                    <a:lnTo>
                      <a:pt x="507" y="395"/>
                    </a:lnTo>
                    <a:lnTo>
                      <a:pt x="505" y="397"/>
                    </a:lnTo>
                    <a:lnTo>
                      <a:pt x="502" y="399"/>
                    </a:lnTo>
                    <a:lnTo>
                      <a:pt x="500" y="400"/>
                    </a:lnTo>
                    <a:lnTo>
                      <a:pt x="500" y="402"/>
                    </a:lnTo>
                    <a:lnTo>
                      <a:pt x="502" y="405"/>
                    </a:lnTo>
                    <a:lnTo>
                      <a:pt x="504" y="409"/>
                    </a:lnTo>
                    <a:lnTo>
                      <a:pt x="503" y="412"/>
                    </a:lnTo>
                    <a:lnTo>
                      <a:pt x="500" y="413"/>
                    </a:lnTo>
                    <a:lnTo>
                      <a:pt x="497" y="413"/>
                    </a:lnTo>
                    <a:lnTo>
                      <a:pt x="494" y="414"/>
                    </a:lnTo>
                    <a:lnTo>
                      <a:pt x="491" y="414"/>
                    </a:lnTo>
                    <a:lnTo>
                      <a:pt x="489" y="414"/>
                    </a:lnTo>
                    <a:lnTo>
                      <a:pt x="486" y="414"/>
                    </a:lnTo>
                    <a:lnTo>
                      <a:pt x="484" y="413"/>
                    </a:lnTo>
                    <a:lnTo>
                      <a:pt x="482" y="414"/>
                    </a:lnTo>
                    <a:lnTo>
                      <a:pt x="480" y="416"/>
                    </a:lnTo>
                    <a:lnTo>
                      <a:pt x="477" y="418"/>
                    </a:lnTo>
                    <a:lnTo>
                      <a:pt x="474" y="419"/>
                    </a:lnTo>
                    <a:lnTo>
                      <a:pt x="472" y="417"/>
                    </a:lnTo>
                    <a:lnTo>
                      <a:pt x="470" y="416"/>
                    </a:lnTo>
                    <a:lnTo>
                      <a:pt x="467" y="415"/>
                    </a:lnTo>
                    <a:lnTo>
                      <a:pt x="464" y="415"/>
                    </a:lnTo>
                    <a:lnTo>
                      <a:pt x="460" y="415"/>
                    </a:lnTo>
                    <a:lnTo>
                      <a:pt x="457" y="414"/>
                    </a:lnTo>
                    <a:lnTo>
                      <a:pt x="455" y="412"/>
                    </a:lnTo>
                    <a:lnTo>
                      <a:pt x="455" y="409"/>
                    </a:lnTo>
                    <a:lnTo>
                      <a:pt x="454" y="406"/>
                    </a:lnTo>
                    <a:lnTo>
                      <a:pt x="453" y="404"/>
                    </a:lnTo>
                    <a:lnTo>
                      <a:pt x="452" y="402"/>
                    </a:lnTo>
                    <a:lnTo>
                      <a:pt x="450" y="401"/>
                    </a:lnTo>
                    <a:lnTo>
                      <a:pt x="449" y="399"/>
                    </a:lnTo>
                    <a:lnTo>
                      <a:pt x="447" y="397"/>
                    </a:lnTo>
                    <a:lnTo>
                      <a:pt x="443" y="395"/>
                    </a:lnTo>
                    <a:lnTo>
                      <a:pt x="439" y="393"/>
                    </a:lnTo>
                    <a:lnTo>
                      <a:pt x="437" y="390"/>
                    </a:lnTo>
                    <a:lnTo>
                      <a:pt x="439" y="388"/>
                    </a:lnTo>
                    <a:lnTo>
                      <a:pt x="442" y="386"/>
                    </a:lnTo>
                    <a:lnTo>
                      <a:pt x="446" y="385"/>
                    </a:lnTo>
                    <a:lnTo>
                      <a:pt x="448" y="383"/>
                    </a:lnTo>
                    <a:lnTo>
                      <a:pt x="448" y="381"/>
                    </a:lnTo>
                    <a:lnTo>
                      <a:pt x="449" y="378"/>
                    </a:lnTo>
                    <a:lnTo>
                      <a:pt x="451" y="377"/>
                    </a:lnTo>
                    <a:lnTo>
                      <a:pt x="454" y="376"/>
                    </a:lnTo>
                    <a:lnTo>
                      <a:pt x="457" y="375"/>
                    </a:lnTo>
                    <a:lnTo>
                      <a:pt x="459" y="374"/>
                    </a:lnTo>
                    <a:lnTo>
                      <a:pt x="462" y="372"/>
                    </a:lnTo>
                    <a:lnTo>
                      <a:pt x="464" y="370"/>
                    </a:lnTo>
                    <a:lnTo>
                      <a:pt x="467" y="369"/>
                    </a:lnTo>
                    <a:lnTo>
                      <a:pt x="470" y="368"/>
                    </a:lnTo>
                    <a:lnTo>
                      <a:pt x="473" y="367"/>
                    </a:lnTo>
                    <a:lnTo>
                      <a:pt x="477" y="366"/>
                    </a:lnTo>
                    <a:lnTo>
                      <a:pt x="480" y="365"/>
                    </a:lnTo>
                    <a:lnTo>
                      <a:pt x="484" y="366"/>
                    </a:lnTo>
                    <a:lnTo>
                      <a:pt x="486" y="369"/>
                    </a:lnTo>
                    <a:lnTo>
                      <a:pt x="488" y="373"/>
                    </a:lnTo>
                    <a:lnTo>
                      <a:pt x="490" y="375"/>
                    </a:lnTo>
                    <a:lnTo>
                      <a:pt x="492" y="375"/>
                    </a:lnTo>
                    <a:lnTo>
                      <a:pt x="496" y="374"/>
                    </a:lnTo>
                    <a:lnTo>
                      <a:pt x="500" y="373"/>
                    </a:lnTo>
                    <a:lnTo>
                      <a:pt x="502" y="374"/>
                    </a:lnTo>
                    <a:lnTo>
                      <a:pt x="504" y="376"/>
                    </a:lnTo>
                    <a:lnTo>
                      <a:pt x="505" y="378"/>
                    </a:lnTo>
                    <a:lnTo>
                      <a:pt x="507" y="379"/>
                    </a:lnTo>
                    <a:lnTo>
                      <a:pt x="509" y="381"/>
                    </a:lnTo>
                    <a:lnTo>
                      <a:pt x="509" y="384"/>
                    </a:lnTo>
                    <a:lnTo>
                      <a:pt x="508" y="386"/>
                    </a:lnTo>
                    <a:lnTo>
                      <a:pt x="507" y="389"/>
                    </a:lnTo>
                    <a:lnTo>
                      <a:pt x="507" y="391"/>
                    </a:lnTo>
                    <a:close/>
                  </a:path>
                </a:pathLst>
              </a:custGeom>
              <a:solidFill>
                <a:srgbClr val="59A3CD">
                  <a:alpha val="9600"/>
                </a:srgbClr>
              </a:solidFill>
              <a:ln>
                <a:noFill/>
              </a:ln>
            </p:spPr>
            <p:txBody>
              <a:bodyPr anchor="ctr"/>
              <a:lstStyle/>
              <a:p>
                <a:pPr algn="ctr">
                  <a:buNone/>
                </a:pPr>
              </a:p>
            </p:txBody>
          </p:sp>
          <p:sp>
            <p:nvSpPr>
              <p:cNvPr id="2892" name="addition:input:15"/>
              <p:cNvSpPr>
                <a:spLocks noGrp="1"/>
              </p:cNvSpPr>
              <p:nvPr/>
            </p:nvSpPr>
            <p:spPr>
              <a:xfrm>
                <a:off x="209550" y="5438775"/>
                <a:ext cx="957925" cy="794796"/>
              </a:xfrm>
              <a:custGeom>
                <a:avLst/>
                <a:gdLst/>
                <a:ahLst/>
                <a:cxnLst/>
                <a:rect l="l" t="t" r="r" b="b"/>
                <a:pathLst>
                  <a:path w="582" h="424">
                    <a:moveTo>
                      <a:pt x="0" y="0"/>
                    </a:moveTo>
                    <a:moveTo>
                      <a:pt x="574" y="389"/>
                    </a:moveTo>
                    <a:lnTo>
                      <a:pt x="577" y="391"/>
                    </a:lnTo>
                    <a:lnTo>
                      <a:pt x="579" y="394"/>
                    </a:lnTo>
                    <a:lnTo>
                      <a:pt x="577" y="397"/>
                    </a:lnTo>
                    <a:lnTo>
                      <a:pt x="574" y="399"/>
                    </a:lnTo>
                    <a:lnTo>
                      <a:pt x="572" y="402"/>
                    </a:lnTo>
                    <a:lnTo>
                      <a:pt x="572" y="405"/>
                    </a:lnTo>
                    <a:lnTo>
                      <a:pt x="573" y="408"/>
                    </a:lnTo>
                    <a:lnTo>
                      <a:pt x="572" y="411"/>
                    </a:lnTo>
                    <a:lnTo>
                      <a:pt x="569" y="413"/>
                    </a:lnTo>
                    <a:lnTo>
                      <a:pt x="565" y="415"/>
                    </a:lnTo>
                    <a:lnTo>
                      <a:pt x="561" y="416"/>
                    </a:lnTo>
                    <a:lnTo>
                      <a:pt x="558" y="417"/>
                    </a:lnTo>
                    <a:lnTo>
                      <a:pt x="554" y="417"/>
                    </a:lnTo>
                    <a:lnTo>
                      <a:pt x="550" y="416"/>
                    </a:lnTo>
                    <a:lnTo>
                      <a:pt x="546" y="414"/>
                    </a:lnTo>
                    <a:lnTo>
                      <a:pt x="542" y="414"/>
                    </a:lnTo>
                    <a:lnTo>
                      <a:pt x="539" y="416"/>
                    </a:lnTo>
                    <a:lnTo>
                      <a:pt x="535" y="420"/>
                    </a:lnTo>
                    <a:lnTo>
                      <a:pt x="531" y="424"/>
                    </a:lnTo>
                    <a:lnTo>
                      <a:pt x="525" y="424"/>
                    </a:lnTo>
                    <a:lnTo>
                      <a:pt x="521" y="422"/>
                    </a:lnTo>
                    <a:lnTo>
                      <a:pt x="518" y="419"/>
                    </a:lnTo>
                    <a:lnTo>
                      <a:pt x="514" y="416"/>
                    </a:lnTo>
                    <a:lnTo>
                      <a:pt x="510" y="415"/>
                    </a:lnTo>
                    <a:lnTo>
                      <a:pt x="506" y="414"/>
                    </a:lnTo>
                    <a:lnTo>
                      <a:pt x="503" y="411"/>
                    </a:lnTo>
                    <a:lnTo>
                      <a:pt x="501" y="408"/>
                    </a:lnTo>
                    <a:lnTo>
                      <a:pt x="498" y="406"/>
                    </a:lnTo>
                    <a:lnTo>
                      <a:pt x="495" y="404"/>
                    </a:lnTo>
                    <a:lnTo>
                      <a:pt x="491" y="402"/>
                    </a:lnTo>
                    <a:lnTo>
                      <a:pt x="488" y="399"/>
                    </a:lnTo>
                    <a:lnTo>
                      <a:pt x="488" y="397"/>
                    </a:lnTo>
                    <a:lnTo>
                      <a:pt x="487" y="394"/>
                    </a:lnTo>
                    <a:lnTo>
                      <a:pt x="485" y="391"/>
                    </a:lnTo>
                    <a:lnTo>
                      <a:pt x="480" y="389"/>
                    </a:lnTo>
                    <a:lnTo>
                      <a:pt x="475" y="385"/>
                    </a:lnTo>
                    <a:lnTo>
                      <a:pt x="474" y="382"/>
                    </a:lnTo>
                    <a:lnTo>
                      <a:pt x="478" y="379"/>
                    </a:lnTo>
                    <a:lnTo>
                      <a:pt x="485" y="378"/>
                    </a:lnTo>
                    <a:lnTo>
                      <a:pt x="492" y="376"/>
                    </a:lnTo>
                    <a:lnTo>
                      <a:pt x="495" y="375"/>
                    </a:lnTo>
                    <a:lnTo>
                      <a:pt x="497" y="372"/>
                    </a:lnTo>
                    <a:lnTo>
                      <a:pt x="499" y="370"/>
                    </a:lnTo>
                    <a:lnTo>
                      <a:pt x="502" y="367"/>
                    </a:lnTo>
                    <a:lnTo>
                      <a:pt x="505" y="365"/>
                    </a:lnTo>
                    <a:lnTo>
                      <a:pt x="507" y="362"/>
                    </a:lnTo>
                    <a:lnTo>
                      <a:pt x="510" y="359"/>
                    </a:lnTo>
                    <a:lnTo>
                      <a:pt x="514" y="357"/>
                    </a:lnTo>
                    <a:lnTo>
                      <a:pt x="520" y="356"/>
                    </a:lnTo>
                    <a:lnTo>
                      <a:pt x="526" y="357"/>
                    </a:lnTo>
                    <a:lnTo>
                      <a:pt x="531" y="358"/>
                    </a:lnTo>
                    <a:lnTo>
                      <a:pt x="535" y="358"/>
                    </a:lnTo>
                    <a:lnTo>
                      <a:pt x="540" y="356"/>
                    </a:lnTo>
                    <a:lnTo>
                      <a:pt x="545" y="355"/>
                    </a:lnTo>
                    <a:lnTo>
                      <a:pt x="549" y="357"/>
                    </a:lnTo>
                    <a:lnTo>
                      <a:pt x="552" y="360"/>
                    </a:lnTo>
                    <a:lnTo>
                      <a:pt x="554" y="364"/>
                    </a:lnTo>
                    <a:lnTo>
                      <a:pt x="556" y="365"/>
                    </a:lnTo>
                    <a:lnTo>
                      <a:pt x="561" y="365"/>
                    </a:lnTo>
                    <a:lnTo>
                      <a:pt x="566" y="365"/>
                    </a:lnTo>
                    <a:lnTo>
                      <a:pt x="570" y="365"/>
                    </a:lnTo>
                    <a:lnTo>
                      <a:pt x="574" y="366"/>
                    </a:lnTo>
                    <a:lnTo>
                      <a:pt x="577" y="368"/>
                    </a:lnTo>
                    <a:lnTo>
                      <a:pt x="580" y="370"/>
                    </a:lnTo>
                    <a:lnTo>
                      <a:pt x="582" y="373"/>
                    </a:lnTo>
                    <a:lnTo>
                      <a:pt x="581" y="377"/>
                    </a:lnTo>
                    <a:lnTo>
                      <a:pt x="578" y="380"/>
                    </a:lnTo>
                    <a:lnTo>
                      <a:pt x="573" y="384"/>
                    </a:lnTo>
                    <a:lnTo>
                      <a:pt x="571" y="386"/>
                    </a:lnTo>
                    <a:close/>
                  </a:path>
                </a:pathLst>
              </a:custGeom>
              <a:solidFill>
                <a:srgbClr val="59A3CD">
                  <a:alpha val="9600"/>
                </a:srgbClr>
              </a:solidFill>
              <a:ln>
                <a:noFill/>
              </a:ln>
            </p:spPr>
            <p:txBody>
              <a:bodyPr anchor="ctr"/>
              <a:lstStyle/>
              <a:p>
                <a:pPr algn="ctr">
                  <a:buNone/>
                </a:pPr>
              </a:p>
            </p:txBody>
          </p:sp>
          <p:sp>
            <p:nvSpPr>
              <p:cNvPr id="2893" name="addition:input:16"/>
              <p:cNvSpPr>
                <a:spLocks noGrp="1"/>
              </p:cNvSpPr>
              <p:nvPr/>
            </p:nvSpPr>
            <p:spPr>
              <a:xfrm>
                <a:off x="209550" y="5438775"/>
                <a:ext cx="994136" cy="807918"/>
              </a:xfrm>
              <a:custGeom>
                <a:avLst/>
                <a:gdLst/>
                <a:ahLst/>
                <a:cxnLst/>
                <a:rect l="l" t="t" r="r" b="b"/>
                <a:pathLst>
                  <a:path w="604" h="431">
                    <a:moveTo>
                      <a:pt x="0" y="0"/>
                    </a:moveTo>
                    <a:moveTo>
                      <a:pt x="598" y="383"/>
                    </a:moveTo>
                    <a:lnTo>
                      <a:pt x="603" y="387"/>
                    </a:lnTo>
                    <a:lnTo>
                      <a:pt x="604" y="392"/>
                    </a:lnTo>
                    <a:lnTo>
                      <a:pt x="604" y="396"/>
                    </a:lnTo>
                    <a:lnTo>
                      <a:pt x="603" y="400"/>
                    </a:lnTo>
                    <a:lnTo>
                      <a:pt x="601" y="405"/>
                    </a:lnTo>
                    <a:lnTo>
                      <a:pt x="598" y="408"/>
                    </a:lnTo>
                    <a:lnTo>
                      <a:pt x="591" y="410"/>
                    </a:lnTo>
                    <a:lnTo>
                      <a:pt x="581" y="410"/>
                    </a:lnTo>
                    <a:lnTo>
                      <a:pt x="573" y="410"/>
                    </a:lnTo>
                    <a:lnTo>
                      <a:pt x="569" y="412"/>
                    </a:lnTo>
                    <a:lnTo>
                      <a:pt x="568" y="417"/>
                    </a:lnTo>
                    <a:lnTo>
                      <a:pt x="567" y="424"/>
                    </a:lnTo>
                    <a:lnTo>
                      <a:pt x="562" y="429"/>
                    </a:lnTo>
                    <a:lnTo>
                      <a:pt x="555" y="430"/>
                    </a:lnTo>
                    <a:lnTo>
                      <a:pt x="548" y="429"/>
                    </a:lnTo>
                    <a:lnTo>
                      <a:pt x="541" y="429"/>
                    </a:lnTo>
                    <a:lnTo>
                      <a:pt x="534" y="430"/>
                    </a:lnTo>
                    <a:lnTo>
                      <a:pt x="527" y="431"/>
                    </a:lnTo>
                    <a:lnTo>
                      <a:pt x="520" y="430"/>
                    </a:lnTo>
                    <a:lnTo>
                      <a:pt x="514" y="427"/>
                    </a:lnTo>
                    <a:lnTo>
                      <a:pt x="508" y="425"/>
                    </a:lnTo>
                    <a:lnTo>
                      <a:pt x="503" y="423"/>
                    </a:lnTo>
                    <a:lnTo>
                      <a:pt x="497" y="422"/>
                    </a:lnTo>
                    <a:lnTo>
                      <a:pt x="492" y="420"/>
                    </a:lnTo>
                    <a:lnTo>
                      <a:pt x="489" y="416"/>
                    </a:lnTo>
                    <a:lnTo>
                      <a:pt x="488" y="412"/>
                    </a:lnTo>
                    <a:lnTo>
                      <a:pt x="484" y="409"/>
                    </a:lnTo>
                    <a:lnTo>
                      <a:pt x="477" y="409"/>
                    </a:lnTo>
                    <a:lnTo>
                      <a:pt x="467" y="409"/>
                    </a:lnTo>
                    <a:lnTo>
                      <a:pt x="460" y="406"/>
                    </a:lnTo>
                    <a:lnTo>
                      <a:pt x="458" y="402"/>
                    </a:lnTo>
                    <a:lnTo>
                      <a:pt x="462" y="396"/>
                    </a:lnTo>
                    <a:lnTo>
                      <a:pt x="468" y="391"/>
                    </a:lnTo>
                    <a:lnTo>
                      <a:pt x="471" y="387"/>
                    </a:lnTo>
                    <a:lnTo>
                      <a:pt x="473" y="383"/>
                    </a:lnTo>
                    <a:lnTo>
                      <a:pt x="474" y="379"/>
                    </a:lnTo>
                    <a:lnTo>
                      <a:pt x="477" y="376"/>
                    </a:lnTo>
                    <a:lnTo>
                      <a:pt x="480" y="372"/>
                    </a:lnTo>
                    <a:lnTo>
                      <a:pt x="480" y="368"/>
                    </a:lnTo>
                    <a:lnTo>
                      <a:pt x="478" y="363"/>
                    </a:lnTo>
                    <a:lnTo>
                      <a:pt x="478" y="358"/>
                    </a:lnTo>
                    <a:lnTo>
                      <a:pt x="481" y="354"/>
                    </a:lnTo>
                    <a:lnTo>
                      <a:pt x="487" y="352"/>
                    </a:lnTo>
                    <a:lnTo>
                      <a:pt x="493" y="351"/>
                    </a:lnTo>
                    <a:lnTo>
                      <a:pt x="496" y="348"/>
                    </a:lnTo>
                    <a:lnTo>
                      <a:pt x="498" y="343"/>
                    </a:lnTo>
                    <a:lnTo>
                      <a:pt x="501" y="338"/>
                    </a:lnTo>
                    <a:lnTo>
                      <a:pt x="506" y="336"/>
                    </a:lnTo>
                    <a:lnTo>
                      <a:pt x="513" y="339"/>
                    </a:lnTo>
                    <a:lnTo>
                      <a:pt x="519" y="342"/>
                    </a:lnTo>
                    <a:lnTo>
                      <a:pt x="524" y="344"/>
                    </a:lnTo>
                    <a:lnTo>
                      <a:pt x="528" y="344"/>
                    </a:lnTo>
                    <a:lnTo>
                      <a:pt x="533" y="342"/>
                    </a:lnTo>
                    <a:lnTo>
                      <a:pt x="537" y="340"/>
                    </a:lnTo>
                    <a:lnTo>
                      <a:pt x="543" y="340"/>
                    </a:lnTo>
                    <a:lnTo>
                      <a:pt x="548" y="339"/>
                    </a:lnTo>
                    <a:lnTo>
                      <a:pt x="555" y="337"/>
                    </a:lnTo>
                    <a:lnTo>
                      <a:pt x="563" y="337"/>
                    </a:lnTo>
                    <a:lnTo>
                      <a:pt x="568" y="339"/>
                    </a:lnTo>
                    <a:lnTo>
                      <a:pt x="571" y="345"/>
                    </a:lnTo>
                    <a:lnTo>
                      <a:pt x="571" y="351"/>
                    </a:lnTo>
                    <a:lnTo>
                      <a:pt x="571" y="356"/>
                    </a:lnTo>
                    <a:lnTo>
                      <a:pt x="576" y="359"/>
                    </a:lnTo>
                    <a:lnTo>
                      <a:pt x="583" y="360"/>
                    </a:lnTo>
                    <a:lnTo>
                      <a:pt x="589" y="363"/>
                    </a:lnTo>
                    <a:lnTo>
                      <a:pt x="591" y="367"/>
                    </a:lnTo>
                    <a:lnTo>
                      <a:pt x="590" y="372"/>
                    </a:lnTo>
                    <a:lnTo>
                      <a:pt x="590" y="376"/>
                    </a:lnTo>
                    <a:lnTo>
                      <a:pt x="593" y="379"/>
                    </a:lnTo>
                    <a:close/>
                  </a:path>
                </a:pathLst>
              </a:custGeom>
              <a:solidFill>
                <a:srgbClr val="0675B4">
                  <a:alpha val="11100"/>
                </a:srgbClr>
              </a:solidFill>
              <a:ln>
                <a:noFill/>
              </a:ln>
            </p:spPr>
            <p:txBody>
              <a:bodyPr anchor="ctr"/>
              <a:lstStyle/>
              <a:p>
                <a:pPr algn="ctr">
                  <a:buNone/>
                </a:pPr>
              </a:p>
            </p:txBody>
          </p:sp>
          <p:sp>
            <p:nvSpPr>
              <p:cNvPr id="2894" name="addition:input:17"/>
              <p:cNvSpPr>
                <a:spLocks noGrp="1"/>
              </p:cNvSpPr>
              <p:nvPr/>
            </p:nvSpPr>
            <p:spPr>
              <a:xfrm>
                <a:off x="209550" y="5438775"/>
                <a:ext cx="893735" cy="740435"/>
              </a:xfrm>
              <a:custGeom>
                <a:avLst/>
                <a:gdLst/>
                <a:ahLst/>
                <a:cxnLst/>
                <a:rect l="l" t="t" r="r" b="b"/>
                <a:pathLst>
                  <a:path w="543" h="395">
                    <a:moveTo>
                      <a:pt x="0" y="0"/>
                    </a:moveTo>
                    <a:moveTo>
                      <a:pt x="543" y="370"/>
                    </a:moveTo>
                    <a:lnTo>
                      <a:pt x="542" y="373"/>
                    </a:lnTo>
                    <a:lnTo>
                      <a:pt x="539" y="375"/>
                    </a:lnTo>
                    <a:lnTo>
                      <a:pt x="536" y="377"/>
                    </a:lnTo>
                    <a:lnTo>
                      <a:pt x="534" y="378"/>
                    </a:lnTo>
                    <a:lnTo>
                      <a:pt x="532" y="380"/>
                    </a:lnTo>
                    <a:lnTo>
                      <a:pt x="529" y="381"/>
                    </a:lnTo>
                    <a:lnTo>
                      <a:pt x="527" y="382"/>
                    </a:lnTo>
                    <a:lnTo>
                      <a:pt x="525" y="384"/>
                    </a:lnTo>
                    <a:lnTo>
                      <a:pt x="524" y="386"/>
                    </a:lnTo>
                    <a:lnTo>
                      <a:pt x="524" y="389"/>
                    </a:lnTo>
                    <a:lnTo>
                      <a:pt x="523" y="392"/>
                    </a:lnTo>
                    <a:lnTo>
                      <a:pt x="520" y="393"/>
                    </a:lnTo>
                    <a:lnTo>
                      <a:pt x="516" y="393"/>
                    </a:lnTo>
                    <a:lnTo>
                      <a:pt x="512" y="392"/>
                    </a:lnTo>
                    <a:lnTo>
                      <a:pt x="509" y="392"/>
                    </a:lnTo>
                    <a:lnTo>
                      <a:pt x="507" y="394"/>
                    </a:lnTo>
                    <a:lnTo>
                      <a:pt x="504" y="395"/>
                    </a:lnTo>
                    <a:lnTo>
                      <a:pt x="501" y="395"/>
                    </a:lnTo>
                    <a:lnTo>
                      <a:pt x="499" y="393"/>
                    </a:lnTo>
                    <a:lnTo>
                      <a:pt x="497" y="391"/>
                    </a:lnTo>
                    <a:lnTo>
                      <a:pt x="495" y="390"/>
                    </a:lnTo>
                    <a:lnTo>
                      <a:pt x="493" y="389"/>
                    </a:lnTo>
                    <a:lnTo>
                      <a:pt x="490" y="389"/>
                    </a:lnTo>
                    <a:lnTo>
                      <a:pt x="488" y="389"/>
                    </a:lnTo>
                    <a:lnTo>
                      <a:pt x="486" y="388"/>
                    </a:lnTo>
                    <a:lnTo>
                      <a:pt x="483" y="388"/>
                    </a:lnTo>
                    <a:lnTo>
                      <a:pt x="480" y="387"/>
                    </a:lnTo>
                    <a:lnTo>
                      <a:pt x="477" y="386"/>
                    </a:lnTo>
                    <a:lnTo>
                      <a:pt x="476" y="384"/>
                    </a:lnTo>
                    <a:lnTo>
                      <a:pt x="477" y="381"/>
                    </a:lnTo>
                    <a:lnTo>
                      <a:pt x="480" y="378"/>
                    </a:lnTo>
                    <a:lnTo>
                      <a:pt x="482" y="376"/>
                    </a:lnTo>
                    <a:lnTo>
                      <a:pt x="481" y="374"/>
                    </a:lnTo>
                    <a:lnTo>
                      <a:pt x="479" y="372"/>
                    </a:lnTo>
                    <a:lnTo>
                      <a:pt x="478" y="370"/>
                    </a:lnTo>
                    <a:lnTo>
                      <a:pt x="478" y="368"/>
                    </a:lnTo>
                    <a:lnTo>
                      <a:pt x="479" y="366"/>
                    </a:lnTo>
                    <a:lnTo>
                      <a:pt x="479" y="365"/>
                    </a:lnTo>
                    <a:lnTo>
                      <a:pt x="479" y="362"/>
                    </a:lnTo>
                    <a:lnTo>
                      <a:pt x="478" y="360"/>
                    </a:lnTo>
                    <a:lnTo>
                      <a:pt x="479" y="358"/>
                    </a:lnTo>
                    <a:lnTo>
                      <a:pt x="480" y="356"/>
                    </a:lnTo>
                    <a:lnTo>
                      <a:pt x="482" y="355"/>
                    </a:lnTo>
                    <a:lnTo>
                      <a:pt x="483" y="353"/>
                    </a:lnTo>
                    <a:lnTo>
                      <a:pt x="484" y="351"/>
                    </a:lnTo>
                    <a:lnTo>
                      <a:pt x="486" y="350"/>
                    </a:lnTo>
                    <a:lnTo>
                      <a:pt x="489" y="350"/>
                    </a:lnTo>
                    <a:lnTo>
                      <a:pt x="493" y="352"/>
                    </a:lnTo>
                    <a:lnTo>
                      <a:pt x="496" y="353"/>
                    </a:lnTo>
                    <a:lnTo>
                      <a:pt x="497" y="352"/>
                    </a:lnTo>
                    <a:lnTo>
                      <a:pt x="499" y="349"/>
                    </a:lnTo>
                    <a:lnTo>
                      <a:pt x="501" y="347"/>
                    </a:lnTo>
                    <a:lnTo>
                      <a:pt x="504" y="345"/>
                    </a:lnTo>
                    <a:lnTo>
                      <a:pt x="507" y="345"/>
                    </a:lnTo>
                    <a:lnTo>
                      <a:pt x="510" y="346"/>
                    </a:lnTo>
                    <a:lnTo>
                      <a:pt x="513" y="347"/>
                    </a:lnTo>
                    <a:lnTo>
                      <a:pt x="516" y="348"/>
                    </a:lnTo>
                    <a:lnTo>
                      <a:pt x="518" y="349"/>
                    </a:lnTo>
                    <a:lnTo>
                      <a:pt x="520" y="351"/>
                    </a:lnTo>
                    <a:lnTo>
                      <a:pt x="522" y="353"/>
                    </a:lnTo>
                    <a:lnTo>
                      <a:pt x="524" y="355"/>
                    </a:lnTo>
                    <a:lnTo>
                      <a:pt x="527" y="356"/>
                    </a:lnTo>
                    <a:lnTo>
                      <a:pt x="530" y="357"/>
                    </a:lnTo>
                    <a:lnTo>
                      <a:pt x="532" y="359"/>
                    </a:lnTo>
                    <a:lnTo>
                      <a:pt x="532" y="361"/>
                    </a:lnTo>
                    <a:lnTo>
                      <a:pt x="532" y="363"/>
                    </a:lnTo>
                    <a:lnTo>
                      <a:pt x="533" y="365"/>
                    </a:lnTo>
                    <a:lnTo>
                      <a:pt x="536" y="366"/>
                    </a:lnTo>
                    <a:lnTo>
                      <a:pt x="540" y="368"/>
                    </a:lnTo>
                    <a:close/>
                  </a:path>
                </a:pathLst>
              </a:custGeom>
              <a:solidFill>
                <a:srgbClr val="0072B2">
                  <a:alpha val="10800"/>
                </a:srgbClr>
              </a:solidFill>
              <a:ln>
                <a:noFill/>
              </a:ln>
            </p:spPr>
            <p:txBody>
              <a:bodyPr anchor="ctr"/>
              <a:lstStyle/>
              <a:p>
                <a:pPr algn="ctr">
                  <a:buNone/>
                </a:pPr>
              </a:p>
            </p:txBody>
          </p:sp>
          <p:sp>
            <p:nvSpPr>
              <p:cNvPr id="2895" name="addition:input:18"/>
              <p:cNvSpPr>
                <a:spLocks noGrp="1"/>
              </p:cNvSpPr>
              <p:nvPr/>
            </p:nvSpPr>
            <p:spPr>
              <a:xfrm>
                <a:off x="209550" y="5438775"/>
                <a:ext cx="939820" cy="717941"/>
              </a:xfrm>
              <a:custGeom>
                <a:avLst/>
                <a:gdLst/>
                <a:ahLst/>
                <a:cxnLst/>
                <a:rect l="l" t="t" r="r" b="b"/>
                <a:pathLst>
                  <a:path w="571" h="383">
                    <a:moveTo>
                      <a:pt x="0" y="0"/>
                    </a:moveTo>
                    <a:moveTo>
                      <a:pt x="571" y="363"/>
                    </a:moveTo>
                    <a:lnTo>
                      <a:pt x="570" y="365"/>
                    </a:lnTo>
                    <a:lnTo>
                      <a:pt x="568" y="366"/>
                    </a:lnTo>
                    <a:lnTo>
                      <a:pt x="568" y="368"/>
                    </a:lnTo>
                    <a:lnTo>
                      <a:pt x="569" y="369"/>
                    </a:lnTo>
                    <a:lnTo>
                      <a:pt x="570" y="371"/>
                    </a:lnTo>
                    <a:lnTo>
                      <a:pt x="570" y="373"/>
                    </a:lnTo>
                    <a:lnTo>
                      <a:pt x="569" y="375"/>
                    </a:lnTo>
                    <a:lnTo>
                      <a:pt x="568" y="376"/>
                    </a:lnTo>
                    <a:lnTo>
                      <a:pt x="566" y="377"/>
                    </a:lnTo>
                    <a:lnTo>
                      <a:pt x="565" y="378"/>
                    </a:lnTo>
                    <a:lnTo>
                      <a:pt x="562" y="378"/>
                    </a:lnTo>
                    <a:lnTo>
                      <a:pt x="560" y="378"/>
                    </a:lnTo>
                    <a:lnTo>
                      <a:pt x="557" y="377"/>
                    </a:lnTo>
                    <a:lnTo>
                      <a:pt x="556" y="377"/>
                    </a:lnTo>
                    <a:lnTo>
                      <a:pt x="555" y="378"/>
                    </a:lnTo>
                    <a:lnTo>
                      <a:pt x="553" y="381"/>
                    </a:lnTo>
                    <a:lnTo>
                      <a:pt x="551" y="383"/>
                    </a:lnTo>
                    <a:lnTo>
                      <a:pt x="549" y="383"/>
                    </a:lnTo>
                    <a:lnTo>
                      <a:pt x="546" y="382"/>
                    </a:lnTo>
                    <a:lnTo>
                      <a:pt x="544" y="381"/>
                    </a:lnTo>
                    <a:lnTo>
                      <a:pt x="542" y="380"/>
                    </a:lnTo>
                    <a:lnTo>
                      <a:pt x="539" y="380"/>
                    </a:lnTo>
                    <a:lnTo>
                      <a:pt x="537" y="379"/>
                    </a:lnTo>
                    <a:lnTo>
                      <a:pt x="535" y="378"/>
                    </a:lnTo>
                    <a:lnTo>
                      <a:pt x="534" y="377"/>
                    </a:lnTo>
                    <a:lnTo>
                      <a:pt x="532" y="375"/>
                    </a:lnTo>
                    <a:lnTo>
                      <a:pt x="530" y="374"/>
                    </a:lnTo>
                    <a:lnTo>
                      <a:pt x="528" y="373"/>
                    </a:lnTo>
                    <a:lnTo>
                      <a:pt x="527" y="372"/>
                    </a:lnTo>
                    <a:lnTo>
                      <a:pt x="527" y="370"/>
                    </a:lnTo>
                    <a:lnTo>
                      <a:pt x="526" y="369"/>
                    </a:lnTo>
                    <a:lnTo>
                      <a:pt x="524" y="368"/>
                    </a:lnTo>
                    <a:lnTo>
                      <a:pt x="521" y="367"/>
                    </a:lnTo>
                    <a:lnTo>
                      <a:pt x="518" y="365"/>
                    </a:lnTo>
                    <a:lnTo>
                      <a:pt x="517" y="363"/>
                    </a:lnTo>
                    <a:lnTo>
                      <a:pt x="519" y="362"/>
                    </a:lnTo>
                    <a:lnTo>
                      <a:pt x="522" y="360"/>
                    </a:lnTo>
                    <a:lnTo>
                      <a:pt x="525" y="359"/>
                    </a:lnTo>
                    <a:lnTo>
                      <a:pt x="527" y="358"/>
                    </a:lnTo>
                    <a:lnTo>
                      <a:pt x="527" y="357"/>
                    </a:lnTo>
                    <a:lnTo>
                      <a:pt x="528" y="355"/>
                    </a:lnTo>
                    <a:lnTo>
                      <a:pt x="530" y="354"/>
                    </a:lnTo>
                    <a:lnTo>
                      <a:pt x="531" y="353"/>
                    </a:lnTo>
                    <a:lnTo>
                      <a:pt x="532" y="351"/>
                    </a:lnTo>
                    <a:lnTo>
                      <a:pt x="533" y="349"/>
                    </a:lnTo>
                    <a:lnTo>
                      <a:pt x="535" y="348"/>
                    </a:lnTo>
                    <a:lnTo>
                      <a:pt x="537" y="347"/>
                    </a:lnTo>
                    <a:lnTo>
                      <a:pt x="540" y="347"/>
                    </a:lnTo>
                    <a:lnTo>
                      <a:pt x="542" y="347"/>
                    </a:lnTo>
                    <a:lnTo>
                      <a:pt x="544" y="346"/>
                    </a:lnTo>
                    <a:lnTo>
                      <a:pt x="546" y="345"/>
                    </a:lnTo>
                    <a:lnTo>
                      <a:pt x="549" y="344"/>
                    </a:lnTo>
                    <a:lnTo>
                      <a:pt x="551" y="345"/>
                    </a:lnTo>
                    <a:lnTo>
                      <a:pt x="553" y="347"/>
                    </a:lnTo>
                    <a:lnTo>
                      <a:pt x="554" y="349"/>
                    </a:lnTo>
                    <a:lnTo>
                      <a:pt x="556" y="350"/>
                    </a:lnTo>
                    <a:lnTo>
                      <a:pt x="557" y="349"/>
                    </a:lnTo>
                    <a:lnTo>
                      <a:pt x="560" y="349"/>
                    </a:lnTo>
                    <a:lnTo>
                      <a:pt x="562" y="349"/>
                    </a:lnTo>
                    <a:lnTo>
                      <a:pt x="564" y="349"/>
                    </a:lnTo>
                    <a:lnTo>
                      <a:pt x="566" y="350"/>
                    </a:lnTo>
                    <a:lnTo>
                      <a:pt x="568" y="351"/>
                    </a:lnTo>
                    <a:lnTo>
                      <a:pt x="569" y="352"/>
                    </a:lnTo>
                    <a:lnTo>
                      <a:pt x="570" y="354"/>
                    </a:lnTo>
                    <a:lnTo>
                      <a:pt x="568" y="356"/>
                    </a:lnTo>
                    <a:lnTo>
                      <a:pt x="567" y="358"/>
                    </a:lnTo>
                    <a:lnTo>
                      <a:pt x="566" y="359"/>
                    </a:lnTo>
                    <a:lnTo>
                      <a:pt x="568" y="361"/>
                    </a:lnTo>
                    <a:lnTo>
                      <a:pt x="570" y="362"/>
                    </a:lnTo>
                    <a:close/>
                  </a:path>
                </a:pathLst>
              </a:custGeom>
              <a:solidFill>
                <a:srgbClr val="0072B2">
                  <a:alpha val="10800"/>
                </a:srgbClr>
              </a:solidFill>
              <a:ln>
                <a:noFill/>
              </a:ln>
            </p:spPr>
            <p:txBody>
              <a:bodyPr anchor="ctr"/>
              <a:lstStyle/>
              <a:p>
                <a:pPr algn="ctr">
                  <a:buNone/>
                </a:pPr>
              </a:p>
            </p:txBody>
          </p:sp>
          <p:sp>
            <p:nvSpPr>
              <p:cNvPr id="2896" name="addition:input:19"/>
              <p:cNvSpPr>
                <a:spLocks noGrp="1"/>
              </p:cNvSpPr>
              <p:nvPr/>
            </p:nvSpPr>
            <p:spPr>
              <a:xfrm>
                <a:off x="209550" y="5438775"/>
                <a:ext cx="1000719" cy="787298"/>
              </a:xfrm>
              <a:custGeom>
                <a:avLst/>
                <a:gdLst/>
                <a:ahLst/>
                <a:cxnLst/>
                <a:rect l="l" t="t" r="r" b="b"/>
                <a:pathLst>
                  <a:path w="608" h="420">
                    <a:moveTo>
                      <a:pt x="0" y="0"/>
                    </a:moveTo>
                    <a:moveTo>
                      <a:pt x="606" y="394"/>
                    </a:moveTo>
                    <a:lnTo>
                      <a:pt x="601" y="396"/>
                    </a:lnTo>
                    <a:lnTo>
                      <a:pt x="597" y="398"/>
                    </a:lnTo>
                    <a:lnTo>
                      <a:pt x="596" y="400"/>
                    </a:lnTo>
                    <a:lnTo>
                      <a:pt x="596" y="402"/>
                    </a:lnTo>
                    <a:lnTo>
                      <a:pt x="595" y="404"/>
                    </a:lnTo>
                    <a:lnTo>
                      <a:pt x="594" y="406"/>
                    </a:lnTo>
                    <a:lnTo>
                      <a:pt x="591" y="407"/>
                    </a:lnTo>
                    <a:lnTo>
                      <a:pt x="589" y="409"/>
                    </a:lnTo>
                    <a:lnTo>
                      <a:pt x="587" y="410"/>
                    </a:lnTo>
                    <a:lnTo>
                      <a:pt x="586" y="413"/>
                    </a:lnTo>
                    <a:lnTo>
                      <a:pt x="583" y="414"/>
                    </a:lnTo>
                    <a:lnTo>
                      <a:pt x="581" y="415"/>
                    </a:lnTo>
                    <a:lnTo>
                      <a:pt x="577" y="416"/>
                    </a:lnTo>
                    <a:lnTo>
                      <a:pt x="575" y="417"/>
                    </a:lnTo>
                    <a:lnTo>
                      <a:pt x="572" y="419"/>
                    </a:lnTo>
                    <a:lnTo>
                      <a:pt x="569" y="420"/>
                    </a:lnTo>
                    <a:lnTo>
                      <a:pt x="566" y="419"/>
                    </a:lnTo>
                    <a:lnTo>
                      <a:pt x="564" y="416"/>
                    </a:lnTo>
                    <a:lnTo>
                      <a:pt x="562" y="413"/>
                    </a:lnTo>
                    <a:lnTo>
                      <a:pt x="560" y="412"/>
                    </a:lnTo>
                    <a:lnTo>
                      <a:pt x="557" y="413"/>
                    </a:lnTo>
                    <a:lnTo>
                      <a:pt x="554" y="415"/>
                    </a:lnTo>
                    <a:lnTo>
                      <a:pt x="551" y="416"/>
                    </a:lnTo>
                    <a:lnTo>
                      <a:pt x="548" y="415"/>
                    </a:lnTo>
                    <a:lnTo>
                      <a:pt x="546" y="414"/>
                    </a:lnTo>
                    <a:lnTo>
                      <a:pt x="544" y="412"/>
                    </a:lnTo>
                    <a:lnTo>
                      <a:pt x="542" y="411"/>
                    </a:lnTo>
                    <a:lnTo>
                      <a:pt x="541" y="409"/>
                    </a:lnTo>
                    <a:lnTo>
                      <a:pt x="541" y="406"/>
                    </a:lnTo>
                    <a:lnTo>
                      <a:pt x="542" y="404"/>
                    </a:lnTo>
                    <a:lnTo>
                      <a:pt x="542" y="402"/>
                    </a:lnTo>
                    <a:lnTo>
                      <a:pt x="541" y="400"/>
                    </a:lnTo>
                    <a:lnTo>
                      <a:pt x="538" y="398"/>
                    </a:lnTo>
                    <a:lnTo>
                      <a:pt x="537" y="396"/>
                    </a:lnTo>
                    <a:lnTo>
                      <a:pt x="538" y="394"/>
                    </a:lnTo>
                    <a:lnTo>
                      <a:pt x="540" y="392"/>
                    </a:lnTo>
                    <a:lnTo>
                      <a:pt x="541" y="391"/>
                    </a:lnTo>
                    <a:lnTo>
                      <a:pt x="539" y="388"/>
                    </a:lnTo>
                    <a:lnTo>
                      <a:pt x="537" y="386"/>
                    </a:lnTo>
                    <a:lnTo>
                      <a:pt x="535" y="383"/>
                    </a:lnTo>
                    <a:lnTo>
                      <a:pt x="535" y="380"/>
                    </a:lnTo>
                    <a:lnTo>
                      <a:pt x="538" y="379"/>
                    </a:lnTo>
                    <a:lnTo>
                      <a:pt x="541" y="378"/>
                    </a:lnTo>
                    <a:lnTo>
                      <a:pt x="543" y="377"/>
                    </a:lnTo>
                    <a:lnTo>
                      <a:pt x="546" y="377"/>
                    </a:lnTo>
                    <a:lnTo>
                      <a:pt x="549" y="376"/>
                    </a:lnTo>
                    <a:lnTo>
                      <a:pt x="552" y="376"/>
                    </a:lnTo>
                    <a:lnTo>
                      <a:pt x="554" y="376"/>
                    </a:lnTo>
                    <a:lnTo>
                      <a:pt x="556" y="375"/>
                    </a:lnTo>
                    <a:lnTo>
                      <a:pt x="557" y="372"/>
                    </a:lnTo>
                    <a:lnTo>
                      <a:pt x="560" y="369"/>
                    </a:lnTo>
                    <a:lnTo>
                      <a:pt x="563" y="368"/>
                    </a:lnTo>
                    <a:lnTo>
                      <a:pt x="566" y="370"/>
                    </a:lnTo>
                    <a:lnTo>
                      <a:pt x="570" y="371"/>
                    </a:lnTo>
                    <a:lnTo>
                      <a:pt x="573" y="372"/>
                    </a:lnTo>
                    <a:lnTo>
                      <a:pt x="576" y="372"/>
                    </a:lnTo>
                    <a:lnTo>
                      <a:pt x="580" y="371"/>
                    </a:lnTo>
                    <a:lnTo>
                      <a:pt x="583" y="372"/>
                    </a:lnTo>
                    <a:lnTo>
                      <a:pt x="586" y="374"/>
                    </a:lnTo>
                    <a:lnTo>
                      <a:pt x="587" y="377"/>
                    </a:lnTo>
                    <a:lnTo>
                      <a:pt x="588" y="379"/>
                    </a:lnTo>
                    <a:lnTo>
                      <a:pt x="590" y="380"/>
                    </a:lnTo>
                    <a:lnTo>
                      <a:pt x="593" y="382"/>
                    </a:lnTo>
                    <a:lnTo>
                      <a:pt x="595" y="383"/>
                    </a:lnTo>
                    <a:lnTo>
                      <a:pt x="596" y="385"/>
                    </a:lnTo>
                    <a:lnTo>
                      <a:pt x="599" y="386"/>
                    </a:lnTo>
                    <a:lnTo>
                      <a:pt x="602" y="388"/>
                    </a:lnTo>
                    <a:lnTo>
                      <a:pt x="606" y="389"/>
                    </a:lnTo>
                    <a:lnTo>
                      <a:pt x="608" y="392"/>
                    </a:lnTo>
                    <a:close/>
                  </a:path>
                </a:pathLst>
              </a:custGeom>
              <a:solidFill>
                <a:srgbClr val="0072B2">
                  <a:alpha val="10800"/>
                </a:srgbClr>
              </a:solidFill>
              <a:ln>
                <a:noFill/>
              </a:ln>
            </p:spPr>
            <p:txBody>
              <a:bodyPr anchor="ctr"/>
              <a:lstStyle/>
              <a:p>
                <a:pPr algn="ctr">
                  <a:buNone/>
                </a:pPr>
              </a:p>
            </p:txBody>
          </p:sp>
          <p:sp>
            <p:nvSpPr>
              <p:cNvPr id="2897" name="addition:input:20"/>
              <p:cNvSpPr>
                <a:spLocks noGrp="1"/>
              </p:cNvSpPr>
              <p:nvPr/>
            </p:nvSpPr>
            <p:spPr>
              <a:xfrm>
                <a:off x="209550" y="5438775"/>
                <a:ext cx="915132" cy="807918"/>
              </a:xfrm>
              <a:custGeom>
                <a:avLst/>
                <a:gdLst/>
                <a:ahLst/>
                <a:cxnLst/>
                <a:rect l="l" t="t" r="r" b="b"/>
                <a:pathLst>
                  <a:path w="556" h="431">
                    <a:moveTo>
                      <a:pt x="0" y="0"/>
                    </a:moveTo>
                    <a:moveTo>
                      <a:pt x="554" y="407"/>
                    </a:moveTo>
                    <a:lnTo>
                      <a:pt x="556" y="410"/>
                    </a:lnTo>
                    <a:lnTo>
                      <a:pt x="555" y="411"/>
                    </a:lnTo>
                    <a:lnTo>
                      <a:pt x="552" y="413"/>
                    </a:lnTo>
                    <a:lnTo>
                      <a:pt x="549" y="414"/>
                    </a:lnTo>
                    <a:lnTo>
                      <a:pt x="548" y="416"/>
                    </a:lnTo>
                    <a:lnTo>
                      <a:pt x="548" y="417"/>
                    </a:lnTo>
                    <a:lnTo>
                      <a:pt x="547" y="419"/>
                    </a:lnTo>
                    <a:lnTo>
                      <a:pt x="545" y="420"/>
                    </a:lnTo>
                    <a:lnTo>
                      <a:pt x="542" y="421"/>
                    </a:lnTo>
                    <a:lnTo>
                      <a:pt x="540" y="422"/>
                    </a:lnTo>
                    <a:lnTo>
                      <a:pt x="538" y="423"/>
                    </a:lnTo>
                    <a:lnTo>
                      <a:pt x="536" y="424"/>
                    </a:lnTo>
                    <a:lnTo>
                      <a:pt x="534" y="425"/>
                    </a:lnTo>
                    <a:lnTo>
                      <a:pt x="531" y="426"/>
                    </a:lnTo>
                    <a:lnTo>
                      <a:pt x="528" y="426"/>
                    </a:lnTo>
                    <a:lnTo>
                      <a:pt x="526" y="428"/>
                    </a:lnTo>
                    <a:lnTo>
                      <a:pt x="523" y="430"/>
                    </a:lnTo>
                    <a:lnTo>
                      <a:pt x="519" y="431"/>
                    </a:lnTo>
                    <a:lnTo>
                      <a:pt x="516" y="429"/>
                    </a:lnTo>
                    <a:lnTo>
                      <a:pt x="514" y="427"/>
                    </a:lnTo>
                    <a:lnTo>
                      <a:pt x="512" y="424"/>
                    </a:lnTo>
                    <a:lnTo>
                      <a:pt x="511" y="422"/>
                    </a:lnTo>
                    <a:lnTo>
                      <a:pt x="508" y="422"/>
                    </a:lnTo>
                    <a:lnTo>
                      <a:pt x="505" y="423"/>
                    </a:lnTo>
                    <a:lnTo>
                      <a:pt x="503" y="422"/>
                    </a:lnTo>
                    <a:lnTo>
                      <a:pt x="500" y="422"/>
                    </a:lnTo>
                    <a:lnTo>
                      <a:pt x="499" y="420"/>
                    </a:lnTo>
                    <a:lnTo>
                      <a:pt x="497" y="419"/>
                    </a:lnTo>
                    <a:lnTo>
                      <a:pt x="495" y="418"/>
                    </a:lnTo>
                    <a:lnTo>
                      <a:pt x="493" y="417"/>
                    </a:lnTo>
                    <a:lnTo>
                      <a:pt x="494" y="415"/>
                    </a:lnTo>
                    <a:lnTo>
                      <a:pt x="495" y="413"/>
                    </a:lnTo>
                    <a:lnTo>
                      <a:pt x="495" y="411"/>
                    </a:lnTo>
                    <a:lnTo>
                      <a:pt x="494" y="409"/>
                    </a:lnTo>
                    <a:lnTo>
                      <a:pt x="493" y="407"/>
                    </a:lnTo>
                    <a:lnTo>
                      <a:pt x="494" y="406"/>
                    </a:lnTo>
                    <a:lnTo>
                      <a:pt x="497" y="404"/>
                    </a:lnTo>
                    <a:lnTo>
                      <a:pt x="500" y="403"/>
                    </a:lnTo>
                    <a:lnTo>
                      <a:pt x="502" y="402"/>
                    </a:lnTo>
                    <a:lnTo>
                      <a:pt x="502" y="400"/>
                    </a:lnTo>
                    <a:lnTo>
                      <a:pt x="501" y="398"/>
                    </a:lnTo>
                    <a:lnTo>
                      <a:pt x="500" y="395"/>
                    </a:lnTo>
                    <a:lnTo>
                      <a:pt x="500" y="393"/>
                    </a:lnTo>
                    <a:lnTo>
                      <a:pt x="502" y="392"/>
                    </a:lnTo>
                    <a:lnTo>
                      <a:pt x="505" y="391"/>
                    </a:lnTo>
                    <a:lnTo>
                      <a:pt x="507" y="390"/>
                    </a:lnTo>
                    <a:lnTo>
                      <a:pt x="509" y="389"/>
                    </a:lnTo>
                    <a:lnTo>
                      <a:pt x="512" y="390"/>
                    </a:lnTo>
                    <a:lnTo>
                      <a:pt x="515" y="391"/>
                    </a:lnTo>
                    <a:lnTo>
                      <a:pt x="517" y="391"/>
                    </a:lnTo>
                    <a:lnTo>
                      <a:pt x="518" y="390"/>
                    </a:lnTo>
                    <a:lnTo>
                      <a:pt x="520" y="389"/>
                    </a:lnTo>
                    <a:lnTo>
                      <a:pt x="522" y="387"/>
                    </a:lnTo>
                    <a:lnTo>
                      <a:pt x="525" y="387"/>
                    </a:lnTo>
                    <a:lnTo>
                      <a:pt x="527" y="388"/>
                    </a:lnTo>
                    <a:lnTo>
                      <a:pt x="528" y="390"/>
                    </a:lnTo>
                    <a:lnTo>
                      <a:pt x="531" y="390"/>
                    </a:lnTo>
                    <a:lnTo>
                      <a:pt x="534" y="390"/>
                    </a:lnTo>
                    <a:lnTo>
                      <a:pt x="537" y="389"/>
                    </a:lnTo>
                    <a:lnTo>
                      <a:pt x="540" y="390"/>
                    </a:lnTo>
                    <a:lnTo>
                      <a:pt x="541" y="392"/>
                    </a:lnTo>
                    <a:lnTo>
                      <a:pt x="542" y="394"/>
                    </a:lnTo>
                    <a:lnTo>
                      <a:pt x="542" y="396"/>
                    </a:lnTo>
                    <a:lnTo>
                      <a:pt x="543" y="398"/>
                    </a:lnTo>
                    <a:lnTo>
                      <a:pt x="544" y="400"/>
                    </a:lnTo>
                    <a:lnTo>
                      <a:pt x="544" y="401"/>
                    </a:lnTo>
                    <a:lnTo>
                      <a:pt x="545" y="403"/>
                    </a:lnTo>
                    <a:lnTo>
                      <a:pt x="547" y="404"/>
                    </a:lnTo>
                    <a:lnTo>
                      <a:pt x="550" y="406"/>
                    </a:lnTo>
                    <a:close/>
                  </a:path>
                </a:pathLst>
              </a:custGeom>
              <a:solidFill>
                <a:srgbClr val="0072B2">
                  <a:alpha val="10800"/>
                </a:srgbClr>
              </a:solidFill>
              <a:ln>
                <a:noFill/>
              </a:ln>
            </p:spPr>
            <p:txBody>
              <a:bodyPr anchor="ctr"/>
              <a:lstStyle/>
              <a:p>
                <a:pPr algn="ctr">
                  <a:buNone/>
                </a:pPr>
              </a:p>
            </p:txBody>
          </p:sp>
          <p:sp>
            <p:nvSpPr>
              <p:cNvPr id="2898" name="addition:input:21"/>
              <p:cNvSpPr>
                <a:spLocks noGrp="1"/>
              </p:cNvSpPr>
              <p:nvPr/>
            </p:nvSpPr>
            <p:spPr>
              <a:xfrm>
                <a:off x="209550" y="5438775"/>
                <a:ext cx="1688714" cy="1197818"/>
              </a:xfrm>
              <a:custGeom>
                <a:avLst/>
                <a:gdLst/>
                <a:ahLst/>
                <a:cxnLst/>
                <a:rect l="l" t="t" r="r" b="b"/>
                <a:pathLst>
                  <a:path w="1026" h="639">
                    <a:moveTo>
                      <a:pt x="0" y="0"/>
                    </a:moveTo>
                    <a:moveTo>
                      <a:pt x="1004" y="555"/>
                    </a:moveTo>
                    <a:lnTo>
                      <a:pt x="1010" y="562"/>
                    </a:lnTo>
                    <a:lnTo>
                      <a:pt x="1019" y="570"/>
                    </a:lnTo>
                    <a:lnTo>
                      <a:pt x="1026" y="580"/>
                    </a:lnTo>
                    <a:lnTo>
                      <a:pt x="1023" y="587"/>
                    </a:lnTo>
                    <a:lnTo>
                      <a:pt x="1009" y="592"/>
                    </a:lnTo>
                    <a:lnTo>
                      <a:pt x="991" y="593"/>
                    </a:lnTo>
                    <a:lnTo>
                      <a:pt x="978" y="594"/>
                    </a:lnTo>
                    <a:lnTo>
                      <a:pt x="972" y="599"/>
                    </a:lnTo>
                    <a:lnTo>
                      <a:pt x="970" y="606"/>
                    </a:lnTo>
                    <a:lnTo>
                      <a:pt x="966" y="614"/>
                    </a:lnTo>
                    <a:lnTo>
                      <a:pt x="958" y="619"/>
                    </a:lnTo>
                    <a:lnTo>
                      <a:pt x="950" y="624"/>
                    </a:lnTo>
                    <a:lnTo>
                      <a:pt x="941" y="629"/>
                    </a:lnTo>
                    <a:lnTo>
                      <a:pt x="931" y="635"/>
                    </a:lnTo>
                    <a:lnTo>
                      <a:pt x="920" y="639"/>
                    </a:lnTo>
                    <a:lnTo>
                      <a:pt x="908" y="639"/>
                    </a:lnTo>
                    <a:lnTo>
                      <a:pt x="896" y="635"/>
                    </a:lnTo>
                    <a:lnTo>
                      <a:pt x="885" y="632"/>
                    </a:lnTo>
                    <a:lnTo>
                      <a:pt x="874" y="632"/>
                    </a:lnTo>
                    <a:lnTo>
                      <a:pt x="862" y="635"/>
                    </a:lnTo>
                    <a:lnTo>
                      <a:pt x="851" y="634"/>
                    </a:lnTo>
                    <a:lnTo>
                      <a:pt x="843" y="628"/>
                    </a:lnTo>
                    <a:lnTo>
                      <a:pt x="840" y="618"/>
                    </a:lnTo>
                    <a:lnTo>
                      <a:pt x="837" y="610"/>
                    </a:lnTo>
                    <a:lnTo>
                      <a:pt x="830" y="607"/>
                    </a:lnTo>
                    <a:lnTo>
                      <a:pt x="818" y="608"/>
                    </a:lnTo>
                    <a:lnTo>
                      <a:pt x="804" y="608"/>
                    </a:lnTo>
                    <a:lnTo>
                      <a:pt x="793" y="606"/>
                    </a:lnTo>
                    <a:lnTo>
                      <a:pt x="787" y="600"/>
                    </a:lnTo>
                    <a:lnTo>
                      <a:pt x="784" y="593"/>
                    </a:lnTo>
                    <a:lnTo>
                      <a:pt x="782" y="585"/>
                    </a:lnTo>
                    <a:lnTo>
                      <a:pt x="781" y="578"/>
                    </a:lnTo>
                    <a:lnTo>
                      <a:pt x="786" y="570"/>
                    </a:lnTo>
                    <a:lnTo>
                      <a:pt x="796" y="562"/>
                    </a:lnTo>
                    <a:lnTo>
                      <a:pt x="805" y="555"/>
                    </a:lnTo>
                    <a:lnTo>
                      <a:pt x="808" y="549"/>
                    </a:lnTo>
                    <a:lnTo>
                      <a:pt x="804" y="542"/>
                    </a:lnTo>
                    <a:lnTo>
                      <a:pt x="797" y="534"/>
                    </a:lnTo>
                    <a:lnTo>
                      <a:pt x="797" y="526"/>
                    </a:lnTo>
                    <a:lnTo>
                      <a:pt x="804" y="520"/>
                    </a:lnTo>
                    <a:lnTo>
                      <a:pt x="814" y="516"/>
                    </a:lnTo>
                    <a:lnTo>
                      <a:pt x="820" y="511"/>
                    </a:lnTo>
                    <a:lnTo>
                      <a:pt x="821" y="503"/>
                    </a:lnTo>
                    <a:lnTo>
                      <a:pt x="821" y="494"/>
                    </a:lnTo>
                    <a:lnTo>
                      <a:pt x="825" y="486"/>
                    </a:lnTo>
                    <a:lnTo>
                      <a:pt x="834" y="483"/>
                    </a:lnTo>
                    <a:lnTo>
                      <a:pt x="844" y="482"/>
                    </a:lnTo>
                    <a:lnTo>
                      <a:pt x="854" y="483"/>
                    </a:lnTo>
                    <a:lnTo>
                      <a:pt x="863" y="482"/>
                    </a:lnTo>
                    <a:lnTo>
                      <a:pt x="871" y="483"/>
                    </a:lnTo>
                    <a:lnTo>
                      <a:pt x="879" y="485"/>
                    </a:lnTo>
                    <a:lnTo>
                      <a:pt x="887" y="489"/>
                    </a:lnTo>
                    <a:lnTo>
                      <a:pt x="894" y="488"/>
                    </a:lnTo>
                    <a:lnTo>
                      <a:pt x="902" y="482"/>
                    </a:lnTo>
                    <a:lnTo>
                      <a:pt x="913" y="473"/>
                    </a:lnTo>
                    <a:lnTo>
                      <a:pt x="926" y="468"/>
                    </a:lnTo>
                    <a:lnTo>
                      <a:pt x="936" y="471"/>
                    </a:lnTo>
                    <a:lnTo>
                      <a:pt x="942" y="480"/>
                    </a:lnTo>
                    <a:lnTo>
                      <a:pt x="946" y="489"/>
                    </a:lnTo>
                    <a:lnTo>
                      <a:pt x="952" y="496"/>
                    </a:lnTo>
                    <a:lnTo>
                      <a:pt x="962" y="499"/>
                    </a:lnTo>
                    <a:lnTo>
                      <a:pt x="971" y="503"/>
                    </a:lnTo>
                    <a:lnTo>
                      <a:pt x="977" y="509"/>
                    </a:lnTo>
                    <a:lnTo>
                      <a:pt x="980" y="517"/>
                    </a:lnTo>
                    <a:lnTo>
                      <a:pt x="983" y="523"/>
                    </a:lnTo>
                    <a:lnTo>
                      <a:pt x="989" y="529"/>
                    </a:lnTo>
                    <a:lnTo>
                      <a:pt x="996" y="535"/>
                    </a:lnTo>
                    <a:lnTo>
                      <a:pt x="1001" y="541"/>
                    </a:lnTo>
                    <a:lnTo>
                      <a:pt x="1003" y="548"/>
                    </a:lnTo>
                    <a:close/>
                  </a:path>
                </a:pathLst>
              </a:custGeom>
              <a:solidFill>
                <a:srgbClr val="F5DAC5">
                  <a:alpha val="12900"/>
                </a:srgbClr>
              </a:solidFill>
              <a:ln>
                <a:noFill/>
              </a:ln>
            </p:spPr>
            <p:txBody>
              <a:bodyPr anchor="ctr"/>
              <a:lstStyle/>
              <a:p>
                <a:pPr algn="ctr">
                  <a:buNone/>
                </a:pPr>
              </a:p>
            </p:txBody>
          </p:sp>
          <p:sp>
            <p:nvSpPr>
              <p:cNvPr id="2899" name="addition:input:22"/>
              <p:cNvSpPr>
                <a:spLocks noGrp="1"/>
              </p:cNvSpPr>
              <p:nvPr/>
            </p:nvSpPr>
            <p:spPr>
              <a:xfrm>
                <a:off x="209550" y="5438775"/>
                <a:ext cx="1629461" cy="1190320"/>
              </a:xfrm>
              <a:custGeom>
                <a:avLst/>
                <a:gdLst/>
                <a:ahLst/>
                <a:cxnLst/>
                <a:rect l="l" t="t" r="r" b="b"/>
                <a:pathLst>
                  <a:path w="990" h="635">
                    <a:moveTo>
                      <a:pt x="0" y="0"/>
                    </a:moveTo>
                    <a:moveTo>
                      <a:pt x="983" y="560"/>
                    </a:moveTo>
                    <a:lnTo>
                      <a:pt x="986" y="566"/>
                    </a:lnTo>
                    <a:lnTo>
                      <a:pt x="990" y="573"/>
                    </a:lnTo>
                    <a:lnTo>
                      <a:pt x="989" y="579"/>
                    </a:lnTo>
                    <a:lnTo>
                      <a:pt x="984" y="585"/>
                    </a:lnTo>
                    <a:lnTo>
                      <a:pt x="977" y="589"/>
                    </a:lnTo>
                    <a:lnTo>
                      <a:pt x="973" y="594"/>
                    </a:lnTo>
                    <a:lnTo>
                      <a:pt x="971" y="600"/>
                    </a:lnTo>
                    <a:lnTo>
                      <a:pt x="969" y="606"/>
                    </a:lnTo>
                    <a:lnTo>
                      <a:pt x="961" y="610"/>
                    </a:lnTo>
                    <a:lnTo>
                      <a:pt x="950" y="610"/>
                    </a:lnTo>
                    <a:lnTo>
                      <a:pt x="938" y="608"/>
                    </a:lnTo>
                    <a:lnTo>
                      <a:pt x="930" y="609"/>
                    </a:lnTo>
                    <a:lnTo>
                      <a:pt x="926" y="615"/>
                    </a:lnTo>
                    <a:lnTo>
                      <a:pt x="921" y="624"/>
                    </a:lnTo>
                    <a:lnTo>
                      <a:pt x="913" y="632"/>
                    </a:lnTo>
                    <a:lnTo>
                      <a:pt x="904" y="635"/>
                    </a:lnTo>
                    <a:lnTo>
                      <a:pt x="893" y="635"/>
                    </a:lnTo>
                    <a:lnTo>
                      <a:pt x="882" y="633"/>
                    </a:lnTo>
                    <a:lnTo>
                      <a:pt x="872" y="631"/>
                    </a:lnTo>
                    <a:lnTo>
                      <a:pt x="863" y="628"/>
                    </a:lnTo>
                    <a:lnTo>
                      <a:pt x="855" y="622"/>
                    </a:lnTo>
                    <a:lnTo>
                      <a:pt x="850" y="615"/>
                    </a:lnTo>
                    <a:lnTo>
                      <a:pt x="844" y="610"/>
                    </a:lnTo>
                    <a:lnTo>
                      <a:pt x="836" y="610"/>
                    </a:lnTo>
                    <a:lnTo>
                      <a:pt x="824" y="611"/>
                    </a:lnTo>
                    <a:lnTo>
                      <a:pt x="814" y="611"/>
                    </a:lnTo>
                    <a:lnTo>
                      <a:pt x="808" y="606"/>
                    </a:lnTo>
                    <a:lnTo>
                      <a:pt x="807" y="599"/>
                    </a:lnTo>
                    <a:lnTo>
                      <a:pt x="806" y="593"/>
                    </a:lnTo>
                    <a:lnTo>
                      <a:pt x="801" y="588"/>
                    </a:lnTo>
                    <a:lnTo>
                      <a:pt x="792" y="585"/>
                    </a:lnTo>
                    <a:lnTo>
                      <a:pt x="784" y="580"/>
                    </a:lnTo>
                    <a:lnTo>
                      <a:pt x="783" y="573"/>
                    </a:lnTo>
                    <a:lnTo>
                      <a:pt x="788" y="566"/>
                    </a:lnTo>
                    <a:lnTo>
                      <a:pt x="795" y="560"/>
                    </a:lnTo>
                    <a:lnTo>
                      <a:pt x="801" y="554"/>
                    </a:lnTo>
                    <a:lnTo>
                      <a:pt x="806" y="549"/>
                    </a:lnTo>
                    <a:lnTo>
                      <a:pt x="811" y="544"/>
                    </a:lnTo>
                    <a:lnTo>
                      <a:pt x="817" y="539"/>
                    </a:lnTo>
                    <a:lnTo>
                      <a:pt x="822" y="535"/>
                    </a:lnTo>
                    <a:lnTo>
                      <a:pt x="822" y="529"/>
                    </a:lnTo>
                    <a:lnTo>
                      <a:pt x="818" y="520"/>
                    </a:lnTo>
                    <a:lnTo>
                      <a:pt x="816" y="510"/>
                    </a:lnTo>
                    <a:lnTo>
                      <a:pt x="820" y="503"/>
                    </a:lnTo>
                    <a:lnTo>
                      <a:pt x="830" y="501"/>
                    </a:lnTo>
                    <a:lnTo>
                      <a:pt x="842" y="503"/>
                    </a:lnTo>
                    <a:lnTo>
                      <a:pt x="852" y="503"/>
                    </a:lnTo>
                    <a:lnTo>
                      <a:pt x="858" y="501"/>
                    </a:lnTo>
                    <a:lnTo>
                      <a:pt x="863" y="497"/>
                    </a:lnTo>
                    <a:lnTo>
                      <a:pt x="870" y="494"/>
                    </a:lnTo>
                    <a:lnTo>
                      <a:pt x="877" y="495"/>
                    </a:lnTo>
                    <a:lnTo>
                      <a:pt x="884" y="497"/>
                    </a:lnTo>
                    <a:lnTo>
                      <a:pt x="891" y="499"/>
                    </a:lnTo>
                    <a:lnTo>
                      <a:pt x="897" y="498"/>
                    </a:lnTo>
                    <a:lnTo>
                      <a:pt x="904" y="496"/>
                    </a:lnTo>
                    <a:lnTo>
                      <a:pt x="912" y="497"/>
                    </a:lnTo>
                    <a:lnTo>
                      <a:pt x="918" y="499"/>
                    </a:lnTo>
                    <a:lnTo>
                      <a:pt x="926" y="501"/>
                    </a:lnTo>
                    <a:lnTo>
                      <a:pt x="936" y="500"/>
                    </a:lnTo>
                    <a:lnTo>
                      <a:pt x="947" y="500"/>
                    </a:lnTo>
                    <a:lnTo>
                      <a:pt x="956" y="503"/>
                    </a:lnTo>
                    <a:lnTo>
                      <a:pt x="958" y="511"/>
                    </a:lnTo>
                    <a:lnTo>
                      <a:pt x="955" y="521"/>
                    </a:lnTo>
                    <a:lnTo>
                      <a:pt x="950" y="530"/>
                    </a:lnTo>
                    <a:lnTo>
                      <a:pt x="952" y="536"/>
                    </a:lnTo>
                    <a:lnTo>
                      <a:pt x="959" y="539"/>
                    </a:lnTo>
                    <a:lnTo>
                      <a:pt x="969" y="543"/>
                    </a:lnTo>
                    <a:lnTo>
                      <a:pt x="976" y="548"/>
                    </a:lnTo>
                    <a:lnTo>
                      <a:pt x="980" y="554"/>
                    </a:lnTo>
                    <a:close/>
                  </a:path>
                </a:pathLst>
              </a:custGeom>
              <a:solidFill>
                <a:srgbClr val="ECB78D">
                  <a:alpha val="12900"/>
                </a:srgbClr>
              </a:solidFill>
              <a:ln>
                <a:noFill/>
              </a:ln>
            </p:spPr>
            <p:txBody>
              <a:bodyPr anchor="ctr"/>
              <a:lstStyle/>
              <a:p>
                <a:pPr algn="ctr">
                  <a:buNone/>
                </a:pPr>
              </a:p>
            </p:txBody>
          </p:sp>
          <p:sp>
            <p:nvSpPr>
              <p:cNvPr id="2900" name="addition:input:23"/>
              <p:cNvSpPr>
                <a:spLocks noGrp="1"/>
              </p:cNvSpPr>
              <p:nvPr/>
            </p:nvSpPr>
            <p:spPr>
              <a:xfrm>
                <a:off x="209550" y="5438775"/>
                <a:ext cx="1591605" cy="1173450"/>
              </a:xfrm>
              <a:custGeom>
                <a:avLst/>
                <a:gdLst/>
                <a:ahLst/>
                <a:cxnLst/>
                <a:rect l="l" t="t" r="r" b="b"/>
                <a:pathLst>
                  <a:path w="967" h="626">
                    <a:moveTo>
                      <a:pt x="0" y="0"/>
                    </a:moveTo>
                    <a:moveTo>
                      <a:pt x="957" y="565"/>
                    </a:moveTo>
                    <a:lnTo>
                      <a:pt x="960" y="570"/>
                    </a:lnTo>
                    <a:lnTo>
                      <a:pt x="958" y="576"/>
                    </a:lnTo>
                    <a:lnTo>
                      <a:pt x="951" y="580"/>
                    </a:lnTo>
                    <a:lnTo>
                      <a:pt x="943" y="583"/>
                    </a:lnTo>
                    <a:lnTo>
                      <a:pt x="938" y="587"/>
                    </a:lnTo>
                    <a:lnTo>
                      <a:pt x="939" y="593"/>
                    </a:lnTo>
                    <a:lnTo>
                      <a:pt x="941" y="600"/>
                    </a:lnTo>
                    <a:lnTo>
                      <a:pt x="940" y="606"/>
                    </a:lnTo>
                    <a:lnTo>
                      <a:pt x="936" y="611"/>
                    </a:lnTo>
                    <a:lnTo>
                      <a:pt x="931" y="615"/>
                    </a:lnTo>
                    <a:lnTo>
                      <a:pt x="925" y="618"/>
                    </a:lnTo>
                    <a:lnTo>
                      <a:pt x="919" y="621"/>
                    </a:lnTo>
                    <a:lnTo>
                      <a:pt x="911" y="621"/>
                    </a:lnTo>
                    <a:lnTo>
                      <a:pt x="903" y="618"/>
                    </a:lnTo>
                    <a:lnTo>
                      <a:pt x="896" y="614"/>
                    </a:lnTo>
                    <a:lnTo>
                      <a:pt x="890" y="612"/>
                    </a:lnTo>
                    <a:lnTo>
                      <a:pt x="886" y="615"/>
                    </a:lnTo>
                    <a:lnTo>
                      <a:pt x="880" y="622"/>
                    </a:lnTo>
                    <a:lnTo>
                      <a:pt x="873" y="626"/>
                    </a:lnTo>
                    <a:lnTo>
                      <a:pt x="866" y="626"/>
                    </a:lnTo>
                    <a:lnTo>
                      <a:pt x="860" y="623"/>
                    </a:lnTo>
                    <a:lnTo>
                      <a:pt x="855" y="619"/>
                    </a:lnTo>
                    <a:lnTo>
                      <a:pt x="849" y="617"/>
                    </a:lnTo>
                    <a:lnTo>
                      <a:pt x="841" y="616"/>
                    </a:lnTo>
                    <a:lnTo>
                      <a:pt x="833" y="614"/>
                    </a:lnTo>
                    <a:lnTo>
                      <a:pt x="828" y="610"/>
                    </a:lnTo>
                    <a:lnTo>
                      <a:pt x="825" y="604"/>
                    </a:lnTo>
                    <a:lnTo>
                      <a:pt x="822" y="599"/>
                    </a:lnTo>
                    <a:lnTo>
                      <a:pt x="818" y="594"/>
                    </a:lnTo>
                    <a:lnTo>
                      <a:pt x="814" y="589"/>
                    </a:lnTo>
                    <a:lnTo>
                      <a:pt x="813" y="584"/>
                    </a:lnTo>
                    <a:lnTo>
                      <a:pt x="814" y="579"/>
                    </a:lnTo>
                    <a:lnTo>
                      <a:pt x="813" y="574"/>
                    </a:lnTo>
                    <a:lnTo>
                      <a:pt x="807" y="570"/>
                    </a:lnTo>
                    <a:lnTo>
                      <a:pt x="796" y="565"/>
                    </a:lnTo>
                    <a:lnTo>
                      <a:pt x="785" y="559"/>
                    </a:lnTo>
                    <a:lnTo>
                      <a:pt x="782" y="553"/>
                    </a:lnTo>
                    <a:lnTo>
                      <a:pt x="787" y="547"/>
                    </a:lnTo>
                    <a:lnTo>
                      <a:pt x="797" y="544"/>
                    </a:lnTo>
                    <a:lnTo>
                      <a:pt x="805" y="541"/>
                    </a:lnTo>
                    <a:lnTo>
                      <a:pt x="809" y="537"/>
                    </a:lnTo>
                    <a:lnTo>
                      <a:pt x="812" y="532"/>
                    </a:lnTo>
                    <a:lnTo>
                      <a:pt x="817" y="529"/>
                    </a:lnTo>
                    <a:lnTo>
                      <a:pt x="823" y="526"/>
                    </a:lnTo>
                    <a:lnTo>
                      <a:pt x="829" y="523"/>
                    </a:lnTo>
                    <a:lnTo>
                      <a:pt x="834" y="519"/>
                    </a:lnTo>
                    <a:lnTo>
                      <a:pt x="839" y="514"/>
                    </a:lnTo>
                    <a:lnTo>
                      <a:pt x="845" y="510"/>
                    </a:lnTo>
                    <a:lnTo>
                      <a:pt x="854" y="508"/>
                    </a:lnTo>
                    <a:lnTo>
                      <a:pt x="863" y="509"/>
                    </a:lnTo>
                    <a:lnTo>
                      <a:pt x="871" y="508"/>
                    </a:lnTo>
                    <a:lnTo>
                      <a:pt x="879" y="504"/>
                    </a:lnTo>
                    <a:lnTo>
                      <a:pt x="888" y="500"/>
                    </a:lnTo>
                    <a:lnTo>
                      <a:pt x="897" y="498"/>
                    </a:lnTo>
                    <a:lnTo>
                      <a:pt x="905" y="503"/>
                    </a:lnTo>
                    <a:lnTo>
                      <a:pt x="911" y="511"/>
                    </a:lnTo>
                    <a:lnTo>
                      <a:pt x="914" y="518"/>
                    </a:lnTo>
                    <a:lnTo>
                      <a:pt x="919" y="522"/>
                    </a:lnTo>
                    <a:lnTo>
                      <a:pt x="926" y="523"/>
                    </a:lnTo>
                    <a:lnTo>
                      <a:pt x="934" y="523"/>
                    </a:lnTo>
                    <a:lnTo>
                      <a:pt x="941" y="524"/>
                    </a:lnTo>
                    <a:lnTo>
                      <a:pt x="948" y="527"/>
                    </a:lnTo>
                    <a:lnTo>
                      <a:pt x="954" y="529"/>
                    </a:lnTo>
                    <a:lnTo>
                      <a:pt x="961" y="532"/>
                    </a:lnTo>
                    <a:lnTo>
                      <a:pt x="967" y="536"/>
                    </a:lnTo>
                    <a:lnTo>
                      <a:pt x="967" y="542"/>
                    </a:lnTo>
                    <a:lnTo>
                      <a:pt x="962" y="549"/>
                    </a:lnTo>
                    <a:lnTo>
                      <a:pt x="956" y="555"/>
                    </a:lnTo>
                    <a:lnTo>
                      <a:pt x="954" y="560"/>
                    </a:lnTo>
                    <a:close/>
                  </a:path>
                </a:pathLst>
              </a:custGeom>
              <a:solidFill>
                <a:srgbClr val="E18B48">
                  <a:alpha val="10500"/>
                </a:srgbClr>
              </a:solidFill>
              <a:ln>
                <a:noFill/>
              </a:ln>
            </p:spPr>
            <p:txBody>
              <a:bodyPr anchor="ctr"/>
              <a:lstStyle/>
              <a:p>
                <a:pPr algn="ctr">
                  <a:buNone/>
                </a:pPr>
              </a:p>
            </p:txBody>
          </p:sp>
          <p:sp>
            <p:nvSpPr>
              <p:cNvPr id="2901" name="addition:input:24"/>
              <p:cNvSpPr>
                <a:spLocks noGrp="1"/>
              </p:cNvSpPr>
              <p:nvPr/>
            </p:nvSpPr>
            <p:spPr>
              <a:xfrm>
                <a:off x="209550" y="5438775"/>
                <a:ext cx="1451701" cy="1072225"/>
              </a:xfrm>
              <a:custGeom>
                <a:avLst/>
                <a:gdLst/>
                <a:ahLst/>
                <a:cxnLst/>
                <a:rect l="l" t="t" r="r" b="b"/>
                <a:pathLst>
                  <a:path w="882" h="572">
                    <a:moveTo>
                      <a:pt x="0" y="0"/>
                    </a:moveTo>
                    <a:moveTo>
                      <a:pt x="875" y="546"/>
                    </a:moveTo>
                    <a:lnTo>
                      <a:pt x="873" y="548"/>
                    </a:lnTo>
                    <a:lnTo>
                      <a:pt x="874" y="549"/>
                    </a:lnTo>
                    <a:lnTo>
                      <a:pt x="877" y="552"/>
                    </a:lnTo>
                    <a:lnTo>
                      <a:pt x="880" y="555"/>
                    </a:lnTo>
                    <a:lnTo>
                      <a:pt x="880" y="558"/>
                    </a:lnTo>
                    <a:lnTo>
                      <a:pt x="878" y="560"/>
                    </a:lnTo>
                    <a:lnTo>
                      <a:pt x="876" y="561"/>
                    </a:lnTo>
                    <a:lnTo>
                      <a:pt x="874" y="562"/>
                    </a:lnTo>
                    <a:lnTo>
                      <a:pt x="872" y="564"/>
                    </a:lnTo>
                    <a:lnTo>
                      <a:pt x="870" y="566"/>
                    </a:lnTo>
                    <a:lnTo>
                      <a:pt x="867" y="566"/>
                    </a:lnTo>
                    <a:lnTo>
                      <a:pt x="864" y="566"/>
                    </a:lnTo>
                    <a:lnTo>
                      <a:pt x="862" y="567"/>
                    </a:lnTo>
                    <a:lnTo>
                      <a:pt x="860" y="568"/>
                    </a:lnTo>
                    <a:lnTo>
                      <a:pt x="858" y="569"/>
                    </a:lnTo>
                    <a:lnTo>
                      <a:pt x="855" y="570"/>
                    </a:lnTo>
                    <a:lnTo>
                      <a:pt x="852" y="569"/>
                    </a:lnTo>
                    <a:lnTo>
                      <a:pt x="850" y="567"/>
                    </a:lnTo>
                    <a:lnTo>
                      <a:pt x="847" y="568"/>
                    </a:lnTo>
                    <a:lnTo>
                      <a:pt x="844" y="570"/>
                    </a:lnTo>
                    <a:lnTo>
                      <a:pt x="840" y="572"/>
                    </a:lnTo>
                    <a:lnTo>
                      <a:pt x="835" y="572"/>
                    </a:lnTo>
                    <a:lnTo>
                      <a:pt x="833" y="571"/>
                    </a:lnTo>
                    <a:lnTo>
                      <a:pt x="831" y="567"/>
                    </a:lnTo>
                    <a:lnTo>
                      <a:pt x="830" y="564"/>
                    </a:lnTo>
                    <a:lnTo>
                      <a:pt x="828" y="562"/>
                    </a:lnTo>
                    <a:lnTo>
                      <a:pt x="826" y="561"/>
                    </a:lnTo>
                    <a:lnTo>
                      <a:pt x="824" y="559"/>
                    </a:lnTo>
                    <a:lnTo>
                      <a:pt x="823" y="557"/>
                    </a:lnTo>
                    <a:lnTo>
                      <a:pt x="821" y="555"/>
                    </a:lnTo>
                    <a:lnTo>
                      <a:pt x="817" y="554"/>
                    </a:lnTo>
                    <a:lnTo>
                      <a:pt x="813" y="553"/>
                    </a:lnTo>
                    <a:lnTo>
                      <a:pt x="810" y="551"/>
                    </a:lnTo>
                    <a:lnTo>
                      <a:pt x="810" y="548"/>
                    </a:lnTo>
                    <a:lnTo>
                      <a:pt x="812" y="546"/>
                    </a:lnTo>
                    <a:lnTo>
                      <a:pt x="813" y="544"/>
                    </a:lnTo>
                    <a:lnTo>
                      <a:pt x="813" y="541"/>
                    </a:lnTo>
                    <a:lnTo>
                      <a:pt x="812" y="539"/>
                    </a:lnTo>
                    <a:lnTo>
                      <a:pt x="811" y="536"/>
                    </a:lnTo>
                    <a:lnTo>
                      <a:pt x="814" y="534"/>
                    </a:lnTo>
                    <a:lnTo>
                      <a:pt x="818" y="533"/>
                    </a:lnTo>
                    <a:lnTo>
                      <a:pt x="822" y="533"/>
                    </a:lnTo>
                    <a:lnTo>
                      <a:pt x="825" y="532"/>
                    </a:lnTo>
                    <a:lnTo>
                      <a:pt x="827" y="530"/>
                    </a:lnTo>
                    <a:lnTo>
                      <a:pt x="829" y="528"/>
                    </a:lnTo>
                    <a:lnTo>
                      <a:pt x="831" y="526"/>
                    </a:lnTo>
                    <a:lnTo>
                      <a:pt x="833" y="524"/>
                    </a:lnTo>
                    <a:lnTo>
                      <a:pt x="836" y="522"/>
                    </a:lnTo>
                    <a:lnTo>
                      <a:pt x="838" y="520"/>
                    </a:lnTo>
                    <a:lnTo>
                      <a:pt x="842" y="518"/>
                    </a:lnTo>
                    <a:lnTo>
                      <a:pt x="846" y="518"/>
                    </a:lnTo>
                    <a:lnTo>
                      <a:pt x="849" y="520"/>
                    </a:lnTo>
                    <a:lnTo>
                      <a:pt x="853" y="523"/>
                    </a:lnTo>
                    <a:lnTo>
                      <a:pt x="855" y="525"/>
                    </a:lnTo>
                    <a:lnTo>
                      <a:pt x="858" y="525"/>
                    </a:lnTo>
                    <a:lnTo>
                      <a:pt x="861" y="523"/>
                    </a:lnTo>
                    <a:lnTo>
                      <a:pt x="865" y="523"/>
                    </a:lnTo>
                    <a:lnTo>
                      <a:pt x="867" y="524"/>
                    </a:lnTo>
                    <a:lnTo>
                      <a:pt x="868" y="526"/>
                    </a:lnTo>
                    <a:lnTo>
                      <a:pt x="870" y="528"/>
                    </a:lnTo>
                    <a:lnTo>
                      <a:pt x="873" y="529"/>
                    </a:lnTo>
                    <a:lnTo>
                      <a:pt x="876" y="529"/>
                    </a:lnTo>
                    <a:lnTo>
                      <a:pt x="878" y="530"/>
                    </a:lnTo>
                    <a:lnTo>
                      <a:pt x="879" y="532"/>
                    </a:lnTo>
                    <a:lnTo>
                      <a:pt x="880" y="535"/>
                    </a:lnTo>
                    <a:lnTo>
                      <a:pt x="881" y="537"/>
                    </a:lnTo>
                    <a:lnTo>
                      <a:pt x="882" y="539"/>
                    </a:lnTo>
                    <a:lnTo>
                      <a:pt x="882" y="541"/>
                    </a:lnTo>
                    <a:lnTo>
                      <a:pt x="879" y="544"/>
                    </a:lnTo>
                    <a:close/>
                  </a:path>
                </a:pathLst>
              </a:custGeom>
              <a:solidFill>
                <a:srgbClr val="ECB78D">
                  <a:alpha val="9600"/>
                </a:srgbClr>
              </a:solidFill>
              <a:ln>
                <a:noFill/>
              </a:ln>
            </p:spPr>
            <p:txBody>
              <a:bodyPr anchor="ctr"/>
              <a:lstStyle/>
              <a:p>
                <a:pPr algn="ctr">
                  <a:buNone/>
                </a:pPr>
              </a:p>
            </p:txBody>
          </p:sp>
          <p:sp>
            <p:nvSpPr>
              <p:cNvPr id="2902" name="addition:input:25"/>
              <p:cNvSpPr>
                <a:spLocks noGrp="1"/>
              </p:cNvSpPr>
              <p:nvPr/>
            </p:nvSpPr>
            <p:spPr>
              <a:xfrm>
                <a:off x="209550" y="5438775"/>
                <a:ext cx="1501079" cy="1034735"/>
              </a:xfrm>
              <a:custGeom>
                <a:avLst/>
                <a:gdLst/>
                <a:ahLst/>
                <a:cxnLst/>
                <a:rect l="l" t="t" r="r" b="b"/>
                <a:pathLst>
                  <a:path w="912" h="552">
                    <a:moveTo>
                      <a:pt x="0" y="0"/>
                    </a:moveTo>
                    <a:moveTo>
                      <a:pt x="909" y="526"/>
                    </a:moveTo>
                    <a:lnTo>
                      <a:pt x="911" y="528"/>
                    </a:lnTo>
                    <a:lnTo>
                      <a:pt x="912" y="531"/>
                    </a:lnTo>
                    <a:lnTo>
                      <a:pt x="910" y="533"/>
                    </a:lnTo>
                    <a:lnTo>
                      <a:pt x="906" y="534"/>
                    </a:lnTo>
                    <a:lnTo>
                      <a:pt x="902" y="535"/>
                    </a:lnTo>
                    <a:lnTo>
                      <a:pt x="899" y="537"/>
                    </a:lnTo>
                    <a:lnTo>
                      <a:pt x="898" y="539"/>
                    </a:lnTo>
                    <a:lnTo>
                      <a:pt x="897" y="541"/>
                    </a:lnTo>
                    <a:lnTo>
                      <a:pt x="896" y="543"/>
                    </a:lnTo>
                    <a:lnTo>
                      <a:pt x="894" y="545"/>
                    </a:lnTo>
                    <a:lnTo>
                      <a:pt x="892" y="547"/>
                    </a:lnTo>
                    <a:lnTo>
                      <a:pt x="890" y="550"/>
                    </a:lnTo>
                    <a:lnTo>
                      <a:pt x="888" y="552"/>
                    </a:lnTo>
                    <a:lnTo>
                      <a:pt x="884" y="552"/>
                    </a:lnTo>
                    <a:lnTo>
                      <a:pt x="881" y="550"/>
                    </a:lnTo>
                    <a:lnTo>
                      <a:pt x="877" y="548"/>
                    </a:lnTo>
                    <a:lnTo>
                      <a:pt x="875" y="546"/>
                    </a:lnTo>
                    <a:lnTo>
                      <a:pt x="873" y="547"/>
                    </a:lnTo>
                    <a:lnTo>
                      <a:pt x="870" y="549"/>
                    </a:lnTo>
                    <a:lnTo>
                      <a:pt x="867" y="550"/>
                    </a:lnTo>
                    <a:lnTo>
                      <a:pt x="865" y="549"/>
                    </a:lnTo>
                    <a:lnTo>
                      <a:pt x="863" y="547"/>
                    </a:lnTo>
                    <a:lnTo>
                      <a:pt x="862" y="546"/>
                    </a:lnTo>
                    <a:lnTo>
                      <a:pt x="859" y="546"/>
                    </a:lnTo>
                    <a:lnTo>
                      <a:pt x="856" y="545"/>
                    </a:lnTo>
                    <a:lnTo>
                      <a:pt x="853" y="545"/>
                    </a:lnTo>
                    <a:lnTo>
                      <a:pt x="852" y="543"/>
                    </a:lnTo>
                    <a:lnTo>
                      <a:pt x="851" y="541"/>
                    </a:lnTo>
                    <a:lnTo>
                      <a:pt x="849" y="539"/>
                    </a:lnTo>
                    <a:lnTo>
                      <a:pt x="848" y="537"/>
                    </a:lnTo>
                    <a:lnTo>
                      <a:pt x="847" y="535"/>
                    </a:lnTo>
                    <a:lnTo>
                      <a:pt x="849" y="532"/>
                    </a:lnTo>
                    <a:lnTo>
                      <a:pt x="851" y="530"/>
                    </a:lnTo>
                    <a:lnTo>
                      <a:pt x="853" y="528"/>
                    </a:lnTo>
                    <a:lnTo>
                      <a:pt x="851" y="526"/>
                    </a:lnTo>
                    <a:lnTo>
                      <a:pt x="847" y="524"/>
                    </a:lnTo>
                    <a:lnTo>
                      <a:pt x="844" y="522"/>
                    </a:lnTo>
                    <a:lnTo>
                      <a:pt x="842" y="519"/>
                    </a:lnTo>
                    <a:lnTo>
                      <a:pt x="843" y="517"/>
                    </a:lnTo>
                    <a:lnTo>
                      <a:pt x="846" y="515"/>
                    </a:lnTo>
                    <a:lnTo>
                      <a:pt x="847" y="514"/>
                    </a:lnTo>
                    <a:lnTo>
                      <a:pt x="848" y="512"/>
                    </a:lnTo>
                    <a:lnTo>
                      <a:pt x="850" y="510"/>
                    </a:lnTo>
                    <a:lnTo>
                      <a:pt x="852" y="509"/>
                    </a:lnTo>
                    <a:lnTo>
                      <a:pt x="855" y="509"/>
                    </a:lnTo>
                    <a:lnTo>
                      <a:pt x="857" y="508"/>
                    </a:lnTo>
                    <a:lnTo>
                      <a:pt x="859" y="506"/>
                    </a:lnTo>
                    <a:lnTo>
                      <a:pt x="861" y="505"/>
                    </a:lnTo>
                    <a:lnTo>
                      <a:pt x="864" y="504"/>
                    </a:lnTo>
                    <a:lnTo>
                      <a:pt x="867" y="504"/>
                    </a:lnTo>
                    <a:lnTo>
                      <a:pt x="870" y="505"/>
                    </a:lnTo>
                    <a:lnTo>
                      <a:pt x="872" y="504"/>
                    </a:lnTo>
                    <a:lnTo>
                      <a:pt x="875" y="502"/>
                    </a:lnTo>
                    <a:lnTo>
                      <a:pt x="879" y="500"/>
                    </a:lnTo>
                    <a:lnTo>
                      <a:pt x="883" y="499"/>
                    </a:lnTo>
                    <a:lnTo>
                      <a:pt x="886" y="500"/>
                    </a:lnTo>
                    <a:lnTo>
                      <a:pt x="889" y="503"/>
                    </a:lnTo>
                    <a:lnTo>
                      <a:pt x="890" y="506"/>
                    </a:lnTo>
                    <a:lnTo>
                      <a:pt x="892" y="508"/>
                    </a:lnTo>
                    <a:lnTo>
                      <a:pt x="895" y="509"/>
                    </a:lnTo>
                    <a:lnTo>
                      <a:pt x="897" y="511"/>
                    </a:lnTo>
                    <a:lnTo>
                      <a:pt x="899" y="512"/>
                    </a:lnTo>
                    <a:lnTo>
                      <a:pt x="901" y="514"/>
                    </a:lnTo>
                    <a:lnTo>
                      <a:pt x="905" y="514"/>
                    </a:lnTo>
                    <a:lnTo>
                      <a:pt x="908" y="515"/>
                    </a:lnTo>
                    <a:lnTo>
                      <a:pt x="911" y="517"/>
                    </a:lnTo>
                    <a:lnTo>
                      <a:pt x="912" y="519"/>
                    </a:lnTo>
                    <a:lnTo>
                      <a:pt x="911" y="522"/>
                    </a:lnTo>
                    <a:lnTo>
                      <a:pt x="909" y="524"/>
                    </a:lnTo>
                    <a:close/>
                  </a:path>
                </a:pathLst>
              </a:custGeom>
              <a:solidFill>
                <a:srgbClr val="ECB78D">
                  <a:alpha val="9600"/>
                </a:srgbClr>
              </a:solidFill>
              <a:ln>
                <a:noFill/>
              </a:ln>
            </p:spPr>
            <p:txBody>
              <a:bodyPr anchor="ctr"/>
              <a:lstStyle/>
              <a:p>
                <a:pPr algn="ctr">
                  <a:buNone/>
                </a:pPr>
              </a:p>
            </p:txBody>
          </p:sp>
          <p:sp>
            <p:nvSpPr>
              <p:cNvPr id="2903" name="addition:input:26"/>
              <p:cNvSpPr>
                <a:spLocks noGrp="1"/>
              </p:cNvSpPr>
              <p:nvPr/>
            </p:nvSpPr>
            <p:spPr>
              <a:xfrm>
                <a:off x="209550" y="5438775"/>
                <a:ext cx="1558686" cy="1047857"/>
              </a:xfrm>
              <a:custGeom>
                <a:avLst/>
                <a:gdLst/>
                <a:ahLst/>
                <a:cxnLst/>
                <a:rect l="l" t="t" r="r" b="b"/>
                <a:pathLst>
                  <a:path w="947" h="559">
                    <a:moveTo>
                      <a:pt x="0" y="0"/>
                    </a:moveTo>
                    <a:moveTo>
                      <a:pt x="946" y="532"/>
                    </a:moveTo>
                    <a:lnTo>
                      <a:pt x="945" y="534"/>
                    </a:lnTo>
                    <a:lnTo>
                      <a:pt x="942" y="536"/>
                    </a:lnTo>
                    <a:lnTo>
                      <a:pt x="938" y="538"/>
                    </a:lnTo>
                    <a:lnTo>
                      <a:pt x="936" y="539"/>
                    </a:lnTo>
                    <a:lnTo>
                      <a:pt x="936" y="542"/>
                    </a:lnTo>
                    <a:lnTo>
                      <a:pt x="936" y="545"/>
                    </a:lnTo>
                    <a:lnTo>
                      <a:pt x="935" y="547"/>
                    </a:lnTo>
                    <a:lnTo>
                      <a:pt x="932" y="549"/>
                    </a:lnTo>
                    <a:lnTo>
                      <a:pt x="929" y="549"/>
                    </a:lnTo>
                    <a:lnTo>
                      <a:pt x="926" y="550"/>
                    </a:lnTo>
                    <a:lnTo>
                      <a:pt x="924" y="553"/>
                    </a:lnTo>
                    <a:lnTo>
                      <a:pt x="923" y="556"/>
                    </a:lnTo>
                    <a:lnTo>
                      <a:pt x="921" y="559"/>
                    </a:lnTo>
                    <a:lnTo>
                      <a:pt x="917" y="559"/>
                    </a:lnTo>
                    <a:lnTo>
                      <a:pt x="914" y="559"/>
                    </a:lnTo>
                    <a:lnTo>
                      <a:pt x="911" y="557"/>
                    </a:lnTo>
                    <a:lnTo>
                      <a:pt x="908" y="556"/>
                    </a:lnTo>
                    <a:lnTo>
                      <a:pt x="905" y="556"/>
                    </a:lnTo>
                    <a:lnTo>
                      <a:pt x="903" y="555"/>
                    </a:lnTo>
                    <a:lnTo>
                      <a:pt x="901" y="553"/>
                    </a:lnTo>
                    <a:lnTo>
                      <a:pt x="899" y="552"/>
                    </a:lnTo>
                    <a:lnTo>
                      <a:pt x="896" y="553"/>
                    </a:lnTo>
                    <a:lnTo>
                      <a:pt x="893" y="555"/>
                    </a:lnTo>
                    <a:lnTo>
                      <a:pt x="889" y="556"/>
                    </a:lnTo>
                    <a:lnTo>
                      <a:pt x="886" y="555"/>
                    </a:lnTo>
                    <a:lnTo>
                      <a:pt x="885" y="552"/>
                    </a:lnTo>
                    <a:lnTo>
                      <a:pt x="886" y="549"/>
                    </a:lnTo>
                    <a:lnTo>
                      <a:pt x="885" y="546"/>
                    </a:lnTo>
                    <a:lnTo>
                      <a:pt x="883" y="545"/>
                    </a:lnTo>
                    <a:lnTo>
                      <a:pt x="881" y="543"/>
                    </a:lnTo>
                    <a:lnTo>
                      <a:pt x="880" y="541"/>
                    </a:lnTo>
                    <a:lnTo>
                      <a:pt x="880" y="538"/>
                    </a:lnTo>
                    <a:lnTo>
                      <a:pt x="881" y="536"/>
                    </a:lnTo>
                    <a:lnTo>
                      <a:pt x="881" y="534"/>
                    </a:lnTo>
                    <a:lnTo>
                      <a:pt x="880" y="532"/>
                    </a:lnTo>
                    <a:lnTo>
                      <a:pt x="879" y="529"/>
                    </a:lnTo>
                    <a:lnTo>
                      <a:pt x="879" y="527"/>
                    </a:lnTo>
                    <a:lnTo>
                      <a:pt x="879" y="525"/>
                    </a:lnTo>
                    <a:lnTo>
                      <a:pt x="878" y="522"/>
                    </a:lnTo>
                    <a:lnTo>
                      <a:pt x="877" y="519"/>
                    </a:lnTo>
                    <a:lnTo>
                      <a:pt x="875" y="516"/>
                    </a:lnTo>
                    <a:lnTo>
                      <a:pt x="876" y="514"/>
                    </a:lnTo>
                    <a:lnTo>
                      <a:pt x="880" y="513"/>
                    </a:lnTo>
                    <a:lnTo>
                      <a:pt x="885" y="514"/>
                    </a:lnTo>
                    <a:lnTo>
                      <a:pt x="889" y="514"/>
                    </a:lnTo>
                    <a:lnTo>
                      <a:pt x="891" y="513"/>
                    </a:lnTo>
                    <a:lnTo>
                      <a:pt x="892" y="511"/>
                    </a:lnTo>
                    <a:lnTo>
                      <a:pt x="894" y="509"/>
                    </a:lnTo>
                    <a:lnTo>
                      <a:pt x="896" y="507"/>
                    </a:lnTo>
                    <a:lnTo>
                      <a:pt x="899" y="507"/>
                    </a:lnTo>
                    <a:lnTo>
                      <a:pt x="902" y="506"/>
                    </a:lnTo>
                    <a:lnTo>
                      <a:pt x="905" y="505"/>
                    </a:lnTo>
                    <a:lnTo>
                      <a:pt x="908" y="504"/>
                    </a:lnTo>
                    <a:lnTo>
                      <a:pt x="912" y="504"/>
                    </a:lnTo>
                    <a:lnTo>
                      <a:pt x="915" y="506"/>
                    </a:lnTo>
                    <a:lnTo>
                      <a:pt x="918" y="507"/>
                    </a:lnTo>
                    <a:lnTo>
                      <a:pt x="921" y="508"/>
                    </a:lnTo>
                    <a:lnTo>
                      <a:pt x="925" y="508"/>
                    </a:lnTo>
                    <a:lnTo>
                      <a:pt x="928" y="509"/>
                    </a:lnTo>
                    <a:lnTo>
                      <a:pt x="931" y="511"/>
                    </a:lnTo>
                    <a:lnTo>
                      <a:pt x="931" y="514"/>
                    </a:lnTo>
                    <a:lnTo>
                      <a:pt x="931" y="518"/>
                    </a:lnTo>
                    <a:lnTo>
                      <a:pt x="932" y="519"/>
                    </a:lnTo>
                    <a:lnTo>
                      <a:pt x="936" y="520"/>
                    </a:lnTo>
                    <a:lnTo>
                      <a:pt x="941" y="520"/>
                    </a:lnTo>
                    <a:lnTo>
                      <a:pt x="945" y="522"/>
                    </a:lnTo>
                    <a:lnTo>
                      <a:pt x="946" y="524"/>
                    </a:lnTo>
                    <a:lnTo>
                      <a:pt x="947" y="527"/>
                    </a:lnTo>
                    <a:lnTo>
                      <a:pt x="947" y="529"/>
                    </a:lnTo>
                    <a:close/>
                  </a:path>
                </a:pathLst>
              </a:custGeom>
              <a:solidFill>
                <a:srgbClr val="ECB78D">
                  <a:alpha val="9600"/>
                </a:srgbClr>
              </a:solidFill>
              <a:ln>
                <a:noFill/>
              </a:ln>
            </p:spPr>
            <p:txBody>
              <a:bodyPr anchor="ctr"/>
              <a:lstStyle/>
              <a:p>
                <a:pPr algn="ctr">
                  <a:buNone/>
                </a:pPr>
              </a:p>
            </p:txBody>
          </p:sp>
          <p:sp>
            <p:nvSpPr>
              <p:cNvPr id="2904" name="addition:input:27"/>
              <p:cNvSpPr>
                <a:spLocks noGrp="1"/>
              </p:cNvSpPr>
              <p:nvPr/>
            </p:nvSpPr>
            <p:spPr>
              <a:xfrm>
                <a:off x="209550" y="5438775"/>
                <a:ext cx="1598188" cy="1090971"/>
              </a:xfrm>
              <a:custGeom>
                <a:avLst/>
                <a:gdLst/>
                <a:ahLst/>
                <a:cxnLst/>
                <a:rect l="l" t="t" r="r" b="b"/>
                <a:pathLst>
                  <a:path w="971" h="582">
                    <a:moveTo>
                      <a:pt x="0" y="0"/>
                    </a:moveTo>
                    <a:moveTo>
                      <a:pt x="962" y="553"/>
                    </a:moveTo>
                    <a:lnTo>
                      <a:pt x="961" y="555"/>
                    </a:lnTo>
                    <a:lnTo>
                      <a:pt x="962" y="558"/>
                    </a:lnTo>
                    <a:lnTo>
                      <a:pt x="963" y="560"/>
                    </a:lnTo>
                    <a:lnTo>
                      <a:pt x="964" y="563"/>
                    </a:lnTo>
                    <a:lnTo>
                      <a:pt x="964" y="565"/>
                    </a:lnTo>
                    <a:lnTo>
                      <a:pt x="964" y="568"/>
                    </a:lnTo>
                    <a:lnTo>
                      <a:pt x="964" y="572"/>
                    </a:lnTo>
                    <a:lnTo>
                      <a:pt x="963" y="574"/>
                    </a:lnTo>
                    <a:lnTo>
                      <a:pt x="960" y="576"/>
                    </a:lnTo>
                    <a:lnTo>
                      <a:pt x="956" y="575"/>
                    </a:lnTo>
                    <a:lnTo>
                      <a:pt x="952" y="575"/>
                    </a:lnTo>
                    <a:lnTo>
                      <a:pt x="949" y="575"/>
                    </a:lnTo>
                    <a:lnTo>
                      <a:pt x="948" y="577"/>
                    </a:lnTo>
                    <a:lnTo>
                      <a:pt x="946" y="579"/>
                    </a:lnTo>
                    <a:lnTo>
                      <a:pt x="944" y="581"/>
                    </a:lnTo>
                    <a:lnTo>
                      <a:pt x="941" y="580"/>
                    </a:lnTo>
                    <a:lnTo>
                      <a:pt x="938" y="579"/>
                    </a:lnTo>
                    <a:lnTo>
                      <a:pt x="935" y="578"/>
                    </a:lnTo>
                    <a:lnTo>
                      <a:pt x="932" y="580"/>
                    </a:lnTo>
                    <a:lnTo>
                      <a:pt x="929" y="581"/>
                    </a:lnTo>
                    <a:lnTo>
                      <a:pt x="925" y="582"/>
                    </a:lnTo>
                    <a:lnTo>
                      <a:pt x="921" y="581"/>
                    </a:lnTo>
                    <a:lnTo>
                      <a:pt x="918" y="580"/>
                    </a:lnTo>
                    <a:lnTo>
                      <a:pt x="915" y="578"/>
                    </a:lnTo>
                    <a:lnTo>
                      <a:pt x="912" y="577"/>
                    </a:lnTo>
                    <a:lnTo>
                      <a:pt x="910" y="574"/>
                    </a:lnTo>
                    <a:lnTo>
                      <a:pt x="909" y="571"/>
                    </a:lnTo>
                    <a:lnTo>
                      <a:pt x="910" y="567"/>
                    </a:lnTo>
                    <a:lnTo>
                      <a:pt x="909" y="565"/>
                    </a:lnTo>
                    <a:lnTo>
                      <a:pt x="906" y="563"/>
                    </a:lnTo>
                    <a:lnTo>
                      <a:pt x="900" y="563"/>
                    </a:lnTo>
                    <a:lnTo>
                      <a:pt x="895" y="561"/>
                    </a:lnTo>
                    <a:lnTo>
                      <a:pt x="893" y="559"/>
                    </a:lnTo>
                    <a:lnTo>
                      <a:pt x="893" y="556"/>
                    </a:lnTo>
                    <a:lnTo>
                      <a:pt x="895" y="553"/>
                    </a:lnTo>
                    <a:lnTo>
                      <a:pt x="895" y="551"/>
                    </a:lnTo>
                    <a:lnTo>
                      <a:pt x="895" y="548"/>
                    </a:lnTo>
                    <a:lnTo>
                      <a:pt x="895" y="545"/>
                    </a:lnTo>
                    <a:lnTo>
                      <a:pt x="897" y="543"/>
                    </a:lnTo>
                    <a:lnTo>
                      <a:pt x="900" y="541"/>
                    </a:lnTo>
                    <a:lnTo>
                      <a:pt x="902" y="540"/>
                    </a:lnTo>
                    <a:lnTo>
                      <a:pt x="904" y="538"/>
                    </a:lnTo>
                    <a:lnTo>
                      <a:pt x="906" y="535"/>
                    </a:lnTo>
                    <a:lnTo>
                      <a:pt x="909" y="534"/>
                    </a:lnTo>
                    <a:lnTo>
                      <a:pt x="913" y="534"/>
                    </a:lnTo>
                    <a:lnTo>
                      <a:pt x="916" y="533"/>
                    </a:lnTo>
                    <a:lnTo>
                      <a:pt x="919" y="531"/>
                    </a:lnTo>
                    <a:lnTo>
                      <a:pt x="920" y="527"/>
                    </a:lnTo>
                    <a:lnTo>
                      <a:pt x="922" y="523"/>
                    </a:lnTo>
                    <a:lnTo>
                      <a:pt x="926" y="521"/>
                    </a:lnTo>
                    <a:lnTo>
                      <a:pt x="930" y="522"/>
                    </a:lnTo>
                    <a:lnTo>
                      <a:pt x="935" y="524"/>
                    </a:lnTo>
                    <a:lnTo>
                      <a:pt x="938" y="527"/>
                    </a:lnTo>
                    <a:lnTo>
                      <a:pt x="941" y="528"/>
                    </a:lnTo>
                    <a:lnTo>
                      <a:pt x="944" y="528"/>
                    </a:lnTo>
                    <a:lnTo>
                      <a:pt x="947" y="529"/>
                    </a:lnTo>
                    <a:lnTo>
                      <a:pt x="949" y="530"/>
                    </a:lnTo>
                    <a:lnTo>
                      <a:pt x="952" y="531"/>
                    </a:lnTo>
                    <a:lnTo>
                      <a:pt x="955" y="531"/>
                    </a:lnTo>
                    <a:lnTo>
                      <a:pt x="959" y="531"/>
                    </a:lnTo>
                    <a:lnTo>
                      <a:pt x="962" y="532"/>
                    </a:lnTo>
                    <a:lnTo>
                      <a:pt x="963" y="534"/>
                    </a:lnTo>
                    <a:lnTo>
                      <a:pt x="963" y="537"/>
                    </a:lnTo>
                    <a:lnTo>
                      <a:pt x="964" y="539"/>
                    </a:lnTo>
                    <a:lnTo>
                      <a:pt x="966" y="541"/>
                    </a:lnTo>
                    <a:lnTo>
                      <a:pt x="969" y="543"/>
                    </a:lnTo>
                    <a:lnTo>
                      <a:pt x="971" y="545"/>
                    </a:lnTo>
                    <a:lnTo>
                      <a:pt x="970" y="548"/>
                    </a:lnTo>
                    <a:lnTo>
                      <a:pt x="966" y="551"/>
                    </a:lnTo>
                    <a:close/>
                  </a:path>
                </a:pathLst>
              </a:custGeom>
              <a:solidFill>
                <a:srgbClr val="ECB78D">
                  <a:alpha val="9600"/>
                </a:srgbClr>
              </a:solidFill>
              <a:ln>
                <a:noFill/>
              </a:ln>
            </p:spPr>
            <p:txBody>
              <a:bodyPr anchor="ctr"/>
              <a:lstStyle/>
              <a:p>
                <a:pPr algn="ctr">
                  <a:buNone/>
                </a:pPr>
              </a:p>
            </p:txBody>
          </p:sp>
          <p:sp>
            <p:nvSpPr>
              <p:cNvPr id="2905" name="addition:input:28"/>
              <p:cNvSpPr>
                <a:spLocks noGrp="1"/>
              </p:cNvSpPr>
              <p:nvPr/>
            </p:nvSpPr>
            <p:spPr>
              <a:xfrm>
                <a:off x="209550" y="5438775"/>
                <a:ext cx="1575145" cy="1139708"/>
              </a:xfrm>
              <a:custGeom>
                <a:avLst/>
                <a:gdLst/>
                <a:ahLst/>
                <a:cxnLst/>
                <a:rect l="l" t="t" r="r" b="b"/>
                <a:pathLst>
                  <a:path w="957" h="608">
                    <a:moveTo>
                      <a:pt x="0" y="0"/>
                    </a:moveTo>
                    <a:moveTo>
                      <a:pt x="946" y="577"/>
                    </a:moveTo>
                    <a:lnTo>
                      <a:pt x="949" y="579"/>
                    </a:lnTo>
                    <a:lnTo>
                      <a:pt x="950" y="582"/>
                    </a:lnTo>
                    <a:lnTo>
                      <a:pt x="948" y="584"/>
                    </a:lnTo>
                    <a:lnTo>
                      <a:pt x="946" y="586"/>
                    </a:lnTo>
                    <a:lnTo>
                      <a:pt x="944" y="589"/>
                    </a:lnTo>
                    <a:lnTo>
                      <a:pt x="944" y="591"/>
                    </a:lnTo>
                    <a:lnTo>
                      <a:pt x="944" y="594"/>
                    </a:lnTo>
                    <a:lnTo>
                      <a:pt x="942" y="597"/>
                    </a:lnTo>
                    <a:lnTo>
                      <a:pt x="940" y="599"/>
                    </a:lnTo>
                    <a:lnTo>
                      <a:pt x="937" y="600"/>
                    </a:lnTo>
                    <a:lnTo>
                      <a:pt x="934" y="602"/>
                    </a:lnTo>
                    <a:lnTo>
                      <a:pt x="932" y="604"/>
                    </a:lnTo>
                    <a:lnTo>
                      <a:pt x="928" y="605"/>
                    </a:lnTo>
                    <a:lnTo>
                      <a:pt x="924" y="603"/>
                    </a:lnTo>
                    <a:lnTo>
                      <a:pt x="920" y="601"/>
                    </a:lnTo>
                    <a:lnTo>
                      <a:pt x="917" y="599"/>
                    </a:lnTo>
                    <a:lnTo>
                      <a:pt x="914" y="601"/>
                    </a:lnTo>
                    <a:lnTo>
                      <a:pt x="911" y="604"/>
                    </a:lnTo>
                    <a:lnTo>
                      <a:pt x="907" y="607"/>
                    </a:lnTo>
                    <a:lnTo>
                      <a:pt x="903" y="608"/>
                    </a:lnTo>
                    <a:lnTo>
                      <a:pt x="899" y="607"/>
                    </a:lnTo>
                    <a:lnTo>
                      <a:pt x="896" y="605"/>
                    </a:lnTo>
                    <a:lnTo>
                      <a:pt x="892" y="603"/>
                    </a:lnTo>
                    <a:lnTo>
                      <a:pt x="889" y="602"/>
                    </a:lnTo>
                    <a:lnTo>
                      <a:pt x="886" y="600"/>
                    </a:lnTo>
                    <a:lnTo>
                      <a:pt x="884" y="597"/>
                    </a:lnTo>
                    <a:lnTo>
                      <a:pt x="882" y="594"/>
                    </a:lnTo>
                    <a:lnTo>
                      <a:pt x="880" y="592"/>
                    </a:lnTo>
                    <a:lnTo>
                      <a:pt x="876" y="591"/>
                    </a:lnTo>
                    <a:lnTo>
                      <a:pt x="872" y="589"/>
                    </a:lnTo>
                    <a:lnTo>
                      <a:pt x="870" y="587"/>
                    </a:lnTo>
                    <a:lnTo>
                      <a:pt x="871" y="584"/>
                    </a:lnTo>
                    <a:lnTo>
                      <a:pt x="871" y="581"/>
                    </a:lnTo>
                    <a:lnTo>
                      <a:pt x="869" y="579"/>
                    </a:lnTo>
                    <a:lnTo>
                      <a:pt x="864" y="577"/>
                    </a:lnTo>
                    <a:lnTo>
                      <a:pt x="859" y="574"/>
                    </a:lnTo>
                    <a:lnTo>
                      <a:pt x="857" y="571"/>
                    </a:lnTo>
                    <a:lnTo>
                      <a:pt x="860" y="568"/>
                    </a:lnTo>
                    <a:lnTo>
                      <a:pt x="864" y="566"/>
                    </a:lnTo>
                    <a:lnTo>
                      <a:pt x="869" y="565"/>
                    </a:lnTo>
                    <a:lnTo>
                      <a:pt x="873" y="563"/>
                    </a:lnTo>
                    <a:lnTo>
                      <a:pt x="875" y="562"/>
                    </a:lnTo>
                    <a:lnTo>
                      <a:pt x="879" y="560"/>
                    </a:lnTo>
                    <a:lnTo>
                      <a:pt x="882" y="559"/>
                    </a:lnTo>
                    <a:lnTo>
                      <a:pt x="885" y="557"/>
                    </a:lnTo>
                    <a:lnTo>
                      <a:pt x="886" y="554"/>
                    </a:lnTo>
                    <a:lnTo>
                      <a:pt x="888" y="550"/>
                    </a:lnTo>
                    <a:lnTo>
                      <a:pt x="891" y="548"/>
                    </a:lnTo>
                    <a:lnTo>
                      <a:pt x="896" y="547"/>
                    </a:lnTo>
                    <a:lnTo>
                      <a:pt x="902" y="548"/>
                    </a:lnTo>
                    <a:lnTo>
                      <a:pt x="906" y="549"/>
                    </a:lnTo>
                    <a:lnTo>
                      <a:pt x="911" y="549"/>
                    </a:lnTo>
                    <a:lnTo>
                      <a:pt x="915" y="547"/>
                    </a:lnTo>
                    <a:lnTo>
                      <a:pt x="920" y="546"/>
                    </a:lnTo>
                    <a:lnTo>
                      <a:pt x="924" y="547"/>
                    </a:lnTo>
                    <a:lnTo>
                      <a:pt x="927" y="551"/>
                    </a:lnTo>
                    <a:lnTo>
                      <a:pt x="929" y="553"/>
                    </a:lnTo>
                    <a:lnTo>
                      <a:pt x="932" y="555"/>
                    </a:lnTo>
                    <a:lnTo>
                      <a:pt x="935" y="556"/>
                    </a:lnTo>
                    <a:lnTo>
                      <a:pt x="939" y="556"/>
                    </a:lnTo>
                    <a:lnTo>
                      <a:pt x="942" y="557"/>
                    </a:lnTo>
                    <a:lnTo>
                      <a:pt x="945" y="558"/>
                    </a:lnTo>
                    <a:lnTo>
                      <a:pt x="949" y="559"/>
                    </a:lnTo>
                    <a:lnTo>
                      <a:pt x="953" y="560"/>
                    </a:lnTo>
                    <a:lnTo>
                      <a:pt x="957" y="562"/>
                    </a:lnTo>
                    <a:lnTo>
                      <a:pt x="957" y="565"/>
                    </a:lnTo>
                    <a:lnTo>
                      <a:pt x="953" y="569"/>
                    </a:lnTo>
                    <a:lnTo>
                      <a:pt x="948" y="572"/>
                    </a:lnTo>
                    <a:lnTo>
                      <a:pt x="945" y="575"/>
                    </a:lnTo>
                    <a:close/>
                  </a:path>
                </a:pathLst>
              </a:custGeom>
              <a:solidFill>
                <a:srgbClr val="ECB78D">
                  <a:alpha val="9600"/>
                </a:srgbClr>
              </a:solidFill>
              <a:ln>
                <a:noFill/>
              </a:ln>
            </p:spPr>
            <p:txBody>
              <a:bodyPr anchor="ctr"/>
              <a:lstStyle/>
              <a:p>
                <a:pPr algn="ctr">
                  <a:buNone/>
                </a:pPr>
              </a:p>
            </p:txBody>
          </p:sp>
          <p:sp>
            <p:nvSpPr>
              <p:cNvPr id="2906" name="addition:input:29"/>
              <p:cNvSpPr>
                <a:spLocks noGrp="1"/>
              </p:cNvSpPr>
              <p:nvPr/>
            </p:nvSpPr>
            <p:spPr>
              <a:xfrm>
                <a:off x="209550" y="5438775"/>
                <a:ext cx="1491204" cy="1145332"/>
              </a:xfrm>
              <a:custGeom>
                <a:avLst/>
                <a:gdLst/>
                <a:ahLst/>
                <a:cxnLst/>
                <a:rect l="l" t="t" r="r" b="b"/>
                <a:pathLst>
                  <a:path w="906" h="611">
                    <a:moveTo>
                      <a:pt x="0" y="0"/>
                    </a:moveTo>
                    <a:moveTo>
                      <a:pt x="900" y="580"/>
                    </a:moveTo>
                    <a:lnTo>
                      <a:pt x="903" y="582"/>
                    </a:lnTo>
                    <a:lnTo>
                      <a:pt x="905" y="585"/>
                    </a:lnTo>
                    <a:lnTo>
                      <a:pt x="906" y="588"/>
                    </a:lnTo>
                    <a:lnTo>
                      <a:pt x="905" y="590"/>
                    </a:lnTo>
                    <a:lnTo>
                      <a:pt x="902" y="592"/>
                    </a:lnTo>
                    <a:lnTo>
                      <a:pt x="900" y="593"/>
                    </a:lnTo>
                    <a:lnTo>
                      <a:pt x="900" y="596"/>
                    </a:lnTo>
                    <a:lnTo>
                      <a:pt x="901" y="600"/>
                    </a:lnTo>
                    <a:lnTo>
                      <a:pt x="899" y="602"/>
                    </a:lnTo>
                    <a:lnTo>
                      <a:pt x="896" y="603"/>
                    </a:lnTo>
                    <a:lnTo>
                      <a:pt x="891" y="602"/>
                    </a:lnTo>
                    <a:lnTo>
                      <a:pt x="887" y="601"/>
                    </a:lnTo>
                    <a:lnTo>
                      <a:pt x="885" y="602"/>
                    </a:lnTo>
                    <a:lnTo>
                      <a:pt x="882" y="603"/>
                    </a:lnTo>
                    <a:lnTo>
                      <a:pt x="880" y="605"/>
                    </a:lnTo>
                    <a:lnTo>
                      <a:pt x="877" y="606"/>
                    </a:lnTo>
                    <a:lnTo>
                      <a:pt x="874" y="607"/>
                    </a:lnTo>
                    <a:lnTo>
                      <a:pt x="870" y="609"/>
                    </a:lnTo>
                    <a:lnTo>
                      <a:pt x="866" y="611"/>
                    </a:lnTo>
                    <a:lnTo>
                      <a:pt x="862" y="611"/>
                    </a:lnTo>
                    <a:lnTo>
                      <a:pt x="858" y="610"/>
                    </a:lnTo>
                    <a:lnTo>
                      <a:pt x="855" y="606"/>
                    </a:lnTo>
                    <a:lnTo>
                      <a:pt x="854" y="602"/>
                    </a:lnTo>
                    <a:lnTo>
                      <a:pt x="851" y="600"/>
                    </a:lnTo>
                    <a:lnTo>
                      <a:pt x="847" y="600"/>
                    </a:lnTo>
                    <a:lnTo>
                      <a:pt x="843" y="600"/>
                    </a:lnTo>
                    <a:lnTo>
                      <a:pt x="840" y="598"/>
                    </a:lnTo>
                    <a:lnTo>
                      <a:pt x="838" y="595"/>
                    </a:lnTo>
                    <a:lnTo>
                      <a:pt x="837" y="593"/>
                    </a:lnTo>
                    <a:lnTo>
                      <a:pt x="836" y="591"/>
                    </a:lnTo>
                    <a:lnTo>
                      <a:pt x="833" y="589"/>
                    </a:lnTo>
                    <a:lnTo>
                      <a:pt x="829" y="587"/>
                    </a:lnTo>
                    <a:lnTo>
                      <a:pt x="827" y="585"/>
                    </a:lnTo>
                    <a:lnTo>
                      <a:pt x="827" y="582"/>
                    </a:lnTo>
                    <a:lnTo>
                      <a:pt x="826" y="580"/>
                    </a:lnTo>
                    <a:lnTo>
                      <a:pt x="826" y="577"/>
                    </a:lnTo>
                    <a:lnTo>
                      <a:pt x="826" y="574"/>
                    </a:lnTo>
                    <a:lnTo>
                      <a:pt x="829" y="572"/>
                    </a:lnTo>
                    <a:lnTo>
                      <a:pt x="834" y="570"/>
                    </a:lnTo>
                    <a:lnTo>
                      <a:pt x="840" y="569"/>
                    </a:lnTo>
                    <a:lnTo>
                      <a:pt x="843" y="568"/>
                    </a:lnTo>
                    <a:lnTo>
                      <a:pt x="844" y="566"/>
                    </a:lnTo>
                    <a:lnTo>
                      <a:pt x="843" y="562"/>
                    </a:lnTo>
                    <a:lnTo>
                      <a:pt x="843" y="558"/>
                    </a:lnTo>
                    <a:lnTo>
                      <a:pt x="845" y="556"/>
                    </a:lnTo>
                    <a:lnTo>
                      <a:pt x="849" y="555"/>
                    </a:lnTo>
                    <a:lnTo>
                      <a:pt x="853" y="554"/>
                    </a:lnTo>
                    <a:lnTo>
                      <a:pt x="857" y="553"/>
                    </a:lnTo>
                    <a:lnTo>
                      <a:pt x="860" y="552"/>
                    </a:lnTo>
                    <a:lnTo>
                      <a:pt x="863" y="551"/>
                    </a:lnTo>
                    <a:lnTo>
                      <a:pt x="867" y="552"/>
                    </a:lnTo>
                    <a:lnTo>
                      <a:pt x="871" y="553"/>
                    </a:lnTo>
                    <a:lnTo>
                      <a:pt x="874" y="553"/>
                    </a:lnTo>
                    <a:lnTo>
                      <a:pt x="877" y="553"/>
                    </a:lnTo>
                    <a:lnTo>
                      <a:pt x="880" y="553"/>
                    </a:lnTo>
                    <a:lnTo>
                      <a:pt x="882" y="554"/>
                    </a:lnTo>
                    <a:lnTo>
                      <a:pt x="884" y="557"/>
                    </a:lnTo>
                    <a:lnTo>
                      <a:pt x="885" y="559"/>
                    </a:lnTo>
                    <a:lnTo>
                      <a:pt x="888" y="559"/>
                    </a:lnTo>
                    <a:lnTo>
                      <a:pt x="893" y="557"/>
                    </a:lnTo>
                    <a:lnTo>
                      <a:pt x="898" y="557"/>
                    </a:lnTo>
                    <a:lnTo>
                      <a:pt x="902" y="558"/>
                    </a:lnTo>
                    <a:lnTo>
                      <a:pt x="902" y="561"/>
                    </a:lnTo>
                    <a:lnTo>
                      <a:pt x="901" y="565"/>
                    </a:lnTo>
                    <a:lnTo>
                      <a:pt x="900" y="568"/>
                    </a:lnTo>
                    <a:lnTo>
                      <a:pt x="900" y="570"/>
                    </a:lnTo>
                    <a:lnTo>
                      <a:pt x="900" y="573"/>
                    </a:lnTo>
                    <a:lnTo>
                      <a:pt x="900" y="575"/>
                    </a:lnTo>
                    <a:lnTo>
                      <a:pt x="899" y="577"/>
                    </a:lnTo>
                    <a:close/>
                  </a:path>
                </a:pathLst>
              </a:custGeom>
              <a:solidFill>
                <a:srgbClr val="ECB78D">
                  <a:alpha val="9600"/>
                </a:srgbClr>
              </a:solidFill>
              <a:ln>
                <a:noFill/>
              </a:ln>
            </p:spPr>
            <p:txBody>
              <a:bodyPr anchor="ctr"/>
              <a:lstStyle/>
              <a:p>
                <a:pPr algn="ctr">
                  <a:buNone/>
                </a:pPr>
              </a:p>
            </p:txBody>
          </p:sp>
          <p:sp>
            <p:nvSpPr>
              <p:cNvPr id="2907" name="addition:input:30"/>
              <p:cNvSpPr>
                <a:spLocks noGrp="1"/>
              </p:cNvSpPr>
              <p:nvPr/>
            </p:nvSpPr>
            <p:spPr>
              <a:xfrm>
                <a:off x="209550" y="5438775"/>
                <a:ext cx="1435242" cy="1115339"/>
              </a:xfrm>
              <a:custGeom>
                <a:avLst/>
                <a:gdLst/>
                <a:ahLst/>
                <a:cxnLst/>
                <a:rect l="l" t="t" r="r" b="b"/>
                <a:pathLst>
                  <a:path w="872" h="595">
                    <a:moveTo>
                      <a:pt x="0" y="0"/>
                    </a:moveTo>
                    <a:moveTo>
                      <a:pt x="869" y="569"/>
                    </a:moveTo>
                    <a:lnTo>
                      <a:pt x="871" y="572"/>
                    </a:lnTo>
                    <a:lnTo>
                      <a:pt x="872" y="574"/>
                    </a:lnTo>
                    <a:lnTo>
                      <a:pt x="870" y="576"/>
                    </a:lnTo>
                    <a:lnTo>
                      <a:pt x="869" y="578"/>
                    </a:lnTo>
                    <a:lnTo>
                      <a:pt x="867" y="580"/>
                    </a:lnTo>
                    <a:lnTo>
                      <a:pt x="865" y="582"/>
                    </a:lnTo>
                    <a:lnTo>
                      <a:pt x="861" y="582"/>
                    </a:lnTo>
                    <a:lnTo>
                      <a:pt x="858" y="583"/>
                    </a:lnTo>
                    <a:lnTo>
                      <a:pt x="855" y="583"/>
                    </a:lnTo>
                    <a:lnTo>
                      <a:pt x="854" y="586"/>
                    </a:lnTo>
                    <a:lnTo>
                      <a:pt x="854" y="589"/>
                    </a:lnTo>
                    <a:lnTo>
                      <a:pt x="853" y="592"/>
                    </a:lnTo>
                    <a:lnTo>
                      <a:pt x="850" y="594"/>
                    </a:lnTo>
                    <a:lnTo>
                      <a:pt x="846" y="594"/>
                    </a:lnTo>
                    <a:lnTo>
                      <a:pt x="843" y="593"/>
                    </a:lnTo>
                    <a:lnTo>
                      <a:pt x="839" y="593"/>
                    </a:lnTo>
                    <a:lnTo>
                      <a:pt x="836" y="594"/>
                    </a:lnTo>
                    <a:lnTo>
                      <a:pt x="833" y="595"/>
                    </a:lnTo>
                    <a:lnTo>
                      <a:pt x="830" y="594"/>
                    </a:lnTo>
                    <a:lnTo>
                      <a:pt x="828" y="592"/>
                    </a:lnTo>
                    <a:lnTo>
                      <a:pt x="825" y="591"/>
                    </a:lnTo>
                    <a:lnTo>
                      <a:pt x="823" y="590"/>
                    </a:lnTo>
                    <a:lnTo>
                      <a:pt x="821" y="589"/>
                    </a:lnTo>
                    <a:lnTo>
                      <a:pt x="819" y="588"/>
                    </a:lnTo>
                    <a:lnTo>
                      <a:pt x="817" y="586"/>
                    </a:lnTo>
                    <a:lnTo>
                      <a:pt x="816" y="585"/>
                    </a:lnTo>
                    <a:lnTo>
                      <a:pt x="814" y="584"/>
                    </a:lnTo>
                    <a:lnTo>
                      <a:pt x="810" y="584"/>
                    </a:lnTo>
                    <a:lnTo>
                      <a:pt x="806" y="584"/>
                    </a:lnTo>
                    <a:lnTo>
                      <a:pt x="804" y="582"/>
                    </a:lnTo>
                    <a:lnTo>
                      <a:pt x="805" y="579"/>
                    </a:lnTo>
                    <a:lnTo>
                      <a:pt x="808" y="576"/>
                    </a:lnTo>
                    <a:lnTo>
                      <a:pt x="810" y="573"/>
                    </a:lnTo>
                    <a:lnTo>
                      <a:pt x="811" y="571"/>
                    </a:lnTo>
                    <a:lnTo>
                      <a:pt x="811" y="569"/>
                    </a:lnTo>
                    <a:lnTo>
                      <a:pt x="810" y="567"/>
                    </a:lnTo>
                    <a:lnTo>
                      <a:pt x="811" y="566"/>
                    </a:lnTo>
                    <a:lnTo>
                      <a:pt x="812" y="564"/>
                    </a:lnTo>
                    <a:lnTo>
                      <a:pt x="812" y="561"/>
                    </a:lnTo>
                    <a:lnTo>
                      <a:pt x="811" y="559"/>
                    </a:lnTo>
                    <a:lnTo>
                      <a:pt x="811" y="557"/>
                    </a:lnTo>
                    <a:lnTo>
                      <a:pt x="813" y="555"/>
                    </a:lnTo>
                    <a:lnTo>
                      <a:pt x="816" y="554"/>
                    </a:lnTo>
                    <a:lnTo>
                      <a:pt x="818" y="552"/>
                    </a:lnTo>
                    <a:lnTo>
                      <a:pt x="819" y="550"/>
                    </a:lnTo>
                    <a:lnTo>
                      <a:pt x="819" y="548"/>
                    </a:lnTo>
                    <a:lnTo>
                      <a:pt x="821" y="546"/>
                    </a:lnTo>
                    <a:lnTo>
                      <a:pt x="824" y="546"/>
                    </a:lnTo>
                    <a:lnTo>
                      <a:pt x="827" y="548"/>
                    </a:lnTo>
                    <a:lnTo>
                      <a:pt x="830" y="550"/>
                    </a:lnTo>
                    <a:lnTo>
                      <a:pt x="832" y="550"/>
                    </a:lnTo>
                    <a:lnTo>
                      <a:pt x="834" y="549"/>
                    </a:lnTo>
                    <a:lnTo>
                      <a:pt x="836" y="547"/>
                    </a:lnTo>
                    <a:lnTo>
                      <a:pt x="839" y="546"/>
                    </a:lnTo>
                    <a:lnTo>
                      <a:pt x="841" y="545"/>
                    </a:lnTo>
                    <a:lnTo>
                      <a:pt x="844" y="545"/>
                    </a:lnTo>
                    <a:lnTo>
                      <a:pt x="847" y="545"/>
                    </a:lnTo>
                    <a:lnTo>
                      <a:pt x="850" y="546"/>
                    </a:lnTo>
                    <a:lnTo>
                      <a:pt x="852" y="548"/>
                    </a:lnTo>
                    <a:lnTo>
                      <a:pt x="853" y="551"/>
                    </a:lnTo>
                    <a:lnTo>
                      <a:pt x="854" y="554"/>
                    </a:lnTo>
                    <a:lnTo>
                      <a:pt x="855" y="556"/>
                    </a:lnTo>
                    <a:lnTo>
                      <a:pt x="858" y="556"/>
                    </a:lnTo>
                    <a:lnTo>
                      <a:pt x="861" y="557"/>
                    </a:lnTo>
                    <a:lnTo>
                      <a:pt x="864" y="559"/>
                    </a:lnTo>
                    <a:lnTo>
                      <a:pt x="864" y="561"/>
                    </a:lnTo>
                    <a:lnTo>
                      <a:pt x="864" y="564"/>
                    </a:lnTo>
                    <a:lnTo>
                      <a:pt x="864" y="566"/>
                    </a:lnTo>
                    <a:lnTo>
                      <a:pt x="866" y="567"/>
                    </a:lnTo>
                    <a:close/>
                  </a:path>
                </a:pathLst>
              </a:custGeom>
              <a:solidFill>
                <a:srgbClr val="ECB78D">
                  <a:alpha val="9600"/>
                </a:srgbClr>
              </a:solidFill>
              <a:ln>
                <a:noFill/>
              </a:ln>
            </p:spPr>
            <p:txBody>
              <a:bodyPr anchor="ctr"/>
              <a:lstStyle/>
              <a:p>
                <a:pPr algn="ctr">
                  <a:buNone/>
                </a:pPr>
              </a:p>
            </p:txBody>
          </p:sp>
          <p:sp>
            <p:nvSpPr>
              <p:cNvPr id="2908" name="addition:input:31"/>
              <p:cNvSpPr>
                <a:spLocks noGrp="1"/>
              </p:cNvSpPr>
              <p:nvPr/>
            </p:nvSpPr>
            <p:spPr>
              <a:xfrm>
                <a:off x="209550" y="5438775"/>
                <a:ext cx="1542227" cy="1128461"/>
              </a:xfrm>
              <a:custGeom>
                <a:avLst/>
                <a:gdLst/>
                <a:ahLst/>
                <a:cxnLst/>
                <a:rect l="l" t="t" r="r" b="b"/>
                <a:pathLst>
                  <a:path w="937" h="602">
                    <a:moveTo>
                      <a:pt x="0" y="0"/>
                    </a:moveTo>
                    <a:moveTo>
                      <a:pt x="929" y="565"/>
                    </a:moveTo>
                    <a:lnTo>
                      <a:pt x="935" y="568"/>
                    </a:lnTo>
                    <a:lnTo>
                      <a:pt x="937" y="571"/>
                    </a:lnTo>
                    <a:lnTo>
                      <a:pt x="936" y="574"/>
                    </a:lnTo>
                    <a:lnTo>
                      <a:pt x="933" y="576"/>
                    </a:lnTo>
                    <a:lnTo>
                      <a:pt x="930" y="579"/>
                    </a:lnTo>
                    <a:lnTo>
                      <a:pt x="930" y="581"/>
                    </a:lnTo>
                    <a:lnTo>
                      <a:pt x="930" y="584"/>
                    </a:lnTo>
                    <a:lnTo>
                      <a:pt x="928" y="587"/>
                    </a:lnTo>
                    <a:lnTo>
                      <a:pt x="924" y="588"/>
                    </a:lnTo>
                    <a:lnTo>
                      <a:pt x="920" y="589"/>
                    </a:lnTo>
                    <a:lnTo>
                      <a:pt x="916" y="589"/>
                    </a:lnTo>
                    <a:lnTo>
                      <a:pt x="913" y="591"/>
                    </a:lnTo>
                    <a:lnTo>
                      <a:pt x="910" y="592"/>
                    </a:lnTo>
                    <a:lnTo>
                      <a:pt x="906" y="592"/>
                    </a:lnTo>
                    <a:lnTo>
                      <a:pt x="902" y="592"/>
                    </a:lnTo>
                    <a:lnTo>
                      <a:pt x="899" y="593"/>
                    </a:lnTo>
                    <a:lnTo>
                      <a:pt x="895" y="596"/>
                    </a:lnTo>
                    <a:lnTo>
                      <a:pt x="890" y="600"/>
                    </a:lnTo>
                    <a:lnTo>
                      <a:pt x="885" y="602"/>
                    </a:lnTo>
                    <a:lnTo>
                      <a:pt x="880" y="600"/>
                    </a:lnTo>
                    <a:lnTo>
                      <a:pt x="876" y="596"/>
                    </a:lnTo>
                    <a:lnTo>
                      <a:pt x="873" y="592"/>
                    </a:lnTo>
                    <a:lnTo>
                      <a:pt x="870" y="590"/>
                    </a:lnTo>
                    <a:lnTo>
                      <a:pt x="866" y="589"/>
                    </a:lnTo>
                    <a:lnTo>
                      <a:pt x="862" y="588"/>
                    </a:lnTo>
                    <a:lnTo>
                      <a:pt x="858" y="586"/>
                    </a:lnTo>
                    <a:lnTo>
                      <a:pt x="855" y="584"/>
                    </a:lnTo>
                    <a:lnTo>
                      <a:pt x="852" y="582"/>
                    </a:lnTo>
                    <a:lnTo>
                      <a:pt x="848" y="581"/>
                    </a:lnTo>
                    <a:lnTo>
                      <a:pt x="844" y="579"/>
                    </a:lnTo>
                    <a:lnTo>
                      <a:pt x="842" y="577"/>
                    </a:lnTo>
                    <a:lnTo>
                      <a:pt x="842" y="574"/>
                    </a:lnTo>
                    <a:lnTo>
                      <a:pt x="842" y="571"/>
                    </a:lnTo>
                    <a:lnTo>
                      <a:pt x="841" y="568"/>
                    </a:lnTo>
                    <a:lnTo>
                      <a:pt x="839" y="565"/>
                    </a:lnTo>
                    <a:lnTo>
                      <a:pt x="837" y="562"/>
                    </a:lnTo>
                    <a:lnTo>
                      <a:pt x="839" y="559"/>
                    </a:lnTo>
                    <a:lnTo>
                      <a:pt x="845" y="557"/>
                    </a:lnTo>
                    <a:lnTo>
                      <a:pt x="852" y="556"/>
                    </a:lnTo>
                    <a:lnTo>
                      <a:pt x="857" y="555"/>
                    </a:lnTo>
                    <a:lnTo>
                      <a:pt x="858" y="552"/>
                    </a:lnTo>
                    <a:lnTo>
                      <a:pt x="858" y="549"/>
                    </a:lnTo>
                    <a:lnTo>
                      <a:pt x="858" y="545"/>
                    </a:lnTo>
                    <a:lnTo>
                      <a:pt x="860" y="543"/>
                    </a:lnTo>
                    <a:lnTo>
                      <a:pt x="863" y="540"/>
                    </a:lnTo>
                    <a:lnTo>
                      <a:pt x="866" y="538"/>
                    </a:lnTo>
                    <a:lnTo>
                      <a:pt x="869" y="535"/>
                    </a:lnTo>
                    <a:lnTo>
                      <a:pt x="874" y="534"/>
                    </a:lnTo>
                    <a:lnTo>
                      <a:pt x="879" y="535"/>
                    </a:lnTo>
                    <a:lnTo>
                      <a:pt x="884" y="537"/>
                    </a:lnTo>
                    <a:lnTo>
                      <a:pt x="888" y="538"/>
                    </a:lnTo>
                    <a:lnTo>
                      <a:pt x="891" y="537"/>
                    </a:lnTo>
                    <a:lnTo>
                      <a:pt x="894" y="536"/>
                    </a:lnTo>
                    <a:lnTo>
                      <a:pt x="898" y="534"/>
                    </a:lnTo>
                    <a:lnTo>
                      <a:pt x="901" y="536"/>
                    </a:lnTo>
                    <a:lnTo>
                      <a:pt x="904" y="538"/>
                    </a:lnTo>
                    <a:lnTo>
                      <a:pt x="906" y="541"/>
                    </a:lnTo>
                    <a:lnTo>
                      <a:pt x="909" y="541"/>
                    </a:lnTo>
                    <a:lnTo>
                      <a:pt x="914" y="540"/>
                    </a:lnTo>
                    <a:lnTo>
                      <a:pt x="919" y="539"/>
                    </a:lnTo>
                    <a:lnTo>
                      <a:pt x="923" y="541"/>
                    </a:lnTo>
                    <a:lnTo>
                      <a:pt x="925" y="543"/>
                    </a:lnTo>
                    <a:lnTo>
                      <a:pt x="926" y="546"/>
                    </a:lnTo>
                    <a:lnTo>
                      <a:pt x="927" y="549"/>
                    </a:lnTo>
                    <a:lnTo>
                      <a:pt x="928" y="552"/>
                    </a:lnTo>
                    <a:lnTo>
                      <a:pt x="927" y="555"/>
                    </a:lnTo>
                    <a:lnTo>
                      <a:pt x="925" y="558"/>
                    </a:lnTo>
                    <a:lnTo>
                      <a:pt x="923" y="561"/>
                    </a:lnTo>
                    <a:lnTo>
                      <a:pt x="924" y="563"/>
                    </a:lnTo>
                    <a:close/>
                  </a:path>
                </a:pathLst>
              </a:custGeom>
              <a:solidFill>
                <a:srgbClr val="ECB78D">
                  <a:alpha val="9600"/>
                </a:srgbClr>
              </a:solidFill>
              <a:ln>
                <a:noFill/>
              </a:ln>
            </p:spPr>
            <p:txBody>
              <a:bodyPr anchor="ctr"/>
              <a:lstStyle/>
              <a:p>
                <a:pPr algn="ctr">
                  <a:buNone/>
                </a:pPr>
              </a:p>
            </p:txBody>
          </p:sp>
          <p:sp>
            <p:nvSpPr>
              <p:cNvPr id="2909" name="addition:input:32"/>
              <p:cNvSpPr>
                <a:spLocks noGrp="1"/>
              </p:cNvSpPr>
              <p:nvPr/>
            </p:nvSpPr>
            <p:spPr>
              <a:xfrm>
                <a:off x="209550" y="5438775"/>
                <a:ext cx="1580083" cy="1143457"/>
              </a:xfrm>
              <a:custGeom>
                <a:avLst/>
                <a:gdLst/>
                <a:ahLst/>
                <a:cxnLst/>
                <a:rect l="l" t="t" r="r" b="b"/>
                <a:pathLst>
                  <a:path w="960" h="610">
                    <a:moveTo>
                      <a:pt x="0" y="0"/>
                    </a:moveTo>
                    <a:moveTo>
                      <a:pt x="953" y="560"/>
                    </a:moveTo>
                    <a:lnTo>
                      <a:pt x="954" y="564"/>
                    </a:lnTo>
                    <a:lnTo>
                      <a:pt x="953" y="568"/>
                    </a:lnTo>
                    <a:lnTo>
                      <a:pt x="950" y="572"/>
                    </a:lnTo>
                    <a:lnTo>
                      <a:pt x="945" y="575"/>
                    </a:lnTo>
                    <a:lnTo>
                      <a:pt x="941" y="578"/>
                    </a:lnTo>
                    <a:lnTo>
                      <a:pt x="938" y="581"/>
                    </a:lnTo>
                    <a:lnTo>
                      <a:pt x="935" y="585"/>
                    </a:lnTo>
                    <a:lnTo>
                      <a:pt x="931" y="588"/>
                    </a:lnTo>
                    <a:lnTo>
                      <a:pt x="925" y="590"/>
                    </a:lnTo>
                    <a:lnTo>
                      <a:pt x="920" y="592"/>
                    </a:lnTo>
                    <a:lnTo>
                      <a:pt x="917" y="596"/>
                    </a:lnTo>
                    <a:lnTo>
                      <a:pt x="915" y="602"/>
                    </a:lnTo>
                    <a:lnTo>
                      <a:pt x="912" y="608"/>
                    </a:lnTo>
                    <a:lnTo>
                      <a:pt x="906" y="610"/>
                    </a:lnTo>
                    <a:lnTo>
                      <a:pt x="898" y="608"/>
                    </a:lnTo>
                    <a:lnTo>
                      <a:pt x="891" y="603"/>
                    </a:lnTo>
                    <a:lnTo>
                      <a:pt x="886" y="600"/>
                    </a:lnTo>
                    <a:lnTo>
                      <a:pt x="881" y="599"/>
                    </a:lnTo>
                    <a:lnTo>
                      <a:pt x="877" y="599"/>
                    </a:lnTo>
                    <a:lnTo>
                      <a:pt x="872" y="600"/>
                    </a:lnTo>
                    <a:lnTo>
                      <a:pt x="868" y="599"/>
                    </a:lnTo>
                    <a:lnTo>
                      <a:pt x="863" y="599"/>
                    </a:lnTo>
                    <a:lnTo>
                      <a:pt x="858" y="599"/>
                    </a:lnTo>
                    <a:lnTo>
                      <a:pt x="852" y="599"/>
                    </a:lnTo>
                    <a:lnTo>
                      <a:pt x="847" y="598"/>
                    </a:lnTo>
                    <a:lnTo>
                      <a:pt x="845" y="594"/>
                    </a:lnTo>
                    <a:lnTo>
                      <a:pt x="844" y="589"/>
                    </a:lnTo>
                    <a:lnTo>
                      <a:pt x="843" y="585"/>
                    </a:lnTo>
                    <a:lnTo>
                      <a:pt x="839" y="583"/>
                    </a:lnTo>
                    <a:lnTo>
                      <a:pt x="833" y="580"/>
                    </a:lnTo>
                    <a:lnTo>
                      <a:pt x="830" y="577"/>
                    </a:lnTo>
                    <a:lnTo>
                      <a:pt x="832" y="572"/>
                    </a:lnTo>
                    <a:lnTo>
                      <a:pt x="837" y="567"/>
                    </a:lnTo>
                    <a:lnTo>
                      <a:pt x="842" y="563"/>
                    </a:lnTo>
                    <a:lnTo>
                      <a:pt x="842" y="560"/>
                    </a:lnTo>
                    <a:lnTo>
                      <a:pt x="838" y="556"/>
                    </a:lnTo>
                    <a:lnTo>
                      <a:pt x="833" y="552"/>
                    </a:lnTo>
                    <a:lnTo>
                      <a:pt x="830" y="548"/>
                    </a:lnTo>
                    <a:lnTo>
                      <a:pt x="829" y="543"/>
                    </a:lnTo>
                    <a:lnTo>
                      <a:pt x="830" y="539"/>
                    </a:lnTo>
                    <a:lnTo>
                      <a:pt x="830" y="535"/>
                    </a:lnTo>
                    <a:lnTo>
                      <a:pt x="832" y="531"/>
                    </a:lnTo>
                    <a:lnTo>
                      <a:pt x="837" y="529"/>
                    </a:lnTo>
                    <a:lnTo>
                      <a:pt x="845" y="529"/>
                    </a:lnTo>
                    <a:lnTo>
                      <a:pt x="851" y="529"/>
                    </a:lnTo>
                    <a:lnTo>
                      <a:pt x="856" y="528"/>
                    </a:lnTo>
                    <a:lnTo>
                      <a:pt x="858" y="524"/>
                    </a:lnTo>
                    <a:lnTo>
                      <a:pt x="860" y="520"/>
                    </a:lnTo>
                    <a:lnTo>
                      <a:pt x="864" y="517"/>
                    </a:lnTo>
                    <a:lnTo>
                      <a:pt x="870" y="517"/>
                    </a:lnTo>
                    <a:lnTo>
                      <a:pt x="875" y="519"/>
                    </a:lnTo>
                    <a:lnTo>
                      <a:pt x="881" y="519"/>
                    </a:lnTo>
                    <a:lnTo>
                      <a:pt x="886" y="517"/>
                    </a:lnTo>
                    <a:lnTo>
                      <a:pt x="893" y="514"/>
                    </a:lnTo>
                    <a:lnTo>
                      <a:pt x="900" y="512"/>
                    </a:lnTo>
                    <a:lnTo>
                      <a:pt x="906" y="514"/>
                    </a:lnTo>
                    <a:lnTo>
                      <a:pt x="912" y="517"/>
                    </a:lnTo>
                    <a:lnTo>
                      <a:pt x="917" y="519"/>
                    </a:lnTo>
                    <a:lnTo>
                      <a:pt x="922" y="522"/>
                    </a:lnTo>
                    <a:lnTo>
                      <a:pt x="926" y="526"/>
                    </a:lnTo>
                    <a:lnTo>
                      <a:pt x="928" y="531"/>
                    </a:lnTo>
                    <a:lnTo>
                      <a:pt x="929" y="536"/>
                    </a:lnTo>
                    <a:lnTo>
                      <a:pt x="931" y="539"/>
                    </a:lnTo>
                    <a:lnTo>
                      <a:pt x="938" y="540"/>
                    </a:lnTo>
                    <a:lnTo>
                      <a:pt x="948" y="541"/>
                    </a:lnTo>
                    <a:lnTo>
                      <a:pt x="957" y="543"/>
                    </a:lnTo>
                    <a:lnTo>
                      <a:pt x="960" y="547"/>
                    </a:lnTo>
                    <a:lnTo>
                      <a:pt x="958" y="551"/>
                    </a:lnTo>
                    <a:lnTo>
                      <a:pt x="955" y="556"/>
                    </a:lnTo>
                    <a:close/>
                  </a:path>
                </a:pathLst>
              </a:custGeom>
              <a:solidFill>
                <a:srgbClr val="E18B48">
                  <a:alpha val="11100"/>
                </a:srgbClr>
              </a:solidFill>
              <a:ln>
                <a:noFill/>
              </a:ln>
            </p:spPr>
            <p:txBody>
              <a:bodyPr anchor="ctr"/>
              <a:lstStyle/>
              <a:p>
                <a:pPr algn="ctr">
                  <a:buNone/>
                </a:pPr>
              </a:p>
            </p:txBody>
          </p:sp>
          <p:sp>
            <p:nvSpPr>
              <p:cNvPr id="2910" name="addition:input:33"/>
              <p:cNvSpPr>
                <a:spLocks noGrp="1"/>
              </p:cNvSpPr>
              <p:nvPr/>
            </p:nvSpPr>
            <p:spPr>
              <a:xfrm>
                <a:off x="209550" y="5438775"/>
                <a:ext cx="1473098" cy="1074100"/>
              </a:xfrm>
              <a:custGeom>
                <a:avLst/>
                <a:gdLst/>
                <a:ahLst/>
                <a:cxnLst/>
                <a:rect l="l" t="t" r="r" b="b"/>
                <a:pathLst>
                  <a:path w="895" h="573">
                    <a:moveTo>
                      <a:pt x="0" y="0"/>
                    </a:moveTo>
                    <a:moveTo>
                      <a:pt x="893" y="548"/>
                    </a:moveTo>
                    <a:lnTo>
                      <a:pt x="895" y="550"/>
                    </a:lnTo>
                    <a:lnTo>
                      <a:pt x="895" y="552"/>
                    </a:lnTo>
                    <a:lnTo>
                      <a:pt x="894" y="554"/>
                    </a:lnTo>
                    <a:lnTo>
                      <a:pt x="893" y="556"/>
                    </a:lnTo>
                    <a:lnTo>
                      <a:pt x="891" y="558"/>
                    </a:lnTo>
                    <a:lnTo>
                      <a:pt x="889" y="559"/>
                    </a:lnTo>
                    <a:lnTo>
                      <a:pt x="887" y="560"/>
                    </a:lnTo>
                    <a:lnTo>
                      <a:pt x="884" y="561"/>
                    </a:lnTo>
                    <a:lnTo>
                      <a:pt x="882" y="562"/>
                    </a:lnTo>
                    <a:lnTo>
                      <a:pt x="881" y="564"/>
                    </a:lnTo>
                    <a:lnTo>
                      <a:pt x="880" y="567"/>
                    </a:lnTo>
                    <a:lnTo>
                      <a:pt x="878" y="568"/>
                    </a:lnTo>
                    <a:lnTo>
                      <a:pt x="875" y="569"/>
                    </a:lnTo>
                    <a:lnTo>
                      <a:pt x="872" y="568"/>
                    </a:lnTo>
                    <a:lnTo>
                      <a:pt x="869" y="568"/>
                    </a:lnTo>
                    <a:lnTo>
                      <a:pt x="867" y="570"/>
                    </a:lnTo>
                    <a:lnTo>
                      <a:pt x="864" y="572"/>
                    </a:lnTo>
                    <a:lnTo>
                      <a:pt x="861" y="573"/>
                    </a:lnTo>
                    <a:lnTo>
                      <a:pt x="857" y="573"/>
                    </a:lnTo>
                    <a:lnTo>
                      <a:pt x="855" y="571"/>
                    </a:lnTo>
                    <a:lnTo>
                      <a:pt x="853" y="569"/>
                    </a:lnTo>
                    <a:lnTo>
                      <a:pt x="850" y="567"/>
                    </a:lnTo>
                    <a:lnTo>
                      <a:pt x="848" y="566"/>
                    </a:lnTo>
                    <a:lnTo>
                      <a:pt x="847" y="564"/>
                    </a:lnTo>
                    <a:lnTo>
                      <a:pt x="845" y="563"/>
                    </a:lnTo>
                    <a:lnTo>
                      <a:pt x="843" y="562"/>
                    </a:lnTo>
                    <a:lnTo>
                      <a:pt x="840" y="562"/>
                    </a:lnTo>
                    <a:lnTo>
                      <a:pt x="836" y="562"/>
                    </a:lnTo>
                    <a:lnTo>
                      <a:pt x="833" y="561"/>
                    </a:lnTo>
                    <a:lnTo>
                      <a:pt x="832" y="559"/>
                    </a:lnTo>
                    <a:lnTo>
                      <a:pt x="833" y="556"/>
                    </a:lnTo>
                    <a:lnTo>
                      <a:pt x="835" y="554"/>
                    </a:lnTo>
                    <a:lnTo>
                      <a:pt x="836" y="552"/>
                    </a:lnTo>
                    <a:lnTo>
                      <a:pt x="835" y="550"/>
                    </a:lnTo>
                    <a:lnTo>
                      <a:pt x="835" y="548"/>
                    </a:lnTo>
                    <a:lnTo>
                      <a:pt x="835" y="546"/>
                    </a:lnTo>
                    <a:lnTo>
                      <a:pt x="837" y="544"/>
                    </a:lnTo>
                    <a:lnTo>
                      <a:pt x="839" y="542"/>
                    </a:lnTo>
                    <a:lnTo>
                      <a:pt x="841" y="541"/>
                    </a:lnTo>
                    <a:lnTo>
                      <a:pt x="841" y="539"/>
                    </a:lnTo>
                    <a:lnTo>
                      <a:pt x="841" y="537"/>
                    </a:lnTo>
                    <a:lnTo>
                      <a:pt x="843" y="535"/>
                    </a:lnTo>
                    <a:lnTo>
                      <a:pt x="844" y="533"/>
                    </a:lnTo>
                    <a:lnTo>
                      <a:pt x="845" y="531"/>
                    </a:lnTo>
                    <a:lnTo>
                      <a:pt x="845" y="529"/>
                    </a:lnTo>
                    <a:lnTo>
                      <a:pt x="846" y="526"/>
                    </a:lnTo>
                    <a:lnTo>
                      <a:pt x="849" y="525"/>
                    </a:lnTo>
                    <a:lnTo>
                      <a:pt x="852" y="526"/>
                    </a:lnTo>
                    <a:lnTo>
                      <a:pt x="856" y="528"/>
                    </a:lnTo>
                    <a:lnTo>
                      <a:pt x="858" y="530"/>
                    </a:lnTo>
                    <a:lnTo>
                      <a:pt x="860" y="529"/>
                    </a:lnTo>
                    <a:lnTo>
                      <a:pt x="861" y="528"/>
                    </a:lnTo>
                    <a:lnTo>
                      <a:pt x="863" y="526"/>
                    </a:lnTo>
                    <a:lnTo>
                      <a:pt x="866" y="526"/>
                    </a:lnTo>
                    <a:lnTo>
                      <a:pt x="868" y="526"/>
                    </a:lnTo>
                    <a:lnTo>
                      <a:pt x="870" y="526"/>
                    </a:lnTo>
                    <a:lnTo>
                      <a:pt x="872" y="526"/>
                    </a:lnTo>
                    <a:lnTo>
                      <a:pt x="875" y="527"/>
                    </a:lnTo>
                    <a:lnTo>
                      <a:pt x="877" y="528"/>
                    </a:lnTo>
                    <a:lnTo>
                      <a:pt x="879" y="530"/>
                    </a:lnTo>
                    <a:lnTo>
                      <a:pt x="880" y="532"/>
                    </a:lnTo>
                    <a:lnTo>
                      <a:pt x="882" y="533"/>
                    </a:lnTo>
                    <a:lnTo>
                      <a:pt x="884" y="534"/>
                    </a:lnTo>
                    <a:lnTo>
                      <a:pt x="886" y="536"/>
                    </a:lnTo>
                    <a:lnTo>
                      <a:pt x="887" y="538"/>
                    </a:lnTo>
                    <a:lnTo>
                      <a:pt x="885" y="541"/>
                    </a:lnTo>
                    <a:lnTo>
                      <a:pt x="884" y="543"/>
                    </a:lnTo>
                    <a:lnTo>
                      <a:pt x="885" y="544"/>
                    </a:lnTo>
                    <a:lnTo>
                      <a:pt x="889" y="546"/>
                    </a:lnTo>
                    <a:close/>
                  </a:path>
                </a:pathLst>
              </a:custGeom>
              <a:solidFill>
                <a:srgbClr val="DE8036">
                  <a:alpha val="10800"/>
                </a:srgbClr>
              </a:solidFill>
              <a:ln>
                <a:noFill/>
              </a:ln>
            </p:spPr>
            <p:txBody>
              <a:bodyPr anchor="ctr"/>
              <a:lstStyle/>
              <a:p>
                <a:pPr algn="ctr">
                  <a:buNone/>
                </a:pPr>
              </a:p>
            </p:txBody>
          </p:sp>
          <p:sp>
            <p:nvSpPr>
              <p:cNvPr id="2911" name="addition:input:34"/>
              <p:cNvSpPr>
                <a:spLocks noGrp="1"/>
              </p:cNvSpPr>
              <p:nvPr/>
            </p:nvSpPr>
            <p:spPr>
              <a:xfrm>
                <a:off x="209550" y="5438775"/>
                <a:ext cx="1529060" cy="1049731"/>
              </a:xfrm>
              <a:custGeom>
                <a:avLst/>
                <a:gdLst/>
                <a:ahLst/>
                <a:cxnLst/>
                <a:rect l="l" t="t" r="r" b="b"/>
                <a:pathLst>
                  <a:path w="929" h="560">
                    <a:moveTo>
                      <a:pt x="0" y="0"/>
                    </a:moveTo>
                    <a:moveTo>
                      <a:pt x="928" y="541"/>
                    </a:moveTo>
                    <a:lnTo>
                      <a:pt x="929" y="543"/>
                    </a:lnTo>
                    <a:lnTo>
                      <a:pt x="929" y="544"/>
                    </a:lnTo>
                    <a:lnTo>
                      <a:pt x="927" y="546"/>
                    </a:lnTo>
                    <a:lnTo>
                      <a:pt x="926" y="547"/>
                    </a:lnTo>
                    <a:lnTo>
                      <a:pt x="924" y="548"/>
                    </a:lnTo>
                    <a:lnTo>
                      <a:pt x="923" y="550"/>
                    </a:lnTo>
                    <a:lnTo>
                      <a:pt x="923" y="551"/>
                    </a:lnTo>
                    <a:lnTo>
                      <a:pt x="922" y="552"/>
                    </a:lnTo>
                    <a:lnTo>
                      <a:pt x="919" y="553"/>
                    </a:lnTo>
                    <a:lnTo>
                      <a:pt x="916" y="553"/>
                    </a:lnTo>
                    <a:lnTo>
                      <a:pt x="914" y="553"/>
                    </a:lnTo>
                    <a:lnTo>
                      <a:pt x="913" y="555"/>
                    </a:lnTo>
                    <a:lnTo>
                      <a:pt x="912" y="557"/>
                    </a:lnTo>
                    <a:lnTo>
                      <a:pt x="910" y="559"/>
                    </a:lnTo>
                    <a:lnTo>
                      <a:pt x="908" y="560"/>
                    </a:lnTo>
                    <a:lnTo>
                      <a:pt x="905" y="560"/>
                    </a:lnTo>
                    <a:lnTo>
                      <a:pt x="903" y="559"/>
                    </a:lnTo>
                    <a:lnTo>
                      <a:pt x="900" y="558"/>
                    </a:lnTo>
                    <a:lnTo>
                      <a:pt x="898" y="558"/>
                    </a:lnTo>
                    <a:lnTo>
                      <a:pt x="896" y="557"/>
                    </a:lnTo>
                    <a:lnTo>
                      <a:pt x="895" y="555"/>
                    </a:lnTo>
                    <a:lnTo>
                      <a:pt x="894" y="554"/>
                    </a:lnTo>
                    <a:lnTo>
                      <a:pt x="892" y="554"/>
                    </a:lnTo>
                    <a:lnTo>
                      <a:pt x="889" y="555"/>
                    </a:lnTo>
                    <a:lnTo>
                      <a:pt x="887" y="555"/>
                    </a:lnTo>
                    <a:lnTo>
                      <a:pt x="885" y="554"/>
                    </a:lnTo>
                    <a:lnTo>
                      <a:pt x="884" y="553"/>
                    </a:lnTo>
                    <a:lnTo>
                      <a:pt x="884" y="551"/>
                    </a:lnTo>
                    <a:lnTo>
                      <a:pt x="884" y="550"/>
                    </a:lnTo>
                    <a:lnTo>
                      <a:pt x="882" y="549"/>
                    </a:lnTo>
                    <a:lnTo>
                      <a:pt x="880" y="548"/>
                    </a:lnTo>
                    <a:lnTo>
                      <a:pt x="879" y="546"/>
                    </a:lnTo>
                    <a:lnTo>
                      <a:pt x="880" y="544"/>
                    </a:lnTo>
                    <a:lnTo>
                      <a:pt x="882" y="543"/>
                    </a:lnTo>
                    <a:lnTo>
                      <a:pt x="884" y="541"/>
                    </a:lnTo>
                    <a:lnTo>
                      <a:pt x="884" y="540"/>
                    </a:lnTo>
                    <a:lnTo>
                      <a:pt x="885" y="538"/>
                    </a:lnTo>
                    <a:lnTo>
                      <a:pt x="885" y="537"/>
                    </a:lnTo>
                    <a:lnTo>
                      <a:pt x="886" y="536"/>
                    </a:lnTo>
                    <a:lnTo>
                      <a:pt x="886" y="534"/>
                    </a:lnTo>
                    <a:lnTo>
                      <a:pt x="885" y="532"/>
                    </a:lnTo>
                    <a:lnTo>
                      <a:pt x="884" y="530"/>
                    </a:lnTo>
                    <a:lnTo>
                      <a:pt x="884" y="528"/>
                    </a:lnTo>
                    <a:lnTo>
                      <a:pt x="886" y="527"/>
                    </a:lnTo>
                    <a:lnTo>
                      <a:pt x="889" y="527"/>
                    </a:lnTo>
                    <a:lnTo>
                      <a:pt x="892" y="528"/>
                    </a:lnTo>
                    <a:lnTo>
                      <a:pt x="893" y="527"/>
                    </a:lnTo>
                    <a:lnTo>
                      <a:pt x="894" y="526"/>
                    </a:lnTo>
                    <a:lnTo>
                      <a:pt x="896" y="525"/>
                    </a:lnTo>
                    <a:lnTo>
                      <a:pt x="897" y="525"/>
                    </a:lnTo>
                    <a:lnTo>
                      <a:pt x="899" y="525"/>
                    </a:lnTo>
                    <a:lnTo>
                      <a:pt x="901" y="525"/>
                    </a:lnTo>
                    <a:lnTo>
                      <a:pt x="902" y="525"/>
                    </a:lnTo>
                    <a:lnTo>
                      <a:pt x="904" y="524"/>
                    </a:lnTo>
                    <a:lnTo>
                      <a:pt x="906" y="524"/>
                    </a:lnTo>
                    <a:lnTo>
                      <a:pt x="908" y="525"/>
                    </a:lnTo>
                    <a:lnTo>
                      <a:pt x="910" y="525"/>
                    </a:lnTo>
                    <a:lnTo>
                      <a:pt x="913" y="525"/>
                    </a:lnTo>
                    <a:lnTo>
                      <a:pt x="915" y="525"/>
                    </a:lnTo>
                    <a:lnTo>
                      <a:pt x="918" y="526"/>
                    </a:lnTo>
                    <a:lnTo>
                      <a:pt x="919" y="528"/>
                    </a:lnTo>
                    <a:lnTo>
                      <a:pt x="918" y="530"/>
                    </a:lnTo>
                    <a:lnTo>
                      <a:pt x="918" y="533"/>
                    </a:lnTo>
                    <a:lnTo>
                      <a:pt x="918" y="534"/>
                    </a:lnTo>
                    <a:lnTo>
                      <a:pt x="920" y="535"/>
                    </a:lnTo>
                    <a:lnTo>
                      <a:pt x="923" y="535"/>
                    </a:lnTo>
                    <a:lnTo>
                      <a:pt x="926" y="536"/>
                    </a:lnTo>
                    <a:lnTo>
                      <a:pt x="927" y="538"/>
                    </a:lnTo>
                    <a:lnTo>
                      <a:pt x="928" y="539"/>
                    </a:lnTo>
                    <a:close/>
                  </a:path>
                </a:pathLst>
              </a:custGeom>
              <a:solidFill>
                <a:srgbClr val="DE8036">
                  <a:alpha val="10800"/>
                </a:srgbClr>
              </a:solidFill>
              <a:ln>
                <a:noFill/>
              </a:ln>
            </p:spPr>
            <p:txBody>
              <a:bodyPr anchor="ctr"/>
              <a:lstStyle/>
              <a:p>
                <a:pPr algn="ctr">
                  <a:buNone/>
                </a:pPr>
              </a:p>
            </p:txBody>
          </p:sp>
          <p:sp>
            <p:nvSpPr>
              <p:cNvPr id="2912" name="addition:input:35"/>
              <p:cNvSpPr>
                <a:spLocks noGrp="1"/>
              </p:cNvSpPr>
              <p:nvPr/>
            </p:nvSpPr>
            <p:spPr>
              <a:xfrm>
                <a:off x="209550" y="5438775"/>
                <a:ext cx="1573500" cy="1119088"/>
              </a:xfrm>
              <a:custGeom>
                <a:avLst/>
                <a:gdLst/>
                <a:ahLst/>
                <a:cxnLst/>
                <a:rect l="l" t="t" r="r" b="b"/>
                <a:pathLst>
                  <a:path w="956" h="597">
                    <a:moveTo>
                      <a:pt x="0" y="0"/>
                    </a:moveTo>
                    <a:moveTo>
                      <a:pt x="953" y="571"/>
                    </a:moveTo>
                    <a:lnTo>
                      <a:pt x="952" y="573"/>
                    </a:lnTo>
                    <a:lnTo>
                      <a:pt x="953" y="575"/>
                    </a:lnTo>
                    <a:lnTo>
                      <a:pt x="954" y="577"/>
                    </a:lnTo>
                    <a:lnTo>
                      <a:pt x="953" y="579"/>
                    </a:lnTo>
                    <a:lnTo>
                      <a:pt x="951" y="581"/>
                    </a:lnTo>
                    <a:lnTo>
                      <a:pt x="947" y="582"/>
                    </a:lnTo>
                    <a:lnTo>
                      <a:pt x="945" y="583"/>
                    </a:lnTo>
                    <a:lnTo>
                      <a:pt x="943" y="584"/>
                    </a:lnTo>
                    <a:lnTo>
                      <a:pt x="941" y="586"/>
                    </a:lnTo>
                    <a:lnTo>
                      <a:pt x="938" y="587"/>
                    </a:lnTo>
                    <a:lnTo>
                      <a:pt x="936" y="588"/>
                    </a:lnTo>
                    <a:lnTo>
                      <a:pt x="934" y="590"/>
                    </a:lnTo>
                    <a:lnTo>
                      <a:pt x="932" y="592"/>
                    </a:lnTo>
                    <a:lnTo>
                      <a:pt x="930" y="595"/>
                    </a:lnTo>
                    <a:lnTo>
                      <a:pt x="927" y="597"/>
                    </a:lnTo>
                    <a:lnTo>
                      <a:pt x="924" y="596"/>
                    </a:lnTo>
                    <a:lnTo>
                      <a:pt x="920" y="594"/>
                    </a:lnTo>
                    <a:lnTo>
                      <a:pt x="917" y="591"/>
                    </a:lnTo>
                    <a:lnTo>
                      <a:pt x="915" y="590"/>
                    </a:lnTo>
                    <a:lnTo>
                      <a:pt x="912" y="591"/>
                    </a:lnTo>
                    <a:lnTo>
                      <a:pt x="910" y="591"/>
                    </a:lnTo>
                    <a:lnTo>
                      <a:pt x="907" y="591"/>
                    </a:lnTo>
                    <a:lnTo>
                      <a:pt x="905" y="590"/>
                    </a:lnTo>
                    <a:lnTo>
                      <a:pt x="903" y="589"/>
                    </a:lnTo>
                    <a:lnTo>
                      <a:pt x="901" y="588"/>
                    </a:lnTo>
                    <a:lnTo>
                      <a:pt x="898" y="588"/>
                    </a:lnTo>
                    <a:lnTo>
                      <a:pt x="896" y="586"/>
                    </a:lnTo>
                    <a:lnTo>
                      <a:pt x="895" y="584"/>
                    </a:lnTo>
                    <a:lnTo>
                      <a:pt x="895" y="582"/>
                    </a:lnTo>
                    <a:lnTo>
                      <a:pt x="894" y="581"/>
                    </a:lnTo>
                    <a:lnTo>
                      <a:pt x="892" y="579"/>
                    </a:lnTo>
                    <a:lnTo>
                      <a:pt x="890" y="577"/>
                    </a:lnTo>
                    <a:lnTo>
                      <a:pt x="891" y="575"/>
                    </a:lnTo>
                    <a:lnTo>
                      <a:pt x="894" y="573"/>
                    </a:lnTo>
                    <a:lnTo>
                      <a:pt x="897" y="571"/>
                    </a:lnTo>
                    <a:lnTo>
                      <a:pt x="899" y="569"/>
                    </a:lnTo>
                    <a:lnTo>
                      <a:pt x="898" y="567"/>
                    </a:lnTo>
                    <a:lnTo>
                      <a:pt x="896" y="565"/>
                    </a:lnTo>
                    <a:lnTo>
                      <a:pt x="894" y="563"/>
                    </a:lnTo>
                    <a:lnTo>
                      <a:pt x="894" y="560"/>
                    </a:lnTo>
                    <a:lnTo>
                      <a:pt x="895" y="558"/>
                    </a:lnTo>
                    <a:lnTo>
                      <a:pt x="896" y="557"/>
                    </a:lnTo>
                    <a:lnTo>
                      <a:pt x="897" y="555"/>
                    </a:lnTo>
                    <a:lnTo>
                      <a:pt x="899" y="553"/>
                    </a:lnTo>
                    <a:lnTo>
                      <a:pt x="902" y="553"/>
                    </a:lnTo>
                    <a:lnTo>
                      <a:pt x="905" y="553"/>
                    </a:lnTo>
                    <a:lnTo>
                      <a:pt x="908" y="553"/>
                    </a:lnTo>
                    <a:lnTo>
                      <a:pt x="909" y="552"/>
                    </a:lnTo>
                    <a:lnTo>
                      <a:pt x="910" y="550"/>
                    </a:lnTo>
                    <a:lnTo>
                      <a:pt x="912" y="549"/>
                    </a:lnTo>
                    <a:lnTo>
                      <a:pt x="915" y="549"/>
                    </a:lnTo>
                    <a:lnTo>
                      <a:pt x="917" y="550"/>
                    </a:lnTo>
                    <a:lnTo>
                      <a:pt x="920" y="551"/>
                    </a:lnTo>
                    <a:lnTo>
                      <a:pt x="922" y="550"/>
                    </a:lnTo>
                    <a:lnTo>
                      <a:pt x="925" y="549"/>
                    </a:lnTo>
                    <a:lnTo>
                      <a:pt x="929" y="547"/>
                    </a:lnTo>
                    <a:lnTo>
                      <a:pt x="932" y="547"/>
                    </a:lnTo>
                    <a:lnTo>
                      <a:pt x="935" y="549"/>
                    </a:lnTo>
                    <a:lnTo>
                      <a:pt x="937" y="551"/>
                    </a:lnTo>
                    <a:lnTo>
                      <a:pt x="938" y="553"/>
                    </a:lnTo>
                    <a:lnTo>
                      <a:pt x="940" y="555"/>
                    </a:lnTo>
                    <a:lnTo>
                      <a:pt x="941" y="557"/>
                    </a:lnTo>
                    <a:lnTo>
                      <a:pt x="942" y="559"/>
                    </a:lnTo>
                    <a:lnTo>
                      <a:pt x="942" y="561"/>
                    </a:lnTo>
                    <a:lnTo>
                      <a:pt x="945" y="562"/>
                    </a:lnTo>
                    <a:lnTo>
                      <a:pt x="949" y="563"/>
                    </a:lnTo>
                    <a:lnTo>
                      <a:pt x="953" y="564"/>
                    </a:lnTo>
                    <a:lnTo>
                      <a:pt x="956" y="566"/>
                    </a:lnTo>
                    <a:lnTo>
                      <a:pt x="955" y="569"/>
                    </a:lnTo>
                    <a:close/>
                  </a:path>
                </a:pathLst>
              </a:custGeom>
              <a:solidFill>
                <a:srgbClr val="DE8036">
                  <a:alpha val="10800"/>
                </a:srgbClr>
              </a:solidFill>
              <a:ln>
                <a:noFill/>
              </a:ln>
            </p:spPr>
            <p:txBody>
              <a:bodyPr anchor="ctr"/>
              <a:lstStyle/>
              <a:p>
                <a:pPr algn="ctr">
                  <a:buNone/>
                </a:pPr>
              </a:p>
            </p:txBody>
          </p:sp>
          <p:sp>
            <p:nvSpPr>
              <p:cNvPr id="2913" name="addition:input:36"/>
              <p:cNvSpPr>
                <a:spLocks noGrp="1"/>
              </p:cNvSpPr>
              <p:nvPr/>
            </p:nvSpPr>
            <p:spPr>
              <a:xfrm>
                <a:off x="209550" y="5438775"/>
                <a:ext cx="1496141" cy="1130336"/>
              </a:xfrm>
              <a:custGeom>
                <a:avLst/>
                <a:gdLst/>
                <a:ahLst/>
                <a:cxnLst/>
                <a:rect l="l" t="t" r="r" b="b"/>
                <a:pathLst>
                  <a:path w="909" h="603">
                    <a:moveTo>
                      <a:pt x="0" y="0"/>
                    </a:moveTo>
                    <a:moveTo>
                      <a:pt x="908" y="584"/>
                    </a:moveTo>
                    <a:lnTo>
                      <a:pt x="905" y="585"/>
                    </a:lnTo>
                    <a:lnTo>
                      <a:pt x="902" y="587"/>
                    </a:lnTo>
                    <a:lnTo>
                      <a:pt x="899" y="588"/>
                    </a:lnTo>
                    <a:lnTo>
                      <a:pt x="899" y="589"/>
                    </a:lnTo>
                    <a:lnTo>
                      <a:pt x="900" y="592"/>
                    </a:lnTo>
                    <a:lnTo>
                      <a:pt x="901" y="594"/>
                    </a:lnTo>
                    <a:lnTo>
                      <a:pt x="899" y="595"/>
                    </a:lnTo>
                    <a:lnTo>
                      <a:pt x="897" y="596"/>
                    </a:lnTo>
                    <a:lnTo>
                      <a:pt x="894" y="597"/>
                    </a:lnTo>
                    <a:lnTo>
                      <a:pt x="893" y="598"/>
                    </a:lnTo>
                    <a:lnTo>
                      <a:pt x="892" y="600"/>
                    </a:lnTo>
                    <a:lnTo>
                      <a:pt x="890" y="602"/>
                    </a:lnTo>
                    <a:lnTo>
                      <a:pt x="888" y="603"/>
                    </a:lnTo>
                    <a:lnTo>
                      <a:pt x="885" y="603"/>
                    </a:lnTo>
                    <a:lnTo>
                      <a:pt x="883" y="602"/>
                    </a:lnTo>
                    <a:lnTo>
                      <a:pt x="881" y="602"/>
                    </a:lnTo>
                    <a:lnTo>
                      <a:pt x="879" y="602"/>
                    </a:lnTo>
                    <a:lnTo>
                      <a:pt x="877" y="601"/>
                    </a:lnTo>
                    <a:lnTo>
                      <a:pt x="875" y="600"/>
                    </a:lnTo>
                    <a:lnTo>
                      <a:pt x="874" y="599"/>
                    </a:lnTo>
                    <a:lnTo>
                      <a:pt x="872" y="600"/>
                    </a:lnTo>
                    <a:lnTo>
                      <a:pt x="869" y="601"/>
                    </a:lnTo>
                    <a:lnTo>
                      <a:pt x="866" y="603"/>
                    </a:lnTo>
                    <a:lnTo>
                      <a:pt x="863" y="602"/>
                    </a:lnTo>
                    <a:lnTo>
                      <a:pt x="862" y="601"/>
                    </a:lnTo>
                    <a:lnTo>
                      <a:pt x="861" y="598"/>
                    </a:lnTo>
                    <a:lnTo>
                      <a:pt x="861" y="596"/>
                    </a:lnTo>
                    <a:lnTo>
                      <a:pt x="860" y="595"/>
                    </a:lnTo>
                    <a:lnTo>
                      <a:pt x="859" y="593"/>
                    </a:lnTo>
                    <a:lnTo>
                      <a:pt x="857" y="592"/>
                    </a:lnTo>
                    <a:lnTo>
                      <a:pt x="857" y="590"/>
                    </a:lnTo>
                    <a:lnTo>
                      <a:pt x="857" y="588"/>
                    </a:lnTo>
                    <a:lnTo>
                      <a:pt x="856" y="587"/>
                    </a:lnTo>
                    <a:lnTo>
                      <a:pt x="855" y="585"/>
                    </a:lnTo>
                    <a:lnTo>
                      <a:pt x="853" y="584"/>
                    </a:lnTo>
                    <a:lnTo>
                      <a:pt x="853" y="582"/>
                    </a:lnTo>
                    <a:lnTo>
                      <a:pt x="854" y="580"/>
                    </a:lnTo>
                    <a:lnTo>
                      <a:pt x="854" y="579"/>
                    </a:lnTo>
                    <a:lnTo>
                      <a:pt x="852" y="577"/>
                    </a:lnTo>
                    <a:lnTo>
                      <a:pt x="851" y="574"/>
                    </a:lnTo>
                    <a:lnTo>
                      <a:pt x="851" y="572"/>
                    </a:lnTo>
                    <a:lnTo>
                      <a:pt x="853" y="571"/>
                    </a:lnTo>
                    <a:lnTo>
                      <a:pt x="857" y="571"/>
                    </a:lnTo>
                    <a:lnTo>
                      <a:pt x="861" y="572"/>
                    </a:lnTo>
                    <a:lnTo>
                      <a:pt x="863" y="571"/>
                    </a:lnTo>
                    <a:lnTo>
                      <a:pt x="864" y="570"/>
                    </a:lnTo>
                    <a:lnTo>
                      <a:pt x="865" y="568"/>
                    </a:lnTo>
                    <a:lnTo>
                      <a:pt x="867" y="567"/>
                    </a:lnTo>
                    <a:lnTo>
                      <a:pt x="869" y="566"/>
                    </a:lnTo>
                    <a:lnTo>
                      <a:pt x="871" y="565"/>
                    </a:lnTo>
                    <a:lnTo>
                      <a:pt x="874" y="564"/>
                    </a:lnTo>
                    <a:lnTo>
                      <a:pt x="876" y="563"/>
                    </a:lnTo>
                    <a:lnTo>
                      <a:pt x="879" y="563"/>
                    </a:lnTo>
                    <a:lnTo>
                      <a:pt x="882" y="564"/>
                    </a:lnTo>
                    <a:lnTo>
                      <a:pt x="884" y="566"/>
                    </a:lnTo>
                    <a:lnTo>
                      <a:pt x="887" y="566"/>
                    </a:lnTo>
                    <a:lnTo>
                      <a:pt x="890" y="566"/>
                    </a:lnTo>
                    <a:lnTo>
                      <a:pt x="893" y="566"/>
                    </a:lnTo>
                    <a:lnTo>
                      <a:pt x="895" y="567"/>
                    </a:lnTo>
                    <a:lnTo>
                      <a:pt x="896" y="569"/>
                    </a:lnTo>
                    <a:lnTo>
                      <a:pt x="896" y="572"/>
                    </a:lnTo>
                    <a:lnTo>
                      <a:pt x="897" y="573"/>
                    </a:lnTo>
                    <a:lnTo>
                      <a:pt x="900" y="574"/>
                    </a:lnTo>
                    <a:lnTo>
                      <a:pt x="903" y="574"/>
                    </a:lnTo>
                    <a:lnTo>
                      <a:pt x="906" y="575"/>
                    </a:lnTo>
                    <a:lnTo>
                      <a:pt x="907" y="576"/>
                    </a:lnTo>
                    <a:lnTo>
                      <a:pt x="908" y="578"/>
                    </a:lnTo>
                    <a:lnTo>
                      <a:pt x="909" y="580"/>
                    </a:lnTo>
                    <a:lnTo>
                      <a:pt x="909" y="582"/>
                    </a:lnTo>
                    <a:close/>
                  </a:path>
                </a:pathLst>
              </a:custGeom>
              <a:solidFill>
                <a:srgbClr val="DE8036">
                  <a:alpha val="10800"/>
                </a:srgbClr>
              </a:solidFill>
              <a:ln>
                <a:noFill/>
              </a:ln>
            </p:spPr>
            <p:txBody>
              <a:bodyPr anchor="ctr"/>
              <a:lstStyle/>
              <a:p>
                <a:pPr algn="ctr">
                  <a:buNone/>
                </a:pPr>
              </a:p>
            </p:txBody>
          </p:sp>
          <p:sp>
            <p:nvSpPr>
              <p:cNvPr id="2914" name="addition:input:37"/>
              <p:cNvSpPr>
                <a:spLocks noGrp="1"/>
              </p:cNvSpPr>
              <p:nvPr/>
            </p:nvSpPr>
            <p:spPr>
              <a:xfrm>
                <a:off x="209550" y="5438775"/>
                <a:ext cx="2319101" cy="678576"/>
              </a:xfrm>
              <a:custGeom>
                <a:avLst/>
                <a:gdLst/>
                <a:ahLst/>
                <a:cxnLst/>
                <a:rect l="l" t="t" r="r" b="b"/>
                <a:pathLst>
                  <a:path w="1409" h="362">
                    <a:moveTo>
                      <a:pt x="0" y="0"/>
                    </a:moveTo>
                    <a:moveTo>
                      <a:pt x="1405" y="262"/>
                    </a:moveTo>
                    <a:lnTo>
                      <a:pt x="1409" y="271"/>
                    </a:lnTo>
                    <a:lnTo>
                      <a:pt x="1409" y="279"/>
                    </a:lnTo>
                    <a:lnTo>
                      <a:pt x="1402" y="287"/>
                    </a:lnTo>
                    <a:lnTo>
                      <a:pt x="1391" y="293"/>
                    </a:lnTo>
                    <a:lnTo>
                      <a:pt x="1383" y="299"/>
                    </a:lnTo>
                    <a:lnTo>
                      <a:pt x="1379" y="306"/>
                    </a:lnTo>
                    <a:lnTo>
                      <a:pt x="1376" y="315"/>
                    </a:lnTo>
                    <a:lnTo>
                      <a:pt x="1368" y="321"/>
                    </a:lnTo>
                    <a:lnTo>
                      <a:pt x="1354" y="323"/>
                    </a:lnTo>
                    <a:lnTo>
                      <a:pt x="1337" y="323"/>
                    </a:lnTo>
                    <a:lnTo>
                      <a:pt x="1325" y="325"/>
                    </a:lnTo>
                    <a:lnTo>
                      <a:pt x="1319" y="333"/>
                    </a:lnTo>
                    <a:lnTo>
                      <a:pt x="1313" y="345"/>
                    </a:lnTo>
                    <a:lnTo>
                      <a:pt x="1305" y="357"/>
                    </a:lnTo>
                    <a:lnTo>
                      <a:pt x="1291" y="362"/>
                    </a:lnTo>
                    <a:lnTo>
                      <a:pt x="1276" y="361"/>
                    </a:lnTo>
                    <a:lnTo>
                      <a:pt x="1261" y="357"/>
                    </a:lnTo>
                    <a:lnTo>
                      <a:pt x="1248" y="353"/>
                    </a:lnTo>
                    <a:lnTo>
                      <a:pt x="1236" y="350"/>
                    </a:lnTo>
                    <a:lnTo>
                      <a:pt x="1225" y="344"/>
                    </a:lnTo>
                    <a:lnTo>
                      <a:pt x="1216" y="337"/>
                    </a:lnTo>
                    <a:lnTo>
                      <a:pt x="1209" y="332"/>
                    </a:lnTo>
                    <a:lnTo>
                      <a:pt x="1198" y="331"/>
                    </a:lnTo>
                    <a:lnTo>
                      <a:pt x="1184" y="334"/>
                    </a:lnTo>
                    <a:lnTo>
                      <a:pt x="1169" y="335"/>
                    </a:lnTo>
                    <a:lnTo>
                      <a:pt x="1159" y="331"/>
                    </a:lnTo>
                    <a:lnTo>
                      <a:pt x="1156" y="322"/>
                    </a:lnTo>
                    <a:lnTo>
                      <a:pt x="1156" y="313"/>
                    </a:lnTo>
                    <a:lnTo>
                      <a:pt x="1152" y="306"/>
                    </a:lnTo>
                    <a:lnTo>
                      <a:pt x="1141" y="302"/>
                    </a:lnTo>
                    <a:lnTo>
                      <a:pt x="1130" y="296"/>
                    </a:lnTo>
                    <a:lnTo>
                      <a:pt x="1126" y="288"/>
                    </a:lnTo>
                    <a:lnTo>
                      <a:pt x="1132" y="279"/>
                    </a:lnTo>
                    <a:lnTo>
                      <a:pt x="1143" y="270"/>
                    </a:lnTo>
                    <a:lnTo>
                      <a:pt x="1151" y="262"/>
                    </a:lnTo>
                    <a:lnTo>
                      <a:pt x="1155" y="255"/>
                    </a:lnTo>
                    <a:lnTo>
                      <a:pt x="1157" y="248"/>
                    </a:lnTo>
                    <a:lnTo>
                      <a:pt x="1161" y="241"/>
                    </a:lnTo>
                    <a:lnTo>
                      <a:pt x="1164" y="234"/>
                    </a:lnTo>
                    <a:lnTo>
                      <a:pt x="1163" y="226"/>
                    </a:lnTo>
                    <a:lnTo>
                      <a:pt x="1157" y="215"/>
                    </a:lnTo>
                    <a:lnTo>
                      <a:pt x="1151" y="202"/>
                    </a:lnTo>
                    <a:lnTo>
                      <a:pt x="1155" y="193"/>
                    </a:lnTo>
                    <a:lnTo>
                      <a:pt x="1167" y="189"/>
                    </a:lnTo>
                    <a:lnTo>
                      <a:pt x="1185" y="191"/>
                    </a:lnTo>
                    <a:lnTo>
                      <a:pt x="1199" y="193"/>
                    </a:lnTo>
                    <a:lnTo>
                      <a:pt x="1208" y="191"/>
                    </a:lnTo>
                    <a:lnTo>
                      <a:pt x="1213" y="184"/>
                    </a:lnTo>
                    <a:lnTo>
                      <a:pt x="1220" y="178"/>
                    </a:lnTo>
                    <a:lnTo>
                      <a:pt x="1230" y="177"/>
                    </a:lnTo>
                    <a:lnTo>
                      <a:pt x="1240" y="179"/>
                    </a:lnTo>
                    <a:lnTo>
                      <a:pt x="1250" y="180"/>
                    </a:lnTo>
                    <a:lnTo>
                      <a:pt x="1259" y="179"/>
                    </a:lnTo>
                    <a:lnTo>
                      <a:pt x="1270" y="175"/>
                    </a:lnTo>
                    <a:lnTo>
                      <a:pt x="1281" y="174"/>
                    </a:lnTo>
                    <a:lnTo>
                      <a:pt x="1292" y="176"/>
                    </a:lnTo>
                    <a:lnTo>
                      <a:pt x="1304" y="178"/>
                    </a:lnTo>
                    <a:lnTo>
                      <a:pt x="1317" y="179"/>
                    </a:lnTo>
                    <a:lnTo>
                      <a:pt x="1332" y="179"/>
                    </a:lnTo>
                    <a:lnTo>
                      <a:pt x="1345" y="183"/>
                    </a:lnTo>
                    <a:lnTo>
                      <a:pt x="1352" y="192"/>
                    </a:lnTo>
                    <a:lnTo>
                      <a:pt x="1350" y="206"/>
                    </a:lnTo>
                    <a:lnTo>
                      <a:pt x="1346" y="218"/>
                    </a:lnTo>
                    <a:lnTo>
                      <a:pt x="1348" y="225"/>
                    </a:lnTo>
                    <a:lnTo>
                      <a:pt x="1361" y="229"/>
                    </a:lnTo>
                    <a:lnTo>
                      <a:pt x="1379" y="232"/>
                    </a:lnTo>
                    <a:lnTo>
                      <a:pt x="1393" y="238"/>
                    </a:lnTo>
                    <a:lnTo>
                      <a:pt x="1400" y="245"/>
                    </a:lnTo>
                    <a:lnTo>
                      <a:pt x="1403" y="254"/>
                    </a:lnTo>
                    <a:close/>
                  </a:path>
                </a:pathLst>
              </a:custGeom>
              <a:solidFill>
                <a:srgbClr val="C5E9DF">
                  <a:alpha val="12900"/>
                </a:srgbClr>
              </a:solidFill>
              <a:ln>
                <a:noFill/>
              </a:ln>
            </p:spPr>
            <p:txBody>
              <a:bodyPr anchor="ctr"/>
              <a:lstStyle/>
              <a:p>
                <a:pPr algn="ctr">
                  <a:buNone/>
                </a:pPr>
              </a:p>
            </p:txBody>
          </p:sp>
          <p:sp>
            <p:nvSpPr>
              <p:cNvPr id="2915" name="addition:input:38"/>
              <p:cNvSpPr>
                <a:spLocks noGrp="1"/>
              </p:cNvSpPr>
              <p:nvPr/>
            </p:nvSpPr>
            <p:spPr>
              <a:xfrm>
                <a:off x="209550" y="5438775"/>
                <a:ext cx="2249973" cy="642960"/>
              </a:xfrm>
              <a:custGeom>
                <a:avLst/>
                <a:gdLst/>
                <a:ahLst/>
                <a:cxnLst/>
                <a:rect l="l" t="t" r="r" b="b"/>
                <a:pathLst>
                  <a:path w="1367" h="343">
                    <a:moveTo>
                      <a:pt x="0" y="0"/>
                    </a:moveTo>
                    <a:moveTo>
                      <a:pt x="1352" y="267"/>
                    </a:moveTo>
                    <a:lnTo>
                      <a:pt x="1347" y="273"/>
                    </a:lnTo>
                    <a:lnTo>
                      <a:pt x="1345" y="279"/>
                    </a:lnTo>
                    <a:lnTo>
                      <a:pt x="1344" y="286"/>
                    </a:lnTo>
                    <a:lnTo>
                      <a:pt x="1342" y="292"/>
                    </a:lnTo>
                    <a:lnTo>
                      <a:pt x="1339" y="298"/>
                    </a:lnTo>
                    <a:lnTo>
                      <a:pt x="1339" y="305"/>
                    </a:lnTo>
                    <a:lnTo>
                      <a:pt x="1343" y="315"/>
                    </a:lnTo>
                    <a:lnTo>
                      <a:pt x="1345" y="325"/>
                    </a:lnTo>
                    <a:lnTo>
                      <a:pt x="1340" y="332"/>
                    </a:lnTo>
                    <a:lnTo>
                      <a:pt x="1328" y="333"/>
                    </a:lnTo>
                    <a:lnTo>
                      <a:pt x="1313" y="330"/>
                    </a:lnTo>
                    <a:lnTo>
                      <a:pt x="1301" y="327"/>
                    </a:lnTo>
                    <a:lnTo>
                      <a:pt x="1293" y="328"/>
                    </a:lnTo>
                    <a:lnTo>
                      <a:pt x="1288" y="333"/>
                    </a:lnTo>
                    <a:lnTo>
                      <a:pt x="1282" y="338"/>
                    </a:lnTo>
                    <a:lnTo>
                      <a:pt x="1274" y="340"/>
                    </a:lnTo>
                    <a:lnTo>
                      <a:pt x="1266" y="340"/>
                    </a:lnTo>
                    <a:lnTo>
                      <a:pt x="1257" y="339"/>
                    </a:lnTo>
                    <a:lnTo>
                      <a:pt x="1248" y="341"/>
                    </a:lnTo>
                    <a:lnTo>
                      <a:pt x="1238" y="343"/>
                    </a:lnTo>
                    <a:lnTo>
                      <a:pt x="1228" y="343"/>
                    </a:lnTo>
                    <a:lnTo>
                      <a:pt x="1219" y="339"/>
                    </a:lnTo>
                    <a:lnTo>
                      <a:pt x="1210" y="335"/>
                    </a:lnTo>
                    <a:lnTo>
                      <a:pt x="1200" y="333"/>
                    </a:lnTo>
                    <a:lnTo>
                      <a:pt x="1187" y="331"/>
                    </a:lnTo>
                    <a:lnTo>
                      <a:pt x="1177" y="327"/>
                    </a:lnTo>
                    <a:lnTo>
                      <a:pt x="1173" y="319"/>
                    </a:lnTo>
                    <a:lnTo>
                      <a:pt x="1175" y="308"/>
                    </a:lnTo>
                    <a:lnTo>
                      <a:pt x="1179" y="299"/>
                    </a:lnTo>
                    <a:lnTo>
                      <a:pt x="1176" y="293"/>
                    </a:lnTo>
                    <a:lnTo>
                      <a:pt x="1164" y="290"/>
                    </a:lnTo>
                    <a:lnTo>
                      <a:pt x="1148" y="287"/>
                    </a:lnTo>
                    <a:lnTo>
                      <a:pt x="1136" y="281"/>
                    </a:lnTo>
                    <a:lnTo>
                      <a:pt x="1130" y="274"/>
                    </a:lnTo>
                    <a:lnTo>
                      <a:pt x="1129" y="267"/>
                    </a:lnTo>
                    <a:lnTo>
                      <a:pt x="1129" y="260"/>
                    </a:lnTo>
                    <a:lnTo>
                      <a:pt x="1129" y="252"/>
                    </a:lnTo>
                    <a:lnTo>
                      <a:pt x="1133" y="246"/>
                    </a:lnTo>
                    <a:lnTo>
                      <a:pt x="1142" y="240"/>
                    </a:lnTo>
                    <a:lnTo>
                      <a:pt x="1153" y="236"/>
                    </a:lnTo>
                    <a:lnTo>
                      <a:pt x="1161" y="232"/>
                    </a:lnTo>
                    <a:lnTo>
                      <a:pt x="1164" y="225"/>
                    </a:lnTo>
                    <a:lnTo>
                      <a:pt x="1166" y="217"/>
                    </a:lnTo>
                    <a:lnTo>
                      <a:pt x="1172" y="211"/>
                    </a:lnTo>
                    <a:lnTo>
                      <a:pt x="1184" y="209"/>
                    </a:lnTo>
                    <a:lnTo>
                      <a:pt x="1197" y="210"/>
                    </a:lnTo>
                    <a:lnTo>
                      <a:pt x="1208" y="208"/>
                    </a:lnTo>
                    <a:lnTo>
                      <a:pt x="1215" y="201"/>
                    </a:lnTo>
                    <a:lnTo>
                      <a:pt x="1221" y="191"/>
                    </a:lnTo>
                    <a:lnTo>
                      <a:pt x="1231" y="183"/>
                    </a:lnTo>
                    <a:lnTo>
                      <a:pt x="1243" y="181"/>
                    </a:lnTo>
                    <a:lnTo>
                      <a:pt x="1256" y="184"/>
                    </a:lnTo>
                    <a:lnTo>
                      <a:pt x="1267" y="188"/>
                    </a:lnTo>
                    <a:lnTo>
                      <a:pt x="1278" y="192"/>
                    </a:lnTo>
                    <a:lnTo>
                      <a:pt x="1287" y="196"/>
                    </a:lnTo>
                    <a:lnTo>
                      <a:pt x="1295" y="201"/>
                    </a:lnTo>
                    <a:lnTo>
                      <a:pt x="1301" y="207"/>
                    </a:lnTo>
                    <a:lnTo>
                      <a:pt x="1307" y="211"/>
                    </a:lnTo>
                    <a:lnTo>
                      <a:pt x="1317" y="210"/>
                    </a:lnTo>
                    <a:lnTo>
                      <a:pt x="1331" y="208"/>
                    </a:lnTo>
                    <a:lnTo>
                      <a:pt x="1345" y="207"/>
                    </a:lnTo>
                    <a:lnTo>
                      <a:pt x="1353" y="211"/>
                    </a:lnTo>
                    <a:lnTo>
                      <a:pt x="1353" y="219"/>
                    </a:lnTo>
                    <a:lnTo>
                      <a:pt x="1351" y="228"/>
                    </a:lnTo>
                    <a:lnTo>
                      <a:pt x="1352" y="235"/>
                    </a:lnTo>
                    <a:lnTo>
                      <a:pt x="1359" y="240"/>
                    </a:lnTo>
                    <a:lnTo>
                      <a:pt x="1365" y="246"/>
                    </a:lnTo>
                    <a:lnTo>
                      <a:pt x="1367" y="253"/>
                    </a:lnTo>
                    <a:lnTo>
                      <a:pt x="1361" y="260"/>
                    </a:lnTo>
                    <a:close/>
                  </a:path>
                </a:pathLst>
              </a:custGeom>
              <a:solidFill>
                <a:srgbClr val="86D1BC">
                  <a:alpha val="12900"/>
                </a:srgbClr>
              </a:solidFill>
              <a:ln>
                <a:noFill/>
              </a:ln>
            </p:spPr>
            <p:txBody>
              <a:bodyPr anchor="ctr"/>
              <a:lstStyle/>
              <a:p>
                <a:pPr algn="ctr">
                  <a:buNone/>
                </a:pPr>
              </a:p>
            </p:txBody>
          </p:sp>
          <p:sp>
            <p:nvSpPr>
              <p:cNvPr id="2916" name="addition:input:39"/>
              <p:cNvSpPr>
                <a:spLocks noGrp="1"/>
              </p:cNvSpPr>
              <p:nvPr/>
            </p:nvSpPr>
            <p:spPr>
              <a:xfrm>
                <a:off x="209550" y="5438775"/>
                <a:ext cx="2220346" cy="635462"/>
              </a:xfrm>
              <a:custGeom>
                <a:avLst/>
                <a:gdLst/>
                <a:ahLst/>
                <a:cxnLst/>
                <a:rect l="l" t="t" r="r" b="b"/>
                <a:pathLst>
                  <a:path w="1349" h="339">
                    <a:moveTo>
                      <a:pt x="0" y="0"/>
                    </a:moveTo>
                    <a:moveTo>
                      <a:pt x="1349" y="272"/>
                    </a:moveTo>
                    <a:lnTo>
                      <a:pt x="1341" y="278"/>
                    </a:lnTo>
                    <a:lnTo>
                      <a:pt x="1329" y="283"/>
                    </a:lnTo>
                    <a:lnTo>
                      <a:pt x="1320" y="287"/>
                    </a:lnTo>
                    <a:lnTo>
                      <a:pt x="1318" y="292"/>
                    </a:lnTo>
                    <a:lnTo>
                      <a:pt x="1320" y="298"/>
                    </a:lnTo>
                    <a:lnTo>
                      <a:pt x="1322" y="305"/>
                    </a:lnTo>
                    <a:lnTo>
                      <a:pt x="1320" y="312"/>
                    </a:lnTo>
                    <a:lnTo>
                      <a:pt x="1317" y="318"/>
                    </a:lnTo>
                    <a:lnTo>
                      <a:pt x="1313" y="324"/>
                    </a:lnTo>
                    <a:lnTo>
                      <a:pt x="1309" y="330"/>
                    </a:lnTo>
                    <a:lnTo>
                      <a:pt x="1302" y="334"/>
                    </a:lnTo>
                    <a:lnTo>
                      <a:pt x="1292" y="334"/>
                    </a:lnTo>
                    <a:lnTo>
                      <a:pt x="1280" y="330"/>
                    </a:lnTo>
                    <a:lnTo>
                      <a:pt x="1271" y="326"/>
                    </a:lnTo>
                    <a:lnTo>
                      <a:pt x="1265" y="327"/>
                    </a:lnTo>
                    <a:lnTo>
                      <a:pt x="1260" y="332"/>
                    </a:lnTo>
                    <a:lnTo>
                      <a:pt x="1254" y="338"/>
                    </a:lnTo>
                    <a:lnTo>
                      <a:pt x="1247" y="339"/>
                    </a:lnTo>
                    <a:lnTo>
                      <a:pt x="1240" y="337"/>
                    </a:lnTo>
                    <a:lnTo>
                      <a:pt x="1233" y="333"/>
                    </a:lnTo>
                    <a:lnTo>
                      <a:pt x="1226" y="332"/>
                    </a:lnTo>
                    <a:lnTo>
                      <a:pt x="1217" y="333"/>
                    </a:lnTo>
                    <a:lnTo>
                      <a:pt x="1207" y="334"/>
                    </a:lnTo>
                    <a:lnTo>
                      <a:pt x="1198" y="332"/>
                    </a:lnTo>
                    <a:lnTo>
                      <a:pt x="1191" y="327"/>
                    </a:lnTo>
                    <a:lnTo>
                      <a:pt x="1186" y="322"/>
                    </a:lnTo>
                    <a:lnTo>
                      <a:pt x="1180" y="317"/>
                    </a:lnTo>
                    <a:lnTo>
                      <a:pt x="1175" y="312"/>
                    </a:lnTo>
                    <a:lnTo>
                      <a:pt x="1173" y="305"/>
                    </a:lnTo>
                    <a:lnTo>
                      <a:pt x="1175" y="298"/>
                    </a:lnTo>
                    <a:lnTo>
                      <a:pt x="1177" y="291"/>
                    </a:lnTo>
                    <a:lnTo>
                      <a:pt x="1174" y="286"/>
                    </a:lnTo>
                    <a:lnTo>
                      <a:pt x="1163" y="283"/>
                    </a:lnTo>
                    <a:lnTo>
                      <a:pt x="1148" y="278"/>
                    </a:lnTo>
                    <a:lnTo>
                      <a:pt x="1137" y="272"/>
                    </a:lnTo>
                    <a:lnTo>
                      <a:pt x="1136" y="265"/>
                    </a:lnTo>
                    <a:lnTo>
                      <a:pt x="1141" y="259"/>
                    </a:lnTo>
                    <a:lnTo>
                      <a:pt x="1148" y="254"/>
                    </a:lnTo>
                    <a:lnTo>
                      <a:pt x="1151" y="249"/>
                    </a:lnTo>
                    <a:lnTo>
                      <a:pt x="1153" y="243"/>
                    </a:lnTo>
                    <a:lnTo>
                      <a:pt x="1157" y="238"/>
                    </a:lnTo>
                    <a:lnTo>
                      <a:pt x="1165" y="234"/>
                    </a:lnTo>
                    <a:lnTo>
                      <a:pt x="1173" y="231"/>
                    </a:lnTo>
                    <a:lnTo>
                      <a:pt x="1179" y="228"/>
                    </a:lnTo>
                    <a:lnTo>
                      <a:pt x="1184" y="223"/>
                    </a:lnTo>
                    <a:lnTo>
                      <a:pt x="1191" y="218"/>
                    </a:lnTo>
                    <a:lnTo>
                      <a:pt x="1199" y="216"/>
                    </a:lnTo>
                    <a:lnTo>
                      <a:pt x="1209" y="216"/>
                    </a:lnTo>
                    <a:lnTo>
                      <a:pt x="1218" y="214"/>
                    </a:lnTo>
                    <a:lnTo>
                      <a:pt x="1226" y="209"/>
                    </a:lnTo>
                    <a:lnTo>
                      <a:pt x="1234" y="201"/>
                    </a:lnTo>
                    <a:lnTo>
                      <a:pt x="1245" y="195"/>
                    </a:lnTo>
                    <a:lnTo>
                      <a:pt x="1256" y="194"/>
                    </a:lnTo>
                    <a:lnTo>
                      <a:pt x="1266" y="201"/>
                    </a:lnTo>
                    <a:lnTo>
                      <a:pt x="1274" y="210"/>
                    </a:lnTo>
                    <a:lnTo>
                      <a:pt x="1281" y="216"/>
                    </a:lnTo>
                    <a:lnTo>
                      <a:pt x="1288" y="219"/>
                    </a:lnTo>
                    <a:lnTo>
                      <a:pt x="1296" y="220"/>
                    </a:lnTo>
                    <a:lnTo>
                      <a:pt x="1304" y="222"/>
                    </a:lnTo>
                    <a:lnTo>
                      <a:pt x="1311" y="224"/>
                    </a:lnTo>
                    <a:lnTo>
                      <a:pt x="1318" y="227"/>
                    </a:lnTo>
                    <a:lnTo>
                      <a:pt x="1328" y="228"/>
                    </a:lnTo>
                    <a:lnTo>
                      <a:pt x="1338" y="230"/>
                    </a:lnTo>
                    <a:lnTo>
                      <a:pt x="1344" y="235"/>
                    </a:lnTo>
                    <a:lnTo>
                      <a:pt x="1344" y="242"/>
                    </a:lnTo>
                    <a:lnTo>
                      <a:pt x="1340" y="249"/>
                    </a:lnTo>
                    <a:lnTo>
                      <a:pt x="1339" y="255"/>
                    </a:lnTo>
                    <a:lnTo>
                      <a:pt x="1343" y="260"/>
                    </a:lnTo>
                    <a:lnTo>
                      <a:pt x="1348" y="266"/>
                    </a:lnTo>
                    <a:close/>
                  </a:path>
                </a:pathLst>
              </a:custGeom>
              <a:solidFill>
                <a:srgbClr val="56BFA2">
                  <a:alpha val="10500"/>
                </a:srgbClr>
              </a:solidFill>
              <a:ln>
                <a:noFill/>
              </a:ln>
            </p:spPr>
            <p:txBody>
              <a:bodyPr anchor="ctr"/>
              <a:lstStyle/>
              <a:p>
                <a:pPr algn="ctr">
                  <a:buNone/>
                </a:pPr>
              </a:p>
            </p:txBody>
          </p:sp>
          <p:sp>
            <p:nvSpPr>
              <p:cNvPr id="2917" name="addition:input:40"/>
              <p:cNvSpPr>
                <a:spLocks noGrp="1"/>
              </p:cNvSpPr>
              <p:nvPr/>
            </p:nvSpPr>
            <p:spPr>
              <a:xfrm>
                <a:off x="209550" y="5438775"/>
                <a:ext cx="2055754" cy="524866"/>
              </a:xfrm>
              <a:custGeom>
                <a:avLst/>
                <a:gdLst/>
                <a:ahLst/>
                <a:cxnLst/>
                <a:rect l="l" t="t" r="r" b="b"/>
                <a:pathLst>
                  <a:path w="1249" h="280">
                    <a:moveTo>
                      <a:pt x="0" y="0"/>
                    </a:moveTo>
                    <a:moveTo>
                      <a:pt x="1243" y="251"/>
                    </a:moveTo>
                    <a:lnTo>
                      <a:pt x="1246" y="253"/>
                    </a:lnTo>
                    <a:lnTo>
                      <a:pt x="1248" y="256"/>
                    </a:lnTo>
                    <a:lnTo>
                      <a:pt x="1249" y="259"/>
                    </a:lnTo>
                    <a:lnTo>
                      <a:pt x="1249" y="261"/>
                    </a:lnTo>
                    <a:lnTo>
                      <a:pt x="1249" y="264"/>
                    </a:lnTo>
                    <a:lnTo>
                      <a:pt x="1248" y="267"/>
                    </a:lnTo>
                    <a:lnTo>
                      <a:pt x="1247" y="269"/>
                    </a:lnTo>
                    <a:lnTo>
                      <a:pt x="1243" y="270"/>
                    </a:lnTo>
                    <a:lnTo>
                      <a:pt x="1238" y="270"/>
                    </a:lnTo>
                    <a:lnTo>
                      <a:pt x="1232" y="269"/>
                    </a:lnTo>
                    <a:lnTo>
                      <a:pt x="1229" y="269"/>
                    </a:lnTo>
                    <a:lnTo>
                      <a:pt x="1228" y="272"/>
                    </a:lnTo>
                    <a:lnTo>
                      <a:pt x="1227" y="276"/>
                    </a:lnTo>
                    <a:lnTo>
                      <a:pt x="1224" y="279"/>
                    </a:lnTo>
                    <a:lnTo>
                      <a:pt x="1220" y="280"/>
                    </a:lnTo>
                    <a:lnTo>
                      <a:pt x="1216" y="279"/>
                    </a:lnTo>
                    <a:lnTo>
                      <a:pt x="1212" y="279"/>
                    </a:lnTo>
                    <a:lnTo>
                      <a:pt x="1208" y="280"/>
                    </a:lnTo>
                    <a:lnTo>
                      <a:pt x="1203" y="280"/>
                    </a:lnTo>
                    <a:lnTo>
                      <a:pt x="1199" y="279"/>
                    </a:lnTo>
                    <a:lnTo>
                      <a:pt x="1195" y="278"/>
                    </a:lnTo>
                    <a:lnTo>
                      <a:pt x="1192" y="276"/>
                    </a:lnTo>
                    <a:lnTo>
                      <a:pt x="1188" y="275"/>
                    </a:lnTo>
                    <a:lnTo>
                      <a:pt x="1184" y="274"/>
                    </a:lnTo>
                    <a:lnTo>
                      <a:pt x="1181" y="272"/>
                    </a:lnTo>
                    <a:lnTo>
                      <a:pt x="1180" y="270"/>
                    </a:lnTo>
                    <a:lnTo>
                      <a:pt x="1179" y="267"/>
                    </a:lnTo>
                    <a:lnTo>
                      <a:pt x="1178" y="265"/>
                    </a:lnTo>
                    <a:lnTo>
                      <a:pt x="1174" y="264"/>
                    </a:lnTo>
                    <a:lnTo>
                      <a:pt x="1168" y="263"/>
                    </a:lnTo>
                    <a:lnTo>
                      <a:pt x="1162" y="262"/>
                    </a:lnTo>
                    <a:lnTo>
                      <a:pt x="1160" y="260"/>
                    </a:lnTo>
                    <a:lnTo>
                      <a:pt x="1162" y="257"/>
                    </a:lnTo>
                    <a:lnTo>
                      <a:pt x="1165" y="254"/>
                    </a:lnTo>
                    <a:lnTo>
                      <a:pt x="1167" y="251"/>
                    </a:lnTo>
                    <a:lnTo>
                      <a:pt x="1169" y="249"/>
                    </a:lnTo>
                    <a:lnTo>
                      <a:pt x="1171" y="246"/>
                    </a:lnTo>
                    <a:lnTo>
                      <a:pt x="1173" y="244"/>
                    </a:lnTo>
                    <a:lnTo>
                      <a:pt x="1176" y="242"/>
                    </a:lnTo>
                    <a:lnTo>
                      <a:pt x="1177" y="240"/>
                    </a:lnTo>
                    <a:lnTo>
                      <a:pt x="1177" y="237"/>
                    </a:lnTo>
                    <a:lnTo>
                      <a:pt x="1177" y="234"/>
                    </a:lnTo>
                    <a:lnTo>
                      <a:pt x="1179" y="232"/>
                    </a:lnTo>
                    <a:lnTo>
                      <a:pt x="1183" y="231"/>
                    </a:lnTo>
                    <a:lnTo>
                      <a:pt x="1187" y="230"/>
                    </a:lnTo>
                    <a:lnTo>
                      <a:pt x="1190" y="229"/>
                    </a:lnTo>
                    <a:lnTo>
                      <a:pt x="1192" y="226"/>
                    </a:lnTo>
                    <a:lnTo>
                      <a:pt x="1194" y="223"/>
                    </a:lnTo>
                    <a:lnTo>
                      <a:pt x="1197" y="221"/>
                    </a:lnTo>
                    <a:lnTo>
                      <a:pt x="1201" y="222"/>
                    </a:lnTo>
                    <a:lnTo>
                      <a:pt x="1205" y="225"/>
                    </a:lnTo>
                    <a:lnTo>
                      <a:pt x="1209" y="227"/>
                    </a:lnTo>
                    <a:lnTo>
                      <a:pt x="1211" y="227"/>
                    </a:lnTo>
                    <a:lnTo>
                      <a:pt x="1214" y="227"/>
                    </a:lnTo>
                    <a:lnTo>
                      <a:pt x="1217" y="226"/>
                    </a:lnTo>
                    <a:lnTo>
                      <a:pt x="1220" y="226"/>
                    </a:lnTo>
                    <a:lnTo>
                      <a:pt x="1223" y="226"/>
                    </a:lnTo>
                    <a:lnTo>
                      <a:pt x="1227" y="225"/>
                    </a:lnTo>
                    <a:lnTo>
                      <a:pt x="1231" y="225"/>
                    </a:lnTo>
                    <a:lnTo>
                      <a:pt x="1235" y="226"/>
                    </a:lnTo>
                    <a:lnTo>
                      <a:pt x="1236" y="229"/>
                    </a:lnTo>
                    <a:lnTo>
                      <a:pt x="1236" y="233"/>
                    </a:lnTo>
                    <a:lnTo>
                      <a:pt x="1235" y="236"/>
                    </a:lnTo>
                    <a:lnTo>
                      <a:pt x="1237" y="238"/>
                    </a:lnTo>
                    <a:lnTo>
                      <a:pt x="1240" y="239"/>
                    </a:lnTo>
                    <a:lnTo>
                      <a:pt x="1243" y="241"/>
                    </a:lnTo>
                    <a:lnTo>
                      <a:pt x="1245" y="244"/>
                    </a:lnTo>
                    <a:lnTo>
                      <a:pt x="1243" y="246"/>
                    </a:lnTo>
                    <a:lnTo>
                      <a:pt x="1242" y="249"/>
                    </a:lnTo>
                    <a:close/>
                  </a:path>
                </a:pathLst>
              </a:custGeom>
              <a:solidFill>
                <a:srgbClr val="86D1BC">
                  <a:alpha val="9600"/>
                </a:srgbClr>
              </a:solidFill>
              <a:ln>
                <a:noFill/>
              </a:ln>
            </p:spPr>
            <p:txBody>
              <a:bodyPr anchor="ctr"/>
              <a:lstStyle/>
              <a:p>
                <a:pPr algn="ctr">
                  <a:buNone/>
                </a:pPr>
              </a:p>
            </p:txBody>
          </p:sp>
          <p:sp>
            <p:nvSpPr>
              <p:cNvPr id="2918" name="addition:input:41"/>
              <p:cNvSpPr>
                <a:spLocks noGrp="1"/>
              </p:cNvSpPr>
              <p:nvPr/>
            </p:nvSpPr>
            <p:spPr>
              <a:xfrm>
                <a:off x="209550" y="5438775"/>
                <a:ext cx="2115007" cy="483626"/>
              </a:xfrm>
              <a:custGeom>
                <a:avLst/>
                <a:gdLst/>
                <a:ahLst/>
                <a:cxnLst/>
                <a:rect l="l" t="t" r="r" b="b"/>
                <a:pathLst>
                  <a:path w="1285" h="258">
                    <a:moveTo>
                      <a:pt x="0" y="0"/>
                    </a:moveTo>
                    <a:moveTo>
                      <a:pt x="1280" y="229"/>
                    </a:moveTo>
                    <a:lnTo>
                      <a:pt x="1281" y="231"/>
                    </a:lnTo>
                    <a:lnTo>
                      <a:pt x="1283" y="234"/>
                    </a:lnTo>
                    <a:lnTo>
                      <a:pt x="1285" y="237"/>
                    </a:lnTo>
                    <a:lnTo>
                      <a:pt x="1284" y="240"/>
                    </a:lnTo>
                    <a:lnTo>
                      <a:pt x="1280" y="241"/>
                    </a:lnTo>
                    <a:lnTo>
                      <a:pt x="1274" y="242"/>
                    </a:lnTo>
                    <a:lnTo>
                      <a:pt x="1269" y="242"/>
                    </a:lnTo>
                    <a:lnTo>
                      <a:pt x="1266" y="243"/>
                    </a:lnTo>
                    <a:lnTo>
                      <a:pt x="1265" y="246"/>
                    </a:lnTo>
                    <a:lnTo>
                      <a:pt x="1264" y="249"/>
                    </a:lnTo>
                    <a:lnTo>
                      <a:pt x="1262" y="251"/>
                    </a:lnTo>
                    <a:lnTo>
                      <a:pt x="1259" y="253"/>
                    </a:lnTo>
                    <a:lnTo>
                      <a:pt x="1256" y="255"/>
                    </a:lnTo>
                    <a:lnTo>
                      <a:pt x="1253" y="257"/>
                    </a:lnTo>
                    <a:lnTo>
                      <a:pt x="1249" y="258"/>
                    </a:lnTo>
                    <a:lnTo>
                      <a:pt x="1244" y="258"/>
                    </a:lnTo>
                    <a:lnTo>
                      <a:pt x="1240" y="256"/>
                    </a:lnTo>
                    <a:lnTo>
                      <a:pt x="1236" y="254"/>
                    </a:lnTo>
                    <a:lnTo>
                      <a:pt x="1233" y="253"/>
                    </a:lnTo>
                    <a:lnTo>
                      <a:pt x="1229" y="254"/>
                    </a:lnTo>
                    <a:lnTo>
                      <a:pt x="1226" y="255"/>
                    </a:lnTo>
                    <a:lnTo>
                      <a:pt x="1222" y="254"/>
                    </a:lnTo>
                    <a:lnTo>
                      <a:pt x="1221" y="251"/>
                    </a:lnTo>
                    <a:lnTo>
                      <a:pt x="1220" y="249"/>
                    </a:lnTo>
                    <a:lnTo>
                      <a:pt x="1218" y="247"/>
                    </a:lnTo>
                    <a:lnTo>
                      <a:pt x="1214" y="247"/>
                    </a:lnTo>
                    <a:lnTo>
                      <a:pt x="1210" y="247"/>
                    </a:lnTo>
                    <a:lnTo>
                      <a:pt x="1206" y="246"/>
                    </a:lnTo>
                    <a:lnTo>
                      <a:pt x="1204" y="244"/>
                    </a:lnTo>
                    <a:lnTo>
                      <a:pt x="1203" y="242"/>
                    </a:lnTo>
                    <a:lnTo>
                      <a:pt x="1203" y="239"/>
                    </a:lnTo>
                    <a:lnTo>
                      <a:pt x="1203" y="236"/>
                    </a:lnTo>
                    <a:lnTo>
                      <a:pt x="1204" y="234"/>
                    </a:lnTo>
                    <a:lnTo>
                      <a:pt x="1207" y="231"/>
                    </a:lnTo>
                    <a:lnTo>
                      <a:pt x="1211" y="229"/>
                    </a:lnTo>
                    <a:lnTo>
                      <a:pt x="1212" y="227"/>
                    </a:lnTo>
                    <a:lnTo>
                      <a:pt x="1211" y="225"/>
                    </a:lnTo>
                    <a:lnTo>
                      <a:pt x="1208" y="222"/>
                    </a:lnTo>
                    <a:lnTo>
                      <a:pt x="1206" y="219"/>
                    </a:lnTo>
                    <a:lnTo>
                      <a:pt x="1207" y="216"/>
                    </a:lnTo>
                    <a:lnTo>
                      <a:pt x="1210" y="215"/>
                    </a:lnTo>
                    <a:lnTo>
                      <a:pt x="1213" y="213"/>
                    </a:lnTo>
                    <a:lnTo>
                      <a:pt x="1214" y="211"/>
                    </a:lnTo>
                    <a:lnTo>
                      <a:pt x="1215" y="209"/>
                    </a:lnTo>
                    <a:lnTo>
                      <a:pt x="1216" y="206"/>
                    </a:lnTo>
                    <a:lnTo>
                      <a:pt x="1219" y="205"/>
                    </a:lnTo>
                    <a:lnTo>
                      <a:pt x="1223" y="205"/>
                    </a:lnTo>
                    <a:lnTo>
                      <a:pt x="1226" y="205"/>
                    </a:lnTo>
                    <a:lnTo>
                      <a:pt x="1229" y="205"/>
                    </a:lnTo>
                    <a:lnTo>
                      <a:pt x="1231" y="204"/>
                    </a:lnTo>
                    <a:lnTo>
                      <a:pt x="1234" y="204"/>
                    </a:lnTo>
                    <a:lnTo>
                      <a:pt x="1237" y="205"/>
                    </a:lnTo>
                    <a:lnTo>
                      <a:pt x="1240" y="206"/>
                    </a:lnTo>
                    <a:lnTo>
                      <a:pt x="1243" y="204"/>
                    </a:lnTo>
                    <a:lnTo>
                      <a:pt x="1246" y="201"/>
                    </a:lnTo>
                    <a:lnTo>
                      <a:pt x="1251" y="199"/>
                    </a:lnTo>
                    <a:lnTo>
                      <a:pt x="1255" y="199"/>
                    </a:lnTo>
                    <a:lnTo>
                      <a:pt x="1258" y="202"/>
                    </a:lnTo>
                    <a:lnTo>
                      <a:pt x="1259" y="206"/>
                    </a:lnTo>
                    <a:lnTo>
                      <a:pt x="1260" y="209"/>
                    </a:lnTo>
                    <a:lnTo>
                      <a:pt x="1263" y="211"/>
                    </a:lnTo>
                    <a:lnTo>
                      <a:pt x="1266" y="212"/>
                    </a:lnTo>
                    <a:lnTo>
                      <a:pt x="1269" y="214"/>
                    </a:lnTo>
                    <a:lnTo>
                      <a:pt x="1271" y="216"/>
                    </a:lnTo>
                    <a:lnTo>
                      <a:pt x="1272" y="218"/>
                    </a:lnTo>
                    <a:lnTo>
                      <a:pt x="1275" y="220"/>
                    </a:lnTo>
                    <a:lnTo>
                      <a:pt x="1278" y="222"/>
                    </a:lnTo>
                    <a:lnTo>
                      <a:pt x="1280" y="224"/>
                    </a:lnTo>
                    <a:lnTo>
                      <a:pt x="1281" y="226"/>
                    </a:lnTo>
                    <a:close/>
                  </a:path>
                </a:pathLst>
              </a:custGeom>
              <a:solidFill>
                <a:srgbClr val="86D1BC">
                  <a:alpha val="9600"/>
                </a:srgbClr>
              </a:solidFill>
              <a:ln>
                <a:noFill/>
              </a:ln>
            </p:spPr>
            <p:txBody>
              <a:bodyPr anchor="ctr"/>
              <a:lstStyle/>
              <a:p>
                <a:pPr algn="ctr">
                  <a:buNone/>
                </a:pPr>
              </a:p>
            </p:txBody>
          </p:sp>
          <p:sp>
            <p:nvSpPr>
              <p:cNvPr id="2919" name="addition:input:42"/>
              <p:cNvSpPr>
                <a:spLocks noGrp="1"/>
              </p:cNvSpPr>
              <p:nvPr/>
            </p:nvSpPr>
            <p:spPr>
              <a:xfrm>
                <a:off x="209550" y="5438775"/>
                <a:ext cx="2179198" cy="498622"/>
              </a:xfrm>
              <a:custGeom>
                <a:avLst/>
                <a:gdLst/>
                <a:ahLst/>
                <a:cxnLst/>
                <a:rect l="l" t="t" r="r" b="b"/>
                <a:pathLst>
                  <a:path w="1324" h="266">
                    <a:moveTo>
                      <a:pt x="0" y="0"/>
                    </a:moveTo>
                    <a:moveTo>
                      <a:pt x="1315" y="235"/>
                    </a:moveTo>
                    <a:lnTo>
                      <a:pt x="1319" y="238"/>
                    </a:lnTo>
                    <a:lnTo>
                      <a:pt x="1323" y="241"/>
                    </a:lnTo>
                    <a:lnTo>
                      <a:pt x="1324" y="244"/>
                    </a:lnTo>
                    <a:lnTo>
                      <a:pt x="1322" y="246"/>
                    </a:lnTo>
                    <a:lnTo>
                      <a:pt x="1320" y="248"/>
                    </a:lnTo>
                    <a:lnTo>
                      <a:pt x="1317" y="250"/>
                    </a:lnTo>
                    <a:lnTo>
                      <a:pt x="1314" y="252"/>
                    </a:lnTo>
                    <a:lnTo>
                      <a:pt x="1310" y="253"/>
                    </a:lnTo>
                    <a:lnTo>
                      <a:pt x="1306" y="253"/>
                    </a:lnTo>
                    <a:lnTo>
                      <a:pt x="1303" y="254"/>
                    </a:lnTo>
                    <a:lnTo>
                      <a:pt x="1301" y="256"/>
                    </a:lnTo>
                    <a:lnTo>
                      <a:pt x="1300" y="260"/>
                    </a:lnTo>
                    <a:lnTo>
                      <a:pt x="1298" y="263"/>
                    </a:lnTo>
                    <a:lnTo>
                      <a:pt x="1294" y="265"/>
                    </a:lnTo>
                    <a:lnTo>
                      <a:pt x="1290" y="265"/>
                    </a:lnTo>
                    <a:lnTo>
                      <a:pt x="1285" y="264"/>
                    </a:lnTo>
                    <a:lnTo>
                      <a:pt x="1281" y="263"/>
                    </a:lnTo>
                    <a:lnTo>
                      <a:pt x="1277" y="265"/>
                    </a:lnTo>
                    <a:lnTo>
                      <a:pt x="1273" y="266"/>
                    </a:lnTo>
                    <a:lnTo>
                      <a:pt x="1269" y="266"/>
                    </a:lnTo>
                    <a:lnTo>
                      <a:pt x="1265" y="264"/>
                    </a:lnTo>
                    <a:lnTo>
                      <a:pt x="1262" y="261"/>
                    </a:lnTo>
                    <a:lnTo>
                      <a:pt x="1260" y="259"/>
                    </a:lnTo>
                    <a:lnTo>
                      <a:pt x="1257" y="257"/>
                    </a:lnTo>
                    <a:lnTo>
                      <a:pt x="1254" y="256"/>
                    </a:lnTo>
                    <a:lnTo>
                      <a:pt x="1252" y="254"/>
                    </a:lnTo>
                    <a:lnTo>
                      <a:pt x="1250" y="252"/>
                    </a:lnTo>
                    <a:lnTo>
                      <a:pt x="1247" y="251"/>
                    </a:lnTo>
                    <a:lnTo>
                      <a:pt x="1242" y="250"/>
                    </a:lnTo>
                    <a:lnTo>
                      <a:pt x="1237" y="249"/>
                    </a:lnTo>
                    <a:lnTo>
                      <a:pt x="1234" y="247"/>
                    </a:lnTo>
                    <a:lnTo>
                      <a:pt x="1235" y="244"/>
                    </a:lnTo>
                    <a:lnTo>
                      <a:pt x="1239" y="240"/>
                    </a:lnTo>
                    <a:lnTo>
                      <a:pt x="1243" y="237"/>
                    </a:lnTo>
                    <a:lnTo>
                      <a:pt x="1244" y="235"/>
                    </a:lnTo>
                    <a:lnTo>
                      <a:pt x="1244" y="233"/>
                    </a:lnTo>
                    <a:lnTo>
                      <a:pt x="1244" y="230"/>
                    </a:lnTo>
                    <a:lnTo>
                      <a:pt x="1245" y="227"/>
                    </a:lnTo>
                    <a:lnTo>
                      <a:pt x="1247" y="225"/>
                    </a:lnTo>
                    <a:lnTo>
                      <a:pt x="1249" y="223"/>
                    </a:lnTo>
                    <a:lnTo>
                      <a:pt x="1250" y="220"/>
                    </a:lnTo>
                    <a:lnTo>
                      <a:pt x="1250" y="218"/>
                    </a:lnTo>
                    <a:lnTo>
                      <a:pt x="1252" y="215"/>
                    </a:lnTo>
                    <a:lnTo>
                      <a:pt x="1255" y="214"/>
                    </a:lnTo>
                    <a:lnTo>
                      <a:pt x="1258" y="212"/>
                    </a:lnTo>
                    <a:lnTo>
                      <a:pt x="1260" y="210"/>
                    </a:lnTo>
                    <a:lnTo>
                      <a:pt x="1262" y="207"/>
                    </a:lnTo>
                    <a:lnTo>
                      <a:pt x="1264" y="205"/>
                    </a:lnTo>
                    <a:lnTo>
                      <a:pt x="1268" y="205"/>
                    </a:lnTo>
                    <a:lnTo>
                      <a:pt x="1272" y="207"/>
                    </a:lnTo>
                    <a:lnTo>
                      <a:pt x="1276" y="210"/>
                    </a:lnTo>
                    <a:lnTo>
                      <a:pt x="1278" y="212"/>
                    </a:lnTo>
                    <a:lnTo>
                      <a:pt x="1280" y="210"/>
                    </a:lnTo>
                    <a:lnTo>
                      <a:pt x="1283" y="208"/>
                    </a:lnTo>
                    <a:lnTo>
                      <a:pt x="1287" y="206"/>
                    </a:lnTo>
                    <a:lnTo>
                      <a:pt x="1290" y="206"/>
                    </a:lnTo>
                    <a:lnTo>
                      <a:pt x="1293" y="207"/>
                    </a:lnTo>
                    <a:lnTo>
                      <a:pt x="1297" y="207"/>
                    </a:lnTo>
                    <a:lnTo>
                      <a:pt x="1300" y="208"/>
                    </a:lnTo>
                    <a:lnTo>
                      <a:pt x="1303" y="210"/>
                    </a:lnTo>
                    <a:lnTo>
                      <a:pt x="1304" y="213"/>
                    </a:lnTo>
                    <a:lnTo>
                      <a:pt x="1305" y="217"/>
                    </a:lnTo>
                    <a:lnTo>
                      <a:pt x="1306" y="219"/>
                    </a:lnTo>
                    <a:lnTo>
                      <a:pt x="1308" y="221"/>
                    </a:lnTo>
                    <a:lnTo>
                      <a:pt x="1312" y="222"/>
                    </a:lnTo>
                    <a:lnTo>
                      <a:pt x="1315" y="225"/>
                    </a:lnTo>
                    <a:lnTo>
                      <a:pt x="1315" y="227"/>
                    </a:lnTo>
                    <a:lnTo>
                      <a:pt x="1313" y="230"/>
                    </a:lnTo>
                    <a:lnTo>
                      <a:pt x="1312" y="233"/>
                    </a:lnTo>
                    <a:close/>
                  </a:path>
                </a:pathLst>
              </a:custGeom>
              <a:solidFill>
                <a:srgbClr val="86D1BC">
                  <a:alpha val="9600"/>
                </a:srgbClr>
              </a:solidFill>
              <a:ln>
                <a:noFill/>
              </a:ln>
            </p:spPr>
            <p:txBody>
              <a:bodyPr anchor="ctr"/>
              <a:lstStyle/>
              <a:p>
                <a:pPr algn="ctr">
                  <a:buNone/>
                </a:pPr>
              </a:p>
            </p:txBody>
          </p:sp>
          <p:sp>
            <p:nvSpPr>
              <p:cNvPr id="2920" name="addition:input:43"/>
              <p:cNvSpPr>
                <a:spLocks noGrp="1"/>
              </p:cNvSpPr>
              <p:nvPr/>
            </p:nvSpPr>
            <p:spPr>
              <a:xfrm>
                <a:off x="209550" y="5438775"/>
                <a:ext cx="2235159" cy="547360"/>
              </a:xfrm>
              <a:custGeom>
                <a:avLst/>
                <a:gdLst/>
                <a:ahLst/>
                <a:cxnLst/>
                <a:rect l="l" t="t" r="r" b="b"/>
                <a:pathLst>
                  <a:path w="1358" h="292">
                    <a:moveTo>
                      <a:pt x="0" y="0"/>
                    </a:moveTo>
                    <a:moveTo>
                      <a:pt x="1358" y="259"/>
                    </a:moveTo>
                    <a:lnTo>
                      <a:pt x="1357" y="262"/>
                    </a:lnTo>
                    <a:lnTo>
                      <a:pt x="1356" y="265"/>
                    </a:lnTo>
                    <a:lnTo>
                      <a:pt x="1356" y="268"/>
                    </a:lnTo>
                    <a:lnTo>
                      <a:pt x="1355" y="271"/>
                    </a:lnTo>
                    <a:lnTo>
                      <a:pt x="1352" y="274"/>
                    </a:lnTo>
                    <a:lnTo>
                      <a:pt x="1346" y="275"/>
                    </a:lnTo>
                    <a:lnTo>
                      <a:pt x="1340" y="275"/>
                    </a:lnTo>
                    <a:lnTo>
                      <a:pt x="1336" y="276"/>
                    </a:lnTo>
                    <a:lnTo>
                      <a:pt x="1335" y="279"/>
                    </a:lnTo>
                    <a:lnTo>
                      <a:pt x="1335" y="283"/>
                    </a:lnTo>
                    <a:lnTo>
                      <a:pt x="1334" y="288"/>
                    </a:lnTo>
                    <a:lnTo>
                      <a:pt x="1331" y="290"/>
                    </a:lnTo>
                    <a:lnTo>
                      <a:pt x="1326" y="291"/>
                    </a:lnTo>
                    <a:lnTo>
                      <a:pt x="1321" y="291"/>
                    </a:lnTo>
                    <a:lnTo>
                      <a:pt x="1317" y="291"/>
                    </a:lnTo>
                    <a:lnTo>
                      <a:pt x="1312" y="292"/>
                    </a:lnTo>
                    <a:lnTo>
                      <a:pt x="1308" y="292"/>
                    </a:lnTo>
                    <a:lnTo>
                      <a:pt x="1304" y="290"/>
                    </a:lnTo>
                    <a:lnTo>
                      <a:pt x="1301" y="288"/>
                    </a:lnTo>
                    <a:lnTo>
                      <a:pt x="1297" y="288"/>
                    </a:lnTo>
                    <a:lnTo>
                      <a:pt x="1294" y="288"/>
                    </a:lnTo>
                    <a:lnTo>
                      <a:pt x="1290" y="288"/>
                    </a:lnTo>
                    <a:lnTo>
                      <a:pt x="1287" y="287"/>
                    </a:lnTo>
                    <a:lnTo>
                      <a:pt x="1286" y="284"/>
                    </a:lnTo>
                    <a:lnTo>
                      <a:pt x="1284" y="281"/>
                    </a:lnTo>
                    <a:lnTo>
                      <a:pt x="1281" y="280"/>
                    </a:lnTo>
                    <a:lnTo>
                      <a:pt x="1276" y="281"/>
                    </a:lnTo>
                    <a:lnTo>
                      <a:pt x="1270" y="280"/>
                    </a:lnTo>
                    <a:lnTo>
                      <a:pt x="1267" y="278"/>
                    </a:lnTo>
                    <a:lnTo>
                      <a:pt x="1267" y="275"/>
                    </a:lnTo>
                    <a:lnTo>
                      <a:pt x="1270" y="271"/>
                    </a:lnTo>
                    <a:lnTo>
                      <a:pt x="1272" y="267"/>
                    </a:lnTo>
                    <a:lnTo>
                      <a:pt x="1273" y="265"/>
                    </a:lnTo>
                    <a:lnTo>
                      <a:pt x="1274" y="262"/>
                    </a:lnTo>
                    <a:lnTo>
                      <a:pt x="1275" y="259"/>
                    </a:lnTo>
                    <a:lnTo>
                      <a:pt x="1276" y="257"/>
                    </a:lnTo>
                    <a:lnTo>
                      <a:pt x="1275" y="254"/>
                    </a:lnTo>
                    <a:lnTo>
                      <a:pt x="1273" y="251"/>
                    </a:lnTo>
                    <a:lnTo>
                      <a:pt x="1270" y="248"/>
                    </a:lnTo>
                    <a:lnTo>
                      <a:pt x="1270" y="244"/>
                    </a:lnTo>
                    <a:lnTo>
                      <a:pt x="1272" y="242"/>
                    </a:lnTo>
                    <a:lnTo>
                      <a:pt x="1277" y="241"/>
                    </a:lnTo>
                    <a:lnTo>
                      <a:pt x="1280" y="239"/>
                    </a:lnTo>
                    <a:lnTo>
                      <a:pt x="1281" y="237"/>
                    </a:lnTo>
                    <a:lnTo>
                      <a:pt x="1282" y="233"/>
                    </a:lnTo>
                    <a:lnTo>
                      <a:pt x="1284" y="231"/>
                    </a:lnTo>
                    <a:lnTo>
                      <a:pt x="1287" y="230"/>
                    </a:lnTo>
                    <a:lnTo>
                      <a:pt x="1292" y="232"/>
                    </a:lnTo>
                    <a:lnTo>
                      <a:pt x="1296" y="233"/>
                    </a:lnTo>
                    <a:lnTo>
                      <a:pt x="1299" y="233"/>
                    </a:lnTo>
                    <a:lnTo>
                      <a:pt x="1301" y="231"/>
                    </a:lnTo>
                    <a:lnTo>
                      <a:pt x="1304" y="230"/>
                    </a:lnTo>
                    <a:lnTo>
                      <a:pt x="1308" y="229"/>
                    </a:lnTo>
                    <a:lnTo>
                      <a:pt x="1312" y="228"/>
                    </a:lnTo>
                    <a:lnTo>
                      <a:pt x="1316" y="227"/>
                    </a:lnTo>
                    <a:lnTo>
                      <a:pt x="1321" y="225"/>
                    </a:lnTo>
                    <a:lnTo>
                      <a:pt x="1326" y="225"/>
                    </a:lnTo>
                    <a:lnTo>
                      <a:pt x="1329" y="228"/>
                    </a:lnTo>
                    <a:lnTo>
                      <a:pt x="1331" y="233"/>
                    </a:lnTo>
                    <a:lnTo>
                      <a:pt x="1331" y="237"/>
                    </a:lnTo>
                    <a:lnTo>
                      <a:pt x="1333" y="240"/>
                    </a:lnTo>
                    <a:lnTo>
                      <a:pt x="1337" y="241"/>
                    </a:lnTo>
                    <a:lnTo>
                      <a:pt x="1343" y="241"/>
                    </a:lnTo>
                    <a:lnTo>
                      <a:pt x="1346" y="243"/>
                    </a:lnTo>
                    <a:lnTo>
                      <a:pt x="1348" y="246"/>
                    </a:lnTo>
                    <a:lnTo>
                      <a:pt x="1349" y="249"/>
                    </a:lnTo>
                    <a:lnTo>
                      <a:pt x="1350" y="251"/>
                    </a:lnTo>
                    <a:lnTo>
                      <a:pt x="1353" y="254"/>
                    </a:lnTo>
                    <a:lnTo>
                      <a:pt x="1356" y="256"/>
                    </a:lnTo>
                    <a:close/>
                  </a:path>
                </a:pathLst>
              </a:custGeom>
              <a:solidFill>
                <a:srgbClr val="86D1BC">
                  <a:alpha val="9600"/>
                </a:srgbClr>
              </a:solidFill>
              <a:ln>
                <a:noFill/>
              </a:ln>
            </p:spPr>
            <p:txBody>
              <a:bodyPr anchor="ctr"/>
              <a:lstStyle/>
              <a:p>
                <a:pPr algn="ctr">
                  <a:buNone/>
                </a:pPr>
              </a:p>
            </p:txBody>
          </p:sp>
          <p:sp>
            <p:nvSpPr>
              <p:cNvPr id="2921" name="addition:input:44"/>
              <p:cNvSpPr>
                <a:spLocks noGrp="1"/>
              </p:cNvSpPr>
              <p:nvPr/>
            </p:nvSpPr>
            <p:spPr>
              <a:xfrm>
                <a:off x="209550" y="5438775"/>
                <a:ext cx="2207179" cy="607344"/>
              </a:xfrm>
              <a:custGeom>
                <a:avLst/>
                <a:gdLst/>
                <a:ahLst/>
                <a:cxnLst/>
                <a:rect l="l" t="t" r="r" b="b"/>
                <a:pathLst>
                  <a:path w="1341" h="324">
                    <a:moveTo>
                      <a:pt x="0" y="0"/>
                    </a:moveTo>
                    <a:moveTo>
                      <a:pt x="1341" y="286"/>
                    </a:moveTo>
                    <a:lnTo>
                      <a:pt x="1339" y="289"/>
                    </a:lnTo>
                    <a:lnTo>
                      <a:pt x="1338" y="292"/>
                    </a:lnTo>
                    <a:lnTo>
                      <a:pt x="1337" y="295"/>
                    </a:lnTo>
                    <a:lnTo>
                      <a:pt x="1335" y="298"/>
                    </a:lnTo>
                    <a:lnTo>
                      <a:pt x="1332" y="300"/>
                    </a:lnTo>
                    <a:lnTo>
                      <a:pt x="1328" y="302"/>
                    </a:lnTo>
                    <a:lnTo>
                      <a:pt x="1324" y="304"/>
                    </a:lnTo>
                    <a:lnTo>
                      <a:pt x="1321" y="306"/>
                    </a:lnTo>
                    <a:lnTo>
                      <a:pt x="1319" y="309"/>
                    </a:lnTo>
                    <a:lnTo>
                      <a:pt x="1316" y="311"/>
                    </a:lnTo>
                    <a:lnTo>
                      <a:pt x="1311" y="312"/>
                    </a:lnTo>
                    <a:lnTo>
                      <a:pt x="1305" y="312"/>
                    </a:lnTo>
                    <a:lnTo>
                      <a:pt x="1300" y="313"/>
                    </a:lnTo>
                    <a:lnTo>
                      <a:pt x="1297" y="316"/>
                    </a:lnTo>
                    <a:lnTo>
                      <a:pt x="1293" y="320"/>
                    </a:lnTo>
                    <a:lnTo>
                      <a:pt x="1288" y="324"/>
                    </a:lnTo>
                    <a:lnTo>
                      <a:pt x="1282" y="324"/>
                    </a:lnTo>
                    <a:lnTo>
                      <a:pt x="1276" y="321"/>
                    </a:lnTo>
                    <a:lnTo>
                      <a:pt x="1272" y="317"/>
                    </a:lnTo>
                    <a:lnTo>
                      <a:pt x="1267" y="315"/>
                    </a:lnTo>
                    <a:lnTo>
                      <a:pt x="1263" y="314"/>
                    </a:lnTo>
                    <a:lnTo>
                      <a:pt x="1259" y="313"/>
                    </a:lnTo>
                    <a:lnTo>
                      <a:pt x="1256" y="311"/>
                    </a:lnTo>
                    <a:lnTo>
                      <a:pt x="1252" y="310"/>
                    </a:lnTo>
                    <a:lnTo>
                      <a:pt x="1248" y="310"/>
                    </a:lnTo>
                    <a:lnTo>
                      <a:pt x="1242" y="310"/>
                    </a:lnTo>
                    <a:lnTo>
                      <a:pt x="1236" y="309"/>
                    </a:lnTo>
                    <a:lnTo>
                      <a:pt x="1233" y="307"/>
                    </a:lnTo>
                    <a:lnTo>
                      <a:pt x="1234" y="303"/>
                    </a:lnTo>
                    <a:lnTo>
                      <a:pt x="1235" y="300"/>
                    </a:lnTo>
                    <a:lnTo>
                      <a:pt x="1235" y="297"/>
                    </a:lnTo>
                    <a:lnTo>
                      <a:pt x="1232" y="295"/>
                    </a:lnTo>
                    <a:lnTo>
                      <a:pt x="1229" y="292"/>
                    </a:lnTo>
                    <a:lnTo>
                      <a:pt x="1229" y="289"/>
                    </a:lnTo>
                    <a:lnTo>
                      <a:pt x="1233" y="286"/>
                    </a:lnTo>
                    <a:lnTo>
                      <a:pt x="1238" y="283"/>
                    </a:lnTo>
                    <a:lnTo>
                      <a:pt x="1242" y="281"/>
                    </a:lnTo>
                    <a:lnTo>
                      <a:pt x="1242" y="279"/>
                    </a:lnTo>
                    <a:lnTo>
                      <a:pt x="1241" y="276"/>
                    </a:lnTo>
                    <a:lnTo>
                      <a:pt x="1241" y="273"/>
                    </a:lnTo>
                    <a:lnTo>
                      <a:pt x="1242" y="270"/>
                    </a:lnTo>
                    <a:lnTo>
                      <a:pt x="1242" y="266"/>
                    </a:lnTo>
                    <a:lnTo>
                      <a:pt x="1243" y="263"/>
                    </a:lnTo>
                    <a:lnTo>
                      <a:pt x="1244" y="259"/>
                    </a:lnTo>
                    <a:lnTo>
                      <a:pt x="1247" y="257"/>
                    </a:lnTo>
                    <a:lnTo>
                      <a:pt x="1253" y="257"/>
                    </a:lnTo>
                    <a:lnTo>
                      <a:pt x="1260" y="259"/>
                    </a:lnTo>
                    <a:lnTo>
                      <a:pt x="1265" y="261"/>
                    </a:lnTo>
                    <a:lnTo>
                      <a:pt x="1268" y="260"/>
                    </a:lnTo>
                    <a:lnTo>
                      <a:pt x="1270" y="257"/>
                    </a:lnTo>
                    <a:lnTo>
                      <a:pt x="1273" y="254"/>
                    </a:lnTo>
                    <a:lnTo>
                      <a:pt x="1277" y="254"/>
                    </a:lnTo>
                    <a:lnTo>
                      <a:pt x="1281" y="255"/>
                    </a:lnTo>
                    <a:lnTo>
                      <a:pt x="1285" y="256"/>
                    </a:lnTo>
                    <a:lnTo>
                      <a:pt x="1289" y="256"/>
                    </a:lnTo>
                    <a:lnTo>
                      <a:pt x="1294" y="255"/>
                    </a:lnTo>
                    <a:lnTo>
                      <a:pt x="1299" y="255"/>
                    </a:lnTo>
                    <a:lnTo>
                      <a:pt x="1304" y="256"/>
                    </a:lnTo>
                    <a:lnTo>
                      <a:pt x="1307" y="258"/>
                    </a:lnTo>
                    <a:lnTo>
                      <a:pt x="1312" y="260"/>
                    </a:lnTo>
                    <a:lnTo>
                      <a:pt x="1316" y="261"/>
                    </a:lnTo>
                    <a:lnTo>
                      <a:pt x="1320" y="264"/>
                    </a:lnTo>
                    <a:lnTo>
                      <a:pt x="1321" y="267"/>
                    </a:lnTo>
                    <a:lnTo>
                      <a:pt x="1319" y="271"/>
                    </a:lnTo>
                    <a:lnTo>
                      <a:pt x="1318" y="275"/>
                    </a:lnTo>
                    <a:lnTo>
                      <a:pt x="1320" y="277"/>
                    </a:lnTo>
                    <a:lnTo>
                      <a:pt x="1327" y="278"/>
                    </a:lnTo>
                    <a:lnTo>
                      <a:pt x="1335" y="280"/>
                    </a:lnTo>
                    <a:lnTo>
                      <a:pt x="1341" y="283"/>
                    </a:lnTo>
                    <a:close/>
                  </a:path>
                </a:pathLst>
              </a:custGeom>
              <a:solidFill>
                <a:srgbClr val="86D1BC">
                  <a:alpha val="9600"/>
                </a:srgbClr>
              </a:solidFill>
              <a:ln>
                <a:noFill/>
              </a:ln>
            </p:spPr>
            <p:txBody>
              <a:bodyPr anchor="ctr"/>
              <a:lstStyle/>
              <a:p>
                <a:pPr algn="ctr">
                  <a:buNone/>
                </a:pPr>
              </a:p>
            </p:txBody>
          </p:sp>
          <p:sp>
            <p:nvSpPr>
              <p:cNvPr id="2922" name="addition:input:45"/>
              <p:cNvSpPr>
                <a:spLocks noGrp="1"/>
              </p:cNvSpPr>
              <p:nvPr/>
            </p:nvSpPr>
            <p:spPr>
              <a:xfrm>
                <a:off x="209550" y="5438775"/>
                <a:ext cx="2116653" cy="603595"/>
              </a:xfrm>
              <a:custGeom>
                <a:avLst/>
                <a:gdLst/>
                <a:ahLst/>
                <a:cxnLst/>
                <a:rect l="l" t="t" r="r" b="b"/>
                <a:pathLst>
                  <a:path w="1286" h="322">
                    <a:moveTo>
                      <a:pt x="0" y="0"/>
                    </a:moveTo>
                    <a:moveTo>
                      <a:pt x="1281" y="289"/>
                    </a:moveTo>
                    <a:lnTo>
                      <a:pt x="1284" y="292"/>
                    </a:lnTo>
                    <a:lnTo>
                      <a:pt x="1286" y="296"/>
                    </a:lnTo>
                    <a:lnTo>
                      <a:pt x="1286" y="299"/>
                    </a:lnTo>
                    <a:lnTo>
                      <a:pt x="1282" y="301"/>
                    </a:lnTo>
                    <a:lnTo>
                      <a:pt x="1276" y="302"/>
                    </a:lnTo>
                    <a:lnTo>
                      <a:pt x="1269" y="303"/>
                    </a:lnTo>
                    <a:lnTo>
                      <a:pt x="1265" y="304"/>
                    </a:lnTo>
                    <a:lnTo>
                      <a:pt x="1265" y="307"/>
                    </a:lnTo>
                    <a:lnTo>
                      <a:pt x="1264" y="311"/>
                    </a:lnTo>
                    <a:lnTo>
                      <a:pt x="1262" y="314"/>
                    </a:lnTo>
                    <a:lnTo>
                      <a:pt x="1259" y="316"/>
                    </a:lnTo>
                    <a:lnTo>
                      <a:pt x="1254" y="317"/>
                    </a:lnTo>
                    <a:lnTo>
                      <a:pt x="1250" y="318"/>
                    </a:lnTo>
                    <a:lnTo>
                      <a:pt x="1246" y="320"/>
                    </a:lnTo>
                    <a:lnTo>
                      <a:pt x="1242" y="322"/>
                    </a:lnTo>
                    <a:lnTo>
                      <a:pt x="1237" y="322"/>
                    </a:lnTo>
                    <a:lnTo>
                      <a:pt x="1232" y="321"/>
                    </a:lnTo>
                    <a:lnTo>
                      <a:pt x="1228" y="321"/>
                    </a:lnTo>
                    <a:lnTo>
                      <a:pt x="1223" y="321"/>
                    </a:lnTo>
                    <a:lnTo>
                      <a:pt x="1219" y="321"/>
                    </a:lnTo>
                    <a:lnTo>
                      <a:pt x="1215" y="320"/>
                    </a:lnTo>
                    <a:lnTo>
                      <a:pt x="1213" y="316"/>
                    </a:lnTo>
                    <a:lnTo>
                      <a:pt x="1212" y="312"/>
                    </a:lnTo>
                    <a:lnTo>
                      <a:pt x="1210" y="310"/>
                    </a:lnTo>
                    <a:lnTo>
                      <a:pt x="1206" y="311"/>
                    </a:lnTo>
                    <a:lnTo>
                      <a:pt x="1200" y="312"/>
                    </a:lnTo>
                    <a:lnTo>
                      <a:pt x="1194" y="312"/>
                    </a:lnTo>
                    <a:lnTo>
                      <a:pt x="1190" y="310"/>
                    </a:lnTo>
                    <a:lnTo>
                      <a:pt x="1190" y="307"/>
                    </a:lnTo>
                    <a:lnTo>
                      <a:pt x="1190" y="304"/>
                    </a:lnTo>
                    <a:lnTo>
                      <a:pt x="1190" y="301"/>
                    </a:lnTo>
                    <a:lnTo>
                      <a:pt x="1190" y="298"/>
                    </a:lnTo>
                    <a:lnTo>
                      <a:pt x="1192" y="295"/>
                    </a:lnTo>
                    <a:lnTo>
                      <a:pt x="1194" y="292"/>
                    </a:lnTo>
                    <a:lnTo>
                      <a:pt x="1196" y="289"/>
                    </a:lnTo>
                    <a:lnTo>
                      <a:pt x="1196" y="287"/>
                    </a:lnTo>
                    <a:lnTo>
                      <a:pt x="1194" y="284"/>
                    </a:lnTo>
                    <a:lnTo>
                      <a:pt x="1192" y="281"/>
                    </a:lnTo>
                    <a:lnTo>
                      <a:pt x="1194" y="278"/>
                    </a:lnTo>
                    <a:lnTo>
                      <a:pt x="1197" y="276"/>
                    </a:lnTo>
                    <a:lnTo>
                      <a:pt x="1200" y="274"/>
                    </a:lnTo>
                    <a:lnTo>
                      <a:pt x="1201" y="271"/>
                    </a:lnTo>
                    <a:lnTo>
                      <a:pt x="1200" y="267"/>
                    </a:lnTo>
                    <a:lnTo>
                      <a:pt x="1200" y="263"/>
                    </a:lnTo>
                    <a:lnTo>
                      <a:pt x="1202" y="261"/>
                    </a:lnTo>
                    <a:lnTo>
                      <a:pt x="1207" y="260"/>
                    </a:lnTo>
                    <a:lnTo>
                      <a:pt x="1212" y="261"/>
                    </a:lnTo>
                    <a:lnTo>
                      <a:pt x="1216" y="262"/>
                    </a:lnTo>
                    <a:lnTo>
                      <a:pt x="1219" y="262"/>
                    </a:lnTo>
                    <a:lnTo>
                      <a:pt x="1222" y="262"/>
                    </a:lnTo>
                    <a:lnTo>
                      <a:pt x="1226" y="262"/>
                    </a:lnTo>
                    <a:lnTo>
                      <a:pt x="1229" y="262"/>
                    </a:lnTo>
                    <a:lnTo>
                      <a:pt x="1232" y="260"/>
                    </a:lnTo>
                    <a:lnTo>
                      <a:pt x="1236" y="257"/>
                    </a:lnTo>
                    <a:lnTo>
                      <a:pt x="1240" y="255"/>
                    </a:lnTo>
                    <a:lnTo>
                      <a:pt x="1245" y="254"/>
                    </a:lnTo>
                    <a:lnTo>
                      <a:pt x="1249" y="257"/>
                    </a:lnTo>
                    <a:lnTo>
                      <a:pt x="1251" y="261"/>
                    </a:lnTo>
                    <a:lnTo>
                      <a:pt x="1253" y="264"/>
                    </a:lnTo>
                    <a:lnTo>
                      <a:pt x="1257" y="266"/>
                    </a:lnTo>
                    <a:lnTo>
                      <a:pt x="1261" y="266"/>
                    </a:lnTo>
                    <a:lnTo>
                      <a:pt x="1266" y="268"/>
                    </a:lnTo>
                    <a:lnTo>
                      <a:pt x="1268" y="271"/>
                    </a:lnTo>
                    <a:lnTo>
                      <a:pt x="1268" y="274"/>
                    </a:lnTo>
                    <a:lnTo>
                      <a:pt x="1269" y="277"/>
                    </a:lnTo>
                    <a:lnTo>
                      <a:pt x="1271" y="279"/>
                    </a:lnTo>
                    <a:lnTo>
                      <a:pt x="1275" y="281"/>
                    </a:lnTo>
                    <a:lnTo>
                      <a:pt x="1277" y="284"/>
                    </a:lnTo>
                    <a:lnTo>
                      <a:pt x="1279" y="286"/>
                    </a:lnTo>
                    <a:close/>
                  </a:path>
                </a:pathLst>
              </a:custGeom>
              <a:solidFill>
                <a:srgbClr val="86D1BC">
                  <a:alpha val="9600"/>
                </a:srgbClr>
              </a:solidFill>
              <a:ln>
                <a:noFill/>
              </a:ln>
            </p:spPr>
            <p:txBody>
              <a:bodyPr anchor="ctr"/>
              <a:lstStyle/>
              <a:p>
                <a:pPr algn="ctr">
                  <a:buNone/>
                </a:pPr>
              </a:p>
            </p:txBody>
          </p:sp>
          <p:sp>
            <p:nvSpPr>
              <p:cNvPr id="2923" name="addition:input:46"/>
              <p:cNvSpPr>
                <a:spLocks noGrp="1"/>
              </p:cNvSpPr>
              <p:nvPr/>
            </p:nvSpPr>
            <p:spPr>
              <a:xfrm>
                <a:off x="209550" y="5438775"/>
                <a:ext cx="2032711" cy="569854"/>
              </a:xfrm>
              <a:custGeom>
                <a:avLst/>
                <a:gdLst/>
                <a:ahLst/>
                <a:cxnLst/>
                <a:rect l="l" t="t" r="r" b="b"/>
                <a:pathLst>
                  <a:path w="1235" h="304">
                    <a:moveTo>
                      <a:pt x="0" y="0"/>
                    </a:moveTo>
                    <a:moveTo>
                      <a:pt x="1234" y="278"/>
                    </a:moveTo>
                    <a:lnTo>
                      <a:pt x="1232" y="280"/>
                    </a:lnTo>
                    <a:lnTo>
                      <a:pt x="1230" y="282"/>
                    </a:lnTo>
                    <a:lnTo>
                      <a:pt x="1228" y="285"/>
                    </a:lnTo>
                    <a:lnTo>
                      <a:pt x="1225" y="287"/>
                    </a:lnTo>
                    <a:lnTo>
                      <a:pt x="1222" y="288"/>
                    </a:lnTo>
                    <a:lnTo>
                      <a:pt x="1218" y="289"/>
                    </a:lnTo>
                    <a:lnTo>
                      <a:pt x="1217" y="291"/>
                    </a:lnTo>
                    <a:lnTo>
                      <a:pt x="1218" y="295"/>
                    </a:lnTo>
                    <a:lnTo>
                      <a:pt x="1218" y="299"/>
                    </a:lnTo>
                    <a:lnTo>
                      <a:pt x="1217" y="302"/>
                    </a:lnTo>
                    <a:lnTo>
                      <a:pt x="1214" y="304"/>
                    </a:lnTo>
                    <a:lnTo>
                      <a:pt x="1209" y="303"/>
                    </a:lnTo>
                    <a:lnTo>
                      <a:pt x="1205" y="302"/>
                    </a:lnTo>
                    <a:lnTo>
                      <a:pt x="1202" y="302"/>
                    </a:lnTo>
                    <a:lnTo>
                      <a:pt x="1199" y="303"/>
                    </a:lnTo>
                    <a:lnTo>
                      <a:pt x="1197" y="304"/>
                    </a:lnTo>
                    <a:lnTo>
                      <a:pt x="1194" y="304"/>
                    </a:lnTo>
                    <a:lnTo>
                      <a:pt x="1191" y="303"/>
                    </a:lnTo>
                    <a:lnTo>
                      <a:pt x="1189" y="302"/>
                    </a:lnTo>
                    <a:lnTo>
                      <a:pt x="1186" y="302"/>
                    </a:lnTo>
                    <a:lnTo>
                      <a:pt x="1183" y="303"/>
                    </a:lnTo>
                    <a:lnTo>
                      <a:pt x="1181" y="302"/>
                    </a:lnTo>
                    <a:lnTo>
                      <a:pt x="1179" y="300"/>
                    </a:lnTo>
                    <a:lnTo>
                      <a:pt x="1177" y="299"/>
                    </a:lnTo>
                    <a:lnTo>
                      <a:pt x="1173" y="299"/>
                    </a:lnTo>
                    <a:lnTo>
                      <a:pt x="1169" y="299"/>
                    </a:lnTo>
                    <a:lnTo>
                      <a:pt x="1165" y="298"/>
                    </a:lnTo>
                    <a:lnTo>
                      <a:pt x="1163" y="296"/>
                    </a:lnTo>
                    <a:lnTo>
                      <a:pt x="1165" y="292"/>
                    </a:lnTo>
                    <a:lnTo>
                      <a:pt x="1167" y="288"/>
                    </a:lnTo>
                    <a:lnTo>
                      <a:pt x="1169" y="286"/>
                    </a:lnTo>
                    <a:lnTo>
                      <a:pt x="1167" y="284"/>
                    </a:lnTo>
                    <a:lnTo>
                      <a:pt x="1165" y="282"/>
                    </a:lnTo>
                    <a:lnTo>
                      <a:pt x="1162" y="280"/>
                    </a:lnTo>
                    <a:lnTo>
                      <a:pt x="1161" y="278"/>
                    </a:lnTo>
                    <a:lnTo>
                      <a:pt x="1160" y="275"/>
                    </a:lnTo>
                    <a:lnTo>
                      <a:pt x="1158" y="273"/>
                    </a:lnTo>
                    <a:lnTo>
                      <a:pt x="1157" y="270"/>
                    </a:lnTo>
                    <a:lnTo>
                      <a:pt x="1157" y="267"/>
                    </a:lnTo>
                    <a:lnTo>
                      <a:pt x="1159" y="265"/>
                    </a:lnTo>
                    <a:lnTo>
                      <a:pt x="1162" y="264"/>
                    </a:lnTo>
                    <a:lnTo>
                      <a:pt x="1165" y="263"/>
                    </a:lnTo>
                    <a:lnTo>
                      <a:pt x="1166" y="260"/>
                    </a:lnTo>
                    <a:lnTo>
                      <a:pt x="1166" y="258"/>
                    </a:lnTo>
                    <a:lnTo>
                      <a:pt x="1168" y="256"/>
                    </a:lnTo>
                    <a:lnTo>
                      <a:pt x="1172" y="256"/>
                    </a:lnTo>
                    <a:lnTo>
                      <a:pt x="1176" y="257"/>
                    </a:lnTo>
                    <a:lnTo>
                      <a:pt x="1179" y="257"/>
                    </a:lnTo>
                    <a:lnTo>
                      <a:pt x="1182" y="256"/>
                    </a:lnTo>
                    <a:lnTo>
                      <a:pt x="1184" y="253"/>
                    </a:lnTo>
                    <a:lnTo>
                      <a:pt x="1187" y="250"/>
                    </a:lnTo>
                    <a:lnTo>
                      <a:pt x="1190" y="249"/>
                    </a:lnTo>
                    <a:lnTo>
                      <a:pt x="1194" y="248"/>
                    </a:lnTo>
                    <a:lnTo>
                      <a:pt x="1198" y="248"/>
                    </a:lnTo>
                    <a:lnTo>
                      <a:pt x="1202" y="249"/>
                    </a:lnTo>
                    <a:lnTo>
                      <a:pt x="1206" y="250"/>
                    </a:lnTo>
                    <a:lnTo>
                      <a:pt x="1209" y="253"/>
                    </a:lnTo>
                    <a:lnTo>
                      <a:pt x="1210" y="256"/>
                    </a:lnTo>
                    <a:lnTo>
                      <a:pt x="1212" y="259"/>
                    </a:lnTo>
                    <a:lnTo>
                      <a:pt x="1215" y="260"/>
                    </a:lnTo>
                    <a:lnTo>
                      <a:pt x="1219" y="260"/>
                    </a:lnTo>
                    <a:lnTo>
                      <a:pt x="1224" y="260"/>
                    </a:lnTo>
                    <a:lnTo>
                      <a:pt x="1227" y="261"/>
                    </a:lnTo>
                    <a:lnTo>
                      <a:pt x="1228" y="264"/>
                    </a:lnTo>
                    <a:lnTo>
                      <a:pt x="1228" y="266"/>
                    </a:lnTo>
                    <a:lnTo>
                      <a:pt x="1229" y="269"/>
                    </a:lnTo>
                    <a:lnTo>
                      <a:pt x="1232" y="270"/>
                    </a:lnTo>
                    <a:lnTo>
                      <a:pt x="1234" y="272"/>
                    </a:lnTo>
                    <a:lnTo>
                      <a:pt x="1235" y="275"/>
                    </a:lnTo>
                    <a:close/>
                  </a:path>
                </a:pathLst>
              </a:custGeom>
              <a:solidFill>
                <a:srgbClr val="86D1BC">
                  <a:alpha val="9600"/>
                </a:srgbClr>
              </a:solidFill>
              <a:ln>
                <a:noFill/>
              </a:ln>
            </p:spPr>
            <p:txBody>
              <a:bodyPr anchor="ctr"/>
              <a:lstStyle/>
              <a:p>
                <a:pPr algn="ctr">
                  <a:buNone/>
                </a:pPr>
              </a:p>
            </p:txBody>
          </p:sp>
          <p:sp>
            <p:nvSpPr>
              <p:cNvPr id="2924" name="addition:input:47"/>
              <p:cNvSpPr>
                <a:spLocks noGrp="1"/>
              </p:cNvSpPr>
              <p:nvPr/>
            </p:nvSpPr>
            <p:spPr>
              <a:xfrm>
                <a:off x="209550" y="5438775"/>
                <a:ext cx="2164385" cy="579227"/>
              </a:xfrm>
              <a:custGeom>
                <a:avLst/>
                <a:gdLst/>
                <a:ahLst/>
                <a:cxnLst/>
                <a:rect l="l" t="t" r="r" b="b"/>
                <a:pathLst>
                  <a:path w="1315" h="309">
                    <a:moveTo>
                      <a:pt x="0" y="0"/>
                    </a:moveTo>
                    <a:moveTo>
                      <a:pt x="1307" y="273"/>
                    </a:moveTo>
                    <a:lnTo>
                      <a:pt x="1303" y="276"/>
                    </a:lnTo>
                    <a:lnTo>
                      <a:pt x="1299" y="278"/>
                    </a:lnTo>
                    <a:lnTo>
                      <a:pt x="1296" y="281"/>
                    </a:lnTo>
                    <a:lnTo>
                      <a:pt x="1298" y="284"/>
                    </a:lnTo>
                    <a:lnTo>
                      <a:pt x="1302" y="288"/>
                    </a:lnTo>
                    <a:lnTo>
                      <a:pt x="1304" y="293"/>
                    </a:lnTo>
                    <a:lnTo>
                      <a:pt x="1302" y="296"/>
                    </a:lnTo>
                    <a:lnTo>
                      <a:pt x="1296" y="297"/>
                    </a:lnTo>
                    <a:lnTo>
                      <a:pt x="1291" y="298"/>
                    </a:lnTo>
                    <a:lnTo>
                      <a:pt x="1287" y="300"/>
                    </a:lnTo>
                    <a:lnTo>
                      <a:pt x="1285" y="302"/>
                    </a:lnTo>
                    <a:lnTo>
                      <a:pt x="1282" y="305"/>
                    </a:lnTo>
                    <a:lnTo>
                      <a:pt x="1278" y="306"/>
                    </a:lnTo>
                    <a:lnTo>
                      <a:pt x="1273" y="306"/>
                    </a:lnTo>
                    <a:lnTo>
                      <a:pt x="1269" y="305"/>
                    </a:lnTo>
                    <a:lnTo>
                      <a:pt x="1265" y="304"/>
                    </a:lnTo>
                    <a:lnTo>
                      <a:pt x="1261" y="305"/>
                    </a:lnTo>
                    <a:lnTo>
                      <a:pt x="1257" y="305"/>
                    </a:lnTo>
                    <a:lnTo>
                      <a:pt x="1254" y="305"/>
                    </a:lnTo>
                    <a:lnTo>
                      <a:pt x="1250" y="304"/>
                    </a:lnTo>
                    <a:lnTo>
                      <a:pt x="1245" y="305"/>
                    </a:lnTo>
                    <a:lnTo>
                      <a:pt x="1239" y="307"/>
                    </a:lnTo>
                    <a:lnTo>
                      <a:pt x="1232" y="309"/>
                    </a:lnTo>
                    <a:lnTo>
                      <a:pt x="1226" y="307"/>
                    </a:lnTo>
                    <a:lnTo>
                      <a:pt x="1224" y="303"/>
                    </a:lnTo>
                    <a:lnTo>
                      <a:pt x="1225" y="298"/>
                    </a:lnTo>
                    <a:lnTo>
                      <a:pt x="1225" y="293"/>
                    </a:lnTo>
                    <a:lnTo>
                      <a:pt x="1222" y="291"/>
                    </a:lnTo>
                    <a:lnTo>
                      <a:pt x="1218" y="289"/>
                    </a:lnTo>
                    <a:lnTo>
                      <a:pt x="1213" y="287"/>
                    </a:lnTo>
                    <a:lnTo>
                      <a:pt x="1210" y="285"/>
                    </a:lnTo>
                    <a:lnTo>
                      <a:pt x="1208" y="282"/>
                    </a:lnTo>
                    <a:lnTo>
                      <a:pt x="1206" y="279"/>
                    </a:lnTo>
                    <a:lnTo>
                      <a:pt x="1202" y="276"/>
                    </a:lnTo>
                    <a:lnTo>
                      <a:pt x="1199" y="273"/>
                    </a:lnTo>
                    <a:lnTo>
                      <a:pt x="1198" y="270"/>
                    </a:lnTo>
                    <a:lnTo>
                      <a:pt x="1200" y="267"/>
                    </a:lnTo>
                    <a:lnTo>
                      <a:pt x="1202" y="264"/>
                    </a:lnTo>
                    <a:lnTo>
                      <a:pt x="1202" y="261"/>
                    </a:lnTo>
                    <a:lnTo>
                      <a:pt x="1201" y="257"/>
                    </a:lnTo>
                    <a:lnTo>
                      <a:pt x="1203" y="254"/>
                    </a:lnTo>
                    <a:lnTo>
                      <a:pt x="1208" y="252"/>
                    </a:lnTo>
                    <a:lnTo>
                      <a:pt x="1216" y="252"/>
                    </a:lnTo>
                    <a:lnTo>
                      <a:pt x="1223" y="253"/>
                    </a:lnTo>
                    <a:lnTo>
                      <a:pt x="1227" y="251"/>
                    </a:lnTo>
                    <a:lnTo>
                      <a:pt x="1229" y="248"/>
                    </a:lnTo>
                    <a:lnTo>
                      <a:pt x="1230" y="243"/>
                    </a:lnTo>
                    <a:lnTo>
                      <a:pt x="1234" y="240"/>
                    </a:lnTo>
                    <a:lnTo>
                      <a:pt x="1239" y="238"/>
                    </a:lnTo>
                    <a:lnTo>
                      <a:pt x="1245" y="237"/>
                    </a:lnTo>
                    <a:lnTo>
                      <a:pt x="1250" y="236"/>
                    </a:lnTo>
                    <a:lnTo>
                      <a:pt x="1256" y="235"/>
                    </a:lnTo>
                    <a:lnTo>
                      <a:pt x="1262" y="236"/>
                    </a:lnTo>
                    <a:lnTo>
                      <a:pt x="1267" y="239"/>
                    </a:lnTo>
                    <a:lnTo>
                      <a:pt x="1272" y="242"/>
                    </a:lnTo>
                    <a:lnTo>
                      <a:pt x="1276" y="244"/>
                    </a:lnTo>
                    <a:lnTo>
                      <a:pt x="1281" y="244"/>
                    </a:lnTo>
                    <a:lnTo>
                      <a:pt x="1287" y="243"/>
                    </a:lnTo>
                    <a:lnTo>
                      <a:pt x="1291" y="244"/>
                    </a:lnTo>
                    <a:lnTo>
                      <a:pt x="1294" y="247"/>
                    </a:lnTo>
                    <a:lnTo>
                      <a:pt x="1295" y="250"/>
                    </a:lnTo>
                    <a:lnTo>
                      <a:pt x="1297" y="253"/>
                    </a:lnTo>
                    <a:lnTo>
                      <a:pt x="1302" y="254"/>
                    </a:lnTo>
                    <a:lnTo>
                      <a:pt x="1308" y="254"/>
                    </a:lnTo>
                    <a:lnTo>
                      <a:pt x="1313" y="256"/>
                    </a:lnTo>
                    <a:lnTo>
                      <a:pt x="1315" y="259"/>
                    </a:lnTo>
                    <a:lnTo>
                      <a:pt x="1313" y="263"/>
                    </a:lnTo>
                    <a:lnTo>
                      <a:pt x="1311" y="267"/>
                    </a:lnTo>
                    <a:lnTo>
                      <a:pt x="1309" y="270"/>
                    </a:lnTo>
                    <a:close/>
                  </a:path>
                </a:pathLst>
              </a:custGeom>
              <a:solidFill>
                <a:srgbClr val="86D1BC">
                  <a:alpha val="9600"/>
                </a:srgbClr>
              </a:solidFill>
              <a:ln>
                <a:noFill/>
              </a:ln>
            </p:spPr>
            <p:txBody>
              <a:bodyPr anchor="ctr"/>
              <a:lstStyle/>
              <a:p>
                <a:pPr algn="ctr">
                  <a:buNone/>
                </a:pPr>
              </a:p>
            </p:txBody>
          </p:sp>
          <p:sp>
            <p:nvSpPr>
              <p:cNvPr id="2925" name="addition:input:48"/>
              <p:cNvSpPr>
                <a:spLocks noGrp="1"/>
              </p:cNvSpPr>
              <p:nvPr/>
            </p:nvSpPr>
            <p:spPr>
              <a:xfrm>
                <a:off x="209550" y="5438775"/>
                <a:ext cx="2197303" cy="596097"/>
              </a:xfrm>
              <a:custGeom>
                <a:avLst/>
                <a:gdLst/>
                <a:ahLst/>
                <a:cxnLst/>
                <a:rect l="l" t="t" r="r" b="b"/>
                <a:pathLst>
                  <a:path w="1335" h="318">
                    <a:moveTo>
                      <a:pt x="0" y="0"/>
                    </a:moveTo>
                    <a:moveTo>
                      <a:pt x="1329" y="267"/>
                    </a:moveTo>
                    <a:lnTo>
                      <a:pt x="1330" y="272"/>
                    </a:lnTo>
                    <a:lnTo>
                      <a:pt x="1327" y="276"/>
                    </a:lnTo>
                    <a:lnTo>
                      <a:pt x="1320" y="280"/>
                    </a:lnTo>
                    <a:lnTo>
                      <a:pt x="1312" y="282"/>
                    </a:lnTo>
                    <a:lnTo>
                      <a:pt x="1308" y="286"/>
                    </a:lnTo>
                    <a:lnTo>
                      <a:pt x="1307" y="290"/>
                    </a:lnTo>
                    <a:lnTo>
                      <a:pt x="1307" y="295"/>
                    </a:lnTo>
                    <a:lnTo>
                      <a:pt x="1305" y="300"/>
                    </a:lnTo>
                    <a:lnTo>
                      <a:pt x="1301" y="304"/>
                    </a:lnTo>
                    <a:lnTo>
                      <a:pt x="1298" y="309"/>
                    </a:lnTo>
                    <a:lnTo>
                      <a:pt x="1294" y="314"/>
                    </a:lnTo>
                    <a:lnTo>
                      <a:pt x="1289" y="318"/>
                    </a:lnTo>
                    <a:lnTo>
                      <a:pt x="1282" y="318"/>
                    </a:lnTo>
                    <a:lnTo>
                      <a:pt x="1273" y="314"/>
                    </a:lnTo>
                    <a:lnTo>
                      <a:pt x="1266" y="310"/>
                    </a:lnTo>
                    <a:lnTo>
                      <a:pt x="1261" y="308"/>
                    </a:lnTo>
                    <a:lnTo>
                      <a:pt x="1257" y="310"/>
                    </a:lnTo>
                    <a:lnTo>
                      <a:pt x="1252" y="314"/>
                    </a:lnTo>
                    <a:lnTo>
                      <a:pt x="1246" y="317"/>
                    </a:lnTo>
                    <a:lnTo>
                      <a:pt x="1240" y="317"/>
                    </a:lnTo>
                    <a:lnTo>
                      <a:pt x="1236" y="314"/>
                    </a:lnTo>
                    <a:lnTo>
                      <a:pt x="1231" y="312"/>
                    </a:lnTo>
                    <a:lnTo>
                      <a:pt x="1225" y="311"/>
                    </a:lnTo>
                    <a:lnTo>
                      <a:pt x="1218" y="311"/>
                    </a:lnTo>
                    <a:lnTo>
                      <a:pt x="1212" y="309"/>
                    </a:lnTo>
                    <a:lnTo>
                      <a:pt x="1208" y="305"/>
                    </a:lnTo>
                    <a:lnTo>
                      <a:pt x="1205" y="301"/>
                    </a:lnTo>
                    <a:lnTo>
                      <a:pt x="1201" y="297"/>
                    </a:lnTo>
                    <a:lnTo>
                      <a:pt x="1196" y="293"/>
                    </a:lnTo>
                    <a:lnTo>
                      <a:pt x="1194" y="289"/>
                    </a:lnTo>
                    <a:lnTo>
                      <a:pt x="1195" y="284"/>
                    </a:lnTo>
                    <a:lnTo>
                      <a:pt x="1199" y="278"/>
                    </a:lnTo>
                    <a:lnTo>
                      <a:pt x="1200" y="274"/>
                    </a:lnTo>
                    <a:lnTo>
                      <a:pt x="1195" y="271"/>
                    </a:lnTo>
                    <a:lnTo>
                      <a:pt x="1185" y="267"/>
                    </a:lnTo>
                    <a:lnTo>
                      <a:pt x="1175" y="262"/>
                    </a:lnTo>
                    <a:lnTo>
                      <a:pt x="1171" y="257"/>
                    </a:lnTo>
                    <a:lnTo>
                      <a:pt x="1174" y="252"/>
                    </a:lnTo>
                    <a:lnTo>
                      <a:pt x="1180" y="248"/>
                    </a:lnTo>
                    <a:lnTo>
                      <a:pt x="1184" y="245"/>
                    </a:lnTo>
                    <a:lnTo>
                      <a:pt x="1188" y="241"/>
                    </a:lnTo>
                    <a:lnTo>
                      <a:pt x="1192" y="238"/>
                    </a:lnTo>
                    <a:lnTo>
                      <a:pt x="1197" y="236"/>
                    </a:lnTo>
                    <a:lnTo>
                      <a:pt x="1204" y="234"/>
                    </a:lnTo>
                    <a:lnTo>
                      <a:pt x="1208" y="232"/>
                    </a:lnTo>
                    <a:lnTo>
                      <a:pt x="1212" y="228"/>
                    </a:lnTo>
                    <a:lnTo>
                      <a:pt x="1216" y="223"/>
                    </a:lnTo>
                    <a:lnTo>
                      <a:pt x="1222" y="221"/>
                    </a:lnTo>
                    <a:lnTo>
                      <a:pt x="1229" y="221"/>
                    </a:lnTo>
                    <a:lnTo>
                      <a:pt x="1237" y="222"/>
                    </a:lnTo>
                    <a:lnTo>
                      <a:pt x="1244" y="220"/>
                    </a:lnTo>
                    <a:lnTo>
                      <a:pt x="1250" y="216"/>
                    </a:lnTo>
                    <a:lnTo>
                      <a:pt x="1258" y="211"/>
                    </a:lnTo>
                    <a:lnTo>
                      <a:pt x="1267" y="209"/>
                    </a:lnTo>
                    <a:lnTo>
                      <a:pt x="1275" y="212"/>
                    </a:lnTo>
                    <a:lnTo>
                      <a:pt x="1281" y="219"/>
                    </a:lnTo>
                    <a:lnTo>
                      <a:pt x="1285" y="225"/>
                    </a:lnTo>
                    <a:lnTo>
                      <a:pt x="1290" y="228"/>
                    </a:lnTo>
                    <a:lnTo>
                      <a:pt x="1295" y="230"/>
                    </a:lnTo>
                    <a:lnTo>
                      <a:pt x="1301" y="232"/>
                    </a:lnTo>
                    <a:lnTo>
                      <a:pt x="1306" y="235"/>
                    </a:lnTo>
                    <a:lnTo>
                      <a:pt x="1311" y="237"/>
                    </a:lnTo>
                    <a:lnTo>
                      <a:pt x="1319" y="238"/>
                    </a:lnTo>
                    <a:lnTo>
                      <a:pt x="1328" y="239"/>
                    </a:lnTo>
                    <a:lnTo>
                      <a:pt x="1334" y="242"/>
                    </a:lnTo>
                    <a:lnTo>
                      <a:pt x="1335" y="247"/>
                    </a:lnTo>
                    <a:lnTo>
                      <a:pt x="1331" y="253"/>
                    </a:lnTo>
                    <a:lnTo>
                      <a:pt x="1326" y="258"/>
                    </a:lnTo>
                    <a:lnTo>
                      <a:pt x="1326" y="263"/>
                    </a:lnTo>
                    <a:close/>
                  </a:path>
                </a:pathLst>
              </a:custGeom>
              <a:solidFill>
                <a:srgbClr val="56BFA2">
                  <a:alpha val="11100"/>
                </a:srgbClr>
              </a:solidFill>
              <a:ln>
                <a:noFill/>
              </a:ln>
            </p:spPr>
            <p:txBody>
              <a:bodyPr anchor="ctr"/>
              <a:lstStyle/>
              <a:p>
                <a:pPr algn="ctr">
                  <a:buNone/>
                </a:pPr>
              </a:p>
            </p:txBody>
          </p:sp>
          <p:sp>
            <p:nvSpPr>
              <p:cNvPr id="2926" name="addition:input:49"/>
              <p:cNvSpPr>
                <a:spLocks noGrp="1"/>
              </p:cNvSpPr>
              <p:nvPr/>
            </p:nvSpPr>
            <p:spPr>
              <a:xfrm>
                <a:off x="209550" y="5438775"/>
                <a:ext cx="2080443" cy="526740"/>
              </a:xfrm>
              <a:custGeom>
                <a:avLst/>
                <a:gdLst/>
                <a:ahLst/>
                <a:cxnLst/>
                <a:rect l="l" t="t" r="r" b="b"/>
                <a:pathLst>
                  <a:path w="1264" h="281">
                    <a:moveTo>
                      <a:pt x="0" y="0"/>
                    </a:moveTo>
                    <a:moveTo>
                      <a:pt x="1263" y="253"/>
                    </a:moveTo>
                    <a:lnTo>
                      <a:pt x="1264" y="256"/>
                    </a:lnTo>
                    <a:lnTo>
                      <a:pt x="1263" y="258"/>
                    </a:lnTo>
                    <a:lnTo>
                      <a:pt x="1260" y="260"/>
                    </a:lnTo>
                    <a:lnTo>
                      <a:pt x="1258" y="262"/>
                    </a:lnTo>
                    <a:lnTo>
                      <a:pt x="1257" y="264"/>
                    </a:lnTo>
                    <a:lnTo>
                      <a:pt x="1257" y="267"/>
                    </a:lnTo>
                    <a:lnTo>
                      <a:pt x="1256" y="269"/>
                    </a:lnTo>
                    <a:lnTo>
                      <a:pt x="1253" y="270"/>
                    </a:lnTo>
                    <a:lnTo>
                      <a:pt x="1248" y="270"/>
                    </a:lnTo>
                    <a:lnTo>
                      <a:pt x="1245" y="270"/>
                    </a:lnTo>
                    <a:lnTo>
                      <a:pt x="1242" y="271"/>
                    </a:lnTo>
                    <a:lnTo>
                      <a:pt x="1241" y="274"/>
                    </a:lnTo>
                    <a:lnTo>
                      <a:pt x="1239" y="277"/>
                    </a:lnTo>
                    <a:lnTo>
                      <a:pt x="1236" y="279"/>
                    </a:lnTo>
                    <a:lnTo>
                      <a:pt x="1233" y="280"/>
                    </a:lnTo>
                    <a:lnTo>
                      <a:pt x="1229" y="281"/>
                    </a:lnTo>
                    <a:lnTo>
                      <a:pt x="1226" y="281"/>
                    </a:lnTo>
                    <a:lnTo>
                      <a:pt x="1222" y="281"/>
                    </a:lnTo>
                    <a:lnTo>
                      <a:pt x="1218" y="279"/>
                    </a:lnTo>
                    <a:lnTo>
                      <a:pt x="1216" y="277"/>
                    </a:lnTo>
                    <a:lnTo>
                      <a:pt x="1214" y="274"/>
                    </a:lnTo>
                    <a:lnTo>
                      <a:pt x="1211" y="273"/>
                    </a:lnTo>
                    <a:lnTo>
                      <a:pt x="1208" y="273"/>
                    </a:lnTo>
                    <a:lnTo>
                      <a:pt x="1204" y="274"/>
                    </a:lnTo>
                    <a:lnTo>
                      <a:pt x="1201" y="274"/>
                    </a:lnTo>
                    <a:lnTo>
                      <a:pt x="1199" y="272"/>
                    </a:lnTo>
                    <a:lnTo>
                      <a:pt x="1199" y="269"/>
                    </a:lnTo>
                    <a:lnTo>
                      <a:pt x="1198" y="267"/>
                    </a:lnTo>
                    <a:lnTo>
                      <a:pt x="1195" y="266"/>
                    </a:lnTo>
                    <a:lnTo>
                      <a:pt x="1192" y="265"/>
                    </a:lnTo>
                    <a:lnTo>
                      <a:pt x="1190" y="263"/>
                    </a:lnTo>
                    <a:lnTo>
                      <a:pt x="1190" y="261"/>
                    </a:lnTo>
                    <a:lnTo>
                      <a:pt x="1191" y="258"/>
                    </a:lnTo>
                    <a:lnTo>
                      <a:pt x="1193" y="256"/>
                    </a:lnTo>
                    <a:lnTo>
                      <a:pt x="1194" y="253"/>
                    </a:lnTo>
                    <a:lnTo>
                      <a:pt x="1195" y="251"/>
                    </a:lnTo>
                    <a:lnTo>
                      <a:pt x="1198" y="249"/>
                    </a:lnTo>
                    <a:lnTo>
                      <a:pt x="1200" y="248"/>
                    </a:lnTo>
                    <a:lnTo>
                      <a:pt x="1201" y="246"/>
                    </a:lnTo>
                    <a:lnTo>
                      <a:pt x="1200" y="243"/>
                    </a:lnTo>
                    <a:lnTo>
                      <a:pt x="1198" y="240"/>
                    </a:lnTo>
                    <a:lnTo>
                      <a:pt x="1197" y="236"/>
                    </a:lnTo>
                    <a:lnTo>
                      <a:pt x="1198" y="234"/>
                    </a:lnTo>
                    <a:lnTo>
                      <a:pt x="1202" y="233"/>
                    </a:lnTo>
                    <a:lnTo>
                      <a:pt x="1206" y="233"/>
                    </a:lnTo>
                    <a:lnTo>
                      <a:pt x="1209" y="233"/>
                    </a:lnTo>
                    <a:lnTo>
                      <a:pt x="1211" y="231"/>
                    </a:lnTo>
                    <a:lnTo>
                      <a:pt x="1213" y="230"/>
                    </a:lnTo>
                    <a:lnTo>
                      <a:pt x="1215" y="230"/>
                    </a:lnTo>
                    <a:lnTo>
                      <a:pt x="1218" y="230"/>
                    </a:lnTo>
                    <a:lnTo>
                      <a:pt x="1220" y="230"/>
                    </a:lnTo>
                    <a:lnTo>
                      <a:pt x="1222" y="230"/>
                    </a:lnTo>
                    <a:lnTo>
                      <a:pt x="1225" y="229"/>
                    </a:lnTo>
                    <a:lnTo>
                      <a:pt x="1228" y="229"/>
                    </a:lnTo>
                    <a:lnTo>
                      <a:pt x="1230" y="229"/>
                    </a:lnTo>
                    <a:lnTo>
                      <a:pt x="1232" y="230"/>
                    </a:lnTo>
                    <a:lnTo>
                      <a:pt x="1235" y="230"/>
                    </a:lnTo>
                    <a:lnTo>
                      <a:pt x="1240" y="229"/>
                    </a:lnTo>
                    <a:lnTo>
                      <a:pt x="1244" y="229"/>
                    </a:lnTo>
                    <a:lnTo>
                      <a:pt x="1247" y="230"/>
                    </a:lnTo>
                    <a:lnTo>
                      <a:pt x="1248" y="233"/>
                    </a:lnTo>
                    <a:lnTo>
                      <a:pt x="1247" y="237"/>
                    </a:lnTo>
                    <a:lnTo>
                      <a:pt x="1247" y="240"/>
                    </a:lnTo>
                    <a:lnTo>
                      <a:pt x="1248" y="242"/>
                    </a:lnTo>
                    <a:lnTo>
                      <a:pt x="1251" y="243"/>
                    </a:lnTo>
                    <a:lnTo>
                      <a:pt x="1254" y="245"/>
                    </a:lnTo>
                    <a:lnTo>
                      <a:pt x="1256" y="247"/>
                    </a:lnTo>
                    <a:lnTo>
                      <a:pt x="1258" y="249"/>
                    </a:lnTo>
                    <a:lnTo>
                      <a:pt x="1260" y="251"/>
                    </a:lnTo>
                    <a:close/>
                  </a:path>
                </a:pathLst>
              </a:custGeom>
              <a:solidFill>
                <a:srgbClr val="41B796">
                  <a:alpha val="10800"/>
                </a:srgbClr>
              </a:solidFill>
              <a:ln>
                <a:noFill/>
              </a:ln>
            </p:spPr>
            <p:txBody>
              <a:bodyPr anchor="ctr"/>
              <a:lstStyle/>
              <a:p>
                <a:pPr algn="ctr">
                  <a:buNone/>
                </a:pPr>
              </a:p>
            </p:txBody>
          </p:sp>
          <p:sp>
            <p:nvSpPr>
              <p:cNvPr id="2927" name="addition:input:50"/>
              <p:cNvSpPr>
                <a:spLocks noGrp="1"/>
              </p:cNvSpPr>
              <p:nvPr/>
            </p:nvSpPr>
            <p:spPr>
              <a:xfrm>
                <a:off x="209550" y="5438775"/>
                <a:ext cx="2147926" cy="498622"/>
              </a:xfrm>
              <a:custGeom>
                <a:avLst/>
                <a:gdLst/>
                <a:ahLst/>
                <a:cxnLst/>
                <a:rect l="l" t="t" r="r" b="b"/>
                <a:pathLst>
                  <a:path w="1305" h="266">
                    <a:moveTo>
                      <a:pt x="0" y="0"/>
                    </a:moveTo>
                    <a:moveTo>
                      <a:pt x="1299" y="246"/>
                    </a:moveTo>
                    <a:lnTo>
                      <a:pt x="1302" y="247"/>
                    </a:lnTo>
                    <a:lnTo>
                      <a:pt x="1304" y="250"/>
                    </a:lnTo>
                    <a:lnTo>
                      <a:pt x="1305" y="252"/>
                    </a:lnTo>
                    <a:lnTo>
                      <a:pt x="1303" y="253"/>
                    </a:lnTo>
                    <a:lnTo>
                      <a:pt x="1299" y="254"/>
                    </a:lnTo>
                    <a:lnTo>
                      <a:pt x="1296" y="255"/>
                    </a:lnTo>
                    <a:lnTo>
                      <a:pt x="1294" y="256"/>
                    </a:lnTo>
                    <a:lnTo>
                      <a:pt x="1293" y="257"/>
                    </a:lnTo>
                    <a:lnTo>
                      <a:pt x="1293" y="259"/>
                    </a:lnTo>
                    <a:lnTo>
                      <a:pt x="1291" y="260"/>
                    </a:lnTo>
                    <a:lnTo>
                      <a:pt x="1288" y="261"/>
                    </a:lnTo>
                    <a:lnTo>
                      <a:pt x="1286" y="262"/>
                    </a:lnTo>
                    <a:lnTo>
                      <a:pt x="1284" y="263"/>
                    </a:lnTo>
                    <a:lnTo>
                      <a:pt x="1282" y="264"/>
                    </a:lnTo>
                    <a:lnTo>
                      <a:pt x="1279" y="265"/>
                    </a:lnTo>
                    <a:lnTo>
                      <a:pt x="1276" y="265"/>
                    </a:lnTo>
                    <a:lnTo>
                      <a:pt x="1274" y="265"/>
                    </a:lnTo>
                    <a:lnTo>
                      <a:pt x="1271" y="265"/>
                    </a:lnTo>
                    <a:lnTo>
                      <a:pt x="1268" y="266"/>
                    </a:lnTo>
                    <a:lnTo>
                      <a:pt x="1265" y="266"/>
                    </a:lnTo>
                    <a:lnTo>
                      <a:pt x="1262" y="265"/>
                    </a:lnTo>
                    <a:lnTo>
                      <a:pt x="1261" y="262"/>
                    </a:lnTo>
                    <a:lnTo>
                      <a:pt x="1260" y="260"/>
                    </a:lnTo>
                    <a:lnTo>
                      <a:pt x="1259" y="258"/>
                    </a:lnTo>
                    <a:lnTo>
                      <a:pt x="1256" y="259"/>
                    </a:lnTo>
                    <a:lnTo>
                      <a:pt x="1253" y="259"/>
                    </a:lnTo>
                    <a:lnTo>
                      <a:pt x="1250" y="259"/>
                    </a:lnTo>
                    <a:lnTo>
                      <a:pt x="1248" y="258"/>
                    </a:lnTo>
                    <a:lnTo>
                      <a:pt x="1247" y="256"/>
                    </a:lnTo>
                    <a:lnTo>
                      <a:pt x="1245" y="255"/>
                    </a:lnTo>
                    <a:lnTo>
                      <a:pt x="1244" y="253"/>
                    </a:lnTo>
                    <a:lnTo>
                      <a:pt x="1244" y="251"/>
                    </a:lnTo>
                    <a:lnTo>
                      <a:pt x="1246" y="249"/>
                    </a:lnTo>
                    <a:lnTo>
                      <a:pt x="1248" y="247"/>
                    </a:lnTo>
                    <a:lnTo>
                      <a:pt x="1249" y="246"/>
                    </a:lnTo>
                    <a:lnTo>
                      <a:pt x="1249" y="244"/>
                    </a:lnTo>
                    <a:lnTo>
                      <a:pt x="1248" y="242"/>
                    </a:lnTo>
                    <a:lnTo>
                      <a:pt x="1248" y="240"/>
                    </a:lnTo>
                    <a:lnTo>
                      <a:pt x="1250" y="239"/>
                    </a:lnTo>
                    <a:lnTo>
                      <a:pt x="1253" y="238"/>
                    </a:lnTo>
                    <a:lnTo>
                      <a:pt x="1255" y="237"/>
                    </a:lnTo>
                    <a:lnTo>
                      <a:pt x="1255" y="235"/>
                    </a:lnTo>
                    <a:lnTo>
                      <a:pt x="1254" y="233"/>
                    </a:lnTo>
                    <a:lnTo>
                      <a:pt x="1254" y="230"/>
                    </a:lnTo>
                    <a:lnTo>
                      <a:pt x="1256" y="228"/>
                    </a:lnTo>
                    <a:lnTo>
                      <a:pt x="1258" y="228"/>
                    </a:lnTo>
                    <a:lnTo>
                      <a:pt x="1261" y="228"/>
                    </a:lnTo>
                    <a:lnTo>
                      <a:pt x="1263" y="228"/>
                    </a:lnTo>
                    <a:lnTo>
                      <a:pt x="1265" y="228"/>
                    </a:lnTo>
                    <a:lnTo>
                      <a:pt x="1268" y="228"/>
                    </a:lnTo>
                    <a:lnTo>
                      <a:pt x="1270" y="229"/>
                    </a:lnTo>
                    <a:lnTo>
                      <a:pt x="1271" y="230"/>
                    </a:lnTo>
                    <a:lnTo>
                      <a:pt x="1273" y="229"/>
                    </a:lnTo>
                    <a:lnTo>
                      <a:pt x="1275" y="227"/>
                    </a:lnTo>
                    <a:lnTo>
                      <a:pt x="1278" y="225"/>
                    </a:lnTo>
                    <a:lnTo>
                      <a:pt x="1280" y="225"/>
                    </a:lnTo>
                    <a:lnTo>
                      <a:pt x="1282" y="227"/>
                    </a:lnTo>
                    <a:lnTo>
                      <a:pt x="1283" y="229"/>
                    </a:lnTo>
                    <a:lnTo>
                      <a:pt x="1285" y="230"/>
                    </a:lnTo>
                    <a:lnTo>
                      <a:pt x="1288" y="230"/>
                    </a:lnTo>
                    <a:lnTo>
                      <a:pt x="1290" y="231"/>
                    </a:lnTo>
                    <a:lnTo>
                      <a:pt x="1292" y="232"/>
                    </a:lnTo>
                    <a:lnTo>
                      <a:pt x="1293" y="234"/>
                    </a:lnTo>
                    <a:lnTo>
                      <a:pt x="1293" y="236"/>
                    </a:lnTo>
                    <a:lnTo>
                      <a:pt x="1294" y="238"/>
                    </a:lnTo>
                    <a:lnTo>
                      <a:pt x="1295" y="239"/>
                    </a:lnTo>
                    <a:lnTo>
                      <a:pt x="1296" y="241"/>
                    </a:lnTo>
                    <a:lnTo>
                      <a:pt x="1297" y="243"/>
                    </a:lnTo>
                    <a:lnTo>
                      <a:pt x="1297" y="244"/>
                    </a:lnTo>
                    <a:close/>
                  </a:path>
                </a:pathLst>
              </a:custGeom>
              <a:solidFill>
                <a:srgbClr val="41B796">
                  <a:alpha val="10800"/>
                </a:srgbClr>
              </a:solidFill>
              <a:ln>
                <a:noFill/>
              </a:ln>
            </p:spPr>
            <p:txBody>
              <a:bodyPr anchor="ctr"/>
              <a:lstStyle/>
              <a:p>
                <a:pPr algn="ctr">
                  <a:buNone/>
                </a:pPr>
              </a:p>
            </p:txBody>
          </p:sp>
          <p:sp>
            <p:nvSpPr>
              <p:cNvPr id="2928" name="addition:input:51"/>
              <p:cNvSpPr>
                <a:spLocks noGrp="1"/>
              </p:cNvSpPr>
              <p:nvPr/>
            </p:nvSpPr>
            <p:spPr>
              <a:xfrm>
                <a:off x="209550" y="5438775"/>
                <a:ext cx="2200595" cy="573603"/>
              </a:xfrm>
              <a:custGeom>
                <a:avLst/>
                <a:gdLst/>
                <a:ahLst/>
                <a:cxnLst/>
                <a:rect l="l" t="t" r="r" b="b"/>
                <a:pathLst>
                  <a:path w="1337" h="306">
                    <a:moveTo>
                      <a:pt x="0" y="0"/>
                    </a:moveTo>
                    <a:moveTo>
                      <a:pt x="1334" y="279"/>
                    </a:moveTo>
                    <a:lnTo>
                      <a:pt x="1329" y="281"/>
                    </a:lnTo>
                    <a:lnTo>
                      <a:pt x="1324" y="283"/>
                    </a:lnTo>
                    <a:lnTo>
                      <a:pt x="1322" y="285"/>
                    </a:lnTo>
                    <a:lnTo>
                      <a:pt x="1323" y="287"/>
                    </a:lnTo>
                    <a:lnTo>
                      <a:pt x="1323" y="290"/>
                    </a:lnTo>
                    <a:lnTo>
                      <a:pt x="1322" y="292"/>
                    </a:lnTo>
                    <a:lnTo>
                      <a:pt x="1320" y="294"/>
                    </a:lnTo>
                    <a:lnTo>
                      <a:pt x="1318" y="296"/>
                    </a:lnTo>
                    <a:lnTo>
                      <a:pt x="1317" y="298"/>
                    </a:lnTo>
                    <a:lnTo>
                      <a:pt x="1315" y="300"/>
                    </a:lnTo>
                    <a:lnTo>
                      <a:pt x="1312" y="302"/>
                    </a:lnTo>
                    <a:lnTo>
                      <a:pt x="1308" y="302"/>
                    </a:lnTo>
                    <a:lnTo>
                      <a:pt x="1305" y="302"/>
                    </a:lnTo>
                    <a:lnTo>
                      <a:pt x="1302" y="303"/>
                    </a:lnTo>
                    <a:lnTo>
                      <a:pt x="1300" y="305"/>
                    </a:lnTo>
                    <a:lnTo>
                      <a:pt x="1297" y="306"/>
                    </a:lnTo>
                    <a:lnTo>
                      <a:pt x="1294" y="305"/>
                    </a:lnTo>
                    <a:lnTo>
                      <a:pt x="1291" y="303"/>
                    </a:lnTo>
                    <a:lnTo>
                      <a:pt x="1289" y="300"/>
                    </a:lnTo>
                    <a:lnTo>
                      <a:pt x="1287" y="299"/>
                    </a:lnTo>
                    <a:lnTo>
                      <a:pt x="1284" y="301"/>
                    </a:lnTo>
                    <a:lnTo>
                      <a:pt x="1281" y="303"/>
                    </a:lnTo>
                    <a:lnTo>
                      <a:pt x="1277" y="304"/>
                    </a:lnTo>
                    <a:lnTo>
                      <a:pt x="1274" y="303"/>
                    </a:lnTo>
                    <a:lnTo>
                      <a:pt x="1271" y="301"/>
                    </a:lnTo>
                    <a:lnTo>
                      <a:pt x="1270" y="299"/>
                    </a:lnTo>
                    <a:lnTo>
                      <a:pt x="1268" y="297"/>
                    </a:lnTo>
                    <a:lnTo>
                      <a:pt x="1267" y="295"/>
                    </a:lnTo>
                    <a:lnTo>
                      <a:pt x="1267" y="292"/>
                    </a:lnTo>
                    <a:lnTo>
                      <a:pt x="1268" y="289"/>
                    </a:lnTo>
                    <a:lnTo>
                      <a:pt x="1268" y="287"/>
                    </a:lnTo>
                    <a:lnTo>
                      <a:pt x="1265" y="285"/>
                    </a:lnTo>
                    <a:lnTo>
                      <a:pt x="1261" y="284"/>
                    </a:lnTo>
                    <a:lnTo>
                      <a:pt x="1259" y="282"/>
                    </a:lnTo>
                    <a:lnTo>
                      <a:pt x="1259" y="279"/>
                    </a:lnTo>
                    <a:lnTo>
                      <a:pt x="1261" y="277"/>
                    </a:lnTo>
                    <a:lnTo>
                      <a:pt x="1262" y="275"/>
                    </a:lnTo>
                    <a:lnTo>
                      <a:pt x="1260" y="273"/>
                    </a:lnTo>
                    <a:lnTo>
                      <a:pt x="1258" y="270"/>
                    </a:lnTo>
                    <a:lnTo>
                      <a:pt x="1256" y="267"/>
                    </a:lnTo>
                    <a:lnTo>
                      <a:pt x="1258" y="265"/>
                    </a:lnTo>
                    <a:lnTo>
                      <a:pt x="1261" y="263"/>
                    </a:lnTo>
                    <a:lnTo>
                      <a:pt x="1264" y="262"/>
                    </a:lnTo>
                    <a:lnTo>
                      <a:pt x="1268" y="262"/>
                    </a:lnTo>
                    <a:lnTo>
                      <a:pt x="1270" y="261"/>
                    </a:lnTo>
                    <a:lnTo>
                      <a:pt x="1273" y="260"/>
                    </a:lnTo>
                    <a:lnTo>
                      <a:pt x="1276" y="260"/>
                    </a:lnTo>
                    <a:lnTo>
                      <a:pt x="1279" y="259"/>
                    </a:lnTo>
                    <a:lnTo>
                      <a:pt x="1281" y="257"/>
                    </a:lnTo>
                    <a:lnTo>
                      <a:pt x="1283" y="254"/>
                    </a:lnTo>
                    <a:lnTo>
                      <a:pt x="1286" y="251"/>
                    </a:lnTo>
                    <a:lnTo>
                      <a:pt x="1290" y="250"/>
                    </a:lnTo>
                    <a:lnTo>
                      <a:pt x="1294" y="251"/>
                    </a:lnTo>
                    <a:lnTo>
                      <a:pt x="1298" y="254"/>
                    </a:lnTo>
                    <a:lnTo>
                      <a:pt x="1301" y="255"/>
                    </a:lnTo>
                    <a:lnTo>
                      <a:pt x="1305" y="256"/>
                    </a:lnTo>
                    <a:lnTo>
                      <a:pt x="1309" y="256"/>
                    </a:lnTo>
                    <a:lnTo>
                      <a:pt x="1312" y="256"/>
                    </a:lnTo>
                    <a:lnTo>
                      <a:pt x="1315" y="259"/>
                    </a:lnTo>
                    <a:lnTo>
                      <a:pt x="1317" y="261"/>
                    </a:lnTo>
                    <a:lnTo>
                      <a:pt x="1319" y="263"/>
                    </a:lnTo>
                    <a:lnTo>
                      <a:pt x="1321" y="264"/>
                    </a:lnTo>
                    <a:lnTo>
                      <a:pt x="1324" y="265"/>
                    </a:lnTo>
                    <a:lnTo>
                      <a:pt x="1326" y="267"/>
                    </a:lnTo>
                    <a:lnTo>
                      <a:pt x="1328" y="269"/>
                    </a:lnTo>
                    <a:lnTo>
                      <a:pt x="1330" y="270"/>
                    </a:lnTo>
                    <a:lnTo>
                      <a:pt x="1333" y="272"/>
                    </a:lnTo>
                    <a:lnTo>
                      <a:pt x="1337" y="274"/>
                    </a:lnTo>
                    <a:lnTo>
                      <a:pt x="1337" y="277"/>
                    </a:lnTo>
                    <a:close/>
                  </a:path>
                </a:pathLst>
              </a:custGeom>
              <a:solidFill>
                <a:srgbClr val="41B796">
                  <a:alpha val="10800"/>
                </a:srgbClr>
              </a:solidFill>
              <a:ln>
                <a:noFill/>
              </a:ln>
            </p:spPr>
            <p:txBody>
              <a:bodyPr anchor="ctr"/>
              <a:lstStyle/>
              <a:p>
                <a:pPr algn="ctr">
                  <a:buNone/>
                </a:pPr>
              </a:p>
            </p:txBody>
          </p:sp>
          <p:sp>
            <p:nvSpPr>
              <p:cNvPr id="2929" name="addition:input:52"/>
              <p:cNvSpPr>
                <a:spLocks noGrp="1"/>
              </p:cNvSpPr>
              <p:nvPr/>
            </p:nvSpPr>
            <p:spPr>
              <a:xfrm>
                <a:off x="209550" y="5438775"/>
                <a:ext cx="2096902" cy="594223"/>
              </a:xfrm>
              <a:custGeom>
                <a:avLst/>
                <a:gdLst/>
                <a:ahLst/>
                <a:cxnLst/>
                <a:rect l="l" t="t" r="r" b="b"/>
                <a:pathLst>
                  <a:path w="1274" h="317">
                    <a:moveTo>
                      <a:pt x="0" y="0"/>
                    </a:moveTo>
                    <a:moveTo>
                      <a:pt x="1270" y="294"/>
                    </a:moveTo>
                    <a:lnTo>
                      <a:pt x="1272" y="296"/>
                    </a:lnTo>
                    <a:lnTo>
                      <a:pt x="1272" y="298"/>
                    </a:lnTo>
                    <a:lnTo>
                      <a:pt x="1271" y="299"/>
                    </a:lnTo>
                    <a:lnTo>
                      <a:pt x="1269" y="301"/>
                    </a:lnTo>
                    <a:lnTo>
                      <a:pt x="1267" y="302"/>
                    </a:lnTo>
                    <a:lnTo>
                      <a:pt x="1267" y="304"/>
                    </a:lnTo>
                    <a:lnTo>
                      <a:pt x="1268" y="307"/>
                    </a:lnTo>
                    <a:lnTo>
                      <a:pt x="1269" y="310"/>
                    </a:lnTo>
                    <a:lnTo>
                      <a:pt x="1268" y="312"/>
                    </a:lnTo>
                    <a:lnTo>
                      <a:pt x="1265" y="312"/>
                    </a:lnTo>
                    <a:lnTo>
                      <a:pt x="1261" y="312"/>
                    </a:lnTo>
                    <a:lnTo>
                      <a:pt x="1258" y="312"/>
                    </a:lnTo>
                    <a:lnTo>
                      <a:pt x="1256" y="312"/>
                    </a:lnTo>
                    <a:lnTo>
                      <a:pt x="1254" y="312"/>
                    </a:lnTo>
                    <a:lnTo>
                      <a:pt x="1251" y="312"/>
                    </a:lnTo>
                    <a:lnTo>
                      <a:pt x="1249" y="312"/>
                    </a:lnTo>
                    <a:lnTo>
                      <a:pt x="1247" y="313"/>
                    </a:lnTo>
                    <a:lnTo>
                      <a:pt x="1245" y="315"/>
                    </a:lnTo>
                    <a:lnTo>
                      <a:pt x="1242" y="317"/>
                    </a:lnTo>
                    <a:lnTo>
                      <a:pt x="1239" y="317"/>
                    </a:lnTo>
                    <a:lnTo>
                      <a:pt x="1236" y="316"/>
                    </a:lnTo>
                    <a:lnTo>
                      <a:pt x="1234" y="314"/>
                    </a:lnTo>
                    <a:lnTo>
                      <a:pt x="1232" y="312"/>
                    </a:lnTo>
                    <a:lnTo>
                      <a:pt x="1229" y="311"/>
                    </a:lnTo>
                    <a:lnTo>
                      <a:pt x="1225" y="311"/>
                    </a:lnTo>
                    <a:lnTo>
                      <a:pt x="1222" y="310"/>
                    </a:lnTo>
                    <a:lnTo>
                      <a:pt x="1221" y="308"/>
                    </a:lnTo>
                    <a:lnTo>
                      <a:pt x="1221" y="306"/>
                    </a:lnTo>
                    <a:lnTo>
                      <a:pt x="1220" y="304"/>
                    </a:lnTo>
                    <a:lnTo>
                      <a:pt x="1219" y="302"/>
                    </a:lnTo>
                    <a:lnTo>
                      <a:pt x="1216" y="301"/>
                    </a:lnTo>
                    <a:lnTo>
                      <a:pt x="1214" y="299"/>
                    </a:lnTo>
                    <a:lnTo>
                      <a:pt x="1213" y="297"/>
                    </a:lnTo>
                    <a:lnTo>
                      <a:pt x="1211" y="296"/>
                    </a:lnTo>
                    <a:lnTo>
                      <a:pt x="1209" y="294"/>
                    </a:lnTo>
                    <a:lnTo>
                      <a:pt x="1206" y="292"/>
                    </a:lnTo>
                    <a:lnTo>
                      <a:pt x="1205" y="289"/>
                    </a:lnTo>
                    <a:lnTo>
                      <a:pt x="1208" y="287"/>
                    </a:lnTo>
                    <a:lnTo>
                      <a:pt x="1212" y="286"/>
                    </a:lnTo>
                    <a:lnTo>
                      <a:pt x="1217" y="285"/>
                    </a:lnTo>
                    <a:lnTo>
                      <a:pt x="1219" y="284"/>
                    </a:lnTo>
                    <a:lnTo>
                      <a:pt x="1220" y="282"/>
                    </a:lnTo>
                    <a:lnTo>
                      <a:pt x="1220" y="280"/>
                    </a:lnTo>
                    <a:lnTo>
                      <a:pt x="1221" y="278"/>
                    </a:lnTo>
                    <a:lnTo>
                      <a:pt x="1224" y="277"/>
                    </a:lnTo>
                    <a:lnTo>
                      <a:pt x="1227" y="276"/>
                    </a:lnTo>
                    <a:lnTo>
                      <a:pt x="1229" y="275"/>
                    </a:lnTo>
                    <a:lnTo>
                      <a:pt x="1232" y="274"/>
                    </a:lnTo>
                    <a:lnTo>
                      <a:pt x="1235" y="272"/>
                    </a:lnTo>
                    <a:lnTo>
                      <a:pt x="1238" y="272"/>
                    </a:lnTo>
                    <a:lnTo>
                      <a:pt x="1241" y="272"/>
                    </a:lnTo>
                    <a:lnTo>
                      <a:pt x="1244" y="272"/>
                    </a:lnTo>
                    <a:lnTo>
                      <a:pt x="1248" y="271"/>
                    </a:lnTo>
                    <a:lnTo>
                      <a:pt x="1251" y="271"/>
                    </a:lnTo>
                    <a:lnTo>
                      <a:pt x="1254" y="272"/>
                    </a:lnTo>
                    <a:lnTo>
                      <a:pt x="1255" y="274"/>
                    </a:lnTo>
                    <a:lnTo>
                      <a:pt x="1257" y="277"/>
                    </a:lnTo>
                    <a:lnTo>
                      <a:pt x="1258" y="279"/>
                    </a:lnTo>
                    <a:lnTo>
                      <a:pt x="1261" y="278"/>
                    </a:lnTo>
                    <a:lnTo>
                      <a:pt x="1265" y="277"/>
                    </a:lnTo>
                    <a:lnTo>
                      <a:pt x="1269" y="277"/>
                    </a:lnTo>
                    <a:lnTo>
                      <a:pt x="1271" y="278"/>
                    </a:lnTo>
                    <a:lnTo>
                      <a:pt x="1272" y="280"/>
                    </a:lnTo>
                    <a:lnTo>
                      <a:pt x="1273" y="282"/>
                    </a:lnTo>
                    <a:lnTo>
                      <a:pt x="1273" y="284"/>
                    </a:lnTo>
                    <a:lnTo>
                      <a:pt x="1274" y="286"/>
                    </a:lnTo>
                    <a:lnTo>
                      <a:pt x="1273" y="288"/>
                    </a:lnTo>
                    <a:lnTo>
                      <a:pt x="1272" y="290"/>
                    </a:lnTo>
                    <a:lnTo>
                      <a:pt x="1270" y="292"/>
                    </a:lnTo>
                    <a:close/>
                  </a:path>
                </a:pathLst>
              </a:custGeom>
              <a:solidFill>
                <a:srgbClr val="41B796">
                  <a:alpha val="10800"/>
                </a:srgbClr>
              </a:solidFill>
              <a:ln>
                <a:noFill/>
              </a:ln>
            </p:spPr>
            <p:txBody>
              <a:bodyPr anchor="ctr"/>
              <a:lstStyle/>
              <a:p>
                <a:pPr algn="ctr">
                  <a:buNone/>
                </a:pPr>
              </a:p>
            </p:txBody>
          </p:sp>
          <p:sp>
            <p:nvSpPr>
              <p:cNvPr id="2930" name="addition:input:53"/>
              <p:cNvSpPr>
                <a:spLocks noGrp="1"/>
              </p:cNvSpPr>
              <p:nvPr/>
            </p:nvSpPr>
            <p:spPr>
              <a:xfrm>
                <a:off x="209550" y="5438775"/>
                <a:ext cx="2384938" cy="821040"/>
              </a:xfrm>
              <a:custGeom>
                <a:avLst/>
                <a:gdLst/>
                <a:ahLst/>
                <a:cxnLst/>
                <a:rect l="l" t="t" r="r" b="b"/>
                <a:pathLst>
                  <a:path w="1449" h="438">
                    <a:moveTo>
                      <a:pt x="0" y="0"/>
                    </a:moveTo>
                    <a:moveTo>
                      <a:pt x="1422" y="349"/>
                    </a:moveTo>
                    <a:lnTo>
                      <a:pt x="1435" y="357"/>
                    </a:lnTo>
                    <a:lnTo>
                      <a:pt x="1446" y="366"/>
                    </a:lnTo>
                    <a:lnTo>
                      <a:pt x="1449" y="375"/>
                    </a:lnTo>
                    <a:lnTo>
                      <a:pt x="1439" y="382"/>
                    </a:lnTo>
                    <a:lnTo>
                      <a:pt x="1423" y="385"/>
                    </a:lnTo>
                    <a:lnTo>
                      <a:pt x="1408" y="387"/>
                    </a:lnTo>
                    <a:lnTo>
                      <a:pt x="1401" y="392"/>
                    </a:lnTo>
                    <a:lnTo>
                      <a:pt x="1398" y="399"/>
                    </a:lnTo>
                    <a:lnTo>
                      <a:pt x="1395" y="406"/>
                    </a:lnTo>
                    <a:lnTo>
                      <a:pt x="1387" y="411"/>
                    </a:lnTo>
                    <a:lnTo>
                      <a:pt x="1377" y="414"/>
                    </a:lnTo>
                    <a:lnTo>
                      <a:pt x="1367" y="418"/>
                    </a:lnTo>
                    <a:lnTo>
                      <a:pt x="1358" y="423"/>
                    </a:lnTo>
                    <a:lnTo>
                      <a:pt x="1349" y="429"/>
                    </a:lnTo>
                    <a:lnTo>
                      <a:pt x="1338" y="433"/>
                    </a:lnTo>
                    <a:lnTo>
                      <a:pt x="1325" y="433"/>
                    </a:lnTo>
                    <a:lnTo>
                      <a:pt x="1313" y="432"/>
                    </a:lnTo>
                    <a:lnTo>
                      <a:pt x="1300" y="434"/>
                    </a:lnTo>
                    <a:lnTo>
                      <a:pt x="1287" y="438"/>
                    </a:lnTo>
                    <a:lnTo>
                      <a:pt x="1274" y="438"/>
                    </a:lnTo>
                    <a:lnTo>
                      <a:pt x="1264" y="432"/>
                    </a:lnTo>
                    <a:lnTo>
                      <a:pt x="1258" y="421"/>
                    </a:lnTo>
                    <a:lnTo>
                      <a:pt x="1254" y="409"/>
                    </a:lnTo>
                    <a:lnTo>
                      <a:pt x="1249" y="404"/>
                    </a:lnTo>
                    <a:lnTo>
                      <a:pt x="1238" y="404"/>
                    </a:lnTo>
                    <a:lnTo>
                      <a:pt x="1223" y="406"/>
                    </a:lnTo>
                    <a:lnTo>
                      <a:pt x="1210" y="405"/>
                    </a:lnTo>
                    <a:lnTo>
                      <a:pt x="1201" y="401"/>
                    </a:lnTo>
                    <a:lnTo>
                      <a:pt x="1196" y="394"/>
                    </a:lnTo>
                    <a:lnTo>
                      <a:pt x="1191" y="388"/>
                    </a:lnTo>
                    <a:lnTo>
                      <a:pt x="1187" y="381"/>
                    </a:lnTo>
                    <a:lnTo>
                      <a:pt x="1186" y="373"/>
                    </a:lnTo>
                    <a:lnTo>
                      <a:pt x="1192" y="364"/>
                    </a:lnTo>
                    <a:lnTo>
                      <a:pt x="1201" y="356"/>
                    </a:lnTo>
                    <a:lnTo>
                      <a:pt x="1206" y="349"/>
                    </a:lnTo>
                    <a:lnTo>
                      <a:pt x="1205" y="342"/>
                    </a:lnTo>
                    <a:lnTo>
                      <a:pt x="1201" y="334"/>
                    </a:lnTo>
                    <a:lnTo>
                      <a:pt x="1202" y="327"/>
                    </a:lnTo>
                    <a:lnTo>
                      <a:pt x="1211" y="321"/>
                    </a:lnTo>
                    <a:lnTo>
                      <a:pt x="1223" y="317"/>
                    </a:lnTo>
                    <a:lnTo>
                      <a:pt x="1231" y="312"/>
                    </a:lnTo>
                    <a:lnTo>
                      <a:pt x="1231" y="304"/>
                    </a:lnTo>
                    <a:lnTo>
                      <a:pt x="1228" y="293"/>
                    </a:lnTo>
                    <a:lnTo>
                      <a:pt x="1228" y="282"/>
                    </a:lnTo>
                    <a:lnTo>
                      <a:pt x="1234" y="275"/>
                    </a:lnTo>
                    <a:lnTo>
                      <a:pt x="1246" y="273"/>
                    </a:lnTo>
                    <a:lnTo>
                      <a:pt x="1257" y="273"/>
                    </a:lnTo>
                    <a:lnTo>
                      <a:pt x="1268" y="272"/>
                    </a:lnTo>
                    <a:lnTo>
                      <a:pt x="1277" y="272"/>
                    </a:lnTo>
                    <a:lnTo>
                      <a:pt x="1287" y="275"/>
                    </a:lnTo>
                    <a:lnTo>
                      <a:pt x="1296" y="279"/>
                    </a:lnTo>
                    <a:lnTo>
                      <a:pt x="1303" y="281"/>
                    </a:lnTo>
                    <a:lnTo>
                      <a:pt x="1310" y="277"/>
                    </a:lnTo>
                    <a:lnTo>
                      <a:pt x="1320" y="269"/>
                    </a:lnTo>
                    <a:lnTo>
                      <a:pt x="1331" y="262"/>
                    </a:lnTo>
                    <a:lnTo>
                      <a:pt x="1342" y="262"/>
                    </a:lnTo>
                    <a:lnTo>
                      <a:pt x="1349" y="269"/>
                    </a:lnTo>
                    <a:lnTo>
                      <a:pt x="1355" y="277"/>
                    </a:lnTo>
                    <a:lnTo>
                      <a:pt x="1362" y="282"/>
                    </a:lnTo>
                    <a:lnTo>
                      <a:pt x="1373" y="284"/>
                    </a:lnTo>
                    <a:lnTo>
                      <a:pt x="1386" y="286"/>
                    </a:lnTo>
                    <a:lnTo>
                      <a:pt x="1394" y="291"/>
                    </a:lnTo>
                    <a:lnTo>
                      <a:pt x="1397" y="300"/>
                    </a:lnTo>
                    <a:lnTo>
                      <a:pt x="1397" y="309"/>
                    </a:lnTo>
                    <a:lnTo>
                      <a:pt x="1399" y="316"/>
                    </a:lnTo>
                    <a:lnTo>
                      <a:pt x="1404" y="323"/>
                    </a:lnTo>
                    <a:lnTo>
                      <a:pt x="1409" y="329"/>
                    </a:lnTo>
                    <a:lnTo>
                      <a:pt x="1412" y="336"/>
                    </a:lnTo>
                    <a:lnTo>
                      <a:pt x="1415" y="342"/>
                    </a:lnTo>
                    <a:close/>
                  </a:path>
                </a:pathLst>
              </a:custGeom>
              <a:solidFill>
                <a:srgbClr val="EFD4E3">
                  <a:alpha val="12900"/>
                </a:srgbClr>
              </a:solidFill>
              <a:ln>
                <a:noFill/>
              </a:ln>
            </p:spPr>
            <p:txBody>
              <a:bodyPr anchor="ctr"/>
              <a:lstStyle/>
              <a:p>
                <a:pPr algn="ctr">
                  <a:buNone/>
                </a:pPr>
              </a:p>
            </p:txBody>
          </p:sp>
          <p:sp>
            <p:nvSpPr>
              <p:cNvPr id="2931" name="addition:input:54"/>
              <p:cNvSpPr>
                <a:spLocks noGrp="1"/>
              </p:cNvSpPr>
              <p:nvPr/>
            </p:nvSpPr>
            <p:spPr>
              <a:xfrm>
                <a:off x="209550" y="5438775"/>
                <a:ext cx="2299350" cy="804169"/>
              </a:xfrm>
              <a:custGeom>
                <a:avLst/>
                <a:gdLst/>
                <a:ahLst/>
                <a:cxnLst/>
                <a:rect l="l" t="t" r="r" b="b"/>
                <a:pathLst>
                  <a:path w="1397" h="429">
                    <a:moveTo>
                      <a:pt x="0" y="0"/>
                    </a:moveTo>
                    <a:moveTo>
                      <a:pt x="1385" y="354"/>
                    </a:moveTo>
                    <a:lnTo>
                      <a:pt x="1388" y="360"/>
                    </a:lnTo>
                    <a:lnTo>
                      <a:pt x="1389" y="366"/>
                    </a:lnTo>
                    <a:lnTo>
                      <a:pt x="1388" y="372"/>
                    </a:lnTo>
                    <a:lnTo>
                      <a:pt x="1387" y="378"/>
                    </a:lnTo>
                    <a:lnTo>
                      <a:pt x="1391" y="385"/>
                    </a:lnTo>
                    <a:lnTo>
                      <a:pt x="1396" y="394"/>
                    </a:lnTo>
                    <a:lnTo>
                      <a:pt x="1397" y="403"/>
                    </a:lnTo>
                    <a:lnTo>
                      <a:pt x="1389" y="407"/>
                    </a:lnTo>
                    <a:lnTo>
                      <a:pt x="1376" y="407"/>
                    </a:lnTo>
                    <a:lnTo>
                      <a:pt x="1362" y="404"/>
                    </a:lnTo>
                    <a:lnTo>
                      <a:pt x="1353" y="403"/>
                    </a:lnTo>
                    <a:lnTo>
                      <a:pt x="1348" y="407"/>
                    </a:lnTo>
                    <a:lnTo>
                      <a:pt x="1345" y="413"/>
                    </a:lnTo>
                    <a:lnTo>
                      <a:pt x="1339" y="419"/>
                    </a:lnTo>
                    <a:lnTo>
                      <a:pt x="1331" y="421"/>
                    </a:lnTo>
                    <a:lnTo>
                      <a:pt x="1323" y="422"/>
                    </a:lnTo>
                    <a:lnTo>
                      <a:pt x="1314" y="425"/>
                    </a:lnTo>
                    <a:lnTo>
                      <a:pt x="1305" y="428"/>
                    </a:lnTo>
                    <a:lnTo>
                      <a:pt x="1294" y="429"/>
                    </a:lnTo>
                    <a:lnTo>
                      <a:pt x="1285" y="426"/>
                    </a:lnTo>
                    <a:lnTo>
                      <a:pt x="1276" y="422"/>
                    </a:lnTo>
                    <a:lnTo>
                      <a:pt x="1267" y="418"/>
                    </a:lnTo>
                    <a:lnTo>
                      <a:pt x="1256" y="417"/>
                    </a:lnTo>
                    <a:lnTo>
                      <a:pt x="1245" y="416"/>
                    </a:lnTo>
                    <a:lnTo>
                      <a:pt x="1236" y="412"/>
                    </a:lnTo>
                    <a:lnTo>
                      <a:pt x="1233" y="404"/>
                    </a:lnTo>
                    <a:lnTo>
                      <a:pt x="1234" y="394"/>
                    </a:lnTo>
                    <a:lnTo>
                      <a:pt x="1233" y="387"/>
                    </a:lnTo>
                    <a:lnTo>
                      <a:pt x="1225" y="384"/>
                    </a:lnTo>
                    <a:lnTo>
                      <a:pt x="1212" y="383"/>
                    </a:lnTo>
                    <a:lnTo>
                      <a:pt x="1198" y="380"/>
                    </a:lnTo>
                    <a:lnTo>
                      <a:pt x="1190" y="375"/>
                    </a:lnTo>
                    <a:lnTo>
                      <a:pt x="1187" y="368"/>
                    </a:lnTo>
                    <a:lnTo>
                      <a:pt x="1187" y="361"/>
                    </a:lnTo>
                    <a:lnTo>
                      <a:pt x="1187" y="354"/>
                    </a:lnTo>
                    <a:lnTo>
                      <a:pt x="1190" y="347"/>
                    </a:lnTo>
                    <a:lnTo>
                      <a:pt x="1197" y="341"/>
                    </a:lnTo>
                    <a:lnTo>
                      <a:pt x="1207" y="336"/>
                    </a:lnTo>
                    <a:lnTo>
                      <a:pt x="1217" y="332"/>
                    </a:lnTo>
                    <a:lnTo>
                      <a:pt x="1221" y="327"/>
                    </a:lnTo>
                    <a:lnTo>
                      <a:pt x="1220" y="320"/>
                    </a:lnTo>
                    <a:lnTo>
                      <a:pt x="1221" y="312"/>
                    </a:lnTo>
                    <a:lnTo>
                      <a:pt x="1227" y="307"/>
                    </a:lnTo>
                    <a:lnTo>
                      <a:pt x="1238" y="304"/>
                    </a:lnTo>
                    <a:lnTo>
                      <a:pt x="1249" y="303"/>
                    </a:lnTo>
                    <a:lnTo>
                      <a:pt x="1256" y="299"/>
                    </a:lnTo>
                    <a:lnTo>
                      <a:pt x="1261" y="292"/>
                    </a:lnTo>
                    <a:lnTo>
                      <a:pt x="1266" y="283"/>
                    </a:lnTo>
                    <a:lnTo>
                      <a:pt x="1275" y="278"/>
                    </a:lnTo>
                    <a:lnTo>
                      <a:pt x="1285" y="278"/>
                    </a:lnTo>
                    <a:lnTo>
                      <a:pt x="1296" y="281"/>
                    </a:lnTo>
                    <a:lnTo>
                      <a:pt x="1305" y="284"/>
                    </a:lnTo>
                    <a:lnTo>
                      <a:pt x="1314" y="287"/>
                    </a:lnTo>
                    <a:lnTo>
                      <a:pt x="1321" y="290"/>
                    </a:lnTo>
                    <a:lnTo>
                      <a:pt x="1327" y="294"/>
                    </a:lnTo>
                    <a:lnTo>
                      <a:pt x="1332" y="298"/>
                    </a:lnTo>
                    <a:lnTo>
                      <a:pt x="1339" y="298"/>
                    </a:lnTo>
                    <a:lnTo>
                      <a:pt x="1349" y="295"/>
                    </a:lnTo>
                    <a:lnTo>
                      <a:pt x="1362" y="291"/>
                    </a:lnTo>
                    <a:lnTo>
                      <a:pt x="1372" y="291"/>
                    </a:lnTo>
                    <a:lnTo>
                      <a:pt x="1377" y="297"/>
                    </a:lnTo>
                    <a:lnTo>
                      <a:pt x="1377" y="305"/>
                    </a:lnTo>
                    <a:lnTo>
                      <a:pt x="1376" y="314"/>
                    </a:lnTo>
                    <a:lnTo>
                      <a:pt x="1379" y="319"/>
                    </a:lnTo>
                    <a:lnTo>
                      <a:pt x="1385" y="323"/>
                    </a:lnTo>
                    <a:lnTo>
                      <a:pt x="1390" y="329"/>
                    </a:lnTo>
                    <a:lnTo>
                      <a:pt x="1390" y="335"/>
                    </a:lnTo>
                    <a:lnTo>
                      <a:pt x="1387" y="342"/>
                    </a:lnTo>
                    <a:lnTo>
                      <a:pt x="1384" y="348"/>
                    </a:lnTo>
                    <a:close/>
                  </a:path>
                </a:pathLst>
              </a:custGeom>
              <a:solidFill>
                <a:srgbClr val="DA9FC0">
                  <a:alpha val="12900"/>
                </a:srgbClr>
              </a:solidFill>
              <a:ln>
                <a:noFill/>
              </a:ln>
            </p:spPr>
            <p:txBody>
              <a:bodyPr anchor="ctr"/>
              <a:lstStyle/>
              <a:p>
                <a:pPr algn="ctr">
                  <a:buNone/>
                </a:pPr>
              </a:p>
            </p:txBody>
          </p:sp>
          <p:sp>
            <p:nvSpPr>
              <p:cNvPr id="2932" name="addition:input:55"/>
              <p:cNvSpPr>
                <a:spLocks noGrp="1"/>
              </p:cNvSpPr>
              <p:nvPr/>
            </p:nvSpPr>
            <p:spPr>
              <a:xfrm>
                <a:off x="209550" y="5438775"/>
                <a:ext cx="2304288" cy="804169"/>
              </a:xfrm>
              <a:custGeom>
                <a:avLst/>
                <a:gdLst/>
                <a:ahLst/>
                <a:cxnLst/>
                <a:rect l="l" t="t" r="r" b="b"/>
                <a:pathLst>
                  <a:path w="1400" h="429">
                    <a:moveTo>
                      <a:pt x="0" y="0"/>
                    </a:moveTo>
                    <a:moveTo>
                      <a:pt x="1397" y="359"/>
                    </a:moveTo>
                    <a:lnTo>
                      <a:pt x="1392" y="365"/>
                    </a:lnTo>
                    <a:lnTo>
                      <a:pt x="1388" y="370"/>
                    </a:lnTo>
                    <a:lnTo>
                      <a:pt x="1385" y="375"/>
                    </a:lnTo>
                    <a:lnTo>
                      <a:pt x="1380" y="380"/>
                    </a:lnTo>
                    <a:lnTo>
                      <a:pt x="1372" y="384"/>
                    </a:lnTo>
                    <a:lnTo>
                      <a:pt x="1365" y="387"/>
                    </a:lnTo>
                    <a:lnTo>
                      <a:pt x="1361" y="392"/>
                    </a:lnTo>
                    <a:lnTo>
                      <a:pt x="1360" y="398"/>
                    </a:lnTo>
                    <a:lnTo>
                      <a:pt x="1356" y="404"/>
                    </a:lnTo>
                    <a:lnTo>
                      <a:pt x="1349" y="407"/>
                    </a:lnTo>
                    <a:lnTo>
                      <a:pt x="1339" y="408"/>
                    </a:lnTo>
                    <a:lnTo>
                      <a:pt x="1330" y="409"/>
                    </a:lnTo>
                    <a:lnTo>
                      <a:pt x="1324" y="413"/>
                    </a:lnTo>
                    <a:lnTo>
                      <a:pt x="1318" y="420"/>
                    </a:lnTo>
                    <a:lnTo>
                      <a:pt x="1311" y="427"/>
                    </a:lnTo>
                    <a:lnTo>
                      <a:pt x="1302" y="429"/>
                    </a:lnTo>
                    <a:lnTo>
                      <a:pt x="1293" y="425"/>
                    </a:lnTo>
                    <a:lnTo>
                      <a:pt x="1284" y="419"/>
                    </a:lnTo>
                    <a:lnTo>
                      <a:pt x="1278" y="414"/>
                    </a:lnTo>
                    <a:lnTo>
                      <a:pt x="1271" y="412"/>
                    </a:lnTo>
                    <a:lnTo>
                      <a:pt x="1265" y="411"/>
                    </a:lnTo>
                    <a:lnTo>
                      <a:pt x="1259" y="409"/>
                    </a:lnTo>
                    <a:lnTo>
                      <a:pt x="1254" y="407"/>
                    </a:lnTo>
                    <a:lnTo>
                      <a:pt x="1247" y="407"/>
                    </a:lnTo>
                    <a:lnTo>
                      <a:pt x="1237" y="408"/>
                    </a:lnTo>
                    <a:lnTo>
                      <a:pt x="1227" y="408"/>
                    </a:lnTo>
                    <a:lnTo>
                      <a:pt x="1220" y="405"/>
                    </a:lnTo>
                    <a:lnTo>
                      <a:pt x="1219" y="398"/>
                    </a:lnTo>
                    <a:lnTo>
                      <a:pt x="1223" y="391"/>
                    </a:lnTo>
                    <a:lnTo>
                      <a:pt x="1225" y="384"/>
                    </a:lnTo>
                    <a:lnTo>
                      <a:pt x="1222" y="380"/>
                    </a:lnTo>
                    <a:lnTo>
                      <a:pt x="1216" y="375"/>
                    </a:lnTo>
                    <a:lnTo>
                      <a:pt x="1213" y="370"/>
                    </a:lnTo>
                    <a:lnTo>
                      <a:pt x="1215" y="365"/>
                    </a:lnTo>
                    <a:lnTo>
                      <a:pt x="1221" y="359"/>
                    </a:lnTo>
                    <a:lnTo>
                      <a:pt x="1226" y="354"/>
                    </a:lnTo>
                    <a:lnTo>
                      <a:pt x="1227" y="349"/>
                    </a:lnTo>
                    <a:lnTo>
                      <a:pt x="1224" y="344"/>
                    </a:lnTo>
                    <a:lnTo>
                      <a:pt x="1222" y="338"/>
                    </a:lnTo>
                    <a:lnTo>
                      <a:pt x="1222" y="332"/>
                    </a:lnTo>
                    <a:lnTo>
                      <a:pt x="1223" y="327"/>
                    </a:lnTo>
                    <a:lnTo>
                      <a:pt x="1223" y="320"/>
                    </a:lnTo>
                    <a:lnTo>
                      <a:pt x="1224" y="313"/>
                    </a:lnTo>
                    <a:lnTo>
                      <a:pt x="1228" y="308"/>
                    </a:lnTo>
                    <a:lnTo>
                      <a:pt x="1237" y="307"/>
                    </a:lnTo>
                    <a:lnTo>
                      <a:pt x="1248" y="310"/>
                    </a:lnTo>
                    <a:lnTo>
                      <a:pt x="1258" y="313"/>
                    </a:lnTo>
                    <a:lnTo>
                      <a:pt x="1264" y="313"/>
                    </a:lnTo>
                    <a:lnTo>
                      <a:pt x="1267" y="308"/>
                    </a:lnTo>
                    <a:lnTo>
                      <a:pt x="1271" y="301"/>
                    </a:lnTo>
                    <a:lnTo>
                      <a:pt x="1277" y="297"/>
                    </a:lnTo>
                    <a:lnTo>
                      <a:pt x="1285" y="297"/>
                    </a:lnTo>
                    <a:lnTo>
                      <a:pt x="1292" y="298"/>
                    </a:lnTo>
                    <a:lnTo>
                      <a:pt x="1300" y="299"/>
                    </a:lnTo>
                    <a:lnTo>
                      <a:pt x="1308" y="298"/>
                    </a:lnTo>
                    <a:lnTo>
                      <a:pt x="1317" y="297"/>
                    </a:lnTo>
                    <a:lnTo>
                      <a:pt x="1325" y="299"/>
                    </a:lnTo>
                    <a:lnTo>
                      <a:pt x="1332" y="304"/>
                    </a:lnTo>
                    <a:lnTo>
                      <a:pt x="1339" y="308"/>
                    </a:lnTo>
                    <a:lnTo>
                      <a:pt x="1347" y="310"/>
                    </a:lnTo>
                    <a:lnTo>
                      <a:pt x="1355" y="313"/>
                    </a:lnTo>
                    <a:lnTo>
                      <a:pt x="1360" y="319"/>
                    </a:lnTo>
                    <a:lnTo>
                      <a:pt x="1360" y="326"/>
                    </a:lnTo>
                    <a:lnTo>
                      <a:pt x="1358" y="333"/>
                    </a:lnTo>
                    <a:lnTo>
                      <a:pt x="1361" y="338"/>
                    </a:lnTo>
                    <a:lnTo>
                      <a:pt x="1370" y="340"/>
                    </a:lnTo>
                    <a:lnTo>
                      <a:pt x="1384" y="343"/>
                    </a:lnTo>
                    <a:lnTo>
                      <a:pt x="1396" y="347"/>
                    </a:lnTo>
                    <a:lnTo>
                      <a:pt x="1400" y="353"/>
                    </a:lnTo>
                    <a:close/>
                  </a:path>
                </a:pathLst>
              </a:custGeom>
              <a:solidFill>
                <a:srgbClr val="CC79A7">
                  <a:alpha val="10500"/>
                </a:srgbClr>
              </a:solidFill>
              <a:ln>
                <a:noFill/>
              </a:ln>
            </p:spPr>
            <p:txBody>
              <a:bodyPr anchor="ctr"/>
              <a:lstStyle/>
              <a:p>
                <a:pPr algn="ctr">
                  <a:buNone/>
                </a:pPr>
              </a:p>
            </p:txBody>
          </p:sp>
          <p:sp>
            <p:nvSpPr>
              <p:cNvPr id="2933" name="addition:input:56"/>
              <p:cNvSpPr>
                <a:spLocks noGrp="1"/>
              </p:cNvSpPr>
              <p:nvPr/>
            </p:nvSpPr>
            <p:spPr>
              <a:xfrm>
                <a:off x="209550" y="5438775"/>
                <a:ext cx="2142988" cy="686074"/>
              </a:xfrm>
              <a:custGeom>
                <a:avLst/>
                <a:gdLst/>
                <a:ahLst/>
                <a:cxnLst/>
                <a:rect l="l" t="t" r="r" b="b"/>
                <a:pathLst>
                  <a:path w="1302" h="366">
                    <a:moveTo>
                      <a:pt x="0" y="0"/>
                    </a:moveTo>
                    <a:moveTo>
                      <a:pt x="1294" y="339"/>
                    </a:moveTo>
                    <a:lnTo>
                      <a:pt x="1295" y="341"/>
                    </a:lnTo>
                    <a:lnTo>
                      <a:pt x="1298" y="344"/>
                    </a:lnTo>
                    <a:lnTo>
                      <a:pt x="1301" y="347"/>
                    </a:lnTo>
                    <a:lnTo>
                      <a:pt x="1302" y="350"/>
                    </a:lnTo>
                    <a:lnTo>
                      <a:pt x="1299" y="352"/>
                    </a:lnTo>
                    <a:lnTo>
                      <a:pt x="1294" y="352"/>
                    </a:lnTo>
                    <a:lnTo>
                      <a:pt x="1289" y="353"/>
                    </a:lnTo>
                    <a:lnTo>
                      <a:pt x="1287" y="354"/>
                    </a:lnTo>
                    <a:lnTo>
                      <a:pt x="1286" y="356"/>
                    </a:lnTo>
                    <a:lnTo>
                      <a:pt x="1285" y="358"/>
                    </a:lnTo>
                    <a:lnTo>
                      <a:pt x="1282" y="360"/>
                    </a:lnTo>
                    <a:lnTo>
                      <a:pt x="1279" y="361"/>
                    </a:lnTo>
                    <a:lnTo>
                      <a:pt x="1276" y="362"/>
                    </a:lnTo>
                    <a:lnTo>
                      <a:pt x="1273" y="363"/>
                    </a:lnTo>
                    <a:lnTo>
                      <a:pt x="1270" y="365"/>
                    </a:lnTo>
                    <a:lnTo>
                      <a:pt x="1266" y="366"/>
                    </a:lnTo>
                    <a:lnTo>
                      <a:pt x="1262" y="366"/>
                    </a:lnTo>
                    <a:lnTo>
                      <a:pt x="1259" y="365"/>
                    </a:lnTo>
                    <a:lnTo>
                      <a:pt x="1255" y="365"/>
                    </a:lnTo>
                    <a:lnTo>
                      <a:pt x="1251" y="366"/>
                    </a:lnTo>
                    <a:lnTo>
                      <a:pt x="1247" y="366"/>
                    </a:lnTo>
                    <a:lnTo>
                      <a:pt x="1243" y="364"/>
                    </a:lnTo>
                    <a:lnTo>
                      <a:pt x="1242" y="360"/>
                    </a:lnTo>
                    <a:lnTo>
                      <a:pt x="1241" y="357"/>
                    </a:lnTo>
                    <a:lnTo>
                      <a:pt x="1240" y="355"/>
                    </a:lnTo>
                    <a:lnTo>
                      <a:pt x="1236" y="355"/>
                    </a:lnTo>
                    <a:lnTo>
                      <a:pt x="1231" y="355"/>
                    </a:lnTo>
                    <a:lnTo>
                      <a:pt x="1227" y="355"/>
                    </a:lnTo>
                    <a:lnTo>
                      <a:pt x="1224" y="353"/>
                    </a:lnTo>
                    <a:lnTo>
                      <a:pt x="1223" y="351"/>
                    </a:lnTo>
                    <a:lnTo>
                      <a:pt x="1222" y="349"/>
                    </a:lnTo>
                    <a:lnTo>
                      <a:pt x="1221" y="346"/>
                    </a:lnTo>
                    <a:lnTo>
                      <a:pt x="1221" y="344"/>
                    </a:lnTo>
                    <a:lnTo>
                      <a:pt x="1223" y="342"/>
                    </a:lnTo>
                    <a:lnTo>
                      <a:pt x="1226" y="339"/>
                    </a:lnTo>
                    <a:lnTo>
                      <a:pt x="1228" y="337"/>
                    </a:lnTo>
                    <a:lnTo>
                      <a:pt x="1228" y="335"/>
                    </a:lnTo>
                    <a:lnTo>
                      <a:pt x="1227" y="333"/>
                    </a:lnTo>
                    <a:lnTo>
                      <a:pt x="1228" y="330"/>
                    </a:lnTo>
                    <a:lnTo>
                      <a:pt x="1231" y="328"/>
                    </a:lnTo>
                    <a:lnTo>
                      <a:pt x="1234" y="327"/>
                    </a:lnTo>
                    <a:lnTo>
                      <a:pt x="1237" y="326"/>
                    </a:lnTo>
                    <a:lnTo>
                      <a:pt x="1238" y="324"/>
                    </a:lnTo>
                    <a:lnTo>
                      <a:pt x="1237" y="320"/>
                    </a:lnTo>
                    <a:lnTo>
                      <a:pt x="1238" y="317"/>
                    </a:lnTo>
                    <a:lnTo>
                      <a:pt x="1240" y="315"/>
                    </a:lnTo>
                    <a:lnTo>
                      <a:pt x="1244" y="314"/>
                    </a:lnTo>
                    <a:lnTo>
                      <a:pt x="1248" y="315"/>
                    </a:lnTo>
                    <a:lnTo>
                      <a:pt x="1251" y="315"/>
                    </a:lnTo>
                    <a:lnTo>
                      <a:pt x="1254" y="315"/>
                    </a:lnTo>
                    <a:lnTo>
                      <a:pt x="1257" y="316"/>
                    </a:lnTo>
                    <a:lnTo>
                      <a:pt x="1259" y="317"/>
                    </a:lnTo>
                    <a:lnTo>
                      <a:pt x="1262" y="318"/>
                    </a:lnTo>
                    <a:lnTo>
                      <a:pt x="1264" y="317"/>
                    </a:lnTo>
                    <a:lnTo>
                      <a:pt x="1267" y="315"/>
                    </a:lnTo>
                    <a:lnTo>
                      <a:pt x="1271" y="313"/>
                    </a:lnTo>
                    <a:lnTo>
                      <a:pt x="1274" y="313"/>
                    </a:lnTo>
                    <a:lnTo>
                      <a:pt x="1276" y="315"/>
                    </a:lnTo>
                    <a:lnTo>
                      <a:pt x="1278" y="318"/>
                    </a:lnTo>
                    <a:lnTo>
                      <a:pt x="1279" y="320"/>
                    </a:lnTo>
                    <a:lnTo>
                      <a:pt x="1282" y="321"/>
                    </a:lnTo>
                    <a:lnTo>
                      <a:pt x="1286" y="321"/>
                    </a:lnTo>
                    <a:lnTo>
                      <a:pt x="1289" y="323"/>
                    </a:lnTo>
                    <a:lnTo>
                      <a:pt x="1289" y="326"/>
                    </a:lnTo>
                    <a:lnTo>
                      <a:pt x="1289" y="329"/>
                    </a:lnTo>
                    <a:lnTo>
                      <a:pt x="1289" y="331"/>
                    </a:lnTo>
                    <a:lnTo>
                      <a:pt x="1290" y="333"/>
                    </a:lnTo>
                    <a:lnTo>
                      <a:pt x="1291" y="335"/>
                    </a:lnTo>
                    <a:lnTo>
                      <a:pt x="1293" y="337"/>
                    </a:lnTo>
                    <a:close/>
                  </a:path>
                </a:pathLst>
              </a:custGeom>
              <a:solidFill>
                <a:srgbClr val="DA9FC0">
                  <a:alpha val="9600"/>
                </a:srgbClr>
              </a:solidFill>
              <a:ln>
                <a:noFill/>
              </a:ln>
            </p:spPr>
            <p:txBody>
              <a:bodyPr anchor="ctr"/>
              <a:lstStyle/>
              <a:p>
                <a:pPr algn="ctr">
                  <a:buNone/>
                </a:pPr>
              </a:p>
            </p:txBody>
          </p:sp>
          <p:sp>
            <p:nvSpPr>
              <p:cNvPr id="2934" name="addition:input:57"/>
              <p:cNvSpPr>
                <a:spLocks noGrp="1"/>
              </p:cNvSpPr>
              <p:nvPr/>
            </p:nvSpPr>
            <p:spPr>
              <a:xfrm>
                <a:off x="209550" y="5438775"/>
                <a:ext cx="2182490" cy="646709"/>
              </a:xfrm>
              <a:custGeom>
                <a:avLst/>
                <a:gdLst/>
                <a:ahLst/>
                <a:cxnLst/>
                <a:rect l="l" t="t" r="r" b="b"/>
                <a:pathLst>
                  <a:path w="1326" h="345">
                    <a:moveTo>
                      <a:pt x="0" y="0"/>
                    </a:moveTo>
                    <a:moveTo>
                      <a:pt x="1326" y="319"/>
                    </a:moveTo>
                    <a:lnTo>
                      <a:pt x="1325" y="321"/>
                    </a:lnTo>
                    <a:lnTo>
                      <a:pt x="1322" y="323"/>
                    </a:lnTo>
                    <a:lnTo>
                      <a:pt x="1320" y="325"/>
                    </a:lnTo>
                    <a:lnTo>
                      <a:pt x="1320" y="327"/>
                    </a:lnTo>
                    <a:lnTo>
                      <a:pt x="1319" y="329"/>
                    </a:lnTo>
                    <a:lnTo>
                      <a:pt x="1317" y="331"/>
                    </a:lnTo>
                    <a:lnTo>
                      <a:pt x="1313" y="332"/>
                    </a:lnTo>
                    <a:lnTo>
                      <a:pt x="1310" y="333"/>
                    </a:lnTo>
                    <a:lnTo>
                      <a:pt x="1308" y="335"/>
                    </a:lnTo>
                    <a:lnTo>
                      <a:pt x="1308" y="338"/>
                    </a:lnTo>
                    <a:lnTo>
                      <a:pt x="1307" y="342"/>
                    </a:lnTo>
                    <a:lnTo>
                      <a:pt x="1305" y="345"/>
                    </a:lnTo>
                    <a:lnTo>
                      <a:pt x="1302" y="345"/>
                    </a:lnTo>
                    <a:lnTo>
                      <a:pt x="1298" y="344"/>
                    </a:lnTo>
                    <a:lnTo>
                      <a:pt x="1294" y="342"/>
                    </a:lnTo>
                    <a:lnTo>
                      <a:pt x="1291" y="342"/>
                    </a:lnTo>
                    <a:lnTo>
                      <a:pt x="1288" y="342"/>
                    </a:lnTo>
                    <a:lnTo>
                      <a:pt x="1286" y="341"/>
                    </a:lnTo>
                    <a:lnTo>
                      <a:pt x="1284" y="341"/>
                    </a:lnTo>
                    <a:lnTo>
                      <a:pt x="1282" y="340"/>
                    </a:lnTo>
                    <a:lnTo>
                      <a:pt x="1279" y="341"/>
                    </a:lnTo>
                    <a:lnTo>
                      <a:pt x="1275" y="342"/>
                    </a:lnTo>
                    <a:lnTo>
                      <a:pt x="1272" y="343"/>
                    </a:lnTo>
                    <a:lnTo>
                      <a:pt x="1270" y="341"/>
                    </a:lnTo>
                    <a:lnTo>
                      <a:pt x="1269" y="339"/>
                    </a:lnTo>
                    <a:lnTo>
                      <a:pt x="1268" y="336"/>
                    </a:lnTo>
                    <a:lnTo>
                      <a:pt x="1266" y="335"/>
                    </a:lnTo>
                    <a:lnTo>
                      <a:pt x="1263" y="334"/>
                    </a:lnTo>
                    <a:lnTo>
                      <a:pt x="1260" y="333"/>
                    </a:lnTo>
                    <a:lnTo>
                      <a:pt x="1259" y="330"/>
                    </a:lnTo>
                    <a:lnTo>
                      <a:pt x="1260" y="327"/>
                    </a:lnTo>
                    <a:lnTo>
                      <a:pt x="1262" y="325"/>
                    </a:lnTo>
                    <a:lnTo>
                      <a:pt x="1263" y="323"/>
                    </a:lnTo>
                    <a:lnTo>
                      <a:pt x="1262" y="321"/>
                    </a:lnTo>
                    <a:lnTo>
                      <a:pt x="1260" y="319"/>
                    </a:lnTo>
                    <a:lnTo>
                      <a:pt x="1258" y="317"/>
                    </a:lnTo>
                    <a:lnTo>
                      <a:pt x="1257" y="314"/>
                    </a:lnTo>
                    <a:lnTo>
                      <a:pt x="1256" y="312"/>
                    </a:lnTo>
                    <a:lnTo>
                      <a:pt x="1254" y="309"/>
                    </a:lnTo>
                    <a:lnTo>
                      <a:pt x="1253" y="306"/>
                    </a:lnTo>
                    <a:lnTo>
                      <a:pt x="1255" y="304"/>
                    </a:lnTo>
                    <a:lnTo>
                      <a:pt x="1259" y="303"/>
                    </a:lnTo>
                    <a:lnTo>
                      <a:pt x="1264" y="304"/>
                    </a:lnTo>
                    <a:lnTo>
                      <a:pt x="1267" y="303"/>
                    </a:lnTo>
                    <a:lnTo>
                      <a:pt x="1268" y="301"/>
                    </a:lnTo>
                    <a:lnTo>
                      <a:pt x="1268" y="299"/>
                    </a:lnTo>
                    <a:lnTo>
                      <a:pt x="1270" y="297"/>
                    </a:lnTo>
                    <a:lnTo>
                      <a:pt x="1273" y="296"/>
                    </a:lnTo>
                    <a:lnTo>
                      <a:pt x="1277" y="296"/>
                    </a:lnTo>
                    <a:lnTo>
                      <a:pt x="1280" y="296"/>
                    </a:lnTo>
                    <a:lnTo>
                      <a:pt x="1282" y="295"/>
                    </a:lnTo>
                    <a:lnTo>
                      <a:pt x="1286" y="293"/>
                    </a:lnTo>
                    <a:lnTo>
                      <a:pt x="1289" y="292"/>
                    </a:lnTo>
                    <a:lnTo>
                      <a:pt x="1293" y="292"/>
                    </a:lnTo>
                    <a:lnTo>
                      <a:pt x="1296" y="293"/>
                    </a:lnTo>
                    <a:lnTo>
                      <a:pt x="1300" y="293"/>
                    </a:lnTo>
                    <a:lnTo>
                      <a:pt x="1304" y="294"/>
                    </a:lnTo>
                    <a:lnTo>
                      <a:pt x="1307" y="296"/>
                    </a:lnTo>
                    <a:lnTo>
                      <a:pt x="1308" y="298"/>
                    </a:lnTo>
                    <a:lnTo>
                      <a:pt x="1309" y="302"/>
                    </a:lnTo>
                    <a:lnTo>
                      <a:pt x="1310" y="304"/>
                    </a:lnTo>
                    <a:lnTo>
                      <a:pt x="1312" y="305"/>
                    </a:lnTo>
                    <a:lnTo>
                      <a:pt x="1317" y="305"/>
                    </a:lnTo>
                    <a:lnTo>
                      <a:pt x="1322" y="305"/>
                    </a:lnTo>
                    <a:lnTo>
                      <a:pt x="1326" y="307"/>
                    </a:lnTo>
                    <a:lnTo>
                      <a:pt x="1326" y="309"/>
                    </a:lnTo>
                    <a:lnTo>
                      <a:pt x="1326" y="312"/>
                    </a:lnTo>
                    <a:lnTo>
                      <a:pt x="1326" y="314"/>
                    </a:lnTo>
                    <a:lnTo>
                      <a:pt x="1326" y="316"/>
                    </a:lnTo>
                    <a:close/>
                  </a:path>
                </a:pathLst>
              </a:custGeom>
              <a:solidFill>
                <a:srgbClr val="DA9FC0">
                  <a:alpha val="9600"/>
                </a:srgbClr>
              </a:solidFill>
              <a:ln>
                <a:noFill/>
              </a:ln>
            </p:spPr>
            <p:txBody>
              <a:bodyPr anchor="ctr"/>
              <a:lstStyle/>
              <a:p>
                <a:pPr algn="ctr">
                  <a:buNone/>
                </a:pPr>
              </a:p>
            </p:txBody>
          </p:sp>
          <p:sp>
            <p:nvSpPr>
              <p:cNvPr id="2935" name="addition:input:58"/>
              <p:cNvSpPr>
                <a:spLocks noGrp="1"/>
              </p:cNvSpPr>
              <p:nvPr/>
            </p:nvSpPr>
            <p:spPr>
              <a:xfrm>
                <a:off x="209550" y="5438775"/>
                <a:ext cx="2240097" cy="659831"/>
              </a:xfrm>
              <a:custGeom>
                <a:avLst/>
                <a:gdLst/>
                <a:ahLst/>
                <a:cxnLst/>
                <a:rect l="l" t="t" r="r" b="b"/>
                <a:pathLst>
                  <a:path w="1361" h="352">
                    <a:moveTo>
                      <a:pt x="0" y="0"/>
                    </a:moveTo>
                    <a:moveTo>
                      <a:pt x="1359" y="324"/>
                    </a:moveTo>
                    <a:lnTo>
                      <a:pt x="1359" y="327"/>
                    </a:lnTo>
                    <a:lnTo>
                      <a:pt x="1357" y="329"/>
                    </a:lnTo>
                    <a:lnTo>
                      <a:pt x="1353" y="331"/>
                    </a:lnTo>
                    <a:lnTo>
                      <a:pt x="1349" y="332"/>
                    </a:lnTo>
                    <a:lnTo>
                      <a:pt x="1348" y="334"/>
                    </a:lnTo>
                    <a:lnTo>
                      <a:pt x="1349" y="337"/>
                    </a:lnTo>
                    <a:lnTo>
                      <a:pt x="1350" y="341"/>
                    </a:lnTo>
                    <a:lnTo>
                      <a:pt x="1350" y="344"/>
                    </a:lnTo>
                    <a:lnTo>
                      <a:pt x="1348" y="346"/>
                    </a:lnTo>
                    <a:lnTo>
                      <a:pt x="1345" y="348"/>
                    </a:lnTo>
                    <a:lnTo>
                      <a:pt x="1343" y="349"/>
                    </a:lnTo>
                    <a:lnTo>
                      <a:pt x="1340" y="350"/>
                    </a:lnTo>
                    <a:lnTo>
                      <a:pt x="1336" y="350"/>
                    </a:lnTo>
                    <a:lnTo>
                      <a:pt x="1333" y="348"/>
                    </a:lnTo>
                    <a:lnTo>
                      <a:pt x="1330" y="347"/>
                    </a:lnTo>
                    <a:lnTo>
                      <a:pt x="1328" y="347"/>
                    </a:lnTo>
                    <a:lnTo>
                      <a:pt x="1326" y="349"/>
                    </a:lnTo>
                    <a:lnTo>
                      <a:pt x="1323" y="351"/>
                    </a:lnTo>
                    <a:lnTo>
                      <a:pt x="1320" y="352"/>
                    </a:lnTo>
                    <a:lnTo>
                      <a:pt x="1318" y="351"/>
                    </a:lnTo>
                    <a:lnTo>
                      <a:pt x="1315" y="349"/>
                    </a:lnTo>
                    <a:lnTo>
                      <a:pt x="1313" y="348"/>
                    </a:lnTo>
                    <a:lnTo>
                      <a:pt x="1310" y="348"/>
                    </a:lnTo>
                    <a:lnTo>
                      <a:pt x="1306" y="348"/>
                    </a:lnTo>
                    <a:lnTo>
                      <a:pt x="1303" y="348"/>
                    </a:lnTo>
                    <a:lnTo>
                      <a:pt x="1300" y="346"/>
                    </a:lnTo>
                    <a:lnTo>
                      <a:pt x="1299" y="343"/>
                    </a:lnTo>
                    <a:lnTo>
                      <a:pt x="1298" y="340"/>
                    </a:lnTo>
                    <a:lnTo>
                      <a:pt x="1297" y="338"/>
                    </a:lnTo>
                    <a:lnTo>
                      <a:pt x="1296" y="335"/>
                    </a:lnTo>
                    <a:lnTo>
                      <a:pt x="1296" y="333"/>
                    </a:lnTo>
                    <a:lnTo>
                      <a:pt x="1296" y="330"/>
                    </a:lnTo>
                    <a:lnTo>
                      <a:pt x="1295" y="328"/>
                    </a:lnTo>
                    <a:lnTo>
                      <a:pt x="1292" y="327"/>
                    </a:lnTo>
                    <a:lnTo>
                      <a:pt x="1286" y="324"/>
                    </a:lnTo>
                    <a:lnTo>
                      <a:pt x="1283" y="322"/>
                    </a:lnTo>
                    <a:lnTo>
                      <a:pt x="1282" y="319"/>
                    </a:lnTo>
                    <a:lnTo>
                      <a:pt x="1285" y="317"/>
                    </a:lnTo>
                    <a:lnTo>
                      <a:pt x="1289" y="315"/>
                    </a:lnTo>
                    <a:lnTo>
                      <a:pt x="1291" y="313"/>
                    </a:lnTo>
                    <a:lnTo>
                      <a:pt x="1292" y="311"/>
                    </a:lnTo>
                    <a:lnTo>
                      <a:pt x="1293" y="309"/>
                    </a:lnTo>
                    <a:lnTo>
                      <a:pt x="1295" y="307"/>
                    </a:lnTo>
                    <a:lnTo>
                      <a:pt x="1298" y="306"/>
                    </a:lnTo>
                    <a:lnTo>
                      <a:pt x="1301" y="305"/>
                    </a:lnTo>
                    <a:lnTo>
                      <a:pt x="1303" y="303"/>
                    </a:lnTo>
                    <a:lnTo>
                      <a:pt x="1306" y="301"/>
                    </a:lnTo>
                    <a:lnTo>
                      <a:pt x="1309" y="300"/>
                    </a:lnTo>
                    <a:lnTo>
                      <a:pt x="1312" y="299"/>
                    </a:lnTo>
                    <a:lnTo>
                      <a:pt x="1316" y="299"/>
                    </a:lnTo>
                    <a:lnTo>
                      <a:pt x="1319" y="298"/>
                    </a:lnTo>
                    <a:lnTo>
                      <a:pt x="1322" y="295"/>
                    </a:lnTo>
                    <a:lnTo>
                      <a:pt x="1326" y="293"/>
                    </a:lnTo>
                    <a:lnTo>
                      <a:pt x="1331" y="293"/>
                    </a:lnTo>
                    <a:lnTo>
                      <a:pt x="1334" y="296"/>
                    </a:lnTo>
                    <a:lnTo>
                      <a:pt x="1336" y="300"/>
                    </a:lnTo>
                    <a:lnTo>
                      <a:pt x="1338" y="303"/>
                    </a:lnTo>
                    <a:lnTo>
                      <a:pt x="1340" y="304"/>
                    </a:lnTo>
                    <a:lnTo>
                      <a:pt x="1344" y="304"/>
                    </a:lnTo>
                    <a:lnTo>
                      <a:pt x="1347" y="305"/>
                    </a:lnTo>
                    <a:lnTo>
                      <a:pt x="1350" y="305"/>
                    </a:lnTo>
                    <a:lnTo>
                      <a:pt x="1353" y="307"/>
                    </a:lnTo>
                    <a:lnTo>
                      <a:pt x="1355" y="308"/>
                    </a:lnTo>
                    <a:lnTo>
                      <a:pt x="1358" y="309"/>
                    </a:lnTo>
                    <a:lnTo>
                      <a:pt x="1361" y="311"/>
                    </a:lnTo>
                    <a:lnTo>
                      <a:pt x="1360" y="314"/>
                    </a:lnTo>
                    <a:lnTo>
                      <a:pt x="1359" y="317"/>
                    </a:lnTo>
                    <a:lnTo>
                      <a:pt x="1357" y="320"/>
                    </a:lnTo>
                    <a:lnTo>
                      <a:pt x="1358" y="322"/>
                    </a:lnTo>
                    <a:close/>
                  </a:path>
                </a:pathLst>
              </a:custGeom>
              <a:solidFill>
                <a:srgbClr val="DA9FC0">
                  <a:alpha val="9600"/>
                </a:srgbClr>
              </a:solidFill>
              <a:ln>
                <a:noFill/>
              </a:ln>
            </p:spPr>
            <p:txBody>
              <a:bodyPr anchor="ctr"/>
              <a:lstStyle/>
              <a:p>
                <a:pPr algn="ctr">
                  <a:buNone/>
                </a:pPr>
              </a:p>
            </p:txBody>
          </p:sp>
          <p:sp>
            <p:nvSpPr>
              <p:cNvPr id="2936" name="addition:input:59"/>
              <p:cNvSpPr>
                <a:spLocks noGrp="1"/>
              </p:cNvSpPr>
              <p:nvPr/>
            </p:nvSpPr>
            <p:spPr>
              <a:xfrm>
                <a:off x="209550" y="5438775"/>
                <a:ext cx="2292767" cy="712318"/>
              </a:xfrm>
              <a:custGeom>
                <a:avLst/>
                <a:gdLst/>
                <a:ahLst/>
                <a:cxnLst/>
                <a:rect l="l" t="t" r="r" b="b"/>
                <a:pathLst>
                  <a:path w="1393" h="380">
                    <a:moveTo>
                      <a:pt x="0" y="0"/>
                    </a:moveTo>
                    <a:moveTo>
                      <a:pt x="1392" y="347"/>
                    </a:moveTo>
                    <a:lnTo>
                      <a:pt x="1393" y="350"/>
                    </a:lnTo>
                    <a:lnTo>
                      <a:pt x="1393" y="352"/>
                    </a:lnTo>
                    <a:lnTo>
                      <a:pt x="1392" y="355"/>
                    </a:lnTo>
                    <a:lnTo>
                      <a:pt x="1389" y="357"/>
                    </a:lnTo>
                    <a:lnTo>
                      <a:pt x="1386" y="359"/>
                    </a:lnTo>
                    <a:lnTo>
                      <a:pt x="1384" y="361"/>
                    </a:lnTo>
                    <a:lnTo>
                      <a:pt x="1382" y="364"/>
                    </a:lnTo>
                    <a:lnTo>
                      <a:pt x="1379" y="365"/>
                    </a:lnTo>
                    <a:lnTo>
                      <a:pt x="1375" y="366"/>
                    </a:lnTo>
                    <a:lnTo>
                      <a:pt x="1371" y="367"/>
                    </a:lnTo>
                    <a:lnTo>
                      <a:pt x="1369" y="368"/>
                    </a:lnTo>
                    <a:lnTo>
                      <a:pt x="1367" y="372"/>
                    </a:lnTo>
                    <a:lnTo>
                      <a:pt x="1366" y="377"/>
                    </a:lnTo>
                    <a:lnTo>
                      <a:pt x="1363" y="380"/>
                    </a:lnTo>
                    <a:lnTo>
                      <a:pt x="1358" y="380"/>
                    </a:lnTo>
                    <a:lnTo>
                      <a:pt x="1354" y="378"/>
                    </a:lnTo>
                    <a:lnTo>
                      <a:pt x="1350" y="375"/>
                    </a:lnTo>
                    <a:lnTo>
                      <a:pt x="1346" y="374"/>
                    </a:lnTo>
                    <a:lnTo>
                      <a:pt x="1343" y="374"/>
                    </a:lnTo>
                    <a:lnTo>
                      <a:pt x="1340" y="373"/>
                    </a:lnTo>
                    <a:lnTo>
                      <a:pt x="1337" y="372"/>
                    </a:lnTo>
                    <a:lnTo>
                      <a:pt x="1335" y="371"/>
                    </a:lnTo>
                    <a:lnTo>
                      <a:pt x="1332" y="371"/>
                    </a:lnTo>
                    <a:lnTo>
                      <a:pt x="1328" y="371"/>
                    </a:lnTo>
                    <a:lnTo>
                      <a:pt x="1324" y="371"/>
                    </a:lnTo>
                    <a:lnTo>
                      <a:pt x="1322" y="369"/>
                    </a:lnTo>
                    <a:lnTo>
                      <a:pt x="1321" y="366"/>
                    </a:lnTo>
                    <a:lnTo>
                      <a:pt x="1321" y="364"/>
                    </a:lnTo>
                    <a:lnTo>
                      <a:pt x="1319" y="362"/>
                    </a:lnTo>
                    <a:lnTo>
                      <a:pt x="1315" y="360"/>
                    </a:lnTo>
                    <a:lnTo>
                      <a:pt x="1312" y="358"/>
                    </a:lnTo>
                    <a:lnTo>
                      <a:pt x="1312" y="355"/>
                    </a:lnTo>
                    <a:lnTo>
                      <a:pt x="1316" y="352"/>
                    </a:lnTo>
                    <a:lnTo>
                      <a:pt x="1320" y="349"/>
                    </a:lnTo>
                    <a:lnTo>
                      <a:pt x="1322" y="347"/>
                    </a:lnTo>
                    <a:lnTo>
                      <a:pt x="1321" y="345"/>
                    </a:lnTo>
                    <a:lnTo>
                      <a:pt x="1320" y="342"/>
                    </a:lnTo>
                    <a:lnTo>
                      <a:pt x="1319" y="340"/>
                    </a:lnTo>
                    <a:lnTo>
                      <a:pt x="1318" y="337"/>
                    </a:lnTo>
                    <a:lnTo>
                      <a:pt x="1318" y="334"/>
                    </a:lnTo>
                    <a:lnTo>
                      <a:pt x="1317" y="331"/>
                    </a:lnTo>
                    <a:lnTo>
                      <a:pt x="1317" y="327"/>
                    </a:lnTo>
                    <a:lnTo>
                      <a:pt x="1319" y="325"/>
                    </a:lnTo>
                    <a:lnTo>
                      <a:pt x="1324" y="325"/>
                    </a:lnTo>
                    <a:lnTo>
                      <a:pt x="1328" y="325"/>
                    </a:lnTo>
                    <a:lnTo>
                      <a:pt x="1332" y="325"/>
                    </a:lnTo>
                    <a:lnTo>
                      <a:pt x="1333" y="324"/>
                    </a:lnTo>
                    <a:lnTo>
                      <a:pt x="1335" y="321"/>
                    </a:lnTo>
                    <a:lnTo>
                      <a:pt x="1337" y="319"/>
                    </a:lnTo>
                    <a:lnTo>
                      <a:pt x="1340" y="319"/>
                    </a:lnTo>
                    <a:lnTo>
                      <a:pt x="1343" y="320"/>
                    </a:lnTo>
                    <a:lnTo>
                      <a:pt x="1346" y="321"/>
                    </a:lnTo>
                    <a:lnTo>
                      <a:pt x="1349" y="320"/>
                    </a:lnTo>
                    <a:lnTo>
                      <a:pt x="1353" y="318"/>
                    </a:lnTo>
                    <a:lnTo>
                      <a:pt x="1357" y="317"/>
                    </a:lnTo>
                    <a:lnTo>
                      <a:pt x="1361" y="317"/>
                    </a:lnTo>
                    <a:lnTo>
                      <a:pt x="1364" y="318"/>
                    </a:lnTo>
                    <a:lnTo>
                      <a:pt x="1368" y="319"/>
                    </a:lnTo>
                    <a:lnTo>
                      <a:pt x="1372" y="321"/>
                    </a:lnTo>
                    <a:lnTo>
                      <a:pt x="1374" y="323"/>
                    </a:lnTo>
                    <a:lnTo>
                      <a:pt x="1376" y="326"/>
                    </a:lnTo>
                    <a:lnTo>
                      <a:pt x="1375" y="330"/>
                    </a:lnTo>
                    <a:lnTo>
                      <a:pt x="1375" y="333"/>
                    </a:lnTo>
                    <a:lnTo>
                      <a:pt x="1378" y="335"/>
                    </a:lnTo>
                    <a:lnTo>
                      <a:pt x="1384" y="335"/>
                    </a:lnTo>
                    <a:lnTo>
                      <a:pt x="1389" y="336"/>
                    </a:lnTo>
                    <a:lnTo>
                      <a:pt x="1393" y="338"/>
                    </a:lnTo>
                    <a:lnTo>
                      <a:pt x="1393" y="341"/>
                    </a:lnTo>
                    <a:lnTo>
                      <a:pt x="1392" y="344"/>
                    </a:lnTo>
                    <a:close/>
                  </a:path>
                </a:pathLst>
              </a:custGeom>
              <a:solidFill>
                <a:srgbClr val="DA9FC0">
                  <a:alpha val="9600"/>
                </a:srgbClr>
              </a:solidFill>
              <a:ln>
                <a:noFill/>
              </a:ln>
            </p:spPr>
            <p:txBody>
              <a:bodyPr anchor="ctr"/>
              <a:lstStyle/>
              <a:p>
                <a:pPr algn="ctr">
                  <a:buNone/>
                </a:pPr>
              </a:p>
            </p:txBody>
          </p:sp>
          <p:sp>
            <p:nvSpPr>
              <p:cNvPr id="2937" name="addition:input:60"/>
              <p:cNvSpPr>
                <a:spLocks noGrp="1"/>
              </p:cNvSpPr>
              <p:nvPr/>
            </p:nvSpPr>
            <p:spPr>
              <a:xfrm>
                <a:off x="209550" y="5438775"/>
                <a:ext cx="2274661" cy="755432"/>
              </a:xfrm>
              <a:custGeom>
                <a:avLst/>
                <a:gdLst/>
                <a:ahLst/>
                <a:cxnLst/>
                <a:rect l="l" t="t" r="r" b="b"/>
                <a:pathLst>
                  <a:path w="1382" h="403">
                    <a:moveTo>
                      <a:pt x="0" y="0"/>
                    </a:moveTo>
                    <a:moveTo>
                      <a:pt x="1381" y="372"/>
                    </a:moveTo>
                    <a:lnTo>
                      <a:pt x="1376" y="374"/>
                    </a:lnTo>
                    <a:lnTo>
                      <a:pt x="1368" y="377"/>
                    </a:lnTo>
                    <a:lnTo>
                      <a:pt x="1363" y="378"/>
                    </a:lnTo>
                    <a:lnTo>
                      <a:pt x="1361" y="380"/>
                    </a:lnTo>
                    <a:lnTo>
                      <a:pt x="1362" y="383"/>
                    </a:lnTo>
                    <a:lnTo>
                      <a:pt x="1362" y="386"/>
                    </a:lnTo>
                    <a:lnTo>
                      <a:pt x="1361" y="389"/>
                    </a:lnTo>
                    <a:lnTo>
                      <a:pt x="1358" y="391"/>
                    </a:lnTo>
                    <a:lnTo>
                      <a:pt x="1355" y="394"/>
                    </a:lnTo>
                    <a:lnTo>
                      <a:pt x="1353" y="397"/>
                    </a:lnTo>
                    <a:lnTo>
                      <a:pt x="1350" y="399"/>
                    </a:lnTo>
                    <a:lnTo>
                      <a:pt x="1345" y="400"/>
                    </a:lnTo>
                    <a:lnTo>
                      <a:pt x="1340" y="399"/>
                    </a:lnTo>
                    <a:lnTo>
                      <a:pt x="1336" y="399"/>
                    </a:lnTo>
                    <a:lnTo>
                      <a:pt x="1333" y="400"/>
                    </a:lnTo>
                    <a:lnTo>
                      <a:pt x="1329" y="402"/>
                    </a:lnTo>
                    <a:lnTo>
                      <a:pt x="1326" y="403"/>
                    </a:lnTo>
                    <a:lnTo>
                      <a:pt x="1322" y="401"/>
                    </a:lnTo>
                    <a:lnTo>
                      <a:pt x="1319" y="398"/>
                    </a:lnTo>
                    <a:lnTo>
                      <a:pt x="1317" y="396"/>
                    </a:lnTo>
                    <a:lnTo>
                      <a:pt x="1314" y="396"/>
                    </a:lnTo>
                    <a:lnTo>
                      <a:pt x="1310" y="397"/>
                    </a:lnTo>
                    <a:lnTo>
                      <a:pt x="1304" y="399"/>
                    </a:lnTo>
                    <a:lnTo>
                      <a:pt x="1300" y="399"/>
                    </a:lnTo>
                    <a:lnTo>
                      <a:pt x="1296" y="398"/>
                    </a:lnTo>
                    <a:lnTo>
                      <a:pt x="1294" y="395"/>
                    </a:lnTo>
                    <a:lnTo>
                      <a:pt x="1292" y="393"/>
                    </a:lnTo>
                    <a:lnTo>
                      <a:pt x="1290" y="390"/>
                    </a:lnTo>
                    <a:lnTo>
                      <a:pt x="1290" y="387"/>
                    </a:lnTo>
                    <a:lnTo>
                      <a:pt x="1291" y="384"/>
                    </a:lnTo>
                    <a:lnTo>
                      <a:pt x="1293" y="381"/>
                    </a:lnTo>
                    <a:lnTo>
                      <a:pt x="1292" y="378"/>
                    </a:lnTo>
                    <a:lnTo>
                      <a:pt x="1287" y="377"/>
                    </a:lnTo>
                    <a:lnTo>
                      <a:pt x="1282" y="374"/>
                    </a:lnTo>
                    <a:lnTo>
                      <a:pt x="1280" y="372"/>
                    </a:lnTo>
                    <a:lnTo>
                      <a:pt x="1280" y="369"/>
                    </a:lnTo>
                    <a:lnTo>
                      <a:pt x="1283" y="366"/>
                    </a:lnTo>
                    <a:lnTo>
                      <a:pt x="1284" y="364"/>
                    </a:lnTo>
                    <a:lnTo>
                      <a:pt x="1282" y="361"/>
                    </a:lnTo>
                    <a:lnTo>
                      <a:pt x="1280" y="358"/>
                    </a:lnTo>
                    <a:lnTo>
                      <a:pt x="1280" y="355"/>
                    </a:lnTo>
                    <a:lnTo>
                      <a:pt x="1283" y="352"/>
                    </a:lnTo>
                    <a:lnTo>
                      <a:pt x="1287" y="351"/>
                    </a:lnTo>
                    <a:lnTo>
                      <a:pt x="1292" y="351"/>
                    </a:lnTo>
                    <a:lnTo>
                      <a:pt x="1295" y="350"/>
                    </a:lnTo>
                    <a:lnTo>
                      <a:pt x="1299" y="349"/>
                    </a:lnTo>
                    <a:lnTo>
                      <a:pt x="1303" y="348"/>
                    </a:lnTo>
                    <a:lnTo>
                      <a:pt x="1307" y="348"/>
                    </a:lnTo>
                    <a:lnTo>
                      <a:pt x="1310" y="347"/>
                    </a:lnTo>
                    <a:lnTo>
                      <a:pt x="1313" y="344"/>
                    </a:lnTo>
                    <a:lnTo>
                      <a:pt x="1316" y="340"/>
                    </a:lnTo>
                    <a:lnTo>
                      <a:pt x="1321" y="337"/>
                    </a:lnTo>
                    <a:lnTo>
                      <a:pt x="1326" y="337"/>
                    </a:lnTo>
                    <a:lnTo>
                      <a:pt x="1331" y="340"/>
                    </a:lnTo>
                    <a:lnTo>
                      <a:pt x="1335" y="343"/>
                    </a:lnTo>
                    <a:lnTo>
                      <a:pt x="1339" y="345"/>
                    </a:lnTo>
                    <a:lnTo>
                      <a:pt x="1344" y="345"/>
                    </a:lnTo>
                    <a:lnTo>
                      <a:pt x="1349" y="346"/>
                    </a:lnTo>
                    <a:lnTo>
                      <a:pt x="1353" y="347"/>
                    </a:lnTo>
                    <a:lnTo>
                      <a:pt x="1356" y="350"/>
                    </a:lnTo>
                    <a:lnTo>
                      <a:pt x="1358" y="352"/>
                    </a:lnTo>
                    <a:lnTo>
                      <a:pt x="1361" y="353"/>
                    </a:lnTo>
                    <a:lnTo>
                      <a:pt x="1365" y="355"/>
                    </a:lnTo>
                    <a:lnTo>
                      <a:pt x="1368" y="357"/>
                    </a:lnTo>
                    <a:lnTo>
                      <a:pt x="1370" y="359"/>
                    </a:lnTo>
                    <a:lnTo>
                      <a:pt x="1371" y="361"/>
                    </a:lnTo>
                    <a:lnTo>
                      <a:pt x="1374" y="364"/>
                    </a:lnTo>
                    <a:lnTo>
                      <a:pt x="1378" y="366"/>
                    </a:lnTo>
                    <a:lnTo>
                      <a:pt x="1382" y="369"/>
                    </a:lnTo>
                    <a:close/>
                  </a:path>
                </a:pathLst>
              </a:custGeom>
              <a:solidFill>
                <a:srgbClr val="DA9FC0">
                  <a:alpha val="9600"/>
                </a:srgbClr>
              </a:solidFill>
              <a:ln>
                <a:noFill/>
              </a:ln>
            </p:spPr>
            <p:txBody>
              <a:bodyPr anchor="ctr"/>
              <a:lstStyle/>
              <a:p>
                <a:pPr algn="ctr">
                  <a:buNone/>
                </a:pPr>
              </a:p>
            </p:txBody>
          </p:sp>
          <p:sp>
            <p:nvSpPr>
              <p:cNvPr id="2938" name="addition:input:61"/>
              <p:cNvSpPr>
                <a:spLocks noGrp="1"/>
              </p:cNvSpPr>
              <p:nvPr/>
            </p:nvSpPr>
            <p:spPr>
              <a:xfrm>
                <a:off x="209550" y="5438775"/>
                <a:ext cx="2189074" cy="762930"/>
              </a:xfrm>
              <a:custGeom>
                <a:avLst/>
                <a:gdLst/>
                <a:ahLst/>
                <a:cxnLst/>
                <a:rect l="l" t="t" r="r" b="b"/>
                <a:pathLst>
                  <a:path w="1330" h="407">
                    <a:moveTo>
                      <a:pt x="0" y="0"/>
                    </a:moveTo>
                    <a:moveTo>
                      <a:pt x="1330" y="374"/>
                    </a:moveTo>
                    <a:lnTo>
                      <a:pt x="1330" y="377"/>
                    </a:lnTo>
                    <a:lnTo>
                      <a:pt x="1328" y="380"/>
                    </a:lnTo>
                    <a:lnTo>
                      <a:pt x="1326" y="383"/>
                    </a:lnTo>
                    <a:lnTo>
                      <a:pt x="1324" y="385"/>
                    </a:lnTo>
                    <a:lnTo>
                      <a:pt x="1321" y="387"/>
                    </a:lnTo>
                    <a:lnTo>
                      <a:pt x="1318" y="389"/>
                    </a:lnTo>
                    <a:lnTo>
                      <a:pt x="1314" y="390"/>
                    </a:lnTo>
                    <a:lnTo>
                      <a:pt x="1311" y="391"/>
                    </a:lnTo>
                    <a:lnTo>
                      <a:pt x="1309" y="394"/>
                    </a:lnTo>
                    <a:lnTo>
                      <a:pt x="1308" y="397"/>
                    </a:lnTo>
                    <a:lnTo>
                      <a:pt x="1306" y="400"/>
                    </a:lnTo>
                    <a:lnTo>
                      <a:pt x="1302" y="401"/>
                    </a:lnTo>
                    <a:lnTo>
                      <a:pt x="1298" y="401"/>
                    </a:lnTo>
                    <a:lnTo>
                      <a:pt x="1293" y="401"/>
                    </a:lnTo>
                    <a:lnTo>
                      <a:pt x="1290" y="402"/>
                    </a:lnTo>
                    <a:lnTo>
                      <a:pt x="1286" y="405"/>
                    </a:lnTo>
                    <a:lnTo>
                      <a:pt x="1282" y="407"/>
                    </a:lnTo>
                    <a:lnTo>
                      <a:pt x="1278" y="407"/>
                    </a:lnTo>
                    <a:lnTo>
                      <a:pt x="1274" y="405"/>
                    </a:lnTo>
                    <a:lnTo>
                      <a:pt x="1271" y="402"/>
                    </a:lnTo>
                    <a:lnTo>
                      <a:pt x="1268" y="400"/>
                    </a:lnTo>
                    <a:lnTo>
                      <a:pt x="1265" y="398"/>
                    </a:lnTo>
                    <a:lnTo>
                      <a:pt x="1262" y="397"/>
                    </a:lnTo>
                    <a:lnTo>
                      <a:pt x="1260" y="396"/>
                    </a:lnTo>
                    <a:lnTo>
                      <a:pt x="1257" y="395"/>
                    </a:lnTo>
                    <a:lnTo>
                      <a:pt x="1253" y="395"/>
                    </a:lnTo>
                    <a:lnTo>
                      <a:pt x="1248" y="395"/>
                    </a:lnTo>
                    <a:lnTo>
                      <a:pt x="1243" y="394"/>
                    </a:lnTo>
                    <a:lnTo>
                      <a:pt x="1241" y="392"/>
                    </a:lnTo>
                    <a:lnTo>
                      <a:pt x="1242" y="388"/>
                    </a:lnTo>
                    <a:lnTo>
                      <a:pt x="1245" y="385"/>
                    </a:lnTo>
                    <a:lnTo>
                      <a:pt x="1247" y="382"/>
                    </a:lnTo>
                    <a:lnTo>
                      <a:pt x="1246" y="379"/>
                    </a:lnTo>
                    <a:lnTo>
                      <a:pt x="1245" y="377"/>
                    </a:lnTo>
                    <a:lnTo>
                      <a:pt x="1244" y="374"/>
                    </a:lnTo>
                    <a:lnTo>
                      <a:pt x="1246" y="372"/>
                    </a:lnTo>
                    <a:lnTo>
                      <a:pt x="1249" y="370"/>
                    </a:lnTo>
                    <a:lnTo>
                      <a:pt x="1250" y="367"/>
                    </a:lnTo>
                    <a:lnTo>
                      <a:pt x="1251" y="365"/>
                    </a:lnTo>
                    <a:lnTo>
                      <a:pt x="1250" y="362"/>
                    </a:lnTo>
                    <a:lnTo>
                      <a:pt x="1251" y="359"/>
                    </a:lnTo>
                    <a:lnTo>
                      <a:pt x="1252" y="357"/>
                    </a:lnTo>
                    <a:lnTo>
                      <a:pt x="1254" y="355"/>
                    </a:lnTo>
                    <a:lnTo>
                      <a:pt x="1254" y="352"/>
                    </a:lnTo>
                    <a:lnTo>
                      <a:pt x="1255" y="349"/>
                    </a:lnTo>
                    <a:lnTo>
                      <a:pt x="1258" y="347"/>
                    </a:lnTo>
                    <a:lnTo>
                      <a:pt x="1263" y="347"/>
                    </a:lnTo>
                    <a:lnTo>
                      <a:pt x="1268" y="350"/>
                    </a:lnTo>
                    <a:lnTo>
                      <a:pt x="1271" y="352"/>
                    </a:lnTo>
                    <a:lnTo>
                      <a:pt x="1274" y="351"/>
                    </a:lnTo>
                    <a:lnTo>
                      <a:pt x="1276" y="349"/>
                    </a:lnTo>
                    <a:lnTo>
                      <a:pt x="1278" y="346"/>
                    </a:lnTo>
                    <a:lnTo>
                      <a:pt x="1282" y="345"/>
                    </a:lnTo>
                    <a:lnTo>
                      <a:pt x="1285" y="345"/>
                    </a:lnTo>
                    <a:lnTo>
                      <a:pt x="1288" y="345"/>
                    </a:lnTo>
                    <a:lnTo>
                      <a:pt x="1292" y="346"/>
                    </a:lnTo>
                    <a:lnTo>
                      <a:pt x="1296" y="346"/>
                    </a:lnTo>
                    <a:lnTo>
                      <a:pt x="1299" y="347"/>
                    </a:lnTo>
                    <a:lnTo>
                      <a:pt x="1302" y="349"/>
                    </a:lnTo>
                    <a:lnTo>
                      <a:pt x="1304" y="352"/>
                    </a:lnTo>
                    <a:lnTo>
                      <a:pt x="1307" y="354"/>
                    </a:lnTo>
                    <a:lnTo>
                      <a:pt x="1310" y="355"/>
                    </a:lnTo>
                    <a:lnTo>
                      <a:pt x="1314" y="357"/>
                    </a:lnTo>
                    <a:lnTo>
                      <a:pt x="1315" y="360"/>
                    </a:lnTo>
                    <a:lnTo>
                      <a:pt x="1315" y="363"/>
                    </a:lnTo>
                    <a:lnTo>
                      <a:pt x="1314" y="366"/>
                    </a:lnTo>
                    <a:lnTo>
                      <a:pt x="1315" y="368"/>
                    </a:lnTo>
                    <a:lnTo>
                      <a:pt x="1320" y="370"/>
                    </a:lnTo>
                    <a:lnTo>
                      <a:pt x="1326" y="372"/>
                    </a:lnTo>
                    <a:close/>
                  </a:path>
                </a:pathLst>
              </a:custGeom>
              <a:solidFill>
                <a:srgbClr val="DA9FC0">
                  <a:alpha val="9600"/>
                </a:srgbClr>
              </a:solidFill>
              <a:ln>
                <a:noFill/>
              </a:ln>
            </p:spPr>
            <p:txBody>
              <a:bodyPr anchor="ctr"/>
              <a:lstStyle/>
              <a:p>
                <a:pPr algn="ctr">
                  <a:buNone/>
                </a:pPr>
              </a:p>
            </p:txBody>
          </p:sp>
          <p:sp>
            <p:nvSpPr>
              <p:cNvPr id="2939" name="addition:input:62"/>
              <p:cNvSpPr>
                <a:spLocks noGrp="1"/>
              </p:cNvSpPr>
              <p:nvPr/>
            </p:nvSpPr>
            <p:spPr>
              <a:xfrm>
                <a:off x="209550" y="5438775"/>
                <a:ext cx="2115007" cy="732937"/>
              </a:xfrm>
              <a:custGeom>
                <a:avLst/>
                <a:gdLst/>
                <a:ahLst/>
                <a:cxnLst/>
                <a:rect l="l" t="t" r="r" b="b"/>
                <a:pathLst>
                  <a:path w="1285" h="391">
                    <a:moveTo>
                      <a:pt x="0" y="0"/>
                    </a:moveTo>
                    <a:moveTo>
                      <a:pt x="1281" y="364"/>
                    </a:moveTo>
                    <a:lnTo>
                      <a:pt x="1282" y="366"/>
                    </a:lnTo>
                    <a:lnTo>
                      <a:pt x="1284" y="369"/>
                    </a:lnTo>
                    <a:lnTo>
                      <a:pt x="1285" y="371"/>
                    </a:lnTo>
                    <a:lnTo>
                      <a:pt x="1283" y="374"/>
                    </a:lnTo>
                    <a:lnTo>
                      <a:pt x="1279" y="375"/>
                    </a:lnTo>
                    <a:lnTo>
                      <a:pt x="1274" y="375"/>
                    </a:lnTo>
                    <a:lnTo>
                      <a:pt x="1271" y="376"/>
                    </a:lnTo>
                    <a:lnTo>
                      <a:pt x="1270" y="378"/>
                    </a:lnTo>
                    <a:lnTo>
                      <a:pt x="1268" y="380"/>
                    </a:lnTo>
                    <a:lnTo>
                      <a:pt x="1267" y="382"/>
                    </a:lnTo>
                    <a:lnTo>
                      <a:pt x="1265" y="384"/>
                    </a:lnTo>
                    <a:lnTo>
                      <a:pt x="1263" y="386"/>
                    </a:lnTo>
                    <a:lnTo>
                      <a:pt x="1260" y="389"/>
                    </a:lnTo>
                    <a:lnTo>
                      <a:pt x="1257" y="391"/>
                    </a:lnTo>
                    <a:lnTo>
                      <a:pt x="1254" y="391"/>
                    </a:lnTo>
                    <a:lnTo>
                      <a:pt x="1250" y="390"/>
                    </a:lnTo>
                    <a:lnTo>
                      <a:pt x="1247" y="388"/>
                    </a:lnTo>
                    <a:lnTo>
                      <a:pt x="1244" y="387"/>
                    </a:lnTo>
                    <a:lnTo>
                      <a:pt x="1241" y="387"/>
                    </a:lnTo>
                    <a:lnTo>
                      <a:pt x="1238" y="388"/>
                    </a:lnTo>
                    <a:lnTo>
                      <a:pt x="1235" y="388"/>
                    </a:lnTo>
                    <a:lnTo>
                      <a:pt x="1233" y="386"/>
                    </a:lnTo>
                    <a:lnTo>
                      <a:pt x="1231" y="384"/>
                    </a:lnTo>
                    <a:lnTo>
                      <a:pt x="1230" y="382"/>
                    </a:lnTo>
                    <a:lnTo>
                      <a:pt x="1228" y="382"/>
                    </a:lnTo>
                    <a:lnTo>
                      <a:pt x="1224" y="382"/>
                    </a:lnTo>
                    <a:lnTo>
                      <a:pt x="1221" y="381"/>
                    </a:lnTo>
                    <a:lnTo>
                      <a:pt x="1219" y="380"/>
                    </a:lnTo>
                    <a:lnTo>
                      <a:pt x="1218" y="378"/>
                    </a:lnTo>
                    <a:lnTo>
                      <a:pt x="1216" y="376"/>
                    </a:lnTo>
                    <a:lnTo>
                      <a:pt x="1215" y="374"/>
                    </a:lnTo>
                    <a:lnTo>
                      <a:pt x="1216" y="371"/>
                    </a:lnTo>
                    <a:lnTo>
                      <a:pt x="1218" y="368"/>
                    </a:lnTo>
                    <a:lnTo>
                      <a:pt x="1222" y="366"/>
                    </a:lnTo>
                    <a:lnTo>
                      <a:pt x="1224" y="364"/>
                    </a:lnTo>
                    <a:lnTo>
                      <a:pt x="1223" y="362"/>
                    </a:lnTo>
                    <a:lnTo>
                      <a:pt x="1220" y="360"/>
                    </a:lnTo>
                    <a:lnTo>
                      <a:pt x="1218" y="357"/>
                    </a:lnTo>
                    <a:lnTo>
                      <a:pt x="1218" y="355"/>
                    </a:lnTo>
                    <a:lnTo>
                      <a:pt x="1220" y="353"/>
                    </a:lnTo>
                    <a:lnTo>
                      <a:pt x="1222" y="351"/>
                    </a:lnTo>
                    <a:lnTo>
                      <a:pt x="1223" y="349"/>
                    </a:lnTo>
                    <a:lnTo>
                      <a:pt x="1224" y="347"/>
                    </a:lnTo>
                    <a:lnTo>
                      <a:pt x="1225" y="345"/>
                    </a:lnTo>
                    <a:lnTo>
                      <a:pt x="1227" y="343"/>
                    </a:lnTo>
                    <a:lnTo>
                      <a:pt x="1230" y="343"/>
                    </a:lnTo>
                    <a:lnTo>
                      <a:pt x="1232" y="342"/>
                    </a:lnTo>
                    <a:lnTo>
                      <a:pt x="1234" y="342"/>
                    </a:lnTo>
                    <a:lnTo>
                      <a:pt x="1236" y="341"/>
                    </a:lnTo>
                    <a:lnTo>
                      <a:pt x="1239" y="341"/>
                    </a:lnTo>
                    <a:lnTo>
                      <a:pt x="1242" y="342"/>
                    </a:lnTo>
                    <a:lnTo>
                      <a:pt x="1244" y="343"/>
                    </a:lnTo>
                    <a:lnTo>
                      <a:pt x="1246" y="342"/>
                    </a:lnTo>
                    <a:lnTo>
                      <a:pt x="1249" y="340"/>
                    </a:lnTo>
                    <a:lnTo>
                      <a:pt x="1253" y="337"/>
                    </a:lnTo>
                    <a:lnTo>
                      <a:pt x="1257" y="336"/>
                    </a:lnTo>
                    <a:lnTo>
                      <a:pt x="1259" y="338"/>
                    </a:lnTo>
                    <a:lnTo>
                      <a:pt x="1261" y="341"/>
                    </a:lnTo>
                    <a:lnTo>
                      <a:pt x="1263" y="343"/>
                    </a:lnTo>
                    <a:lnTo>
                      <a:pt x="1265" y="345"/>
                    </a:lnTo>
                    <a:lnTo>
                      <a:pt x="1267" y="347"/>
                    </a:lnTo>
                    <a:lnTo>
                      <a:pt x="1269" y="348"/>
                    </a:lnTo>
                    <a:lnTo>
                      <a:pt x="1271" y="350"/>
                    </a:lnTo>
                    <a:lnTo>
                      <a:pt x="1272" y="352"/>
                    </a:lnTo>
                    <a:lnTo>
                      <a:pt x="1275" y="354"/>
                    </a:lnTo>
                    <a:lnTo>
                      <a:pt x="1278" y="355"/>
                    </a:lnTo>
                    <a:lnTo>
                      <a:pt x="1281" y="357"/>
                    </a:lnTo>
                    <a:lnTo>
                      <a:pt x="1281" y="359"/>
                    </a:lnTo>
                    <a:lnTo>
                      <a:pt x="1281" y="362"/>
                    </a:lnTo>
                    <a:close/>
                  </a:path>
                </a:pathLst>
              </a:custGeom>
              <a:solidFill>
                <a:srgbClr val="DA9FC0">
                  <a:alpha val="9600"/>
                </a:srgbClr>
              </a:solidFill>
              <a:ln>
                <a:noFill/>
              </a:ln>
            </p:spPr>
            <p:txBody>
              <a:bodyPr anchor="ctr"/>
              <a:lstStyle/>
              <a:p>
                <a:pPr algn="ctr">
                  <a:buNone/>
                </a:pPr>
              </a:p>
            </p:txBody>
          </p:sp>
          <p:sp>
            <p:nvSpPr>
              <p:cNvPr id="2940" name="addition:input:63"/>
              <p:cNvSpPr>
                <a:spLocks noGrp="1"/>
              </p:cNvSpPr>
              <p:nvPr/>
            </p:nvSpPr>
            <p:spPr>
              <a:xfrm>
                <a:off x="209550" y="5438775"/>
                <a:ext cx="2245035" cy="738561"/>
              </a:xfrm>
              <a:custGeom>
                <a:avLst/>
                <a:gdLst/>
                <a:ahLst/>
                <a:cxnLst/>
                <a:rect l="l" t="t" r="r" b="b"/>
                <a:pathLst>
                  <a:path w="1364" h="394">
                    <a:moveTo>
                      <a:pt x="0" y="0"/>
                    </a:moveTo>
                    <a:moveTo>
                      <a:pt x="1359" y="360"/>
                    </a:moveTo>
                    <a:lnTo>
                      <a:pt x="1353" y="362"/>
                    </a:lnTo>
                    <a:lnTo>
                      <a:pt x="1347" y="365"/>
                    </a:lnTo>
                    <a:lnTo>
                      <a:pt x="1346" y="367"/>
                    </a:lnTo>
                    <a:lnTo>
                      <a:pt x="1346" y="370"/>
                    </a:lnTo>
                    <a:lnTo>
                      <a:pt x="1345" y="373"/>
                    </a:lnTo>
                    <a:lnTo>
                      <a:pt x="1343" y="375"/>
                    </a:lnTo>
                    <a:lnTo>
                      <a:pt x="1339" y="378"/>
                    </a:lnTo>
                    <a:lnTo>
                      <a:pt x="1337" y="380"/>
                    </a:lnTo>
                    <a:lnTo>
                      <a:pt x="1335" y="383"/>
                    </a:lnTo>
                    <a:lnTo>
                      <a:pt x="1332" y="386"/>
                    </a:lnTo>
                    <a:lnTo>
                      <a:pt x="1328" y="388"/>
                    </a:lnTo>
                    <a:lnTo>
                      <a:pt x="1324" y="388"/>
                    </a:lnTo>
                    <a:lnTo>
                      <a:pt x="1319" y="389"/>
                    </a:lnTo>
                    <a:lnTo>
                      <a:pt x="1316" y="391"/>
                    </a:lnTo>
                    <a:lnTo>
                      <a:pt x="1312" y="394"/>
                    </a:lnTo>
                    <a:lnTo>
                      <a:pt x="1308" y="394"/>
                    </a:lnTo>
                    <a:lnTo>
                      <a:pt x="1303" y="393"/>
                    </a:lnTo>
                    <a:lnTo>
                      <a:pt x="1299" y="389"/>
                    </a:lnTo>
                    <a:lnTo>
                      <a:pt x="1297" y="385"/>
                    </a:lnTo>
                    <a:lnTo>
                      <a:pt x="1294" y="385"/>
                    </a:lnTo>
                    <a:lnTo>
                      <a:pt x="1290" y="387"/>
                    </a:lnTo>
                    <a:lnTo>
                      <a:pt x="1285" y="389"/>
                    </a:lnTo>
                    <a:lnTo>
                      <a:pt x="1280" y="389"/>
                    </a:lnTo>
                    <a:lnTo>
                      <a:pt x="1277" y="388"/>
                    </a:lnTo>
                    <a:lnTo>
                      <a:pt x="1274" y="387"/>
                    </a:lnTo>
                    <a:lnTo>
                      <a:pt x="1270" y="385"/>
                    </a:lnTo>
                    <a:lnTo>
                      <a:pt x="1267" y="383"/>
                    </a:lnTo>
                    <a:lnTo>
                      <a:pt x="1266" y="380"/>
                    </a:lnTo>
                    <a:lnTo>
                      <a:pt x="1267" y="376"/>
                    </a:lnTo>
                    <a:lnTo>
                      <a:pt x="1268" y="372"/>
                    </a:lnTo>
                    <a:lnTo>
                      <a:pt x="1268" y="370"/>
                    </a:lnTo>
                    <a:lnTo>
                      <a:pt x="1264" y="368"/>
                    </a:lnTo>
                    <a:lnTo>
                      <a:pt x="1260" y="365"/>
                    </a:lnTo>
                    <a:lnTo>
                      <a:pt x="1259" y="363"/>
                    </a:lnTo>
                    <a:lnTo>
                      <a:pt x="1261" y="360"/>
                    </a:lnTo>
                    <a:lnTo>
                      <a:pt x="1263" y="357"/>
                    </a:lnTo>
                    <a:lnTo>
                      <a:pt x="1264" y="355"/>
                    </a:lnTo>
                    <a:lnTo>
                      <a:pt x="1261" y="351"/>
                    </a:lnTo>
                    <a:lnTo>
                      <a:pt x="1257" y="348"/>
                    </a:lnTo>
                    <a:lnTo>
                      <a:pt x="1255" y="344"/>
                    </a:lnTo>
                    <a:lnTo>
                      <a:pt x="1256" y="341"/>
                    </a:lnTo>
                    <a:lnTo>
                      <a:pt x="1260" y="339"/>
                    </a:lnTo>
                    <a:lnTo>
                      <a:pt x="1265" y="338"/>
                    </a:lnTo>
                    <a:lnTo>
                      <a:pt x="1268" y="337"/>
                    </a:lnTo>
                    <a:lnTo>
                      <a:pt x="1272" y="336"/>
                    </a:lnTo>
                    <a:lnTo>
                      <a:pt x="1277" y="336"/>
                    </a:lnTo>
                    <a:lnTo>
                      <a:pt x="1281" y="336"/>
                    </a:lnTo>
                    <a:lnTo>
                      <a:pt x="1284" y="335"/>
                    </a:lnTo>
                    <a:lnTo>
                      <a:pt x="1287" y="332"/>
                    </a:lnTo>
                    <a:lnTo>
                      <a:pt x="1289" y="328"/>
                    </a:lnTo>
                    <a:lnTo>
                      <a:pt x="1293" y="325"/>
                    </a:lnTo>
                    <a:lnTo>
                      <a:pt x="1299" y="324"/>
                    </a:lnTo>
                    <a:lnTo>
                      <a:pt x="1304" y="326"/>
                    </a:lnTo>
                    <a:lnTo>
                      <a:pt x="1308" y="328"/>
                    </a:lnTo>
                    <a:lnTo>
                      <a:pt x="1313" y="329"/>
                    </a:lnTo>
                    <a:lnTo>
                      <a:pt x="1318" y="329"/>
                    </a:lnTo>
                    <a:lnTo>
                      <a:pt x="1324" y="328"/>
                    </a:lnTo>
                    <a:lnTo>
                      <a:pt x="1328" y="330"/>
                    </a:lnTo>
                    <a:lnTo>
                      <a:pt x="1331" y="333"/>
                    </a:lnTo>
                    <a:lnTo>
                      <a:pt x="1334" y="336"/>
                    </a:lnTo>
                    <a:lnTo>
                      <a:pt x="1337" y="339"/>
                    </a:lnTo>
                    <a:lnTo>
                      <a:pt x="1340" y="340"/>
                    </a:lnTo>
                    <a:lnTo>
                      <a:pt x="1343" y="342"/>
                    </a:lnTo>
                    <a:lnTo>
                      <a:pt x="1345" y="345"/>
                    </a:lnTo>
                    <a:lnTo>
                      <a:pt x="1348" y="347"/>
                    </a:lnTo>
                    <a:lnTo>
                      <a:pt x="1352" y="349"/>
                    </a:lnTo>
                    <a:lnTo>
                      <a:pt x="1358" y="350"/>
                    </a:lnTo>
                    <a:lnTo>
                      <a:pt x="1363" y="353"/>
                    </a:lnTo>
                    <a:lnTo>
                      <a:pt x="1364" y="356"/>
                    </a:lnTo>
                    <a:close/>
                  </a:path>
                </a:pathLst>
              </a:custGeom>
              <a:solidFill>
                <a:srgbClr val="DA9FC0">
                  <a:alpha val="9600"/>
                </a:srgbClr>
              </a:solidFill>
              <a:ln>
                <a:noFill/>
              </a:ln>
            </p:spPr>
            <p:txBody>
              <a:bodyPr anchor="ctr"/>
              <a:lstStyle/>
              <a:p>
                <a:pPr algn="ctr">
                  <a:buNone/>
                </a:pPr>
              </a:p>
            </p:txBody>
          </p:sp>
          <p:sp>
            <p:nvSpPr>
              <p:cNvPr id="2941" name="addition:input:64"/>
              <p:cNvSpPr>
                <a:spLocks noGrp="1"/>
              </p:cNvSpPr>
              <p:nvPr/>
            </p:nvSpPr>
            <p:spPr>
              <a:xfrm>
                <a:off x="209550" y="5438775"/>
                <a:ext cx="2263140" cy="751683"/>
              </a:xfrm>
              <a:custGeom>
                <a:avLst/>
                <a:gdLst/>
                <a:ahLst/>
                <a:cxnLst/>
                <a:rect l="l" t="t" r="r" b="b"/>
                <a:pathLst>
                  <a:path w="1375" h="401">
                    <a:moveTo>
                      <a:pt x="0" y="0"/>
                    </a:moveTo>
                    <a:moveTo>
                      <a:pt x="1371" y="354"/>
                    </a:moveTo>
                    <a:lnTo>
                      <a:pt x="1362" y="358"/>
                    </a:lnTo>
                    <a:lnTo>
                      <a:pt x="1354" y="361"/>
                    </a:lnTo>
                    <a:lnTo>
                      <a:pt x="1351" y="364"/>
                    </a:lnTo>
                    <a:lnTo>
                      <a:pt x="1351" y="368"/>
                    </a:lnTo>
                    <a:lnTo>
                      <a:pt x="1352" y="373"/>
                    </a:lnTo>
                    <a:lnTo>
                      <a:pt x="1352" y="377"/>
                    </a:lnTo>
                    <a:lnTo>
                      <a:pt x="1350" y="381"/>
                    </a:lnTo>
                    <a:lnTo>
                      <a:pt x="1349" y="386"/>
                    </a:lnTo>
                    <a:lnTo>
                      <a:pt x="1347" y="391"/>
                    </a:lnTo>
                    <a:lnTo>
                      <a:pt x="1343" y="395"/>
                    </a:lnTo>
                    <a:lnTo>
                      <a:pt x="1337" y="396"/>
                    </a:lnTo>
                    <a:lnTo>
                      <a:pt x="1329" y="395"/>
                    </a:lnTo>
                    <a:lnTo>
                      <a:pt x="1322" y="393"/>
                    </a:lnTo>
                    <a:lnTo>
                      <a:pt x="1318" y="393"/>
                    </a:lnTo>
                    <a:lnTo>
                      <a:pt x="1314" y="397"/>
                    </a:lnTo>
                    <a:lnTo>
                      <a:pt x="1310" y="400"/>
                    </a:lnTo>
                    <a:lnTo>
                      <a:pt x="1305" y="401"/>
                    </a:lnTo>
                    <a:lnTo>
                      <a:pt x="1300" y="398"/>
                    </a:lnTo>
                    <a:lnTo>
                      <a:pt x="1296" y="395"/>
                    </a:lnTo>
                    <a:lnTo>
                      <a:pt x="1292" y="394"/>
                    </a:lnTo>
                    <a:lnTo>
                      <a:pt x="1286" y="396"/>
                    </a:lnTo>
                    <a:lnTo>
                      <a:pt x="1280" y="398"/>
                    </a:lnTo>
                    <a:lnTo>
                      <a:pt x="1273" y="398"/>
                    </a:lnTo>
                    <a:lnTo>
                      <a:pt x="1268" y="396"/>
                    </a:lnTo>
                    <a:lnTo>
                      <a:pt x="1263" y="393"/>
                    </a:lnTo>
                    <a:lnTo>
                      <a:pt x="1258" y="390"/>
                    </a:lnTo>
                    <a:lnTo>
                      <a:pt x="1254" y="387"/>
                    </a:lnTo>
                    <a:lnTo>
                      <a:pt x="1252" y="382"/>
                    </a:lnTo>
                    <a:lnTo>
                      <a:pt x="1254" y="376"/>
                    </a:lnTo>
                    <a:lnTo>
                      <a:pt x="1257" y="371"/>
                    </a:lnTo>
                    <a:lnTo>
                      <a:pt x="1256" y="367"/>
                    </a:lnTo>
                    <a:lnTo>
                      <a:pt x="1250" y="365"/>
                    </a:lnTo>
                    <a:lnTo>
                      <a:pt x="1240" y="362"/>
                    </a:lnTo>
                    <a:lnTo>
                      <a:pt x="1233" y="358"/>
                    </a:lnTo>
                    <a:lnTo>
                      <a:pt x="1230" y="354"/>
                    </a:lnTo>
                    <a:lnTo>
                      <a:pt x="1232" y="350"/>
                    </a:lnTo>
                    <a:lnTo>
                      <a:pt x="1235" y="346"/>
                    </a:lnTo>
                    <a:lnTo>
                      <a:pt x="1235" y="342"/>
                    </a:lnTo>
                    <a:lnTo>
                      <a:pt x="1235" y="337"/>
                    </a:lnTo>
                    <a:lnTo>
                      <a:pt x="1236" y="333"/>
                    </a:lnTo>
                    <a:lnTo>
                      <a:pt x="1240" y="330"/>
                    </a:lnTo>
                    <a:lnTo>
                      <a:pt x="1245" y="327"/>
                    </a:lnTo>
                    <a:lnTo>
                      <a:pt x="1250" y="325"/>
                    </a:lnTo>
                    <a:lnTo>
                      <a:pt x="1254" y="322"/>
                    </a:lnTo>
                    <a:lnTo>
                      <a:pt x="1258" y="319"/>
                    </a:lnTo>
                    <a:lnTo>
                      <a:pt x="1264" y="318"/>
                    </a:lnTo>
                    <a:lnTo>
                      <a:pt x="1271" y="318"/>
                    </a:lnTo>
                    <a:lnTo>
                      <a:pt x="1277" y="317"/>
                    </a:lnTo>
                    <a:lnTo>
                      <a:pt x="1281" y="314"/>
                    </a:lnTo>
                    <a:lnTo>
                      <a:pt x="1285" y="307"/>
                    </a:lnTo>
                    <a:lnTo>
                      <a:pt x="1291" y="301"/>
                    </a:lnTo>
                    <a:lnTo>
                      <a:pt x="1299" y="299"/>
                    </a:lnTo>
                    <a:lnTo>
                      <a:pt x="1306" y="302"/>
                    </a:lnTo>
                    <a:lnTo>
                      <a:pt x="1313" y="307"/>
                    </a:lnTo>
                    <a:lnTo>
                      <a:pt x="1319" y="311"/>
                    </a:lnTo>
                    <a:lnTo>
                      <a:pt x="1324" y="313"/>
                    </a:lnTo>
                    <a:lnTo>
                      <a:pt x="1330" y="314"/>
                    </a:lnTo>
                    <a:lnTo>
                      <a:pt x="1335" y="316"/>
                    </a:lnTo>
                    <a:lnTo>
                      <a:pt x="1340" y="319"/>
                    </a:lnTo>
                    <a:lnTo>
                      <a:pt x="1344" y="321"/>
                    </a:lnTo>
                    <a:lnTo>
                      <a:pt x="1350" y="322"/>
                    </a:lnTo>
                    <a:lnTo>
                      <a:pt x="1357" y="323"/>
                    </a:lnTo>
                    <a:lnTo>
                      <a:pt x="1362" y="325"/>
                    </a:lnTo>
                    <a:lnTo>
                      <a:pt x="1364" y="330"/>
                    </a:lnTo>
                    <a:lnTo>
                      <a:pt x="1363" y="334"/>
                    </a:lnTo>
                    <a:lnTo>
                      <a:pt x="1364" y="338"/>
                    </a:lnTo>
                    <a:lnTo>
                      <a:pt x="1369" y="341"/>
                    </a:lnTo>
                    <a:lnTo>
                      <a:pt x="1374" y="345"/>
                    </a:lnTo>
                    <a:lnTo>
                      <a:pt x="1375" y="349"/>
                    </a:lnTo>
                    <a:close/>
                  </a:path>
                </a:pathLst>
              </a:custGeom>
              <a:solidFill>
                <a:srgbClr val="CC79A7">
                  <a:alpha val="11100"/>
                </a:srgbClr>
              </a:solidFill>
              <a:ln>
                <a:noFill/>
              </a:ln>
            </p:spPr>
            <p:txBody>
              <a:bodyPr anchor="ctr"/>
              <a:lstStyle/>
              <a:p>
                <a:pPr algn="ctr">
                  <a:buNone/>
                </a:pPr>
              </a:p>
            </p:txBody>
          </p:sp>
          <p:sp>
            <p:nvSpPr>
              <p:cNvPr id="2942" name="addition:input:65"/>
              <p:cNvSpPr>
                <a:spLocks noGrp="1"/>
              </p:cNvSpPr>
              <p:nvPr/>
            </p:nvSpPr>
            <p:spPr>
              <a:xfrm>
                <a:off x="209550" y="5438775"/>
                <a:ext cx="2156155" cy="686074"/>
              </a:xfrm>
              <a:custGeom>
                <a:avLst/>
                <a:gdLst/>
                <a:ahLst/>
                <a:cxnLst/>
                <a:rect l="l" t="t" r="r" b="b"/>
                <a:pathLst>
                  <a:path w="1310" h="366">
                    <a:moveTo>
                      <a:pt x="0" y="0"/>
                    </a:moveTo>
                    <a:moveTo>
                      <a:pt x="1309" y="341"/>
                    </a:moveTo>
                    <a:lnTo>
                      <a:pt x="1310" y="344"/>
                    </a:lnTo>
                    <a:lnTo>
                      <a:pt x="1309" y="346"/>
                    </a:lnTo>
                    <a:lnTo>
                      <a:pt x="1309" y="348"/>
                    </a:lnTo>
                    <a:lnTo>
                      <a:pt x="1308" y="350"/>
                    </a:lnTo>
                    <a:lnTo>
                      <a:pt x="1306" y="352"/>
                    </a:lnTo>
                    <a:lnTo>
                      <a:pt x="1303" y="353"/>
                    </a:lnTo>
                    <a:lnTo>
                      <a:pt x="1298" y="353"/>
                    </a:lnTo>
                    <a:lnTo>
                      <a:pt x="1295" y="354"/>
                    </a:lnTo>
                    <a:lnTo>
                      <a:pt x="1293" y="355"/>
                    </a:lnTo>
                    <a:lnTo>
                      <a:pt x="1293" y="358"/>
                    </a:lnTo>
                    <a:lnTo>
                      <a:pt x="1293" y="362"/>
                    </a:lnTo>
                    <a:lnTo>
                      <a:pt x="1291" y="364"/>
                    </a:lnTo>
                    <a:lnTo>
                      <a:pt x="1288" y="365"/>
                    </a:lnTo>
                    <a:lnTo>
                      <a:pt x="1284" y="365"/>
                    </a:lnTo>
                    <a:lnTo>
                      <a:pt x="1281" y="365"/>
                    </a:lnTo>
                    <a:lnTo>
                      <a:pt x="1278" y="365"/>
                    </a:lnTo>
                    <a:lnTo>
                      <a:pt x="1275" y="366"/>
                    </a:lnTo>
                    <a:lnTo>
                      <a:pt x="1272" y="365"/>
                    </a:lnTo>
                    <a:lnTo>
                      <a:pt x="1269" y="364"/>
                    </a:lnTo>
                    <a:lnTo>
                      <a:pt x="1266" y="363"/>
                    </a:lnTo>
                    <a:lnTo>
                      <a:pt x="1264" y="363"/>
                    </a:lnTo>
                    <a:lnTo>
                      <a:pt x="1261" y="362"/>
                    </a:lnTo>
                    <a:lnTo>
                      <a:pt x="1259" y="361"/>
                    </a:lnTo>
                    <a:lnTo>
                      <a:pt x="1258" y="359"/>
                    </a:lnTo>
                    <a:lnTo>
                      <a:pt x="1257" y="357"/>
                    </a:lnTo>
                    <a:lnTo>
                      <a:pt x="1255" y="356"/>
                    </a:lnTo>
                    <a:lnTo>
                      <a:pt x="1252" y="356"/>
                    </a:lnTo>
                    <a:lnTo>
                      <a:pt x="1248" y="357"/>
                    </a:lnTo>
                    <a:lnTo>
                      <a:pt x="1244" y="356"/>
                    </a:lnTo>
                    <a:lnTo>
                      <a:pt x="1244" y="353"/>
                    </a:lnTo>
                    <a:lnTo>
                      <a:pt x="1245" y="350"/>
                    </a:lnTo>
                    <a:lnTo>
                      <a:pt x="1248" y="347"/>
                    </a:lnTo>
                    <a:lnTo>
                      <a:pt x="1249" y="345"/>
                    </a:lnTo>
                    <a:lnTo>
                      <a:pt x="1249" y="343"/>
                    </a:lnTo>
                    <a:lnTo>
                      <a:pt x="1250" y="341"/>
                    </a:lnTo>
                    <a:lnTo>
                      <a:pt x="1250" y="339"/>
                    </a:lnTo>
                    <a:lnTo>
                      <a:pt x="1251" y="338"/>
                    </a:lnTo>
                    <a:lnTo>
                      <a:pt x="1250" y="335"/>
                    </a:lnTo>
                    <a:lnTo>
                      <a:pt x="1249" y="333"/>
                    </a:lnTo>
                    <a:lnTo>
                      <a:pt x="1249" y="330"/>
                    </a:lnTo>
                    <a:lnTo>
                      <a:pt x="1250" y="328"/>
                    </a:lnTo>
                    <a:lnTo>
                      <a:pt x="1252" y="327"/>
                    </a:lnTo>
                    <a:lnTo>
                      <a:pt x="1255" y="326"/>
                    </a:lnTo>
                    <a:lnTo>
                      <a:pt x="1256" y="325"/>
                    </a:lnTo>
                    <a:lnTo>
                      <a:pt x="1256" y="322"/>
                    </a:lnTo>
                    <a:lnTo>
                      <a:pt x="1257" y="320"/>
                    </a:lnTo>
                    <a:lnTo>
                      <a:pt x="1260" y="319"/>
                    </a:lnTo>
                    <a:lnTo>
                      <a:pt x="1263" y="320"/>
                    </a:lnTo>
                    <a:lnTo>
                      <a:pt x="1266" y="321"/>
                    </a:lnTo>
                    <a:lnTo>
                      <a:pt x="1268" y="322"/>
                    </a:lnTo>
                    <a:lnTo>
                      <a:pt x="1270" y="321"/>
                    </a:lnTo>
                    <a:lnTo>
                      <a:pt x="1272" y="320"/>
                    </a:lnTo>
                    <a:lnTo>
                      <a:pt x="1274" y="319"/>
                    </a:lnTo>
                    <a:lnTo>
                      <a:pt x="1277" y="318"/>
                    </a:lnTo>
                    <a:lnTo>
                      <a:pt x="1280" y="318"/>
                    </a:lnTo>
                    <a:lnTo>
                      <a:pt x="1283" y="317"/>
                    </a:lnTo>
                    <a:lnTo>
                      <a:pt x="1286" y="317"/>
                    </a:lnTo>
                    <a:lnTo>
                      <a:pt x="1289" y="318"/>
                    </a:lnTo>
                    <a:lnTo>
                      <a:pt x="1291" y="321"/>
                    </a:lnTo>
                    <a:lnTo>
                      <a:pt x="1291" y="324"/>
                    </a:lnTo>
                    <a:lnTo>
                      <a:pt x="1292" y="326"/>
                    </a:lnTo>
                    <a:lnTo>
                      <a:pt x="1294" y="327"/>
                    </a:lnTo>
                    <a:lnTo>
                      <a:pt x="1298" y="328"/>
                    </a:lnTo>
                    <a:lnTo>
                      <a:pt x="1301" y="329"/>
                    </a:lnTo>
                    <a:lnTo>
                      <a:pt x="1302" y="331"/>
                    </a:lnTo>
                    <a:lnTo>
                      <a:pt x="1302" y="334"/>
                    </a:lnTo>
                    <a:lnTo>
                      <a:pt x="1302" y="336"/>
                    </a:lnTo>
                    <a:lnTo>
                      <a:pt x="1304" y="337"/>
                    </a:lnTo>
                    <a:lnTo>
                      <a:pt x="1307" y="339"/>
                    </a:lnTo>
                    <a:close/>
                  </a:path>
                </a:pathLst>
              </a:custGeom>
              <a:solidFill>
                <a:srgbClr val="CC79A7">
                  <a:alpha val="10800"/>
                </a:srgbClr>
              </a:solidFill>
              <a:ln>
                <a:noFill/>
              </a:ln>
            </p:spPr>
            <p:txBody>
              <a:bodyPr anchor="ctr"/>
              <a:lstStyle/>
              <a:p>
                <a:pPr algn="ctr">
                  <a:buNone/>
                </a:pPr>
              </a:p>
            </p:txBody>
          </p:sp>
          <p:sp>
            <p:nvSpPr>
              <p:cNvPr id="2943" name="addition:input:66"/>
              <p:cNvSpPr>
                <a:spLocks noGrp="1"/>
              </p:cNvSpPr>
              <p:nvPr/>
            </p:nvSpPr>
            <p:spPr>
              <a:xfrm>
                <a:off x="209550" y="5438775"/>
                <a:ext cx="2207179" cy="661706"/>
              </a:xfrm>
              <a:custGeom>
                <a:avLst/>
                <a:gdLst/>
                <a:ahLst/>
                <a:cxnLst/>
                <a:rect l="l" t="t" r="r" b="b"/>
                <a:pathLst>
                  <a:path w="1341" h="353">
                    <a:moveTo>
                      <a:pt x="0" y="0"/>
                    </a:moveTo>
                    <a:moveTo>
                      <a:pt x="1339" y="334"/>
                    </a:moveTo>
                    <a:lnTo>
                      <a:pt x="1337" y="336"/>
                    </a:lnTo>
                    <a:lnTo>
                      <a:pt x="1336" y="337"/>
                    </a:lnTo>
                    <a:lnTo>
                      <a:pt x="1337" y="338"/>
                    </a:lnTo>
                    <a:lnTo>
                      <a:pt x="1339" y="341"/>
                    </a:lnTo>
                    <a:lnTo>
                      <a:pt x="1341" y="343"/>
                    </a:lnTo>
                    <a:lnTo>
                      <a:pt x="1341" y="345"/>
                    </a:lnTo>
                    <a:lnTo>
                      <a:pt x="1339" y="346"/>
                    </a:lnTo>
                    <a:lnTo>
                      <a:pt x="1337" y="347"/>
                    </a:lnTo>
                    <a:lnTo>
                      <a:pt x="1335" y="347"/>
                    </a:lnTo>
                    <a:lnTo>
                      <a:pt x="1333" y="348"/>
                    </a:lnTo>
                    <a:lnTo>
                      <a:pt x="1331" y="348"/>
                    </a:lnTo>
                    <a:lnTo>
                      <a:pt x="1329" y="348"/>
                    </a:lnTo>
                    <a:lnTo>
                      <a:pt x="1327" y="348"/>
                    </a:lnTo>
                    <a:lnTo>
                      <a:pt x="1326" y="349"/>
                    </a:lnTo>
                    <a:lnTo>
                      <a:pt x="1325" y="351"/>
                    </a:lnTo>
                    <a:lnTo>
                      <a:pt x="1323" y="352"/>
                    </a:lnTo>
                    <a:lnTo>
                      <a:pt x="1321" y="353"/>
                    </a:lnTo>
                    <a:lnTo>
                      <a:pt x="1319" y="352"/>
                    </a:lnTo>
                    <a:lnTo>
                      <a:pt x="1317" y="351"/>
                    </a:lnTo>
                    <a:lnTo>
                      <a:pt x="1314" y="351"/>
                    </a:lnTo>
                    <a:lnTo>
                      <a:pt x="1312" y="352"/>
                    </a:lnTo>
                    <a:lnTo>
                      <a:pt x="1309" y="352"/>
                    </a:lnTo>
                    <a:lnTo>
                      <a:pt x="1306" y="352"/>
                    </a:lnTo>
                    <a:lnTo>
                      <a:pt x="1304" y="350"/>
                    </a:lnTo>
                    <a:lnTo>
                      <a:pt x="1304" y="348"/>
                    </a:lnTo>
                    <a:lnTo>
                      <a:pt x="1303" y="346"/>
                    </a:lnTo>
                    <a:lnTo>
                      <a:pt x="1302" y="345"/>
                    </a:lnTo>
                    <a:lnTo>
                      <a:pt x="1300" y="344"/>
                    </a:lnTo>
                    <a:lnTo>
                      <a:pt x="1299" y="342"/>
                    </a:lnTo>
                    <a:lnTo>
                      <a:pt x="1297" y="341"/>
                    </a:lnTo>
                    <a:lnTo>
                      <a:pt x="1295" y="340"/>
                    </a:lnTo>
                    <a:lnTo>
                      <a:pt x="1292" y="339"/>
                    </a:lnTo>
                    <a:lnTo>
                      <a:pt x="1289" y="338"/>
                    </a:lnTo>
                    <a:lnTo>
                      <a:pt x="1288" y="336"/>
                    </a:lnTo>
                    <a:lnTo>
                      <a:pt x="1289" y="334"/>
                    </a:lnTo>
                    <a:lnTo>
                      <a:pt x="1292" y="333"/>
                    </a:lnTo>
                    <a:lnTo>
                      <a:pt x="1294" y="331"/>
                    </a:lnTo>
                    <a:lnTo>
                      <a:pt x="1295" y="330"/>
                    </a:lnTo>
                    <a:lnTo>
                      <a:pt x="1295" y="328"/>
                    </a:lnTo>
                    <a:lnTo>
                      <a:pt x="1295" y="326"/>
                    </a:lnTo>
                    <a:lnTo>
                      <a:pt x="1297" y="325"/>
                    </a:lnTo>
                    <a:lnTo>
                      <a:pt x="1299" y="324"/>
                    </a:lnTo>
                    <a:lnTo>
                      <a:pt x="1301" y="324"/>
                    </a:lnTo>
                    <a:lnTo>
                      <a:pt x="1303" y="323"/>
                    </a:lnTo>
                    <a:lnTo>
                      <a:pt x="1304" y="321"/>
                    </a:lnTo>
                    <a:lnTo>
                      <a:pt x="1305" y="319"/>
                    </a:lnTo>
                    <a:lnTo>
                      <a:pt x="1307" y="318"/>
                    </a:lnTo>
                    <a:lnTo>
                      <a:pt x="1310" y="317"/>
                    </a:lnTo>
                    <a:lnTo>
                      <a:pt x="1312" y="316"/>
                    </a:lnTo>
                    <a:lnTo>
                      <a:pt x="1314" y="315"/>
                    </a:lnTo>
                    <a:lnTo>
                      <a:pt x="1316" y="314"/>
                    </a:lnTo>
                    <a:lnTo>
                      <a:pt x="1319" y="315"/>
                    </a:lnTo>
                    <a:lnTo>
                      <a:pt x="1321" y="317"/>
                    </a:lnTo>
                    <a:lnTo>
                      <a:pt x="1322" y="319"/>
                    </a:lnTo>
                    <a:lnTo>
                      <a:pt x="1324" y="320"/>
                    </a:lnTo>
                    <a:lnTo>
                      <a:pt x="1326" y="320"/>
                    </a:lnTo>
                    <a:lnTo>
                      <a:pt x="1328" y="319"/>
                    </a:lnTo>
                    <a:lnTo>
                      <a:pt x="1331" y="318"/>
                    </a:lnTo>
                    <a:lnTo>
                      <a:pt x="1332" y="319"/>
                    </a:lnTo>
                    <a:lnTo>
                      <a:pt x="1334" y="320"/>
                    </a:lnTo>
                    <a:lnTo>
                      <a:pt x="1335" y="321"/>
                    </a:lnTo>
                    <a:lnTo>
                      <a:pt x="1337" y="322"/>
                    </a:lnTo>
                    <a:lnTo>
                      <a:pt x="1338" y="323"/>
                    </a:lnTo>
                    <a:lnTo>
                      <a:pt x="1339" y="325"/>
                    </a:lnTo>
                    <a:lnTo>
                      <a:pt x="1338" y="326"/>
                    </a:lnTo>
                    <a:lnTo>
                      <a:pt x="1338" y="328"/>
                    </a:lnTo>
                    <a:lnTo>
                      <a:pt x="1339" y="330"/>
                    </a:lnTo>
                    <a:lnTo>
                      <a:pt x="1340" y="331"/>
                    </a:lnTo>
                    <a:lnTo>
                      <a:pt x="1340" y="333"/>
                    </a:lnTo>
                    <a:close/>
                  </a:path>
                </a:pathLst>
              </a:custGeom>
              <a:solidFill>
                <a:srgbClr val="CC79A7">
                  <a:alpha val="10800"/>
                </a:srgbClr>
              </a:solidFill>
              <a:ln>
                <a:noFill/>
              </a:ln>
            </p:spPr>
            <p:txBody>
              <a:bodyPr anchor="ctr"/>
              <a:lstStyle/>
              <a:p>
                <a:pPr algn="ctr">
                  <a:buNone/>
                </a:pPr>
              </a:p>
            </p:txBody>
          </p:sp>
          <p:sp>
            <p:nvSpPr>
              <p:cNvPr id="2944" name="addition:input:67"/>
              <p:cNvSpPr>
                <a:spLocks noGrp="1"/>
              </p:cNvSpPr>
              <p:nvPr/>
            </p:nvSpPr>
            <p:spPr>
              <a:xfrm>
                <a:off x="209550" y="5438775"/>
                <a:ext cx="2261494" cy="731063"/>
              </a:xfrm>
              <a:custGeom>
                <a:avLst/>
                <a:gdLst/>
                <a:ahLst/>
                <a:cxnLst/>
                <a:rect l="l" t="t" r="r" b="b"/>
                <a:pathLst>
                  <a:path w="1374" h="390">
                    <a:moveTo>
                      <a:pt x="0" y="0"/>
                    </a:moveTo>
                    <a:moveTo>
                      <a:pt x="1367" y="365"/>
                    </a:moveTo>
                    <a:lnTo>
                      <a:pt x="1366" y="367"/>
                    </a:lnTo>
                    <a:lnTo>
                      <a:pt x="1365" y="369"/>
                    </a:lnTo>
                    <a:lnTo>
                      <a:pt x="1364" y="371"/>
                    </a:lnTo>
                    <a:lnTo>
                      <a:pt x="1362" y="373"/>
                    </a:lnTo>
                    <a:lnTo>
                      <a:pt x="1362" y="375"/>
                    </a:lnTo>
                    <a:lnTo>
                      <a:pt x="1362" y="377"/>
                    </a:lnTo>
                    <a:lnTo>
                      <a:pt x="1362" y="380"/>
                    </a:lnTo>
                    <a:lnTo>
                      <a:pt x="1360" y="382"/>
                    </a:lnTo>
                    <a:lnTo>
                      <a:pt x="1357" y="382"/>
                    </a:lnTo>
                    <a:lnTo>
                      <a:pt x="1354" y="383"/>
                    </a:lnTo>
                    <a:lnTo>
                      <a:pt x="1352" y="385"/>
                    </a:lnTo>
                    <a:lnTo>
                      <a:pt x="1351" y="387"/>
                    </a:lnTo>
                    <a:lnTo>
                      <a:pt x="1349" y="390"/>
                    </a:lnTo>
                    <a:lnTo>
                      <a:pt x="1346" y="390"/>
                    </a:lnTo>
                    <a:lnTo>
                      <a:pt x="1343" y="388"/>
                    </a:lnTo>
                    <a:lnTo>
                      <a:pt x="1340" y="386"/>
                    </a:lnTo>
                    <a:lnTo>
                      <a:pt x="1337" y="385"/>
                    </a:lnTo>
                    <a:lnTo>
                      <a:pt x="1335" y="385"/>
                    </a:lnTo>
                    <a:lnTo>
                      <a:pt x="1333" y="386"/>
                    </a:lnTo>
                    <a:lnTo>
                      <a:pt x="1331" y="387"/>
                    </a:lnTo>
                    <a:lnTo>
                      <a:pt x="1328" y="387"/>
                    </a:lnTo>
                    <a:lnTo>
                      <a:pt x="1326" y="387"/>
                    </a:lnTo>
                    <a:lnTo>
                      <a:pt x="1322" y="388"/>
                    </a:lnTo>
                    <a:lnTo>
                      <a:pt x="1319" y="388"/>
                    </a:lnTo>
                    <a:lnTo>
                      <a:pt x="1316" y="386"/>
                    </a:lnTo>
                    <a:lnTo>
                      <a:pt x="1316" y="383"/>
                    </a:lnTo>
                    <a:lnTo>
                      <a:pt x="1316" y="380"/>
                    </a:lnTo>
                    <a:lnTo>
                      <a:pt x="1316" y="378"/>
                    </a:lnTo>
                    <a:lnTo>
                      <a:pt x="1314" y="376"/>
                    </a:lnTo>
                    <a:lnTo>
                      <a:pt x="1311" y="375"/>
                    </a:lnTo>
                    <a:lnTo>
                      <a:pt x="1308" y="374"/>
                    </a:lnTo>
                    <a:lnTo>
                      <a:pt x="1308" y="371"/>
                    </a:lnTo>
                    <a:lnTo>
                      <a:pt x="1309" y="369"/>
                    </a:lnTo>
                    <a:lnTo>
                      <a:pt x="1309" y="367"/>
                    </a:lnTo>
                    <a:lnTo>
                      <a:pt x="1308" y="365"/>
                    </a:lnTo>
                    <a:lnTo>
                      <a:pt x="1305" y="363"/>
                    </a:lnTo>
                    <a:lnTo>
                      <a:pt x="1303" y="361"/>
                    </a:lnTo>
                    <a:lnTo>
                      <a:pt x="1303" y="359"/>
                    </a:lnTo>
                    <a:lnTo>
                      <a:pt x="1303" y="356"/>
                    </a:lnTo>
                    <a:lnTo>
                      <a:pt x="1304" y="354"/>
                    </a:lnTo>
                    <a:lnTo>
                      <a:pt x="1305" y="352"/>
                    </a:lnTo>
                    <a:lnTo>
                      <a:pt x="1307" y="350"/>
                    </a:lnTo>
                    <a:lnTo>
                      <a:pt x="1310" y="350"/>
                    </a:lnTo>
                    <a:lnTo>
                      <a:pt x="1315" y="350"/>
                    </a:lnTo>
                    <a:lnTo>
                      <a:pt x="1318" y="351"/>
                    </a:lnTo>
                    <a:lnTo>
                      <a:pt x="1320" y="349"/>
                    </a:lnTo>
                    <a:lnTo>
                      <a:pt x="1321" y="346"/>
                    </a:lnTo>
                    <a:lnTo>
                      <a:pt x="1322" y="343"/>
                    </a:lnTo>
                    <a:lnTo>
                      <a:pt x="1324" y="341"/>
                    </a:lnTo>
                    <a:lnTo>
                      <a:pt x="1328" y="341"/>
                    </a:lnTo>
                    <a:lnTo>
                      <a:pt x="1331" y="341"/>
                    </a:lnTo>
                    <a:lnTo>
                      <a:pt x="1335" y="342"/>
                    </a:lnTo>
                    <a:lnTo>
                      <a:pt x="1338" y="341"/>
                    </a:lnTo>
                    <a:lnTo>
                      <a:pt x="1342" y="341"/>
                    </a:lnTo>
                    <a:lnTo>
                      <a:pt x="1345" y="342"/>
                    </a:lnTo>
                    <a:lnTo>
                      <a:pt x="1348" y="343"/>
                    </a:lnTo>
                    <a:lnTo>
                      <a:pt x="1351" y="345"/>
                    </a:lnTo>
                    <a:lnTo>
                      <a:pt x="1353" y="345"/>
                    </a:lnTo>
                    <a:lnTo>
                      <a:pt x="1356" y="346"/>
                    </a:lnTo>
                    <a:lnTo>
                      <a:pt x="1358" y="348"/>
                    </a:lnTo>
                    <a:lnTo>
                      <a:pt x="1359" y="350"/>
                    </a:lnTo>
                    <a:lnTo>
                      <a:pt x="1360" y="352"/>
                    </a:lnTo>
                    <a:lnTo>
                      <a:pt x="1362" y="353"/>
                    </a:lnTo>
                    <a:lnTo>
                      <a:pt x="1366" y="354"/>
                    </a:lnTo>
                    <a:lnTo>
                      <a:pt x="1371" y="354"/>
                    </a:lnTo>
                    <a:lnTo>
                      <a:pt x="1374" y="356"/>
                    </a:lnTo>
                    <a:lnTo>
                      <a:pt x="1374" y="358"/>
                    </a:lnTo>
                    <a:lnTo>
                      <a:pt x="1372" y="361"/>
                    </a:lnTo>
                    <a:lnTo>
                      <a:pt x="1369" y="363"/>
                    </a:lnTo>
                    <a:close/>
                  </a:path>
                </a:pathLst>
              </a:custGeom>
              <a:solidFill>
                <a:srgbClr val="CC79A7">
                  <a:alpha val="10800"/>
                </a:srgbClr>
              </a:solidFill>
              <a:ln>
                <a:noFill/>
              </a:ln>
            </p:spPr>
            <p:txBody>
              <a:bodyPr anchor="ctr"/>
              <a:lstStyle/>
              <a:p>
                <a:pPr algn="ctr">
                  <a:buNone/>
                </a:pPr>
              </a:p>
            </p:txBody>
          </p:sp>
          <p:sp>
            <p:nvSpPr>
              <p:cNvPr id="2945" name="addition:input:68"/>
              <p:cNvSpPr>
                <a:spLocks noGrp="1"/>
              </p:cNvSpPr>
              <p:nvPr/>
            </p:nvSpPr>
            <p:spPr>
              <a:xfrm>
                <a:off x="209550" y="5438775"/>
                <a:ext cx="2177552" cy="749808"/>
              </a:xfrm>
              <a:custGeom>
                <a:avLst/>
                <a:gdLst/>
                <a:ahLst/>
                <a:cxnLst/>
                <a:rect l="l" t="t" r="r" b="b"/>
                <a:pathLst>
                  <a:path w="1323" h="400">
                    <a:moveTo>
                      <a:pt x="0" y="0"/>
                    </a:moveTo>
                    <a:moveTo>
                      <a:pt x="1317" y="379"/>
                    </a:moveTo>
                    <a:lnTo>
                      <a:pt x="1314" y="380"/>
                    </a:lnTo>
                    <a:lnTo>
                      <a:pt x="1314" y="382"/>
                    </a:lnTo>
                    <a:lnTo>
                      <a:pt x="1315" y="384"/>
                    </a:lnTo>
                    <a:lnTo>
                      <a:pt x="1317" y="386"/>
                    </a:lnTo>
                    <a:lnTo>
                      <a:pt x="1316" y="388"/>
                    </a:lnTo>
                    <a:lnTo>
                      <a:pt x="1314" y="389"/>
                    </a:lnTo>
                    <a:lnTo>
                      <a:pt x="1312" y="390"/>
                    </a:lnTo>
                    <a:lnTo>
                      <a:pt x="1311" y="392"/>
                    </a:lnTo>
                    <a:lnTo>
                      <a:pt x="1310" y="393"/>
                    </a:lnTo>
                    <a:lnTo>
                      <a:pt x="1309" y="395"/>
                    </a:lnTo>
                    <a:lnTo>
                      <a:pt x="1307" y="397"/>
                    </a:lnTo>
                    <a:lnTo>
                      <a:pt x="1304" y="397"/>
                    </a:lnTo>
                    <a:lnTo>
                      <a:pt x="1302" y="397"/>
                    </a:lnTo>
                    <a:lnTo>
                      <a:pt x="1300" y="398"/>
                    </a:lnTo>
                    <a:lnTo>
                      <a:pt x="1298" y="398"/>
                    </a:lnTo>
                    <a:lnTo>
                      <a:pt x="1296" y="398"/>
                    </a:lnTo>
                    <a:lnTo>
                      <a:pt x="1294" y="396"/>
                    </a:lnTo>
                    <a:lnTo>
                      <a:pt x="1292" y="395"/>
                    </a:lnTo>
                    <a:lnTo>
                      <a:pt x="1290" y="395"/>
                    </a:lnTo>
                    <a:lnTo>
                      <a:pt x="1288" y="397"/>
                    </a:lnTo>
                    <a:lnTo>
                      <a:pt x="1285" y="399"/>
                    </a:lnTo>
                    <a:lnTo>
                      <a:pt x="1281" y="400"/>
                    </a:lnTo>
                    <a:lnTo>
                      <a:pt x="1279" y="399"/>
                    </a:lnTo>
                    <a:lnTo>
                      <a:pt x="1277" y="397"/>
                    </a:lnTo>
                    <a:lnTo>
                      <a:pt x="1277" y="394"/>
                    </a:lnTo>
                    <a:lnTo>
                      <a:pt x="1275" y="393"/>
                    </a:lnTo>
                    <a:lnTo>
                      <a:pt x="1273" y="392"/>
                    </a:lnTo>
                    <a:lnTo>
                      <a:pt x="1272" y="390"/>
                    </a:lnTo>
                    <a:lnTo>
                      <a:pt x="1271" y="388"/>
                    </a:lnTo>
                    <a:lnTo>
                      <a:pt x="1270" y="387"/>
                    </a:lnTo>
                    <a:lnTo>
                      <a:pt x="1269" y="385"/>
                    </a:lnTo>
                    <a:lnTo>
                      <a:pt x="1267" y="384"/>
                    </a:lnTo>
                    <a:lnTo>
                      <a:pt x="1265" y="382"/>
                    </a:lnTo>
                    <a:lnTo>
                      <a:pt x="1264" y="380"/>
                    </a:lnTo>
                    <a:lnTo>
                      <a:pt x="1265" y="379"/>
                    </a:lnTo>
                    <a:lnTo>
                      <a:pt x="1265" y="377"/>
                    </a:lnTo>
                    <a:lnTo>
                      <a:pt x="1263" y="375"/>
                    </a:lnTo>
                    <a:lnTo>
                      <a:pt x="1261" y="373"/>
                    </a:lnTo>
                    <a:lnTo>
                      <a:pt x="1260" y="371"/>
                    </a:lnTo>
                    <a:lnTo>
                      <a:pt x="1261" y="369"/>
                    </a:lnTo>
                    <a:lnTo>
                      <a:pt x="1265" y="368"/>
                    </a:lnTo>
                    <a:lnTo>
                      <a:pt x="1269" y="368"/>
                    </a:lnTo>
                    <a:lnTo>
                      <a:pt x="1272" y="367"/>
                    </a:lnTo>
                    <a:lnTo>
                      <a:pt x="1273" y="366"/>
                    </a:lnTo>
                    <a:lnTo>
                      <a:pt x="1275" y="365"/>
                    </a:lnTo>
                    <a:lnTo>
                      <a:pt x="1276" y="363"/>
                    </a:lnTo>
                    <a:lnTo>
                      <a:pt x="1278" y="362"/>
                    </a:lnTo>
                    <a:lnTo>
                      <a:pt x="1280" y="361"/>
                    </a:lnTo>
                    <a:lnTo>
                      <a:pt x="1282" y="359"/>
                    </a:lnTo>
                    <a:lnTo>
                      <a:pt x="1285" y="357"/>
                    </a:lnTo>
                    <a:lnTo>
                      <a:pt x="1288" y="356"/>
                    </a:lnTo>
                    <a:lnTo>
                      <a:pt x="1291" y="357"/>
                    </a:lnTo>
                    <a:lnTo>
                      <a:pt x="1294" y="359"/>
                    </a:lnTo>
                    <a:lnTo>
                      <a:pt x="1297" y="360"/>
                    </a:lnTo>
                    <a:lnTo>
                      <a:pt x="1300" y="360"/>
                    </a:lnTo>
                    <a:lnTo>
                      <a:pt x="1303" y="359"/>
                    </a:lnTo>
                    <a:lnTo>
                      <a:pt x="1305" y="360"/>
                    </a:lnTo>
                    <a:lnTo>
                      <a:pt x="1307" y="361"/>
                    </a:lnTo>
                    <a:lnTo>
                      <a:pt x="1308" y="364"/>
                    </a:lnTo>
                    <a:lnTo>
                      <a:pt x="1309" y="365"/>
                    </a:lnTo>
                    <a:lnTo>
                      <a:pt x="1311" y="366"/>
                    </a:lnTo>
                    <a:lnTo>
                      <a:pt x="1314" y="366"/>
                    </a:lnTo>
                    <a:lnTo>
                      <a:pt x="1317" y="367"/>
                    </a:lnTo>
                    <a:lnTo>
                      <a:pt x="1319" y="368"/>
                    </a:lnTo>
                    <a:lnTo>
                      <a:pt x="1320" y="369"/>
                    </a:lnTo>
                    <a:lnTo>
                      <a:pt x="1322" y="371"/>
                    </a:lnTo>
                    <a:lnTo>
                      <a:pt x="1323" y="373"/>
                    </a:lnTo>
                    <a:lnTo>
                      <a:pt x="1323" y="375"/>
                    </a:lnTo>
                    <a:lnTo>
                      <a:pt x="1321" y="377"/>
                    </a:lnTo>
                    <a:close/>
                  </a:path>
                </a:pathLst>
              </a:custGeom>
              <a:solidFill>
                <a:srgbClr val="CC79A7">
                  <a:alpha val="10800"/>
                </a:srgbClr>
              </a:solidFill>
              <a:ln>
                <a:noFill/>
              </a:ln>
            </p:spPr>
            <p:txBody>
              <a:bodyPr anchor="ctr"/>
              <a:lstStyle/>
              <a:p>
                <a:pPr algn="ctr">
                  <a:buNone/>
                </a:pPr>
              </a:p>
            </p:txBody>
          </p:sp>
          <p:sp>
            <p:nvSpPr>
              <p:cNvPr id="2946" name="addition:input:69"/>
              <p:cNvSpPr>
                <a:spLocks noGrp="1"/>
              </p:cNvSpPr>
              <p:nvPr/>
            </p:nvSpPr>
            <p:spPr>
              <a:xfrm>
                <a:off x="209550" y="5438775"/>
                <a:ext cx="1107704" cy="1085347"/>
              </a:xfrm>
              <a:custGeom>
                <a:avLst/>
                <a:gdLst/>
                <a:ahLst/>
                <a:cxnLst/>
                <a:rect l="l" t="t" r="r" b="b"/>
                <a:pathLst>
                  <a:path w="673" h="579">
                    <a:moveTo>
                      <a:pt x="0" y="0"/>
                    </a:moveTo>
                    <a:moveTo>
                      <a:pt x="662" y="506"/>
                    </a:moveTo>
                    <a:lnTo>
                      <a:pt x="650" y="512"/>
                    </a:lnTo>
                    <a:lnTo>
                      <a:pt x="640" y="516"/>
                    </a:lnTo>
                    <a:lnTo>
                      <a:pt x="639" y="522"/>
                    </a:lnTo>
                    <a:lnTo>
                      <a:pt x="644" y="529"/>
                    </a:lnTo>
                    <a:lnTo>
                      <a:pt x="649" y="537"/>
                    </a:lnTo>
                    <a:lnTo>
                      <a:pt x="647" y="544"/>
                    </a:lnTo>
                    <a:lnTo>
                      <a:pt x="639" y="549"/>
                    </a:lnTo>
                    <a:lnTo>
                      <a:pt x="629" y="551"/>
                    </a:lnTo>
                    <a:lnTo>
                      <a:pt x="622" y="555"/>
                    </a:lnTo>
                    <a:lnTo>
                      <a:pt x="619" y="562"/>
                    </a:lnTo>
                    <a:lnTo>
                      <a:pt x="615" y="569"/>
                    </a:lnTo>
                    <a:lnTo>
                      <a:pt x="607" y="573"/>
                    </a:lnTo>
                    <a:lnTo>
                      <a:pt x="598" y="573"/>
                    </a:lnTo>
                    <a:lnTo>
                      <a:pt x="589" y="572"/>
                    </a:lnTo>
                    <a:lnTo>
                      <a:pt x="581" y="572"/>
                    </a:lnTo>
                    <a:lnTo>
                      <a:pt x="573" y="573"/>
                    </a:lnTo>
                    <a:lnTo>
                      <a:pt x="566" y="571"/>
                    </a:lnTo>
                    <a:lnTo>
                      <a:pt x="559" y="568"/>
                    </a:lnTo>
                    <a:lnTo>
                      <a:pt x="553" y="564"/>
                    </a:lnTo>
                    <a:lnTo>
                      <a:pt x="546" y="565"/>
                    </a:lnTo>
                    <a:lnTo>
                      <a:pt x="537" y="570"/>
                    </a:lnTo>
                    <a:lnTo>
                      <a:pt x="524" y="577"/>
                    </a:lnTo>
                    <a:lnTo>
                      <a:pt x="513" y="579"/>
                    </a:lnTo>
                    <a:lnTo>
                      <a:pt x="505" y="574"/>
                    </a:lnTo>
                    <a:lnTo>
                      <a:pt x="503" y="564"/>
                    </a:lnTo>
                    <a:lnTo>
                      <a:pt x="501" y="556"/>
                    </a:lnTo>
                    <a:lnTo>
                      <a:pt x="498" y="549"/>
                    </a:lnTo>
                    <a:lnTo>
                      <a:pt x="491" y="545"/>
                    </a:lnTo>
                    <a:lnTo>
                      <a:pt x="485" y="541"/>
                    </a:lnTo>
                    <a:lnTo>
                      <a:pt x="482" y="535"/>
                    </a:lnTo>
                    <a:lnTo>
                      <a:pt x="480" y="529"/>
                    </a:lnTo>
                    <a:lnTo>
                      <a:pt x="476" y="523"/>
                    </a:lnTo>
                    <a:lnTo>
                      <a:pt x="469" y="518"/>
                    </a:lnTo>
                    <a:lnTo>
                      <a:pt x="462" y="512"/>
                    </a:lnTo>
                    <a:lnTo>
                      <a:pt x="460" y="506"/>
                    </a:lnTo>
                    <a:lnTo>
                      <a:pt x="461" y="500"/>
                    </a:lnTo>
                    <a:lnTo>
                      <a:pt x="462" y="494"/>
                    </a:lnTo>
                    <a:lnTo>
                      <a:pt x="459" y="487"/>
                    </a:lnTo>
                    <a:lnTo>
                      <a:pt x="453" y="479"/>
                    </a:lnTo>
                    <a:lnTo>
                      <a:pt x="450" y="471"/>
                    </a:lnTo>
                    <a:lnTo>
                      <a:pt x="457" y="465"/>
                    </a:lnTo>
                    <a:lnTo>
                      <a:pt x="470" y="464"/>
                    </a:lnTo>
                    <a:lnTo>
                      <a:pt x="486" y="465"/>
                    </a:lnTo>
                    <a:lnTo>
                      <a:pt x="496" y="464"/>
                    </a:lnTo>
                    <a:lnTo>
                      <a:pt x="501" y="460"/>
                    </a:lnTo>
                    <a:lnTo>
                      <a:pt x="505" y="453"/>
                    </a:lnTo>
                    <a:lnTo>
                      <a:pt x="510" y="447"/>
                    </a:lnTo>
                    <a:lnTo>
                      <a:pt x="518" y="443"/>
                    </a:lnTo>
                    <a:lnTo>
                      <a:pt x="526" y="439"/>
                    </a:lnTo>
                    <a:lnTo>
                      <a:pt x="535" y="434"/>
                    </a:lnTo>
                    <a:lnTo>
                      <a:pt x="545" y="429"/>
                    </a:lnTo>
                    <a:lnTo>
                      <a:pt x="557" y="428"/>
                    </a:lnTo>
                    <a:lnTo>
                      <a:pt x="568" y="432"/>
                    </a:lnTo>
                    <a:lnTo>
                      <a:pt x="578" y="438"/>
                    </a:lnTo>
                    <a:lnTo>
                      <a:pt x="587" y="442"/>
                    </a:lnTo>
                    <a:lnTo>
                      <a:pt x="597" y="442"/>
                    </a:lnTo>
                    <a:lnTo>
                      <a:pt x="608" y="441"/>
                    </a:lnTo>
                    <a:lnTo>
                      <a:pt x="618" y="442"/>
                    </a:lnTo>
                    <a:lnTo>
                      <a:pt x="624" y="449"/>
                    </a:lnTo>
                    <a:lnTo>
                      <a:pt x="627" y="457"/>
                    </a:lnTo>
                    <a:lnTo>
                      <a:pt x="629" y="463"/>
                    </a:lnTo>
                    <a:lnTo>
                      <a:pt x="637" y="466"/>
                    </a:lnTo>
                    <a:lnTo>
                      <a:pt x="648" y="466"/>
                    </a:lnTo>
                    <a:lnTo>
                      <a:pt x="660" y="468"/>
                    </a:lnTo>
                    <a:lnTo>
                      <a:pt x="667" y="473"/>
                    </a:lnTo>
                    <a:lnTo>
                      <a:pt x="671" y="479"/>
                    </a:lnTo>
                    <a:lnTo>
                      <a:pt x="672" y="486"/>
                    </a:lnTo>
                    <a:lnTo>
                      <a:pt x="673" y="492"/>
                    </a:lnTo>
                    <a:lnTo>
                      <a:pt x="670" y="499"/>
                    </a:lnTo>
                    <a:close/>
                  </a:path>
                </a:pathLst>
              </a:custGeom>
              <a:solidFill>
                <a:srgbClr val="A7CEE4">
                  <a:alpha val="12900"/>
                </a:srgbClr>
              </a:solidFill>
              <a:ln>
                <a:noFill/>
              </a:ln>
            </p:spPr>
            <p:txBody>
              <a:bodyPr anchor="ctr"/>
              <a:lstStyle/>
              <a:p>
                <a:pPr algn="ctr">
                  <a:buNone/>
                </a:pPr>
              </a:p>
            </p:txBody>
          </p:sp>
          <p:sp>
            <p:nvSpPr>
              <p:cNvPr id="2947" name="addition:input:70"/>
              <p:cNvSpPr>
                <a:spLocks noGrp="1"/>
              </p:cNvSpPr>
              <p:nvPr/>
            </p:nvSpPr>
            <p:spPr>
              <a:xfrm>
                <a:off x="209550" y="5438775"/>
                <a:ext cx="1059972" cy="1083473"/>
              </a:xfrm>
              <a:custGeom>
                <a:avLst/>
                <a:gdLst/>
                <a:ahLst/>
                <a:cxnLst/>
                <a:rect l="l" t="t" r="r" b="b"/>
                <a:pathLst>
                  <a:path w="644" h="578">
                    <a:moveTo>
                      <a:pt x="0" y="0"/>
                    </a:moveTo>
                    <a:moveTo>
                      <a:pt x="633" y="511"/>
                    </a:moveTo>
                    <a:lnTo>
                      <a:pt x="640" y="516"/>
                    </a:lnTo>
                    <a:lnTo>
                      <a:pt x="644" y="522"/>
                    </a:lnTo>
                    <a:lnTo>
                      <a:pt x="643" y="528"/>
                    </a:lnTo>
                    <a:lnTo>
                      <a:pt x="638" y="532"/>
                    </a:lnTo>
                    <a:lnTo>
                      <a:pt x="633" y="536"/>
                    </a:lnTo>
                    <a:lnTo>
                      <a:pt x="631" y="541"/>
                    </a:lnTo>
                    <a:lnTo>
                      <a:pt x="633" y="548"/>
                    </a:lnTo>
                    <a:lnTo>
                      <a:pt x="631" y="554"/>
                    </a:lnTo>
                    <a:lnTo>
                      <a:pt x="625" y="557"/>
                    </a:lnTo>
                    <a:lnTo>
                      <a:pt x="614" y="556"/>
                    </a:lnTo>
                    <a:lnTo>
                      <a:pt x="603" y="554"/>
                    </a:lnTo>
                    <a:lnTo>
                      <a:pt x="596" y="555"/>
                    </a:lnTo>
                    <a:lnTo>
                      <a:pt x="591" y="558"/>
                    </a:lnTo>
                    <a:lnTo>
                      <a:pt x="586" y="564"/>
                    </a:lnTo>
                    <a:lnTo>
                      <a:pt x="580" y="568"/>
                    </a:lnTo>
                    <a:lnTo>
                      <a:pt x="572" y="571"/>
                    </a:lnTo>
                    <a:lnTo>
                      <a:pt x="564" y="574"/>
                    </a:lnTo>
                    <a:lnTo>
                      <a:pt x="554" y="577"/>
                    </a:lnTo>
                    <a:lnTo>
                      <a:pt x="544" y="578"/>
                    </a:lnTo>
                    <a:lnTo>
                      <a:pt x="535" y="576"/>
                    </a:lnTo>
                    <a:lnTo>
                      <a:pt x="528" y="569"/>
                    </a:lnTo>
                    <a:lnTo>
                      <a:pt x="523" y="561"/>
                    </a:lnTo>
                    <a:lnTo>
                      <a:pt x="517" y="557"/>
                    </a:lnTo>
                    <a:lnTo>
                      <a:pt x="509" y="556"/>
                    </a:lnTo>
                    <a:lnTo>
                      <a:pt x="498" y="556"/>
                    </a:lnTo>
                    <a:lnTo>
                      <a:pt x="489" y="555"/>
                    </a:lnTo>
                    <a:lnTo>
                      <a:pt x="485" y="550"/>
                    </a:lnTo>
                    <a:lnTo>
                      <a:pt x="483" y="544"/>
                    </a:lnTo>
                    <a:lnTo>
                      <a:pt x="481" y="539"/>
                    </a:lnTo>
                    <a:lnTo>
                      <a:pt x="474" y="536"/>
                    </a:lnTo>
                    <a:lnTo>
                      <a:pt x="466" y="532"/>
                    </a:lnTo>
                    <a:lnTo>
                      <a:pt x="459" y="528"/>
                    </a:lnTo>
                    <a:lnTo>
                      <a:pt x="457" y="523"/>
                    </a:lnTo>
                    <a:lnTo>
                      <a:pt x="458" y="517"/>
                    </a:lnTo>
                    <a:lnTo>
                      <a:pt x="459" y="511"/>
                    </a:lnTo>
                    <a:lnTo>
                      <a:pt x="461" y="505"/>
                    </a:lnTo>
                    <a:lnTo>
                      <a:pt x="466" y="500"/>
                    </a:lnTo>
                    <a:lnTo>
                      <a:pt x="475" y="496"/>
                    </a:lnTo>
                    <a:lnTo>
                      <a:pt x="487" y="493"/>
                    </a:lnTo>
                    <a:lnTo>
                      <a:pt x="495" y="490"/>
                    </a:lnTo>
                    <a:lnTo>
                      <a:pt x="496" y="485"/>
                    </a:lnTo>
                    <a:lnTo>
                      <a:pt x="493" y="478"/>
                    </a:lnTo>
                    <a:lnTo>
                      <a:pt x="490" y="469"/>
                    </a:lnTo>
                    <a:lnTo>
                      <a:pt x="494" y="463"/>
                    </a:lnTo>
                    <a:lnTo>
                      <a:pt x="503" y="460"/>
                    </a:lnTo>
                    <a:lnTo>
                      <a:pt x="512" y="459"/>
                    </a:lnTo>
                    <a:lnTo>
                      <a:pt x="521" y="458"/>
                    </a:lnTo>
                    <a:lnTo>
                      <a:pt x="527" y="455"/>
                    </a:lnTo>
                    <a:lnTo>
                      <a:pt x="534" y="452"/>
                    </a:lnTo>
                    <a:lnTo>
                      <a:pt x="542" y="452"/>
                    </a:lnTo>
                    <a:lnTo>
                      <a:pt x="549" y="453"/>
                    </a:lnTo>
                    <a:lnTo>
                      <a:pt x="556" y="455"/>
                    </a:lnTo>
                    <a:lnTo>
                      <a:pt x="562" y="455"/>
                    </a:lnTo>
                    <a:lnTo>
                      <a:pt x="569" y="454"/>
                    </a:lnTo>
                    <a:lnTo>
                      <a:pt x="575" y="455"/>
                    </a:lnTo>
                    <a:lnTo>
                      <a:pt x="580" y="459"/>
                    </a:lnTo>
                    <a:lnTo>
                      <a:pt x="584" y="462"/>
                    </a:lnTo>
                    <a:lnTo>
                      <a:pt x="590" y="463"/>
                    </a:lnTo>
                    <a:lnTo>
                      <a:pt x="600" y="461"/>
                    </a:lnTo>
                    <a:lnTo>
                      <a:pt x="611" y="458"/>
                    </a:lnTo>
                    <a:lnTo>
                      <a:pt x="621" y="460"/>
                    </a:lnTo>
                    <a:lnTo>
                      <a:pt x="624" y="466"/>
                    </a:lnTo>
                    <a:lnTo>
                      <a:pt x="621" y="474"/>
                    </a:lnTo>
                    <a:lnTo>
                      <a:pt x="618" y="482"/>
                    </a:lnTo>
                    <a:lnTo>
                      <a:pt x="618" y="488"/>
                    </a:lnTo>
                    <a:lnTo>
                      <a:pt x="621" y="492"/>
                    </a:lnTo>
                    <a:lnTo>
                      <a:pt x="625" y="497"/>
                    </a:lnTo>
                    <a:lnTo>
                      <a:pt x="627" y="501"/>
                    </a:lnTo>
                    <a:lnTo>
                      <a:pt x="629" y="506"/>
                    </a:lnTo>
                    <a:close/>
                  </a:path>
                </a:pathLst>
              </a:custGeom>
              <a:solidFill>
                <a:srgbClr val="59A3CD">
                  <a:alpha val="12900"/>
                </a:srgbClr>
              </a:solidFill>
              <a:ln>
                <a:noFill/>
              </a:ln>
            </p:spPr>
            <p:txBody>
              <a:bodyPr anchor="ctr"/>
              <a:lstStyle/>
              <a:p>
                <a:pPr algn="ctr">
                  <a:buNone/>
                </a:pPr>
              </a:p>
            </p:txBody>
          </p:sp>
          <p:sp>
            <p:nvSpPr>
              <p:cNvPr id="2948" name="addition:input:71"/>
              <p:cNvSpPr>
                <a:spLocks noGrp="1"/>
              </p:cNvSpPr>
              <p:nvPr/>
            </p:nvSpPr>
            <p:spPr>
              <a:xfrm>
                <a:off x="209550" y="5438775"/>
                <a:ext cx="1028700" cy="1077849"/>
              </a:xfrm>
              <a:custGeom>
                <a:avLst/>
                <a:gdLst/>
                <a:ahLst/>
                <a:cxnLst/>
                <a:rect l="l" t="t" r="r" b="b"/>
                <a:pathLst>
                  <a:path w="625" h="575">
                    <a:moveTo>
                      <a:pt x="0" y="0"/>
                    </a:moveTo>
                    <a:moveTo>
                      <a:pt x="622" y="516"/>
                    </a:moveTo>
                    <a:lnTo>
                      <a:pt x="622" y="521"/>
                    </a:lnTo>
                    <a:lnTo>
                      <a:pt x="622" y="525"/>
                    </a:lnTo>
                    <a:lnTo>
                      <a:pt x="624" y="530"/>
                    </a:lnTo>
                    <a:lnTo>
                      <a:pt x="625" y="535"/>
                    </a:lnTo>
                    <a:lnTo>
                      <a:pt x="622" y="540"/>
                    </a:lnTo>
                    <a:lnTo>
                      <a:pt x="617" y="543"/>
                    </a:lnTo>
                    <a:lnTo>
                      <a:pt x="613" y="546"/>
                    </a:lnTo>
                    <a:lnTo>
                      <a:pt x="610" y="550"/>
                    </a:lnTo>
                    <a:lnTo>
                      <a:pt x="607" y="555"/>
                    </a:lnTo>
                    <a:lnTo>
                      <a:pt x="601" y="557"/>
                    </a:lnTo>
                    <a:lnTo>
                      <a:pt x="593" y="556"/>
                    </a:lnTo>
                    <a:lnTo>
                      <a:pt x="584" y="555"/>
                    </a:lnTo>
                    <a:lnTo>
                      <a:pt x="577" y="555"/>
                    </a:lnTo>
                    <a:lnTo>
                      <a:pt x="573" y="559"/>
                    </a:lnTo>
                    <a:lnTo>
                      <a:pt x="569" y="567"/>
                    </a:lnTo>
                    <a:lnTo>
                      <a:pt x="563" y="573"/>
                    </a:lnTo>
                    <a:lnTo>
                      <a:pt x="555" y="575"/>
                    </a:lnTo>
                    <a:lnTo>
                      <a:pt x="546" y="574"/>
                    </a:lnTo>
                    <a:lnTo>
                      <a:pt x="538" y="571"/>
                    </a:lnTo>
                    <a:lnTo>
                      <a:pt x="530" y="568"/>
                    </a:lnTo>
                    <a:lnTo>
                      <a:pt x="523" y="566"/>
                    </a:lnTo>
                    <a:lnTo>
                      <a:pt x="517" y="562"/>
                    </a:lnTo>
                    <a:lnTo>
                      <a:pt x="512" y="558"/>
                    </a:lnTo>
                    <a:lnTo>
                      <a:pt x="508" y="554"/>
                    </a:lnTo>
                    <a:lnTo>
                      <a:pt x="501" y="552"/>
                    </a:lnTo>
                    <a:lnTo>
                      <a:pt x="493" y="552"/>
                    </a:lnTo>
                    <a:lnTo>
                      <a:pt x="485" y="551"/>
                    </a:lnTo>
                    <a:lnTo>
                      <a:pt x="480" y="547"/>
                    </a:lnTo>
                    <a:lnTo>
                      <a:pt x="479" y="542"/>
                    </a:lnTo>
                    <a:lnTo>
                      <a:pt x="479" y="537"/>
                    </a:lnTo>
                    <a:lnTo>
                      <a:pt x="476" y="533"/>
                    </a:lnTo>
                    <a:lnTo>
                      <a:pt x="468" y="530"/>
                    </a:lnTo>
                    <a:lnTo>
                      <a:pt x="461" y="526"/>
                    </a:lnTo>
                    <a:lnTo>
                      <a:pt x="459" y="521"/>
                    </a:lnTo>
                    <a:lnTo>
                      <a:pt x="465" y="516"/>
                    </a:lnTo>
                    <a:lnTo>
                      <a:pt x="473" y="511"/>
                    </a:lnTo>
                    <a:lnTo>
                      <a:pt x="480" y="507"/>
                    </a:lnTo>
                    <a:lnTo>
                      <a:pt x="484" y="504"/>
                    </a:lnTo>
                    <a:lnTo>
                      <a:pt x="488" y="500"/>
                    </a:lnTo>
                    <a:lnTo>
                      <a:pt x="491" y="496"/>
                    </a:lnTo>
                    <a:lnTo>
                      <a:pt x="495" y="493"/>
                    </a:lnTo>
                    <a:lnTo>
                      <a:pt x="496" y="488"/>
                    </a:lnTo>
                    <a:lnTo>
                      <a:pt x="496" y="481"/>
                    </a:lnTo>
                    <a:lnTo>
                      <a:pt x="496" y="474"/>
                    </a:lnTo>
                    <a:lnTo>
                      <a:pt x="500" y="469"/>
                    </a:lnTo>
                    <a:lnTo>
                      <a:pt x="508" y="468"/>
                    </a:lnTo>
                    <a:lnTo>
                      <a:pt x="518" y="470"/>
                    </a:lnTo>
                    <a:lnTo>
                      <a:pt x="526" y="471"/>
                    </a:lnTo>
                    <a:lnTo>
                      <a:pt x="531" y="470"/>
                    </a:lnTo>
                    <a:lnTo>
                      <a:pt x="536" y="466"/>
                    </a:lnTo>
                    <a:lnTo>
                      <a:pt x="541" y="463"/>
                    </a:lnTo>
                    <a:lnTo>
                      <a:pt x="547" y="464"/>
                    </a:lnTo>
                    <a:lnTo>
                      <a:pt x="553" y="467"/>
                    </a:lnTo>
                    <a:lnTo>
                      <a:pt x="558" y="470"/>
                    </a:lnTo>
                    <a:lnTo>
                      <a:pt x="563" y="471"/>
                    </a:lnTo>
                    <a:lnTo>
                      <a:pt x="568" y="470"/>
                    </a:lnTo>
                    <a:lnTo>
                      <a:pt x="574" y="469"/>
                    </a:lnTo>
                    <a:lnTo>
                      <a:pt x="580" y="470"/>
                    </a:lnTo>
                    <a:lnTo>
                      <a:pt x="586" y="472"/>
                    </a:lnTo>
                    <a:lnTo>
                      <a:pt x="593" y="473"/>
                    </a:lnTo>
                    <a:lnTo>
                      <a:pt x="601" y="474"/>
                    </a:lnTo>
                    <a:lnTo>
                      <a:pt x="607" y="477"/>
                    </a:lnTo>
                    <a:lnTo>
                      <a:pt x="608" y="483"/>
                    </a:lnTo>
                    <a:lnTo>
                      <a:pt x="605" y="490"/>
                    </a:lnTo>
                    <a:lnTo>
                      <a:pt x="600" y="497"/>
                    </a:lnTo>
                    <a:lnTo>
                      <a:pt x="600" y="501"/>
                    </a:lnTo>
                    <a:lnTo>
                      <a:pt x="606" y="504"/>
                    </a:lnTo>
                    <a:lnTo>
                      <a:pt x="614" y="507"/>
                    </a:lnTo>
                    <a:lnTo>
                      <a:pt x="620" y="511"/>
                    </a:lnTo>
                    <a:close/>
                  </a:path>
                </a:pathLst>
              </a:custGeom>
              <a:solidFill>
                <a:srgbClr val="0675B4">
                  <a:alpha val="10500"/>
                </a:srgbClr>
              </a:solidFill>
              <a:ln>
                <a:noFill/>
              </a:ln>
            </p:spPr>
            <p:txBody>
              <a:bodyPr anchor="ctr"/>
              <a:lstStyle/>
              <a:p>
                <a:pPr algn="ctr">
                  <a:buNone/>
                </a:pPr>
              </a:p>
            </p:txBody>
          </p:sp>
          <p:sp>
            <p:nvSpPr>
              <p:cNvPr id="2949" name="addition:input:72"/>
              <p:cNvSpPr>
                <a:spLocks noGrp="1"/>
              </p:cNvSpPr>
              <p:nvPr/>
            </p:nvSpPr>
            <p:spPr>
              <a:xfrm>
                <a:off x="209550" y="5438775"/>
                <a:ext cx="908548" cy="980374"/>
              </a:xfrm>
              <a:custGeom>
                <a:avLst/>
                <a:gdLst/>
                <a:ahLst/>
                <a:cxnLst/>
                <a:rect l="l" t="t" r="r" b="b"/>
                <a:pathLst>
                  <a:path w="552" h="523">
                    <a:moveTo>
                      <a:pt x="0" y="0"/>
                    </a:moveTo>
                    <a:moveTo>
                      <a:pt x="552" y="498"/>
                    </a:moveTo>
                    <a:lnTo>
                      <a:pt x="552" y="501"/>
                    </a:lnTo>
                    <a:lnTo>
                      <a:pt x="550" y="502"/>
                    </a:lnTo>
                    <a:lnTo>
                      <a:pt x="549" y="504"/>
                    </a:lnTo>
                    <a:lnTo>
                      <a:pt x="549" y="506"/>
                    </a:lnTo>
                    <a:lnTo>
                      <a:pt x="550" y="508"/>
                    </a:lnTo>
                    <a:lnTo>
                      <a:pt x="551" y="511"/>
                    </a:lnTo>
                    <a:lnTo>
                      <a:pt x="549" y="513"/>
                    </a:lnTo>
                    <a:lnTo>
                      <a:pt x="545" y="513"/>
                    </a:lnTo>
                    <a:lnTo>
                      <a:pt x="541" y="513"/>
                    </a:lnTo>
                    <a:lnTo>
                      <a:pt x="538" y="513"/>
                    </a:lnTo>
                    <a:lnTo>
                      <a:pt x="536" y="514"/>
                    </a:lnTo>
                    <a:lnTo>
                      <a:pt x="534" y="516"/>
                    </a:lnTo>
                    <a:lnTo>
                      <a:pt x="532" y="517"/>
                    </a:lnTo>
                    <a:lnTo>
                      <a:pt x="530" y="518"/>
                    </a:lnTo>
                    <a:lnTo>
                      <a:pt x="527" y="520"/>
                    </a:lnTo>
                    <a:lnTo>
                      <a:pt x="524" y="522"/>
                    </a:lnTo>
                    <a:lnTo>
                      <a:pt x="521" y="523"/>
                    </a:lnTo>
                    <a:lnTo>
                      <a:pt x="517" y="523"/>
                    </a:lnTo>
                    <a:lnTo>
                      <a:pt x="514" y="521"/>
                    </a:lnTo>
                    <a:lnTo>
                      <a:pt x="511" y="519"/>
                    </a:lnTo>
                    <a:lnTo>
                      <a:pt x="509" y="517"/>
                    </a:lnTo>
                    <a:lnTo>
                      <a:pt x="506" y="516"/>
                    </a:lnTo>
                    <a:lnTo>
                      <a:pt x="503" y="517"/>
                    </a:lnTo>
                    <a:lnTo>
                      <a:pt x="499" y="517"/>
                    </a:lnTo>
                    <a:lnTo>
                      <a:pt x="497" y="515"/>
                    </a:lnTo>
                    <a:lnTo>
                      <a:pt x="496" y="513"/>
                    </a:lnTo>
                    <a:lnTo>
                      <a:pt x="495" y="511"/>
                    </a:lnTo>
                    <a:lnTo>
                      <a:pt x="493" y="510"/>
                    </a:lnTo>
                    <a:lnTo>
                      <a:pt x="490" y="509"/>
                    </a:lnTo>
                    <a:lnTo>
                      <a:pt x="487" y="508"/>
                    </a:lnTo>
                    <a:lnTo>
                      <a:pt x="486" y="507"/>
                    </a:lnTo>
                    <a:lnTo>
                      <a:pt x="485" y="505"/>
                    </a:lnTo>
                    <a:lnTo>
                      <a:pt x="484" y="503"/>
                    </a:lnTo>
                    <a:lnTo>
                      <a:pt x="484" y="501"/>
                    </a:lnTo>
                    <a:lnTo>
                      <a:pt x="484" y="498"/>
                    </a:lnTo>
                    <a:lnTo>
                      <a:pt x="487" y="496"/>
                    </a:lnTo>
                    <a:lnTo>
                      <a:pt x="492" y="495"/>
                    </a:lnTo>
                    <a:lnTo>
                      <a:pt x="495" y="494"/>
                    </a:lnTo>
                    <a:lnTo>
                      <a:pt x="496" y="492"/>
                    </a:lnTo>
                    <a:lnTo>
                      <a:pt x="495" y="490"/>
                    </a:lnTo>
                    <a:lnTo>
                      <a:pt x="493" y="487"/>
                    </a:lnTo>
                    <a:lnTo>
                      <a:pt x="494" y="485"/>
                    </a:lnTo>
                    <a:lnTo>
                      <a:pt x="496" y="483"/>
                    </a:lnTo>
                    <a:lnTo>
                      <a:pt x="499" y="482"/>
                    </a:lnTo>
                    <a:lnTo>
                      <a:pt x="501" y="481"/>
                    </a:lnTo>
                    <a:lnTo>
                      <a:pt x="503" y="480"/>
                    </a:lnTo>
                    <a:lnTo>
                      <a:pt x="505" y="478"/>
                    </a:lnTo>
                    <a:lnTo>
                      <a:pt x="508" y="478"/>
                    </a:lnTo>
                    <a:lnTo>
                      <a:pt x="511" y="478"/>
                    </a:lnTo>
                    <a:lnTo>
                      <a:pt x="513" y="478"/>
                    </a:lnTo>
                    <a:lnTo>
                      <a:pt x="516" y="478"/>
                    </a:lnTo>
                    <a:lnTo>
                      <a:pt x="518" y="477"/>
                    </a:lnTo>
                    <a:lnTo>
                      <a:pt x="520" y="477"/>
                    </a:lnTo>
                    <a:lnTo>
                      <a:pt x="522" y="479"/>
                    </a:lnTo>
                    <a:lnTo>
                      <a:pt x="524" y="480"/>
                    </a:lnTo>
                    <a:lnTo>
                      <a:pt x="526" y="481"/>
                    </a:lnTo>
                    <a:lnTo>
                      <a:pt x="529" y="479"/>
                    </a:lnTo>
                    <a:lnTo>
                      <a:pt x="533" y="478"/>
                    </a:lnTo>
                    <a:lnTo>
                      <a:pt x="537" y="477"/>
                    </a:lnTo>
                    <a:lnTo>
                      <a:pt x="539" y="479"/>
                    </a:lnTo>
                    <a:lnTo>
                      <a:pt x="540" y="481"/>
                    </a:lnTo>
                    <a:lnTo>
                      <a:pt x="540" y="484"/>
                    </a:lnTo>
                    <a:lnTo>
                      <a:pt x="540" y="486"/>
                    </a:lnTo>
                    <a:lnTo>
                      <a:pt x="542" y="488"/>
                    </a:lnTo>
                    <a:lnTo>
                      <a:pt x="543" y="490"/>
                    </a:lnTo>
                    <a:lnTo>
                      <a:pt x="543" y="492"/>
                    </a:lnTo>
                    <a:lnTo>
                      <a:pt x="544" y="493"/>
                    </a:lnTo>
                    <a:lnTo>
                      <a:pt x="546" y="495"/>
                    </a:lnTo>
                    <a:lnTo>
                      <a:pt x="549" y="497"/>
                    </a:lnTo>
                    <a:close/>
                  </a:path>
                </a:pathLst>
              </a:custGeom>
              <a:solidFill>
                <a:srgbClr val="59A3CD">
                  <a:alpha val="9600"/>
                </a:srgbClr>
              </a:solidFill>
              <a:ln>
                <a:noFill/>
              </a:ln>
            </p:spPr>
            <p:txBody>
              <a:bodyPr anchor="ctr"/>
              <a:lstStyle/>
              <a:p>
                <a:pPr algn="ctr">
                  <a:buNone/>
                </a:pPr>
              </a:p>
            </p:txBody>
          </p:sp>
          <p:sp>
            <p:nvSpPr>
              <p:cNvPr id="2950" name="addition:input:73"/>
              <p:cNvSpPr>
                <a:spLocks noGrp="1"/>
              </p:cNvSpPr>
              <p:nvPr/>
            </p:nvSpPr>
            <p:spPr>
              <a:xfrm>
                <a:off x="209550" y="5438775"/>
                <a:ext cx="949696" cy="948507"/>
              </a:xfrm>
              <a:custGeom>
                <a:avLst/>
                <a:gdLst/>
                <a:ahLst/>
                <a:cxnLst/>
                <a:rect l="l" t="t" r="r" b="b"/>
                <a:pathLst>
                  <a:path w="577" h="506">
                    <a:moveTo>
                      <a:pt x="0" y="0"/>
                    </a:moveTo>
                    <a:moveTo>
                      <a:pt x="575" y="481"/>
                    </a:moveTo>
                    <a:lnTo>
                      <a:pt x="577" y="483"/>
                    </a:lnTo>
                    <a:lnTo>
                      <a:pt x="576" y="485"/>
                    </a:lnTo>
                    <a:lnTo>
                      <a:pt x="575" y="487"/>
                    </a:lnTo>
                    <a:lnTo>
                      <a:pt x="574" y="489"/>
                    </a:lnTo>
                    <a:lnTo>
                      <a:pt x="573" y="491"/>
                    </a:lnTo>
                    <a:lnTo>
                      <a:pt x="572" y="492"/>
                    </a:lnTo>
                    <a:lnTo>
                      <a:pt x="569" y="493"/>
                    </a:lnTo>
                    <a:lnTo>
                      <a:pt x="567" y="494"/>
                    </a:lnTo>
                    <a:lnTo>
                      <a:pt x="565" y="495"/>
                    </a:lnTo>
                    <a:lnTo>
                      <a:pt x="564" y="497"/>
                    </a:lnTo>
                    <a:lnTo>
                      <a:pt x="562" y="499"/>
                    </a:lnTo>
                    <a:lnTo>
                      <a:pt x="560" y="499"/>
                    </a:lnTo>
                    <a:lnTo>
                      <a:pt x="556" y="499"/>
                    </a:lnTo>
                    <a:lnTo>
                      <a:pt x="553" y="499"/>
                    </a:lnTo>
                    <a:lnTo>
                      <a:pt x="551" y="500"/>
                    </a:lnTo>
                    <a:lnTo>
                      <a:pt x="549" y="503"/>
                    </a:lnTo>
                    <a:lnTo>
                      <a:pt x="546" y="505"/>
                    </a:lnTo>
                    <a:lnTo>
                      <a:pt x="542" y="506"/>
                    </a:lnTo>
                    <a:lnTo>
                      <a:pt x="539" y="505"/>
                    </a:lnTo>
                    <a:lnTo>
                      <a:pt x="536" y="502"/>
                    </a:lnTo>
                    <a:lnTo>
                      <a:pt x="534" y="501"/>
                    </a:lnTo>
                    <a:lnTo>
                      <a:pt x="531" y="499"/>
                    </a:lnTo>
                    <a:lnTo>
                      <a:pt x="529" y="498"/>
                    </a:lnTo>
                    <a:lnTo>
                      <a:pt x="527" y="497"/>
                    </a:lnTo>
                    <a:lnTo>
                      <a:pt x="526" y="495"/>
                    </a:lnTo>
                    <a:lnTo>
                      <a:pt x="523" y="495"/>
                    </a:lnTo>
                    <a:lnTo>
                      <a:pt x="520" y="495"/>
                    </a:lnTo>
                    <a:lnTo>
                      <a:pt x="516" y="494"/>
                    </a:lnTo>
                    <a:lnTo>
                      <a:pt x="513" y="493"/>
                    </a:lnTo>
                    <a:lnTo>
                      <a:pt x="513" y="491"/>
                    </a:lnTo>
                    <a:lnTo>
                      <a:pt x="514" y="489"/>
                    </a:lnTo>
                    <a:lnTo>
                      <a:pt x="515" y="487"/>
                    </a:lnTo>
                    <a:lnTo>
                      <a:pt x="514" y="485"/>
                    </a:lnTo>
                    <a:lnTo>
                      <a:pt x="512" y="483"/>
                    </a:lnTo>
                    <a:lnTo>
                      <a:pt x="512" y="481"/>
                    </a:lnTo>
                    <a:lnTo>
                      <a:pt x="513" y="479"/>
                    </a:lnTo>
                    <a:lnTo>
                      <a:pt x="517" y="478"/>
                    </a:lnTo>
                    <a:lnTo>
                      <a:pt x="520" y="476"/>
                    </a:lnTo>
                    <a:lnTo>
                      <a:pt x="521" y="475"/>
                    </a:lnTo>
                    <a:lnTo>
                      <a:pt x="521" y="473"/>
                    </a:lnTo>
                    <a:lnTo>
                      <a:pt x="522" y="471"/>
                    </a:lnTo>
                    <a:lnTo>
                      <a:pt x="523" y="469"/>
                    </a:lnTo>
                    <a:lnTo>
                      <a:pt x="524" y="467"/>
                    </a:lnTo>
                    <a:lnTo>
                      <a:pt x="525" y="465"/>
                    </a:lnTo>
                    <a:lnTo>
                      <a:pt x="525" y="462"/>
                    </a:lnTo>
                    <a:lnTo>
                      <a:pt x="527" y="460"/>
                    </a:lnTo>
                    <a:lnTo>
                      <a:pt x="530" y="460"/>
                    </a:lnTo>
                    <a:lnTo>
                      <a:pt x="534" y="461"/>
                    </a:lnTo>
                    <a:lnTo>
                      <a:pt x="537" y="463"/>
                    </a:lnTo>
                    <a:lnTo>
                      <a:pt x="539" y="464"/>
                    </a:lnTo>
                    <a:lnTo>
                      <a:pt x="541" y="463"/>
                    </a:lnTo>
                    <a:lnTo>
                      <a:pt x="543" y="461"/>
                    </a:lnTo>
                    <a:lnTo>
                      <a:pt x="545" y="460"/>
                    </a:lnTo>
                    <a:lnTo>
                      <a:pt x="547" y="461"/>
                    </a:lnTo>
                    <a:lnTo>
                      <a:pt x="549" y="462"/>
                    </a:lnTo>
                    <a:lnTo>
                      <a:pt x="551" y="462"/>
                    </a:lnTo>
                    <a:lnTo>
                      <a:pt x="554" y="462"/>
                    </a:lnTo>
                    <a:lnTo>
                      <a:pt x="557" y="462"/>
                    </a:lnTo>
                    <a:lnTo>
                      <a:pt x="559" y="463"/>
                    </a:lnTo>
                    <a:lnTo>
                      <a:pt x="561" y="464"/>
                    </a:lnTo>
                    <a:lnTo>
                      <a:pt x="563" y="465"/>
                    </a:lnTo>
                    <a:lnTo>
                      <a:pt x="565" y="466"/>
                    </a:lnTo>
                    <a:lnTo>
                      <a:pt x="567" y="468"/>
                    </a:lnTo>
                    <a:lnTo>
                      <a:pt x="568" y="470"/>
                    </a:lnTo>
                    <a:lnTo>
                      <a:pt x="567" y="472"/>
                    </a:lnTo>
                    <a:lnTo>
                      <a:pt x="565" y="475"/>
                    </a:lnTo>
                    <a:lnTo>
                      <a:pt x="565" y="477"/>
                    </a:lnTo>
                    <a:lnTo>
                      <a:pt x="567" y="478"/>
                    </a:lnTo>
                    <a:lnTo>
                      <a:pt x="572" y="479"/>
                    </a:lnTo>
                    <a:close/>
                  </a:path>
                </a:pathLst>
              </a:custGeom>
              <a:solidFill>
                <a:srgbClr val="59A3CD">
                  <a:alpha val="9600"/>
                </a:srgbClr>
              </a:solidFill>
              <a:ln>
                <a:noFill/>
              </a:ln>
            </p:spPr>
            <p:txBody>
              <a:bodyPr anchor="ctr"/>
              <a:lstStyle/>
              <a:p>
                <a:pPr algn="ctr">
                  <a:buNone/>
                </a:pPr>
              </a:p>
            </p:txBody>
          </p:sp>
          <p:sp>
            <p:nvSpPr>
              <p:cNvPr id="2951" name="addition:input:74"/>
              <p:cNvSpPr>
                <a:spLocks noGrp="1"/>
              </p:cNvSpPr>
              <p:nvPr/>
            </p:nvSpPr>
            <p:spPr>
              <a:xfrm>
                <a:off x="209550" y="5438775"/>
                <a:ext cx="1002365" cy="956005"/>
              </a:xfrm>
              <a:custGeom>
                <a:avLst/>
                <a:gdLst/>
                <a:ahLst/>
                <a:cxnLst/>
                <a:rect l="l" t="t" r="r" b="b"/>
                <a:pathLst>
                  <a:path w="609" h="510">
                    <a:moveTo>
                      <a:pt x="0" y="0"/>
                    </a:moveTo>
                    <a:moveTo>
                      <a:pt x="609" y="486"/>
                    </a:moveTo>
                    <a:lnTo>
                      <a:pt x="609" y="488"/>
                    </a:lnTo>
                    <a:lnTo>
                      <a:pt x="608" y="490"/>
                    </a:lnTo>
                    <a:lnTo>
                      <a:pt x="608" y="492"/>
                    </a:lnTo>
                    <a:lnTo>
                      <a:pt x="607" y="494"/>
                    </a:lnTo>
                    <a:lnTo>
                      <a:pt x="604" y="496"/>
                    </a:lnTo>
                    <a:lnTo>
                      <a:pt x="600" y="497"/>
                    </a:lnTo>
                    <a:lnTo>
                      <a:pt x="596" y="497"/>
                    </a:lnTo>
                    <a:lnTo>
                      <a:pt x="593" y="498"/>
                    </a:lnTo>
                    <a:lnTo>
                      <a:pt x="593" y="500"/>
                    </a:lnTo>
                    <a:lnTo>
                      <a:pt x="593" y="504"/>
                    </a:lnTo>
                    <a:lnTo>
                      <a:pt x="592" y="507"/>
                    </a:lnTo>
                    <a:lnTo>
                      <a:pt x="589" y="508"/>
                    </a:lnTo>
                    <a:lnTo>
                      <a:pt x="586" y="508"/>
                    </a:lnTo>
                    <a:lnTo>
                      <a:pt x="582" y="508"/>
                    </a:lnTo>
                    <a:lnTo>
                      <a:pt x="579" y="509"/>
                    </a:lnTo>
                    <a:lnTo>
                      <a:pt x="576" y="509"/>
                    </a:lnTo>
                    <a:lnTo>
                      <a:pt x="573" y="510"/>
                    </a:lnTo>
                    <a:lnTo>
                      <a:pt x="570" y="509"/>
                    </a:lnTo>
                    <a:lnTo>
                      <a:pt x="568" y="508"/>
                    </a:lnTo>
                    <a:lnTo>
                      <a:pt x="565" y="507"/>
                    </a:lnTo>
                    <a:lnTo>
                      <a:pt x="563" y="507"/>
                    </a:lnTo>
                    <a:lnTo>
                      <a:pt x="560" y="506"/>
                    </a:lnTo>
                    <a:lnTo>
                      <a:pt x="559" y="505"/>
                    </a:lnTo>
                    <a:lnTo>
                      <a:pt x="557" y="503"/>
                    </a:lnTo>
                    <a:lnTo>
                      <a:pt x="556" y="502"/>
                    </a:lnTo>
                    <a:lnTo>
                      <a:pt x="553" y="501"/>
                    </a:lnTo>
                    <a:lnTo>
                      <a:pt x="549" y="502"/>
                    </a:lnTo>
                    <a:lnTo>
                      <a:pt x="545" y="502"/>
                    </a:lnTo>
                    <a:lnTo>
                      <a:pt x="543" y="500"/>
                    </a:lnTo>
                    <a:lnTo>
                      <a:pt x="544" y="497"/>
                    </a:lnTo>
                    <a:lnTo>
                      <a:pt x="547" y="494"/>
                    </a:lnTo>
                    <a:lnTo>
                      <a:pt x="548" y="492"/>
                    </a:lnTo>
                    <a:lnTo>
                      <a:pt x="549" y="490"/>
                    </a:lnTo>
                    <a:lnTo>
                      <a:pt x="548" y="488"/>
                    </a:lnTo>
                    <a:lnTo>
                      <a:pt x="549" y="486"/>
                    </a:lnTo>
                    <a:lnTo>
                      <a:pt x="549" y="484"/>
                    </a:lnTo>
                    <a:lnTo>
                      <a:pt x="549" y="482"/>
                    </a:lnTo>
                    <a:lnTo>
                      <a:pt x="548" y="480"/>
                    </a:lnTo>
                    <a:lnTo>
                      <a:pt x="546" y="477"/>
                    </a:lnTo>
                    <a:lnTo>
                      <a:pt x="546" y="475"/>
                    </a:lnTo>
                    <a:lnTo>
                      <a:pt x="548" y="474"/>
                    </a:lnTo>
                    <a:lnTo>
                      <a:pt x="551" y="473"/>
                    </a:lnTo>
                    <a:lnTo>
                      <a:pt x="553" y="471"/>
                    </a:lnTo>
                    <a:lnTo>
                      <a:pt x="553" y="469"/>
                    </a:lnTo>
                    <a:lnTo>
                      <a:pt x="553" y="466"/>
                    </a:lnTo>
                    <a:lnTo>
                      <a:pt x="555" y="465"/>
                    </a:lnTo>
                    <a:lnTo>
                      <a:pt x="558" y="465"/>
                    </a:lnTo>
                    <a:lnTo>
                      <a:pt x="562" y="466"/>
                    </a:lnTo>
                    <a:lnTo>
                      <a:pt x="565" y="467"/>
                    </a:lnTo>
                    <a:lnTo>
                      <a:pt x="567" y="467"/>
                    </a:lnTo>
                    <a:lnTo>
                      <a:pt x="568" y="466"/>
                    </a:lnTo>
                    <a:lnTo>
                      <a:pt x="570" y="464"/>
                    </a:lnTo>
                    <a:lnTo>
                      <a:pt x="573" y="463"/>
                    </a:lnTo>
                    <a:lnTo>
                      <a:pt x="576" y="463"/>
                    </a:lnTo>
                    <a:lnTo>
                      <a:pt x="579" y="462"/>
                    </a:lnTo>
                    <a:lnTo>
                      <a:pt x="582" y="461"/>
                    </a:lnTo>
                    <a:lnTo>
                      <a:pt x="586" y="462"/>
                    </a:lnTo>
                    <a:lnTo>
                      <a:pt x="588" y="464"/>
                    </a:lnTo>
                    <a:lnTo>
                      <a:pt x="589" y="467"/>
                    </a:lnTo>
                    <a:lnTo>
                      <a:pt x="590" y="470"/>
                    </a:lnTo>
                    <a:lnTo>
                      <a:pt x="592" y="471"/>
                    </a:lnTo>
                    <a:lnTo>
                      <a:pt x="595" y="472"/>
                    </a:lnTo>
                    <a:lnTo>
                      <a:pt x="599" y="473"/>
                    </a:lnTo>
                    <a:lnTo>
                      <a:pt x="601" y="474"/>
                    </a:lnTo>
                    <a:lnTo>
                      <a:pt x="601" y="476"/>
                    </a:lnTo>
                    <a:lnTo>
                      <a:pt x="601" y="479"/>
                    </a:lnTo>
                    <a:lnTo>
                      <a:pt x="603" y="480"/>
                    </a:lnTo>
                    <a:lnTo>
                      <a:pt x="605" y="482"/>
                    </a:lnTo>
                    <a:lnTo>
                      <a:pt x="608" y="484"/>
                    </a:lnTo>
                    <a:close/>
                  </a:path>
                </a:pathLst>
              </a:custGeom>
              <a:solidFill>
                <a:srgbClr val="59A3CD">
                  <a:alpha val="9600"/>
                </a:srgbClr>
              </a:solidFill>
              <a:ln>
                <a:noFill/>
              </a:ln>
            </p:spPr>
            <p:txBody>
              <a:bodyPr anchor="ctr"/>
              <a:lstStyle/>
              <a:p>
                <a:pPr algn="ctr">
                  <a:buNone/>
                </a:pPr>
              </a:p>
            </p:txBody>
          </p:sp>
          <p:sp>
            <p:nvSpPr>
              <p:cNvPr id="2952" name="addition:input:75"/>
              <p:cNvSpPr>
                <a:spLocks noGrp="1"/>
              </p:cNvSpPr>
              <p:nvPr/>
            </p:nvSpPr>
            <p:spPr>
              <a:xfrm>
                <a:off x="209550" y="5438775"/>
                <a:ext cx="1043513" cy="993496"/>
              </a:xfrm>
              <a:custGeom>
                <a:avLst/>
                <a:gdLst/>
                <a:ahLst/>
                <a:cxnLst/>
                <a:rect l="l" t="t" r="r" b="b"/>
                <a:pathLst>
                  <a:path w="634" h="530">
                    <a:moveTo>
                      <a:pt x="0" y="0"/>
                    </a:moveTo>
                    <a:moveTo>
                      <a:pt x="626" y="505"/>
                    </a:moveTo>
                    <a:lnTo>
                      <a:pt x="625" y="507"/>
                    </a:lnTo>
                    <a:lnTo>
                      <a:pt x="624" y="509"/>
                    </a:lnTo>
                    <a:lnTo>
                      <a:pt x="623" y="511"/>
                    </a:lnTo>
                    <a:lnTo>
                      <a:pt x="623" y="513"/>
                    </a:lnTo>
                    <a:lnTo>
                      <a:pt x="623" y="515"/>
                    </a:lnTo>
                    <a:lnTo>
                      <a:pt x="624" y="518"/>
                    </a:lnTo>
                    <a:lnTo>
                      <a:pt x="625" y="521"/>
                    </a:lnTo>
                    <a:lnTo>
                      <a:pt x="623" y="523"/>
                    </a:lnTo>
                    <a:lnTo>
                      <a:pt x="620" y="524"/>
                    </a:lnTo>
                    <a:lnTo>
                      <a:pt x="616" y="524"/>
                    </a:lnTo>
                    <a:lnTo>
                      <a:pt x="613" y="525"/>
                    </a:lnTo>
                    <a:lnTo>
                      <a:pt x="611" y="526"/>
                    </a:lnTo>
                    <a:lnTo>
                      <a:pt x="610" y="528"/>
                    </a:lnTo>
                    <a:lnTo>
                      <a:pt x="608" y="530"/>
                    </a:lnTo>
                    <a:lnTo>
                      <a:pt x="605" y="529"/>
                    </a:lnTo>
                    <a:lnTo>
                      <a:pt x="602" y="527"/>
                    </a:lnTo>
                    <a:lnTo>
                      <a:pt x="600" y="526"/>
                    </a:lnTo>
                    <a:lnTo>
                      <a:pt x="598" y="527"/>
                    </a:lnTo>
                    <a:lnTo>
                      <a:pt x="595" y="528"/>
                    </a:lnTo>
                    <a:lnTo>
                      <a:pt x="592" y="529"/>
                    </a:lnTo>
                    <a:lnTo>
                      <a:pt x="589" y="529"/>
                    </a:lnTo>
                    <a:lnTo>
                      <a:pt x="586" y="529"/>
                    </a:lnTo>
                    <a:lnTo>
                      <a:pt x="583" y="529"/>
                    </a:lnTo>
                    <a:lnTo>
                      <a:pt x="579" y="529"/>
                    </a:lnTo>
                    <a:lnTo>
                      <a:pt x="576" y="527"/>
                    </a:lnTo>
                    <a:lnTo>
                      <a:pt x="575" y="524"/>
                    </a:lnTo>
                    <a:lnTo>
                      <a:pt x="576" y="520"/>
                    </a:lnTo>
                    <a:lnTo>
                      <a:pt x="577" y="517"/>
                    </a:lnTo>
                    <a:lnTo>
                      <a:pt x="575" y="516"/>
                    </a:lnTo>
                    <a:lnTo>
                      <a:pt x="571" y="515"/>
                    </a:lnTo>
                    <a:lnTo>
                      <a:pt x="567" y="514"/>
                    </a:lnTo>
                    <a:lnTo>
                      <a:pt x="565" y="512"/>
                    </a:lnTo>
                    <a:lnTo>
                      <a:pt x="564" y="509"/>
                    </a:lnTo>
                    <a:lnTo>
                      <a:pt x="564" y="507"/>
                    </a:lnTo>
                    <a:lnTo>
                      <a:pt x="563" y="505"/>
                    </a:lnTo>
                    <a:lnTo>
                      <a:pt x="562" y="503"/>
                    </a:lnTo>
                    <a:lnTo>
                      <a:pt x="561" y="500"/>
                    </a:lnTo>
                    <a:lnTo>
                      <a:pt x="561" y="498"/>
                    </a:lnTo>
                    <a:lnTo>
                      <a:pt x="563" y="496"/>
                    </a:lnTo>
                    <a:lnTo>
                      <a:pt x="564" y="494"/>
                    </a:lnTo>
                    <a:lnTo>
                      <a:pt x="566" y="492"/>
                    </a:lnTo>
                    <a:lnTo>
                      <a:pt x="567" y="490"/>
                    </a:lnTo>
                    <a:lnTo>
                      <a:pt x="570" y="489"/>
                    </a:lnTo>
                    <a:lnTo>
                      <a:pt x="575" y="489"/>
                    </a:lnTo>
                    <a:lnTo>
                      <a:pt x="579" y="489"/>
                    </a:lnTo>
                    <a:lnTo>
                      <a:pt x="581" y="488"/>
                    </a:lnTo>
                    <a:lnTo>
                      <a:pt x="582" y="485"/>
                    </a:lnTo>
                    <a:lnTo>
                      <a:pt x="583" y="481"/>
                    </a:lnTo>
                    <a:lnTo>
                      <a:pt x="585" y="478"/>
                    </a:lnTo>
                    <a:lnTo>
                      <a:pt x="589" y="478"/>
                    </a:lnTo>
                    <a:lnTo>
                      <a:pt x="593" y="478"/>
                    </a:lnTo>
                    <a:lnTo>
                      <a:pt x="597" y="479"/>
                    </a:lnTo>
                    <a:lnTo>
                      <a:pt x="600" y="480"/>
                    </a:lnTo>
                    <a:lnTo>
                      <a:pt x="604" y="480"/>
                    </a:lnTo>
                    <a:lnTo>
                      <a:pt x="607" y="482"/>
                    </a:lnTo>
                    <a:lnTo>
                      <a:pt x="609" y="483"/>
                    </a:lnTo>
                    <a:lnTo>
                      <a:pt x="612" y="485"/>
                    </a:lnTo>
                    <a:lnTo>
                      <a:pt x="614" y="485"/>
                    </a:lnTo>
                    <a:lnTo>
                      <a:pt x="618" y="485"/>
                    </a:lnTo>
                    <a:lnTo>
                      <a:pt x="621" y="486"/>
                    </a:lnTo>
                    <a:lnTo>
                      <a:pt x="622" y="487"/>
                    </a:lnTo>
                    <a:lnTo>
                      <a:pt x="623" y="490"/>
                    </a:lnTo>
                    <a:lnTo>
                      <a:pt x="624" y="492"/>
                    </a:lnTo>
                    <a:lnTo>
                      <a:pt x="626" y="493"/>
                    </a:lnTo>
                    <a:lnTo>
                      <a:pt x="630" y="493"/>
                    </a:lnTo>
                    <a:lnTo>
                      <a:pt x="634" y="495"/>
                    </a:lnTo>
                    <a:lnTo>
                      <a:pt x="634" y="497"/>
                    </a:lnTo>
                    <a:lnTo>
                      <a:pt x="632" y="500"/>
                    </a:lnTo>
                    <a:lnTo>
                      <a:pt x="628" y="503"/>
                    </a:lnTo>
                    <a:close/>
                  </a:path>
                </a:pathLst>
              </a:custGeom>
              <a:solidFill>
                <a:srgbClr val="59A3CD">
                  <a:alpha val="9600"/>
                </a:srgbClr>
              </a:solidFill>
              <a:ln>
                <a:noFill/>
              </a:ln>
            </p:spPr>
            <p:txBody>
              <a:bodyPr anchor="ctr"/>
              <a:lstStyle/>
              <a:p>
                <a:pPr algn="ctr">
                  <a:buNone/>
                </a:pPr>
              </a:p>
            </p:txBody>
          </p:sp>
          <p:sp>
            <p:nvSpPr>
              <p:cNvPr id="2953" name="addition:input:76"/>
              <p:cNvSpPr>
                <a:spLocks noGrp="1"/>
              </p:cNvSpPr>
              <p:nvPr/>
            </p:nvSpPr>
            <p:spPr>
              <a:xfrm>
                <a:off x="209550" y="5438775"/>
                <a:ext cx="1020470" cy="1034735"/>
              </a:xfrm>
              <a:custGeom>
                <a:avLst/>
                <a:gdLst/>
                <a:ahLst/>
                <a:cxnLst/>
                <a:rect l="l" t="t" r="r" b="b"/>
                <a:pathLst>
                  <a:path w="620" h="552">
                    <a:moveTo>
                      <a:pt x="0" y="0"/>
                    </a:moveTo>
                    <a:moveTo>
                      <a:pt x="616" y="526"/>
                    </a:moveTo>
                    <a:lnTo>
                      <a:pt x="615" y="528"/>
                    </a:lnTo>
                    <a:lnTo>
                      <a:pt x="612" y="530"/>
                    </a:lnTo>
                    <a:lnTo>
                      <a:pt x="610" y="532"/>
                    </a:lnTo>
                    <a:lnTo>
                      <a:pt x="609" y="534"/>
                    </a:lnTo>
                    <a:lnTo>
                      <a:pt x="608" y="537"/>
                    </a:lnTo>
                    <a:lnTo>
                      <a:pt x="606" y="538"/>
                    </a:lnTo>
                    <a:lnTo>
                      <a:pt x="603" y="540"/>
                    </a:lnTo>
                    <a:lnTo>
                      <a:pt x="601" y="541"/>
                    </a:lnTo>
                    <a:lnTo>
                      <a:pt x="600" y="544"/>
                    </a:lnTo>
                    <a:lnTo>
                      <a:pt x="600" y="547"/>
                    </a:lnTo>
                    <a:lnTo>
                      <a:pt x="599" y="551"/>
                    </a:lnTo>
                    <a:lnTo>
                      <a:pt x="595" y="552"/>
                    </a:lnTo>
                    <a:lnTo>
                      <a:pt x="590" y="551"/>
                    </a:lnTo>
                    <a:lnTo>
                      <a:pt x="586" y="549"/>
                    </a:lnTo>
                    <a:lnTo>
                      <a:pt x="582" y="548"/>
                    </a:lnTo>
                    <a:lnTo>
                      <a:pt x="579" y="548"/>
                    </a:lnTo>
                    <a:lnTo>
                      <a:pt x="577" y="549"/>
                    </a:lnTo>
                    <a:lnTo>
                      <a:pt x="574" y="549"/>
                    </a:lnTo>
                    <a:lnTo>
                      <a:pt x="571" y="550"/>
                    </a:lnTo>
                    <a:lnTo>
                      <a:pt x="568" y="550"/>
                    </a:lnTo>
                    <a:lnTo>
                      <a:pt x="565" y="550"/>
                    </a:lnTo>
                    <a:lnTo>
                      <a:pt x="561" y="551"/>
                    </a:lnTo>
                    <a:lnTo>
                      <a:pt x="557" y="550"/>
                    </a:lnTo>
                    <a:lnTo>
                      <a:pt x="555" y="548"/>
                    </a:lnTo>
                    <a:lnTo>
                      <a:pt x="554" y="546"/>
                    </a:lnTo>
                    <a:lnTo>
                      <a:pt x="552" y="544"/>
                    </a:lnTo>
                    <a:lnTo>
                      <a:pt x="549" y="542"/>
                    </a:lnTo>
                    <a:lnTo>
                      <a:pt x="545" y="542"/>
                    </a:lnTo>
                    <a:lnTo>
                      <a:pt x="542" y="540"/>
                    </a:lnTo>
                    <a:lnTo>
                      <a:pt x="542" y="537"/>
                    </a:lnTo>
                    <a:lnTo>
                      <a:pt x="544" y="534"/>
                    </a:lnTo>
                    <a:lnTo>
                      <a:pt x="545" y="532"/>
                    </a:lnTo>
                    <a:lnTo>
                      <a:pt x="544" y="530"/>
                    </a:lnTo>
                    <a:lnTo>
                      <a:pt x="540" y="528"/>
                    </a:lnTo>
                    <a:lnTo>
                      <a:pt x="536" y="526"/>
                    </a:lnTo>
                    <a:lnTo>
                      <a:pt x="534" y="524"/>
                    </a:lnTo>
                    <a:lnTo>
                      <a:pt x="533" y="521"/>
                    </a:lnTo>
                    <a:lnTo>
                      <a:pt x="532" y="519"/>
                    </a:lnTo>
                    <a:lnTo>
                      <a:pt x="532" y="516"/>
                    </a:lnTo>
                    <a:lnTo>
                      <a:pt x="533" y="514"/>
                    </a:lnTo>
                    <a:lnTo>
                      <a:pt x="537" y="512"/>
                    </a:lnTo>
                    <a:lnTo>
                      <a:pt x="542" y="512"/>
                    </a:lnTo>
                    <a:lnTo>
                      <a:pt x="547" y="512"/>
                    </a:lnTo>
                    <a:lnTo>
                      <a:pt x="549" y="510"/>
                    </a:lnTo>
                    <a:lnTo>
                      <a:pt x="550" y="508"/>
                    </a:lnTo>
                    <a:lnTo>
                      <a:pt x="551" y="505"/>
                    </a:lnTo>
                    <a:lnTo>
                      <a:pt x="553" y="503"/>
                    </a:lnTo>
                    <a:lnTo>
                      <a:pt x="558" y="503"/>
                    </a:lnTo>
                    <a:lnTo>
                      <a:pt x="562" y="503"/>
                    </a:lnTo>
                    <a:lnTo>
                      <a:pt x="566" y="503"/>
                    </a:lnTo>
                    <a:lnTo>
                      <a:pt x="569" y="501"/>
                    </a:lnTo>
                    <a:lnTo>
                      <a:pt x="573" y="499"/>
                    </a:lnTo>
                    <a:lnTo>
                      <a:pt x="578" y="498"/>
                    </a:lnTo>
                    <a:lnTo>
                      <a:pt x="582" y="499"/>
                    </a:lnTo>
                    <a:lnTo>
                      <a:pt x="586" y="500"/>
                    </a:lnTo>
                    <a:lnTo>
                      <a:pt x="590" y="501"/>
                    </a:lnTo>
                    <a:lnTo>
                      <a:pt x="594" y="503"/>
                    </a:lnTo>
                    <a:lnTo>
                      <a:pt x="597" y="504"/>
                    </a:lnTo>
                    <a:lnTo>
                      <a:pt x="598" y="507"/>
                    </a:lnTo>
                    <a:lnTo>
                      <a:pt x="599" y="510"/>
                    </a:lnTo>
                    <a:lnTo>
                      <a:pt x="602" y="511"/>
                    </a:lnTo>
                    <a:lnTo>
                      <a:pt x="606" y="511"/>
                    </a:lnTo>
                    <a:lnTo>
                      <a:pt x="612" y="511"/>
                    </a:lnTo>
                    <a:lnTo>
                      <a:pt x="618" y="511"/>
                    </a:lnTo>
                    <a:lnTo>
                      <a:pt x="620" y="513"/>
                    </a:lnTo>
                    <a:lnTo>
                      <a:pt x="619" y="516"/>
                    </a:lnTo>
                    <a:lnTo>
                      <a:pt x="617" y="519"/>
                    </a:lnTo>
                    <a:lnTo>
                      <a:pt x="616" y="521"/>
                    </a:lnTo>
                    <a:lnTo>
                      <a:pt x="616" y="524"/>
                    </a:lnTo>
                    <a:close/>
                  </a:path>
                </a:pathLst>
              </a:custGeom>
              <a:solidFill>
                <a:srgbClr val="59A3CD">
                  <a:alpha val="9600"/>
                </a:srgbClr>
              </a:solidFill>
              <a:ln>
                <a:noFill/>
              </a:ln>
            </p:spPr>
            <p:txBody>
              <a:bodyPr anchor="ctr"/>
              <a:lstStyle/>
              <a:p>
                <a:pPr algn="ctr">
                  <a:buNone/>
                </a:pPr>
              </a:p>
            </p:txBody>
          </p:sp>
          <p:sp>
            <p:nvSpPr>
              <p:cNvPr id="2954" name="addition:input:77"/>
              <p:cNvSpPr>
                <a:spLocks noGrp="1"/>
              </p:cNvSpPr>
              <p:nvPr/>
            </p:nvSpPr>
            <p:spPr>
              <a:xfrm>
                <a:off x="209550" y="5438775"/>
                <a:ext cx="941466" cy="1038484"/>
              </a:xfrm>
              <a:custGeom>
                <a:avLst/>
                <a:gdLst/>
                <a:ahLst/>
                <a:cxnLst/>
                <a:rect l="l" t="t" r="r" b="b"/>
                <a:pathLst>
                  <a:path w="572" h="554">
                    <a:moveTo>
                      <a:pt x="0" y="0"/>
                    </a:moveTo>
                    <a:moveTo>
                      <a:pt x="571" y="528"/>
                    </a:moveTo>
                    <a:lnTo>
                      <a:pt x="571" y="531"/>
                    </a:lnTo>
                    <a:lnTo>
                      <a:pt x="568" y="533"/>
                    </a:lnTo>
                    <a:lnTo>
                      <a:pt x="565" y="534"/>
                    </a:lnTo>
                    <a:lnTo>
                      <a:pt x="562" y="536"/>
                    </a:lnTo>
                    <a:lnTo>
                      <a:pt x="562" y="538"/>
                    </a:lnTo>
                    <a:lnTo>
                      <a:pt x="565" y="541"/>
                    </a:lnTo>
                    <a:lnTo>
                      <a:pt x="566" y="544"/>
                    </a:lnTo>
                    <a:lnTo>
                      <a:pt x="566" y="547"/>
                    </a:lnTo>
                    <a:lnTo>
                      <a:pt x="563" y="548"/>
                    </a:lnTo>
                    <a:lnTo>
                      <a:pt x="559" y="549"/>
                    </a:lnTo>
                    <a:lnTo>
                      <a:pt x="556" y="549"/>
                    </a:lnTo>
                    <a:lnTo>
                      <a:pt x="553" y="550"/>
                    </a:lnTo>
                    <a:lnTo>
                      <a:pt x="551" y="550"/>
                    </a:lnTo>
                    <a:lnTo>
                      <a:pt x="548" y="550"/>
                    </a:lnTo>
                    <a:lnTo>
                      <a:pt x="545" y="549"/>
                    </a:lnTo>
                    <a:lnTo>
                      <a:pt x="543" y="550"/>
                    </a:lnTo>
                    <a:lnTo>
                      <a:pt x="541" y="552"/>
                    </a:lnTo>
                    <a:lnTo>
                      <a:pt x="538" y="554"/>
                    </a:lnTo>
                    <a:lnTo>
                      <a:pt x="535" y="554"/>
                    </a:lnTo>
                    <a:lnTo>
                      <a:pt x="532" y="553"/>
                    </a:lnTo>
                    <a:lnTo>
                      <a:pt x="530" y="551"/>
                    </a:lnTo>
                    <a:lnTo>
                      <a:pt x="527" y="550"/>
                    </a:lnTo>
                    <a:lnTo>
                      <a:pt x="524" y="550"/>
                    </a:lnTo>
                    <a:lnTo>
                      <a:pt x="519" y="551"/>
                    </a:lnTo>
                    <a:lnTo>
                      <a:pt x="516" y="550"/>
                    </a:lnTo>
                    <a:lnTo>
                      <a:pt x="514" y="548"/>
                    </a:lnTo>
                    <a:lnTo>
                      <a:pt x="514" y="544"/>
                    </a:lnTo>
                    <a:lnTo>
                      <a:pt x="513" y="542"/>
                    </a:lnTo>
                    <a:lnTo>
                      <a:pt x="512" y="540"/>
                    </a:lnTo>
                    <a:lnTo>
                      <a:pt x="510" y="538"/>
                    </a:lnTo>
                    <a:lnTo>
                      <a:pt x="509" y="536"/>
                    </a:lnTo>
                    <a:lnTo>
                      <a:pt x="507" y="534"/>
                    </a:lnTo>
                    <a:lnTo>
                      <a:pt x="505" y="532"/>
                    </a:lnTo>
                    <a:lnTo>
                      <a:pt x="501" y="531"/>
                    </a:lnTo>
                    <a:lnTo>
                      <a:pt x="497" y="528"/>
                    </a:lnTo>
                    <a:lnTo>
                      <a:pt x="495" y="526"/>
                    </a:lnTo>
                    <a:lnTo>
                      <a:pt x="496" y="523"/>
                    </a:lnTo>
                    <a:lnTo>
                      <a:pt x="500" y="522"/>
                    </a:lnTo>
                    <a:lnTo>
                      <a:pt x="504" y="520"/>
                    </a:lnTo>
                    <a:lnTo>
                      <a:pt x="506" y="519"/>
                    </a:lnTo>
                    <a:lnTo>
                      <a:pt x="507" y="516"/>
                    </a:lnTo>
                    <a:lnTo>
                      <a:pt x="507" y="514"/>
                    </a:lnTo>
                    <a:lnTo>
                      <a:pt x="509" y="512"/>
                    </a:lnTo>
                    <a:lnTo>
                      <a:pt x="513" y="511"/>
                    </a:lnTo>
                    <a:lnTo>
                      <a:pt x="516" y="511"/>
                    </a:lnTo>
                    <a:lnTo>
                      <a:pt x="519" y="509"/>
                    </a:lnTo>
                    <a:lnTo>
                      <a:pt x="521" y="507"/>
                    </a:lnTo>
                    <a:lnTo>
                      <a:pt x="524" y="506"/>
                    </a:lnTo>
                    <a:lnTo>
                      <a:pt x="527" y="504"/>
                    </a:lnTo>
                    <a:lnTo>
                      <a:pt x="530" y="504"/>
                    </a:lnTo>
                    <a:lnTo>
                      <a:pt x="534" y="503"/>
                    </a:lnTo>
                    <a:lnTo>
                      <a:pt x="538" y="501"/>
                    </a:lnTo>
                    <a:lnTo>
                      <a:pt x="541" y="500"/>
                    </a:lnTo>
                    <a:lnTo>
                      <a:pt x="545" y="501"/>
                    </a:lnTo>
                    <a:lnTo>
                      <a:pt x="548" y="505"/>
                    </a:lnTo>
                    <a:lnTo>
                      <a:pt x="550" y="508"/>
                    </a:lnTo>
                    <a:lnTo>
                      <a:pt x="551" y="510"/>
                    </a:lnTo>
                    <a:lnTo>
                      <a:pt x="554" y="510"/>
                    </a:lnTo>
                    <a:lnTo>
                      <a:pt x="558" y="509"/>
                    </a:lnTo>
                    <a:lnTo>
                      <a:pt x="562" y="509"/>
                    </a:lnTo>
                    <a:lnTo>
                      <a:pt x="565" y="510"/>
                    </a:lnTo>
                    <a:lnTo>
                      <a:pt x="567" y="512"/>
                    </a:lnTo>
                    <a:lnTo>
                      <a:pt x="568" y="513"/>
                    </a:lnTo>
                    <a:lnTo>
                      <a:pt x="570" y="515"/>
                    </a:lnTo>
                    <a:lnTo>
                      <a:pt x="572" y="517"/>
                    </a:lnTo>
                    <a:lnTo>
                      <a:pt x="572" y="519"/>
                    </a:lnTo>
                    <a:lnTo>
                      <a:pt x="571" y="522"/>
                    </a:lnTo>
                    <a:lnTo>
                      <a:pt x="570" y="524"/>
                    </a:lnTo>
                    <a:lnTo>
                      <a:pt x="570" y="526"/>
                    </a:lnTo>
                    <a:close/>
                  </a:path>
                </a:pathLst>
              </a:custGeom>
              <a:solidFill>
                <a:srgbClr val="59A3CD">
                  <a:alpha val="9600"/>
                </a:srgbClr>
              </a:solidFill>
              <a:ln>
                <a:noFill/>
              </a:ln>
            </p:spPr>
            <p:txBody>
              <a:bodyPr anchor="ctr"/>
              <a:lstStyle/>
              <a:p>
                <a:pPr algn="ctr">
                  <a:buNone/>
                </a:pPr>
              </a:p>
            </p:txBody>
          </p:sp>
          <p:sp>
            <p:nvSpPr>
              <p:cNvPr id="2955" name="addition:input:78"/>
              <p:cNvSpPr>
                <a:spLocks noGrp="1"/>
              </p:cNvSpPr>
              <p:nvPr/>
            </p:nvSpPr>
            <p:spPr>
              <a:xfrm>
                <a:off x="209550" y="5438775"/>
                <a:ext cx="880567" cy="1017864"/>
              </a:xfrm>
              <a:custGeom>
                <a:avLst/>
                <a:gdLst/>
                <a:ahLst/>
                <a:cxnLst/>
                <a:rect l="l" t="t" r="r" b="b"/>
                <a:pathLst>
                  <a:path w="535" h="543">
                    <a:moveTo>
                      <a:pt x="0" y="0"/>
                    </a:moveTo>
                    <a:moveTo>
                      <a:pt x="530" y="519"/>
                    </a:moveTo>
                    <a:lnTo>
                      <a:pt x="532" y="521"/>
                    </a:lnTo>
                    <a:lnTo>
                      <a:pt x="533" y="523"/>
                    </a:lnTo>
                    <a:lnTo>
                      <a:pt x="532" y="525"/>
                    </a:lnTo>
                    <a:lnTo>
                      <a:pt x="530" y="526"/>
                    </a:lnTo>
                    <a:lnTo>
                      <a:pt x="529" y="528"/>
                    </a:lnTo>
                    <a:lnTo>
                      <a:pt x="529" y="530"/>
                    </a:lnTo>
                    <a:lnTo>
                      <a:pt x="530" y="532"/>
                    </a:lnTo>
                    <a:lnTo>
                      <a:pt x="529" y="535"/>
                    </a:lnTo>
                    <a:lnTo>
                      <a:pt x="528" y="536"/>
                    </a:lnTo>
                    <a:lnTo>
                      <a:pt x="525" y="537"/>
                    </a:lnTo>
                    <a:lnTo>
                      <a:pt x="523" y="537"/>
                    </a:lnTo>
                    <a:lnTo>
                      <a:pt x="521" y="538"/>
                    </a:lnTo>
                    <a:lnTo>
                      <a:pt x="519" y="538"/>
                    </a:lnTo>
                    <a:lnTo>
                      <a:pt x="516" y="538"/>
                    </a:lnTo>
                    <a:lnTo>
                      <a:pt x="514" y="537"/>
                    </a:lnTo>
                    <a:lnTo>
                      <a:pt x="512" y="536"/>
                    </a:lnTo>
                    <a:lnTo>
                      <a:pt x="511" y="538"/>
                    </a:lnTo>
                    <a:lnTo>
                      <a:pt x="508" y="540"/>
                    </a:lnTo>
                    <a:lnTo>
                      <a:pt x="505" y="543"/>
                    </a:lnTo>
                    <a:lnTo>
                      <a:pt x="503" y="543"/>
                    </a:lnTo>
                    <a:lnTo>
                      <a:pt x="500" y="541"/>
                    </a:lnTo>
                    <a:lnTo>
                      <a:pt x="498" y="539"/>
                    </a:lnTo>
                    <a:lnTo>
                      <a:pt x="496" y="538"/>
                    </a:lnTo>
                    <a:lnTo>
                      <a:pt x="494" y="537"/>
                    </a:lnTo>
                    <a:lnTo>
                      <a:pt x="491" y="536"/>
                    </a:lnTo>
                    <a:lnTo>
                      <a:pt x="489" y="534"/>
                    </a:lnTo>
                    <a:lnTo>
                      <a:pt x="488" y="532"/>
                    </a:lnTo>
                    <a:lnTo>
                      <a:pt x="487" y="531"/>
                    </a:lnTo>
                    <a:lnTo>
                      <a:pt x="485" y="529"/>
                    </a:lnTo>
                    <a:lnTo>
                      <a:pt x="483" y="528"/>
                    </a:lnTo>
                    <a:lnTo>
                      <a:pt x="481" y="527"/>
                    </a:lnTo>
                    <a:lnTo>
                      <a:pt x="481" y="525"/>
                    </a:lnTo>
                    <a:lnTo>
                      <a:pt x="481" y="523"/>
                    </a:lnTo>
                    <a:lnTo>
                      <a:pt x="479" y="521"/>
                    </a:lnTo>
                    <a:lnTo>
                      <a:pt x="476" y="519"/>
                    </a:lnTo>
                    <a:lnTo>
                      <a:pt x="473" y="517"/>
                    </a:lnTo>
                    <a:lnTo>
                      <a:pt x="473" y="515"/>
                    </a:lnTo>
                    <a:lnTo>
                      <a:pt x="475" y="513"/>
                    </a:lnTo>
                    <a:lnTo>
                      <a:pt x="479" y="512"/>
                    </a:lnTo>
                    <a:lnTo>
                      <a:pt x="483" y="511"/>
                    </a:lnTo>
                    <a:lnTo>
                      <a:pt x="485" y="510"/>
                    </a:lnTo>
                    <a:lnTo>
                      <a:pt x="486" y="508"/>
                    </a:lnTo>
                    <a:lnTo>
                      <a:pt x="487" y="507"/>
                    </a:lnTo>
                    <a:lnTo>
                      <a:pt x="489" y="505"/>
                    </a:lnTo>
                    <a:lnTo>
                      <a:pt x="491" y="504"/>
                    </a:lnTo>
                    <a:lnTo>
                      <a:pt x="492" y="502"/>
                    </a:lnTo>
                    <a:lnTo>
                      <a:pt x="494" y="500"/>
                    </a:lnTo>
                    <a:lnTo>
                      <a:pt x="496" y="498"/>
                    </a:lnTo>
                    <a:lnTo>
                      <a:pt x="499" y="498"/>
                    </a:lnTo>
                    <a:lnTo>
                      <a:pt x="503" y="498"/>
                    </a:lnTo>
                    <a:lnTo>
                      <a:pt x="506" y="499"/>
                    </a:lnTo>
                    <a:lnTo>
                      <a:pt x="508" y="499"/>
                    </a:lnTo>
                    <a:lnTo>
                      <a:pt x="511" y="498"/>
                    </a:lnTo>
                    <a:lnTo>
                      <a:pt x="514" y="497"/>
                    </a:lnTo>
                    <a:lnTo>
                      <a:pt x="516" y="498"/>
                    </a:lnTo>
                    <a:lnTo>
                      <a:pt x="518" y="501"/>
                    </a:lnTo>
                    <a:lnTo>
                      <a:pt x="519" y="503"/>
                    </a:lnTo>
                    <a:lnTo>
                      <a:pt x="520" y="504"/>
                    </a:lnTo>
                    <a:lnTo>
                      <a:pt x="523" y="504"/>
                    </a:lnTo>
                    <a:lnTo>
                      <a:pt x="526" y="503"/>
                    </a:lnTo>
                    <a:lnTo>
                      <a:pt x="528" y="504"/>
                    </a:lnTo>
                    <a:lnTo>
                      <a:pt x="530" y="505"/>
                    </a:lnTo>
                    <a:lnTo>
                      <a:pt x="532" y="506"/>
                    </a:lnTo>
                    <a:lnTo>
                      <a:pt x="534" y="507"/>
                    </a:lnTo>
                    <a:lnTo>
                      <a:pt x="535" y="509"/>
                    </a:lnTo>
                    <a:lnTo>
                      <a:pt x="535" y="511"/>
                    </a:lnTo>
                    <a:lnTo>
                      <a:pt x="533" y="514"/>
                    </a:lnTo>
                    <a:lnTo>
                      <a:pt x="530" y="516"/>
                    </a:lnTo>
                    <a:lnTo>
                      <a:pt x="529" y="518"/>
                    </a:lnTo>
                    <a:close/>
                  </a:path>
                </a:pathLst>
              </a:custGeom>
              <a:solidFill>
                <a:srgbClr val="59A3CD">
                  <a:alpha val="9600"/>
                </a:srgbClr>
              </a:solidFill>
              <a:ln>
                <a:noFill/>
              </a:ln>
            </p:spPr>
            <p:txBody>
              <a:bodyPr anchor="ctr"/>
              <a:lstStyle/>
              <a:p>
                <a:pPr algn="ctr">
                  <a:buNone/>
                </a:pPr>
              </a:p>
            </p:txBody>
          </p:sp>
          <p:sp>
            <p:nvSpPr>
              <p:cNvPr id="2956" name="addition:input:79"/>
              <p:cNvSpPr>
                <a:spLocks noGrp="1"/>
              </p:cNvSpPr>
              <p:nvPr/>
            </p:nvSpPr>
            <p:spPr>
              <a:xfrm>
                <a:off x="209550" y="5438775"/>
                <a:ext cx="994136" cy="1019739"/>
              </a:xfrm>
              <a:custGeom>
                <a:avLst/>
                <a:gdLst/>
                <a:ahLst/>
                <a:cxnLst/>
                <a:rect l="l" t="t" r="r" b="b"/>
                <a:pathLst>
                  <a:path w="604" h="544">
                    <a:moveTo>
                      <a:pt x="0" y="0"/>
                    </a:moveTo>
                    <a:moveTo>
                      <a:pt x="602" y="516"/>
                    </a:moveTo>
                    <a:lnTo>
                      <a:pt x="599" y="518"/>
                    </a:lnTo>
                    <a:lnTo>
                      <a:pt x="595" y="520"/>
                    </a:lnTo>
                    <a:lnTo>
                      <a:pt x="593" y="522"/>
                    </a:lnTo>
                    <a:lnTo>
                      <a:pt x="593" y="525"/>
                    </a:lnTo>
                    <a:lnTo>
                      <a:pt x="593" y="528"/>
                    </a:lnTo>
                    <a:lnTo>
                      <a:pt x="592" y="530"/>
                    </a:lnTo>
                    <a:lnTo>
                      <a:pt x="588" y="531"/>
                    </a:lnTo>
                    <a:lnTo>
                      <a:pt x="583" y="532"/>
                    </a:lnTo>
                    <a:lnTo>
                      <a:pt x="580" y="533"/>
                    </a:lnTo>
                    <a:lnTo>
                      <a:pt x="579" y="536"/>
                    </a:lnTo>
                    <a:lnTo>
                      <a:pt x="578" y="540"/>
                    </a:lnTo>
                    <a:lnTo>
                      <a:pt x="576" y="543"/>
                    </a:lnTo>
                    <a:lnTo>
                      <a:pt x="572" y="544"/>
                    </a:lnTo>
                    <a:lnTo>
                      <a:pt x="567" y="543"/>
                    </a:lnTo>
                    <a:lnTo>
                      <a:pt x="563" y="542"/>
                    </a:lnTo>
                    <a:lnTo>
                      <a:pt x="559" y="542"/>
                    </a:lnTo>
                    <a:lnTo>
                      <a:pt x="556" y="541"/>
                    </a:lnTo>
                    <a:lnTo>
                      <a:pt x="553" y="540"/>
                    </a:lnTo>
                    <a:lnTo>
                      <a:pt x="551" y="539"/>
                    </a:lnTo>
                    <a:lnTo>
                      <a:pt x="548" y="538"/>
                    </a:lnTo>
                    <a:lnTo>
                      <a:pt x="545" y="540"/>
                    </a:lnTo>
                    <a:lnTo>
                      <a:pt x="540" y="542"/>
                    </a:lnTo>
                    <a:lnTo>
                      <a:pt x="536" y="543"/>
                    </a:lnTo>
                    <a:lnTo>
                      <a:pt x="533" y="541"/>
                    </a:lnTo>
                    <a:lnTo>
                      <a:pt x="531" y="538"/>
                    </a:lnTo>
                    <a:lnTo>
                      <a:pt x="531" y="535"/>
                    </a:lnTo>
                    <a:lnTo>
                      <a:pt x="529" y="533"/>
                    </a:lnTo>
                    <a:lnTo>
                      <a:pt x="526" y="532"/>
                    </a:lnTo>
                    <a:lnTo>
                      <a:pt x="522" y="530"/>
                    </a:lnTo>
                    <a:lnTo>
                      <a:pt x="521" y="528"/>
                    </a:lnTo>
                    <a:lnTo>
                      <a:pt x="522" y="525"/>
                    </a:lnTo>
                    <a:lnTo>
                      <a:pt x="523" y="522"/>
                    </a:lnTo>
                    <a:lnTo>
                      <a:pt x="523" y="520"/>
                    </a:lnTo>
                    <a:lnTo>
                      <a:pt x="521" y="518"/>
                    </a:lnTo>
                    <a:lnTo>
                      <a:pt x="520" y="516"/>
                    </a:lnTo>
                    <a:lnTo>
                      <a:pt x="519" y="514"/>
                    </a:lnTo>
                    <a:lnTo>
                      <a:pt x="519" y="511"/>
                    </a:lnTo>
                    <a:lnTo>
                      <a:pt x="517" y="509"/>
                    </a:lnTo>
                    <a:lnTo>
                      <a:pt x="514" y="505"/>
                    </a:lnTo>
                    <a:lnTo>
                      <a:pt x="512" y="502"/>
                    </a:lnTo>
                    <a:lnTo>
                      <a:pt x="513" y="499"/>
                    </a:lnTo>
                    <a:lnTo>
                      <a:pt x="519" y="499"/>
                    </a:lnTo>
                    <a:lnTo>
                      <a:pt x="525" y="499"/>
                    </a:lnTo>
                    <a:lnTo>
                      <a:pt x="529" y="499"/>
                    </a:lnTo>
                    <a:lnTo>
                      <a:pt x="531" y="497"/>
                    </a:lnTo>
                    <a:lnTo>
                      <a:pt x="532" y="495"/>
                    </a:lnTo>
                    <a:lnTo>
                      <a:pt x="534" y="493"/>
                    </a:lnTo>
                    <a:lnTo>
                      <a:pt x="537" y="491"/>
                    </a:lnTo>
                    <a:lnTo>
                      <a:pt x="541" y="491"/>
                    </a:lnTo>
                    <a:lnTo>
                      <a:pt x="545" y="490"/>
                    </a:lnTo>
                    <a:lnTo>
                      <a:pt x="548" y="489"/>
                    </a:lnTo>
                    <a:lnTo>
                      <a:pt x="552" y="487"/>
                    </a:lnTo>
                    <a:lnTo>
                      <a:pt x="557" y="487"/>
                    </a:lnTo>
                    <a:lnTo>
                      <a:pt x="561" y="488"/>
                    </a:lnTo>
                    <a:lnTo>
                      <a:pt x="565" y="489"/>
                    </a:lnTo>
                    <a:lnTo>
                      <a:pt x="570" y="489"/>
                    </a:lnTo>
                    <a:lnTo>
                      <a:pt x="575" y="489"/>
                    </a:lnTo>
                    <a:lnTo>
                      <a:pt x="579" y="490"/>
                    </a:lnTo>
                    <a:lnTo>
                      <a:pt x="582" y="493"/>
                    </a:lnTo>
                    <a:lnTo>
                      <a:pt x="582" y="497"/>
                    </a:lnTo>
                    <a:lnTo>
                      <a:pt x="582" y="500"/>
                    </a:lnTo>
                    <a:lnTo>
                      <a:pt x="585" y="501"/>
                    </a:lnTo>
                    <a:lnTo>
                      <a:pt x="590" y="501"/>
                    </a:lnTo>
                    <a:lnTo>
                      <a:pt x="596" y="502"/>
                    </a:lnTo>
                    <a:lnTo>
                      <a:pt x="601" y="503"/>
                    </a:lnTo>
                    <a:lnTo>
                      <a:pt x="603" y="505"/>
                    </a:lnTo>
                    <a:lnTo>
                      <a:pt x="603" y="508"/>
                    </a:lnTo>
                    <a:lnTo>
                      <a:pt x="604" y="511"/>
                    </a:lnTo>
                    <a:lnTo>
                      <a:pt x="604" y="513"/>
                    </a:lnTo>
                    <a:close/>
                  </a:path>
                </a:pathLst>
              </a:custGeom>
              <a:solidFill>
                <a:srgbClr val="59A3CD">
                  <a:alpha val="9600"/>
                </a:srgbClr>
              </a:solidFill>
              <a:ln>
                <a:noFill/>
              </a:ln>
            </p:spPr>
            <p:txBody>
              <a:bodyPr anchor="ctr"/>
              <a:lstStyle/>
              <a:p>
                <a:pPr algn="ctr">
                  <a:buNone/>
                </a:pPr>
              </a:p>
            </p:txBody>
          </p:sp>
          <p:sp>
            <p:nvSpPr>
              <p:cNvPr id="2957" name="addition:input:80"/>
              <p:cNvSpPr>
                <a:spLocks noGrp="1"/>
              </p:cNvSpPr>
              <p:nvPr/>
            </p:nvSpPr>
            <p:spPr>
              <a:xfrm>
                <a:off x="209550" y="5438775"/>
                <a:ext cx="1028700" cy="1036610"/>
              </a:xfrm>
              <a:custGeom>
                <a:avLst/>
                <a:gdLst/>
                <a:ahLst/>
                <a:cxnLst/>
                <a:rect l="l" t="t" r="r" b="b"/>
                <a:pathLst>
                  <a:path w="625" h="553">
                    <a:moveTo>
                      <a:pt x="0" y="0"/>
                    </a:moveTo>
                    <a:moveTo>
                      <a:pt x="624" y="511"/>
                    </a:moveTo>
                    <a:lnTo>
                      <a:pt x="617" y="515"/>
                    </a:lnTo>
                    <a:lnTo>
                      <a:pt x="609" y="517"/>
                    </a:lnTo>
                    <a:lnTo>
                      <a:pt x="603" y="520"/>
                    </a:lnTo>
                    <a:lnTo>
                      <a:pt x="602" y="523"/>
                    </a:lnTo>
                    <a:lnTo>
                      <a:pt x="603" y="527"/>
                    </a:lnTo>
                    <a:lnTo>
                      <a:pt x="602" y="531"/>
                    </a:lnTo>
                    <a:lnTo>
                      <a:pt x="599" y="534"/>
                    </a:lnTo>
                    <a:lnTo>
                      <a:pt x="594" y="536"/>
                    </a:lnTo>
                    <a:lnTo>
                      <a:pt x="590" y="538"/>
                    </a:lnTo>
                    <a:lnTo>
                      <a:pt x="587" y="542"/>
                    </a:lnTo>
                    <a:lnTo>
                      <a:pt x="584" y="545"/>
                    </a:lnTo>
                    <a:lnTo>
                      <a:pt x="579" y="547"/>
                    </a:lnTo>
                    <a:lnTo>
                      <a:pt x="574" y="548"/>
                    </a:lnTo>
                    <a:lnTo>
                      <a:pt x="568" y="549"/>
                    </a:lnTo>
                    <a:lnTo>
                      <a:pt x="564" y="551"/>
                    </a:lnTo>
                    <a:lnTo>
                      <a:pt x="559" y="552"/>
                    </a:lnTo>
                    <a:lnTo>
                      <a:pt x="554" y="553"/>
                    </a:lnTo>
                    <a:lnTo>
                      <a:pt x="549" y="550"/>
                    </a:lnTo>
                    <a:lnTo>
                      <a:pt x="545" y="545"/>
                    </a:lnTo>
                    <a:lnTo>
                      <a:pt x="543" y="541"/>
                    </a:lnTo>
                    <a:lnTo>
                      <a:pt x="539" y="542"/>
                    </a:lnTo>
                    <a:lnTo>
                      <a:pt x="534" y="544"/>
                    </a:lnTo>
                    <a:lnTo>
                      <a:pt x="527" y="547"/>
                    </a:lnTo>
                    <a:lnTo>
                      <a:pt x="521" y="547"/>
                    </a:lnTo>
                    <a:lnTo>
                      <a:pt x="518" y="545"/>
                    </a:lnTo>
                    <a:lnTo>
                      <a:pt x="515" y="541"/>
                    </a:lnTo>
                    <a:lnTo>
                      <a:pt x="513" y="538"/>
                    </a:lnTo>
                    <a:lnTo>
                      <a:pt x="510" y="535"/>
                    </a:lnTo>
                    <a:lnTo>
                      <a:pt x="509" y="532"/>
                    </a:lnTo>
                    <a:lnTo>
                      <a:pt x="510" y="527"/>
                    </a:lnTo>
                    <a:lnTo>
                      <a:pt x="511" y="523"/>
                    </a:lnTo>
                    <a:lnTo>
                      <a:pt x="511" y="520"/>
                    </a:lnTo>
                    <a:lnTo>
                      <a:pt x="507" y="518"/>
                    </a:lnTo>
                    <a:lnTo>
                      <a:pt x="503" y="515"/>
                    </a:lnTo>
                    <a:lnTo>
                      <a:pt x="502" y="511"/>
                    </a:lnTo>
                    <a:lnTo>
                      <a:pt x="504" y="508"/>
                    </a:lnTo>
                    <a:lnTo>
                      <a:pt x="507" y="505"/>
                    </a:lnTo>
                    <a:lnTo>
                      <a:pt x="507" y="502"/>
                    </a:lnTo>
                    <a:lnTo>
                      <a:pt x="504" y="497"/>
                    </a:lnTo>
                    <a:lnTo>
                      <a:pt x="499" y="492"/>
                    </a:lnTo>
                    <a:lnTo>
                      <a:pt x="498" y="488"/>
                    </a:lnTo>
                    <a:lnTo>
                      <a:pt x="502" y="485"/>
                    </a:lnTo>
                    <a:lnTo>
                      <a:pt x="508" y="484"/>
                    </a:lnTo>
                    <a:lnTo>
                      <a:pt x="514" y="483"/>
                    </a:lnTo>
                    <a:lnTo>
                      <a:pt x="518" y="482"/>
                    </a:lnTo>
                    <a:lnTo>
                      <a:pt x="523" y="481"/>
                    </a:lnTo>
                    <a:lnTo>
                      <a:pt x="527" y="480"/>
                    </a:lnTo>
                    <a:lnTo>
                      <a:pt x="532" y="480"/>
                    </a:lnTo>
                    <a:lnTo>
                      <a:pt x="535" y="479"/>
                    </a:lnTo>
                    <a:lnTo>
                      <a:pt x="539" y="475"/>
                    </a:lnTo>
                    <a:lnTo>
                      <a:pt x="543" y="470"/>
                    </a:lnTo>
                    <a:lnTo>
                      <a:pt x="548" y="467"/>
                    </a:lnTo>
                    <a:lnTo>
                      <a:pt x="554" y="467"/>
                    </a:lnTo>
                    <a:lnTo>
                      <a:pt x="560" y="471"/>
                    </a:lnTo>
                    <a:lnTo>
                      <a:pt x="565" y="474"/>
                    </a:lnTo>
                    <a:lnTo>
                      <a:pt x="570" y="475"/>
                    </a:lnTo>
                    <a:lnTo>
                      <a:pt x="577" y="474"/>
                    </a:lnTo>
                    <a:lnTo>
                      <a:pt x="583" y="475"/>
                    </a:lnTo>
                    <a:lnTo>
                      <a:pt x="588" y="477"/>
                    </a:lnTo>
                    <a:lnTo>
                      <a:pt x="591" y="481"/>
                    </a:lnTo>
                    <a:lnTo>
                      <a:pt x="593" y="485"/>
                    </a:lnTo>
                    <a:lnTo>
                      <a:pt x="596" y="488"/>
                    </a:lnTo>
                    <a:lnTo>
                      <a:pt x="600" y="490"/>
                    </a:lnTo>
                    <a:lnTo>
                      <a:pt x="604" y="492"/>
                    </a:lnTo>
                    <a:lnTo>
                      <a:pt x="608" y="495"/>
                    </a:lnTo>
                    <a:lnTo>
                      <a:pt x="611" y="498"/>
                    </a:lnTo>
                    <a:lnTo>
                      <a:pt x="616" y="500"/>
                    </a:lnTo>
                    <a:lnTo>
                      <a:pt x="621" y="503"/>
                    </a:lnTo>
                    <a:lnTo>
                      <a:pt x="625" y="507"/>
                    </a:lnTo>
                    <a:close/>
                  </a:path>
                </a:pathLst>
              </a:custGeom>
              <a:solidFill>
                <a:srgbClr val="0675B4">
                  <a:alpha val="11100"/>
                </a:srgbClr>
              </a:solidFill>
              <a:ln>
                <a:noFill/>
              </a:ln>
            </p:spPr>
            <p:txBody>
              <a:bodyPr anchor="ctr"/>
              <a:lstStyle/>
              <a:p>
                <a:pPr algn="ctr">
                  <a:buNone/>
                </a:pPr>
              </a:p>
            </p:txBody>
          </p:sp>
          <p:sp>
            <p:nvSpPr>
              <p:cNvPr id="2958" name="addition:input:81"/>
              <p:cNvSpPr>
                <a:spLocks noGrp="1"/>
              </p:cNvSpPr>
              <p:nvPr/>
            </p:nvSpPr>
            <p:spPr>
              <a:xfrm>
                <a:off x="209550" y="5438775"/>
                <a:ext cx="915132" cy="978499"/>
              </a:xfrm>
              <a:custGeom>
                <a:avLst/>
                <a:gdLst/>
                <a:ahLst/>
                <a:cxnLst/>
                <a:rect l="l" t="t" r="r" b="b"/>
                <a:pathLst>
                  <a:path w="556" h="522">
                    <a:moveTo>
                      <a:pt x="0" y="0"/>
                    </a:moveTo>
                    <a:moveTo>
                      <a:pt x="556" y="500"/>
                    </a:moveTo>
                    <a:lnTo>
                      <a:pt x="555" y="502"/>
                    </a:lnTo>
                    <a:lnTo>
                      <a:pt x="554" y="504"/>
                    </a:lnTo>
                    <a:lnTo>
                      <a:pt x="553" y="505"/>
                    </a:lnTo>
                    <a:lnTo>
                      <a:pt x="554" y="507"/>
                    </a:lnTo>
                    <a:lnTo>
                      <a:pt x="555" y="509"/>
                    </a:lnTo>
                    <a:lnTo>
                      <a:pt x="555" y="511"/>
                    </a:lnTo>
                    <a:lnTo>
                      <a:pt x="554" y="513"/>
                    </a:lnTo>
                    <a:lnTo>
                      <a:pt x="553" y="514"/>
                    </a:lnTo>
                    <a:lnTo>
                      <a:pt x="551" y="515"/>
                    </a:lnTo>
                    <a:lnTo>
                      <a:pt x="550" y="517"/>
                    </a:lnTo>
                    <a:lnTo>
                      <a:pt x="547" y="517"/>
                    </a:lnTo>
                    <a:lnTo>
                      <a:pt x="545" y="516"/>
                    </a:lnTo>
                    <a:lnTo>
                      <a:pt x="542" y="515"/>
                    </a:lnTo>
                    <a:lnTo>
                      <a:pt x="540" y="515"/>
                    </a:lnTo>
                    <a:lnTo>
                      <a:pt x="539" y="517"/>
                    </a:lnTo>
                    <a:lnTo>
                      <a:pt x="537" y="520"/>
                    </a:lnTo>
                    <a:lnTo>
                      <a:pt x="535" y="522"/>
                    </a:lnTo>
                    <a:lnTo>
                      <a:pt x="532" y="522"/>
                    </a:lnTo>
                    <a:lnTo>
                      <a:pt x="530" y="521"/>
                    </a:lnTo>
                    <a:lnTo>
                      <a:pt x="527" y="520"/>
                    </a:lnTo>
                    <a:lnTo>
                      <a:pt x="525" y="519"/>
                    </a:lnTo>
                    <a:lnTo>
                      <a:pt x="522" y="519"/>
                    </a:lnTo>
                    <a:lnTo>
                      <a:pt x="520" y="518"/>
                    </a:lnTo>
                    <a:lnTo>
                      <a:pt x="518" y="517"/>
                    </a:lnTo>
                    <a:lnTo>
                      <a:pt x="516" y="515"/>
                    </a:lnTo>
                    <a:lnTo>
                      <a:pt x="514" y="514"/>
                    </a:lnTo>
                    <a:lnTo>
                      <a:pt x="512" y="513"/>
                    </a:lnTo>
                    <a:lnTo>
                      <a:pt x="510" y="511"/>
                    </a:lnTo>
                    <a:lnTo>
                      <a:pt x="509" y="510"/>
                    </a:lnTo>
                    <a:lnTo>
                      <a:pt x="509" y="508"/>
                    </a:lnTo>
                    <a:lnTo>
                      <a:pt x="508" y="506"/>
                    </a:lnTo>
                    <a:lnTo>
                      <a:pt x="506" y="505"/>
                    </a:lnTo>
                    <a:lnTo>
                      <a:pt x="503" y="504"/>
                    </a:lnTo>
                    <a:lnTo>
                      <a:pt x="499" y="502"/>
                    </a:lnTo>
                    <a:lnTo>
                      <a:pt x="499" y="500"/>
                    </a:lnTo>
                    <a:lnTo>
                      <a:pt x="500" y="498"/>
                    </a:lnTo>
                    <a:lnTo>
                      <a:pt x="504" y="497"/>
                    </a:lnTo>
                    <a:lnTo>
                      <a:pt x="507" y="495"/>
                    </a:lnTo>
                    <a:lnTo>
                      <a:pt x="509" y="494"/>
                    </a:lnTo>
                    <a:lnTo>
                      <a:pt x="509" y="492"/>
                    </a:lnTo>
                    <a:lnTo>
                      <a:pt x="510" y="491"/>
                    </a:lnTo>
                    <a:lnTo>
                      <a:pt x="512" y="490"/>
                    </a:lnTo>
                    <a:lnTo>
                      <a:pt x="514" y="488"/>
                    </a:lnTo>
                    <a:lnTo>
                      <a:pt x="515" y="486"/>
                    </a:lnTo>
                    <a:lnTo>
                      <a:pt x="516" y="484"/>
                    </a:lnTo>
                    <a:lnTo>
                      <a:pt x="517" y="482"/>
                    </a:lnTo>
                    <a:lnTo>
                      <a:pt x="520" y="482"/>
                    </a:lnTo>
                    <a:lnTo>
                      <a:pt x="523" y="482"/>
                    </a:lnTo>
                    <a:lnTo>
                      <a:pt x="526" y="482"/>
                    </a:lnTo>
                    <a:lnTo>
                      <a:pt x="528" y="481"/>
                    </a:lnTo>
                    <a:lnTo>
                      <a:pt x="530" y="479"/>
                    </a:lnTo>
                    <a:lnTo>
                      <a:pt x="532" y="478"/>
                    </a:lnTo>
                    <a:lnTo>
                      <a:pt x="535" y="479"/>
                    </a:lnTo>
                    <a:lnTo>
                      <a:pt x="537" y="482"/>
                    </a:lnTo>
                    <a:lnTo>
                      <a:pt x="538" y="484"/>
                    </a:lnTo>
                    <a:lnTo>
                      <a:pt x="540" y="485"/>
                    </a:lnTo>
                    <a:lnTo>
                      <a:pt x="542" y="484"/>
                    </a:lnTo>
                    <a:lnTo>
                      <a:pt x="544" y="484"/>
                    </a:lnTo>
                    <a:lnTo>
                      <a:pt x="547" y="484"/>
                    </a:lnTo>
                    <a:lnTo>
                      <a:pt x="549" y="484"/>
                    </a:lnTo>
                    <a:lnTo>
                      <a:pt x="551" y="485"/>
                    </a:lnTo>
                    <a:lnTo>
                      <a:pt x="553" y="486"/>
                    </a:lnTo>
                    <a:lnTo>
                      <a:pt x="555" y="487"/>
                    </a:lnTo>
                    <a:lnTo>
                      <a:pt x="555" y="489"/>
                    </a:lnTo>
                    <a:lnTo>
                      <a:pt x="554" y="492"/>
                    </a:lnTo>
                    <a:lnTo>
                      <a:pt x="552" y="494"/>
                    </a:lnTo>
                    <a:lnTo>
                      <a:pt x="552" y="496"/>
                    </a:lnTo>
                    <a:lnTo>
                      <a:pt x="553" y="497"/>
                    </a:lnTo>
                    <a:lnTo>
                      <a:pt x="555" y="498"/>
                    </a:lnTo>
                    <a:close/>
                  </a:path>
                </a:pathLst>
              </a:custGeom>
              <a:solidFill>
                <a:srgbClr val="0072B2">
                  <a:alpha val="10800"/>
                </a:srgbClr>
              </a:solidFill>
              <a:ln>
                <a:noFill/>
              </a:ln>
            </p:spPr>
            <p:txBody>
              <a:bodyPr anchor="ctr"/>
              <a:lstStyle/>
              <a:p>
                <a:pPr algn="ctr">
                  <a:buNone/>
                </a:pPr>
              </a:p>
            </p:txBody>
          </p:sp>
          <p:sp>
            <p:nvSpPr>
              <p:cNvPr id="2959" name="addition:input:82"/>
              <p:cNvSpPr>
                <a:spLocks noGrp="1"/>
              </p:cNvSpPr>
              <p:nvPr/>
            </p:nvSpPr>
            <p:spPr>
              <a:xfrm>
                <a:off x="209550" y="5438775"/>
                <a:ext cx="979322" cy="957880"/>
              </a:xfrm>
              <a:custGeom>
                <a:avLst/>
                <a:gdLst/>
                <a:ahLst/>
                <a:cxnLst/>
                <a:rect l="l" t="t" r="r" b="b"/>
                <a:pathLst>
                  <a:path w="595" h="511">
                    <a:moveTo>
                      <a:pt x="0" y="0"/>
                    </a:moveTo>
                    <a:moveTo>
                      <a:pt x="594" y="494"/>
                    </a:moveTo>
                    <a:lnTo>
                      <a:pt x="591" y="496"/>
                    </a:lnTo>
                    <a:lnTo>
                      <a:pt x="588" y="497"/>
                    </a:lnTo>
                    <a:lnTo>
                      <a:pt x="587" y="498"/>
                    </a:lnTo>
                    <a:lnTo>
                      <a:pt x="587" y="499"/>
                    </a:lnTo>
                    <a:lnTo>
                      <a:pt x="587" y="501"/>
                    </a:lnTo>
                    <a:lnTo>
                      <a:pt x="586" y="502"/>
                    </a:lnTo>
                    <a:lnTo>
                      <a:pt x="585" y="503"/>
                    </a:lnTo>
                    <a:lnTo>
                      <a:pt x="583" y="504"/>
                    </a:lnTo>
                    <a:lnTo>
                      <a:pt x="582" y="505"/>
                    </a:lnTo>
                    <a:lnTo>
                      <a:pt x="581" y="506"/>
                    </a:lnTo>
                    <a:lnTo>
                      <a:pt x="579" y="507"/>
                    </a:lnTo>
                    <a:lnTo>
                      <a:pt x="578" y="508"/>
                    </a:lnTo>
                    <a:lnTo>
                      <a:pt x="576" y="508"/>
                    </a:lnTo>
                    <a:lnTo>
                      <a:pt x="574" y="509"/>
                    </a:lnTo>
                    <a:lnTo>
                      <a:pt x="572" y="510"/>
                    </a:lnTo>
                    <a:lnTo>
                      <a:pt x="570" y="511"/>
                    </a:lnTo>
                    <a:lnTo>
                      <a:pt x="568" y="510"/>
                    </a:lnTo>
                    <a:lnTo>
                      <a:pt x="567" y="508"/>
                    </a:lnTo>
                    <a:lnTo>
                      <a:pt x="565" y="507"/>
                    </a:lnTo>
                    <a:lnTo>
                      <a:pt x="564" y="506"/>
                    </a:lnTo>
                    <a:lnTo>
                      <a:pt x="563" y="507"/>
                    </a:lnTo>
                    <a:lnTo>
                      <a:pt x="560" y="508"/>
                    </a:lnTo>
                    <a:lnTo>
                      <a:pt x="558" y="508"/>
                    </a:lnTo>
                    <a:lnTo>
                      <a:pt x="557" y="508"/>
                    </a:lnTo>
                    <a:lnTo>
                      <a:pt x="555" y="507"/>
                    </a:lnTo>
                    <a:lnTo>
                      <a:pt x="554" y="506"/>
                    </a:lnTo>
                    <a:lnTo>
                      <a:pt x="553" y="505"/>
                    </a:lnTo>
                    <a:lnTo>
                      <a:pt x="552" y="504"/>
                    </a:lnTo>
                    <a:lnTo>
                      <a:pt x="552" y="502"/>
                    </a:lnTo>
                    <a:lnTo>
                      <a:pt x="553" y="500"/>
                    </a:lnTo>
                    <a:lnTo>
                      <a:pt x="553" y="499"/>
                    </a:lnTo>
                    <a:lnTo>
                      <a:pt x="552" y="498"/>
                    </a:lnTo>
                    <a:lnTo>
                      <a:pt x="550" y="497"/>
                    </a:lnTo>
                    <a:lnTo>
                      <a:pt x="549" y="496"/>
                    </a:lnTo>
                    <a:lnTo>
                      <a:pt x="550" y="494"/>
                    </a:lnTo>
                    <a:lnTo>
                      <a:pt x="551" y="493"/>
                    </a:lnTo>
                    <a:lnTo>
                      <a:pt x="552" y="492"/>
                    </a:lnTo>
                    <a:lnTo>
                      <a:pt x="551" y="491"/>
                    </a:lnTo>
                    <a:lnTo>
                      <a:pt x="549" y="489"/>
                    </a:lnTo>
                    <a:lnTo>
                      <a:pt x="548" y="487"/>
                    </a:lnTo>
                    <a:lnTo>
                      <a:pt x="548" y="485"/>
                    </a:lnTo>
                    <a:lnTo>
                      <a:pt x="550" y="484"/>
                    </a:lnTo>
                    <a:lnTo>
                      <a:pt x="552" y="484"/>
                    </a:lnTo>
                    <a:lnTo>
                      <a:pt x="554" y="483"/>
                    </a:lnTo>
                    <a:lnTo>
                      <a:pt x="555" y="483"/>
                    </a:lnTo>
                    <a:lnTo>
                      <a:pt x="557" y="483"/>
                    </a:lnTo>
                    <a:lnTo>
                      <a:pt x="559" y="483"/>
                    </a:lnTo>
                    <a:lnTo>
                      <a:pt x="560" y="483"/>
                    </a:lnTo>
                    <a:lnTo>
                      <a:pt x="561" y="482"/>
                    </a:lnTo>
                    <a:lnTo>
                      <a:pt x="563" y="480"/>
                    </a:lnTo>
                    <a:lnTo>
                      <a:pt x="564" y="478"/>
                    </a:lnTo>
                    <a:lnTo>
                      <a:pt x="566" y="478"/>
                    </a:lnTo>
                    <a:lnTo>
                      <a:pt x="568" y="478"/>
                    </a:lnTo>
                    <a:lnTo>
                      <a:pt x="570" y="479"/>
                    </a:lnTo>
                    <a:lnTo>
                      <a:pt x="572" y="480"/>
                    </a:lnTo>
                    <a:lnTo>
                      <a:pt x="575" y="480"/>
                    </a:lnTo>
                    <a:lnTo>
                      <a:pt x="577" y="479"/>
                    </a:lnTo>
                    <a:lnTo>
                      <a:pt x="579" y="480"/>
                    </a:lnTo>
                    <a:lnTo>
                      <a:pt x="581" y="481"/>
                    </a:lnTo>
                    <a:lnTo>
                      <a:pt x="582" y="483"/>
                    </a:lnTo>
                    <a:lnTo>
                      <a:pt x="583" y="484"/>
                    </a:lnTo>
                    <a:lnTo>
                      <a:pt x="584" y="485"/>
                    </a:lnTo>
                    <a:lnTo>
                      <a:pt x="585" y="486"/>
                    </a:lnTo>
                    <a:lnTo>
                      <a:pt x="587" y="487"/>
                    </a:lnTo>
                    <a:lnTo>
                      <a:pt x="588" y="488"/>
                    </a:lnTo>
                    <a:lnTo>
                      <a:pt x="589" y="489"/>
                    </a:lnTo>
                    <a:lnTo>
                      <a:pt x="592" y="490"/>
                    </a:lnTo>
                    <a:lnTo>
                      <a:pt x="594" y="491"/>
                    </a:lnTo>
                    <a:lnTo>
                      <a:pt x="595" y="493"/>
                    </a:lnTo>
                    <a:close/>
                  </a:path>
                </a:pathLst>
              </a:custGeom>
              <a:solidFill>
                <a:srgbClr val="0072B2">
                  <a:alpha val="10800"/>
                </a:srgbClr>
              </a:solidFill>
              <a:ln>
                <a:noFill/>
              </a:ln>
            </p:spPr>
            <p:txBody>
              <a:bodyPr anchor="ctr"/>
              <a:lstStyle/>
              <a:p>
                <a:pPr algn="ctr">
                  <a:buNone/>
                </a:pPr>
              </a:p>
            </p:txBody>
          </p:sp>
          <p:sp>
            <p:nvSpPr>
              <p:cNvPr id="2960" name="addition:input:83"/>
              <p:cNvSpPr>
                <a:spLocks noGrp="1"/>
              </p:cNvSpPr>
              <p:nvPr/>
            </p:nvSpPr>
            <p:spPr>
              <a:xfrm>
                <a:off x="209550" y="5438775"/>
                <a:ext cx="1018824" cy="1019739"/>
              </a:xfrm>
              <a:custGeom>
                <a:avLst/>
                <a:gdLst/>
                <a:ahLst/>
                <a:cxnLst/>
                <a:rect l="l" t="t" r="r" b="b"/>
                <a:pathLst>
                  <a:path w="619" h="544">
                    <a:moveTo>
                      <a:pt x="0" y="0"/>
                    </a:moveTo>
                    <a:moveTo>
                      <a:pt x="617" y="521"/>
                    </a:moveTo>
                    <a:lnTo>
                      <a:pt x="619" y="523"/>
                    </a:lnTo>
                    <a:lnTo>
                      <a:pt x="618" y="525"/>
                    </a:lnTo>
                    <a:lnTo>
                      <a:pt x="615" y="526"/>
                    </a:lnTo>
                    <a:lnTo>
                      <a:pt x="612" y="527"/>
                    </a:lnTo>
                    <a:lnTo>
                      <a:pt x="611" y="529"/>
                    </a:lnTo>
                    <a:lnTo>
                      <a:pt x="611" y="531"/>
                    </a:lnTo>
                    <a:lnTo>
                      <a:pt x="610" y="532"/>
                    </a:lnTo>
                    <a:lnTo>
                      <a:pt x="608" y="533"/>
                    </a:lnTo>
                    <a:lnTo>
                      <a:pt x="605" y="534"/>
                    </a:lnTo>
                    <a:lnTo>
                      <a:pt x="603" y="535"/>
                    </a:lnTo>
                    <a:lnTo>
                      <a:pt x="601" y="536"/>
                    </a:lnTo>
                    <a:lnTo>
                      <a:pt x="599" y="537"/>
                    </a:lnTo>
                    <a:lnTo>
                      <a:pt x="597" y="538"/>
                    </a:lnTo>
                    <a:lnTo>
                      <a:pt x="594" y="539"/>
                    </a:lnTo>
                    <a:lnTo>
                      <a:pt x="591" y="540"/>
                    </a:lnTo>
                    <a:lnTo>
                      <a:pt x="589" y="541"/>
                    </a:lnTo>
                    <a:lnTo>
                      <a:pt x="586" y="543"/>
                    </a:lnTo>
                    <a:lnTo>
                      <a:pt x="583" y="544"/>
                    </a:lnTo>
                    <a:lnTo>
                      <a:pt x="580" y="543"/>
                    </a:lnTo>
                    <a:lnTo>
                      <a:pt x="577" y="540"/>
                    </a:lnTo>
                    <a:lnTo>
                      <a:pt x="576" y="537"/>
                    </a:lnTo>
                    <a:lnTo>
                      <a:pt x="574" y="536"/>
                    </a:lnTo>
                    <a:lnTo>
                      <a:pt x="572" y="536"/>
                    </a:lnTo>
                    <a:lnTo>
                      <a:pt x="569" y="536"/>
                    </a:lnTo>
                    <a:lnTo>
                      <a:pt x="566" y="536"/>
                    </a:lnTo>
                    <a:lnTo>
                      <a:pt x="564" y="535"/>
                    </a:lnTo>
                    <a:lnTo>
                      <a:pt x="562" y="534"/>
                    </a:lnTo>
                    <a:lnTo>
                      <a:pt x="560" y="533"/>
                    </a:lnTo>
                    <a:lnTo>
                      <a:pt x="558" y="531"/>
                    </a:lnTo>
                    <a:lnTo>
                      <a:pt x="557" y="530"/>
                    </a:lnTo>
                    <a:lnTo>
                      <a:pt x="557" y="528"/>
                    </a:lnTo>
                    <a:lnTo>
                      <a:pt x="558" y="526"/>
                    </a:lnTo>
                    <a:lnTo>
                      <a:pt x="559" y="524"/>
                    </a:lnTo>
                    <a:lnTo>
                      <a:pt x="558" y="522"/>
                    </a:lnTo>
                    <a:lnTo>
                      <a:pt x="557" y="521"/>
                    </a:lnTo>
                    <a:lnTo>
                      <a:pt x="558" y="519"/>
                    </a:lnTo>
                    <a:lnTo>
                      <a:pt x="560" y="517"/>
                    </a:lnTo>
                    <a:lnTo>
                      <a:pt x="564" y="516"/>
                    </a:lnTo>
                    <a:lnTo>
                      <a:pt x="566" y="515"/>
                    </a:lnTo>
                    <a:lnTo>
                      <a:pt x="566" y="513"/>
                    </a:lnTo>
                    <a:lnTo>
                      <a:pt x="564" y="511"/>
                    </a:lnTo>
                    <a:lnTo>
                      <a:pt x="563" y="508"/>
                    </a:lnTo>
                    <a:lnTo>
                      <a:pt x="564" y="506"/>
                    </a:lnTo>
                    <a:lnTo>
                      <a:pt x="566" y="505"/>
                    </a:lnTo>
                    <a:lnTo>
                      <a:pt x="568" y="504"/>
                    </a:lnTo>
                    <a:lnTo>
                      <a:pt x="570" y="503"/>
                    </a:lnTo>
                    <a:lnTo>
                      <a:pt x="573" y="502"/>
                    </a:lnTo>
                    <a:lnTo>
                      <a:pt x="575" y="503"/>
                    </a:lnTo>
                    <a:lnTo>
                      <a:pt x="578" y="504"/>
                    </a:lnTo>
                    <a:lnTo>
                      <a:pt x="580" y="504"/>
                    </a:lnTo>
                    <a:lnTo>
                      <a:pt x="582" y="503"/>
                    </a:lnTo>
                    <a:lnTo>
                      <a:pt x="583" y="502"/>
                    </a:lnTo>
                    <a:lnTo>
                      <a:pt x="585" y="500"/>
                    </a:lnTo>
                    <a:lnTo>
                      <a:pt x="588" y="500"/>
                    </a:lnTo>
                    <a:lnTo>
                      <a:pt x="590" y="501"/>
                    </a:lnTo>
                    <a:lnTo>
                      <a:pt x="592" y="503"/>
                    </a:lnTo>
                    <a:lnTo>
                      <a:pt x="594" y="503"/>
                    </a:lnTo>
                    <a:lnTo>
                      <a:pt x="597" y="503"/>
                    </a:lnTo>
                    <a:lnTo>
                      <a:pt x="600" y="502"/>
                    </a:lnTo>
                    <a:lnTo>
                      <a:pt x="603" y="503"/>
                    </a:lnTo>
                    <a:lnTo>
                      <a:pt x="604" y="505"/>
                    </a:lnTo>
                    <a:lnTo>
                      <a:pt x="605" y="507"/>
                    </a:lnTo>
                    <a:lnTo>
                      <a:pt x="605" y="509"/>
                    </a:lnTo>
                    <a:lnTo>
                      <a:pt x="606" y="511"/>
                    </a:lnTo>
                    <a:lnTo>
                      <a:pt x="607" y="513"/>
                    </a:lnTo>
                    <a:lnTo>
                      <a:pt x="607" y="514"/>
                    </a:lnTo>
                    <a:lnTo>
                      <a:pt x="608" y="516"/>
                    </a:lnTo>
                    <a:lnTo>
                      <a:pt x="610" y="517"/>
                    </a:lnTo>
                    <a:lnTo>
                      <a:pt x="613" y="519"/>
                    </a:lnTo>
                    <a:close/>
                  </a:path>
                </a:pathLst>
              </a:custGeom>
              <a:solidFill>
                <a:srgbClr val="0072B2">
                  <a:alpha val="10800"/>
                </a:srgbClr>
              </a:solidFill>
              <a:ln>
                <a:noFill/>
              </a:ln>
            </p:spPr>
            <p:txBody>
              <a:bodyPr anchor="ctr"/>
              <a:lstStyle/>
              <a:p>
                <a:pPr algn="ctr">
                  <a:buNone/>
                </a:pPr>
              </a:p>
            </p:txBody>
          </p:sp>
          <p:sp>
            <p:nvSpPr>
              <p:cNvPr id="2961" name="addition:input:84"/>
              <p:cNvSpPr>
                <a:spLocks noGrp="1"/>
              </p:cNvSpPr>
              <p:nvPr/>
            </p:nvSpPr>
            <p:spPr>
              <a:xfrm>
                <a:off x="209550" y="5438775"/>
                <a:ext cx="936528" cy="1030986"/>
              </a:xfrm>
              <a:custGeom>
                <a:avLst/>
                <a:gdLst/>
                <a:ahLst/>
                <a:cxnLst/>
                <a:rect l="l" t="t" r="r" b="b"/>
                <a:pathLst>
                  <a:path w="569" h="550">
                    <a:moveTo>
                      <a:pt x="0" y="0"/>
                    </a:moveTo>
                    <a:moveTo>
                      <a:pt x="567" y="532"/>
                    </a:moveTo>
                    <a:lnTo>
                      <a:pt x="567" y="533"/>
                    </a:lnTo>
                    <a:lnTo>
                      <a:pt x="567" y="535"/>
                    </a:lnTo>
                    <a:lnTo>
                      <a:pt x="567" y="536"/>
                    </a:lnTo>
                    <a:lnTo>
                      <a:pt x="566" y="538"/>
                    </a:lnTo>
                    <a:lnTo>
                      <a:pt x="565" y="539"/>
                    </a:lnTo>
                    <a:lnTo>
                      <a:pt x="565" y="540"/>
                    </a:lnTo>
                    <a:lnTo>
                      <a:pt x="566" y="543"/>
                    </a:lnTo>
                    <a:lnTo>
                      <a:pt x="567" y="545"/>
                    </a:lnTo>
                    <a:lnTo>
                      <a:pt x="566" y="546"/>
                    </a:lnTo>
                    <a:lnTo>
                      <a:pt x="563" y="546"/>
                    </a:lnTo>
                    <a:lnTo>
                      <a:pt x="560" y="546"/>
                    </a:lnTo>
                    <a:lnTo>
                      <a:pt x="557" y="545"/>
                    </a:lnTo>
                    <a:lnTo>
                      <a:pt x="555" y="545"/>
                    </a:lnTo>
                    <a:lnTo>
                      <a:pt x="554" y="546"/>
                    </a:lnTo>
                    <a:lnTo>
                      <a:pt x="553" y="547"/>
                    </a:lnTo>
                    <a:lnTo>
                      <a:pt x="551" y="548"/>
                    </a:lnTo>
                    <a:lnTo>
                      <a:pt x="549" y="548"/>
                    </a:lnTo>
                    <a:lnTo>
                      <a:pt x="547" y="549"/>
                    </a:lnTo>
                    <a:lnTo>
                      <a:pt x="545" y="550"/>
                    </a:lnTo>
                    <a:lnTo>
                      <a:pt x="542" y="550"/>
                    </a:lnTo>
                    <a:lnTo>
                      <a:pt x="540" y="549"/>
                    </a:lnTo>
                    <a:lnTo>
                      <a:pt x="538" y="548"/>
                    </a:lnTo>
                    <a:lnTo>
                      <a:pt x="537" y="546"/>
                    </a:lnTo>
                    <a:lnTo>
                      <a:pt x="534" y="546"/>
                    </a:lnTo>
                    <a:lnTo>
                      <a:pt x="532" y="546"/>
                    </a:lnTo>
                    <a:lnTo>
                      <a:pt x="529" y="545"/>
                    </a:lnTo>
                    <a:lnTo>
                      <a:pt x="528" y="543"/>
                    </a:lnTo>
                    <a:lnTo>
                      <a:pt x="528" y="541"/>
                    </a:lnTo>
                    <a:lnTo>
                      <a:pt x="529" y="539"/>
                    </a:lnTo>
                    <a:lnTo>
                      <a:pt x="528" y="538"/>
                    </a:lnTo>
                    <a:lnTo>
                      <a:pt x="525" y="537"/>
                    </a:lnTo>
                    <a:lnTo>
                      <a:pt x="522" y="536"/>
                    </a:lnTo>
                    <a:lnTo>
                      <a:pt x="519" y="535"/>
                    </a:lnTo>
                    <a:lnTo>
                      <a:pt x="518" y="534"/>
                    </a:lnTo>
                    <a:lnTo>
                      <a:pt x="518" y="532"/>
                    </a:lnTo>
                    <a:lnTo>
                      <a:pt x="518" y="530"/>
                    </a:lnTo>
                    <a:lnTo>
                      <a:pt x="518" y="529"/>
                    </a:lnTo>
                    <a:lnTo>
                      <a:pt x="520" y="527"/>
                    </a:lnTo>
                    <a:lnTo>
                      <a:pt x="523" y="526"/>
                    </a:lnTo>
                    <a:lnTo>
                      <a:pt x="526" y="526"/>
                    </a:lnTo>
                    <a:lnTo>
                      <a:pt x="527" y="525"/>
                    </a:lnTo>
                    <a:lnTo>
                      <a:pt x="527" y="523"/>
                    </a:lnTo>
                    <a:lnTo>
                      <a:pt x="527" y="521"/>
                    </a:lnTo>
                    <a:lnTo>
                      <a:pt x="528" y="519"/>
                    </a:lnTo>
                    <a:lnTo>
                      <a:pt x="531" y="519"/>
                    </a:lnTo>
                    <a:lnTo>
                      <a:pt x="534" y="519"/>
                    </a:lnTo>
                    <a:lnTo>
                      <a:pt x="536" y="518"/>
                    </a:lnTo>
                    <a:lnTo>
                      <a:pt x="538" y="517"/>
                    </a:lnTo>
                    <a:lnTo>
                      <a:pt x="540" y="515"/>
                    </a:lnTo>
                    <a:lnTo>
                      <a:pt x="542" y="514"/>
                    </a:lnTo>
                    <a:lnTo>
                      <a:pt x="544" y="513"/>
                    </a:lnTo>
                    <a:lnTo>
                      <a:pt x="547" y="514"/>
                    </a:lnTo>
                    <a:lnTo>
                      <a:pt x="549" y="515"/>
                    </a:lnTo>
                    <a:lnTo>
                      <a:pt x="552" y="515"/>
                    </a:lnTo>
                    <a:lnTo>
                      <a:pt x="553" y="516"/>
                    </a:lnTo>
                    <a:lnTo>
                      <a:pt x="555" y="517"/>
                    </a:lnTo>
                    <a:lnTo>
                      <a:pt x="556" y="519"/>
                    </a:lnTo>
                    <a:lnTo>
                      <a:pt x="557" y="520"/>
                    </a:lnTo>
                    <a:lnTo>
                      <a:pt x="560" y="519"/>
                    </a:lnTo>
                    <a:lnTo>
                      <a:pt x="563" y="518"/>
                    </a:lnTo>
                    <a:lnTo>
                      <a:pt x="566" y="518"/>
                    </a:lnTo>
                    <a:lnTo>
                      <a:pt x="568" y="519"/>
                    </a:lnTo>
                    <a:lnTo>
                      <a:pt x="568" y="521"/>
                    </a:lnTo>
                    <a:lnTo>
                      <a:pt x="567" y="523"/>
                    </a:lnTo>
                    <a:lnTo>
                      <a:pt x="567" y="525"/>
                    </a:lnTo>
                    <a:lnTo>
                      <a:pt x="568" y="526"/>
                    </a:lnTo>
                    <a:lnTo>
                      <a:pt x="569" y="527"/>
                    </a:lnTo>
                    <a:lnTo>
                      <a:pt x="569" y="529"/>
                    </a:lnTo>
                    <a:lnTo>
                      <a:pt x="568" y="530"/>
                    </a:lnTo>
                    <a:close/>
                  </a:path>
                </a:pathLst>
              </a:custGeom>
              <a:solidFill>
                <a:srgbClr val="0072B2">
                  <a:alpha val="10800"/>
                </a:srgbClr>
              </a:solidFill>
              <a:ln>
                <a:noFill/>
              </a:ln>
            </p:spPr>
            <p:txBody>
              <a:bodyPr anchor="ctr"/>
              <a:lstStyle/>
              <a:p>
                <a:pPr algn="ctr">
                  <a:buNone/>
                </a:pPr>
              </a:p>
            </p:txBody>
          </p:sp>
          <p:sp>
            <p:nvSpPr>
              <p:cNvPr id="2962" name="addition:input:85"/>
              <p:cNvSpPr>
                <a:spLocks noGrp="1"/>
              </p:cNvSpPr>
              <p:nvPr/>
            </p:nvSpPr>
            <p:spPr>
              <a:xfrm>
                <a:off x="209550" y="5438775"/>
                <a:ext cx="1948769" cy="1053480"/>
              </a:xfrm>
              <a:custGeom>
                <a:avLst/>
                <a:gdLst/>
                <a:ahLst/>
                <a:cxnLst/>
                <a:rect l="l" t="t" r="r" b="b"/>
                <a:pathLst>
                  <a:path w="1184" h="562">
                    <a:moveTo>
                      <a:pt x="0" y="0"/>
                    </a:moveTo>
                    <a:moveTo>
                      <a:pt x="1181" y="505"/>
                    </a:moveTo>
                    <a:lnTo>
                      <a:pt x="1176" y="510"/>
                    </a:lnTo>
                    <a:lnTo>
                      <a:pt x="1172" y="516"/>
                    </a:lnTo>
                    <a:lnTo>
                      <a:pt x="1168" y="521"/>
                    </a:lnTo>
                    <a:lnTo>
                      <a:pt x="1159" y="525"/>
                    </a:lnTo>
                    <a:lnTo>
                      <a:pt x="1148" y="527"/>
                    </a:lnTo>
                    <a:lnTo>
                      <a:pt x="1139" y="530"/>
                    </a:lnTo>
                    <a:lnTo>
                      <a:pt x="1136" y="534"/>
                    </a:lnTo>
                    <a:lnTo>
                      <a:pt x="1139" y="542"/>
                    </a:lnTo>
                    <a:lnTo>
                      <a:pt x="1141" y="552"/>
                    </a:lnTo>
                    <a:lnTo>
                      <a:pt x="1138" y="558"/>
                    </a:lnTo>
                    <a:lnTo>
                      <a:pt x="1128" y="561"/>
                    </a:lnTo>
                    <a:lnTo>
                      <a:pt x="1116" y="560"/>
                    </a:lnTo>
                    <a:lnTo>
                      <a:pt x="1105" y="559"/>
                    </a:lnTo>
                    <a:lnTo>
                      <a:pt x="1097" y="560"/>
                    </a:lnTo>
                    <a:lnTo>
                      <a:pt x="1089" y="562"/>
                    </a:lnTo>
                    <a:lnTo>
                      <a:pt x="1082" y="562"/>
                    </a:lnTo>
                    <a:lnTo>
                      <a:pt x="1074" y="561"/>
                    </a:lnTo>
                    <a:lnTo>
                      <a:pt x="1067" y="559"/>
                    </a:lnTo>
                    <a:lnTo>
                      <a:pt x="1060" y="559"/>
                    </a:lnTo>
                    <a:lnTo>
                      <a:pt x="1053" y="560"/>
                    </a:lnTo>
                    <a:lnTo>
                      <a:pt x="1046" y="560"/>
                    </a:lnTo>
                    <a:lnTo>
                      <a:pt x="1039" y="558"/>
                    </a:lnTo>
                    <a:lnTo>
                      <a:pt x="1035" y="554"/>
                    </a:lnTo>
                    <a:lnTo>
                      <a:pt x="1029" y="552"/>
                    </a:lnTo>
                    <a:lnTo>
                      <a:pt x="1019" y="552"/>
                    </a:lnTo>
                    <a:lnTo>
                      <a:pt x="1007" y="553"/>
                    </a:lnTo>
                    <a:lnTo>
                      <a:pt x="997" y="551"/>
                    </a:lnTo>
                    <a:lnTo>
                      <a:pt x="994" y="545"/>
                    </a:lnTo>
                    <a:lnTo>
                      <a:pt x="998" y="536"/>
                    </a:lnTo>
                    <a:lnTo>
                      <a:pt x="1003" y="528"/>
                    </a:lnTo>
                    <a:lnTo>
                      <a:pt x="1005" y="523"/>
                    </a:lnTo>
                    <a:lnTo>
                      <a:pt x="1002" y="519"/>
                    </a:lnTo>
                    <a:lnTo>
                      <a:pt x="996" y="514"/>
                    </a:lnTo>
                    <a:lnTo>
                      <a:pt x="992" y="510"/>
                    </a:lnTo>
                    <a:lnTo>
                      <a:pt x="989" y="505"/>
                    </a:lnTo>
                    <a:lnTo>
                      <a:pt x="984" y="500"/>
                    </a:lnTo>
                    <a:lnTo>
                      <a:pt x="978" y="494"/>
                    </a:lnTo>
                    <a:lnTo>
                      <a:pt x="973" y="488"/>
                    </a:lnTo>
                    <a:lnTo>
                      <a:pt x="975" y="482"/>
                    </a:lnTo>
                    <a:lnTo>
                      <a:pt x="983" y="478"/>
                    </a:lnTo>
                    <a:lnTo>
                      <a:pt x="991" y="476"/>
                    </a:lnTo>
                    <a:lnTo>
                      <a:pt x="996" y="472"/>
                    </a:lnTo>
                    <a:lnTo>
                      <a:pt x="998" y="466"/>
                    </a:lnTo>
                    <a:lnTo>
                      <a:pt x="999" y="460"/>
                    </a:lnTo>
                    <a:lnTo>
                      <a:pt x="1005" y="457"/>
                    </a:lnTo>
                    <a:lnTo>
                      <a:pt x="1016" y="457"/>
                    </a:lnTo>
                    <a:lnTo>
                      <a:pt x="1027" y="459"/>
                    </a:lnTo>
                    <a:lnTo>
                      <a:pt x="1036" y="460"/>
                    </a:lnTo>
                    <a:lnTo>
                      <a:pt x="1042" y="456"/>
                    </a:lnTo>
                    <a:lnTo>
                      <a:pt x="1048" y="450"/>
                    </a:lnTo>
                    <a:lnTo>
                      <a:pt x="1056" y="445"/>
                    </a:lnTo>
                    <a:lnTo>
                      <a:pt x="1065" y="443"/>
                    </a:lnTo>
                    <a:lnTo>
                      <a:pt x="1076" y="441"/>
                    </a:lnTo>
                    <a:lnTo>
                      <a:pt x="1086" y="441"/>
                    </a:lnTo>
                    <a:lnTo>
                      <a:pt x="1097" y="441"/>
                    </a:lnTo>
                    <a:lnTo>
                      <a:pt x="1107" y="444"/>
                    </a:lnTo>
                    <a:lnTo>
                      <a:pt x="1114" y="450"/>
                    </a:lnTo>
                    <a:lnTo>
                      <a:pt x="1118" y="458"/>
                    </a:lnTo>
                    <a:lnTo>
                      <a:pt x="1123" y="464"/>
                    </a:lnTo>
                    <a:lnTo>
                      <a:pt x="1131" y="466"/>
                    </a:lnTo>
                    <a:lnTo>
                      <a:pt x="1143" y="465"/>
                    </a:lnTo>
                    <a:lnTo>
                      <a:pt x="1155" y="466"/>
                    </a:lnTo>
                    <a:lnTo>
                      <a:pt x="1162" y="469"/>
                    </a:lnTo>
                    <a:lnTo>
                      <a:pt x="1165" y="475"/>
                    </a:lnTo>
                    <a:lnTo>
                      <a:pt x="1166" y="480"/>
                    </a:lnTo>
                    <a:lnTo>
                      <a:pt x="1170" y="485"/>
                    </a:lnTo>
                    <a:lnTo>
                      <a:pt x="1177" y="489"/>
                    </a:lnTo>
                    <a:lnTo>
                      <a:pt x="1183" y="494"/>
                    </a:lnTo>
                    <a:lnTo>
                      <a:pt x="1184" y="499"/>
                    </a:lnTo>
                    <a:close/>
                  </a:path>
                </a:pathLst>
              </a:custGeom>
              <a:solidFill>
                <a:srgbClr val="F5DAC5">
                  <a:alpha val="12900"/>
                </a:srgbClr>
              </a:solidFill>
              <a:ln>
                <a:noFill/>
              </a:ln>
            </p:spPr>
            <p:txBody>
              <a:bodyPr anchor="ctr"/>
              <a:lstStyle/>
              <a:p>
                <a:pPr algn="ctr">
                  <a:buNone/>
                </a:pPr>
              </a:p>
            </p:txBody>
          </p:sp>
          <p:sp>
            <p:nvSpPr>
              <p:cNvPr id="2963" name="addition:input:86"/>
              <p:cNvSpPr>
                <a:spLocks noGrp="1"/>
              </p:cNvSpPr>
              <p:nvPr/>
            </p:nvSpPr>
            <p:spPr>
              <a:xfrm>
                <a:off x="209550" y="5438775"/>
                <a:ext cx="1915851" cy="1055355"/>
              </a:xfrm>
              <a:custGeom>
                <a:avLst/>
                <a:gdLst/>
                <a:ahLst/>
                <a:cxnLst/>
                <a:rect l="l" t="t" r="r" b="b"/>
                <a:pathLst>
                  <a:path w="1164" h="563">
                    <a:moveTo>
                      <a:pt x="0" y="0"/>
                    </a:moveTo>
                    <a:moveTo>
                      <a:pt x="1141" y="510"/>
                    </a:moveTo>
                    <a:lnTo>
                      <a:pt x="1140" y="514"/>
                    </a:lnTo>
                    <a:lnTo>
                      <a:pt x="1140" y="518"/>
                    </a:lnTo>
                    <a:lnTo>
                      <a:pt x="1139" y="523"/>
                    </a:lnTo>
                    <a:lnTo>
                      <a:pt x="1136" y="527"/>
                    </a:lnTo>
                    <a:lnTo>
                      <a:pt x="1132" y="531"/>
                    </a:lnTo>
                    <a:lnTo>
                      <a:pt x="1131" y="535"/>
                    </a:lnTo>
                    <a:lnTo>
                      <a:pt x="1130" y="540"/>
                    </a:lnTo>
                    <a:lnTo>
                      <a:pt x="1126" y="545"/>
                    </a:lnTo>
                    <a:lnTo>
                      <a:pt x="1120" y="548"/>
                    </a:lnTo>
                    <a:lnTo>
                      <a:pt x="1113" y="549"/>
                    </a:lnTo>
                    <a:lnTo>
                      <a:pt x="1107" y="552"/>
                    </a:lnTo>
                    <a:lnTo>
                      <a:pt x="1103" y="556"/>
                    </a:lnTo>
                    <a:lnTo>
                      <a:pt x="1099" y="561"/>
                    </a:lnTo>
                    <a:lnTo>
                      <a:pt x="1092" y="563"/>
                    </a:lnTo>
                    <a:lnTo>
                      <a:pt x="1084" y="560"/>
                    </a:lnTo>
                    <a:lnTo>
                      <a:pt x="1076" y="555"/>
                    </a:lnTo>
                    <a:lnTo>
                      <a:pt x="1071" y="551"/>
                    </a:lnTo>
                    <a:lnTo>
                      <a:pt x="1066" y="551"/>
                    </a:lnTo>
                    <a:lnTo>
                      <a:pt x="1060" y="555"/>
                    </a:lnTo>
                    <a:lnTo>
                      <a:pt x="1053" y="558"/>
                    </a:lnTo>
                    <a:lnTo>
                      <a:pt x="1046" y="560"/>
                    </a:lnTo>
                    <a:lnTo>
                      <a:pt x="1039" y="559"/>
                    </a:lnTo>
                    <a:lnTo>
                      <a:pt x="1032" y="558"/>
                    </a:lnTo>
                    <a:lnTo>
                      <a:pt x="1024" y="556"/>
                    </a:lnTo>
                    <a:lnTo>
                      <a:pt x="1018" y="553"/>
                    </a:lnTo>
                    <a:lnTo>
                      <a:pt x="1015" y="548"/>
                    </a:lnTo>
                    <a:lnTo>
                      <a:pt x="1015" y="542"/>
                    </a:lnTo>
                    <a:lnTo>
                      <a:pt x="1014" y="537"/>
                    </a:lnTo>
                    <a:lnTo>
                      <a:pt x="1010" y="533"/>
                    </a:lnTo>
                    <a:lnTo>
                      <a:pt x="1002" y="531"/>
                    </a:lnTo>
                    <a:lnTo>
                      <a:pt x="995" y="528"/>
                    </a:lnTo>
                    <a:lnTo>
                      <a:pt x="992" y="523"/>
                    </a:lnTo>
                    <a:lnTo>
                      <a:pt x="994" y="518"/>
                    </a:lnTo>
                    <a:lnTo>
                      <a:pt x="996" y="514"/>
                    </a:lnTo>
                    <a:lnTo>
                      <a:pt x="994" y="510"/>
                    </a:lnTo>
                    <a:lnTo>
                      <a:pt x="987" y="506"/>
                    </a:lnTo>
                    <a:lnTo>
                      <a:pt x="979" y="500"/>
                    </a:lnTo>
                    <a:lnTo>
                      <a:pt x="976" y="495"/>
                    </a:lnTo>
                    <a:lnTo>
                      <a:pt x="978" y="490"/>
                    </a:lnTo>
                    <a:lnTo>
                      <a:pt x="983" y="487"/>
                    </a:lnTo>
                    <a:lnTo>
                      <a:pt x="989" y="483"/>
                    </a:lnTo>
                    <a:lnTo>
                      <a:pt x="994" y="480"/>
                    </a:lnTo>
                    <a:lnTo>
                      <a:pt x="1002" y="478"/>
                    </a:lnTo>
                    <a:lnTo>
                      <a:pt x="1011" y="478"/>
                    </a:lnTo>
                    <a:lnTo>
                      <a:pt x="1020" y="478"/>
                    </a:lnTo>
                    <a:lnTo>
                      <a:pt x="1025" y="475"/>
                    </a:lnTo>
                    <a:lnTo>
                      <a:pt x="1027" y="470"/>
                    </a:lnTo>
                    <a:lnTo>
                      <a:pt x="1030" y="462"/>
                    </a:lnTo>
                    <a:lnTo>
                      <a:pt x="1036" y="457"/>
                    </a:lnTo>
                    <a:lnTo>
                      <a:pt x="1045" y="456"/>
                    </a:lnTo>
                    <a:lnTo>
                      <a:pt x="1055" y="458"/>
                    </a:lnTo>
                    <a:lnTo>
                      <a:pt x="1064" y="460"/>
                    </a:lnTo>
                    <a:lnTo>
                      <a:pt x="1072" y="460"/>
                    </a:lnTo>
                    <a:lnTo>
                      <a:pt x="1081" y="458"/>
                    </a:lnTo>
                    <a:lnTo>
                      <a:pt x="1090" y="458"/>
                    </a:lnTo>
                    <a:lnTo>
                      <a:pt x="1098" y="461"/>
                    </a:lnTo>
                    <a:lnTo>
                      <a:pt x="1104" y="465"/>
                    </a:lnTo>
                    <a:lnTo>
                      <a:pt x="1110" y="469"/>
                    </a:lnTo>
                    <a:lnTo>
                      <a:pt x="1116" y="471"/>
                    </a:lnTo>
                    <a:lnTo>
                      <a:pt x="1122" y="473"/>
                    </a:lnTo>
                    <a:lnTo>
                      <a:pt x="1127" y="477"/>
                    </a:lnTo>
                    <a:lnTo>
                      <a:pt x="1130" y="480"/>
                    </a:lnTo>
                    <a:lnTo>
                      <a:pt x="1134" y="483"/>
                    </a:lnTo>
                    <a:lnTo>
                      <a:pt x="1143" y="485"/>
                    </a:lnTo>
                    <a:lnTo>
                      <a:pt x="1154" y="486"/>
                    </a:lnTo>
                    <a:lnTo>
                      <a:pt x="1163" y="489"/>
                    </a:lnTo>
                    <a:lnTo>
                      <a:pt x="1164" y="494"/>
                    </a:lnTo>
                    <a:lnTo>
                      <a:pt x="1157" y="500"/>
                    </a:lnTo>
                    <a:lnTo>
                      <a:pt x="1147" y="506"/>
                    </a:lnTo>
                    <a:close/>
                  </a:path>
                </a:pathLst>
              </a:custGeom>
              <a:solidFill>
                <a:srgbClr val="ECB78D">
                  <a:alpha val="12900"/>
                </a:srgbClr>
              </a:solidFill>
              <a:ln>
                <a:noFill/>
              </a:ln>
            </p:spPr>
            <p:txBody>
              <a:bodyPr anchor="ctr"/>
              <a:lstStyle/>
              <a:p>
                <a:pPr algn="ctr">
                  <a:buNone/>
                </a:pPr>
              </a:p>
            </p:txBody>
          </p:sp>
          <p:sp>
            <p:nvSpPr>
              <p:cNvPr id="2964" name="addition:input:87"/>
              <p:cNvSpPr>
                <a:spLocks noGrp="1"/>
              </p:cNvSpPr>
              <p:nvPr/>
            </p:nvSpPr>
            <p:spPr>
              <a:xfrm>
                <a:off x="209550" y="5438775"/>
                <a:ext cx="1887870" cy="1055355"/>
              </a:xfrm>
              <a:custGeom>
                <a:avLst/>
                <a:gdLst/>
                <a:ahLst/>
                <a:cxnLst/>
                <a:rect l="l" t="t" r="r" b="b"/>
                <a:pathLst>
                  <a:path w="1147" h="563">
                    <a:moveTo>
                      <a:pt x="0" y="0"/>
                    </a:moveTo>
                    <a:moveTo>
                      <a:pt x="1132" y="515"/>
                    </a:moveTo>
                    <a:lnTo>
                      <a:pt x="1129" y="519"/>
                    </a:lnTo>
                    <a:lnTo>
                      <a:pt x="1130" y="523"/>
                    </a:lnTo>
                    <a:lnTo>
                      <a:pt x="1131" y="527"/>
                    </a:lnTo>
                    <a:lnTo>
                      <a:pt x="1127" y="530"/>
                    </a:lnTo>
                    <a:lnTo>
                      <a:pt x="1120" y="533"/>
                    </a:lnTo>
                    <a:lnTo>
                      <a:pt x="1115" y="535"/>
                    </a:lnTo>
                    <a:lnTo>
                      <a:pt x="1111" y="539"/>
                    </a:lnTo>
                    <a:lnTo>
                      <a:pt x="1109" y="543"/>
                    </a:lnTo>
                    <a:lnTo>
                      <a:pt x="1105" y="546"/>
                    </a:lnTo>
                    <a:lnTo>
                      <a:pt x="1101" y="549"/>
                    </a:lnTo>
                    <a:lnTo>
                      <a:pt x="1095" y="552"/>
                    </a:lnTo>
                    <a:lnTo>
                      <a:pt x="1091" y="556"/>
                    </a:lnTo>
                    <a:lnTo>
                      <a:pt x="1087" y="560"/>
                    </a:lnTo>
                    <a:lnTo>
                      <a:pt x="1081" y="563"/>
                    </a:lnTo>
                    <a:lnTo>
                      <a:pt x="1073" y="562"/>
                    </a:lnTo>
                    <a:lnTo>
                      <a:pt x="1066" y="558"/>
                    </a:lnTo>
                    <a:lnTo>
                      <a:pt x="1060" y="552"/>
                    </a:lnTo>
                    <a:lnTo>
                      <a:pt x="1055" y="550"/>
                    </a:lnTo>
                    <a:lnTo>
                      <a:pt x="1050" y="552"/>
                    </a:lnTo>
                    <a:lnTo>
                      <a:pt x="1045" y="555"/>
                    </a:lnTo>
                    <a:lnTo>
                      <a:pt x="1038" y="557"/>
                    </a:lnTo>
                    <a:lnTo>
                      <a:pt x="1033" y="556"/>
                    </a:lnTo>
                    <a:lnTo>
                      <a:pt x="1028" y="554"/>
                    </a:lnTo>
                    <a:lnTo>
                      <a:pt x="1023" y="553"/>
                    </a:lnTo>
                    <a:lnTo>
                      <a:pt x="1017" y="551"/>
                    </a:lnTo>
                    <a:lnTo>
                      <a:pt x="1012" y="549"/>
                    </a:lnTo>
                    <a:lnTo>
                      <a:pt x="1009" y="545"/>
                    </a:lnTo>
                    <a:lnTo>
                      <a:pt x="1009" y="541"/>
                    </a:lnTo>
                    <a:lnTo>
                      <a:pt x="1007" y="537"/>
                    </a:lnTo>
                    <a:lnTo>
                      <a:pt x="1004" y="534"/>
                    </a:lnTo>
                    <a:lnTo>
                      <a:pt x="999" y="531"/>
                    </a:lnTo>
                    <a:lnTo>
                      <a:pt x="997" y="527"/>
                    </a:lnTo>
                    <a:lnTo>
                      <a:pt x="999" y="522"/>
                    </a:lnTo>
                    <a:lnTo>
                      <a:pt x="1004" y="518"/>
                    </a:lnTo>
                    <a:lnTo>
                      <a:pt x="1006" y="515"/>
                    </a:lnTo>
                    <a:lnTo>
                      <a:pt x="1002" y="512"/>
                    </a:lnTo>
                    <a:lnTo>
                      <a:pt x="993" y="507"/>
                    </a:lnTo>
                    <a:lnTo>
                      <a:pt x="986" y="502"/>
                    </a:lnTo>
                    <a:lnTo>
                      <a:pt x="985" y="497"/>
                    </a:lnTo>
                    <a:lnTo>
                      <a:pt x="988" y="494"/>
                    </a:lnTo>
                    <a:lnTo>
                      <a:pt x="994" y="491"/>
                    </a:lnTo>
                    <a:lnTo>
                      <a:pt x="998" y="488"/>
                    </a:lnTo>
                    <a:lnTo>
                      <a:pt x="1003" y="486"/>
                    </a:lnTo>
                    <a:lnTo>
                      <a:pt x="1009" y="485"/>
                    </a:lnTo>
                    <a:lnTo>
                      <a:pt x="1016" y="484"/>
                    </a:lnTo>
                    <a:lnTo>
                      <a:pt x="1022" y="484"/>
                    </a:lnTo>
                    <a:lnTo>
                      <a:pt x="1026" y="481"/>
                    </a:lnTo>
                    <a:lnTo>
                      <a:pt x="1029" y="477"/>
                    </a:lnTo>
                    <a:lnTo>
                      <a:pt x="1033" y="472"/>
                    </a:lnTo>
                    <a:lnTo>
                      <a:pt x="1039" y="470"/>
                    </a:lnTo>
                    <a:lnTo>
                      <a:pt x="1047" y="471"/>
                    </a:lnTo>
                    <a:lnTo>
                      <a:pt x="1054" y="473"/>
                    </a:lnTo>
                    <a:lnTo>
                      <a:pt x="1061" y="473"/>
                    </a:lnTo>
                    <a:lnTo>
                      <a:pt x="1068" y="471"/>
                    </a:lnTo>
                    <a:lnTo>
                      <a:pt x="1077" y="468"/>
                    </a:lnTo>
                    <a:lnTo>
                      <a:pt x="1085" y="468"/>
                    </a:lnTo>
                    <a:lnTo>
                      <a:pt x="1092" y="472"/>
                    </a:lnTo>
                    <a:lnTo>
                      <a:pt x="1096" y="477"/>
                    </a:lnTo>
                    <a:lnTo>
                      <a:pt x="1100" y="481"/>
                    </a:lnTo>
                    <a:lnTo>
                      <a:pt x="1104" y="484"/>
                    </a:lnTo>
                    <a:lnTo>
                      <a:pt x="1109" y="487"/>
                    </a:lnTo>
                    <a:lnTo>
                      <a:pt x="1113" y="490"/>
                    </a:lnTo>
                    <a:lnTo>
                      <a:pt x="1117" y="492"/>
                    </a:lnTo>
                    <a:lnTo>
                      <a:pt x="1123" y="494"/>
                    </a:lnTo>
                    <a:lnTo>
                      <a:pt x="1132" y="496"/>
                    </a:lnTo>
                    <a:lnTo>
                      <a:pt x="1141" y="498"/>
                    </a:lnTo>
                    <a:lnTo>
                      <a:pt x="1147" y="501"/>
                    </a:lnTo>
                    <a:lnTo>
                      <a:pt x="1145" y="506"/>
                    </a:lnTo>
                    <a:lnTo>
                      <a:pt x="1139" y="511"/>
                    </a:lnTo>
                    <a:close/>
                  </a:path>
                </a:pathLst>
              </a:custGeom>
              <a:solidFill>
                <a:srgbClr val="E18B48">
                  <a:alpha val="10500"/>
                </a:srgbClr>
              </a:solidFill>
              <a:ln>
                <a:noFill/>
              </a:ln>
            </p:spPr>
            <p:txBody>
              <a:bodyPr anchor="ctr"/>
              <a:lstStyle/>
              <a:p>
                <a:pPr algn="ctr">
                  <a:buNone/>
                </a:pPr>
              </a:p>
            </p:txBody>
          </p:sp>
          <p:sp>
            <p:nvSpPr>
              <p:cNvPr id="2965" name="addition:input:88"/>
              <p:cNvSpPr>
                <a:spLocks noGrp="1"/>
              </p:cNvSpPr>
              <p:nvPr/>
            </p:nvSpPr>
            <p:spPr>
              <a:xfrm>
                <a:off x="209550" y="5438775"/>
                <a:ext cx="1756197" cy="972876"/>
              </a:xfrm>
              <a:custGeom>
                <a:avLst/>
                <a:gdLst/>
                <a:ahLst/>
                <a:cxnLst/>
                <a:rect l="l" t="t" r="r" b="b"/>
                <a:pathLst>
                  <a:path w="1067" h="519">
                    <a:moveTo>
                      <a:pt x="0" y="0"/>
                    </a:moveTo>
                    <a:moveTo>
                      <a:pt x="1065" y="499"/>
                    </a:moveTo>
                    <a:lnTo>
                      <a:pt x="1066" y="501"/>
                    </a:lnTo>
                    <a:lnTo>
                      <a:pt x="1067" y="503"/>
                    </a:lnTo>
                    <a:lnTo>
                      <a:pt x="1065" y="505"/>
                    </a:lnTo>
                    <a:lnTo>
                      <a:pt x="1061" y="506"/>
                    </a:lnTo>
                    <a:lnTo>
                      <a:pt x="1057" y="506"/>
                    </a:lnTo>
                    <a:lnTo>
                      <a:pt x="1055" y="507"/>
                    </a:lnTo>
                    <a:lnTo>
                      <a:pt x="1054" y="509"/>
                    </a:lnTo>
                    <a:lnTo>
                      <a:pt x="1053" y="511"/>
                    </a:lnTo>
                    <a:lnTo>
                      <a:pt x="1052" y="512"/>
                    </a:lnTo>
                    <a:lnTo>
                      <a:pt x="1050" y="514"/>
                    </a:lnTo>
                    <a:lnTo>
                      <a:pt x="1049" y="515"/>
                    </a:lnTo>
                    <a:lnTo>
                      <a:pt x="1047" y="517"/>
                    </a:lnTo>
                    <a:lnTo>
                      <a:pt x="1045" y="519"/>
                    </a:lnTo>
                    <a:lnTo>
                      <a:pt x="1042" y="519"/>
                    </a:lnTo>
                    <a:lnTo>
                      <a:pt x="1038" y="518"/>
                    </a:lnTo>
                    <a:lnTo>
                      <a:pt x="1035" y="516"/>
                    </a:lnTo>
                    <a:lnTo>
                      <a:pt x="1033" y="515"/>
                    </a:lnTo>
                    <a:lnTo>
                      <a:pt x="1030" y="516"/>
                    </a:lnTo>
                    <a:lnTo>
                      <a:pt x="1028" y="517"/>
                    </a:lnTo>
                    <a:lnTo>
                      <a:pt x="1026" y="517"/>
                    </a:lnTo>
                    <a:lnTo>
                      <a:pt x="1024" y="517"/>
                    </a:lnTo>
                    <a:lnTo>
                      <a:pt x="1022" y="515"/>
                    </a:lnTo>
                    <a:lnTo>
                      <a:pt x="1020" y="515"/>
                    </a:lnTo>
                    <a:lnTo>
                      <a:pt x="1018" y="514"/>
                    </a:lnTo>
                    <a:lnTo>
                      <a:pt x="1015" y="514"/>
                    </a:lnTo>
                    <a:lnTo>
                      <a:pt x="1013" y="514"/>
                    </a:lnTo>
                    <a:lnTo>
                      <a:pt x="1011" y="512"/>
                    </a:lnTo>
                    <a:lnTo>
                      <a:pt x="1010" y="511"/>
                    </a:lnTo>
                    <a:lnTo>
                      <a:pt x="1009" y="509"/>
                    </a:lnTo>
                    <a:lnTo>
                      <a:pt x="1007" y="508"/>
                    </a:lnTo>
                    <a:lnTo>
                      <a:pt x="1007" y="506"/>
                    </a:lnTo>
                    <a:lnTo>
                      <a:pt x="1008" y="504"/>
                    </a:lnTo>
                    <a:lnTo>
                      <a:pt x="1011" y="502"/>
                    </a:lnTo>
                    <a:lnTo>
                      <a:pt x="1012" y="501"/>
                    </a:lnTo>
                    <a:lnTo>
                      <a:pt x="1011" y="499"/>
                    </a:lnTo>
                    <a:lnTo>
                      <a:pt x="1007" y="498"/>
                    </a:lnTo>
                    <a:lnTo>
                      <a:pt x="1004" y="496"/>
                    </a:lnTo>
                    <a:lnTo>
                      <a:pt x="1002" y="494"/>
                    </a:lnTo>
                    <a:lnTo>
                      <a:pt x="1003" y="492"/>
                    </a:lnTo>
                    <a:lnTo>
                      <a:pt x="1005" y="491"/>
                    </a:lnTo>
                    <a:lnTo>
                      <a:pt x="1007" y="490"/>
                    </a:lnTo>
                    <a:lnTo>
                      <a:pt x="1008" y="488"/>
                    </a:lnTo>
                    <a:lnTo>
                      <a:pt x="1010" y="487"/>
                    </a:lnTo>
                    <a:lnTo>
                      <a:pt x="1012" y="486"/>
                    </a:lnTo>
                    <a:lnTo>
                      <a:pt x="1014" y="486"/>
                    </a:lnTo>
                    <a:lnTo>
                      <a:pt x="1016" y="485"/>
                    </a:lnTo>
                    <a:lnTo>
                      <a:pt x="1018" y="484"/>
                    </a:lnTo>
                    <a:lnTo>
                      <a:pt x="1020" y="483"/>
                    </a:lnTo>
                    <a:lnTo>
                      <a:pt x="1022" y="482"/>
                    </a:lnTo>
                    <a:lnTo>
                      <a:pt x="1025" y="483"/>
                    </a:lnTo>
                    <a:lnTo>
                      <a:pt x="1028" y="483"/>
                    </a:lnTo>
                    <a:lnTo>
                      <a:pt x="1030" y="483"/>
                    </a:lnTo>
                    <a:lnTo>
                      <a:pt x="1033" y="481"/>
                    </a:lnTo>
                    <a:lnTo>
                      <a:pt x="1036" y="479"/>
                    </a:lnTo>
                    <a:lnTo>
                      <a:pt x="1040" y="478"/>
                    </a:lnTo>
                    <a:lnTo>
                      <a:pt x="1043" y="480"/>
                    </a:lnTo>
                    <a:lnTo>
                      <a:pt x="1045" y="482"/>
                    </a:lnTo>
                    <a:lnTo>
                      <a:pt x="1047" y="484"/>
                    </a:lnTo>
                    <a:lnTo>
                      <a:pt x="1049" y="485"/>
                    </a:lnTo>
                    <a:lnTo>
                      <a:pt x="1051" y="486"/>
                    </a:lnTo>
                    <a:lnTo>
                      <a:pt x="1053" y="488"/>
                    </a:lnTo>
                    <a:lnTo>
                      <a:pt x="1055" y="489"/>
                    </a:lnTo>
                    <a:lnTo>
                      <a:pt x="1057" y="490"/>
                    </a:lnTo>
                    <a:lnTo>
                      <a:pt x="1060" y="490"/>
                    </a:lnTo>
                    <a:lnTo>
                      <a:pt x="1064" y="491"/>
                    </a:lnTo>
                    <a:lnTo>
                      <a:pt x="1067" y="492"/>
                    </a:lnTo>
                    <a:lnTo>
                      <a:pt x="1067" y="494"/>
                    </a:lnTo>
                    <a:lnTo>
                      <a:pt x="1066" y="496"/>
                    </a:lnTo>
                    <a:lnTo>
                      <a:pt x="1064" y="498"/>
                    </a:lnTo>
                    <a:close/>
                  </a:path>
                </a:pathLst>
              </a:custGeom>
              <a:solidFill>
                <a:srgbClr val="ECB78D">
                  <a:alpha val="9600"/>
                </a:srgbClr>
              </a:solidFill>
              <a:ln>
                <a:noFill/>
              </a:ln>
            </p:spPr>
            <p:txBody>
              <a:bodyPr anchor="ctr"/>
              <a:lstStyle/>
              <a:p>
                <a:pPr algn="ctr">
                  <a:buNone/>
                </a:pPr>
              </a:p>
            </p:txBody>
          </p:sp>
          <p:sp>
            <p:nvSpPr>
              <p:cNvPr id="2966" name="addition:input:89"/>
              <p:cNvSpPr>
                <a:spLocks noGrp="1"/>
              </p:cNvSpPr>
              <p:nvPr/>
            </p:nvSpPr>
            <p:spPr>
              <a:xfrm>
                <a:off x="209550" y="5438775"/>
                <a:ext cx="1794053" cy="944758"/>
              </a:xfrm>
              <a:custGeom>
                <a:avLst/>
                <a:gdLst/>
                <a:ahLst/>
                <a:cxnLst/>
                <a:rect l="l" t="t" r="r" b="b"/>
                <a:pathLst>
                  <a:path w="1090" h="504">
                    <a:moveTo>
                      <a:pt x="0" y="0"/>
                    </a:moveTo>
                    <a:moveTo>
                      <a:pt x="1089" y="485"/>
                    </a:moveTo>
                    <a:lnTo>
                      <a:pt x="1088" y="486"/>
                    </a:lnTo>
                    <a:lnTo>
                      <a:pt x="1085" y="488"/>
                    </a:lnTo>
                    <a:lnTo>
                      <a:pt x="1082" y="489"/>
                    </a:lnTo>
                    <a:lnTo>
                      <a:pt x="1081" y="490"/>
                    </a:lnTo>
                    <a:lnTo>
                      <a:pt x="1081" y="492"/>
                    </a:lnTo>
                    <a:lnTo>
                      <a:pt x="1081" y="494"/>
                    </a:lnTo>
                    <a:lnTo>
                      <a:pt x="1080" y="496"/>
                    </a:lnTo>
                    <a:lnTo>
                      <a:pt x="1078" y="497"/>
                    </a:lnTo>
                    <a:lnTo>
                      <a:pt x="1074" y="497"/>
                    </a:lnTo>
                    <a:lnTo>
                      <a:pt x="1072" y="498"/>
                    </a:lnTo>
                    <a:lnTo>
                      <a:pt x="1070" y="499"/>
                    </a:lnTo>
                    <a:lnTo>
                      <a:pt x="1069" y="501"/>
                    </a:lnTo>
                    <a:lnTo>
                      <a:pt x="1068" y="503"/>
                    </a:lnTo>
                    <a:lnTo>
                      <a:pt x="1065" y="504"/>
                    </a:lnTo>
                    <a:lnTo>
                      <a:pt x="1062" y="503"/>
                    </a:lnTo>
                    <a:lnTo>
                      <a:pt x="1059" y="502"/>
                    </a:lnTo>
                    <a:lnTo>
                      <a:pt x="1057" y="502"/>
                    </a:lnTo>
                    <a:lnTo>
                      <a:pt x="1054" y="501"/>
                    </a:lnTo>
                    <a:lnTo>
                      <a:pt x="1053" y="501"/>
                    </a:lnTo>
                    <a:lnTo>
                      <a:pt x="1051" y="500"/>
                    </a:lnTo>
                    <a:lnTo>
                      <a:pt x="1049" y="499"/>
                    </a:lnTo>
                    <a:lnTo>
                      <a:pt x="1047" y="500"/>
                    </a:lnTo>
                    <a:lnTo>
                      <a:pt x="1044" y="501"/>
                    </a:lnTo>
                    <a:lnTo>
                      <a:pt x="1040" y="502"/>
                    </a:lnTo>
                    <a:lnTo>
                      <a:pt x="1038" y="501"/>
                    </a:lnTo>
                    <a:lnTo>
                      <a:pt x="1037" y="499"/>
                    </a:lnTo>
                    <a:lnTo>
                      <a:pt x="1038" y="496"/>
                    </a:lnTo>
                    <a:lnTo>
                      <a:pt x="1037" y="495"/>
                    </a:lnTo>
                    <a:lnTo>
                      <a:pt x="1036" y="494"/>
                    </a:lnTo>
                    <a:lnTo>
                      <a:pt x="1034" y="493"/>
                    </a:lnTo>
                    <a:lnTo>
                      <a:pt x="1033" y="491"/>
                    </a:lnTo>
                    <a:lnTo>
                      <a:pt x="1033" y="489"/>
                    </a:lnTo>
                    <a:lnTo>
                      <a:pt x="1034" y="488"/>
                    </a:lnTo>
                    <a:lnTo>
                      <a:pt x="1034" y="486"/>
                    </a:lnTo>
                    <a:lnTo>
                      <a:pt x="1033" y="485"/>
                    </a:lnTo>
                    <a:lnTo>
                      <a:pt x="1032" y="483"/>
                    </a:lnTo>
                    <a:lnTo>
                      <a:pt x="1032" y="482"/>
                    </a:lnTo>
                    <a:lnTo>
                      <a:pt x="1032" y="480"/>
                    </a:lnTo>
                    <a:lnTo>
                      <a:pt x="1032" y="479"/>
                    </a:lnTo>
                    <a:lnTo>
                      <a:pt x="1030" y="476"/>
                    </a:lnTo>
                    <a:lnTo>
                      <a:pt x="1029" y="474"/>
                    </a:lnTo>
                    <a:lnTo>
                      <a:pt x="1030" y="473"/>
                    </a:lnTo>
                    <a:lnTo>
                      <a:pt x="1033" y="472"/>
                    </a:lnTo>
                    <a:lnTo>
                      <a:pt x="1037" y="473"/>
                    </a:lnTo>
                    <a:lnTo>
                      <a:pt x="1041" y="473"/>
                    </a:lnTo>
                    <a:lnTo>
                      <a:pt x="1042" y="472"/>
                    </a:lnTo>
                    <a:lnTo>
                      <a:pt x="1043" y="471"/>
                    </a:lnTo>
                    <a:lnTo>
                      <a:pt x="1045" y="469"/>
                    </a:lnTo>
                    <a:lnTo>
                      <a:pt x="1047" y="468"/>
                    </a:lnTo>
                    <a:lnTo>
                      <a:pt x="1049" y="468"/>
                    </a:lnTo>
                    <a:lnTo>
                      <a:pt x="1051" y="467"/>
                    </a:lnTo>
                    <a:lnTo>
                      <a:pt x="1054" y="467"/>
                    </a:lnTo>
                    <a:lnTo>
                      <a:pt x="1057" y="466"/>
                    </a:lnTo>
                    <a:lnTo>
                      <a:pt x="1060" y="466"/>
                    </a:lnTo>
                    <a:lnTo>
                      <a:pt x="1063" y="467"/>
                    </a:lnTo>
                    <a:lnTo>
                      <a:pt x="1065" y="468"/>
                    </a:lnTo>
                    <a:lnTo>
                      <a:pt x="1068" y="468"/>
                    </a:lnTo>
                    <a:lnTo>
                      <a:pt x="1071" y="468"/>
                    </a:lnTo>
                    <a:lnTo>
                      <a:pt x="1074" y="469"/>
                    </a:lnTo>
                    <a:lnTo>
                      <a:pt x="1076" y="471"/>
                    </a:lnTo>
                    <a:lnTo>
                      <a:pt x="1076" y="473"/>
                    </a:lnTo>
                    <a:lnTo>
                      <a:pt x="1076" y="475"/>
                    </a:lnTo>
                    <a:lnTo>
                      <a:pt x="1078" y="476"/>
                    </a:lnTo>
                    <a:lnTo>
                      <a:pt x="1081" y="477"/>
                    </a:lnTo>
                    <a:lnTo>
                      <a:pt x="1085" y="477"/>
                    </a:lnTo>
                    <a:lnTo>
                      <a:pt x="1088" y="478"/>
                    </a:lnTo>
                    <a:lnTo>
                      <a:pt x="1090" y="480"/>
                    </a:lnTo>
                    <a:lnTo>
                      <a:pt x="1090" y="481"/>
                    </a:lnTo>
                    <a:lnTo>
                      <a:pt x="1090" y="483"/>
                    </a:lnTo>
                    <a:close/>
                  </a:path>
                </a:pathLst>
              </a:custGeom>
              <a:solidFill>
                <a:srgbClr val="ECB78D">
                  <a:alpha val="9600"/>
                </a:srgbClr>
              </a:solidFill>
              <a:ln>
                <a:noFill/>
              </a:ln>
            </p:spPr>
            <p:txBody>
              <a:bodyPr anchor="ctr"/>
              <a:lstStyle/>
              <a:p>
                <a:pPr algn="ctr">
                  <a:buNone/>
                </a:pPr>
              </a:p>
            </p:txBody>
          </p:sp>
          <p:sp>
            <p:nvSpPr>
              <p:cNvPr id="2967" name="addition:input:90"/>
              <p:cNvSpPr>
                <a:spLocks noGrp="1"/>
              </p:cNvSpPr>
              <p:nvPr/>
            </p:nvSpPr>
            <p:spPr>
              <a:xfrm>
                <a:off x="209550" y="5438775"/>
                <a:ext cx="1836847" cy="954131"/>
              </a:xfrm>
              <a:custGeom>
                <a:avLst/>
                <a:gdLst/>
                <a:ahLst/>
                <a:cxnLst/>
                <a:rect l="l" t="t" r="r" b="b"/>
                <a:pathLst>
                  <a:path w="1116" h="509">
                    <a:moveTo>
                      <a:pt x="0" y="0"/>
                    </a:moveTo>
                    <a:moveTo>
                      <a:pt x="1109" y="489"/>
                    </a:moveTo>
                    <a:lnTo>
                      <a:pt x="1108" y="490"/>
                    </a:lnTo>
                    <a:lnTo>
                      <a:pt x="1109" y="492"/>
                    </a:lnTo>
                    <a:lnTo>
                      <a:pt x="1110" y="494"/>
                    </a:lnTo>
                    <a:lnTo>
                      <a:pt x="1110" y="495"/>
                    </a:lnTo>
                    <a:lnTo>
                      <a:pt x="1110" y="497"/>
                    </a:lnTo>
                    <a:lnTo>
                      <a:pt x="1110" y="499"/>
                    </a:lnTo>
                    <a:lnTo>
                      <a:pt x="1110" y="501"/>
                    </a:lnTo>
                    <a:lnTo>
                      <a:pt x="1110" y="503"/>
                    </a:lnTo>
                    <a:lnTo>
                      <a:pt x="1107" y="504"/>
                    </a:lnTo>
                    <a:lnTo>
                      <a:pt x="1104" y="504"/>
                    </a:lnTo>
                    <a:lnTo>
                      <a:pt x="1101" y="504"/>
                    </a:lnTo>
                    <a:lnTo>
                      <a:pt x="1098" y="504"/>
                    </a:lnTo>
                    <a:lnTo>
                      <a:pt x="1097" y="505"/>
                    </a:lnTo>
                    <a:lnTo>
                      <a:pt x="1096" y="507"/>
                    </a:lnTo>
                    <a:lnTo>
                      <a:pt x="1094" y="508"/>
                    </a:lnTo>
                    <a:lnTo>
                      <a:pt x="1092" y="507"/>
                    </a:lnTo>
                    <a:lnTo>
                      <a:pt x="1089" y="507"/>
                    </a:lnTo>
                    <a:lnTo>
                      <a:pt x="1087" y="506"/>
                    </a:lnTo>
                    <a:lnTo>
                      <a:pt x="1085" y="507"/>
                    </a:lnTo>
                    <a:lnTo>
                      <a:pt x="1082" y="508"/>
                    </a:lnTo>
                    <a:lnTo>
                      <a:pt x="1079" y="509"/>
                    </a:lnTo>
                    <a:lnTo>
                      <a:pt x="1076" y="508"/>
                    </a:lnTo>
                    <a:lnTo>
                      <a:pt x="1073" y="507"/>
                    </a:lnTo>
                    <a:lnTo>
                      <a:pt x="1071" y="506"/>
                    </a:lnTo>
                    <a:lnTo>
                      <a:pt x="1068" y="505"/>
                    </a:lnTo>
                    <a:lnTo>
                      <a:pt x="1067" y="503"/>
                    </a:lnTo>
                    <a:lnTo>
                      <a:pt x="1066" y="501"/>
                    </a:lnTo>
                    <a:lnTo>
                      <a:pt x="1067" y="498"/>
                    </a:lnTo>
                    <a:lnTo>
                      <a:pt x="1066" y="497"/>
                    </a:lnTo>
                    <a:lnTo>
                      <a:pt x="1064" y="496"/>
                    </a:lnTo>
                    <a:lnTo>
                      <a:pt x="1059" y="495"/>
                    </a:lnTo>
                    <a:lnTo>
                      <a:pt x="1055" y="494"/>
                    </a:lnTo>
                    <a:lnTo>
                      <a:pt x="1053" y="493"/>
                    </a:lnTo>
                    <a:lnTo>
                      <a:pt x="1053" y="491"/>
                    </a:lnTo>
                    <a:lnTo>
                      <a:pt x="1054" y="489"/>
                    </a:lnTo>
                    <a:lnTo>
                      <a:pt x="1055" y="487"/>
                    </a:lnTo>
                    <a:lnTo>
                      <a:pt x="1054" y="485"/>
                    </a:lnTo>
                    <a:lnTo>
                      <a:pt x="1055" y="483"/>
                    </a:lnTo>
                    <a:lnTo>
                      <a:pt x="1056" y="482"/>
                    </a:lnTo>
                    <a:lnTo>
                      <a:pt x="1059" y="481"/>
                    </a:lnTo>
                    <a:lnTo>
                      <a:pt x="1061" y="479"/>
                    </a:lnTo>
                    <a:lnTo>
                      <a:pt x="1062" y="478"/>
                    </a:lnTo>
                    <a:lnTo>
                      <a:pt x="1064" y="477"/>
                    </a:lnTo>
                    <a:lnTo>
                      <a:pt x="1066" y="476"/>
                    </a:lnTo>
                    <a:lnTo>
                      <a:pt x="1069" y="475"/>
                    </a:lnTo>
                    <a:lnTo>
                      <a:pt x="1072" y="475"/>
                    </a:lnTo>
                    <a:lnTo>
                      <a:pt x="1074" y="473"/>
                    </a:lnTo>
                    <a:lnTo>
                      <a:pt x="1075" y="471"/>
                    </a:lnTo>
                    <a:lnTo>
                      <a:pt x="1077" y="468"/>
                    </a:lnTo>
                    <a:lnTo>
                      <a:pt x="1080" y="466"/>
                    </a:lnTo>
                    <a:lnTo>
                      <a:pt x="1083" y="467"/>
                    </a:lnTo>
                    <a:lnTo>
                      <a:pt x="1087" y="469"/>
                    </a:lnTo>
                    <a:lnTo>
                      <a:pt x="1089" y="471"/>
                    </a:lnTo>
                    <a:lnTo>
                      <a:pt x="1092" y="471"/>
                    </a:lnTo>
                    <a:lnTo>
                      <a:pt x="1094" y="472"/>
                    </a:lnTo>
                    <a:lnTo>
                      <a:pt x="1097" y="472"/>
                    </a:lnTo>
                    <a:lnTo>
                      <a:pt x="1099" y="473"/>
                    </a:lnTo>
                    <a:lnTo>
                      <a:pt x="1101" y="473"/>
                    </a:lnTo>
                    <a:lnTo>
                      <a:pt x="1103" y="473"/>
                    </a:lnTo>
                    <a:lnTo>
                      <a:pt x="1106" y="473"/>
                    </a:lnTo>
                    <a:lnTo>
                      <a:pt x="1109" y="474"/>
                    </a:lnTo>
                    <a:lnTo>
                      <a:pt x="1110" y="475"/>
                    </a:lnTo>
                    <a:lnTo>
                      <a:pt x="1110" y="477"/>
                    </a:lnTo>
                    <a:lnTo>
                      <a:pt x="1110" y="479"/>
                    </a:lnTo>
                    <a:lnTo>
                      <a:pt x="1112" y="480"/>
                    </a:lnTo>
                    <a:lnTo>
                      <a:pt x="1114" y="482"/>
                    </a:lnTo>
                    <a:lnTo>
                      <a:pt x="1116" y="483"/>
                    </a:lnTo>
                    <a:lnTo>
                      <a:pt x="1115" y="485"/>
                    </a:lnTo>
                    <a:lnTo>
                      <a:pt x="1112" y="487"/>
                    </a:lnTo>
                    <a:close/>
                  </a:path>
                </a:pathLst>
              </a:custGeom>
              <a:solidFill>
                <a:srgbClr val="ECB78D">
                  <a:alpha val="9600"/>
                </a:srgbClr>
              </a:solidFill>
              <a:ln>
                <a:noFill/>
              </a:ln>
            </p:spPr>
            <p:txBody>
              <a:bodyPr anchor="ctr"/>
              <a:lstStyle/>
              <a:p>
                <a:pPr algn="ctr">
                  <a:buNone/>
                </a:pPr>
              </a:p>
            </p:txBody>
          </p:sp>
          <p:sp>
            <p:nvSpPr>
              <p:cNvPr id="2968" name="addition:input:91"/>
              <p:cNvSpPr>
                <a:spLocks noGrp="1"/>
              </p:cNvSpPr>
              <p:nvPr/>
            </p:nvSpPr>
            <p:spPr>
              <a:xfrm>
                <a:off x="209550" y="5438775"/>
                <a:ext cx="1879641" cy="987872"/>
              </a:xfrm>
              <a:custGeom>
                <a:avLst/>
                <a:gdLst/>
                <a:ahLst/>
                <a:cxnLst/>
                <a:rect l="l" t="t" r="r" b="b"/>
                <a:pathLst>
                  <a:path w="1142" h="527">
                    <a:moveTo>
                      <a:pt x="0" y="0"/>
                    </a:moveTo>
                    <a:moveTo>
                      <a:pt x="1134" y="505"/>
                    </a:moveTo>
                    <a:lnTo>
                      <a:pt x="1136" y="507"/>
                    </a:lnTo>
                    <a:lnTo>
                      <a:pt x="1137" y="509"/>
                    </a:lnTo>
                    <a:lnTo>
                      <a:pt x="1136" y="510"/>
                    </a:lnTo>
                    <a:lnTo>
                      <a:pt x="1134" y="512"/>
                    </a:lnTo>
                    <a:lnTo>
                      <a:pt x="1133" y="514"/>
                    </a:lnTo>
                    <a:lnTo>
                      <a:pt x="1132" y="515"/>
                    </a:lnTo>
                    <a:lnTo>
                      <a:pt x="1132" y="518"/>
                    </a:lnTo>
                    <a:lnTo>
                      <a:pt x="1131" y="519"/>
                    </a:lnTo>
                    <a:lnTo>
                      <a:pt x="1129" y="521"/>
                    </a:lnTo>
                    <a:lnTo>
                      <a:pt x="1127" y="522"/>
                    </a:lnTo>
                    <a:lnTo>
                      <a:pt x="1126" y="523"/>
                    </a:lnTo>
                    <a:lnTo>
                      <a:pt x="1124" y="525"/>
                    </a:lnTo>
                    <a:lnTo>
                      <a:pt x="1121" y="525"/>
                    </a:lnTo>
                    <a:lnTo>
                      <a:pt x="1118" y="524"/>
                    </a:lnTo>
                    <a:lnTo>
                      <a:pt x="1115" y="522"/>
                    </a:lnTo>
                    <a:lnTo>
                      <a:pt x="1113" y="521"/>
                    </a:lnTo>
                    <a:lnTo>
                      <a:pt x="1111" y="522"/>
                    </a:lnTo>
                    <a:lnTo>
                      <a:pt x="1109" y="525"/>
                    </a:lnTo>
                    <a:lnTo>
                      <a:pt x="1106" y="527"/>
                    </a:lnTo>
                    <a:lnTo>
                      <a:pt x="1103" y="527"/>
                    </a:lnTo>
                    <a:lnTo>
                      <a:pt x="1100" y="527"/>
                    </a:lnTo>
                    <a:lnTo>
                      <a:pt x="1098" y="525"/>
                    </a:lnTo>
                    <a:lnTo>
                      <a:pt x="1095" y="524"/>
                    </a:lnTo>
                    <a:lnTo>
                      <a:pt x="1093" y="523"/>
                    </a:lnTo>
                    <a:lnTo>
                      <a:pt x="1090" y="522"/>
                    </a:lnTo>
                    <a:lnTo>
                      <a:pt x="1089" y="520"/>
                    </a:lnTo>
                    <a:lnTo>
                      <a:pt x="1088" y="518"/>
                    </a:lnTo>
                    <a:lnTo>
                      <a:pt x="1086" y="516"/>
                    </a:lnTo>
                    <a:lnTo>
                      <a:pt x="1083" y="515"/>
                    </a:lnTo>
                    <a:lnTo>
                      <a:pt x="1080" y="514"/>
                    </a:lnTo>
                    <a:lnTo>
                      <a:pt x="1079" y="512"/>
                    </a:lnTo>
                    <a:lnTo>
                      <a:pt x="1079" y="510"/>
                    </a:lnTo>
                    <a:lnTo>
                      <a:pt x="1080" y="508"/>
                    </a:lnTo>
                    <a:lnTo>
                      <a:pt x="1078" y="507"/>
                    </a:lnTo>
                    <a:lnTo>
                      <a:pt x="1075" y="505"/>
                    </a:lnTo>
                    <a:lnTo>
                      <a:pt x="1071" y="503"/>
                    </a:lnTo>
                    <a:lnTo>
                      <a:pt x="1070" y="501"/>
                    </a:lnTo>
                    <a:lnTo>
                      <a:pt x="1071" y="499"/>
                    </a:lnTo>
                    <a:lnTo>
                      <a:pt x="1075" y="497"/>
                    </a:lnTo>
                    <a:lnTo>
                      <a:pt x="1078" y="496"/>
                    </a:lnTo>
                    <a:lnTo>
                      <a:pt x="1081" y="495"/>
                    </a:lnTo>
                    <a:lnTo>
                      <a:pt x="1083" y="494"/>
                    </a:lnTo>
                    <a:lnTo>
                      <a:pt x="1085" y="493"/>
                    </a:lnTo>
                    <a:lnTo>
                      <a:pt x="1088" y="492"/>
                    </a:lnTo>
                    <a:lnTo>
                      <a:pt x="1089" y="490"/>
                    </a:lnTo>
                    <a:lnTo>
                      <a:pt x="1091" y="488"/>
                    </a:lnTo>
                    <a:lnTo>
                      <a:pt x="1092" y="486"/>
                    </a:lnTo>
                    <a:lnTo>
                      <a:pt x="1094" y="484"/>
                    </a:lnTo>
                    <a:lnTo>
                      <a:pt x="1098" y="483"/>
                    </a:lnTo>
                    <a:lnTo>
                      <a:pt x="1102" y="484"/>
                    </a:lnTo>
                    <a:lnTo>
                      <a:pt x="1105" y="485"/>
                    </a:lnTo>
                    <a:lnTo>
                      <a:pt x="1108" y="485"/>
                    </a:lnTo>
                    <a:lnTo>
                      <a:pt x="1112" y="483"/>
                    </a:lnTo>
                    <a:lnTo>
                      <a:pt x="1115" y="483"/>
                    </a:lnTo>
                    <a:lnTo>
                      <a:pt x="1118" y="484"/>
                    </a:lnTo>
                    <a:lnTo>
                      <a:pt x="1120" y="486"/>
                    </a:lnTo>
                    <a:lnTo>
                      <a:pt x="1122" y="488"/>
                    </a:lnTo>
                    <a:lnTo>
                      <a:pt x="1124" y="489"/>
                    </a:lnTo>
                    <a:lnTo>
                      <a:pt x="1126" y="490"/>
                    </a:lnTo>
                    <a:lnTo>
                      <a:pt x="1129" y="490"/>
                    </a:lnTo>
                    <a:lnTo>
                      <a:pt x="1131" y="491"/>
                    </a:lnTo>
                    <a:lnTo>
                      <a:pt x="1133" y="491"/>
                    </a:lnTo>
                    <a:lnTo>
                      <a:pt x="1136" y="492"/>
                    </a:lnTo>
                    <a:lnTo>
                      <a:pt x="1139" y="493"/>
                    </a:lnTo>
                    <a:lnTo>
                      <a:pt x="1142" y="494"/>
                    </a:lnTo>
                    <a:lnTo>
                      <a:pt x="1142" y="497"/>
                    </a:lnTo>
                    <a:lnTo>
                      <a:pt x="1139" y="499"/>
                    </a:lnTo>
                    <a:lnTo>
                      <a:pt x="1135" y="502"/>
                    </a:lnTo>
                    <a:lnTo>
                      <a:pt x="1134" y="503"/>
                    </a:lnTo>
                    <a:close/>
                  </a:path>
                </a:pathLst>
              </a:custGeom>
              <a:solidFill>
                <a:srgbClr val="ECB78D">
                  <a:alpha val="9600"/>
                </a:srgbClr>
              </a:solidFill>
              <a:ln>
                <a:noFill/>
              </a:ln>
            </p:spPr>
            <p:txBody>
              <a:bodyPr anchor="ctr"/>
              <a:lstStyle/>
              <a:p>
                <a:pPr algn="ctr">
                  <a:buNone/>
                </a:pPr>
              </a:p>
            </p:txBody>
          </p:sp>
          <p:sp>
            <p:nvSpPr>
              <p:cNvPr id="2969" name="addition:input:92"/>
              <p:cNvSpPr>
                <a:spLocks noGrp="1"/>
              </p:cNvSpPr>
              <p:nvPr/>
            </p:nvSpPr>
            <p:spPr>
              <a:xfrm>
                <a:off x="209550" y="5438775"/>
                <a:ext cx="1851660" cy="1025362"/>
              </a:xfrm>
              <a:custGeom>
                <a:avLst/>
                <a:gdLst/>
                <a:ahLst/>
                <a:cxnLst/>
                <a:rect l="l" t="t" r="r" b="b"/>
                <a:pathLst>
                  <a:path w="1125" h="547">
                    <a:moveTo>
                      <a:pt x="0" y="0"/>
                    </a:moveTo>
                    <a:moveTo>
                      <a:pt x="1119" y="523"/>
                    </a:moveTo>
                    <a:lnTo>
                      <a:pt x="1121" y="524"/>
                    </a:lnTo>
                    <a:lnTo>
                      <a:pt x="1124" y="527"/>
                    </a:lnTo>
                    <a:lnTo>
                      <a:pt x="1125" y="529"/>
                    </a:lnTo>
                    <a:lnTo>
                      <a:pt x="1123" y="530"/>
                    </a:lnTo>
                    <a:lnTo>
                      <a:pt x="1120" y="532"/>
                    </a:lnTo>
                    <a:lnTo>
                      <a:pt x="1119" y="533"/>
                    </a:lnTo>
                    <a:lnTo>
                      <a:pt x="1119" y="535"/>
                    </a:lnTo>
                    <a:lnTo>
                      <a:pt x="1119" y="538"/>
                    </a:lnTo>
                    <a:lnTo>
                      <a:pt x="1118" y="540"/>
                    </a:lnTo>
                    <a:lnTo>
                      <a:pt x="1115" y="540"/>
                    </a:lnTo>
                    <a:lnTo>
                      <a:pt x="1110" y="540"/>
                    </a:lnTo>
                    <a:lnTo>
                      <a:pt x="1106" y="539"/>
                    </a:lnTo>
                    <a:lnTo>
                      <a:pt x="1103" y="539"/>
                    </a:lnTo>
                    <a:lnTo>
                      <a:pt x="1101" y="540"/>
                    </a:lnTo>
                    <a:lnTo>
                      <a:pt x="1098" y="542"/>
                    </a:lnTo>
                    <a:lnTo>
                      <a:pt x="1096" y="542"/>
                    </a:lnTo>
                    <a:lnTo>
                      <a:pt x="1092" y="543"/>
                    </a:lnTo>
                    <a:lnTo>
                      <a:pt x="1089" y="545"/>
                    </a:lnTo>
                    <a:lnTo>
                      <a:pt x="1085" y="546"/>
                    </a:lnTo>
                    <a:lnTo>
                      <a:pt x="1080" y="547"/>
                    </a:lnTo>
                    <a:lnTo>
                      <a:pt x="1076" y="545"/>
                    </a:lnTo>
                    <a:lnTo>
                      <a:pt x="1074" y="543"/>
                    </a:lnTo>
                    <a:lnTo>
                      <a:pt x="1072" y="540"/>
                    </a:lnTo>
                    <a:lnTo>
                      <a:pt x="1069" y="538"/>
                    </a:lnTo>
                    <a:lnTo>
                      <a:pt x="1065" y="538"/>
                    </a:lnTo>
                    <a:lnTo>
                      <a:pt x="1061" y="538"/>
                    </a:lnTo>
                    <a:lnTo>
                      <a:pt x="1058" y="537"/>
                    </a:lnTo>
                    <a:lnTo>
                      <a:pt x="1056" y="535"/>
                    </a:lnTo>
                    <a:lnTo>
                      <a:pt x="1056" y="533"/>
                    </a:lnTo>
                    <a:lnTo>
                      <a:pt x="1054" y="531"/>
                    </a:lnTo>
                    <a:lnTo>
                      <a:pt x="1051" y="530"/>
                    </a:lnTo>
                    <a:lnTo>
                      <a:pt x="1047" y="528"/>
                    </a:lnTo>
                    <a:lnTo>
                      <a:pt x="1045" y="527"/>
                    </a:lnTo>
                    <a:lnTo>
                      <a:pt x="1045" y="525"/>
                    </a:lnTo>
                    <a:lnTo>
                      <a:pt x="1044" y="523"/>
                    </a:lnTo>
                    <a:lnTo>
                      <a:pt x="1044" y="521"/>
                    </a:lnTo>
                    <a:lnTo>
                      <a:pt x="1044" y="518"/>
                    </a:lnTo>
                    <a:lnTo>
                      <a:pt x="1047" y="517"/>
                    </a:lnTo>
                    <a:lnTo>
                      <a:pt x="1052" y="515"/>
                    </a:lnTo>
                    <a:lnTo>
                      <a:pt x="1058" y="515"/>
                    </a:lnTo>
                    <a:lnTo>
                      <a:pt x="1061" y="514"/>
                    </a:lnTo>
                    <a:lnTo>
                      <a:pt x="1062" y="512"/>
                    </a:lnTo>
                    <a:lnTo>
                      <a:pt x="1061" y="509"/>
                    </a:lnTo>
                    <a:lnTo>
                      <a:pt x="1061" y="506"/>
                    </a:lnTo>
                    <a:lnTo>
                      <a:pt x="1064" y="505"/>
                    </a:lnTo>
                    <a:lnTo>
                      <a:pt x="1067" y="504"/>
                    </a:lnTo>
                    <a:lnTo>
                      <a:pt x="1071" y="503"/>
                    </a:lnTo>
                    <a:lnTo>
                      <a:pt x="1075" y="502"/>
                    </a:lnTo>
                    <a:lnTo>
                      <a:pt x="1078" y="501"/>
                    </a:lnTo>
                    <a:lnTo>
                      <a:pt x="1082" y="501"/>
                    </a:lnTo>
                    <a:lnTo>
                      <a:pt x="1086" y="501"/>
                    </a:lnTo>
                    <a:lnTo>
                      <a:pt x="1089" y="502"/>
                    </a:lnTo>
                    <a:lnTo>
                      <a:pt x="1092" y="502"/>
                    </a:lnTo>
                    <a:lnTo>
                      <a:pt x="1095" y="502"/>
                    </a:lnTo>
                    <a:lnTo>
                      <a:pt x="1098" y="502"/>
                    </a:lnTo>
                    <a:lnTo>
                      <a:pt x="1101" y="503"/>
                    </a:lnTo>
                    <a:lnTo>
                      <a:pt x="1102" y="505"/>
                    </a:lnTo>
                    <a:lnTo>
                      <a:pt x="1104" y="507"/>
                    </a:lnTo>
                    <a:lnTo>
                      <a:pt x="1107" y="507"/>
                    </a:lnTo>
                    <a:lnTo>
                      <a:pt x="1112" y="506"/>
                    </a:lnTo>
                    <a:lnTo>
                      <a:pt x="1117" y="505"/>
                    </a:lnTo>
                    <a:lnTo>
                      <a:pt x="1120" y="506"/>
                    </a:lnTo>
                    <a:lnTo>
                      <a:pt x="1121" y="508"/>
                    </a:lnTo>
                    <a:lnTo>
                      <a:pt x="1120" y="511"/>
                    </a:lnTo>
                    <a:lnTo>
                      <a:pt x="1119" y="514"/>
                    </a:lnTo>
                    <a:lnTo>
                      <a:pt x="1119" y="515"/>
                    </a:lnTo>
                    <a:lnTo>
                      <a:pt x="1119" y="517"/>
                    </a:lnTo>
                    <a:lnTo>
                      <a:pt x="1119" y="519"/>
                    </a:lnTo>
                    <a:lnTo>
                      <a:pt x="1118" y="521"/>
                    </a:lnTo>
                    <a:close/>
                  </a:path>
                </a:pathLst>
              </a:custGeom>
              <a:solidFill>
                <a:srgbClr val="ECB78D">
                  <a:alpha val="9600"/>
                </a:srgbClr>
              </a:solidFill>
              <a:ln>
                <a:noFill/>
              </a:ln>
            </p:spPr>
            <p:txBody>
              <a:bodyPr anchor="ctr"/>
              <a:lstStyle/>
              <a:p>
                <a:pPr algn="ctr">
                  <a:buNone/>
                </a:pPr>
              </a:p>
            </p:txBody>
          </p:sp>
          <p:sp>
            <p:nvSpPr>
              <p:cNvPr id="2970" name="addition:input:93"/>
              <p:cNvSpPr>
                <a:spLocks noGrp="1"/>
              </p:cNvSpPr>
              <p:nvPr/>
            </p:nvSpPr>
            <p:spPr>
              <a:xfrm>
                <a:off x="209550" y="5438775"/>
                <a:ext cx="1794053" cy="1023488"/>
              </a:xfrm>
              <a:custGeom>
                <a:avLst/>
                <a:gdLst/>
                <a:ahLst/>
                <a:cxnLst/>
                <a:rect l="l" t="t" r="r" b="b"/>
                <a:pathLst>
                  <a:path w="1090" h="546">
                    <a:moveTo>
                      <a:pt x="0" y="0"/>
                    </a:moveTo>
                    <a:moveTo>
                      <a:pt x="1088" y="525"/>
                    </a:moveTo>
                    <a:lnTo>
                      <a:pt x="1090" y="527"/>
                    </a:lnTo>
                    <a:lnTo>
                      <a:pt x="1090" y="529"/>
                    </a:lnTo>
                    <a:lnTo>
                      <a:pt x="1089" y="531"/>
                    </a:lnTo>
                    <a:lnTo>
                      <a:pt x="1087" y="532"/>
                    </a:lnTo>
                    <a:lnTo>
                      <a:pt x="1085" y="534"/>
                    </a:lnTo>
                    <a:lnTo>
                      <a:pt x="1083" y="535"/>
                    </a:lnTo>
                    <a:lnTo>
                      <a:pt x="1079" y="536"/>
                    </a:lnTo>
                    <a:lnTo>
                      <a:pt x="1075" y="536"/>
                    </a:lnTo>
                    <a:lnTo>
                      <a:pt x="1072" y="537"/>
                    </a:lnTo>
                    <a:lnTo>
                      <a:pt x="1071" y="539"/>
                    </a:lnTo>
                    <a:lnTo>
                      <a:pt x="1071" y="542"/>
                    </a:lnTo>
                    <a:lnTo>
                      <a:pt x="1069" y="545"/>
                    </a:lnTo>
                    <a:lnTo>
                      <a:pt x="1066" y="546"/>
                    </a:lnTo>
                    <a:lnTo>
                      <a:pt x="1062" y="546"/>
                    </a:lnTo>
                    <a:lnTo>
                      <a:pt x="1058" y="545"/>
                    </a:lnTo>
                    <a:lnTo>
                      <a:pt x="1055" y="545"/>
                    </a:lnTo>
                    <a:lnTo>
                      <a:pt x="1052" y="546"/>
                    </a:lnTo>
                    <a:lnTo>
                      <a:pt x="1048" y="546"/>
                    </a:lnTo>
                    <a:lnTo>
                      <a:pt x="1045" y="546"/>
                    </a:lnTo>
                    <a:lnTo>
                      <a:pt x="1042" y="545"/>
                    </a:lnTo>
                    <a:lnTo>
                      <a:pt x="1039" y="543"/>
                    </a:lnTo>
                    <a:lnTo>
                      <a:pt x="1037" y="543"/>
                    </a:lnTo>
                    <a:lnTo>
                      <a:pt x="1034" y="542"/>
                    </a:lnTo>
                    <a:lnTo>
                      <a:pt x="1032" y="541"/>
                    </a:lnTo>
                    <a:lnTo>
                      <a:pt x="1031" y="539"/>
                    </a:lnTo>
                    <a:lnTo>
                      <a:pt x="1029" y="538"/>
                    </a:lnTo>
                    <a:lnTo>
                      <a:pt x="1027" y="537"/>
                    </a:lnTo>
                    <a:lnTo>
                      <a:pt x="1022" y="537"/>
                    </a:lnTo>
                    <a:lnTo>
                      <a:pt x="1018" y="537"/>
                    </a:lnTo>
                    <a:lnTo>
                      <a:pt x="1016" y="535"/>
                    </a:lnTo>
                    <a:lnTo>
                      <a:pt x="1017" y="533"/>
                    </a:lnTo>
                    <a:lnTo>
                      <a:pt x="1020" y="530"/>
                    </a:lnTo>
                    <a:lnTo>
                      <a:pt x="1023" y="528"/>
                    </a:lnTo>
                    <a:lnTo>
                      <a:pt x="1023" y="526"/>
                    </a:lnTo>
                    <a:lnTo>
                      <a:pt x="1023" y="525"/>
                    </a:lnTo>
                    <a:lnTo>
                      <a:pt x="1023" y="523"/>
                    </a:lnTo>
                    <a:lnTo>
                      <a:pt x="1024" y="521"/>
                    </a:lnTo>
                    <a:lnTo>
                      <a:pt x="1024" y="519"/>
                    </a:lnTo>
                    <a:lnTo>
                      <a:pt x="1024" y="518"/>
                    </a:lnTo>
                    <a:lnTo>
                      <a:pt x="1024" y="515"/>
                    </a:lnTo>
                    <a:lnTo>
                      <a:pt x="1024" y="513"/>
                    </a:lnTo>
                    <a:lnTo>
                      <a:pt x="1026" y="512"/>
                    </a:lnTo>
                    <a:lnTo>
                      <a:pt x="1029" y="511"/>
                    </a:lnTo>
                    <a:lnTo>
                      <a:pt x="1031" y="510"/>
                    </a:lnTo>
                    <a:lnTo>
                      <a:pt x="1032" y="508"/>
                    </a:lnTo>
                    <a:lnTo>
                      <a:pt x="1033" y="506"/>
                    </a:lnTo>
                    <a:lnTo>
                      <a:pt x="1035" y="504"/>
                    </a:lnTo>
                    <a:lnTo>
                      <a:pt x="1038" y="504"/>
                    </a:lnTo>
                    <a:lnTo>
                      <a:pt x="1042" y="506"/>
                    </a:lnTo>
                    <a:lnTo>
                      <a:pt x="1045" y="507"/>
                    </a:lnTo>
                    <a:lnTo>
                      <a:pt x="1047" y="508"/>
                    </a:lnTo>
                    <a:lnTo>
                      <a:pt x="1049" y="507"/>
                    </a:lnTo>
                    <a:lnTo>
                      <a:pt x="1051" y="505"/>
                    </a:lnTo>
                    <a:lnTo>
                      <a:pt x="1054" y="504"/>
                    </a:lnTo>
                    <a:lnTo>
                      <a:pt x="1057" y="504"/>
                    </a:lnTo>
                    <a:lnTo>
                      <a:pt x="1060" y="503"/>
                    </a:lnTo>
                    <a:lnTo>
                      <a:pt x="1063" y="503"/>
                    </a:lnTo>
                    <a:lnTo>
                      <a:pt x="1067" y="504"/>
                    </a:lnTo>
                    <a:lnTo>
                      <a:pt x="1069" y="506"/>
                    </a:lnTo>
                    <a:lnTo>
                      <a:pt x="1070" y="508"/>
                    </a:lnTo>
                    <a:lnTo>
                      <a:pt x="1070" y="511"/>
                    </a:lnTo>
                    <a:lnTo>
                      <a:pt x="1072" y="513"/>
                    </a:lnTo>
                    <a:lnTo>
                      <a:pt x="1075" y="513"/>
                    </a:lnTo>
                    <a:lnTo>
                      <a:pt x="1079" y="514"/>
                    </a:lnTo>
                    <a:lnTo>
                      <a:pt x="1081" y="515"/>
                    </a:lnTo>
                    <a:lnTo>
                      <a:pt x="1082" y="517"/>
                    </a:lnTo>
                    <a:lnTo>
                      <a:pt x="1081" y="520"/>
                    </a:lnTo>
                    <a:lnTo>
                      <a:pt x="1082" y="521"/>
                    </a:lnTo>
                    <a:lnTo>
                      <a:pt x="1084" y="523"/>
                    </a:lnTo>
                    <a:close/>
                  </a:path>
                </a:pathLst>
              </a:custGeom>
              <a:solidFill>
                <a:srgbClr val="ECB78D">
                  <a:alpha val="9600"/>
                </a:srgbClr>
              </a:solidFill>
              <a:ln>
                <a:noFill/>
              </a:ln>
            </p:spPr>
            <p:txBody>
              <a:bodyPr anchor="ctr"/>
              <a:lstStyle/>
              <a:p>
                <a:pPr algn="ctr">
                  <a:buNone/>
                </a:pPr>
              </a:p>
            </p:txBody>
          </p:sp>
          <p:sp>
            <p:nvSpPr>
              <p:cNvPr id="2971" name="addition:input:94"/>
              <p:cNvSpPr>
                <a:spLocks noGrp="1"/>
              </p:cNvSpPr>
              <p:nvPr/>
            </p:nvSpPr>
            <p:spPr>
              <a:xfrm>
                <a:off x="209550" y="5438775"/>
                <a:ext cx="1729862" cy="1008492"/>
              </a:xfrm>
              <a:custGeom>
                <a:avLst/>
                <a:gdLst/>
                <a:ahLst/>
                <a:cxnLst/>
                <a:rect l="l" t="t" r="r" b="b"/>
                <a:pathLst>
                  <a:path w="1051" h="538">
                    <a:moveTo>
                      <a:pt x="0" y="0"/>
                    </a:moveTo>
                    <a:moveTo>
                      <a:pt x="1046" y="517"/>
                    </a:moveTo>
                    <a:lnTo>
                      <a:pt x="1049" y="519"/>
                    </a:lnTo>
                    <a:lnTo>
                      <a:pt x="1051" y="521"/>
                    </a:lnTo>
                    <a:lnTo>
                      <a:pt x="1050" y="522"/>
                    </a:lnTo>
                    <a:lnTo>
                      <a:pt x="1048" y="523"/>
                    </a:lnTo>
                    <a:lnTo>
                      <a:pt x="1046" y="525"/>
                    </a:lnTo>
                    <a:lnTo>
                      <a:pt x="1046" y="526"/>
                    </a:lnTo>
                    <a:lnTo>
                      <a:pt x="1046" y="528"/>
                    </a:lnTo>
                    <a:lnTo>
                      <a:pt x="1045" y="529"/>
                    </a:lnTo>
                    <a:lnTo>
                      <a:pt x="1043" y="530"/>
                    </a:lnTo>
                    <a:lnTo>
                      <a:pt x="1041" y="531"/>
                    </a:lnTo>
                    <a:lnTo>
                      <a:pt x="1038" y="531"/>
                    </a:lnTo>
                    <a:lnTo>
                      <a:pt x="1037" y="532"/>
                    </a:lnTo>
                    <a:lnTo>
                      <a:pt x="1035" y="532"/>
                    </a:lnTo>
                    <a:lnTo>
                      <a:pt x="1032" y="532"/>
                    </a:lnTo>
                    <a:lnTo>
                      <a:pt x="1030" y="532"/>
                    </a:lnTo>
                    <a:lnTo>
                      <a:pt x="1028" y="533"/>
                    </a:lnTo>
                    <a:lnTo>
                      <a:pt x="1026" y="535"/>
                    </a:lnTo>
                    <a:lnTo>
                      <a:pt x="1023" y="537"/>
                    </a:lnTo>
                    <a:lnTo>
                      <a:pt x="1020" y="538"/>
                    </a:lnTo>
                    <a:lnTo>
                      <a:pt x="1017" y="537"/>
                    </a:lnTo>
                    <a:lnTo>
                      <a:pt x="1015" y="535"/>
                    </a:lnTo>
                    <a:lnTo>
                      <a:pt x="1013" y="533"/>
                    </a:lnTo>
                    <a:lnTo>
                      <a:pt x="1011" y="531"/>
                    </a:lnTo>
                    <a:lnTo>
                      <a:pt x="1009" y="531"/>
                    </a:lnTo>
                    <a:lnTo>
                      <a:pt x="1006" y="530"/>
                    </a:lnTo>
                    <a:lnTo>
                      <a:pt x="1004" y="529"/>
                    </a:lnTo>
                    <a:lnTo>
                      <a:pt x="1003" y="528"/>
                    </a:lnTo>
                    <a:lnTo>
                      <a:pt x="1001" y="527"/>
                    </a:lnTo>
                    <a:lnTo>
                      <a:pt x="999" y="526"/>
                    </a:lnTo>
                    <a:lnTo>
                      <a:pt x="996" y="525"/>
                    </a:lnTo>
                    <a:lnTo>
                      <a:pt x="995" y="524"/>
                    </a:lnTo>
                    <a:lnTo>
                      <a:pt x="995" y="522"/>
                    </a:lnTo>
                    <a:lnTo>
                      <a:pt x="995" y="520"/>
                    </a:lnTo>
                    <a:lnTo>
                      <a:pt x="994" y="519"/>
                    </a:lnTo>
                    <a:lnTo>
                      <a:pt x="993" y="517"/>
                    </a:lnTo>
                    <a:lnTo>
                      <a:pt x="992" y="515"/>
                    </a:lnTo>
                    <a:lnTo>
                      <a:pt x="993" y="514"/>
                    </a:lnTo>
                    <a:lnTo>
                      <a:pt x="997" y="512"/>
                    </a:lnTo>
                    <a:lnTo>
                      <a:pt x="1001" y="512"/>
                    </a:lnTo>
                    <a:lnTo>
                      <a:pt x="1004" y="511"/>
                    </a:lnTo>
                    <a:lnTo>
                      <a:pt x="1004" y="509"/>
                    </a:lnTo>
                    <a:lnTo>
                      <a:pt x="1004" y="507"/>
                    </a:lnTo>
                    <a:lnTo>
                      <a:pt x="1004" y="505"/>
                    </a:lnTo>
                    <a:lnTo>
                      <a:pt x="1005" y="504"/>
                    </a:lnTo>
                    <a:lnTo>
                      <a:pt x="1007" y="502"/>
                    </a:lnTo>
                    <a:lnTo>
                      <a:pt x="1009" y="501"/>
                    </a:lnTo>
                    <a:lnTo>
                      <a:pt x="1011" y="500"/>
                    </a:lnTo>
                    <a:lnTo>
                      <a:pt x="1013" y="499"/>
                    </a:lnTo>
                    <a:lnTo>
                      <a:pt x="1016" y="499"/>
                    </a:lnTo>
                    <a:lnTo>
                      <a:pt x="1019" y="500"/>
                    </a:lnTo>
                    <a:lnTo>
                      <a:pt x="1022" y="501"/>
                    </a:lnTo>
                    <a:lnTo>
                      <a:pt x="1023" y="501"/>
                    </a:lnTo>
                    <a:lnTo>
                      <a:pt x="1025" y="500"/>
                    </a:lnTo>
                    <a:lnTo>
                      <a:pt x="1028" y="499"/>
                    </a:lnTo>
                    <a:lnTo>
                      <a:pt x="1030" y="500"/>
                    </a:lnTo>
                    <a:lnTo>
                      <a:pt x="1031" y="501"/>
                    </a:lnTo>
                    <a:lnTo>
                      <a:pt x="1032" y="503"/>
                    </a:lnTo>
                    <a:lnTo>
                      <a:pt x="1034" y="503"/>
                    </a:lnTo>
                    <a:lnTo>
                      <a:pt x="1037" y="502"/>
                    </a:lnTo>
                    <a:lnTo>
                      <a:pt x="1040" y="502"/>
                    </a:lnTo>
                    <a:lnTo>
                      <a:pt x="1042" y="503"/>
                    </a:lnTo>
                    <a:lnTo>
                      <a:pt x="1043" y="504"/>
                    </a:lnTo>
                    <a:lnTo>
                      <a:pt x="1044" y="506"/>
                    </a:lnTo>
                    <a:lnTo>
                      <a:pt x="1045" y="507"/>
                    </a:lnTo>
                    <a:lnTo>
                      <a:pt x="1045" y="509"/>
                    </a:lnTo>
                    <a:lnTo>
                      <a:pt x="1045" y="511"/>
                    </a:lnTo>
                    <a:lnTo>
                      <a:pt x="1043" y="513"/>
                    </a:lnTo>
                    <a:lnTo>
                      <a:pt x="1042" y="514"/>
                    </a:lnTo>
                    <a:lnTo>
                      <a:pt x="1043" y="516"/>
                    </a:lnTo>
                    <a:close/>
                  </a:path>
                </a:pathLst>
              </a:custGeom>
              <a:solidFill>
                <a:srgbClr val="ECB78D">
                  <a:alpha val="9600"/>
                </a:srgbClr>
              </a:solidFill>
              <a:ln>
                <a:noFill/>
              </a:ln>
            </p:spPr>
            <p:txBody>
              <a:bodyPr anchor="ctr"/>
              <a:lstStyle/>
              <a:p>
                <a:pPr algn="ctr">
                  <a:buNone/>
                </a:pPr>
              </a:p>
            </p:txBody>
          </p:sp>
          <p:sp>
            <p:nvSpPr>
              <p:cNvPr id="2972" name="addition:input:95"/>
              <p:cNvSpPr>
                <a:spLocks noGrp="1"/>
              </p:cNvSpPr>
              <p:nvPr/>
            </p:nvSpPr>
            <p:spPr>
              <a:xfrm>
                <a:off x="209550" y="5438775"/>
                <a:ext cx="1825325" cy="1010366"/>
              </a:xfrm>
              <a:custGeom>
                <a:avLst/>
                <a:gdLst/>
                <a:ahLst/>
                <a:cxnLst/>
                <a:rect l="l" t="t" r="r" b="b"/>
                <a:pathLst>
                  <a:path w="1109" h="539">
                    <a:moveTo>
                      <a:pt x="0" y="0"/>
                    </a:moveTo>
                    <a:moveTo>
                      <a:pt x="1102" y="514"/>
                    </a:moveTo>
                    <a:lnTo>
                      <a:pt x="1100" y="516"/>
                    </a:lnTo>
                    <a:lnTo>
                      <a:pt x="1100" y="518"/>
                    </a:lnTo>
                    <a:lnTo>
                      <a:pt x="1103" y="520"/>
                    </a:lnTo>
                    <a:lnTo>
                      <a:pt x="1106" y="522"/>
                    </a:lnTo>
                    <a:lnTo>
                      <a:pt x="1107" y="525"/>
                    </a:lnTo>
                    <a:lnTo>
                      <a:pt x="1105" y="527"/>
                    </a:lnTo>
                    <a:lnTo>
                      <a:pt x="1101" y="528"/>
                    </a:lnTo>
                    <a:lnTo>
                      <a:pt x="1097" y="529"/>
                    </a:lnTo>
                    <a:lnTo>
                      <a:pt x="1095" y="530"/>
                    </a:lnTo>
                    <a:lnTo>
                      <a:pt x="1095" y="532"/>
                    </a:lnTo>
                    <a:lnTo>
                      <a:pt x="1093" y="534"/>
                    </a:lnTo>
                    <a:lnTo>
                      <a:pt x="1090" y="535"/>
                    </a:lnTo>
                    <a:lnTo>
                      <a:pt x="1086" y="534"/>
                    </a:lnTo>
                    <a:lnTo>
                      <a:pt x="1082" y="534"/>
                    </a:lnTo>
                    <a:lnTo>
                      <a:pt x="1080" y="534"/>
                    </a:lnTo>
                    <a:lnTo>
                      <a:pt x="1077" y="535"/>
                    </a:lnTo>
                    <a:lnTo>
                      <a:pt x="1074" y="535"/>
                    </a:lnTo>
                    <a:lnTo>
                      <a:pt x="1071" y="535"/>
                    </a:lnTo>
                    <a:lnTo>
                      <a:pt x="1068" y="536"/>
                    </a:lnTo>
                    <a:lnTo>
                      <a:pt x="1064" y="537"/>
                    </a:lnTo>
                    <a:lnTo>
                      <a:pt x="1059" y="538"/>
                    </a:lnTo>
                    <a:lnTo>
                      <a:pt x="1054" y="539"/>
                    </a:lnTo>
                    <a:lnTo>
                      <a:pt x="1050" y="537"/>
                    </a:lnTo>
                    <a:lnTo>
                      <a:pt x="1049" y="534"/>
                    </a:lnTo>
                    <a:lnTo>
                      <a:pt x="1048" y="531"/>
                    </a:lnTo>
                    <a:lnTo>
                      <a:pt x="1047" y="528"/>
                    </a:lnTo>
                    <a:lnTo>
                      <a:pt x="1044" y="527"/>
                    </a:lnTo>
                    <a:lnTo>
                      <a:pt x="1040" y="527"/>
                    </a:lnTo>
                    <a:lnTo>
                      <a:pt x="1036" y="525"/>
                    </a:lnTo>
                    <a:lnTo>
                      <a:pt x="1034" y="524"/>
                    </a:lnTo>
                    <a:lnTo>
                      <a:pt x="1033" y="522"/>
                    </a:lnTo>
                    <a:lnTo>
                      <a:pt x="1031" y="520"/>
                    </a:lnTo>
                    <a:lnTo>
                      <a:pt x="1028" y="518"/>
                    </a:lnTo>
                    <a:lnTo>
                      <a:pt x="1026" y="516"/>
                    </a:lnTo>
                    <a:lnTo>
                      <a:pt x="1025" y="514"/>
                    </a:lnTo>
                    <a:lnTo>
                      <a:pt x="1026" y="512"/>
                    </a:lnTo>
                    <a:lnTo>
                      <a:pt x="1027" y="510"/>
                    </a:lnTo>
                    <a:lnTo>
                      <a:pt x="1027" y="508"/>
                    </a:lnTo>
                    <a:lnTo>
                      <a:pt x="1026" y="505"/>
                    </a:lnTo>
                    <a:lnTo>
                      <a:pt x="1029" y="503"/>
                    </a:lnTo>
                    <a:lnTo>
                      <a:pt x="1033" y="502"/>
                    </a:lnTo>
                    <a:lnTo>
                      <a:pt x="1040" y="502"/>
                    </a:lnTo>
                    <a:lnTo>
                      <a:pt x="1044" y="502"/>
                    </a:lnTo>
                    <a:lnTo>
                      <a:pt x="1046" y="500"/>
                    </a:lnTo>
                    <a:lnTo>
                      <a:pt x="1046" y="498"/>
                    </a:lnTo>
                    <a:lnTo>
                      <a:pt x="1047" y="494"/>
                    </a:lnTo>
                    <a:lnTo>
                      <a:pt x="1050" y="492"/>
                    </a:lnTo>
                    <a:lnTo>
                      <a:pt x="1054" y="491"/>
                    </a:lnTo>
                    <a:lnTo>
                      <a:pt x="1058" y="491"/>
                    </a:lnTo>
                    <a:lnTo>
                      <a:pt x="1062" y="490"/>
                    </a:lnTo>
                    <a:lnTo>
                      <a:pt x="1066" y="490"/>
                    </a:lnTo>
                    <a:lnTo>
                      <a:pt x="1071" y="490"/>
                    </a:lnTo>
                    <a:lnTo>
                      <a:pt x="1074" y="492"/>
                    </a:lnTo>
                    <a:lnTo>
                      <a:pt x="1078" y="494"/>
                    </a:lnTo>
                    <a:lnTo>
                      <a:pt x="1081" y="494"/>
                    </a:lnTo>
                    <a:lnTo>
                      <a:pt x="1084" y="493"/>
                    </a:lnTo>
                    <a:lnTo>
                      <a:pt x="1088" y="493"/>
                    </a:lnTo>
                    <a:lnTo>
                      <a:pt x="1091" y="494"/>
                    </a:lnTo>
                    <a:lnTo>
                      <a:pt x="1093" y="496"/>
                    </a:lnTo>
                    <a:lnTo>
                      <a:pt x="1094" y="498"/>
                    </a:lnTo>
                    <a:lnTo>
                      <a:pt x="1096" y="499"/>
                    </a:lnTo>
                    <a:lnTo>
                      <a:pt x="1100" y="499"/>
                    </a:lnTo>
                    <a:lnTo>
                      <a:pt x="1105" y="499"/>
                    </a:lnTo>
                    <a:lnTo>
                      <a:pt x="1109" y="501"/>
                    </a:lnTo>
                    <a:lnTo>
                      <a:pt x="1109" y="503"/>
                    </a:lnTo>
                    <a:lnTo>
                      <a:pt x="1108" y="506"/>
                    </a:lnTo>
                    <a:lnTo>
                      <a:pt x="1106" y="508"/>
                    </a:lnTo>
                    <a:lnTo>
                      <a:pt x="1105" y="510"/>
                    </a:lnTo>
                    <a:lnTo>
                      <a:pt x="1104" y="512"/>
                    </a:lnTo>
                    <a:close/>
                  </a:path>
                </a:pathLst>
              </a:custGeom>
              <a:solidFill>
                <a:srgbClr val="ECB78D">
                  <a:alpha val="9600"/>
                </a:srgbClr>
              </a:solidFill>
              <a:ln>
                <a:noFill/>
              </a:ln>
            </p:spPr>
            <p:txBody>
              <a:bodyPr anchor="ctr"/>
              <a:lstStyle/>
              <a:p>
                <a:pPr algn="ctr">
                  <a:buNone/>
                </a:pPr>
              </a:p>
            </p:txBody>
          </p:sp>
          <p:sp>
            <p:nvSpPr>
              <p:cNvPr id="2973" name="addition:input:96"/>
              <p:cNvSpPr>
                <a:spLocks noGrp="1"/>
              </p:cNvSpPr>
              <p:nvPr/>
            </p:nvSpPr>
            <p:spPr>
              <a:xfrm>
                <a:off x="209550" y="5438775"/>
                <a:ext cx="1854952" cy="1029111"/>
              </a:xfrm>
              <a:custGeom>
                <a:avLst/>
                <a:gdLst/>
                <a:ahLst/>
                <a:cxnLst/>
                <a:rect l="l" t="t" r="r" b="b"/>
                <a:pathLst>
                  <a:path w="1127" h="549">
                    <a:moveTo>
                      <a:pt x="0" y="0"/>
                    </a:moveTo>
                    <a:moveTo>
                      <a:pt x="1127" y="510"/>
                    </a:moveTo>
                    <a:lnTo>
                      <a:pt x="1126" y="513"/>
                    </a:lnTo>
                    <a:lnTo>
                      <a:pt x="1124" y="516"/>
                    </a:lnTo>
                    <a:lnTo>
                      <a:pt x="1124" y="519"/>
                    </a:lnTo>
                    <a:lnTo>
                      <a:pt x="1124" y="522"/>
                    </a:lnTo>
                    <a:lnTo>
                      <a:pt x="1122" y="525"/>
                    </a:lnTo>
                    <a:lnTo>
                      <a:pt x="1118" y="527"/>
                    </a:lnTo>
                    <a:lnTo>
                      <a:pt x="1114" y="529"/>
                    </a:lnTo>
                    <a:lnTo>
                      <a:pt x="1111" y="531"/>
                    </a:lnTo>
                    <a:lnTo>
                      <a:pt x="1108" y="533"/>
                    </a:lnTo>
                    <a:lnTo>
                      <a:pt x="1105" y="535"/>
                    </a:lnTo>
                    <a:lnTo>
                      <a:pt x="1100" y="536"/>
                    </a:lnTo>
                    <a:lnTo>
                      <a:pt x="1094" y="536"/>
                    </a:lnTo>
                    <a:lnTo>
                      <a:pt x="1089" y="536"/>
                    </a:lnTo>
                    <a:lnTo>
                      <a:pt x="1085" y="539"/>
                    </a:lnTo>
                    <a:lnTo>
                      <a:pt x="1082" y="543"/>
                    </a:lnTo>
                    <a:lnTo>
                      <a:pt x="1077" y="547"/>
                    </a:lnTo>
                    <a:lnTo>
                      <a:pt x="1071" y="549"/>
                    </a:lnTo>
                    <a:lnTo>
                      <a:pt x="1064" y="547"/>
                    </a:lnTo>
                    <a:lnTo>
                      <a:pt x="1059" y="544"/>
                    </a:lnTo>
                    <a:lnTo>
                      <a:pt x="1054" y="541"/>
                    </a:lnTo>
                    <a:lnTo>
                      <a:pt x="1049" y="540"/>
                    </a:lnTo>
                    <a:lnTo>
                      <a:pt x="1045" y="538"/>
                    </a:lnTo>
                    <a:lnTo>
                      <a:pt x="1041" y="536"/>
                    </a:lnTo>
                    <a:lnTo>
                      <a:pt x="1038" y="534"/>
                    </a:lnTo>
                    <a:lnTo>
                      <a:pt x="1034" y="533"/>
                    </a:lnTo>
                    <a:lnTo>
                      <a:pt x="1028" y="533"/>
                    </a:lnTo>
                    <a:lnTo>
                      <a:pt x="1022" y="533"/>
                    </a:lnTo>
                    <a:lnTo>
                      <a:pt x="1018" y="531"/>
                    </a:lnTo>
                    <a:lnTo>
                      <a:pt x="1017" y="528"/>
                    </a:lnTo>
                    <a:lnTo>
                      <a:pt x="1017" y="524"/>
                    </a:lnTo>
                    <a:lnTo>
                      <a:pt x="1017" y="521"/>
                    </a:lnTo>
                    <a:lnTo>
                      <a:pt x="1013" y="519"/>
                    </a:lnTo>
                    <a:lnTo>
                      <a:pt x="1009" y="516"/>
                    </a:lnTo>
                    <a:lnTo>
                      <a:pt x="1008" y="513"/>
                    </a:lnTo>
                    <a:lnTo>
                      <a:pt x="1011" y="510"/>
                    </a:lnTo>
                    <a:lnTo>
                      <a:pt x="1018" y="507"/>
                    </a:lnTo>
                    <a:lnTo>
                      <a:pt x="1024" y="505"/>
                    </a:lnTo>
                    <a:lnTo>
                      <a:pt x="1026" y="502"/>
                    </a:lnTo>
                    <a:lnTo>
                      <a:pt x="1027" y="500"/>
                    </a:lnTo>
                    <a:lnTo>
                      <a:pt x="1027" y="497"/>
                    </a:lnTo>
                    <a:lnTo>
                      <a:pt x="1028" y="494"/>
                    </a:lnTo>
                    <a:lnTo>
                      <a:pt x="1029" y="491"/>
                    </a:lnTo>
                    <a:lnTo>
                      <a:pt x="1030" y="487"/>
                    </a:lnTo>
                    <a:lnTo>
                      <a:pt x="1030" y="483"/>
                    </a:lnTo>
                    <a:lnTo>
                      <a:pt x="1033" y="480"/>
                    </a:lnTo>
                    <a:lnTo>
                      <a:pt x="1039" y="479"/>
                    </a:lnTo>
                    <a:lnTo>
                      <a:pt x="1046" y="481"/>
                    </a:lnTo>
                    <a:lnTo>
                      <a:pt x="1051" y="482"/>
                    </a:lnTo>
                    <a:lnTo>
                      <a:pt x="1055" y="482"/>
                    </a:lnTo>
                    <a:lnTo>
                      <a:pt x="1058" y="480"/>
                    </a:lnTo>
                    <a:lnTo>
                      <a:pt x="1061" y="477"/>
                    </a:lnTo>
                    <a:lnTo>
                      <a:pt x="1065" y="477"/>
                    </a:lnTo>
                    <a:lnTo>
                      <a:pt x="1069" y="478"/>
                    </a:lnTo>
                    <a:lnTo>
                      <a:pt x="1073" y="480"/>
                    </a:lnTo>
                    <a:lnTo>
                      <a:pt x="1077" y="481"/>
                    </a:lnTo>
                    <a:lnTo>
                      <a:pt x="1081" y="480"/>
                    </a:lnTo>
                    <a:lnTo>
                      <a:pt x="1086" y="479"/>
                    </a:lnTo>
                    <a:lnTo>
                      <a:pt x="1091" y="479"/>
                    </a:lnTo>
                    <a:lnTo>
                      <a:pt x="1095" y="481"/>
                    </a:lnTo>
                    <a:lnTo>
                      <a:pt x="1100" y="482"/>
                    </a:lnTo>
                    <a:lnTo>
                      <a:pt x="1104" y="484"/>
                    </a:lnTo>
                    <a:lnTo>
                      <a:pt x="1108" y="486"/>
                    </a:lnTo>
                    <a:lnTo>
                      <a:pt x="1110" y="490"/>
                    </a:lnTo>
                    <a:lnTo>
                      <a:pt x="1108" y="494"/>
                    </a:lnTo>
                    <a:lnTo>
                      <a:pt x="1105" y="498"/>
                    </a:lnTo>
                    <a:lnTo>
                      <a:pt x="1105" y="501"/>
                    </a:lnTo>
                    <a:lnTo>
                      <a:pt x="1110" y="503"/>
                    </a:lnTo>
                    <a:lnTo>
                      <a:pt x="1118" y="504"/>
                    </a:lnTo>
                    <a:lnTo>
                      <a:pt x="1125" y="507"/>
                    </a:lnTo>
                    <a:close/>
                  </a:path>
                </a:pathLst>
              </a:custGeom>
              <a:solidFill>
                <a:srgbClr val="E18B48">
                  <a:alpha val="11100"/>
                </a:srgbClr>
              </a:solidFill>
              <a:ln>
                <a:noFill/>
              </a:ln>
            </p:spPr>
            <p:txBody>
              <a:bodyPr anchor="ctr"/>
              <a:lstStyle/>
              <a:p>
                <a:pPr algn="ctr">
                  <a:buNone/>
                </a:pPr>
              </a:p>
            </p:txBody>
          </p:sp>
          <p:sp>
            <p:nvSpPr>
              <p:cNvPr id="2974" name="addition:input:97"/>
              <p:cNvSpPr>
                <a:spLocks noGrp="1"/>
              </p:cNvSpPr>
              <p:nvPr/>
            </p:nvSpPr>
            <p:spPr>
              <a:xfrm>
                <a:off x="209550" y="5438775"/>
                <a:ext cx="1767718" cy="974750"/>
              </a:xfrm>
              <a:custGeom>
                <a:avLst/>
                <a:gdLst/>
                <a:ahLst/>
                <a:cxnLst/>
                <a:rect l="l" t="t" r="r" b="b"/>
                <a:pathLst>
                  <a:path w="1074" h="520">
                    <a:moveTo>
                      <a:pt x="0" y="0"/>
                    </a:moveTo>
                    <a:moveTo>
                      <a:pt x="1073" y="501"/>
                    </a:moveTo>
                    <a:lnTo>
                      <a:pt x="1074" y="503"/>
                    </a:lnTo>
                    <a:lnTo>
                      <a:pt x="1074" y="504"/>
                    </a:lnTo>
                    <a:lnTo>
                      <a:pt x="1073" y="506"/>
                    </a:lnTo>
                    <a:lnTo>
                      <a:pt x="1071" y="507"/>
                    </a:lnTo>
                    <a:lnTo>
                      <a:pt x="1069" y="508"/>
                    </a:lnTo>
                    <a:lnTo>
                      <a:pt x="1068" y="509"/>
                    </a:lnTo>
                    <a:lnTo>
                      <a:pt x="1068" y="511"/>
                    </a:lnTo>
                    <a:lnTo>
                      <a:pt x="1066" y="512"/>
                    </a:lnTo>
                    <a:lnTo>
                      <a:pt x="1063" y="512"/>
                    </a:lnTo>
                    <a:lnTo>
                      <a:pt x="1060" y="512"/>
                    </a:lnTo>
                    <a:lnTo>
                      <a:pt x="1058" y="513"/>
                    </a:lnTo>
                    <a:lnTo>
                      <a:pt x="1057" y="514"/>
                    </a:lnTo>
                    <a:lnTo>
                      <a:pt x="1056" y="517"/>
                    </a:lnTo>
                    <a:lnTo>
                      <a:pt x="1054" y="519"/>
                    </a:lnTo>
                    <a:lnTo>
                      <a:pt x="1051" y="520"/>
                    </a:lnTo>
                    <a:lnTo>
                      <a:pt x="1048" y="519"/>
                    </a:lnTo>
                    <a:lnTo>
                      <a:pt x="1046" y="519"/>
                    </a:lnTo>
                    <a:lnTo>
                      <a:pt x="1043" y="518"/>
                    </a:lnTo>
                    <a:lnTo>
                      <a:pt x="1041" y="517"/>
                    </a:lnTo>
                    <a:lnTo>
                      <a:pt x="1039" y="516"/>
                    </a:lnTo>
                    <a:lnTo>
                      <a:pt x="1037" y="515"/>
                    </a:lnTo>
                    <a:lnTo>
                      <a:pt x="1036" y="514"/>
                    </a:lnTo>
                    <a:lnTo>
                      <a:pt x="1034" y="514"/>
                    </a:lnTo>
                    <a:lnTo>
                      <a:pt x="1031" y="514"/>
                    </a:lnTo>
                    <a:lnTo>
                      <a:pt x="1028" y="515"/>
                    </a:lnTo>
                    <a:lnTo>
                      <a:pt x="1026" y="514"/>
                    </a:lnTo>
                    <a:lnTo>
                      <a:pt x="1026" y="512"/>
                    </a:lnTo>
                    <a:lnTo>
                      <a:pt x="1026" y="511"/>
                    </a:lnTo>
                    <a:lnTo>
                      <a:pt x="1025" y="509"/>
                    </a:lnTo>
                    <a:lnTo>
                      <a:pt x="1023" y="508"/>
                    </a:lnTo>
                    <a:lnTo>
                      <a:pt x="1021" y="507"/>
                    </a:lnTo>
                    <a:lnTo>
                      <a:pt x="1020" y="506"/>
                    </a:lnTo>
                    <a:lnTo>
                      <a:pt x="1021" y="504"/>
                    </a:lnTo>
                    <a:lnTo>
                      <a:pt x="1023" y="502"/>
                    </a:lnTo>
                    <a:lnTo>
                      <a:pt x="1025" y="501"/>
                    </a:lnTo>
                    <a:lnTo>
                      <a:pt x="1025" y="500"/>
                    </a:lnTo>
                    <a:lnTo>
                      <a:pt x="1026" y="498"/>
                    </a:lnTo>
                    <a:lnTo>
                      <a:pt x="1026" y="497"/>
                    </a:lnTo>
                    <a:lnTo>
                      <a:pt x="1027" y="496"/>
                    </a:lnTo>
                    <a:lnTo>
                      <a:pt x="1027" y="494"/>
                    </a:lnTo>
                    <a:lnTo>
                      <a:pt x="1026" y="492"/>
                    </a:lnTo>
                    <a:lnTo>
                      <a:pt x="1025" y="490"/>
                    </a:lnTo>
                    <a:lnTo>
                      <a:pt x="1025" y="488"/>
                    </a:lnTo>
                    <a:lnTo>
                      <a:pt x="1028" y="487"/>
                    </a:lnTo>
                    <a:lnTo>
                      <a:pt x="1031" y="488"/>
                    </a:lnTo>
                    <a:lnTo>
                      <a:pt x="1034" y="488"/>
                    </a:lnTo>
                    <a:lnTo>
                      <a:pt x="1035" y="488"/>
                    </a:lnTo>
                    <a:lnTo>
                      <a:pt x="1037" y="486"/>
                    </a:lnTo>
                    <a:lnTo>
                      <a:pt x="1038" y="485"/>
                    </a:lnTo>
                    <a:lnTo>
                      <a:pt x="1040" y="485"/>
                    </a:lnTo>
                    <a:lnTo>
                      <a:pt x="1042" y="485"/>
                    </a:lnTo>
                    <a:lnTo>
                      <a:pt x="1043" y="486"/>
                    </a:lnTo>
                    <a:lnTo>
                      <a:pt x="1045" y="485"/>
                    </a:lnTo>
                    <a:lnTo>
                      <a:pt x="1047" y="485"/>
                    </a:lnTo>
                    <a:lnTo>
                      <a:pt x="1050" y="484"/>
                    </a:lnTo>
                    <a:lnTo>
                      <a:pt x="1052" y="485"/>
                    </a:lnTo>
                    <a:lnTo>
                      <a:pt x="1054" y="485"/>
                    </a:lnTo>
                    <a:lnTo>
                      <a:pt x="1056" y="485"/>
                    </a:lnTo>
                    <a:lnTo>
                      <a:pt x="1059" y="485"/>
                    </a:lnTo>
                    <a:lnTo>
                      <a:pt x="1062" y="486"/>
                    </a:lnTo>
                    <a:lnTo>
                      <a:pt x="1063" y="488"/>
                    </a:lnTo>
                    <a:lnTo>
                      <a:pt x="1063" y="490"/>
                    </a:lnTo>
                    <a:lnTo>
                      <a:pt x="1062" y="493"/>
                    </a:lnTo>
                    <a:lnTo>
                      <a:pt x="1062" y="494"/>
                    </a:lnTo>
                    <a:lnTo>
                      <a:pt x="1065" y="495"/>
                    </a:lnTo>
                    <a:lnTo>
                      <a:pt x="1068" y="495"/>
                    </a:lnTo>
                    <a:lnTo>
                      <a:pt x="1071" y="496"/>
                    </a:lnTo>
                    <a:lnTo>
                      <a:pt x="1072" y="498"/>
                    </a:lnTo>
                    <a:lnTo>
                      <a:pt x="1073" y="499"/>
                    </a:lnTo>
                    <a:close/>
                  </a:path>
                </a:pathLst>
              </a:custGeom>
              <a:solidFill>
                <a:srgbClr val="DE8036">
                  <a:alpha val="10800"/>
                </a:srgbClr>
              </a:solidFill>
              <a:ln>
                <a:noFill/>
              </a:ln>
            </p:spPr>
            <p:txBody>
              <a:bodyPr anchor="ctr"/>
              <a:lstStyle/>
              <a:p>
                <a:pPr algn="ctr">
                  <a:buNone/>
                </a:pPr>
              </a:p>
            </p:txBody>
          </p:sp>
          <p:sp>
            <p:nvSpPr>
              <p:cNvPr id="2975" name="addition:input:98"/>
              <p:cNvSpPr>
                <a:spLocks noGrp="1"/>
              </p:cNvSpPr>
              <p:nvPr/>
            </p:nvSpPr>
            <p:spPr>
              <a:xfrm>
                <a:off x="209550" y="5438775"/>
                <a:ext cx="1817096" cy="957880"/>
              </a:xfrm>
              <a:custGeom>
                <a:avLst/>
                <a:gdLst/>
                <a:ahLst/>
                <a:cxnLst/>
                <a:rect l="l" t="t" r="r" b="b"/>
                <a:pathLst>
                  <a:path w="1104" h="511">
                    <a:moveTo>
                      <a:pt x="0" y="0"/>
                    </a:moveTo>
                    <a:moveTo>
                      <a:pt x="1103" y="496"/>
                    </a:moveTo>
                    <a:lnTo>
                      <a:pt x="1102" y="497"/>
                    </a:lnTo>
                    <a:lnTo>
                      <a:pt x="1102" y="498"/>
                    </a:lnTo>
                    <a:lnTo>
                      <a:pt x="1103" y="499"/>
                    </a:lnTo>
                    <a:lnTo>
                      <a:pt x="1102" y="501"/>
                    </a:lnTo>
                    <a:lnTo>
                      <a:pt x="1101" y="502"/>
                    </a:lnTo>
                    <a:lnTo>
                      <a:pt x="1099" y="502"/>
                    </a:lnTo>
                    <a:lnTo>
                      <a:pt x="1097" y="503"/>
                    </a:lnTo>
                    <a:lnTo>
                      <a:pt x="1096" y="504"/>
                    </a:lnTo>
                    <a:lnTo>
                      <a:pt x="1094" y="504"/>
                    </a:lnTo>
                    <a:lnTo>
                      <a:pt x="1093" y="505"/>
                    </a:lnTo>
                    <a:lnTo>
                      <a:pt x="1091" y="506"/>
                    </a:lnTo>
                    <a:lnTo>
                      <a:pt x="1090" y="506"/>
                    </a:lnTo>
                    <a:lnTo>
                      <a:pt x="1089" y="508"/>
                    </a:lnTo>
                    <a:lnTo>
                      <a:pt x="1087" y="510"/>
                    </a:lnTo>
                    <a:lnTo>
                      <a:pt x="1085" y="511"/>
                    </a:lnTo>
                    <a:lnTo>
                      <a:pt x="1083" y="510"/>
                    </a:lnTo>
                    <a:lnTo>
                      <a:pt x="1081" y="509"/>
                    </a:lnTo>
                    <a:lnTo>
                      <a:pt x="1079" y="508"/>
                    </a:lnTo>
                    <a:lnTo>
                      <a:pt x="1077" y="507"/>
                    </a:lnTo>
                    <a:lnTo>
                      <a:pt x="1076" y="507"/>
                    </a:lnTo>
                    <a:lnTo>
                      <a:pt x="1074" y="507"/>
                    </a:lnTo>
                    <a:lnTo>
                      <a:pt x="1072" y="507"/>
                    </a:lnTo>
                    <a:lnTo>
                      <a:pt x="1071" y="507"/>
                    </a:lnTo>
                    <a:lnTo>
                      <a:pt x="1070" y="506"/>
                    </a:lnTo>
                    <a:lnTo>
                      <a:pt x="1068" y="506"/>
                    </a:lnTo>
                    <a:lnTo>
                      <a:pt x="1066" y="505"/>
                    </a:lnTo>
                    <a:lnTo>
                      <a:pt x="1065" y="505"/>
                    </a:lnTo>
                    <a:lnTo>
                      <a:pt x="1064" y="504"/>
                    </a:lnTo>
                    <a:lnTo>
                      <a:pt x="1064" y="502"/>
                    </a:lnTo>
                    <a:lnTo>
                      <a:pt x="1063" y="502"/>
                    </a:lnTo>
                    <a:lnTo>
                      <a:pt x="1062" y="501"/>
                    </a:lnTo>
                    <a:lnTo>
                      <a:pt x="1061" y="500"/>
                    </a:lnTo>
                    <a:lnTo>
                      <a:pt x="1061" y="498"/>
                    </a:lnTo>
                    <a:lnTo>
                      <a:pt x="1063" y="497"/>
                    </a:lnTo>
                    <a:lnTo>
                      <a:pt x="1066" y="496"/>
                    </a:lnTo>
                    <a:lnTo>
                      <a:pt x="1067" y="495"/>
                    </a:lnTo>
                    <a:lnTo>
                      <a:pt x="1066" y="494"/>
                    </a:lnTo>
                    <a:lnTo>
                      <a:pt x="1065" y="493"/>
                    </a:lnTo>
                    <a:lnTo>
                      <a:pt x="1064" y="491"/>
                    </a:lnTo>
                    <a:lnTo>
                      <a:pt x="1063" y="490"/>
                    </a:lnTo>
                    <a:lnTo>
                      <a:pt x="1064" y="489"/>
                    </a:lnTo>
                    <a:lnTo>
                      <a:pt x="1065" y="488"/>
                    </a:lnTo>
                    <a:lnTo>
                      <a:pt x="1066" y="487"/>
                    </a:lnTo>
                    <a:lnTo>
                      <a:pt x="1067" y="486"/>
                    </a:lnTo>
                    <a:lnTo>
                      <a:pt x="1069" y="486"/>
                    </a:lnTo>
                    <a:lnTo>
                      <a:pt x="1071" y="486"/>
                    </a:lnTo>
                    <a:lnTo>
                      <a:pt x="1072" y="486"/>
                    </a:lnTo>
                    <a:lnTo>
                      <a:pt x="1073" y="485"/>
                    </a:lnTo>
                    <a:lnTo>
                      <a:pt x="1074" y="484"/>
                    </a:lnTo>
                    <a:lnTo>
                      <a:pt x="1076" y="483"/>
                    </a:lnTo>
                    <a:lnTo>
                      <a:pt x="1077" y="483"/>
                    </a:lnTo>
                    <a:lnTo>
                      <a:pt x="1079" y="484"/>
                    </a:lnTo>
                    <a:lnTo>
                      <a:pt x="1080" y="485"/>
                    </a:lnTo>
                    <a:lnTo>
                      <a:pt x="1082" y="484"/>
                    </a:lnTo>
                    <a:lnTo>
                      <a:pt x="1084" y="483"/>
                    </a:lnTo>
                    <a:lnTo>
                      <a:pt x="1086" y="482"/>
                    </a:lnTo>
                    <a:lnTo>
                      <a:pt x="1089" y="483"/>
                    </a:lnTo>
                    <a:lnTo>
                      <a:pt x="1090" y="483"/>
                    </a:lnTo>
                    <a:lnTo>
                      <a:pt x="1092" y="485"/>
                    </a:lnTo>
                    <a:lnTo>
                      <a:pt x="1093" y="486"/>
                    </a:lnTo>
                    <a:lnTo>
                      <a:pt x="1094" y="487"/>
                    </a:lnTo>
                    <a:lnTo>
                      <a:pt x="1095" y="488"/>
                    </a:lnTo>
                    <a:lnTo>
                      <a:pt x="1095" y="489"/>
                    </a:lnTo>
                    <a:lnTo>
                      <a:pt x="1095" y="490"/>
                    </a:lnTo>
                    <a:lnTo>
                      <a:pt x="1097" y="491"/>
                    </a:lnTo>
                    <a:lnTo>
                      <a:pt x="1100" y="492"/>
                    </a:lnTo>
                    <a:lnTo>
                      <a:pt x="1103" y="492"/>
                    </a:lnTo>
                    <a:lnTo>
                      <a:pt x="1104" y="493"/>
                    </a:lnTo>
                    <a:lnTo>
                      <a:pt x="1104" y="495"/>
                    </a:lnTo>
                    <a:close/>
                  </a:path>
                </a:pathLst>
              </a:custGeom>
              <a:solidFill>
                <a:srgbClr val="DE8036">
                  <a:alpha val="10800"/>
                </a:srgbClr>
              </a:solidFill>
              <a:ln>
                <a:noFill/>
              </a:ln>
            </p:spPr>
            <p:txBody>
              <a:bodyPr anchor="ctr"/>
              <a:lstStyle/>
              <a:p>
                <a:pPr algn="ctr">
                  <a:buNone/>
                </a:pPr>
              </a:p>
            </p:txBody>
          </p:sp>
          <p:sp>
            <p:nvSpPr>
              <p:cNvPr id="2976" name="addition:input:99"/>
              <p:cNvSpPr>
                <a:spLocks noGrp="1"/>
              </p:cNvSpPr>
              <p:nvPr/>
            </p:nvSpPr>
            <p:spPr>
              <a:xfrm>
                <a:off x="209550" y="5438775"/>
                <a:ext cx="1854952" cy="1002868"/>
              </a:xfrm>
              <a:custGeom>
                <a:avLst/>
                <a:gdLst/>
                <a:ahLst/>
                <a:cxnLst/>
                <a:rect l="l" t="t" r="r" b="b"/>
                <a:pathLst>
                  <a:path w="1127" h="535">
                    <a:moveTo>
                      <a:pt x="0" y="0"/>
                    </a:moveTo>
                    <a:moveTo>
                      <a:pt x="1126" y="518"/>
                    </a:moveTo>
                    <a:lnTo>
                      <a:pt x="1123" y="520"/>
                    </a:lnTo>
                    <a:lnTo>
                      <a:pt x="1120" y="521"/>
                    </a:lnTo>
                    <a:lnTo>
                      <a:pt x="1118" y="522"/>
                    </a:lnTo>
                    <a:lnTo>
                      <a:pt x="1118" y="523"/>
                    </a:lnTo>
                    <a:lnTo>
                      <a:pt x="1119" y="525"/>
                    </a:lnTo>
                    <a:lnTo>
                      <a:pt x="1119" y="527"/>
                    </a:lnTo>
                    <a:lnTo>
                      <a:pt x="1118" y="528"/>
                    </a:lnTo>
                    <a:lnTo>
                      <a:pt x="1115" y="529"/>
                    </a:lnTo>
                    <a:lnTo>
                      <a:pt x="1112" y="530"/>
                    </a:lnTo>
                    <a:lnTo>
                      <a:pt x="1111" y="531"/>
                    </a:lnTo>
                    <a:lnTo>
                      <a:pt x="1110" y="533"/>
                    </a:lnTo>
                    <a:lnTo>
                      <a:pt x="1108" y="534"/>
                    </a:lnTo>
                    <a:lnTo>
                      <a:pt x="1106" y="535"/>
                    </a:lnTo>
                    <a:lnTo>
                      <a:pt x="1103" y="535"/>
                    </a:lnTo>
                    <a:lnTo>
                      <a:pt x="1101" y="535"/>
                    </a:lnTo>
                    <a:lnTo>
                      <a:pt x="1099" y="534"/>
                    </a:lnTo>
                    <a:lnTo>
                      <a:pt x="1097" y="534"/>
                    </a:lnTo>
                    <a:lnTo>
                      <a:pt x="1095" y="534"/>
                    </a:lnTo>
                    <a:lnTo>
                      <a:pt x="1093" y="532"/>
                    </a:lnTo>
                    <a:lnTo>
                      <a:pt x="1092" y="532"/>
                    </a:lnTo>
                    <a:lnTo>
                      <a:pt x="1090" y="532"/>
                    </a:lnTo>
                    <a:lnTo>
                      <a:pt x="1087" y="533"/>
                    </a:lnTo>
                    <a:lnTo>
                      <a:pt x="1084" y="535"/>
                    </a:lnTo>
                    <a:lnTo>
                      <a:pt x="1081" y="534"/>
                    </a:lnTo>
                    <a:lnTo>
                      <a:pt x="1080" y="533"/>
                    </a:lnTo>
                    <a:lnTo>
                      <a:pt x="1080" y="531"/>
                    </a:lnTo>
                    <a:lnTo>
                      <a:pt x="1079" y="529"/>
                    </a:lnTo>
                    <a:lnTo>
                      <a:pt x="1078" y="528"/>
                    </a:lnTo>
                    <a:lnTo>
                      <a:pt x="1077" y="526"/>
                    </a:lnTo>
                    <a:lnTo>
                      <a:pt x="1075" y="525"/>
                    </a:lnTo>
                    <a:lnTo>
                      <a:pt x="1075" y="524"/>
                    </a:lnTo>
                    <a:lnTo>
                      <a:pt x="1075" y="522"/>
                    </a:lnTo>
                    <a:lnTo>
                      <a:pt x="1074" y="521"/>
                    </a:lnTo>
                    <a:lnTo>
                      <a:pt x="1073" y="520"/>
                    </a:lnTo>
                    <a:lnTo>
                      <a:pt x="1071" y="518"/>
                    </a:lnTo>
                    <a:lnTo>
                      <a:pt x="1071" y="517"/>
                    </a:lnTo>
                    <a:lnTo>
                      <a:pt x="1072" y="515"/>
                    </a:lnTo>
                    <a:lnTo>
                      <a:pt x="1072" y="514"/>
                    </a:lnTo>
                    <a:lnTo>
                      <a:pt x="1070" y="512"/>
                    </a:lnTo>
                    <a:lnTo>
                      <a:pt x="1069" y="510"/>
                    </a:lnTo>
                    <a:lnTo>
                      <a:pt x="1069" y="508"/>
                    </a:lnTo>
                    <a:lnTo>
                      <a:pt x="1071" y="507"/>
                    </a:lnTo>
                    <a:lnTo>
                      <a:pt x="1075" y="507"/>
                    </a:lnTo>
                    <a:lnTo>
                      <a:pt x="1079" y="507"/>
                    </a:lnTo>
                    <a:lnTo>
                      <a:pt x="1081" y="507"/>
                    </a:lnTo>
                    <a:lnTo>
                      <a:pt x="1082" y="506"/>
                    </a:lnTo>
                    <a:lnTo>
                      <a:pt x="1083" y="505"/>
                    </a:lnTo>
                    <a:lnTo>
                      <a:pt x="1085" y="503"/>
                    </a:lnTo>
                    <a:lnTo>
                      <a:pt x="1087" y="503"/>
                    </a:lnTo>
                    <a:lnTo>
                      <a:pt x="1089" y="502"/>
                    </a:lnTo>
                    <a:lnTo>
                      <a:pt x="1092" y="500"/>
                    </a:lnTo>
                    <a:lnTo>
                      <a:pt x="1094" y="500"/>
                    </a:lnTo>
                    <a:lnTo>
                      <a:pt x="1097" y="500"/>
                    </a:lnTo>
                    <a:lnTo>
                      <a:pt x="1100" y="501"/>
                    </a:lnTo>
                    <a:lnTo>
                      <a:pt x="1102" y="502"/>
                    </a:lnTo>
                    <a:lnTo>
                      <a:pt x="1105" y="503"/>
                    </a:lnTo>
                    <a:lnTo>
                      <a:pt x="1108" y="503"/>
                    </a:lnTo>
                    <a:lnTo>
                      <a:pt x="1111" y="503"/>
                    </a:lnTo>
                    <a:lnTo>
                      <a:pt x="1113" y="504"/>
                    </a:lnTo>
                    <a:lnTo>
                      <a:pt x="1114" y="506"/>
                    </a:lnTo>
                    <a:lnTo>
                      <a:pt x="1114" y="508"/>
                    </a:lnTo>
                    <a:lnTo>
                      <a:pt x="1115" y="509"/>
                    </a:lnTo>
                    <a:lnTo>
                      <a:pt x="1118" y="509"/>
                    </a:lnTo>
                    <a:lnTo>
                      <a:pt x="1121" y="510"/>
                    </a:lnTo>
                    <a:lnTo>
                      <a:pt x="1124" y="510"/>
                    </a:lnTo>
                    <a:lnTo>
                      <a:pt x="1126" y="512"/>
                    </a:lnTo>
                    <a:lnTo>
                      <a:pt x="1126" y="513"/>
                    </a:lnTo>
                    <a:lnTo>
                      <a:pt x="1127" y="515"/>
                    </a:lnTo>
                    <a:lnTo>
                      <a:pt x="1127" y="516"/>
                    </a:lnTo>
                    <a:close/>
                  </a:path>
                </a:pathLst>
              </a:custGeom>
              <a:solidFill>
                <a:srgbClr val="DE8036">
                  <a:alpha val="10800"/>
                </a:srgbClr>
              </a:solidFill>
              <a:ln>
                <a:noFill/>
              </a:ln>
            </p:spPr>
            <p:txBody>
              <a:bodyPr anchor="ctr"/>
              <a:lstStyle/>
              <a:p>
                <a:pPr algn="ctr">
                  <a:buNone/>
                </a:pPr>
              </a:p>
            </p:txBody>
          </p:sp>
          <p:sp>
            <p:nvSpPr>
              <p:cNvPr id="2977" name="addition:input:100"/>
              <p:cNvSpPr>
                <a:spLocks noGrp="1"/>
              </p:cNvSpPr>
              <p:nvPr/>
            </p:nvSpPr>
            <p:spPr>
              <a:xfrm>
                <a:off x="209550" y="5438775"/>
                <a:ext cx="1782531" cy="1015990"/>
              </a:xfrm>
              <a:custGeom>
                <a:avLst/>
                <a:gdLst/>
                <a:ahLst/>
                <a:cxnLst/>
                <a:rect l="l" t="t" r="r" b="b"/>
                <a:pathLst>
                  <a:path w="1083" h="542">
                    <a:moveTo>
                      <a:pt x="0" y="0"/>
                    </a:moveTo>
                    <a:moveTo>
                      <a:pt x="1080" y="528"/>
                    </a:moveTo>
                    <a:lnTo>
                      <a:pt x="1079" y="529"/>
                    </a:lnTo>
                    <a:lnTo>
                      <a:pt x="1079" y="530"/>
                    </a:lnTo>
                    <a:lnTo>
                      <a:pt x="1078" y="531"/>
                    </a:lnTo>
                    <a:lnTo>
                      <a:pt x="1078" y="532"/>
                    </a:lnTo>
                    <a:lnTo>
                      <a:pt x="1077" y="533"/>
                    </a:lnTo>
                    <a:lnTo>
                      <a:pt x="1077" y="535"/>
                    </a:lnTo>
                    <a:lnTo>
                      <a:pt x="1078" y="537"/>
                    </a:lnTo>
                    <a:lnTo>
                      <a:pt x="1079" y="539"/>
                    </a:lnTo>
                    <a:lnTo>
                      <a:pt x="1078" y="540"/>
                    </a:lnTo>
                    <a:lnTo>
                      <a:pt x="1075" y="540"/>
                    </a:lnTo>
                    <a:lnTo>
                      <a:pt x="1072" y="539"/>
                    </a:lnTo>
                    <a:lnTo>
                      <a:pt x="1069" y="539"/>
                    </a:lnTo>
                    <a:lnTo>
                      <a:pt x="1068" y="539"/>
                    </a:lnTo>
                    <a:lnTo>
                      <a:pt x="1067" y="540"/>
                    </a:lnTo>
                    <a:lnTo>
                      <a:pt x="1065" y="541"/>
                    </a:lnTo>
                    <a:lnTo>
                      <a:pt x="1064" y="541"/>
                    </a:lnTo>
                    <a:lnTo>
                      <a:pt x="1062" y="541"/>
                    </a:lnTo>
                    <a:lnTo>
                      <a:pt x="1060" y="541"/>
                    </a:lnTo>
                    <a:lnTo>
                      <a:pt x="1058" y="542"/>
                    </a:lnTo>
                    <a:lnTo>
                      <a:pt x="1056" y="542"/>
                    </a:lnTo>
                    <a:lnTo>
                      <a:pt x="1054" y="542"/>
                    </a:lnTo>
                    <a:lnTo>
                      <a:pt x="1052" y="541"/>
                    </a:lnTo>
                    <a:lnTo>
                      <a:pt x="1050" y="540"/>
                    </a:lnTo>
                    <a:lnTo>
                      <a:pt x="1048" y="540"/>
                    </a:lnTo>
                    <a:lnTo>
                      <a:pt x="1046" y="540"/>
                    </a:lnTo>
                    <a:lnTo>
                      <a:pt x="1043" y="539"/>
                    </a:lnTo>
                    <a:lnTo>
                      <a:pt x="1043" y="537"/>
                    </a:lnTo>
                    <a:lnTo>
                      <a:pt x="1043" y="535"/>
                    </a:lnTo>
                    <a:lnTo>
                      <a:pt x="1044" y="534"/>
                    </a:lnTo>
                    <a:lnTo>
                      <a:pt x="1043" y="533"/>
                    </a:lnTo>
                    <a:lnTo>
                      <a:pt x="1041" y="532"/>
                    </a:lnTo>
                    <a:lnTo>
                      <a:pt x="1037" y="531"/>
                    </a:lnTo>
                    <a:lnTo>
                      <a:pt x="1035" y="530"/>
                    </a:lnTo>
                    <a:lnTo>
                      <a:pt x="1034" y="529"/>
                    </a:lnTo>
                    <a:lnTo>
                      <a:pt x="1033" y="528"/>
                    </a:lnTo>
                    <a:lnTo>
                      <a:pt x="1033" y="526"/>
                    </a:lnTo>
                    <a:lnTo>
                      <a:pt x="1033" y="525"/>
                    </a:lnTo>
                    <a:lnTo>
                      <a:pt x="1034" y="524"/>
                    </a:lnTo>
                    <a:lnTo>
                      <a:pt x="1036" y="523"/>
                    </a:lnTo>
                    <a:lnTo>
                      <a:pt x="1039" y="522"/>
                    </a:lnTo>
                    <a:lnTo>
                      <a:pt x="1040" y="521"/>
                    </a:lnTo>
                    <a:lnTo>
                      <a:pt x="1041" y="520"/>
                    </a:lnTo>
                    <a:lnTo>
                      <a:pt x="1041" y="518"/>
                    </a:lnTo>
                    <a:lnTo>
                      <a:pt x="1042" y="517"/>
                    </a:lnTo>
                    <a:lnTo>
                      <a:pt x="1045" y="517"/>
                    </a:lnTo>
                    <a:lnTo>
                      <a:pt x="1048" y="517"/>
                    </a:lnTo>
                    <a:lnTo>
                      <a:pt x="1050" y="517"/>
                    </a:lnTo>
                    <a:lnTo>
                      <a:pt x="1051" y="515"/>
                    </a:lnTo>
                    <a:lnTo>
                      <a:pt x="1053" y="513"/>
                    </a:lnTo>
                    <a:lnTo>
                      <a:pt x="1055" y="512"/>
                    </a:lnTo>
                    <a:lnTo>
                      <a:pt x="1057" y="511"/>
                    </a:lnTo>
                    <a:lnTo>
                      <a:pt x="1060" y="512"/>
                    </a:lnTo>
                    <a:lnTo>
                      <a:pt x="1062" y="513"/>
                    </a:lnTo>
                    <a:lnTo>
                      <a:pt x="1065" y="514"/>
                    </a:lnTo>
                    <a:lnTo>
                      <a:pt x="1067" y="514"/>
                    </a:lnTo>
                    <a:lnTo>
                      <a:pt x="1068" y="515"/>
                    </a:lnTo>
                    <a:lnTo>
                      <a:pt x="1069" y="516"/>
                    </a:lnTo>
                    <a:lnTo>
                      <a:pt x="1071" y="517"/>
                    </a:lnTo>
                    <a:lnTo>
                      <a:pt x="1073" y="517"/>
                    </a:lnTo>
                    <a:lnTo>
                      <a:pt x="1076" y="517"/>
                    </a:lnTo>
                    <a:lnTo>
                      <a:pt x="1079" y="516"/>
                    </a:lnTo>
                    <a:lnTo>
                      <a:pt x="1080" y="517"/>
                    </a:lnTo>
                    <a:lnTo>
                      <a:pt x="1080" y="519"/>
                    </a:lnTo>
                    <a:lnTo>
                      <a:pt x="1080" y="520"/>
                    </a:lnTo>
                    <a:lnTo>
                      <a:pt x="1080" y="522"/>
                    </a:lnTo>
                    <a:lnTo>
                      <a:pt x="1081" y="523"/>
                    </a:lnTo>
                    <a:lnTo>
                      <a:pt x="1083" y="524"/>
                    </a:lnTo>
                    <a:lnTo>
                      <a:pt x="1083" y="525"/>
                    </a:lnTo>
                    <a:lnTo>
                      <a:pt x="1082" y="526"/>
                    </a:lnTo>
                    <a:close/>
                  </a:path>
                </a:pathLst>
              </a:custGeom>
              <a:solidFill>
                <a:srgbClr val="DE8036">
                  <a:alpha val="10800"/>
                </a:srgbClr>
              </a:solidFill>
              <a:ln>
                <a:noFill/>
              </a:ln>
            </p:spPr>
            <p:txBody>
              <a:bodyPr anchor="ctr"/>
              <a:lstStyle/>
              <a:p>
                <a:pPr algn="ctr">
                  <a:buNone/>
                </a:pPr>
              </a:p>
            </p:txBody>
          </p:sp>
          <p:sp>
            <p:nvSpPr>
              <p:cNvPr id="2978" name="addition:input:101"/>
              <p:cNvSpPr>
                <a:spLocks noGrp="1"/>
              </p:cNvSpPr>
              <p:nvPr/>
            </p:nvSpPr>
            <p:spPr>
              <a:xfrm>
                <a:off x="209550" y="5438775"/>
                <a:ext cx="1752905" cy="1589593"/>
              </a:xfrm>
              <a:custGeom>
                <a:avLst/>
                <a:gdLst/>
                <a:ahLst/>
                <a:cxnLst/>
                <a:rect l="l" t="t" r="r" b="b"/>
                <a:pathLst>
                  <a:path w="1065" h="848">
                    <a:moveTo>
                      <a:pt x="0" y="0"/>
                    </a:moveTo>
                    <a:moveTo>
                      <a:pt x="203" y="266"/>
                    </a:moveTo>
                    <a:lnTo>
                      <a:pt x="1065" y="266"/>
                    </a:lnTo>
                    <a:lnTo>
                      <a:pt x="1065" y="848"/>
                    </a:lnTo>
                    <a:lnTo>
                      <a:pt x="203" y="762"/>
                    </a:lnTo>
                    <a:close/>
                  </a:path>
                </a:pathLst>
              </a:custGeom>
              <a:solidFill>
                <a:srgbClr val="7AB5D7">
                  <a:alpha val="4500"/>
                </a:srgbClr>
              </a:solidFill>
              <a:ln w="2199">
                <a:solidFill>
                  <a:srgbClr val="338EC1">
                    <a:alpha val="28000"/>
                  </a:srgbClr>
                </a:solidFill>
              </a:ln>
            </p:spPr>
            <p:txBody>
              <a:bodyPr anchor="ctr"/>
              <a:lstStyle/>
              <a:p>
                <a:pPr algn="ctr">
                  <a:buNone/>
                </a:pPr>
              </a:p>
            </p:txBody>
          </p:sp>
          <p:sp>
            <p:nvSpPr>
              <p:cNvPr id="2979" name="addition:input:102"/>
              <p:cNvSpPr>
                <a:spLocks noGrp="1"/>
              </p:cNvSpPr>
              <p:nvPr/>
            </p:nvSpPr>
            <p:spPr>
              <a:xfrm>
                <a:off x="209550" y="5438775"/>
                <a:ext cx="1910913" cy="1486494"/>
              </a:xfrm>
              <a:custGeom>
                <a:avLst/>
                <a:gdLst/>
                <a:ahLst/>
                <a:cxnLst/>
                <a:rect l="l" t="t" r="r" b="b"/>
                <a:pathLst>
                  <a:path w="1161" h="793">
                    <a:moveTo>
                      <a:pt x="0" y="0"/>
                    </a:moveTo>
                    <a:moveTo>
                      <a:pt x="299" y="211"/>
                    </a:moveTo>
                    <a:lnTo>
                      <a:pt x="1161" y="211"/>
                    </a:lnTo>
                    <a:lnTo>
                      <a:pt x="1161" y="793"/>
                    </a:lnTo>
                    <a:lnTo>
                      <a:pt x="299" y="707"/>
                    </a:lnTo>
                    <a:close/>
                  </a:path>
                </a:pathLst>
              </a:custGeom>
              <a:solidFill>
                <a:srgbClr val="7AB5D7">
                  <a:alpha val="4500"/>
                </a:srgbClr>
              </a:solidFill>
              <a:ln w="2199">
                <a:solidFill>
                  <a:srgbClr val="338EC1">
                    <a:alpha val="28000"/>
                  </a:srgbClr>
                </a:solidFill>
              </a:ln>
            </p:spPr>
            <p:txBody>
              <a:bodyPr anchor="ctr"/>
              <a:lstStyle/>
              <a:p>
                <a:pPr algn="ctr">
                  <a:buNone/>
                </a:pPr>
              </a:p>
            </p:txBody>
          </p:sp>
          <p:sp>
            <p:nvSpPr>
              <p:cNvPr id="2980" name="addition:input:103"/>
              <p:cNvSpPr>
                <a:spLocks noGrp="1"/>
              </p:cNvSpPr>
              <p:nvPr/>
            </p:nvSpPr>
            <p:spPr>
              <a:xfrm>
                <a:off x="209550" y="5438775"/>
                <a:ext cx="2070567" cy="1381521"/>
              </a:xfrm>
              <a:custGeom>
                <a:avLst/>
                <a:gdLst/>
                <a:ahLst/>
                <a:cxnLst/>
                <a:rect l="l" t="t" r="r" b="b"/>
                <a:pathLst>
                  <a:path w="1258" h="737">
                    <a:moveTo>
                      <a:pt x="0" y="0"/>
                    </a:moveTo>
                    <a:moveTo>
                      <a:pt x="396" y="155"/>
                    </a:moveTo>
                    <a:lnTo>
                      <a:pt x="1258" y="155"/>
                    </a:lnTo>
                    <a:lnTo>
                      <a:pt x="1258" y="737"/>
                    </a:lnTo>
                    <a:lnTo>
                      <a:pt x="396" y="651"/>
                    </a:lnTo>
                    <a:close/>
                  </a:path>
                </a:pathLst>
              </a:custGeom>
              <a:solidFill>
                <a:srgbClr val="7AB5D7">
                  <a:alpha val="4500"/>
                </a:srgbClr>
              </a:solidFill>
              <a:ln w="2199">
                <a:solidFill>
                  <a:srgbClr val="338EC1">
                    <a:alpha val="28000"/>
                  </a:srgbClr>
                </a:solidFill>
              </a:ln>
            </p:spPr>
            <p:txBody>
              <a:bodyPr anchor="ctr"/>
              <a:lstStyle/>
              <a:p>
                <a:pPr algn="ctr">
                  <a:buNone/>
                </a:pPr>
              </a:p>
            </p:txBody>
          </p:sp>
          <p:sp>
            <p:nvSpPr>
              <p:cNvPr id="2981" name="addition:input:104"/>
              <p:cNvSpPr>
                <a:spLocks noGrp="1"/>
              </p:cNvSpPr>
              <p:nvPr/>
            </p:nvSpPr>
            <p:spPr>
              <a:xfrm>
                <a:off x="209550" y="5438775"/>
                <a:ext cx="2228576" cy="1278423"/>
              </a:xfrm>
              <a:custGeom>
                <a:avLst/>
                <a:gdLst/>
                <a:ahLst/>
                <a:cxnLst/>
                <a:rect l="l" t="t" r="r" b="b"/>
                <a:pathLst>
                  <a:path w="1354" h="682">
                    <a:moveTo>
                      <a:pt x="0" y="0"/>
                    </a:moveTo>
                    <a:moveTo>
                      <a:pt x="492" y="100"/>
                    </a:moveTo>
                    <a:lnTo>
                      <a:pt x="1354" y="100"/>
                    </a:lnTo>
                    <a:lnTo>
                      <a:pt x="1354" y="682"/>
                    </a:lnTo>
                    <a:lnTo>
                      <a:pt x="492" y="596"/>
                    </a:lnTo>
                    <a:close/>
                  </a:path>
                </a:pathLst>
              </a:custGeom>
              <a:solidFill>
                <a:srgbClr val="7AB5D7">
                  <a:alpha val="4500"/>
                </a:srgbClr>
              </a:solidFill>
              <a:ln w="2199">
                <a:solidFill>
                  <a:srgbClr val="338EC1">
                    <a:alpha val="28000"/>
                  </a:srgbClr>
                </a:solidFill>
              </a:ln>
            </p:spPr>
            <p:txBody>
              <a:bodyPr anchor="ctr"/>
              <a:lstStyle/>
              <a:p>
                <a:pPr algn="ctr">
                  <a:buNone/>
                </a:pPr>
              </a:p>
            </p:txBody>
          </p:sp>
          <p:sp>
            <p:nvSpPr>
              <p:cNvPr id="2982" name="addition:input:105"/>
              <p:cNvSpPr>
                <a:spLocks noGrp="1"/>
              </p:cNvSpPr>
              <p:nvPr/>
            </p:nvSpPr>
            <p:spPr>
              <a:xfrm>
                <a:off x="209550" y="5438775"/>
                <a:ext cx="870692" cy="1392768"/>
              </a:xfrm>
              <a:custGeom>
                <a:avLst/>
                <a:gdLst/>
                <a:ahLst/>
                <a:cxnLst/>
                <a:rect l="l" t="t" r="r" b="b"/>
                <a:pathLst>
                  <a:path w="529" h="743">
                    <a:moveTo>
                      <a:pt x="0" y="0"/>
                    </a:moveTo>
                    <a:moveTo>
                      <a:pt x="529" y="580"/>
                    </a:moveTo>
                    <a:lnTo>
                      <a:pt x="518" y="596"/>
                    </a:lnTo>
                    <a:lnTo>
                      <a:pt x="493" y="608"/>
                    </a:lnTo>
                    <a:lnTo>
                      <a:pt x="467" y="617"/>
                    </a:lnTo>
                    <a:lnTo>
                      <a:pt x="451" y="626"/>
                    </a:lnTo>
                    <a:lnTo>
                      <a:pt x="449" y="639"/>
                    </a:lnTo>
                    <a:lnTo>
                      <a:pt x="452" y="655"/>
                    </a:lnTo>
                    <a:lnTo>
                      <a:pt x="450" y="672"/>
                    </a:lnTo>
                    <a:lnTo>
                      <a:pt x="441" y="685"/>
                    </a:lnTo>
                    <a:lnTo>
                      <a:pt x="431" y="697"/>
                    </a:lnTo>
                    <a:lnTo>
                      <a:pt x="421" y="711"/>
                    </a:lnTo>
                    <a:lnTo>
                      <a:pt x="410" y="725"/>
                    </a:lnTo>
                    <a:lnTo>
                      <a:pt x="395" y="733"/>
                    </a:lnTo>
                    <a:lnTo>
                      <a:pt x="376" y="732"/>
                    </a:lnTo>
                    <a:lnTo>
                      <a:pt x="358" y="728"/>
                    </a:lnTo>
                    <a:lnTo>
                      <a:pt x="343" y="727"/>
                    </a:lnTo>
                    <a:lnTo>
                      <a:pt x="330" y="734"/>
                    </a:lnTo>
                    <a:lnTo>
                      <a:pt x="317" y="743"/>
                    </a:lnTo>
                    <a:lnTo>
                      <a:pt x="303" y="743"/>
                    </a:lnTo>
                    <a:lnTo>
                      <a:pt x="290" y="732"/>
                    </a:lnTo>
                    <a:lnTo>
                      <a:pt x="281" y="716"/>
                    </a:lnTo>
                    <a:lnTo>
                      <a:pt x="273" y="706"/>
                    </a:lnTo>
                    <a:lnTo>
                      <a:pt x="260" y="709"/>
                    </a:lnTo>
                    <a:lnTo>
                      <a:pt x="241" y="718"/>
                    </a:lnTo>
                    <a:lnTo>
                      <a:pt x="222" y="723"/>
                    </a:lnTo>
                    <a:lnTo>
                      <a:pt x="206" y="719"/>
                    </a:lnTo>
                    <a:lnTo>
                      <a:pt x="196" y="707"/>
                    </a:lnTo>
                    <a:lnTo>
                      <a:pt x="189" y="694"/>
                    </a:lnTo>
                    <a:lnTo>
                      <a:pt x="182" y="680"/>
                    </a:lnTo>
                    <a:lnTo>
                      <a:pt x="178" y="665"/>
                    </a:lnTo>
                    <a:lnTo>
                      <a:pt x="181" y="647"/>
                    </a:lnTo>
                    <a:lnTo>
                      <a:pt x="189" y="629"/>
                    </a:lnTo>
                    <a:lnTo>
                      <a:pt x="193" y="615"/>
                    </a:lnTo>
                    <a:lnTo>
                      <a:pt x="185" y="604"/>
                    </a:lnTo>
                    <a:lnTo>
                      <a:pt x="166" y="594"/>
                    </a:lnTo>
                    <a:lnTo>
                      <a:pt x="149" y="580"/>
                    </a:lnTo>
                    <a:lnTo>
                      <a:pt x="143" y="565"/>
                    </a:lnTo>
                    <a:lnTo>
                      <a:pt x="151" y="551"/>
                    </a:lnTo>
                    <a:lnTo>
                      <a:pt x="160" y="539"/>
                    </a:lnTo>
                    <a:lnTo>
                      <a:pt x="162" y="526"/>
                    </a:lnTo>
                    <a:lnTo>
                      <a:pt x="157" y="509"/>
                    </a:lnTo>
                    <a:lnTo>
                      <a:pt x="153" y="491"/>
                    </a:lnTo>
                    <a:lnTo>
                      <a:pt x="158" y="477"/>
                    </a:lnTo>
                    <a:lnTo>
                      <a:pt x="172" y="469"/>
                    </a:lnTo>
                    <a:lnTo>
                      <a:pt x="190" y="466"/>
                    </a:lnTo>
                    <a:lnTo>
                      <a:pt x="204" y="461"/>
                    </a:lnTo>
                    <a:lnTo>
                      <a:pt x="217" y="456"/>
                    </a:lnTo>
                    <a:lnTo>
                      <a:pt x="231" y="452"/>
                    </a:lnTo>
                    <a:lnTo>
                      <a:pt x="246" y="452"/>
                    </a:lnTo>
                    <a:lnTo>
                      <a:pt x="260" y="451"/>
                    </a:lnTo>
                    <a:lnTo>
                      <a:pt x="272" y="441"/>
                    </a:lnTo>
                    <a:lnTo>
                      <a:pt x="284" y="422"/>
                    </a:lnTo>
                    <a:lnTo>
                      <a:pt x="300" y="402"/>
                    </a:lnTo>
                    <a:lnTo>
                      <a:pt x="320" y="392"/>
                    </a:lnTo>
                    <a:lnTo>
                      <a:pt x="339" y="400"/>
                    </a:lnTo>
                    <a:lnTo>
                      <a:pt x="355" y="419"/>
                    </a:lnTo>
                    <a:lnTo>
                      <a:pt x="369" y="435"/>
                    </a:lnTo>
                    <a:lnTo>
                      <a:pt x="383" y="443"/>
                    </a:lnTo>
                    <a:lnTo>
                      <a:pt x="401" y="446"/>
                    </a:lnTo>
                    <a:lnTo>
                      <a:pt x="418" y="450"/>
                    </a:lnTo>
                    <a:lnTo>
                      <a:pt x="431" y="460"/>
                    </a:lnTo>
                    <a:lnTo>
                      <a:pt x="440" y="473"/>
                    </a:lnTo>
                    <a:lnTo>
                      <a:pt x="450" y="484"/>
                    </a:lnTo>
                    <a:lnTo>
                      <a:pt x="464" y="491"/>
                    </a:lnTo>
                    <a:lnTo>
                      <a:pt x="479" y="500"/>
                    </a:lnTo>
                    <a:lnTo>
                      <a:pt x="488" y="511"/>
                    </a:lnTo>
                    <a:lnTo>
                      <a:pt x="492" y="525"/>
                    </a:lnTo>
                    <a:lnTo>
                      <a:pt x="497" y="538"/>
                    </a:lnTo>
                    <a:lnTo>
                      <a:pt x="508" y="551"/>
                    </a:lnTo>
                    <a:lnTo>
                      <a:pt x="522" y="564"/>
                    </a:lnTo>
                    <a:close/>
                  </a:path>
                </a:pathLst>
              </a:custGeom>
              <a:solidFill>
                <a:srgbClr val="A7CEE4">
                  <a:alpha val="43000"/>
                </a:srgbClr>
              </a:solidFill>
              <a:ln>
                <a:noFill/>
              </a:ln>
            </p:spPr>
            <p:txBody>
              <a:bodyPr anchor="ctr"/>
              <a:lstStyle/>
              <a:p>
                <a:pPr algn="ctr">
                  <a:buNone/>
                </a:pPr>
              </a:p>
            </p:txBody>
          </p:sp>
          <p:sp>
            <p:nvSpPr>
              <p:cNvPr id="2983" name="addition:input:106"/>
              <p:cNvSpPr>
                <a:spLocks noGrp="1"/>
              </p:cNvSpPr>
              <p:nvPr/>
            </p:nvSpPr>
            <p:spPr>
              <a:xfrm>
                <a:off x="209550" y="5438775"/>
                <a:ext cx="806501" cy="1372149"/>
              </a:xfrm>
              <a:custGeom>
                <a:avLst/>
                <a:gdLst/>
                <a:ahLst/>
                <a:cxnLst/>
                <a:rect l="l" t="t" r="r" b="b"/>
                <a:pathLst>
                  <a:path w="490" h="732">
                    <a:moveTo>
                      <a:pt x="0" y="0"/>
                    </a:moveTo>
                    <a:moveTo>
                      <a:pt x="464" y="585"/>
                    </a:moveTo>
                    <a:lnTo>
                      <a:pt x="458" y="597"/>
                    </a:lnTo>
                    <a:lnTo>
                      <a:pt x="452" y="608"/>
                    </a:lnTo>
                    <a:lnTo>
                      <a:pt x="444" y="618"/>
                    </a:lnTo>
                    <a:lnTo>
                      <a:pt x="434" y="628"/>
                    </a:lnTo>
                    <a:lnTo>
                      <a:pt x="428" y="638"/>
                    </a:lnTo>
                    <a:lnTo>
                      <a:pt x="427" y="651"/>
                    </a:lnTo>
                    <a:lnTo>
                      <a:pt x="426" y="666"/>
                    </a:lnTo>
                    <a:lnTo>
                      <a:pt x="420" y="679"/>
                    </a:lnTo>
                    <a:lnTo>
                      <a:pt x="406" y="685"/>
                    </a:lnTo>
                    <a:lnTo>
                      <a:pt x="391" y="688"/>
                    </a:lnTo>
                    <a:lnTo>
                      <a:pt x="379" y="694"/>
                    </a:lnTo>
                    <a:lnTo>
                      <a:pt x="372" y="707"/>
                    </a:lnTo>
                    <a:lnTo>
                      <a:pt x="365" y="723"/>
                    </a:lnTo>
                    <a:lnTo>
                      <a:pt x="353" y="732"/>
                    </a:lnTo>
                    <a:lnTo>
                      <a:pt x="338" y="729"/>
                    </a:lnTo>
                    <a:lnTo>
                      <a:pt x="323" y="717"/>
                    </a:lnTo>
                    <a:lnTo>
                      <a:pt x="311" y="705"/>
                    </a:lnTo>
                    <a:lnTo>
                      <a:pt x="301" y="701"/>
                    </a:lnTo>
                    <a:lnTo>
                      <a:pt x="291" y="703"/>
                    </a:lnTo>
                    <a:lnTo>
                      <a:pt x="281" y="705"/>
                    </a:lnTo>
                    <a:lnTo>
                      <a:pt x="270" y="705"/>
                    </a:lnTo>
                    <a:lnTo>
                      <a:pt x="259" y="706"/>
                    </a:lnTo>
                    <a:lnTo>
                      <a:pt x="245" y="708"/>
                    </a:lnTo>
                    <a:lnTo>
                      <a:pt x="228" y="711"/>
                    </a:lnTo>
                    <a:lnTo>
                      <a:pt x="214" y="707"/>
                    </a:lnTo>
                    <a:lnTo>
                      <a:pt x="207" y="695"/>
                    </a:lnTo>
                    <a:lnTo>
                      <a:pt x="209" y="677"/>
                    </a:lnTo>
                    <a:lnTo>
                      <a:pt x="212" y="660"/>
                    </a:lnTo>
                    <a:lnTo>
                      <a:pt x="208" y="648"/>
                    </a:lnTo>
                    <a:lnTo>
                      <a:pt x="197" y="641"/>
                    </a:lnTo>
                    <a:lnTo>
                      <a:pt x="184" y="633"/>
                    </a:lnTo>
                    <a:lnTo>
                      <a:pt x="179" y="621"/>
                    </a:lnTo>
                    <a:lnTo>
                      <a:pt x="182" y="608"/>
                    </a:lnTo>
                    <a:lnTo>
                      <a:pt x="188" y="596"/>
                    </a:lnTo>
                    <a:lnTo>
                      <a:pt x="187" y="585"/>
                    </a:lnTo>
                    <a:lnTo>
                      <a:pt x="179" y="574"/>
                    </a:lnTo>
                    <a:lnTo>
                      <a:pt x="169" y="561"/>
                    </a:lnTo>
                    <a:lnTo>
                      <a:pt x="163" y="547"/>
                    </a:lnTo>
                    <a:lnTo>
                      <a:pt x="164" y="534"/>
                    </a:lnTo>
                    <a:lnTo>
                      <a:pt x="165" y="522"/>
                    </a:lnTo>
                    <a:lnTo>
                      <a:pt x="167" y="508"/>
                    </a:lnTo>
                    <a:lnTo>
                      <a:pt x="172" y="496"/>
                    </a:lnTo>
                    <a:lnTo>
                      <a:pt x="184" y="489"/>
                    </a:lnTo>
                    <a:lnTo>
                      <a:pt x="203" y="490"/>
                    </a:lnTo>
                    <a:lnTo>
                      <a:pt x="223" y="495"/>
                    </a:lnTo>
                    <a:lnTo>
                      <a:pt x="236" y="495"/>
                    </a:lnTo>
                    <a:lnTo>
                      <a:pt x="241" y="484"/>
                    </a:lnTo>
                    <a:lnTo>
                      <a:pt x="245" y="466"/>
                    </a:lnTo>
                    <a:lnTo>
                      <a:pt x="253" y="450"/>
                    </a:lnTo>
                    <a:lnTo>
                      <a:pt x="267" y="444"/>
                    </a:lnTo>
                    <a:lnTo>
                      <a:pt x="283" y="446"/>
                    </a:lnTo>
                    <a:lnTo>
                      <a:pt x="298" y="448"/>
                    </a:lnTo>
                    <a:lnTo>
                      <a:pt x="313" y="446"/>
                    </a:lnTo>
                    <a:lnTo>
                      <a:pt x="329" y="444"/>
                    </a:lnTo>
                    <a:lnTo>
                      <a:pt x="345" y="445"/>
                    </a:lnTo>
                    <a:lnTo>
                      <a:pt x="360" y="452"/>
                    </a:lnTo>
                    <a:lnTo>
                      <a:pt x="372" y="462"/>
                    </a:lnTo>
                    <a:lnTo>
                      <a:pt x="385" y="469"/>
                    </a:lnTo>
                    <a:lnTo>
                      <a:pt x="399" y="473"/>
                    </a:lnTo>
                    <a:lnTo>
                      <a:pt x="411" y="480"/>
                    </a:lnTo>
                    <a:lnTo>
                      <a:pt x="418" y="493"/>
                    </a:lnTo>
                    <a:lnTo>
                      <a:pt x="420" y="507"/>
                    </a:lnTo>
                    <a:lnTo>
                      <a:pt x="423" y="518"/>
                    </a:lnTo>
                    <a:lnTo>
                      <a:pt x="436" y="523"/>
                    </a:lnTo>
                    <a:lnTo>
                      <a:pt x="458" y="526"/>
                    </a:lnTo>
                    <a:lnTo>
                      <a:pt x="480" y="531"/>
                    </a:lnTo>
                    <a:lnTo>
                      <a:pt x="490" y="542"/>
                    </a:lnTo>
                    <a:lnTo>
                      <a:pt x="486" y="558"/>
                    </a:lnTo>
                    <a:lnTo>
                      <a:pt x="475" y="572"/>
                    </a:lnTo>
                    <a:close/>
                  </a:path>
                </a:pathLst>
              </a:custGeom>
              <a:solidFill>
                <a:srgbClr val="59A3CD">
                  <a:alpha val="43000"/>
                </a:srgbClr>
              </a:solidFill>
              <a:ln>
                <a:noFill/>
              </a:ln>
            </p:spPr>
            <p:txBody>
              <a:bodyPr anchor="ctr"/>
              <a:lstStyle/>
              <a:p>
                <a:pPr algn="ctr">
                  <a:buNone/>
                </a:pPr>
              </a:p>
            </p:txBody>
          </p:sp>
          <p:sp>
            <p:nvSpPr>
              <p:cNvPr id="2984" name="addition:input:107"/>
              <p:cNvSpPr>
                <a:spLocks noGrp="1"/>
              </p:cNvSpPr>
              <p:nvPr/>
            </p:nvSpPr>
            <p:spPr>
              <a:xfrm>
                <a:off x="209550" y="5438775"/>
                <a:ext cx="766999" cy="1347780"/>
              </a:xfrm>
              <a:custGeom>
                <a:avLst/>
                <a:gdLst/>
                <a:ahLst/>
                <a:cxnLst/>
                <a:rect l="l" t="t" r="r" b="b"/>
                <a:pathLst>
                  <a:path w="466" h="719">
                    <a:moveTo>
                      <a:pt x="0" y="0"/>
                    </a:moveTo>
                    <a:moveTo>
                      <a:pt x="455" y="590"/>
                    </a:moveTo>
                    <a:lnTo>
                      <a:pt x="437" y="600"/>
                    </a:lnTo>
                    <a:lnTo>
                      <a:pt x="423" y="609"/>
                    </a:lnTo>
                    <a:lnTo>
                      <a:pt x="418" y="618"/>
                    </a:lnTo>
                    <a:lnTo>
                      <a:pt x="418" y="628"/>
                    </a:lnTo>
                    <a:lnTo>
                      <a:pt x="415" y="639"/>
                    </a:lnTo>
                    <a:lnTo>
                      <a:pt x="408" y="648"/>
                    </a:lnTo>
                    <a:lnTo>
                      <a:pt x="400" y="655"/>
                    </a:lnTo>
                    <a:lnTo>
                      <a:pt x="393" y="664"/>
                    </a:lnTo>
                    <a:lnTo>
                      <a:pt x="388" y="676"/>
                    </a:lnTo>
                    <a:lnTo>
                      <a:pt x="381" y="686"/>
                    </a:lnTo>
                    <a:lnTo>
                      <a:pt x="370" y="693"/>
                    </a:lnTo>
                    <a:lnTo>
                      <a:pt x="357" y="695"/>
                    </a:lnTo>
                    <a:lnTo>
                      <a:pt x="345" y="699"/>
                    </a:lnTo>
                    <a:lnTo>
                      <a:pt x="336" y="706"/>
                    </a:lnTo>
                    <a:lnTo>
                      <a:pt x="326" y="716"/>
                    </a:lnTo>
                    <a:lnTo>
                      <a:pt x="315" y="719"/>
                    </a:lnTo>
                    <a:lnTo>
                      <a:pt x="302" y="712"/>
                    </a:lnTo>
                    <a:lnTo>
                      <a:pt x="292" y="698"/>
                    </a:lnTo>
                    <a:lnTo>
                      <a:pt x="285" y="686"/>
                    </a:lnTo>
                    <a:lnTo>
                      <a:pt x="277" y="683"/>
                    </a:lnTo>
                    <a:lnTo>
                      <a:pt x="267" y="689"/>
                    </a:lnTo>
                    <a:lnTo>
                      <a:pt x="254" y="696"/>
                    </a:lnTo>
                    <a:lnTo>
                      <a:pt x="242" y="698"/>
                    </a:lnTo>
                    <a:lnTo>
                      <a:pt x="232" y="695"/>
                    </a:lnTo>
                    <a:lnTo>
                      <a:pt x="223" y="689"/>
                    </a:lnTo>
                    <a:lnTo>
                      <a:pt x="214" y="683"/>
                    </a:lnTo>
                    <a:lnTo>
                      <a:pt x="206" y="675"/>
                    </a:lnTo>
                    <a:lnTo>
                      <a:pt x="203" y="664"/>
                    </a:lnTo>
                    <a:lnTo>
                      <a:pt x="205" y="650"/>
                    </a:lnTo>
                    <a:lnTo>
                      <a:pt x="209" y="637"/>
                    </a:lnTo>
                    <a:lnTo>
                      <a:pt x="208" y="627"/>
                    </a:lnTo>
                    <a:lnTo>
                      <a:pt x="199" y="619"/>
                    </a:lnTo>
                    <a:lnTo>
                      <a:pt x="189" y="611"/>
                    </a:lnTo>
                    <a:lnTo>
                      <a:pt x="185" y="601"/>
                    </a:lnTo>
                    <a:lnTo>
                      <a:pt x="190" y="590"/>
                    </a:lnTo>
                    <a:lnTo>
                      <a:pt x="197" y="581"/>
                    </a:lnTo>
                    <a:lnTo>
                      <a:pt x="198" y="571"/>
                    </a:lnTo>
                    <a:lnTo>
                      <a:pt x="191" y="560"/>
                    </a:lnTo>
                    <a:lnTo>
                      <a:pt x="180" y="546"/>
                    </a:lnTo>
                    <a:lnTo>
                      <a:pt x="175" y="532"/>
                    </a:lnTo>
                    <a:lnTo>
                      <a:pt x="179" y="522"/>
                    </a:lnTo>
                    <a:lnTo>
                      <a:pt x="189" y="515"/>
                    </a:lnTo>
                    <a:lnTo>
                      <a:pt x="199" y="509"/>
                    </a:lnTo>
                    <a:lnTo>
                      <a:pt x="209" y="504"/>
                    </a:lnTo>
                    <a:lnTo>
                      <a:pt x="220" y="501"/>
                    </a:lnTo>
                    <a:lnTo>
                      <a:pt x="232" y="501"/>
                    </a:lnTo>
                    <a:lnTo>
                      <a:pt x="244" y="503"/>
                    </a:lnTo>
                    <a:lnTo>
                      <a:pt x="253" y="500"/>
                    </a:lnTo>
                    <a:lnTo>
                      <a:pt x="259" y="490"/>
                    </a:lnTo>
                    <a:lnTo>
                      <a:pt x="266" y="474"/>
                    </a:lnTo>
                    <a:lnTo>
                      <a:pt x="277" y="461"/>
                    </a:lnTo>
                    <a:lnTo>
                      <a:pt x="290" y="459"/>
                    </a:lnTo>
                    <a:lnTo>
                      <a:pt x="303" y="466"/>
                    </a:lnTo>
                    <a:lnTo>
                      <a:pt x="316" y="474"/>
                    </a:lnTo>
                    <a:lnTo>
                      <a:pt x="328" y="477"/>
                    </a:lnTo>
                    <a:lnTo>
                      <a:pt x="343" y="475"/>
                    </a:lnTo>
                    <a:lnTo>
                      <a:pt x="357" y="475"/>
                    </a:lnTo>
                    <a:lnTo>
                      <a:pt x="369" y="481"/>
                    </a:lnTo>
                    <a:lnTo>
                      <a:pt x="378" y="492"/>
                    </a:lnTo>
                    <a:lnTo>
                      <a:pt x="384" y="504"/>
                    </a:lnTo>
                    <a:lnTo>
                      <a:pt x="392" y="512"/>
                    </a:lnTo>
                    <a:lnTo>
                      <a:pt x="401" y="518"/>
                    </a:lnTo>
                    <a:lnTo>
                      <a:pt x="409" y="526"/>
                    </a:lnTo>
                    <a:lnTo>
                      <a:pt x="414" y="535"/>
                    </a:lnTo>
                    <a:lnTo>
                      <a:pt x="420" y="543"/>
                    </a:lnTo>
                    <a:lnTo>
                      <a:pt x="431" y="550"/>
                    </a:lnTo>
                    <a:lnTo>
                      <a:pt x="448" y="556"/>
                    </a:lnTo>
                    <a:lnTo>
                      <a:pt x="463" y="565"/>
                    </a:lnTo>
                    <a:lnTo>
                      <a:pt x="466" y="577"/>
                    </a:lnTo>
                    <a:close/>
                  </a:path>
                </a:pathLst>
              </a:custGeom>
              <a:solidFill>
                <a:srgbClr val="0675B4">
                  <a:alpha val="35000"/>
                </a:srgbClr>
              </a:solidFill>
              <a:ln>
                <a:noFill/>
              </a:ln>
            </p:spPr>
            <p:txBody>
              <a:bodyPr anchor="ctr"/>
              <a:lstStyle/>
              <a:p>
                <a:pPr algn="ctr">
                  <a:buNone/>
                </a:pPr>
              </a:p>
            </p:txBody>
          </p:sp>
          <p:sp>
            <p:nvSpPr>
              <p:cNvPr id="2985" name="addition:input:108"/>
              <p:cNvSpPr>
                <a:spLocks noGrp="1"/>
              </p:cNvSpPr>
              <p:nvPr/>
            </p:nvSpPr>
            <p:spPr>
              <a:xfrm>
                <a:off x="209550" y="5438775"/>
                <a:ext cx="513527" cy="1145332"/>
              </a:xfrm>
              <a:custGeom>
                <a:avLst/>
                <a:gdLst/>
                <a:ahLst/>
                <a:cxnLst/>
                <a:rect l="l" t="t" r="r" b="b"/>
                <a:pathLst>
                  <a:path w="312" h="611">
                    <a:moveTo>
                      <a:pt x="0" y="0"/>
                    </a:moveTo>
                    <a:moveTo>
                      <a:pt x="309" y="556"/>
                    </a:moveTo>
                    <a:lnTo>
                      <a:pt x="308" y="561"/>
                    </a:lnTo>
                    <a:lnTo>
                      <a:pt x="305" y="565"/>
                    </a:lnTo>
                    <a:lnTo>
                      <a:pt x="301" y="569"/>
                    </a:lnTo>
                    <a:lnTo>
                      <a:pt x="298" y="572"/>
                    </a:lnTo>
                    <a:lnTo>
                      <a:pt x="296" y="576"/>
                    </a:lnTo>
                    <a:lnTo>
                      <a:pt x="295" y="581"/>
                    </a:lnTo>
                    <a:lnTo>
                      <a:pt x="292" y="585"/>
                    </a:lnTo>
                    <a:lnTo>
                      <a:pt x="287" y="588"/>
                    </a:lnTo>
                    <a:lnTo>
                      <a:pt x="281" y="589"/>
                    </a:lnTo>
                    <a:lnTo>
                      <a:pt x="277" y="591"/>
                    </a:lnTo>
                    <a:lnTo>
                      <a:pt x="275" y="597"/>
                    </a:lnTo>
                    <a:lnTo>
                      <a:pt x="274" y="604"/>
                    </a:lnTo>
                    <a:lnTo>
                      <a:pt x="271" y="610"/>
                    </a:lnTo>
                    <a:lnTo>
                      <a:pt x="265" y="611"/>
                    </a:lnTo>
                    <a:lnTo>
                      <a:pt x="258" y="608"/>
                    </a:lnTo>
                    <a:lnTo>
                      <a:pt x="253" y="604"/>
                    </a:lnTo>
                    <a:lnTo>
                      <a:pt x="248" y="602"/>
                    </a:lnTo>
                    <a:lnTo>
                      <a:pt x="244" y="601"/>
                    </a:lnTo>
                    <a:lnTo>
                      <a:pt x="240" y="600"/>
                    </a:lnTo>
                    <a:lnTo>
                      <a:pt x="237" y="599"/>
                    </a:lnTo>
                    <a:lnTo>
                      <a:pt x="233" y="598"/>
                    </a:lnTo>
                    <a:lnTo>
                      <a:pt x="229" y="599"/>
                    </a:lnTo>
                    <a:lnTo>
                      <a:pt x="223" y="601"/>
                    </a:lnTo>
                    <a:lnTo>
                      <a:pt x="218" y="602"/>
                    </a:lnTo>
                    <a:lnTo>
                      <a:pt x="214" y="599"/>
                    </a:lnTo>
                    <a:lnTo>
                      <a:pt x="213" y="594"/>
                    </a:lnTo>
                    <a:lnTo>
                      <a:pt x="213" y="588"/>
                    </a:lnTo>
                    <a:lnTo>
                      <a:pt x="211" y="584"/>
                    </a:lnTo>
                    <a:lnTo>
                      <a:pt x="207" y="582"/>
                    </a:lnTo>
                    <a:lnTo>
                      <a:pt x="202" y="579"/>
                    </a:lnTo>
                    <a:lnTo>
                      <a:pt x="200" y="575"/>
                    </a:lnTo>
                    <a:lnTo>
                      <a:pt x="202" y="570"/>
                    </a:lnTo>
                    <a:lnTo>
                      <a:pt x="206" y="564"/>
                    </a:lnTo>
                    <a:lnTo>
                      <a:pt x="208" y="560"/>
                    </a:lnTo>
                    <a:lnTo>
                      <a:pt x="207" y="556"/>
                    </a:lnTo>
                    <a:lnTo>
                      <a:pt x="204" y="552"/>
                    </a:lnTo>
                    <a:lnTo>
                      <a:pt x="202" y="548"/>
                    </a:lnTo>
                    <a:lnTo>
                      <a:pt x="201" y="543"/>
                    </a:lnTo>
                    <a:lnTo>
                      <a:pt x="200" y="539"/>
                    </a:lnTo>
                    <a:lnTo>
                      <a:pt x="198" y="533"/>
                    </a:lnTo>
                    <a:lnTo>
                      <a:pt x="197" y="527"/>
                    </a:lnTo>
                    <a:lnTo>
                      <a:pt x="199" y="523"/>
                    </a:lnTo>
                    <a:lnTo>
                      <a:pt x="205" y="522"/>
                    </a:lnTo>
                    <a:lnTo>
                      <a:pt x="213" y="523"/>
                    </a:lnTo>
                    <a:lnTo>
                      <a:pt x="218" y="523"/>
                    </a:lnTo>
                    <a:lnTo>
                      <a:pt x="221" y="521"/>
                    </a:lnTo>
                    <a:lnTo>
                      <a:pt x="223" y="516"/>
                    </a:lnTo>
                    <a:lnTo>
                      <a:pt x="225" y="511"/>
                    </a:lnTo>
                    <a:lnTo>
                      <a:pt x="229" y="509"/>
                    </a:lnTo>
                    <a:lnTo>
                      <a:pt x="234" y="510"/>
                    </a:lnTo>
                    <a:lnTo>
                      <a:pt x="239" y="510"/>
                    </a:lnTo>
                    <a:lnTo>
                      <a:pt x="244" y="509"/>
                    </a:lnTo>
                    <a:lnTo>
                      <a:pt x="249" y="506"/>
                    </a:lnTo>
                    <a:lnTo>
                      <a:pt x="254" y="505"/>
                    </a:lnTo>
                    <a:lnTo>
                      <a:pt x="260" y="505"/>
                    </a:lnTo>
                    <a:lnTo>
                      <a:pt x="265" y="507"/>
                    </a:lnTo>
                    <a:lnTo>
                      <a:pt x="271" y="509"/>
                    </a:lnTo>
                    <a:lnTo>
                      <a:pt x="276" y="510"/>
                    </a:lnTo>
                    <a:lnTo>
                      <a:pt x="281" y="513"/>
                    </a:lnTo>
                    <a:lnTo>
                      <a:pt x="284" y="518"/>
                    </a:lnTo>
                    <a:lnTo>
                      <a:pt x="284" y="525"/>
                    </a:lnTo>
                    <a:lnTo>
                      <a:pt x="285" y="530"/>
                    </a:lnTo>
                    <a:lnTo>
                      <a:pt x="288" y="533"/>
                    </a:lnTo>
                    <a:lnTo>
                      <a:pt x="295" y="534"/>
                    </a:lnTo>
                    <a:lnTo>
                      <a:pt x="304" y="534"/>
                    </a:lnTo>
                    <a:lnTo>
                      <a:pt x="310" y="537"/>
                    </a:lnTo>
                    <a:lnTo>
                      <a:pt x="312" y="542"/>
                    </a:lnTo>
                    <a:lnTo>
                      <a:pt x="311" y="547"/>
                    </a:lnTo>
                    <a:lnTo>
                      <a:pt x="309" y="552"/>
                    </a:lnTo>
                    <a:close/>
                  </a:path>
                </a:pathLst>
              </a:custGeom>
              <a:solidFill>
                <a:srgbClr val="59A3CD">
                  <a:alpha val="32000"/>
                </a:srgbClr>
              </a:solidFill>
              <a:ln>
                <a:noFill/>
              </a:ln>
            </p:spPr>
            <p:txBody>
              <a:bodyPr anchor="ctr"/>
              <a:lstStyle/>
              <a:p>
                <a:pPr algn="ctr">
                  <a:buNone/>
                </a:pPr>
              </a:p>
            </p:txBody>
          </p:sp>
          <p:sp>
            <p:nvSpPr>
              <p:cNvPr id="2986" name="addition:input:109"/>
              <p:cNvSpPr>
                <a:spLocks noGrp="1"/>
              </p:cNvSpPr>
              <p:nvPr/>
            </p:nvSpPr>
            <p:spPr>
              <a:xfrm>
                <a:off x="209550" y="5438775"/>
                <a:ext cx="574426" cy="1066602"/>
              </a:xfrm>
              <a:custGeom>
                <a:avLst/>
                <a:gdLst/>
                <a:ahLst/>
                <a:cxnLst/>
                <a:rect l="l" t="t" r="r" b="b"/>
                <a:pathLst>
                  <a:path w="349" h="569">
                    <a:moveTo>
                      <a:pt x="0" y="0"/>
                    </a:moveTo>
                    <a:moveTo>
                      <a:pt x="345" y="517"/>
                    </a:moveTo>
                    <a:lnTo>
                      <a:pt x="348" y="521"/>
                    </a:lnTo>
                    <a:lnTo>
                      <a:pt x="349" y="526"/>
                    </a:lnTo>
                    <a:lnTo>
                      <a:pt x="348" y="530"/>
                    </a:lnTo>
                    <a:lnTo>
                      <a:pt x="346" y="534"/>
                    </a:lnTo>
                    <a:lnTo>
                      <a:pt x="344" y="539"/>
                    </a:lnTo>
                    <a:lnTo>
                      <a:pt x="343" y="543"/>
                    </a:lnTo>
                    <a:lnTo>
                      <a:pt x="339" y="546"/>
                    </a:lnTo>
                    <a:lnTo>
                      <a:pt x="333" y="547"/>
                    </a:lnTo>
                    <a:lnTo>
                      <a:pt x="326" y="546"/>
                    </a:lnTo>
                    <a:lnTo>
                      <a:pt x="321" y="547"/>
                    </a:lnTo>
                    <a:lnTo>
                      <a:pt x="319" y="550"/>
                    </a:lnTo>
                    <a:lnTo>
                      <a:pt x="318" y="557"/>
                    </a:lnTo>
                    <a:lnTo>
                      <a:pt x="316" y="564"/>
                    </a:lnTo>
                    <a:lnTo>
                      <a:pt x="311" y="568"/>
                    </a:lnTo>
                    <a:lnTo>
                      <a:pt x="305" y="569"/>
                    </a:lnTo>
                    <a:lnTo>
                      <a:pt x="299" y="567"/>
                    </a:lnTo>
                    <a:lnTo>
                      <a:pt x="294" y="567"/>
                    </a:lnTo>
                    <a:lnTo>
                      <a:pt x="288" y="566"/>
                    </a:lnTo>
                    <a:lnTo>
                      <a:pt x="283" y="565"/>
                    </a:lnTo>
                    <a:lnTo>
                      <a:pt x="279" y="562"/>
                    </a:lnTo>
                    <a:lnTo>
                      <a:pt x="275" y="559"/>
                    </a:lnTo>
                    <a:lnTo>
                      <a:pt x="271" y="557"/>
                    </a:lnTo>
                    <a:lnTo>
                      <a:pt x="266" y="557"/>
                    </a:lnTo>
                    <a:lnTo>
                      <a:pt x="261" y="557"/>
                    </a:lnTo>
                    <a:lnTo>
                      <a:pt x="257" y="554"/>
                    </a:lnTo>
                    <a:lnTo>
                      <a:pt x="256" y="550"/>
                    </a:lnTo>
                    <a:lnTo>
                      <a:pt x="255" y="545"/>
                    </a:lnTo>
                    <a:lnTo>
                      <a:pt x="252" y="543"/>
                    </a:lnTo>
                    <a:lnTo>
                      <a:pt x="246" y="542"/>
                    </a:lnTo>
                    <a:lnTo>
                      <a:pt x="240" y="540"/>
                    </a:lnTo>
                    <a:lnTo>
                      <a:pt x="236" y="537"/>
                    </a:lnTo>
                    <a:lnTo>
                      <a:pt x="237" y="531"/>
                    </a:lnTo>
                    <a:lnTo>
                      <a:pt x="241" y="526"/>
                    </a:lnTo>
                    <a:lnTo>
                      <a:pt x="246" y="521"/>
                    </a:lnTo>
                    <a:lnTo>
                      <a:pt x="248" y="517"/>
                    </a:lnTo>
                    <a:lnTo>
                      <a:pt x="250" y="513"/>
                    </a:lnTo>
                    <a:lnTo>
                      <a:pt x="251" y="509"/>
                    </a:lnTo>
                    <a:lnTo>
                      <a:pt x="253" y="506"/>
                    </a:lnTo>
                    <a:lnTo>
                      <a:pt x="254" y="502"/>
                    </a:lnTo>
                    <a:lnTo>
                      <a:pt x="252" y="497"/>
                    </a:lnTo>
                    <a:lnTo>
                      <a:pt x="251" y="491"/>
                    </a:lnTo>
                    <a:lnTo>
                      <a:pt x="251" y="485"/>
                    </a:lnTo>
                    <a:lnTo>
                      <a:pt x="255" y="482"/>
                    </a:lnTo>
                    <a:lnTo>
                      <a:pt x="260" y="481"/>
                    </a:lnTo>
                    <a:lnTo>
                      <a:pt x="265" y="481"/>
                    </a:lnTo>
                    <a:lnTo>
                      <a:pt x="268" y="478"/>
                    </a:lnTo>
                    <a:lnTo>
                      <a:pt x="270" y="473"/>
                    </a:lnTo>
                    <a:lnTo>
                      <a:pt x="273" y="470"/>
                    </a:lnTo>
                    <a:lnTo>
                      <a:pt x="277" y="469"/>
                    </a:lnTo>
                    <a:lnTo>
                      <a:pt x="282" y="472"/>
                    </a:lnTo>
                    <a:lnTo>
                      <a:pt x="286" y="475"/>
                    </a:lnTo>
                    <a:lnTo>
                      <a:pt x="289" y="476"/>
                    </a:lnTo>
                    <a:lnTo>
                      <a:pt x="293" y="474"/>
                    </a:lnTo>
                    <a:lnTo>
                      <a:pt x="296" y="472"/>
                    </a:lnTo>
                    <a:lnTo>
                      <a:pt x="301" y="471"/>
                    </a:lnTo>
                    <a:lnTo>
                      <a:pt x="305" y="471"/>
                    </a:lnTo>
                    <a:lnTo>
                      <a:pt x="310" y="471"/>
                    </a:lnTo>
                    <a:lnTo>
                      <a:pt x="316" y="470"/>
                    </a:lnTo>
                    <a:lnTo>
                      <a:pt x="321" y="470"/>
                    </a:lnTo>
                    <a:lnTo>
                      <a:pt x="325" y="475"/>
                    </a:lnTo>
                    <a:lnTo>
                      <a:pt x="325" y="482"/>
                    </a:lnTo>
                    <a:lnTo>
                      <a:pt x="324" y="489"/>
                    </a:lnTo>
                    <a:lnTo>
                      <a:pt x="324" y="493"/>
                    </a:lnTo>
                    <a:lnTo>
                      <a:pt x="329" y="495"/>
                    </a:lnTo>
                    <a:lnTo>
                      <a:pt x="335" y="497"/>
                    </a:lnTo>
                    <a:lnTo>
                      <a:pt x="339" y="500"/>
                    </a:lnTo>
                    <a:lnTo>
                      <a:pt x="341" y="504"/>
                    </a:lnTo>
                    <a:lnTo>
                      <a:pt x="341" y="509"/>
                    </a:lnTo>
                    <a:lnTo>
                      <a:pt x="342" y="513"/>
                    </a:lnTo>
                    <a:close/>
                  </a:path>
                </a:pathLst>
              </a:custGeom>
              <a:solidFill>
                <a:srgbClr val="59A3CD">
                  <a:alpha val="32000"/>
                </a:srgbClr>
              </a:solidFill>
              <a:ln>
                <a:noFill/>
              </a:ln>
            </p:spPr>
            <p:txBody>
              <a:bodyPr anchor="ctr"/>
              <a:lstStyle/>
              <a:p>
                <a:pPr algn="ctr">
                  <a:buNone/>
                </a:pPr>
              </a:p>
            </p:txBody>
          </p:sp>
          <p:sp>
            <p:nvSpPr>
              <p:cNvPr id="2987" name="addition:input:110"/>
              <p:cNvSpPr>
                <a:spLocks noGrp="1"/>
              </p:cNvSpPr>
              <p:nvPr/>
            </p:nvSpPr>
            <p:spPr>
              <a:xfrm>
                <a:off x="209550" y="5438775"/>
                <a:ext cx="673181" cy="1100343"/>
              </a:xfrm>
              <a:custGeom>
                <a:avLst/>
                <a:gdLst/>
                <a:ahLst/>
                <a:cxnLst/>
                <a:rect l="l" t="t" r="r" b="b"/>
                <a:pathLst>
                  <a:path w="409" h="587">
                    <a:moveTo>
                      <a:pt x="0" y="0"/>
                    </a:moveTo>
                    <a:moveTo>
                      <a:pt x="404" y="528"/>
                    </a:moveTo>
                    <a:lnTo>
                      <a:pt x="399" y="532"/>
                    </a:lnTo>
                    <a:lnTo>
                      <a:pt x="397" y="537"/>
                    </a:lnTo>
                    <a:lnTo>
                      <a:pt x="396" y="541"/>
                    </a:lnTo>
                    <a:lnTo>
                      <a:pt x="395" y="546"/>
                    </a:lnTo>
                    <a:lnTo>
                      <a:pt x="392" y="550"/>
                    </a:lnTo>
                    <a:lnTo>
                      <a:pt x="388" y="553"/>
                    </a:lnTo>
                    <a:lnTo>
                      <a:pt x="384" y="556"/>
                    </a:lnTo>
                    <a:lnTo>
                      <a:pt x="381" y="560"/>
                    </a:lnTo>
                    <a:lnTo>
                      <a:pt x="379" y="564"/>
                    </a:lnTo>
                    <a:lnTo>
                      <a:pt x="375" y="568"/>
                    </a:lnTo>
                    <a:lnTo>
                      <a:pt x="370" y="570"/>
                    </a:lnTo>
                    <a:lnTo>
                      <a:pt x="366" y="573"/>
                    </a:lnTo>
                    <a:lnTo>
                      <a:pt x="362" y="577"/>
                    </a:lnTo>
                    <a:lnTo>
                      <a:pt x="359" y="583"/>
                    </a:lnTo>
                    <a:lnTo>
                      <a:pt x="354" y="587"/>
                    </a:lnTo>
                    <a:lnTo>
                      <a:pt x="348" y="587"/>
                    </a:lnTo>
                    <a:lnTo>
                      <a:pt x="343" y="581"/>
                    </a:lnTo>
                    <a:lnTo>
                      <a:pt x="338" y="574"/>
                    </a:lnTo>
                    <a:lnTo>
                      <a:pt x="335" y="570"/>
                    </a:lnTo>
                    <a:lnTo>
                      <a:pt x="331" y="571"/>
                    </a:lnTo>
                    <a:lnTo>
                      <a:pt x="327" y="573"/>
                    </a:lnTo>
                    <a:lnTo>
                      <a:pt x="322" y="574"/>
                    </a:lnTo>
                    <a:lnTo>
                      <a:pt x="318" y="574"/>
                    </a:lnTo>
                    <a:lnTo>
                      <a:pt x="315" y="572"/>
                    </a:lnTo>
                    <a:lnTo>
                      <a:pt x="311" y="570"/>
                    </a:lnTo>
                    <a:lnTo>
                      <a:pt x="306" y="568"/>
                    </a:lnTo>
                    <a:lnTo>
                      <a:pt x="303" y="565"/>
                    </a:lnTo>
                    <a:lnTo>
                      <a:pt x="302" y="560"/>
                    </a:lnTo>
                    <a:lnTo>
                      <a:pt x="303" y="554"/>
                    </a:lnTo>
                    <a:lnTo>
                      <a:pt x="303" y="550"/>
                    </a:lnTo>
                    <a:lnTo>
                      <a:pt x="300" y="546"/>
                    </a:lnTo>
                    <a:lnTo>
                      <a:pt x="297" y="542"/>
                    </a:lnTo>
                    <a:lnTo>
                      <a:pt x="295" y="538"/>
                    </a:lnTo>
                    <a:lnTo>
                      <a:pt x="298" y="532"/>
                    </a:lnTo>
                    <a:lnTo>
                      <a:pt x="302" y="528"/>
                    </a:lnTo>
                    <a:lnTo>
                      <a:pt x="305" y="524"/>
                    </a:lnTo>
                    <a:lnTo>
                      <a:pt x="304" y="520"/>
                    </a:lnTo>
                    <a:lnTo>
                      <a:pt x="299" y="515"/>
                    </a:lnTo>
                    <a:lnTo>
                      <a:pt x="295" y="508"/>
                    </a:lnTo>
                    <a:lnTo>
                      <a:pt x="294" y="503"/>
                    </a:lnTo>
                    <a:lnTo>
                      <a:pt x="296" y="498"/>
                    </a:lnTo>
                    <a:lnTo>
                      <a:pt x="299" y="494"/>
                    </a:lnTo>
                    <a:lnTo>
                      <a:pt x="302" y="491"/>
                    </a:lnTo>
                    <a:lnTo>
                      <a:pt x="306" y="488"/>
                    </a:lnTo>
                    <a:lnTo>
                      <a:pt x="311" y="487"/>
                    </a:lnTo>
                    <a:lnTo>
                      <a:pt x="316" y="488"/>
                    </a:lnTo>
                    <a:lnTo>
                      <a:pt x="321" y="489"/>
                    </a:lnTo>
                    <a:lnTo>
                      <a:pt x="324" y="487"/>
                    </a:lnTo>
                    <a:lnTo>
                      <a:pt x="326" y="482"/>
                    </a:lnTo>
                    <a:lnTo>
                      <a:pt x="329" y="476"/>
                    </a:lnTo>
                    <a:lnTo>
                      <a:pt x="333" y="474"/>
                    </a:lnTo>
                    <a:lnTo>
                      <a:pt x="338" y="475"/>
                    </a:lnTo>
                    <a:lnTo>
                      <a:pt x="343" y="478"/>
                    </a:lnTo>
                    <a:lnTo>
                      <a:pt x="348" y="478"/>
                    </a:lnTo>
                    <a:lnTo>
                      <a:pt x="353" y="476"/>
                    </a:lnTo>
                    <a:lnTo>
                      <a:pt x="359" y="474"/>
                    </a:lnTo>
                    <a:lnTo>
                      <a:pt x="365" y="475"/>
                    </a:lnTo>
                    <a:lnTo>
                      <a:pt x="370" y="478"/>
                    </a:lnTo>
                    <a:lnTo>
                      <a:pt x="373" y="484"/>
                    </a:lnTo>
                    <a:lnTo>
                      <a:pt x="376" y="489"/>
                    </a:lnTo>
                    <a:lnTo>
                      <a:pt x="379" y="492"/>
                    </a:lnTo>
                    <a:lnTo>
                      <a:pt x="382" y="496"/>
                    </a:lnTo>
                    <a:lnTo>
                      <a:pt x="384" y="501"/>
                    </a:lnTo>
                    <a:lnTo>
                      <a:pt x="385" y="505"/>
                    </a:lnTo>
                    <a:lnTo>
                      <a:pt x="389" y="508"/>
                    </a:lnTo>
                    <a:lnTo>
                      <a:pt x="396" y="510"/>
                    </a:lnTo>
                    <a:lnTo>
                      <a:pt x="404" y="513"/>
                    </a:lnTo>
                    <a:lnTo>
                      <a:pt x="409" y="517"/>
                    </a:lnTo>
                    <a:lnTo>
                      <a:pt x="409" y="523"/>
                    </a:lnTo>
                    <a:close/>
                  </a:path>
                </a:pathLst>
              </a:custGeom>
              <a:solidFill>
                <a:srgbClr val="59A3CD">
                  <a:alpha val="32000"/>
                </a:srgbClr>
              </a:solidFill>
              <a:ln>
                <a:noFill/>
              </a:ln>
            </p:spPr>
            <p:txBody>
              <a:bodyPr anchor="ctr"/>
              <a:lstStyle/>
              <a:p>
                <a:pPr algn="ctr">
                  <a:buNone/>
                </a:pPr>
              </a:p>
            </p:txBody>
          </p:sp>
          <p:sp>
            <p:nvSpPr>
              <p:cNvPr id="2988" name="addition:input:111"/>
              <p:cNvSpPr>
                <a:spLocks noGrp="1"/>
              </p:cNvSpPr>
              <p:nvPr/>
            </p:nvSpPr>
            <p:spPr>
              <a:xfrm>
                <a:off x="209550" y="5438775"/>
                <a:ext cx="729143" cy="1184697"/>
              </a:xfrm>
              <a:custGeom>
                <a:avLst/>
                <a:gdLst/>
                <a:ahLst/>
                <a:cxnLst/>
                <a:rect l="l" t="t" r="r" b="b"/>
                <a:pathLst>
                  <a:path w="443" h="632">
                    <a:moveTo>
                      <a:pt x="0" y="0"/>
                    </a:moveTo>
                    <a:moveTo>
                      <a:pt x="435" y="571"/>
                    </a:moveTo>
                    <a:lnTo>
                      <a:pt x="436" y="576"/>
                    </a:lnTo>
                    <a:lnTo>
                      <a:pt x="435" y="581"/>
                    </a:lnTo>
                    <a:lnTo>
                      <a:pt x="435" y="586"/>
                    </a:lnTo>
                    <a:lnTo>
                      <a:pt x="437" y="591"/>
                    </a:lnTo>
                    <a:lnTo>
                      <a:pt x="441" y="598"/>
                    </a:lnTo>
                    <a:lnTo>
                      <a:pt x="443" y="605"/>
                    </a:lnTo>
                    <a:lnTo>
                      <a:pt x="440" y="610"/>
                    </a:lnTo>
                    <a:lnTo>
                      <a:pt x="432" y="611"/>
                    </a:lnTo>
                    <a:lnTo>
                      <a:pt x="424" y="609"/>
                    </a:lnTo>
                    <a:lnTo>
                      <a:pt x="418" y="609"/>
                    </a:lnTo>
                    <a:lnTo>
                      <a:pt x="415" y="612"/>
                    </a:lnTo>
                    <a:lnTo>
                      <a:pt x="413" y="616"/>
                    </a:lnTo>
                    <a:lnTo>
                      <a:pt x="410" y="620"/>
                    </a:lnTo>
                    <a:lnTo>
                      <a:pt x="406" y="623"/>
                    </a:lnTo>
                    <a:lnTo>
                      <a:pt x="401" y="625"/>
                    </a:lnTo>
                    <a:lnTo>
                      <a:pt x="396" y="628"/>
                    </a:lnTo>
                    <a:lnTo>
                      <a:pt x="391" y="631"/>
                    </a:lnTo>
                    <a:lnTo>
                      <a:pt x="385" y="632"/>
                    </a:lnTo>
                    <a:lnTo>
                      <a:pt x="379" y="630"/>
                    </a:lnTo>
                    <a:lnTo>
                      <a:pt x="374" y="626"/>
                    </a:lnTo>
                    <a:lnTo>
                      <a:pt x="368" y="624"/>
                    </a:lnTo>
                    <a:lnTo>
                      <a:pt x="362" y="624"/>
                    </a:lnTo>
                    <a:lnTo>
                      <a:pt x="356" y="624"/>
                    </a:lnTo>
                    <a:lnTo>
                      <a:pt x="350" y="621"/>
                    </a:lnTo>
                    <a:lnTo>
                      <a:pt x="347" y="615"/>
                    </a:lnTo>
                    <a:lnTo>
                      <a:pt x="347" y="608"/>
                    </a:lnTo>
                    <a:lnTo>
                      <a:pt x="346" y="602"/>
                    </a:lnTo>
                    <a:lnTo>
                      <a:pt x="342" y="599"/>
                    </a:lnTo>
                    <a:lnTo>
                      <a:pt x="335" y="598"/>
                    </a:lnTo>
                    <a:lnTo>
                      <a:pt x="328" y="596"/>
                    </a:lnTo>
                    <a:lnTo>
                      <a:pt x="323" y="593"/>
                    </a:lnTo>
                    <a:lnTo>
                      <a:pt x="320" y="588"/>
                    </a:lnTo>
                    <a:lnTo>
                      <a:pt x="319" y="582"/>
                    </a:lnTo>
                    <a:lnTo>
                      <a:pt x="319" y="577"/>
                    </a:lnTo>
                    <a:lnTo>
                      <a:pt x="319" y="571"/>
                    </a:lnTo>
                    <a:lnTo>
                      <a:pt x="323" y="566"/>
                    </a:lnTo>
                    <a:lnTo>
                      <a:pt x="330" y="562"/>
                    </a:lnTo>
                    <a:lnTo>
                      <a:pt x="336" y="558"/>
                    </a:lnTo>
                    <a:lnTo>
                      <a:pt x="338" y="554"/>
                    </a:lnTo>
                    <a:lnTo>
                      <a:pt x="337" y="549"/>
                    </a:lnTo>
                    <a:lnTo>
                      <a:pt x="336" y="542"/>
                    </a:lnTo>
                    <a:lnTo>
                      <a:pt x="339" y="537"/>
                    </a:lnTo>
                    <a:lnTo>
                      <a:pt x="345" y="535"/>
                    </a:lnTo>
                    <a:lnTo>
                      <a:pt x="351" y="533"/>
                    </a:lnTo>
                    <a:lnTo>
                      <a:pt x="355" y="530"/>
                    </a:lnTo>
                    <a:lnTo>
                      <a:pt x="357" y="525"/>
                    </a:lnTo>
                    <a:lnTo>
                      <a:pt x="360" y="518"/>
                    </a:lnTo>
                    <a:lnTo>
                      <a:pt x="364" y="513"/>
                    </a:lnTo>
                    <a:lnTo>
                      <a:pt x="370" y="513"/>
                    </a:lnTo>
                    <a:lnTo>
                      <a:pt x="376" y="514"/>
                    </a:lnTo>
                    <a:lnTo>
                      <a:pt x="381" y="515"/>
                    </a:lnTo>
                    <a:lnTo>
                      <a:pt x="386" y="517"/>
                    </a:lnTo>
                    <a:lnTo>
                      <a:pt x="390" y="519"/>
                    </a:lnTo>
                    <a:lnTo>
                      <a:pt x="394" y="522"/>
                    </a:lnTo>
                    <a:lnTo>
                      <a:pt x="397" y="526"/>
                    </a:lnTo>
                    <a:lnTo>
                      <a:pt x="400" y="526"/>
                    </a:lnTo>
                    <a:lnTo>
                      <a:pt x="406" y="523"/>
                    </a:lnTo>
                    <a:lnTo>
                      <a:pt x="413" y="519"/>
                    </a:lnTo>
                    <a:lnTo>
                      <a:pt x="419" y="518"/>
                    </a:lnTo>
                    <a:lnTo>
                      <a:pt x="423" y="521"/>
                    </a:lnTo>
                    <a:lnTo>
                      <a:pt x="423" y="528"/>
                    </a:lnTo>
                    <a:lnTo>
                      <a:pt x="424" y="535"/>
                    </a:lnTo>
                    <a:lnTo>
                      <a:pt x="425" y="539"/>
                    </a:lnTo>
                    <a:lnTo>
                      <a:pt x="429" y="543"/>
                    </a:lnTo>
                    <a:lnTo>
                      <a:pt x="432" y="547"/>
                    </a:lnTo>
                    <a:lnTo>
                      <a:pt x="433" y="552"/>
                    </a:lnTo>
                    <a:lnTo>
                      <a:pt x="432" y="557"/>
                    </a:lnTo>
                    <a:lnTo>
                      <a:pt x="431" y="562"/>
                    </a:lnTo>
                    <a:lnTo>
                      <a:pt x="433" y="567"/>
                    </a:lnTo>
                    <a:close/>
                  </a:path>
                </a:pathLst>
              </a:custGeom>
              <a:solidFill>
                <a:srgbClr val="59A3CD">
                  <a:alpha val="32000"/>
                </a:srgbClr>
              </a:solidFill>
              <a:ln>
                <a:noFill/>
              </a:ln>
            </p:spPr>
            <p:txBody>
              <a:bodyPr anchor="ctr"/>
              <a:lstStyle/>
              <a:p>
                <a:pPr algn="ctr">
                  <a:buNone/>
                </a:pPr>
              </a:p>
            </p:txBody>
          </p:sp>
          <p:sp>
            <p:nvSpPr>
              <p:cNvPr id="2989" name="addition:input:112"/>
              <p:cNvSpPr>
                <a:spLocks noGrp="1"/>
              </p:cNvSpPr>
              <p:nvPr/>
            </p:nvSpPr>
            <p:spPr>
              <a:xfrm>
                <a:off x="209550" y="5438775"/>
                <a:ext cx="699516" cy="1269050"/>
              </a:xfrm>
              <a:custGeom>
                <a:avLst/>
                <a:gdLst/>
                <a:ahLst/>
                <a:cxnLst/>
                <a:rect l="l" t="t" r="r" b="b"/>
                <a:pathLst>
                  <a:path w="425" h="677">
                    <a:moveTo>
                      <a:pt x="0" y="0"/>
                    </a:moveTo>
                    <a:moveTo>
                      <a:pt x="422" y="619"/>
                    </a:moveTo>
                    <a:lnTo>
                      <a:pt x="417" y="624"/>
                    </a:lnTo>
                    <a:lnTo>
                      <a:pt x="409" y="628"/>
                    </a:lnTo>
                    <a:lnTo>
                      <a:pt x="401" y="632"/>
                    </a:lnTo>
                    <a:lnTo>
                      <a:pt x="398" y="635"/>
                    </a:lnTo>
                    <a:lnTo>
                      <a:pt x="399" y="641"/>
                    </a:lnTo>
                    <a:lnTo>
                      <a:pt x="402" y="648"/>
                    </a:lnTo>
                    <a:lnTo>
                      <a:pt x="403" y="656"/>
                    </a:lnTo>
                    <a:lnTo>
                      <a:pt x="399" y="660"/>
                    </a:lnTo>
                    <a:lnTo>
                      <a:pt x="391" y="662"/>
                    </a:lnTo>
                    <a:lnTo>
                      <a:pt x="384" y="663"/>
                    </a:lnTo>
                    <a:lnTo>
                      <a:pt x="380" y="667"/>
                    </a:lnTo>
                    <a:lnTo>
                      <a:pt x="376" y="672"/>
                    </a:lnTo>
                    <a:lnTo>
                      <a:pt x="372" y="676"/>
                    </a:lnTo>
                    <a:lnTo>
                      <a:pt x="365" y="677"/>
                    </a:lnTo>
                    <a:lnTo>
                      <a:pt x="359" y="675"/>
                    </a:lnTo>
                    <a:lnTo>
                      <a:pt x="353" y="674"/>
                    </a:lnTo>
                    <a:lnTo>
                      <a:pt x="348" y="673"/>
                    </a:lnTo>
                    <a:lnTo>
                      <a:pt x="343" y="673"/>
                    </a:lnTo>
                    <a:lnTo>
                      <a:pt x="339" y="671"/>
                    </a:lnTo>
                    <a:lnTo>
                      <a:pt x="335" y="668"/>
                    </a:lnTo>
                    <a:lnTo>
                      <a:pt x="331" y="667"/>
                    </a:lnTo>
                    <a:lnTo>
                      <a:pt x="325" y="669"/>
                    </a:lnTo>
                    <a:lnTo>
                      <a:pt x="316" y="673"/>
                    </a:lnTo>
                    <a:lnTo>
                      <a:pt x="307" y="675"/>
                    </a:lnTo>
                    <a:lnTo>
                      <a:pt x="301" y="672"/>
                    </a:lnTo>
                    <a:lnTo>
                      <a:pt x="300" y="665"/>
                    </a:lnTo>
                    <a:lnTo>
                      <a:pt x="301" y="657"/>
                    </a:lnTo>
                    <a:lnTo>
                      <a:pt x="301" y="650"/>
                    </a:lnTo>
                    <a:lnTo>
                      <a:pt x="299" y="646"/>
                    </a:lnTo>
                    <a:lnTo>
                      <a:pt x="295" y="642"/>
                    </a:lnTo>
                    <a:lnTo>
                      <a:pt x="291" y="638"/>
                    </a:lnTo>
                    <a:lnTo>
                      <a:pt x="290" y="633"/>
                    </a:lnTo>
                    <a:lnTo>
                      <a:pt x="289" y="628"/>
                    </a:lnTo>
                    <a:lnTo>
                      <a:pt x="285" y="624"/>
                    </a:lnTo>
                    <a:lnTo>
                      <a:pt x="280" y="619"/>
                    </a:lnTo>
                    <a:lnTo>
                      <a:pt x="278" y="614"/>
                    </a:lnTo>
                    <a:lnTo>
                      <a:pt x="278" y="609"/>
                    </a:lnTo>
                    <a:lnTo>
                      <a:pt x="281" y="604"/>
                    </a:lnTo>
                    <a:lnTo>
                      <a:pt x="282" y="599"/>
                    </a:lnTo>
                    <a:lnTo>
                      <a:pt x="280" y="593"/>
                    </a:lnTo>
                    <a:lnTo>
                      <a:pt x="278" y="586"/>
                    </a:lnTo>
                    <a:lnTo>
                      <a:pt x="280" y="581"/>
                    </a:lnTo>
                    <a:lnTo>
                      <a:pt x="288" y="579"/>
                    </a:lnTo>
                    <a:lnTo>
                      <a:pt x="298" y="580"/>
                    </a:lnTo>
                    <a:lnTo>
                      <a:pt x="306" y="581"/>
                    </a:lnTo>
                    <a:lnTo>
                      <a:pt x="311" y="580"/>
                    </a:lnTo>
                    <a:lnTo>
                      <a:pt x="314" y="575"/>
                    </a:lnTo>
                    <a:lnTo>
                      <a:pt x="317" y="569"/>
                    </a:lnTo>
                    <a:lnTo>
                      <a:pt x="322" y="564"/>
                    </a:lnTo>
                    <a:lnTo>
                      <a:pt x="328" y="561"/>
                    </a:lnTo>
                    <a:lnTo>
                      <a:pt x="335" y="559"/>
                    </a:lnTo>
                    <a:lnTo>
                      <a:pt x="342" y="556"/>
                    </a:lnTo>
                    <a:lnTo>
                      <a:pt x="350" y="555"/>
                    </a:lnTo>
                    <a:lnTo>
                      <a:pt x="357" y="557"/>
                    </a:lnTo>
                    <a:lnTo>
                      <a:pt x="364" y="563"/>
                    </a:lnTo>
                    <a:lnTo>
                      <a:pt x="369" y="568"/>
                    </a:lnTo>
                    <a:lnTo>
                      <a:pt x="375" y="571"/>
                    </a:lnTo>
                    <a:lnTo>
                      <a:pt x="382" y="570"/>
                    </a:lnTo>
                    <a:lnTo>
                      <a:pt x="390" y="570"/>
                    </a:lnTo>
                    <a:lnTo>
                      <a:pt x="395" y="574"/>
                    </a:lnTo>
                    <a:lnTo>
                      <a:pt x="397" y="580"/>
                    </a:lnTo>
                    <a:lnTo>
                      <a:pt x="398" y="586"/>
                    </a:lnTo>
                    <a:lnTo>
                      <a:pt x="402" y="589"/>
                    </a:lnTo>
                    <a:lnTo>
                      <a:pt x="408" y="591"/>
                    </a:lnTo>
                    <a:lnTo>
                      <a:pt x="417" y="593"/>
                    </a:lnTo>
                    <a:lnTo>
                      <a:pt x="423" y="597"/>
                    </a:lnTo>
                    <a:lnTo>
                      <a:pt x="425" y="602"/>
                    </a:lnTo>
                    <a:lnTo>
                      <a:pt x="425" y="608"/>
                    </a:lnTo>
                    <a:lnTo>
                      <a:pt x="424" y="613"/>
                    </a:lnTo>
                    <a:close/>
                  </a:path>
                </a:pathLst>
              </a:custGeom>
              <a:solidFill>
                <a:srgbClr val="59A3CD">
                  <a:alpha val="32000"/>
                </a:srgbClr>
              </a:solidFill>
              <a:ln>
                <a:noFill/>
              </a:ln>
            </p:spPr>
            <p:txBody>
              <a:bodyPr anchor="ctr"/>
              <a:lstStyle/>
              <a:p>
                <a:pPr algn="ctr">
                  <a:buNone/>
                </a:pPr>
              </a:p>
            </p:txBody>
          </p:sp>
          <p:sp>
            <p:nvSpPr>
              <p:cNvPr id="2990" name="addition:input:113"/>
              <p:cNvSpPr>
                <a:spLocks noGrp="1"/>
              </p:cNvSpPr>
              <p:nvPr/>
            </p:nvSpPr>
            <p:spPr>
              <a:xfrm>
                <a:off x="209550" y="5438775"/>
                <a:ext cx="577718" cy="1280297"/>
              </a:xfrm>
              <a:custGeom>
                <a:avLst/>
                <a:gdLst/>
                <a:ahLst/>
                <a:cxnLst/>
                <a:rect l="l" t="t" r="r" b="b"/>
                <a:pathLst>
                  <a:path w="351" h="683">
                    <a:moveTo>
                      <a:pt x="0" y="0"/>
                    </a:moveTo>
                    <a:moveTo>
                      <a:pt x="351" y="624"/>
                    </a:moveTo>
                    <a:lnTo>
                      <a:pt x="350" y="630"/>
                    </a:lnTo>
                    <a:lnTo>
                      <a:pt x="345" y="635"/>
                    </a:lnTo>
                    <a:lnTo>
                      <a:pt x="339" y="639"/>
                    </a:lnTo>
                    <a:lnTo>
                      <a:pt x="334" y="643"/>
                    </a:lnTo>
                    <a:lnTo>
                      <a:pt x="331" y="647"/>
                    </a:lnTo>
                    <a:lnTo>
                      <a:pt x="328" y="651"/>
                    </a:lnTo>
                    <a:lnTo>
                      <a:pt x="323" y="654"/>
                    </a:lnTo>
                    <a:lnTo>
                      <a:pt x="320" y="657"/>
                    </a:lnTo>
                    <a:lnTo>
                      <a:pt x="318" y="663"/>
                    </a:lnTo>
                    <a:lnTo>
                      <a:pt x="317" y="670"/>
                    </a:lnTo>
                    <a:lnTo>
                      <a:pt x="316" y="679"/>
                    </a:lnTo>
                    <a:lnTo>
                      <a:pt x="311" y="683"/>
                    </a:lnTo>
                    <a:lnTo>
                      <a:pt x="304" y="683"/>
                    </a:lnTo>
                    <a:lnTo>
                      <a:pt x="296" y="678"/>
                    </a:lnTo>
                    <a:lnTo>
                      <a:pt x="290" y="675"/>
                    </a:lnTo>
                    <a:lnTo>
                      <a:pt x="285" y="675"/>
                    </a:lnTo>
                    <a:lnTo>
                      <a:pt x="281" y="677"/>
                    </a:lnTo>
                    <a:lnTo>
                      <a:pt x="277" y="679"/>
                    </a:lnTo>
                    <a:lnTo>
                      <a:pt x="272" y="678"/>
                    </a:lnTo>
                    <a:lnTo>
                      <a:pt x="268" y="676"/>
                    </a:lnTo>
                    <a:lnTo>
                      <a:pt x="264" y="674"/>
                    </a:lnTo>
                    <a:lnTo>
                      <a:pt x="260" y="674"/>
                    </a:lnTo>
                    <a:lnTo>
                      <a:pt x="255" y="674"/>
                    </a:lnTo>
                    <a:lnTo>
                      <a:pt x="250" y="672"/>
                    </a:lnTo>
                    <a:lnTo>
                      <a:pt x="247" y="669"/>
                    </a:lnTo>
                    <a:lnTo>
                      <a:pt x="244" y="665"/>
                    </a:lnTo>
                    <a:lnTo>
                      <a:pt x="239" y="663"/>
                    </a:lnTo>
                    <a:lnTo>
                      <a:pt x="233" y="661"/>
                    </a:lnTo>
                    <a:lnTo>
                      <a:pt x="229" y="657"/>
                    </a:lnTo>
                    <a:lnTo>
                      <a:pt x="230" y="651"/>
                    </a:lnTo>
                    <a:lnTo>
                      <a:pt x="234" y="643"/>
                    </a:lnTo>
                    <a:lnTo>
                      <a:pt x="239" y="637"/>
                    </a:lnTo>
                    <a:lnTo>
                      <a:pt x="240" y="632"/>
                    </a:lnTo>
                    <a:lnTo>
                      <a:pt x="235" y="629"/>
                    </a:lnTo>
                    <a:lnTo>
                      <a:pt x="229" y="624"/>
                    </a:lnTo>
                    <a:lnTo>
                      <a:pt x="224" y="619"/>
                    </a:lnTo>
                    <a:lnTo>
                      <a:pt x="223" y="614"/>
                    </a:lnTo>
                    <a:lnTo>
                      <a:pt x="223" y="609"/>
                    </a:lnTo>
                    <a:lnTo>
                      <a:pt x="223" y="603"/>
                    </a:lnTo>
                    <a:lnTo>
                      <a:pt x="223" y="598"/>
                    </a:lnTo>
                    <a:lnTo>
                      <a:pt x="226" y="593"/>
                    </a:lnTo>
                    <a:lnTo>
                      <a:pt x="231" y="591"/>
                    </a:lnTo>
                    <a:lnTo>
                      <a:pt x="237" y="589"/>
                    </a:lnTo>
                    <a:lnTo>
                      <a:pt x="241" y="587"/>
                    </a:lnTo>
                    <a:lnTo>
                      <a:pt x="243" y="582"/>
                    </a:lnTo>
                    <a:lnTo>
                      <a:pt x="245" y="577"/>
                    </a:lnTo>
                    <a:lnTo>
                      <a:pt x="249" y="574"/>
                    </a:lnTo>
                    <a:lnTo>
                      <a:pt x="255" y="575"/>
                    </a:lnTo>
                    <a:lnTo>
                      <a:pt x="262" y="578"/>
                    </a:lnTo>
                    <a:lnTo>
                      <a:pt x="267" y="578"/>
                    </a:lnTo>
                    <a:lnTo>
                      <a:pt x="271" y="573"/>
                    </a:lnTo>
                    <a:lnTo>
                      <a:pt x="276" y="567"/>
                    </a:lnTo>
                    <a:lnTo>
                      <a:pt x="282" y="562"/>
                    </a:lnTo>
                    <a:lnTo>
                      <a:pt x="289" y="561"/>
                    </a:lnTo>
                    <a:lnTo>
                      <a:pt x="295" y="564"/>
                    </a:lnTo>
                    <a:lnTo>
                      <a:pt x="301" y="568"/>
                    </a:lnTo>
                    <a:lnTo>
                      <a:pt x="307" y="571"/>
                    </a:lnTo>
                    <a:lnTo>
                      <a:pt x="311" y="575"/>
                    </a:lnTo>
                    <a:lnTo>
                      <a:pt x="315" y="581"/>
                    </a:lnTo>
                    <a:lnTo>
                      <a:pt x="317" y="587"/>
                    </a:lnTo>
                    <a:lnTo>
                      <a:pt x="320" y="591"/>
                    </a:lnTo>
                    <a:lnTo>
                      <a:pt x="326" y="592"/>
                    </a:lnTo>
                    <a:lnTo>
                      <a:pt x="334" y="592"/>
                    </a:lnTo>
                    <a:lnTo>
                      <a:pt x="342" y="594"/>
                    </a:lnTo>
                    <a:lnTo>
                      <a:pt x="345" y="598"/>
                    </a:lnTo>
                    <a:lnTo>
                      <a:pt x="345" y="604"/>
                    </a:lnTo>
                    <a:lnTo>
                      <a:pt x="343" y="610"/>
                    </a:lnTo>
                    <a:lnTo>
                      <a:pt x="344" y="615"/>
                    </a:lnTo>
                    <a:lnTo>
                      <a:pt x="348" y="619"/>
                    </a:lnTo>
                    <a:close/>
                  </a:path>
                </a:pathLst>
              </a:custGeom>
              <a:solidFill>
                <a:srgbClr val="59A3CD">
                  <a:alpha val="32000"/>
                </a:srgbClr>
              </a:solidFill>
              <a:ln>
                <a:noFill/>
              </a:ln>
            </p:spPr>
            <p:txBody>
              <a:bodyPr anchor="ctr"/>
              <a:lstStyle/>
              <a:p>
                <a:pPr algn="ctr">
                  <a:buNone/>
                </a:pPr>
              </a:p>
            </p:txBody>
          </p:sp>
          <p:sp>
            <p:nvSpPr>
              <p:cNvPr id="2991" name="addition:input:114"/>
              <p:cNvSpPr>
                <a:spLocks noGrp="1"/>
              </p:cNvSpPr>
              <p:nvPr/>
            </p:nvSpPr>
            <p:spPr>
              <a:xfrm>
                <a:off x="209550" y="5438775"/>
                <a:ext cx="454274" cy="1233434"/>
              </a:xfrm>
              <a:custGeom>
                <a:avLst/>
                <a:gdLst/>
                <a:ahLst/>
                <a:cxnLst/>
                <a:rect l="l" t="t" r="r" b="b"/>
                <a:pathLst>
                  <a:path w="276" h="658">
                    <a:moveTo>
                      <a:pt x="0" y="0"/>
                    </a:moveTo>
                    <a:moveTo>
                      <a:pt x="275" y="604"/>
                    </a:moveTo>
                    <a:lnTo>
                      <a:pt x="274" y="608"/>
                    </a:lnTo>
                    <a:lnTo>
                      <a:pt x="271" y="612"/>
                    </a:lnTo>
                    <a:lnTo>
                      <a:pt x="269" y="615"/>
                    </a:lnTo>
                    <a:lnTo>
                      <a:pt x="271" y="620"/>
                    </a:lnTo>
                    <a:lnTo>
                      <a:pt x="275" y="626"/>
                    </a:lnTo>
                    <a:lnTo>
                      <a:pt x="276" y="632"/>
                    </a:lnTo>
                    <a:lnTo>
                      <a:pt x="275" y="636"/>
                    </a:lnTo>
                    <a:lnTo>
                      <a:pt x="270" y="638"/>
                    </a:lnTo>
                    <a:lnTo>
                      <a:pt x="266" y="640"/>
                    </a:lnTo>
                    <a:lnTo>
                      <a:pt x="262" y="641"/>
                    </a:lnTo>
                    <a:lnTo>
                      <a:pt x="258" y="642"/>
                    </a:lnTo>
                    <a:lnTo>
                      <a:pt x="254" y="642"/>
                    </a:lnTo>
                    <a:lnTo>
                      <a:pt x="250" y="642"/>
                    </a:lnTo>
                    <a:lnTo>
                      <a:pt x="247" y="642"/>
                    </a:lnTo>
                    <a:lnTo>
                      <a:pt x="244" y="646"/>
                    </a:lnTo>
                    <a:lnTo>
                      <a:pt x="241" y="652"/>
                    </a:lnTo>
                    <a:lnTo>
                      <a:pt x="237" y="657"/>
                    </a:lnTo>
                    <a:lnTo>
                      <a:pt x="232" y="658"/>
                    </a:lnTo>
                    <a:lnTo>
                      <a:pt x="227" y="655"/>
                    </a:lnTo>
                    <a:lnTo>
                      <a:pt x="223" y="651"/>
                    </a:lnTo>
                    <a:lnTo>
                      <a:pt x="219" y="648"/>
                    </a:lnTo>
                    <a:lnTo>
                      <a:pt x="213" y="648"/>
                    </a:lnTo>
                    <a:lnTo>
                      <a:pt x="208" y="648"/>
                    </a:lnTo>
                    <a:lnTo>
                      <a:pt x="203" y="646"/>
                    </a:lnTo>
                    <a:lnTo>
                      <a:pt x="201" y="641"/>
                    </a:lnTo>
                    <a:lnTo>
                      <a:pt x="199" y="636"/>
                    </a:lnTo>
                    <a:lnTo>
                      <a:pt x="197" y="632"/>
                    </a:lnTo>
                    <a:lnTo>
                      <a:pt x="193" y="630"/>
                    </a:lnTo>
                    <a:lnTo>
                      <a:pt x="190" y="627"/>
                    </a:lnTo>
                    <a:lnTo>
                      <a:pt x="187" y="623"/>
                    </a:lnTo>
                    <a:lnTo>
                      <a:pt x="185" y="620"/>
                    </a:lnTo>
                    <a:lnTo>
                      <a:pt x="182" y="617"/>
                    </a:lnTo>
                    <a:lnTo>
                      <a:pt x="176" y="613"/>
                    </a:lnTo>
                    <a:lnTo>
                      <a:pt x="172" y="609"/>
                    </a:lnTo>
                    <a:lnTo>
                      <a:pt x="170" y="604"/>
                    </a:lnTo>
                    <a:lnTo>
                      <a:pt x="175" y="599"/>
                    </a:lnTo>
                    <a:lnTo>
                      <a:pt x="182" y="596"/>
                    </a:lnTo>
                    <a:lnTo>
                      <a:pt x="188" y="593"/>
                    </a:lnTo>
                    <a:lnTo>
                      <a:pt x="190" y="590"/>
                    </a:lnTo>
                    <a:lnTo>
                      <a:pt x="190" y="585"/>
                    </a:lnTo>
                    <a:lnTo>
                      <a:pt x="191" y="580"/>
                    </a:lnTo>
                    <a:lnTo>
                      <a:pt x="193" y="577"/>
                    </a:lnTo>
                    <a:lnTo>
                      <a:pt x="197" y="574"/>
                    </a:lnTo>
                    <a:lnTo>
                      <a:pt x="200" y="571"/>
                    </a:lnTo>
                    <a:lnTo>
                      <a:pt x="203" y="567"/>
                    </a:lnTo>
                    <a:lnTo>
                      <a:pt x="206" y="562"/>
                    </a:lnTo>
                    <a:lnTo>
                      <a:pt x="210" y="560"/>
                    </a:lnTo>
                    <a:lnTo>
                      <a:pt x="215" y="559"/>
                    </a:lnTo>
                    <a:lnTo>
                      <a:pt x="219" y="558"/>
                    </a:lnTo>
                    <a:lnTo>
                      <a:pt x="223" y="556"/>
                    </a:lnTo>
                    <a:lnTo>
                      <a:pt x="228" y="553"/>
                    </a:lnTo>
                    <a:lnTo>
                      <a:pt x="232" y="552"/>
                    </a:lnTo>
                    <a:lnTo>
                      <a:pt x="236" y="554"/>
                    </a:lnTo>
                    <a:lnTo>
                      <a:pt x="240" y="560"/>
                    </a:lnTo>
                    <a:lnTo>
                      <a:pt x="242" y="566"/>
                    </a:lnTo>
                    <a:lnTo>
                      <a:pt x="245" y="567"/>
                    </a:lnTo>
                    <a:lnTo>
                      <a:pt x="249" y="565"/>
                    </a:lnTo>
                    <a:lnTo>
                      <a:pt x="254" y="562"/>
                    </a:lnTo>
                    <a:lnTo>
                      <a:pt x="259" y="561"/>
                    </a:lnTo>
                    <a:lnTo>
                      <a:pt x="263" y="563"/>
                    </a:lnTo>
                    <a:lnTo>
                      <a:pt x="265" y="567"/>
                    </a:lnTo>
                    <a:lnTo>
                      <a:pt x="268" y="570"/>
                    </a:lnTo>
                    <a:lnTo>
                      <a:pt x="270" y="574"/>
                    </a:lnTo>
                    <a:lnTo>
                      <a:pt x="271" y="578"/>
                    </a:lnTo>
                    <a:lnTo>
                      <a:pt x="270" y="583"/>
                    </a:lnTo>
                    <a:lnTo>
                      <a:pt x="268" y="589"/>
                    </a:lnTo>
                    <a:lnTo>
                      <a:pt x="268" y="593"/>
                    </a:lnTo>
                    <a:lnTo>
                      <a:pt x="270" y="596"/>
                    </a:lnTo>
                    <a:lnTo>
                      <a:pt x="274" y="600"/>
                    </a:lnTo>
                    <a:close/>
                  </a:path>
                </a:pathLst>
              </a:custGeom>
              <a:solidFill>
                <a:srgbClr val="59A3CD">
                  <a:alpha val="32000"/>
                </a:srgbClr>
              </a:solidFill>
              <a:ln>
                <a:noFill/>
              </a:ln>
            </p:spPr>
            <p:txBody>
              <a:bodyPr anchor="ctr"/>
              <a:lstStyle/>
              <a:p>
                <a:pPr algn="ctr">
                  <a:buNone/>
                </a:pPr>
              </a:p>
            </p:txBody>
          </p:sp>
          <p:sp>
            <p:nvSpPr>
              <p:cNvPr id="2992" name="addition:input:115"/>
              <p:cNvSpPr>
                <a:spLocks noGrp="1"/>
              </p:cNvSpPr>
              <p:nvPr/>
            </p:nvSpPr>
            <p:spPr>
              <a:xfrm>
                <a:off x="209550" y="5438775"/>
                <a:ext cx="636971" cy="1252179"/>
              </a:xfrm>
              <a:custGeom>
                <a:avLst/>
                <a:gdLst/>
                <a:ahLst/>
                <a:cxnLst/>
                <a:rect l="l" t="t" r="r" b="b"/>
                <a:pathLst>
                  <a:path w="387" h="668">
                    <a:moveTo>
                      <a:pt x="0" y="0"/>
                    </a:moveTo>
                    <a:moveTo>
                      <a:pt x="376" y="596"/>
                    </a:moveTo>
                    <a:lnTo>
                      <a:pt x="383" y="602"/>
                    </a:lnTo>
                    <a:lnTo>
                      <a:pt x="387" y="608"/>
                    </a:lnTo>
                    <a:lnTo>
                      <a:pt x="384" y="613"/>
                    </a:lnTo>
                    <a:lnTo>
                      <a:pt x="379" y="617"/>
                    </a:lnTo>
                    <a:lnTo>
                      <a:pt x="376" y="622"/>
                    </a:lnTo>
                    <a:lnTo>
                      <a:pt x="376" y="628"/>
                    </a:lnTo>
                    <a:lnTo>
                      <a:pt x="377" y="635"/>
                    </a:lnTo>
                    <a:lnTo>
                      <a:pt x="376" y="641"/>
                    </a:lnTo>
                    <a:lnTo>
                      <a:pt x="370" y="644"/>
                    </a:lnTo>
                    <a:lnTo>
                      <a:pt x="363" y="644"/>
                    </a:lnTo>
                    <a:lnTo>
                      <a:pt x="356" y="645"/>
                    </a:lnTo>
                    <a:lnTo>
                      <a:pt x="351" y="646"/>
                    </a:lnTo>
                    <a:lnTo>
                      <a:pt x="346" y="648"/>
                    </a:lnTo>
                    <a:lnTo>
                      <a:pt x="340" y="648"/>
                    </a:lnTo>
                    <a:lnTo>
                      <a:pt x="335" y="648"/>
                    </a:lnTo>
                    <a:lnTo>
                      <a:pt x="329" y="651"/>
                    </a:lnTo>
                    <a:lnTo>
                      <a:pt x="324" y="656"/>
                    </a:lnTo>
                    <a:lnTo>
                      <a:pt x="316" y="664"/>
                    </a:lnTo>
                    <a:lnTo>
                      <a:pt x="308" y="668"/>
                    </a:lnTo>
                    <a:lnTo>
                      <a:pt x="300" y="666"/>
                    </a:lnTo>
                    <a:lnTo>
                      <a:pt x="294" y="659"/>
                    </a:lnTo>
                    <a:lnTo>
                      <a:pt x="290" y="650"/>
                    </a:lnTo>
                    <a:lnTo>
                      <a:pt x="285" y="646"/>
                    </a:lnTo>
                    <a:lnTo>
                      <a:pt x="278" y="644"/>
                    </a:lnTo>
                    <a:lnTo>
                      <a:pt x="271" y="643"/>
                    </a:lnTo>
                    <a:lnTo>
                      <a:pt x="265" y="639"/>
                    </a:lnTo>
                    <a:lnTo>
                      <a:pt x="261" y="634"/>
                    </a:lnTo>
                    <a:lnTo>
                      <a:pt x="258" y="629"/>
                    </a:lnTo>
                    <a:lnTo>
                      <a:pt x="253" y="626"/>
                    </a:lnTo>
                    <a:lnTo>
                      <a:pt x="247" y="622"/>
                    </a:lnTo>
                    <a:lnTo>
                      <a:pt x="242" y="618"/>
                    </a:lnTo>
                    <a:lnTo>
                      <a:pt x="240" y="612"/>
                    </a:lnTo>
                    <a:lnTo>
                      <a:pt x="239" y="607"/>
                    </a:lnTo>
                    <a:lnTo>
                      <a:pt x="236" y="602"/>
                    </a:lnTo>
                    <a:lnTo>
                      <a:pt x="232" y="596"/>
                    </a:lnTo>
                    <a:lnTo>
                      <a:pt x="229" y="590"/>
                    </a:lnTo>
                    <a:lnTo>
                      <a:pt x="232" y="584"/>
                    </a:lnTo>
                    <a:lnTo>
                      <a:pt x="241" y="579"/>
                    </a:lnTo>
                    <a:lnTo>
                      <a:pt x="253" y="577"/>
                    </a:lnTo>
                    <a:lnTo>
                      <a:pt x="261" y="574"/>
                    </a:lnTo>
                    <a:lnTo>
                      <a:pt x="264" y="570"/>
                    </a:lnTo>
                    <a:lnTo>
                      <a:pt x="263" y="563"/>
                    </a:lnTo>
                    <a:lnTo>
                      <a:pt x="263" y="556"/>
                    </a:lnTo>
                    <a:lnTo>
                      <a:pt x="267" y="550"/>
                    </a:lnTo>
                    <a:lnTo>
                      <a:pt x="272" y="546"/>
                    </a:lnTo>
                    <a:lnTo>
                      <a:pt x="278" y="542"/>
                    </a:lnTo>
                    <a:lnTo>
                      <a:pt x="283" y="537"/>
                    </a:lnTo>
                    <a:lnTo>
                      <a:pt x="290" y="534"/>
                    </a:lnTo>
                    <a:lnTo>
                      <a:pt x="297" y="534"/>
                    </a:lnTo>
                    <a:lnTo>
                      <a:pt x="305" y="536"/>
                    </a:lnTo>
                    <a:lnTo>
                      <a:pt x="312" y="538"/>
                    </a:lnTo>
                    <a:lnTo>
                      <a:pt x="317" y="537"/>
                    </a:lnTo>
                    <a:lnTo>
                      <a:pt x="323" y="535"/>
                    </a:lnTo>
                    <a:lnTo>
                      <a:pt x="329" y="533"/>
                    </a:lnTo>
                    <a:lnTo>
                      <a:pt x="334" y="537"/>
                    </a:lnTo>
                    <a:lnTo>
                      <a:pt x="338" y="543"/>
                    </a:lnTo>
                    <a:lnTo>
                      <a:pt x="341" y="548"/>
                    </a:lnTo>
                    <a:lnTo>
                      <a:pt x="345" y="549"/>
                    </a:lnTo>
                    <a:lnTo>
                      <a:pt x="353" y="546"/>
                    </a:lnTo>
                    <a:lnTo>
                      <a:pt x="362" y="544"/>
                    </a:lnTo>
                    <a:lnTo>
                      <a:pt x="369" y="545"/>
                    </a:lnTo>
                    <a:lnTo>
                      <a:pt x="373" y="550"/>
                    </a:lnTo>
                    <a:lnTo>
                      <a:pt x="374" y="556"/>
                    </a:lnTo>
                    <a:lnTo>
                      <a:pt x="375" y="562"/>
                    </a:lnTo>
                    <a:lnTo>
                      <a:pt x="376" y="568"/>
                    </a:lnTo>
                    <a:lnTo>
                      <a:pt x="375" y="575"/>
                    </a:lnTo>
                    <a:lnTo>
                      <a:pt x="372" y="581"/>
                    </a:lnTo>
                    <a:lnTo>
                      <a:pt x="369" y="587"/>
                    </a:lnTo>
                    <a:lnTo>
                      <a:pt x="370" y="591"/>
                    </a:lnTo>
                    <a:close/>
                  </a:path>
                </a:pathLst>
              </a:custGeom>
              <a:solidFill>
                <a:srgbClr val="59A3CD">
                  <a:alpha val="32000"/>
                </a:srgbClr>
              </a:solidFill>
              <a:ln>
                <a:noFill/>
              </a:ln>
            </p:spPr>
            <p:txBody>
              <a:bodyPr anchor="ctr"/>
              <a:lstStyle/>
              <a:p>
                <a:pPr algn="ctr">
                  <a:buNone/>
                </a:pPr>
              </a:p>
            </p:txBody>
          </p:sp>
          <p:sp>
            <p:nvSpPr>
              <p:cNvPr id="2993" name="addition:input:116"/>
              <p:cNvSpPr>
                <a:spLocks noGrp="1"/>
              </p:cNvSpPr>
              <p:nvPr/>
            </p:nvSpPr>
            <p:spPr>
              <a:xfrm>
                <a:off x="209550" y="5438775"/>
                <a:ext cx="683057" cy="1308415"/>
              </a:xfrm>
              <a:custGeom>
                <a:avLst/>
                <a:gdLst/>
                <a:ahLst/>
                <a:cxnLst/>
                <a:rect l="l" t="t" r="r" b="b"/>
                <a:pathLst>
                  <a:path w="415" h="698">
                    <a:moveTo>
                      <a:pt x="0" y="0"/>
                    </a:moveTo>
                    <a:moveTo>
                      <a:pt x="413" y="585"/>
                    </a:moveTo>
                    <a:lnTo>
                      <a:pt x="415" y="594"/>
                    </a:lnTo>
                    <a:lnTo>
                      <a:pt x="409" y="603"/>
                    </a:lnTo>
                    <a:lnTo>
                      <a:pt x="400" y="610"/>
                    </a:lnTo>
                    <a:lnTo>
                      <a:pt x="396" y="617"/>
                    </a:lnTo>
                    <a:lnTo>
                      <a:pt x="400" y="627"/>
                    </a:lnTo>
                    <a:lnTo>
                      <a:pt x="405" y="640"/>
                    </a:lnTo>
                    <a:lnTo>
                      <a:pt x="407" y="652"/>
                    </a:lnTo>
                    <a:lnTo>
                      <a:pt x="402" y="660"/>
                    </a:lnTo>
                    <a:lnTo>
                      <a:pt x="393" y="665"/>
                    </a:lnTo>
                    <a:lnTo>
                      <a:pt x="384" y="668"/>
                    </a:lnTo>
                    <a:lnTo>
                      <a:pt x="375" y="671"/>
                    </a:lnTo>
                    <a:lnTo>
                      <a:pt x="366" y="672"/>
                    </a:lnTo>
                    <a:lnTo>
                      <a:pt x="356" y="670"/>
                    </a:lnTo>
                    <a:lnTo>
                      <a:pt x="346" y="666"/>
                    </a:lnTo>
                    <a:lnTo>
                      <a:pt x="339" y="666"/>
                    </a:lnTo>
                    <a:lnTo>
                      <a:pt x="333" y="674"/>
                    </a:lnTo>
                    <a:lnTo>
                      <a:pt x="325" y="686"/>
                    </a:lnTo>
                    <a:lnTo>
                      <a:pt x="315" y="696"/>
                    </a:lnTo>
                    <a:lnTo>
                      <a:pt x="304" y="698"/>
                    </a:lnTo>
                    <a:lnTo>
                      <a:pt x="294" y="690"/>
                    </a:lnTo>
                    <a:lnTo>
                      <a:pt x="286" y="681"/>
                    </a:lnTo>
                    <a:lnTo>
                      <a:pt x="277" y="677"/>
                    </a:lnTo>
                    <a:lnTo>
                      <a:pt x="265" y="676"/>
                    </a:lnTo>
                    <a:lnTo>
                      <a:pt x="253" y="674"/>
                    </a:lnTo>
                    <a:lnTo>
                      <a:pt x="244" y="668"/>
                    </a:lnTo>
                    <a:lnTo>
                      <a:pt x="239" y="658"/>
                    </a:lnTo>
                    <a:lnTo>
                      <a:pt x="235" y="648"/>
                    </a:lnTo>
                    <a:lnTo>
                      <a:pt x="229" y="640"/>
                    </a:lnTo>
                    <a:lnTo>
                      <a:pt x="222" y="633"/>
                    </a:lnTo>
                    <a:lnTo>
                      <a:pt x="216" y="626"/>
                    </a:lnTo>
                    <a:lnTo>
                      <a:pt x="213" y="618"/>
                    </a:lnTo>
                    <a:lnTo>
                      <a:pt x="209" y="610"/>
                    </a:lnTo>
                    <a:lnTo>
                      <a:pt x="200" y="602"/>
                    </a:lnTo>
                    <a:lnTo>
                      <a:pt x="187" y="595"/>
                    </a:lnTo>
                    <a:lnTo>
                      <a:pt x="175" y="585"/>
                    </a:lnTo>
                    <a:lnTo>
                      <a:pt x="172" y="574"/>
                    </a:lnTo>
                    <a:lnTo>
                      <a:pt x="182" y="565"/>
                    </a:lnTo>
                    <a:lnTo>
                      <a:pt x="198" y="558"/>
                    </a:lnTo>
                    <a:lnTo>
                      <a:pt x="212" y="553"/>
                    </a:lnTo>
                    <a:lnTo>
                      <a:pt x="218" y="546"/>
                    </a:lnTo>
                    <a:lnTo>
                      <a:pt x="220" y="538"/>
                    </a:lnTo>
                    <a:lnTo>
                      <a:pt x="223" y="529"/>
                    </a:lnTo>
                    <a:lnTo>
                      <a:pt x="230" y="522"/>
                    </a:lnTo>
                    <a:lnTo>
                      <a:pt x="238" y="516"/>
                    </a:lnTo>
                    <a:lnTo>
                      <a:pt x="246" y="509"/>
                    </a:lnTo>
                    <a:lnTo>
                      <a:pt x="252" y="500"/>
                    </a:lnTo>
                    <a:lnTo>
                      <a:pt x="260" y="491"/>
                    </a:lnTo>
                    <a:lnTo>
                      <a:pt x="271" y="487"/>
                    </a:lnTo>
                    <a:lnTo>
                      <a:pt x="283" y="487"/>
                    </a:lnTo>
                    <a:lnTo>
                      <a:pt x="294" y="486"/>
                    </a:lnTo>
                    <a:lnTo>
                      <a:pt x="304" y="482"/>
                    </a:lnTo>
                    <a:lnTo>
                      <a:pt x="315" y="475"/>
                    </a:lnTo>
                    <a:lnTo>
                      <a:pt x="326" y="473"/>
                    </a:lnTo>
                    <a:lnTo>
                      <a:pt x="336" y="480"/>
                    </a:lnTo>
                    <a:lnTo>
                      <a:pt x="343" y="493"/>
                    </a:lnTo>
                    <a:lnTo>
                      <a:pt x="348" y="505"/>
                    </a:lnTo>
                    <a:lnTo>
                      <a:pt x="354" y="510"/>
                    </a:lnTo>
                    <a:lnTo>
                      <a:pt x="364" y="507"/>
                    </a:lnTo>
                    <a:lnTo>
                      <a:pt x="376" y="503"/>
                    </a:lnTo>
                    <a:lnTo>
                      <a:pt x="387" y="503"/>
                    </a:lnTo>
                    <a:lnTo>
                      <a:pt x="396" y="507"/>
                    </a:lnTo>
                    <a:lnTo>
                      <a:pt x="402" y="513"/>
                    </a:lnTo>
                    <a:lnTo>
                      <a:pt x="409" y="520"/>
                    </a:lnTo>
                    <a:lnTo>
                      <a:pt x="414" y="528"/>
                    </a:lnTo>
                    <a:lnTo>
                      <a:pt x="415" y="538"/>
                    </a:lnTo>
                    <a:lnTo>
                      <a:pt x="410" y="550"/>
                    </a:lnTo>
                    <a:lnTo>
                      <a:pt x="403" y="560"/>
                    </a:lnTo>
                    <a:lnTo>
                      <a:pt x="401" y="569"/>
                    </a:lnTo>
                    <a:lnTo>
                      <a:pt x="406" y="577"/>
                    </a:lnTo>
                    <a:close/>
                  </a:path>
                </a:pathLst>
              </a:custGeom>
              <a:solidFill>
                <a:srgbClr val="0675B4">
                  <a:alpha val="37000"/>
                </a:srgbClr>
              </a:solidFill>
              <a:ln>
                <a:noFill/>
              </a:ln>
            </p:spPr>
            <p:txBody>
              <a:bodyPr anchor="ctr"/>
              <a:lstStyle/>
              <a:p>
                <a:pPr algn="ctr">
                  <a:buNone/>
                </a:pPr>
              </a:p>
            </p:txBody>
          </p:sp>
          <p:sp>
            <p:nvSpPr>
              <p:cNvPr id="2994" name="addition:input:117"/>
              <p:cNvSpPr>
                <a:spLocks noGrp="1"/>
              </p:cNvSpPr>
              <p:nvPr/>
            </p:nvSpPr>
            <p:spPr>
              <a:xfrm>
                <a:off x="209550" y="5438775"/>
                <a:ext cx="526694" cy="1139708"/>
              </a:xfrm>
              <a:custGeom>
                <a:avLst/>
                <a:gdLst/>
                <a:ahLst/>
                <a:cxnLst/>
                <a:rect l="l" t="t" r="r" b="b"/>
                <a:pathLst>
                  <a:path w="320" h="608">
                    <a:moveTo>
                      <a:pt x="0" y="0"/>
                    </a:moveTo>
                    <a:moveTo>
                      <a:pt x="314" y="561"/>
                    </a:moveTo>
                    <a:lnTo>
                      <a:pt x="315" y="565"/>
                    </a:lnTo>
                    <a:lnTo>
                      <a:pt x="315" y="569"/>
                    </a:lnTo>
                    <a:lnTo>
                      <a:pt x="313" y="573"/>
                    </a:lnTo>
                    <a:lnTo>
                      <a:pt x="308" y="575"/>
                    </a:lnTo>
                    <a:lnTo>
                      <a:pt x="303" y="577"/>
                    </a:lnTo>
                    <a:lnTo>
                      <a:pt x="302" y="580"/>
                    </a:lnTo>
                    <a:lnTo>
                      <a:pt x="303" y="586"/>
                    </a:lnTo>
                    <a:lnTo>
                      <a:pt x="304" y="592"/>
                    </a:lnTo>
                    <a:lnTo>
                      <a:pt x="304" y="598"/>
                    </a:lnTo>
                    <a:lnTo>
                      <a:pt x="300" y="601"/>
                    </a:lnTo>
                    <a:lnTo>
                      <a:pt x="296" y="602"/>
                    </a:lnTo>
                    <a:lnTo>
                      <a:pt x="292" y="602"/>
                    </a:lnTo>
                    <a:lnTo>
                      <a:pt x="288" y="603"/>
                    </a:lnTo>
                    <a:lnTo>
                      <a:pt x="284" y="603"/>
                    </a:lnTo>
                    <a:lnTo>
                      <a:pt x="280" y="601"/>
                    </a:lnTo>
                    <a:lnTo>
                      <a:pt x="277" y="599"/>
                    </a:lnTo>
                    <a:lnTo>
                      <a:pt x="274" y="599"/>
                    </a:lnTo>
                    <a:lnTo>
                      <a:pt x="271" y="601"/>
                    </a:lnTo>
                    <a:lnTo>
                      <a:pt x="267" y="605"/>
                    </a:lnTo>
                    <a:lnTo>
                      <a:pt x="263" y="608"/>
                    </a:lnTo>
                    <a:lnTo>
                      <a:pt x="260" y="606"/>
                    </a:lnTo>
                    <a:lnTo>
                      <a:pt x="257" y="602"/>
                    </a:lnTo>
                    <a:lnTo>
                      <a:pt x="255" y="599"/>
                    </a:lnTo>
                    <a:lnTo>
                      <a:pt x="251" y="598"/>
                    </a:lnTo>
                    <a:lnTo>
                      <a:pt x="246" y="598"/>
                    </a:lnTo>
                    <a:lnTo>
                      <a:pt x="241" y="597"/>
                    </a:lnTo>
                    <a:lnTo>
                      <a:pt x="239" y="593"/>
                    </a:lnTo>
                    <a:lnTo>
                      <a:pt x="238" y="588"/>
                    </a:lnTo>
                    <a:lnTo>
                      <a:pt x="239" y="583"/>
                    </a:lnTo>
                    <a:lnTo>
                      <a:pt x="238" y="578"/>
                    </a:lnTo>
                    <a:lnTo>
                      <a:pt x="236" y="575"/>
                    </a:lnTo>
                    <a:lnTo>
                      <a:pt x="235" y="571"/>
                    </a:lnTo>
                    <a:lnTo>
                      <a:pt x="234" y="568"/>
                    </a:lnTo>
                    <a:lnTo>
                      <a:pt x="232" y="564"/>
                    </a:lnTo>
                    <a:lnTo>
                      <a:pt x="228" y="561"/>
                    </a:lnTo>
                    <a:lnTo>
                      <a:pt x="223" y="556"/>
                    </a:lnTo>
                    <a:lnTo>
                      <a:pt x="219" y="551"/>
                    </a:lnTo>
                    <a:lnTo>
                      <a:pt x="219" y="546"/>
                    </a:lnTo>
                    <a:lnTo>
                      <a:pt x="224" y="543"/>
                    </a:lnTo>
                    <a:lnTo>
                      <a:pt x="230" y="541"/>
                    </a:lnTo>
                    <a:lnTo>
                      <a:pt x="234" y="539"/>
                    </a:lnTo>
                    <a:lnTo>
                      <a:pt x="235" y="536"/>
                    </a:lnTo>
                    <a:lnTo>
                      <a:pt x="236" y="532"/>
                    </a:lnTo>
                    <a:lnTo>
                      <a:pt x="238" y="528"/>
                    </a:lnTo>
                    <a:lnTo>
                      <a:pt x="242" y="527"/>
                    </a:lnTo>
                    <a:lnTo>
                      <a:pt x="246" y="526"/>
                    </a:lnTo>
                    <a:lnTo>
                      <a:pt x="250" y="524"/>
                    </a:lnTo>
                    <a:lnTo>
                      <a:pt x="253" y="521"/>
                    </a:lnTo>
                    <a:lnTo>
                      <a:pt x="256" y="517"/>
                    </a:lnTo>
                    <a:lnTo>
                      <a:pt x="261" y="516"/>
                    </a:lnTo>
                    <a:lnTo>
                      <a:pt x="265" y="515"/>
                    </a:lnTo>
                    <a:lnTo>
                      <a:pt x="270" y="514"/>
                    </a:lnTo>
                    <a:lnTo>
                      <a:pt x="275" y="512"/>
                    </a:lnTo>
                    <a:lnTo>
                      <a:pt x="280" y="510"/>
                    </a:lnTo>
                    <a:lnTo>
                      <a:pt x="285" y="511"/>
                    </a:lnTo>
                    <a:lnTo>
                      <a:pt x="289" y="516"/>
                    </a:lnTo>
                    <a:lnTo>
                      <a:pt x="291" y="523"/>
                    </a:lnTo>
                    <a:lnTo>
                      <a:pt x="292" y="528"/>
                    </a:lnTo>
                    <a:lnTo>
                      <a:pt x="295" y="530"/>
                    </a:lnTo>
                    <a:lnTo>
                      <a:pt x="300" y="529"/>
                    </a:lnTo>
                    <a:lnTo>
                      <a:pt x="306" y="529"/>
                    </a:lnTo>
                    <a:lnTo>
                      <a:pt x="310" y="530"/>
                    </a:lnTo>
                    <a:lnTo>
                      <a:pt x="313" y="533"/>
                    </a:lnTo>
                    <a:lnTo>
                      <a:pt x="315" y="536"/>
                    </a:lnTo>
                    <a:lnTo>
                      <a:pt x="317" y="540"/>
                    </a:lnTo>
                    <a:lnTo>
                      <a:pt x="319" y="543"/>
                    </a:lnTo>
                    <a:lnTo>
                      <a:pt x="320" y="548"/>
                    </a:lnTo>
                    <a:lnTo>
                      <a:pt x="317" y="552"/>
                    </a:lnTo>
                    <a:lnTo>
                      <a:pt x="315" y="557"/>
                    </a:lnTo>
                    <a:close/>
                  </a:path>
                </a:pathLst>
              </a:custGeom>
              <a:solidFill>
                <a:srgbClr val="0072B2">
                  <a:alpha val="36000"/>
                </a:srgbClr>
              </a:solidFill>
              <a:ln>
                <a:noFill/>
              </a:ln>
            </p:spPr>
            <p:txBody>
              <a:bodyPr anchor="ctr"/>
              <a:lstStyle/>
              <a:p>
                <a:pPr algn="ctr">
                  <a:buNone/>
                </a:pPr>
              </a:p>
            </p:txBody>
          </p:sp>
          <p:sp>
            <p:nvSpPr>
              <p:cNvPr id="2995" name="addition:input:118"/>
              <p:cNvSpPr>
                <a:spLocks noGrp="1"/>
              </p:cNvSpPr>
              <p:nvPr/>
            </p:nvSpPr>
            <p:spPr>
              <a:xfrm>
                <a:off x="209550" y="5438775"/>
                <a:ext cx="615574" cy="1094720"/>
              </a:xfrm>
              <a:custGeom>
                <a:avLst/>
                <a:gdLst/>
                <a:ahLst/>
                <a:cxnLst/>
                <a:rect l="l" t="t" r="r" b="b"/>
                <a:pathLst>
                  <a:path w="374" h="584">
                    <a:moveTo>
                      <a:pt x="0" y="0"/>
                    </a:moveTo>
                    <a:moveTo>
                      <a:pt x="366" y="547"/>
                    </a:moveTo>
                    <a:lnTo>
                      <a:pt x="363" y="549"/>
                    </a:lnTo>
                    <a:lnTo>
                      <a:pt x="363" y="552"/>
                    </a:lnTo>
                    <a:lnTo>
                      <a:pt x="365" y="555"/>
                    </a:lnTo>
                    <a:lnTo>
                      <a:pt x="367" y="559"/>
                    </a:lnTo>
                    <a:lnTo>
                      <a:pt x="367" y="563"/>
                    </a:lnTo>
                    <a:lnTo>
                      <a:pt x="365" y="565"/>
                    </a:lnTo>
                    <a:lnTo>
                      <a:pt x="362" y="567"/>
                    </a:lnTo>
                    <a:lnTo>
                      <a:pt x="360" y="569"/>
                    </a:lnTo>
                    <a:lnTo>
                      <a:pt x="359" y="572"/>
                    </a:lnTo>
                    <a:lnTo>
                      <a:pt x="357" y="576"/>
                    </a:lnTo>
                    <a:lnTo>
                      <a:pt x="355" y="577"/>
                    </a:lnTo>
                    <a:lnTo>
                      <a:pt x="352" y="578"/>
                    </a:lnTo>
                    <a:lnTo>
                      <a:pt x="349" y="578"/>
                    </a:lnTo>
                    <a:lnTo>
                      <a:pt x="346" y="579"/>
                    </a:lnTo>
                    <a:lnTo>
                      <a:pt x="344" y="580"/>
                    </a:lnTo>
                    <a:lnTo>
                      <a:pt x="341" y="579"/>
                    </a:lnTo>
                    <a:lnTo>
                      <a:pt x="338" y="577"/>
                    </a:lnTo>
                    <a:lnTo>
                      <a:pt x="336" y="576"/>
                    </a:lnTo>
                    <a:lnTo>
                      <a:pt x="334" y="576"/>
                    </a:lnTo>
                    <a:lnTo>
                      <a:pt x="330" y="579"/>
                    </a:lnTo>
                    <a:lnTo>
                      <a:pt x="326" y="583"/>
                    </a:lnTo>
                    <a:lnTo>
                      <a:pt x="322" y="584"/>
                    </a:lnTo>
                    <a:lnTo>
                      <a:pt x="319" y="582"/>
                    </a:lnTo>
                    <a:lnTo>
                      <a:pt x="317" y="578"/>
                    </a:lnTo>
                    <a:lnTo>
                      <a:pt x="316" y="574"/>
                    </a:lnTo>
                    <a:lnTo>
                      <a:pt x="315" y="571"/>
                    </a:lnTo>
                    <a:lnTo>
                      <a:pt x="312" y="568"/>
                    </a:lnTo>
                    <a:lnTo>
                      <a:pt x="310" y="566"/>
                    </a:lnTo>
                    <a:lnTo>
                      <a:pt x="309" y="563"/>
                    </a:lnTo>
                    <a:lnTo>
                      <a:pt x="307" y="560"/>
                    </a:lnTo>
                    <a:lnTo>
                      <a:pt x="305" y="558"/>
                    </a:lnTo>
                    <a:lnTo>
                      <a:pt x="302" y="556"/>
                    </a:lnTo>
                    <a:lnTo>
                      <a:pt x="299" y="553"/>
                    </a:lnTo>
                    <a:lnTo>
                      <a:pt x="298" y="550"/>
                    </a:lnTo>
                    <a:lnTo>
                      <a:pt x="299" y="547"/>
                    </a:lnTo>
                    <a:lnTo>
                      <a:pt x="300" y="544"/>
                    </a:lnTo>
                    <a:lnTo>
                      <a:pt x="298" y="541"/>
                    </a:lnTo>
                    <a:lnTo>
                      <a:pt x="296" y="537"/>
                    </a:lnTo>
                    <a:lnTo>
                      <a:pt x="294" y="533"/>
                    </a:lnTo>
                    <a:lnTo>
                      <a:pt x="296" y="530"/>
                    </a:lnTo>
                    <a:lnTo>
                      <a:pt x="301" y="529"/>
                    </a:lnTo>
                    <a:lnTo>
                      <a:pt x="307" y="529"/>
                    </a:lnTo>
                    <a:lnTo>
                      <a:pt x="310" y="528"/>
                    </a:lnTo>
                    <a:lnTo>
                      <a:pt x="312" y="526"/>
                    </a:lnTo>
                    <a:lnTo>
                      <a:pt x="314" y="523"/>
                    </a:lnTo>
                    <a:lnTo>
                      <a:pt x="315" y="520"/>
                    </a:lnTo>
                    <a:lnTo>
                      <a:pt x="318" y="518"/>
                    </a:lnTo>
                    <a:lnTo>
                      <a:pt x="321" y="515"/>
                    </a:lnTo>
                    <a:lnTo>
                      <a:pt x="324" y="512"/>
                    </a:lnTo>
                    <a:lnTo>
                      <a:pt x="327" y="509"/>
                    </a:lnTo>
                    <a:lnTo>
                      <a:pt x="331" y="509"/>
                    </a:lnTo>
                    <a:lnTo>
                      <a:pt x="335" y="511"/>
                    </a:lnTo>
                    <a:lnTo>
                      <a:pt x="339" y="514"/>
                    </a:lnTo>
                    <a:lnTo>
                      <a:pt x="342" y="516"/>
                    </a:lnTo>
                    <a:lnTo>
                      <a:pt x="346" y="515"/>
                    </a:lnTo>
                    <a:lnTo>
                      <a:pt x="349" y="514"/>
                    </a:lnTo>
                    <a:lnTo>
                      <a:pt x="353" y="515"/>
                    </a:lnTo>
                    <a:lnTo>
                      <a:pt x="355" y="517"/>
                    </a:lnTo>
                    <a:lnTo>
                      <a:pt x="356" y="521"/>
                    </a:lnTo>
                    <a:lnTo>
                      <a:pt x="358" y="524"/>
                    </a:lnTo>
                    <a:lnTo>
                      <a:pt x="360" y="525"/>
                    </a:lnTo>
                    <a:lnTo>
                      <a:pt x="364" y="525"/>
                    </a:lnTo>
                    <a:lnTo>
                      <a:pt x="368" y="526"/>
                    </a:lnTo>
                    <a:lnTo>
                      <a:pt x="370" y="528"/>
                    </a:lnTo>
                    <a:lnTo>
                      <a:pt x="372" y="531"/>
                    </a:lnTo>
                    <a:lnTo>
                      <a:pt x="373" y="534"/>
                    </a:lnTo>
                    <a:lnTo>
                      <a:pt x="374" y="537"/>
                    </a:lnTo>
                    <a:lnTo>
                      <a:pt x="373" y="540"/>
                    </a:lnTo>
                    <a:lnTo>
                      <a:pt x="371" y="544"/>
                    </a:lnTo>
                    <a:close/>
                  </a:path>
                </a:pathLst>
              </a:custGeom>
              <a:solidFill>
                <a:srgbClr val="0072B2">
                  <a:alpha val="36000"/>
                </a:srgbClr>
              </a:solidFill>
              <a:ln>
                <a:noFill/>
              </a:ln>
            </p:spPr>
            <p:txBody>
              <a:bodyPr anchor="ctr"/>
              <a:lstStyle/>
              <a:p>
                <a:pPr algn="ctr">
                  <a:buNone/>
                </a:pPr>
              </a:p>
            </p:txBody>
          </p:sp>
          <p:sp>
            <p:nvSpPr>
              <p:cNvPr id="2996" name="addition:input:119"/>
              <p:cNvSpPr>
                <a:spLocks noGrp="1"/>
              </p:cNvSpPr>
              <p:nvPr/>
            </p:nvSpPr>
            <p:spPr>
              <a:xfrm>
                <a:off x="209550" y="5438775"/>
                <a:ext cx="681411" cy="1233434"/>
              </a:xfrm>
              <a:custGeom>
                <a:avLst/>
                <a:gdLst/>
                <a:ahLst/>
                <a:cxnLst/>
                <a:rect l="l" t="t" r="r" b="b"/>
                <a:pathLst>
                  <a:path w="414" h="658">
                    <a:moveTo>
                      <a:pt x="0" y="0"/>
                    </a:moveTo>
                    <a:moveTo>
                      <a:pt x="405" y="607"/>
                    </a:moveTo>
                    <a:lnTo>
                      <a:pt x="411" y="611"/>
                    </a:lnTo>
                    <a:lnTo>
                      <a:pt x="414" y="616"/>
                    </a:lnTo>
                    <a:lnTo>
                      <a:pt x="414" y="620"/>
                    </a:lnTo>
                    <a:lnTo>
                      <a:pt x="413" y="624"/>
                    </a:lnTo>
                    <a:lnTo>
                      <a:pt x="412" y="628"/>
                    </a:lnTo>
                    <a:lnTo>
                      <a:pt x="410" y="632"/>
                    </a:lnTo>
                    <a:lnTo>
                      <a:pt x="406" y="634"/>
                    </a:lnTo>
                    <a:lnTo>
                      <a:pt x="401" y="635"/>
                    </a:lnTo>
                    <a:lnTo>
                      <a:pt x="397" y="636"/>
                    </a:lnTo>
                    <a:lnTo>
                      <a:pt x="393" y="638"/>
                    </a:lnTo>
                    <a:lnTo>
                      <a:pt x="392" y="642"/>
                    </a:lnTo>
                    <a:lnTo>
                      <a:pt x="390" y="646"/>
                    </a:lnTo>
                    <a:lnTo>
                      <a:pt x="387" y="649"/>
                    </a:lnTo>
                    <a:lnTo>
                      <a:pt x="382" y="649"/>
                    </a:lnTo>
                    <a:lnTo>
                      <a:pt x="377" y="647"/>
                    </a:lnTo>
                    <a:lnTo>
                      <a:pt x="373" y="648"/>
                    </a:lnTo>
                    <a:lnTo>
                      <a:pt x="368" y="651"/>
                    </a:lnTo>
                    <a:lnTo>
                      <a:pt x="363" y="655"/>
                    </a:lnTo>
                    <a:lnTo>
                      <a:pt x="358" y="658"/>
                    </a:lnTo>
                    <a:lnTo>
                      <a:pt x="352" y="656"/>
                    </a:lnTo>
                    <a:lnTo>
                      <a:pt x="348" y="653"/>
                    </a:lnTo>
                    <a:lnTo>
                      <a:pt x="344" y="649"/>
                    </a:lnTo>
                    <a:lnTo>
                      <a:pt x="340" y="645"/>
                    </a:lnTo>
                    <a:lnTo>
                      <a:pt x="337" y="642"/>
                    </a:lnTo>
                    <a:lnTo>
                      <a:pt x="335" y="638"/>
                    </a:lnTo>
                    <a:lnTo>
                      <a:pt x="333" y="634"/>
                    </a:lnTo>
                    <a:lnTo>
                      <a:pt x="330" y="632"/>
                    </a:lnTo>
                    <a:lnTo>
                      <a:pt x="325" y="631"/>
                    </a:lnTo>
                    <a:lnTo>
                      <a:pt x="317" y="631"/>
                    </a:lnTo>
                    <a:lnTo>
                      <a:pt x="311" y="629"/>
                    </a:lnTo>
                    <a:lnTo>
                      <a:pt x="310" y="625"/>
                    </a:lnTo>
                    <a:lnTo>
                      <a:pt x="311" y="620"/>
                    </a:lnTo>
                    <a:lnTo>
                      <a:pt x="314" y="615"/>
                    </a:lnTo>
                    <a:lnTo>
                      <a:pt x="315" y="611"/>
                    </a:lnTo>
                    <a:lnTo>
                      <a:pt x="314" y="607"/>
                    </a:lnTo>
                    <a:lnTo>
                      <a:pt x="313" y="603"/>
                    </a:lnTo>
                    <a:lnTo>
                      <a:pt x="315" y="598"/>
                    </a:lnTo>
                    <a:lnTo>
                      <a:pt x="319" y="595"/>
                    </a:lnTo>
                    <a:lnTo>
                      <a:pt x="323" y="592"/>
                    </a:lnTo>
                    <a:lnTo>
                      <a:pt x="326" y="589"/>
                    </a:lnTo>
                    <a:lnTo>
                      <a:pt x="328" y="585"/>
                    </a:lnTo>
                    <a:lnTo>
                      <a:pt x="330" y="582"/>
                    </a:lnTo>
                    <a:lnTo>
                      <a:pt x="333" y="579"/>
                    </a:lnTo>
                    <a:lnTo>
                      <a:pt x="336" y="576"/>
                    </a:lnTo>
                    <a:lnTo>
                      <a:pt x="338" y="571"/>
                    </a:lnTo>
                    <a:lnTo>
                      <a:pt x="339" y="565"/>
                    </a:lnTo>
                    <a:lnTo>
                      <a:pt x="341" y="560"/>
                    </a:lnTo>
                    <a:lnTo>
                      <a:pt x="346" y="558"/>
                    </a:lnTo>
                    <a:lnTo>
                      <a:pt x="351" y="560"/>
                    </a:lnTo>
                    <a:lnTo>
                      <a:pt x="357" y="565"/>
                    </a:lnTo>
                    <a:lnTo>
                      <a:pt x="361" y="568"/>
                    </a:lnTo>
                    <a:lnTo>
                      <a:pt x="364" y="568"/>
                    </a:lnTo>
                    <a:lnTo>
                      <a:pt x="368" y="566"/>
                    </a:lnTo>
                    <a:lnTo>
                      <a:pt x="371" y="564"/>
                    </a:lnTo>
                    <a:lnTo>
                      <a:pt x="375" y="564"/>
                    </a:lnTo>
                    <a:lnTo>
                      <a:pt x="378" y="565"/>
                    </a:lnTo>
                    <a:lnTo>
                      <a:pt x="381" y="566"/>
                    </a:lnTo>
                    <a:lnTo>
                      <a:pt x="385" y="566"/>
                    </a:lnTo>
                    <a:lnTo>
                      <a:pt x="390" y="567"/>
                    </a:lnTo>
                    <a:lnTo>
                      <a:pt x="393" y="569"/>
                    </a:lnTo>
                    <a:lnTo>
                      <a:pt x="394" y="573"/>
                    </a:lnTo>
                    <a:lnTo>
                      <a:pt x="396" y="577"/>
                    </a:lnTo>
                    <a:lnTo>
                      <a:pt x="400" y="580"/>
                    </a:lnTo>
                    <a:lnTo>
                      <a:pt x="404" y="582"/>
                    </a:lnTo>
                    <a:lnTo>
                      <a:pt x="406" y="586"/>
                    </a:lnTo>
                    <a:lnTo>
                      <a:pt x="405" y="591"/>
                    </a:lnTo>
                    <a:lnTo>
                      <a:pt x="402" y="596"/>
                    </a:lnTo>
                    <a:lnTo>
                      <a:pt x="399" y="600"/>
                    </a:lnTo>
                    <a:lnTo>
                      <a:pt x="400" y="603"/>
                    </a:lnTo>
                    <a:close/>
                  </a:path>
                </a:pathLst>
              </a:custGeom>
              <a:solidFill>
                <a:srgbClr val="0072B2">
                  <a:alpha val="36000"/>
                </a:srgbClr>
              </a:solidFill>
              <a:ln>
                <a:noFill/>
              </a:ln>
            </p:spPr>
            <p:txBody>
              <a:bodyPr anchor="ctr"/>
              <a:lstStyle/>
              <a:p>
                <a:pPr algn="ctr">
                  <a:buNone/>
                </a:pPr>
              </a:p>
            </p:txBody>
          </p:sp>
          <p:sp>
            <p:nvSpPr>
              <p:cNvPr id="2997" name="addition:input:120"/>
              <p:cNvSpPr>
                <a:spLocks noGrp="1"/>
              </p:cNvSpPr>
              <p:nvPr/>
            </p:nvSpPr>
            <p:spPr>
              <a:xfrm>
                <a:off x="209550" y="5438775"/>
                <a:ext cx="569488" cy="1259677"/>
              </a:xfrm>
              <a:custGeom>
                <a:avLst/>
                <a:gdLst/>
                <a:ahLst/>
                <a:cxnLst/>
                <a:rect l="l" t="t" r="r" b="b"/>
                <a:pathLst>
                  <a:path w="346" h="672">
                    <a:moveTo>
                      <a:pt x="0" y="0"/>
                    </a:moveTo>
                    <a:moveTo>
                      <a:pt x="341" y="633"/>
                    </a:moveTo>
                    <a:lnTo>
                      <a:pt x="339" y="636"/>
                    </a:lnTo>
                    <a:lnTo>
                      <a:pt x="335" y="639"/>
                    </a:lnTo>
                    <a:lnTo>
                      <a:pt x="331" y="641"/>
                    </a:lnTo>
                    <a:lnTo>
                      <a:pt x="329" y="644"/>
                    </a:lnTo>
                    <a:lnTo>
                      <a:pt x="328" y="647"/>
                    </a:lnTo>
                    <a:lnTo>
                      <a:pt x="330" y="652"/>
                    </a:lnTo>
                    <a:lnTo>
                      <a:pt x="331" y="657"/>
                    </a:lnTo>
                    <a:lnTo>
                      <a:pt x="329" y="660"/>
                    </a:lnTo>
                    <a:lnTo>
                      <a:pt x="324" y="662"/>
                    </a:lnTo>
                    <a:lnTo>
                      <a:pt x="320" y="662"/>
                    </a:lnTo>
                    <a:lnTo>
                      <a:pt x="316" y="664"/>
                    </a:lnTo>
                    <a:lnTo>
                      <a:pt x="314" y="667"/>
                    </a:lnTo>
                    <a:lnTo>
                      <a:pt x="312" y="671"/>
                    </a:lnTo>
                    <a:lnTo>
                      <a:pt x="308" y="672"/>
                    </a:lnTo>
                    <a:lnTo>
                      <a:pt x="304" y="671"/>
                    </a:lnTo>
                    <a:lnTo>
                      <a:pt x="301" y="669"/>
                    </a:lnTo>
                    <a:lnTo>
                      <a:pt x="298" y="668"/>
                    </a:lnTo>
                    <a:lnTo>
                      <a:pt x="295" y="667"/>
                    </a:lnTo>
                    <a:lnTo>
                      <a:pt x="292" y="667"/>
                    </a:lnTo>
                    <a:lnTo>
                      <a:pt x="289" y="666"/>
                    </a:lnTo>
                    <a:lnTo>
                      <a:pt x="287" y="665"/>
                    </a:lnTo>
                    <a:lnTo>
                      <a:pt x="283" y="666"/>
                    </a:lnTo>
                    <a:lnTo>
                      <a:pt x="279" y="668"/>
                    </a:lnTo>
                    <a:lnTo>
                      <a:pt x="273" y="669"/>
                    </a:lnTo>
                    <a:lnTo>
                      <a:pt x="269" y="668"/>
                    </a:lnTo>
                    <a:lnTo>
                      <a:pt x="268" y="664"/>
                    </a:lnTo>
                    <a:lnTo>
                      <a:pt x="268" y="658"/>
                    </a:lnTo>
                    <a:lnTo>
                      <a:pt x="269" y="653"/>
                    </a:lnTo>
                    <a:lnTo>
                      <a:pt x="268" y="650"/>
                    </a:lnTo>
                    <a:lnTo>
                      <a:pt x="265" y="648"/>
                    </a:lnTo>
                    <a:lnTo>
                      <a:pt x="262" y="646"/>
                    </a:lnTo>
                    <a:lnTo>
                      <a:pt x="261" y="642"/>
                    </a:lnTo>
                    <a:lnTo>
                      <a:pt x="261" y="639"/>
                    </a:lnTo>
                    <a:lnTo>
                      <a:pt x="260" y="636"/>
                    </a:lnTo>
                    <a:lnTo>
                      <a:pt x="258" y="633"/>
                    </a:lnTo>
                    <a:lnTo>
                      <a:pt x="256" y="629"/>
                    </a:lnTo>
                    <a:lnTo>
                      <a:pt x="255" y="626"/>
                    </a:lnTo>
                    <a:lnTo>
                      <a:pt x="255" y="622"/>
                    </a:lnTo>
                    <a:lnTo>
                      <a:pt x="256" y="619"/>
                    </a:lnTo>
                    <a:lnTo>
                      <a:pt x="256" y="615"/>
                    </a:lnTo>
                    <a:lnTo>
                      <a:pt x="256" y="611"/>
                    </a:lnTo>
                    <a:lnTo>
                      <a:pt x="257" y="607"/>
                    </a:lnTo>
                    <a:lnTo>
                      <a:pt x="260" y="605"/>
                    </a:lnTo>
                    <a:lnTo>
                      <a:pt x="266" y="606"/>
                    </a:lnTo>
                    <a:lnTo>
                      <a:pt x="272" y="607"/>
                    </a:lnTo>
                    <a:lnTo>
                      <a:pt x="276" y="607"/>
                    </a:lnTo>
                    <a:lnTo>
                      <a:pt x="277" y="604"/>
                    </a:lnTo>
                    <a:lnTo>
                      <a:pt x="279" y="599"/>
                    </a:lnTo>
                    <a:lnTo>
                      <a:pt x="281" y="595"/>
                    </a:lnTo>
                    <a:lnTo>
                      <a:pt x="285" y="593"/>
                    </a:lnTo>
                    <a:lnTo>
                      <a:pt x="289" y="592"/>
                    </a:lnTo>
                    <a:lnTo>
                      <a:pt x="294" y="592"/>
                    </a:lnTo>
                    <a:lnTo>
                      <a:pt x="298" y="591"/>
                    </a:lnTo>
                    <a:lnTo>
                      <a:pt x="303" y="592"/>
                    </a:lnTo>
                    <a:lnTo>
                      <a:pt x="307" y="594"/>
                    </a:lnTo>
                    <a:lnTo>
                      <a:pt x="311" y="598"/>
                    </a:lnTo>
                    <a:lnTo>
                      <a:pt x="314" y="600"/>
                    </a:lnTo>
                    <a:lnTo>
                      <a:pt x="318" y="601"/>
                    </a:lnTo>
                    <a:lnTo>
                      <a:pt x="323" y="601"/>
                    </a:lnTo>
                    <a:lnTo>
                      <a:pt x="326" y="602"/>
                    </a:lnTo>
                    <a:lnTo>
                      <a:pt x="328" y="606"/>
                    </a:lnTo>
                    <a:lnTo>
                      <a:pt x="328" y="610"/>
                    </a:lnTo>
                    <a:lnTo>
                      <a:pt x="330" y="613"/>
                    </a:lnTo>
                    <a:lnTo>
                      <a:pt x="333" y="615"/>
                    </a:lnTo>
                    <a:lnTo>
                      <a:pt x="339" y="616"/>
                    </a:lnTo>
                    <a:lnTo>
                      <a:pt x="344" y="618"/>
                    </a:lnTo>
                    <a:lnTo>
                      <a:pt x="346" y="621"/>
                    </a:lnTo>
                    <a:lnTo>
                      <a:pt x="345" y="625"/>
                    </a:lnTo>
                    <a:lnTo>
                      <a:pt x="343" y="629"/>
                    </a:lnTo>
                    <a:close/>
                  </a:path>
                </a:pathLst>
              </a:custGeom>
              <a:solidFill>
                <a:srgbClr val="0072B2">
                  <a:alpha val="36000"/>
                </a:srgbClr>
              </a:solidFill>
              <a:ln>
                <a:noFill/>
              </a:ln>
            </p:spPr>
            <p:txBody>
              <a:bodyPr anchor="ctr"/>
              <a:lstStyle/>
              <a:p>
                <a:pPr algn="ctr">
                  <a:buNone/>
                </a:pPr>
              </a:p>
            </p:txBody>
          </p:sp>
          <p:sp>
            <p:nvSpPr>
              <p:cNvPr id="2998" name="addition:input:121"/>
              <p:cNvSpPr>
                <a:spLocks noGrp="1"/>
              </p:cNvSpPr>
              <p:nvPr/>
            </p:nvSpPr>
            <p:spPr>
              <a:xfrm>
                <a:off x="209550" y="5438775"/>
                <a:ext cx="511881" cy="1132210"/>
              </a:xfrm>
              <a:custGeom>
                <a:avLst/>
                <a:gdLst/>
                <a:ahLst/>
                <a:cxnLst/>
                <a:rect l="l" t="t" r="r" b="b"/>
                <a:pathLst>
                  <a:path w="311" h="604">
                    <a:moveTo>
                      <a:pt x="0" y="0"/>
                    </a:moveTo>
                    <a:moveTo>
                      <a:pt x="303" y="565"/>
                    </a:moveTo>
                    <a:lnTo>
                      <a:pt x="307" y="568"/>
                    </a:lnTo>
                    <a:lnTo>
                      <a:pt x="310" y="571"/>
                    </a:lnTo>
                    <a:lnTo>
                      <a:pt x="311" y="575"/>
                    </a:lnTo>
                    <a:lnTo>
                      <a:pt x="309" y="578"/>
                    </a:lnTo>
                    <a:lnTo>
                      <a:pt x="307" y="580"/>
                    </a:lnTo>
                    <a:lnTo>
                      <a:pt x="305" y="582"/>
                    </a:lnTo>
                    <a:lnTo>
                      <a:pt x="304" y="585"/>
                    </a:lnTo>
                    <a:lnTo>
                      <a:pt x="303" y="588"/>
                    </a:lnTo>
                    <a:lnTo>
                      <a:pt x="301" y="590"/>
                    </a:lnTo>
                    <a:lnTo>
                      <a:pt x="299" y="591"/>
                    </a:lnTo>
                    <a:lnTo>
                      <a:pt x="296" y="591"/>
                    </a:lnTo>
                    <a:lnTo>
                      <a:pt x="293" y="593"/>
                    </a:lnTo>
                    <a:lnTo>
                      <a:pt x="291" y="594"/>
                    </a:lnTo>
                    <a:lnTo>
                      <a:pt x="289" y="595"/>
                    </a:lnTo>
                    <a:lnTo>
                      <a:pt x="286" y="596"/>
                    </a:lnTo>
                    <a:lnTo>
                      <a:pt x="283" y="595"/>
                    </a:lnTo>
                    <a:lnTo>
                      <a:pt x="280" y="597"/>
                    </a:lnTo>
                    <a:lnTo>
                      <a:pt x="277" y="600"/>
                    </a:lnTo>
                    <a:lnTo>
                      <a:pt x="273" y="604"/>
                    </a:lnTo>
                    <a:lnTo>
                      <a:pt x="269" y="604"/>
                    </a:lnTo>
                    <a:lnTo>
                      <a:pt x="266" y="602"/>
                    </a:lnTo>
                    <a:lnTo>
                      <a:pt x="264" y="597"/>
                    </a:lnTo>
                    <a:lnTo>
                      <a:pt x="262" y="592"/>
                    </a:lnTo>
                    <a:lnTo>
                      <a:pt x="260" y="590"/>
                    </a:lnTo>
                    <a:lnTo>
                      <a:pt x="257" y="589"/>
                    </a:lnTo>
                    <a:lnTo>
                      <a:pt x="254" y="588"/>
                    </a:lnTo>
                    <a:lnTo>
                      <a:pt x="251" y="586"/>
                    </a:lnTo>
                    <a:lnTo>
                      <a:pt x="249" y="584"/>
                    </a:lnTo>
                    <a:lnTo>
                      <a:pt x="247" y="582"/>
                    </a:lnTo>
                    <a:lnTo>
                      <a:pt x="244" y="580"/>
                    </a:lnTo>
                    <a:lnTo>
                      <a:pt x="241" y="577"/>
                    </a:lnTo>
                    <a:lnTo>
                      <a:pt x="240" y="574"/>
                    </a:lnTo>
                    <a:lnTo>
                      <a:pt x="241" y="571"/>
                    </a:lnTo>
                    <a:lnTo>
                      <a:pt x="242" y="568"/>
                    </a:lnTo>
                    <a:lnTo>
                      <a:pt x="241" y="565"/>
                    </a:lnTo>
                    <a:lnTo>
                      <a:pt x="240" y="561"/>
                    </a:lnTo>
                    <a:lnTo>
                      <a:pt x="240" y="558"/>
                    </a:lnTo>
                    <a:lnTo>
                      <a:pt x="242" y="555"/>
                    </a:lnTo>
                    <a:lnTo>
                      <a:pt x="247" y="553"/>
                    </a:lnTo>
                    <a:lnTo>
                      <a:pt x="251" y="552"/>
                    </a:lnTo>
                    <a:lnTo>
                      <a:pt x="254" y="550"/>
                    </a:lnTo>
                    <a:lnTo>
                      <a:pt x="254" y="547"/>
                    </a:lnTo>
                    <a:lnTo>
                      <a:pt x="254" y="543"/>
                    </a:lnTo>
                    <a:lnTo>
                      <a:pt x="255" y="539"/>
                    </a:lnTo>
                    <a:lnTo>
                      <a:pt x="257" y="536"/>
                    </a:lnTo>
                    <a:lnTo>
                      <a:pt x="259" y="534"/>
                    </a:lnTo>
                    <a:lnTo>
                      <a:pt x="262" y="531"/>
                    </a:lnTo>
                    <a:lnTo>
                      <a:pt x="265" y="529"/>
                    </a:lnTo>
                    <a:lnTo>
                      <a:pt x="268" y="529"/>
                    </a:lnTo>
                    <a:lnTo>
                      <a:pt x="272" y="531"/>
                    </a:lnTo>
                    <a:lnTo>
                      <a:pt x="275" y="534"/>
                    </a:lnTo>
                    <a:lnTo>
                      <a:pt x="277" y="535"/>
                    </a:lnTo>
                    <a:lnTo>
                      <a:pt x="280" y="534"/>
                    </a:lnTo>
                    <a:lnTo>
                      <a:pt x="282" y="531"/>
                    </a:lnTo>
                    <a:lnTo>
                      <a:pt x="285" y="531"/>
                    </a:lnTo>
                    <a:lnTo>
                      <a:pt x="287" y="532"/>
                    </a:lnTo>
                    <a:lnTo>
                      <a:pt x="289" y="535"/>
                    </a:lnTo>
                    <a:lnTo>
                      <a:pt x="290" y="537"/>
                    </a:lnTo>
                    <a:lnTo>
                      <a:pt x="293" y="537"/>
                    </a:lnTo>
                    <a:lnTo>
                      <a:pt x="297" y="537"/>
                    </a:lnTo>
                    <a:lnTo>
                      <a:pt x="300" y="537"/>
                    </a:lnTo>
                    <a:lnTo>
                      <a:pt x="302" y="539"/>
                    </a:lnTo>
                    <a:lnTo>
                      <a:pt x="303" y="543"/>
                    </a:lnTo>
                    <a:lnTo>
                      <a:pt x="304" y="546"/>
                    </a:lnTo>
                    <a:lnTo>
                      <a:pt x="304" y="549"/>
                    </a:lnTo>
                    <a:lnTo>
                      <a:pt x="304" y="553"/>
                    </a:lnTo>
                    <a:lnTo>
                      <a:pt x="303" y="556"/>
                    </a:lnTo>
                    <a:lnTo>
                      <a:pt x="301" y="559"/>
                    </a:lnTo>
                    <a:lnTo>
                      <a:pt x="301" y="562"/>
                    </a:lnTo>
                    <a:close/>
                  </a:path>
                </a:pathLst>
              </a:custGeom>
              <a:solidFill>
                <a:srgbClr val="0F7AB7">
                  <a:alpha val="32000"/>
                </a:srgbClr>
              </a:solidFill>
              <a:ln>
                <a:noFill/>
              </a:ln>
            </p:spPr>
            <p:txBody>
              <a:bodyPr anchor="ctr"/>
              <a:lstStyle/>
              <a:p>
                <a:pPr algn="ctr">
                  <a:buNone/>
                </a:pPr>
              </a:p>
            </p:txBody>
          </p:sp>
          <p:sp>
            <p:nvSpPr>
              <p:cNvPr id="2999" name="addition:input:122"/>
              <p:cNvSpPr>
                <a:spLocks noGrp="1"/>
              </p:cNvSpPr>
              <p:nvPr/>
            </p:nvSpPr>
            <p:spPr>
              <a:xfrm>
                <a:off x="209550" y="5438775"/>
                <a:ext cx="643555" cy="1212814"/>
              </a:xfrm>
              <a:custGeom>
                <a:avLst/>
                <a:gdLst/>
                <a:ahLst/>
                <a:cxnLst/>
                <a:rect l="l" t="t" r="r" b="b"/>
                <a:pathLst>
                  <a:path w="391" h="647">
                    <a:moveTo>
                      <a:pt x="0" y="0"/>
                    </a:moveTo>
                    <a:moveTo>
                      <a:pt x="391" y="615"/>
                    </a:moveTo>
                    <a:lnTo>
                      <a:pt x="391" y="618"/>
                    </a:lnTo>
                    <a:lnTo>
                      <a:pt x="387" y="621"/>
                    </a:lnTo>
                    <a:lnTo>
                      <a:pt x="382" y="622"/>
                    </a:lnTo>
                    <a:lnTo>
                      <a:pt x="378" y="624"/>
                    </a:lnTo>
                    <a:lnTo>
                      <a:pt x="377" y="626"/>
                    </a:lnTo>
                    <a:lnTo>
                      <a:pt x="377" y="629"/>
                    </a:lnTo>
                    <a:lnTo>
                      <a:pt x="376" y="632"/>
                    </a:lnTo>
                    <a:lnTo>
                      <a:pt x="375" y="635"/>
                    </a:lnTo>
                    <a:lnTo>
                      <a:pt x="372" y="636"/>
                    </a:lnTo>
                    <a:lnTo>
                      <a:pt x="370" y="638"/>
                    </a:lnTo>
                    <a:lnTo>
                      <a:pt x="367" y="641"/>
                    </a:lnTo>
                    <a:lnTo>
                      <a:pt x="365" y="643"/>
                    </a:lnTo>
                    <a:lnTo>
                      <a:pt x="362" y="644"/>
                    </a:lnTo>
                    <a:lnTo>
                      <a:pt x="359" y="644"/>
                    </a:lnTo>
                    <a:lnTo>
                      <a:pt x="355" y="644"/>
                    </a:lnTo>
                    <a:lnTo>
                      <a:pt x="352" y="645"/>
                    </a:lnTo>
                    <a:lnTo>
                      <a:pt x="349" y="647"/>
                    </a:lnTo>
                    <a:lnTo>
                      <a:pt x="346" y="647"/>
                    </a:lnTo>
                    <a:lnTo>
                      <a:pt x="344" y="645"/>
                    </a:lnTo>
                    <a:lnTo>
                      <a:pt x="342" y="641"/>
                    </a:lnTo>
                    <a:lnTo>
                      <a:pt x="340" y="638"/>
                    </a:lnTo>
                    <a:lnTo>
                      <a:pt x="339" y="638"/>
                    </a:lnTo>
                    <a:lnTo>
                      <a:pt x="335" y="639"/>
                    </a:lnTo>
                    <a:lnTo>
                      <a:pt x="331" y="641"/>
                    </a:lnTo>
                    <a:lnTo>
                      <a:pt x="328" y="641"/>
                    </a:lnTo>
                    <a:lnTo>
                      <a:pt x="326" y="639"/>
                    </a:lnTo>
                    <a:lnTo>
                      <a:pt x="324" y="637"/>
                    </a:lnTo>
                    <a:lnTo>
                      <a:pt x="323" y="634"/>
                    </a:lnTo>
                    <a:lnTo>
                      <a:pt x="322" y="631"/>
                    </a:lnTo>
                    <a:lnTo>
                      <a:pt x="322" y="628"/>
                    </a:lnTo>
                    <a:lnTo>
                      <a:pt x="323" y="625"/>
                    </a:lnTo>
                    <a:lnTo>
                      <a:pt x="325" y="622"/>
                    </a:lnTo>
                    <a:lnTo>
                      <a:pt x="325" y="620"/>
                    </a:lnTo>
                    <a:lnTo>
                      <a:pt x="323" y="617"/>
                    </a:lnTo>
                    <a:lnTo>
                      <a:pt x="320" y="615"/>
                    </a:lnTo>
                    <a:lnTo>
                      <a:pt x="319" y="612"/>
                    </a:lnTo>
                    <a:lnTo>
                      <a:pt x="321" y="610"/>
                    </a:lnTo>
                    <a:lnTo>
                      <a:pt x="323" y="607"/>
                    </a:lnTo>
                    <a:lnTo>
                      <a:pt x="324" y="605"/>
                    </a:lnTo>
                    <a:lnTo>
                      <a:pt x="323" y="602"/>
                    </a:lnTo>
                    <a:lnTo>
                      <a:pt x="321" y="598"/>
                    </a:lnTo>
                    <a:lnTo>
                      <a:pt x="320" y="595"/>
                    </a:lnTo>
                    <a:lnTo>
                      <a:pt x="322" y="593"/>
                    </a:lnTo>
                    <a:lnTo>
                      <a:pt x="326" y="592"/>
                    </a:lnTo>
                    <a:lnTo>
                      <a:pt x="329" y="592"/>
                    </a:lnTo>
                    <a:lnTo>
                      <a:pt x="332" y="591"/>
                    </a:lnTo>
                    <a:lnTo>
                      <a:pt x="334" y="590"/>
                    </a:lnTo>
                    <a:lnTo>
                      <a:pt x="337" y="590"/>
                    </a:lnTo>
                    <a:lnTo>
                      <a:pt x="339" y="590"/>
                    </a:lnTo>
                    <a:lnTo>
                      <a:pt x="342" y="590"/>
                    </a:lnTo>
                    <a:lnTo>
                      <a:pt x="344" y="587"/>
                    </a:lnTo>
                    <a:lnTo>
                      <a:pt x="346" y="583"/>
                    </a:lnTo>
                    <a:lnTo>
                      <a:pt x="350" y="581"/>
                    </a:lnTo>
                    <a:lnTo>
                      <a:pt x="353" y="581"/>
                    </a:lnTo>
                    <a:lnTo>
                      <a:pt x="356" y="584"/>
                    </a:lnTo>
                    <a:lnTo>
                      <a:pt x="359" y="587"/>
                    </a:lnTo>
                    <a:lnTo>
                      <a:pt x="361" y="588"/>
                    </a:lnTo>
                    <a:lnTo>
                      <a:pt x="365" y="589"/>
                    </a:lnTo>
                    <a:lnTo>
                      <a:pt x="369" y="589"/>
                    </a:lnTo>
                    <a:lnTo>
                      <a:pt x="371" y="591"/>
                    </a:lnTo>
                    <a:lnTo>
                      <a:pt x="373" y="594"/>
                    </a:lnTo>
                    <a:lnTo>
                      <a:pt x="374" y="597"/>
                    </a:lnTo>
                    <a:lnTo>
                      <a:pt x="376" y="599"/>
                    </a:lnTo>
                    <a:lnTo>
                      <a:pt x="378" y="601"/>
                    </a:lnTo>
                    <a:lnTo>
                      <a:pt x="380" y="603"/>
                    </a:lnTo>
                    <a:lnTo>
                      <a:pt x="382" y="605"/>
                    </a:lnTo>
                    <a:lnTo>
                      <a:pt x="384" y="607"/>
                    </a:lnTo>
                    <a:lnTo>
                      <a:pt x="386" y="609"/>
                    </a:lnTo>
                    <a:lnTo>
                      <a:pt x="389" y="612"/>
                    </a:lnTo>
                    <a:close/>
                  </a:path>
                </a:pathLst>
              </a:custGeom>
              <a:solidFill>
                <a:srgbClr val="0F7AB7">
                  <a:alpha val="32000"/>
                </a:srgbClr>
              </a:solidFill>
              <a:ln>
                <a:noFill/>
              </a:ln>
            </p:spPr>
            <p:txBody>
              <a:bodyPr anchor="ctr"/>
              <a:lstStyle/>
              <a:p>
                <a:pPr algn="ctr">
                  <a:buNone/>
                </a:pPr>
              </a:p>
            </p:txBody>
          </p:sp>
          <p:sp>
            <p:nvSpPr>
              <p:cNvPr id="3000" name="addition:input:123"/>
              <p:cNvSpPr>
                <a:spLocks noGrp="1"/>
              </p:cNvSpPr>
              <p:nvPr/>
            </p:nvSpPr>
            <p:spPr>
              <a:xfrm>
                <a:off x="209550" y="5438775"/>
                <a:ext cx="722559" cy="1165951"/>
              </a:xfrm>
              <a:custGeom>
                <a:avLst/>
                <a:gdLst/>
                <a:ahLst/>
                <a:cxnLst/>
                <a:rect l="l" t="t" r="r" b="b"/>
                <a:pathLst>
                  <a:path w="439" h="622">
                    <a:moveTo>
                      <a:pt x="0" y="0"/>
                    </a:moveTo>
                    <a:moveTo>
                      <a:pt x="439" y="594"/>
                    </a:moveTo>
                    <a:lnTo>
                      <a:pt x="439" y="597"/>
                    </a:lnTo>
                    <a:lnTo>
                      <a:pt x="437" y="599"/>
                    </a:lnTo>
                    <a:lnTo>
                      <a:pt x="434" y="601"/>
                    </a:lnTo>
                    <a:lnTo>
                      <a:pt x="432" y="603"/>
                    </a:lnTo>
                    <a:lnTo>
                      <a:pt x="431" y="605"/>
                    </a:lnTo>
                    <a:lnTo>
                      <a:pt x="430" y="607"/>
                    </a:lnTo>
                    <a:lnTo>
                      <a:pt x="429" y="609"/>
                    </a:lnTo>
                    <a:lnTo>
                      <a:pt x="428" y="611"/>
                    </a:lnTo>
                    <a:lnTo>
                      <a:pt x="428" y="614"/>
                    </a:lnTo>
                    <a:lnTo>
                      <a:pt x="427" y="617"/>
                    </a:lnTo>
                    <a:lnTo>
                      <a:pt x="426" y="621"/>
                    </a:lnTo>
                    <a:lnTo>
                      <a:pt x="424" y="622"/>
                    </a:lnTo>
                    <a:lnTo>
                      <a:pt x="422" y="622"/>
                    </a:lnTo>
                    <a:lnTo>
                      <a:pt x="419" y="619"/>
                    </a:lnTo>
                    <a:lnTo>
                      <a:pt x="416" y="617"/>
                    </a:lnTo>
                    <a:lnTo>
                      <a:pt x="415" y="618"/>
                    </a:lnTo>
                    <a:lnTo>
                      <a:pt x="413" y="619"/>
                    </a:lnTo>
                    <a:lnTo>
                      <a:pt x="412" y="621"/>
                    </a:lnTo>
                    <a:lnTo>
                      <a:pt x="410" y="621"/>
                    </a:lnTo>
                    <a:lnTo>
                      <a:pt x="408" y="619"/>
                    </a:lnTo>
                    <a:lnTo>
                      <a:pt x="407" y="619"/>
                    </a:lnTo>
                    <a:lnTo>
                      <a:pt x="405" y="618"/>
                    </a:lnTo>
                    <a:lnTo>
                      <a:pt x="403" y="619"/>
                    </a:lnTo>
                    <a:lnTo>
                      <a:pt x="401" y="618"/>
                    </a:lnTo>
                    <a:lnTo>
                      <a:pt x="400" y="616"/>
                    </a:lnTo>
                    <a:lnTo>
                      <a:pt x="398" y="614"/>
                    </a:lnTo>
                    <a:lnTo>
                      <a:pt x="397" y="613"/>
                    </a:lnTo>
                    <a:lnTo>
                      <a:pt x="395" y="611"/>
                    </a:lnTo>
                    <a:lnTo>
                      <a:pt x="393" y="609"/>
                    </a:lnTo>
                    <a:lnTo>
                      <a:pt x="394" y="606"/>
                    </a:lnTo>
                    <a:lnTo>
                      <a:pt x="395" y="603"/>
                    </a:lnTo>
                    <a:lnTo>
                      <a:pt x="397" y="600"/>
                    </a:lnTo>
                    <a:lnTo>
                      <a:pt x="396" y="598"/>
                    </a:lnTo>
                    <a:lnTo>
                      <a:pt x="394" y="596"/>
                    </a:lnTo>
                    <a:lnTo>
                      <a:pt x="391" y="594"/>
                    </a:lnTo>
                    <a:lnTo>
                      <a:pt x="389" y="592"/>
                    </a:lnTo>
                    <a:lnTo>
                      <a:pt x="388" y="589"/>
                    </a:lnTo>
                    <a:lnTo>
                      <a:pt x="389" y="587"/>
                    </a:lnTo>
                    <a:lnTo>
                      <a:pt x="390" y="584"/>
                    </a:lnTo>
                    <a:lnTo>
                      <a:pt x="390" y="582"/>
                    </a:lnTo>
                    <a:lnTo>
                      <a:pt x="391" y="580"/>
                    </a:lnTo>
                    <a:lnTo>
                      <a:pt x="393" y="578"/>
                    </a:lnTo>
                    <a:lnTo>
                      <a:pt x="395" y="578"/>
                    </a:lnTo>
                    <a:lnTo>
                      <a:pt x="397" y="577"/>
                    </a:lnTo>
                    <a:lnTo>
                      <a:pt x="398" y="575"/>
                    </a:lnTo>
                    <a:lnTo>
                      <a:pt x="399" y="572"/>
                    </a:lnTo>
                    <a:lnTo>
                      <a:pt x="400" y="571"/>
                    </a:lnTo>
                    <a:lnTo>
                      <a:pt x="403" y="571"/>
                    </a:lnTo>
                    <a:lnTo>
                      <a:pt x="405" y="571"/>
                    </a:lnTo>
                    <a:lnTo>
                      <a:pt x="407" y="571"/>
                    </a:lnTo>
                    <a:lnTo>
                      <a:pt x="409" y="569"/>
                    </a:lnTo>
                    <a:lnTo>
                      <a:pt x="411" y="566"/>
                    </a:lnTo>
                    <a:lnTo>
                      <a:pt x="414" y="563"/>
                    </a:lnTo>
                    <a:lnTo>
                      <a:pt x="417" y="563"/>
                    </a:lnTo>
                    <a:lnTo>
                      <a:pt x="419" y="566"/>
                    </a:lnTo>
                    <a:lnTo>
                      <a:pt x="421" y="568"/>
                    </a:lnTo>
                    <a:lnTo>
                      <a:pt x="423" y="570"/>
                    </a:lnTo>
                    <a:lnTo>
                      <a:pt x="425" y="572"/>
                    </a:lnTo>
                    <a:lnTo>
                      <a:pt x="426" y="574"/>
                    </a:lnTo>
                    <a:lnTo>
                      <a:pt x="427" y="576"/>
                    </a:lnTo>
                    <a:lnTo>
                      <a:pt x="429" y="578"/>
                    </a:lnTo>
                    <a:lnTo>
                      <a:pt x="431" y="578"/>
                    </a:lnTo>
                    <a:lnTo>
                      <a:pt x="434" y="578"/>
                    </a:lnTo>
                    <a:lnTo>
                      <a:pt x="437" y="579"/>
                    </a:lnTo>
                    <a:lnTo>
                      <a:pt x="438" y="581"/>
                    </a:lnTo>
                    <a:lnTo>
                      <a:pt x="438" y="584"/>
                    </a:lnTo>
                    <a:lnTo>
                      <a:pt x="437" y="587"/>
                    </a:lnTo>
                    <a:lnTo>
                      <a:pt x="437" y="590"/>
                    </a:lnTo>
                    <a:lnTo>
                      <a:pt x="438" y="592"/>
                    </a:lnTo>
                    <a:close/>
                  </a:path>
                </a:pathLst>
              </a:custGeom>
              <a:solidFill>
                <a:srgbClr val="59A3CD">
                  <a:alpha val="24000"/>
                </a:srgbClr>
              </a:solidFill>
              <a:ln>
                <a:noFill/>
              </a:ln>
            </p:spPr>
            <p:txBody>
              <a:bodyPr anchor="ctr"/>
              <a:lstStyle/>
              <a:p>
                <a:pPr algn="ctr">
                  <a:buNone/>
                </a:pPr>
              </a:p>
            </p:txBody>
          </p:sp>
          <p:sp>
            <p:nvSpPr>
              <p:cNvPr id="3001" name="addition:input:124"/>
              <p:cNvSpPr>
                <a:spLocks noGrp="1"/>
              </p:cNvSpPr>
              <p:nvPr/>
            </p:nvSpPr>
            <p:spPr>
              <a:xfrm>
                <a:off x="209550" y="5438775"/>
                <a:ext cx="683057" cy="1304666"/>
              </a:xfrm>
              <a:custGeom>
                <a:avLst/>
                <a:gdLst/>
                <a:ahLst/>
                <a:cxnLst/>
                <a:rect l="l" t="t" r="r" b="b"/>
                <a:pathLst>
                  <a:path w="415" h="696">
                    <a:moveTo>
                      <a:pt x="0" y="0"/>
                    </a:moveTo>
                    <a:moveTo>
                      <a:pt x="412" y="663"/>
                    </a:moveTo>
                    <a:lnTo>
                      <a:pt x="409" y="666"/>
                    </a:lnTo>
                    <a:lnTo>
                      <a:pt x="407" y="668"/>
                    </a:lnTo>
                    <a:lnTo>
                      <a:pt x="407" y="670"/>
                    </a:lnTo>
                    <a:lnTo>
                      <a:pt x="407" y="673"/>
                    </a:lnTo>
                    <a:lnTo>
                      <a:pt x="406" y="676"/>
                    </a:lnTo>
                    <a:lnTo>
                      <a:pt x="404" y="678"/>
                    </a:lnTo>
                    <a:lnTo>
                      <a:pt x="401" y="679"/>
                    </a:lnTo>
                    <a:lnTo>
                      <a:pt x="399" y="681"/>
                    </a:lnTo>
                    <a:lnTo>
                      <a:pt x="398" y="683"/>
                    </a:lnTo>
                    <a:lnTo>
                      <a:pt x="397" y="686"/>
                    </a:lnTo>
                    <a:lnTo>
                      <a:pt x="395" y="688"/>
                    </a:lnTo>
                    <a:lnTo>
                      <a:pt x="393" y="690"/>
                    </a:lnTo>
                    <a:lnTo>
                      <a:pt x="391" y="692"/>
                    </a:lnTo>
                    <a:lnTo>
                      <a:pt x="388" y="694"/>
                    </a:lnTo>
                    <a:lnTo>
                      <a:pt x="386" y="696"/>
                    </a:lnTo>
                    <a:lnTo>
                      <a:pt x="383" y="696"/>
                    </a:lnTo>
                    <a:lnTo>
                      <a:pt x="381" y="693"/>
                    </a:lnTo>
                    <a:lnTo>
                      <a:pt x="378" y="690"/>
                    </a:lnTo>
                    <a:lnTo>
                      <a:pt x="377" y="687"/>
                    </a:lnTo>
                    <a:lnTo>
                      <a:pt x="375" y="687"/>
                    </a:lnTo>
                    <a:lnTo>
                      <a:pt x="373" y="689"/>
                    </a:lnTo>
                    <a:lnTo>
                      <a:pt x="370" y="691"/>
                    </a:lnTo>
                    <a:lnTo>
                      <a:pt x="368" y="691"/>
                    </a:lnTo>
                    <a:lnTo>
                      <a:pt x="366" y="689"/>
                    </a:lnTo>
                    <a:lnTo>
                      <a:pt x="364" y="687"/>
                    </a:lnTo>
                    <a:lnTo>
                      <a:pt x="363" y="686"/>
                    </a:lnTo>
                    <a:lnTo>
                      <a:pt x="361" y="684"/>
                    </a:lnTo>
                    <a:lnTo>
                      <a:pt x="360" y="682"/>
                    </a:lnTo>
                    <a:lnTo>
                      <a:pt x="360" y="679"/>
                    </a:lnTo>
                    <a:lnTo>
                      <a:pt x="360" y="676"/>
                    </a:lnTo>
                    <a:lnTo>
                      <a:pt x="359" y="673"/>
                    </a:lnTo>
                    <a:lnTo>
                      <a:pt x="358" y="671"/>
                    </a:lnTo>
                    <a:lnTo>
                      <a:pt x="357" y="668"/>
                    </a:lnTo>
                    <a:lnTo>
                      <a:pt x="357" y="666"/>
                    </a:lnTo>
                    <a:lnTo>
                      <a:pt x="359" y="663"/>
                    </a:lnTo>
                    <a:lnTo>
                      <a:pt x="361" y="661"/>
                    </a:lnTo>
                    <a:lnTo>
                      <a:pt x="360" y="658"/>
                    </a:lnTo>
                    <a:lnTo>
                      <a:pt x="358" y="655"/>
                    </a:lnTo>
                    <a:lnTo>
                      <a:pt x="355" y="652"/>
                    </a:lnTo>
                    <a:lnTo>
                      <a:pt x="354" y="648"/>
                    </a:lnTo>
                    <a:lnTo>
                      <a:pt x="355" y="646"/>
                    </a:lnTo>
                    <a:lnTo>
                      <a:pt x="358" y="644"/>
                    </a:lnTo>
                    <a:lnTo>
                      <a:pt x="360" y="643"/>
                    </a:lnTo>
                    <a:lnTo>
                      <a:pt x="362" y="642"/>
                    </a:lnTo>
                    <a:lnTo>
                      <a:pt x="364" y="641"/>
                    </a:lnTo>
                    <a:lnTo>
                      <a:pt x="366" y="640"/>
                    </a:lnTo>
                    <a:lnTo>
                      <a:pt x="369" y="640"/>
                    </a:lnTo>
                    <a:lnTo>
                      <a:pt x="370" y="639"/>
                    </a:lnTo>
                    <a:lnTo>
                      <a:pt x="372" y="637"/>
                    </a:lnTo>
                    <a:lnTo>
                      <a:pt x="373" y="634"/>
                    </a:lnTo>
                    <a:lnTo>
                      <a:pt x="375" y="632"/>
                    </a:lnTo>
                    <a:lnTo>
                      <a:pt x="378" y="632"/>
                    </a:lnTo>
                    <a:lnTo>
                      <a:pt x="381" y="633"/>
                    </a:lnTo>
                    <a:lnTo>
                      <a:pt x="383" y="635"/>
                    </a:lnTo>
                    <a:lnTo>
                      <a:pt x="386" y="634"/>
                    </a:lnTo>
                    <a:lnTo>
                      <a:pt x="389" y="633"/>
                    </a:lnTo>
                    <a:lnTo>
                      <a:pt x="393" y="632"/>
                    </a:lnTo>
                    <a:lnTo>
                      <a:pt x="395" y="634"/>
                    </a:lnTo>
                    <a:lnTo>
                      <a:pt x="397" y="638"/>
                    </a:lnTo>
                    <a:lnTo>
                      <a:pt x="397" y="641"/>
                    </a:lnTo>
                    <a:lnTo>
                      <a:pt x="399" y="644"/>
                    </a:lnTo>
                    <a:lnTo>
                      <a:pt x="401" y="646"/>
                    </a:lnTo>
                    <a:lnTo>
                      <a:pt x="402" y="647"/>
                    </a:lnTo>
                    <a:lnTo>
                      <a:pt x="404" y="649"/>
                    </a:lnTo>
                    <a:lnTo>
                      <a:pt x="406" y="651"/>
                    </a:lnTo>
                    <a:lnTo>
                      <a:pt x="408" y="653"/>
                    </a:lnTo>
                    <a:lnTo>
                      <a:pt x="412" y="654"/>
                    </a:lnTo>
                    <a:lnTo>
                      <a:pt x="414" y="657"/>
                    </a:lnTo>
                    <a:lnTo>
                      <a:pt x="415" y="660"/>
                    </a:lnTo>
                    <a:close/>
                  </a:path>
                </a:pathLst>
              </a:custGeom>
              <a:solidFill>
                <a:srgbClr val="59A3CD">
                  <a:alpha val="24000"/>
                </a:srgbClr>
              </a:solidFill>
              <a:ln>
                <a:noFill/>
              </a:ln>
            </p:spPr>
            <p:txBody>
              <a:bodyPr anchor="ctr"/>
              <a:lstStyle/>
              <a:p>
                <a:pPr algn="ctr">
                  <a:buNone/>
                </a:pPr>
              </a:p>
            </p:txBody>
          </p:sp>
          <p:sp>
            <p:nvSpPr>
              <p:cNvPr id="3002" name="addition:input:125"/>
              <p:cNvSpPr>
                <a:spLocks noGrp="1"/>
              </p:cNvSpPr>
              <p:nvPr/>
            </p:nvSpPr>
            <p:spPr>
              <a:xfrm>
                <a:off x="209550" y="5438775"/>
                <a:ext cx="536570" cy="1338407"/>
              </a:xfrm>
              <a:custGeom>
                <a:avLst/>
                <a:gdLst/>
                <a:ahLst/>
                <a:cxnLst/>
                <a:rect l="l" t="t" r="r" b="b"/>
                <a:pathLst>
                  <a:path w="326" h="714">
                    <a:moveTo>
                      <a:pt x="0" y="0"/>
                    </a:moveTo>
                    <a:moveTo>
                      <a:pt x="320" y="680"/>
                    </a:moveTo>
                    <a:lnTo>
                      <a:pt x="323" y="683"/>
                    </a:lnTo>
                    <a:lnTo>
                      <a:pt x="324" y="686"/>
                    </a:lnTo>
                    <a:lnTo>
                      <a:pt x="325" y="689"/>
                    </a:lnTo>
                    <a:lnTo>
                      <a:pt x="324" y="691"/>
                    </a:lnTo>
                    <a:lnTo>
                      <a:pt x="324" y="694"/>
                    </a:lnTo>
                    <a:lnTo>
                      <a:pt x="323" y="697"/>
                    </a:lnTo>
                    <a:lnTo>
                      <a:pt x="323" y="699"/>
                    </a:lnTo>
                    <a:lnTo>
                      <a:pt x="321" y="701"/>
                    </a:lnTo>
                    <a:lnTo>
                      <a:pt x="319" y="702"/>
                    </a:lnTo>
                    <a:lnTo>
                      <a:pt x="317" y="703"/>
                    </a:lnTo>
                    <a:lnTo>
                      <a:pt x="316" y="705"/>
                    </a:lnTo>
                    <a:lnTo>
                      <a:pt x="314" y="707"/>
                    </a:lnTo>
                    <a:lnTo>
                      <a:pt x="313" y="709"/>
                    </a:lnTo>
                    <a:lnTo>
                      <a:pt x="311" y="708"/>
                    </a:lnTo>
                    <a:lnTo>
                      <a:pt x="308" y="706"/>
                    </a:lnTo>
                    <a:lnTo>
                      <a:pt x="306" y="705"/>
                    </a:lnTo>
                    <a:lnTo>
                      <a:pt x="305" y="707"/>
                    </a:lnTo>
                    <a:lnTo>
                      <a:pt x="302" y="710"/>
                    </a:lnTo>
                    <a:lnTo>
                      <a:pt x="300" y="713"/>
                    </a:lnTo>
                    <a:lnTo>
                      <a:pt x="297" y="714"/>
                    </a:lnTo>
                    <a:lnTo>
                      <a:pt x="295" y="713"/>
                    </a:lnTo>
                    <a:lnTo>
                      <a:pt x="292" y="710"/>
                    </a:lnTo>
                    <a:lnTo>
                      <a:pt x="290" y="708"/>
                    </a:lnTo>
                    <a:lnTo>
                      <a:pt x="289" y="706"/>
                    </a:lnTo>
                    <a:lnTo>
                      <a:pt x="287" y="703"/>
                    </a:lnTo>
                    <a:lnTo>
                      <a:pt x="286" y="700"/>
                    </a:lnTo>
                    <a:lnTo>
                      <a:pt x="285" y="697"/>
                    </a:lnTo>
                    <a:lnTo>
                      <a:pt x="284" y="696"/>
                    </a:lnTo>
                    <a:lnTo>
                      <a:pt x="281" y="695"/>
                    </a:lnTo>
                    <a:lnTo>
                      <a:pt x="277" y="694"/>
                    </a:lnTo>
                    <a:lnTo>
                      <a:pt x="275" y="692"/>
                    </a:lnTo>
                    <a:lnTo>
                      <a:pt x="275" y="689"/>
                    </a:lnTo>
                    <a:lnTo>
                      <a:pt x="276" y="686"/>
                    </a:lnTo>
                    <a:lnTo>
                      <a:pt x="276" y="683"/>
                    </a:lnTo>
                    <a:lnTo>
                      <a:pt x="274" y="680"/>
                    </a:lnTo>
                    <a:lnTo>
                      <a:pt x="273" y="678"/>
                    </a:lnTo>
                    <a:lnTo>
                      <a:pt x="272" y="674"/>
                    </a:lnTo>
                    <a:lnTo>
                      <a:pt x="274" y="672"/>
                    </a:lnTo>
                    <a:lnTo>
                      <a:pt x="277" y="670"/>
                    </a:lnTo>
                    <a:lnTo>
                      <a:pt x="279" y="668"/>
                    </a:lnTo>
                    <a:lnTo>
                      <a:pt x="281" y="666"/>
                    </a:lnTo>
                    <a:lnTo>
                      <a:pt x="283" y="665"/>
                    </a:lnTo>
                    <a:lnTo>
                      <a:pt x="285" y="663"/>
                    </a:lnTo>
                    <a:lnTo>
                      <a:pt x="286" y="661"/>
                    </a:lnTo>
                    <a:lnTo>
                      <a:pt x="288" y="659"/>
                    </a:lnTo>
                    <a:lnTo>
                      <a:pt x="289" y="655"/>
                    </a:lnTo>
                    <a:lnTo>
                      <a:pt x="289" y="651"/>
                    </a:lnTo>
                    <a:lnTo>
                      <a:pt x="291" y="648"/>
                    </a:lnTo>
                    <a:lnTo>
                      <a:pt x="294" y="648"/>
                    </a:lnTo>
                    <a:lnTo>
                      <a:pt x="298" y="650"/>
                    </a:lnTo>
                    <a:lnTo>
                      <a:pt x="300" y="652"/>
                    </a:lnTo>
                    <a:lnTo>
                      <a:pt x="303" y="653"/>
                    </a:lnTo>
                    <a:lnTo>
                      <a:pt x="305" y="652"/>
                    </a:lnTo>
                    <a:lnTo>
                      <a:pt x="307" y="651"/>
                    </a:lnTo>
                    <a:lnTo>
                      <a:pt x="309" y="652"/>
                    </a:lnTo>
                    <a:lnTo>
                      <a:pt x="311" y="653"/>
                    </a:lnTo>
                    <a:lnTo>
                      <a:pt x="312" y="655"/>
                    </a:lnTo>
                    <a:lnTo>
                      <a:pt x="314" y="656"/>
                    </a:lnTo>
                    <a:lnTo>
                      <a:pt x="316" y="656"/>
                    </a:lnTo>
                    <a:lnTo>
                      <a:pt x="318" y="657"/>
                    </a:lnTo>
                    <a:lnTo>
                      <a:pt x="319" y="659"/>
                    </a:lnTo>
                    <a:lnTo>
                      <a:pt x="320" y="660"/>
                    </a:lnTo>
                    <a:lnTo>
                      <a:pt x="322" y="662"/>
                    </a:lnTo>
                    <a:lnTo>
                      <a:pt x="324" y="663"/>
                    </a:lnTo>
                    <a:lnTo>
                      <a:pt x="326" y="665"/>
                    </a:lnTo>
                    <a:lnTo>
                      <a:pt x="326" y="669"/>
                    </a:lnTo>
                    <a:lnTo>
                      <a:pt x="324" y="672"/>
                    </a:lnTo>
                    <a:lnTo>
                      <a:pt x="321" y="676"/>
                    </a:lnTo>
                    <a:lnTo>
                      <a:pt x="320" y="678"/>
                    </a:lnTo>
                    <a:close/>
                  </a:path>
                </a:pathLst>
              </a:custGeom>
              <a:solidFill>
                <a:srgbClr val="59A3CD">
                  <a:alpha val="24000"/>
                </a:srgbClr>
              </a:solidFill>
              <a:ln>
                <a:noFill/>
              </a:ln>
            </p:spPr>
            <p:txBody>
              <a:bodyPr anchor="ctr"/>
              <a:lstStyle/>
              <a:p>
                <a:pPr algn="ctr">
                  <a:buNone/>
                </a:pPr>
              </a:p>
            </p:txBody>
          </p:sp>
          <p:sp>
            <p:nvSpPr>
              <p:cNvPr id="3003" name="addition:input:126"/>
              <p:cNvSpPr>
                <a:spLocks noGrp="1"/>
              </p:cNvSpPr>
              <p:nvPr/>
            </p:nvSpPr>
            <p:spPr>
              <a:xfrm>
                <a:off x="209550" y="5438775"/>
                <a:ext cx="429585" cy="1270925"/>
              </a:xfrm>
              <a:custGeom>
                <a:avLst/>
                <a:gdLst/>
                <a:ahLst/>
                <a:cxnLst/>
                <a:rect l="l" t="t" r="r" b="b"/>
                <a:pathLst>
                  <a:path w="261" h="678">
                    <a:moveTo>
                      <a:pt x="0" y="0"/>
                    </a:moveTo>
                    <a:moveTo>
                      <a:pt x="254" y="646"/>
                    </a:moveTo>
                    <a:lnTo>
                      <a:pt x="252" y="648"/>
                    </a:lnTo>
                    <a:lnTo>
                      <a:pt x="253" y="650"/>
                    </a:lnTo>
                    <a:lnTo>
                      <a:pt x="255" y="653"/>
                    </a:lnTo>
                    <a:lnTo>
                      <a:pt x="257" y="657"/>
                    </a:lnTo>
                    <a:lnTo>
                      <a:pt x="257" y="660"/>
                    </a:lnTo>
                    <a:lnTo>
                      <a:pt x="255" y="662"/>
                    </a:lnTo>
                    <a:lnTo>
                      <a:pt x="253" y="664"/>
                    </a:lnTo>
                    <a:lnTo>
                      <a:pt x="251" y="666"/>
                    </a:lnTo>
                    <a:lnTo>
                      <a:pt x="250" y="668"/>
                    </a:lnTo>
                    <a:lnTo>
                      <a:pt x="249" y="670"/>
                    </a:lnTo>
                    <a:lnTo>
                      <a:pt x="247" y="672"/>
                    </a:lnTo>
                    <a:lnTo>
                      <a:pt x="244" y="672"/>
                    </a:lnTo>
                    <a:lnTo>
                      <a:pt x="242" y="672"/>
                    </a:lnTo>
                    <a:lnTo>
                      <a:pt x="240" y="674"/>
                    </a:lnTo>
                    <a:lnTo>
                      <a:pt x="238" y="674"/>
                    </a:lnTo>
                    <a:lnTo>
                      <a:pt x="236" y="674"/>
                    </a:lnTo>
                    <a:lnTo>
                      <a:pt x="234" y="672"/>
                    </a:lnTo>
                    <a:lnTo>
                      <a:pt x="232" y="671"/>
                    </a:lnTo>
                    <a:lnTo>
                      <a:pt x="229" y="672"/>
                    </a:lnTo>
                    <a:lnTo>
                      <a:pt x="227" y="675"/>
                    </a:lnTo>
                    <a:lnTo>
                      <a:pt x="223" y="678"/>
                    </a:lnTo>
                    <a:lnTo>
                      <a:pt x="220" y="678"/>
                    </a:lnTo>
                    <a:lnTo>
                      <a:pt x="217" y="676"/>
                    </a:lnTo>
                    <a:lnTo>
                      <a:pt x="216" y="672"/>
                    </a:lnTo>
                    <a:lnTo>
                      <a:pt x="215" y="669"/>
                    </a:lnTo>
                    <a:lnTo>
                      <a:pt x="214" y="666"/>
                    </a:lnTo>
                    <a:lnTo>
                      <a:pt x="212" y="664"/>
                    </a:lnTo>
                    <a:lnTo>
                      <a:pt x="210" y="662"/>
                    </a:lnTo>
                    <a:lnTo>
                      <a:pt x="209" y="660"/>
                    </a:lnTo>
                    <a:lnTo>
                      <a:pt x="208" y="657"/>
                    </a:lnTo>
                    <a:lnTo>
                      <a:pt x="205" y="656"/>
                    </a:lnTo>
                    <a:lnTo>
                      <a:pt x="202" y="654"/>
                    </a:lnTo>
                    <a:lnTo>
                      <a:pt x="200" y="651"/>
                    </a:lnTo>
                    <a:lnTo>
                      <a:pt x="200" y="649"/>
                    </a:lnTo>
                    <a:lnTo>
                      <a:pt x="201" y="646"/>
                    </a:lnTo>
                    <a:lnTo>
                      <a:pt x="201" y="643"/>
                    </a:lnTo>
                    <a:lnTo>
                      <a:pt x="200" y="641"/>
                    </a:lnTo>
                    <a:lnTo>
                      <a:pt x="198" y="637"/>
                    </a:lnTo>
                    <a:lnTo>
                      <a:pt x="198" y="634"/>
                    </a:lnTo>
                    <a:lnTo>
                      <a:pt x="200" y="632"/>
                    </a:lnTo>
                    <a:lnTo>
                      <a:pt x="204" y="631"/>
                    </a:lnTo>
                    <a:lnTo>
                      <a:pt x="208" y="630"/>
                    </a:lnTo>
                    <a:lnTo>
                      <a:pt x="210" y="629"/>
                    </a:lnTo>
                    <a:lnTo>
                      <a:pt x="212" y="627"/>
                    </a:lnTo>
                    <a:lnTo>
                      <a:pt x="213" y="625"/>
                    </a:lnTo>
                    <a:lnTo>
                      <a:pt x="215" y="623"/>
                    </a:lnTo>
                    <a:lnTo>
                      <a:pt x="217" y="621"/>
                    </a:lnTo>
                    <a:lnTo>
                      <a:pt x="219" y="618"/>
                    </a:lnTo>
                    <a:lnTo>
                      <a:pt x="221" y="615"/>
                    </a:lnTo>
                    <a:lnTo>
                      <a:pt x="224" y="613"/>
                    </a:lnTo>
                    <a:lnTo>
                      <a:pt x="228" y="613"/>
                    </a:lnTo>
                    <a:lnTo>
                      <a:pt x="231" y="615"/>
                    </a:lnTo>
                    <a:lnTo>
                      <a:pt x="234" y="618"/>
                    </a:lnTo>
                    <a:lnTo>
                      <a:pt x="236" y="619"/>
                    </a:lnTo>
                    <a:lnTo>
                      <a:pt x="239" y="619"/>
                    </a:lnTo>
                    <a:lnTo>
                      <a:pt x="242" y="618"/>
                    </a:lnTo>
                    <a:lnTo>
                      <a:pt x="245" y="618"/>
                    </a:lnTo>
                    <a:lnTo>
                      <a:pt x="247" y="621"/>
                    </a:lnTo>
                    <a:lnTo>
                      <a:pt x="248" y="623"/>
                    </a:lnTo>
                    <a:lnTo>
                      <a:pt x="249" y="625"/>
                    </a:lnTo>
                    <a:lnTo>
                      <a:pt x="251" y="626"/>
                    </a:lnTo>
                    <a:lnTo>
                      <a:pt x="254" y="626"/>
                    </a:lnTo>
                    <a:lnTo>
                      <a:pt x="257" y="628"/>
                    </a:lnTo>
                    <a:lnTo>
                      <a:pt x="258" y="630"/>
                    </a:lnTo>
                    <a:lnTo>
                      <a:pt x="259" y="632"/>
                    </a:lnTo>
                    <a:lnTo>
                      <a:pt x="261" y="635"/>
                    </a:lnTo>
                    <a:lnTo>
                      <a:pt x="261" y="637"/>
                    </a:lnTo>
                    <a:lnTo>
                      <a:pt x="261" y="640"/>
                    </a:lnTo>
                    <a:lnTo>
                      <a:pt x="258" y="643"/>
                    </a:lnTo>
                    <a:close/>
                  </a:path>
                </a:pathLst>
              </a:custGeom>
              <a:solidFill>
                <a:srgbClr val="59A3CD">
                  <a:alpha val="24000"/>
                </a:srgbClr>
              </a:solidFill>
              <a:ln>
                <a:noFill/>
              </a:ln>
            </p:spPr>
            <p:txBody>
              <a:bodyPr anchor="ctr"/>
              <a:lstStyle/>
              <a:p>
                <a:pPr algn="ctr">
                  <a:buNone/>
                </a:pPr>
              </a:p>
            </p:txBody>
          </p:sp>
          <p:sp>
            <p:nvSpPr>
              <p:cNvPr id="3004" name="addition:input:127"/>
              <p:cNvSpPr>
                <a:spLocks noGrp="1"/>
              </p:cNvSpPr>
              <p:nvPr/>
            </p:nvSpPr>
            <p:spPr>
              <a:xfrm>
                <a:off x="209550" y="5438775"/>
                <a:ext cx="376916" cy="1132210"/>
              </a:xfrm>
              <a:custGeom>
                <a:avLst/>
                <a:gdLst/>
                <a:ahLst/>
                <a:cxnLst/>
                <a:rect l="l" t="t" r="r" b="b"/>
                <a:pathLst>
                  <a:path w="229" h="604">
                    <a:moveTo>
                      <a:pt x="0" y="0"/>
                    </a:moveTo>
                    <a:moveTo>
                      <a:pt x="227" y="575"/>
                    </a:moveTo>
                    <a:lnTo>
                      <a:pt x="225" y="577"/>
                    </a:lnTo>
                    <a:lnTo>
                      <a:pt x="224" y="579"/>
                    </a:lnTo>
                    <a:lnTo>
                      <a:pt x="225" y="581"/>
                    </a:lnTo>
                    <a:lnTo>
                      <a:pt x="227" y="585"/>
                    </a:lnTo>
                    <a:lnTo>
                      <a:pt x="229" y="588"/>
                    </a:lnTo>
                    <a:lnTo>
                      <a:pt x="229" y="591"/>
                    </a:lnTo>
                    <a:lnTo>
                      <a:pt x="227" y="593"/>
                    </a:lnTo>
                    <a:lnTo>
                      <a:pt x="224" y="594"/>
                    </a:lnTo>
                    <a:lnTo>
                      <a:pt x="222" y="594"/>
                    </a:lnTo>
                    <a:lnTo>
                      <a:pt x="220" y="595"/>
                    </a:lnTo>
                    <a:lnTo>
                      <a:pt x="218" y="596"/>
                    </a:lnTo>
                    <a:lnTo>
                      <a:pt x="216" y="596"/>
                    </a:lnTo>
                    <a:lnTo>
                      <a:pt x="215" y="597"/>
                    </a:lnTo>
                    <a:lnTo>
                      <a:pt x="213" y="598"/>
                    </a:lnTo>
                    <a:lnTo>
                      <a:pt x="211" y="600"/>
                    </a:lnTo>
                    <a:lnTo>
                      <a:pt x="210" y="603"/>
                    </a:lnTo>
                    <a:lnTo>
                      <a:pt x="207" y="604"/>
                    </a:lnTo>
                    <a:lnTo>
                      <a:pt x="205" y="603"/>
                    </a:lnTo>
                    <a:lnTo>
                      <a:pt x="202" y="602"/>
                    </a:lnTo>
                    <a:lnTo>
                      <a:pt x="200" y="600"/>
                    </a:lnTo>
                    <a:lnTo>
                      <a:pt x="197" y="601"/>
                    </a:lnTo>
                    <a:lnTo>
                      <a:pt x="194" y="602"/>
                    </a:lnTo>
                    <a:lnTo>
                      <a:pt x="191" y="601"/>
                    </a:lnTo>
                    <a:lnTo>
                      <a:pt x="189" y="599"/>
                    </a:lnTo>
                    <a:lnTo>
                      <a:pt x="188" y="595"/>
                    </a:lnTo>
                    <a:lnTo>
                      <a:pt x="188" y="592"/>
                    </a:lnTo>
                    <a:lnTo>
                      <a:pt x="186" y="590"/>
                    </a:lnTo>
                    <a:lnTo>
                      <a:pt x="184" y="589"/>
                    </a:lnTo>
                    <a:lnTo>
                      <a:pt x="182" y="588"/>
                    </a:lnTo>
                    <a:lnTo>
                      <a:pt x="181" y="586"/>
                    </a:lnTo>
                    <a:lnTo>
                      <a:pt x="179" y="584"/>
                    </a:lnTo>
                    <a:lnTo>
                      <a:pt x="176" y="583"/>
                    </a:lnTo>
                    <a:lnTo>
                      <a:pt x="174" y="580"/>
                    </a:lnTo>
                    <a:lnTo>
                      <a:pt x="172" y="578"/>
                    </a:lnTo>
                    <a:lnTo>
                      <a:pt x="173" y="575"/>
                    </a:lnTo>
                    <a:lnTo>
                      <a:pt x="176" y="573"/>
                    </a:lnTo>
                    <a:lnTo>
                      <a:pt x="179" y="571"/>
                    </a:lnTo>
                    <a:lnTo>
                      <a:pt x="181" y="569"/>
                    </a:lnTo>
                    <a:lnTo>
                      <a:pt x="181" y="566"/>
                    </a:lnTo>
                    <a:lnTo>
                      <a:pt x="181" y="564"/>
                    </a:lnTo>
                    <a:lnTo>
                      <a:pt x="182" y="561"/>
                    </a:lnTo>
                    <a:lnTo>
                      <a:pt x="184" y="560"/>
                    </a:lnTo>
                    <a:lnTo>
                      <a:pt x="187" y="559"/>
                    </a:lnTo>
                    <a:lnTo>
                      <a:pt x="188" y="557"/>
                    </a:lnTo>
                    <a:lnTo>
                      <a:pt x="190" y="555"/>
                    </a:lnTo>
                    <a:lnTo>
                      <a:pt x="191" y="552"/>
                    </a:lnTo>
                    <a:lnTo>
                      <a:pt x="193" y="550"/>
                    </a:lnTo>
                    <a:lnTo>
                      <a:pt x="195" y="549"/>
                    </a:lnTo>
                    <a:lnTo>
                      <a:pt x="198" y="548"/>
                    </a:lnTo>
                    <a:lnTo>
                      <a:pt x="200" y="547"/>
                    </a:lnTo>
                    <a:lnTo>
                      <a:pt x="202" y="546"/>
                    </a:lnTo>
                    <a:lnTo>
                      <a:pt x="205" y="547"/>
                    </a:lnTo>
                    <a:lnTo>
                      <a:pt x="207" y="549"/>
                    </a:lnTo>
                    <a:lnTo>
                      <a:pt x="208" y="553"/>
                    </a:lnTo>
                    <a:lnTo>
                      <a:pt x="210" y="554"/>
                    </a:lnTo>
                    <a:lnTo>
                      <a:pt x="212" y="554"/>
                    </a:lnTo>
                    <a:lnTo>
                      <a:pt x="214" y="551"/>
                    </a:lnTo>
                    <a:lnTo>
                      <a:pt x="217" y="550"/>
                    </a:lnTo>
                    <a:lnTo>
                      <a:pt x="219" y="551"/>
                    </a:lnTo>
                    <a:lnTo>
                      <a:pt x="221" y="553"/>
                    </a:lnTo>
                    <a:lnTo>
                      <a:pt x="222" y="555"/>
                    </a:lnTo>
                    <a:lnTo>
                      <a:pt x="223" y="557"/>
                    </a:lnTo>
                    <a:lnTo>
                      <a:pt x="224" y="558"/>
                    </a:lnTo>
                    <a:lnTo>
                      <a:pt x="225" y="561"/>
                    </a:lnTo>
                    <a:lnTo>
                      <a:pt x="225" y="563"/>
                    </a:lnTo>
                    <a:lnTo>
                      <a:pt x="225" y="566"/>
                    </a:lnTo>
                    <a:lnTo>
                      <a:pt x="225" y="568"/>
                    </a:lnTo>
                    <a:lnTo>
                      <a:pt x="226" y="570"/>
                    </a:lnTo>
                    <a:lnTo>
                      <a:pt x="227" y="573"/>
                    </a:lnTo>
                    <a:close/>
                  </a:path>
                </a:pathLst>
              </a:custGeom>
              <a:solidFill>
                <a:srgbClr val="59A3CD">
                  <a:alpha val="24000"/>
                </a:srgbClr>
              </a:solidFill>
              <a:ln>
                <a:noFill/>
              </a:ln>
            </p:spPr>
            <p:txBody>
              <a:bodyPr anchor="ctr"/>
              <a:lstStyle/>
              <a:p>
                <a:pPr algn="ctr">
                  <a:buNone/>
                </a:pPr>
              </a:p>
            </p:txBody>
          </p:sp>
          <p:sp>
            <p:nvSpPr>
              <p:cNvPr id="3005" name="addition:input:128"/>
              <p:cNvSpPr>
                <a:spLocks noGrp="1"/>
              </p:cNvSpPr>
              <p:nvPr/>
            </p:nvSpPr>
            <p:spPr>
              <a:xfrm>
                <a:off x="209550" y="5438775"/>
                <a:ext cx="462504" cy="1021613"/>
              </a:xfrm>
              <a:custGeom>
                <a:avLst/>
                <a:gdLst/>
                <a:ahLst/>
                <a:cxnLst/>
                <a:rect l="l" t="t" r="r" b="b"/>
                <a:pathLst>
                  <a:path w="281" h="545">
                    <a:moveTo>
                      <a:pt x="0" y="0"/>
                    </a:moveTo>
                    <a:moveTo>
                      <a:pt x="275" y="515"/>
                    </a:moveTo>
                    <a:lnTo>
                      <a:pt x="276" y="517"/>
                    </a:lnTo>
                    <a:lnTo>
                      <a:pt x="278" y="520"/>
                    </a:lnTo>
                    <a:lnTo>
                      <a:pt x="280" y="523"/>
                    </a:lnTo>
                    <a:lnTo>
                      <a:pt x="281" y="526"/>
                    </a:lnTo>
                    <a:lnTo>
                      <a:pt x="279" y="528"/>
                    </a:lnTo>
                    <a:lnTo>
                      <a:pt x="277" y="530"/>
                    </a:lnTo>
                    <a:lnTo>
                      <a:pt x="275" y="531"/>
                    </a:lnTo>
                    <a:lnTo>
                      <a:pt x="273" y="533"/>
                    </a:lnTo>
                    <a:lnTo>
                      <a:pt x="271" y="534"/>
                    </a:lnTo>
                    <a:lnTo>
                      <a:pt x="268" y="534"/>
                    </a:lnTo>
                    <a:lnTo>
                      <a:pt x="265" y="534"/>
                    </a:lnTo>
                    <a:lnTo>
                      <a:pt x="263" y="535"/>
                    </a:lnTo>
                    <a:lnTo>
                      <a:pt x="262" y="538"/>
                    </a:lnTo>
                    <a:lnTo>
                      <a:pt x="261" y="542"/>
                    </a:lnTo>
                    <a:lnTo>
                      <a:pt x="258" y="545"/>
                    </a:lnTo>
                    <a:lnTo>
                      <a:pt x="255" y="545"/>
                    </a:lnTo>
                    <a:lnTo>
                      <a:pt x="252" y="543"/>
                    </a:lnTo>
                    <a:lnTo>
                      <a:pt x="249" y="542"/>
                    </a:lnTo>
                    <a:lnTo>
                      <a:pt x="246" y="541"/>
                    </a:lnTo>
                    <a:lnTo>
                      <a:pt x="243" y="542"/>
                    </a:lnTo>
                    <a:lnTo>
                      <a:pt x="240" y="542"/>
                    </a:lnTo>
                    <a:lnTo>
                      <a:pt x="237" y="540"/>
                    </a:lnTo>
                    <a:lnTo>
                      <a:pt x="235" y="538"/>
                    </a:lnTo>
                    <a:lnTo>
                      <a:pt x="233" y="536"/>
                    </a:lnTo>
                    <a:lnTo>
                      <a:pt x="231" y="535"/>
                    </a:lnTo>
                    <a:lnTo>
                      <a:pt x="229" y="533"/>
                    </a:lnTo>
                    <a:lnTo>
                      <a:pt x="227" y="532"/>
                    </a:lnTo>
                    <a:lnTo>
                      <a:pt x="226" y="530"/>
                    </a:lnTo>
                    <a:lnTo>
                      <a:pt x="225" y="528"/>
                    </a:lnTo>
                    <a:lnTo>
                      <a:pt x="222" y="527"/>
                    </a:lnTo>
                    <a:lnTo>
                      <a:pt x="219" y="525"/>
                    </a:lnTo>
                    <a:lnTo>
                      <a:pt x="216" y="523"/>
                    </a:lnTo>
                    <a:lnTo>
                      <a:pt x="216" y="521"/>
                    </a:lnTo>
                    <a:lnTo>
                      <a:pt x="218" y="518"/>
                    </a:lnTo>
                    <a:lnTo>
                      <a:pt x="222" y="515"/>
                    </a:lnTo>
                    <a:lnTo>
                      <a:pt x="225" y="513"/>
                    </a:lnTo>
                    <a:lnTo>
                      <a:pt x="225" y="511"/>
                    </a:lnTo>
                    <a:lnTo>
                      <a:pt x="225" y="508"/>
                    </a:lnTo>
                    <a:lnTo>
                      <a:pt x="226" y="506"/>
                    </a:lnTo>
                    <a:lnTo>
                      <a:pt x="227" y="504"/>
                    </a:lnTo>
                    <a:lnTo>
                      <a:pt x="228" y="502"/>
                    </a:lnTo>
                    <a:lnTo>
                      <a:pt x="229" y="499"/>
                    </a:lnTo>
                    <a:lnTo>
                      <a:pt x="229" y="496"/>
                    </a:lnTo>
                    <a:lnTo>
                      <a:pt x="231" y="494"/>
                    </a:lnTo>
                    <a:lnTo>
                      <a:pt x="233" y="493"/>
                    </a:lnTo>
                    <a:lnTo>
                      <a:pt x="236" y="492"/>
                    </a:lnTo>
                    <a:lnTo>
                      <a:pt x="238" y="491"/>
                    </a:lnTo>
                    <a:lnTo>
                      <a:pt x="240" y="489"/>
                    </a:lnTo>
                    <a:lnTo>
                      <a:pt x="242" y="487"/>
                    </a:lnTo>
                    <a:lnTo>
                      <a:pt x="244" y="486"/>
                    </a:lnTo>
                    <a:lnTo>
                      <a:pt x="247" y="488"/>
                    </a:lnTo>
                    <a:lnTo>
                      <a:pt x="249" y="491"/>
                    </a:lnTo>
                    <a:lnTo>
                      <a:pt x="251" y="493"/>
                    </a:lnTo>
                    <a:lnTo>
                      <a:pt x="253" y="493"/>
                    </a:lnTo>
                    <a:lnTo>
                      <a:pt x="255" y="491"/>
                    </a:lnTo>
                    <a:lnTo>
                      <a:pt x="258" y="489"/>
                    </a:lnTo>
                    <a:lnTo>
                      <a:pt x="260" y="489"/>
                    </a:lnTo>
                    <a:lnTo>
                      <a:pt x="263" y="490"/>
                    </a:lnTo>
                    <a:lnTo>
                      <a:pt x="265" y="491"/>
                    </a:lnTo>
                    <a:lnTo>
                      <a:pt x="267" y="492"/>
                    </a:lnTo>
                    <a:lnTo>
                      <a:pt x="269" y="493"/>
                    </a:lnTo>
                    <a:lnTo>
                      <a:pt x="270" y="496"/>
                    </a:lnTo>
                    <a:lnTo>
                      <a:pt x="269" y="500"/>
                    </a:lnTo>
                    <a:lnTo>
                      <a:pt x="269" y="503"/>
                    </a:lnTo>
                    <a:lnTo>
                      <a:pt x="270" y="505"/>
                    </a:lnTo>
                    <a:lnTo>
                      <a:pt x="273" y="506"/>
                    </a:lnTo>
                    <a:lnTo>
                      <a:pt x="276" y="508"/>
                    </a:lnTo>
                    <a:lnTo>
                      <a:pt x="277" y="510"/>
                    </a:lnTo>
                    <a:lnTo>
                      <a:pt x="276" y="513"/>
                    </a:lnTo>
                    <a:close/>
                  </a:path>
                </a:pathLst>
              </a:custGeom>
              <a:solidFill>
                <a:srgbClr val="59A3CD">
                  <a:alpha val="24000"/>
                </a:srgbClr>
              </a:solidFill>
              <a:ln>
                <a:noFill/>
              </a:ln>
            </p:spPr>
            <p:txBody>
              <a:bodyPr anchor="ctr"/>
              <a:lstStyle/>
              <a:p>
                <a:pPr algn="ctr">
                  <a:buNone/>
                </a:pPr>
              </a:p>
            </p:txBody>
          </p:sp>
          <p:sp>
            <p:nvSpPr>
              <p:cNvPr id="3006" name="addition:input:129"/>
              <p:cNvSpPr>
                <a:spLocks noGrp="1"/>
              </p:cNvSpPr>
              <p:nvPr/>
            </p:nvSpPr>
            <p:spPr>
              <a:xfrm>
                <a:off x="209550" y="5438775"/>
                <a:ext cx="585948" cy="971001"/>
              </a:xfrm>
              <a:custGeom>
                <a:avLst/>
                <a:gdLst/>
                <a:ahLst/>
                <a:cxnLst/>
                <a:rect l="l" t="t" r="r" b="b"/>
                <a:pathLst>
                  <a:path w="356" h="518">
                    <a:moveTo>
                      <a:pt x="0" y="0"/>
                    </a:moveTo>
                    <a:moveTo>
                      <a:pt x="356" y="488"/>
                    </a:moveTo>
                    <a:lnTo>
                      <a:pt x="353" y="491"/>
                    </a:lnTo>
                    <a:lnTo>
                      <a:pt x="351" y="493"/>
                    </a:lnTo>
                    <a:lnTo>
                      <a:pt x="349" y="495"/>
                    </a:lnTo>
                    <a:lnTo>
                      <a:pt x="350" y="497"/>
                    </a:lnTo>
                    <a:lnTo>
                      <a:pt x="349" y="500"/>
                    </a:lnTo>
                    <a:lnTo>
                      <a:pt x="348" y="502"/>
                    </a:lnTo>
                    <a:lnTo>
                      <a:pt x="345" y="503"/>
                    </a:lnTo>
                    <a:lnTo>
                      <a:pt x="342" y="504"/>
                    </a:lnTo>
                    <a:lnTo>
                      <a:pt x="340" y="505"/>
                    </a:lnTo>
                    <a:lnTo>
                      <a:pt x="339" y="507"/>
                    </a:lnTo>
                    <a:lnTo>
                      <a:pt x="337" y="510"/>
                    </a:lnTo>
                    <a:lnTo>
                      <a:pt x="335" y="511"/>
                    </a:lnTo>
                    <a:lnTo>
                      <a:pt x="332" y="513"/>
                    </a:lnTo>
                    <a:lnTo>
                      <a:pt x="330" y="514"/>
                    </a:lnTo>
                    <a:lnTo>
                      <a:pt x="328" y="517"/>
                    </a:lnTo>
                    <a:lnTo>
                      <a:pt x="325" y="518"/>
                    </a:lnTo>
                    <a:lnTo>
                      <a:pt x="322" y="518"/>
                    </a:lnTo>
                    <a:lnTo>
                      <a:pt x="319" y="515"/>
                    </a:lnTo>
                    <a:lnTo>
                      <a:pt x="317" y="511"/>
                    </a:lnTo>
                    <a:lnTo>
                      <a:pt x="315" y="509"/>
                    </a:lnTo>
                    <a:lnTo>
                      <a:pt x="313" y="509"/>
                    </a:lnTo>
                    <a:lnTo>
                      <a:pt x="311" y="510"/>
                    </a:lnTo>
                    <a:lnTo>
                      <a:pt x="308" y="511"/>
                    </a:lnTo>
                    <a:lnTo>
                      <a:pt x="306" y="511"/>
                    </a:lnTo>
                    <a:lnTo>
                      <a:pt x="304" y="509"/>
                    </a:lnTo>
                    <a:lnTo>
                      <a:pt x="303" y="507"/>
                    </a:lnTo>
                    <a:lnTo>
                      <a:pt x="301" y="506"/>
                    </a:lnTo>
                    <a:lnTo>
                      <a:pt x="299" y="505"/>
                    </a:lnTo>
                    <a:lnTo>
                      <a:pt x="298" y="503"/>
                    </a:lnTo>
                    <a:lnTo>
                      <a:pt x="298" y="500"/>
                    </a:lnTo>
                    <a:lnTo>
                      <a:pt x="298" y="497"/>
                    </a:lnTo>
                    <a:lnTo>
                      <a:pt x="298" y="495"/>
                    </a:lnTo>
                    <a:lnTo>
                      <a:pt x="297" y="493"/>
                    </a:lnTo>
                    <a:lnTo>
                      <a:pt x="296" y="491"/>
                    </a:lnTo>
                    <a:lnTo>
                      <a:pt x="298" y="488"/>
                    </a:lnTo>
                    <a:lnTo>
                      <a:pt x="301" y="486"/>
                    </a:lnTo>
                    <a:lnTo>
                      <a:pt x="303" y="484"/>
                    </a:lnTo>
                    <a:lnTo>
                      <a:pt x="302" y="482"/>
                    </a:lnTo>
                    <a:lnTo>
                      <a:pt x="300" y="479"/>
                    </a:lnTo>
                    <a:lnTo>
                      <a:pt x="298" y="476"/>
                    </a:lnTo>
                    <a:lnTo>
                      <a:pt x="297" y="473"/>
                    </a:lnTo>
                    <a:lnTo>
                      <a:pt x="299" y="471"/>
                    </a:lnTo>
                    <a:lnTo>
                      <a:pt x="301" y="469"/>
                    </a:lnTo>
                    <a:lnTo>
                      <a:pt x="303" y="468"/>
                    </a:lnTo>
                    <a:lnTo>
                      <a:pt x="305" y="467"/>
                    </a:lnTo>
                    <a:lnTo>
                      <a:pt x="307" y="466"/>
                    </a:lnTo>
                    <a:lnTo>
                      <a:pt x="310" y="467"/>
                    </a:lnTo>
                    <a:lnTo>
                      <a:pt x="312" y="467"/>
                    </a:lnTo>
                    <a:lnTo>
                      <a:pt x="314" y="466"/>
                    </a:lnTo>
                    <a:lnTo>
                      <a:pt x="315" y="464"/>
                    </a:lnTo>
                    <a:lnTo>
                      <a:pt x="317" y="462"/>
                    </a:lnTo>
                    <a:lnTo>
                      <a:pt x="319" y="461"/>
                    </a:lnTo>
                    <a:lnTo>
                      <a:pt x="322" y="462"/>
                    </a:lnTo>
                    <a:lnTo>
                      <a:pt x="324" y="463"/>
                    </a:lnTo>
                    <a:lnTo>
                      <a:pt x="326" y="464"/>
                    </a:lnTo>
                    <a:lnTo>
                      <a:pt x="329" y="463"/>
                    </a:lnTo>
                    <a:lnTo>
                      <a:pt x="332" y="462"/>
                    </a:lnTo>
                    <a:lnTo>
                      <a:pt x="336" y="462"/>
                    </a:lnTo>
                    <a:lnTo>
                      <a:pt x="338" y="464"/>
                    </a:lnTo>
                    <a:lnTo>
                      <a:pt x="339" y="467"/>
                    </a:lnTo>
                    <a:lnTo>
                      <a:pt x="340" y="470"/>
                    </a:lnTo>
                    <a:lnTo>
                      <a:pt x="341" y="472"/>
                    </a:lnTo>
                    <a:lnTo>
                      <a:pt x="342" y="474"/>
                    </a:lnTo>
                    <a:lnTo>
                      <a:pt x="344" y="476"/>
                    </a:lnTo>
                    <a:lnTo>
                      <a:pt x="345" y="478"/>
                    </a:lnTo>
                    <a:lnTo>
                      <a:pt x="347" y="480"/>
                    </a:lnTo>
                    <a:lnTo>
                      <a:pt x="350" y="481"/>
                    </a:lnTo>
                    <a:lnTo>
                      <a:pt x="353" y="483"/>
                    </a:lnTo>
                    <a:lnTo>
                      <a:pt x="356" y="485"/>
                    </a:lnTo>
                    <a:close/>
                  </a:path>
                </a:pathLst>
              </a:custGeom>
              <a:solidFill>
                <a:srgbClr val="59A3CD">
                  <a:alpha val="24000"/>
                </a:srgbClr>
              </a:solidFill>
              <a:ln>
                <a:noFill/>
              </a:ln>
            </p:spPr>
            <p:txBody>
              <a:bodyPr anchor="ctr"/>
              <a:lstStyle/>
              <a:p>
                <a:pPr algn="ctr">
                  <a:buNone/>
                </a:pPr>
              </a:p>
            </p:txBody>
          </p:sp>
          <p:sp>
            <p:nvSpPr>
              <p:cNvPr id="3007" name="addition:input:130"/>
              <p:cNvSpPr>
                <a:spLocks noGrp="1"/>
              </p:cNvSpPr>
              <p:nvPr/>
            </p:nvSpPr>
            <p:spPr>
              <a:xfrm>
                <a:off x="209550" y="5438775"/>
                <a:ext cx="684703" cy="1038484"/>
              </a:xfrm>
              <a:custGeom>
                <a:avLst/>
                <a:gdLst/>
                <a:ahLst/>
                <a:cxnLst/>
                <a:rect l="l" t="t" r="r" b="b"/>
                <a:pathLst>
                  <a:path w="416" h="554">
                    <a:moveTo>
                      <a:pt x="0" y="0"/>
                    </a:moveTo>
                    <a:moveTo>
                      <a:pt x="414" y="522"/>
                    </a:moveTo>
                    <a:lnTo>
                      <a:pt x="412" y="525"/>
                    </a:lnTo>
                    <a:lnTo>
                      <a:pt x="411" y="527"/>
                    </a:lnTo>
                    <a:lnTo>
                      <a:pt x="412" y="530"/>
                    </a:lnTo>
                    <a:lnTo>
                      <a:pt x="414" y="533"/>
                    </a:lnTo>
                    <a:lnTo>
                      <a:pt x="416" y="537"/>
                    </a:lnTo>
                    <a:lnTo>
                      <a:pt x="416" y="541"/>
                    </a:lnTo>
                    <a:lnTo>
                      <a:pt x="414" y="543"/>
                    </a:lnTo>
                    <a:lnTo>
                      <a:pt x="412" y="543"/>
                    </a:lnTo>
                    <a:lnTo>
                      <a:pt x="410" y="544"/>
                    </a:lnTo>
                    <a:lnTo>
                      <a:pt x="409" y="545"/>
                    </a:lnTo>
                    <a:lnTo>
                      <a:pt x="407" y="547"/>
                    </a:lnTo>
                    <a:lnTo>
                      <a:pt x="406" y="548"/>
                    </a:lnTo>
                    <a:lnTo>
                      <a:pt x="404" y="548"/>
                    </a:lnTo>
                    <a:lnTo>
                      <a:pt x="403" y="549"/>
                    </a:lnTo>
                    <a:lnTo>
                      <a:pt x="401" y="551"/>
                    </a:lnTo>
                    <a:lnTo>
                      <a:pt x="400" y="553"/>
                    </a:lnTo>
                    <a:lnTo>
                      <a:pt x="398" y="554"/>
                    </a:lnTo>
                    <a:lnTo>
                      <a:pt x="396" y="553"/>
                    </a:lnTo>
                    <a:lnTo>
                      <a:pt x="394" y="552"/>
                    </a:lnTo>
                    <a:lnTo>
                      <a:pt x="392" y="551"/>
                    </a:lnTo>
                    <a:lnTo>
                      <a:pt x="390" y="552"/>
                    </a:lnTo>
                    <a:lnTo>
                      <a:pt x="387" y="554"/>
                    </a:lnTo>
                    <a:lnTo>
                      <a:pt x="385" y="553"/>
                    </a:lnTo>
                    <a:lnTo>
                      <a:pt x="383" y="550"/>
                    </a:lnTo>
                    <a:lnTo>
                      <a:pt x="383" y="546"/>
                    </a:lnTo>
                    <a:lnTo>
                      <a:pt x="383" y="542"/>
                    </a:lnTo>
                    <a:lnTo>
                      <a:pt x="382" y="540"/>
                    </a:lnTo>
                    <a:lnTo>
                      <a:pt x="380" y="538"/>
                    </a:lnTo>
                    <a:lnTo>
                      <a:pt x="378" y="537"/>
                    </a:lnTo>
                    <a:lnTo>
                      <a:pt x="376" y="535"/>
                    </a:lnTo>
                    <a:lnTo>
                      <a:pt x="375" y="533"/>
                    </a:lnTo>
                    <a:lnTo>
                      <a:pt x="373" y="531"/>
                    </a:lnTo>
                    <a:lnTo>
                      <a:pt x="371" y="528"/>
                    </a:lnTo>
                    <a:lnTo>
                      <a:pt x="370" y="525"/>
                    </a:lnTo>
                    <a:lnTo>
                      <a:pt x="370" y="522"/>
                    </a:lnTo>
                    <a:lnTo>
                      <a:pt x="372" y="519"/>
                    </a:lnTo>
                    <a:lnTo>
                      <a:pt x="374" y="517"/>
                    </a:lnTo>
                    <a:lnTo>
                      <a:pt x="375" y="515"/>
                    </a:lnTo>
                    <a:lnTo>
                      <a:pt x="375" y="512"/>
                    </a:lnTo>
                    <a:lnTo>
                      <a:pt x="375" y="509"/>
                    </a:lnTo>
                    <a:lnTo>
                      <a:pt x="376" y="506"/>
                    </a:lnTo>
                    <a:lnTo>
                      <a:pt x="379" y="505"/>
                    </a:lnTo>
                    <a:lnTo>
                      <a:pt x="381" y="504"/>
                    </a:lnTo>
                    <a:lnTo>
                      <a:pt x="383" y="503"/>
                    </a:lnTo>
                    <a:lnTo>
                      <a:pt x="384" y="500"/>
                    </a:lnTo>
                    <a:lnTo>
                      <a:pt x="384" y="497"/>
                    </a:lnTo>
                    <a:lnTo>
                      <a:pt x="386" y="494"/>
                    </a:lnTo>
                    <a:lnTo>
                      <a:pt x="388" y="492"/>
                    </a:lnTo>
                    <a:lnTo>
                      <a:pt x="390" y="491"/>
                    </a:lnTo>
                    <a:lnTo>
                      <a:pt x="392" y="489"/>
                    </a:lnTo>
                    <a:lnTo>
                      <a:pt x="394" y="488"/>
                    </a:lnTo>
                    <a:lnTo>
                      <a:pt x="396" y="489"/>
                    </a:lnTo>
                    <a:lnTo>
                      <a:pt x="398" y="493"/>
                    </a:lnTo>
                    <a:lnTo>
                      <a:pt x="399" y="496"/>
                    </a:lnTo>
                    <a:lnTo>
                      <a:pt x="401" y="498"/>
                    </a:lnTo>
                    <a:lnTo>
                      <a:pt x="402" y="497"/>
                    </a:lnTo>
                    <a:lnTo>
                      <a:pt x="405" y="495"/>
                    </a:lnTo>
                    <a:lnTo>
                      <a:pt x="407" y="494"/>
                    </a:lnTo>
                    <a:lnTo>
                      <a:pt x="408" y="495"/>
                    </a:lnTo>
                    <a:lnTo>
                      <a:pt x="409" y="498"/>
                    </a:lnTo>
                    <a:lnTo>
                      <a:pt x="410" y="500"/>
                    </a:lnTo>
                    <a:lnTo>
                      <a:pt x="411" y="502"/>
                    </a:lnTo>
                    <a:lnTo>
                      <a:pt x="413" y="503"/>
                    </a:lnTo>
                    <a:lnTo>
                      <a:pt x="414" y="505"/>
                    </a:lnTo>
                    <a:lnTo>
                      <a:pt x="414" y="508"/>
                    </a:lnTo>
                    <a:lnTo>
                      <a:pt x="414" y="511"/>
                    </a:lnTo>
                    <a:lnTo>
                      <a:pt x="414" y="514"/>
                    </a:lnTo>
                    <a:lnTo>
                      <a:pt x="414" y="517"/>
                    </a:lnTo>
                    <a:lnTo>
                      <a:pt x="415" y="520"/>
                    </a:lnTo>
                    <a:close/>
                  </a:path>
                </a:pathLst>
              </a:custGeom>
              <a:solidFill>
                <a:srgbClr val="59A3CD">
                  <a:alpha val="24000"/>
                </a:srgbClr>
              </a:solidFill>
              <a:ln>
                <a:noFill/>
              </a:ln>
            </p:spPr>
            <p:txBody>
              <a:bodyPr anchor="ctr"/>
              <a:lstStyle/>
              <a:p>
                <a:pPr algn="ctr">
                  <a:buNone/>
                </a:pPr>
              </a:p>
            </p:txBody>
          </p:sp>
          <p:sp>
            <p:nvSpPr>
              <p:cNvPr id="3008" name="addition:input:131"/>
              <p:cNvSpPr>
                <a:spLocks noGrp="1"/>
              </p:cNvSpPr>
              <p:nvPr/>
            </p:nvSpPr>
            <p:spPr>
              <a:xfrm>
                <a:off x="209550" y="5438775"/>
                <a:ext cx="1379281" cy="1396517"/>
              </a:xfrm>
              <a:custGeom>
                <a:avLst/>
                <a:gdLst/>
                <a:ahLst/>
                <a:cxnLst/>
                <a:rect l="l" t="t" r="r" b="b"/>
                <a:pathLst>
                  <a:path w="838" h="745">
                    <a:moveTo>
                      <a:pt x="0" y="0"/>
                    </a:moveTo>
                    <a:moveTo>
                      <a:pt x="820" y="596"/>
                    </a:moveTo>
                    <a:lnTo>
                      <a:pt x="825" y="608"/>
                    </a:lnTo>
                    <a:lnTo>
                      <a:pt x="832" y="621"/>
                    </a:lnTo>
                    <a:lnTo>
                      <a:pt x="838" y="635"/>
                    </a:lnTo>
                    <a:lnTo>
                      <a:pt x="836" y="648"/>
                    </a:lnTo>
                    <a:lnTo>
                      <a:pt x="825" y="657"/>
                    </a:lnTo>
                    <a:lnTo>
                      <a:pt x="811" y="664"/>
                    </a:lnTo>
                    <a:lnTo>
                      <a:pt x="802" y="673"/>
                    </a:lnTo>
                    <a:lnTo>
                      <a:pt x="799" y="685"/>
                    </a:lnTo>
                    <a:lnTo>
                      <a:pt x="795" y="699"/>
                    </a:lnTo>
                    <a:lnTo>
                      <a:pt x="784" y="706"/>
                    </a:lnTo>
                    <a:lnTo>
                      <a:pt x="765" y="705"/>
                    </a:lnTo>
                    <a:lnTo>
                      <a:pt x="745" y="700"/>
                    </a:lnTo>
                    <a:lnTo>
                      <a:pt x="730" y="699"/>
                    </a:lnTo>
                    <a:lnTo>
                      <a:pt x="720" y="708"/>
                    </a:lnTo>
                    <a:lnTo>
                      <a:pt x="710" y="724"/>
                    </a:lnTo>
                    <a:lnTo>
                      <a:pt x="696" y="738"/>
                    </a:lnTo>
                    <a:lnTo>
                      <a:pt x="679" y="745"/>
                    </a:lnTo>
                    <a:lnTo>
                      <a:pt x="661" y="745"/>
                    </a:lnTo>
                    <a:lnTo>
                      <a:pt x="642" y="743"/>
                    </a:lnTo>
                    <a:lnTo>
                      <a:pt x="624" y="740"/>
                    </a:lnTo>
                    <a:lnTo>
                      <a:pt x="607" y="733"/>
                    </a:lnTo>
                    <a:lnTo>
                      <a:pt x="594" y="720"/>
                    </a:lnTo>
                    <a:lnTo>
                      <a:pt x="586" y="703"/>
                    </a:lnTo>
                    <a:lnTo>
                      <a:pt x="578" y="691"/>
                    </a:lnTo>
                    <a:lnTo>
                      <a:pt x="563" y="688"/>
                    </a:lnTo>
                    <a:lnTo>
                      <a:pt x="542" y="689"/>
                    </a:lnTo>
                    <a:lnTo>
                      <a:pt x="522" y="688"/>
                    </a:lnTo>
                    <a:lnTo>
                      <a:pt x="509" y="679"/>
                    </a:lnTo>
                    <a:lnTo>
                      <a:pt x="507" y="665"/>
                    </a:lnTo>
                    <a:lnTo>
                      <a:pt x="507" y="652"/>
                    </a:lnTo>
                    <a:lnTo>
                      <a:pt x="500" y="642"/>
                    </a:lnTo>
                    <a:lnTo>
                      <a:pt x="486" y="633"/>
                    </a:lnTo>
                    <a:lnTo>
                      <a:pt x="473" y="622"/>
                    </a:lnTo>
                    <a:lnTo>
                      <a:pt x="470" y="609"/>
                    </a:lnTo>
                    <a:lnTo>
                      <a:pt x="477" y="596"/>
                    </a:lnTo>
                    <a:lnTo>
                      <a:pt x="489" y="584"/>
                    </a:lnTo>
                    <a:lnTo>
                      <a:pt x="499" y="572"/>
                    </a:lnTo>
                    <a:lnTo>
                      <a:pt x="509" y="561"/>
                    </a:lnTo>
                    <a:lnTo>
                      <a:pt x="521" y="552"/>
                    </a:lnTo>
                    <a:lnTo>
                      <a:pt x="537" y="545"/>
                    </a:lnTo>
                    <a:lnTo>
                      <a:pt x="550" y="538"/>
                    </a:lnTo>
                    <a:lnTo>
                      <a:pt x="554" y="527"/>
                    </a:lnTo>
                    <a:lnTo>
                      <a:pt x="550" y="508"/>
                    </a:lnTo>
                    <a:lnTo>
                      <a:pt x="547" y="487"/>
                    </a:lnTo>
                    <a:lnTo>
                      <a:pt x="554" y="472"/>
                    </a:lnTo>
                    <a:lnTo>
                      <a:pt x="572" y="468"/>
                    </a:lnTo>
                    <a:lnTo>
                      <a:pt x="593" y="471"/>
                    </a:lnTo>
                    <a:lnTo>
                      <a:pt x="612" y="475"/>
                    </a:lnTo>
                    <a:lnTo>
                      <a:pt x="626" y="472"/>
                    </a:lnTo>
                    <a:lnTo>
                      <a:pt x="637" y="466"/>
                    </a:lnTo>
                    <a:lnTo>
                      <a:pt x="650" y="462"/>
                    </a:lnTo>
                    <a:lnTo>
                      <a:pt x="664" y="465"/>
                    </a:lnTo>
                    <a:lnTo>
                      <a:pt x="676" y="470"/>
                    </a:lnTo>
                    <a:lnTo>
                      <a:pt x="687" y="473"/>
                    </a:lnTo>
                    <a:lnTo>
                      <a:pt x="699" y="471"/>
                    </a:lnTo>
                    <a:lnTo>
                      <a:pt x="712" y="471"/>
                    </a:lnTo>
                    <a:lnTo>
                      <a:pt x="724" y="474"/>
                    </a:lnTo>
                    <a:lnTo>
                      <a:pt x="733" y="481"/>
                    </a:lnTo>
                    <a:lnTo>
                      <a:pt x="744" y="486"/>
                    </a:lnTo>
                    <a:lnTo>
                      <a:pt x="761" y="486"/>
                    </a:lnTo>
                    <a:lnTo>
                      <a:pt x="782" y="486"/>
                    </a:lnTo>
                    <a:lnTo>
                      <a:pt x="799" y="491"/>
                    </a:lnTo>
                    <a:lnTo>
                      <a:pt x="803" y="506"/>
                    </a:lnTo>
                    <a:lnTo>
                      <a:pt x="795" y="526"/>
                    </a:lnTo>
                    <a:lnTo>
                      <a:pt x="784" y="544"/>
                    </a:lnTo>
                    <a:lnTo>
                      <a:pt x="781" y="556"/>
                    </a:lnTo>
                    <a:lnTo>
                      <a:pt x="790" y="565"/>
                    </a:lnTo>
                    <a:lnTo>
                      <a:pt x="803" y="574"/>
                    </a:lnTo>
                    <a:lnTo>
                      <a:pt x="814" y="584"/>
                    </a:lnTo>
                    <a:close/>
                  </a:path>
                </a:pathLst>
              </a:custGeom>
              <a:solidFill>
                <a:srgbClr val="F5DAC5">
                  <a:alpha val="43000"/>
                </a:srgbClr>
              </a:solidFill>
              <a:ln>
                <a:noFill/>
              </a:ln>
            </p:spPr>
            <p:txBody>
              <a:bodyPr anchor="ctr"/>
              <a:lstStyle/>
              <a:p>
                <a:pPr algn="ctr">
                  <a:buNone/>
                </a:pPr>
              </a:p>
            </p:txBody>
          </p:sp>
          <p:sp>
            <p:nvSpPr>
              <p:cNvPr id="3009" name="addition:input:132"/>
              <p:cNvSpPr>
                <a:spLocks noGrp="1"/>
              </p:cNvSpPr>
              <p:nvPr/>
            </p:nvSpPr>
            <p:spPr>
              <a:xfrm>
                <a:off x="209550" y="5438775"/>
                <a:ext cx="1334841" cy="1355278"/>
              </a:xfrm>
              <a:custGeom>
                <a:avLst/>
                <a:gdLst/>
                <a:ahLst/>
                <a:cxnLst/>
                <a:rect l="l" t="t" r="r" b="b"/>
                <a:pathLst>
                  <a:path w="811" h="723">
                    <a:moveTo>
                      <a:pt x="0" y="0"/>
                    </a:moveTo>
                    <a:moveTo>
                      <a:pt x="800" y="601"/>
                    </a:moveTo>
                    <a:lnTo>
                      <a:pt x="808" y="612"/>
                    </a:lnTo>
                    <a:lnTo>
                      <a:pt x="811" y="623"/>
                    </a:lnTo>
                    <a:lnTo>
                      <a:pt x="808" y="633"/>
                    </a:lnTo>
                    <a:lnTo>
                      <a:pt x="805" y="643"/>
                    </a:lnTo>
                    <a:lnTo>
                      <a:pt x="803" y="654"/>
                    </a:lnTo>
                    <a:lnTo>
                      <a:pt x="800" y="666"/>
                    </a:lnTo>
                    <a:lnTo>
                      <a:pt x="789" y="673"/>
                    </a:lnTo>
                    <a:lnTo>
                      <a:pt x="771" y="674"/>
                    </a:lnTo>
                    <a:lnTo>
                      <a:pt x="750" y="672"/>
                    </a:lnTo>
                    <a:lnTo>
                      <a:pt x="736" y="672"/>
                    </a:lnTo>
                    <a:lnTo>
                      <a:pt x="730" y="681"/>
                    </a:lnTo>
                    <a:lnTo>
                      <a:pt x="727" y="698"/>
                    </a:lnTo>
                    <a:lnTo>
                      <a:pt x="721" y="713"/>
                    </a:lnTo>
                    <a:lnTo>
                      <a:pt x="708" y="722"/>
                    </a:lnTo>
                    <a:lnTo>
                      <a:pt x="692" y="723"/>
                    </a:lnTo>
                    <a:lnTo>
                      <a:pt x="676" y="722"/>
                    </a:lnTo>
                    <a:lnTo>
                      <a:pt x="661" y="722"/>
                    </a:lnTo>
                    <a:lnTo>
                      <a:pt x="645" y="722"/>
                    </a:lnTo>
                    <a:lnTo>
                      <a:pt x="630" y="719"/>
                    </a:lnTo>
                    <a:lnTo>
                      <a:pt x="617" y="711"/>
                    </a:lnTo>
                    <a:lnTo>
                      <a:pt x="606" y="703"/>
                    </a:lnTo>
                    <a:lnTo>
                      <a:pt x="594" y="699"/>
                    </a:lnTo>
                    <a:lnTo>
                      <a:pt x="580" y="699"/>
                    </a:lnTo>
                    <a:lnTo>
                      <a:pt x="566" y="697"/>
                    </a:lnTo>
                    <a:lnTo>
                      <a:pt x="557" y="690"/>
                    </a:lnTo>
                    <a:lnTo>
                      <a:pt x="554" y="678"/>
                    </a:lnTo>
                    <a:lnTo>
                      <a:pt x="551" y="668"/>
                    </a:lnTo>
                    <a:lnTo>
                      <a:pt x="542" y="663"/>
                    </a:lnTo>
                    <a:lnTo>
                      <a:pt x="524" y="661"/>
                    </a:lnTo>
                    <a:lnTo>
                      <a:pt x="505" y="657"/>
                    </a:lnTo>
                    <a:lnTo>
                      <a:pt x="494" y="649"/>
                    </a:lnTo>
                    <a:lnTo>
                      <a:pt x="497" y="636"/>
                    </a:lnTo>
                    <a:lnTo>
                      <a:pt x="508" y="623"/>
                    </a:lnTo>
                    <a:lnTo>
                      <a:pt x="518" y="611"/>
                    </a:lnTo>
                    <a:lnTo>
                      <a:pt x="525" y="601"/>
                    </a:lnTo>
                    <a:lnTo>
                      <a:pt x="530" y="591"/>
                    </a:lnTo>
                    <a:lnTo>
                      <a:pt x="538" y="583"/>
                    </a:lnTo>
                    <a:lnTo>
                      <a:pt x="545" y="574"/>
                    </a:lnTo>
                    <a:lnTo>
                      <a:pt x="547" y="565"/>
                    </a:lnTo>
                    <a:lnTo>
                      <a:pt x="543" y="553"/>
                    </a:lnTo>
                    <a:lnTo>
                      <a:pt x="538" y="538"/>
                    </a:lnTo>
                    <a:lnTo>
                      <a:pt x="540" y="526"/>
                    </a:lnTo>
                    <a:lnTo>
                      <a:pt x="551" y="519"/>
                    </a:lnTo>
                    <a:lnTo>
                      <a:pt x="567" y="516"/>
                    </a:lnTo>
                    <a:lnTo>
                      <a:pt x="580" y="513"/>
                    </a:lnTo>
                    <a:lnTo>
                      <a:pt x="587" y="505"/>
                    </a:lnTo>
                    <a:lnTo>
                      <a:pt x="592" y="494"/>
                    </a:lnTo>
                    <a:lnTo>
                      <a:pt x="601" y="485"/>
                    </a:lnTo>
                    <a:lnTo>
                      <a:pt x="614" y="485"/>
                    </a:lnTo>
                    <a:lnTo>
                      <a:pt x="627" y="492"/>
                    </a:lnTo>
                    <a:lnTo>
                      <a:pt x="639" y="499"/>
                    </a:lnTo>
                    <a:lnTo>
                      <a:pt x="648" y="500"/>
                    </a:lnTo>
                    <a:lnTo>
                      <a:pt x="658" y="498"/>
                    </a:lnTo>
                    <a:lnTo>
                      <a:pt x="668" y="495"/>
                    </a:lnTo>
                    <a:lnTo>
                      <a:pt x="679" y="494"/>
                    </a:lnTo>
                    <a:lnTo>
                      <a:pt x="690" y="493"/>
                    </a:lnTo>
                    <a:lnTo>
                      <a:pt x="704" y="490"/>
                    </a:lnTo>
                    <a:lnTo>
                      <a:pt x="721" y="486"/>
                    </a:lnTo>
                    <a:lnTo>
                      <a:pt x="737" y="488"/>
                    </a:lnTo>
                    <a:lnTo>
                      <a:pt x="746" y="498"/>
                    </a:lnTo>
                    <a:lnTo>
                      <a:pt x="746" y="515"/>
                    </a:lnTo>
                    <a:lnTo>
                      <a:pt x="743" y="532"/>
                    </a:lnTo>
                    <a:lnTo>
                      <a:pt x="746" y="542"/>
                    </a:lnTo>
                    <a:lnTo>
                      <a:pt x="757" y="548"/>
                    </a:lnTo>
                    <a:lnTo>
                      <a:pt x="773" y="553"/>
                    </a:lnTo>
                    <a:lnTo>
                      <a:pt x="784" y="561"/>
                    </a:lnTo>
                    <a:lnTo>
                      <a:pt x="787" y="571"/>
                    </a:lnTo>
                    <a:lnTo>
                      <a:pt x="788" y="581"/>
                    </a:lnTo>
                    <a:lnTo>
                      <a:pt x="791" y="591"/>
                    </a:lnTo>
                    <a:close/>
                  </a:path>
                </a:pathLst>
              </a:custGeom>
              <a:solidFill>
                <a:srgbClr val="ECB78D">
                  <a:alpha val="43000"/>
                </a:srgbClr>
              </a:solidFill>
              <a:ln>
                <a:noFill/>
              </a:ln>
            </p:spPr>
            <p:txBody>
              <a:bodyPr anchor="ctr"/>
              <a:lstStyle/>
              <a:p>
                <a:pPr algn="ctr">
                  <a:buNone/>
                </a:pPr>
              </a:p>
            </p:txBody>
          </p:sp>
          <p:sp>
            <p:nvSpPr>
              <p:cNvPr id="3010" name="addition:input:133"/>
              <p:cNvSpPr>
                <a:spLocks noGrp="1"/>
              </p:cNvSpPr>
              <p:nvPr/>
            </p:nvSpPr>
            <p:spPr>
              <a:xfrm>
                <a:off x="209550" y="5438775"/>
                <a:ext cx="1311798" cy="1332784"/>
              </a:xfrm>
              <a:custGeom>
                <a:avLst/>
                <a:gdLst/>
                <a:ahLst/>
                <a:cxnLst/>
                <a:rect l="l" t="t" r="r" b="b"/>
                <a:pathLst>
                  <a:path w="797" h="711">
                    <a:moveTo>
                      <a:pt x="0" y="0"/>
                    </a:moveTo>
                    <a:moveTo>
                      <a:pt x="794" y="606"/>
                    </a:moveTo>
                    <a:lnTo>
                      <a:pt x="782" y="615"/>
                    </a:lnTo>
                    <a:lnTo>
                      <a:pt x="770" y="623"/>
                    </a:lnTo>
                    <a:lnTo>
                      <a:pt x="763" y="630"/>
                    </a:lnTo>
                    <a:lnTo>
                      <a:pt x="763" y="639"/>
                    </a:lnTo>
                    <a:lnTo>
                      <a:pt x="764" y="650"/>
                    </a:lnTo>
                    <a:lnTo>
                      <a:pt x="758" y="658"/>
                    </a:lnTo>
                    <a:lnTo>
                      <a:pt x="745" y="663"/>
                    </a:lnTo>
                    <a:lnTo>
                      <a:pt x="730" y="665"/>
                    </a:lnTo>
                    <a:lnTo>
                      <a:pt x="720" y="670"/>
                    </a:lnTo>
                    <a:lnTo>
                      <a:pt x="716" y="679"/>
                    </a:lnTo>
                    <a:lnTo>
                      <a:pt x="712" y="692"/>
                    </a:lnTo>
                    <a:lnTo>
                      <a:pt x="705" y="703"/>
                    </a:lnTo>
                    <a:lnTo>
                      <a:pt x="694" y="708"/>
                    </a:lnTo>
                    <a:lnTo>
                      <a:pt x="681" y="710"/>
                    </a:lnTo>
                    <a:lnTo>
                      <a:pt x="669" y="711"/>
                    </a:lnTo>
                    <a:lnTo>
                      <a:pt x="657" y="711"/>
                    </a:lnTo>
                    <a:lnTo>
                      <a:pt x="645" y="708"/>
                    </a:lnTo>
                    <a:lnTo>
                      <a:pt x="635" y="700"/>
                    </a:lnTo>
                    <a:lnTo>
                      <a:pt x="627" y="690"/>
                    </a:lnTo>
                    <a:lnTo>
                      <a:pt x="620" y="685"/>
                    </a:lnTo>
                    <a:lnTo>
                      <a:pt x="611" y="688"/>
                    </a:lnTo>
                    <a:lnTo>
                      <a:pt x="598" y="696"/>
                    </a:lnTo>
                    <a:lnTo>
                      <a:pt x="584" y="701"/>
                    </a:lnTo>
                    <a:lnTo>
                      <a:pt x="574" y="698"/>
                    </a:lnTo>
                    <a:lnTo>
                      <a:pt x="569" y="689"/>
                    </a:lnTo>
                    <a:lnTo>
                      <a:pt x="566" y="679"/>
                    </a:lnTo>
                    <a:lnTo>
                      <a:pt x="561" y="672"/>
                    </a:lnTo>
                    <a:lnTo>
                      <a:pt x="552" y="667"/>
                    </a:lnTo>
                    <a:lnTo>
                      <a:pt x="543" y="661"/>
                    </a:lnTo>
                    <a:lnTo>
                      <a:pt x="540" y="652"/>
                    </a:lnTo>
                    <a:lnTo>
                      <a:pt x="542" y="641"/>
                    </a:lnTo>
                    <a:lnTo>
                      <a:pt x="544" y="632"/>
                    </a:lnTo>
                    <a:lnTo>
                      <a:pt x="544" y="623"/>
                    </a:lnTo>
                    <a:lnTo>
                      <a:pt x="542" y="615"/>
                    </a:lnTo>
                    <a:lnTo>
                      <a:pt x="543" y="606"/>
                    </a:lnTo>
                    <a:lnTo>
                      <a:pt x="548" y="598"/>
                    </a:lnTo>
                    <a:lnTo>
                      <a:pt x="550" y="590"/>
                    </a:lnTo>
                    <a:lnTo>
                      <a:pt x="545" y="581"/>
                    </a:lnTo>
                    <a:lnTo>
                      <a:pt x="533" y="569"/>
                    </a:lnTo>
                    <a:lnTo>
                      <a:pt x="523" y="556"/>
                    </a:lnTo>
                    <a:lnTo>
                      <a:pt x="523" y="544"/>
                    </a:lnTo>
                    <a:lnTo>
                      <a:pt x="535" y="539"/>
                    </a:lnTo>
                    <a:lnTo>
                      <a:pt x="552" y="539"/>
                    </a:lnTo>
                    <a:lnTo>
                      <a:pt x="565" y="538"/>
                    </a:lnTo>
                    <a:lnTo>
                      <a:pt x="573" y="534"/>
                    </a:lnTo>
                    <a:lnTo>
                      <a:pt x="579" y="528"/>
                    </a:lnTo>
                    <a:lnTo>
                      <a:pt x="586" y="523"/>
                    </a:lnTo>
                    <a:lnTo>
                      <a:pt x="595" y="520"/>
                    </a:lnTo>
                    <a:lnTo>
                      <a:pt x="604" y="518"/>
                    </a:lnTo>
                    <a:lnTo>
                      <a:pt x="613" y="513"/>
                    </a:lnTo>
                    <a:lnTo>
                      <a:pt x="623" y="506"/>
                    </a:lnTo>
                    <a:lnTo>
                      <a:pt x="634" y="501"/>
                    </a:lnTo>
                    <a:lnTo>
                      <a:pt x="646" y="502"/>
                    </a:lnTo>
                    <a:lnTo>
                      <a:pt x="658" y="507"/>
                    </a:lnTo>
                    <a:lnTo>
                      <a:pt x="669" y="509"/>
                    </a:lnTo>
                    <a:lnTo>
                      <a:pt x="683" y="508"/>
                    </a:lnTo>
                    <a:lnTo>
                      <a:pt x="699" y="504"/>
                    </a:lnTo>
                    <a:lnTo>
                      <a:pt x="713" y="506"/>
                    </a:lnTo>
                    <a:lnTo>
                      <a:pt x="722" y="516"/>
                    </a:lnTo>
                    <a:lnTo>
                      <a:pt x="724" y="531"/>
                    </a:lnTo>
                    <a:lnTo>
                      <a:pt x="725" y="544"/>
                    </a:lnTo>
                    <a:lnTo>
                      <a:pt x="730" y="552"/>
                    </a:lnTo>
                    <a:lnTo>
                      <a:pt x="742" y="555"/>
                    </a:lnTo>
                    <a:lnTo>
                      <a:pt x="756" y="558"/>
                    </a:lnTo>
                    <a:lnTo>
                      <a:pt x="769" y="563"/>
                    </a:lnTo>
                    <a:lnTo>
                      <a:pt x="777" y="570"/>
                    </a:lnTo>
                    <a:lnTo>
                      <a:pt x="785" y="578"/>
                    </a:lnTo>
                    <a:lnTo>
                      <a:pt x="793" y="586"/>
                    </a:lnTo>
                    <a:lnTo>
                      <a:pt x="797" y="596"/>
                    </a:lnTo>
                    <a:close/>
                  </a:path>
                </a:pathLst>
              </a:custGeom>
              <a:solidFill>
                <a:srgbClr val="E18B48">
                  <a:alpha val="35000"/>
                </a:srgbClr>
              </a:solidFill>
              <a:ln>
                <a:noFill/>
              </a:ln>
            </p:spPr>
            <p:txBody>
              <a:bodyPr anchor="ctr"/>
              <a:lstStyle/>
              <a:p>
                <a:pPr algn="ctr">
                  <a:buNone/>
                </a:pPr>
              </a:p>
            </p:txBody>
          </p:sp>
          <p:sp>
            <p:nvSpPr>
              <p:cNvPr id="3011" name="addition:input:134"/>
              <p:cNvSpPr>
                <a:spLocks noGrp="1"/>
              </p:cNvSpPr>
              <p:nvPr/>
            </p:nvSpPr>
            <p:spPr>
              <a:xfrm>
                <a:off x="209550" y="5438775"/>
                <a:ext cx="1066556" cy="1167826"/>
              </a:xfrm>
              <a:custGeom>
                <a:avLst/>
                <a:gdLst/>
                <a:ahLst/>
                <a:cxnLst/>
                <a:rect l="l" t="t" r="r" b="b"/>
                <a:pathLst>
                  <a:path w="648" h="623">
                    <a:moveTo>
                      <a:pt x="0" y="0"/>
                    </a:moveTo>
                    <a:moveTo>
                      <a:pt x="638" y="577"/>
                    </a:moveTo>
                    <a:lnTo>
                      <a:pt x="642" y="580"/>
                    </a:lnTo>
                    <a:lnTo>
                      <a:pt x="644" y="584"/>
                    </a:lnTo>
                    <a:lnTo>
                      <a:pt x="643" y="588"/>
                    </a:lnTo>
                    <a:lnTo>
                      <a:pt x="641" y="591"/>
                    </a:lnTo>
                    <a:lnTo>
                      <a:pt x="640" y="595"/>
                    </a:lnTo>
                    <a:lnTo>
                      <a:pt x="640" y="599"/>
                    </a:lnTo>
                    <a:lnTo>
                      <a:pt x="639" y="603"/>
                    </a:lnTo>
                    <a:lnTo>
                      <a:pt x="636" y="606"/>
                    </a:lnTo>
                    <a:lnTo>
                      <a:pt x="632" y="607"/>
                    </a:lnTo>
                    <a:lnTo>
                      <a:pt x="629" y="609"/>
                    </a:lnTo>
                    <a:lnTo>
                      <a:pt x="626" y="612"/>
                    </a:lnTo>
                    <a:lnTo>
                      <a:pt x="623" y="615"/>
                    </a:lnTo>
                    <a:lnTo>
                      <a:pt x="619" y="616"/>
                    </a:lnTo>
                    <a:lnTo>
                      <a:pt x="614" y="613"/>
                    </a:lnTo>
                    <a:lnTo>
                      <a:pt x="609" y="611"/>
                    </a:lnTo>
                    <a:lnTo>
                      <a:pt x="605" y="611"/>
                    </a:lnTo>
                    <a:lnTo>
                      <a:pt x="602" y="614"/>
                    </a:lnTo>
                    <a:lnTo>
                      <a:pt x="598" y="620"/>
                    </a:lnTo>
                    <a:lnTo>
                      <a:pt x="592" y="623"/>
                    </a:lnTo>
                    <a:lnTo>
                      <a:pt x="587" y="623"/>
                    </a:lnTo>
                    <a:lnTo>
                      <a:pt x="582" y="621"/>
                    </a:lnTo>
                    <a:lnTo>
                      <a:pt x="578" y="618"/>
                    </a:lnTo>
                    <a:lnTo>
                      <a:pt x="573" y="615"/>
                    </a:lnTo>
                    <a:lnTo>
                      <a:pt x="569" y="612"/>
                    </a:lnTo>
                    <a:lnTo>
                      <a:pt x="566" y="608"/>
                    </a:lnTo>
                    <a:lnTo>
                      <a:pt x="564" y="604"/>
                    </a:lnTo>
                    <a:lnTo>
                      <a:pt x="562" y="601"/>
                    </a:lnTo>
                    <a:lnTo>
                      <a:pt x="557" y="599"/>
                    </a:lnTo>
                    <a:lnTo>
                      <a:pt x="551" y="598"/>
                    </a:lnTo>
                    <a:lnTo>
                      <a:pt x="546" y="595"/>
                    </a:lnTo>
                    <a:lnTo>
                      <a:pt x="544" y="592"/>
                    </a:lnTo>
                    <a:lnTo>
                      <a:pt x="544" y="587"/>
                    </a:lnTo>
                    <a:lnTo>
                      <a:pt x="545" y="584"/>
                    </a:lnTo>
                    <a:lnTo>
                      <a:pt x="542" y="580"/>
                    </a:lnTo>
                    <a:lnTo>
                      <a:pt x="537" y="577"/>
                    </a:lnTo>
                    <a:lnTo>
                      <a:pt x="533" y="572"/>
                    </a:lnTo>
                    <a:lnTo>
                      <a:pt x="534" y="568"/>
                    </a:lnTo>
                    <a:lnTo>
                      <a:pt x="539" y="565"/>
                    </a:lnTo>
                    <a:lnTo>
                      <a:pt x="545" y="562"/>
                    </a:lnTo>
                    <a:lnTo>
                      <a:pt x="550" y="560"/>
                    </a:lnTo>
                    <a:lnTo>
                      <a:pt x="554" y="557"/>
                    </a:lnTo>
                    <a:lnTo>
                      <a:pt x="557" y="555"/>
                    </a:lnTo>
                    <a:lnTo>
                      <a:pt x="561" y="552"/>
                    </a:lnTo>
                    <a:lnTo>
                      <a:pt x="564" y="550"/>
                    </a:lnTo>
                    <a:lnTo>
                      <a:pt x="566" y="546"/>
                    </a:lnTo>
                    <a:lnTo>
                      <a:pt x="568" y="540"/>
                    </a:lnTo>
                    <a:lnTo>
                      <a:pt x="570" y="535"/>
                    </a:lnTo>
                    <a:lnTo>
                      <a:pt x="575" y="532"/>
                    </a:lnTo>
                    <a:lnTo>
                      <a:pt x="581" y="533"/>
                    </a:lnTo>
                    <a:lnTo>
                      <a:pt x="588" y="536"/>
                    </a:lnTo>
                    <a:lnTo>
                      <a:pt x="593" y="537"/>
                    </a:lnTo>
                    <a:lnTo>
                      <a:pt x="598" y="536"/>
                    </a:lnTo>
                    <a:lnTo>
                      <a:pt x="602" y="534"/>
                    </a:lnTo>
                    <a:lnTo>
                      <a:pt x="607" y="534"/>
                    </a:lnTo>
                    <a:lnTo>
                      <a:pt x="611" y="536"/>
                    </a:lnTo>
                    <a:lnTo>
                      <a:pt x="614" y="540"/>
                    </a:lnTo>
                    <a:lnTo>
                      <a:pt x="617" y="542"/>
                    </a:lnTo>
                    <a:lnTo>
                      <a:pt x="621" y="543"/>
                    </a:lnTo>
                    <a:lnTo>
                      <a:pt x="625" y="543"/>
                    </a:lnTo>
                    <a:lnTo>
                      <a:pt x="629" y="544"/>
                    </a:lnTo>
                    <a:lnTo>
                      <a:pt x="632" y="546"/>
                    </a:lnTo>
                    <a:lnTo>
                      <a:pt x="636" y="548"/>
                    </a:lnTo>
                    <a:lnTo>
                      <a:pt x="641" y="550"/>
                    </a:lnTo>
                    <a:lnTo>
                      <a:pt x="645" y="552"/>
                    </a:lnTo>
                    <a:lnTo>
                      <a:pt x="648" y="556"/>
                    </a:lnTo>
                    <a:lnTo>
                      <a:pt x="646" y="561"/>
                    </a:lnTo>
                    <a:lnTo>
                      <a:pt x="640" y="566"/>
                    </a:lnTo>
                    <a:lnTo>
                      <a:pt x="635" y="570"/>
                    </a:lnTo>
                    <a:lnTo>
                      <a:pt x="634" y="574"/>
                    </a:lnTo>
                    <a:close/>
                  </a:path>
                </a:pathLst>
              </a:custGeom>
              <a:solidFill>
                <a:srgbClr val="ECB78D">
                  <a:alpha val="32000"/>
                </a:srgbClr>
              </a:solidFill>
              <a:ln>
                <a:noFill/>
              </a:ln>
            </p:spPr>
            <p:txBody>
              <a:bodyPr anchor="ctr"/>
              <a:lstStyle/>
              <a:p>
                <a:pPr algn="ctr">
                  <a:buNone/>
                </a:pPr>
              </a:p>
            </p:txBody>
          </p:sp>
          <p:sp>
            <p:nvSpPr>
              <p:cNvPr id="3012" name="addition:input:135"/>
              <p:cNvSpPr>
                <a:spLocks noGrp="1"/>
              </p:cNvSpPr>
              <p:nvPr/>
            </p:nvSpPr>
            <p:spPr>
              <a:xfrm>
                <a:off x="209550" y="5438775"/>
                <a:ext cx="1140623" cy="1100343"/>
              </a:xfrm>
              <a:custGeom>
                <a:avLst/>
                <a:gdLst/>
                <a:ahLst/>
                <a:cxnLst/>
                <a:rect l="l" t="t" r="r" b="b"/>
                <a:pathLst>
                  <a:path w="693" h="587">
                    <a:moveTo>
                      <a:pt x="0" y="0"/>
                    </a:moveTo>
                    <a:moveTo>
                      <a:pt x="693" y="543"/>
                    </a:moveTo>
                    <a:lnTo>
                      <a:pt x="693" y="547"/>
                    </a:lnTo>
                    <a:lnTo>
                      <a:pt x="691" y="551"/>
                    </a:lnTo>
                    <a:lnTo>
                      <a:pt x="688" y="554"/>
                    </a:lnTo>
                    <a:lnTo>
                      <a:pt x="686" y="557"/>
                    </a:lnTo>
                    <a:lnTo>
                      <a:pt x="685" y="561"/>
                    </a:lnTo>
                    <a:lnTo>
                      <a:pt x="683" y="565"/>
                    </a:lnTo>
                    <a:lnTo>
                      <a:pt x="679" y="567"/>
                    </a:lnTo>
                    <a:lnTo>
                      <a:pt x="672" y="567"/>
                    </a:lnTo>
                    <a:lnTo>
                      <a:pt x="666" y="567"/>
                    </a:lnTo>
                    <a:lnTo>
                      <a:pt x="663" y="570"/>
                    </a:lnTo>
                    <a:lnTo>
                      <a:pt x="662" y="575"/>
                    </a:lnTo>
                    <a:lnTo>
                      <a:pt x="661" y="581"/>
                    </a:lnTo>
                    <a:lnTo>
                      <a:pt x="658" y="586"/>
                    </a:lnTo>
                    <a:lnTo>
                      <a:pt x="652" y="587"/>
                    </a:lnTo>
                    <a:lnTo>
                      <a:pt x="647" y="587"/>
                    </a:lnTo>
                    <a:lnTo>
                      <a:pt x="641" y="586"/>
                    </a:lnTo>
                    <a:lnTo>
                      <a:pt x="636" y="585"/>
                    </a:lnTo>
                    <a:lnTo>
                      <a:pt x="631" y="583"/>
                    </a:lnTo>
                    <a:lnTo>
                      <a:pt x="627" y="581"/>
                    </a:lnTo>
                    <a:lnTo>
                      <a:pt x="624" y="578"/>
                    </a:lnTo>
                    <a:lnTo>
                      <a:pt x="621" y="577"/>
                    </a:lnTo>
                    <a:lnTo>
                      <a:pt x="616" y="577"/>
                    </a:lnTo>
                    <a:lnTo>
                      <a:pt x="611" y="579"/>
                    </a:lnTo>
                    <a:lnTo>
                      <a:pt x="607" y="579"/>
                    </a:lnTo>
                    <a:lnTo>
                      <a:pt x="604" y="576"/>
                    </a:lnTo>
                    <a:lnTo>
                      <a:pt x="603" y="572"/>
                    </a:lnTo>
                    <a:lnTo>
                      <a:pt x="602" y="568"/>
                    </a:lnTo>
                    <a:lnTo>
                      <a:pt x="598" y="567"/>
                    </a:lnTo>
                    <a:lnTo>
                      <a:pt x="593" y="566"/>
                    </a:lnTo>
                    <a:lnTo>
                      <a:pt x="589" y="563"/>
                    </a:lnTo>
                    <a:lnTo>
                      <a:pt x="588" y="559"/>
                    </a:lnTo>
                    <a:lnTo>
                      <a:pt x="591" y="554"/>
                    </a:lnTo>
                    <a:lnTo>
                      <a:pt x="594" y="550"/>
                    </a:lnTo>
                    <a:lnTo>
                      <a:pt x="597" y="546"/>
                    </a:lnTo>
                    <a:lnTo>
                      <a:pt x="597" y="543"/>
                    </a:lnTo>
                    <a:lnTo>
                      <a:pt x="598" y="540"/>
                    </a:lnTo>
                    <a:lnTo>
                      <a:pt x="599" y="537"/>
                    </a:lnTo>
                    <a:lnTo>
                      <a:pt x="599" y="533"/>
                    </a:lnTo>
                    <a:lnTo>
                      <a:pt x="597" y="529"/>
                    </a:lnTo>
                    <a:lnTo>
                      <a:pt x="593" y="524"/>
                    </a:lnTo>
                    <a:lnTo>
                      <a:pt x="592" y="519"/>
                    </a:lnTo>
                    <a:lnTo>
                      <a:pt x="594" y="515"/>
                    </a:lnTo>
                    <a:lnTo>
                      <a:pt x="599" y="514"/>
                    </a:lnTo>
                    <a:lnTo>
                      <a:pt x="605" y="514"/>
                    </a:lnTo>
                    <a:lnTo>
                      <a:pt x="609" y="513"/>
                    </a:lnTo>
                    <a:lnTo>
                      <a:pt x="611" y="510"/>
                    </a:lnTo>
                    <a:lnTo>
                      <a:pt x="613" y="507"/>
                    </a:lnTo>
                    <a:lnTo>
                      <a:pt x="616" y="505"/>
                    </a:lnTo>
                    <a:lnTo>
                      <a:pt x="620" y="505"/>
                    </a:lnTo>
                    <a:lnTo>
                      <a:pt x="625" y="506"/>
                    </a:lnTo>
                    <a:lnTo>
                      <a:pt x="628" y="507"/>
                    </a:lnTo>
                    <a:lnTo>
                      <a:pt x="632" y="505"/>
                    </a:lnTo>
                    <a:lnTo>
                      <a:pt x="636" y="503"/>
                    </a:lnTo>
                    <a:lnTo>
                      <a:pt x="640" y="503"/>
                    </a:lnTo>
                    <a:lnTo>
                      <a:pt x="645" y="503"/>
                    </a:lnTo>
                    <a:lnTo>
                      <a:pt x="649" y="503"/>
                    </a:lnTo>
                    <a:lnTo>
                      <a:pt x="655" y="502"/>
                    </a:lnTo>
                    <a:lnTo>
                      <a:pt x="661" y="502"/>
                    </a:lnTo>
                    <a:lnTo>
                      <a:pt x="666" y="504"/>
                    </a:lnTo>
                    <a:lnTo>
                      <a:pt x="667" y="510"/>
                    </a:lnTo>
                    <a:lnTo>
                      <a:pt x="667" y="516"/>
                    </a:lnTo>
                    <a:lnTo>
                      <a:pt x="667" y="521"/>
                    </a:lnTo>
                    <a:lnTo>
                      <a:pt x="670" y="523"/>
                    </a:lnTo>
                    <a:lnTo>
                      <a:pt x="676" y="524"/>
                    </a:lnTo>
                    <a:lnTo>
                      <a:pt x="682" y="526"/>
                    </a:lnTo>
                    <a:lnTo>
                      <a:pt x="686" y="528"/>
                    </a:lnTo>
                    <a:lnTo>
                      <a:pt x="688" y="532"/>
                    </a:lnTo>
                    <a:lnTo>
                      <a:pt x="689" y="536"/>
                    </a:lnTo>
                    <a:lnTo>
                      <a:pt x="691" y="539"/>
                    </a:lnTo>
                    <a:close/>
                  </a:path>
                </a:pathLst>
              </a:custGeom>
              <a:solidFill>
                <a:srgbClr val="ECB78D">
                  <a:alpha val="32000"/>
                </a:srgbClr>
              </a:solidFill>
              <a:ln>
                <a:noFill/>
              </a:ln>
            </p:spPr>
            <p:txBody>
              <a:bodyPr anchor="ctr"/>
              <a:lstStyle/>
              <a:p>
                <a:pPr algn="ctr">
                  <a:buNone/>
                </a:pPr>
              </a:p>
            </p:txBody>
          </p:sp>
          <p:sp>
            <p:nvSpPr>
              <p:cNvPr id="3013" name="addition:input:136"/>
              <p:cNvSpPr>
                <a:spLocks noGrp="1"/>
              </p:cNvSpPr>
              <p:nvPr/>
            </p:nvSpPr>
            <p:spPr>
              <a:xfrm>
                <a:off x="209550" y="5438775"/>
                <a:ext cx="1213043" cy="1132210"/>
              </a:xfrm>
              <a:custGeom>
                <a:avLst/>
                <a:gdLst/>
                <a:ahLst/>
                <a:cxnLst/>
                <a:rect l="l" t="t" r="r" b="b"/>
                <a:pathLst>
                  <a:path w="737" h="604">
                    <a:moveTo>
                      <a:pt x="0" y="0"/>
                    </a:moveTo>
                    <a:moveTo>
                      <a:pt x="728" y="552"/>
                    </a:moveTo>
                    <a:lnTo>
                      <a:pt x="733" y="556"/>
                    </a:lnTo>
                    <a:lnTo>
                      <a:pt x="737" y="561"/>
                    </a:lnTo>
                    <a:lnTo>
                      <a:pt x="737" y="565"/>
                    </a:lnTo>
                    <a:lnTo>
                      <a:pt x="734" y="568"/>
                    </a:lnTo>
                    <a:lnTo>
                      <a:pt x="730" y="571"/>
                    </a:lnTo>
                    <a:lnTo>
                      <a:pt x="729" y="575"/>
                    </a:lnTo>
                    <a:lnTo>
                      <a:pt x="729" y="579"/>
                    </a:lnTo>
                    <a:lnTo>
                      <a:pt x="729" y="584"/>
                    </a:lnTo>
                    <a:lnTo>
                      <a:pt x="727" y="587"/>
                    </a:lnTo>
                    <a:lnTo>
                      <a:pt x="722" y="588"/>
                    </a:lnTo>
                    <a:lnTo>
                      <a:pt x="717" y="588"/>
                    </a:lnTo>
                    <a:lnTo>
                      <a:pt x="713" y="589"/>
                    </a:lnTo>
                    <a:lnTo>
                      <a:pt x="709" y="590"/>
                    </a:lnTo>
                    <a:lnTo>
                      <a:pt x="705" y="591"/>
                    </a:lnTo>
                    <a:lnTo>
                      <a:pt x="701" y="591"/>
                    </a:lnTo>
                    <a:lnTo>
                      <a:pt x="697" y="591"/>
                    </a:lnTo>
                    <a:lnTo>
                      <a:pt x="694" y="594"/>
                    </a:lnTo>
                    <a:lnTo>
                      <a:pt x="689" y="599"/>
                    </a:lnTo>
                    <a:lnTo>
                      <a:pt x="683" y="603"/>
                    </a:lnTo>
                    <a:lnTo>
                      <a:pt x="677" y="604"/>
                    </a:lnTo>
                    <a:lnTo>
                      <a:pt x="672" y="600"/>
                    </a:lnTo>
                    <a:lnTo>
                      <a:pt x="669" y="594"/>
                    </a:lnTo>
                    <a:lnTo>
                      <a:pt x="667" y="588"/>
                    </a:lnTo>
                    <a:lnTo>
                      <a:pt x="663" y="586"/>
                    </a:lnTo>
                    <a:lnTo>
                      <a:pt x="658" y="585"/>
                    </a:lnTo>
                    <a:lnTo>
                      <a:pt x="653" y="583"/>
                    </a:lnTo>
                    <a:lnTo>
                      <a:pt x="650" y="580"/>
                    </a:lnTo>
                    <a:lnTo>
                      <a:pt x="647" y="577"/>
                    </a:lnTo>
                    <a:lnTo>
                      <a:pt x="644" y="574"/>
                    </a:lnTo>
                    <a:lnTo>
                      <a:pt x="640" y="571"/>
                    </a:lnTo>
                    <a:lnTo>
                      <a:pt x="636" y="568"/>
                    </a:lnTo>
                    <a:lnTo>
                      <a:pt x="634" y="564"/>
                    </a:lnTo>
                    <a:lnTo>
                      <a:pt x="634" y="560"/>
                    </a:lnTo>
                    <a:lnTo>
                      <a:pt x="633" y="556"/>
                    </a:lnTo>
                    <a:lnTo>
                      <a:pt x="631" y="552"/>
                    </a:lnTo>
                    <a:lnTo>
                      <a:pt x="628" y="548"/>
                    </a:lnTo>
                    <a:lnTo>
                      <a:pt x="628" y="543"/>
                    </a:lnTo>
                    <a:lnTo>
                      <a:pt x="632" y="540"/>
                    </a:lnTo>
                    <a:lnTo>
                      <a:pt x="640" y="537"/>
                    </a:lnTo>
                    <a:lnTo>
                      <a:pt x="648" y="536"/>
                    </a:lnTo>
                    <a:lnTo>
                      <a:pt x="652" y="534"/>
                    </a:lnTo>
                    <a:lnTo>
                      <a:pt x="652" y="530"/>
                    </a:lnTo>
                    <a:lnTo>
                      <a:pt x="652" y="524"/>
                    </a:lnTo>
                    <a:lnTo>
                      <a:pt x="653" y="520"/>
                    </a:lnTo>
                    <a:lnTo>
                      <a:pt x="657" y="516"/>
                    </a:lnTo>
                    <a:lnTo>
                      <a:pt x="661" y="513"/>
                    </a:lnTo>
                    <a:lnTo>
                      <a:pt x="665" y="510"/>
                    </a:lnTo>
                    <a:lnTo>
                      <a:pt x="669" y="508"/>
                    </a:lnTo>
                    <a:lnTo>
                      <a:pt x="674" y="507"/>
                    </a:lnTo>
                    <a:lnTo>
                      <a:pt x="680" y="508"/>
                    </a:lnTo>
                    <a:lnTo>
                      <a:pt x="685" y="510"/>
                    </a:lnTo>
                    <a:lnTo>
                      <a:pt x="689" y="511"/>
                    </a:lnTo>
                    <a:lnTo>
                      <a:pt x="693" y="510"/>
                    </a:lnTo>
                    <a:lnTo>
                      <a:pt x="698" y="508"/>
                    </a:lnTo>
                    <a:lnTo>
                      <a:pt x="702" y="508"/>
                    </a:lnTo>
                    <a:lnTo>
                      <a:pt x="705" y="512"/>
                    </a:lnTo>
                    <a:lnTo>
                      <a:pt x="707" y="517"/>
                    </a:lnTo>
                    <a:lnTo>
                      <a:pt x="709" y="519"/>
                    </a:lnTo>
                    <a:lnTo>
                      <a:pt x="714" y="518"/>
                    </a:lnTo>
                    <a:lnTo>
                      <a:pt x="720" y="517"/>
                    </a:lnTo>
                    <a:lnTo>
                      <a:pt x="725" y="517"/>
                    </a:lnTo>
                    <a:lnTo>
                      <a:pt x="729" y="519"/>
                    </a:lnTo>
                    <a:lnTo>
                      <a:pt x="730" y="523"/>
                    </a:lnTo>
                    <a:lnTo>
                      <a:pt x="731" y="528"/>
                    </a:lnTo>
                    <a:lnTo>
                      <a:pt x="731" y="532"/>
                    </a:lnTo>
                    <a:lnTo>
                      <a:pt x="731" y="537"/>
                    </a:lnTo>
                    <a:lnTo>
                      <a:pt x="729" y="541"/>
                    </a:lnTo>
                    <a:lnTo>
                      <a:pt x="726" y="545"/>
                    </a:lnTo>
                    <a:lnTo>
                      <a:pt x="725" y="549"/>
                    </a:lnTo>
                    <a:close/>
                  </a:path>
                </a:pathLst>
              </a:custGeom>
              <a:solidFill>
                <a:srgbClr val="ECB78D">
                  <a:alpha val="32000"/>
                </a:srgbClr>
              </a:solidFill>
              <a:ln>
                <a:noFill/>
              </a:ln>
            </p:spPr>
            <p:txBody>
              <a:bodyPr anchor="ctr"/>
              <a:lstStyle/>
              <a:p>
                <a:pPr algn="ctr">
                  <a:buNone/>
                </a:pPr>
              </a:p>
            </p:txBody>
          </p:sp>
          <p:sp>
            <p:nvSpPr>
              <p:cNvPr id="3014" name="addition:input:137"/>
              <p:cNvSpPr>
                <a:spLocks noGrp="1"/>
              </p:cNvSpPr>
              <p:nvPr/>
            </p:nvSpPr>
            <p:spPr>
              <a:xfrm>
                <a:off x="209550" y="5438775"/>
                <a:ext cx="1305215" cy="1201567"/>
              </a:xfrm>
              <a:custGeom>
                <a:avLst/>
                <a:gdLst/>
                <a:ahLst/>
                <a:cxnLst/>
                <a:rect l="l" t="t" r="r" b="b"/>
                <a:pathLst>
                  <a:path w="793" h="641">
                    <a:moveTo>
                      <a:pt x="0" y="0"/>
                    </a:moveTo>
                    <a:moveTo>
                      <a:pt x="789" y="589"/>
                    </a:moveTo>
                    <a:lnTo>
                      <a:pt x="792" y="594"/>
                    </a:lnTo>
                    <a:lnTo>
                      <a:pt x="793" y="599"/>
                    </a:lnTo>
                    <a:lnTo>
                      <a:pt x="788" y="603"/>
                    </a:lnTo>
                    <a:lnTo>
                      <a:pt x="780" y="606"/>
                    </a:lnTo>
                    <a:lnTo>
                      <a:pt x="774" y="608"/>
                    </a:lnTo>
                    <a:lnTo>
                      <a:pt x="771" y="611"/>
                    </a:lnTo>
                    <a:lnTo>
                      <a:pt x="771" y="616"/>
                    </a:lnTo>
                    <a:lnTo>
                      <a:pt x="770" y="621"/>
                    </a:lnTo>
                    <a:lnTo>
                      <a:pt x="766" y="624"/>
                    </a:lnTo>
                    <a:lnTo>
                      <a:pt x="761" y="625"/>
                    </a:lnTo>
                    <a:lnTo>
                      <a:pt x="755" y="626"/>
                    </a:lnTo>
                    <a:lnTo>
                      <a:pt x="751" y="629"/>
                    </a:lnTo>
                    <a:lnTo>
                      <a:pt x="747" y="633"/>
                    </a:lnTo>
                    <a:lnTo>
                      <a:pt x="743" y="637"/>
                    </a:lnTo>
                    <a:lnTo>
                      <a:pt x="737" y="639"/>
                    </a:lnTo>
                    <a:lnTo>
                      <a:pt x="731" y="640"/>
                    </a:lnTo>
                    <a:lnTo>
                      <a:pt x="725" y="640"/>
                    </a:lnTo>
                    <a:lnTo>
                      <a:pt x="720" y="641"/>
                    </a:lnTo>
                    <a:lnTo>
                      <a:pt x="714" y="640"/>
                    </a:lnTo>
                    <a:lnTo>
                      <a:pt x="709" y="637"/>
                    </a:lnTo>
                    <a:lnTo>
                      <a:pt x="706" y="631"/>
                    </a:lnTo>
                    <a:lnTo>
                      <a:pt x="704" y="625"/>
                    </a:lnTo>
                    <a:lnTo>
                      <a:pt x="701" y="623"/>
                    </a:lnTo>
                    <a:lnTo>
                      <a:pt x="696" y="625"/>
                    </a:lnTo>
                    <a:lnTo>
                      <a:pt x="688" y="627"/>
                    </a:lnTo>
                    <a:lnTo>
                      <a:pt x="682" y="627"/>
                    </a:lnTo>
                    <a:lnTo>
                      <a:pt x="678" y="624"/>
                    </a:lnTo>
                    <a:lnTo>
                      <a:pt x="677" y="619"/>
                    </a:lnTo>
                    <a:lnTo>
                      <a:pt x="677" y="615"/>
                    </a:lnTo>
                    <a:lnTo>
                      <a:pt x="675" y="611"/>
                    </a:lnTo>
                    <a:lnTo>
                      <a:pt x="674" y="607"/>
                    </a:lnTo>
                    <a:lnTo>
                      <a:pt x="674" y="602"/>
                    </a:lnTo>
                    <a:lnTo>
                      <a:pt x="676" y="598"/>
                    </a:lnTo>
                    <a:lnTo>
                      <a:pt x="678" y="593"/>
                    </a:lnTo>
                    <a:lnTo>
                      <a:pt x="678" y="589"/>
                    </a:lnTo>
                    <a:lnTo>
                      <a:pt x="677" y="585"/>
                    </a:lnTo>
                    <a:lnTo>
                      <a:pt x="677" y="581"/>
                    </a:lnTo>
                    <a:lnTo>
                      <a:pt x="680" y="577"/>
                    </a:lnTo>
                    <a:lnTo>
                      <a:pt x="684" y="574"/>
                    </a:lnTo>
                    <a:lnTo>
                      <a:pt x="687" y="571"/>
                    </a:lnTo>
                    <a:lnTo>
                      <a:pt x="685" y="566"/>
                    </a:lnTo>
                    <a:lnTo>
                      <a:pt x="682" y="559"/>
                    </a:lnTo>
                    <a:lnTo>
                      <a:pt x="681" y="553"/>
                    </a:lnTo>
                    <a:lnTo>
                      <a:pt x="684" y="549"/>
                    </a:lnTo>
                    <a:lnTo>
                      <a:pt x="690" y="548"/>
                    </a:lnTo>
                    <a:lnTo>
                      <a:pt x="697" y="549"/>
                    </a:lnTo>
                    <a:lnTo>
                      <a:pt x="702" y="550"/>
                    </a:lnTo>
                    <a:lnTo>
                      <a:pt x="706" y="549"/>
                    </a:lnTo>
                    <a:lnTo>
                      <a:pt x="709" y="548"/>
                    </a:lnTo>
                    <a:lnTo>
                      <a:pt x="713" y="548"/>
                    </a:lnTo>
                    <a:lnTo>
                      <a:pt x="717" y="547"/>
                    </a:lnTo>
                    <a:lnTo>
                      <a:pt x="721" y="545"/>
                    </a:lnTo>
                    <a:lnTo>
                      <a:pt x="725" y="542"/>
                    </a:lnTo>
                    <a:lnTo>
                      <a:pt x="730" y="538"/>
                    </a:lnTo>
                    <a:lnTo>
                      <a:pt x="735" y="538"/>
                    </a:lnTo>
                    <a:lnTo>
                      <a:pt x="739" y="542"/>
                    </a:lnTo>
                    <a:lnTo>
                      <a:pt x="743" y="546"/>
                    </a:lnTo>
                    <a:lnTo>
                      <a:pt x="747" y="548"/>
                    </a:lnTo>
                    <a:lnTo>
                      <a:pt x="753" y="549"/>
                    </a:lnTo>
                    <a:lnTo>
                      <a:pt x="760" y="549"/>
                    </a:lnTo>
                    <a:lnTo>
                      <a:pt x="765" y="552"/>
                    </a:lnTo>
                    <a:lnTo>
                      <a:pt x="766" y="557"/>
                    </a:lnTo>
                    <a:lnTo>
                      <a:pt x="766" y="563"/>
                    </a:lnTo>
                    <a:lnTo>
                      <a:pt x="766" y="568"/>
                    </a:lnTo>
                    <a:lnTo>
                      <a:pt x="768" y="572"/>
                    </a:lnTo>
                    <a:lnTo>
                      <a:pt x="773" y="574"/>
                    </a:lnTo>
                    <a:lnTo>
                      <a:pt x="778" y="577"/>
                    </a:lnTo>
                    <a:lnTo>
                      <a:pt x="781" y="581"/>
                    </a:lnTo>
                    <a:lnTo>
                      <a:pt x="785" y="585"/>
                    </a:lnTo>
                    <a:close/>
                  </a:path>
                </a:pathLst>
              </a:custGeom>
              <a:solidFill>
                <a:srgbClr val="ECB78D">
                  <a:alpha val="32000"/>
                </a:srgbClr>
              </a:solidFill>
              <a:ln>
                <a:noFill/>
              </a:ln>
            </p:spPr>
            <p:txBody>
              <a:bodyPr anchor="ctr"/>
              <a:lstStyle/>
              <a:p>
                <a:pPr algn="ctr">
                  <a:buNone/>
                </a:pPr>
              </a:p>
            </p:txBody>
          </p:sp>
          <p:sp>
            <p:nvSpPr>
              <p:cNvPr id="3015" name="addition:input:138"/>
              <p:cNvSpPr>
                <a:spLocks noGrp="1"/>
              </p:cNvSpPr>
              <p:nvPr/>
            </p:nvSpPr>
            <p:spPr>
              <a:xfrm>
                <a:off x="209550" y="5438775"/>
                <a:ext cx="1259129" cy="1270925"/>
              </a:xfrm>
              <a:custGeom>
                <a:avLst/>
                <a:gdLst/>
                <a:ahLst/>
                <a:cxnLst/>
                <a:rect l="l" t="t" r="r" b="b"/>
                <a:pathLst>
                  <a:path w="765" h="678">
                    <a:moveTo>
                      <a:pt x="0" y="0"/>
                    </a:moveTo>
                    <a:moveTo>
                      <a:pt x="765" y="630"/>
                    </a:moveTo>
                    <a:lnTo>
                      <a:pt x="765" y="635"/>
                    </a:lnTo>
                    <a:lnTo>
                      <a:pt x="760" y="639"/>
                    </a:lnTo>
                    <a:lnTo>
                      <a:pt x="751" y="642"/>
                    </a:lnTo>
                    <a:lnTo>
                      <a:pt x="742" y="644"/>
                    </a:lnTo>
                    <a:lnTo>
                      <a:pt x="736" y="647"/>
                    </a:lnTo>
                    <a:lnTo>
                      <a:pt x="736" y="651"/>
                    </a:lnTo>
                    <a:lnTo>
                      <a:pt x="739" y="658"/>
                    </a:lnTo>
                    <a:lnTo>
                      <a:pt x="740" y="664"/>
                    </a:lnTo>
                    <a:lnTo>
                      <a:pt x="736" y="669"/>
                    </a:lnTo>
                    <a:lnTo>
                      <a:pt x="730" y="671"/>
                    </a:lnTo>
                    <a:lnTo>
                      <a:pt x="723" y="673"/>
                    </a:lnTo>
                    <a:lnTo>
                      <a:pt x="718" y="675"/>
                    </a:lnTo>
                    <a:lnTo>
                      <a:pt x="712" y="677"/>
                    </a:lnTo>
                    <a:lnTo>
                      <a:pt x="706" y="678"/>
                    </a:lnTo>
                    <a:lnTo>
                      <a:pt x="700" y="677"/>
                    </a:lnTo>
                    <a:lnTo>
                      <a:pt x="695" y="676"/>
                    </a:lnTo>
                    <a:lnTo>
                      <a:pt x="690" y="676"/>
                    </a:lnTo>
                    <a:lnTo>
                      <a:pt x="685" y="678"/>
                    </a:lnTo>
                    <a:lnTo>
                      <a:pt x="680" y="678"/>
                    </a:lnTo>
                    <a:lnTo>
                      <a:pt x="675" y="676"/>
                    </a:lnTo>
                    <a:lnTo>
                      <a:pt x="672" y="672"/>
                    </a:lnTo>
                    <a:lnTo>
                      <a:pt x="669" y="669"/>
                    </a:lnTo>
                    <a:lnTo>
                      <a:pt x="663" y="670"/>
                    </a:lnTo>
                    <a:lnTo>
                      <a:pt x="655" y="672"/>
                    </a:lnTo>
                    <a:lnTo>
                      <a:pt x="647" y="674"/>
                    </a:lnTo>
                    <a:lnTo>
                      <a:pt x="641" y="672"/>
                    </a:lnTo>
                    <a:lnTo>
                      <a:pt x="639" y="666"/>
                    </a:lnTo>
                    <a:lnTo>
                      <a:pt x="640" y="660"/>
                    </a:lnTo>
                    <a:lnTo>
                      <a:pt x="640" y="654"/>
                    </a:lnTo>
                    <a:lnTo>
                      <a:pt x="639" y="650"/>
                    </a:lnTo>
                    <a:lnTo>
                      <a:pt x="638" y="646"/>
                    </a:lnTo>
                    <a:lnTo>
                      <a:pt x="638" y="642"/>
                    </a:lnTo>
                    <a:lnTo>
                      <a:pt x="638" y="638"/>
                    </a:lnTo>
                    <a:lnTo>
                      <a:pt x="635" y="634"/>
                    </a:lnTo>
                    <a:lnTo>
                      <a:pt x="629" y="630"/>
                    </a:lnTo>
                    <a:lnTo>
                      <a:pt x="623" y="625"/>
                    </a:lnTo>
                    <a:lnTo>
                      <a:pt x="620" y="620"/>
                    </a:lnTo>
                    <a:lnTo>
                      <a:pt x="623" y="616"/>
                    </a:lnTo>
                    <a:lnTo>
                      <a:pt x="628" y="613"/>
                    </a:lnTo>
                    <a:lnTo>
                      <a:pt x="631" y="609"/>
                    </a:lnTo>
                    <a:lnTo>
                      <a:pt x="631" y="605"/>
                    </a:lnTo>
                    <a:lnTo>
                      <a:pt x="630" y="599"/>
                    </a:lnTo>
                    <a:lnTo>
                      <a:pt x="632" y="595"/>
                    </a:lnTo>
                    <a:lnTo>
                      <a:pt x="638" y="593"/>
                    </a:lnTo>
                    <a:lnTo>
                      <a:pt x="646" y="593"/>
                    </a:lnTo>
                    <a:lnTo>
                      <a:pt x="653" y="594"/>
                    </a:lnTo>
                    <a:lnTo>
                      <a:pt x="658" y="593"/>
                    </a:lnTo>
                    <a:lnTo>
                      <a:pt x="662" y="590"/>
                    </a:lnTo>
                    <a:lnTo>
                      <a:pt x="666" y="587"/>
                    </a:lnTo>
                    <a:lnTo>
                      <a:pt x="672" y="585"/>
                    </a:lnTo>
                    <a:lnTo>
                      <a:pt x="677" y="582"/>
                    </a:lnTo>
                    <a:lnTo>
                      <a:pt x="684" y="578"/>
                    </a:lnTo>
                    <a:lnTo>
                      <a:pt x="691" y="574"/>
                    </a:lnTo>
                    <a:lnTo>
                      <a:pt x="699" y="573"/>
                    </a:lnTo>
                    <a:lnTo>
                      <a:pt x="706" y="576"/>
                    </a:lnTo>
                    <a:lnTo>
                      <a:pt x="711" y="583"/>
                    </a:lnTo>
                    <a:lnTo>
                      <a:pt x="715" y="589"/>
                    </a:lnTo>
                    <a:lnTo>
                      <a:pt x="719" y="592"/>
                    </a:lnTo>
                    <a:lnTo>
                      <a:pt x="726" y="593"/>
                    </a:lnTo>
                    <a:lnTo>
                      <a:pt x="734" y="593"/>
                    </a:lnTo>
                    <a:lnTo>
                      <a:pt x="740" y="595"/>
                    </a:lnTo>
                    <a:lnTo>
                      <a:pt x="743" y="599"/>
                    </a:lnTo>
                    <a:lnTo>
                      <a:pt x="745" y="603"/>
                    </a:lnTo>
                    <a:lnTo>
                      <a:pt x="749" y="606"/>
                    </a:lnTo>
                    <a:lnTo>
                      <a:pt x="754" y="609"/>
                    </a:lnTo>
                    <a:lnTo>
                      <a:pt x="760" y="612"/>
                    </a:lnTo>
                    <a:lnTo>
                      <a:pt x="762" y="616"/>
                    </a:lnTo>
                    <a:lnTo>
                      <a:pt x="763" y="621"/>
                    </a:lnTo>
                    <a:lnTo>
                      <a:pt x="764" y="625"/>
                    </a:lnTo>
                    <a:close/>
                  </a:path>
                </a:pathLst>
              </a:custGeom>
              <a:solidFill>
                <a:srgbClr val="ECB78D">
                  <a:alpha val="32000"/>
                </a:srgbClr>
              </a:solidFill>
              <a:ln>
                <a:noFill/>
              </a:ln>
            </p:spPr>
            <p:txBody>
              <a:bodyPr anchor="ctr"/>
              <a:lstStyle/>
              <a:p>
                <a:pPr algn="ctr">
                  <a:buNone/>
                </a:pPr>
              </a:p>
            </p:txBody>
          </p:sp>
          <p:sp>
            <p:nvSpPr>
              <p:cNvPr id="3016" name="addition:input:139"/>
              <p:cNvSpPr>
                <a:spLocks noGrp="1"/>
              </p:cNvSpPr>
              <p:nvPr/>
            </p:nvSpPr>
            <p:spPr>
              <a:xfrm>
                <a:off x="209550" y="5438775"/>
                <a:ext cx="1137331" cy="1285921"/>
              </a:xfrm>
              <a:custGeom>
                <a:avLst/>
                <a:gdLst/>
                <a:ahLst/>
                <a:cxnLst/>
                <a:rect l="l" t="t" r="r" b="b"/>
                <a:pathLst>
                  <a:path w="691" h="686">
                    <a:moveTo>
                      <a:pt x="0" y="0"/>
                    </a:moveTo>
                    <a:moveTo>
                      <a:pt x="687" y="635"/>
                    </a:moveTo>
                    <a:lnTo>
                      <a:pt x="690" y="639"/>
                    </a:lnTo>
                    <a:lnTo>
                      <a:pt x="691" y="644"/>
                    </a:lnTo>
                    <a:lnTo>
                      <a:pt x="690" y="648"/>
                    </a:lnTo>
                    <a:lnTo>
                      <a:pt x="688" y="652"/>
                    </a:lnTo>
                    <a:lnTo>
                      <a:pt x="686" y="656"/>
                    </a:lnTo>
                    <a:lnTo>
                      <a:pt x="684" y="661"/>
                    </a:lnTo>
                    <a:lnTo>
                      <a:pt x="680" y="664"/>
                    </a:lnTo>
                    <a:lnTo>
                      <a:pt x="673" y="665"/>
                    </a:lnTo>
                    <a:lnTo>
                      <a:pt x="665" y="664"/>
                    </a:lnTo>
                    <a:lnTo>
                      <a:pt x="659" y="664"/>
                    </a:lnTo>
                    <a:lnTo>
                      <a:pt x="657" y="668"/>
                    </a:lnTo>
                    <a:lnTo>
                      <a:pt x="656" y="675"/>
                    </a:lnTo>
                    <a:lnTo>
                      <a:pt x="653" y="682"/>
                    </a:lnTo>
                    <a:lnTo>
                      <a:pt x="648" y="686"/>
                    </a:lnTo>
                    <a:lnTo>
                      <a:pt x="641" y="686"/>
                    </a:lnTo>
                    <a:lnTo>
                      <a:pt x="634" y="685"/>
                    </a:lnTo>
                    <a:lnTo>
                      <a:pt x="628" y="684"/>
                    </a:lnTo>
                    <a:lnTo>
                      <a:pt x="622" y="684"/>
                    </a:lnTo>
                    <a:lnTo>
                      <a:pt x="616" y="683"/>
                    </a:lnTo>
                    <a:lnTo>
                      <a:pt x="611" y="680"/>
                    </a:lnTo>
                    <a:lnTo>
                      <a:pt x="607" y="677"/>
                    </a:lnTo>
                    <a:lnTo>
                      <a:pt x="602" y="675"/>
                    </a:lnTo>
                    <a:lnTo>
                      <a:pt x="597" y="675"/>
                    </a:lnTo>
                    <a:lnTo>
                      <a:pt x="591" y="674"/>
                    </a:lnTo>
                    <a:lnTo>
                      <a:pt x="587" y="672"/>
                    </a:lnTo>
                    <a:lnTo>
                      <a:pt x="586" y="667"/>
                    </a:lnTo>
                    <a:lnTo>
                      <a:pt x="585" y="663"/>
                    </a:lnTo>
                    <a:lnTo>
                      <a:pt x="581" y="661"/>
                    </a:lnTo>
                    <a:lnTo>
                      <a:pt x="574" y="660"/>
                    </a:lnTo>
                    <a:lnTo>
                      <a:pt x="567" y="658"/>
                    </a:lnTo>
                    <a:lnTo>
                      <a:pt x="563" y="654"/>
                    </a:lnTo>
                    <a:lnTo>
                      <a:pt x="565" y="649"/>
                    </a:lnTo>
                    <a:lnTo>
                      <a:pt x="570" y="643"/>
                    </a:lnTo>
                    <a:lnTo>
                      <a:pt x="575" y="639"/>
                    </a:lnTo>
                    <a:lnTo>
                      <a:pt x="577" y="635"/>
                    </a:lnTo>
                    <a:lnTo>
                      <a:pt x="579" y="631"/>
                    </a:lnTo>
                    <a:lnTo>
                      <a:pt x="580" y="627"/>
                    </a:lnTo>
                    <a:lnTo>
                      <a:pt x="582" y="623"/>
                    </a:lnTo>
                    <a:lnTo>
                      <a:pt x="583" y="619"/>
                    </a:lnTo>
                    <a:lnTo>
                      <a:pt x="581" y="614"/>
                    </a:lnTo>
                    <a:lnTo>
                      <a:pt x="579" y="608"/>
                    </a:lnTo>
                    <a:lnTo>
                      <a:pt x="580" y="603"/>
                    </a:lnTo>
                    <a:lnTo>
                      <a:pt x="584" y="600"/>
                    </a:lnTo>
                    <a:lnTo>
                      <a:pt x="591" y="599"/>
                    </a:lnTo>
                    <a:lnTo>
                      <a:pt x="596" y="598"/>
                    </a:lnTo>
                    <a:lnTo>
                      <a:pt x="599" y="596"/>
                    </a:lnTo>
                    <a:lnTo>
                      <a:pt x="601" y="591"/>
                    </a:lnTo>
                    <a:lnTo>
                      <a:pt x="604" y="587"/>
                    </a:lnTo>
                    <a:lnTo>
                      <a:pt x="609" y="587"/>
                    </a:lnTo>
                    <a:lnTo>
                      <a:pt x="615" y="590"/>
                    </a:lnTo>
                    <a:lnTo>
                      <a:pt x="620" y="593"/>
                    </a:lnTo>
                    <a:lnTo>
                      <a:pt x="623" y="593"/>
                    </a:lnTo>
                    <a:lnTo>
                      <a:pt x="627" y="592"/>
                    </a:lnTo>
                    <a:lnTo>
                      <a:pt x="631" y="590"/>
                    </a:lnTo>
                    <a:lnTo>
                      <a:pt x="636" y="589"/>
                    </a:lnTo>
                    <a:lnTo>
                      <a:pt x="641" y="589"/>
                    </a:lnTo>
                    <a:lnTo>
                      <a:pt x="647" y="588"/>
                    </a:lnTo>
                    <a:lnTo>
                      <a:pt x="654" y="587"/>
                    </a:lnTo>
                    <a:lnTo>
                      <a:pt x="660" y="588"/>
                    </a:lnTo>
                    <a:lnTo>
                      <a:pt x="663" y="593"/>
                    </a:lnTo>
                    <a:lnTo>
                      <a:pt x="664" y="600"/>
                    </a:lnTo>
                    <a:lnTo>
                      <a:pt x="662" y="607"/>
                    </a:lnTo>
                    <a:lnTo>
                      <a:pt x="664" y="611"/>
                    </a:lnTo>
                    <a:lnTo>
                      <a:pt x="668" y="613"/>
                    </a:lnTo>
                    <a:lnTo>
                      <a:pt x="675" y="615"/>
                    </a:lnTo>
                    <a:lnTo>
                      <a:pt x="681" y="618"/>
                    </a:lnTo>
                    <a:lnTo>
                      <a:pt x="683" y="622"/>
                    </a:lnTo>
                    <a:lnTo>
                      <a:pt x="683" y="626"/>
                    </a:lnTo>
                    <a:lnTo>
                      <a:pt x="684" y="631"/>
                    </a:lnTo>
                    <a:close/>
                  </a:path>
                </a:pathLst>
              </a:custGeom>
              <a:solidFill>
                <a:srgbClr val="ECB78D">
                  <a:alpha val="32000"/>
                </a:srgbClr>
              </a:solidFill>
              <a:ln>
                <a:noFill/>
              </a:ln>
            </p:spPr>
            <p:txBody>
              <a:bodyPr anchor="ctr"/>
              <a:lstStyle/>
              <a:p>
                <a:pPr algn="ctr">
                  <a:buNone/>
                </a:pPr>
              </a:p>
            </p:txBody>
          </p:sp>
          <p:sp>
            <p:nvSpPr>
              <p:cNvPr id="3017" name="addition:input:140"/>
              <p:cNvSpPr>
                <a:spLocks noGrp="1"/>
              </p:cNvSpPr>
              <p:nvPr/>
            </p:nvSpPr>
            <p:spPr>
              <a:xfrm>
                <a:off x="209550" y="5438775"/>
                <a:ext cx="1040221" cy="1237183"/>
              </a:xfrm>
              <a:custGeom>
                <a:avLst/>
                <a:gdLst/>
                <a:ahLst/>
                <a:cxnLst/>
                <a:rect l="l" t="t" r="r" b="b"/>
                <a:pathLst>
                  <a:path w="632" h="660">
                    <a:moveTo>
                      <a:pt x="0" y="0"/>
                    </a:moveTo>
                    <a:moveTo>
                      <a:pt x="630" y="617"/>
                    </a:moveTo>
                    <a:lnTo>
                      <a:pt x="631" y="621"/>
                    </a:lnTo>
                    <a:lnTo>
                      <a:pt x="632" y="625"/>
                    </a:lnTo>
                    <a:lnTo>
                      <a:pt x="630" y="629"/>
                    </a:lnTo>
                    <a:lnTo>
                      <a:pt x="625" y="632"/>
                    </a:lnTo>
                    <a:lnTo>
                      <a:pt x="618" y="633"/>
                    </a:lnTo>
                    <a:lnTo>
                      <a:pt x="612" y="634"/>
                    </a:lnTo>
                    <a:lnTo>
                      <a:pt x="610" y="637"/>
                    </a:lnTo>
                    <a:lnTo>
                      <a:pt x="611" y="642"/>
                    </a:lnTo>
                    <a:lnTo>
                      <a:pt x="610" y="647"/>
                    </a:lnTo>
                    <a:lnTo>
                      <a:pt x="608" y="651"/>
                    </a:lnTo>
                    <a:lnTo>
                      <a:pt x="603" y="652"/>
                    </a:lnTo>
                    <a:lnTo>
                      <a:pt x="598" y="653"/>
                    </a:lnTo>
                    <a:lnTo>
                      <a:pt x="594" y="655"/>
                    </a:lnTo>
                    <a:lnTo>
                      <a:pt x="590" y="658"/>
                    </a:lnTo>
                    <a:lnTo>
                      <a:pt x="586" y="660"/>
                    </a:lnTo>
                    <a:lnTo>
                      <a:pt x="581" y="660"/>
                    </a:lnTo>
                    <a:lnTo>
                      <a:pt x="576" y="659"/>
                    </a:lnTo>
                    <a:lnTo>
                      <a:pt x="572" y="658"/>
                    </a:lnTo>
                    <a:lnTo>
                      <a:pt x="568" y="658"/>
                    </a:lnTo>
                    <a:lnTo>
                      <a:pt x="564" y="657"/>
                    </a:lnTo>
                    <a:lnTo>
                      <a:pt x="560" y="655"/>
                    </a:lnTo>
                    <a:lnTo>
                      <a:pt x="558" y="651"/>
                    </a:lnTo>
                    <a:lnTo>
                      <a:pt x="556" y="647"/>
                    </a:lnTo>
                    <a:lnTo>
                      <a:pt x="554" y="646"/>
                    </a:lnTo>
                    <a:lnTo>
                      <a:pt x="548" y="648"/>
                    </a:lnTo>
                    <a:lnTo>
                      <a:pt x="542" y="649"/>
                    </a:lnTo>
                    <a:lnTo>
                      <a:pt x="536" y="649"/>
                    </a:lnTo>
                    <a:lnTo>
                      <a:pt x="534" y="645"/>
                    </a:lnTo>
                    <a:lnTo>
                      <a:pt x="535" y="640"/>
                    </a:lnTo>
                    <a:lnTo>
                      <a:pt x="537" y="635"/>
                    </a:lnTo>
                    <a:lnTo>
                      <a:pt x="537" y="631"/>
                    </a:lnTo>
                    <a:lnTo>
                      <a:pt x="537" y="628"/>
                    </a:lnTo>
                    <a:lnTo>
                      <a:pt x="537" y="624"/>
                    </a:lnTo>
                    <a:lnTo>
                      <a:pt x="538" y="621"/>
                    </a:lnTo>
                    <a:lnTo>
                      <a:pt x="539" y="617"/>
                    </a:lnTo>
                    <a:lnTo>
                      <a:pt x="539" y="614"/>
                    </a:lnTo>
                    <a:lnTo>
                      <a:pt x="537" y="610"/>
                    </a:lnTo>
                    <a:lnTo>
                      <a:pt x="536" y="606"/>
                    </a:lnTo>
                    <a:lnTo>
                      <a:pt x="537" y="603"/>
                    </a:lnTo>
                    <a:lnTo>
                      <a:pt x="540" y="600"/>
                    </a:lnTo>
                    <a:lnTo>
                      <a:pt x="542" y="597"/>
                    </a:lnTo>
                    <a:lnTo>
                      <a:pt x="542" y="593"/>
                    </a:lnTo>
                    <a:lnTo>
                      <a:pt x="541" y="588"/>
                    </a:lnTo>
                    <a:lnTo>
                      <a:pt x="541" y="583"/>
                    </a:lnTo>
                    <a:lnTo>
                      <a:pt x="545" y="581"/>
                    </a:lnTo>
                    <a:lnTo>
                      <a:pt x="551" y="582"/>
                    </a:lnTo>
                    <a:lnTo>
                      <a:pt x="556" y="584"/>
                    </a:lnTo>
                    <a:lnTo>
                      <a:pt x="560" y="585"/>
                    </a:lnTo>
                    <a:lnTo>
                      <a:pt x="563" y="584"/>
                    </a:lnTo>
                    <a:lnTo>
                      <a:pt x="565" y="582"/>
                    </a:lnTo>
                    <a:lnTo>
                      <a:pt x="569" y="580"/>
                    </a:lnTo>
                    <a:lnTo>
                      <a:pt x="572" y="579"/>
                    </a:lnTo>
                    <a:lnTo>
                      <a:pt x="576" y="577"/>
                    </a:lnTo>
                    <a:lnTo>
                      <a:pt x="580" y="574"/>
                    </a:lnTo>
                    <a:lnTo>
                      <a:pt x="585" y="572"/>
                    </a:lnTo>
                    <a:lnTo>
                      <a:pt x="590" y="573"/>
                    </a:lnTo>
                    <a:lnTo>
                      <a:pt x="593" y="577"/>
                    </a:lnTo>
                    <a:lnTo>
                      <a:pt x="596" y="582"/>
                    </a:lnTo>
                    <a:lnTo>
                      <a:pt x="599" y="585"/>
                    </a:lnTo>
                    <a:lnTo>
                      <a:pt x="603" y="586"/>
                    </a:lnTo>
                    <a:lnTo>
                      <a:pt x="609" y="587"/>
                    </a:lnTo>
                    <a:lnTo>
                      <a:pt x="613" y="589"/>
                    </a:lnTo>
                    <a:lnTo>
                      <a:pt x="614" y="594"/>
                    </a:lnTo>
                    <a:lnTo>
                      <a:pt x="614" y="598"/>
                    </a:lnTo>
                    <a:lnTo>
                      <a:pt x="615" y="602"/>
                    </a:lnTo>
                    <a:lnTo>
                      <a:pt x="618" y="604"/>
                    </a:lnTo>
                    <a:lnTo>
                      <a:pt x="623" y="607"/>
                    </a:lnTo>
                    <a:lnTo>
                      <a:pt x="627" y="610"/>
                    </a:lnTo>
                    <a:lnTo>
                      <a:pt x="629" y="613"/>
                    </a:lnTo>
                    <a:close/>
                  </a:path>
                </a:pathLst>
              </a:custGeom>
              <a:solidFill>
                <a:srgbClr val="ECB78D">
                  <a:alpha val="32000"/>
                </a:srgbClr>
              </a:solidFill>
              <a:ln>
                <a:noFill/>
              </a:ln>
            </p:spPr>
            <p:txBody>
              <a:bodyPr anchor="ctr"/>
              <a:lstStyle/>
              <a:p>
                <a:pPr algn="ctr">
                  <a:buNone/>
                </a:pPr>
              </a:p>
            </p:txBody>
          </p:sp>
          <p:sp>
            <p:nvSpPr>
              <p:cNvPr id="3018" name="addition:input:141"/>
              <p:cNvSpPr>
                <a:spLocks noGrp="1"/>
              </p:cNvSpPr>
              <p:nvPr/>
            </p:nvSpPr>
            <p:spPr>
              <a:xfrm>
                <a:off x="209550" y="5438775"/>
                <a:ext cx="1217981" cy="1252179"/>
              </a:xfrm>
              <a:custGeom>
                <a:avLst/>
                <a:gdLst/>
                <a:ahLst/>
                <a:cxnLst/>
                <a:rect l="l" t="t" r="r" b="b"/>
                <a:pathLst>
                  <a:path w="740" h="668">
                    <a:moveTo>
                      <a:pt x="0" y="0"/>
                    </a:moveTo>
                    <a:moveTo>
                      <a:pt x="734" y="610"/>
                    </a:moveTo>
                    <a:lnTo>
                      <a:pt x="737" y="615"/>
                    </a:lnTo>
                    <a:lnTo>
                      <a:pt x="740" y="621"/>
                    </a:lnTo>
                    <a:lnTo>
                      <a:pt x="738" y="626"/>
                    </a:lnTo>
                    <a:lnTo>
                      <a:pt x="732" y="630"/>
                    </a:lnTo>
                    <a:lnTo>
                      <a:pt x="723" y="632"/>
                    </a:lnTo>
                    <a:lnTo>
                      <a:pt x="717" y="634"/>
                    </a:lnTo>
                    <a:lnTo>
                      <a:pt x="715" y="638"/>
                    </a:lnTo>
                    <a:lnTo>
                      <a:pt x="714" y="644"/>
                    </a:lnTo>
                    <a:lnTo>
                      <a:pt x="712" y="649"/>
                    </a:lnTo>
                    <a:lnTo>
                      <a:pt x="706" y="651"/>
                    </a:lnTo>
                    <a:lnTo>
                      <a:pt x="698" y="651"/>
                    </a:lnTo>
                    <a:lnTo>
                      <a:pt x="691" y="652"/>
                    </a:lnTo>
                    <a:lnTo>
                      <a:pt x="685" y="655"/>
                    </a:lnTo>
                    <a:lnTo>
                      <a:pt x="681" y="660"/>
                    </a:lnTo>
                    <a:lnTo>
                      <a:pt x="675" y="665"/>
                    </a:lnTo>
                    <a:lnTo>
                      <a:pt x="668" y="668"/>
                    </a:lnTo>
                    <a:lnTo>
                      <a:pt x="660" y="668"/>
                    </a:lnTo>
                    <a:lnTo>
                      <a:pt x="652" y="667"/>
                    </a:lnTo>
                    <a:lnTo>
                      <a:pt x="645" y="666"/>
                    </a:lnTo>
                    <a:lnTo>
                      <a:pt x="638" y="663"/>
                    </a:lnTo>
                    <a:lnTo>
                      <a:pt x="633" y="659"/>
                    </a:lnTo>
                    <a:lnTo>
                      <a:pt x="630" y="652"/>
                    </a:lnTo>
                    <a:lnTo>
                      <a:pt x="627" y="648"/>
                    </a:lnTo>
                    <a:lnTo>
                      <a:pt x="622" y="647"/>
                    </a:lnTo>
                    <a:lnTo>
                      <a:pt x="614" y="649"/>
                    </a:lnTo>
                    <a:lnTo>
                      <a:pt x="604" y="650"/>
                    </a:lnTo>
                    <a:lnTo>
                      <a:pt x="597" y="649"/>
                    </a:lnTo>
                    <a:lnTo>
                      <a:pt x="594" y="644"/>
                    </a:lnTo>
                    <a:lnTo>
                      <a:pt x="595" y="638"/>
                    </a:lnTo>
                    <a:lnTo>
                      <a:pt x="595" y="633"/>
                    </a:lnTo>
                    <a:lnTo>
                      <a:pt x="592" y="629"/>
                    </a:lnTo>
                    <a:lnTo>
                      <a:pt x="589" y="625"/>
                    </a:lnTo>
                    <a:lnTo>
                      <a:pt x="589" y="620"/>
                    </a:lnTo>
                    <a:lnTo>
                      <a:pt x="592" y="615"/>
                    </a:lnTo>
                    <a:lnTo>
                      <a:pt x="595" y="610"/>
                    </a:lnTo>
                    <a:lnTo>
                      <a:pt x="598" y="606"/>
                    </a:lnTo>
                    <a:lnTo>
                      <a:pt x="598" y="601"/>
                    </a:lnTo>
                    <a:lnTo>
                      <a:pt x="600" y="597"/>
                    </a:lnTo>
                    <a:lnTo>
                      <a:pt x="605" y="593"/>
                    </a:lnTo>
                    <a:lnTo>
                      <a:pt x="609" y="590"/>
                    </a:lnTo>
                    <a:lnTo>
                      <a:pt x="611" y="586"/>
                    </a:lnTo>
                    <a:lnTo>
                      <a:pt x="609" y="580"/>
                    </a:lnTo>
                    <a:lnTo>
                      <a:pt x="606" y="572"/>
                    </a:lnTo>
                    <a:lnTo>
                      <a:pt x="607" y="565"/>
                    </a:lnTo>
                    <a:lnTo>
                      <a:pt x="613" y="562"/>
                    </a:lnTo>
                    <a:lnTo>
                      <a:pt x="622" y="564"/>
                    </a:lnTo>
                    <a:lnTo>
                      <a:pt x="630" y="566"/>
                    </a:lnTo>
                    <a:lnTo>
                      <a:pt x="636" y="566"/>
                    </a:lnTo>
                    <a:lnTo>
                      <a:pt x="640" y="565"/>
                    </a:lnTo>
                    <a:lnTo>
                      <a:pt x="644" y="563"/>
                    </a:lnTo>
                    <a:lnTo>
                      <a:pt x="649" y="562"/>
                    </a:lnTo>
                    <a:lnTo>
                      <a:pt x="654" y="562"/>
                    </a:lnTo>
                    <a:lnTo>
                      <a:pt x="659" y="561"/>
                    </a:lnTo>
                    <a:lnTo>
                      <a:pt x="664" y="558"/>
                    </a:lnTo>
                    <a:lnTo>
                      <a:pt x="670" y="557"/>
                    </a:lnTo>
                    <a:lnTo>
                      <a:pt x="676" y="557"/>
                    </a:lnTo>
                    <a:lnTo>
                      <a:pt x="681" y="561"/>
                    </a:lnTo>
                    <a:lnTo>
                      <a:pt x="686" y="565"/>
                    </a:lnTo>
                    <a:lnTo>
                      <a:pt x="691" y="566"/>
                    </a:lnTo>
                    <a:lnTo>
                      <a:pt x="699" y="567"/>
                    </a:lnTo>
                    <a:lnTo>
                      <a:pt x="707" y="568"/>
                    </a:lnTo>
                    <a:lnTo>
                      <a:pt x="712" y="572"/>
                    </a:lnTo>
                    <a:lnTo>
                      <a:pt x="711" y="579"/>
                    </a:lnTo>
                    <a:lnTo>
                      <a:pt x="708" y="586"/>
                    </a:lnTo>
                    <a:lnTo>
                      <a:pt x="708" y="592"/>
                    </a:lnTo>
                    <a:lnTo>
                      <a:pt x="712" y="595"/>
                    </a:lnTo>
                    <a:lnTo>
                      <a:pt x="720" y="597"/>
                    </a:lnTo>
                    <a:lnTo>
                      <a:pt x="726" y="601"/>
                    </a:lnTo>
                    <a:lnTo>
                      <a:pt x="731" y="605"/>
                    </a:lnTo>
                    <a:close/>
                  </a:path>
                </a:pathLst>
              </a:custGeom>
              <a:solidFill>
                <a:srgbClr val="ECB78D">
                  <a:alpha val="32000"/>
                </a:srgbClr>
              </a:solidFill>
              <a:ln>
                <a:noFill/>
              </a:ln>
            </p:spPr>
            <p:txBody>
              <a:bodyPr anchor="ctr"/>
              <a:lstStyle/>
              <a:p>
                <a:pPr algn="ctr">
                  <a:buNone/>
                </a:pPr>
              </a:p>
            </p:txBody>
          </p:sp>
          <p:sp>
            <p:nvSpPr>
              <p:cNvPr id="3019" name="addition:input:142"/>
              <p:cNvSpPr>
                <a:spLocks noGrp="1"/>
              </p:cNvSpPr>
              <p:nvPr/>
            </p:nvSpPr>
            <p:spPr>
              <a:xfrm>
                <a:off x="209550" y="5438775"/>
                <a:ext cx="1275588" cy="1304666"/>
              </a:xfrm>
              <a:custGeom>
                <a:avLst/>
                <a:gdLst/>
                <a:ahLst/>
                <a:cxnLst/>
                <a:rect l="l" t="t" r="r" b="b"/>
                <a:pathLst>
                  <a:path w="775" h="696">
                    <a:moveTo>
                      <a:pt x="0" y="0"/>
                    </a:moveTo>
                    <a:moveTo>
                      <a:pt x="774" y="601"/>
                    </a:moveTo>
                    <a:lnTo>
                      <a:pt x="775" y="609"/>
                    </a:lnTo>
                    <a:lnTo>
                      <a:pt x="771" y="617"/>
                    </a:lnTo>
                    <a:lnTo>
                      <a:pt x="762" y="624"/>
                    </a:lnTo>
                    <a:lnTo>
                      <a:pt x="755" y="630"/>
                    </a:lnTo>
                    <a:lnTo>
                      <a:pt x="750" y="637"/>
                    </a:lnTo>
                    <a:lnTo>
                      <a:pt x="744" y="643"/>
                    </a:lnTo>
                    <a:lnTo>
                      <a:pt x="736" y="648"/>
                    </a:lnTo>
                    <a:lnTo>
                      <a:pt x="725" y="652"/>
                    </a:lnTo>
                    <a:lnTo>
                      <a:pt x="716" y="655"/>
                    </a:lnTo>
                    <a:lnTo>
                      <a:pt x="713" y="664"/>
                    </a:lnTo>
                    <a:lnTo>
                      <a:pt x="711" y="677"/>
                    </a:lnTo>
                    <a:lnTo>
                      <a:pt x="708" y="689"/>
                    </a:lnTo>
                    <a:lnTo>
                      <a:pt x="698" y="696"/>
                    </a:lnTo>
                    <a:lnTo>
                      <a:pt x="685" y="694"/>
                    </a:lnTo>
                    <a:lnTo>
                      <a:pt x="672" y="687"/>
                    </a:lnTo>
                    <a:lnTo>
                      <a:pt x="661" y="681"/>
                    </a:lnTo>
                    <a:lnTo>
                      <a:pt x="652" y="680"/>
                    </a:lnTo>
                    <a:lnTo>
                      <a:pt x="644" y="681"/>
                    </a:lnTo>
                    <a:lnTo>
                      <a:pt x="636" y="681"/>
                    </a:lnTo>
                    <a:lnTo>
                      <a:pt x="629" y="679"/>
                    </a:lnTo>
                    <a:lnTo>
                      <a:pt x="621" y="677"/>
                    </a:lnTo>
                    <a:lnTo>
                      <a:pt x="613" y="677"/>
                    </a:lnTo>
                    <a:lnTo>
                      <a:pt x="603" y="678"/>
                    </a:lnTo>
                    <a:lnTo>
                      <a:pt x="594" y="677"/>
                    </a:lnTo>
                    <a:lnTo>
                      <a:pt x="589" y="671"/>
                    </a:lnTo>
                    <a:lnTo>
                      <a:pt x="586" y="663"/>
                    </a:lnTo>
                    <a:lnTo>
                      <a:pt x="582" y="657"/>
                    </a:lnTo>
                    <a:lnTo>
                      <a:pt x="573" y="653"/>
                    </a:lnTo>
                    <a:lnTo>
                      <a:pt x="562" y="650"/>
                    </a:lnTo>
                    <a:lnTo>
                      <a:pt x="555" y="643"/>
                    </a:lnTo>
                    <a:lnTo>
                      <a:pt x="558" y="633"/>
                    </a:lnTo>
                    <a:lnTo>
                      <a:pt x="567" y="623"/>
                    </a:lnTo>
                    <a:lnTo>
                      <a:pt x="576" y="614"/>
                    </a:lnTo>
                    <a:lnTo>
                      <a:pt x="577" y="607"/>
                    </a:lnTo>
                    <a:lnTo>
                      <a:pt x="571" y="601"/>
                    </a:lnTo>
                    <a:lnTo>
                      <a:pt x="563" y="594"/>
                    </a:lnTo>
                    <a:lnTo>
                      <a:pt x="558" y="586"/>
                    </a:lnTo>
                    <a:lnTo>
                      <a:pt x="556" y="577"/>
                    </a:lnTo>
                    <a:lnTo>
                      <a:pt x="554" y="569"/>
                    </a:lnTo>
                    <a:lnTo>
                      <a:pt x="552" y="559"/>
                    </a:lnTo>
                    <a:lnTo>
                      <a:pt x="553" y="551"/>
                    </a:lnTo>
                    <a:lnTo>
                      <a:pt x="561" y="545"/>
                    </a:lnTo>
                    <a:lnTo>
                      <a:pt x="573" y="544"/>
                    </a:lnTo>
                    <a:lnTo>
                      <a:pt x="585" y="544"/>
                    </a:lnTo>
                    <a:lnTo>
                      <a:pt x="591" y="540"/>
                    </a:lnTo>
                    <a:lnTo>
                      <a:pt x="595" y="533"/>
                    </a:lnTo>
                    <a:lnTo>
                      <a:pt x="598" y="525"/>
                    </a:lnTo>
                    <a:lnTo>
                      <a:pt x="606" y="520"/>
                    </a:lnTo>
                    <a:lnTo>
                      <a:pt x="616" y="522"/>
                    </a:lnTo>
                    <a:lnTo>
                      <a:pt x="626" y="525"/>
                    </a:lnTo>
                    <a:lnTo>
                      <a:pt x="635" y="525"/>
                    </a:lnTo>
                    <a:lnTo>
                      <a:pt x="643" y="519"/>
                    </a:lnTo>
                    <a:lnTo>
                      <a:pt x="654" y="512"/>
                    </a:lnTo>
                    <a:lnTo>
                      <a:pt x="665" y="508"/>
                    </a:lnTo>
                    <a:lnTo>
                      <a:pt x="677" y="508"/>
                    </a:lnTo>
                    <a:lnTo>
                      <a:pt x="687" y="512"/>
                    </a:lnTo>
                    <a:lnTo>
                      <a:pt x="698" y="515"/>
                    </a:lnTo>
                    <a:lnTo>
                      <a:pt x="708" y="520"/>
                    </a:lnTo>
                    <a:lnTo>
                      <a:pt x="716" y="528"/>
                    </a:lnTo>
                    <a:lnTo>
                      <a:pt x="719" y="538"/>
                    </a:lnTo>
                    <a:lnTo>
                      <a:pt x="721" y="549"/>
                    </a:lnTo>
                    <a:lnTo>
                      <a:pt x="725" y="555"/>
                    </a:lnTo>
                    <a:lnTo>
                      <a:pt x="736" y="557"/>
                    </a:lnTo>
                    <a:lnTo>
                      <a:pt x="753" y="557"/>
                    </a:lnTo>
                    <a:lnTo>
                      <a:pt x="767" y="560"/>
                    </a:lnTo>
                    <a:lnTo>
                      <a:pt x="774" y="568"/>
                    </a:lnTo>
                    <a:lnTo>
                      <a:pt x="773" y="577"/>
                    </a:lnTo>
                    <a:lnTo>
                      <a:pt x="770" y="585"/>
                    </a:lnTo>
                    <a:lnTo>
                      <a:pt x="771" y="593"/>
                    </a:lnTo>
                    <a:close/>
                  </a:path>
                </a:pathLst>
              </a:custGeom>
              <a:solidFill>
                <a:srgbClr val="E18B48">
                  <a:alpha val="37000"/>
                </a:srgbClr>
              </a:solidFill>
              <a:ln>
                <a:noFill/>
              </a:ln>
            </p:spPr>
            <p:txBody>
              <a:bodyPr anchor="ctr"/>
              <a:lstStyle/>
              <a:p>
                <a:pPr algn="ctr">
                  <a:buNone/>
                </a:pPr>
              </a:p>
            </p:txBody>
          </p:sp>
          <p:sp>
            <p:nvSpPr>
              <p:cNvPr id="3020" name="addition:input:143"/>
              <p:cNvSpPr>
                <a:spLocks noGrp="1"/>
              </p:cNvSpPr>
              <p:nvPr/>
            </p:nvSpPr>
            <p:spPr>
              <a:xfrm>
                <a:off x="209550" y="5438775"/>
                <a:ext cx="1097829" cy="1162202"/>
              </a:xfrm>
              <a:custGeom>
                <a:avLst/>
                <a:gdLst/>
                <a:ahLst/>
                <a:cxnLst/>
                <a:rect l="l" t="t" r="r" b="b"/>
                <a:pathLst>
                  <a:path w="667" h="620">
                    <a:moveTo>
                      <a:pt x="0" y="0"/>
                    </a:moveTo>
                    <a:moveTo>
                      <a:pt x="667" y="580"/>
                    </a:moveTo>
                    <a:lnTo>
                      <a:pt x="667" y="584"/>
                    </a:lnTo>
                    <a:lnTo>
                      <a:pt x="666" y="587"/>
                    </a:lnTo>
                    <a:lnTo>
                      <a:pt x="665" y="591"/>
                    </a:lnTo>
                    <a:lnTo>
                      <a:pt x="663" y="595"/>
                    </a:lnTo>
                    <a:lnTo>
                      <a:pt x="660" y="597"/>
                    </a:lnTo>
                    <a:lnTo>
                      <a:pt x="654" y="598"/>
                    </a:lnTo>
                    <a:lnTo>
                      <a:pt x="648" y="599"/>
                    </a:lnTo>
                    <a:lnTo>
                      <a:pt x="645" y="600"/>
                    </a:lnTo>
                    <a:lnTo>
                      <a:pt x="644" y="605"/>
                    </a:lnTo>
                    <a:lnTo>
                      <a:pt x="645" y="610"/>
                    </a:lnTo>
                    <a:lnTo>
                      <a:pt x="643" y="615"/>
                    </a:lnTo>
                    <a:lnTo>
                      <a:pt x="639" y="618"/>
                    </a:lnTo>
                    <a:lnTo>
                      <a:pt x="634" y="618"/>
                    </a:lnTo>
                    <a:lnTo>
                      <a:pt x="629" y="618"/>
                    </a:lnTo>
                    <a:lnTo>
                      <a:pt x="625" y="618"/>
                    </a:lnTo>
                    <a:lnTo>
                      <a:pt x="620" y="620"/>
                    </a:lnTo>
                    <a:lnTo>
                      <a:pt x="616" y="620"/>
                    </a:lnTo>
                    <a:lnTo>
                      <a:pt x="612" y="619"/>
                    </a:lnTo>
                    <a:lnTo>
                      <a:pt x="608" y="617"/>
                    </a:lnTo>
                    <a:lnTo>
                      <a:pt x="605" y="616"/>
                    </a:lnTo>
                    <a:lnTo>
                      <a:pt x="601" y="615"/>
                    </a:lnTo>
                    <a:lnTo>
                      <a:pt x="598" y="614"/>
                    </a:lnTo>
                    <a:lnTo>
                      <a:pt x="595" y="612"/>
                    </a:lnTo>
                    <a:lnTo>
                      <a:pt x="594" y="609"/>
                    </a:lnTo>
                    <a:lnTo>
                      <a:pt x="592" y="607"/>
                    </a:lnTo>
                    <a:lnTo>
                      <a:pt x="588" y="606"/>
                    </a:lnTo>
                    <a:lnTo>
                      <a:pt x="582" y="607"/>
                    </a:lnTo>
                    <a:lnTo>
                      <a:pt x="577" y="607"/>
                    </a:lnTo>
                    <a:lnTo>
                      <a:pt x="574" y="604"/>
                    </a:lnTo>
                    <a:lnTo>
                      <a:pt x="575" y="599"/>
                    </a:lnTo>
                    <a:lnTo>
                      <a:pt x="579" y="594"/>
                    </a:lnTo>
                    <a:lnTo>
                      <a:pt x="581" y="590"/>
                    </a:lnTo>
                    <a:lnTo>
                      <a:pt x="581" y="586"/>
                    </a:lnTo>
                    <a:lnTo>
                      <a:pt x="581" y="583"/>
                    </a:lnTo>
                    <a:lnTo>
                      <a:pt x="581" y="580"/>
                    </a:lnTo>
                    <a:lnTo>
                      <a:pt x="582" y="577"/>
                    </a:lnTo>
                    <a:lnTo>
                      <a:pt x="582" y="574"/>
                    </a:lnTo>
                    <a:lnTo>
                      <a:pt x="580" y="570"/>
                    </a:lnTo>
                    <a:lnTo>
                      <a:pt x="578" y="566"/>
                    </a:lnTo>
                    <a:lnTo>
                      <a:pt x="578" y="562"/>
                    </a:lnTo>
                    <a:lnTo>
                      <a:pt x="581" y="559"/>
                    </a:lnTo>
                    <a:lnTo>
                      <a:pt x="585" y="558"/>
                    </a:lnTo>
                    <a:lnTo>
                      <a:pt x="587" y="555"/>
                    </a:lnTo>
                    <a:lnTo>
                      <a:pt x="588" y="552"/>
                    </a:lnTo>
                    <a:lnTo>
                      <a:pt x="588" y="547"/>
                    </a:lnTo>
                    <a:lnTo>
                      <a:pt x="591" y="545"/>
                    </a:lnTo>
                    <a:lnTo>
                      <a:pt x="595" y="545"/>
                    </a:lnTo>
                    <a:lnTo>
                      <a:pt x="600" y="547"/>
                    </a:lnTo>
                    <a:lnTo>
                      <a:pt x="604" y="549"/>
                    </a:lnTo>
                    <a:lnTo>
                      <a:pt x="607" y="549"/>
                    </a:lnTo>
                    <a:lnTo>
                      <a:pt x="609" y="546"/>
                    </a:lnTo>
                    <a:lnTo>
                      <a:pt x="612" y="544"/>
                    </a:lnTo>
                    <a:lnTo>
                      <a:pt x="616" y="542"/>
                    </a:lnTo>
                    <a:lnTo>
                      <a:pt x="620" y="541"/>
                    </a:lnTo>
                    <a:lnTo>
                      <a:pt x="624" y="540"/>
                    </a:lnTo>
                    <a:lnTo>
                      <a:pt x="629" y="539"/>
                    </a:lnTo>
                    <a:lnTo>
                      <a:pt x="634" y="539"/>
                    </a:lnTo>
                    <a:lnTo>
                      <a:pt x="637" y="543"/>
                    </a:lnTo>
                    <a:lnTo>
                      <a:pt x="639" y="548"/>
                    </a:lnTo>
                    <a:lnTo>
                      <a:pt x="640" y="553"/>
                    </a:lnTo>
                    <a:lnTo>
                      <a:pt x="642" y="556"/>
                    </a:lnTo>
                    <a:lnTo>
                      <a:pt x="647" y="556"/>
                    </a:lnTo>
                    <a:lnTo>
                      <a:pt x="652" y="558"/>
                    </a:lnTo>
                    <a:lnTo>
                      <a:pt x="656" y="560"/>
                    </a:lnTo>
                    <a:lnTo>
                      <a:pt x="656" y="564"/>
                    </a:lnTo>
                    <a:lnTo>
                      <a:pt x="656" y="568"/>
                    </a:lnTo>
                    <a:lnTo>
                      <a:pt x="658" y="571"/>
                    </a:lnTo>
                    <a:lnTo>
                      <a:pt x="662" y="573"/>
                    </a:lnTo>
                    <a:lnTo>
                      <a:pt x="665" y="577"/>
                    </a:lnTo>
                    <a:close/>
                  </a:path>
                </a:pathLst>
              </a:custGeom>
              <a:solidFill>
                <a:srgbClr val="DE8036">
                  <a:alpha val="36000"/>
                </a:srgbClr>
              </a:solidFill>
              <a:ln>
                <a:noFill/>
              </a:ln>
            </p:spPr>
            <p:txBody>
              <a:bodyPr anchor="ctr"/>
              <a:lstStyle/>
              <a:p>
                <a:pPr algn="ctr">
                  <a:buNone/>
                </a:pPr>
              </a:p>
            </p:txBody>
          </p:sp>
          <p:sp>
            <p:nvSpPr>
              <p:cNvPr id="3021" name="addition:input:144"/>
              <p:cNvSpPr>
                <a:spLocks noGrp="1"/>
              </p:cNvSpPr>
              <p:nvPr/>
            </p:nvSpPr>
            <p:spPr>
              <a:xfrm>
                <a:off x="209550" y="5438775"/>
                <a:ext cx="1180125" cy="1120963"/>
              </a:xfrm>
              <a:custGeom>
                <a:avLst/>
                <a:gdLst/>
                <a:ahLst/>
                <a:cxnLst/>
                <a:rect l="l" t="t" r="r" b="b"/>
                <a:pathLst>
                  <a:path w="717" h="598">
                    <a:moveTo>
                      <a:pt x="0" y="0"/>
                    </a:moveTo>
                    <a:moveTo>
                      <a:pt x="709" y="569"/>
                    </a:moveTo>
                    <a:lnTo>
                      <a:pt x="708" y="571"/>
                    </a:lnTo>
                    <a:lnTo>
                      <a:pt x="707" y="573"/>
                    </a:lnTo>
                    <a:lnTo>
                      <a:pt x="706" y="575"/>
                    </a:lnTo>
                    <a:lnTo>
                      <a:pt x="705" y="578"/>
                    </a:lnTo>
                    <a:lnTo>
                      <a:pt x="706" y="581"/>
                    </a:lnTo>
                    <a:lnTo>
                      <a:pt x="707" y="584"/>
                    </a:lnTo>
                    <a:lnTo>
                      <a:pt x="707" y="588"/>
                    </a:lnTo>
                    <a:lnTo>
                      <a:pt x="706" y="590"/>
                    </a:lnTo>
                    <a:lnTo>
                      <a:pt x="702" y="591"/>
                    </a:lnTo>
                    <a:lnTo>
                      <a:pt x="698" y="591"/>
                    </a:lnTo>
                    <a:lnTo>
                      <a:pt x="695" y="592"/>
                    </a:lnTo>
                    <a:lnTo>
                      <a:pt x="694" y="594"/>
                    </a:lnTo>
                    <a:lnTo>
                      <a:pt x="692" y="596"/>
                    </a:lnTo>
                    <a:lnTo>
                      <a:pt x="690" y="598"/>
                    </a:lnTo>
                    <a:lnTo>
                      <a:pt x="687" y="597"/>
                    </a:lnTo>
                    <a:lnTo>
                      <a:pt x="684" y="595"/>
                    </a:lnTo>
                    <a:lnTo>
                      <a:pt x="681" y="594"/>
                    </a:lnTo>
                    <a:lnTo>
                      <a:pt x="679" y="594"/>
                    </a:lnTo>
                    <a:lnTo>
                      <a:pt x="676" y="596"/>
                    </a:lnTo>
                    <a:lnTo>
                      <a:pt x="674" y="597"/>
                    </a:lnTo>
                    <a:lnTo>
                      <a:pt x="671" y="597"/>
                    </a:lnTo>
                    <a:lnTo>
                      <a:pt x="667" y="597"/>
                    </a:lnTo>
                    <a:lnTo>
                      <a:pt x="664" y="597"/>
                    </a:lnTo>
                    <a:lnTo>
                      <a:pt x="660" y="596"/>
                    </a:lnTo>
                    <a:lnTo>
                      <a:pt x="657" y="595"/>
                    </a:lnTo>
                    <a:lnTo>
                      <a:pt x="656" y="591"/>
                    </a:lnTo>
                    <a:lnTo>
                      <a:pt x="657" y="586"/>
                    </a:lnTo>
                    <a:lnTo>
                      <a:pt x="657" y="583"/>
                    </a:lnTo>
                    <a:lnTo>
                      <a:pt x="656" y="581"/>
                    </a:lnTo>
                    <a:lnTo>
                      <a:pt x="652" y="580"/>
                    </a:lnTo>
                    <a:lnTo>
                      <a:pt x="648" y="579"/>
                    </a:lnTo>
                    <a:lnTo>
                      <a:pt x="645" y="576"/>
                    </a:lnTo>
                    <a:lnTo>
                      <a:pt x="644" y="574"/>
                    </a:lnTo>
                    <a:lnTo>
                      <a:pt x="644" y="571"/>
                    </a:lnTo>
                    <a:lnTo>
                      <a:pt x="643" y="569"/>
                    </a:lnTo>
                    <a:lnTo>
                      <a:pt x="642" y="566"/>
                    </a:lnTo>
                    <a:lnTo>
                      <a:pt x="641" y="563"/>
                    </a:lnTo>
                    <a:lnTo>
                      <a:pt x="641" y="560"/>
                    </a:lnTo>
                    <a:lnTo>
                      <a:pt x="643" y="558"/>
                    </a:lnTo>
                    <a:lnTo>
                      <a:pt x="644" y="556"/>
                    </a:lnTo>
                    <a:lnTo>
                      <a:pt x="646" y="553"/>
                    </a:lnTo>
                    <a:lnTo>
                      <a:pt x="647" y="551"/>
                    </a:lnTo>
                    <a:lnTo>
                      <a:pt x="651" y="550"/>
                    </a:lnTo>
                    <a:lnTo>
                      <a:pt x="655" y="550"/>
                    </a:lnTo>
                    <a:lnTo>
                      <a:pt x="659" y="550"/>
                    </a:lnTo>
                    <a:lnTo>
                      <a:pt x="662" y="549"/>
                    </a:lnTo>
                    <a:lnTo>
                      <a:pt x="663" y="545"/>
                    </a:lnTo>
                    <a:lnTo>
                      <a:pt x="664" y="541"/>
                    </a:lnTo>
                    <a:lnTo>
                      <a:pt x="666" y="537"/>
                    </a:lnTo>
                    <a:lnTo>
                      <a:pt x="670" y="536"/>
                    </a:lnTo>
                    <a:lnTo>
                      <a:pt x="674" y="537"/>
                    </a:lnTo>
                    <a:lnTo>
                      <a:pt x="678" y="538"/>
                    </a:lnTo>
                    <a:lnTo>
                      <a:pt x="682" y="539"/>
                    </a:lnTo>
                    <a:lnTo>
                      <a:pt x="685" y="539"/>
                    </a:lnTo>
                    <a:lnTo>
                      <a:pt x="689" y="541"/>
                    </a:lnTo>
                    <a:lnTo>
                      <a:pt x="691" y="543"/>
                    </a:lnTo>
                    <a:lnTo>
                      <a:pt x="694" y="544"/>
                    </a:lnTo>
                    <a:lnTo>
                      <a:pt x="697" y="545"/>
                    </a:lnTo>
                    <a:lnTo>
                      <a:pt x="700" y="545"/>
                    </a:lnTo>
                    <a:lnTo>
                      <a:pt x="703" y="545"/>
                    </a:lnTo>
                    <a:lnTo>
                      <a:pt x="705" y="548"/>
                    </a:lnTo>
                    <a:lnTo>
                      <a:pt x="706" y="550"/>
                    </a:lnTo>
                    <a:lnTo>
                      <a:pt x="707" y="553"/>
                    </a:lnTo>
                    <a:lnTo>
                      <a:pt x="709" y="554"/>
                    </a:lnTo>
                    <a:lnTo>
                      <a:pt x="714" y="555"/>
                    </a:lnTo>
                    <a:lnTo>
                      <a:pt x="717" y="557"/>
                    </a:lnTo>
                    <a:lnTo>
                      <a:pt x="717" y="560"/>
                    </a:lnTo>
                    <a:lnTo>
                      <a:pt x="715" y="563"/>
                    </a:lnTo>
                    <a:lnTo>
                      <a:pt x="711" y="566"/>
                    </a:lnTo>
                    <a:close/>
                  </a:path>
                </a:pathLst>
              </a:custGeom>
              <a:solidFill>
                <a:srgbClr val="DE8036">
                  <a:alpha val="36000"/>
                </a:srgbClr>
              </a:solidFill>
              <a:ln>
                <a:noFill/>
              </a:ln>
            </p:spPr>
            <p:txBody>
              <a:bodyPr anchor="ctr"/>
              <a:lstStyle/>
              <a:p>
                <a:pPr algn="ctr">
                  <a:buNone/>
                </a:pPr>
              </a:p>
            </p:txBody>
          </p:sp>
          <p:sp>
            <p:nvSpPr>
              <p:cNvPr id="3022" name="addition:input:145"/>
              <p:cNvSpPr>
                <a:spLocks noGrp="1"/>
              </p:cNvSpPr>
              <p:nvPr/>
            </p:nvSpPr>
            <p:spPr>
              <a:xfrm>
                <a:off x="209550" y="5438775"/>
                <a:ext cx="1245961" cy="1237183"/>
              </a:xfrm>
              <a:custGeom>
                <a:avLst/>
                <a:gdLst/>
                <a:ahLst/>
                <a:cxnLst/>
                <a:rect l="l" t="t" r="r" b="b"/>
                <a:pathLst>
                  <a:path w="757" h="660">
                    <a:moveTo>
                      <a:pt x="0" y="0"/>
                    </a:moveTo>
                    <a:moveTo>
                      <a:pt x="753" y="620"/>
                    </a:moveTo>
                    <a:lnTo>
                      <a:pt x="751" y="623"/>
                    </a:lnTo>
                    <a:lnTo>
                      <a:pt x="748" y="626"/>
                    </a:lnTo>
                    <a:lnTo>
                      <a:pt x="745" y="629"/>
                    </a:lnTo>
                    <a:lnTo>
                      <a:pt x="744" y="632"/>
                    </a:lnTo>
                    <a:lnTo>
                      <a:pt x="743" y="636"/>
                    </a:lnTo>
                    <a:lnTo>
                      <a:pt x="741" y="639"/>
                    </a:lnTo>
                    <a:lnTo>
                      <a:pt x="738" y="641"/>
                    </a:lnTo>
                    <a:lnTo>
                      <a:pt x="735" y="643"/>
                    </a:lnTo>
                    <a:lnTo>
                      <a:pt x="734" y="647"/>
                    </a:lnTo>
                    <a:lnTo>
                      <a:pt x="733" y="652"/>
                    </a:lnTo>
                    <a:lnTo>
                      <a:pt x="732" y="657"/>
                    </a:lnTo>
                    <a:lnTo>
                      <a:pt x="729" y="660"/>
                    </a:lnTo>
                    <a:lnTo>
                      <a:pt x="723" y="658"/>
                    </a:lnTo>
                    <a:lnTo>
                      <a:pt x="717" y="655"/>
                    </a:lnTo>
                    <a:lnTo>
                      <a:pt x="713" y="653"/>
                    </a:lnTo>
                    <a:lnTo>
                      <a:pt x="710" y="652"/>
                    </a:lnTo>
                    <a:lnTo>
                      <a:pt x="707" y="654"/>
                    </a:lnTo>
                    <a:lnTo>
                      <a:pt x="704" y="655"/>
                    </a:lnTo>
                    <a:lnTo>
                      <a:pt x="701" y="656"/>
                    </a:lnTo>
                    <a:lnTo>
                      <a:pt x="698" y="656"/>
                    </a:lnTo>
                    <a:lnTo>
                      <a:pt x="694" y="657"/>
                    </a:lnTo>
                    <a:lnTo>
                      <a:pt x="689" y="657"/>
                    </a:lnTo>
                    <a:lnTo>
                      <a:pt x="685" y="657"/>
                    </a:lnTo>
                    <a:lnTo>
                      <a:pt x="682" y="654"/>
                    </a:lnTo>
                    <a:lnTo>
                      <a:pt x="681" y="650"/>
                    </a:lnTo>
                    <a:lnTo>
                      <a:pt x="679" y="647"/>
                    </a:lnTo>
                    <a:lnTo>
                      <a:pt x="675" y="645"/>
                    </a:lnTo>
                    <a:lnTo>
                      <a:pt x="671" y="643"/>
                    </a:lnTo>
                    <a:lnTo>
                      <a:pt x="667" y="641"/>
                    </a:lnTo>
                    <a:lnTo>
                      <a:pt x="667" y="637"/>
                    </a:lnTo>
                    <a:lnTo>
                      <a:pt x="669" y="632"/>
                    </a:lnTo>
                    <a:lnTo>
                      <a:pt x="671" y="628"/>
                    </a:lnTo>
                    <a:lnTo>
                      <a:pt x="670" y="625"/>
                    </a:lnTo>
                    <a:lnTo>
                      <a:pt x="665" y="623"/>
                    </a:lnTo>
                    <a:lnTo>
                      <a:pt x="661" y="620"/>
                    </a:lnTo>
                    <a:lnTo>
                      <a:pt x="657" y="616"/>
                    </a:lnTo>
                    <a:lnTo>
                      <a:pt x="656" y="612"/>
                    </a:lnTo>
                    <a:lnTo>
                      <a:pt x="656" y="608"/>
                    </a:lnTo>
                    <a:lnTo>
                      <a:pt x="656" y="604"/>
                    </a:lnTo>
                    <a:lnTo>
                      <a:pt x="657" y="601"/>
                    </a:lnTo>
                    <a:lnTo>
                      <a:pt x="661" y="599"/>
                    </a:lnTo>
                    <a:lnTo>
                      <a:pt x="667" y="598"/>
                    </a:lnTo>
                    <a:lnTo>
                      <a:pt x="672" y="598"/>
                    </a:lnTo>
                    <a:lnTo>
                      <a:pt x="675" y="596"/>
                    </a:lnTo>
                    <a:lnTo>
                      <a:pt x="676" y="592"/>
                    </a:lnTo>
                    <a:lnTo>
                      <a:pt x="677" y="588"/>
                    </a:lnTo>
                    <a:lnTo>
                      <a:pt x="680" y="585"/>
                    </a:lnTo>
                    <a:lnTo>
                      <a:pt x="685" y="584"/>
                    </a:lnTo>
                    <a:lnTo>
                      <a:pt x="690" y="585"/>
                    </a:lnTo>
                    <a:lnTo>
                      <a:pt x="695" y="584"/>
                    </a:lnTo>
                    <a:lnTo>
                      <a:pt x="699" y="582"/>
                    </a:lnTo>
                    <a:lnTo>
                      <a:pt x="703" y="579"/>
                    </a:lnTo>
                    <a:lnTo>
                      <a:pt x="708" y="577"/>
                    </a:lnTo>
                    <a:lnTo>
                      <a:pt x="713" y="578"/>
                    </a:lnTo>
                    <a:lnTo>
                      <a:pt x="718" y="580"/>
                    </a:lnTo>
                    <a:lnTo>
                      <a:pt x="723" y="582"/>
                    </a:lnTo>
                    <a:lnTo>
                      <a:pt x="727" y="584"/>
                    </a:lnTo>
                    <a:lnTo>
                      <a:pt x="730" y="587"/>
                    </a:lnTo>
                    <a:lnTo>
                      <a:pt x="732" y="591"/>
                    </a:lnTo>
                    <a:lnTo>
                      <a:pt x="733" y="595"/>
                    </a:lnTo>
                    <a:lnTo>
                      <a:pt x="736" y="597"/>
                    </a:lnTo>
                    <a:lnTo>
                      <a:pt x="741" y="597"/>
                    </a:lnTo>
                    <a:lnTo>
                      <a:pt x="748" y="596"/>
                    </a:lnTo>
                    <a:lnTo>
                      <a:pt x="754" y="597"/>
                    </a:lnTo>
                    <a:lnTo>
                      <a:pt x="757" y="600"/>
                    </a:lnTo>
                    <a:lnTo>
                      <a:pt x="756" y="605"/>
                    </a:lnTo>
                    <a:lnTo>
                      <a:pt x="753" y="609"/>
                    </a:lnTo>
                    <a:lnTo>
                      <a:pt x="752" y="613"/>
                    </a:lnTo>
                    <a:lnTo>
                      <a:pt x="753" y="616"/>
                    </a:lnTo>
                    <a:close/>
                  </a:path>
                </a:pathLst>
              </a:custGeom>
              <a:solidFill>
                <a:srgbClr val="DE8036">
                  <a:alpha val="36000"/>
                </a:srgbClr>
              </a:solidFill>
              <a:ln>
                <a:noFill/>
              </a:ln>
            </p:spPr>
            <p:txBody>
              <a:bodyPr anchor="ctr"/>
              <a:lstStyle/>
              <a:p>
                <a:pPr algn="ctr">
                  <a:buNone/>
                </a:pPr>
              </a:p>
            </p:txBody>
          </p:sp>
          <p:sp>
            <p:nvSpPr>
              <p:cNvPr id="3023" name="addition:input:146"/>
              <p:cNvSpPr>
                <a:spLocks noGrp="1"/>
              </p:cNvSpPr>
              <p:nvPr/>
            </p:nvSpPr>
            <p:spPr>
              <a:xfrm>
                <a:off x="209550" y="5438775"/>
                <a:ext cx="1120872" cy="1267176"/>
              </a:xfrm>
              <a:custGeom>
                <a:avLst/>
                <a:gdLst/>
                <a:ahLst/>
                <a:cxnLst/>
                <a:rect l="l" t="t" r="r" b="b"/>
                <a:pathLst>
                  <a:path w="681" h="676">
                    <a:moveTo>
                      <a:pt x="0" y="0"/>
                    </a:moveTo>
                    <a:moveTo>
                      <a:pt x="680" y="642"/>
                    </a:moveTo>
                    <a:lnTo>
                      <a:pt x="680" y="645"/>
                    </a:lnTo>
                    <a:lnTo>
                      <a:pt x="677" y="647"/>
                    </a:lnTo>
                    <a:lnTo>
                      <a:pt x="673" y="649"/>
                    </a:lnTo>
                    <a:lnTo>
                      <a:pt x="670" y="651"/>
                    </a:lnTo>
                    <a:lnTo>
                      <a:pt x="670" y="654"/>
                    </a:lnTo>
                    <a:lnTo>
                      <a:pt x="673" y="658"/>
                    </a:lnTo>
                    <a:lnTo>
                      <a:pt x="675" y="663"/>
                    </a:lnTo>
                    <a:lnTo>
                      <a:pt x="674" y="666"/>
                    </a:lnTo>
                    <a:lnTo>
                      <a:pt x="671" y="668"/>
                    </a:lnTo>
                    <a:lnTo>
                      <a:pt x="667" y="669"/>
                    </a:lnTo>
                    <a:lnTo>
                      <a:pt x="663" y="670"/>
                    </a:lnTo>
                    <a:lnTo>
                      <a:pt x="660" y="670"/>
                    </a:lnTo>
                    <a:lnTo>
                      <a:pt x="657" y="670"/>
                    </a:lnTo>
                    <a:lnTo>
                      <a:pt x="653" y="670"/>
                    </a:lnTo>
                    <a:lnTo>
                      <a:pt x="650" y="669"/>
                    </a:lnTo>
                    <a:lnTo>
                      <a:pt x="648" y="670"/>
                    </a:lnTo>
                    <a:lnTo>
                      <a:pt x="645" y="673"/>
                    </a:lnTo>
                    <a:lnTo>
                      <a:pt x="642" y="675"/>
                    </a:lnTo>
                    <a:lnTo>
                      <a:pt x="639" y="676"/>
                    </a:lnTo>
                    <a:lnTo>
                      <a:pt x="635" y="674"/>
                    </a:lnTo>
                    <a:lnTo>
                      <a:pt x="633" y="672"/>
                    </a:lnTo>
                    <a:lnTo>
                      <a:pt x="630" y="671"/>
                    </a:lnTo>
                    <a:lnTo>
                      <a:pt x="625" y="671"/>
                    </a:lnTo>
                    <a:lnTo>
                      <a:pt x="620" y="672"/>
                    </a:lnTo>
                    <a:lnTo>
                      <a:pt x="616" y="670"/>
                    </a:lnTo>
                    <a:lnTo>
                      <a:pt x="614" y="667"/>
                    </a:lnTo>
                    <a:lnTo>
                      <a:pt x="614" y="663"/>
                    </a:lnTo>
                    <a:lnTo>
                      <a:pt x="613" y="659"/>
                    </a:lnTo>
                    <a:lnTo>
                      <a:pt x="612" y="657"/>
                    </a:lnTo>
                    <a:lnTo>
                      <a:pt x="610" y="654"/>
                    </a:lnTo>
                    <a:lnTo>
                      <a:pt x="608" y="652"/>
                    </a:lnTo>
                    <a:lnTo>
                      <a:pt x="606" y="649"/>
                    </a:lnTo>
                    <a:lnTo>
                      <a:pt x="604" y="647"/>
                    </a:lnTo>
                    <a:lnTo>
                      <a:pt x="599" y="645"/>
                    </a:lnTo>
                    <a:lnTo>
                      <a:pt x="594" y="642"/>
                    </a:lnTo>
                    <a:lnTo>
                      <a:pt x="592" y="638"/>
                    </a:lnTo>
                    <a:lnTo>
                      <a:pt x="594" y="635"/>
                    </a:lnTo>
                    <a:lnTo>
                      <a:pt x="598" y="633"/>
                    </a:lnTo>
                    <a:lnTo>
                      <a:pt x="603" y="631"/>
                    </a:lnTo>
                    <a:lnTo>
                      <a:pt x="605" y="629"/>
                    </a:lnTo>
                    <a:lnTo>
                      <a:pt x="606" y="626"/>
                    </a:lnTo>
                    <a:lnTo>
                      <a:pt x="606" y="622"/>
                    </a:lnTo>
                    <a:lnTo>
                      <a:pt x="609" y="620"/>
                    </a:lnTo>
                    <a:lnTo>
                      <a:pt x="613" y="619"/>
                    </a:lnTo>
                    <a:lnTo>
                      <a:pt x="617" y="618"/>
                    </a:lnTo>
                    <a:lnTo>
                      <a:pt x="620" y="617"/>
                    </a:lnTo>
                    <a:lnTo>
                      <a:pt x="622" y="614"/>
                    </a:lnTo>
                    <a:lnTo>
                      <a:pt x="625" y="611"/>
                    </a:lnTo>
                    <a:lnTo>
                      <a:pt x="629" y="610"/>
                    </a:lnTo>
                    <a:lnTo>
                      <a:pt x="633" y="609"/>
                    </a:lnTo>
                    <a:lnTo>
                      <a:pt x="637" y="607"/>
                    </a:lnTo>
                    <a:lnTo>
                      <a:pt x="642" y="605"/>
                    </a:lnTo>
                    <a:lnTo>
                      <a:pt x="646" y="604"/>
                    </a:lnTo>
                    <a:lnTo>
                      <a:pt x="650" y="606"/>
                    </a:lnTo>
                    <a:lnTo>
                      <a:pt x="653" y="610"/>
                    </a:lnTo>
                    <a:lnTo>
                      <a:pt x="655" y="615"/>
                    </a:lnTo>
                    <a:lnTo>
                      <a:pt x="658" y="618"/>
                    </a:lnTo>
                    <a:lnTo>
                      <a:pt x="661" y="617"/>
                    </a:lnTo>
                    <a:lnTo>
                      <a:pt x="666" y="616"/>
                    </a:lnTo>
                    <a:lnTo>
                      <a:pt x="670" y="616"/>
                    </a:lnTo>
                    <a:lnTo>
                      <a:pt x="673" y="617"/>
                    </a:lnTo>
                    <a:lnTo>
                      <a:pt x="675" y="619"/>
                    </a:lnTo>
                    <a:lnTo>
                      <a:pt x="677" y="622"/>
                    </a:lnTo>
                    <a:lnTo>
                      <a:pt x="679" y="624"/>
                    </a:lnTo>
                    <a:lnTo>
                      <a:pt x="681" y="626"/>
                    </a:lnTo>
                    <a:lnTo>
                      <a:pt x="681" y="630"/>
                    </a:lnTo>
                    <a:lnTo>
                      <a:pt x="680" y="633"/>
                    </a:lnTo>
                    <a:lnTo>
                      <a:pt x="679" y="636"/>
                    </a:lnTo>
                    <a:lnTo>
                      <a:pt x="679" y="639"/>
                    </a:lnTo>
                    <a:close/>
                  </a:path>
                </a:pathLst>
              </a:custGeom>
              <a:solidFill>
                <a:srgbClr val="DE8036">
                  <a:alpha val="36000"/>
                </a:srgbClr>
              </a:solidFill>
              <a:ln>
                <a:noFill/>
              </a:ln>
            </p:spPr>
            <p:txBody>
              <a:bodyPr anchor="ctr"/>
              <a:lstStyle/>
              <a:p>
                <a:pPr algn="ctr">
                  <a:buNone/>
                </a:pPr>
              </a:p>
            </p:txBody>
          </p:sp>
          <p:sp>
            <p:nvSpPr>
              <p:cNvPr id="3024" name="addition:input:147"/>
              <p:cNvSpPr>
                <a:spLocks noGrp="1"/>
              </p:cNvSpPr>
              <p:nvPr/>
            </p:nvSpPr>
            <p:spPr>
              <a:xfrm>
                <a:off x="209550" y="5438775"/>
                <a:ext cx="1083015" cy="1152830"/>
              </a:xfrm>
              <a:custGeom>
                <a:avLst/>
                <a:gdLst/>
                <a:ahLst/>
                <a:cxnLst/>
                <a:rect l="l" t="t" r="r" b="b"/>
                <a:pathLst>
                  <a:path w="658" h="615">
                    <a:moveTo>
                      <a:pt x="0" y="0"/>
                    </a:moveTo>
                    <a:moveTo>
                      <a:pt x="648" y="584"/>
                    </a:moveTo>
                    <a:lnTo>
                      <a:pt x="651" y="586"/>
                    </a:lnTo>
                    <a:lnTo>
                      <a:pt x="655" y="589"/>
                    </a:lnTo>
                    <a:lnTo>
                      <a:pt x="658" y="593"/>
                    </a:lnTo>
                    <a:lnTo>
                      <a:pt x="658" y="596"/>
                    </a:lnTo>
                    <a:lnTo>
                      <a:pt x="655" y="598"/>
                    </a:lnTo>
                    <a:lnTo>
                      <a:pt x="651" y="599"/>
                    </a:lnTo>
                    <a:lnTo>
                      <a:pt x="648" y="600"/>
                    </a:lnTo>
                    <a:lnTo>
                      <a:pt x="646" y="602"/>
                    </a:lnTo>
                    <a:lnTo>
                      <a:pt x="645" y="603"/>
                    </a:lnTo>
                    <a:lnTo>
                      <a:pt x="642" y="605"/>
                    </a:lnTo>
                    <a:lnTo>
                      <a:pt x="640" y="606"/>
                    </a:lnTo>
                    <a:lnTo>
                      <a:pt x="638" y="607"/>
                    </a:lnTo>
                    <a:lnTo>
                      <a:pt x="636" y="610"/>
                    </a:lnTo>
                    <a:lnTo>
                      <a:pt x="634" y="612"/>
                    </a:lnTo>
                    <a:lnTo>
                      <a:pt x="631" y="614"/>
                    </a:lnTo>
                    <a:lnTo>
                      <a:pt x="627" y="613"/>
                    </a:lnTo>
                    <a:lnTo>
                      <a:pt x="624" y="612"/>
                    </a:lnTo>
                    <a:lnTo>
                      <a:pt x="621" y="612"/>
                    </a:lnTo>
                    <a:lnTo>
                      <a:pt x="617" y="614"/>
                    </a:lnTo>
                    <a:lnTo>
                      <a:pt x="614" y="615"/>
                    </a:lnTo>
                    <a:lnTo>
                      <a:pt x="610" y="615"/>
                    </a:lnTo>
                    <a:lnTo>
                      <a:pt x="607" y="612"/>
                    </a:lnTo>
                    <a:lnTo>
                      <a:pt x="606" y="608"/>
                    </a:lnTo>
                    <a:lnTo>
                      <a:pt x="605" y="604"/>
                    </a:lnTo>
                    <a:lnTo>
                      <a:pt x="603" y="603"/>
                    </a:lnTo>
                    <a:lnTo>
                      <a:pt x="600" y="602"/>
                    </a:lnTo>
                    <a:lnTo>
                      <a:pt x="597" y="601"/>
                    </a:lnTo>
                    <a:lnTo>
                      <a:pt x="594" y="600"/>
                    </a:lnTo>
                    <a:lnTo>
                      <a:pt x="592" y="599"/>
                    </a:lnTo>
                    <a:lnTo>
                      <a:pt x="589" y="597"/>
                    </a:lnTo>
                    <a:lnTo>
                      <a:pt x="586" y="595"/>
                    </a:lnTo>
                    <a:lnTo>
                      <a:pt x="585" y="593"/>
                    </a:lnTo>
                    <a:lnTo>
                      <a:pt x="586" y="589"/>
                    </a:lnTo>
                    <a:lnTo>
                      <a:pt x="589" y="586"/>
                    </a:lnTo>
                    <a:lnTo>
                      <a:pt x="592" y="584"/>
                    </a:lnTo>
                    <a:lnTo>
                      <a:pt x="593" y="581"/>
                    </a:lnTo>
                    <a:lnTo>
                      <a:pt x="592" y="579"/>
                    </a:lnTo>
                    <a:lnTo>
                      <a:pt x="591" y="576"/>
                    </a:lnTo>
                    <a:lnTo>
                      <a:pt x="593" y="573"/>
                    </a:lnTo>
                    <a:lnTo>
                      <a:pt x="596" y="572"/>
                    </a:lnTo>
                    <a:lnTo>
                      <a:pt x="599" y="570"/>
                    </a:lnTo>
                    <a:lnTo>
                      <a:pt x="601" y="568"/>
                    </a:lnTo>
                    <a:lnTo>
                      <a:pt x="601" y="565"/>
                    </a:lnTo>
                    <a:lnTo>
                      <a:pt x="602" y="562"/>
                    </a:lnTo>
                    <a:lnTo>
                      <a:pt x="603" y="559"/>
                    </a:lnTo>
                    <a:lnTo>
                      <a:pt x="605" y="557"/>
                    </a:lnTo>
                    <a:lnTo>
                      <a:pt x="608" y="556"/>
                    </a:lnTo>
                    <a:lnTo>
                      <a:pt x="610" y="554"/>
                    </a:lnTo>
                    <a:lnTo>
                      <a:pt x="613" y="553"/>
                    </a:lnTo>
                    <a:lnTo>
                      <a:pt x="616" y="554"/>
                    </a:lnTo>
                    <a:lnTo>
                      <a:pt x="619" y="557"/>
                    </a:lnTo>
                    <a:lnTo>
                      <a:pt x="622" y="560"/>
                    </a:lnTo>
                    <a:lnTo>
                      <a:pt x="623" y="560"/>
                    </a:lnTo>
                    <a:lnTo>
                      <a:pt x="626" y="558"/>
                    </a:lnTo>
                    <a:lnTo>
                      <a:pt x="628" y="555"/>
                    </a:lnTo>
                    <a:lnTo>
                      <a:pt x="631" y="554"/>
                    </a:lnTo>
                    <a:lnTo>
                      <a:pt x="634" y="555"/>
                    </a:lnTo>
                    <a:lnTo>
                      <a:pt x="636" y="557"/>
                    </a:lnTo>
                    <a:lnTo>
                      <a:pt x="637" y="559"/>
                    </a:lnTo>
                    <a:lnTo>
                      <a:pt x="640" y="560"/>
                    </a:lnTo>
                    <a:lnTo>
                      <a:pt x="642" y="561"/>
                    </a:lnTo>
                    <a:lnTo>
                      <a:pt x="644" y="563"/>
                    </a:lnTo>
                    <a:lnTo>
                      <a:pt x="645" y="566"/>
                    </a:lnTo>
                    <a:lnTo>
                      <a:pt x="646" y="569"/>
                    </a:lnTo>
                    <a:lnTo>
                      <a:pt x="647" y="571"/>
                    </a:lnTo>
                    <a:lnTo>
                      <a:pt x="648" y="574"/>
                    </a:lnTo>
                    <a:lnTo>
                      <a:pt x="649" y="576"/>
                    </a:lnTo>
                    <a:lnTo>
                      <a:pt x="649" y="579"/>
                    </a:lnTo>
                    <a:lnTo>
                      <a:pt x="648" y="581"/>
                    </a:lnTo>
                    <a:close/>
                  </a:path>
                </a:pathLst>
              </a:custGeom>
              <a:solidFill>
                <a:srgbClr val="E8A571">
                  <a:alpha val="32000"/>
                </a:srgbClr>
              </a:solidFill>
              <a:ln>
                <a:noFill/>
              </a:ln>
            </p:spPr>
            <p:txBody>
              <a:bodyPr anchor="ctr"/>
              <a:lstStyle/>
              <a:p>
                <a:pPr algn="ctr">
                  <a:buNone/>
                </a:pPr>
              </a:p>
            </p:txBody>
          </p:sp>
          <p:sp>
            <p:nvSpPr>
              <p:cNvPr id="3025" name="addition:input:148"/>
              <p:cNvSpPr>
                <a:spLocks noGrp="1"/>
              </p:cNvSpPr>
              <p:nvPr/>
            </p:nvSpPr>
            <p:spPr>
              <a:xfrm>
                <a:off x="209550" y="5438775"/>
                <a:ext cx="1201522" cy="1231560"/>
              </a:xfrm>
              <a:custGeom>
                <a:avLst/>
                <a:gdLst/>
                <a:ahLst/>
                <a:cxnLst/>
                <a:rect l="l" t="t" r="r" b="b"/>
                <a:pathLst>
                  <a:path w="730" h="657">
                    <a:moveTo>
                      <a:pt x="0" y="0"/>
                    </a:moveTo>
                    <a:moveTo>
                      <a:pt x="729" y="627"/>
                    </a:moveTo>
                    <a:lnTo>
                      <a:pt x="727" y="629"/>
                    </a:lnTo>
                    <a:lnTo>
                      <a:pt x="726" y="631"/>
                    </a:lnTo>
                    <a:lnTo>
                      <a:pt x="726" y="633"/>
                    </a:lnTo>
                    <a:lnTo>
                      <a:pt x="727" y="636"/>
                    </a:lnTo>
                    <a:lnTo>
                      <a:pt x="726" y="638"/>
                    </a:lnTo>
                    <a:lnTo>
                      <a:pt x="723" y="640"/>
                    </a:lnTo>
                    <a:lnTo>
                      <a:pt x="720" y="641"/>
                    </a:lnTo>
                    <a:lnTo>
                      <a:pt x="717" y="642"/>
                    </a:lnTo>
                    <a:lnTo>
                      <a:pt x="715" y="643"/>
                    </a:lnTo>
                    <a:lnTo>
                      <a:pt x="713" y="645"/>
                    </a:lnTo>
                    <a:lnTo>
                      <a:pt x="710" y="646"/>
                    </a:lnTo>
                    <a:lnTo>
                      <a:pt x="708" y="647"/>
                    </a:lnTo>
                    <a:lnTo>
                      <a:pt x="705" y="649"/>
                    </a:lnTo>
                    <a:lnTo>
                      <a:pt x="703" y="652"/>
                    </a:lnTo>
                    <a:lnTo>
                      <a:pt x="700" y="655"/>
                    </a:lnTo>
                    <a:lnTo>
                      <a:pt x="697" y="657"/>
                    </a:lnTo>
                    <a:lnTo>
                      <a:pt x="693" y="656"/>
                    </a:lnTo>
                    <a:lnTo>
                      <a:pt x="690" y="653"/>
                    </a:lnTo>
                    <a:lnTo>
                      <a:pt x="687" y="650"/>
                    </a:lnTo>
                    <a:lnTo>
                      <a:pt x="685" y="648"/>
                    </a:lnTo>
                    <a:lnTo>
                      <a:pt x="682" y="648"/>
                    </a:lnTo>
                    <a:lnTo>
                      <a:pt x="679" y="649"/>
                    </a:lnTo>
                    <a:lnTo>
                      <a:pt x="676" y="649"/>
                    </a:lnTo>
                    <a:lnTo>
                      <a:pt x="674" y="647"/>
                    </a:lnTo>
                    <a:lnTo>
                      <a:pt x="672" y="646"/>
                    </a:lnTo>
                    <a:lnTo>
                      <a:pt x="670" y="645"/>
                    </a:lnTo>
                    <a:lnTo>
                      <a:pt x="667" y="644"/>
                    </a:lnTo>
                    <a:lnTo>
                      <a:pt x="665" y="642"/>
                    </a:lnTo>
                    <a:lnTo>
                      <a:pt x="664" y="640"/>
                    </a:lnTo>
                    <a:lnTo>
                      <a:pt x="664" y="638"/>
                    </a:lnTo>
                    <a:lnTo>
                      <a:pt x="663" y="636"/>
                    </a:lnTo>
                    <a:lnTo>
                      <a:pt x="661" y="634"/>
                    </a:lnTo>
                    <a:lnTo>
                      <a:pt x="660" y="632"/>
                    </a:lnTo>
                    <a:lnTo>
                      <a:pt x="661" y="629"/>
                    </a:lnTo>
                    <a:lnTo>
                      <a:pt x="665" y="627"/>
                    </a:lnTo>
                    <a:lnTo>
                      <a:pt x="669" y="625"/>
                    </a:lnTo>
                    <a:lnTo>
                      <a:pt x="671" y="623"/>
                    </a:lnTo>
                    <a:lnTo>
                      <a:pt x="670" y="621"/>
                    </a:lnTo>
                    <a:lnTo>
                      <a:pt x="667" y="618"/>
                    </a:lnTo>
                    <a:lnTo>
                      <a:pt x="666" y="615"/>
                    </a:lnTo>
                    <a:lnTo>
                      <a:pt x="666" y="612"/>
                    </a:lnTo>
                    <a:lnTo>
                      <a:pt x="668" y="610"/>
                    </a:lnTo>
                    <a:lnTo>
                      <a:pt x="670" y="608"/>
                    </a:lnTo>
                    <a:lnTo>
                      <a:pt x="671" y="606"/>
                    </a:lnTo>
                    <a:lnTo>
                      <a:pt x="673" y="605"/>
                    </a:lnTo>
                    <a:lnTo>
                      <a:pt x="676" y="605"/>
                    </a:lnTo>
                    <a:lnTo>
                      <a:pt x="679" y="605"/>
                    </a:lnTo>
                    <a:lnTo>
                      <a:pt x="682" y="605"/>
                    </a:lnTo>
                    <a:lnTo>
                      <a:pt x="684" y="604"/>
                    </a:lnTo>
                    <a:lnTo>
                      <a:pt x="685" y="602"/>
                    </a:lnTo>
                    <a:lnTo>
                      <a:pt x="688" y="601"/>
                    </a:lnTo>
                    <a:lnTo>
                      <a:pt x="690" y="601"/>
                    </a:lnTo>
                    <a:lnTo>
                      <a:pt x="693" y="603"/>
                    </a:lnTo>
                    <a:lnTo>
                      <a:pt x="695" y="604"/>
                    </a:lnTo>
                    <a:lnTo>
                      <a:pt x="697" y="603"/>
                    </a:lnTo>
                    <a:lnTo>
                      <a:pt x="701" y="601"/>
                    </a:lnTo>
                    <a:lnTo>
                      <a:pt x="705" y="600"/>
                    </a:lnTo>
                    <a:lnTo>
                      <a:pt x="708" y="600"/>
                    </a:lnTo>
                    <a:lnTo>
                      <a:pt x="710" y="603"/>
                    </a:lnTo>
                    <a:lnTo>
                      <a:pt x="712" y="605"/>
                    </a:lnTo>
                    <a:lnTo>
                      <a:pt x="713" y="608"/>
                    </a:lnTo>
                    <a:lnTo>
                      <a:pt x="715" y="610"/>
                    </a:lnTo>
                    <a:lnTo>
                      <a:pt x="716" y="613"/>
                    </a:lnTo>
                    <a:lnTo>
                      <a:pt x="716" y="615"/>
                    </a:lnTo>
                    <a:lnTo>
                      <a:pt x="717" y="617"/>
                    </a:lnTo>
                    <a:lnTo>
                      <a:pt x="719" y="619"/>
                    </a:lnTo>
                    <a:lnTo>
                      <a:pt x="724" y="620"/>
                    </a:lnTo>
                    <a:lnTo>
                      <a:pt x="728" y="622"/>
                    </a:lnTo>
                    <a:lnTo>
                      <a:pt x="730" y="624"/>
                    </a:lnTo>
                    <a:close/>
                  </a:path>
                </a:pathLst>
              </a:custGeom>
              <a:solidFill>
                <a:srgbClr val="E8A571">
                  <a:alpha val="32000"/>
                </a:srgbClr>
              </a:solidFill>
              <a:ln>
                <a:noFill/>
              </a:ln>
            </p:spPr>
            <p:txBody>
              <a:bodyPr anchor="ctr"/>
              <a:lstStyle/>
              <a:p>
                <a:pPr algn="ctr">
                  <a:buNone/>
                </a:pPr>
              </a:p>
            </p:txBody>
          </p:sp>
          <p:sp>
            <p:nvSpPr>
              <p:cNvPr id="3026" name="addition:input:149"/>
              <p:cNvSpPr>
                <a:spLocks noGrp="1"/>
              </p:cNvSpPr>
              <p:nvPr/>
            </p:nvSpPr>
            <p:spPr>
              <a:xfrm>
                <a:off x="209550" y="5438775"/>
                <a:ext cx="1295339" cy="1194069"/>
              </a:xfrm>
              <a:custGeom>
                <a:avLst/>
                <a:gdLst/>
                <a:ahLst/>
                <a:cxnLst/>
                <a:rect l="l" t="t" r="r" b="b"/>
                <a:pathLst>
                  <a:path w="787" h="637">
                    <a:moveTo>
                      <a:pt x="0" y="0"/>
                    </a:moveTo>
                    <a:moveTo>
                      <a:pt x="787" y="610"/>
                    </a:moveTo>
                    <a:lnTo>
                      <a:pt x="787" y="612"/>
                    </a:lnTo>
                    <a:lnTo>
                      <a:pt x="786" y="614"/>
                    </a:lnTo>
                    <a:lnTo>
                      <a:pt x="784" y="616"/>
                    </a:lnTo>
                    <a:lnTo>
                      <a:pt x="782" y="618"/>
                    </a:lnTo>
                    <a:lnTo>
                      <a:pt x="781" y="620"/>
                    </a:lnTo>
                    <a:lnTo>
                      <a:pt x="781" y="622"/>
                    </a:lnTo>
                    <a:lnTo>
                      <a:pt x="781" y="625"/>
                    </a:lnTo>
                    <a:lnTo>
                      <a:pt x="779" y="626"/>
                    </a:lnTo>
                    <a:lnTo>
                      <a:pt x="776" y="626"/>
                    </a:lnTo>
                    <a:lnTo>
                      <a:pt x="774" y="626"/>
                    </a:lnTo>
                    <a:lnTo>
                      <a:pt x="772" y="628"/>
                    </a:lnTo>
                    <a:lnTo>
                      <a:pt x="771" y="631"/>
                    </a:lnTo>
                    <a:lnTo>
                      <a:pt x="770" y="633"/>
                    </a:lnTo>
                    <a:lnTo>
                      <a:pt x="768" y="635"/>
                    </a:lnTo>
                    <a:lnTo>
                      <a:pt x="766" y="636"/>
                    </a:lnTo>
                    <a:lnTo>
                      <a:pt x="764" y="636"/>
                    </a:lnTo>
                    <a:lnTo>
                      <a:pt x="761" y="637"/>
                    </a:lnTo>
                    <a:lnTo>
                      <a:pt x="759" y="637"/>
                    </a:lnTo>
                    <a:lnTo>
                      <a:pt x="757" y="635"/>
                    </a:lnTo>
                    <a:lnTo>
                      <a:pt x="755" y="632"/>
                    </a:lnTo>
                    <a:lnTo>
                      <a:pt x="754" y="629"/>
                    </a:lnTo>
                    <a:lnTo>
                      <a:pt x="753" y="628"/>
                    </a:lnTo>
                    <a:lnTo>
                      <a:pt x="751" y="629"/>
                    </a:lnTo>
                    <a:lnTo>
                      <a:pt x="748" y="630"/>
                    </a:lnTo>
                    <a:lnTo>
                      <a:pt x="746" y="630"/>
                    </a:lnTo>
                    <a:lnTo>
                      <a:pt x="745" y="628"/>
                    </a:lnTo>
                    <a:lnTo>
                      <a:pt x="744" y="626"/>
                    </a:lnTo>
                    <a:lnTo>
                      <a:pt x="744" y="624"/>
                    </a:lnTo>
                    <a:lnTo>
                      <a:pt x="742" y="623"/>
                    </a:lnTo>
                    <a:lnTo>
                      <a:pt x="741" y="621"/>
                    </a:lnTo>
                    <a:lnTo>
                      <a:pt x="740" y="619"/>
                    </a:lnTo>
                    <a:lnTo>
                      <a:pt x="741" y="616"/>
                    </a:lnTo>
                    <a:lnTo>
                      <a:pt x="741" y="614"/>
                    </a:lnTo>
                    <a:lnTo>
                      <a:pt x="742" y="612"/>
                    </a:lnTo>
                    <a:lnTo>
                      <a:pt x="742" y="610"/>
                    </a:lnTo>
                    <a:lnTo>
                      <a:pt x="742" y="607"/>
                    </a:lnTo>
                    <a:lnTo>
                      <a:pt x="744" y="606"/>
                    </a:lnTo>
                    <a:lnTo>
                      <a:pt x="746" y="604"/>
                    </a:lnTo>
                    <a:lnTo>
                      <a:pt x="746" y="602"/>
                    </a:lnTo>
                    <a:lnTo>
                      <a:pt x="745" y="599"/>
                    </a:lnTo>
                    <a:lnTo>
                      <a:pt x="743" y="596"/>
                    </a:lnTo>
                    <a:lnTo>
                      <a:pt x="743" y="593"/>
                    </a:lnTo>
                    <a:lnTo>
                      <a:pt x="744" y="591"/>
                    </a:lnTo>
                    <a:lnTo>
                      <a:pt x="746" y="590"/>
                    </a:lnTo>
                    <a:lnTo>
                      <a:pt x="749" y="590"/>
                    </a:lnTo>
                    <a:lnTo>
                      <a:pt x="750" y="590"/>
                    </a:lnTo>
                    <a:lnTo>
                      <a:pt x="752" y="589"/>
                    </a:lnTo>
                    <a:lnTo>
                      <a:pt x="753" y="588"/>
                    </a:lnTo>
                    <a:lnTo>
                      <a:pt x="755" y="588"/>
                    </a:lnTo>
                    <a:lnTo>
                      <a:pt x="756" y="588"/>
                    </a:lnTo>
                    <a:lnTo>
                      <a:pt x="758" y="587"/>
                    </a:lnTo>
                    <a:lnTo>
                      <a:pt x="759" y="586"/>
                    </a:lnTo>
                    <a:lnTo>
                      <a:pt x="761" y="584"/>
                    </a:lnTo>
                    <a:lnTo>
                      <a:pt x="763" y="584"/>
                    </a:lnTo>
                    <a:lnTo>
                      <a:pt x="765" y="586"/>
                    </a:lnTo>
                    <a:lnTo>
                      <a:pt x="766" y="587"/>
                    </a:lnTo>
                    <a:lnTo>
                      <a:pt x="768" y="587"/>
                    </a:lnTo>
                    <a:lnTo>
                      <a:pt x="771" y="586"/>
                    </a:lnTo>
                    <a:lnTo>
                      <a:pt x="774" y="586"/>
                    </a:lnTo>
                    <a:lnTo>
                      <a:pt x="775" y="588"/>
                    </a:lnTo>
                    <a:lnTo>
                      <a:pt x="776" y="591"/>
                    </a:lnTo>
                    <a:lnTo>
                      <a:pt x="776" y="594"/>
                    </a:lnTo>
                    <a:lnTo>
                      <a:pt x="776" y="597"/>
                    </a:lnTo>
                    <a:lnTo>
                      <a:pt x="777" y="599"/>
                    </a:lnTo>
                    <a:lnTo>
                      <a:pt x="779" y="600"/>
                    </a:lnTo>
                    <a:lnTo>
                      <a:pt x="781" y="601"/>
                    </a:lnTo>
                    <a:lnTo>
                      <a:pt x="782" y="603"/>
                    </a:lnTo>
                    <a:lnTo>
                      <a:pt x="784" y="605"/>
                    </a:lnTo>
                    <a:lnTo>
                      <a:pt x="785" y="607"/>
                    </a:lnTo>
                    <a:close/>
                  </a:path>
                </a:pathLst>
              </a:custGeom>
              <a:solidFill>
                <a:srgbClr val="ECB78D">
                  <a:alpha val="24000"/>
                </a:srgbClr>
              </a:solidFill>
              <a:ln>
                <a:noFill/>
              </a:ln>
            </p:spPr>
            <p:txBody>
              <a:bodyPr anchor="ctr"/>
              <a:lstStyle/>
              <a:p>
                <a:pPr algn="ctr">
                  <a:buNone/>
                </a:pPr>
              </a:p>
            </p:txBody>
          </p:sp>
          <p:sp>
            <p:nvSpPr>
              <p:cNvPr id="3027" name="addition:input:150"/>
              <p:cNvSpPr>
                <a:spLocks noGrp="1"/>
              </p:cNvSpPr>
              <p:nvPr/>
            </p:nvSpPr>
            <p:spPr>
              <a:xfrm>
                <a:off x="209550" y="5438775"/>
                <a:ext cx="1232794" cy="1295293"/>
              </a:xfrm>
              <a:custGeom>
                <a:avLst/>
                <a:gdLst/>
                <a:ahLst/>
                <a:cxnLst/>
                <a:rect l="l" t="t" r="r" b="b"/>
                <a:pathLst>
                  <a:path w="749" h="691">
                    <a:moveTo>
                      <a:pt x="0" y="0"/>
                    </a:moveTo>
                    <a:moveTo>
                      <a:pt x="741" y="664"/>
                    </a:moveTo>
                    <a:lnTo>
                      <a:pt x="742" y="666"/>
                    </a:lnTo>
                    <a:lnTo>
                      <a:pt x="745" y="668"/>
                    </a:lnTo>
                    <a:lnTo>
                      <a:pt x="748" y="670"/>
                    </a:lnTo>
                    <a:lnTo>
                      <a:pt x="749" y="673"/>
                    </a:lnTo>
                    <a:lnTo>
                      <a:pt x="748" y="675"/>
                    </a:lnTo>
                    <a:lnTo>
                      <a:pt x="745" y="677"/>
                    </a:lnTo>
                    <a:lnTo>
                      <a:pt x="742" y="678"/>
                    </a:lnTo>
                    <a:lnTo>
                      <a:pt x="741" y="679"/>
                    </a:lnTo>
                    <a:lnTo>
                      <a:pt x="741" y="681"/>
                    </a:lnTo>
                    <a:lnTo>
                      <a:pt x="739" y="683"/>
                    </a:lnTo>
                    <a:lnTo>
                      <a:pt x="737" y="684"/>
                    </a:lnTo>
                    <a:lnTo>
                      <a:pt x="734" y="684"/>
                    </a:lnTo>
                    <a:lnTo>
                      <a:pt x="732" y="684"/>
                    </a:lnTo>
                    <a:lnTo>
                      <a:pt x="730" y="685"/>
                    </a:lnTo>
                    <a:lnTo>
                      <a:pt x="728" y="686"/>
                    </a:lnTo>
                    <a:lnTo>
                      <a:pt x="725" y="686"/>
                    </a:lnTo>
                    <a:lnTo>
                      <a:pt x="723" y="686"/>
                    </a:lnTo>
                    <a:lnTo>
                      <a:pt x="720" y="686"/>
                    </a:lnTo>
                    <a:lnTo>
                      <a:pt x="717" y="688"/>
                    </a:lnTo>
                    <a:lnTo>
                      <a:pt x="714" y="690"/>
                    </a:lnTo>
                    <a:lnTo>
                      <a:pt x="710" y="691"/>
                    </a:lnTo>
                    <a:lnTo>
                      <a:pt x="707" y="689"/>
                    </a:lnTo>
                    <a:lnTo>
                      <a:pt x="705" y="686"/>
                    </a:lnTo>
                    <a:lnTo>
                      <a:pt x="705" y="682"/>
                    </a:lnTo>
                    <a:lnTo>
                      <a:pt x="703" y="680"/>
                    </a:lnTo>
                    <a:lnTo>
                      <a:pt x="701" y="679"/>
                    </a:lnTo>
                    <a:lnTo>
                      <a:pt x="698" y="678"/>
                    </a:lnTo>
                    <a:lnTo>
                      <a:pt x="695" y="677"/>
                    </a:lnTo>
                    <a:lnTo>
                      <a:pt x="694" y="675"/>
                    </a:lnTo>
                    <a:lnTo>
                      <a:pt x="692" y="674"/>
                    </a:lnTo>
                    <a:lnTo>
                      <a:pt x="690" y="672"/>
                    </a:lnTo>
                    <a:lnTo>
                      <a:pt x="687" y="670"/>
                    </a:lnTo>
                    <a:lnTo>
                      <a:pt x="686" y="668"/>
                    </a:lnTo>
                    <a:lnTo>
                      <a:pt x="686" y="666"/>
                    </a:lnTo>
                    <a:lnTo>
                      <a:pt x="687" y="664"/>
                    </a:lnTo>
                    <a:lnTo>
                      <a:pt x="687" y="662"/>
                    </a:lnTo>
                    <a:lnTo>
                      <a:pt x="686" y="659"/>
                    </a:lnTo>
                    <a:lnTo>
                      <a:pt x="686" y="657"/>
                    </a:lnTo>
                    <a:lnTo>
                      <a:pt x="687" y="655"/>
                    </a:lnTo>
                    <a:lnTo>
                      <a:pt x="691" y="653"/>
                    </a:lnTo>
                    <a:lnTo>
                      <a:pt x="696" y="653"/>
                    </a:lnTo>
                    <a:lnTo>
                      <a:pt x="699" y="652"/>
                    </a:lnTo>
                    <a:lnTo>
                      <a:pt x="700" y="651"/>
                    </a:lnTo>
                    <a:lnTo>
                      <a:pt x="700" y="648"/>
                    </a:lnTo>
                    <a:lnTo>
                      <a:pt x="701" y="645"/>
                    </a:lnTo>
                    <a:lnTo>
                      <a:pt x="703" y="642"/>
                    </a:lnTo>
                    <a:lnTo>
                      <a:pt x="705" y="641"/>
                    </a:lnTo>
                    <a:lnTo>
                      <a:pt x="708" y="640"/>
                    </a:lnTo>
                    <a:lnTo>
                      <a:pt x="711" y="639"/>
                    </a:lnTo>
                    <a:lnTo>
                      <a:pt x="714" y="638"/>
                    </a:lnTo>
                    <a:lnTo>
                      <a:pt x="717" y="639"/>
                    </a:lnTo>
                    <a:lnTo>
                      <a:pt x="720" y="641"/>
                    </a:lnTo>
                    <a:lnTo>
                      <a:pt x="723" y="643"/>
                    </a:lnTo>
                    <a:lnTo>
                      <a:pt x="725" y="643"/>
                    </a:lnTo>
                    <a:lnTo>
                      <a:pt x="728" y="641"/>
                    </a:lnTo>
                    <a:lnTo>
                      <a:pt x="730" y="641"/>
                    </a:lnTo>
                    <a:lnTo>
                      <a:pt x="733" y="641"/>
                    </a:lnTo>
                    <a:lnTo>
                      <a:pt x="734" y="644"/>
                    </a:lnTo>
                    <a:lnTo>
                      <a:pt x="735" y="646"/>
                    </a:lnTo>
                    <a:lnTo>
                      <a:pt x="737" y="646"/>
                    </a:lnTo>
                    <a:lnTo>
                      <a:pt x="740" y="646"/>
                    </a:lnTo>
                    <a:lnTo>
                      <a:pt x="743" y="647"/>
                    </a:lnTo>
                    <a:lnTo>
                      <a:pt x="746" y="648"/>
                    </a:lnTo>
                    <a:lnTo>
                      <a:pt x="746" y="650"/>
                    </a:lnTo>
                    <a:lnTo>
                      <a:pt x="746" y="653"/>
                    </a:lnTo>
                    <a:lnTo>
                      <a:pt x="746" y="655"/>
                    </a:lnTo>
                    <a:lnTo>
                      <a:pt x="746" y="657"/>
                    </a:lnTo>
                    <a:lnTo>
                      <a:pt x="745" y="660"/>
                    </a:lnTo>
                    <a:lnTo>
                      <a:pt x="743" y="662"/>
                    </a:lnTo>
                    <a:close/>
                  </a:path>
                </a:pathLst>
              </a:custGeom>
              <a:solidFill>
                <a:srgbClr val="ECB78D">
                  <a:alpha val="24000"/>
                </a:srgbClr>
              </a:solidFill>
              <a:ln>
                <a:noFill/>
              </a:ln>
            </p:spPr>
            <p:txBody>
              <a:bodyPr anchor="ctr"/>
              <a:lstStyle/>
              <a:p>
                <a:pPr algn="ctr">
                  <a:buNone/>
                </a:pPr>
              </a:p>
            </p:txBody>
          </p:sp>
          <p:sp>
            <p:nvSpPr>
              <p:cNvPr id="3028" name="addition:input:151"/>
              <p:cNvSpPr>
                <a:spLocks noGrp="1"/>
              </p:cNvSpPr>
              <p:nvPr/>
            </p:nvSpPr>
            <p:spPr>
              <a:xfrm>
                <a:off x="209550" y="5438775"/>
                <a:ext cx="1112642" cy="1321537"/>
              </a:xfrm>
              <a:custGeom>
                <a:avLst/>
                <a:gdLst/>
                <a:ahLst/>
                <a:cxnLst/>
                <a:rect l="l" t="t" r="r" b="b"/>
                <a:pathLst>
                  <a:path w="676" h="705">
                    <a:moveTo>
                      <a:pt x="0" y="0"/>
                    </a:moveTo>
                    <a:moveTo>
                      <a:pt x="675" y="681"/>
                    </a:moveTo>
                    <a:lnTo>
                      <a:pt x="675" y="683"/>
                    </a:lnTo>
                    <a:lnTo>
                      <a:pt x="674" y="686"/>
                    </a:lnTo>
                    <a:lnTo>
                      <a:pt x="671" y="687"/>
                    </a:lnTo>
                    <a:lnTo>
                      <a:pt x="668" y="689"/>
                    </a:lnTo>
                    <a:lnTo>
                      <a:pt x="665" y="690"/>
                    </a:lnTo>
                    <a:lnTo>
                      <a:pt x="664" y="691"/>
                    </a:lnTo>
                    <a:lnTo>
                      <a:pt x="664" y="694"/>
                    </a:lnTo>
                    <a:lnTo>
                      <a:pt x="665" y="698"/>
                    </a:lnTo>
                    <a:lnTo>
                      <a:pt x="665" y="700"/>
                    </a:lnTo>
                    <a:lnTo>
                      <a:pt x="662" y="702"/>
                    </a:lnTo>
                    <a:lnTo>
                      <a:pt x="659" y="702"/>
                    </a:lnTo>
                    <a:lnTo>
                      <a:pt x="656" y="702"/>
                    </a:lnTo>
                    <a:lnTo>
                      <a:pt x="654" y="704"/>
                    </a:lnTo>
                    <a:lnTo>
                      <a:pt x="652" y="705"/>
                    </a:lnTo>
                    <a:lnTo>
                      <a:pt x="650" y="705"/>
                    </a:lnTo>
                    <a:lnTo>
                      <a:pt x="648" y="705"/>
                    </a:lnTo>
                    <a:lnTo>
                      <a:pt x="646" y="704"/>
                    </a:lnTo>
                    <a:lnTo>
                      <a:pt x="644" y="704"/>
                    </a:lnTo>
                    <a:lnTo>
                      <a:pt x="642" y="704"/>
                    </a:lnTo>
                    <a:lnTo>
                      <a:pt x="640" y="704"/>
                    </a:lnTo>
                    <a:lnTo>
                      <a:pt x="638" y="702"/>
                    </a:lnTo>
                    <a:lnTo>
                      <a:pt x="637" y="701"/>
                    </a:lnTo>
                    <a:lnTo>
                      <a:pt x="635" y="700"/>
                    </a:lnTo>
                    <a:lnTo>
                      <a:pt x="633" y="701"/>
                    </a:lnTo>
                    <a:lnTo>
                      <a:pt x="629" y="702"/>
                    </a:lnTo>
                    <a:lnTo>
                      <a:pt x="626" y="702"/>
                    </a:lnTo>
                    <a:lnTo>
                      <a:pt x="625" y="700"/>
                    </a:lnTo>
                    <a:lnTo>
                      <a:pt x="625" y="696"/>
                    </a:lnTo>
                    <a:lnTo>
                      <a:pt x="626" y="693"/>
                    </a:lnTo>
                    <a:lnTo>
                      <a:pt x="627" y="691"/>
                    </a:lnTo>
                    <a:lnTo>
                      <a:pt x="626" y="689"/>
                    </a:lnTo>
                    <a:lnTo>
                      <a:pt x="625" y="687"/>
                    </a:lnTo>
                    <a:lnTo>
                      <a:pt x="625" y="685"/>
                    </a:lnTo>
                    <a:lnTo>
                      <a:pt x="624" y="683"/>
                    </a:lnTo>
                    <a:lnTo>
                      <a:pt x="623" y="681"/>
                    </a:lnTo>
                    <a:lnTo>
                      <a:pt x="621" y="679"/>
                    </a:lnTo>
                    <a:lnTo>
                      <a:pt x="620" y="677"/>
                    </a:lnTo>
                    <a:lnTo>
                      <a:pt x="620" y="674"/>
                    </a:lnTo>
                    <a:lnTo>
                      <a:pt x="621" y="672"/>
                    </a:lnTo>
                    <a:lnTo>
                      <a:pt x="623" y="671"/>
                    </a:lnTo>
                    <a:lnTo>
                      <a:pt x="624" y="669"/>
                    </a:lnTo>
                    <a:lnTo>
                      <a:pt x="623" y="666"/>
                    </a:lnTo>
                    <a:lnTo>
                      <a:pt x="623" y="664"/>
                    </a:lnTo>
                    <a:lnTo>
                      <a:pt x="625" y="662"/>
                    </a:lnTo>
                    <a:lnTo>
                      <a:pt x="628" y="662"/>
                    </a:lnTo>
                    <a:lnTo>
                      <a:pt x="631" y="663"/>
                    </a:lnTo>
                    <a:lnTo>
                      <a:pt x="634" y="664"/>
                    </a:lnTo>
                    <a:lnTo>
                      <a:pt x="635" y="663"/>
                    </a:lnTo>
                    <a:lnTo>
                      <a:pt x="637" y="660"/>
                    </a:lnTo>
                    <a:lnTo>
                      <a:pt x="639" y="658"/>
                    </a:lnTo>
                    <a:lnTo>
                      <a:pt x="641" y="657"/>
                    </a:lnTo>
                    <a:lnTo>
                      <a:pt x="643" y="656"/>
                    </a:lnTo>
                    <a:lnTo>
                      <a:pt x="646" y="655"/>
                    </a:lnTo>
                    <a:lnTo>
                      <a:pt x="649" y="654"/>
                    </a:lnTo>
                    <a:lnTo>
                      <a:pt x="652" y="655"/>
                    </a:lnTo>
                    <a:lnTo>
                      <a:pt x="654" y="657"/>
                    </a:lnTo>
                    <a:lnTo>
                      <a:pt x="656" y="660"/>
                    </a:lnTo>
                    <a:lnTo>
                      <a:pt x="657" y="663"/>
                    </a:lnTo>
                    <a:lnTo>
                      <a:pt x="660" y="663"/>
                    </a:lnTo>
                    <a:lnTo>
                      <a:pt x="663" y="663"/>
                    </a:lnTo>
                    <a:lnTo>
                      <a:pt x="666" y="664"/>
                    </a:lnTo>
                    <a:lnTo>
                      <a:pt x="667" y="665"/>
                    </a:lnTo>
                    <a:lnTo>
                      <a:pt x="668" y="668"/>
                    </a:lnTo>
                    <a:lnTo>
                      <a:pt x="668" y="670"/>
                    </a:lnTo>
                    <a:lnTo>
                      <a:pt x="670" y="672"/>
                    </a:lnTo>
                    <a:lnTo>
                      <a:pt x="672" y="673"/>
                    </a:lnTo>
                    <a:lnTo>
                      <a:pt x="675" y="674"/>
                    </a:lnTo>
                    <a:lnTo>
                      <a:pt x="676" y="676"/>
                    </a:lnTo>
                    <a:lnTo>
                      <a:pt x="676" y="679"/>
                    </a:lnTo>
                    <a:close/>
                  </a:path>
                </a:pathLst>
              </a:custGeom>
              <a:solidFill>
                <a:srgbClr val="ECB78D">
                  <a:alpha val="24000"/>
                </a:srgbClr>
              </a:solidFill>
              <a:ln>
                <a:noFill/>
              </a:ln>
            </p:spPr>
            <p:txBody>
              <a:bodyPr anchor="ctr"/>
              <a:lstStyle/>
              <a:p>
                <a:pPr algn="ctr">
                  <a:buNone/>
                </a:pPr>
              </a:p>
            </p:txBody>
          </p:sp>
          <p:sp>
            <p:nvSpPr>
              <p:cNvPr id="3029" name="addition:input:152"/>
              <p:cNvSpPr>
                <a:spLocks noGrp="1"/>
              </p:cNvSpPr>
              <p:nvPr/>
            </p:nvSpPr>
            <p:spPr>
              <a:xfrm>
                <a:off x="209550" y="5438775"/>
                <a:ext cx="994136" cy="1282172"/>
              </a:xfrm>
              <a:custGeom>
                <a:avLst/>
                <a:gdLst/>
                <a:ahLst/>
                <a:cxnLst/>
                <a:rect l="l" t="t" r="r" b="b"/>
                <a:pathLst>
                  <a:path w="604" h="684">
                    <a:moveTo>
                      <a:pt x="0" y="0"/>
                    </a:moveTo>
                    <a:moveTo>
                      <a:pt x="600" y="655"/>
                    </a:moveTo>
                    <a:lnTo>
                      <a:pt x="603" y="658"/>
                    </a:lnTo>
                    <a:lnTo>
                      <a:pt x="603" y="660"/>
                    </a:lnTo>
                    <a:lnTo>
                      <a:pt x="604" y="663"/>
                    </a:lnTo>
                    <a:lnTo>
                      <a:pt x="604" y="665"/>
                    </a:lnTo>
                    <a:lnTo>
                      <a:pt x="604" y="668"/>
                    </a:lnTo>
                    <a:lnTo>
                      <a:pt x="602" y="670"/>
                    </a:lnTo>
                    <a:lnTo>
                      <a:pt x="599" y="671"/>
                    </a:lnTo>
                    <a:lnTo>
                      <a:pt x="596" y="671"/>
                    </a:lnTo>
                    <a:lnTo>
                      <a:pt x="594" y="672"/>
                    </a:lnTo>
                    <a:lnTo>
                      <a:pt x="593" y="674"/>
                    </a:lnTo>
                    <a:lnTo>
                      <a:pt x="592" y="677"/>
                    </a:lnTo>
                    <a:lnTo>
                      <a:pt x="590" y="678"/>
                    </a:lnTo>
                    <a:lnTo>
                      <a:pt x="587" y="678"/>
                    </a:lnTo>
                    <a:lnTo>
                      <a:pt x="584" y="677"/>
                    </a:lnTo>
                    <a:lnTo>
                      <a:pt x="582" y="677"/>
                    </a:lnTo>
                    <a:lnTo>
                      <a:pt x="579" y="679"/>
                    </a:lnTo>
                    <a:lnTo>
                      <a:pt x="577" y="682"/>
                    </a:lnTo>
                    <a:lnTo>
                      <a:pt x="574" y="684"/>
                    </a:lnTo>
                    <a:lnTo>
                      <a:pt x="570" y="684"/>
                    </a:lnTo>
                    <a:lnTo>
                      <a:pt x="567" y="683"/>
                    </a:lnTo>
                    <a:lnTo>
                      <a:pt x="564" y="681"/>
                    </a:lnTo>
                    <a:lnTo>
                      <a:pt x="562" y="680"/>
                    </a:lnTo>
                    <a:lnTo>
                      <a:pt x="559" y="678"/>
                    </a:lnTo>
                    <a:lnTo>
                      <a:pt x="558" y="675"/>
                    </a:lnTo>
                    <a:lnTo>
                      <a:pt x="557" y="672"/>
                    </a:lnTo>
                    <a:lnTo>
                      <a:pt x="556" y="671"/>
                    </a:lnTo>
                    <a:lnTo>
                      <a:pt x="553" y="670"/>
                    </a:lnTo>
                    <a:lnTo>
                      <a:pt x="548" y="670"/>
                    </a:lnTo>
                    <a:lnTo>
                      <a:pt x="545" y="670"/>
                    </a:lnTo>
                    <a:lnTo>
                      <a:pt x="543" y="668"/>
                    </a:lnTo>
                    <a:lnTo>
                      <a:pt x="543" y="665"/>
                    </a:lnTo>
                    <a:lnTo>
                      <a:pt x="544" y="662"/>
                    </a:lnTo>
                    <a:lnTo>
                      <a:pt x="544" y="660"/>
                    </a:lnTo>
                    <a:lnTo>
                      <a:pt x="543" y="658"/>
                    </a:lnTo>
                    <a:lnTo>
                      <a:pt x="542" y="655"/>
                    </a:lnTo>
                    <a:lnTo>
                      <a:pt x="543" y="653"/>
                    </a:lnTo>
                    <a:lnTo>
                      <a:pt x="545" y="651"/>
                    </a:lnTo>
                    <a:lnTo>
                      <a:pt x="547" y="649"/>
                    </a:lnTo>
                    <a:lnTo>
                      <a:pt x="549" y="647"/>
                    </a:lnTo>
                    <a:lnTo>
                      <a:pt x="550" y="645"/>
                    </a:lnTo>
                    <a:lnTo>
                      <a:pt x="552" y="643"/>
                    </a:lnTo>
                    <a:lnTo>
                      <a:pt x="554" y="642"/>
                    </a:lnTo>
                    <a:lnTo>
                      <a:pt x="556" y="640"/>
                    </a:lnTo>
                    <a:lnTo>
                      <a:pt x="557" y="638"/>
                    </a:lnTo>
                    <a:lnTo>
                      <a:pt x="557" y="634"/>
                    </a:lnTo>
                    <a:lnTo>
                      <a:pt x="558" y="631"/>
                    </a:lnTo>
                    <a:lnTo>
                      <a:pt x="560" y="629"/>
                    </a:lnTo>
                    <a:lnTo>
                      <a:pt x="563" y="629"/>
                    </a:lnTo>
                    <a:lnTo>
                      <a:pt x="567" y="631"/>
                    </a:lnTo>
                    <a:lnTo>
                      <a:pt x="570" y="633"/>
                    </a:lnTo>
                    <a:lnTo>
                      <a:pt x="572" y="633"/>
                    </a:lnTo>
                    <a:lnTo>
                      <a:pt x="574" y="632"/>
                    </a:lnTo>
                    <a:lnTo>
                      <a:pt x="576" y="631"/>
                    </a:lnTo>
                    <a:lnTo>
                      <a:pt x="578" y="631"/>
                    </a:lnTo>
                    <a:lnTo>
                      <a:pt x="580" y="632"/>
                    </a:lnTo>
                    <a:lnTo>
                      <a:pt x="582" y="632"/>
                    </a:lnTo>
                    <a:lnTo>
                      <a:pt x="585" y="632"/>
                    </a:lnTo>
                    <a:lnTo>
                      <a:pt x="587" y="632"/>
                    </a:lnTo>
                    <a:lnTo>
                      <a:pt x="589" y="633"/>
                    </a:lnTo>
                    <a:lnTo>
                      <a:pt x="591" y="635"/>
                    </a:lnTo>
                    <a:lnTo>
                      <a:pt x="592" y="637"/>
                    </a:lnTo>
                    <a:lnTo>
                      <a:pt x="594" y="638"/>
                    </a:lnTo>
                    <a:lnTo>
                      <a:pt x="597" y="639"/>
                    </a:lnTo>
                    <a:lnTo>
                      <a:pt x="600" y="641"/>
                    </a:lnTo>
                    <a:lnTo>
                      <a:pt x="599" y="644"/>
                    </a:lnTo>
                    <a:lnTo>
                      <a:pt x="597" y="647"/>
                    </a:lnTo>
                    <a:lnTo>
                      <a:pt x="595" y="650"/>
                    </a:lnTo>
                    <a:lnTo>
                      <a:pt x="595" y="652"/>
                    </a:lnTo>
                    <a:lnTo>
                      <a:pt x="597" y="653"/>
                    </a:lnTo>
                    <a:close/>
                  </a:path>
                </a:pathLst>
              </a:custGeom>
              <a:solidFill>
                <a:srgbClr val="ECB78D">
                  <a:alpha val="24000"/>
                </a:srgbClr>
              </a:solidFill>
              <a:ln>
                <a:noFill/>
              </a:ln>
            </p:spPr>
            <p:txBody>
              <a:bodyPr anchor="ctr"/>
              <a:lstStyle/>
              <a:p>
                <a:pPr algn="ctr">
                  <a:buNone/>
                </a:pPr>
              </a:p>
            </p:txBody>
          </p:sp>
          <p:sp>
            <p:nvSpPr>
              <p:cNvPr id="3030" name="addition:input:153"/>
              <p:cNvSpPr>
                <a:spLocks noGrp="1"/>
              </p:cNvSpPr>
              <p:nvPr/>
            </p:nvSpPr>
            <p:spPr>
              <a:xfrm>
                <a:off x="209550" y="5438775"/>
                <a:ext cx="977676" cy="1162202"/>
              </a:xfrm>
              <a:custGeom>
                <a:avLst/>
                <a:gdLst/>
                <a:ahLst/>
                <a:cxnLst/>
                <a:rect l="l" t="t" r="r" b="b"/>
                <a:pathLst>
                  <a:path w="594" h="620">
                    <a:moveTo>
                      <a:pt x="0" y="0"/>
                    </a:moveTo>
                    <a:moveTo>
                      <a:pt x="590" y="593"/>
                    </a:moveTo>
                    <a:lnTo>
                      <a:pt x="591" y="596"/>
                    </a:lnTo>
                    <a:lnTo>
                      <a:pt x="592" y="598"/>
                    </a:lnTo>
                    <a:lnTo>
                      <a:pt x="591" y="600"/>
                    </a:lnTo>
                    <a:lnTo>
                      <a:pt x="592" y="602"/>
                    </a:lnTo>
                    <a:lnTo>
                      <a:pt x="593" y="605"/>
                    </a:lnTo>
                    <a:lnTo>
                      <a:pt x="594" y="608"/>
                    </a:lnTo>
                    <a:lnTo>
                      <a:pt x="592" y="610"/>
                    </a:lnTo>
                    <a:lnTo>
                      <a:pt x="589" y="611"/>
                    </a:lnTo>
                    <a:lnTo>
                      <a:pt x="584" y="610"/>
                    </a:lnTo>
                    <a:lnTo>
                      <a:pt x="581" y="610"/>
                    </a:lnTo>
                    <a:lnTo>
                      <a:pt x="579" y="610"/>
                    </a:lnTo>
                    <a:lnTo>
                      <a:pt x="578" y="613"/>
                    </a:lnTo>
                    <a:lnTo>
                      <a:pt x="576" y="615"/>
                    </a:lnTo>
                    <a:lnTo>
                      <a:pt x="574" y="617"/>
                    </a:lnTo>
                    <a:lnTo>
                      <a:pt x="572" y="618"/>
                    </a:lnTo>
                    <a:lnTo>
                      <a:pt x="569" y="619"/>
                    </a:lnTo>
                    <a:lnTo>
                      <a:pt x="566" y="620"/>
                    </a:lnTo>
                    <a:lnTo>
                      <a:pt x="562" y="620"/>
                    </a:lnTo>
                    <a:lnTo>
                      <a:pt x="559" y="620"/>
                    </a:lnTo>
                    <a:lnTo>
                      <a:pt x="556" y="618"/>
                    </a:lnTo>
                    <a:lnTo>
                      <a:pt x="554" y="616"/>
                    </a:lnTo>
                    <a:lnTo>
                      <a:pt x="551" y="615"/>
                    </a:lnTo>
                    <a:lnTo>
                      <a:pt x="547" y="615"/>
                    </a:lnTo>
                    <a:lnTo>
                      <a:pt x="544" y="615"/>
                    </a:lnTo>
                    <a:lnTo>
                      <a:pt x="542" y="613"/>
                    </a:lnTo>
                    <a:lnTo>
                      <a:pt x="542" y="610"/>
                    </a:lnTo>
                    <a:lnTo>
                      <a:pt x="541" y="607"/>
                    </a:lnTo>
                    <a:lnTo>
                      <a:pt x="540" y="606"/>
                    </a:lnTo>
                    <a:lnTo>
                      <a:pt x="536" y="605"/>
                    </a:lnTo>
                    <a:lnTo>
                      <a:pt x="532" y="605"/>
                    </a:lnTo>
                    <a:lnTo>
                      <a:pt x="529" y="603"/>
                    </a:lnTo>
                    <a:lnTo>
                      <a:pt x="528" y="601"/>
                    </a:lnTo>
                    <a:lnTo>
                      <a:pt x="528" y="598"/>
                    </a:lnTo>
                    <a:lnTo>
                      <a:pt x="529" y="596"/>
                    </a:lnTo>
                    <a:lnTo>
                      <a:pt x="530" y="593"/>
                    </a:lnTo>
                    <a:lnTo>
                      <a:pt x="531" y="591"/>
                    </a:lnTo>
                    <a:lnTo>
                      <a:pt x="534" y="589"/>
                    </a:lnTo>
                    <a:lnTo>
                      <a:pt x="538" y="588"/>
                    </a:lnTo>
                    <a:lnTo>
                      <a:pt x="539" y="586"/>
                    </a:lnTo>
                    <a:lnTo>
                      <a:pt x="539" y="584"/>
                    </a:lnTo>
                    <a:lnTo>
                      <a:pt x="538" y="581"/>
                    </a:lnTo>
                    <a:lnTo>
                      <a:pt x="538" y="578"/>
                    </a:lnTo>
                    <a:lnTo>
                      <a:pt x="541" y="576"/>
                    </a:lnTo>
                    <a:lnTo>
                      <a:pt x="544" y="576"/>
                    </a:lnTo>
                    <a:lnTo>
                      <a:pt x="547" y="575"/>
                    </a:lnTo>
                    <a:lnTo>
                      <a:pt x="549" y="573"/>
                    </a:lnTo>
                    <a:lnTo>
                      <a:pt x="550" y="570"/>
                    </a:lnTo>
                    <a:lnTo>
                      <a:pt x="552" y="568"/>
                    </a:lnTo>
                    <a:lnTo>
                      <a:pt x="555" y="568"/>
                    </a:lnTo>
                    <a:lnTo>
                      <a:pt x="558" y="568"/>
                    </a:lnTo>
                    <a:lnTo>
                      <a:pt x="561" y="570"/>
                    </a:lnTo>
                    <a:lnTo>
                      <a:pt x="563" y="570"/>
                    </a:lnTo>
                    <a:lnTo>
                      <a:pt x="565" y="571"/>
                    </a:lnTo>
                    <a:lnTo>
                      <a:pt x="567" y="571"/>
                    </a:lnTo>
                    <a:lnTo>
                      <a:pt x="569" y="573"/>
                    </a:lnTo>
                    <a:lnTo>
                      <a:pt x="571" y="573"/>
                    </a:lnTo>
                    <a:lnTo>
                      <a:pt x="573" y="572"/>
                    </a:lnTo>
                    <a:lnTo>
                      <a:pt x="577" y="570"/>
                    </a:lnTo>
                    <a:lnTo>
                      <a:pt x="581" y="569"/>
                    </a:lnTo>
                    <a:lnTo>
                      <a:pt x="583" y="571"/>
                    </a:lnTo>
                    <a:lnTo>
                      <a:pt x="584" y="574"/>
                    </a:lnTo>
                    <a:lnTo>
                      <a:pt x="583" y="577"/>
                    </a:lnTo>
                    <a:lnTo>
                      <a:pt x="583" y="580"/>
                    </a:lnTo>
                    <a:lnTo>
                      <a:pt x="585" y="581"/>
                    </a:lnTo>
                    <a:lnTo>
                      <a:pt x="587" y="583"/>
                    </a:lnTo>
                    <a:lnTo>
                      <a:pt x="588" y="585"/>
                    </a:lnTo>
                    <a:lnTo>
                      <a:pt x="588" y="587"/>
                    </a:lnTo>
                    <a:lnTo>
                      <a:pt x="588" y="589"/>
                    </a:lnTo>
                    <a:lnTo>
                      <a:pt x="589" y="591"/>
                    </a:lnTo>
                    <a:close/>
                  </a:path>
                </a:pathLst>
              </a:custGeom>
              <a:solidFill>
                <a:srgbClr val="ECB78D">
                  <a:alpha val="24000"/>
                </a:srgbClr>
              </a:solidFill>
              <a:ln>
                <a:noFill/>
              </a:ln>
            </p:spPr>
            <p:txBody>
              <a:bodyPr anchor="ctr"/>
              <a:lstStyle/>
              <a:p>
                <a:pPr algn="ctr">
                  <a:buNone/>
                </a:pPr>
              </a:p>
            </p:txBody>
          </p:sp>
          <p:sp>
            <p:nvSpPr>
              <p:cNvPr id="3031" name="addition:input:154"/>
              <p:cNvSpPr>
                <a:spLocks noGrp="1"/>
              </p:cNvSpPr>
              <p:nvPr/>
            </p:nvSpPr>
            <p:spPr>
              <a:xfrm>
                <a:off x="209550" y="5438775"/>
                <a:ext cx="1022116" cy="1057229"/>
              </a:xfrm>
              <a:custGeom>
                <a:avLst/>
                <a:gdLst/>
                <a:ahLst/>
                <a:cxnLst/>
                <a:rect l="l" t="t" r="r" b="b"/>
                <a:pathLst>
                  <a:path w="621" h="564">
                    <a:moveTo>
                      <a:pt x="0" y="0"/>
                    </a:moveTo>
                    <a:moveTo>
                      <a:pt x="618" y="537"/>
                    </a:moveTo>
                    <a:lnTo>
                      <a:pt x="618" y="539"/>
                    </a:lnTo>
                    <a:lnTo>
                      <a:pt x="617" y="542"/>
                    </a:lnTo>
                    <a:lnTo>
                      <a:pt x="615" y="544"/>
                    </a:lnTo>
                    <a:lnTo>
                      <a:pt x="614" y="545"/>
                    </a:lnTo>
                    <a:lnTo>
                      <a:pt x="612" y="547"/>
                    </a:lnTo>
                    <a:lnTo>
                      <a:pt x="612" y="549"/>
                    </a:lnTo>
                    <a:lnTo>
                      <a:pt x="610" y="551"/>
                    </a:lnTo>
                    <a:lnTo>
                      <a:pt x="608" y="553"/>
                    </a:lnTo>
                    <a:lnTo>
                      <a:pt x="607" y="554"/>
                    </a:lnTo>
                    <a:lnTo>
                      <a:pt x="605" y="556"/>
                    </a:lnTo>
                    <a:lnTo>
                      <a:pt x="605" y="559"/>
                    </a:lnTo>
                    <a:lnTo>
                      <a:pt x="604" y="563"/>
                    </a:lnTo>
                    <a:lnTo>
                      <a:pt x="602" y="564"/>
                    </a:lnTo>
                    <a:lnTo>
                      <a:pt x="599" y="563"/>
                    </a:lnTo>
                    <a:lnTo>
                      <a:pt x="596" y="560"/>
                    </a:lnTo>
                    <a:lnTo>
                      <a:pt x="593" y="559"/>
                    </a:lnTo>
                    <a:lnTo>
                      <a:pt x="592" y="558"/>
                    </a:lnTo>
                    <a:lnTo>
                      <a:pt x="590" y="559"/>
                    </a:lnTo>
                    <a:lnTo>
                      <a:pt x="588" y="560"/>
                    </a:lnTo>
                    <a:lnTo>
                      <a:pt x="586" y="560"/>
                    </a:lnTo>
                    <a:lnTo>
                      <a:pt x="584" y="560"/>
                    </a:lnTo>
                    <a:lnTo>
                      <a:pt x="582" y="560"/>
                    </a:lnTo>
                    <a:lnTo>
                      <a:pt x="580" y="560"/>
                    </a:lnTo>
                    <a:lnTo>
                      <a:pt x="578" y="560"/>
                    </a:lnTo>
                    <a:lnTo>
                      <a:pt x="576" y="558"/>
                    </a:lnTo>
                    <a:lnTo>
                      <a:pt x="575" y="555"/>
                    </a:lnTo>
                    <a:lnTo>
                      <a:pt x="575" y="553"/>
                    </a:lnTo>
                    <a:lnTo>
                      <a:pt x="573" y="552"/>
                    </a:lnTo>
                    <a:lnTo>
                      <a:pt x="571" y="550"/>
                    </a:lnTo>
                    <a:lnTo>
                      <a:pt x="569" y="549"/>
                    </a:lnTo>
                    <a:lnTo>
                      <a:pt x="569" y="546"/>
                    </a:lnTo>
                    <a:lnTo>
                      <a:pt x="571" y="543"/>
                    </a:lnTo>
                    <a:lnTo>
                      <a:pt x="572" y="541"/>
                    </a:lnTo>
                    <a:lnTo>
                      <a:pt x="572" y="539"/>
                    </a:lnTo>
                    <a:lnTo>
                      <a:pt x="570" y="537"/>
                    </a:lnTo>
                    <a:lnTo>
                      <a:pt x="567" y="535"/>
                    </a:lnTo>
                    <a:lnTo>
                      <a:pt x="565" y="533"/>
                    </a:lnTo>
                    <a:lnTo>
                      <a:pt x="565" y="530"/>
                    </a:lnTo>
                    <a:lnTo>
                      <a:pt x="565" y="528"/>
                    </a:lnTo>
                    <a:lnTo>
                      <a:pt x="566" y="525"/>
                    </a:lnTo>
                    <a:lnTo>
                      <a:pt x="566" y="523"/>
                    </a:lnTo>
                    <a:lnTo>
                      <a:pt x="569" y="522"/>
                    </a:lnTo>
                    <a:lnTo>
                      <a:pt x="572" y="522"/>
                    </a:lnTo>
                    <a:lnTo>
                      <a:pt x="574" y="522"/>
                    </a:lnTo>
                    <a:lnTo>
                      <a:pt x="576" y="521"/>
                    </a:lnTo>
                    <a:lnTo>
                      <a:pt x="577" y="519"/>
                    </a:lnTo>
                    <a:lnTo>
                      <a:pt x="578" y="516"/>
                    </a:lnTo>
                    <a:lnTo>
                      <a:pt x="579" y="514"/>
                    </a:lnTo>
                    <a:lnTo>
                      <a:pt x="582" y="514"/>
                    </a:lnTo>
                    <a:lnTo>
                      <a:pt x="585" y="515"/>
                    </a:lnTo>
                    <a:lnTo>
                      <a:pt x="587" y="515"/>
                    </a:lnTo>
                    <a:lnTo>
                      <a:pt x="589" y="513"/>
                    </a:lnTo>
                    <a:lnTo>
                      <a:pt x="592" y="511"/>
                    </a:lnTo>
                    <a:lnTo>
                      <a:pt x="595" y="510"/>
                    </a:lnTo>
                    <a:lnTo>
                      <a:pt x="598" y="511"/>
                    </a:lnTo>
                    <a:lnTo>
                      <a:pt x="600" y="512"/>
                    </a:lnTo>
                    <a:lnTo>
                      <a:pt x="603" y="514"/>
                    </a:lnTo>
                    <a:lnTo>
                      <a:pt x="605" y="516"/>
                    </a:lnTo>
                    <a:lnTo>
                      <a:pt x="606" y="518"/>
                    </a:lnTo>
                    <a:lnTo>
                      <a:pt x="608" y="520"/>
                    </a:lnTo>
                    <a:lnTo>
                      <a:pt x="608" y="522"/>
                    </a:lnTo>
                    <a:lnTo>
                      <a:pt x="610" y="524"/>
                    </a:lnTo>
                    <a:lnTo>
                      <a:pt x="612" y="524"/>
                    </a:lnTo>
                    <a:lnTo>
                      <a:pt x="616" y="524"/>
                    </a:lnTo>
                    <a:lnTo>
                      <a:pt x="620" y="525"/>
                    </a:lnTo>
                    <a:lnTo>
                      <a:pt x="621" y="527"/>
                    </a:lnTo>
                    <a:lnTo>
                      <a:pt x="620" y="530"/>
                    </a:lnTo>
                    <a:lnTo>
                      <a:pt x="619" y="533"/>
                    </a:lnTo>
                    <a:lnTo>
                      <a:pt x="618" y="535"/>
                    </a:lnTo>
                    <a:close/>
                  </a:path>
                </a:pathLst>
              </a:custGeom>
              <a:solidFill>
                <a:srgbClr val="ECB78D">
                  <a:alpha val="24000"/>
                </a:srgbClr>
              </a:solidFill>
              <a:ln>
                <a:noFill/>
              </a:ln>
            </p:spPr>
            <p:txBody>
              <a:bodyPr anchor="ctr"/>
              <a:lstStyle/>
              <a:p>
                <a:pPr algn="ctr">
                  <a:buNone/>
                </a:pPr>
              </a:p>
            </p:txBody>
          </p:sp>
          <p:sp>
            <p:nvSpPr>
              <p:cNvPr id="3032" name="addition:input:155"/>
              <p:cNvSpPr>
                <a:spLocks noGrp="1"/>
              </p:cNvSpPr>
              <p:nvPr/>
            </p:nvSpPr>
            <p:spPr>
              <a:xfrm>
                <a:off x="209550" y="5438775"/>
                <a:ext cx="1142268" cy="1014115"/>
              </a:xfrm>
              <a:custGeom>
                <a:avLst/>
                <a:gdLst/>
                <a:ahLst/>
                <a:cxnLst/>
                <a:rect l="l" t="t" r="r" b="b"/>
                <a:pathLst>
                  <a:path w="694" h="541">
                    <a:moveTo>
                      <a:pt x="0" y="0"/>
                    </a:moveTo>
                    <a:moveTo>
                      <a:pt x="691" y="515"/>
                    </a:moveTo>
                    <a:lnTo>
                      <a:pt x="691" y="517"/>
                    </a:lnTo>
                    <a:lnTo>
                      <a:pt x="691" y="519"/>
                    </a:lnTo>
                    <a:lnTo>
                      <a:pt x="690" y="521"/>
                    </a:lnTo>
                    <a:lnTo>
                      <a:pt x="688" y="523"/>
                    </a:lnTo>
                    <a:lnTo>
                      <a:pt x="686" y="524"/>
                    </a:lnTo>
                    <a:lnTo>
                      <a:pt x="685" y="526"/>
                    </a:lnTo>
                    <a:lnTo>
                      <a:pt x="684" y="528"/>
                    </a:lnTo>
                    <a:lnTo>
                      <a:pt x="683" y="530"/>
                    </a:lnTo>
                    <a:lnTo>
                      <a:pt x="681" y="531"/>
                    </a:lnTo>
                    <a:lnTo>
                      <a:pt x="679" y="532"/>
                    </a:lnTo>
                    <a:lnTo>
                      <a:pt x="677" y="534"/>
                    </a:lnTo>
                    <a:lnTo>
                      <a:pt x="677" y="537"/>
                    </a:lnTo>
                    <a:lnTo>
                      <a:pt x="675" y="540"/>
                    </a:lnTo>
                    <a:lnTo>
                      <a:pt x="673" y="541"/>
                    </a:lnTo>
                    <a:lnTo>
                      <a:pt x="670" y="540"/>
                    </a:lnTo>
                    <a:lnTo>
                      <a:pt x="668" y="538"/>
                    </a:lnTo>
                    <a:lnTo>
                      <a:pt x="666" y="536"/>
                    </a:lnTo>
                    <a:lnTo>
                      <a:pt x="664" y="535"/>
                    </a:lnTo>
                    <a:lnTo>
                      <a:pt x="662" y="536"/>
                    </a:lnTo>
                    <a:lnTo>
                      <a:pt x="661" y="536"/>
                    </a:lnTo>
                    <a:lnTo>
                      <a:pt x="659" y="536"/>
                    </a:lnTo>
                    <a:lnTo>
                      <a:pt x="657" y="535"/>
                    </a:lnTo>
                    <a:lnTo>
                      <a:pt x="656" y="535"/>
                    </a:lnTo>
                    <a:lnTo>
                      <a:pt x="653" y="535"/>
                    </a:lnTo>
                    <a:lnTo>
                      <a:pt x="651" y="535"/>
                    </a:lnTo>
                    <a:lnTo>
                      <a:pt x="650" y="533"/>
                    </a:lnTo>
                    <a:lnTo>
                      <a:pt x="650" y="530"/>
                    </a:lnTo>
                    <a:lnTo>
                      <a:pt x="650" y="528"/>
                    </a:lnTo>
                    <a:lnTo>
                      <a:pt x="648" y="527"/>
                    </a:lnTo>
                    <a:lnTo>
                      <a:pt x="646" y="526"/>
                    </a:lnTo>
                    <a:lnTo>
                      <a:pt x="645" y="524"/>
                    </a:lnTo>
                    <a:lnTo>
                      <a:pt x="646" y="522"/>
                    </a:lnTo>
                    <a:lnTo>
                      <a:pt x="648" y="519"/>
                    </a:lnTo>
                    <a:lnTo>
                      <a:pt x="649" y="517"/>
                    </a:lnTo>
                    <a:lnTo>
                      <a:pt x="649" y="515"/>
                    </a:lnTo>
                    <a:lnTo>
                      <a:pt x="648" y="513"/>
                    </a:lnTo>
                    <a:lnTo>
                      <a:pt x="646" y="511"/>
                    </a:lnTo>
                    <a:lnTo>
                      <a:pt x="645" y="509"/>
                    </a:lnTo>
                    <a:lnTo>
                      <a:pt x="645" y="507"/>
                    </a:lnTo>
                    <a:lnTo>
                      <a:pt x="645" y="504"/>
                    </a:lnTo>
                    <a:lnTo>
                      <a:pt x="645" y="502"/>
                    </a:lnTo>
                    <a:lnTo>
                      <a:pt x="646" y="500"/>
                    </a:lnTo>
                    <a:lnTo>
                      <a:pt x="648" y="499"/>
                    </a:lnTo>
                    <a:lnTo>
                      <a:pt x="650" y="499"/>
                    </a:lnTo>
                    <a:lnTo>
                      <a:pt x="653" y="499"/>
                    </a:lnTo>
                    <a:lnTo>
                      <a:pt x="654" y="499"/>
                    </a:lnTo>
                    <a:lnTo>
                      <a:pt x="655" y="497"/>
                    </a:lnTo>
                    <a:lnTo>
                      <a:pt x="656" y="494"/>
                    </a:lnTo>
                    <a:lnTo>
                      <a:pt x="658" y="493"/>
                    </a:lnTo>
                    <a:lnTo>
                      <a:pt x="660" y="493"/>
                    </a:lnTo>
                    <a:lnTo>
                      <a:pt x="662" y="494"/>
                    </a:lnTo>
                    <a:lnTo>
                      <a:pt x="664" y="494"/>
                    </a:lnTo>
                    <a:lnTo>
                      <a:pt x="666" y="493"/>
                    </a:lnTo>
                    <a:lnTo>
                      <a:pt x="668" y="491"/>
                    </a:lnTo>
                    <a:lnTo>
                      <a:pt x="671" y="491"/>
                    </a:lnTo>
                    <a:lnTo>
                      <a:pt x="673" y="491"/>
                    </a:lnTo>
                    <a:lnTo>
                      <a:pt x="676" y="493"/>
                    </a:lnTo>
                    <a:lnTo>
                      <a:pt x="678" y="494"/>
                    </a:lnTo>
                    <a:lnTo>
                      <a:pt x="679" y="496"/>
                    </a:lnTo>
                    <a:lnTo>
                      <a:pt x="681" y="498"/>
                    </a:lnTo>
                    <a:lnTo>
                      <a:pt x="682" y="500"/>
                    </a:lnTo>
                    <a:lnTo>
                      <a:pt x="682" y="503"/>
                    </a:lnTo>
                    <a:lnTo>
                      <a:pt x="683" y="504"/>
                    </a:lnTo>
                    <a:lnTo>
                      <a:pt x="685" y="505"/>
                    </a:lnTo>
                    <a:lnTo>
                      <a:pt x="689" y="505"/>
                    </a:lnTo>
                    <a:lnTo>
                      <a:pt x="692" y="506"/>
                    </a:lnTo>
                    <a:lnTo>
                      <a:pt x="694" y="508"/>
                    </a:lnTo>
                    <a:lnTo>
                      <a:pt x="693" y="511"/>
                    </a:lnTo>
                    <a:lnTo>
                      <a:pt x="692" y="513"/>
                    </a:lnTo>
                    <a:close/>
                  </a:path>
                </a:pathLst>
              </a:custGeom>
              <a:solidFill>
                <a:srgbClr val="ECB78D">
                  <a:alpha val="24000"/>
                </a:srgbClr>
              </a:solidFill>
              <a:ln>
                <a:noFill/>
              </a:ln>
            </p:spPr>
            <p:txBody>
              <a:bodyPr anchor="ctr"/>
              <a:lstStyle/>
              <a:p>
                <a:pPr algn="ctr">
                  <a:buNone/>
                </a:pPr>
              </a:p>
            </p:txBody>
          </p:sp>
          <p:sp>
            <p:nvSpPr>
              <p:cNvPr id="3033" name="addition:input:156"/>
              <p:cNvSpPr>
                <a:spLocks noGrp="1"/>
              </p:cNvSpPr>
              <p:nvPr/>
            </p:nvSpPr>
            <p:spPr>
              <a:xfrm>
                <a:off x="209550" y="5438775"/>
                <a:ext cx="1257483" cy="1075974"/>
              </a:xfrm>
              <a:custGeom>
                <a:avLst/>
                <a:gdLst/>
                <a:ahLst/>
                <a:cxnLst/>
                <a:rect l="l" t="t" r="r" b="b"/>
                <a:pathLst>
                  <a:path w="764" h="574">
                    <a:moveTo>
                      <a:pt x="0" y="0"/>
                    </a:moveTo>
                    <a:moveTo>
                      <a:pt x="764" y="546"/>
                    </a:moveTo>
                    <a:lnTo>
                      <a:pt x="764" y="548"/>
                    </a:lnTo>
                    <a:lnTo>
                      <a:pt x="763" y="550"/>
                    </a:lnTo>
                    <a:lnTo>
                      <a:pt x="763" y="552"/>
                    </a:lnTo>
                    <a:lnTo>
                      <a:pt x="763" y="555"/>
                    </a:lnTo>
                    <a:lnTo>
                      <a:pt x="762" y="557"/>
                    </a:lnTo>
                    <a:lnTo>
                      <a:pt x="760" y="558"/>
                    </a:lnTo>
                    <a:lnTo>
                      <a:pt x="759" y="559"/>
                    </a:lnTo>
                    <a:lnTo>
                      <a:pt x="757" y="561"/>
                    </a:lnTo>
                    <a:lnTo>
                      <a:pt x="756" y="563"/>
                    </a:lnTo>
                    <a:lnTo>
                      <a:pt x="755" y="564"/>
                    </a:lnTo>
                    <a:lnTo>
                      <a:pt x="752" y="565"/>
                    </a:lnTo>
                    <a:lnTo>
                      <a:pt x="750" y="564"/>
                    </a:lnTo>
                    <a:lnTo>
                      <a:pt x="748" y="564"/>
                    </a:lnTo>
                    <a:lnTo>
                      <a:pt x="746" y="566"/>
                    </a:lnTo>
                    <a:lnTo>
                      <a:pt x="745" y="570"/>
                    </a:lnTo>
                    <a:lnTo>
                      <a:pt x="743" y="573"/>
                    </a:lnTo>
                    <a:lnTo>
                      <a:pt x="740" y="574"/>
                    </a:lnTo>
                    <a:lnTo>
                      <a:pt x="737" y="572"/>
                    </a:lnTo>
                    <a:lnTo>
                      <a:pt x="735" y="570"/>
                    </a:lnTo>
                    <a:lnTo>
                      <a:pt x="733" y="568"/>
                    </a:lnTo>
                    <a:lnTo>
                      <a:pt x="731" y="567"/>
                    </a:lnTo>
                    <a:lnTo>
                      <a:pt x="729" y="566"/>
                    </a:lnTo>
                    <a:lnTo>
                      <a:pt x="728" y="565"/>
                    </a:lnTo>
                    <a:lnTo>
                      <a:pt x="726" y="563"/>
                    </a:lnTo>
                    <a:lnTo>
                      <a:pt x="724" y="562"/>
                    </a:lnTo>
                    <a:lnTo>
                      <a:pt x="722" y="562"/>
                    </a:lnTo>
                    <a:lnTo>
                      <a:pt x="719" y="562"/>
                    </a:lnTo>
                    <a:lnTo>
                      <a:pt x="718" y="561"/>
                    </a:lnTo>
                    <a:lnTo>
                      <a:pt x="717" y="558"/>
                    </a:lnTo>
                    <a:lnTo>
                      <a:pt x="718" y="556"/>
                    </a:lnTo>
                    <a:lnTo>
                      <a:pt x="717" y="554"/>
                    </a:lnTo>
                    <a:lnTo>
                      <a:pt x="716" y="552"/>
                    </a:lnTo>
                    <a:lnTo>
                      <a:pt x="714" y="551"/>
                    </a:lnTo>
                    <a:lnTo>
                      <a:pt x="714" y="548"/>
                    </a:lnTo>
                    <a:lnTo>
                      <a:pt x="715" y="546"/>
                    </a:lnTo>
                    <a:lnTo>
                      <a:pt x="718" y="544"/>
                    </a:lnTo>
                    <a:lnTo>
                      <a:pt x="720" y="542"/>
                    </a:lnTo>
                    <a:lnTo>
                      <a:pt x="721" y="541"/>
                    </a:lnTo>
                    <a:lnTo>
                      <a:pt x="722" y="539"/>
                    </a:lnTo>
                    <a:lnTo>
                      <a:pt x="722" y="537"/>
                    </a:lnTo>
                    <a:lnTo>
                      <a:pt x="722" y="535"/>
                    </a:lnTo>
                    <a:lnTo>
                      <a:pt x="723" y="532"/>
                    </a:lnTo>
                    <a:lnTo>
                      <a:pt x="723" y="530"/>
                    </a:lnTo>
                    <a:lnTo>
                      <a:pt x="723" y="527"/>
                    </a:lnTo>
                    <a:lnTo>
                      <a:pt x="724" y="525"/>
                    </a:lnTo>
                    <a:lnTo>
                      <a:pt x="727" y="524"/>
                    </a:lnTo>
                    <a:lnTo>
                      <a:pt x="730" y="525"/>
                    </a:lnTo>
                    <a:lnTo>
                      <a:pt x="732" y="526"/>
                    </a:lnTo>
                    <a:lnTo>
                      <a:pt x="734" y="526"/>
                    </a:lnTo>
                    <a:lnTo>
                      <a:pt x="735" y="524"/>
                    </a:lnTo>
                    <a:lnTo>
                      <a:pt x="736" y="523"/>
                    </a:lnTo>
                    <a:lnTo>
                      <a:pt x="738" y="522"/>
                    </a:lnTo>
                    <a:lnTo>
                      <a:pt x="740" y="523"/>
                    </a:lnTo>
                    <a:lnTo>
                      <a:pt x="741" y="525"/>
                    </a:lnTo>
                    <a:lnTo>
                      <a:pt x="743" y="525"/>
                    </a:lnTo>
                    <a:lnTo>
                      <a:pt x="745" y="524"/>
                    </a:lnTo>
                    <a:lnTo>
                      <a:pt x="747" y="524"/>
                    </a:lnTo>
                    <a:lnTo>
                      <a:pt x="749" y="524"/>
                    </a:lnTo>
                    <a:lnTo>
                      <a:pt x="751" y="525"/>
                    </a:lnTo>
                    <a:lnTo>
                      <a:pt x="752" y="526"/>
                    </a:lnTo>
                    <a:lnTo>
                      <a:pt x="754" y="527"/>
                    </a:lnTo>
                    <a:lnTo>
                      <a:pt x="756" y="529"/>
                    </a:lnTo>
                    <a:lnTo>
                      <a:pt x="757" y="531"/>
                    </a:lnTo>
                    <a:lnTo>
                      <a:pt x="756" y="535"/>
                    </a:lnTo>
                    <a:lnTo>
                      <a:pt x="755" y="537"/>
                    </a:lnTo>
                    <a:lnTo>
                      <a:pt x="755" y="539"/>
                    </a:lnTo>
                    <a:lnTo>
                      <a:pt x="757" y="541"/>
                    </a:lnTo>
                    <a:lnTo>
                      <a:pt x="760" y="542"/>
                    </a:lnTo>
                    <a:lnTo>
                      <a:pt x="763" y="544"/>
                    </a:lnTo>
                    <a:close/>
                  </a:path>
                </a:pathLst>
              </a:custGeom>
              <a:solidFill>
                <a:srgbClr val="ECB78D">
                  <a:alpha val="24000"/>
                </a:srgbClr>
              </a:solidFill>
              <a:ln>
                <a:noFill/>
              </a:ln>
            </p:spPr>
            <p:txBody>
              <a:bodyPr anchor="ctr"/>
              <a:lstStyle/>
              <a:p>
                <a:pPr algn="ctr">
                  <a:buNone/>
                </a:pPr>
              </a:p>
            </p:txBody>
          </p:sp>
          <p:sp>
            <p:nvSpPr>
              <p:cNvPr id="3034" name="addition:input:157"/>
              <p:cNvSpPr>
                <a:spLocks noGrp="1"/>
              </p:cNvSpPr>
              <p:nvPr/>
            </p:nvSpPr>
            <p:spPr>
              <a:xfrm>
                <a:off x="209550" y="5438775"/>
                <a:ext cx="1665671" cy="834161"/>
              </a:xfrm>
              <a:custGeom>
                <a:avLst/>
                <a:gdLst/>
                <a:ahLst/>
                <a:cxnLst/>
                <a:rect l="l" t="t" r="r" b="b"/>
                <a:pathLst>
                  <a:path w="1012" h="445">
                    <a:moveTo>
                      <a:pt x="0" y="0"/>
                    </a:moveTo>
                    <a:moveTo>
                      <a:pt x="1007" y="309"/>
                    </a:moveTo>
                    <a:lnTo>
                      <a:pt x="1001" y="322"/>
                    </a:lnTo>
                    <a:lnTo>
                      <a:pt x="987" y="333"/>
                    </a:lnTo>
                    <a:lnTo>
                      <a:pt x="966" y="342"/>
                    </a:lnTo>
                    <a:lnTo>
                      <a:pt x="947" y="349"/>
                    </a:lnTo>
                    <a:lnTo>
                      <a:pt x="940" y="358"/>
                    </a:lnTo>
                    <a:lnTo>
                      <a:pt x="945" y="373"/>
                    </a:lnTo>
                    <a:lnTo>
                      <a:pt x="954" y="393"/>
                    </a:lnTo>
                    <a:lnTo>
                      <a:pt x="953" y="411"/>
                    </a:lnTo>
                    <a:lnTo>
                      <a:pt x="940" y="421"/>
                    </a:lnTo>
                    <a:lnTo>
                      <a:pt x="921" y="424"/>
                    </a:lnTo>
                    <a:lnTo>
                      <a:pt x="904" y="427"/>
                    </a:lnTo>
                    <a:lnTo>
                      <a:pt x="891" y="433"/>
                    </a:lnTo>
                    <a:lnTo>
                      <a:pt x="879" y="441"/>
                    </a:lnTo>
                    <a:lnTo>
                      <a:pt x="866" y="445"/>
                    </a:lnTo>
                    <a:lnTo>
                      <a:pt x="851" y="444"/>
                    </a:lnTo>
                    <a:lnTo>
                      <a:pt x="837" y="440"/>
                    </a:lnTo>
                    <a:lnTo>
                      <a:pt x="824" y="439"/>
                    </a:lnTo>
                    <a:lnTo>
                      <a:pt x="812" y="442"/>
                    </a:lnTo>
                    <a:lnTo>
                      <a:pt x="800" y="442"/>
                    </a:lnTo>
                    <a:lnTo>
                      <a:pt x="789" y="436"/>
                    </a:lnTo>
                    <a:lnTo>
                      <a:pt x="780" y="428"/>
                    </a:lnTo>
                    <a:lnTo>
                      <a:pt x="769" y="424"/>
                    </a:lnTo>
                    <a:lnTo>
                      <a:pt x="753" y="428"/>
                    </a:lnTo>
                    <a:lnTo>
                      <a:pt x="731" y="436"/>
                    </a:lnTo>
                    <a:lnTo>
                      <a:pt x="710" y="437"/>
                    </a:lnTo>
                    <a:lnTo>
                      <a:pt x="697" y="427"/>
                    </a:lnTo>
                    <a:lnTo>
                      <a:pt x="697" y="409"/>
                    </a:lnTo>
                    <a:lnTo>
                      <a:pt x="702" y="389"/>
                    </a:lnTo>
                    <a:lnTo>
                      <a:pt x="704" y="374"/>
                    </a:lnTo>
                    <a:lnTo>
                      <a:pt x="699" y="363"/>
                    </a:lnTo>
                    <a:lnTo>
                      <a:pt x="690" y="354"/>
                    </a:lnTo>
                    <a:lnTo>
                      <a:pt x="684" y="343"/>
                    </a:lnTo>
                    <a:lnTo>
                      <a:pt x="679" y="332"/>
                    </a:lnTo>
                    <a:lnTo>
                      <a:pt x="671" y="321"/>
                    </a:lnTo>
                    <a:lnTo>
                      <a:pt x="658" y="309"/>
                    </a:lnTo>
                    <a:lnTo>
                      <a:pt x="646" y="296"/>
                    </a:lnTo>
                    <a:lnTo>
                      <a:pt x="643" y="282"/>
                    </a:lnTo>
                    <a:lnTo>
                      <a:pt x="650" y="270"/>
                    </a:lnTo>
                    <a:lnTo>
                      <a:pt x="661" y="261"/>
                    </a:lnTo>
                    <a:lnTo>
                      <a:pt x="666" y="250"/>
                    </a:lnTo>
                    <a:lnTo>
                      <a:pt x="664" y="236"/>
                    </a:lnTo>
                    <a:lnTo>
                      <a:pt x="663" y="220"/>
                    </a:lnTo>
                    <a:lnTo>
                      <a:pt x="671" y="209"/>
                    </a:lnTo>
                    <a:lnTo>
                      <a:pt x="691" y="207"/>
                    </a:lnTo>
                    <a:lnTo>
                      <a:pt x="714" y="210"/>
                    </a:lnTo>
                    <a:lnTo>
                      <a:pt x="732" y="212"/>
                    </a:lnTo>
                    <a:lnTo>
                      <a:pt x="742" y="206"/>
                    </a:lnTo>
                    <a:lnTo>
                      <a:pt x="751" y="193"/>
                    </a:lnTo>
                    <a:lnTo>
                      <a:pt x="761" y="181"/>
                    </a:lnTo>
                    <a:lnTo>
                      <a:pt x="775" y="172"/>
                    </a:lnTo>
                    <a:lnTo>
                      <a:pt x="792" y="165"/>
                    </a:lnTo>
                    <a:lnTo>
                      <a:pt x="809" y="158"/>
                    </a:lnTo>
                    <a:lnTo>
                      <a:pt x="828" y="152"/>
                    </a:lnTo>
                    <a:lnTo>
                      <a:pt x="848" y="153"/>
                    </a:lnTo>
                    <a:lnTo>
                      <a:pt x="865" y="164"/>
                    </a:lnTo>
                    <a:lnTo>
                      <a:pt x="877" y="182"/>
                    </a:lnTo>
                    <a:lnTo>
                      <a:pt x="887" y="197"/>
                    </a:lnTo>
                    <a:lnTo>
                      <a:pt x="901" y="202"/>
                    </a:lnTo>
                    <a:lnTo>
                      <a:pt x="921" y="200"/>
                    </a:lnTo>
                    <a:lnTo>
                      <a:pt x="940" y="200"/>
                    </a:lnTo>
                    <a:lnTo>
                      <a:pt x="954" y="208"/>
                    </a:lnTo>
                    <a:lnTo>
                      <a:pt x="959" y="221"/>
                    </a:lnTo>
                    <a:lnTo>
                      <a:pt x="962" y="234"/>
                    </a:lnTo>
                    <a:lnTo>
                      <a:pt x="971" y="243"/>
                    </a:lnTo>
                    <a:lnTo>
                      <a:pt x="987" y="249"/>
                    </a:lnTo>
                    <a:lnTo>
                      <a:pt x="1003" y="257"/>
                    </a:lnTo>
                    <a:lnTo>
                      <a:pt x="1012" y="269"/>
                    </a:lnTo>
                    <a:lnTo>
                      <a:pt x="1012" y="282"/>
                    </a:lnTo>
                    <a:lnTo>
                      <a:pt x="1010" y="296"/>
                    </a:lnTo>
                    <a:close/>
                  </a:path>
                </a:pathLst>
              </a:custGeom>
              <a:solidFill>
                <a:srgbClr val="C5E9DF">
                  <a:alpha val="43000"/>
                </a:srgbClr>
              </a:solidFill>
              <a:ln>
                <a:noFill/>
              </a:ln>
            </p:spPr>
            <p:txBody>
              <a:bodyPr anchor="ctr"/>
              <a:lstStyle/>
              <a:p>
                <a:pPr algn="ctr">
                  <a:buNone/>
                </a:pPr>
              </a:p>
            </p:txBody>
          </p:sp>
          <p:sp>
            <p:nvSpPr>
              <p:cNvPr id="3035" name="addition:input:158"/>
              <p:cNvSpPr>
                <a:spLocks noGrp="1"/>
              </p:cNvSpPr>
              <p:nvPr/>
            </p:nvSpPr>
            <p:spPr>
              <a:xfrm>
                <a:off x="209550" y="5438775"/>
                <a:ext cx="1614648" cy="847283"/>
              </a:xfrm>
              <a:custGeom>
                <a:avLst/>
                <a:gdLst/>
                <a:ahLst/>
                <a:cxnLst/>
                <a:rect l="l" t="t" r="r" b="b"/>
                <a:pathLst>
                  <a:path w="981" h="452">
                    <a:moveTo>
                      <a:pt x="0" y="0"/>
                    </a:moveTo>
                    <a:moveTo>
                      <a:pt x="981" y="314"/>
                    </a:moveTo>
                    <a:lnTo>
                      <a:pt x="976" y="325"/>
                    </a:lnTo>
                    <a:lnTo>
                      <a:pt x="966" y="335"/>
                    </a:lnTo>
                    <a:lnTo>
                      <a:pt x="960" y="345"/>
                    </a:lnTo>
                    <a:lnTo>
                      <a:pt x="962" y="356"/>
                    </a:lnTo>
                    <a:lnTo>
                      <a:pt x="966" y="369"/>
                    </a:lnTo>
                    <a:lnTo>
                      <a:pt x="962" y="380"/>
                    </a:lnTo>
                    <a:lnTo>
                      <a:pt x="948" y="386"/>
                    </a:lnTo>
                    <a:lnTo>
                      <a:pt x="930" y="388"/>
                    </a:lnTo>
                    <a:lnTo>
                      <a:pt x="913" y="389"/>
                    </a:lnTo>
                    <a:lnTo>
                      <a:pt x="903" y="394"/>
                    </a:lnTo>
                    <a:lnTo>
                      <a:pt x="895" y="403"/>
                    </a:lnTo>
                    <a:lnTo>
                      <a:pt x="886" y="412"/>
                    </a:lnTo>
                    <a:lnTo>
                      <a:pt x="875" y="420"/>
                    </a:lnTo>
                    <a:lnTo>
                      <a:pt x="863" y="428"/>
                    </a:lnTo>
                    <a:lnTo>
                      <a:pt x="850" y="438"/>
                    </a:lnTo>
                    <a:lnTo>
                      <a:pt x="836" y="448"/>
                    </a:lnTo>
                    <a:lnTo>
                      <a:pt x="820" y="452"/>
                    </a:lnTo>
                    <a:lnTo>
                      <a:pt x="803" y="446"/>
                    </a:lnTo>
                    <a:lnTo>
                      <a:pt x="789" y="431"/>
                    </a:lnTo>
                    <a:lnTo>
                      <a:pt x="779" y="416"/>
                    </a:lnTo>
                    <a:lnTo>
                      <a:pt x="768" y="411"/>
                    </a:lnTo>
                    <a:lnTo>
                      <a:pt x="753" y="413"/>
                    </a:lnTo>
                    <a:lnTo>
                      <a:pt x="738" y="416"/>
                    </a:lnTo>
                    <a:lnTo>
                      <a:pt x="725" y="413"/>
                    </a:lnTo>
                    <a:lnTo>
                      <a:pt x="717" y="404"/>
                    </a:lnTo>
                    <a:lnTo>
                      <a:pt x="711" y="395"/>
                    </a:lnTo>
                    <a:lnTo>
                      <a:pt x="703" y="388"/>
                    </a:lnTo>
                    <a:lnTo>
                      <a:pt x="691" y="384"/>
                    </a:lnTo>
                    <a:lnTo>
                      <a:pt x="679" y="378"/>
                    </a:lnTo>
                    <a:lnTo>
                      <a:pt x="673" y="369"/>
                    </a:lnTo>
                    <a:lnTo>
                      <a:pt x="670" y="358"/>
                    </a:lnTo>
                    <a:lnTo>
                      <a:pt x="669" y="347"/>
                    </a:lnTo>
                    <a:lnTo>
                      <a:pt x="665" y="337"/>
                    </a:lnTo>
                    <a:lnTo>
                      <a:pt x="664" y="325"/>
                    </a:lnTo>
                    <a:lnTo>
                      <a:pt x="672" y="314"/>
                    </a:lnTo>
                    <a:lnTo>
                      <a:pt x="689" y="304"/>
                    </a:lnTo>
                    <a:lnTo>
                      <a:pt x="707" y="297"/>
                    </a:lnTo>
                    <a:lnTo>
                      <a:pt x="715" y="289"/>
                    </a:lnTo>
                    <a:lnTo>
                      <a:pt x="710" y="278"/>
                    </a:lnTo>
                    <a:lnTo>
                      <a:pt x="699" y="263"/>
                    </a:lnTo>
                    <a:lnTo>
                      <a:pt x="693" y="248"/>
                    </a:lnTo>
                    <a:lnTo>
                      <a:pt x="697" y="236"/>
                    </a:lnTo>
                    <a:lnTo>
                      <a:pt x="709" y="230"/>
                    </a:lnTo>
                    <a:lnTo>
                      <a:pt x="722" y="224"/>
                    </a:lnTo>
                    <a:lnTo>
                      <a:pt x="731" y="218"/>
                    </a:lnTo>
                    <a:lnTo>
                      <a:pt x="741" y="211"/>
                    </a:lnTo>
                    <a:lnTo>
                      <a:pt x="752" y="208"/>
                    </a:lnTo>
                    <a:lnTo>
                      <a:pt x="765" y="208"/>
                    </a:lnTo>
                    <a:lnTo>
                      <a:pt x="777" y="209"/>
                    </a:lnTo>
                    <a:lnTo>
                      <a:pt x="786" y="206"/>
                    </a:lnTo>
                    <a:lnTo>
                      <a:pt x="795" y="200"/>
                    </a:lnTo>
                    <a:lnTo>
                      <a:pt x="806" y="196"/>
                    </a:lnTo>
                    <a:lnTo>
                      <a:pt x="816" y="199"/>
                    </a:lnTo>
                    <a:lnTo>
                      <a:pt x="826" y="207"/>
                    </a:lnTo>
                    <a:lnTo>
                      <a:pt x="836" y="212"/>
                    </a:lnTo>
                    <a:lnTo>
                      <a:pt x="848" y="209"/>
                    </a:lnTo>
                    <a:lnTo>
                      <a:pt x="865" y="200"/>
                    </a:lnTo>
                    <a:lnTo>
                      <a:pt x="883" y="194"/>
                    </a:lnTo>
                    <a:lnTo>
                      <a:pt x="898" y="198"/>
                    </a:lnTo>
                    <a:lnTo>
                      <a:pt x="905" y="211"/>
                    </a:lnTo>
                    <a:lnTo>
                      <a:pt x="907" y="226"/>
                    </a:lnTo>
                    <a:lnTo>
                      <a:pt x="910" y="240"/>
                    </a:lnTo>
                    <a:lnTo>
                      <a:pt x="915" y="250"/>
                    </a:lnTo>
                    <a:lnTo>
                      <a:pt x="922" y="259"/>
                    </a:lnTo>
                    <a:lnTo>
                      <a:pt x="927" y="268"/>
                    </a:lnTo>
                    <a:lnTo>
                      <a:pt x="932" y="277"/>
                    </a:lnTo>
                    <a:lnTo>
                      <a:pt x="942" y="285"/>
                    </a:lnTo>
                    <a:lnTo>
                      <a:pt x="957" y="293"/>
                    </a:lnTo>
                    <a:lnTo>
                      <a:pt x="974" y="303"/>
                    </a:lnTo>
                    <a:close/>
                  </a:path>
                </a:pathLst>
              </a:custGeom>
              <a:solidFill>
                <a:srgbClr val="86D1BC">
                  <a:alpha val="43000"/>
                </a:srgbClr>
              </a:solidFill>
              <a:ln>
                <a:noFill/>
              </a:ln>
            </p:spPr>
            <p:txBody>
              <a:bodyPr anchor="ctr"/>
              <a:lstStyle/>
              <a:p>
                <a:pPr algn="ctr">
                  <a:buNone/>
                </a:pPr>
              </a:p>
            </p:txBody>
          </p:sp>
          <p:sp>
            <p:nvSpPr>
              <p:cNvPr id="3036" name="addition:input:159"/>
              <p:cNvSpPr>
                <a:spLocks noGrp="1"/>
              </p:cNvSpPr>
              <p:nvPr/>
            </p:nvSpPr>
            <p:spPr>
              <a:xfrm>
                <a:off x="209550" y="5438775"/>
                <a:ext cx="1535643" cy="809793"/>
              </a:xfrm>
              <a:custGeom>
                <a:avLst/>
                <a:gdLst/>
                <a:ahLst/>
                <a:cxnLst/>
                <a:rect l="l" t="t" r="r" b="b"/>
                <a:pathLst>
                  <a:path w="933" h="432">
                    <a:moveTo>
                      <a:pt x="0" y="0"/>
                    </a:moveTo>
                    <a:moveTo>
                      <a:pt x="924" y="319"/>
                    </a:moveTo>
                    <a:lnTo>
                      <a:pt x="925" y="328"/>
                    </a:lnTo>
                    <a:lnTo>
                      <a:pt x="919" y="337"/>
                    </a:lnTo>
                    <a:lnTo>
                      <a:pt x="910" y="344"/>
                    </a:lnTo>
                    <a:lnTo>
                      <a:pt x="907" y="352"/>
                    </a:lnTo>
                    <a:lnTo>
                      <a:pt x="910" y="362"/>
                    </a:lnTo>
                    <a:lnTo>
                      <a:pt x="913" y="374"/>
                    </a:lnTo>
                    <a:lnTo>
                      <a:pt x="911" y="384"/>
                    </a:lnTo>
                    <a:lnTo>
                      <a:pt x="905" y="392"/>
                    </a:lnTo>
                    <a:lnTo>
                      <a:pt x="898" y="399"/>
                    </a:lnTo>
                    <a:lnTo>
                      <a:pt x="891" y="406"/>
                    </a:lnTo>
                    <a:lnTo>
                      <a:pt x="883" y="412"/>
                    </a:lnTo>
                    <a:lnTo>
                      <a:pt x="872" y="413"/>
                    </a:lnTo>
                    <a:lnTo>
                      <a:pt x="858" y="407"/>
                    </a:lnTo>
                    <a:lnTo>
                      <a:pt x="846" y="400"/>
                    </a:lnTo>
                    <a:lnTo>
                      <a:pt x="838" y="399"/>
                    </a:lnTo>
                    <a:lnTo>
                      <a:pt x="831" y="407"/>
                    </a:lnTo>
                    <a:lnTo>
                      <a:pt x="823" y="420"/>
                    </a:lnTo>
                    <a:lnTo>
                      <a:pt x="812" y="430"/>
                    </a:lnTo>
                    <a:lnTo>
                      <a:pt x="800" y="432"/>
                    </a:lnTo>
                    <a:lnTo>
                      <a:pt x="789" y="426"/>
                    </a:lnTo>
                    <a:lnTo>
                      <a:pt x="779" y="420"/>
                    </a:lnTo>
                    <a:lnTo>
                      <a:pt x="768" y="416"/>
                    </a:lnTo>
                    <a:lnTo>
                      <a:pt x="755" y="413"/>
                    </a:lnTo>
                    <a:lnTo>
                      <a:pt x="744" y="408"/>
                    </a:lnTo>
                    <a:lnTo>
                      <a:pt x="736" y="400"/>
                    </a:lnTo>
                    <a:lnTo>
                      <a:pt x="730" y="391"/>
                    </a:lnTo>
                    <a:lnTo>
                      <a:pt x="722" y="383"/>
                    </a:lnTo>
                    <a:lnTo>
                      <a:pt x="712" y="377"/>
                    </a:lnTo>
                    <a:lnTo>
                      <a:pt x="703" y="371"/>
                    </a:lnTo>
                    <a:lnTo>
                      <a:pt x="699" y="361"/>
                    </a:lnTo>
                    <a:lnTo>
                      <a:pt x="699" y="351"/>
                    </a:lnTo>
                    <a:lnTo>
                      <a:pt x="698" y="343"/>
                    </a:lnTo>
                    <a:lnTo>
                      <a:pt x="688" y="336"/>
                    </a:lnTo>
                    <a:lnTo>
                      <a:pt x="670" y="329"/>
                    </a:lnTo>
                    <a:lnTo>
                      <a:pt x="655" y="319"/>
                    </a:lnTo>
                    <a:lnTo>
                      <a:pt x="651" y="308"/>
                    </a:lnTo>
                    <a:lnTo>
                      <a:pt x="660" y="298"/>
                    </a:lnTo>
                    <a:lnTo>
                      <a:pt x="675" y="291"/>
                    </a:lnTo>
                    <a:lnTo>
                      <a:pt x="688" y="285"/>
                    </a:lnTo>
                    <a:lnTo>
                      <a:pt x="696" y="278"/>
                    </a:lnTo>
                    <a:lnTo>
                      <a:pt x="702" y="270"/>
                    </a:lnTo>
                    <a:lnTo>
                      <a:pt x="710" y="264"/>
                    </a:lnTo>
                    <a:lnTo>
                      <a:pt x="719" y="258"/>
                    </a:lnTo>
                    <a:lnTo>
                      <a:pt x="726" y="251"/>
                    </a:lnTo>
                    <a:lnTo>
                      <a:pt x="731" y="241"/>
                    </a:lnTo>
                    <a:lnTo>
                      <a:pt x="737" y="229"/>
                    </a:lnTo>
                    <a:lnTo>
                      <a:pt x="747" y="221"/>
                    </a:lnTo>
                    <a:lnTo>
                      <a:pt x="761" y="220"/>
                    </a:lnTo>
                    <a:lnTo>
                      <a:pt x="775" y="222"/>
                    </a:lnTo>
                    <a:lnTo>
                      <a:pt x="788" y="221"/>
                    </a:lnTo>
                    <a:lnTo>
                      <a:pt x="800" y="215"/>
                    </a:lnTo>
                    <a:lnTo>
                      <a:pt x="812" y="207"/>
                    </a:lnTo>
                    <a:lnTo>
                      <a:pt x="825" y="204"/>
                    </a:lnTo>
                    <a:lnTo>
                      <a:pt x="837" y="211"/>
                    </a:lnTo>
                    <a:lnTo>
                      <a:pt x="846" y="223"/>
                    </a:lnTo>
                    <a:lnTo>
                      <a:pt x="852" y="234"/>
                    </a:lnTo>
                    <a:lnTo>
                      <a:pt x="860" y="239"/>
                    </a:lnTo>
                    <a:lnTo>
                      <a:pt x="870" y="239"/>
                    </a:lnTo>
                    <a:lnTo>
                      <a:pt x="881" y="239"/>
                    </a:lnTo>
                    <a:lnTo>
                      <a:pt x="891" y="241"/>
                    </a:lnTo>
                    <a:lnTo>
                      <a:pt x="901" y="244"/>
                    </a:lnTo>
                    <a:lnTo>
                      <a:pt x="912" y="247"/>
                    </a:lnTo>
                    <a:lnTo>
                      <a:pt x="924" y="251"/>
                    </a:lnTo>
                    <a:lnTo>
                      <a:pt x="933" y="258"/>
                    </a:lnTo>
                    <a:lnTo>
                      <a:pt x="932" y="269"/>
                    </a:lnTo>
                    <a:lnTo>
                      <a:pt x="923" y="283"/>
                    </a:lnTo>
                    <a:lnTo>
                      <a:pt x="913" y="294"/>
                    </a:lnTo>
                    <a:lnTo>
                      <a:pt x="910" y="303"/>
                    </a:lnTo>
                    <a:lnTo>
                      <a:pt x="917" y="310"/>
                    </a:lnTo>
                    <a:close/>
                  </a:path>
                </a:pathLst>
              </a:custGeom>
              <a:solidFill>
                <a:srgbClr val="56BFA2">
                  <a:alpha val="35000"/>
                </a:srgbClr>
              </a:solidFill>
              <a:ln>
                <a:noFill/>
              </a:ln>
            </p:spPr>
            <p:txBody>
              <a:bodyPr anchor="ctr"/>
              <a:lstStyle/>
              <a:p>
                <a:pPr algn="ctr">
                  <a:buNone/>
                </a:pPr>
              </a:p>
            </p:txBody>
          </p:sp>
          <p:sp>
            <p:nvSpPr>
              <p:cNvPr id="3037" name="addition:input:160"/>
              <p:cNvSpPr>
                <a:spLocks noGrp="1"/>
              </p:cNvSpPr>
              <p:nvPr/>
            </p:nvSpPr>
            <p:spPr>
              <a:xfrm>
                <a:off x="209550" y="5438775"/>
                <a:ext cx="1333195" cy="631713"/>
              </a:xfrm>
              <a:custGeom>
                <a:avLst/>
                <a:gdLst/>
                <a:ahLst/>
                <a:cxnLst/>
                <a:rect l="l" t="t" r="r" b="b"/>
                <a:pathLst>
                  <a:path w="810" h="337">
                    <a:moveTo>
                      <a:pt x="0" y="0"/>
                    </a:moveTo>
                    <a:moveTo>
                      <a:pt x="802" y="289"/>
                    </a:moveTo>
                    <a:lnTo>
                      <a:pt x="800" y="292"/>
                    </a:lnTo>
                    <a:lnTo>
                      <a:pt x="803" y="296"/>
                    </a:lnTo>
                    <a:lnTo>
                      <a:pt x="807" y="301"/>
                    </a:lnTo>
                    <a:lnTo>
                      <a:pt x="810" y="306"/>
                    </a:lnTo>
                    <a:lnTo>
                      <a:pt x="810" y="310"/>
                    </a:lnTo>
                    <a:lnTo>
                      <a:pt x="807" y="313"/>
                    </a:lnTo>
                    <a:lnTo>
                      <a:pt x="803" y="316"/>
                    </a:lnTo>
                    <a:lnTo>
                      <a:pt x="799" y="318"/>
                    </a:lnTo>
                    <a:lnTo>
                      <a:pt x="795" y="320"/>
                    </a:lnTo>
                    <a:lnTo>
                      <a:pt x="790" y="320"/>
                    </a:lnTo>
                    <a:lnTo>
                      <a:pt x="784" y="320"/>
                    </a:lnTo>
                    <a:lnTo>
                      <a:pt x="780" y="320"/>
                    </a:lnTo>
                    <a:lnTo>
                      <a:pt x="777" y="323"/>
                    </a:lnTo>
                    <a:lnTo>
                      <a:pt x="775" y="329"/>
                    </a:lnTo>
                    <a:lnTo>
                      <a:pt x="771" y="335"/>
                    </a:lnTo>
                    <a:lnTo>
                      <a:pt x="766" y="337"/>
                    </a:lnTo>
                    <a:lnTo>
                      <a:pt x="760" y="336"/>
                    </a:lnTo>
                    <a:lnTo>
                      <a:pt x="755" y="333"/>
                    </a:lnTo>
                    <a:lnTo>
                      <a:pt x="749" y="331"/>
                    </a:lnTo>
                    <a:lnTo>
                      <a:pt x="744" y="331"/>
                    </a:lnTo>
                    <a:lnTo>
                      <a:pt x="738" y="332"/>
                    </a:lnTo>
                    <a:lnTo>
                      <a:pt x="732" y="331"/>
                    </a:lnTo>
                    <a:lnTo>
                      <a:pt x="728" y="327"/>
                    </a:lnTo>
                    <a:lnTo>
                      <a:pt x="725" y="323"/>
                    </a:lnTo>
                    <a:lnTo>
                      <a:pt x="722" y="320"/>
                    </a:lnTo>
                    <a:lnTo>
                      <a:pt x="718" y="318"/>
                    </a:lnTo>
                    <a:lnTo>
                      <a:pt x="714" y="316"/>
                    </a:lnTo>
                    <a:lnTo>
                      <a:pt x="712" y="312"/>
                    </a:lnTo>
                    <a:lnTo>
                      <a:pt x="710" y="309"/>
                    </a:lnTo>
                    <a:lnTo>
                      <a:pt x="706" y="307"/>
                    </a:lnTo>
                    <a:lnTo>
                      <a:pt x="700" y="305"/>
                    </a:lnTo>
                    <a:lnTo>
                      <a:pt x="693" y="302"/>
                    </a:lnTo>
                    <a:lnTo>
                      <a:pt x="690" y="298"/>
                    </a:lnTo>
                    <a:lnTo>
                      <a:pt x="692" y="293"/>
                    </a:lnTo>
                    <a:lnTo>
                      <a:pt x="699" y="289"/>
                    </a:lnTo>
                    <a:lnTo>
                      <a:pt x="706" y="285"/>
                    </a:lnTo>
                    <a:lnTo>
                      <a:pt x="709" y="282"/>
                    </a:lnTo>
                    <a:lnTo>
                      <a:pt x="710" y="279"/>
                    </a:lnTo>
                    <a:lnTo>
                      <a:pt x="710" y="275"/>
                    </a:lnTo>
                    <a:lnTo>
                      <a:pt x="711" y="271"/>
                    </a:lnTo>
                    <a:lnTo>
                      <a:pt x="714" y="268"/>
                    </a:lnTo>
                    <a:lnTo>
                      <a:pt x="717" y="265"/>
                    </a:lnTo>
                    <a:lnTo>
                      <a:pt x="719" y="261"/>
                    </a:lnTo>
                    <a:lnTo>
                      <a:pt x="721" y="256"/>
                    </a:lnTo>
                    <a:lnTo>
                      <a:pt x="724" y="253"/>
                    </a:lnTo>
                    <a:lnTo>
                      <a:pt x="729" y="252"/>
                    </a:lnTo>
                    <a:lnTo>
                      <a:pt x="734" y="251"/>
                    </a:lnTo>
                    <a:lnTo>
                      <a:pt x="738" y="249"/>
                    </a:lnTo>
                    <a:lnTo>
                      <a:pt x="742" y="245"/>
                    </a:lnTo>
                    <a:lnTo>
                      <a:pt x="746" y="243"/>
                    </a:lnTo>
                    <a:lnTo>
                      <a:pt x="751" y="243"/>
                    </a:lnTo>
                    <a:lnTo>
                      <a:pt x="755" y="248"/>
                    </a:lnTo>
                    <a:lnTo>
                      <a:pt x="759" y="252"/>
                    </a:lnTo>
                    <a:lnTo>
                      <a:pt x="762" y="255"/>
                    </a:lnTo>
                    <a:lnTo>
                      <a:pt x="765" y="253"/>
                    </a:lnTo>
                    <a:lnTo>
                      <a:pt x="770" y="250"/>
                    </a:lnTo>
                    <a:lnTo>
                      <a:pt x="775" y="248"/>
                    </a:lnTo>
                    <a:lnTo>
                      <a:pt x="780" y="249"/>
                    </a:lnTo>
                    <a:lnTo>
                      <a:pt x="784" y="250"/>
                    </a:lnTo>
                    <a:lnTo>
                      <a:pt x="788" y="252"/>
                    </a:lnTo>
                    <a:lnTo>
                      <a:pt x="792" y="255"/>
                    </a:lnTo>
                    <a:lnTo>
                      <a:pt x="794" y="258"/>
                    </a:lnTo>
                    <a:lnTo>
                      <a:pt x="794" y="263"/>
                    </a:lnTo>
                    <a:lnTo>
                      <a:pt x="793" y="268"/>
                    </a:lnTo>
                    <a:lnTo>
                      <a:pt x="793" y="272"/>
                    </a:lnTo>
                    <a:lnTo>
                      <a:pt x="796" y="275"/>
                    </a:lnTo>
                    <a:lnTo>
                      <a:pt x="801" y="278"/>
                    </a:lnTo>
                    <a:lnTo>
                      <a:pt x="804" y="281"/>
                    </a:lnTo>
                    <a:lnTo>
                      <a:pt x="804" y="285"/>
                    </a:lnTo>
                    <a:close/>
                  </a:path>
                </a:pathLst>
              </a:custGeom>
              <a:solidFill>
                <a:srgbClr val="86D1BC">
                  <a:alpha val="32000"/>
                </a:srgbClr>
              </a:solidFill>
              <a:ln>
                <a:noFill/>
              </a:ln>
            </p:spPr>
            <p:txBody>
              <a:bodyPr anchor="ctr"/>
              <a:lstStyle/>
              <a:p>
                <a:pPr algn="ctr">
                  <a:buNone/>
                </a:pPr>
              </a:p>
            </p:txBody>
          </p:sp>
          <p:sp>
            <p:nvSpPr>
              <p:cNvPr id="3038" name="addition:input:161"/>
              <p:cNvSpPr>
                <a:spLocks noGrp="1"/>
              </p:cNvSpPr>
              <p:nvPr/>
            </p:nvSpPr>
            <p:spPr>
              <a:xfrm>
                <a:off x="209550" y="5438775"/>
                <a:ext cx="1397386" cy="556732"/>
              </a:xfrm>
              <a:custGeom>
                <a:avLst/>
                <a:gdLst/>
                <a:ahLst/>
                <a:cxnLst/>
                <a:rect l="l" t="t" r="r" b="b"/>
                <a:pathLst>
                  <a:path w="849" h="297">
                    <a:moveTo>
                      <a:pt x="0" y="0"/>
                    </a:moveTo>
                    <a:moveTo>
                      <a:pt x="849" y="254"/>
                    </a:moveTo>
                    <a:lnTo>
                      <a:pt x="845" y="258"/>
                    </a:lnTo>
                    <a:lnTo>
                      <a:pt x="840" y="261"/>
                    </a:lnTo>
                    <a:lnTo>
                      <a:pt x="836" y="264"/>
                    </a:lnTo>
                    <a:lnTo>
                      <a:pt x="834" y="267"/>
                    </a:lnTo>
                    <a:lnTo>
                      <a:pt x="835" y="271"/>
                    </a:lnTo>
                    <a:lnTo>
                      <a:pt x="834" y="275"/>
                    </a:lnTo>
                    <a:lnTo>
                      <a:pt x="833" y="279"/>
                    </a:lnTo>
                    <a:lnTo>
                      <a:pt x="832" y="283"/>
                    </a:lnTo>
                    <a:lnTo>
                      <a:pt x="831" y="287"/>
                    </a:lnTo>
                    <a:lnTo>
                      <a:pt x="829" y="292"/>
                    </a:lnTo>
                    <a:lnTo>
                      <a:pt x="826" y="295"/>
                    </a:lnTo>
                    <a:lnTo>
                      <a:pt x="820" y="295"/>
                    </a:lnTo>
                    <a:lnTo>
                      <a:pt x="814" y="292"/>
                    </a:lnTo>
                    <a:lnTo>
                      <a:pt x="809" y="289"/>
                    </a:lnTo>
                    <a:lnTo>
                      <a:pt x="806" y="289"/>
                    </a:lnTo>
                    <a:lnTo>
                      <a:pt x="803" y="292"/>
                    </a:lnTo>
                    <a:lnTo>
                      <a:pt x="800" y="295"/>
                    </a:lnTo>
                    <a:lnTo>
                      <a:pt x="796" y="297"/>
                    </a:lnTo>
                    <a:lnTo>
                      <a:pt x="793" y="296"/>
                    </a:lnTo>
                    <a:lnTo>
                      <a:pt x="789" y="294"/>
                    </a:lnTo>
                    <a:lnTo>
                      <a:pt x="785" y="293"/>
                    </a:lnTo>
                    <a:lnTo>
                      <a:pt x="781" y="294"/>
                    </a:lnTo>
                    <a:lnTo>
                      <a:pt x="776" y="294"/>
                    </a:lnTo>
                    <a:lnTo>
                      <a:pt x="772" y="292"/>
                    </a:lnTo>
                    <a:lnTo>
                      <a:pt x="769" y="289"/>
                    </a:lnTo>
                    <a:lnTo>
                      <a:pt x="766" y="286"/>
                    </a:lnTo>
                    <a:lnTo>
                      <a:pt x="762" y="283"/>
                    </a:lnTo>
                    <a:lnTo>
                      <a:pt x="758" y="280"/>
                    </a:lnTo>
                    <a:lnTo>
                      <a:pt x="757" y="276"/>
                    </a:lnTo>
                    <a:lnTo>
                      <a:pt x="759" y="271"/>
                    </a:lnTo>
                    <a:lnTo>
                      <a:pt x="761" y="267"/>
                    </a:lnTo>
                    <a:lnTo>
                      <a:pt x="760" y="263"/>
                    </a:lnTo>
                    <a:lnTo>
                      <a:pt x="754" y="261"/>
                    </a:lnTo>
                    <a:lnTo>
                      <a:pt x="747" y="258"/>
                    </a:lnTo>
                    <a:lnTo>
                      <a:pt x="741" y="254"/>
                    </a:lnTo>
                    <a:lnTo>
                      <a:pt x="739" y="250"/>
                    </a:lnTo>
                    <a:lnTo>
                      <a:pt x="741" y="246"/>
                    </a:lnTo>
                    <a:lnTo>
                      <a:pt x="744" y="243"/>
                    </a:lnTo>
                    <a:lnTo>
                      <a:pt x="746" y="239"/>
                    </a:lnTo>
                    <a:lnTo>
                      <a:pt x="748" y="236"/>
                    </a:lnTo>
                    <a:lnTo>
                      <a:pt x="751" y="233"/>
                    </a:lnTo>
                    <a:lnTo>
                      <a:pt x="755" y="231"/>
                    </a:lnTo>
                    <a:lnTo>
                      <a:pt x="759" y="229"/>
                    </a:lnTo>
                    <a:lnTo>
                      <a:pt x="762" y="227"/>
                    </a:lnTo>
                    <a:lnTo>
                      <a:pt x="764" y="223"/>
                    </a:lnTo>
                    <a:lnTo>
                      <a:pt x="767" y="219"/>
                    </a:lnTo>
                    <a:lnTo>
                      <a:pt x="771" y="218"/>
                    </a:lnTo>
                    <a:lnTo>
                      <a:pt x="777" y="218"/>
                    </a:lnTo>
                    <a:lnTo>
                      <a:pt x="782" y="218"/>
                    </a:lnTo>
                    <a:lnTo>
                      <a:pt x="786" y="215"/>
                    </a:lnTo>
                    <a:lnTo>
                      <a:pt x="790" y="210"/>
                    </a:lnTo>
                    <a:lnTo>
                      <a:pt x="795" y="206"/>
                    </a:lnTo>
                    <a:lnTo>
                      <a:pt x="801" y="206"/>
                    </a:lnTo>
                    <a:lnTo>
                      <a:pt x="807" y="209"/>
                    </a:lnTo>
                    <a:lnTo>
                      <a:pt x="811" y="214"/>
                    </a:lnTo>
                    <a:lnTo>
                      <a:pt x="814" y="218"/>
                    </a:lnTo>
                    <a:lnTo>
                      <a:pt x="818" y="220"/>
                    </a:lnTo>
                    <a:lnTo>
                      <a:pt x="822" y="221"/>
                    </a:lnTo>
                    <a:lnTo>
                      <a:pt x="825" y="223"/>
                    </a:lnTo>
                    <a:lnTo>
                      <a:pt x="829" y="225"/>
                    </a:lnTo>
                    <a:lnTo>
                      <a:pt x="833" y="226"/>
                    </a:lnTo>
                    <a:lnTo>
                      <a:pt x="839" y="226"/>
                    </a:lnTo>
                    <a:lnTo>
                      <a:pt x="845" y="227"/>
                    </a:lnTo>
                    <a:lnTo>
                      <a:pt x="848" y="230"/>
                    </a:lnTo>
                    <a:lnTo>
                      <a:pt x="848" y="235"/>
                    </a:lnTo>
                    <a:lnTo>
                      <a:pt x="845" y="240"/>
                    </a:lnTo>
                    <a:lnTo>
                      <a:pt x="844" y="244"/>
                    </a:lnTo>
                    <a:lnTo>
                      <a:pt x="846" y="247"/>
                    </a:lnTo>
                    <a:lnTo>
                      <a:pt x="848" y="251"/>
                    </a:lnTo>
                    <a:close/>
                  </a:path>
                </a:pathLst>
              </a:custGeom>
              <a:solidFill>
                <a:srgbClr val="86D1BC">
                  <a:alpha val="32000"/>
                </a:srgbClr>
              </a:solidFill>
              <a:ln>
                <a:noFill/>
              </a:ln>
            </p:spPr>
            <p:txBody>
              <a:bodyPr anchor="ctr"/>
              <a:lstStyle/>
              <a:p>
                <a:pPr algn="ctr">
                  <a:buNone/>
                </a:pPr>
              </a:p>
            </p:txBody>
          </p:sp>
          <p:sp>
            <p:nvSpPr>
              <p:cNvPr id="3039" name="addition:input:162"/>
              <p:cNvSpPr>
                <a:spLocks noGrp="1"/>
              </p:cNvSpPr>
              <p:nvPr/>
            </p:nvSpPr>
            <p:spPr>
              <a:xfrm>
                <a:off x="209550" y="5438775"/>
                <a:ext cx="1474744" cy="582976"/>
              </a:xfrm>
              <a:custGeom>
                <a:avLst/>
                <a:gdLst/>
                <a:ahLst/>
                <a:cxnLst/>
                <a:rect l="l" t="t" r="r" b="b"/>
                <a:pathLst>
                  <a:path w="896" h="311">
                    <a:moveTo>
                      <a:pt x="0" y="0"/>
                    </a:moveTo>
                    <a:moveTo>
                      <a:pt x="890" y="264"/>
                    </a:moveTo>
                    <a:lnTo>
                      <a:pt x="890" y="268"/>
                    </a:lnTo>
                    <a:lnTo>
                      <a:pt x="890" y="271"/>
                    </a:lnTo>
                    <a:lnTo>
                      <a:pt x="890" y="275"/>
                    </a:lnTo>
                    <a:lnTo>
                      <a:pt x="891" y="279"/>
                    </a:lnTo>
                    <a:lnTo>
                      <a:pt x="894" y="285"/>
                    </a:lnTo>
                    <a:lnTo>
                      <a:pt x="896" y="291"/>
                    </a:lnTo>
                    <a:lnTo>
                      <a:pt x="896" y="296"/>
                    </a:lnTo>
                    <a:lnTo>
                      <a:pt x="891" y="298"/>
                    </a:lnTo>
                    <a:lnTo>
                      <a:pt x="884" y="297"/>
                    </a:lnTo>
                    <a:lnTo>
                      <a:pt x="878" y="296"/>
                    </a:lnTo>
                    <a:lnTo>
                      <a:pt x="874" y="297"/>
                    </a:lnTo>
                    <a:lnTo>
                      <a:pt x="872" y="300"/>
                    </a:lnTo>
                    <a:lnTo>
                      <a:pt x="870" y="304"/>
                    </a:lnTo>
                    <a:lnTo>
                      <a:pt x="867" y="306"/>
                    </a:lnTo>
                    <a:lnTo>
                      <a:pt x="863" y="307"/>
                    </a:lnTo>
                    <a:lnTo>
                      <a:pt x="858" y="307"/>
                    </a:lnTo>
                    <a:lnTo>
                      <a:pt x="854" y="308"/>
                    </a:lnTo>
                    <a:lnTo>
                      <a:pt x="850" y="310"/>
                    </a:lnTo>
                    <a:lnTo>
                      <a:pt x="845" y="311"/>
                    </a:lnTo>
                    <a:lnTo>
                      <a:pt x="840" y="310"/>
                    </a:lnTo>
                    <a:lnTo>
                      <a:pt x="835" y="308"/>
                    </a:lnTo>
                    <a:lnTo>
                      <a:pt x="830" y="307"/>
                    </a:lnTo>
                    <a:lnTo>
                      <a:pt x="824" y="307"/>
                    </a:lnTo>
                    <a:lnTo>
                      <a:pt x="818" y="306"/>
                    </a:lnTo>
                    <a:lnTo>
                      <a:pt x="815" y="302"/>
                    </a:lnTo>
                    <a:lnTo>
                      <a:pt x="814" y="295"/>
                    </a:lnTo>
                    <a:lnTo>
                      <a:pt x="815" y="289"/>
                    </a:lnTo>
                    <a:lnTo>
                      <a:pt x="814" y="285"/>
                    </a:lnTo>
                    <a:lnTo>
                      <a:pt x="809" y="284"/>
                    </a:lnTo>
                    <a:lnTo>
                      <a:pt x="801" y="283"/>
                    </a:lnTo>
                    <a:lnTo>
                      <a:pt x="795" y="281"/>
                    </a:lnTo>
                    <a:lnTo>
                      <a:pt x="791" y="277"/>
                    </a:lnTo>
                    <a:lnTo>
                      <a:pt x="790" y="273"/>
                    </a:lnTo>
                    <a:lnTo>
                      <a:pt x="789" y="268"/>
                    </a:lnTo>
                    <a:lnTo>
                      <a:pt x="789" y="264"/>
                    </a:lnTo>
                    <a:lnTo>
                      <a:pt x="790" y="260"/>
                    </a:lnTo>
                    <a:lnTo>
                      <a:pt x="793" y="256"/>
                    </a:lnTo>
                    <a:lnTo>
                      <a:pt x="798" y="252"/>
                    </a:lnTo>
                    <a:lnTo>
                      <a:pt x="801" y="249"/>
                    </a:lnTo>
                    <a:lnTo>
                      <a:pt x="803" y="246"/>
                    </a:lnTo>
                    <a:lnTo>
                      <a:pt x="803" y="241"/>
                    </a:lnTo>
                    <a:lnTo>
                      <a:pt x="805" y="237"/>
                    </a:lnTo>
                    <a:lnTo>
                      <a:pt x="810" y="235"/>
                    </a:lnTo>
                    <a:lnTo>
                      <a:pt x="816" y="234"/>
                    </a:lnTo>
                    <a:lnTo>
                      <a:pt x="821" y="233"/>
                    </a:lnTo>
                    <a:lnTo>
                      <a:pt x="824" y="229"/>
                    </a:lnTo>
                    <a:lnTo>
                      <a:pt x="825" y="223"/>
                    </a:lnTo>
                    <a:lnTo>
                      <a:pt x="828" y="217"/>
                    </a:lnTo>
                    <a:lnTo>
                      <a:pt x="833" y="214"/>
                    </a:lnTo>
                    <a:lnTo>
                      <a:pt x="839" y="215"/>
                    </a:lnTo>
                    <a:lnTo>
                      <a:pt x="845" y="217"/>
                    </a:lnTo>
                    <a:lnTo>
                      <a:pt x="850" y="219"/>
                    </a:lnTo>
                    <a:lnTo>
                      <a:pt x="854" y="220"/>
                    </a:lnTo>
                    <a:lnTo>
                      <a:pt x="858" y="222"/>
                    </a:lnTo>
                    <a:lnTo>
                      <a:pt x="861" y="225"/>
                    </a:lnTo>
                    <a:lnTo>
                      <a:pt x="864" y="228"/>
                    </a:lnTo>
                    <a:lnTo>
                      <a:pt x="868" y="227"/>
                    </a:lnTo>
                    <a:lnTo>
                      <a:pt x="874" y="225"/>
                    </a:lnTo>
                    <a:lnTo>
                      <a:pt x="880" y="223"/>
                    </a:lnTo>
                    <a:lnTo>
                      <a:pt x="884" y="224"/>
                    </a:lnTo>
                    <a:lnTo>
                      <a:pt x="886" y="229"/>
                    </a:lnTo>
                    <a:lnTo>
                      <a:pt x="886" y="234"/>
                    </a:lnTo>
                    <a:lnTo>
                      <a:pt x="887" y="238"/>
                    </a:lnTo>
                    <a:lnTo>
                      <a:pt x="890" y="241"/>
                    </a:lnTo>
                    <a:lnTo>
                      <a:pt x="894" y="243"/>
                    </a:lnTo>
                    <a:lnTo>
                      <a:pt x="896" y="247"/>
                    </a:lnTo>
                    <a:lnTo>
                      <a:pt x="895" y="252"/>
                    </a:lnTo>
                    <a:lnTo>
                      <a:pt x="892" y="256"/>
                    </a:lnTo>
                    <a:lnTo>
                      <a:pt x="890" y="260"/>
                    </a:lnTo>
                    <a:close/>
                  </a:path>
                </a:pathLst>
              </a:custGeom>
              <a:solidFill>
                <a:srgbClr val="86D1BC">
                  <a:alpha val="32000"/>
                </a:srgbClr>
              </a:solidFill>
              <a:ln>
                <a:noFill/>
              </a:ln>
            </p:spPr>
            <p:txBody>
              <a:bodyPr anchor="ctr"/>
              <a:lstStyle/>
              <a:p>
                <a:pPr algn="ctr">
                  <a:buNone/>
                </a:pPr>
              </a:p>
            </p:txBody>
          </p:sp>
          <p:sp>
            <p:nvSpPr>
              <p:cNvPr id="3040" name="addition:input:163"/>
              <p:cNvSpPr>
                <a:spLocks noGrp="1"/>
              </p:cNvSpPr>
              <p:nvPr/>
            </p:nvSpPr>
            <p:spPr>
              <a:xfrm>
                <a:off x="209550" y="5438775"/>
                <a:ext cx="1563624" cy="659831"/>
              </a:xfrm>
              <a:custGeom>
                <a:avLst/>
                <a:gdLst/>
                <a:ahLst/>
                <a:cxnLst/>
                <a:rect l="l" t="t" r="r" b="b"/>
                <a:pathLst>
                  <a:path w="950" h="352">
                    <a:moveTo>
                      <a:pt x="0" y="0"/>
                    </a:moveTo>
                    <a:moveTo>
                      <a:pt x="949" y="302"/>
                    </a:moveTo>
                    <a:lnTo>
                      <a:pt x="946" y="307"/>
                    </a:lnTo>
                    <a:lnTo>
                      <a:pt x="943" y="311"/>
                    </a:lnTo>
                    <a:lnTo>
                      <a:pt x="941" y="315"/>
                    </a:lnTo>
                    <a:lnTo>
                      <a:pt x="939" y="319"/>
                    </a:lnTo>
                    <a:lnTo>
                      <a:pt x="935" y="323"/>
                    </a:lnTo>
                    <a:lnTo>
                      <a:pt x="929" y="325"/>
                    </a:lnTo>
                    <a:lnTo>
                      <a:pt x="923" y="326"/>
                    </a:lnTo>
                    <a:lnTo>
                      <a:pt x="920" y="330"/>
                    </a:lnTo>
                    <a:lnTo>
                      <a:pt x="921" y="336"/>
                    </a:lnTo>
                    <a:lnTo>
                      <a:pt x="921" y="344"/>
                    </a:lnTo>
                    <a:lnTo>
                      <a:pt x="919" y="350"/>
                    </a:lnTo>
                    <a:lnTo>
                      <a:pt x="913" y="352"/>
                    </a:lnTo>
                    <a:lnTo>
                      <a:pt x="906" y="351"/>
                    </a:lnTo>
                    <a:lnTo>
                      <a:pt x="900" y="349"/>
                    </a:lnTo>
                    <a:lnTo>
                      <a:pt x="895" y="349"/>
                    </a:lnTo>
                    <a:lnTo>
                      <a:pt x="890" y="349"/>
                    </a:lnTo>
                    <a:lnTo>
                      <a:pt x="886" y="348"/>
                    </a:lnTo>
                    <a:lnTo>
                      <a:pt x="882" y="347"/>
                    </a:lnTo>
                    <a:lnTo>
                      <a:pt x="878" y="346"/>
                    </a:lnTo>
                    <a:lnTo>
                      <a:pt x="874" y="346"/>
                    </a:lnTo>
                    <a:lnTo>
                      <a:pt x="869" y="348"/>
                    </a:lnTo>
                    <a:lnTo>
                      <a:pt x="864" y="349"/>
                    </a:lnTo>
                    <a:lnTo>
                      <a:pt x="861" y="347"/>
                    </a:lnTo>
                    <a:lnTo>
                      <a:pt x="859" y="342"/>
                    </a:lnTo>
                    <a:lnTo>
                      <a:pt x="856" y="339"/>
                    </a:lnTo>
                    <a:lnTo>
                      <a:pt x="852" y="338"/>
                    </a:lnTo>
                    <a:lnTo>
                      <a:pt x="845" y="337"/>
                    </a:lnTo>
                    <a:lnTo>
                      <a:pt x="840" y="335"/>
                    </a:lnTo>
                    <a:lnTo>
                      <a:pt x="838" y="330"/>
                    </a:lnTo>
                    <a:lnTo>
                      <a:pt x="840" y="324"/>
                    </a:lnTo>
                    <a:lnTo>
                      <a:pt x="844" y="318"/>
                    </a:lnTo>
                    <a:lnTo>
                      <a:pt x="845" y="313"/>
                    </a:lnTo>
                    <a:lnTo>
                      <a:pt x="844" y="310"/>
                    </a:lnTo>
                    <a:lnTo>
                      <a:pt x="841" y="306"/>
                    </a:lnTo>
                    <a:lnTo>
                      <a:pt x="839" y="302"/>
                    </a:lnTo>
                    <a:lnTo>
                      <a:pt x="837" y="298"/>
                    </a:lnTo>
                    <a:lnTo>
                      <a:pt x="834" y="293"/>
                    </a:lnTo>
                    <a:lnTo>
                      <a:pt x="831" y="288"/>
                    </a:lnTo>
                    <a:lnTo>
                      <a:pt x="828" y="282"/>
                    </a:lnTo>
                    <a:lnTo>
                      <a:pt x="830" y="278"/>
                    </a:lnTo>
                    <a:lnTo>
                      <a:pt x="835" y="275"/>
                    </a:lnTo>
                    <a:lnTo>
                      <a:pt x="842" y="274"/>
                    </a:lnTo>
                    <a:lnTo>
                      <a:pt x="846" y="272"/>
                    </a:lnTo>
                    <a:lnTo>
                      <a:pt x="848" y="269"/>
                    </a:lnTo>
                    <a:lnTo>
                      <a:pt x="849" y="264"/>
                    </a:lnTo>
                    <a:lnTo>
                      <a:pt x="852" y="260"/>
                    </a:lnTo>
                    <a:lnTo>
                      <a:pt x="857" y="260"/>
                    </a:lnTo>
                    <a:lnTo>
                      <a:pt x="863" y="261"/>
                    </a:lnTo>
                    <a:lnTo>
                      <a:pt x="868" y="261"/>
                    </a:lnTo>
                    <a:lnTo>
                      <a:pt x="872" y="259"/>
                    </a:lnTo>
                    <a:lnTo>
                      <a:pt x="876" y="255"/>
                    </a:lnTo>
                    <a:lnTo>
                      <a:pt x="881" y="251"/>
                    </a:lnTo>
                    <a:lnTo>
                      <a:pt x="887" y="250"/>
                    </a:lnTo>
                    <a:lnTo>
                      <a:pt x="893" y="250"/>
                    </a:lnTo>
                    <a:lnTo>
                      <a:pt x="899" y="250"/>
                    </a:lnTo>
                    <a:lnTo>
                      <a:pt x="905" y="250"/>
                    </a:lnTo>
                    <a:lnTo>
                      <a:pt x="911" y="252"/>
                    </a:lnTo>
                    <a:lnTo>
                      <a:pt x="914" y="258"/>
                    </a:lnTo>
                    <a:lnTo>
                      <a:pt x="916" y="266"/>
                    </a:lnTo>
                    <a:lnTo>
                      <a:pt x="917" y="271"/>
                    </a:lnTo>
                    <a:lnTo>
                      <a:pt x="921" y="273"/>
                    </a:lnTo>
                    <a:lnTo>
                      <a:pt x="929" y="273"/>
                    </a:lnTo>
                    <a:lnTo>
                      <a:pt x="936" y="273"/>
                    </a:lnTo>
                    <a:lnTo>
                      <a:pt x="942" y="275"/>
                    </a:lnTo>
                    <a:lnTo>
                      <a:pt x="944" y="280"/>
                    </a:lnTo>
                    <a:lnTo>
                      <a:pt x="944" y="285"/>
                    </a:lnTo>
                    <a:lnTo>
                      <a:pt x="945" y="289"/>
                    </a:lnTo>
                    <a:lnTo>
                      <a:pt x="948" y="293"/>
                    </a:lnTo>
                    <a:lnTo>
                      <a:pt x="950" y="297"/>
                    </a:lnTo>
                    <a:close/>
                  </a:path>
                </a:pathLst>
              </a:custGeom>
              <a:solidFill>
                <a:srgbClr val="86D1BC">
                  <a:alpha val="32000"/>
                </a:srgbClr>
              </a:solidFill>
              <a:ln>
                <a:noFill/>
              </a:ln>
            </p:spPr>
            <p:txBody>
              <a:bodyPr anchor="ctr"/>
              <a:lstStyle/>
              <a:p>
                <a:pPr algn="ctr">
                  <a:buNone/>
                </a:pPr>
              </a:p>
            </p:txBody>
          </p:sp>
          <p:sp>
            <p:nvSpPr>
              <p:cNvPr id="3041" name="addition:input:164"/>
              <p:cNvSpPr>
                <a:spLocks noGrp="1"/>
              </p:cNvSpPr>
              <p:nvPr/>
            </p:nvSpPr>
            <p:spPr>
              <a:xfrm>
                <a:off x="209550" y="5438775"/>
                <a:ext cx="1524122" cy="742310"/>
              </a:xfrm>
              <a:custGeom>
                <a:avLst/>
                <a:gdLst/>
                <a:ahLst/>
                <a:cxnLst/>
                <a:rect l="l" t="t" r="r" b="b"/>
                <a:pathLst>
                  <a:path w="926" h="396">
                    <a:moveTo>
                      <a:pt x="0" y="0"/>
                    </a:moveTo>
                    <a:moveTo>
                      <a:pt x="926" y="344"/>
                    </a:moveTo>
                    <a:lnTo>
                      <a:pt x="925" y="348"/>
                    </a:lnTo>
                    <a:lnTo>
                      <a:pt x="925" y="353"/>
                    </a:lnTo>
                    <a:lnTo>
                      <a:pt x="925" y="358"/>
                    </a:lnTo>
                    <a:lnTo>
                      <a:pt x="924" y="363"/>
                    </a:lnTo>
                    <a:lnTo>
                      <a:pt x="919" y="367"/>
                    </a:lnTo>
                    <a:lnTo>
                      <a:pt x="910" y="369"/>
                    </a:lnTo>
                    <a:lnTo>
                      <a:pt x="900" y="369"/>
                    </a:lnTo>
                    <a:lnTo>
                      <a:pt x="893" y="370"/>
                    </a:lnTo>
                    <a:lnTo>
                      <a:pt x="891" y="374"/>
                    </a:lnTo>
                    <a:lnTo>
                      <a:pt x="891" y="381"/>
                    </a:lnTo>
                    <a:lnTo>
                      <a:pt x="890" y="388"/>
                    </a:lnTo>
                    <a:lnTo>
                      <a:pt x="885" y="393"/>
                    </a:lnTo>
                    <a:lnTo>
                      <a:pt x="877" y="394"/>
                    </a:lnTo>
                    <a:lnTo>
                      <a:pt x="870" y="395"/>
                    </a:lnTo>
                    <a:lnTo>
                      <a:pt x="863" y="396"/>
                    </a:lnTo>
                    <a:lnTo>
                      <a:pt x="856" y="396"/>
                    </a:lnTo>
                    <a:lnTo>
                      <a:pt x="849" y="395"/>
                    </a:lnTo>
                    <a:lnTo>
                      <a:pt x="843" y="392"/>
                    </a:lnTo>
                    <a:lnTo>
                      <a:pt x="837" y="390"/>
                    </a:lnTo>
                    <a:lnTo>
                      <a:pt x="832" y="389"/>
                    </a:lnTo>
                    <a:lnTo>
                      <a:pt x="826" y="390"/>
                    </a:lnTo>
                    <a:lnTo>
                      <a:pt x="820" y="390"/>
                    </a:lnTo>
                    <a:lnTo>
                      <a:pt x="815" y="388"/>
                    </a:lnTo>
                    <a:lnTo>
                      <a:pt x="813" y="383"/>
                    </a:lnTo>
                    <a:lnTo>
                      <a:pt x="811" y="379"/>
                    </a:lnTo>
                    <a:lnTo>
                      <a:pt x="806" y="377"/>
                    </a:lnTo>
                    <a:lnTo>
                      <a:pt x="798" y="377"/>
                    </a:lnTo>
                    <a:lnTo>
                      <a:pt x="790" y="377"/>
                    </a:lnTo>
                    <a:lnTo>
                      <a:pt x="784" y="374"/>
                    </a:lnTo>
                    <a:lnTo>
                      <a:pt x="784" y="368"/>
                    </a:lnTo>
                    <a:lnTo>
                      <a:pt x="787" y="362"/>
                    </a:lnTo>
                    <a:lnTo>
                      <a:pt x="791" y="357"/>
                    </a:lnTo>
                    <a:lnTo>
                      <a:pt x="793" y="352"/>
                    </a:lnTo>
                    <a:lnTo>
                      <a:pt x="794" y="348"/>
                    </a:lnTo>
                    <a:lnTo>
                      <a:pt x="796" y="344"/>
                    </a:lnTo>
                    <a:lnTo>
                      <a:pt x="799" y="340"/>
                    </a:lnTo>
                    <a:lnTo>
                      <a:pt x="798" y="336"/>
                    </a:lnTo>
                    <a:lnTo>
                      <a:pt x="794" y="331"/>
                    </a:lnTo>
                    <a:lnTo>
                      <a:pt x="789" y="325"/>
                    </a:lnTo>
                    <a:lnTo>
                      <a:pt x="788" y="319"/>
                    </a:lnTo>
                    <a:lnTo>
                      <a:pt x="792" y="316"/>
                    </a:lnTo>
                    <a:lnTo>
                      <a:pt x="799" y="314"/>
                    </a:lnTo>
                    <a:lnTo>
                      <a:pt x="804" y="312"/>
                    </a:lnTo>
                    <a:lnTo>
                      <a:pt x="807" y="308"/>
                    </a:lnTo>
                    <a:lnTo>
                      <a:pt x="808" y="303"/>
                    </a:lnTo>
                    <a:lnTo>
                      <a:pt x="811" y="298"/>
                    </a:lnTo>
                    <a:lnTo>
                      <a:pt x="816" y="297"/>
                    </a:lnTo>
                    <a:lnTo>
                      <a:pt x="823" y="299"/>
                    </a:lnTo>
                    <a:lnTo>
                      <a:pt x="829" y="301"/>
                    </a:lnTo>
                    <a:lnTo>
                      <a:pt x="834" y="301"/>
                    </a:lnTo>
                    <a:lnTo>
                      <a:pt x="838" y="299"/>
                    </a:lnTo>
                    <a:lnTo>
                      <a:pt x="843" y="297"/>
                    </a:lnTo>
                    <a:lnTo>
                      <a:pt x="848" y="296"/>
                    </a:lnTo>
                    <a:lnTo>
                      <a:pt x="854" y="295"/>
                    </a:lnTo>
                    <a:lnTo>
                      <a:pt x="861" y="293"/>
                    </a:lnTo>
                    <a:lnTo>
                      <a:pt x="869" y="290"/>
                    </a:lnTo>
                    <a:lnTo>
                      <a:pt x="877" y="289"/>
                    </a:lnTo>
                    <a:lnTo>
                      <a:pt x="883" y="293"/>
                    </a:lnTo>
                    <a:lnTo>
                      <a:pt x="885" y="301"/>
                    </a:lnTo>
                    <a:lnTo>
                      <a:pt x="886" y="308"/>
                    </a:lnTo>
                    <a:lnTo>
                      <a:pt x="889" y="313"/>
                    </a:lnTo>
                    <a:lnTo>
                      <a:pt x="895" y="314"/>
                    </a:lnTo>
                    <a:lnTo>
                      <a:pt x="903" y="315"/>
                    </a:lnTo>
                    <a:lnTo>
                      <a:pt x="909" y="318"/>
                    </a:lnTo>
                    <a:lnTo>
                      <a:pt x="912" y="322"/>
                    </a:lnTo>
                    <a:lnTo>
                      <a:pt x="913" y="327"/>
                    </a:lnTo>
                    <a:lnTo>
                      <a:pt x="916" y="331"/>
                    </a:lnTo>
                    <a:lnTo>
                      <a:pt x="921" y="335"/>
                    </a:lnTo>
                    <a:lnTo>
                      <a:pt x="925" y="339"/>
                    </a:lnTo>
                    <a:close/>
                  </a:path>
                </a:pathLst>
              </a:custGeom>
              <a:solidFill>
                <a:srgbClr val="86D1BC">
                  <a:alpha val="32000"/>
                </a:srgbClr>
              </a:solidFill>
              <a:ln>
                <a:noFill/>
              </a:ln>
            </p:spPr>
            <p:txBody>
              <a:bodyPr anchor="ctr"/>
              <a:lstStyle/>
              <a:p>
                <a:pPr algn="ctr">
                  <a:buNone/>
                </a:pPr>
              </a:p>
            </p:txBody>
          </p:sp>
          <p:sp>
            <p:nvSpPr>
              <p:cNvPr id="3042" name="addition:input:165"/>
              <p:cNvSpPr>
                <a:spLocks noGrp="1"/>
              </p:cNvSpPr>
              <p:nvPr/>
            </p:nvSpPr>
            <p:spPr>
              <a:xfrm>
                <a:off x="209550" y="5438775"/>
                <a:ext cx="1403970" cy="747933"/>
              </a:xfrm>
              <a:custGeom>
                <a:avLst/>
                <a:gdLst/>
                <a:ahLst/>
                <a:cxnLst/>
                <a:rect l="l" t="t" r="r" b="b"/>
                <a:pathLst>
                  <a:path w="853" h="399">
                    <a:moveTo>
                      <a:pt x="0" y="0"/>
                    </a:moveTo>
                    <a:moveTo>
                      <a:pt x="852" y="349"/>
                    </a:moveTo>
                    <a:lnTo>
                      <a:pt x="848" y="353"/>
                    </a:lnTo>
                    <a:lnTo>
                      <a:pt x="845" y="357"/>
                    </a:lnTo>
                    <a:lnTo>
                      <a:pt x="844" y="361"/>
                    </a:lnTo>
                    <a:lnTo>
                      <a:pt x="842" y="366"/>
                    </a:lnTo>
                    <a:lnTo>
                      <a:pt x="839" y="370"/>
                    </a:lnTo>
                    <a:lnTo>
                      <a:pt x="833" y="372"/>
                    </a:lnTo>
                    <a:lnTo>
                      <a:pt x="826" y="373"/>
                    </a:lnTo>
                    <a:lnTo>
                      <a:pt x="822" y="376"/>
                    </a:lnTo>
                    <a:lnTo>
                      <a:pt x="821" y="381"/>
                    </a:lnTo>
                    <a:lnTo>
                      <a:pt x="821" y="389"/>
                    </a:lnTo>
                    <a:lnTo>
                      <a:pt x="820" y="396"/>
                    </a:lnTo>
                    <a:lnTo>
                      <a:pt x="815" y="399"/>
                    </a:lnTo>
                    <a:lnTo>
                      <a:pt x="808" y="399"/>
                    </a:lnTo>
                    <a:lnTo>
                      <a:pt x="801" y="397"/>
                    </a:lnTo>
                    <a:lnTo>
                      <a:pt x="795" y="396"/>
                    </a:lnTo>
                    <a:lnTo>
                      <a:pt x="790" y="396"/>
                    </a:lnTo>
                    <a:lnTo>
                      <a:pt x="786" y="395"/>
                    </a:lnTo>
                    <a:lnTo>
                      <a:pt x="781" y="393"/>
                    </a:lnTo>
                    <a:lnTo>
                      <a:pt x="777" y="391"/>
                    </a:lnTo>
                    <a:lnTo>
                      <a:pt x="773" y="392"/>
                    </a:lnTo>
                    <a:lnTo>
                      <a:pt x="768" y="394"/>
                    </a:lnTo>
                    <a:lnTo>
                      <a:pt x="763" y="396"/>
                    </a:lnTo>
                    <a:lnTo>
                      <a:pt x="758" y="394"/>
                    </a:lnTo>
                    <a:lnTo>
                      <a:pt x="756" y="390"/>
                    </a:lnTo>
                    <a:lnTo>
                      <a:pt x="754" y="386"/>
                    </a:lnTo>
                    <a:lnTo>
                      <a:pt x="750" y="383"/>
                    </a:lnTo>
                    <a:lnTo>
                      <a:pt x="745" y="382"/>
                    </a:lnTo>
                    <a:lnTo>
                      <a:pt x="738" y="381"/>
                    </a:lnTo>
                    <a:lnTo>
                      <a:pt x="735" y="377"/>
                    </a:lnTo>
                    <a:lnTo>
                      <a:pt x="736" y="371"/>
                    </a:lnTo>
                    <a:lnTo>
                      <a:pt x="739" y="365"/>
                    </a:lnTo>
                    <a:lnTo>
                      <a:pt x="742" y="360"/>
                    </a:lnTo>
                    <a:lnTo>
                      <a:pt x="741" y="356"/>
                    </a:lnTo>
                    <a:lnTo>
                      <a:pt x="739" y="352"/>
                    </a:lnTo>
                    <a:lnTo>
                      <a:pt x="738" y="349"/>
                    </a:lnTo>
                    <a:lnTo>
                      <a:pt x="736" y="344"/>
                    </a:lnTo>
                    <a:lnTo>
                      <a:pt x="734" y="340"/>
                    </a:lnTo>
                    <a:lnTo>
                      <a:pt x="729" y="335"/>
                    </a:lnTo>
                    <a:lnTo>
                      <a:pt x="726" y="329"/>
                    </a:lnTo>
                    <a:lnTo>
                      <a:pt x="726" y="324"/>
                    </a:lnTo>
                    <a:lnTo>
                      <a:pt x="731" y="321"/>
                    </a:lnTo>
                    <a:lnTo>
                      <a:pt x="738" y="320"/>
                    </a:lnTo>
                    <a:lnTo>
                      <a:pt x="744" y="319"/>
                    </a:lnTo>
                    <a:lnTo>
                      <a:pt x="747" y="316"/>
                    </a:lnTo>
                    <a:lnTo>
                      <a:pt x="748" y="311"/>
                    </a:lnTo>
                    <a:lnTo>
                      <a:pt x="751" y="307"/>
                    </a:lnTo>
                    <a:lnTo>
                      <a:pt x="755" y="305"/>
                    </a:lnTo>
                    <a:lnTo>
                      <a:pt x="761" y="306"/>
                    </a:lnTo>
                    <a:lnTo>
                      <a:pt x="766" y="306"/>
                    </a:lnTo>
                    <a:lnTo>
                      <a:pt x="771" y="305"/>
                    </a:lnTo>
                    <a:lnTo>
                      <a:pt x="775" y="301"/>
                    </a:lnTo>
                    <a:lnTo>
                      <a:pt x="780" y="299"/>
                    </a:lnTo>
                    <a:lnTo>
                      <a:pt x="786" y="297"/>
                    </a:lnTo>
                    <a:lnTo>
                      <a:pt x="792" y="297"/>
                    </a:lnTo>
                    <a:lnTo>
                      <a:pt x="799" y="297"/>
                    </a:lnTo>
                    <a:lnTo>
                      <a:pt x="806" y="297"/>
                    </a:lnTo>
                    <a:lnTo>
                      <a:pt x="812" y="298"/>
                    </a:lnTo>
                    <a:lnTo>
                      <a:pt x="817" y="303"/>
                    </a:lnTo>
                    <a:lnTo>
                      <a:pt x="818" y="310"/>
                    </a:lnTo>
                    <a:lnTo>
                      <a:pt x="819" y="317"/>
                    </a:lnTo>
                    <a:lnTo>
                      <a:pt x="822" y="320"/>
                    </a:lnTo>
                    <a:lnTo>
                      <a:pt x="829" y="320"/>
                    </a:lnTo>
                    <a:lnTo>
                      <a:pt x="837" y="320"/>
                    </a:lnTo>
                    <a:lnTo>
                      <a:pt x="844" y="322"/>
                    </a:lnTo>
                    <a:lnTo>
                      <a:pt x="847" y="326"/>
                    </a:lnTo>
                    <a:lnTo>
                      <a:pt x="848" y="331"/>
                    </a:lnTo>
                    <a:lnTo>
                      <a:pt x="849" y="335"/>
                    </a:lnTo>
                    <a:lnTo>
                      <a:pt x="851" y="339"/>
                    </a:lnTo>
                    <a:lnTo>
                      <a:pt x="853" y="344"/>
                    </a:lnTo>
                    <a:close/>
                  </a:path>
                </a:pathLst>
              </a:custGeom>
              <a:solidFill>
                <a:srgbClr val="86D1BC">
                  <a:alpha val="32000"/>
                </a:srgbClr>
              </a:solidFill>
              <a:ln>
                <a:noFill/>
              </a:ln>
            </p:spPr>
            <p:txBody>
              <a:bodyPr anchor="ctr"/>
              <a:lstStyle/>
              <a:p>
                <a:pPr algn="ctr">
                  <a:buNone/>
                </a:pPr>
              </a:p>
            </p:txBody>
          </p:sp>
          <p:sp>
            <p:nvSpPr>
              <p:cNvPr id="3043" name="addition:input:166"/>
              <p:cNvSpPr>
                <a:spLocks noGrp="1"/>
              </p:cNvSpPr>
              <p:nvPr/>
            </p:nvSpPr>
            <p:spPr>
              <a:xfrm>
                <a:off x="209550" y="5438775"/>
                <a:ext cx="1303569" cy="701070"/>
              </a:xfrm>
              <a:custGeom>
                <a:avLst/>
                <a:gdLst/>
                <a:ahLst/>
                <a:cxnLst/>
                <a:rect l="l" t="t" r="r" b="b"/>
                <a:pathLst>
                  <a:path w="792" h="374">
                    <a:moveTo>
                      <a:pt x="0" y="0"/>
                    </a:moveTo>
                    <a:moveTo>
                      <a:pt x="792" y="331"/>
                    </a:moveTo>
                    <a:lnTo>
                      <a:pt x="789" y="335"/>
                    </a:lnTo>
                    <a:lnTo>
                      <a:pt x="783" y="338"/>
                    </a:lnTo>
                    <a:lnTo>
                      <a:pt x="776" y="340"/>
                    </a:lnTo>
                    <a:lnTo>
                      <a:pt x="772" y="343"/>
                    </a:lnTo>
                    <a:lnTo>
                      <a:pt x="771" y="346"/>
                    </a:lnTo>
                    <a:lnTo>
                      <a:pt x="771" y="350"/>
                    </a:lnTo>
                    <a:lnTo>
                      <a:pt x="771" y="355"/>
                    </a:lnTo>
                    <a:lnTo>
                      <a:pt x="769" y="358"/>
                    </a:lnTo>
                    <a:lnTo>
                      <a:pt x="766" y="362"/>
                    </a:lnTo>
                    <a:lnTo>
                      <a:pt x="764" y="366"/>
                    </a:lnTo>
                    <a:lnTo>
                      <a:pt x="761" y="370"/>
                    </a:lnTo>
                    <a:lnTo>
                      <a:pt x="757" y="371"/>
                    </a:lnTo>
                    <a:lnTo>
                      <a:pt x="752" y="371"/>
                    </a:lnTo>
                    <a:lnTo>
                      <a:pt x="747" y="369"/>
                    </a:lnTo>
                    <a:lnTo>
                      <a:pt x="743" y="368"/>
                    </a:lnTo>
                    <a:lnTo>
                      <a:pt x="739" y="370"/>
                    </a:lnTo>
                    <a:lnTo>
                      <a:pt x="736" y="373"/>
                    </a:lnTo>
                    <a:lnTo>
                      <a:pt x="732" y="374"/>
                    </a:lnTo>
                    <a:lnTo>
                      <a:pt x="729" y="371"/>
                    </a:lnTo>
                    <a:lnTo>
                      <a:pt x="726" y="367"/>
                    </a:lnTo>
                    <a:lnTo>
                      <a:pt x="724" y="365"/>
                    </a:lnTo>
                    <a:lnTo>
                      <a:pt x="720" y="365"/>
                    </a:lnTo>
                    <a:lnTo>
                      <a:pt x="716" y="367"/>
                    </a:lnTo>
                    <a:lnTo>
                      <a:pt x="710" y="368"/>
                    </a:lnTo>
                    <a:lnTo>
                      <a:pt x="706" y="367"/>
                    </a:lnTo>
                    <a:lnTo>
                      <a:pt x="704" y="364"/>
                    </a:lnTo>
                    <a:lnTo>
                      <a:pt x="701" y="361"/>
                    </a:lnTo>
                    <a:lnTo>
                      <a:pt x="699" y="357"/>
                    </a:lnTo>
                    <a:lnTo>
                      <a:pt x="698" y="353"/>
                    </a:lnTo>
                    <a:lnTo>
                      <a:pt x="699" y="348"/>
                    </a:lnTo>
                    <a:lnTo>
                      <a:pt x="702" y="343"/>
                    </a:lnTo>
                    <a:lnTo>
                      <a:pt x="703" y="340"/>
                    </a:lnTo>
                    <a:lnTo>
                      <a:pt x="700" y="337"/>
                    </a:lnTo>
                    <a:lnTo>
                      <a:pt x="695" y="334"/>
                    </a:lnTo>
                    <a:lnTo>
                      <a:pt x="689" y="331"/>
                    </a:lnTo>
                    <a:lnTo>
                      <a:pt x="688" y="327"/>
                    </a:lnTo>
                    <a:lnTo>
                      <a:pt x="689" y="323"/>
                    </a:lnTo>
                    <a:lnTo>
                      <a:pt x="692" y="320"/>
                    </a:lnTo>
                    <a:lnTo>
                      <a:pt x="693" y="316"/>
                    </a:lnTo>
                    <a:lnTo>
                      <a:pt x="692" y="312"/>
                    </a:lnTo>
                    <a:lnTo>
                      <a:pt x="691" y="308"/>
                    </a:lnTo>
                    <a:lnTo>
                      <a:pt x="693" y="304"/>
                    </a:lnTo>
                    <a:lnTo>
                      <a:pt x="697" y="302"/>
                    </a:lnTo>
                    <a:lnTo>
                      <a:pt x="701" y="301"/>
                    </a:lnTo>
                    <a:lnTo>
                      <a:pt x="705" y="299"/>
                    </a:lnTo>
                    <a:lnTo>
                      <a:pt x="708" y="298"/>
                    </a:lnTo>
                    <a:lnTo>
                      <a:pt x="712" y="296"/>
                    </a:lnTo>
                    <a:lnTo>
                      <a:pt x="716" y="297"/>
                    </a:lnTo>
                    <a:lnTo>
                      <a:pt x="720" y="296"/>
                    </a:lnTo>
                    <a:lnTo>
                      <a:pt x="724" y="294"/>
                    </a:lnTo>
                    <a:lnTo>
                      <a:pt x="727" y="289"/>
                    </a:lnTo>
                    <a:lnTo>
                      <a:pt x="732" y="283"/>
                    </a:lnTo>
                    <a:lnTo>
                      <a:pt x="737" y="281"/>
                    </a:lnTo>
                    <a:lnTo>
                      <a:pt x="742" y="283"/>
                    </a:lnTo>
                    <a:lnTo>
                      <a:pt x="747" y="288"/>
                    </a:lnTo>
                    <a:lnTo>
                      <a:pt x="750" y="292"/>
                    </a:lnTo>
                    <a:lnTo>
                      <a:pt x="754" y="295"/>
                    </a:lnTo>
                    <a:lnTo>
                      <a:pt x="759" y="296"/>
                    </a:lnTo>
                    <a:lnTo>
                      <a:pt x="763" y="297"/>
                    </a:lnTo>
                    <a:lnTo>
                      <a:pt x="766" y="300"/>
                    </a:lnTo>
                    <a:lnTo>
                      <a:pt x="769" y="303"/>
                    </a:lnTo>
                    <a:lnTo>
                      <a:pt x="772" y="305"/>
                    </a:lnTo>
                    <a:lnTo>
                      <a:pt x="777" y="307"/>
                    </a:lnTo>
                    <a:lnTo>
                      <a:pt x="781" y="309"/>
                    </a:lnTo>
                    <a:lnTo>
                      <a:pt x="783" y="312"/>
                    </a:lnTo>
                    <a:lnTo>
                      <a:pt x="783" y="316"/>
                    </a:lnTo>
                    <a:lnTo>
                      <a:pt x="784" y="320"/>
                    </a:lnTo>
                    <a:lnTo>
                      <a:pt x="787" y="323"/>
                    </a:lnTo>
                    <a:lnTo>
                      <a:pt x="790" y="327"/>
                    </a:lnTo>
                    <a:close/>
                  </a:path>
                </a:pathLst>
              </a:custGeom>
              <a:solidFill>
                <a:srgbClr val="86D1BC">
                  <a:alpha val="32000"/>
                </a:srgbClr>
              </a:solidFill>
              <a:ln>
                <a:noFill/>
              </a:ln>
            </p:spPr>
            <p:txBody>
              <a:bodyPr anchor="ctr"/>
              <a:lstStyle/>
              <a:p>
                <a:pPr algn="ctr">
                  <a:buNone/>
                </a:pPr>
              </a:p>
            </p:txBody>
          </p:sp>
          <p:sp>
            <p:nvSpPr>
              <p:cNvPr id="3044" name="addition:input:167"/>
              <p:cNvSpPr>
                <a:spLocks noGrp="1"/>
              </p:cNvSpPr>
              <p:nvPr/>
            </p:nvSpPr>
            <p:spPr>
              <a:xfrm>
                <a:off x="209550" y="5438775"/>
                <a:ext cx="1476390" cy="721690"/>
              </a:xfrm>
              <a:custGeom>
                <a:avLst/>
                <a:gdLst/>
                <a:ahLst/>
                <a:cxnLst/>
                <a:rect l="l" t="t" r="r" b="b"/>
                <a:pathLst>
                  <a:path w="897" h="385">
                    <a:moveTo>
                      <a:pt x="0" y="0"/>
                    </a:moveTo>
                    <a:moveTo>
                      <a:pt x="896" y="324"/>
                    </a:moveTo>
                    <a:lnTo>
                      <a:pt x="896" y="329"/>
                    </a:lnTo>
                    <a:lnTo>
                      <a:pt x="897" y="334"/>
                    </a:lnTo>
                    <a:lnTo>
                      <a:pt x="895" y="339"/>
                    </a:lnTo>
                    <a:lnTo>
                      <a:pt x="891" y="343"/>
                    </a:lnTo>
                    <a:lnTo>
                      <a:pt x="885" y="346"/>
                    </a:lnTo>
                    <a:lnTo>
                      <a:pt x="881" y="350"/>
                    </a:lnTo>
                    <a:lnTo>
                      <a:pt x="879" y="355"/>
                    </a:lnTo>
                    <a:lnTo>
                      <a:pt x="875" y="359"/>
                    </a:lnTo>
                    <a:lnTo>
                      <a:pt x="869" y="361"/>
                    </a:lnTo>
                    <a:lnTo>
                      <a:pt x="860" y="361"/>
                    </a:lnTo>
                    <a:lnTo>
                      <a:pt x="853" y="362"/>
                    </a:lnTo>
                    <a:lnTo>
                      <a:pt x="849" y="366"/>
                    </a:lnTo>
                    <a:lnTo>
                      <a:pt x="846" y="374"/>
                    </a:lnTo>
                    <a:lnTo>
                      <a:pt x="842" y="381"/>
                    </a:lnTo>
                    <a:lnTo>
                      <a:pt x="835" y="385"/>
                    </a:lnTo>
                    <a:lnTo>
                      <a:pt x="826" y="384"/>
                    </a:lnTo>
                    <a:lnTo>
                      <a:pt x="818" y="380"/>
                    </a:lnTo>
                    <a:lnTo>
                      <a:pt x="811" y="377"/>
                    </a:lnTo>
                    <a:lnTo>
                      <a:pt x="805" y="375"/>
                    </a:lnTo>
                    <a:lnTo>
                      <a:pt x="799" y="373"/>
                    </a:lnTo>
                    <a:lnTo>
                      <a:pt x="794" y="370"/>
                    </a:lnTo>
                    <a:lnTo>
                      <a:pt x="789" y="367"/>
                    </a:lnTo>
                    <a:lnTo>
                      <a:pt x="784" y="366"/>
                    </a:lnTo>
                    <a:lnTo>
                      <a:pt x="777" y="366"/>
                    </a:lnTo>
                    <a:lnTo>
                      <a:pt x="769" y="367"/>
                    </a:lnTo>
                    <a:lnTo>
                      <a:pt x="763" y="365"/>
                    </a:lnTo>
                    <a:lnTo>
                      <a:pt x="761" y="361"/>
                    </a:lnTo>
                    <a:lnTo>
                      <a:pt x="761" y="355"/>
                    </a:lnTo>
                    <a:lnTo>
                      <a:pt x="760" y="350"/>
                    </a:lnTo>
                    <a:lnTo>
                      <a:pt x="755" y="347"/>
                    </a:lnTo>
                    <a:lnTo>
                      <a:pt x="749" y="344"/>
                    </a:lnTo>
                    <a:lnTo>
                      <a:pt x="745" y="340"/>
                    </a:lnTo>
                    <a:lnTo>
                      <a:pt x="748" y="334"/>
                    </a:lnTo>
                    <a:lnTo>
                      <a:pt x="754" y="328"/>
                    </a:lnTo>
                    <a:lnTo>
                      <a:pt x="761" y="324"/>
                    </a:lnTo>
                    <a:lnTo>
                      <a:pt x="764" y="319"/>
                    </a:lnTo>
                    <a:lnTo>
                      <a:pt x="764" y="315"/>
                    </a:lnTo>
                    <a:lnTo>
                      <a:pt x="763" y="310"/>
                    </a:lnTo>
                    <a:lnTo>
                      <a:pt x="763" y="306"/>
                    </a:lnTo>
                    <a:lnTo>
                      <a:pt x="763" y="301"/>
                    </a:lnTo>
                    <a:lnTo>
                      <a:pt x="762" y="295"/>
                    </a:lnTo>
                    <a:lnTo>
                      <a:pt x="760" y="288"/>
                    </a:lnTo>
                    <a:lnTo>
                      <a:pt x="761" y="282"/>
                    </a:lnTo>
                    <a:lnTo>
                      <a:pt x="767" y="279"/>
                    </a:lnTo>
                    <a:lnTo>
                      <a:pt x="776" y="280"/>
                    </a:lnTo>
                    <a:lnTo>
                      <a:pt x="785" y="282"/>
                    </a:lnTo>
                    <a:lnTo>
                      <a:pt x="790" y="281"/>
                    </a:lnTo>
                    <a:lnTo>
                      <a:pt x="793" y="277"/>
                    </a:lnTo>
                    <a:lnTo>
                      <a:pt x="796" y="273"/>
                    </a:lnTo>
                    <a:lnTo>
                      <a:pt x="801" y="271"/>
                    </a:lnTo>
                    <a:lnTo>
                      <a:pt x="806" y="272"/>
                    </a:lnTo>
                    <a:lnTo>
                      <a:pt x="812" y="274"/>
                    </a:lnTo>
                    <a:lnTo>
                      <a:pt x="817" y="274"/>
                    </a:lnTo>
                    <a:lnTo>
                      <a:pt x="823" y="272"/>
                    </a:lnTo>
                    <a:lnTo>
                      <a:pt x="829" y="270"/>
                    </a:lnTo>
                    <a:lnTo>
                      <a:pt x="836" y="270"/>
                    </a:lnTo>
                    <a:lnTo>
                      <a:pt x="842" y="271"/>
                    </a:lnTo>
                    <a:lnTo>
                      <a:pt x="849" y="273"/>
                    </a:lnTo>
                    <a:lnTo>
                      <a:pt x="856" y="274"/>
                    </a:lnTo>
                    <a:lnTo>
                      <a:pt x="863" y="277"/>
                    </a:lnTo>
                    <a:lnTo>
                      <a:pt x="867" y="282"/>
                    </a:lnTo>
                    <a:lnTo>
                      <a:pt x="867" y="289"/>
                    </a:lnTo>
                    <a:lnTo>
                      <a:pt x="865" y="297"/>
                    </a:lnTo>
                    <a:lnTo>
                      <a:pt x="866" y="302"/>
                    </a:lnTo>
                    <a:lnTo>
                      <a:pt x="872" y="304"/>
                    </a:lnTo>
                    <a:lnTo>
                      <a:pt x="882" y="306"/>
                    </a:lnTo>
                    <a:lnTo>
                      <a:pt x="892" y="308"/>
                    </a:lnTo>
                    <a:lnTo>
                      <a:pt x="896" y="313"/>
                    </a:lnTo>
                    <a:lnTo>
                      <a:pt x="897" y="318"/>
                    </a:lnTo>
                    <a:close/>
                  </a:path>
                </a:pathLst>
              </a:custGeom>
              <a:solidFill>
                <a:srgbClr val="86D1BC">
                  <a:alpha val="32000"/>
                </a:srgbClr>
              </a:solidFill>
              <a:ln>
                <a:noFill/>
              </a:ln>
            </p:spPr>
            <p:txBody>
              <a:bodyPr anchor="ctr"/>
              <a:lstStyle/>
              <a:p>
                <a:pPr algn="ctr">
                  <a:buNone/>
                </a:pPr>
              </a:p>
            </p:txBody>
          </p:sp>
          <p:sp>
            <p:nvSpPr>
              <p:cNvPr id="3045" name="addition:input:168"/>
              <p:cNvSpPr>
                <a:spLocks noGrp="1"/>
              </p:cNvSpPr>
              <p:nvPr/>
            </p:nvSpPr>
            <p:spPr>
              <a:xfrm>
                <a:off x="209550" y="5438775"/>
                <a:ext cx="1510955" cy="774177"/>
              </a:xfrm>
              <a:custGeom>
                <a:avLst/>
                <a:gdLst/>
                <a:ahLst/>
                <a:cxnLst/>
                <a:rect l="l" t="t" r="r" b="b"/>
                <a:pathLst>
                  <a:path w="918" h="413">
                    <a:moveTo>
                      <a:pt x="0" y="0"/>
                    </a:moveTo>
                    <a:moveTo>
                      <a:pt x="914" y="314"/>
                    </a:moveTo>
                    <a:lnTo>
                      <a:pt x="915" y="322"/>
                    </a:lnTo>
                    <a:lnTo>
                      <a:pt x="912" y="329"/>
                    </a:lnTo>
                    <a:lnTo>
                      <a:pt x="909" y="337"/>
                    </a:lnTo>
                    <a:lnTo>
                      <a:pt x="910" y="345"/>
                    </a:lnTo>
                    <a:lnTo>
                      <a:pt x="913" y="354"/>
                    </a:lnTo>
                    <a:lnTo>
                      <a:pt x="912" y="362"/>
                    </a:lnTo>
                    <a:lnTo>
                      <a:pt x="906" y="369"/>
                    </a:lnTo>
                    <a:lnTo>
                      <a:pt x="900" y="374"/>
                    </a:lnTo>
                    <a:lnTo>
                      <a:pt x="895" y="381"/>
                    </a:lnTo>
                    <a:lnTo>
                      <a:pt x="890" y="387"/>
                    </a:lnTo>
                    <a:lnTo>
                      <a:pt x="883" y="392"/>
                    </a:lnTo>
                    <a:lnTo>
                      <a:pt x="872" y="391"/>
                    </a:lnTo>
                    <a:lnTo>
                      <a:pt x="860" y="386"/>
                    </a:lnTo>
                    <a:lnTo>
                      <a:pt x="850" y="382"/>
                    </a:lnTo>
                    <a:lnTo>
                      <a:pt x="844" y="385"/>
                    </a:lnTo>
                    <a:lnTo>
                      <a:pt x="838" y="395"/>
                    </a:lnTo>
                    <a:lnTo>
                      <a:pt x="830" y="407"/>
                    </a:lnTo>
                    <a:lnTo>
                      <a:pt x="819" y="413"/>
                    </a:lnTo>
                    <a:lnTo>
                      <a:pt x="808" y="412"/>
                    </a:lnTo>
                    <a:lnTo>
                      <a:pt x="797" y="407"/>
                    </a:lnTo>
                    <a:lnTo>
                      <a:pt x="787" y="402"/>
                    </a:lnTo>
                    <a:lnTo>
                      <a:pt x="777" y="399"/>
                    </a:lnTo>
                    <a:lnTo>
                      <a:pt x="767" y="394"/>
                    </a:lnTo>
                    <a:lnTo>
                      <a:pt x="760" y="387"/>
                    </a:lnTo>
                    <a:lnTo>
                      <a:pt x="754" y="378"/>
                    </a:lnTo>
                    <a:lnTo>
                      <a:pt x="748" y="372"/>
                    </a:lnTo>
                    <a:lnTo>
                      <a:pt x="738" y="369"/>
                    </a:lnTo>
                    <a:lnTo>
                      <a:pt x="726" y="365"/>
                    </a:lnTo>
                    <a:lnTo>
                      <a:pt x="718" y="360"/>
                    </a:lnTo>
                    <a:lnTo>
                      <a:pt x="716" y="351"/>
                    </a:lnTo>
                    <a:lnTo>
                      <a:pt x="717" y="342"/>
                    </a:lnTo>
                    <a:lnTo>
                      <a:pt x="713" y="335"/>
                    </a:lnTo>
                    <a:lnTo>
                      <a:pt x="703" y="330"/>
                    </a:lnTo>
                    <a:lnTo>
                      <a:pt x="689" y="323"/>
                    </a:lnTo>
                    <a:lnTo>
                      <a:pt x="681" y="314"/>
                    </a:lnTo>
                    <a:lnTo>
                      <a:pt x="684" y="305"/>
                    </a:lnTo>
                    <a:lnTo>
                      <a:pt x="695" y="297"/>
                    </a:lnTo>
                    <a:lnTo>
                      <a:pt x="708" y="291"/>
                    </a:lnTo>
                    <a:lnTo>
                      <a:pt x="717" y="285"/>
                    </a:lnTo>
                    <a:lnTo>
                      <a:pt x="723" y="279"/>
                    </a:lnTo>
                    <a:lnTo>
                      <a:pt x="730" y="273"/>
                    </a:lnTo>
                    <a:lnTo>
                      <a:pt x="738" y="268"/>
                    </a:lnTo>
                    <a:lnTo>
                      <a:pt x="744" y="262"/>
                    </a:lnTo>
                    <a:lnTo>
                      <a:pt x="747" y="253"/>
                    </a:lnTo>
                    <a:lnTo>
                      <a:pt x="749" y="242"/>
                    </a:lnTo>
                    <a:lnTo>
                      <a:pt x="754" y="231"/>
                    </a:lnTo>
                    <a:lnTo>
                      <a:pt x="765" y="227"/>
                    </a:lnTo>
                    <a:lnTo>
                      <a:pt x="778" y="229"/>
                    </a:lnTo>
                    <a:lnTo>
                      <a:pt x="791" y="232"/>
                    </a:lnTo>
                    <a:lnTo>
                      <a:pt x="801" y="231"/>
                    </a:lnTo>
                    <a:lnTo>
                      <a:pt x="810" y="225"/>
                    </a:lnTo>
                    <a:lnTo>
                      <a:pt x="819" y="220"/>
                    </a:lnTo>
                    <a:lnTo>
                      <a:pt x="829" y="221"/>
                    </a:lnTo>
                    <a:lnTo>
                      <a:pt x="838" y="227"/>
                    </a:lnTo>
                    <a:lnTo>
                      <a:pt x="845" y="236"/>
                    </a:lnTo>
                    <a:lnTo>
                      <a:pt x="851" y="241"/>
                    </a:lnTo>
                    <a:lnTo>
                      <a:pt x="859" y="241"/>
                    </a:lnTo>
                    <a:lnTo>
                      <a:pt x="867" y="241"/>
                    </a:lnTo>
                    <a:lnTo>
                      <a:pt x="876" y="243"/>
                    </a:lnTo>
                    <a:lnTo>
                      <a:pt x="883" y="245"/>
                    </a:lnTo>
                    <a:lnTo>
                      <a:pt x="892" y="248"/>
                    </a:lnTo>
                    <a:lnTo>
                      <a:pt x="904" y="249"/>
                    </a:lnTo>
                    <a:lnTo>
                      <a:pt x="914" y="253"/>
                    </a:lnTo>
                    <a:lnTo>
                      <a:pt x="918" y="262"/>
                    </a:lnTo>
                    <a:lnTo>
                      <a:pt x="913" y="273"/>
                    </a:lnTo>
                    <a:lnTo>
                      <a:pt x="903" y="285"/>
                    </a:lnTo>
                    <a:lnTo>
                      <a:pt x="896" y="294"/>
                    </a:lnTo>
                    <a:lnTo>
                      <a:pt x="899" y="300"/>
                    </a:lnTo>
                    <a:lnTo>
                      <a:pt x="907" y="307"/>
                    </a:lnTo>
                    <a:close/>
                  </a:path>
                </a:pathLst>
              </a:custGeom>
              <a:solidFill>
                <a:srgbClr val="56BFA2">
                  <a:alpha val="37000"/>
                </a:srgbClr>
              </a:solidFill>
              <a:ln>
                <a:noFill/>
              </a:ln>
            </p:spPr>
            <p:txBody>
              <a:bodyPr anchor="ctr"/>
              <a:lstStyle/>
              <a:p>
                <a:pPr algn="ctr">
                  <a:buNone/>
                </a:pPr>
              </a:p>
            </p:txBody>
          </p:sp>
          <p:sp>
            <p:nvSpPr>
              <p:cNvPr id="3046" name="addition:input:169"/>
              <p:cNvSpPr>
                <a:spLocks noGrp="1"/>
              </p:cNvSpPr>
              <p:nvPr/>
            </p:nvSpPr>
            <p:spPr>
              <a:xfrm>
                <a:off x="209550" y="5438775"/>
                <a:ext cx="1361176" cy="622341"/>
              </a:xfrm>
              <a:custGeom>
                <a:avLst/>
                <a:gdLst/>
                <a:ahLst/>
                <a:cxnLst/>
                <a:rect l="l" t="t" r="r" b="b"/>
                <a:pathLst>
                  <a:path w="827" h="332">
                    <a:moveTo>
                      <a:pt x="0" y="0"/>
                    </a:moveTo>
                    <a:moveTo>
                      <a:pt x="818" y="293"/>
                    </a:moveTo>
                    <a:lnTo>
                      <a:pt x="813" y="296"/>
                    </a:lnTo>
                    <a:lnTo>
                      <a:pt x="811" y="298"/>
                    </a:lnTo>
                    <a:lnTo>
                      <a:pt x="811" y="302"/>
                    </a:lnTo>
                    <a:lnTo>
                      <a:pt x="812" y="306"/>
                    </a:lnTo>
                    <a:lnTo>
                      <a:pt x="812" y="309"/>
                    </a:lnTo>
                    <a:lnTo>
                      <a:pt x="811" y="313"/>
                    </a:lnTo>
                    <a:lnTo>
                      <a:pt x="810" y="317"/>
                    </a:lnTo>
                    <a:lnTo>
                      <a:pt x="809" y="321"/>
                    </a:lnTo>
                    <a:lnTo>
                      <a:pt x="807" y="324"/>
                    </a:lnTo>
                    <a:lnTo>
                      <a:pt x="804" y="326"/>
                    </a:lnTo>
                    <a:lnTo>
                      <a:pt x="799" y="326"/>
                    </a:lnTo>
                    <a:lnTo>
                      <a:pt x="794" y="326"/>
                    </a:lnTo>
                    <a:lnTo>
                      <a:pt x="791" y="327"/>
                    </a:lnTo>
                    <a:lnTo>
                      <a:pt x="789" y="330"/>
                    </a:lnTo>
                    <a:lnTo>
                      <a:pt x="786" y="332"/>
                    </a:lnTo>
                    <a:lnTo>
                      <a:pt x="783" y="332"/>
                    </a:lnTo>
                    <a:lnTo>
                      <a:pt x="779" y="330"/>
                    </a:lnTo>
                    <a:lnTo>
                      <a:pt x="776" y="327"/>
                    </a:lnTo>
                    <a:lnTo>
                      <a:pt x="774" y="326"/>
                    </a:lnTo>
                    <a:lnTo>
                      <a:pt x="770" y="328"/>
                    </a:lnTo>
                    <a:lnTo>
                      <a:pt x="766" y="331"/>
                    </a:lnTo>
                    <a:lnTo>
                      <a:pt x="761" y="332"/>
                    </a:lnTo>
                    <a:lnTo>
                      <a:pt x="757" y="331"/>
                    </a:lnTo>
                    <a:lnTo>
                      <a:pt x="754" y="329"/>
                    </a:lnTo>
                    <a:lnTo>
                      <a:pt x="750" y="326"/>
                    </a:lnTo>
                    <a:lnTo>
                      <a:pt x="747" y="324"/>
                    </a:lnTo>
                    <a:lnTo>
                      <a:pt x="746" y="320"/>
                    </a:lnTo>
                    <a:lnTo>
                      <a:pt x="746" y="315"/>
                    </a:lnTo>
                    <a:lnTo>
                      <a:pt x="747" y="310"/>
                    </a:lnTo>
                    <a:lnTo>
                      <a:pt x="747" y="307"/>
                    </a:lnTo>
                    <a:lnTo>
                      <a:pt x="743" y="305"/>
                    </a:lnTo>
                    <a:lnTo>
                      <a:pt x="737" y="303"/>
                    </a:lnTo>
                    <a:lnTo>
                      <a:pt x="732" y="300"/>
                    </a:lnTo>
                    <a:lnTo>
                      <a:pt x="730" y="296"/>
                    </a:lnTo>
                    <a:lnTo>
                      <a:pt x="732" y="293"/>
                    </a:lnTo>
                    <a:lnTo>
                      <a:pt x="733" y="289"/>
                    </a:lnTo>
                    <a:lnTo>
                      <a:pt x="732" y="286"/>
                    </a:lnTo>
                    <a:lnTo>
                      <a:pt x="730" y="282"/>
                    </a:lnTo>
                    <a:lnTo>
                      <a:pt x="729" y="277"/>
                    </a:lnTo>
                    <a:lnTo>
                      <a:pt x="731" y="274"/>
                    </a:lnTo>
                    <a:lnTo>
                      <a:pt x="735" y="272"/>
                    </a:lnTo>
                    <a:lnTo>
                      <a:pt x="738" y="270"/>
                    </a:lnTo>
                    <a:lnTo>
                      <a:pt x="741" y="267"/>
                    </a:lnTo>
                    <a:lnTo>
                      <a:pt x="745" y="265"/>
                    </a:lnTo>
                    <a:lnTo>
                      <a:pt x="749" y="264"/>
                    </a:lnTo>
                    <a:lnTo>
                      <a:pt x="753" y="264"/>
                    </a:lnTo>
                    <a:lnTo>
                      <a:pt x="757" y="263"/>
                    </a:lnTo>
                    <a:lnTo>
                      <a:pt x="759" y="260"/>
                    </a:lnTo>
                    <a:lnTo>
                      <a:pt x="762" y="254"/>
                    </a:lnTo>
                    <a:lnTo>
                      <a:pt x="765" y="248"/>
                    </a:lnTo>
                    <a:lnTo>
                      <a:pt x="770" y="246"/>
                    </a:lnTo>
                    <a:lnTo>
                      <a:pt x="775" y="248"/>
                    </a:lnTo>
                    <a:lnTo>
                      <a:pt x="780" y="252"/>
                    </a:lnTo>
                    <a:lnTo>
                      <a:pt x="784" y="255"/>
                    </a:lnTo>
                    <a:lnTo>
                      <a:pt x="788" y="256"/>
                    </a:lnTo>
                    <a:lnTo>
                      <a:pt x="793" y="256"/>
                    </a:lnTo>
                    <a:lnTo>
                      <a:pt x="796" y="258"/>
                    </a:lnTo>
                    <a:lnTo>
                      <a:pt x="800" y="260"/>
                    </a:lnTo>
                    <a:lnTo>
                      <a:pt x="802" y="262"/>
                    </a:lnTo>
                    <a:lnTo>
                      <a:pt x="806" y="264"/>
                    </a:lnTo>
                    <a:lnTo>
                      <a:pt x="810" y="265"/>
                    </a:lnTo>
                    <a:lnTo>
                      <a:pt x="813" y="266"/>
                    </a:lnTo>
                    <a:lnTo>
                      <a:pt x="815" y="269"/>
                    </a:lnTo>
                    <a:lnTo>
                      <a:pt x="816" y="273"/>
                    </a:lnTo>
                    <a:lnTo>
                      <a:pt x="818" y="276"/>
                    </a:lnTo>
                    <a:lnTo>
                      <a:pt x="822" y="278"/>
                    </a:lnTo>
                    <a:lnTo>
                      <a:pt x="826" y="281"/>
                    </a:lnTo>
                    <a:lnTo>
                      <a:pt x="827" y="284"/>
                    </a:lnTo>
                    <a:lnTo>
                      <a:pt x="824" y="289"/>
                    </a:lnTo>
                    <a:close/>
                  </a:path>
                </a:pathLst>
              </a:custGeom>
              <a:solidFill>
                <a:srgbClr val="41B796">
                  <a:alpha val="36000"/>
                </a:srgbClr>
              </a:solidFill>
              <a:ln>
                <a:noFill/>
              </a:ln>
            </p:spPr>
            <p:txBody>
              <a:bodyPr anchor="ctr"/>
              <a:lstStyle/>
              <a:p>
                <a:pPr algn="ctr">
                  <a:buNone/>
                </a:pPr>
              </a:p>
            </p:txBody>
          </p:sp>
          <p:sp>
            <p:nvSpPr>
              <p:cNvPr id="3047" name="addition:input:170"/>
              <p:cNvSpPr>
                <a:spLocks noGrp="1"/>
              </p:cNvSpPr>
              <p:nvPr/>
            </p:nvSpPr>
            <p:spPr>
              <a:xfrm>
                <a:off x="209550" y="5438775"/>
                <a:ext cx="1450056" cy="588599"/>
              </a:xfrm>
              <a:custGeom>
                <a:avLst/>
                <a:gdLst/>
                <a:ahLst/>
                <a:cxnLst/>
                <a:rect l="l" t="t" r="r" b="b"/>
                <a:pathLst>
                  <a:path w="881" h="314">
                    <a:moveTo>
                      <a:pt x="0" y="0"/>
                    </a:moveTo>
                    <a:moveTo>
                      <a:pt x="879" y="281"/>
                    </a:moveTo>
                    <a:lnTo>
                      <a:pt x="881" y="284"/>
                    </a:lnTo>
                    <a:lnTo>
                      <a:pt x="880" y="287"/>
                    </a:lnTo>
                    <a:lnTo>
                      <a:pt x="877" y="289"/>
                    </a:lnTo>
                    <a:lnTo>
                      <a:pt x="873" y="291"/>
                    </a:lnTo>
                    <a:lnTo>
                      <a:pt x="871" y="293"/>
                    </a:lnTo>
                    <a:lnTo>
                      <a:pt x="871" y="296"/>
                    </a:lnTo>
                    <a:lnTo>
                      <a:pt x="871" y="299"/>
                    </a:lnTo>
                    <a:lnTo>
                      <a:pt x="869" y="301"/>
                    </a:lnTo>
                    <a:lnTo>
                      <a:pt x="865" y="302"/>
                    </a:lnTo>
                    <a:lnTo>
                      <a:pt x="861" y="302"/>
                    </a:lnTo>
                    <a:lnTo>
                      <a:pt x="857" y="302"/>
                    </a:lnTo>
                    <a:lnTo>
                      <a:pt x="855" y="305"/>
                    </a:lnTo>
                    <a:lnTo>
                      <a:pt x="853" y="308"/>
                    </a:lnTo>
                    <a:lnTo>
                      <a:pt x="851" y="311"/>
                    </a:lnTo>
                    <a:lnTo>
                      <a:pt x="847" y="312"/>
                    </a:lnTo>
                    <a:lnTo>
                      <a:pt x="843" y="313"/>
                    </a:lnTo>
                    <a:lnTo>
                      <a:pt x="840" y="314"/>
                    </a:lnTo>
                    <a:lnTo>
                      <a:pt x="836" y="314"/>
                    </a:lnTo>
                    <a:lnTo>
                      <a:pt x="832" y="313"/>
                    </a:lnTo>
                    <a:lnTo>
                      <a:pt x="829" y="309"/>
                    </a:lnTo>
                    <a:lnTo>
                      <a:pt x="827" y="305"/>
                    </a:lnTo>
                    <a:lnTo>
                      <a:pt x="825" y="303"/>
                    </a:lnTo>
                    <a:lnTo>
                      <a:pt x="822" y="303"/>
                    </a:lnTo>
                    <a:lnTo>
                      <a:pt x="818" y="304"/>
                    </a:lnTo>
                    <a:lnTo>
                      <a:pt x="814" y="305"/>
                    </a:lnTo>
                    <a:lnTo>
                      <a:pt x="811" y="304"/>
                    </a:lnTo>
                    <a:lnTo>
                      <a:pt x="810" y="301"/>
                    </a:lnTo>
                    <a:lnTo>
                      <a:pt x="809" y="298"/>
                    </a:lnTo>
                    <a:lnTo>
                      <a:pt x="808" y="296"/>
                    </a:lnTo>
                    <a:lnTo>
                      <a:pt x="805" y="294"/>
                    </a:lnTo>
                    <a:lnTo>
                      <a:pt x="804" y="292"/>
                    </a:lnTo>
                    <a:lnTo>
                      <a:pt x="804" y="289"/>
                    </a:lnTo>
                    <a:lnTo>
                      <a:pt x="805" y="286"/>
                    </a:lnTo>
                    <a:lnTo>
                      <a:pt x="806" y="283"/>
                    </a:lnTo>
                    <a:lnTo>
                      <a:pt x="806" y="281"/>
                    </a:lnTo>
                    <a:lnTo>
                      <a:pt x="807" y="278"/>
                    </a:lnTo>
                    <a:lnTo>
                      <a:pt x="809" y="276"/>
                    </a:lnTo>
                    <a:lnTo>
                      <a:pt x="812" y="274"/>
                    </a:lnTo>
                    <a:lnTo>
                      <a:pt x="815" y="272"/>
                    </a:lnTo>
                    <a:lnTo>
                      <a:pt x="814" y="269"/>
                    </a:lnTo>
                    <a:lnTo>
                      <a:pt x="812" y="265"/>
                    </a:lnTo>
                    <a:lnTo>
                      <a:pt x="810" y="261"/>
                    </a:lnTo>
                    <a:lnTo>
                      <a:pt x="811" y="257"/>
                    </a:lnTo>
                    <a:lnTo>
                      <a:pt x="814" y="256"/>
                    </a:lnTo>
                    <a:lnTo>
                      <a:pt x="818" y="256"/>
                    </a:lnTo>
                    <a:lnTo>
                      <a:pt x="822" y="256"/>
                    </a:lnTo>
                    <a:lnTo>
                      <a:pt x="824" y="255"/>
                    </a:lnTo>
                    <a:lnTo>
                      <a:pt x="827" y="254"/>
                    </a:lnTo>
                    <a:lnTo>
                      <a:pt x="829" y="254"/>
                    </a:lnTo>
                    <a:lnTo>
                      <a:pt x="832" y="254"/>
                    </a:lnTo>
                    <a:lnTo>
                      <a:pt x="834" y="254"/>
                    </a:lnTo>
                    <a:lnTo>
                      <a:pt x="836" y="253"/>
                    </a:lnTo>
                    <a:lnTo>
                      <a:pt x="839" y="251"/>
                    </a:lnTo>
                    <a:lnTo>
                      <a:pt x="842" y="250"/>
                    </a:lnTo>
                    <a:lnTo>
                      <a:pt x="845" y="251"/>
                    </a:lnTo>
                    <a:lnTo>
                      <a:pt x="847" y="253"/>
                    </a:lnTo>
                    <a:lnTo>
                      <a:pt x="850" y="254"/>
                    </a:lnTo>
                    <a:lnTo>
                      <a:pt x="853" y="254"/>
                    </a:lnTo>
                    <a:lnTo>
                      <a:pt x="858" y="253"/>
                    </a:lnTo>
                    <a:lnTo>
                      <a:pt x="862" y="254"/>
                    </a:lnTo>
                    <a:lnTo>
                      <a:pt x="864" y="257"/>
                    </a:lnTo>
                    <a:lnTo>
                      <a:pt x="864" y="261"/>
                    </a:lnTo>
                    <a:lnTo>
                      <a:pt x="863" y="265"/>
                    </a:lnTo>
                    <a:lnTo>
                      <a:pt x="863" y="268"/>
                    </a:lnTo>
                    <a:lnTo>
                      <a:pt x="866" y="269"/>
                    </a:lnTo>
                    <a:lnTo>
                      <a:pt x="869" y="271"/>
                    </a:lnTo>
                    <a:lnTo>
                      <a:pt x="871" y="273"/>
                    </a:lnTo>
                    <a:lnTo>
                      <a:pt x="873" y="276"/>
                    </a:lnTo>
                    <a:lnTo>
                      <a:pt x="876" y="278"/>
                    </a:lnTo>
                    <a:close/>
                  </a:path>
                </a:pathLst>
              </a:custGeom>
              <a:solidFill>
                <a:srgbClr val="41B796">
                  <a:alpha val="36000"/>
                </a:srgbClr>
              </a:solidFill>
              <a:ln>
                <a:noFill/>
              </a:ln>
            </p:spPr>
            <p:txBody>
              <a:bodyPr anchor="ctr"/>
              <a:lstStyle/>
              <a:p>
                <a:pPr algn="ctr">
                  <a:buNone/>
                </a:pPr>
              </a:p>
            </p:txBody>
          </p:sp>
          <p:sp>
            <p:nvSpPr>
              <p:cNvPr id="3048" name="addition:input:171"/>
              <p:cNvSpPr>
                <a:spLocks noGrp="1"/>
              </p:cNvSpPr>
              <p:nvPr/>
            </p:nvSpPr>
            <p:spPr>
              <a:xfrm>
                <a:off x="209550" y="5438775"/>
                <a:ext cx="1519184" cy="708569"/>
              </a:xfrm>
              <a:custGeom>
                <a:avLst/>
                <a:gdLst/>
                <a:ahLst/>
                <a:cxnLst/>
                <a:rect l="l" t="t" r="r" b="b"/>
                <a:pathLst>
                  <a:path w="923" h="378">
                    <a:moveTo>
                      <a:pt x="0" y="0"/>
                    </a:moveTo>
                    <a:moveTo>
                      <a:pt x="912" y="333"/>
                    </a:moveTo>
                    <a:lnTo>
                      <a:pt x="918" y="337"/>
                    </a:lnTo>
                    <a:lnTo>
                      <a:pt x="923" y="341"/>
                    </a:lnTo>
                    <a:lnTo>
                      <a:pt x="922" y="345"/>
                    </a:lnTo>
                    <a:lnTo>
                      <a:pt x="917" y="348"/>
                    </a:lnTo>
                    <a:lnTo>
                      <a:pt x="912" y="350"/>
                    </a:lnTo>
                    <a:lnTo>
                      <a:pt x="908" y="352"/>
                    </a:lnTo>
                    <a:lnTo>
                      <a:pt x="906" y="355"/>
                    </a:lnTo>
                    <a:lnTo>
                      <a:pt x="904" y="358"/>
                    </a:lnTo>
                    <a:lnTo>
                      <a:pt x="901" y="360"/>
                    </a:lnTo>
                    <a:lnTo>
                      <a:pt x="897" y="361"/>
                    </a:lnTo>
                    <a:lnTo>
                      <a:pt x="894" y="363"/>
                    </a:lnTo>
                    <a:lnTo>
                      <a:pt x="891" y="367"/>
                    </a:lnTo>
                    <a:lnTo>
                      <a:pt x="888" y="370"/>
                    </a:lnTo>
                    <a:lnTo>
                      <a:pt x="883" y="372"/>
                    </a:lnTo>
                    <a:lnTo>
                      <a:pt x="878" y="371"/>
                    </a:lnTo>
                    <a:lnTo>
                      <a:pt x="873" y="371"/>
                    </a:lnTo>
                    <a:lnTo>
                      <a:pt x="869" y="372"/>
                    </a:lnTo>
                    <a:lnTo>
                      <a:pt x="864" y="376"/>
                    </a:lnTo>
                    <a:lnTo>
                      <a:pt x="858" y="378"/>
                    </a:lnTo>
                    <a:lnTo>
                      <a:pt x="853" y="377"/>
                    </a:lnTo>
                    <a:lnTo>
                      <a:pt x="849" y="372"/>
                    </a:lnTo>
                    <a:lnTo>
                      <a:pt x="847" y="366"/>
                    </a:lnTo>
                    <a:lnTo>
                      <a:pt x="845" y="362"/>
                    </a:lnTo>
                    <a:lnTo>
                      <a:pt x="841" y="361"/>
                    </a:lnTo>
                    <a:lnTo>
                      <a:pt x="837" y="361"/>
                    </a:lnTo>
                    <a:lnTo>
                      <a:pt x="833" y="360"/>
                    </a:lnTo>
                    <a:lnTo>
                      <a:pt x="829" y="358"/>
                    </a:lnTo>
                    <a:lnTo>
                      <a:pt x="825" y="357"/>
                    </a:lnTo>
                    <a:lnTo>
                      <a:pt x="821" y="355"/>
                    </a:lnTo>
                    <a:lnTo>
                      <a:pt x="817" y="352"/>
                    </a:lnTo>
                    <a:lnTo>
                      <a:pt x="815" y="349"/>
                    </a:lnTo>
                    <a:lnTo>
                      <a:pt x="817" y="344"/>
                    </a:lnTo>
                    <a:lnTo>
                      <a:pt x="821" y="340"/>
                    </a:lnTo>
                    <a:lnTo>
                      <a:pt x="824" y="336"/>
                    </a:lnTo>
                    <a:lnTo>
                      <a:pt x="823" y="333"/>
                    </a:lnTo>
                    <a:lnTo>
                      <a:pt x="821" y="330"/>
                    </a:lnTo>
                    <a:lnTo>
                      <a:pt x="821" y="326"/>
                    </a:lnTo>
                    <a:lnTo>
                      <a:pt x="824" y="323"/>
                    </a:lnTo>
                    <a:lnTo>
                      <a:pt x="829" y="320"/>
                    </a:lnTo>
                    <a:lnTo>
                      <a:pt x="833" y="318"/>
                    </a:lnTo>
                    <a:lnTo>
                      <a:pt x="835" y="315"/>
                    </a:lnTo>
                    <a:lnTo>
                      <a:pt x="834" y="311"/>
                    </a:lnTo>
                    <a:lnTo>
                      <a:pt x="834" y="306"/>
                    </a:lnTo>
                    <a:lnTo>
                      <a:pt x="835" y="302"/>
                    </a:lnTo>
                    <a:lnTo>
                      <a:pt x="838" y="299"/>
                    </a:lnTo>
                    <a:lnTo>
                      <a:pt x="842" y="297"/>
                    </a:lnTo>
                    <a:lnTo>
                      <a:pt x="845" y="295"/>
                    </a:lnTo>
                    <a:lnTo>
                      <a:pt x="849" y="294"/>
                    </a:lnTo>
                    <a:lnTo>
                      <a:pt x="854" y="295"/>
                    </a:lnTo>
                    <a:lnTo>
                      <a:pt x="859" y="298"/>
                    </a:lnTo>
                    <a:lnTo>
                      <a:pt x="862" y="301"/>
                    </a:lnTo>
                    <a:lnTo>
                      <a:pt x="865" y="301"/>
                    </a:lnTo>
                    <a:lnTo>
                      <a:pt x="868" y="297"/>
                    </a:lnTo>
                    <a:lnTo>
                      <a:pt x="872" y="293"/>
                    </a:lnTo>
                    <a:lnTo>
                      <a:pt x="876" y="292"/>
                    </a:lnTo>
                    <a:lnTo>
                      <a:pt x="879" y="293"/>
                    </a:lnTo>
                    <a:lnTo>
                      <a:pt x="882" y="296"/>
                    </a:lnTo>
                    <a:lnTo>
                      <a:pt x="885" y="299"/>
                    </a:lnTo>
                    <a:lnTo>
                      <a:pt x="890" y="299"/>
                    </a:lnTo>
                    <a:lnTo>
                      <a:pt x="894" y="300"/>
                    </a:lnTo>
                    <a:lnTo>
                      <a:pt x="898" y="302"/>
                    </a:lnTo>
                    <a:lnTo>
                      <a:pt x="900" y="306"/>
                    </a:lnTo>
                    <a:lnTo>
                      <a:pt x="901" y="310"/>
                    </a:lnTo>
                    <a:lnTo>
                      <a:pt x="903" y="313"/>
                    </a:lnTo>
                    <a:lnTo>
                      <a:pt x="905" y="316"/>
                    </a:lnTo>
                    <a:lnTo>
                      <a:pt x="906" y="320"/>
                    </a:lnTo>
                    <a:lnTo>
                      <a:pt x="906" y="324"/>
                    </a:lnTo>
                    <a:lnTo>
                      <a:pt x="905" y="327"/>
                    </a:lnTo>
                    <a:lnTo>
                      <a:pt x="907" y="330"/>
                    </a:lnTo>
                    <a:close/>
                  </a:path>
                </a:pathLst>
              </a:custGeom>
              <a:solidFill>
                <a:srgbClr val="41B796">
                  <a:alpha val="36000"/>
                </a:srgbClr>
              </a:solidFill>
              <a:ln>
                <a:noFill/>
              </a:ln>
            </p:spPr>
            <p:txBody>
              <a:bodyPr anchor="ctr"/>
              <a:lstStyle/>
              <a:p>
                <a:pPr algn="ctr">
                  <a:buNone/>
                </a:pPr>
              </a:p>
            </p:txBody>
          </p:sp>
          <p:sp>
            <p:nvSpPr>
              <p:cNvPr id="3049" name="addition:input:172"/>
              <p:cNvSpPr>
                <a:spLocks noGrp="1"/>
              </p:cNvSpPr>
              <p:nvPr/>
            </p:nvSpPr>
            <p:spPr>
              <a:xfrm>
                <a:off x="209550" y="5438775"/>
                <a:ext cx="1397386" cy="738561"/>
              </a:xfrm>
              <a:custGeom>
                <a:avLst/>
                <a:gdLst/>
                <a:ahLst/>
                <a:cxnLst/>
                <a:rect l="l" t="t" r="r" b="b"/>
                <a:pathLst>
                  <a:path w="849" h="394">
                    <a:moveTo>
                      <a:pt x="0" y="0"/>
                    </a:moveTo>
                    <a:moveTo>
                      <a:pt x="848" y="356"/>
                    </a:moveTo>
                    <a:lnTo>
                      <a:pt x="845" y="359"/>
                    </a:lnTo>
                    <a:lnTo>
                      <a:pt x="844" y="361"/>
                    </a:lnTo>
                    <a:lnTo>
                      <a:pt x="845" y="365"/>
                    </a:lnTo>
                    <a:lnTo>
                      <a:pt x="846" y="368"/>
                    </a:lnTo>
                    <a:lnTo>
                      <a:pt x="844" y="371"/>
                    </a:lnTo>
                    <a:lnTo>
                      <a:pt x="840" y="373"/>
                    </a:lnTo>
                    <a:lnTo>
                      <a:pt x="834" y="374"/>
                    </a:lnTo>
                    <a:lnTo>
                      <a:pt x="829" y="374"/>
                    </a:lnTo>
                    <a:lnTo>
                      <a:pt x="827" y="376"/>
                    </a:lnTo>
                    <a:lnTo>
                      <a:pt x="825" y="380"/>
                    </a:lnTo>
                    <a:lnTo>
                      <a:pt x="823" y="383"/>
                    </a:lnTo>
                    <a:lnTo>
                      <a:pt x="821" y="385"/>
                    </a:lnTo>
                    <a:lnTo>
                      <a:pt x="817" y="388"/>
                    </a:lnTo>
                    <a:lnTo>
                      <a:pt x="814" y="390"/>
                    </a:lnTo>
                    <a:lnTo>
                      <a:pt x="810" y="393"/>
                    </a:lnTo>
                    <a:lnTo>
                      <a:pt x="805" y="394"/>
                    </a:lnTo>
                    <a:lnTo>
                      <a:pt x="801" y="392"/>
                    </a:lnTo>
                    <a:lnTo>
                      <a:pt x="797" y="388"/>
                    </a:lnTo>
                    <a:lnTo>
                      <a:pt x="794" y="384"/>
                    </a:lnTo>
                    <a:lnTo>
                      <a:pt x="790" y="384"/>
                    </a:lnTo>
                    <a:lnTo>
                      <a:pt x="787" y="385"/>
                    </a:lnTo>
                    <a:lnTo>
                      <a:pt x="782" y="386"/>
                    </a:lnTo>
                    <a:lnTo>
                      <a:pt x="779" y="386"/>
                    </a:lnTo>
                    <a:lnTo>
                      <a:pt x="777" y="383"/>
                    </a:lnTo>
                    <a:lnTo>
                      <a:pt x="775" y="380"/>
                    </a:lnTo>
                    <a:lnTo>
                      <a:pt x="773" y="379"/>
                    </a:lnTo>
                    <a:lnTo>
                      <a:pt x="770" y="378"/>
                    </a:lnTo>
                    <a:lnTo>
                      <a:pt x="766" y="377"/>
                    </a:lnTo>
                    <a:lnTo>
                      <a:pt x="764" y="374"/>
                    </a:lnTo>
                    <a:lnTo>
                      <a:pt x="763" y="371"/>
                    </a:lnTo>
                    <a:lnTo>
                      <a:pt x="763" y="368"/>
                    </a:lnTo>
                    <a:lnTo>
                      <a:pt x="762" y="365"/>
                    </a:lnTo>
                    <a:lnTo>
                      <a:pt x="762" y="362"/>
                    </a:lnTo>
                    <a:lnTo>
                      <a:pt x="764" y="359"/>
                    </a:lnTo>
                    <a:lnTo>
                      <a:pt x="768" y="356"/>
                    </a:lnTo>
                    <a:lnTo>
                      <a:pt x="772" y="353"/>
                    </a:lnTo>
                    <a:lnTo>
                      <a:pt x="772" y="351"/>
                    </a:lnTo>
                    <a:lnTo>
                      <a:pt x="769" y="348"/>
                    </a:lnTo>
                    <a:lnTo>
                      <a:pt x="765" y="344"/>
                    </a:lnTo>
                    <a:lnTo>
                      <a:pt x="763" y="339"/>
                    </a:lnTo>
                    <a:lnTo>
                      <a:pt x="765" y="336"/>
                    </a:lnTo>
                    <a:lnTo>
                      <a:pt x="768" y="334"/>
                    </a:lnTo>
                    <a:lnTo>
                      <a:pt x="772" y="333"/>
                    </a:lnTo>
                    <a:lnTo>
                      <a:pt x="774" y="331"/>
                    </a:lnTo>
                    <a:lnTo>
                      <a:pt x="776" y="329"/>
                    </a:lnTo>
                    <a:lnTo>
                      <a:pt x="779" y="327"/>
                    </a:lnTo>
                    <a:lnTo>
                      <a:pt x="782" y="327"/>
                    </a:lnTo>
                    <a:lnTo>
                      <a:pt x="786" y="327"/>
                    </a:lnTo>
                    <a:lnTo>
                      <a:pt x="788" y="326"/>
                    </a:lnTo>
                    <a:lnTo>
                      <a:pt x="791" y="324"/>
                    </a:lnTo>
                    <a:lnTo>
                      <a:pt x="794" y="323"/>
                    </a:lnTo>
                    <a:lnTo>
                      <a:pt x="797" y="323"/>
                    </a:lnTo>
                    <a:lnTo>
                      <a:pt x="800" y="325"/>
                    </a:lnTo>
                    <a:lnTo>
                      <a:pt x="803" y="326"/>
                    </a:lnTo>
                    <a:lnTo>
                      <a:pt x="807" y="324"/>
                    </a:lnTo>
                    <a:lnTo>
                      <a:pt x="812" y="321"/>
                    </a:lnTo>
                    <a:lnTo>
                      <a:pt x="817" y="319"/>
                    </a:lnTo>
                    <a:lnTo>
                      <a:pt x="821" y="321"/>
                    </a:lnTo>
                    <a:lnTo>
                      <a:pt x="824" y="325"/>
                    </a:lnTo>
                    <a:lnTo>
                      <a:pt x="824" y="330"/>
                    </a:lnTo>
                    <a:lnTo>
                      <a:pt x="826" y="334"/>
                    </a:lnTo>
                    <a:lnTo>
                      <a:pt x="828" y="336"/>
                    </a:lnTo>
                    <a:lnTo>
                      <a:pt x="831" y="338"/>
                    </a:lnTo>
                    <a:lnTo>
                      <a:pt x="833" y="340"/>
                    </a:lnTo>
                    <a:lnTo>
                      <a:pt x="836" y="342"/>
                    </a:lnTo>
                    <a:lnTo>
                      <a:pt x="839" y="345"/>
                    </a:lnTo>
                    <a:lnTo>
                      <a:pt x="843" y="347"/>
                    </a:lnTo>
                    <a:lnTo>
                      <a:pt x="847" y="349"/>
                    </a:lnTo>
                    <a:lnTo>
                      <a:pt x="849" y="352"/>
                    </a:lnTo>
                    <a:close/>
                  </a:path>
                </a:pathLst>
              </a:custGeom>
              <a:solidFill>
                <a:srgbClr val="41B796">
                  <a:alpha val="36000"/>
                </a:srgbClr>
              </a:solidFill>
              <a:ln>
                <a:noFill/>
              </a:ln>
            </p:spPr>
            <p:txBody>
              <a:bodyPr anchor="ctr"/>
              <a:lstStyle/>
              <a:p>
                <a:pPr algn="ctr">
                  <a:buNone/>
                </a:pPr>
              </a:p>
            </p:txBody>
          </p:sp>
          <p:sp>
            <p:nvSpPr>
              <p:cNvPr id="3050" name="addition:input:173"/>
              <p:cNvSpPr>
                <a:spLocks noGrp="1"/>
              </p:cNvSpPr>
              <p:nvPr/>
            </p:nvSpPr>
            <p:spPr>
              <a:xfrm>
                <a:off x="209550" y="5438775"/>
                <a:ext cx="1344717" cy="609219"/>
              </a:xfrm>
              <a:custGeom>
                <a:avLst/>
                <a:gdLst/>
                <a:ahLst/>
                <a:cxnLst/>
                <a:rect l="l" t="t" r="r" b="b"/>
                <a:pathLst>
                  <a:path w="817" h="325">
                    <a:moveTo>
                      <a:pt x="0" y="0"/>
                    </a:moveTo>
                    <a:moveTo>
                      <a:pt x="812" y="296"/>
                    </a:moveTo>
                    <a:lnTo>
                      <a:pt x="811" y="299"/>
                    </a:lnTo>
                    <a:lnTo>
                      <a:pt x="809" y="301"/>
                    </a:lnTo>
                    <a:lnTo>
                      <a:pt x="806" y="303"/>
                    </a:lnTo>
                    <a:lnTo>
                      <a:pt x="804" y="305"/>
                    </a:lnTo>
                    <a:lnTo>
                      <a:pt x="804" y="307"/>
                    </a:lnTo>
                    <a:lnTo>
                      <a:pt x="805" y="311"/>
                    </a:lnTo>
                    <a:lnTo>
                      <a:pt x="807" y="315"/>
                    </a:lnTo>
                    <a:lnTo>
                      <a:pt x="807" y="319"/>
                    </a:lnTo>
                    <a:lnTo>
                      <a:pt x="804" y="321"/>
                    </a:lnTo>
                    <a:lnTo>
                      <a:pt x="800" y="321"/>
                    </a:lnTo>
                    <a:lnTo>
                      <a:pt x="796" y="320"/>
                    </a:lnTo>
                    <a:lnTo>
                      <a:pt x="794" y="321"/>
                    </a:lnTo>
                    <a:lnTo>
                      <a:pt x="792" y="323"/>
                    </a:lnTo>
                    <a:lnTo>
                      <a:pt x="790" y="325"/>
                    </a:lnTo>
                    <a:lnTo>
                      <a:pt x="788" y="325"/>
                    </a:lnTo>
                    <a:lnTo>
                      <a:pt x="785" y="324"/>
                    </a:lnTo>
                    <a:lnTo>
                      <a:pt x="783" y="323"/>
                    </a:lnTo>
                    <a:lnTo>
                      <a:pt x="781" y="324"/>
                    </a:lnTo>
                    <a:lnTo>
                      <a:pt x="778" y="324"/>
                    </a:lnTo>
                    <a:lnTo>
                      <a:pt x="776" y="324"/>
                    </a:lnTo>
                    <a:lnTo>
                      <a:pt x="774" y="324"/>
                    </a:lnTo>
                    <a:lnTo>
                      <a:pt x="771" y="323"/>
                    </a:lnTo>
                    <a:lnTo>
                      <a:pt x="768" y="323"/>
                    </a:lnTo>
                    <a:lnTo>
                      <a:pt x="764" y="324"/>
                    </a:lnTo>
                    <a:lnTo>
                      <a:pt x="760" y="324"/>
                    </a:lnTo>
                    <a:lnTo>
                      <a:pt x="758" y="321"/>
                    </a:lnTo>
                    <a:lnTo>
                      <a:pt x="759" y="316"/>
                    </a:lnTo>
                    <a:lnTo>
                      <a:pt x="760" y="312"/>
                    </a:lnTo>
                    <a:lnTo>
                      <a:pt x="760" y="309"/>
                    </a:lnTo>
                    <a:lnTo>
                      <a:pt x="758" y="307"/>
                    </a:lnTo>
                    <a:lnTo>
                      <a:pt x="755" y="306"/>
                    </a:lnTo>
                    <a:lnTo>
                      <a:pt x="752" y="304"/>
                    </a:lnTo>
                    <a:lnTo>
                      <a:pt x="750" y="301"/>
                    </a:lnTo>
                    <a:lnTo>
                      <a:pt x="749" y="299"/>
                    </a:lnTo>
                    <a:lnTo>
                      <a:pt x="748" y="296"/>
                    </a:lnTo>
                    <a:lnTo>
                      <a:pt x="746" y="293"/>
                    </a:lnTo>
                    <a:lnTo>
                      <a:pt x="746" y="290"/>
                    </a:lnTo>
                    <a:lnTo>
                      <a:pt x="747" y="288"/>
                    </a:lnTo>
                    <a:lnTo>
                      <a:pt x="749" y="286"/>
                    </a:lnTo>
                    <a:lnTo>
                      <a:pt x="751" y="283"/>
                    </a:lnTo>
                    <a:lnTo>
                      <a:pt x="751" y="281"/>
                    </a:lnTo>
                    <a:lnTo>
                      <a:pt x="751" y="278"/>
                    </a:lnTo>
                    <a:lnTo>
                      <a:pt x="753" y="276"/>
                    </a:lnTo>
                    <a:lnTo>
                      <a:pt x="757" y="275"/>
                    </a:lnTo>
                    <a:lnTo>
                      <a:pt x="761" y="276"/>
                    </a:lnTo>
                    <a:lnTo>
                      <a:pt x="765" y="276"/>
                    </a:lnTo>
                    <a:lnTo>
                      <a:pt x="767" y="274"/>
                    </a:lnTo>
                    <a:lnTo>
                      <a:pt x="768" y="270"/>
                    </a:lnTo>
                    <a:lnTo>
                      <a:pt x="770" y="266"/>
                    </a:lnTo>
                    <a:lnTo>
                      <a:pt x="773" y="264"/>
                    </a:lnTo>
                    <a:lnTo>
                      <a:pt x="776" y="263"/>
                    </a:lnTo>
                    <a:lnTo>
                      <a:pt x="780" y="263"/>
                    </a:lnTo>
                    <a:lnTo>
                      <a:pt x="784" y="264"/>
                    </a:lnTo>
                    <a:lnTo>
                      <a:pt x="787" y="265"/>
                    </a:lnTo>
                    <a:lnTo>
                      <a:pt x="790" y="267"/>
                    </a:lnTo>
                    <a:lnTo>
                      <a:pt x="792" y="270"/>
                    </a:lnTo>
                    <a:lnTo>
                      <a:pt x="794" y="272"/>
                    </a:lnTo>
                    <a:lnTo>
                      <a:pt x="797" y="273"/>
                    </a:lnTo>
                    <a:lnTo>
                      <a:pt x="800" y="273"/>
                    </a:lnTo>
                    <a:lnTo>
                      <a:pt x="804" y="272"/>
                    </a:lnTo>
                    <a:lnTo>
                      <a:pt x="807" y="274"/>
                    </a:lnTo>
                    <a:lnTo>
                      <a:pt x="808" y="277"/>
                    </a:lnTo>
                    <a:lnTo>
                      <a:pt x="808" y="280"/>
                    </a:lnTo>
                    <a:lnTo>
                      <a:pt x="809" y="282"/>
                    </a:lnTo>
                    <a:lnTo>
                      <a:pt x="812" y="283"/>
                    </a:lnTo>
                    <a:lnTo>
                      <a:pt x="815" y="285"/>
                    </a:lnTo>
                    <a:lnTo>
                      <a:pt x="817" y="287"/>
                    </a:lnTo>
                    <a:lnTo>
                      <a:pt x="816" y="290"/>
                    </a:lnTo>
                    <a:lnTo>
                      <a:pt x="814" y="293"/>
                    </a:lnTo>
                    <a:close/>
                  </a:path>
                </a:pathLst>
              </a:custGeom>
              <a:solidFill>
                <a:srgbClr val="69C6AD">
                  <a:alpha val="32000"/>
                </a:srgbClr>
              </a:solidFill>
              <a:ln>
                <a:noFill/>
              </a:ln>
            </p:spPr>
            <p:txBody>
              <a:bodyPr anchor="ctr"/>
              <a:lstStyle/>
              <a:p>
                <a:pPr algn="ctr">
                  <a:buNone/>
                </a:pPr>
              </a:p>
            </p:txBody>
          </p:sp>
          <p:sp>
            <p:nvSpPr>
              <p:cNvPr id="3051" name="addition:input:174"/>
              <p:cNvSpPr>
                <a:spLocks noGrp="1"/>
              </p:cNvSpPr>
              <p:nvPr/>
            </p:nvSpPr>
            <p:spPr>
              <a:xfrm>
                <a:off x="209550" y="5438775"/>
                <a:ext cx="1468161" cy="687949"/>
              </a:xfrm>
              <a:custGeom>
                <a:avLst/>
                <a:gdLst/>
                <a:ahLst/>
                <a:cxnLst/>
                <a:rect l="l" t="t" r="r" b="b"/>
                <a:pathLst>
                  <a:path w="892" h="367">
                    <a:moveTo>
                      <a:pt x="0" y="0"/>
                    </a:moveTo>
                    <a:moveTo>
                      <a:pt x="890" y="340"/>
                    </a:moveTo>
                    <a:lnTo>
                      <a:pt x="888" y="343"/>
                    </a:lnTo>
                    <a:lnTo>
                      <a:pt x="886" y="345"/>
                    </a:lnTo>
                    <a:lnTo>
                      <a:pt x="884" y="347"/>
                    </a:lnTo>
                    <a:lnTo>
                      <a:pt x="881" y="348"/>
                    </a:lnTo>
                    <a:lnTo>
                      <a:pt x="878" y="350"/>
                    </a:lnTo>
                    <a:lnTo>
                      <a:pt x="876" y="352"/>
                    </a:lnTo>
                    <a:lnTo>
                      <a:pt x="876" y="354"/>
                    </a:lnTo>
                    <a:lnTo>
                      <a:pt x="877" y="358"/>
                    </a:lnTo>
                    <a:lnTo>
                      <a:pt x="877" y="361"/>
                    </a:lnTo>
                    <a:lnTo>
                      <a:pt x="874" y="363"/>
                    </a:lnTo>
                    <a:lnTo>
                      <a:pt x="870" y="363"/>
                    </a:lnTo>
                    <a:lnTo>
                      <a:pt x="866" y="363"/>
                    </a:lnTo>
                    <a:lnTo>
                      <a:pt x="864" y="364"/>
                    </a:lnTo>
                    <a:lnTo>
                      <a:pt x="861" y="366"/>
                    </a:lnTo>
                    <a:lnTo>
                      <a:pt x="859" y="367"/>
                    </a:lnTo>
                    <a:lnTo>
                      <a:pt x="856" y="367"/>
                    </a:lnTo>
                    <a:lnTo>
                      <a:pt x="853" y="366"/>
                    </a:lnTo>
                    <a:lnTo>
                      <a:pt x="851" y="365"/>
                    </a:lnTo>
                    <a:lnTo>
                      <a:pt x="849" y="364"/>
                    </a:lnTo>
                    <a:lnTo>
                      <a:pt x="846" y="364"/>
                    </a:lnTo>
                    <a:lnTo>
                      <a:pt x="844" y="363"/>
                    </a:lnTo>
                    <a:lnTo>
                      <a:pt x="842" y="362"/>
                    </a:lnTo>
                    <a:lnTo>
                      <a:pt x="840" y="362"/>
                    </a:lnTo>
                    <a:lnTo>
                      <a:pt x="837" y="362"/>
                    </a:lnTo>
                    <a:lnTo>
                      <a:pt x="833" y="363"/>
                    </a:lnTo>
                    <a:lnTo>
                      <a:pt x="829" y="363"/>
                    </a:lnTo>
                    <a:lnTo>
                      <a:pt x="827" y="361"/>
                    </a:lnTo>
                    <a:lnTo>
                      <a:pt x="828" y="357"/>
                    </a:lnTo>
                    <a:lnTo>
                      <a:pt x="830" y="353"/>
                    </a:lnTo>
                    <a:lnTo>
                      <a:pt x="831" y="350"/>
                    </a:lnTo>
                    <a:lnTo>
                      <a:pt x="830" y="348"/>
                    </a:lnTo>
                    <a:lnTo>
                      <a:pt x="828" y="347"/>
                    </a:lnTo>
                    <a:lnTo>
                      <a:pt x="826" y="345"/>
                    </a:lnTo>
                    <a:lnTo>
                      <a:pt x="825" y="342"/>
                    </a:lnTo>
                    <a:lnTo>
                      <a:pt x="825" y="340"/>
                    </a:lnTo>
                    <a:lnTo>
                      <a:pt x="824" y="338"/>
                    </a:lnTo>
                    <a:lnTo>
                      <a:pt x="823" y="335"/>
                    </a:lnTo>
                    <a:lnTo>
                      <a:pt x="822" y="333"/>
                    </a:lnTo>
                    <a:lnTo>
                      <a:pt x="822" y="330"/>
                    </a:lnTo>
                    <a:lnTo>
                      <a:pt x="824" y="329"/>
                    </a:lnTo>
                    <a:lnTo>
                      <a:pt x="825" y="327"/>
                    </a:lnTo>
                    <a:lnTo>
                      <a:pt x="826" y="324"/>
                    </a:lnTo>
                    <a:lnTo>
                      <a:pt x="826" y="321"/>
                    </a:lnTo>
                    <a:lnTo>
                      <a:pt x="828" y="319"/>
                    </a:lnTo>
                    <a:lnTo>
                      <a:pt x="831" y="319"/>
                    </a:lnTo>
                    <a:lnTo>
                      <a:pt x="835" y="320"/>
                    </a:lnTo>
                    <a:lnTo>
                      <a:pt x="839" y="321"/>
                    </a:lnTo>
                    <a:lnTo>
                      <a:pt x="841" y="320"/>
                    </a:lnTo>
                    <a:lnTo>
                      <a:pt x="842" y="318"/>
                    </a:lnTo>
                    <a:lnTo>
                      <a:pt x="844" y="315"/>
                    </a:lnTo>
                    <a:lnTo>
                      <a:pt x="847" y="312"/>
                    </a:lnTo>
                    <a:lnTo>
                      <a:pt x="850" y="312"/>
                    </a:lnTo>
                    <a:lnTo>
                      <a:pt x="854" y="312"/>
                    </a:lnTo>
                    <a:lnTo>
                      <a:pt x="857" y="312"/>
                    </a:lnTo>
                    <a:lnTo>
                      <a:pt x="861" y="312"/>
                    </a:lnTo>
                    <a:lnTo>
                      <a:pt x="864" y="314"/>
                    </a:lnTo>
                    <a:lnTo>
                      <a:pt x="866" y="316"/>
                    </a:lnTo>
                    <a:lnTo>
                      <a:pt x="868" y="319"/>
                    </a:lnTo>
                    <a:lnTo>
                      <a:pt x="870" y="321"/>
                    </a:lnTo>
                    <a:lnTo>
                      <a:pt x="874" y="321"/>
                    </a:lnTo>
                    <a:lnTo>
                      <a:pt x="878" y="321"/>
                    </a:lnTo>
                    <a:lnTo>
                      <a:pt x="880" y="323"/>
                    </a:lnTo>
                    <a:lnTo>
                      <a:pt x="881" y="325"/>
                    </a:lnTo>
                    <a:lnTo>
                      <a:pt x="881" y="328"/>
                    </a:lnTo>
                    <a:lnTo>
                      <a:pt x="882" y="330"/>
                    </a:lnTo>
                    <a:lnTo>
                      <a:pt x="885" y="331"/>
                    </a:lnTo>
                    <a:lnTo>
                      <a:pt x="889" y="333"/>
                    </a:lnTo>
                    <a:lnTo>
                      <a:pt x="892" y="335"/>
                    </a:lnTo>
                    <a:lnTo>
                      <a:pt x="892" y="338"/>
                    </a:lnTo>
                    <a:close/>
                  </a:path>
                </a:pathLst>
              </a:custGeom>
              <a:solidFill>
                <a:srgbClr val="69C6AD">
                  <a:alpha val="32000"/>
                </a:srgbClr>
              </a:solidFill>
              <a:ln>
                <a:noFill/>
              </a:ln>
            </p:spPr>
            <p:txBody>
              <a:bodyPr anchor="ctr"/>
              <a:lstStyle/>
              <a:p>
                <a:pPr algn="ctr">
                  <a:buNone/>
                </a:pPr>
              </a:p>
            </p:txBody>
          </p:sp>
          <p:sp>
            <p:nvSpPr>
              <p:cNvPr id="3052" name="addition:input:175"/>
              <p:cNvSpPr>
                <a:spLocks noGrp="1"/>
              </p:cNvSpPr>
              <p:nvPr/>
            </p:nvSpPr>
            <p:spPr>
              <a:xfrm>
                <a:off x="209550" y="5438775"/>
                <a:ext cx="1543873" cy="657957"/>
              </a:xfrm>
              <a:custGeom>
                <a:avLst/>
                <a:gdLst/>
                <a:ahLst/>
                <a:cxnLst/>
                <a:rect l="l" t="t" r="r" b="b"/>
                <a:pathLst>
                  <a:path w="938" h="351">
                    <a:moveTo>
                      <a:pt x="0" y="0"/>
                    </a:moveTo>
                    <a:moveTo>
                      <a:pt x="937" y="322"/>
                    </a:moveTo>
                    <a:lnTo>
                      <a:pt x="936" y="324"/>
                    </a:lnTo>
                    <a:lnTo>
                      <a:pt x="936" y="327"/>
                    </a:lnTo>
                    <a:lnTo>
                      <a:pt x="937" y="329"/>
                    </a:lnTo>
                    <a:lnTo>
                      <a:pt x="937" y="332"/>
                    </a:lnTo>
                    <a:lnTo>
                      <a:pt x="936" y="334"/>
                    </a:lnTo>
                    <a:lnTo>
                      <a:pt x="935" y="336"/>
                    </a:lnTo>
                    <a:lnTo>
                      <a:pt x="934" y="338"/>
                    </a:lnTo>
                    <a:lnTo>
                      <a:pt x="935" y="341"/>
                    </a:lnTo>
                    <a:lnTo>
                      <a:pt x="934" y="345"/>
                    </a:lnTo>
                    <a:lnTo>
                      <a:pt x="933" y="346"/>
                    </a:lnTo>
                    <a:lnTo>
                      <a:pt x="930" y="346"/>
                    </a:lnTo>
                    <a:lnTo>
                      <a:pt x="927" y="344"/>
                    </a:lnTo>
                    <a:lnTo>
                      <a:pt x="925" y="343"/>
                    </a:lnTo>
                    <a:lnTo>
                      <a:pt x="923" y="343"/>
                    </a:lnTo>
                    <a:lnTo>
                      <a:pt x="922" y="346"/>
                    </a:lnTo>
                    <a:lnTo>
                      <a:pt x="921" y="348"/>
                    </a:lnTo>
                    <a:lnTo>
                      <a:pt x="919" y="350"/>
                    </a:lnTo>
                    <a:lnTo>
                      <a:pt x="917" y="350"/>
                    </a:lnTo>
                    <a:lnTo>
                      <a:pt x="915" y="350"/>
                    </a:lnTo>
                    <a:lnTo>
                      <a:pt x="912" y="351"/>
                    </a:lnTo>
                    <a:lnTo>
                      <a:pt x="910" y="351"/>
                    </a:lnTo>
                    <a:lnTo>
                      <a:pt x="908" y="349"/>
                    </a:lnTo>
                    <a:lnTo>
                      <a:pt x="906" y="346"/>
                    </a:lnTo>
                    <a:lnTo>
                      <a:pt x="905" y="344"/>
                    </a:lnTo>
                    <a:lnTo>
                      <a:pt x="903" y="342"/>
                    </a:lnTo>
                    <a:lnTo>
                      <a:pt x="901" y="342"/>
                    </a:lnTo>
                    <a:lnTo>
                      <a:pt x="898" y="341"/>
                    </a:lnTo>
                    <a:lnTo>
                      <a:pt x="897" y="338"/>
                    </a:lnTo>
                    <a:lnTo>
                      <a:pt x="897" y="335"/>
                    </a:lnTo>
                    <a:lnTo>
                      <a:pt x="897" y="332"/>
                    </a:lnTo>
                    <a:lnTo>
                      <a:pt x="896" y="330"/>
                    </a:lnTo>
                    <a:lnTo>
                      <a:pt x="893" y="329"/>
                    </a:lnTo>
                    <a:lnTo>
                      <a:pt x="890" y="327"/>
                    </a:lnTo>
                    <a:lnTo>
                      <a:pt x="888" y="325"/>
                    </a:lnTo>
                    <a:lnTo>
                      <a:pt x="888" y="322"/>
                    </a:lnTo>
                    <a:lnTo>
                      <a:pt x="889" y="320"/>
                    </a:lnTo>
                    <a:lnTo>
                      <a:pt x="890" y="317"/>
                    </a:lnTo>
                    <a:lnTo>
                      <a:pt x="891" y="315"/>
                    </a:lnTo>
                    <a:lnTo>
                      <a:pt x="893" y="313"/>
                    </a:lnTo>
                    <a:lnTo>
                      <a:pt x="895" y="311"/>
                    </a:lnTo>
                    <a:lnTo>
                      <a:pt x="898" y="311"/>
                    </a:lnTo>
                    <a:lnTo>
                      <a:pt x="900" y="309"/>
                    </a:lnTo>
                    <a:lnTo>
                      <a:pt x="900" y="306"/>
                    </a:lnTo>
                    <a:lnTo>
                      <a:pt x="900" y="303"/>
                    </a:lnTo>
                    <a:lnTo>
                      <a:pt x="901" y="299"/>
                    </a:lnTo>
                    <a:lnTo>
                      <a:pt x="903" y="298"/>
                    </a:lnTo>
                    <a:lnTo>
                      <a:pt x="906" y="298"/>
                    </a:lnTo>
                    <a:lnTo>
                      <a:pt x="908" y="298"/>
                    </a:lnTo>
                    <a:lnTo>
                      <a:pt x="910" y="297"/>
                    </a:lnTo>
                    <a:lnTo>
                      <a:pt x="912" y="294"/>
                    </a:lnTo>
                    <a:lnTo>
                      <a:pt x="914" y="293"/>
                    </a:lnTo>
                    <a:lnTo>
                      <a:pt x="917" y="293"/>
                    </a:lnTo>
                    <a:lnTo>
                      <a:pt x="919" y="295"/>
                    </a:lnTo>
                    <a:lnTo>
                      <a:pt x="921" y="296"/>
                    </a:lnTo>
                    <a:lnTo>
                      <a:pt x="923" y="297"/>
                    </a:lnTo>
                    <a:lnTo>
                      <a:pt x="925" y="298"/>
                    </a:lnTo>
                    <a:lnTo>
                      <a:pt x="926" y="300"/>
                    </a:lnTo>
                    <a:lnTo>
                      <a:pt x="927" y="301"/>
                    </a:lnTo>
                    <a:lnTo>
                      <a:pt x="929" y="302"/>
                    </a:lnTo>
                    <a:lnTo>
                      <a:pt x="931" y="302"/>
                    </a:lnTo>
                    <a:lnTo>
                      <a:pt x="934" y="301"/>
                    </a:lnTo>
                    <a:lnTo>
                      <a:pt x="937" y="301"/>
                    </a:lnTo>
                    <a:lnTo>
                      <a:pt x="938" y="303"/>
                    </a:lnTo>
                    <a:lnTo>
                      <a:pt x="938" y="307"/>
                    </a:lnTo>
                    <a:lnTo>
                      <a:pt x="936" y="311"/>
                    </a:lnTo>
                    <a:lnTo>
                      <a:pt x="935" y="313"/>
                    </a:lnTo>
                    <a:lnTo>
                      <a:pt x="936" y="316"/>
                    </a:lnTo>
                    <a:lnTo>
                      <a:pt x="937" y="318"/>
                    </a:lnTo>
                    <a:lnTo>
                      <a:pt x="937" y="320"/>
                    </a:lnTo>
                    <a:close/>
                  </a:path>
                </a:pathLst>
              </a:custGeom>
              <a:solidFill>
                <a:srgbClr val="86D1BC">
                  <a:alpha val="24000"/>
                </a:srgbClr>
              </a:solidFill>
              <a:ln>
                <a:noFill/>
              </a:ln>
            </p:spPr>
            <p:txBody>
              <a:bodyPr anchor="ctr"/>
              <a:lstStyle/>
              <a:p>
                <a:pPr algn="ctr">
                  <a:buNone/>
                </a:pPr>
              </a:p>
            </p:txBody>
          </p:sp>
          <p:sp>
            <p:nvSpPr>
              <p:cNvPr id="3053" name="addition:input:176"/>
              <p:cNvSpPr>
                <a:spLocks noGrp="1"/>
              </p:cNvSpPr>
              <p:nvPr/>
            </p:nvSpPr>
            <p:spPr>
              <a:xfrm>
                <a:off x="209550" y="5438775"/>
                <a:ext cx="1489558" cy="766679"/>
              </a:xfrm>
              <a:custGeom>
                <a:avLst/>
                <a:gdLst/>
                <a:ahLst/>
                <a:cxnLst/>
                <a:rect l="l" t="t" r="r" b="b"/>
                <a:pathLst>
                  <a:path w="905" h="409">
                    <a:moveTo>
                      <a:pt x="0" y="0"/>
                    </a:moveTo>
                    <a:moveTo>
                      <a:pt x="904" y="378"/>
                    </a:moveTo>
                    <a:lnTo>
                      <a:pt x="905" y="381"/>
                    </a:lnTo>
                    <a:lnTo>
                      <a:pt x="904" y="383"/>
                    </a:lnTo>
                    <a:lnTo>
                      <a:pt x="902" y="385"/>
                    </a:lnTo>
                    <a:lnTo>
                      <a:pt x="901" y="387"/>
                    </a:lnTo>
                    <a:lnTo>
                      <a:pt x="901" y="390"/>
                    </a:lnTo>
                    <a:lnTo>
                      <a:pt x="901" y="392"/>
                    </a:lnTo>
                    <a:lnTo>
                      <a:pt x="900" y="395"/>
                    </a:lnTo>
                    <a:lnTo>
                      <a:pt x="898" y="396"/>
                    </a:lnTo>
                    <a:lnTo>
                      <a:pt x="896" y="396"/>
                    </a:lnTo>
                    <a:lnTo>
                      <a:pt x="893" y="397"/>
                    </a:lnTo>
                    <a:lnTo>
                      <a:pt x="892" y="398"/>
                    </a:lnTo>
                    <a:lnTo>
                      <a:pt x="891" y="400"/>
                    </a:lnTo>
                    <a:lnTo>
                      <a:pt x="889" y="401"/>
                    </a:lnTo>
                    <a:lnTo>
                      <a:pt x="887" y="403"/>
                    </a:lnTo>
                    <a:lnTo>
                      <a:pt x="885" y="404"/>
                    </a:lnTo>
                    <a:lnTo>
                      <a:pt x="883" y="406"/>
                    </a:lnTo>
                    <a:lnTo>
                      <a:pt x="881" y="409"/>
                    </a:lnTo>
                    <a:lnTo>
                      <a:pt x="878" y="409"/>
                    </a:lnTo>
                    <a:lnTo>
                      <a:pt x="876" y="407"/>
                    </a:lnTo>
                    <a:lnTo>
                      <a:pt x="874" y="404"/>
                    </a:lnTo>
                    <a:lnTo>
                      <a:pt x="873" y="400"/>
                    </a:lnTo>
                    <a:lnTo>
                      <a:pt x="872" y="399"/>
                    </a:lnTo>
                    <a:lnTo>
                      <a:pt x="870" y="399"/>
                    </a:lnTo>
                    <a:lnTo>
                      <a:pt x="867" y="399"/>
                    </a:lnTo>
                    <a:lnTo>
                      <a:pt x="865" y="399"/>
                    </a:lnTo>
                    <a:lnTo>
                      <a:pt x="864" y="397"/>
                    </a:lnTo>
                    <a:lnTo>
                      <a:pt x="863" y="395"/>
                    </a:lnTo>
                    <a:lnTo>
                      <a:pt x="862" y="394"/>
                    </a:lnTo>
                    <a:lnTo>
                      <a:pt x="860" y="392"/>
                    </a:lnTo>
                    <a:lnTo>
                      <a:pt x="859" y="390"/>
                    </a:lnTo>
                    <a:lnTo>
                      <a:pt x="858" y="388"/>
                    </a:lnTo>
                    <a:lnTo>
                      <a:pt x="859" y="386"/>
                    </a:lnTo>
                    <a:lnTo>
                      <a:pt x="858" y="383"/>
                    </a:lnTo>
                    <a:lnTo>
                      <a:pt x="858" y="381"/>
                    </a:lnTo>
                    <a:lnTo>
                      <a:pt x="858" y="378"/>
                    </a:lnTo>
                    <a:lnTo>
                      <a:pt x="859" y="376"/>
                    </a:lnTo>
                    <a:lnTo>
                      <a:pt x="862" y="374"/>
                    </a:lnTo>
                    <a:lnTo>
                      <a:pt x="864" y="373"/>
                    </a:lnTo>
                    <a:lnTo>
                      <a:pt x="865" y="371"/>
                    </a:lnTo>
                    <a:lnTo>
                      <a:pt x="865" y="368"/>
                    </a:lnTo>
                    <a:lnTo>
                      <a:pt x="864" y="365"/>
                    </a:lnTo>
                    <a:lnTo>
                      <a:pt x="863" y="361"/>
                    </a:lnTo>
                    <a:lnTo>
                      <a:pt x="864" y="359"/>
                    </a:lnTo>
                    <a:lnTo>
                      <a:pt x="866" y="357"/>
                    </a:lnTo>
                    <a:lnTo>
                      <a:pt x="867" y="356"/>
                    </a:lnTo>
                    <a:lnTo>
                      <a:pt x="869" y="355"/>
                    </a:lnTo>
                    <a:lnTo>
                      <a:pt x="871" y="354"/>
                    </a:lnTo>
                    <a:lnTo>
                      <a:pt x="873" y="354"/>
                    </a:lnTo>
                    <a:lnTo>
                      <a:pt x="875" y="355"/>
                    </a:lnTo>
                    <a:lnTo>
                      <a:pt x="876" y="355"/>
                    </a:lnTo>
                    <a:lnTo>
                      <a:pt x="878" y="355"/>
                    </a:lnTo>
                    <a:lnTo>
                      <a:pt x="879" y="353"/>
                    </a:lnTo>
                    <a:lnTo>
                      <a:pt x="881" y="352"/>
                    </a:lnTo>
                    <a:lnTo>
                      <a:pt x="882" y="352"/>
                    </a:lnTo>
                    <a:lnTo>
                      <a:pt x="884" y="354"/>
                    </a:lnTo>
                    <a:lnTo>
                      <a:pt x="885" y="356"/>
                    </a:lnTo>
                    <a:lnTo>
                      <a:pt x="887" y="355"/>
                    </a:lnTo>
                    <a:lnTo>
                      <a:pt x="889" y="354"/>
                    </a:lnTo>
                    <a:lnTo>
                      <a:pt x="892" y="353"/>
                    </a:lnTo>
                    <a:lnTo>
                      <a:pt x="894" y="355"/>
                    </a:lnTo>
                    <a:lnTo>
                      <a:pt x="895" y="357"/>
                    </a:lnTo>
                    <a:lnTo>
                      <a:pt x="895" y="361"/>
                    </a:lnTo>
                    <a:lnTo>
                      <a:pt x="895" y="364"/>
                    </a:lnTo>
                    <a:lnTo>
                      <a:pt x="896" y="366"/>
                    </a:lnTo>
                    <a:lnTo>
                      <a:pt x="896" y="368"/>
                    </a:lnTo>
                    <a:lnTo>
                      <a:pt x="897" y="370"/>
                    </a:lnTo>
                    <a:lnTo>
                      <a:pt x="897" y="372"/>
                    </a:lnTo>
                    <a:lnTo>
                      <a:pt x="899" y="374"/>
                    </a:lnTo>
                    <a:lnTo>
                      <a:pt x="902" y="376"/>
                    </a:lnTo>
                    <a:close/>
                  </a:path>
                </a:pathLst>
              </a:custGeom>
              <a:solidFill>
                <a:srgbClr val="86D1BC">
                  <a:alpha val="24000"/>
                </a:srgbClr>
              </a:solidFill>
              <a:ln>
                <a:noFill/>
              </a:ln>
            </p:spPr>
            <p:txBody>
              <a:bodyPr anchor="ctr"/>
              <a:lstStyle/>
              <a:p>
                <a:pPr algn="ctr">
                  <a:buNone/>
                </a:pPr>
              </a:p>
            </p:txBody>
          </p:sp>
          <p:sp>
            <p:nvSpPr>
              <p:cNvPr id="3054" name="addition:input:177"/>
              <p:cNvSpPr>
                <a:spLocks noGrp="1"/>
              </p:cNvSpPr>
              <p:nvPr/>
            </p:nvSpPr>
            <p:spPr>
              <a:xfrm>
                <a:off x="209550" y="5438775"/>
                <a:ext cx="1367760" cy="777926"/>
              </a:xfrm>
              <a:custGeom>
                <a:avLst/>
                <a:gdLst/>
                <a:ahLst/>
                <a:cxnLst/>
                <a:rect l="l" t="t" r="r" b="b"/>
                <a:pathLst>
                  <a:path w="831" h="415">
                    <a:moveTo>
                      <a:pt x="0" y="0"/>
                    </a:moveTo>
                    <a:moveTo>
                      <a:pt x="827" y="392"/>
                    </a:moveTo>
                    <a:lnTo>
                      <a:pt x="825" y="394"/>
                    </a:lnTo>
                    <a:lnTo>
                      <a:pt x="824" y="395"/>
                    </a:lnTo>
                    <a:lnTo>
                      <a:pt x="824" y="397"/>
                    </a:lnTo>
                    <a:lnTo>
                      <a:pt x="824" y="399"/>
                    </a:lnTo>
                    <a:lnTo>
                      <a:pt x="824" y="401"/>
                    </a:lnTo>
                    <a:lnTo>
                      <a:pt x="824" y="404"/>
                    </a:lnTo>
                    <a:lnTo>
                      <a:pt x="824" y="406"/>
                    </a:lnTo>
                    <a:lnTo>
                      <a:pt x="824" y="409"/>
                    </a:lnTo>
                    <a:lnTo>
                      <a:pt x="823" y="411"/>
                    </a:lnTo>
                    <a:lnTo>
                      <a:pt x="821" y="412"/>
                    </a:lnTo>
                    <a:lnTo>
                      <a:pt x="818" y="411"/>
                    </a:lnTo>
                    <a:lnTo>
                      <a:pt x="816" y="411"/>
                    </a:lnTo>
                    <a:lnTo>
                      <a:pt x="814" y="411"/>
                    </a:lnTo>
                    <a:lnTo>
                      <a:pt x="813" y="413"/>
                    </a:lnTo>
                    <a:lnTo>
                      <a:pt x="812" y="414"/>
                    </a:lnTo>
                    <a:lnTo>
                      <a:pt x="810" y="415"/>
                    </a:lnTo>
                    <a:lnTo>
                      <a:pt x="808" y="414"/>
                    </a:lnTo>
                    <a:lnTo>
                      <a:pt x="807" y="413"/>
                    </a:lnTo>
                    <a:lnTo>
                      <a:pt x="805" y="412"/>
                    </a:lnTo>
                    <a:lnTo>
                      <a:pt x="803" y="413"/>
                    </a:lnTo>
                    <a:lnTo>
                      <a:pt x="801" y="414"/>
                    </a:lnTo>
                    <a:lnTo>
                      <a:pt x="799" y="415"/>
                    </a:lnTo>
                    <a:lnTo>
                      <a:pt x="797" y="414"/>
                    </a:lnTo>
                    <a:lnTo>
                      <a:pt x="795" y="413"/>
                    </a:lnTo>
                    <a:lnTo>
                      <a:pt x="793" y="412"/>
                    </a:lnTo>
                    <a:lnTo>
                      <a:pt x="791" y="410"/>
                    </a:lnTo>
                    <a:lnTo>
                      <a:pt x="790" y="408"/>
                    </a:lnTo>
                    <a:lnTo>
                      <a:pt x="790" y="405"/>
                    </a:lnTo>
                    <a:lnTo>
                      <a:pt x="791" y="402"/>
                    </a:lnTo>
                    <a:lnTo>
                      <a:pt x="791" y="400"/>
                    </a:lnTo>
                    <a:lnTo>
                      <a:pt x="789" y="399"/>
                    </a:lnTo>
                    <a:lnTo>
                      <a:pt x="786" y="398"/>
                    </a:lnTo>
                    <a:lnTo>
                      <a:pt x="783" y="396"/>
                    </a:lnTo>
                    <a:lnTo>
                      <a:pt x="782" y="394"/>
                    </a:lnTo>
                    <a:lnTo>
                      <a:pt x="782" y="392"/>
                    </a:lnTo>
                    <a:lnTo>
                      <a:pt x="783" y="390"/>
                    </a:lnTo>
                    <a:lnTo>
                      <a:pt x="783" y="388"/>
                    </a:lnTo>
                    <a:lnTo>
                      <a:pt x="782" y="385"/>
                    </a:lnTo>
                    <a:lnTo>
                      <a:pt x="783" y="383"/>
                    </a:lnTo>
                    <a:lnTo>
                      <a:pt x="784" y="382"/>
                    </a:lnTo>
                    <a:lnTo>
                      <a:pt x="786" y="380"/>
                    </a:lnTo>
                    <a:lnTo>
                      <a:pt x="787" y="379"/>
                    </a:lnTo>
                    <a:lnTo>
                      <a:pt x="788" y="377"/>
                    </a:lnTo>
                    <a:lnTo>
                      <a:pt x="790" y="376"/>
                    </a:lnTo>
                    <a:lnTo>
                      <a:pt x="792" y="375"/>
                    </a:lnTo>
                    <a:lnTo>
                      <a:pt x="794" y="375"/>
                    </a:lnTo>
                    <a:lnTo>
                      <a:pt x="797" y="374"/>
                    </a:lnTo>
                    <a:lnTo>
                      <a:pt x="798" y="373"/>
                    </a:lnTo>
                    <a:lnTo>
                      <a:pt x="799" y="369"/>
                    </a:lnTo>
                    <a:lnTo>
                      <a:pt x="801" y="366"/>
                    </a:lnTo>
                    <a:lnTo>
                      <a:pt x="803" y="365"/>
                    </a:lnTo>
                    <a:lnTo>
                      <a:pt x="806" y="366"/>
                    </a:lnTo>
                    <a:lnTo>
                      <a:pt x="809" y="368"/>
                    </a:lnTo>
                    <a:lnTo>
                      <a:pt x="811" y="370"/>
                    </a:lnTo>
                    <a:lnTo>
                      <a:pt x="813" y="371"/>
                    </a:lnTo>
                    <a:lnTo>
                      <a:pt x="815" y="371"/>
                    </a:lnTo>
                    <a:lnTo>
                      <a:pt x="816" y="372"/>
                    </a:lnTo>
                    <a:lnTo>
                      <a:pt x="818" y="373"/>
                    </a:lnTo>
                    <a:lnTo>
                      <a:pt x="820" y="374"/>
                    </a:lnTo>
                    <a:lnTo>
                      <a:pt x="822" y="375"/>
                    </a:lnTo>
                    <a:lnTo>
                      <a:pt x="824" y="375"/>
                    </a:lnTo>
                    <a:lnTo>
                      <a:pt x="826" y="376"/>
                    </a:lnTo>
                    <a:lnTo>
                      <a:pt x="827" y="378"/>
                    </a:lnTo>
                    <a:lnTo>
                      <a:pt x="827" y="380"/>
                    </a:lnTo>
                    <a:lnTo>
                      <a:pt x="827" y="382"/>
                    </a:lnTo>
                    <a:lnTo>
                      <a:pt x="828" y="384"/>
                    </a:lnTo>
                    <a:lnTo>
                      <a:pt x="830" y="385"/>
                    </a:lnTo>
                    <a:lnTo>
                      <a:pt x="831" y="387"/>
                    </a:lnTo>
                    <a:lnTo>
                      <a:pt x="830" y="390"/>
                    </a:lnTo>
                    <a:close/>
                  </a:path>
                </a:pathLst>
              </a:custGeom>
              <a:solidFill>
                <a:srgbClr val="86D1BC">
                  <a:alpha val="24000"/>
                </a:srgbClr>
              </a:solidFill>
              <a:ln>
                <a:noFill/>
              </a:ln>
            </p:spPr>
            <p:txBody>
              <a:bodyPr anchor="ctr"/>
              <a:lstStyle/>
              <a:p>
                <a:pPr algn="ctr">
                  <a:buNone/>
                </a:pPr>
              </a:p>
            </p:txBody>
          </p:sp>
          <p:sp>
            <p:nvSpPr>
              <p:cNvPr id="3055" name="addition:input:178"/>
              <p:cNvSpPr>
                <a:spLocks noGrp="1"/>
              </p:cNvSpPr>
              <p:nvPr/>
            </p:nvSpPr>
            <p:spPr>
              <a:xfrm>
                <a:off x="209550" y="5438775"/>
                <a:ext cx="1262421" cy="736686"/>
              </a:xfrm>
              <a:custGeom>
                <a:avLst/>
                <a:gdLst/>
                <a:ahLst/>
                <a:cxnLst/>
                <a:rect l="l" t="t" r="r" b="b"/>
                <a:pathLst>
                  <a:path w="767" h="393">
                    <a:moveTo>
                      <a:pt x="0" y="0"/>
                    </a:moveTo>
                    <a:moveTo>
                      <a:pt x="767" y="368"/>
                    </a:moveTo>
                    <a:lnTo>
                      <a:pt x="766" y="370"/>
                    </a:lnTo>
                    <a:lnTo>
                      <a:pt x="762" y="372"/>
                    </a:lnTo>
                    <a:lnTo>
                      <a:pt x="758" y="373"/>
                    </a:lnTo>
                    <a:lnTo>
                      <a:pt x="756" y="375"/>
                    </a:lnTo>
                    <a:lnTo>
                      <a:pt x="757" y="377"/>
                    </a:lnTo>
                    <a:lnTo>
                      <a:pt x="758" y="381"/>
                    </a:lnTo>
                    <a:lnTo>
                      <a:pt x="759" y="384"/>
                    </a:lnTo>
                    <a:lnTo>
                      <a:pt x="758" y="386"/>
                    </a:lnTo>
                    <a:lnTo>
                      <a:pt x="755" y="388"/>
                    </a:lnTo>
                    <a:lnTo>
                      <a:pt x="753" y="389"/>
                    </a:lnTo>
                    <a:lnTo>
                      <a:pt x="750" y="390"/>
                    </a:lnTo>
                    <a:lnTo>
                      <a:pt x="748" y="391"/>
                    </a:lnTo>
                    <a:lnTo>
                      <a:pt x="746" y="392"/>
                    </a:lnTo>
                    <a:lnTo>
                      <a:pt x="743" y="392"/>
                    </a:lnTo>
                    <a:lnTo>
                      <a:pt x="741" y="391"/>
                    </a:lnTo>
                    <a:lnTo>
                      <a:pt x="739" y="391"/>
                    </a:lnTo>
                    <a:lnTo>
                      <a:pt x="737" y="393"/>
                    </a:lnTo>
                    <a:lnTo>
                      <a:pt x="735" y="393"/>
                    </a:lnTo>
                    <a:lnTo>
                      <a:pt x="733" y="392"/>
                    </a:lnTo>
                    <a:lnTo>
                      <a:pt x="731" y="391"/>
                    </a:lnTo>
                    <a:lnTo>
                      <a:pt x="729" y="389"/>
                    </a:lnTo>
                    <a:lnTo>
                      <a:pt x="727" y="390"/>
                    </a:lnTo>
                    <a:lnTo>
                      <a:pt x="723" y="391"/>
                    </a:lnTo>
                    <a:lnTo>
                      <a:pt x="720" y="392"/>
                    </a:lnTo>
                    <a:lnTo>
                      <a:pt x="717" y="391"/>
                    </a:lnTo>
                    <a:lnTo>
                      <a:pt x="716" y="388"/>
                    </a:lnTo>
                    <a:lnTo>
                      <a:pt x="716" y="385"/>
                    </a:lnTo>
                    <a:lnTo>
                      <a:pt x="716" y="382"/>
                    </a:lnTo>
                    <a:lnTo>
                      <a:pt x="715" y="380"/>
                    </a:lnTo>
                    <a:lnTo>
                      <a:pt x="714" y="378"/>
                    </a:lnTo>
                    <a:lnTo>
                      <a:pt x="713" y="376"/>
                    </a:lnTo>
                    <a:lnTo>
                      <a:pt x="713" y="374"/>
                    </a:lnTo>
                    <a:lnTo>
                      <a:pt x="711" y="372"/>
                    </a:lnTo>
                    <a:lnTo>
                      <a:pt x="708" y="370"/>
                    </a:lnTo>
                    <a:lnTo>
                      <a:pt x="705" y="368"/>
                    </a:lnTo>
                    <a:lnTo>
                      <a:pt x="704" y="365"/>
                    </a:lnTo>
                    <a:lnTo>
                      <a:pt x="705" y="363"/>
                    </a:lnTo>
                    <a:lnTo>
                      <a:pt x="707" y="361"/>
                    </a:lnTo>
                    <a:lnTo>
                      <a:pt x="708" y="359"/>
                    </a:lnTo>
                    <a:lnTo>
                      <a:pt x="708" y="357"/>
                    </a:lnTo>
                    <a:lnTo>
                      <a:pt x="707" y="354"/>
                    </a:lnTo>
                    <a:lnTo>
                      <a:pt x="708" y="351"/>
                    </a:lnTo>
                    <a:lnTo>
                      <a:pt x="711" y="350"/>
                    </a:lnTo>
                    <a:lnTo>
                      <a:pt x="715" y="350"/>
                    </a:lnTo>
                    <a:lnTo>
                      <a:pt x="718" y="350"/>
                    </a:lnTo>
                    <a:lnTo>
                      <a:pt x="720" y="349"/>
                    </a:lnTo>
                    <a:lnTo>
                      <a:pt x="722" y="347"/>
                    </a:lnTo>
                    <a:lnTo>
                      <a:pt x="724" y="346"/>
                    </a:lnTo>
                    <a:lnTo>
                      <a:pt x="726" y="344"/>
                    </a:lnTo>
                    <a:lnTo>
                      <a:pt x="728" y="343"/>
                    </a:lnTo>
                    <a:lnTo>
                      <a:pt x="731" y="341"/>
                    </a:lnTo>
                    <a:lnTo>
                      <a:pt x="734" y="338"/>
                    </a:lnTo>
                    <a:lnTo>
                      <a:pt x="738" y="338"/>
                    </a:lnTo>
                    <a:lnTo>
                      <a:pt x="741" y="339"/>
                    </a:lnTo>
                    <a:lnTo>
                      <a:pt x="743" y="343"/>
                    </a:lnTo>
                    <a:lnTo>
                      <a:pt x="745" y="346"/>
                    </a:lnTo>
                    <a:lnTo>
                      <a:pt x="747" y="347"/>
                    </a:lnTo>
                    <a:lnTo>
                      <a:pt x="750" y="347"/>
                    </a:lnTo>
                    <a:lnTo>
                      <a:pt x="754" y="347"/>
                    </a:lnTo>
                    <a:lnTo>
                      <a:pt x="756" y="348"/>
                    </a:lnTo>
                    <a:lnTo>
                      <a:pt x="758" y="350"/>
                    </a:lnTo>
                    <a:lnTo>
                      <a:pt x="759" y="352"/>
                    </a:lnTo>
                    <a:lnTo>
                      <a:pt x="760" y="353"/>
                    </a:lnTo>
                    <a:lnTo>
                      <a:pt x="763" y="355"/>
                    </a:lnTo>
                    <a:lnTo>
                      <a:pt x="765" y="356"/>
                    </a:lnTo>
                    <a:lnTo>
                      <a:pt x="766" y="358"/>
                    </a:lnTo>
                    <a:lnTo>
                      <a:pt x="767" y="360"/>
                    </a:lnTo>
                    <a:lnTo>
                      <a:pt x="767" y="363"/>
                    </a:lnTo>
                    <a:lnTo>
                      <a:pt x="767" y="365"/>
                    </a:lnTo>
                    <a:close/>
                  </a:path>
                </a:pathLst>
              </a:custGeom>
              <a:solidFill>
                <a:srgbClr val="86D1BC">
                  <a:alpha val="24000"/>
                </a:srgbClr>
              </a:solidFill>
              <a:ln>
                <a:noFill/>
              </a:ln>
            </p:spPr>
            <p:txBody>
              <a:bodyPr anchor="ctr"/>
              <a:lstStyle/>
              <a:p>
                <a:pPr algn="ctr">
                  <a:buNone/>
                </a:pPr>
              </a:p>
            </p:txBody>
          </p:sp>
          <p:sp>
            <p:nvSpPr>
              <p:cNvPr id="3056" name="addition:input:179"/>
              <p:cNvSpPr>
                <a:spLocks noGrp="1"/>
              </p:cNvSpPr>
              <p:nvPr/>
            </p:nvSpPr>
            <p:spPr>
              <a:xfrm>
                <a:off x="209550" y="5438775"/>
                <a:ext cx="1232794" cy="624215"/>
              </a:xfrm>
              <a:custGeom>
                <a:avLst/>
                <a:gdLst/>
                <a:ahLst/>
                <a:cxnLst/>
                <a:rect l="l" t="t" r="r" b="b"/>
                <a:pathLst>
                  <a:path w="749" h="333">
                    <a:moveTo>
                      <a:pt x="0" y="0"/>
                    </a:moveTo>
                    <a:moveTo>
                      <a:pt x="749" y="306"/>
                    </a:moveTo>
                    <a:lnTo>
                      <a:pt x="747" y="308"/>
                    </a:lnTo>
                    <a:lnTo>
                      <a:pt x="743" y="310"/>
                    </a:lnTo>
                    <a:lnTo>
                      <a:pt x="740" y="312"/>
                    </a:lnTo>
                    <a:lnTo>
                      <a:pt x="739" y="314"/>
                    </a:lnTo>
                    <a:lnTo>
                      <a:pt x="740" y="316"/>
                    </a:lnTo>
                    <a:lnTo>
                      <a:pt x="742" y="320"/>
                    </a:lnTo>
                    <a:lnTo>
                      <a:pt x="743" y="324"/>
                    </a:lnTo>
                    <a:lnTo>
                      <a:pt x="741" y="326"/>
                    </a:lnTo>
                    <a:lnTo>
                      <a:pt x="739" y="327"/>
                    </a:lnTo>
                    <a:lnTo>
                      <a:pt x="736" y="328"/>
                    </a:lnTo>
                    <a:lnTo>
                      <a:pt x="734" y="329"/>
                    </a:lnTo>
                    <a:lnTo>
                      <a:pt x="732" y="330"/>
                    </a:lnTo>
                    <a:lnTo>
                      <a:pt x="729" y="330"/>
                    </a:lnTo>
                    <a:lnTo>
                      <a:pt x="727" y="330"/>
                    </a:lnTo>
                    <a:lnTo>
                      <a:pt x="725" y="329"/>
                    </a:lnTo>
                    <a:lnTo>
                      <a:pt x="723" y="331"/>
                    </a:lnTo>
                    <a:lnTo>
                      <a:pt x="721" y="332"/>
                    </a:lnTo>
                    <a:lnTo>
                      <a:pt x="719" y="333"/>
                    </a:lnTo>
                    <a:lnTo>
                      <a:pt x="717" y="332"/>
                    </a:lnTo>
                    <a:lnTo>
                      <a:pt x="715" y="330"/>
                    </a:lnTo>
                    <a:lnTo>
                      <a:pt x="713" y="329"/>
                    </a:lnTo>
                    <a:lnTo>
                      <a:pt x="710" y="330"/>
                    </a:lnTo>
                    <a:lnTo>
                      <a:pt x="706" y="331"/>
                    </a:lnTo>
                    <a:lnTo>
                      <a:pt x="703" y="332"/>
                    </a:lnTo>
                    <a:lnTo>
                      <a:pt x="700" y="330"/>
                    </a:lnTo>
                    <a:lnTo>
                      <a:pt x="700" y="327"/>
                    </a:lnTo>
                    <a:lnTo>
                      <a:pt x="699" y="324"/>
                    </a:lnTo>
                    <a:lnTo>
                      <a:pt x="699" y="321"/>
                    </a:lnTo>
                    <a:lnTo>
                      <a:pt x="698" y="319"/>
                    </a:lnTo>
                    <a:lnTo>
                      <a:pt x="697" y="316"/>
                    </a:lnTo>
                    <a:lnTo>
                      <a:pt x="696" y="314"/>
                    </a:lnTo>
                    <a:lnTo>
                      <a:pt x="695" y="312"/>
                    </a:lnTo>
                    <a:lnTo>
                      <a:pt x="692" y="310"/>
                    </a:lnTo>
                    <a:lnTo>
                      <a:pt x="689" y="309"/>
                    </a:lnTo>
                    <a:lnTo>
                      <a:pt x="686" y="306"/>
                    </a:lnTo>
                    <a:lnTo>
                      <a:pt x="685" y="303"/>
                    </a:lnTo>
                    <a:lnTo>
                      <a:pt x="687" y="301"/>
                    </a:lnTo>
                    <a:lnTo>
                      <a:pt x="689" y="299"/>
                    </a:lnTo>
                    <a:lnTo>
                      <a:pt x="691" y="297"/>
                    </a:lnTo>
                    <a:lnTo>
                      <a:pt x="691" y="294"/>
                    </a:lnTo>
                    <a:lnTo>
                      <a:pt x="691" y="292"/>
                    </a:lnTo>
                    <a:lnTo>
                      <a:pt x="692" y="289"/>
                    </a:lnTo>
                    <a:lnTo>
                      <a:pt x="695" y="288"/>
                    </a:lnTo>
                    <a:lnTo>
                      <a:pt x="698" y="288"/>
                    </a:lnTo>
                    <a:lnTo>
                      <a:pt x="701" y="287"/>
                    </a:lnTo>
                    <a:lnTo>
                      <a:pt x="703" y="286"/>
                    </a:lnTo>
                    <a:lnTo>
                      <a:pt x="705" y="284"/>
                    </a:lnTo>
                    <a:lnTo>
                      <a:pt x="707" y="282"/>
                    </a:lnTo>
                    <a:lnTo>
                      <a:pt x="710" y="281"/>
                    </a:lnTo>
                    <a:lnTo>
                      <a:pt x="712" y="279"/>
                    </a:lnTo>
                    <a:lnTo>
                      <a:pt x="715" y="277"/>
                    </a:lnTo>
                    <a:lnTo>
                      <a:pt x="718" y="275"/>
                    </a:lnTo>
                    <a:lnTo>
                      <a:pt x="722" y="275"/>
                    </a:lnTo>
                    <a:lnTo>
                      <a:pt x="725" y="277"/>
                    </a:lnTo>
                    <a:lnTo>
                      <a:pt x="727" y="281"/>
                    </a:lnTo>
                    <a:lnTo>
                      <a:pt x="729" y="284"/>
                    </a:lnTo>
                    <a:lnTo>
                      <a:pt x="731" y="285"/>
                    </a:lnTo>
                    <a:lnTo>
                      <a:pt x="734" y="285"/>
                    </a:lnTo>
                    <a:lnTo>
                      <a:pt x="737" y="284"/>
                    </a:lnTo>
                    <a:lnTo>
                      <a:pt x="739" y="285"/>
                    </a:lnTo>
                    <a:lnTo>
                      <a:pt x="741" y="287"/>
                    </a:lnTo>
                    <a:lnTo>
                      <a:pt x="742" y="289"/>
                    </a:lnTo>
                    <a:lnTo>
                      <a:pt x="744" y="290"/>
                    </a:lnTo>
                    <a:lnTo>
                      <a:pt x="746" y="292"/>
                    </a:lnTo>
                    <a:lnTo>
                      <a:pt x="748" y="294"/>
                    </a:lnTo>
                    <a:lnTo>
                      <a:pt x="748" y="296"/>
                    </a:lnTo>
                    <a:lnTo>
                      <a:pt x="748" y="299"/>
                    </a:lnTo>
                    <a:lnTo>
                      <a:pt x="748" y="301"/>
                    </a:lnTo>
                    <a:lnTo>
                      <a:pt x="749" y="303"/>
                    </a:lnTo>
                    <a:close/>
                  </a:path>
                </a:pathLst>
              </a:custGeom>
              <a:solidFill>
                <a:srgbClr val="86D1BC">
                  <a:alpha val="24000"/>
                </a:srgbClr>
              </a:solidFill>
              <a:ln>
                <a:noFill/>
              </a:ln>
            </p:spPr>
            <p:txBody>
              <a:bodyPr anchor="ctr"/>
              <a:lstStyle/>
              <a:p>
                <a:pPr algn="ctr">
                  <a:buNone/>
                </a:pPr>
              </a:p>
            </p:txBody>
          </p:sp>
          <p:sp>
            <p:nvSpPr>
              <p:cNvPr id="3057" name="addition:input:180"/>
              <p:cNvSpPr>
                <a:spLocks noGrp="1"/>
              </p:cNvSpPr>
              <p:nvPr/>
            </p:nvSpPr>
            <p:spPr>
              <a:xfrm>
                <a:off x="209550" y="5438775"/>
                <a:ext cx="1278880" cy="526740"/>
              </a:xfrm>
              <a:custGeom>
                <a:avLst/>
                <a:gdLst/>
                <a:ahLst/>
                <a:cxnLst/>
                <a:rect l="l" t="t" r="r" b="b"/>
                <a:pathLst>
                  <a:path w="777" h="281">
                    <a:moveTo>
                      <a:pt x="0" y="0"/>
                    </a:moveTo>
                    <a:moveTo>
                      <a:pt x="776" y="251"/>
                    </a:moveTo>
                    <a:lnTo>
                      <a:pt x="776" y="253"/>
                    </a:lnTo>
                    <a:lnTo>
                      <a:pt x="776" y="256"/>
                    </a:lnTo>
                    <a:lnTo>
                      <a:pt x="776" y="258"/>
                    </a:lnTo>
                    <a:lnTo>
                      <a:pt x="777" y="261"/>
                    </a:lnTo>
                    <a:lnTo>
                      <a:pt x="777" y="263"/>
                    </a:lnTo>
                    <a:lnTo>
                      <a:pt x="775" y="265"/>
                    </a:lnTo>
                    <a:lnTo>
                      <a:pt x="774" y="267"/>
                    </a:lnTo>
                    <a:lnTo>
                      <a:pt x="773" y="268"/>
                    </a:lnTo>
                    <a:lnTo>
                      <a:pt x="771" y="270"/>
                    </a:lnTo>
                    <a:lnTo>
                      <a:pt x="770" y="271"/>
                    </a:lnTo>
                    <a:lnTo>
                      <a:pt x="767" y="271"/>
                    </a:lnTo>
                    <a:lnTo>
                      <a:pt x="764" y="270"/>
                    </a:lnTo>
                    <a:lnTo>
                      <a:pt x="762" y="271"/>
                    </a:lnTo>
                    <a:lnTo>
                      <a:pt x="761" y="273"/>
                    </a:lnTo>
                    <a:lnTo>
                      <a:pt x="760" y="277"/>
                    </a:lnTo>
                    <a:lnTo>
                      <a:pt x="758" y="280"/>
                    </a:lnTo>
                    <a:lnTo>
                      <a:pt x="755" y="281"/>
                    </a:lnTo>
                    <a:lnTo>
                      <a:pt x="753" y="280"/>
                    </a:lnTo>
                    <a:lnTo>
                      <a:pt x="750" y="278"/>
                    </a:lnTo>
                    <a:lnTo>
                      <a:pt x="748" y="277"/>
                    </a:lnTo>
                    <a:lnTo>
                      <a:pt x="746" y="276"/>
                    </a:lnTo>
                    <a:lnTo>
                      <a:pt x="744" y="274"/>
                    </a:lnTo>
                    <a:lnTo>
                      <a:pt x="742" y="273"/>
                    </a:lnTo>
                    <a:lnTo>
                      <a:pt x="741" y="271"/>
                    </a:lnTo>
                    <a:lnTo>
                      <a:pt x="739" y="270"/>
                    </a:lnTo>
                    <a:lnTo>
                      <a:pt x="736" y="269"/>
                    </a:lnTo>
                    <a:lnTo>
                      <a:pt x="734" y="268"/>
                    </a:lnTo>
                    <a:lnTo>
                      <a:pt x="732" y="267"/>
                    </a:lnTo>
                    <a:lnTo>
                      <a:pt x="732" y="264"/>
                    </a:lnTo>
                    <a:lnTo>
                      <a:pt x="732" y="262"/>
                    </a:lnTo>
                    <a:lnTo>
                      <a:pt x="731" y="260"/>
                    </a:lnTo>
                    <a:lnTo>
                      <a:pt x="728" y="258"/>
                    </a:lnTo>
                    <a:lnTo>
                      <a:pt x="726" y="256"/>
                    </a:lnTo>
                    <a:lnTo>
                      <a:pt x="725" y="254"/>
                    </a:lnTo>
                    <a:lnTo>
                      <a:pt x="727" y="251"/>
                    </a:lnTo>
                    <a:lnTo>
                      <a:pt x="730" y="249"/>
                    </a:lnTo>
                    <a:lnTo>
                      <a:pt x="733" y="247"/>
                    </a:lnTo>
                    <a:lnTo>
                      <a:pt x="734" y="245"/>
                    </a:lnTo>
                    <a:lnTo>
                      <a:pt x="735" y="243"/>
                    </a:lnTo>
                    <a:lnTo>
                      <a:pt x="735" y="241"/>
                    </a:lnTo>
                    <a:lnTo>
                      <a:pt x="736" y="239"/>
                    </a:lnTo>
                    <a:lnTo>
                      <a:pt x="737" y="237"/>
                    </a:lnTo>
                    <a:lnTo>
                      <a:pt x="737" y="234"/>
                    </a:lnTo>
                    <a:lnTo>
                      <a:pt x="737" y="230"/>
                    </a:lnTo>
                    <a:lnTo>
                      <a:pt x="739" y="228"/>
                    </a:lnTo>
                    <a:lnTo>
                      <a:pt x="741" y="227"/>
                    </a:lnTo>
                    <a:lnTo>
                      <a:pt x="744" y="228"/>
                    </a:lnTo>
                    <a:lnTo>
                      <a:pt x="746" y="228"/>
                    </a:lnTo>
                    <a:lnTo>
                      <a:pt x="748" y="228"/>
                    </a:lnTo>
                    <a:lnTo>
                      <a:pt x="750" y="226"/>
                    </a:lnTo>
                    <a:lnTo>
                      <a:pt x="751" y="224"/>
                    </a:lnTo>
                    <a:lnTo>
                      <a:pt x="753" y="225"/>
                    </a:lnTo>
                    <a:lnTo>
                      <a:pt x="755" y="227"/>
                    </a:lnTo>
                    <a:lnTo>
                      <a:pt x="756" y="229"/>
                    </a:lnTo>
                    <a:lnTo>
                      <a:pt x="758" y="229"/>
                    </a:lnTo>
                    <a:lnTo>
                      <a:pt x="760" y="228"/>
                    </a:lnTo>
                    <a:lnTo>
                      <a:pt x="762" y="228"/>
                    </a:lnTo>
                    <a:lnTo>
                      <a:pt x="764" y="228"/>
                    </a:lnTo>
                    <a:lnTo>
                      <a:pt x="765" y="228"/>
                    </a:lnTo>
                    <a:lnTo>
                      <a:pt x="768" y="229"/>
                    </a:lnTo>
                    <a:lnTo>
                      <a:pt x="770" y="230"/>
                    </a:lnTo>
                    <a:lnTo>
                      <a:pt x="772" y="232"/>
                    </a:lnTo>
                    <a:lnTo>
                      <a:pt x="772" y="235"/>
                    </a:lnTo>
                    <a:lnTo>
                      <a:pt x="771" y="238"/>
                    </a:lnTo>
                    <a:lnTo>
                      <a:pt x="769" y="241"/>
                    </a:lnTo>
                    <a:lnTo>
                      <a:pt x="769" y="244"/>
                    </a:lnTo>
                    <a:lnTo>
                      <a:pt x="771" y="245"/>
                    </a:lnTo>
                    <a:lnTo>
                      <a:pt x="774" y="247"/>
                    </a:lnTo>
                    <a:lnTo>
                      <a:pt x="776" y="249"/>
                    </a:lnTo>
                    <a:close/>
                  </a:path>
                </a:pathLst>
              </a:custGeom>
              <a:solidFill>
                <a:srgbClr val="86D1BC">
                  <a:alpha val="24000"/>
                </a:srgbClr>
              </a:solidFill>
              <a:ln>
                <a:noFill/>
              </a:ln>
            </p:spPr>
            <p:txBody>
              <a:bodyPr anchor="ctr"/>
              <a:lstStyle/>
              <a:p>
                <a:pPr algn="ctr">
                  <a:buNone/>
                </a:pPr>
              </a:p>
            </p:txBody>
          </p:sp>
          <p:sp>
            <p:nvSpPr>
              <p:cNvPr id="3058" name="addition:input:181"/>
              <p:cNvSpPr>
                <a:spLocks noGrp="1"/>
              </p:cNvSpPr>
              <p:nvPr/>
            </p:nvSpPr>
            <p:spPr>
              <a:xfrm>
                <a:off x="209550" y="5438775"/>
                <a:ext cx="1408908" cy="478003"/>
              </a:xfrm>
              <a:custGeom>
                <a:avLst/>
                <a:gdLst/>
                <a:ahLst/>
                <a:cxnLst/>
                <a:rect l="l" t="t" r="r" b="b"/>
                <a:pathLst>
                  <a:path w="856" h="255">
                    <a:moveTo>
                      <a:pt x="0" y="0"/>
                    </a:moveTo>
                    <a:moveTo>
                      <a:pt x="853" y="226"/>
                    </a:moveTo>
                    <a:lnTo>
                      <a:pt x="853" y="228"/>
                    </a:lnTo>
                    <a:lnTo>
                      <a:pt x="855" y="230"/>
                    </a:lnTo>
                    <a:lnTo>
                      <a:pt x="856" y="233"/>
                    </a:lnTo>
                    <a:lnTo>
                      <a:pt x="855" y="235"/>
                    </a:lnTo>
                    <a:lnTo>
                      <a:pt x="854" y="237"/>
                    </a:lnTo>
                    <a:lnTo>
                      <a:pt x="853" y="240"/>
                    </a:lnTo>
                    <a:lnTo>
                      <a:pt x="853" y="242"/>
                    </a:lnTo>
                    <a:lnTo>
                      <a:pt x="853" y="245"/>
                    </a:lnTo>
                    <a:lnTo>
                      <a:pt x="851" y="247"/>
                    </a:lnTo>
                    <a:lnTo>
                      <a:pt x="848" y="247"/>
                    </a:lnTo>
                    <a:lnTo>
                      <a:pt x="843" y="246"/>
                    </a:lnTo>
                    <a:lnTo>
                      <a:pt x="840" y="245"/>
                    </a:lnTo>
                    <a:lnTo>
                      <a:pt x="839" y="246"/>
                    </a:lnTo>
                    <a:lnTo>
                      <a:pt x="837" y="249"/>
                    </a:lnTo>
                    <a:lnTo>
                      <a:pt x="836" y="252"/>
                    </a:lnTo>
                    <a:lnTo>
                      <a:pt x="833" y="254"/>
                    </a:lnTo>
                    <a:lnTo>
                      <a:pt x="830" y="254"/>
                    </a:lnTo>
                    <a:lnTo>
                      <a:pt x="827" y="254"/>
                    </a:lnTo>
                    <a:lnTo>
                      <a:pt x="824" y="255"/>
                    </a:lnTo>
                    <a:lnTo>
                      <a:pt x="821" y="254"/>
                    </a:lnTo>
                    <a:lnTo>
                      <a:pt x="818" y="253"/>
                    </a:lnTo>
                    <a:lnTo>
                      <a:pt x="816" y="250"/>
                    </a:lnTo>
                    <a:lnTo>
                      <a:pt x="814" y="247"/>
                    </a:lnTo>
                    <a:lnTo>
                      <a:pt x="811" y="246"/>
                    </a:lnTo>
                    <a:lnTo>
                      <a:pt x="808" y="246"/>
                    </a:lnTo>
                    <a:lnTo>
                      <a:pt x="805" y="245"/>
                    </a:lnTo>
                    <a:lnTo>
                      <a:pt x="803" y="243"/>
                    </a:lnTo>
                    <a:lnTo>
                      <a:pt x="802" y="240"/>
                    </a:lnTo>
                    <a:lnTo>
                      <a:pt x="802" y="238"/>
                    </a:lnTo>
                    <a:lnTo>
                      <a:pt x="801" y="236"/>
                    </a:lnTo>
                    <a:lnTo>
                      <a:pt x="797" y="235"/>
                    </a:lnTo>
                    <a:lnTo>
                      <a:pt x="794" y="233"/>
                    </a:lnTo>
                    <a:lnTo>
                      <a:pt x="791" y="231"/>
                    </a:lnTo>
                    <a:lnTo>
                      <a:pt x="791" y="228"/>
                    </a:lnTo>
                    <a:lnTo>
                      <a:pt x="793" y="226"/>
                    </a:lnTo>
                    <a:lnTo>
                      <a:pt x="794" y="223"/>
                    </a:lnTo>
                    <a:lnTo>
                      <a:pt x="796" y="221"/>
                    </a:lnTo>
                    <a:lnTo>
                      <a:pt x="798" y="219"/>
                    </a:lnTo>
                    <a:lnTo>
                      <a:pt x="801" y="217"/>
                    </a:lnTo>
                    <a:lnTo>
                      <a:pt x="804" y="216"/>
                    </a:lnTo>
                    <a:lnTo>
                      <a:pt x="806" y="214"/>
                    </a:lnTo>
                    <a:lnTo>
                      <a:pt x="805" y="211"/>
                    </a:lnTo>
                    <a:lnTo>
                      <a:pt x="805" y="207"/>
                    </a:lnTo>
                    <a:lnTo>
                      <a:pt x="806" y="204"/>
                    </a:lnTo>
                    <a:lnTo>
                      <a:pt x="808" y="203"/>
                    </a:lnTo>
                    <a:lnTo>
                      <a:pt x="812" y="202"/>
                    </a:lnTo>
                    <a:lnTo>
                      <a:pt x="815" y="202"/>
                    </a:lnTo>
                    <a:lnTo>
                      <a:pt x="818" y="201"/>
                    </a:lnTo>
                    <a:lnTo>
                      <a:pt x="820" y="199"/>
                    </a:lnTo>
                    <a:lnTo>
                      <a:pt x="822" y="197"/>
                    </a:lnTo>
                    <a:lnTo>
                      <a:pt x="825" y="197"/>
                    </a:lnTo>
                    <a:lnTo>
                      <a:pt x="828" y="199"/>
                    </a:lnTo>
                    <a:lnTo>
                      <a:pt x="830" y="200"/>
                    </a:lnTo>
                    <a:lnTo>
                      <a:pt x="832" y="201"/>
                    </a:lnTo>
                    <a:lnTo>
                      <a:pt x="834" y="201"/>
                    </a:lnTo>
                    <a:lnTo>
                      <a:pt x="836" y="202"/>
                    </a:lnTo>
                    <a:lnTo>
                      <a:pt x="838" y="203"/>
                    </a:lnTo>
                    <a:lnTo>
                      <a:pt x="840" y="204"/>
                    </a:lnTo>
                    <a:lnTo>
                      <a:pt x="842" y="203"/>
                    </a:lnTo>
                    <a:lnTo>
                      <a:pt x="846" y="202"/>
                    </a:lnTo>
                    <a:lnTo>
                      <a:pt x="850" y="202"/>
                    </a:lnTo>
                    <a:lnTo>
                      <a:pt x="852" y="205"/>
                    </a:lnTo>
                    <a:lnTo>
                      <a:pt x="851" y="208"/>
                    </a:lnTo>
                    <a:lnTo>
                      <a:pt x="849" y="212"/>
                    </a:lnTo>
                    <a:lnTo>
                      <a:pt x="848" y="215"/>
                    </a:lnTo>
                    <a:lnTo>
                      <a:pt x="850" y="217"/>
                    </a:lnTo>
                    <a:lnTo>
                      <a:pt x="852" y="219"/>
                    </a:lnTo>
                    <a:lnTo>
                      <a:pt x="853" y="221"/>
                    </a:lnTo>
                    <a:lnTo>
                      <a:pt x="853" y="223"/>
                    </a:lnTo>
                    <a:close/>
                  </a:path>
                </a:pathLst>
              </a:custGeom>
              <a:solidFill>
                <a:srgbClr val="86D1BC">
                  <a:alpha val="24000"/>
                </a:srgbClr>
              </a:solidFill>
              <a:ln>
                <a:noFill/>
              </a:ln>
            </p:spPr>
            <p:txBody>
              <a:bodyPr anchor="ctr"/>
              <a:lstStyle/>
              <a:p>
                <a:pPr algn="ctr">
                  <a:buNone/>
                </a:pPr>
              </a:p>
            </p:txBody>
          </p:sp>
          <p:sp>
            <p:nvSpPr>
              <p:cNvPr id="3059" name="addition:input:182"/>
              <p:cNvSpPr>
                <a:spLocks noGrp="1"/>
              </p:cNvSpPr>
              <p:nvPr/>
            </p:nvSpPr>
            <p:spPr>
              <a:xfrm>
                <a:off x="209550" y="5438775"/>
                <a:ext cx="1517538" cy="536113"/>
              </a:xfrm>
              <a:custGeom>
                <a:avLst/>
                <a:gdLst/>
                <a:ahLst/>
                <a:cxnLst/>
                <a:rect l="l" t="t" r="r" b="b"/>
                <a:pathLst>
                  <a:path w="922" h="286">
                    <a:moveTo>
                      <a:pt x="0" y="0"/>
                    </a:moveTo>
                    <a:moveTo>
                      <a:pt x="920" y="260"/>
                    </a:moveTo>
                    <a:lnTo>
                      <a:pt x="917" y="262"/>
                    </a:lnTo>
                    <a:lnTo>
                      <a:pt x="915" y="264"/>
                    </a:lnTo>
                    <a:lnTo>
                      <a:pt x="914" y="265"/>
                    </a:lnTo>
                    <a:lnTo>
                      <a:pt x="915" y="268"/>
                    </a:lnTo>
                    <a:lnTo>
                      <a:pt x="915" y="270"/>
                    </a:lnTo>
                    <a:lnTo>
                      <a:pt x="914" y="273"/>
                    </a:lnTo>
                    <a:lnTo>
                      <a:pt x="914" y="275"/>
                    </a:lnTo>
                    <a:lnTo>
                      <a:pt x="914" y="278"/>
                    </a:lnTo>
                    <a:lnTo>
                      <a:pt x="913" y="281"/>
                    </a:lnTo>
                    <a:lnTo>
                      <a:pt x="912" y="283"/>
                    </a:lnTo>
                    <a:lnTo>
                      <a:pt x="909" y="283"/>
                    </a:lnTo>
                    <a:lnTo>
                      <a:pt x="906" y="282"/>
                    </a:lnTo>
                    <a:lnTo>
                      <a:pt x="904" y="281"/>
                    </a:lnTo>
                    <a:lnTo>
                      <a:pt x="903" y="282"/>
                    </a:lnTo>
                    <a:lnTo>
                      <a:pt x="902" y="284"/>
                    </a:lnTo>
                    <a:lnTo>
                      <a:pt x="900" y="286"/>
                    </a:lnTo>
                    <a:lnTo>
                      <a:pt x="898" y="285"/>
                    </a:lnTo>
                    <a:lnTo>
                      <a:pt x="897" y="284"/>
                    </a:lnTo>
                    <a:lnTo>
                      <a:pt x="895" y="282"/>
                    </a:lnTo>
                    <a:lnTo>
                      <a:pt x="894" y="282"/>
                    </a:lnTo>
                    <a:lnTo>
                      <a:pt x="892" y="284"/>
                    </a:lnTo>
                    <a:lnTo>
                      <a:pt x="889" y="284"/>
                    </a:lnTo>
                    <a:lnTo>
                      <a:pt x="887" y="284"/>
                    </a:lnTo>
                    <a:lnTo>
                      <a:pt x="885" y="283"/>
                    </a:lnTo>
                    <a:lnTo>
                      <a:pt x="883" y="281"/>
                    </a:lnTo>
                    <a:lnTo>
                      <a:pt x="882" y="280"/>
                    </a:lnTo>
                    <a:lnTo>
                      <a:pt x="880" y="278"/>
                    </a:lnTo>
                    <a:lnTo>
                      <a:pt x="880" y="275"/>
                    </a:lnTo>
                    <a:lnTo>
                      <a:pt x="881" y="271"/>
                    </a:lnTo>
                    <a:lnTo>
                      <a:pt x="881" y="269"/>
                    </a:lnTo>
                    <a:lnTo>
                      <a:pt x="880" y="267"/>
                    </a:lnTo>
                    <a:lnTo>
                      <a:pt x="878" y="266"/>
                    </a:lnTo>
                    <a:lnTo>
                      <a:pt x="874" y="264"/>
                    </a:lnTo>
                    <a:lnTo>
                      <a:pt x="872" y="262"/>
                    </a:lnTo>
                    <a:lnTo>
                      <a:pt x="872" y="260"/>
                    </a:lnTo>
                    <a:lnTo>
                      <a:pt x="873" y="257"/>
                    </a:lnTo>
                    <a:lnTo>
                      <a:pt x="873" y="255"/>
                    </a:lnTo>
                    <a:lnTo>
                      <a:pt x="873" y="253"/>
                    </a:lnTo>
                    <a:lnTo>
                      <a:pt x="873" y="250"/>
                    </a:lnTo>
                    <a:lnTo>
                      <a:pt x="874" y="248"/>
                    </a:lnTo>
                    <a:lnTo>
                      <a:pt x="875" y="246"/>
                    </a:lnTo>
                    <a:lnTo>
                      <a:pt x="877" y="245"/>
                    </a:lnTo>
                    <a:lnTo>
                      <a:pt x="879" y="243"/>
                    </a:lnTo>
                    <a:lnTo>
                      <a:pt x="880" y="242"/>
                    </a:lnTo>
                    <a:lnTo>
                      <a:pt x="882" y="240"/>
                    </a:lnTo>
                    <a:lnTo>
                      <a:pt x="884" y="240"/>
                    </a:lnTo>
                    <a:lnTo>
                      <a:pt x="886" y="240"/>
                    </a:lnTo>
                    <a:lnTo>
                      <a:pt x="888" y="239"/>
                    </a:lnTo>
                    <a:lnTo>
                      <a:pt x="890" y="236"/>
                    </a:lnTo>
                    <a:lnTo>
                      <a:pt x="891" y="232"/>
                    </a:lnTo>
                    <a:lnTo>
                      <a:pt x="893" y="230"/>
                    </a:lnTo>
                    <a:lnTo>
                      <a:pt x="896" y="230"/>
                    </a:lnTo>
                    <a:lnTo>
                      <a:pt x="899" y="232"/>
                    </a:lnTo>
                    <a:lnTo>
                      <a:pt x="901" y="234"/>
                    </a:lnTo>
                    <a:lnTo>
                      <a:pt x="903" y="236"/>
                    </a:lnTo>
                    <a:lnTo>
                      <a:pt x="905" y="237"/>
                    </a:lnTo>
                    <a:lnTo>
                      <a:pt x="907" y="238"/>
                    </a:lnTo>
                    <a:lnTo>
                      <a:pt x="909" y="239"/>
                    </a:lnTo>
                    <a:lnTo>
                      <a:pt x="910" y="240"/>
                    </a:lnTo>
                    <a:lnTo>
                      <a:pt x="912" y="241"/>
                    </a:lnTo>
                    <a:lnTo>
                      <a:pt x="914" y="241"/>
                    </a:lnTo>
                    <a:lnTo>
                      <a:pt x="917" y="242"/>
                    </a:lnTo>
                    <a:lnTo>
                      <a:pt x="918" y="244"/>
                    </a:lnTo>
                    <a:lnTo>
                      <a:pt x="918" y="246"/>
                    </a:lnTo>
                    <a:lnTo>
                      <a:pt x="918" y="249"/>
                    </a:lnTo>
                    <a:lnTo>
                      <a:pt x="919" y="251"/>
                    </a:lnTo>
                    <a:lnTo>
                      <a:pt x="921" y="252"/>
                    </a:lnTo>
                    <a:lnTo>
                      <a:pt x="922" y="254"/>
                    </a:lnTo>
                    <a:lnTo>
                      <a:pt x="922" y="257"/>
                    </a:lnTo>
                    <a:close/>
                  </a:path>
                </a:pathLst>
              </a:custGeom>
              <a:solidFill>
                <a:srgbClr val="86D1BC">
                  <a:alpha val="24000"/>
                </a:srgbClr>
              </a:solidFill>
              <a:ln>
                <a:noFill/>
              </a:ln>
            </p:spPr>
            <p:txBody>
              <a:bodyPr anchor="ctr"/>
              <a:lstStyle/>
              <a:p>
                <a:pPr algn="ctr">
                  <a:buNone/>
                </a:pPr>
              </a:p>
            </p:txBody>
          </p:sp>
          <p:sp>
            <p:nvSpPr>
              <p:cNvPr id="3060" name="addition:input:183"/>
              <p:cNvSpPr>
                <a:spLocks noGrp="1"/>
              </p:cNvSpPr>
              <p:nvPr/>
            </p:nvSpPr>
            <p:spPr>
              <a:xfrm>
                <a:off x="209550" y="5438775"/>
                <a:ext cx="2096902" cy="924138"/>
              </a:xfrm>
              <a:custGeom>
                <a:avLst/>
                <a:gdLst/>
                <a:ahLst/>
                <a:cxnLst/>
                <a:rect l="l" t="t" r="r" b="b"/>
                <a:pathLst>
                  <a:path w="1274" h="493">
                    <a:moveTo>
                      <a:pt x="0" y="0"/>
                    </a:moveTo>
                    <a:moveTo>
                      <a:pt x="1267" y="354"/>
                    </a:moveTo>
                    <a:lnTo>
                      <a:pt x="1255" y="367"/>
                    </a:lnTo>
                    <a:lnTo>
                      <a:pt x="1237" y="377"/>
                    </a:lnTo>
                    <a:lnTo>
                      <a:pt x="1218" y="385"/>
                    </a:lnTo>
                    <a:lnTo>
                      <a:pt x="1208" y="394"/>
                    </a:lnTo>
                    <a:lnTo>
                      <a:pt x="1212" y="407"/>
                    </a:lnTo>
                    <a:lnTo>
                      <a:pt x="1220" y="425"/>
                    </a:lnTo>
                    <a:lnTo>
                      <a:pt x="1221" y="442"/>
                    </a:lnTo>
                    <a:lnTo>
                      <a:pt x="1210" y="453"/>
                    </a:lnTo>
                    <a:lnTo>
                      <a:pt x="1193" y="458"/>
                    </a:lnTo>
                    <a:lnTo>
                      <a:pt x="1176" y="462"/>
                    </a:lnTo>
                    <a:lnTo>
                      <a:pt x="1165" y="470"/>
                    </a:lnTo>
                    <a:lnTo>
                      <a:pt x="1156" y="482"/>
                    </a:lnTo>
                    <a:lnTo>
                      <a:pt x="1145" y="491"/>
                    </a:lnTo>
                    <a:lnTo>
                      <a:pt x="1130" y="493"/>
                    </a:lnTo>
                    <a:lnTo>
                      <a:pt x="1115" y="490"/>
                    </a:lnTo>
                    <a:lnTo>
                      <a:pt x="1101" y="486"/>
                    </a:lnTo>
                    <a:lnTo>
                      <a:pt x="1089" y="485"/>
                    </a:lnTo>
                    <a:lnTo>
                      <a:pt x="1077" y="485"/>
                    </a:lnTo>
                    <a:lnTo>
                      <a:pt x="1066" y="480"/>
                    </a:lnTo>
                    <a:lnTo>
                      <a:pt x="1056" y="473"/>
                    </a:lnTo>
                    <a:lnTo>
                      <a:pt x="1046" y="469"/>
                    </a:lnTo>
                    <a:lnTo>
                      <a:pt x="1032" y="474"/>
                    </a:lnTo>
                    <a:lnTo>
                      <a:pt x="1012" y="484"/>
                    </a:lnTo>
                    <a:lnTo>
                      <a:pt x="990" y="490"/>
                    </a:lnTo>
                    <a:lnTo>
                      <a:pt x="975" y="483"/>
                    </a:lnTo>
                    <a:lnTo>
                      <a:pt x="972" y="466"/>
                    </a:lnTo>
                    <a:lnTo>
                      <a:pt x="975" y="446"/>
                    </a:lnTo>
                    <a:lnTo>
                      <a:pt x="975" y="430"/>
                    </a:lnTo>
                    <a:lnTo>
                      <a:pt x="969" y="420"/>
                    </a:lnTo>
                    <a:lnTo>
                      <a:pt x="959" y="411"/>
                    </a:lnTo>
                    <a:lnTo>
                      <a:pt x="951" y="400"/>
                    </a:lnTo>
                    <a:lnTo>
                      <a:pt x="948" y="388"/>
                    </a:lnTo>
                    <a:lnTo>
                      <a:pt x="944" y="377"/>
                    </a:lnTo>
                    <a:lnTo>
                      <a:pt x="936" y="366"/>
                    </a:lnTo>
                    <a:lnTo>
                      <a:pt x="925" y="354"/>
                    </a:lnTo>
                    <a:lnTo>
                      <a:pt x="918" y="341"/>
                    </a:lnTo>
                    <a:lnTo>
                      <a:pt x="920" y="329"/>
                    </a:lnTo>
                    <a:lnTo>
                      <a:pt x="926" y="317"/>
                    </a:lnTo>
                    <a:lnTo>
                      <a:pt x="928" y="305"/>
                    </a:lnTo>
                    <a:lnTo>
                      <a:pt x="923" y="291"/>
                    </a:lnTo>
                    <a:lnTo>
                      <a:pt x="918" y="274"/>
                    </a:lnTo>
                    <a:lnTo>
                      <a:pt x="924" y="261"/>
                    </a:lnTo>
                    <a:lnTo>
                      <a:pt x="943" y="257"/>
                    </a:lnTo>
                    <a:lnTo>
                      <a:pt x="967" y="260"/>
                    </a:lnTo>
                    <a:lnTo>
                      <a:pt x="987" y="263"/>
                    </a:lnTo>
                    <a:lnTo>
                      <a:pt x="999" y="259"/>
                    </a:lnTo>
                    <a:lnTo>
                      <a:pt x="1005" y="247"/>
                    </a:lnTo>
                    <a:lnTo>
                      <a:pt x="1013" y="232"/>
                    </a:lnTo>
                    <a:lnTo>
                      <a:pt x="1025" y="222"/>
                    </a:lnTo>
                    <a:lnTo>
                      <a:pt x="1040" y="215"/>
                    </a:lnTo>
                    <a:lnTo>
                      <a:pt x="1056" y="208"/>
                    </a:lnTo>
                    <a:lnTo>
                      <a:pt x="1074" y="201"/>
                    </a:lnTo>
                    <a:lnTo>
                      <a:pt x="1092" y="198"/>
                    </a:lnTo>
                    <a:lnTo>
                      <a:pt x="1111" y="205"/>
                    </a:lnTo>
                    <a:lnTo>
                      <a:pt x="1126" y="218"/>
                    </a:lnTo>
                    <a:lnTo>
                      <a:pt x="1139" y="232"/>
                    </a:lnTo>
                    <a:lnTo>
                      <a:pt x="1153" y="237"/>
                    </a:lnTo>
                    <a:lnTo>
                      <a:pt x="1171" y="236"/>
                    </a:lnTo>
                    <a:lnTo>
                      <a:pt x="1190" y="236"/>
                    </a:lnTo>
                    <a:lnTo>
                      <a:pt x="1203" y="244"/>
                    </a:lnTo>
                    <a:lnTo>
                      <a:pt x="1208" y="259"/>
                    </a:lnTo>
                    <a:lnTo>
                      <a:pt x="1210" y="274"/>
                    </a:lnTo>
                    <a:lnTo>
                      <a:pt x="1218" y="282"/>
                    </a:lnTo>
                    <a:lnTo>
                      <a:pt x="1235" y="287"/>
                    </a:lnTo>
                    <a:lnTo>
                      <a:pt x="1255" y="291"/>
                    </a:lnTo>
                    <a:lnTo>
                      <a:pt x="1269" y="300"/>
                    </a:lnTo>
                    <a:lnTo>
                      <a:pt x="1274" y="313"/>
                    </a:lnTo>
                    <a:lnTo>
                      <a:pt x="1273" y="327"/>
                    </a:lnTo>
                    <a:lnTo>
                      <a:pt x="1271" y="341"/>
                    </a:lnTo>
                    <a:close/>
                  </a:path>
                </a:pathLst>
              </a:custGeom>
              <a:solidFill>
                <a:srgbClr val="EFD4E3">
                  <a:alpha val="43000"/>
                </a:srgbClr>
              </a:solidFill>
              <a:ln>
                <a:noFill/>
              </a:ln>
            </p:spPr>
            <p:txBody>
              <a:bodyPr anchor="ctr"/>
              <a:lstStyle/>
              <a:p>
                <a:pPr algn="ctr">
                  <a:buNone/>
                </a:pPr>
              </a:p>
            </p:txBody>
          </p:sp>
          <p:sp>
            <p:nvSpPr>
              <p:cNvPr id="3061" name="addition:input:184"/>
              <p:cNvSpPr>
                <a:spLocks noGrp="1"/>
              </p:cNvSpPr>
              <p:nvPr/>
            </p:nvSpPr>
            <p:spPr>
              <a:xfrm>
                <a:off x="209550" y="5438775"/>
                <a:ext cx="2011314" cy="933511"/>
              </a:xfrm>
              <a:custGeom>
                <a:avLst/>
                <a:gdLst/>
                <a:ahLst/>
                <a:cxnLst/>
                <a:rect l="l" t="t" r="r" b="b"/>
                <a:pathLst>
                  <a:path w="1222" h="498">
                    <a:moveTo>
                      <a:pt x="0" y="0"/>
                    </a:moveTo>
                    <a:moveTo>
                      <a:pt x="1201" y="359"/>
                    </a:moveTo>
                    <a:lnTo>
                      <a:pt x="1215" y="370"/>
                    </a:lnTo>
                    <a:lnTo>
                      <a:pt x="1222" y="382"/>
                    </a:lnTo>
                    <a:lnTo>
                      <a:pt x="1217" y="392"/>
                    </a:lnTo>
                    <a:lnTo>
                      <a:pt x="1207" y="400"/>
                    </a:lnTo>
                    <a:lnTo>
                      <a:pt x="1200" y="409"/>
                    </a:lnTo>
                    <a:lnTo>
                      <a:pt x="1201" y="420"/>
                    </a:lnTo>
                    <a:lnTo>
                      <a:pt x="1204" y="434"/>
                    </a:lnTo>
                    <a:lnTo>
                      <a:pt x="1201" y="445"/>
                    </a:lnTo>
                    <a:lnTo>
                      <a:pt x="1190" y="451"/>
                    </a:lnTo>
                    <a:lnTo>
                      <a:pt x="1175" y="452"/>
                    </a:lnTo>
                    <a:lnTo>
                      <a:pt x="1162" y="453"/>
                    </a:lnTo>
                    <a:lnTo>
                      <a:pt x="1151" y="455"/>
                    </a:lnTo>
                    <a:lnTo>
                      <a:pt x="1141" y="459"/>
                    </a:lnTo>
                    <a:lnTo>
                      <a:pt x="1130" y="460"/>
                    </a:lnTo>
                    <a:lnTo>
                      <a:pt x="1119" y="460"/>
                    </a:lnTo>
                    <a:lnTo>
                      <a:pt x="1108" y="464"/>
                    </a:lnTo>
                    <a:lnTo>
                      <a:pt x="1097" y="475"/>
                    </a:lnTo>
                    <a:lnTo>
                      <a:pt x="1083" y="490"/>
                    </a:lnTo>
                    <a:lnTo>
                      <a:pt x="1066" y="498"/>
                    </a:lnTo>
                    <a:lnTo>
                      <a:pt x="1051" y="494"/>
                    </a:lnTo>
                    <a:lnTo>
                      <a:pt x="1039" y="480"/>
                    </a:lnTo>
                    <a:lnTo>
                      <a:pt x="1030" y="464"/>
                    </a:lnTo>
                    <a:lnTo>
                      <a:pt x="1021" y="455"/>
                    </a:lnTo>
                    <a:lnTo>
                      <a:pt x="1007" y="451"/>
                    </a:lnTo>
                    <a:lnTo>
                      <a:pt x="992" y="449"/>
                    </a:lnTo>
                    <a:lnTo>
                      <a:pt x="981" y="443"/>
                    </a:lnTo>
                    <a:lnTo>
                      <a:pt x="973" y="433"/>
                    </a:lnTo>
                    <a:lnTo>
                      <a:pt x="967" y="423"/>
                    </a:lnTo>
                    <a:lnTo>
                      <a:pt x="957" y="416"/>
                    </a:lnTo>
                    <a:lnTo>
                      <a:pt x="945" y="409"/>
                    </a:lnTo>
                    <a:lnTo>
                      <a:pt x="936" y="401"/>
                    </a:lnTo>
                    <a:lnTo>
                      <a:pt x="931" y="391"/>
                    </a:lnTo>
                    <a:lnTo>
                      <a:pt x="930" y="380"/>
                    </a:lnTo>
                    <a:lnTo>
                      <a:pt x="924" y="370"/>
                    </a:lnTo>
                    <a:lnTo>
                      <a:pt x="915" y="359"/>
                    </a:lnTo>
                    <a:lnTo>
                      <a:pt x="910" y="347"/>
                    </a:lnTo>
                    <a:lnTo>
                      <a:pt x="915" y="335"/>
                    </a:lnTo>
                    <a:lnTo>
                      <a:pt x="934" y="327"/>
                    </a:lnTo>
                    <a:lnTo>
                      <a:pt x="957" y="322"/>
                    </a:lnTo>
                    <a:lnTo>
                      <a:pt x="974" y="317"/>
                    </a:lnTo>
                    <a:lnTo>
                      <a:pt x="979" y="309"/>
                    </a:lnTo>
                    <a:lnTo>
                      <a:pt x="977" y="296"/>
                    </a:lnTo>
                    <a:lnTo>
                      <a:pt x="978" y="282"/>
                    </a:lnTo>
                    <a:lnTo>
                      <a:pt x="985" y="271"/>
                    </a:lnTo>
                    <a:lnTo>
                      <a:pt x="995" y="263"/>
                    </a:lnTo>
                    <a:lnTo>
                      <a:pt x="1006" y="255"/>
                    </a:lnTo>
                    <a:lnTo>
                      <a:pt x="1017" y="246"/>
                    </a:lnTo>
                    <a:lnTo>
                      <a:pt x="1030" y="240"/>
                    </a:lnTo>
                    <a:lnTo>
                      <a:pt x="1045" y="240"/>
                    </a:lnTo>
                    <a:lnTo>
                      <a:pt x="1060" y="244"/>
                    </a:lnTo>
                    <a:lnTo>
                      <a:pt x="1073" y="248"/>
                    </a:lnTo>
                    <a:lnTo>
                      <a:pt x="1085" y="246"/>
                    </a:lnTo>
                    <a:lnTo>
                      <a:pt x="1096" y="241"/>
                    </a:lnTo>
                    <a:lnTo>
                      <a:pt x="1108" y="239"/>
                    </a:lnTo>
                    <a:lnTo>
                      <a:pt x="1118" y="245"/>
                    </a:lnTo>
                    <a:lnTo>
                      <a:pt x="1125" y="257"/>
                    </a:lnTo>
                    <a:lnTo>
                      <a:pt x="1131" y="267"/>
                    </a:lnTo>
                    <a:lnTo>
                      <a:pt x="1140" y="268"/>
                    </a:lnTo>
                    <a:lnTo>
                      <a:pt x="1155" y="263"/>
                    </a:lnTo>
                    <a:lnTo>
                      <a:pt x="1173" y="259"/>
                    </a:lnTo>
                    <a:lnTo>
                      <a:pt x="1187" y="262"/>
                    </a:lnTo>
                    <a:lnTo>
                      <a:pt x="1194" y="271"/>
                    </a:lnTo>
                    <a:lnTo>
                      <a:pt x="1197" y="283"/>
                    </a:lnTo>
                    <a:lnTo>
                      <a:pt x="1200" y="295"/>
                    </a:lnTo>
                    <a:lnTo>
                      <a:pt x="1201" y="306"/>
                    </a:lnTo>
                    <a:lnTo>
                      <a:pt x="1199" y="318"/>
                    </a:lnTo>
                    <a:lnTo>
                      <a:pt x="1192" y="331"/>
                    </a:lnTo>
                    <a:lnTo>
                      <a:pt x="1186" y="341"/>
                    </a:lnTo>
                    <a:lnTo>
                      <a:pt x="1188" y="350"/>
                    </a:lnTo>
                    <a:close/>
                  </a:path>
                </a:pathLst>
              </a:custGeom>
              <a:solidFill>
                <a:srgbClr val="DA9FC0">
                  <a:alpha val="43000"/>
                </a:srgbClr>
              </a:solidFill>
              <a:ln>
                <a:noFill/>
              </a:ln>
            </p:spPr>
            <p:txBody>
              <a:bodyPr anchor="ctr"/>
              <a:lstStyle/>
              <a:p>
                <a:pPr algn="ctr">
                  <a:buNone/>
                </a:pPr>
              </a:p>
            </p:txBody>
          </p:sp>
          <p:sp>
            <p:nvSpPr>
              <p:cNvPr id="3062" name="addition:input:185"/>
              <p:cNvSpPr>
                <a:spLocks noGrp="1"/>
              </p:cNvSpPr>
              <p:nvPr/>
            </p:nvSpPr>
            <p:spPr>
              <a:xfrm>
                <a:off x="209550" y="5438775"/>
                <a:ext cx="2004731" cy="879150"/>
              </a:xfrm>
              <a:custGeom>
                <a:avLst/>
                <a:gdLst/>
                <a:ahLst/>
                <a:cxnLst/>
                <a:rect l="l" t="t" r="r" b="b"/>
                <a:pathLst>
                  <a:path w="1218" h="469">
                    <a:moveTo>
                      <a:pt x="0" y="0"/>
                    </a:moveTo>
                    <a:moveTo>
                      <a:pt x="1194" y="364"/>
                    </a:moveTo>
                    <a:lnTo>
                      <a:pt x="1178" y="372"/>
                    </a:lnTo>
                    <a:lnTo>
                      <a:pt x="1170" y="379"/>
                    </a:lnTo>
                    <a:lnTo>
                      <a:pt x="1170" y="388"/>
                    </a:lnTo>
                    <a:lnTo>
                      <a:pt x="1172" y="397"/>
                    </a:lnTo>
                    <a:lnTo>
                      <a:pt x="1172" y="407"/>
                    </a:lnTo>
                    <a:lnTo>
                      <a:pt x="1168" y="416"/>
                    </a:lnTo>
                    <a:lnTo>
                      <a:pt x="1164" y="425"/>
                    </a:lnTo>
                    <a:lnTo>
                      <a:pt x="1162" y="436"/>
                    </a:lnTo>
                    <a:lnTo>
                      <a:pt x="1157" y="446"/>
                    </a:lnTo>
                    <a:lnTo>
                      <a:pt x="1147" y="452"/>
                    </a:lnTo>
                    <a:lnTo>
                      <a:pt x="1134" y="453"/>
                    </a:lnTo>
                    <a:lnTo>
                      <a:pt x="1122" y="452"/>
                    </a:lnTo>
                    <a:lnTo>
                      <a:pt x="1112" y="455"/>
                    </a:lnTo>
                    <a:lnTo>
                      <a:pt x="1105" y="462"/>
                    </a:lnTo>
                    <a:lnTo>
                      <a:pt x="1098" y="469"/>
                    </a:lnTo>
                    <a:lnTo>
                      <a:pt x="1088" y="469"/>
                    </a:lnTo>
                    <a:lnTo>
                      <a:pt x="1078" y="462"/>
                    </a:lnTo>
                    <a:lnTo>
                      <a:pt x="1069" y="453"/>
                    </a:lnTo>
                    <a:lnTo>
                      <a:pt x="1062" y="449"/>
                    </a:lnTo>
                    <a:lnTo>
                      <a:pt x="1053" y="453"/>
                    </a:lnTo>
                    <a:lnTo>
                      <a:pt x="1042" y="461"/>
                    </a:lnTo>
                    <a:lnTo>
                      <a:pt x="1029" y="465"/>
                    </a:lnTo>
                    <a:lnTo>
                      <a:pt x="1017" y="464"/>
                    </a:lnTo>
                    <a:lnTo>
                      <a:pt x="1008" y="458"/>
                    </a:lnTo>
                    <a:lnTo>
                      <a:pt x="998" y="452"/>
                    </a:lnTo>
                    <a:lnTo>
                      <a:pt x="990" y="446"/>
                    </a:lnTo>
                    <a:lnTo>
                      <a:pt x="985" y="436"/>
                    </a:lnTo>
                    <a:lnTo>
                      <a:pt x="985" y="423"/>
                    </a:lnTo>
                    <a:lnTo>
                      <a:pt x="989" y="410"/>
                    </a:lnTo>
                    <a:lnTo>
                      <a:pt x="988" y="401"/>
                    </a:lnTo>
                    <a:lnTo>
                      <a:pt x="979" y="395"/>
                    </a:lnTo>
                    <a:lnTo>
                      <a:pt x="964" y="390"/>
                    </a:lnTo>
                    <a:lnTo>
                      <a:pt x="951" y="383"/>
                    </a:lnTo>
                    <a:lnTo>
                      <a:pt x="946" y="374"/>
                    </a:lnTo>
                    <a:lnTo>
                      <a:pt x="950" y="364"/>
                    </a:lnTo>
                    <a:lnTo>
                      <a:pt x="953" y="355"/>
                    </a:lnTo>
                    <a:lnTo>
                      <a:pt x="951" y="346"/>
                    </a:lnTo>
                    <a:lnTo>
                      <a:pt x="944" y="335"/>
                    </a:lnTo>
                    <a:lnTo>
                      <a:pt x="940" y="324"/>
                    </a:lnTo>
                    <a:lnTo>
                      <a:pt x="944" y="315"/>
                    </a:lnTo>
                    <a:lnTo>
                      <a:pt x="953" y="308"/>
                    </a:lnTo>
                    <a:lnTo>
                      <a:pt x="964" y="303"/>
                    </a:lnTo>
                    <a:lnTo>
                      <a:pt x="973" y="298"/>
                    </a:lnTo>
                    <a:lnTo>
                      <a:pt x="982" y="293"/>
                    </a:lnTo>
                    <a:lnTo>
                      <a:pt x="993" y="290"/>
                    </a:lnTo>
                    <a:lnTo>
                      <a:pt x="1006" y="290"/>
                    </a:lnTo>
                    <a:lnTo>
                      <a:pt x="1016" y="288"/>
                    </a:lnTo>
                    <a:lnTo>
                      <a:pt x="1023" y="280"/>
                    </a:lnTo>
                    <a:lnTo>
                      <a:pt x="1029" y="266"/>
                    </a:lnTo>
                    <a:lnTo>
                      <a:pt x="1038" y="251"/>
                    </a:lnTo>
                    <a:lnTo>
                      <a:pt x="1051" y="244"/>
                    </a:lnTo>
                    <a:lnTo>
                      <a:pt x="1066" y="248"/>
                    </a:lnTo>
                    <a:lnTo>
                      <a:pt x="1080" y="257"/>
                    </a:lnTo>
                    <a:lnTo>
                      <a:pt x="1092" y="265"/>
                    </a:lnTo>
                    <a:lnTo>
                      <a:pt x="1104" y="268"/>
                    </a:lnTo>
                    <a:lnTo>
                      <a:pt x="1116" y="268"/>
                    </a:lnTo>
                    <a:lnTo>
                      <a:pt x="1128" y="271"/>
                    </a:lnTo>
                    <a:lnTo>
                      <a:pt x="1137" y="278"/>
                    </a:lnTo>
                    <a:lnTo>
                      <a:pt x="1145" y="285"/>
                    </a:lnTo>
                    <a:lnTo>
                      <a:pt x="1154" y="289"/>
                    </a:lnTo>
                    <a:lnTo>
                      <a:pt x="1164" y="293"/>
                    </a:lnTo>
                    <a:lnTo>
                      <a:pt x="1174" y="297"/>
                    </a:lnTo>
                    <a:lnTo>
                      <a:pt x="1180" y="305"/>
                    </a:lnTo>
                    <a:lnTo>
                      <a:pt x="1183" y="313"/>
                    </a:lnTo>
                    <a:lnTo>
                      <a:pt x="1188" y="320"/>
                    </a:lnTo>
                    <a:lnTo>
                      <a:pt x="1199" y="326"/>
                    </a:lnTo>
                    <a:lnTo>
                      <a:pt x="1212" y="333"/>
                    </a:lnTo>
                    <a:lnTo>
                      <a:pt x="1218" y="342"/>
                    </a:lnTo>
                    <a:lnTo>
                      <a:pt x="1211" y="354"/>
                    </a:lnTo>
                    <a:close/>
                  </a:path>
                </a:pathLst>
              </a:custGeom>
              <a:solidFill>
                <a:srgbClr val="CC79A7">
                  <a:alpha val="35000"/>
                </a:srgbClr>
              </a:solidFill>
              <a:ln>
                <a:noFill/>
              </a:ln>
            </p:spPr>
            <p:txBody>
              <a:bodyPr anchor="ctr"/>
              <a:lstStyle/>
              <a:p>
                <a:pPr algn="ctr">
                  <a:buNone/>
                </a:pPr>
              </a:p>
            </p:txBody>
          </p:sp>
          <p:sp>
            <p:nvSpPr>
              <p:cNvPr id="3063" name="addition:input:186"/>
              <p:cNvSpPr>
                <a:spLocks noGrp="1"/>
              </p:cNvSpPr>
              <p:nvPr/>
            </p:nvSpPr>
            <p:spPr>
              <a:xfrm>
                <a:off x="209550" y="5438775"/>
                <a:ext cx="1761134" cy="714192"/>
              </a:xfrm>
              <a:custGeom>
                <a:avLst/>
                <a:gdLst/>
                <a:ahLst/>
                <a:cxnLst/>
                <a:rect l="l" t="t" r="r" b="b"/>
                <a:pathLst>
                  <a:path w="1070" h="381">
                    <a:moveTo>
                      <a:pt x="0" y="0"/>
                    </a:moveTo>
                    <a:moveTo>
                      <a:pt x="1066" y="334"/>
                    </a:moveTo>
                    <a:lnTo>
                      <a:pt x="1068" y="338"/>
                    </a:lnTo>
                    <a:lnTo>
                      <a:pt x="1070" y="342"/>
                    </a:lnTo>
                    <a:lnTo>
                      <a:pt x="1070" y="346"/>
                    </a:lnTo>
                    <a:lnTo>
                      <a:pt x="1069" y="349"/>
                    </a:lnTo>
                    <a:lnTo>
                      <a:pt x="1068" y="353"/>
                    </a:lnTo>
                    <a:lnTo>
                      <a:pt x="1068" y="357"/>
                    </a:lnTo>
                    <a:lnTo>
                      <a:pt x="1068" y="362"/>
                    </a:lnTo>
                    <a:lnTo>
                      <a:pt x="1067" y="366"/>
                    </a:lnTo>
                    <a:lnTo>
                      <a:pt x="1061" y="367"/>
                    </a:lnTo>
                    <a:lnTo>
                      <a:pt x="1054" y="366"/>
                    </a:lnTo>
                    <a:lnTo>
                      <a:pt x="1048" y="364"/>
                    </a:lnTo>
                    <a:lnTo>
                      <a:pt x="1044" y="364"/>
                    </a:lnTo>
                    <a:lnTo>
                      <a:pt x="1042" y="368"/>
                    </a:lnTo>
                    <a:lnTo>
                      <a:pt x="1040" y="373"/>
                    </a:lnTo>
                    <a:lnTo>
                      <a:pt x="1036" y="377"/>
                    </a:lnTo>
                    <a:lnTo>
                      <a:pt x="1031" y="379"/>
                    </a:lnTo>
                    <a:lnTo>
                      <a:pt x="1026" y="380"/>
                    </a:lnTo>
                    <a:lnTo>
                      <a:pt x="1020" y="380"/>
                    </a:lnTo>
                    <a:lnTo>
                      <a:pt x="1015" y="381"/>
                    </a:lnTo>
                    <a:lnTo>
                      <a:pt x="1009" y="379"/>
                    </a:lnTo>
                    <a:lnTo>
                      <a:pt x="1005" y="376"/>
                    </a:lnTo>
                    <a:lnTo>
                      <a:pt x="1001" y="372"/>
                    </a:lnTo>
                    <a:lnTo>
                      <a:pt x="997" y="369"/>
                    </a:lnTo>
                    <a:lnTo>
                      <a:pt x="992" y="368"/>
                    </a:lnTo>
                    <a:lnTo>
                      <a:pt x="986" y="368"/>
                    </a:lnTo>
                    <a:lnTo>
                      <a:pt x="982" y="366"/>
                    </a:lnTo>
                    <a:lnTo>
                      <a:pt x="980" y="361"/>
                    </a:lnTo>
                    <a:lnTo>
                      <a:pt x="980" y="356"/>
                    </a:lnTo>
                    <a:lnTo>
                      <a:pt x="978" y="353"/>
                    </a:lnTo>
                    <a:lnTo>
                      <a:pt x="974" y="351"/>
                    </a:lnTo>
                    <a:lnTo>
                      <a:pt x="967" y="350"/>
                    </a:lnTo>
                    <a:lnTo>
                      <a:pt x="961" y="347"/>
                    </a:lnTo>
                    <a:lnTo>
                      <a:pt x="959" y="343"/>
                    </a:lnTo>
                    <a:lnTo>
                      <a:pt x="960" y="338"/>
                    </a:lnTo>
                    <a:lnTo>
                      <a:pt x="963" y="334"/>
                    </a:lnTo>
                    <a:lnTo>
                      <a:pt x="966" y="330"/>
                    </a:lnTo>
                    <a:lnTo>
                      <a:pt x="969" y="326"/>
                    </a:lnTo>
                    <a:lnTo>
                      <a:pt x="973" y="323"/>
                    </a:lnTo>
                    <a:lnTo>
                      <a:pt x="979" y="321"/>
                    </a:lnTo>
                    <a:lnTo>
                      <a:pt x="982" y="318"/>
                    </a:lnTo>
                    <a:lnTo>
                      <a:pt x="983" y="315"/>
                    </a:lnTo>
                    <a:lnTo>
                      <a:pt x="981" y="309"/>
                    </a:lnTo>
                    <a:lnTo>
                      <a:pt x="981" y="304"/>
                    </a:lnTo>
                    <a:lnTo>
                      <a:pt x="985" y="300"/>
                    </a:lnTo>
                    <a:lnTo>
                      <a:pt x="990" y="299"/>
                    </a:lnTo>
                    <a:lnTo>
                      <a:pt x="996" y="299"/>
                    </a:lnTo>
                    <a:lnTo>
                      <a:pt x="1001" y="297"/>
                    </a:lnTo>
                    <a:lnTo>
                      <a:pt x="1004" y="293"/>
                    </a:lnTo>
                    <a:lnTo>
                      <a:pt x="1007" y="290"/>
                    </a:lnTo>
                    <a:lnTo>
                      <a:pt x="1012" y="288"/>
                    </a:lnTo>
                    <a:lnTo>
                      <a:pt x="1017" y="290"/>
                    </a:lnTo>
                    <a:lnTo>
                      <a:pt x="1021" y="293"/>
                    </a:lnTo>
                    <a:lnTo>
                      <a:pt x="1025" y="294"/>
                    </a:lnTo>
                    <a:lnTo>
                      <a:pt x="1029" y="295"/>
                    </a:lnTo>
                    <a:lnTo>
                      <a:pt x="1032" y="296"/>
                    </a:lnTo>
                    <a:lnTo>
                      <a:pt x="1035" y="297"/>
                    </a:lnTo>
                    <a:lnTo>
                      <a:pt x="1038" y="298"/>
                    </a:lnTo>
                    <a:lnTo>
                      <a:pt x="1043" y="298"/>
                    </a:lnTo>
                    <a:lnTo>
                      <a:pt x="1049" y="296"/>
                    </a:lnTo>
                    <a:lnTo>
                      <a:pt x="1055" y="295"/>
                    </a:lnTo>
                    <a:lnTo>
                      <a:pt x="1060" y="297"/>
                    </a:lnTo>
                    <a:lnTo>
                      <a:pt x="1061" y="302"/>
                    </a:lnTo>
                    <a:lnTo>
                      <a:pt x="1059" y="308"/>
                    </a:lnTo>
                    <a:lnTo>
                      <a:pt x="1057" y="314"/>
                    </a:lnTo>
                    <a:lnTo>
                      <a:pt x="1058" y="317"/>
                    </a:lnTo>
                    <a:lnTo>
                      <a:pt x="1061" y="320"/>
                    </a:lnTo>
                    <a:lnTo>
                      <a:pt x="1064" y="323"/>
                    </a:lnTo>
                    <a:lnTo>
                      <a:pt x="1066" y="327"/>
                    </a:lnTo>
                    <a:lnTo>
                      <a:pt x="1065" y="330"/>
                    </a:lnTo>
                    <a:close/>
                  </a:path>
                </a:pathLst>
              </a:custGeom>
              <a:solidFill>
                <a:srgbClr val="DA9FC0">
                  <a:alpha val="32000"/>
                </a:srgbClr>
              </a:solidFill>
              <a:ln>
                <a:noFill/>
              </a:ln>
            </p:spPr>
            <p:txBody>
              <a:bodyPr anchor="ctr"/>
              <a:lstStyle/>
              <a:p>
                <a:pPr algn="ctr">
                  <a:buNone/>
                </a:pPr>
              </a:p>
            </p:txBody>
          </p:sp>
          <p:sp>
            <p:nvSpPr>
              <p:cNvPr id="3064" name="addition:input:187"/>
              <p:cNvSpPr>
                <a:spLocks noGrp="1"/>
              </p:cNvSpPr>
              <p:nvPr/>
            </p:nvSpPr>
            <p:spPr>
              <a:xfrm>
                <a:off x="209550" y="5438775"/>
                <a:ext cx="1828617" cy="648584"/>
              </a:xfrm>
              <a:custGeom>
                <a:avLst/>
                <a:gdLst/>
                <a:ahLst/>
                <a:cxnLst/>
                <a:rect l="l" t="t" r="r" b="b"/>
                <a:pathLst>
                  <a:path w="1111" h="346">
                    <a:moveTo>
                      <a:pt x="0" y="0"/>
                    </a:moveTo>
                    <a:moveTo>
                      <a:pt x="1100" y="300"/>
                    </a:moveTo>
                    <a:lnTo>
                      <a:pt x="1104" y="303"/>
                    </a:lnTo>
                    <a:lnTo>
                      <a:pt x="1106" y="307"/>
                    </a:lnTo>
                    <a:lnTo>
                      <a:pt x="1105" y="311"/>
                    </a:lnTo>
                    <a:lnTo>
                      <a:pt x="1103" y="314"/>
                    </a:lnTo>
                    <a:lnTo>
                      <a:pt x="1103" y="318"/>
                    </a:lnTo>
                    <a:lnTo>
                      <a:pt x="1102" y="322"/>
                    </a:lnTo>
                    <a:lnTo>
                      <a:pt x="1101" y="326"/>
                    </a:lnTo>
                    <a:lnTo>
                      <a:pt x="1099" y="329"/>
                    </a:lnTo>
                    <a:lnTo>
                      <a:pt x="1095" y="330"/>
                    </a:lnTo>
                    <a:lnTo>
                      <a:pt x="1092" y="332"/>
                    </a:lnTo>
                    <a:lnTo>
                      <a:pt x="1089" y="335"/>
                    </a:lnTo>
                    <a:lnTo>
                      <a:pt x="1087" y="338"/>
                    </a:lnTo>
                    <a:lnTo>
                      <a:pt x="1083" y="339"/>
                    </a:lnTo>
                    <a:lnTo>
                      <a:pt x="1078" y="337"/>
                    </a:lnTo>
                    <a:lnTo>
                      <a:pt x="1074" y="334"/>
                    </a:lnTo>
                    <a:lnTo>
                      <a:pt x="1070" y="333"/>
                    </a:lnTo>
                    <a:lnTo>
                      <a:pt x="1067" y="336"/>
                    </a:lnTo>
                    <a:lnTo>
                      <a:pt x="1063" y="342"/>
                    </a:lnTo>
                    <a:lnTo>
                      <a:pt x="1058" y="346"/>
                    </a:lnTo>
                    <a:lnTo>
                      <a:pt x="1053" y="346"/>
                    </a:lnTo>
                    <a:lnTo>
                      <a:pt x="1048" y="344"/>
                    </a:lnTo>
                    <a:lnTo>
                      <a:pt x="1044" y="341"/>
                    </a:lnTo>
                    <a:lnTo>
                      <a:pt x="1040" y="338"/>
                    </a:lnTo>
                    <a:lnTo>
                      <a:pt x="1037" y="335"/>
                    </a:lnTo>
                    <a:lnTo>
                      <a:pt x="1034" y="332"/>
                    </a:lnTo>
                    <a:lnTo>
                      <a:pt x="1032" y="327"/>
                    </a:lnTo>
                    <a:lnTo>
                      <a:pt x="1030" y="324"/>
                    </a:lnTo>
                    <a:lnTo>
                      <a:pt x="1026" y="322"/>
                    </a:lnTo>
                    <a:lnTo>
                      <a:pt x="1020" y="320"/>
                    </a:lnTo>
                    <a:lnTo>
                      <a:pt x="1015" y="318"/>
                    </a:lnTo>
                    <a:lnTo>
                      <a:pt x="1013" y="315"/>
                    </a:lnTo>
                    <a:lnTo>
                      <a:pt x="1013" y="310"/>
                    </a:lnTo>
                    <a:lnTo>
                      <a:pt x="1014" y="306"/>
                    </a:lnTo>
                    <a:lnTo>
                      <a:pt x="1012" y="303"/>
                    </a:lnTo>
                    <a:lnTo>
                      <a:pt x="1007" y="300"/>
                    </a:lnTo>
                    <a:lnTo>
                      <a:pt x="1003" y="295"/>
                    </a:lnTo>
                    <a:lnTo>
                      <a:pt x="1003" y="291"/>
                    </a:lnTo>
                    <a:lnTo>
                      <a:pt x="1007" y="287"/>
                    </a:lnTo>
                    <a:lnTo>
                      <a:pt x="1013" y="285"/>
                    </a:lnTo>
                    <a:lnTo>
                      <a:pt x="1018" y="283"/>
                    </a:lnTo>
                    <a:lnTo>
                      <a:pt x="1021" y="280"/>
                    </a:lnTo>
                    <a:lnTo>
                      <a:pt x="1024" y="277"/>
                    </a:lnTo>
                    <a:lnTo>
                      <a:pt x="1028" y="275"/>
                    </a:lnTo>
                    <a:lnTo>
                      <a:pt x="1031" y="273"/>
                    </a:lnTo>
                    <a:lnTo>
                      <a:pt x="1034" y="269"/>
                    </a:lnTo>
                    <a:lnTo>
                      <a:pt x="1035" y="264"/>
                    </a:lnTo>
                    <a:lnTo>
                      <a:pt x="1037" y="258"/>
                    </a:lnTo>
                    <a:lnTo>
                      <a:pt x="1041" y="255"/>
                    </a:lnTo>
                    <a:lnTo>
                      <a:pt x="1047" y="255"/>
                    </a:lnTo>
                    <a:lnTo>
                      <a:pt x="1054" y="258"/>
                    </a:lnTo>
                    <a:lnTo>
                      <a:pt x="1059" y="260"/>
                    </a:lnTo>
                    <a:lnTo>
                      <a:pt x="1063" y="259"/>
                    </a:lnTo>
                    <a:lnTo>
                      <a:pt x="1068" y="257"/>
                    </a:lnTo>
                    <a:lnTo>
                      <a:pt x="1072" y="257"/>
                    </a:lnTo>
                    <a:lnTo>
                      <a:pt x="1076" y="259"/>
                    </a:lnTo>
                    <a:lnTo>
                      <a:pt x="1079" y="262"/>
                    </a:lnTo>
                    <a:lnTo>
                      <a:pt x="1082" y="265"/>
                    </a:lnTo>
                    <a:lnTo>
                      <a:pt x="1085" y="266"/>
                    </a:lnTo>
                    <a:lnTo>
                      <a:pt x="1089" y="267"/>
                    </a:lnTo>
                    <a:lnTo>
                      <a:pt x="1093" y="268"/>
                    </a:lnTo>
                    <a:lnTo>
                      <a:pt x="1096" y="269"/>
                    </a:lnTo>
                    <a:lnTo>
                      <a:pt x="1099" y="271"/>
                    </a:lnTo>
                    <a:lnTo>
                      <a:pt x="1103" y="273"/>
                    </a:lnTo>
                    <a:lnTo>
                      <a:pt x="1108" y="275"/>
                    </a:lnTo>
                    <a:lnTo>
                      <a:pt x="1111" y="278"/>
                    </a:lnTo>
                    <a:lnTo>
                      <a:pt x="1109" y="283"/>
                    </a:lnTo>
                    <a:lnTo>
                      <a:pt x="1104" y="289"/>
                    </a:lnTo>
                    <a:lnTo>
                      <a:pt x="1099" y="293"/>
                    </a:lnTo>
                    <a:lnTo>
                      <a:pt x="1098" y="296"/>
                    </a:lnTo>
                    <a:close/>
                  </a:path>
                </a:pathLst>
              </a:custGeom>
              <a:solidFill>
                <a:srgbClr val="DA9FC0">
                  <a:alpha val="32000"/>
                </a:srgbClr>
              </a:solidFill>
              <a:ln>
                <a:noFill/>
              </a:ln>
            </p:spPr>
            <p:txBody>
              <a:bodyPr anchor="ctr"/>
              <a:lstStyle/>
              <a:p>
                <a:pPr algn="ctr">
                  <a:buNone/>
                </a:pPr>
              </a:p>
            </p:txBody>
          </p:sp>
          <p:sp>
            <p:nvSpPr>
              <p:cNvPr id="3065" name="addition:input:188"/>
              <p:cNvSpPr>
                <a:spLocks noGrp="1"/>
              </p:cNvSpPr>
              <p:nvPr/>
            </p:nvSpPr>
            <p:spPr>
              <a:xfrm>
                <a:off x="209550" y="5438775"/>
                <a:ext cx="1922435" cy="674827"/>
              </a:xfrm>
              <a:custGeom>
                <a:avLst/>
                <a:gdLst/>
                <a:ahLst/>
                <a:cxnLst/>
                <a:rect l="l" t="t" r="r" b="b"/>
                <a:pathLst>
                  <a:path w="1168" h="360">
                    <a:moveTo>
                      <a:pt x="0" y="0"/>
                    </a:moveTo>
                    <a:moveTo>
                      <a:pt x="1167" y="309"/>
                    </a:moveTo>
                    <a:lnTo>
                      <a:pt x="1168" y="313"/>
                    </a:lnTo>
                    <a:lnTo>
                      <a:pt x="1166" y="317"/>
                    </a:lnTo>
                    <a:lnTo>
                      <a:pt x="1162" y="321"/>
                    </a:lnTo>
                    <a:lnTo>
                      <a:pt x="1159" y="324"/>
                    </a:lnTo>
                    <a:lnTo>
                      <a:pt x="1157" y="328"/>
                    </a:lnTo>
                    <a:lnTo>
                      <a:pt x="1155" y="332"/>
                    </a:lnTo>
                    <a:lnTo>
                      <a:pt x="1153" y="336"/>
                    </a:lnTo>
                    <a:lnTo>
                      <a:pt x="1148" y="338"/>
                    </a:lnTo>
                    <a:lnTo>
                      <a:pt x="1142" y="338"/>
                    </a:lnTo>
                    <a:lnTo>
                      <a:pt x="1137" y="340"/>
                    </a:lnTo>
                    <a:lnTo>
                      <a:pt x="1135" y="344"/>
                    </a:lnTo>
                    <a:lnTo>
                      <a:pt x="1134" y="351"/>
                    </a:lnTo>
                    <a:lnTo>
                      <a:pt x="1131" y="357"/>
                    </a:lnTo>
                    <a:lnTo>
                      <a:pt x="1126" y="360"/>
                    </a:lnTo>
                    <a:lnTo>
                      <a:pt x="1120" y="359"/>
                    </a:lnTo>
                    <a:lnTo>
                      <a:pt x="1114" y="356"/>
                    </a:lnTo>
                    <a:lnTo>
                      <a:pt x="1109" y="353"/>
                    </a:lnTo>
                    <a:lnTo>
                      <a:pt x="1105" y="352"/>
                    </a:lnTo>
                    <a:lnTo>
                      <a:pt x="1101" y="351"/>
                    </a:lnTo>
                    <a:lnTo>
                      <a:pt x="1098" y="349"/>
                    </a:lnTo>
                    <a:lnTo>
                      <a:pt x="1094" y="347"/>
                    </a:lnTo>
                    <a:lnTo>
                      <a:pt x="1091" y="347"/>
                    </a:lnTo>
                    <a:lnTo>
                      <a:pt x="1086" y="348"/>
                    </a:lnTo>
                    <a:lnTo>
                      <a:pt x="1081" y="349"/>
                    </a:lnTo>
                    <a:lnTo>
                      <a:pt x="1076" y="348"/>
                    </a:lnTo>
                    <a:lnTo>
                      <a:pt x="1075" y="343"/>
                    </a:lnTo>
                    <a:lnTo>
                      <a:pt x="1074" y="339"/>
                    </a:lnTo>
                    <a:lnTo>
                      <a:pt x="1073" y="335"/>
                    </a:lnTo>
                    <a:lnTo>
                      <a:pt x="1069" y="333"/>
                    </a:lnTo>
                    <a:lnTo>
                      <a:pt x="1065" y="330"/>
                    </a:lnTo>
                    <a:lnTo>
                      <a:pt x="1062" y="327"/>
                    </a:lnTo>
                    <a:lnTo>
                      <a:pt x="1064" y="322"/>
                    </a:lnTo>
                    <a:lnTo>
                      <a:pt x="1068" y="317"/>
                    </a:lnTo>
                    <a:lnTo>
                      <a:pt x="1071" y="313"/>
                    </a:lnTo>
                    <a:lnTo>
                      <a:pt x="1072" y="309"/>
                    </a:lnTo>
                    <a:lnTo>
                      <a:pt x="1071" y="305"/>
                    </a:lnTo>
                    <a:lnTo>
                      <a:pt x="1070" y="302"/>
                    </a:lnTo>
                    <a:lnTo>
                      <a:pt x="1069" y="298"/>
                    </a:lnTo>
                    <a:lnTo>
                      <a:pt x="1068" y="293"/>
                    </a:lnTo>
                    <a:lnTo>
                      <a:pt x="1066" y="288"/>
                    </a:lnTo>
                    <a:lnTo>
                      <a:pt x="1064" y="282"/>
                    </a:lnTo>
                    <a:lnTo>
                      <a:pt x="1065" y="278"/>
                    </a:lnTo>
                    <a:lnTo>
                      <a:pt x="1070" y="276"/>
                    </a:lnTo>
                    <a:lnTo>
                      <a:pt x="1076" y="276"/>
                    </a:lnTo>
                    <a:lnTo>
                      <a:pt x="1082" y="277"/>
                    </a:lnTo>
                    <a:lnTo>
                      <a:pt x="1085" y="276"/>
                    </a:lnTo>
                    <a:lnTo>
                      <a:pt x="1087" y="272"/>
                    </a:lnTo>
                    <a:lnTo>
                      <a:pt x="1089" y="268"/>
                    </a:lnTo>
                    <a:lnTo>
                      <a:pt x="1093" y="266"/>
                    </a:lnTo>
                    <a:lnTo>
                      <a:pt x="1097" y="266"/>
                    </a:lnTo>
                    <a:lnTo>
                      <a:pt x="1101" y="267"/>
                    </a:lnTo>
                    <a:lnTo>
                      <a:pt x="1105" y="267"/>
                    </a:lnTo>
                    <a:lnTo>
                      <a:pt x="1109" y="264"/>
                    </a:lnTo>
                    <a:lnTo>
                      <a:pt x="1114" y="262"/>
                    </a:lnTo>
                    <a:lnTo>
                      <a:pt x="1119" y="262"/>
                    </a:lnTo>
                    <a:lnTo>
                      <a:pt x="1124" y="263"/>
                    </a:lnTo>
                    <a:lnTo>
                      <a:pt x="1129" y="265"/>
                    </a:lnTo>
                    <a:lnTo>
                      <a:pt x="1135" y="265"/>
                    </a:lnTo>
                    <a:lnTo>
                      <a:pt x="1140" y="267"/>
                    </a:lnTo>
                    <a:lnTo>
                      <a:pt x="1143" y="272"/>
                    </a:lnTo>
                    <a:lnTo>
                      <a:pt x="1143" y="278"/>
                    </a:lnTo>
                    <a:lnTo>
                      <a:pt x="1143" y="284"/>
                    </a:lnTo>
                    <a:lnTo>
                      <a:pt x="1144" y="288"/>
                    </a:lnTo>
                    <a:lnTo>
                      <a:pt x="1150" y="289"/>
                    </a:lnTo>
                    <a:lnTo>
                      <a:pt x="1158" y="290"/>
                    </a:lnTo>
                    <a:lnTo>
                      <a:pt x="1164" y="292"/>
                    </a:lnTo>
                    <a:lnTo>
                      <a:pt x="1167" y="296"/>
                    </a:lnTo>
                    <a:lnTo>
                      <a:pt x="1167" y="300"/>
                    </a:lnTo>
                    <a:lnTo>
                      <a:pt x="1167" y="305"/>
                    </a:lnTo>
                    <a:close/>
                  </a:path>
                </a:pathLst>
              </a:custGeom>
              <a:solidFill>
                <a:srgbClr val="DA9FC0">
                  <a:alpha val="32000"/>
                </a:srgbClr>
              </a:solidFill>
              <a:ln>
                <a:noFill/>
              </a:ln>
            </p:spPr>
            <p:txBody>
              <a:bodyPr anchor="ctr"/>
              <a:lstStyle/>
              <a:p>
                <a:pPr algn="ctr">
                  <a:buNone/>
                </a:pPr>
              </a:p>
            </p:txBody>
          </p:sp>
          <p:sp>
            <p:nvSpPr>
              <p:cNvPr id="3066" name="addition:input:189"/>
              <p:cNvSpPr>
                <a:spLocks noGrp="1"/>
              </p:cNvSpPr>
              <p:nvPr/>
            </p:nvSpPr>
            <p:spPr>
              <a:xfrm>
                <a:off x="209550" y="5438775"/>
                <a:ext cx="1999793" cy="749808"/>
              </a:xfrm>
              <a:custGeom>
                <a:avLst/>
                <a:gdLst/>
                <a:ahLst/>
                <a:cxnLst/>
                <a:rect l="l" t="t" r="r" b="b"/>
                <a:pathLst>
                  <a:path w="1215" h="400">
                    <a:moveTo>
                      <a:pt x="0" y="0"/>
                    </a:moveTo>
                    <a:moveTo>
                      <a:pt x="1205" y="347"/>
                    </a:moveTo>
                    <a:lnTo>
                      <a:pt x="1211" y="352"/>
                    </a:lnTo>
                    <a:lnTo>
                      <a:pt x="1215" y="357"/>
                    </a:lnTo>
                    <a:lnTo>
                      <a:pt x="1214" y="362"/>
                    </a:lnTo>
                    <a:lnTo>
                      <a:pt x="1209" y="366"/>
                    </a:lnTo>
                    <a:lnTo>
                      <a:pt x="1202" y="368"/>
                    </a:lnTo>
                    <a:lnTo>
                      <a:pt x="1197" y="371"/>
                    </a:lnTo>
                    <a:lnTo>
                      <a:pt x="1193" y="373"/>
                    </a:lnTo>
                    <a:lnTo>
                      <a:pt x="1189" y="376"/>
                    </a:lnTo>
                    <a:lnTo>
                      <a:pt x="1185" y="378"/>
                    </a:lnTo>
                    <a:lnTo>
                      <a:pt x="1181" y="381"/>
                    </a:lnTo>
                    <a:lnTo>
                      <a:pt x="1179" y="385"/>
                    </a:lnTo>
                    <a:lnTo>
                      <a:pt x="1177" y="392"/>
                    </a:lnTo>
                    <a:lnTo>
                      <a:pt x="1173" y="398"/>
                    </a:lnTo>
                    <a:lnTo>
                      <a:pt x="1168" y="400"/>
                    </a:lnTo>
                    <a:lnTo>
                      <a:pt x="1161" y="399"/>
                    </a:lnTo>
                    <a:lnTo>
                      <a:pt x="1155" y="396"/>
                    </a:lnTo>
                    <a:lnTo>
                      <a:pt x="1149" y="394"/>
                    </a:lnTo>
                    <a:lnTo>
                      <a:pt x="1144" y="395"/>
                    </a:lnTo>
                    <a:lnTo>
                      <a:pt x="1138" y="397"/>
                    </a:lnTo>
                    <a:lnTo>
                      <a:pt x="1133" y="397"/>
                    </a:lnTo>
                    <a:lnTo>
                      <a:pt x="1129" y="394"/>
                    </a:lnTo>
                    <a:lnTo>
                      <a:pt x="1126" y="389"/>
                    </a:lnTo>
                    <a:lnTo>
                      <a:pt x="1123" y="385"/>
                    </a:lnTo>
                    <a:lnTo>
                      <a:pt x="1119" y="384"/>
                    </a:lnTo>
                    <a:lnTo>
                      <a:pt x="1114" y="383"/>
                    </a:lnTo>
                    <a:lnTo>
                      <a:pt x="1110" y="381"/>
                    </a:lnTo>
                    <a:lnTo>
                      <a:pt x="1107" y="379"/>
                    </a:lnTo>
                    <a:lnTo>
                      <a:pt x="1103" y="377"/>
                    </a:lnTo>
                    <a:lnTo>
                      <a:pt x="1098" y="374"/>
                    </a:lnTo>
                    <a:lnTo>
                      <a:pt x="1093" y="372"/>
                    </a:lnTo>
                    <a:lnTo>
                      <a:pt x="1091" y="367"/>
                    </a:lnTo>
                    <a:lnTo>
                      <a:pt x="1094" y="361"/>
                    </a:lnTo>
                    <a:lnTo>
                      <a:pt x="1100" y="355"/>
                    </a:lnTo>
                    <a:lnTo>
                      <a:pt x="1106" y="351"/>
                    </a:lnTo>
                    <a:lnTo>
                      <a:pt x="1107" y="347"/>
                    </a:lnTo>
                    <a:lnTo>
                      <a:pt x="1105" y="343"/>
                    </a:lnTo>
                    <a:lnTo>
                      <a:pt x="1102" y="339"/>
                    </a:lnTo>
                    <a:lnTo>
                      <a:pt x="1101" y="334"/>
                    </a:lnTo>
                    <a:lnTo>
                      <a:pt x="1103" y="330"/>
                    </a:lnTo>
                    <a:lnTo>
                      <a:pt x="1106" y="326"/>
                    </a:lnTo>
                    <a:lnTo>
                      <a:pt x="1107" y="322"/>
                    </a:lnTo>
                    <a:lnTo>
                      <a:pt x="1108" y="317"/>
                    </a:lnTo>
                    <a:lnTo>
                      <a:pt x="1109" y="313"/>
                    </a:lnTo>
                    <a:lnTo>
                      <a:pt x="1113" y="310"/>
                    </a:lnTo>
                    <a:lnTo>
                      <a:pt x="1117" y="308"/>
                    </a:lnTo>
                    <a:lnTo>
                      <a:pt x="1121" y="305"/>
                    </a:lnTo>
                    <a:lnTo>
                      <a:pt x="1124" y="302"/>
                    </a:lnTo>
                    <a:lnTo>
                      <a:pt x="1127" y="300"/>
                    </a:lnTo>
                    <a:lnTo>
                      <a:pt x="1132" y="300"/>
                    </a:lnTo>
                    <a:lnTo>
                      <a:pt x="1137" y="303"/>
                    </a:lnTo>
                    <a:lnTo>
                      <a:pt x="1141" y="307"/>
                    </a:lnTo>
                    <a:lnTo>
                      <a:pt x="1145" y="307"/>
                    </a:lnTo>
                    <a:lnTo>
                      <a:pt x="1148" y="303"/>
                    </a:lnTo>
                    <a:lnTo>
                      <a:pt x="1153" y="298"/>
                    </a:lnTo>
                    <a:lnTo>
                      <a:pt x="1159" y="294"/>
                    </a:lnTo>
                    <a:lnTo>
                      <a:pt x="1164" y="294"/>
                    </a:lnTo>
                    <a:lnTo>
                      <a:pt x="1169" y="298"/>
                    </a:lnTo>
                    <a:lnTo>
                      <a:pt x="1173" y="301"/>
                    </a:lnTo>
                    <a:lnTo>
                      <a:pt x="1177" y="304"/>
                    </a:lnTo>
                    <a:lnTo>
                      <a:pt x="1181" y="308"/>
                    </a:lnTo>
                    <a:lnTo>
                      <a:pt x="1183" y="312"/>
                    </a:lnTo>
                    <a:lnTo>
                      <a:pt x="1185" y="317"/>
                    </a:lnTo>
                    <a:lnTo>
                      <a:pt x="1187" y="321"/>
                    </a:lnTo>
                    <a:lnTo>
                      <a:pt x="1191" y="324"/>
                    </a:lnTo>
                    <a:lnTo>
                      <a:pt x="1197" y="326"/>
                    </a:lnTo>
                    <a:lnTo>
                      <a:pt x="1202" y="330"/>
                    </a:lnTo>
                    <a:lnTo>
                      <a:pt x="1203" y="334"/>
                    </a:lnTo>
                    <a:lnTo>
                      <a:pt x="1202" y="339"/>
                    </a:lnTo>
                    <a:lnTo>
                      <a:pt x="1202" y="343"/>
                    </a:lnTo>
                    <a:close/>
                  </a:path>
                </a:pathLst>
              </a:custGeom>
              <a:solidFill>
                <a:srgbClr val="DA9FC0">
                  <a:alpha val="32000"/>
                </a:srgbClr>
              </a:solidFill>
              <a:ln>
                <a:noFill/>
              </a:ln>
            </p:spPr>
            <p:txBody>
              <a:bodyPr anchor="ctr"/>
              <a:lstStyle/>
              <a:p>
                <a:pPr algn="ctr">
                  <a:buNone/>
                </a:pPr>
              </a:p>
            </p:txBody>
          </p:sp>
          <p:sp>
            <p:nvSpPr>
              <p:cNvPr id="3067" name="addition:input:190"/>
              <p:cNvSpPr>
                <a:spLocks noGrp="1"/>
              </p:cNvSpPr>
              <p:nvPr/>
            </p:nvSpPr>
            <p:spPr>
              <a:xfrm>
                <a:off x="209550" y="5438775"/>
                <a:ext cx="1968520" cy="836036"/>
              </a:xfrm>
              <a:custGeom>
                <a:avLst/>
                <a:gdLst/>
                <a:ahLst/>
                <a:cxnLst/>
                <a:rect l="l" t="t" r="r" b="b"/>
                <a:pathLst>
                  <a:path w="1196" h="446">
                    <a:moveTo>
                      <a:pt x="0" y="0"/>
                    </a:moveTo>
                    <a:moveTo>
                      <a:pt x="1190" y="389"/>
                    </a:moveTo>
                    <a:lnTo>
                      <a:pt x="1184" y="393"/>
                    </a:lnTo>
                    <a:lnTo>
                      <a:pt x="1180" y="397"/>
                    </a:lnTo>
                    <a:lnTo>
                      <a:pt x="1178" y="402"/>
                    </a:lnTo>
                    <a:lnTo>
                      <a:pt x="1177" y="406"/>
                    </a:lnTo>
                    <a:lnTo>
                      <a:pt x="1174" y="410"/>
                    </a:lnTo>
                    <a:lnTo>
                      <a:pt x="1168" y="413"/>
                    </a:lnTo>
                    <a:lnTo>
                      <a:pt x="1164" y="416"/>
                    </a:lnTo>
                    <a:lnTo>
                      <a:pt x="1161" y="420"/>
                    </a:lnTo>
                    <a:lnTo>
                      <a:pt x="1158" y="425"/>
                    </a:lnTo>
                    <a:lnTo>
                      <a:pt x="1153" y="428"/>
                    </a:lnTo>
                    <a:lnTo>
                      <a:pt x="1147" y="430"/>
                    </a:lnTo>
                    <a:lnTo>
                      <a:pt x="1141" y="432"/>
                    </a:lnTo>
                    <a:lnTo>
                      <a:pt x="1136" y="435"/>
                    </a:lnTo>
                    <a:lnTo>
                      <a:pt x="1131" y="441"/>
                    </a:lnTo>
                    <a:lnTo>
                      <a:pt x="1126" y="445"/>
                    </a:lnTo>
                    <a:lnTo>
                      <a:pt x="1119" y="446"/>
                    </a:lnTo>
                    <a:lnTo>
                      <a:pt x="1112" y="441"/>
                    </a:lnTo>
                    <a:lnTo>
                      <a:pt x="1106" y="435"/>
                    </a:lnTo>
                    <a:lnTo>
                      <a:pt x="1102" y="430"/>
                    </a:lnTo>
                    <a:lnTo>
                      <a:pt x="1098" y="430"/>
                    </a:lnTo>
                    <a:lnTo>
                      <a:pt x="1092" y="432"/>
                    </a:lnTo>
                    <a:lnTo>
                      <a:pt x="1087" y="433"/>
                    </a:lnTo>
                    <a:lnTo>
                      <a:pt x="1081" y="433"/>
                    </a:lnTo>
                    <a:lnTo>
                      <a:pt x="1076" y="431"/>
                    </a:lnTo>
                    <a:lnTo>
                      <a:pt x="1071" y="430"/>
                    </a:lnTo>
                    <a:lnTo>
                      <a:pt x="1065" y="428"/>
                    </a:lnTo>
                    <a:lnTo>
                      <a:pt x="1061" y="425"/>
                    </a:lnTo>
                    <a:lnTo>
                      <a:pt x="1060" y="420"/>
                    </a:lnTo>
                    <a:lnTo>
                      <a:pt x="1061" y="414"/>
                    </a:lnTo>
                    <a:lnTo>
                      <a:pt x="1062" y="409"/>
                    </a:lnTo>
                    <a:lnTo>
                      <a:pt x="1060" y="406"/>
                    </a:lnTo>
                    <a:lnTo>
                      <a:pt x="1055" y="402"/>
                    </a:lnTo>
                    <a:lnTo>
                      <a:pt x="1052" y="398"/>
                    </a:lnTo>
                    <a:lnTo>
                      <a:pt x="1054" y="393"/>
                    </a:lnTo>
                    <a:lnTo>
                      <a:pt x="1060" y="389"/>
                    </a:lnTo>
                    <a:lnTo>
                      <a:pt x="1064" y="385"/>
                    </a:lnTo>
                    <a:lnTo>
                      <a:pt x="1063" y="381"/>
                    </a:lnTo>
                    <a:lnTo>
                      <a:pt x="1058" y="376"/>
                    </a:lnTo>
                    <a:lnTo>
                      <a:pt x="1053" y="370"/>
                    </a:lnTo>
                    <a:lnTo>
                      <a:pt x="1051" y="365"/>
                    </a:lnTo>
                    <a:lnTo>
                      <a:pt x="1053" y="360"/>
                    </a:lnTo>
                    <a:lnTo>
                      <a:pt x="1056" y="356"/>
                    </a:lnTo>
                    <a:lnTo>
                      <a:pt x="1060" y="353"/>
                    </a:lnTo>
                    <a:lnTo>
                      <a:pt x="1064" y="350"/>
                    </a:lnTo>
                    <a:lnTo>
                      <a:pt x="1071" y="349"/>
                    </a:lnTo>
                    <a:lnTo>
                      <a:pt x="1078" y="350"/>
                    </a:lnTo>
                    <a:lnTo>
                      <a:pt x="1084" y="352"/>
                    </a:lnTo>
                    <a:lnTo>
                      <a:pt x="1088" y="350"/>
                    </a:lnTo>
                    <a:lnTo>
                      <a:pt x="1091" y="345"/>
                    </a:lnTo>
                    <a:lnTo>
                      <a:pt x="1094" y="339"/>
                    </a:lnTo>
                    <a:lnTo>
                      <a:pt x="1099" y="336"/>
                    </a:lnTo>
                    <a:lnTo>
                      <a:pt x="1106" y="337"/>
                    </a:lnTo>
                    <a:lnTo>
                      <a:pt x="1112" y="339"/>
                    </a:lnTo>
                    <a:lnTo>
                      <a:pt x="1118" y="341"/>
                    </a:lnTo>
                    <a:lnTo>
                      <a:pt x="1125" y="339"/>
                    </a:lnTo>
                    <a:lnTo>
                      <a:pt x="1132" y="338"/>
                    </a:lnTo>
                    <a:lnTo>
                      <a:pt x="1140" y="338"/>
                    </a:lnTo>
                    <a:lnTo>
                      <a:pt x="1145" y="341"/>
                    </a:lnTo>
                    <a:lnTo>
                      <a:pt x="1150" y="346"/>
                    </a:lnTo>
                    <a:lnTo>
                      <a:pt x="1154" y="350"/>
                    </a:lnTo>
                    <a:lnTo>
                      <a:pt x="1158" y="354"/>
                    </a:lnTo>
                    <a:lnTo>
                      <a:pt x="1162" y="358"/>
                    </a:lnTo>
                    <a:lnTo>
                      <a:pt x="1164" y="362"/>
                    </a:lnTo>
                    <a:lnTo>
                      <a:pt x="1165" y="367"/>
                    </a:lnTo>
                    <a:lnTo>
                      <a:pt x="1169" y="370"/>
                    </a:lnTo>
                    <a:lnTo>
                      <a:pt x="1177" y="372"/>
                    </a:lnTo>
                    <a:lnTo>
                      <a:pt x="1188" y="374"/>
                    </a:lnTo>
                    <a:lnTo>
                      <a:pt x="1195" y="378"/>
                    </a:lnTo>
                    <a:lnTo>
                      <a:pt x="1196" y="383"/>
                    </a:lnTo>
                    <a:close/>
                  </a:path>
                </a:pathLst>
              </a:custGeom>
              <a:solidFill>
                <a:srgbClr val="DA9FC0">
                  <a:alpha val="32000"/>
                </a:srgbClr>
              </a:solidFill>
              <a:ln>
                <a:noFill/>
              </a:ln>
            </p:spPr>
            <p:txBody>
              <a:bodyPr anchor="ctr"/>
              <a:lstStyle/>
              <a:p>
                <a:pPr algn="ctr">
                  <a:buNone/>
                </a:pPr>
              </a:p>
            </p:txBody>
          </p:sp>
          <p:sp>
            <p:nvSpPr>
              <p:cNvPr id="3068" name="addition:input:191"/>
              <p:cNvSpPr>
                <a:spLocks noGrp="1"/>
              </p:cNvSpPr>
              <p:nvPr/>
            </p:nvSpPr>
            <p:spPr>
              <a:xfrm>
                <a:off x="209550" y="5438775"/>
                <a:ext cx="1826971" cy="836036"/>
              </a:xfrm>
              <a:custGeom>
                <a:avLst/>
                <a:gdLst/>
                <a:ahLst/>
                <a:cxnLst/>
                <a:rect l="l" t="t" r="r" b="b"/>
                <a:pathLst>
                  <a:path w="1110" h="446">
                    <a:moveTo>
                      <a:pt x="0" y="0"/>
                    </a:moveTo>
                    <a:moveTo>
                      <a:pt x="1104" y="394"/>
                    </a:moveTo>
                    <a:lnTo>
                      <a:pt x="1107" y="398"/>
                    </a:lnTo>
                    <a:lnTo>
                      <a:pt x="1110" y="403"/>
                    </a:lnTo>
                    <a:lnTo>
                      <a:pt x="1110" y="407"/>
                    </a:lnTo>
                    <a:lnTo>
                      <a:pt x="1108" y="411"/>
                    </a:lnTo>
                    <a:lnTo>
                      <a:pt x="1106" y="415"/>
                    </a:lnTo>
                    <a:lnTo>
                      <a:pt x="1106" y="420"/>
                    </a:lnTo>
                    <a:lnTo>
                      <a:pt x="1106" y="425"/>
                    </a:lnTo>
                    <a:lnTo>
                      <a:pt x="1103" y="429"/>
                    </a:lnTo>
                    <a:lnTo>
                      <a:pt x="1096" y="430"/>
                    </a:lnTo>
                    <a:lnTo>
                      <a:pt x="1088" y="428"/>
                    </a:lnTo>
                    <a:lnTo>
                      <a:pt x="1082" y="427"/>
                    </a:lnTo>
                    <a:lnTo>
                      <a:pt x="1078" y="428"/>
                    </a:lnTo>
                    <a:lnTo>
                      <a:pt x="1076" y="434"/>
                    </a:lnTo>
                    <a:lnTo>
                      <a:pt x="1073" y="440"/>
                    </a:lnTo>
                    <a:lnTo>
                      <a:pt x="1069" y="445"/>
                    </a:lnTo>
                    <a:lnTo>
                      <a:pt x="1063" y="446"/>
                    </a:lnTo>
                    <a:lnTo>
                      <a:pt x="1057" y="446"/>
                    </a:lnTo>
                    <a:lnTo>
                      <a:pt x="1050" y="446"/>
                    </a:lnTo>
                    <a:lnTo>
                      <a:pt x="1044" y="446"/>
                    </a:lnTo>
                    <a:lnTo>
                      <a:pt x="1038" y="444"/>
                    </a:lnTo>
                    <a:lnTo>
                      <a:pt x="1033" y="440"/>
                    </a:lnTo>
                    <a:lnTo>
                      <a:pt x="1029" y="435"/>
                    </a:lnTo>
                    <a:lnTo>
                      <a:pt x="1025" y="433"/>
                    </a:lnTo>
                    <a:lnTo>
                      <a:pt x="1019" y="432"/>
                    </a:lnTo>
                    <a:lnTo>
                      <a:pt x="1012" y="432"/>
                    </a:lnTo>
                    <a:lnTo>
                      <a:pt x="1008" y="429"/>
                    </a:lnTo>
                    <a:lnTo>
                      <a:pt x="1006" y="424"/>
                    </a:lnTo>
                    <a:lnTo>
                      <a:pt x="1006" y="419"/>
                    </a:lnTo>
                    <a:lnTo>
                      <a:pt x="1004" y="416"/>
                    </a:lnTo>
                    <a:lnTo>
                      <a:pt x="997" y="414"/>
                    </a:lnTo>
                    <a:lnTo>
                      <a:pt x="990" y="412"/>
                    </a:lnTo>
                    <a:lnTo>
                      <a:pt x="985" y="408"/>
                    </a:lnTo>
                    <a:lnTo>
                      <a:pt x="984" y="404"/>
                    </a:lnTo>
                    <a:lnTo>
                      <a:pt x="987" y="398"/>
                    </a:lnTo>
                    <a:lnTo>
                      <a:pt x="991" y="394"/>
                    </a:lnTo>
                    <a:lnTo>
                      <a:pt x="994" y="389"/>
                    </a:lnTo>
                    <a:lnTo>
                      <a:pt x="998" y="385"/>
                    </a:lnTo>
                    <a:lnTo>
                      <a:pt x="1003" y="382"/>
                    </a:lnTo>
                    <a:lnTo>
                      <a:pt x="1007" y="379"/>
                    </a:lnTo>
                    <a:lnTo>
                      <a:pt x="1010" y="375"/>
                    </a:lnTo>
                    <a:lnTo>
                      <a:pt x="1010" y="370"/>
                    </a:lnTo>
                    <a:lnTo>
                      <a:pt x="1008" y="364"/>
                    </a:lnTo>
                    <a:lnTo>
                      <a:pt x="1008" y="358"/>
                    </a:lnTo>
                    <a:lnTo>
                      <a:pt x="1012" y="354"/>
                    </a:lnTo>
                    <a:lnTo>
                      <a:pt x="1019" y="354"/>
                    </a:lnTo>
                    <a:lnTo>
                      <a:pt x="1025" y="353"/>
                    </a:lnTo>
                    <a:lnTo>
                      <a:pt x="1029" y="351"/>
                    </a:lnTo>
                    <a:lnTo>
                      <a:pt x="1033" y="347"/>
                    </a:lnTo>
                    <a:lnTo>
                      <a:pt x="1037" y="343"/>
                    </a:lnTo>
                    <a:lnTo>
                      <a:pt x="1042" y="343"/>
                    </a:lnTo>
                    <a:lnTo>
                      <a:pt x="1047" y="345"/>
                    </a:lnTo>
                    <a:lnTo>
                      <a:pt x="1051" y="348"/>
                    </a:lnTo>
                    <a:lnTo>
                      <a:pt x="1055" y="349"/>
                    </a:lnTo>
                    <a:lnTo>
                      <a:pt x="1059" y="349"/>
                    </a:lnTo>
                    <a:lnTo>
                      <a:pt x="1063" y="350"/>
                    </a:lnTo>
                    <a:lnTo>
                      <a:pt x="1067" y="351"/>
                    </a:lnTo>
                    <a:lnTo>
                      <a:pt x="1071" y="351"/>
                    </a:lnTo>
                    <a:lnTo>
                      <a:pt x="1076" y="351"/>
                    </a:lnTo>
                    <a:lnTo>
                      <a:pt x="1083" y="349"/>
                    </a:lnTo>
                    <a:lnTo>
                      <a:pt x="1090" y="348"/>
                    </a:lnTo>
                    <a:lnTo>
                      <a:pt x="1094" y="352"/>
                    </a:lnTo>
                    <a:lnTo>
                      <a:pt x="1094" y="358"/>
                    </a:lnTo>
                    <a:lnTo>
                      <a:pt x="1092" y="366"/>
                    </a:lnTo>
                    <a:lnTo>
                      <a:pt x="1090" y="371"/>
                    </a:lnTo>
                    <a:lnTo>
                      <a:pt x="1093" y="375"/>
                    </a:lnTo>
                    <a:lnTo>
                      <a:pt x="1097" y="377"/>
                    </a:lnTo>
                    <a:lnTo>
                      <a:pt x="1101" y="381"/>
                    </a:lnTo>
                    <a:lnTo>
                      <a:pt x="1103" y="385"/>
                    </a:lnTo>
                    <a:lnTo>
                      <a:pt x="1103" y="389"/>
                    </a:lnTo>
                    <a:close/>
                  </a:path>
                </a:pathLst>
              </a:custGeom>
              <a:solidFill>
                <a:srgbClr val="DA9FC0">
                  <a:alpha val="32000"/>
                </a:srgbClr>
              </a:solidFill>
              <a:ln>
                <a:noFill/>
              </a:ln>
            </p:spPr>
            <p:txBody>
              <a:bodyPr anchor="ctr"/>
              <a:lstStyle/>
              <a:p>
                <a:pPr algn="ctr">
                  <a:buNone/>
                </a:pPr>
              </a:p>
            </p:txBody>
          </p:sp>
          <p:sp>
            <p:nvSpPr>
              <p:cNvPr id="3069" name="addition:input:192"/>
              <p:cNvSpPr>
                <a:spLocks noGrp="1"/>
              </p:cNvSpPr>
              <p:nvPr/>
            </p:nvSpPr>
            <p:spPr>
              <a:xfrm>
                <a:off x="209550" y="5438775"/>
                <a:ext cx="1723278" cy="794796"/>
              </a:xfrm>
              <a:custGeom>
                <a:avLst/>
                <a:gdLst/>
                <a:ahLst/>
                <a:cxnLst/>
                <a:rect l="l" t="t" r="r" b="b"/>
                <a:pathLst>
                  <a:path w="1047" h="424">
                    <a:moveTo>
                      <a:pt x="0" y="0"/>
                    </a:moveTo>
                    <a:moveTo>
                      <a:pt x="1043" y="376"/>
                    </a:moveTo>
                    <a:lnTo>
                      <a:pt x="1046" y="380"/>
                    </a:lnTo>
                    <a:lnTo>
                      <a:pt x="1047" y="384"/>
                    </a:lnTo>
                    <a:lnTo>
                      <a:pt x="1044" y="387"/>
                    </a:lnTo>
                    <a:lnTo>
                      <a:pt x="1042" y="390"/>
                    </a:lnTo>
                    <a:lnTo>
                      <a:pt x="1041" y="393"/>
                    </a:lnTo>
                    <a:lnTo>
                      <a:pt x="1043" y="398"/>
                    </a:lnTo>
                    <a:lnTo>
                      <a:pt x="1044" y="403"/>
                    </a:lnTo>
                    <a:lnTo>
                      <a:pt x="1042" y="407"/>
                    </a:lnTo>
                    <a:lnTo>
                      <a:pt x="1038" y="408"/>
                    </a:lnTo>
                    <a:lnTo>
                      <a:pt x="1032" y="408"/>
                    </a:lnTo>
                    <a:lnTo>
                      <a:pt x="1027" y="407"/>
                    </a:lnTo>
                    <a:lnTo>
                      <a:pt x="1024" y="408"/>
                    </a:lnTo>
                    <a:lnTo>
                      <a:pt x="1021" y="410"/>
                    </a:lnTo>
                    <a:lnTo>
                      <a:pt x="1018" y="411"/>
                    </a:lnTo>
                    <a:lnTo>
                      <a:pt x="1015" y="413"/>
                    </a:lnTo>
                    <a:lnTo>
                      <a:pt x="1011" y="415"/>
                    </a:lnTo>
                    <a:lnTo>
                      <a:pt x="1007" y="419"/>
                    </a:lnTo>
                    <a:lnTo>
                      <a:pt x="1003" y="423"/>
                    </a:lnTo>
                    <a:lnTo>
                      <a:pt x="997" y="424"/>
                    </a:lnTo>
                    <a:lnTo>
                      <a:pt x="993" y="421"/>
                    </a:lnTo>
                    <a:lnTo>
                      <a:pt x="989" y="416"/>
                    </a:lnTo>
                    <a:lnTo>
                      <a:pt x="986" y="412"/>
                    </a:lnTo>
                    <a:lnTo>
                      <a:pt x="982" y="410"/>
                    </a:lnTo>
                    <a:lnTo>
                      <a:pt x="977" y="410"/>
                    </a:lnTo>
                    <a:lnTo>
                      <a:pt x="972" y="409"/>
                    </a:lnTo>
                    <a:lnTo>
                      <a:pt x="969" y="406"/>
                    </a:lnTo>
                    <a:lnTo>
                      <a:pt x="967" y="402"/>
                    </a:lnTo>
                    <a:lnTo>
                      <a:pt x="966" y="398"/>
                    </a:lnTo>
                    <a:lnTo>
                      <a:pt x="963" y="395"/>
                    </a:lnTo>
                    <a:lnTo>
                      <a:pt x="959" y="393"/>
                    </a:lnTo>
                    <a:lnTo>
                      <a:pt x="955" y="390"/>
                    </a:lnTo>
                    <a:lnTo>
                      <a:pt x="953" y="387"/>
                    </a:lnTo>
                    <a:lnTo>
                      <a:pt x="951" y="383"/>
                    </a:lnTo>
                    <a:lnTo>
                      <a:pt x="950" y="380"/>
                    </a:lnTo>
                    <a:lnTo>
                      <a:pt x="948" y="376"/>
                    </a:lnTo>
                    <a:lnTo>
                      <a:pt x="947" y="371"/>
                    </a:lnTo>
                    <a:lnTo>
                      <a:pt x="951" y="368"/>
                    </a:lnTo>
                    <a:lnTo>
                      <a:pt x="958" y="365"/>
                    </a:lnTo>
                    <a:lnTo>
                      <a:pt x="964" y="363"/>
                    </a:lnTo>
                    <a:lnTo>
                      <a:pt x="968" y="361"/>
                    </a:lnTo>
                    <a:lnTo>
                      <a:pt x="968" y="357"/>
                    </a:lnTo>
                    <a:lnTo>
                      <a:pt x="967" y="352"/>
                    </a:lnTo>
                    <a:lnTo>
                      <a:pt x="968" y="347"/>
                    </a:lnTo>
                    <a:lnTo>
                      <a:pt x="971" y="344"/>
                    </a:lnTo>
                    <a:lnTo>
                      <a:pt x="975" y="342"/>
                    </a:lnTo>
                    <a:lnTo>
                      <a:pt x="979" y="340"/>
                    </a:lnTo>
                    <a:lnTo>
                      <a:pt x="982" y="337"/>
                    </a:lnTo>
                    <a:lnTo>
                      <a:pt x="986" y="335"/>
                    </a:lnTo>
                    <a:lnTo>
                      <a:pt x="991" y="334"/>
                    </a:lnTo>
                    <a:lnTo>
                      <a:pt x="995" y="334"/>
                    </a:lnTo>
                    <a:lnTo>
                      <a:pt x="999" y="335"/>
                    </a:lnTo>
                    <a:lnTo>
                      <a:pt x="1003" y="334"/>
                    </a:lnTo>
                    <a:lnTo>
                      <a:pt x="1007" y="333"/>
                    </a:lnTo>
                    <a:lnTo>
                      <a:pt x="1011" y="334"/>
                    </a:lnTo>
                    <a:lnTo>
                      <a:pt x="1014" y="337"/>
                    </a:lnTo>
                    <a:lnTo>
                      <a:pt x="1016" y="341"/>
                    </a:lnTo>
                    <a:lnTo>
                      <a:pt x="1018" y="344"/>
                    </a:lnTo>
                    <a:lnTo>
                      <a:pt x="1022" y="343"/>
                    </a:lnTo>
                    <a:lnTo>
                      <a:pt x="1027" y="340"/>
                    </a:lnTo>
                    <a:lnTo>
                      <a:pt x="1033" y="339"/>
                    </a:lnTo>
                    <a:lnTo>
                      <a:pt x="1037" y="340"/>
                    </a:lnTo>
                    <a:lnTo>
                      <a:pt x="1038" y="345"/>
                    </a:lnTo>
                    <a:lnTo>
                      <a:pt x="1038" y="350"/>
                    </a:lnTo>
                    <a:lnTo>
                      <a:pt x="1039" y="354"/>
                    </a:lnTo>
                    <a:lnTo>
                      <a:pt x="1039" y="358"/>
                    </a:lnTo>
                    <a:lnTo>
                      <a:pt x="1039" y="362"/>
                    </a:lnTo>
                    <a:lnTo>
                      <a:pt x="1038" y="366"/>
                    </a:lnTo>
                    <a:lnTo>
                      <a:pt x="1038" y="369"/>
                    </a:lnTo>
                    <a:lnTo>
                      <a:pt x="1039" y="372"/>
                    </a:lnTo>
                    <a:close/>
                  </a:path>
                </a:pathLst>
              </a:custGeom>
              <a:solidFill>
                <a:srgbClr val="DA9FC0">
                  <a:alpha val="32000"/>
                </a:srgbClr>
              </a:solidFill>
              <a:ln>
                <a:noFill/>
              </a:ln>
            </p:spPr>
            <p:txBody>
              <a:bodyPr anchor="ctr"/>
              <a:lstStyle/>
              <a:p>
                <a:pPr algn="ctr">
                  <a:buNone/>
                </a:pPr>
              </a:p>
            </p:txBody>
          </p:sp>
          <p:sp>
            <p:nvSpPr>
              <p:cNvPr id="3070" name="addition:input:193"/>
              <p:cNvSpPr>
                <a:spLocks noGrp="1"/>
              </p:cNvSpPr>
              <p:nvPr/>
            </p:nvSpPr>
            <p:spPr>
              <a:xfrm>
                <a:off x="209550" y="5438775"/>
                <a:ext cx="1915851" cy="794796"/>
              </a:xfrm>
              <a:custGeom>
                <a:avLst/>
                <a:gdLst/>
                <a:ahLst/>
                <a:cxnLst/>
                <a:rect l="l" t="t" r="r" b="b"/>
                <a:pathLst>
                  <a:path w="1164" h="424">
                    <a:moveTo>
                      <a:pt x="0" y="0"/>
                    </a:moveTo>
                    <a:moveTo>
                      <a:pt x="1146" y="369"/>
                    </a:moveTo>
                    <a:lnTo>
                      <a:pt x="1141" y="373"/>
                    </a:lnTo>
                    <a:lnTo>
                      <a:pt x="1141" y="377"/>
                    </a:lnTo>
                    <a:lnTo>
                      <a:pt x="1143" y="382"/>
                    </a:lnTo>
                    <a:lnTo>
                      <a:pt x="1144" y="387"/>
                    </a:lnTo>
                    <a:lnTo>
                      <a:pt x="1140" y="392"/>
                    </a:lnTo>
                    <a:lnTo>
                      <a:pt x="1135" y="395"/>
                    </a:lnTo>
                    <a:lnTo>
                      <a:pt x="1131" y="399"/>
                    </a:lnTo>
                    <a:lnTo>
                      <a:pt x="1129" y="404"/>
                    </a:lnTo>
                    <a:lnTo>
                      <a:pt x="1127" y="409"/>
                    </a:lnTo>
                    <a:lnTo>
                      <a:pt x="1123" y="413"/>
                    </a:lnTo>
                    <a:lnTo>
                      <a:pt x="1117" y="416"/>
                    </a:lnTo>
                    <a:lnTo>
                      <a:pt x="1112" y="418"/>
                    </a:lnTo>
                    <a:lnTo>
                      <a:pt x="1107" y="421"/>
                    </a:lnTo>
                    <a:lnTo>
                      <a:pt x="1102" y="424"/>
                    </a:lnTo>
                    <a:lnTo>
                      <a:pt x="1096" y="424"/>
                    </a:lnTo>
                    <a:lnTo>
                      <a:pt x="1090" y="420"/>
                    </a:lnTo>
                    <a:lnTo>
                      <a:pt x="1084" y="415"/>
                    </a:lnTo>
                    <a:lnTo>
                      <a:pt x="1080" y="411"/>
                    </a:lnTo>
                    <a:lnTo>
                      <a:pt x="1076" y="413"/>
                    </a:lnTo>
                    <a:lnTo>
                      <a:pt x="1070" y="418"/>
                    </a:lnTo>
                    <a:lnTo>
                      <a:pt x="1063" y="423"/>
                    </a:lnTo>
                    <a:lnTo>
                      <a:pt x="1056" y="424"/>
                    </a:lnTo>
                    <a:lnTo>
                      <a:pt x="1051" y="421"/>
                    </a:lnTo>
                    <a:lnTo>
                      <a:pt x="1047" y="416"/>
                    </a:lnTo>
                    <a:lnTo>
                      <a:pt x="1043" y="413"/>
                    </a:lnTo>
                    <a:lnTo>
                      <a:pt x="1039" y="409"/>
                    </a:lnTo>
                    <a:lnTo>
                      <a:pt x="1035" y="405"/>
                    </a:lnTo>
                    <a:lnTo>
                      <a:pt x="1034" y="400"/>
                    </a:lnTo>
                    <a:lnTo>
                      <a:pt x="1033" y="394"/>
                    </a:lnTo>
                    <a:lnTo>
                      <a:pt x="1031" y="390"/>
                    </a:lnTo>
                    <a:lnTo>
                      <a:pt x="1026" y="387"/>
                    </a:lnTo>
                    <a:lnTo>
                      <a:pt x="1020" y="383"/>
                    </a:lnTo>
                    <a:lnTo>
                      <a:pt x="1018" y="378"/>
                    </a:lnTo>
                    <a:lnTo>
                      <a:pt x="1020" y="373"/>
                    </a:lnTo>
                    <a:lnTo>
                      <a:pt x="1022" y="369"/>
                    </a:lnTo>
                    <a:lnTo>
                      <a:pt x="1020" y="364"/>
                    </a:lnTo>
                    <a:lnTo>
                      <a:pt x="1014" y="359"/>
                    </a:lnTo>
                    <a:lnTo>
                      <a:pt x="1007" y="352"/>
                    </a:lnTo>
                    <a:lnTo>
                      <a:pt x="1004" y="346"/>
                    </a:lnTo>
                    <a:lnTo>
                      <a:pt x="1008" y="342"/>
                    </a:lnTo>
                    <a:lnTo>
                      <a:pt x="1016" y="339"/>
                    </a:lnTo>
                    <a:lnTo>
                      <a:pt x="1024" y="338"/>
                    </a:lnTo>
                    <a:lnTo>
                      <a:pt x="1029" y="336"/>
                    </a:lnTo>
                    <a:lnTo>
                      <a:pt x="1034" y="333"/>
                    </a:lnTo>
                    <a:lnTo>
                      <a:pt x="1039" y="331"/>
                    </a:lnTo>
                    <a:lnTo>
                      <a:pt x="1045" y="329"/>
                    </a:lnTo>
                    <a:lnTo>
                      <a:pt x="1049" y="326"/>
                    </a:lnTo>
                    <a:lnTo>
                      <a:pt x="1053" y="321"/>
                    </a:lnTo>
                    <a:lnTo>
                      <a:pt x="1057" y="315"/>
                    </a:lnTo>
                    <a:lnTo>
                      <a:pt x="1063" y="310"/>
                    </a:lnTo>
                    <a:lnTo>
                      <a:pt x="1071" y="310"/>
                    </a:lnTo>
                    <a:lnTo>
                      <a:pt x="1079" y="313"/>
                    </a:lnTo>
                    <a:lnTo>
                      <a:pt x="1086" y="316"/>
                    </a:lnTo>
                    <a:lnTo>
                      <a:pt x="1093" y="316"/>
                    </a:lnTo>
                    <a:lnTo>
                      <a:pt x="1100" y="314"/>
                    </a:lnTo>
                    <a:lnTo>
                      <a:pt x="1108" y="313"/>
                    </a:lnTo>
                    <a:lnTo>
                      <a:pt x="1115" y="316"/>
                    </a:lnTo>
                    <a:lnTo>
                      <a:pt x="1119" y="322"/>
                    </a:lnTo>
                    <a:lnTo>
                      <a:pt x="1121" y="328"/>
                    </a:lnTo>
                    <a:lnTo>
                      <a:pt x="1125" y="332"/>
                    </a:lnTo>
                    <a:lnTo>
                      <a:pt x="1130" y="334"/>
                    </a:lnTo>
                    <a:lnTo>
                      <a:pt x="1136" y="336"/>
                    </a:lnTo>
                    <a:lnTo>
                      <a:pt x="1141" y="338"/>
                    </a:lnTo>
                    <a:lnTo>
                      <a:pt x="1146" y="341"/>
                    </a:lnTo>
                    <a:lnTo>
                      <a:pt x="1152" y="344"/>
                    </a:lnTo>
                    <a:lnTo>
                      <a:pt x="1159" y="347"/>
                    </a:lnTo>
                    <a:lnTo>
                      <a:pt x="1164" y="352"/>
                    </a:lnTo>
                    <a:lnTo>
                      <a:pt x="1163" y="358"/>
                    </a:lnTo>
                    <a:lnTo>
                      <a:pt x="1155" y="364"/>
                    </a:lnTo>
                    <a:close/>
                  </a:path>
                </a:pathLst>
              </a:custGeom>
              <a:solidFill>
                <a:srgbClr val="DA9FC0">
                  <a:alpha val="32000"/>
                </a:srgbClr>
              </a:solidFill>
              <a:ln>
                <a:noFill/>
              </a:ln>
            </p:spPr>
            <p:txBody>
              <a:bodyPr anchor="ctr"/>
              <a:lstStyle/>
              <a:p>
                <a:pPr algn="ctr">
                  <a:buNone/>
                </a:pPr>
              </a:p>
            </p:txBody>
          </p:sp>
          <p:sp>
            <p:nvSpPr>
              <p:cNvPr id="3071" name="addition:input:194"/>
              <p:cNvSpPr>
                <a:spLocks noGrp="1"/>
              </p:cNvSpPr>
              <p:nvPr/>
            </p:nvSpPr>
            <p:spPr>
              <a:xfrm>
                <a:off x="209550" y="5438775"/>
                <a:ext cx="1961937" cy="864154"/>
              </a:xfrm>
              <a:custGeom>
                <a:avLst/>
                <a:gdLst/>
                <a:ahLst/>
                <a:cxnLst/>
                <a:rect l="l" t="t" r="r" b="b"/>
                <a:pathLst>
                  <a:path w="1192" h="461">
                    <a:moveTo>
                      <a:pt x="0" y="0"/>
                    </a:moveTo>
                    <a:moveTo>
                      <a:pt x="1191" y="359"/>
                    </a:moveTo>
                    <a:lnTo>
                      <a:pt x="1192" y="367"/>
                    </a:lnTo>
                    <a:lnTo>
                      <a:pt x="1187" y="375"/>
                    </a:lnTo>
                    <a:lnTo>
                      <a:pt x="1182" y="382"/>
                    </a:lnTo>
                    <a:lnTo>
                      <a:pt x="1182" y="390"/>
                    </a:lnTo>
                    <a:lnTo>
                      <a:pt x="1186" y="400"/>
                    </a:lnTo>
                    <a:lnTo>
                      <a:pt x="1188" y="410"/>
                    </a:lnTo>
                    <a:lnTo>
                      <a:pt x="1182" y="417"/>
                    </a:lnTo>
                    <a:lnTo>
                      <a:pt x="1169" y="419"/>
                    </a:lnTo>
                    <a:lnTo>
                      <a:pt x="1155" y="418"/>
                    </a:lnTo>
                    <a:lnTo>
                      <a:pt x="1145" y="418"/>
                    </a:lnTo>
                    <a:lnTo>
                      <a:pt x="1138" y="423"/>
                    </a:lnTo>
                    <a:lnTo>
                      <a:pt x="1133" y="429"/>
                    </a:lnTo>
                    <a:lnTo>
                      <a:pt x="1126" y="435"/>
                    </a:lnTo>
                    <a:lnTo>
                      <a:pt x="1117" y="440"/>
                    </a:lnTo>
                    <a:lnTo>
                      <a:pt x="1108" y="446"/>
                    </a:lnTo>
                    <a:lnTo>
                      <a:pt x="1099" y="454"/>
                    </a:lnTo>
                    <a:lnTo>
                      <a:pt x="1087" y="461"/>
                    </a:lnTo>
                    <a:lnTo>
                      <a:pt x="1075" y="461"/>
                    </a:lnTo>
                    <a:lnTo>
                      <a:pt x="1064" y="453"/>
                    </a:lnTo>
                    <a:lnTo>
                      <a:pt x="1055" y="442"/>
                    </a:lnTo>
                    <a:lnTo>
                      <a:pt x="1047" y="434"/>
                    </a:lnTo>
                    <a:lnTo>
                      <a:pt x="1037" y="433"/>
                    </a:lnTo>
                    <a:lnTo>
                      <a:pt x="1025" y="434"/>
                    </a:lnTo>
                    <a:lnTo>
                      <a:pt x="1014" y="434"/>
                    </a:lnTo>
                    <a:lnTo>
                      <a:pt x="1007" y="428"/>
                    </a:lnTo>
                    <a:lnTo>
                      <a:pt x="1003" y="419"/>
                    </a:lnTo>
                    <a:lnTo>
                      <a:pt x="1000" y="412"/>
                    </a:lnTo>
                    <a:lnTo>
                      <a:pt x="992" y="407"/>
                    </a:lnTo>
                    <a:lnTo>
                      <a:pt x="982" y="404"/>
                    </a:lnTo>
                    <a:lnTo>
                      <a:pt x="973" y="399"/>
                    </a:lnTo>
                    <a:lnTo>
                      <a:pt x="968" y="392"/>
                    </a:lnTo>
                    <a:lnTo>
                      <a:pt x="966" y="384"/>
                    </a:lnTo>
                    <a:lnTo>
                      <a:pt x="964" y="376"/>
                    </a:lnTo>
                    <a:lnTo>
                      <a:pt x="962" y="368"/>
                    </a:lnTo>
                    <a:lnTo>
                      <a:pt x="964" y="359"/>
                    </a:lnTo>
                    <a:lnTo>
                      <a:pt x="974" y="351"/>
                    </a:lnTo>
                    <a:lnTo>
                      <a:pt x="989" y="345"/>
                    </a:lnTo>
                    <a:lnTo>
                      <a:pt x="1001" y="340"/>
                    </a:lnTo>
                    <a:lnTo>
                      <a:pt x="1005" y="334"/>
                    </a:lnTo>
                    <a:lnTo>
                      <a:pt x="1000" y="324"/>
                    </a:lnTo>
                    <a:lnTo>
                      <a:pt x="994" y="313"/>
                    </a:lnTo>
                    <a:lnTo>
                      <a:pt x="995" y="303"/>
                    </a:lnTo>
                    <a:lnTo>
                      <a:pt x="1002" y="296"/>
                    </a:lnTo>
                    <a:lnTo>
                      <a:pt x="1012" y="292"/>
                    </a:lnTo>
                    <a:lnTo>
                      <a:pt x="1021" y="288"/>
                    </a:lnTo>
                    <a:lnTo>
                      <a:pt x="1027" y="282"/>
                    </a:lnTo>
                    <a:lnTo>
                      <a:pt x="1035" y="277"/>
                    </a:lnTo>
                    <a:lnTo>
                      <a:pt x="1044" y="275"/>
                    </a:lnTo>
                    <a:lnTo>
                      <a:pt x="1054" y="276"/>
                    </a:lnTo>
                    <a:lnTo>
                      <a:pt x="1062" y="276"/>
                    </a:lnTo>
                    <a:lnTo>
                      <a:pt x="1070" y="274"/>
                    </a:lnTo>
                    <a:lnTo>
                      <a:pt x="1077" y="272"/>
                    </a:lnTo>
                    <a:lnTo>
                      <a:pt x="1085" y="273"/>
                    </a:lnTo>
                    <a:lnTo>
                      <a:pt x="1092" y="278"/>
                    </a:lnTo>
                    <a:lnTo>
                      <a:pt x="1098" y="284"/>
                    </a:lnTo>
                    <a:lnTo>
                      <a:pt x="1104" y="286"/>
                    </a:lnTo>
                    <a:lnTo>
                      <a:pt x="1115" y="281"/>
                    </a:lnTo>
                    <a:lnTo>
                      <a:pt x="1128" y="274"/>
                    </a:lnTo>
                    <a:lnTo>
                      <a:pt x="1141" y="272"/>
                    </a:lnTo>
                    <a:lnTo>
                      <a:pt x="1149" y="278"/>
                    </a:lnTo>
                    <a:lnTo>
                      <a:pt x="1151" y="289"/>
                    </a:lnTo>
                    <a:lnTo>
                      <a:pt x="1152" y="300"/>
                    </a:lnTo>
                    <a:lnTo>
                      <a:pt x="1153" y="309"/>
                    </a:lnTo>
                    <a:lnTo>
                      <a:pt x="1157" y="316"/>
                    </a:lnTo>
                    <a:lnTo>
                      <a:pt x="1161" y="324"/>
                    </a:lnTo>
                    <a:lnTo>
                      <a:pt x="1162" y="331"/>
                    </a:lnTo>
                    <a:lnTo>
                      <a:pt x="1165" y="338"/>
                    </a:lnTo>
                    <a:lnTo>
                      <a:pt x="1172" y="344"/>
                    </a:lnTo>
                    <a:lnTo>
                      <a:pt x="1183" y="351"/>
                    </a:lnTo>
                    <a:close/>
                  </a:path>
                </a:pathLst>
              </a:custGeom>
              <a:solidFill>
                <a:srgbClr val="CC79A7">
                  <a:alpha val="37000"/>
                </a:srgbClr>
              </a:solidFill>
              <a:ln>
                <a:noFill/>
              </a:ln>
            </p:spPr>
            <p:txBody>
              <a:bodyPr anchor="ctr"/>
              <a:lstStyle/>
              <a:p>
                <a:pPr algn="ctr">
                  <a:buNone/>
                </a:pPr>
              </a:p>
            </p:txBody>
          </p:sp>
          <p:sp>
            <p:nvSpPr>
              <p:cNvPr id="3072" name="addition:input:195"/>
              <p:cNvSpPr>
                <a:spLocks noGrp="1"/>
              </p:cNvSpPr>
              <p:nvPr/>
            </p:nvSpPr>
            <p:spPr>
              <a:xfrm>
                <a:off x="209550" y="5438775"/>
                <a:ext cx="1792407" cy="704820"/>
              </a:xfrm>
              <a:custGeom>
                <a:avLst/>
                <a:gdLst/>
                <a:ahLst/>
                <a:cxnLst/>
                <a:rect l="l" t="t" r="r" b="b"/>
                <a:pathLst>
                  <a:path w="1089" h="376">
                    <a:moveTo>
                      <a:pt x="0" y="0"/>
                    </a:moveTo>
                    <a:moveTo>
                      <a:pt x="1087" y="338"/>
                    </a:moveTo>
                    <a:lnTo>
                      <a:pt x="1085" y="341"/>
                    </a:lnTo>
                    <a:lnTo>
                      <a:pt x="1083" y="345"/>
                    </a:lnTo>
                    <a:lnTo>
                      <a:pt x="1082" y="348"/>
                    </a:lnTo>
                    <a:lnTo>
                      <a:pt x="1079" y="351"/>
                    </a:lnTo>
                    <a:lnTo>
                      <a:pt x="1074" y="353"/>
                    </a:lnTo>
                    <a:lnTo>
                      <a:pt x="1070" y="355"/>
                    </a:lnTo>
                    <a:lnTo>
                      <a:pt x="1069" y="358"/>
                    </a:lnTo>
                    <a:lnTo>
                      <a:pt x="1070" y="363"/>
                    </a:lnTo>
                    <a:lnTo>
                      <a:pt x="1071" y="369"/>
                    </a:lnTo>
                    <a:lnTo>
                      <a:pt x="1070" y="374"/>
                    </a:lnTo>
                    <a:lnTo>
                      <a:pt x="1066" y="376"/>
                    </a:lnTo>
                    <a:lnTo>
                      <a:pt x="1060" y="375"/>
                    </a:lnTo>
                    <a:lnTo>
                      <a:pt x="1055" y="374"/>
                    </a:lnTo>
                    <a:lnTo>
                      <a:pt x="1052" y="374"/>
                    </a:lnTo>
                    <a:lnTo>
                      <a:pt x="1048" y="375"/>
                    </a:lnTo>
                    <a:lnTo>
                      <a:pt x="1045" y="375"/>
                    </a:lnTo>
                    <a:lnTo>
                      <a:pt x="1042" y="374"/>
                    </a:lnTo>
                    <a:lnTo>
                      <a:pt x="1039" y="373"/>
                    </a:lnTo>
                    <a:lnTo>
                      <a:pt x="1036" y="374"/>
                    </a:lnTo>
                    <a:lnTo>
                      <a:pt x="1033" y="376"/>
                    </a:lnTo>
                    <a:lnTo>
                      <a:pt x="1029" y="376"/>
                    </a:lnTo>
                    <a:lnTo>
                      <a:pt x="1026" y="375"/>
                    </a:lnTo>
                    <a:lnTo>
                      <a:pt x="1024" y="372"/>
                    </a:lnTo>
                    <a:lnTo>
                      <a:pt x="1021" y="369"/>
                    </a:lnTo>
                    <a:lnTo>
                      <a:pt x="1018" y="369"/>
                    </a:lnTo>
                    <a:lnTo>
                      <a:pt x="1012" y="369"/>
                    </a:lnTo>
                    <a:lnTo>
                      <a:pt x="1008" y="368"/>
                    </a:lnTo>
                    <a:lnTo>
                      <a:pt x="1006" y="364"/>
                    </a:lnTo>
                    <a:lnTo>
                      <a:pt x="1008" y="358"/>
                    </a:lnTo>
                    <a:lnTo>
                      <a:pt x="1010" y="353"/>
                    </a:lnTo>
                    <a:lnTo>
                      <a:pt x="1011" y="349"/>
                    </a:lnTo>
                    <a:lnTo>
                      <a:pt x="1009" y="347"/>
                    </a:lnTo>
                    <a:lnTo>
                      <a:pt x="1006" y="344"/>
                    </a:lnTo>
                    <a:lnTo>
                      <a:pt x="1004" y="341"/>
                    </a:lnTo>
                    <a:lnTo>
                      <a:pt x="1002" y="338"/>
                    </a:lnTo>
                    <a:lnTo>
                      <a:pt x="999" y="334"/>
                    </a:lnTo>
                    <a:lnTo>
                      <a:pt x="996" y="330"/>
                    </a:lnTo>
                    <a:lnTo>
                      <a:pt x="994" y="326"/>
                    </a:lnTo>
                    <a:lnTo>
                      <a:pt x="995" y="322"/>
                    </a:lnTo>
                    <a:lnTo>
                      <a:pt x="999" y="320"/>
                    </a:lnTo>
                    <a:lnTo>
                      <a:pt x="1004" y="318"/>
                    </a:lnTo>
                    <a:lnTo>
                      <a:pt x="1007" y="316"/>
                    </a:lnTo>
                    <a:lnTo>
                      <a:pt x="1008" y="313"/>
                    </a:lnTo>
                    <a:lnTo>
                      <a:pt x="1008" y="309"/>
                    </a:lnTo>
                    <a:lnTo>
                      <a:pt x="1011" y="306"/>
                    </a:lnTo>
                    <a:lnTo>
                      <a:pt x="1015" y="305"/>
                    </a:lnTo>
                    <a:lnTo>
                      <a:pt x="1020" y="306"/>
                    </a:lnTo>
                    <a:lnTo>
                      <a:pt x="1024" y="306"/>
                    </a:lnTo>
                    <a:lnTo>
                      <a:pt x="1027" y="304"/>
                    </a:lnTo>
                    <a:lnTo>
                      <a:pt x="1030" y="300"/>
                    </a:lnTo>
                    <a:lnTo>
                      <a:pt x="1034" y="297"/>
                    </a:lnTo>
                    <a:lnTo>
                      <a:pt x="1038" y="295"/>
                    </a:lnTo>
                    <a:lnTo>
                      <a:pt x="1043" y="295"/>
                    </a:lnTo>
                    <a:lnTo>
                      <a:pt x="1048" y="295"/>
                    </a:lnTo>
                    <a:lnTo>
                      <a:pt x="1053" y="295"/>
                    </a:lnTo>
                    <a:lnTo>
                      <a:pt x="1057" y="297"/>
                    </a:lnTo>
                    <a:lnTo>
                      <a:pt x="1060" y="301"/>
                    </a:lnTo>
                    <a:lnTo>
                      <a:pt x="1062" y="307"/>
                    </a:lnTo>
                    <a:lnTo>
                      <a:pt x="1063" y="311"/>
                    </a:lnTo>
                    <a:lnTo>
                      <a:pt x="1067" y="312"/>
                    </a:lnTo>
                    <a:lnTo>
                      <a:pt x="1072" y="311"/>
                    </a:lnTo>
                    <a:lnTo>
                      <a:pt x="1078" y="311"/>
                    </a:lnTo>
                    <a:lnTo>
                      <a:pt x="1082" y="313"/>
                    </a:lnTo>
                    <a:lnTo>
                      <a:pt x="1083" y="317"/>
                    </a:lnTo>
                    <a:lnTo>
                      <a:pt x="1083" y="320"/>
                    </a:lnTo>
                    <a:lnTo>
                      <a:pt x="1085" y="324"/>
                    </a:lnTo>
                    <a:lnTo>
                      <a:pt x="1087" y="327"/>
                    </a:lnTo>
                    <a:lnTo>
                      <a:pt x="1089" y="330"/>
                    </a:lnTo>
                    <a:lnTo>
                      <a:pt x="1089" y="334"/>
                    </a:lnTo>
                    <a:close/>
                  </a:path>
                </a:pathLst>
              </a:custGeom>
              <a:solidFill>
                <a:srgbClr val="CC79A7">
                  <a:alpha val="36000"/>
                </a:srgbClr>
              </a:solidFill>
              <a:ln>
                <a:noFill/>
              </a:ln>
            </p:spPr>
            <p:txBody>
              <a:bodyPr anchor="ctr"/>
              <a:lstStyle/>
              <a:p>
                <a:pPr algn="ctr">
                  <a:buNone/>
                </a:pPr>
              </a:p>
            </p:txBody>
          </p:sp>
          <p:sp>
            <p:nvSpPr>
              <p:cNvPr id="3073" name="addition:input:196"/>
              <p:cNvSpPr>
                <a:spLocks noGrp="1"/>
              </p:cNvSpPr>
              <p:nvPr/>
            </p:nvSpPr>
            <p:spPr>
              <a:xfrm>
                <a:off x="209550" y="5438775"/>
                <a:ext cx="1877995" cy="671078"/>
              </a:xfrm>
              <a:custGeom>
                <a:avLst/>
                <a:gdLst/>
                <a:ahLst/>
                <a:cxnLst/>
                <a:rect l="l" t="t" r="r" b="b"/>
                <a:pathLst>
                  <a:path w="1141" h="358">
                    <a:moveTo>
                      <a:pt x="0" y="0"/>
                    </a:moveTo>
                    <a:moveTo>
                      <a:pt x="1137" y="326"/>
                    </a:moveTo>
                    <a:lnTo>
                      <a:pt x="1139" y="328"/>
                    </a:lnTo>
                    <a:lnTo>
                      <a:pt x="1140" y="331"/>
                    </a:lnTo>
                    <a:lnTo>
                      <a:pt x="1140" y="334"/>
                    </a:lnTo>
                    <a:lnTo>
                      <a:pt x="1141" y="337"/>
                    </a:lnTo>
                    <a:lnTo>
                      <a:pt x="1140" y="340"/>
                    </a:lnTo>
                    <a:lnTo>
                      <a:pt x="1137" y="342"/>
                    </a:lnTo>
                    <a:lnTo>
                      <a:pt x="1132" y="343"/>
                    </a:lnTo>
                    <a:lnTo>
                      <a:pt x="1127" y="343"/>
                    </a:lnTo>
                    <a:lnTo>
                      <a:pt x="1124" y="343"/>
                    </a:lnTo>
                    <a:lnTo>
                      <a:pt x="1123" y="346"/>
                    </a:lnTo>
                    <a:lnTo>
                      <a:pt x="1123" y="349"/>
                    </a:lnTo>
                    <a:lnTo>
                      <a:pt x="1121" y="353"/>
                    </a:lnTo>
                    <a:lnTo>
                      <a:pt x="1118" y="355"/>
                    </a:lnTo>
                    <a:lnTo>
                      <a:pt x="1115" y="355"/>
                    </a:lnTo>
                    <a:lnTo>
                      <a:pt x="1111" y="355"/>
                    </a:lnTo>
                    <a:lnTo>
                      <a:pt x="1108" y="356"/>
                    </a:lnTo>
                    <a:lnTo>
                      <a:pt x="1104" y="357"/>
                    </a:lnTo>
                    <a:lnTo>
                      <a:pt x="1100" y="358"/>
                    </a:lnTo>
                    <a:lnTo>
                      <a:pt x="1097" y="356"/>
                    </a:lnTo>
                    <a:lnTo>
                      <a:pt x="1093" y="355"/>
                    </a:lnTo>
                    <a:lnTo>
                      <a:pt x="1090" y="354"/>
                    </a:lnTo>
                    <a:lnTo>
                      <a:pt x="1087" y="353"/>
                    </a:lnTo>
                    <a:lnTo>
                      <a:pt x="1084" y="352"/>
                    </a:lnTo>
                    <a:lnTo>
                      <a:pt x="1082" y="349"/>
                    </a:lnTo>
                    <a:lnTo>
                      <a:pt x="1082" y="346"/>
                    </a:lnTo>
                    <a:lnTo>
                      <a:pt x="1080" y="344"/>
                    </a:lnTo>
                    <a:lnTo>
                      <a:pt x="1077" y="343"/>
                    </a:lnTo>
                    <a:lnTo>
                      <a:pt x="1072" y="343"/>
                    </a:lnTo>
                    <a:lnTo>
                      <a:pt x="1067" y="343"/>
                    </a:lnTo>
                    <a:lnTo>
                      <a:pt x="1065" y="341"/>
                    </a:lnTo>
                    <a:lnTo>
                      <a:pt x="1065" y="338"/>
                    </a:lnTo>
                    <a:lnTo>
                      <a:pt x="1067" y="334"/>
                    </a:lnTo>
                    <a:lnTo>
                      <a:pt x="1068" y="331"/>
                    </a:lnTo>
                    <a:lnTo>
                      <a:pt x="1069" y="328"/>
                    </a:lnTo>
                    <a:lnTo>
                      <a:pt x="1070" y="326"/>
                    </a:lnTo>
                    <a:lnTo>
                      <a:pt x="1072" y="323"/>
                    </a:lnTo>
                    <a:lnTo>
                      <a:pt x="1074" y="321"/>
                    </a:lnTo>
                    <a:lnTo>
                      <a:pt x="1075" y="319"/>
                    </a:lnTo>
                    <a:lnTo>
                      <a:pt x="1074" y="316"/>
                    </a:lnTo>
                    <a:lnTo>
                      <a:pt x="1074" y="313"/>
                    </a:lnTo>
                    <a:lnTo>
                      <a:pt x="1075" y="310"/>
                    </a:lnTo>
                    <a:lnTo>
                      <a:pt x="1077" y="308"/>
                    </a:lnTo>
                    <a:lnTo>
                      <a:pt x="1081" y="307"/>
                    </a:lnTo>
                    <a:lnTo>
                      <a:pt x="1083" y="305"/>
                    </a:lnTo>
                    <a:lnTo>
                      <a:pt x="1083" y="302"/>
                    </a:lnTo>
                    <a:lnTo>
                      <a:pt x="1084" y="298"/>
                    </a:lnTo>
                    <a:lnTo>
                      <a:pt x="1086" y="295"/>
                    </a:lnTo>
                    <a:lnTo>
                      <a:pt x="1090" y="296"/>
                    </a:lnTo>
                    <a:lnTo>
                      <a:pt x="1093" y="297"/>
                    </a:lnTo>
                    <a:lnTo>
                      <a:pt x="1097" y="299"/>
                    </a:lnTo>
                    <a:lnTo>
                      <a:pt x="1099" y="300"/>
                    </a:lnTo>
                    <a:lnTo>
                      <a:pt x="1101" y="299"/>
                    </a:lnTo>
                    <a:lnTo>
                      <a:pt x="1103" y="299"/>
                    </a:lnTo>
                    <a:lnTo>
                      <a:pt x="1106" y="298"/>
                    </a:lnTo>
                    <a:lnTo>
                      <a:pt x="1108" y="298"/>
                    </a:lnTo>
                    <a:lnTo>
                      <a:pt x="1112" y="297"/>
                    </a:lnTo>
                    <a:lnTo>
                      <a:pt x="1115" y="295"/>
                    </a:lnTo>
                    <a:lnTo>
                      <a:pt x="1119" y="295"/>
                    </a:lnTo>
                    <a:lnTo>
                      <a:pt x="1121" y="298"/>
                    </a:lnTo>
                    <a:lnTo>
                      <a:pt x="1122" y="302"/>
                    </a:lnTo>
                    <a:lnTo>
                      <a:pt x="1122" y="305"/>
                    </a:lnTo>
                    <a:lnTo>
                      <a:pt x="1124" y="307"/>
                    </a:lnTo>
                    <a:lnTo>
                      <a:pt x="1127" y="309"/>
                    </a:lnTo>
                    <a:lnTo>
                      <a:pt x="1131" y="310"/>
                    </a:lnTo>
                    <a:lnTo>
                      <a:pt x="1132" y="313"/>
                    </a:lnTo>
                    <a:lnTo>
                      <a:pt x="1132" y="316"/>
                    </a:lnTo>
                    <a:lnTo>
                      <a:pt x="1131" y="319"/>
                    </a:lnTo>
                    <a:lnTo>
                      <a:pt x="1132" y="321"/>
                    </a:lnTo>
                    <a:lnTo>
                      <a:pt x="1135" y="323"/>
                    </a:lnTo>
                    <a:close/>
                  </a:path>
                </a:pathLst>
              </a:custGeom>
              <a:solidFill>
                <a:srgbClr val="CC79A7">
                  <a:alpha val="36000"/>
                </a:srgbClr>
              </a:solidFill>
              <a:ln>
                <a:noFill/>
              </a:ln>
            </p:spPr>
            <p:txBody>
              <a:bodyPr anchor="ctr"/>
              <a:lstStyle/>
              <a:p>
                <a:pPr algn="ctr">
                  <a:buNone/>
                </a:pPr>
              </a:p>
            </p:txBody>
          </p:sp>
          <p:sp>
            <p:nvSpPr>
              <p:cNvPr id="3074" name="addition:input:197"/>
              <p:cNvSpPr>
                <a:spLocks noGrp="1"/>
              </p:cNvSpPr>
              <p:nvPr/>
            </p:nvSpPr>
            <p:spPr>
              <a:xfrm>
                <a:off x="209550" y="5438775"/>
                <a:ext cx="1940540" cy="792922"/>
              </a:xfrm>
              <a:custGeom>
                <a:avLst/>
                <a:gdLst/>
                <a:ahLst/>
                <a:cxnLst/>
                <a:rect l="l" t="t" r="r" b="b"/>
                <a:pathLst>
                  <a:path w="1179" h="423">
                    <a:moveTo>
                      <a:pt x="0" y="0"/>
                    </a:moveTo>
                    <a:moveTo>
                      <a:pt x="1172" y="378"/>
                    </a:moveTo>
                    <a:lnTo>
                      <a:pt x="1172" y="381"/>
                    </a:lnTo>
                    <a:lnTo>
                      <a:pt x="1174" y="385"/>
                    </a:lnTo>
                    <a:lnTo>
                      <a:pt x="1177" y="389"/>
                    </a:lnTo>
                    <a:lnTo>
                      <a:pt x="1179" y="394"/>
                    </a:lnTo>
                    <a:lnTo>
                      <a:pt x="1178" y="397"/>
                    </a:lnTo>
                    <a:lnTo>
                      <a:pt x="1175" y="400"/>
                    </a:lnTo>
                    <a:lnTo>
                      <a:pt x="1171" y="402"/>
                    </a:lnTo>
                    <a:lnTo>
                      <a:pt x="1167" y="404"/>
                    </a:lnTo>
                    <a:lnTo>
                      <a:pt x="1164" y="405"/>
                    </a:lnTo>
                    <a:lnTo>
                      <a:pt x="1159" y="406"/>
                    </a:lnTo>
                    <a:lnTo>
                      <a:pt x="1155" y="406"/>
                    </a:lnTo>
                    <a:lnTo>
                      <a:pt x="1151" y="407"/>
                    </a:lnTo>
                    <a:lnTo>
                      <a:pt x="1149" y="410"/>
                    </a:lnTo>
                    <a:lnTo>
                      <a:pt x="1147" y="416"/>
                    </a:lnTo>
                    <a:lnTo>
                      <a:pt x="1143" y="421"/>
                    </a:lnTo>
                    <a:lnTo>
                      <a:pt x="1138" y="423"/>
                    </a:lnTo>
                    <a:lnTo>
                      <a:pt x="1133" y="421"/>
                    </a:lnTo>
                    <a:lnTo>
                      <a:pt x="1128" y="418"/>
                    </a:lnTo>
                    <a:lnTo>
                      <a:pt x="1123" y="416"/>
                    </a:lnTo>
                    <a:lnTo>
                      <a:pt x="1119" y="416"/>
                    </a:lnTo>
                    <a:lnTo>
                      <a:pt x="1114" y="416"/>
                    </a:lnTo>
                    <a:lnTo>
                      <a:pt x="1109" y="415"/>
                    </a:lnTo>
                    <a:lnTo>
                      <a:pt x="1106" y="412"/>
                    </a:lnTo>
                    <a:lnTo>
                      <a:pt x="1103" y="409"/>
                    </a:lnTo>
                    <a:lnTo>
                      <a:pt x="1100" y="406"/>
                    </a:lnTo>
                    <a:lnTo>
                      <a:pt x="1097" y="405"/>
                    </a:lnTo>
                    <a:lnTo>
                      <a:pt x="1093" y="403"/>
                    </a:lnTo>
                    <a:lnTo>
                      <a:pt x="1091" y="400"/>
                    </a:lnTo>
                    <a:lnTo>
                      <a:pt x="1089" y="397"/>
                    </a:lnTo>
                    <a:lnTo>
                      <a:pt x="1086" y="395"/>
                    </a:lnTo>
                    <a:lnTo>
                      <a:pt x="1081" y="393"/>
                    </a:lnTo>
                    <a:lnTo>
                      <a:pt x="1076" y="390"/>
                    </a:lnTo>
                    <a:lnTo>
                      <a:pt x="1074" y="386"/>
                    </a:lnTo>
                    <a:lnTo>
                      <a:pt x="1077" y="382"/>
                    </a:lnTo>
                    <a:lnTo>
                      <a:pt x="1084" y="378"/>
                    </a:lnTo>
                    <a:lnTo>
                      <a:pt x="1090" y="375"/>
                    </a:lnTo>
                    <a:lnTo>
                      <a:pt x="1092" y="372"/>
                    </a:lnTo>
                    <a:lnTo>
                      <a:pt x="1092" y="369"/>
                    </a:lnTo>
                    <a:lnTo>
                      <a:pt x="1091" y="365"/>
                    </a:lnTo>
                    <a:lnTo>
                      <a:pt x="1092" y="362"/>
                    </a:lnTo>
                    <a:lnTo>
                      <a:pt x="1095" y="358"/>
                    </a:lnTo>
                    <a:lnTo>
                      <a:pt x="1096" y="355"/>
                    </a:lnTo>
                    <a:lnTo>
                      <a:pt x="1097" y="351"/>
                    </a:lnTo>
                    <a:lnTo>
                      <a:pt x="1099" y="347"/>
                    </a:lnTo>
                    <a:lnTo>
                      <a:pt x="1103" y="345"/>
                    </a:lnTo>
                    <a:lnTo>
                      <a:pt x="1107" y="344"/>
                    </a:lnTo>
                    <a:lnTo>
                      <a:pt x="1112" y="344"/>
                    </a:lnTo>
                    <a:lnTo>
                      <a:pt x="1115" y="342"/>
                    </a:lnTo>
                    <a:lnTo>
                      <a:pt x="1118" y="339"/>
                    </a:lnTo>
                    <a:lnTo>
                      <a:pt x="1121" y="337"/>
                    </a:lnTo>
                    <a:lnTo>
                      <a:pt x="1125" y="337"/>
                    </a:lnTo>
                    <a:lnTo>
                      <a:pt x="1129" y="341"/>
                    </a:lnTo>
                    <a:lnTo>
                      <a:pt x="1132" y="345"/>
                    </a:lnTo>
                    <a:lnTo>
                      <a:pt x="1134" y="346"/>
                    </a:lnTo>
                    <a:lnTo>
                      <a:pt x="1138" y="344"/>
                    </a:lnTo>
                    <a:lnTo>
                      <a:pt x="1142" y="341"/>
                    </a:lnTo>
                    <a:lnTo>
                      <a:pt x="1147" y="340"/>
                    </a:lnTo>
                    <a:lnTo>
                      <a:pt x="1151" y="340"/>
                    </a:lnTo>
                    <a:lnTo>
                      <a:pt x="1154" y="342"/>
                    </a:lnTo>
                    <a:lnTo>
                      <a:pt x="1158" y="344"/>
                    </a:lnTo>
                    <a:lnTo>
                      <a:pt x="1161" y="347"/>
                    </a:lnTo>
                    <a:lnTo>
                      <a:pt x="1163" y="350"/>
                    </a:lnTo>
                    <a:lnTo>
                      <a:pt x="1162" y="355"/>
                    </a:lnTo>
                    <a:lnTo>
                      <a:pt x="1161" y="360"/>
                    </a:lnTo>
                    <a:lnTo>
                      <a:pt x="1162" y="363"/>
                    </a:lnTo>
                    <a:lnTo>
                      <a:pt x="1165" y="366"/>
                    </a:lnTo>
                    <a:lnTo>
                      <a:pt x="1170" y="368"/>
                    </a:lnTo>
                    <a:lnTo>
                      <a:pt x="1174" y="371"/>
                    </a:lnTo>
                    <a:lnTo>
                      <a:pt x="1174" y="374"/>
                    </a:lnTo>
                    <a:close/>
                  </a:path>
                </a:pathLst>
              </a:custGeom>
              <a:solidFill>
                <a:srgbClr val="CC79A7">
                  <a:alpha val="36000"/>
                </a:srgbClr>
              </a:solidFill>
              <a:ln>
                <a:noFill/>
              </a:ln>
            </p:spPr>
            <p:txBody>
              <a:bodyPr anchor="ctr"/>
              <a:lstStyle/>
              <a:p>
                <a:pPr algn="ctr">
                  <a:buNone/>
                </a:pPr>
              </a:p>
            </p:txBody>
          </p:sp>
          <p:sp>
            <p:nvSpPr>
              <p:cNvPr id="3075" name="addition:input:198"/>
              <p:cNvSpPr>
                <a:spLocks noGrp="1"/>
              </p:cNvSpPr>
              <p:nvPr/>
            </p:nvSpPr>
            <p:spPr>
              <a:xfrm>
                <a:off x="209550" y="5438775"/>
                <a:ext cx="1828617" cy="822914"/>
              </a:xfrm>
              <a:custGeom>
                <a:avLst/>
                <a:gdLst/>
                <a:ahLst/>
                <a:cxnLst/>
                <a:rect l="l" t="t" r="r" b="b"/>
                <a:pathLst>
                  <a:path w="1111" h="439">
                    <a:moveTo>
                      <a:pt x="0" y="0"/>
                    </a:moveTo>
                    <a:moveTo>
                      <a:pt x="1101" y="401"/>
                    </a:moveTo>
                    <a:lnTo>
                      <a:pt x="1107" y="404"/>
                    </a:lnTo>
                    <a:lnTo>
                      <a:pt x="1111" y="408"/>
                    </a:lnTo>
                    <a:lnTo>
                      <a:pt x="1111" y="411"/>
                    </a:lnTo>
                    <a:lnTo>
                      <a:pt x="1108" y="414"/>
                    </a:lnTo>
                    <a:lnTo>
                      <a:pt x="1104" y="415"/>
                    </a:lnTo>
                    <a:lnTo>
                      <a:pt x="1102" y="418"/>
                    </a:lnTo>
                    <a:lnTo>
                      <a:pt x="1100" y="420"/>
                    </a:lnTo>
                    <a:lnTo>
                      <a:pt x="1098" y="422"/>
                    </a:lnTo>
                    <a:lnTo>
                      <a:pt x="1095" y="424"/>
                    </a:lnTo>
                    <a:lnTo>
                      <a:pt x="1092" y="425"/>
                    </a:lnTo>
                    <a:lnTo>
                      <a:pt x="1089" y="426"/>
                    </a:lnTo>
                    <a:lnTo>
                      <a:pt x="1087" y="429"/>
                    </a:lnTo>
                    <a:lnTo>
                      <a:pt x="1084" y="431"/>
                    </a:lnTo>
                    <a:lnTo>
                      <a:pt x="1081" y="432"/>
                    </a:lnTo>
                    <a:lnTo>
                      <a:pt x="1077" y="432"/>
                    </a:lnTo>
                    <a:lnTo>
                      <a:pt x="1073" y="432"/>
                    </a:lnTo>
                    <a:lnTo>
                      <a:pt x="1069" y="434"/>
                    </a:lnTo>
                    <a:lnTo>
                      <a:pt x="1065" y="437"/>
                    </a:lnTo>
                    <a:lnTo>
                      <a:pt x="1060" y="439"/>
                    </a:lnTo>
                    <a:lnTo>
                      <a:pt x="1055" y="439"/>
                    </a:lnTo>
                    <a:lnTo>
                      <a:pt x="1052" y="435"/>
                    </a:lnTo>
                    <a:lnTo>
                      <a:pt x="1049" y="430"/>
                    </a:lnTo>
                    <a:lnTo>
                      <a:pt x="1047" y="426"/>
                    </a:lnTo>
                    <a:lnTo>
                      <a:pt x="1045" y="425"/>
                    </a:lnTo>
                    <a:lnTo>
                      <a:pt x="1041" y="424"/>
                    </a:lnTo>
                    <a:lnTo>
                      <a:pt x="1037" y="423"/>
                    </a:lnTo>
                    <a:lnTo>
                      <a:pt x="1034" y="421"/>
                    </a:lnTo>
                    <a:lnTo>
                      <a:pt x="1031" y="420"/>
                    </a:lnTo>
                    <a:lnTo>
                      <a:pt x="1027" y="418"/>
                    </a:lnTo>
                    <a:lnTo>
                      <a:pt x="1023" y="417"/>
                    </a:lnTo>
                    <a:lnTo>
                      <a:pt x="1021" y="414"/>
                    </a:lnTo>
                    <a:lnTo>
                      <a:pt x="1022" y="410"/>
                    </a:lnTo>
                    <a:lnTo>
                      <a:pt x="1024" y="407"/>
                    </a:lnTo>
                    <a:lnTo>
                      <a:pt x="1026" y="404"/>
                    </a:lnTo>
                    <a:lnTo>
                      <a:pt x="1026" y="401"/>
                    </a:lnTo>
                    <a:lnTo>
                      <a:pt x="1024" y="398"/>
                    </a:lnTo>
                    <a:lnTo>
                      <a:pt x="1024" y="394"/>
                    </a:lnTo>
                    <a:lnTo>
                      <a:pt x="1028" y="392"/>
                    </a:lnTo>
                    <a:lnTo>
                      <a:pt x="1033" y="390"/>
                    </a:lnTo>
                    <a:lnTo>
                      <a:pt x="1037" y="388"/>
                    </a:lnTo>
                    <a:lnTo>
                      <a:pt x="1039" y="386"/>
                    </a:lnTo>
                    <a:lnTo>
                      <a:pt x="1038" y="382"/>
                    </a:lnTo>
                    <a:lnTo>
                      <a:pt x="1038" y="378"/>
                    </a:lnTo>
                    <a:lnTo>
                      <a:pt x="1040" y="375"/>
                    </a:lnTo>
                    <a:lnTo>
                      <a:pt x="1042" y="372"/>
                    </a:lnTo>
                    <a:lnTo>
                      <a:pt x="1045" y="370"/>
                    </a:lnTo>
                    <a:lnTo>
                      <a:pt x="1048" y="368"/>
                    </a:lnTo>
                    <a:lnTo>
                      <a:pt x="1051" y="366"/>
                    </a:lnTo>
                    <a:lnTo>
                      <a:pt x="1055" y="367"/>
                    </a:lnTo>
                    <a:lnTo>
                      <a:pt x="1060" y="370"/>
                    </a:lnTo>
                    <a:lnTo>
                      <a:pt x="1063" y="373"/>
                    </a:lnTo>
                    <a:lnTo>
                      <a:pt x="1066" y="373"/>
                    </a:lnTo>
                    <a:lnTo>
                      <a:pt x="1068" y="370"/>
                    </a:lnTo>
                    <a:lnTo>
                      <a:pt x="1071" y="368"/>
                    </a:lnTo>
                    <a:lnTo>
                      <a:pt x="1075" y="367"/>
                    </a:lnTo>
                    <a:lnTo>
                      <a:pt x="1077" y="368"/>
                    </a:lnTo>
                    <a:lnTo>
                      <a:pt x="1080" y="371"/>
                    </a:lnTo>
                    <a:lnTo>
                      <a:pt x="1082" y="372"/>
                    </a:lnTo>
                    <a:lnTo>
                      <a:pt x="1086" y="372"/>
                    </a:lnTo>
                    <a:lnTo>
                      <a:pt x="1090" y="373"/>
                    </a:lnTo>
                    <a:lnTo>
                      <a:pt x="1093" y="374"/>
                    </a:lnTo>
                    <a:lnTo>
                      <a:pt x="1095" y="377"/>
                    </a:lnTo>
                    <a:lnTo>
                      <a:pt x="1096" y="380"/>
                    </a:lnTo>
                    <a:lnTo>
                      <a:pt x="1097" y="383"/>
                    </a:lnTo>
                    <a:lnTo>
                      <a:pt x="1099" y="386"/>
                    </a:lnTo>
                    <a:lnTo>
                      <a:pt x="1099" y="389"/>
                    </a:lnTo>
                    <a:lnTo>
                      <a:pt x="1098" y="393"/>
                    </a:lnTo>
                    <a:lnTo>
                      <a:pt x="1096" y="396"/>
                    </a:lnTo>
                    <a:lnTo>
                      <a:pt x="1097" y="398"/>
                    </a:lnTo>
                    <a:close/>
                  </a:path>
                </a:pathLst>
              </a:custGeom>
              <a:solidFill>
                <a:srgbClr val="CC79A7">
                  <a:alpha val="36000"/>
                </a:srgbClr>
              </a:solidFill>
              <a:ln>
                <a:noFill/>
              </a:ln>
            </p:spPr>
            <p:txBody>
              <a:bodyPr anchor="ctr"/>
              <a:lstStyle/>
              <a:p>
                <a:pPr algn="ctr">
                  <a:buNone/>
                </a:pPr>
              </a:p>
            </p:txBody>
          </p:sp>
          <p:sp>
            <p:nvSpPr>
              <p:cNvPr id="3076" name="addition:input:199"/>
              <p:cNvSpPr>
                <a:spLocks noGrp="1"/>
              </p:cNvSpPr>
              <p:nvPr/>
            </p:nvSpPr>
            <p:spPr>
              <a:xfrm>
                <a:off x="209550" y="5438775"/>
                <a:ext cx="1772656" cy="701070"/>
              </a:xfrm>
              <a:custGeom>
                <a:avLst/>
                <a:gdLst/>
                <a:ahLst/>
                <a:cxnLst/>
                <a:rect l="l" t="t" r="r" b="b"/>
                <a:pathLst>
                  <a:path w="1077" h="374">
                    <a:moveTo>
                      <a:pt x="0" y="0"/>
                    </a:moveTo>
                    <a:moveTo>
                      <a:pt x="1074" y="341"/>
                    </a:moveTo>
                    <a:lnTo>
                      <a:pt x="1072" y="344"/>
                    </a:lnTo>
                    <a:lnTo>
                      <a:pt x="1071" y="346"/>
                    </a:lnTo>
                    <a:lnTo>
                      <a:pt x="1072" y="348"/>
                    </a:lnTo>
                    <a:lnTo>
                      <a:pt x="1075" y="352"/>
                    </a:lnTo>
                    <a:lnTo>
                      <a:pt x="1077" y="356"/>
                    </a:lnTo>
                    <a:lnTo>
                      <a:pt x="1077" y="359"/>
                    </a:lnTo>
                    <a:lnTo>
                      <a:pt x="1075" y="361"/>
                    </a:lnTo>
                    <a:lnTo>
                      <a:pt x="1071" y="362"/>
                    </a:lnTo>
                    <a:lnTo>
                      <a:pt x="1068" y="362"/>
                    </a:lnTo>
                    <a:lnTo>
                      <a:pt x="1066" y="363"/>
                    </a:lnTo>
                    <a:lnTo>
                      <a:pt x="1064" y="364"/>
                    </a:lnTo>
                    <a:lnTo>
                      <a:pt x="1061" y="365"/>
                    </a:lnTo>
                    <a:lnTo>
                      <a:pt x="1059" y="365"/>
                    </a:lnTo>
                    <a:lnTo>
                      <a:pt x="1057" y="367"/>
                    </a:lnTo>
                    <a:lnTo>
                      <a:pt x="1055" y="369"/>
                    </a:lnTo>
                    <a:lnTo>
                      <a:pt x="1053" y="372"/>
                    </a:lnTo>
                    <a:lnTo>
                      <a:pt x="1050" y="374"/>
                    </a:lnTo>
                    <a:lnTo>
                      <a:pt x="1047" y="373"/>
                    </a:lnTo>
                    <a:lnTo>
                      <a:pt x="1044" y="371"/>
                    </a:lnTo>
                    <a:lnTo>
                      <a:pt x="1041" y="369"/>
                    </a:lnTo>
                    <a:lnTo>
                      <a:pt x="1037" y="370"/>
                    </a:lnTo>
                    <a:lnTo>
                      <a:pt x="1034" y="371"/>
                    </a:lnTo>
                    <a:lnTo>
                      <a:pt x="1030" y="370"/>
                    </a:lnTo>
                    <a:lnTo>
                      <a:pt x="1028" y="368"/>
                    </a:lnTo>
                    <a:lnTo>
                      <a:pt x="1027" y="364"/>
                    </a:lnTo>
                    <a:lnTo>
                      <a:pt x="1026" y="360"/>
                    </a:lnTo>
                    <a:lnTo>
                      <a:pt x="1024" y="358"/>
                    </a:lnTo>
                    <a:lnTo>
                      <a:pt x="1022" y="357"/>
                    </a:lnTo>
                    <a:lnTo>
                      <a:pt x="1019" y="355"/>
                    </a:lnTo>
                    <a:lnTo>
                      <a:pt x="1017" y="353"/>
                    </a:lnTo>
                    <a:lnTo>
                      <a:pt x="1015" y="351"/>
                    </a:lnTo>
                    <a:lnTo>
                      <a:pt x="1012" y="349"/>
                    </a:lnTo>
                    <a:lnTo>
                      <a:pt x="1009" y="347"/>
                    </a:lnTo>
                    <a:lnTo>
                      <a:pt x="1007" y="344"/>
                    </a:lnTo>
                    <a:lnTo>
                      <a:pt x="1008" y="341"/>
                    </a:lnTo>
                    <a:lnTo>
                      <a:pt x="1012" y="338"/>
                    </a:lnTo>
                    <a:lnTo>
                      <a:pt x="1016" y="336"/>
                    </a:lnTo>
                    <a:lnTo>
                      <a:pt x="1018" y="334"/>
                    </a:lnTo>
                    <a:lnTo>
                      <a:pt x="1018" y="331"/>
                    </a:lnTo>
                    <a:lnTo>
                      <a:pt x="1017" y="328"/>
                    </a:lnTo>
                    <a:lnTo>
                      <a:pt x="1019" y="326"/>
                    </a:lnTo>
                    <a:lnTo>
                      <a:pt x="1021" y="324"/>
                    </a:lnTo>
                    <a:lnTo>
                      <a:pt x="1025" y="323"/>
                    </a:lnTo>
                    <a:lnTo>
                      <a:pt x="1027" y="321"/>
                    </a:lnTo>
                    <a:lnTo>
                      <a:pt x="1028" y="318"/>
                    </a:lnTo>
                    <a:lnTo>
                      <a:pt x="1030" y="315"/>
                    </a:lnTo>
                    <a:lnTo>
                      <a:pt x="1032" y="313"/>
                    </a:lnTo>
                    <a:lnTo>
                      <a:pt x="1035" y="312"/>
                    </a:lnTo>
                    <a:lnTo>
                      <a:pt x="1038" y="311"/>
                    </a:lnTo>
                    <a:lnTo>
                      <a:pt x="1041" y="310"/>
                    </a:lnTo>
                    <a:lnTo>
                      <a:pt x="1044" y="309"/>
                    </a:lnTo>
                    <a:lnTo>
                      <a:pt x="1047" y="309"/>
                    </a:lnTo>
                    <a:lnTo>
                      <a:pt x="1050" y="312"/>
                    </a:lnTo>
                    <a:lnTo>
                      <a:pt x="1051" y="316"/>
                    </a:lnTo>
                    <a:lnTo>
                      <a:pt x="1053" y="318"/>
                    </a:lnTo>
                    <a:lnTo>
                      <a:pt x="1055" y="317"/>
                    </a:lnTo>
                    <a:lnTo>
                      <a:pt x="1059" y="315"/>
                    </a:lnTo>
                    <a:lnTo>
                      <a:pt x="1062" y="313"/>
                    </a:lnTo>
                    <a:lnTo>
                      <a:pt x="1065" y="314"/>
                    </a:lnTo>
                    <a:lnTo>
                      <a:pt x="1067" y="316"/>
                    </a:lnTo>
                    <a:lnTo>
                      <a:pt x="1068" y="319"/>
                    </a:lnTo>
                    <a:lnTo>
                      <a:pt x="1069" y="321"/>
                    </a:lnTo>
                    <a:lnTo>
                      <a:pt x="1071" y="323"/>
                    </a:lnTo>
                    <a:lnTo>
                      <a:pt x="1072" y="325"/>
                    </a:lnTo>
                    <a:lnTo>
                      <a:pt x="1072" y="328"/>
                    </a:lnTo>
                    <a:lnTo>
                      <a:pt x="1072" y="331"/>
                    </a:lnTo>
                    <a:lnTo>
                      <a:pt x="1072" y="334"/>
                    </a:lnTo>
                    <a:lnTo>
                      <a:pt x="1073" y="336"/>
                    </a:lnTo>
                    <a:lnTo>
                      <a:pt x="1075" y="338"/>
                    </a:lnTo>
                    <a:close/>
                  </a:path>
                </a:pathLst>
              </a:custGeom>
              <a:solidFill>
                <a:srgbClr val="CC79A7">
                  <a:alpha val="32000"/>
                </a:srgbClr>
              </a:solidFill>
              <a:ln>
                <a:noFill/>
              </a:ln>
            </p:spPr>
            <p:txBody>
              <a:bodyPr anchor="ctr"/>
              <a:lstStyle/>
              <a:p>
                <a:pPr algn="ctr">
                  <a:buNone/>
                </a:pPr>
              </a:p>
            </p:txBody>
          </p:sp>
          <p:sp>
            <p:nvSpPr>
              <p:cNvPr id="3077" name="addition:input:200"/>
              <p:cNvSpPr>
                <a:spLocks noGrp="1"/>
              </p:cNvSpPr>
              <p:nvPr/>
            </p:nvSpPr>
            <p:spPr>
              <a:xfrm>
                <a:off x="209550" y="5438775"/>
                <a:ext cx="1894454" cy="776051"/>
              </a:xfrm>
              <a:custGeom>
                <a:avLst/>
                <a:gdLst/>
                <a:ahLst/>
                <a:cxnLst/>
                <a:rect l="l" t="t" r="r" b="b"/>
                <a:pathLst>
                  <a:path w="1151" h="414">
                    <a:moveTo>
                      <a:pt x="0" y="0"/>
                    </a:moveTo>
                    <a:moveTo>
                      <a:pt x="1145" y="385"/>
                    </a:moveTo>
                    <a:lnTo>
                      <a:pt x="1146" y="387"/>
                    </a:lnTo>
                    <a:lnTo>
                      <a:pt x="1148" y="390"/>
                    </a:lnTo>
                    <a:lnTo>
                      <a:pt x="1150" y="393"/>
                    </a:lnTo>
                    <a:lnTo>
                      <a:pt x="1151" y="396"/>
                    </a:lnTo>
                    <a:lnTo>
                      <a:pt x="1150" y="398"/>
                    </a:lnTo>
                    <a:lnTo>
                      <a:pt x="1148" y="400"/>
                    </a:lnTo>
                    <a:lnTo>
                      <a:pt x="1145" y="401"/>
                    </a:lnTo>
                    <a:lnTo>
                      <a:pt x="1143" y="403"/>
                    </a:lnTo>
                    <a:lnTo>
                      <a:pt x="1140" y="403"/>
                    </a:lnTo>
                    <a:lnTo>
                      <a:pt x="1137" y="403"/>
                    </a:lnTo>
                    <a:lnTo>
                      <a:pt x="1134" y="403"/>
                    </a:lnTo>
                    <a:lnTo>
                      <a:pt x="1132" y="404"/>
                    </a:lnTo>
                    <a:lnTo>
                      <a:pt x="1130" y="408"/>
                    </a:lnTo>
                    <a:lnTo>
                      <a:pt x="1129" y="411"/>
                    </a:lnTo>
                    <a:lnTo>
                      <a:pt x="1126" y="414"/>
                    </a:lnTo>
                    <a:lnTo>
                      <a:pt x="1123" y="414"/>
                    </a:lnTo>
                    <a:lnTo>
                      <a:pt x="1119" y="413"/>
                    </a:lnTo>
                    <a:lnTo>
                      <a:pt x="1116" y="411"/>
                    </a:lnTo>
                    <a:lnTo>
                      <a:pt x="1113" y="411"/>
                    </a:lnTo>
                    <a:lnTo>
                      <a:pt x="1109" y="411"/>
                    </a:lnTo>
                    <a:lnTo>
                      <a:pt x="1106" y="411"/>
                    </a:lnTo>
                    <a:lnTo>
                      <a:pt x="1103" y="410"/>
                    </a:lnTo>
                    <a:lnTo>
                      <a:pt x="1101" y="407"/>
                    </a:lnTo>
                    <a:lnTo>
                      <a:pt x="1099" y="406"/>
                    </a:lnTo>
                    <a:lnTo>
                      <a:pt x="1096" y="404"/>
                    </a:lnTo>
                    <a:lnTo>
                      <a:pt x="1094" y="403"/>
                    </a:lnTo>
                    <a:lnTo>
                      <a:pt x="1092" y="401"/>
                    </a:lnTo>
                    <a:lnTo>
                      <a:pt x="1091" y="399"/>
                    </a:lnTo>
                    <a:lnTo>
                      <a:pt x="1090" y="398"/>
                    </a:lnTo>
                    <a:lnTo>
                      <a:pt x="1087" y="397"/>
                    </a:lnTo>
                    <a:lnTo>
                      <a:pt x="1082" y="395"/>
                    </a:lnTo>
                    <a:lnTo>
                      <a:pt x="1079" y="393"/>
                    </a:lnTo>
                    <a:lnTo>
                      <a:pt x="1079" y="391"/>
                    </a:lnTo>
                    <a:lnTo>
                      <a:pt x="1082" y="388"/>
                    </a:lnTo>
                    <a:lnTo>
                      <a:pt x="1086" y="385"/>
                    </a:lnTo>
                    <a:lnTo>
                      <a:pt x="1089" y="383"/>
                    </a:lnTo>
                    <a:lnTo>
                      <a:pt x="1090" y="381"/>
                    </a:lnTo>
                    <a:lnTo>
                      <a:pt x="1090" y="379"/>
                    </a:lnTo>
                    <a:lnTo>
                      <a:pt x="1090" y="376"/>
                    </a:lnTo>
                    <a:lnTo>
                      <a:pt x="1092" y="374"/>
                    </a:lnTo>
                    <a:lnTo>
                      <a:pt x="1093" y="372"/>
                    </a:lnTo>
                    <a:lnTo>
                      <a:pt x="1094" y="370"/>
                    </a:lnTo>
                    <a:lnTo>
                      <a:pt x="1094" y="367"/>
                    </a:lnTo>
                    <a:lnTo>
                      <a:pt x="1096" y="365"/>
                    </a:lnTo>
                    <a:lnTo>
                      <a:pt x="1099" y="364"/>
                    </a:lnTo>
                    <a:lnTo>
                      <a:pt x="1102" y="363"/>
                    </a:lnTo>
                    <a:lnTo>
                      <a:pt x="1104" y="362"/>
                    </a:lnTo>
                    <a:lnTo>
                      <a:pt x="1106" y="360"/>
                    </a:lnTo>
                    <a:lnTo>
                      <a:pt x="1108" y="358"/>
                    </a:lnTo>
                    <a:lnTo>
                      <a:pt x="1111" y="357"/>
                    </a:lnTo>
                    <a:lnTo>
                      <a:pt x="1114" y="359"/>
                    </a:lnTo>
                    <a:lnTo>
                      <a:pt x="1116" y="362"/>
                    </a:lnTo>
                    <a:lnTo>
                      <a:pt x="1118" y="364"/>
                    </a:lnTo>
                    <a:lnTo>
                      <a:pt x="1120" y="364"/>
                    </a:lnTo>
                    <a:lnTo>
                      <a:pt x="1123" y="362"/>
                    </a:lnTo>
                    <a:lnTo>
                      <a:pt x="1126" y="360"/>
                    </a:lnTo>
                    <a:lnTo>
                      <a:pt x="1129" y="360"/>
                    </a:lnTo>
                    <a:lnTo>
                      <a:pt x="1131" y="360"/>
                    </a:lnTo>
                    <a:lnTo>
                      <a:pt x="1134" y="361"/>
                    </a:lnTo>
                    <a:lnTo>
                      <a:pt x="1136" y="362"/>
                    </a:lnTo>
                    <a:lnTo>
                      <a:pt x="1139" y="364"/>
                    </a:lnTo>
                    <a:lnTo>
                      <a:pt x="1139" y="367"/>
                    </a:lnTo>
                    <a:lnTo>
                      <a:pt x="1139" y="370"/>
                    </a:lnTo>
                    <a:lnTo>
                      <a:pt x="1138" y="373"/>
                    </a:lnTo>
                    <a:lnTo>
                      <a:pt x="1140" y="375"/>
                    </a:lnTo>
                    <a:lnTo>
                      <a:pt x="1143" y="376"/>
                    </a:lnTo>
                    <a:lnTo>
                      <a:pt x="1146" y="378"/>
                    </a:lnTo>
                    <a:lnTo>
                      <a:pt x="1147" y="380"/>
                    </a:lnTo>
                    <a:lnTo>
                      <a:pt x="1146" y="383"/>
                    </a:lnTo>
                    <a:close/>
                  </a:path>
                </a:pathLst>
              </a:custGeom>
              <a:solidFill>
                <a:srgbClr val="CC79A7">
                  <a:alpha val="32000"/>
                </a:srgbClr>
              </a:solidFill>
              <a:ln>
                <a:noFill/>
              </a:ln>
            </p:spPr>
            <p:txBody>
              <a:bodyPr anchor="ctr"/>
              <a:lstStyle/>
              <a:p>
                <a:pPr algn="ctr">
                  <a:buNone/>
                </a:pPr>
              </a:p>
            </p:txBody>
          </p:sp>
          <p:sp>
            <p:nvSpPr>
              <p:cNvPr id="3078" name="addition:input:201"/>
              <p:cNvSpPr>
                <a:spLocks noGrp="1"/>
              </p:cNvSpPr>
              <p:nvPr/>
            </p:nvSpPr>
            <p:spPr>
              <a:xfrm>
                <a:off x="209550" y="5438775"/>
                <a:ext cx="1978396" cy="734812"/>
              </a:xfrm>
              <a:custGeom>
                <a:avLst/>
                <a:gdLst/>
                <a:ahLst/>
                <a:cxnLst/>
                <a:rect l="l" t="t" r="r" b="b"/>
                <a:pathLst>
                  <a:path w="1202" h="392">
                    <a:moveTo>
                      <a:pt x="0" y="0"/>
                    </a:moveTo>
                    <a:moveTo>
                      <a:pt x="1200" y="367"/>
                    </a:moveTo>
                    <a:lnTo>
                      <a:pt x="1200" y="369"/>
                    </a:lnTo>
                    <a:lnTo>
                      <a:pt x="1201" y="371"/>
                    </a:lnTo>
                    <a:lnTo>
                      <a:pt x="1202" y="374"/>
                    </a:lnTo>
                    <a:lnTo>
                      <a:pt x="1201" y="376"/>
                    </a:lnTo>
                    <a:lnTo>
                      <a:pt x="1200" y="377"/>
                    </a:lnTo>
                    <a:lnTo>
                      <a:pt x="1200" y="379"/>
                    </a:lnTo>
                    <a:lnTo>
                      <a:pt x="1200" y="382"/>
                    </a:lnTo>
                    <a:lnTo>
                      <a:pt x="1200" y="384"/>
                    </a:lnTo>
                    <a:lnTo>
                      <a:pt x="1198" y="386"/>
                    </a:lnTo>
                    <a:lnTo>
                      <a:pt x="1195" y="385"/>
                    </a:lnTo>
                    <a:lnTo>
                      <a:pt x="1192" y="384"/>
                    </a:lnTo>
                    <a:lnTo>
                      <a:pt x="1189" y="383"/>
                    </a:lnTo>
                    <a:lnTo>
                      <a:pt x="1188" y="385"/>
                    </a:lnTo>
                    <a:lnTo>
                      <a:pt x="1187" y="387"/>
                    </a:lnTo>
                    <a:lnTo>
                      <a:pt x="1186" y="390"/>
                    </a:lnTo>
                    <a:lnTo>
                      <a:pt x="1183" y="391"/>
                    </a:lnTo>
                    <a:lnTo>
                      <a:pt x="1181" y="392"/>
                    </a:lnTo>
                    <a:lnTo>
                      <a:pt x="1178" y="392"/>
                    </a:lnTo>
                    <a:lnTo>
                      <a:pt x="1176" y="392"/>
                    </a:lnTo>
                    <a:lnTo>
                      <a:pt x="1173" y="392"/>
                    </a:lnTo>
                    <a:lnTo>
                      <a:pt x="1171" y="390"/>
                    </a:lnTo>
                    <a:lnTo>
                      <a:pt x="1169" y="388"/>
                    </a:lnTo>
                    <a:lnTo>
                      <a:pt x="1167" y="386"/>
                    </a:lnTo>
                    <a:lnTo>
                      <a:pt x="1165" y="385"/>
                    </a:lnTo>
                    <a:lnTo>
                      <a:pt x="1163" y="385"/>
                    </a:lnTo>
                    <a:lnTo>
                      <a:pt x="1160" y="384"/>
                    </a:lnTo>
                    <a:lnTo>
                      <a:pt x="1158" y="382"/>
                    </a:lnTo>
                    <a:lnTo>
                      <a:pt x="1158" y="380"/>
                    </a:lnTo>
                    <a:lnTo>
                      <a:pt x="1158" y="378"/>
                    </a:lnTo>
                    <a:lnTo>
                      <a:pt x="1157" y="376"/>
                    </a:lnTo>
                    <a:lnTo>
                      <a:pt x="1154" y="375"/>
                    </a:lnTo>
                    <a:lnTo>
                      <a:pt x="1151" y="374"/>
                    </a:lnTo>
                    <a:lnTo>
                      <a:pt x="1149" y="372"/>
                    </a:lnTo>
                    <a:lnTo>
                      <a:pt x="1149" y="370"/>
                    </a:lnTo>
                    <a:lnTo>
                      <a:pt x="1150" y="367"/>
                    </a:lnTo>
                    <a:lnTo>
                      <a:pt x="1152" y="365"/>
                    </a:lnTo>
                    <a:lnTo>
                      <a:pt x="1153" y="363"/>
                    </a:lnTo>
                    <a:lnTo>
                      <a:pt x="1155" y="361"/>
                    </a:lnTo>
                    <a:lnTo>
                      <a:pt x="1158" y="360"/>
                    </a:lnTo>
                    <a:lnTo>
                      <a:pt x="1160" y="359"/>
                    </a:lnTo>
                    <a:lnTo>
                      <a:pt x="1161" y="357"/>
                    </a:lnTo>
                    <a:lnTo>
                      <a:pt x="1161" y="355"/>
                    </a:lnTo>
                    <a:lnTo>
                      <a:pt x="1160" y="352"/>
                    </a:lnTo>
                    <a:lnTo>
                      <a:pt x="1161" y="349"/>
                    </a:lnTo>
                    <a:lnTo>
                      <a:pt x="1163" y="348"/>
                    </a:lnTo>
                    <a:lnTo>
                      <a:pt x="1166" y="348"/>
                    </a:lnTo>
                    <a:lnTo>
                      <a:pt x="1169" y="347"/>
                    </a:lnTo>
                    <a:lnTo>
                      <a:pt x="1171" y="346"/>
                    </a:lnTo>
                    <a:lnTo>
                      <a:pt x="1172" y="344"/>
                    </a:lnTo>
                    <a:lnTo>
                      <a:pt x="1174" y="343"/>
                    </a:lnTo>
                    <a:lnTo>
                      <a:pt x="1177" y="343"/>
                    </a:lnTo>
                    <a:lnTo>
                      <a:pt x="1179" y="345"/>
                    </a:lnTo>
                    <a:lnTo>
                      <a:pt x="1181" y="346"/>
                    </a:lnTo>
                    <a:lnTo>
                      <a:pt x="1182" y="346"/>
                    </a:lnTo>
                    <a:lnTo>
                      <a:pt x="1184" y="347"/>
                    </a:lnTo>
                    <a:lnTo>
                      <a:pt x="1186" y="347"/>
                    </a:lnTo>
                    <a:lnTo>
                      <a:pt x="1187" y="348"/>
                    </a:lnTo>
                    <a:lnTo>
                      <a:pt x="1189" y="349"/>
                    </a:lnTo>
                    <a:lnTo>
                      <a:pt x="1191" y="348"/>
                    </a:lnTo>
                    <a:lnTo>
                      <a:pt x="1194" y="347"/>
                    </a:lnTo>
                    <a:lnTo>
                      <a:pt x="1197" y="348"/>
                    </a:lnTo>
                    <a:lnTo>
                      <a:pt x="1198" y="350"/>
                    </a:lnTo>
                    <a:lnTo>
                      <a:pt x="1198" y="353"/>
                    </a:lnTo>
                    <a:lnTo>
                      <a:pt x="1196" y="356"/>
                    </a:lnTo>
                    <a:lnTo>
                      <a:pt x="1196" y="358"/>
                    </a:lnTo>
                    <a:lnTo>
                      <a:pt x="1197" y="360"/>
                    </a:lnTo>
                    <a:lnTo>
                      <a:pt x="1198" y="361"/>
                    </a:lnTo>
                    <a:lnTo>
                      <a:pt x="1200" y="363"/>
                    </a:lnTo>
                    <a:lnTo>
                      <a:pt x="1200" y="365"/>
                    </a:lnTo>
                    <a:close/>
                  </a:path>
                </a:pathLst>
              </a:custGeom>
              <a:solidFill>
                <a:srgbClr val="DA9FC0">
                  <a:alpha val="24000"/>
                </a:srgbClr>
              </a:solidFill>
              <a:ln>
                <a:noFill/>
              </a:ln>
            </p:spPr>
            <p:txBody>
              <a:bodyPr anchor="ctr"/>
              <a:lstStyle/>
              <a:p>
                <a:pPr algn="ctr">
                  <a:buNone/>
                </a:pPr>
              </a:p>
            </p:txBody>
          </p:sp>
          <p:sp>
            <p:nvSpPr>
              <p:cNvPr id="3079" name="addition:input:202"/>
              <p:cNvSpPr>
                <a:spLocks noGrp="1"/>
              </p:cNvSpPr>
              <p:nvPr/>
            </p:nvSpPr>
            <p:spPr>
              <a:xfrm>
                <a:off x="209550" y="5438775"/>
                <a:ext cx="1935602" cy="851032"/>
              </a:xfrm>
              <a:custGeom>
                <a:avLst/>
                <a:gdLst/>
                <a:ahLst/>
                <a:cxnLst/>
                <a:rect l="l" t="t" r="r" b="b"/>
                <a:pathLst>
                  <a:path w="1176" h="454">
                    <a:moveTo>
                      <a:pt x="0" y="0"/>
                    </a:moveTo>
                    <a:moveTo>
                      <a:pt x="1174" y="426"/>
                    </a:moveTo>
                    <a:lnTo>
                      <a:pt x="1175" y="428"/>
                    </a:lnTo>
                    <a:lnTo>
                      <a:pt x="1175" y="431"/>
                    </a:lnTo>
                    <a:lnTo>
                      <a:pt x="1176" y="434"/>
                    </a:lnTo>
                    <a:lnTo>
                      <a:pt x="1175" y="436"/>
                    </a:lnTo>
                    <a:lnTo>
                      <a:pt x="1173" y="438"/>
                    </a:lnTo>
                    <a:lnTo>
                      <a:pt x="1170" y="439"/>
                    </a:lnTo>
                    <a:lnTo>
                      <a:pt x="1166" y="439"/>
                    </a:lnTo>
                    <a:lnTo>
                      <a:pt x="1164" y="440"/>
                    </a:lnTo>
                    <a:lnTo>
                      <a:pt x="1163" y="442"/>
                    </a:lnTo>
                    <a:lnTo>
                      <a:pt x="1163" y="445"/>
                    </a:lnTo>
                    <a:lnTo>
                      <a:pt x="1162" y="448"/>
                    </a:lnTo>
                    <a:lnTo>
                      <a:pt x="1160" y="450"/>
                    </a:lnTo>
                    <a:lnTo>
                      <a:pt x="1157" y="450"/>
                    </a:lnTo>
                    <a:lnTo>
                      <a:pt x="1154" y="450"/>
                    </a:lnTo>
                    <a:lnTo>
                      <a:pt x="1151" y="451"/>
                    </a:lnTo>
                    <a:lnTo>
                      <a:pt x="1149" y="453"/>
                    </a:lnTo>
                    <a:lnTo>
                      <a:pt x="1146" y="454"/>
                    </a:lnTo>
                    <a:lnTo>
                      <a:pt x="1143" y="454"/>
                    </a:lnTo>
                    <a:lnTo>
                      <a:pt x="1140" y="453"/>
                    </a:lnTo>
                    <a:lnTo>
                      <a:pt x="1138" y="451"/>
                    </a:lnTo>
                    <a:lnTo>
                      <a:pt x="1135" y="451"/>
                    </a:lnTo>
                    <a:lnTo>
                      <a:pt x="1133" y="449"/>
                    </a:lnTo>
                    <a:lnTo>
                      <a:pt x="1131" y="447"/>
                    </a:lnTo>
                    <a:lnTo>
                      <a:pt x="1131" y="444"/>
                    </a:lnTo>
                    <a:lnTo>
                      <a:pt x="1130" y="443"/>
                    </a:lnTo>
                    <a:lnTo>
                      <a:pt x="1127" y="442"/>
                    </a:lnTo>
                    <a:lnTo>
                      <a:pt x="1123" y="443"/>
                    </a:lnTo>
                    <a:lnTo>
                      <a:pt x="1119" y="443"/>
                    </a:lnTo>
                    <a:lnTo>
                      <a:pt x="1117" y="442"/>
                    </a:lnTo>
                    <a:lnTo>
                      <a:pt x="1117" y="439"/>
                    </a:lnTo>
                    <a:lnTo>
                      <a:pt x="1119" y="436"/>
                    </a:lnTo>
                    <a:lnTo>
                      <a:pt x="1120" y="433"/>
                    </a:lnTo>
                    <a:lnTo>
                      <a:pt x="1120" y="430"/>
                    </a:lnTo>
                    <a:lnTo>
                      <a:pt x="1120" y="428"/>
                    </a:lnTo>
                    <a:lnTo>
                      <a:pt x="1121" y="426"/>
                    </a:lnTo>
                    <a:lnTo>
                      <a:pt x="1122" y="424"/>
                    </a:lnTo>
                    <a:lnTo>
                      <a:pt x="1123" y="422"/>
                    </a:lnTo>
                    <a:lnTo>
                      <a:pt x="1123" y="419"/>
                    </a:lnTo>
                    <a:lnTo>
                      <a:pt x="1123" y="417"/>
                    </a:lnTo>
                    <a:lnTo>
                      <a:pt x="1123" y="415"/>
                    </a:lnTo>
                    <a:lnTo>
                      <a:pt x="1125" y="413"/>
                    </a:lnTo>
                    <a:lnTo>
                      <a:pt x="1127" y="411"/>
                    </a:lnTo>
                    <a:lnTo>
                      <a:pt x="1128" y="410"/>
                    </a:lnTo>
                    <a:lnTo>
                      <a:pt x="1128" y="406"/>
                    </a:lnTo>
                    <a:lnTo>
                      <a:pt x="1128" y="403"/>
                    </a:lnTo>
                    <a:lnTo>
                      <a:pt x="1129" y="401"/>
                    </a:lnTo>
                    <a:lnTo>
                      <a:pt x="1132" y="400"/>
                    </a:lnTo>
                    <a:lnTo>
                      <a:pt x="1136" y="402"/>
                    </a:lnTo>
                    <a:lnTo>
                      <a:pt x="1138" y="404"/>
                    </a:lnTo>
                    <a:lnTo>
                      <a:pt x="1140" y="404"/>
                    </a:lnTo>
                    <a:lnTo>
                      <a:pt x="1142" y="403"/>
                    </a:lnTo>
                    <a:lnTo>
                      <a:pt x="1143" y="402"/>
                    </a:lnTo>
                    <a:lnTo>
                      <a:pt x="1145" y="402"/>
                    </a:lnTo>
                    <a:lnTo>
                      <a:pt x="1147" y="401"/>
                    </a:lnTo>
                    <a:lnTo>
                      <a:pt x="1150" y="400"/>
                    </a:lnTo>
                    <a:lnTo>
                      <a:pt x="1152" y="399"/>
                    </a:lnTo>
                    <a:lnTo>
                      <a:pt x="1155" y="399"/>
                    </a:lnTo>
                    <a:lnTo>
                      <a:pt x="1157" y="401"/>
                    </a:lnTo>
                    <a:lnTo>
                      <a:pt x="1158" y="404"/>
                    </a:lnTo>
                    <a:lnTo>
                      <a:pt x="1159" y="406"/>
                    </a:lnTo>
                    <a:lnTo>
                      <a:pt x="1161" y="408"/>
                    </a:lnTo>
                    <a:lnTo>
                      <a:pt x="1164" y="409"/>
                    </a:lnTo>
                    <a:lnTo>
                      <a:pt x="1166" y="410"/>
                    </a:lnTo>
                    <a:lnTo>
                      <a:pt x="1168" y="412"/>
                    </a:lnTo>
                    <a:lnTo>
                      <a:pt x="1167" y="415"/>
                    </a:lnTo>
                    <a:lnTo>
                      <a:pt x="1167" y="418"/>
                    </a:lnTo>
                    <a:lnTo>
                      <a:pt x="1167" y="420"/>
                    </a:lnTo>
                    <a:lnTo>
                      <a:pt x="1169" y="422"/>
                    </a:lnTo>
                    <a:lnTo>
                      <a:pt x="1172" y="424"/>
                    </a:lnTo>
                    <a:close/>
                  </a:path>
                </a:pathLst>
              </a:custGeom>
              <a:solidFill>
                <a:srgbClr val="DA9FC0">
                  <a:alpha val="24000"/>
                </a:srgbClr>
              </a:solidFill>
              <a:ln>
                <a:noFill/>
              </a:ln>
            </p:spPr>
            <p:txBody>
              <a:bodyPr anchor="ctr"/>
              <a:lstStyle/>
              <a:p>
                <a:pPr algn="ctr">
                  <a:buNone/>
                </a:pPr>
              </a:p>
            </p:txBody>
          </p:sp>
          <p:sp>
            <p:nvSpPr>
              <p:cNvPr id="3080" name="addition:input:203"/>
              <p:cNvSpPr>
                <a:spLocks noGrp="1"/>
              </p:cNvSpPr>
              <p:nvPr/>
            </p:nvSpPr>
            <p:spPr>
              <a:xfrm>
                <a:off x="209550" y="5438775"/>
                <a:ext cx="1812158" cy="881024"/>
              </a:xfrm>
              <a:custGeom>
                <a:avLst/>
                <a:gdLst/>
                <a:ahLst/>
                <a:cxnLst/>
                <a:rect l="l" t="t" r="r" b="b"/>
                <a:pathLst>
                  <a:path w="1101" h="470">
                    <a:moveTo>
                      <a:pt x="0" y="0"/>
                    </a:moveTo>
                    <a:moveTo>
                      <a:pt x="1094" y="442"/>
                    </a:moveTo>
                    <a:lnTo>
                      <a:pt x="1094" y="444"/>
                    </a:lnTo>
                    <a:lnTo>
                      <a:pt x="1094" y="446"/>
                    </a:lnTo>
                    <a:lnTo>
                      <a:pt x="1093" y="448"/>
                    </a:lnTo>
                    <a:lnTo>
                      <a:pt x="1092" y="450"/>
                    </a:lnTo>
                    <a:lnTo>
                      <a:pt x="1091" y="453"/>
                    </a:lnTo>
                    <a:lnTo>
                      <a:pt x="1091" y="455"/>
                    </a:lnTo>
                    <a:lnTo>
                      <a:pt x="1090" y="458"/>
                    </a:lnTo>
                    <a:lnTo>
                      <a:pt x="1089" y="460"/>
                    </a:lnTo>
                    <a:lnTo>
                      <a:pt x="1087" y="461"/>
                    </a:lnTo>
                    <a:lnTo>
                      <a:pt x="1085" y="463"/>
                    </a:lnTo>
                    <a:lnTo>
                      <a:pt x="1084" y="465"/>
                    </a:lnTo>
                    <a:lnTo>
                      <a:pt x="1083" y="468"/>
                    </a:lnTo>
                    <a:lnTo>
                      <a:pt x="1081" y="470"/>
                    </a:lnTo>
                    <a:lnTo>
                      <a:pt x="1078" y="469"/>
                    </a:lnTo>
                    <a:lnTo>
                      <a:pt x="1075" y="466"/>
                    </a:lnTo>
                    <a:lnTo>
                      <a:pt x="1073" y="464"/>
                    </a:lnTo>
                    <a:lnTo>
                      <a:pt x="1071" y="464"/>
                    </a:lnTo>
                    <a:lnTo>
                      <a:pt x="1070" y="465"/>
                    </a:lnTo>
                    <a:lnTo>
                      <a:pt x="1068" y="467"/>
                    </a:lnTo>
                    <a:lnTo>
                      <a:pt x="1065" y="468"/>
                    </a:lnTo>
                    <a:lnTo>
                      <a:pt x="1063" y="468"/>
                    </a:lnTo>
                    <a:lnTo>
                      <a:pt x="1061" y="468"/>
                    </a:lnTo>
                    <a:lnTo>
                      <a:pt x="1058" y="468"/>
                    </a:lnTo>
                    <a:lnTo>
                      <a:pt x="1056" y="467"/>
                    </a:lnTo>
                    <a:lnTo>
                      <a:pt x="1054" y="464"/>
                    </a:lnTo>
                    <a:lnTo>
                      <a:pt x="1054" y="461"/>
                    </a:lnTo>
                    <a:lnTo>
                      <a:pt x="1053" y="458"/>
                    </a:lnTo>
                    <a:lnTo>
                      <a:pt x="1052" y="456"/>
                    </a:lnTo>
                    <a:lnTo>
                      <a:pt x="1050" y="455"/>
                    </a:lnTo>
                    <a:lnTo>
                      <a:pt x="1047" y="453"/>
                    </a:lnTo>
                    <a:lnTo>
                      <a:pt x="1046" y="451"/>
                    </a:lnTo>
                    <a:lnTo>
                      <a:pt x="1046" y="448"/>
                    </a:lnTo>
                    <a:lnTo>
                      <a:pt x="1047" y="446"/>
                    </a:lnTo>
                    <a:lnTo>
                      <a:pt x="1047" y="444"/>
                    </a:lnTo>
                    <a:lnTo>
                      <a:pt x="1045" y="442"/>
                    </a:lnTo>
                    <a:lnTo>
                      <a:pt x="1042" y="439"/>
                    </a:lnTo>
                    <a:lnTo>
                      <a:pt x="1040" y="436"/>
                    </a:lnTo>
                    <a:lnTo>
                      <a:pt x="1040" y="434"/>
                    </a:lnTo>
                    <a:lnTo>
                      <a:pt x="1041" y="431"/>
                    </a:lnTo>
                    <a:lnTo>
                      <a:pt x="1042" y="429"/>
                    </a:lnTo>
                    <a:lnTo>
                      <a:pt x="1044" y="427"/>
                    </a:lnTo>
                    <a:lnTo>
                      <a:pt x="1046" y="426"/>
                    </a:lnTo>
                    <a:lnTo>
                      <a:pt x="1049" y="425"/>
                    </a:lnTo>
                    <a:lnTo>
                      <a:pt x="1052" y="425"/>
                    </a:lnTo>
                    <a:lnTo>
                      <a:pt x="1055" y="424"/>
                    </a:lnTo>
                    <a:lnTo>
                      <a:pt x="1055" y="422"/>
                    </a:lnTo>
                    <a:lnTo>
                      <a:pt x="1056" y="418"/>
                    </a:lnTo>
                    <a:lnTo>
                      <a:pt x="1057" y="415"/>
                    </a:lnTo>
                    <a:lnTo>
                      <a:pt x="1060" y="413"/>
                    </a:lnTo>
                    <a:lnTo>
                      <a:pt x="1063" y="414"/>
                    </a:lnTo>
                    <a:lnTo>
                      <a:pt x="1066" y="415"/>
                    </a:lnTo>
                    <a:lnTo>
                      <a:pt x="1069" y="415"/>
                    </a:lnTo>
                    <a:lnTo>
                      <a:pt x="1072" y="414"/>
                    </a:lnTo>
                    <a:lnTo>
                      <a:pt x="1075" y="413"/>
                    </a:lnTo>
                    <a:lnTo>
                      <a:pt x="1078" y="414"/>
                    </a:lnTo>
                    <a:lnTo>
                      <a:pt x="1080" y="416"/>
                    </a:lnTo>
                    <a:lnTo>
                      <a:pt x="1082" y="418"/>
                    </a:lnTo>
                    <a:lnTo>
                      <a:pt x="1084" y="419"/>
                    </a:lnTo>
                    <a:lnTo>
                      <a:pt x="1086" y="420"/>
                    </a:lnTo>
                    <a:lnTo>
                      <a:pt x="1088" y="422"/>
                    </a:lnTo>
                    <a:lnTo>
                      <a:pt x="1089" y="424"/>
                    </a:lnTo>
                    <a:lnTo>
                      <a:pt x="1090" y="426"/>
                    </a:lnTo>
                    <a:lnTo>
                      <a:pt x="1092" y="427"/>
                    </a:lnTo>
                    <a:lnTo>
                      <a:pt x="1096" y="427"/>
                    </a:lnTo>
                    <a:lnTo>
                      <a:pt x="1100" y="428"/>
                    </a:lnTo>
                    <a:lnTo>
                      <a:pt x="1101" y="430"/>
                    </a:lnTo>
                    <a:lnTo>
                      <a:pt x="1100" y="434"/>
                    </a:lnTo>
                    <a:lnTo>
                      <a:pt x="1097" y="437"/>
                    </a:lnTo>
                    <a:lnTo>
                      <a:pt x="1095" y="439"/>
                    </a:lnTo>
                    <a:close/>
                  </a:path>
                </a:pathLst>
              </a:custGeom>
              <a:solidFill>
                <a:srgbClr val="DA9FC0">
                  <a:alpha val="24000"/>
                </a:srgbClr>
              </a:solidFill>
              <a:ln>
                <a:noFill/>
              </a:ln>
            </p:spPr>
            <p:txBody>
              <a:bodyPr anchor="ctr"/>
              <a:lstStyle/>
              <a:p>
                <a:pPr algn="ctr">
                  <a:buNone/>
                </a:pPr>
              </a:p>
            </p:txBody>
          </p:sp>
          <p:sp>
            <p:nvSpPr>
              <p:cNvPr id="3081" name="addition:input:204"/>
              <p:cNvSpPr>
                <a:spLocks noGrp="1"/>
              </p:cNvSpPr>
              <p:nvPr/>
            </p:nvSpPr>
            <p:spPr>
              <a:xfrm>
                <a:off x="209550" y="5438775"/>
                <a:ext cx="1692006" cy="828538"/>
              </a:xfrm>
              <a:custGeom>
                <a:avLst/>
                <a:gdLst/>
                <a:ahLst/>
                <a:cxnLst/>
                <a:rect l="l" t="t" r="r" b="b"/>
                <a:pathLst>
                  <a:path w="1028" h="442">
                    <a:moveTo>
                      <a:pt x="0" y="0"/>
                    </a:moveTo>
                    <a:moveTo>
                      <a:pt x="1028" y="413"/>
                    </a:moveTo>
                    <a:lnTo>
                      <a:pt x="1028" y="416"/>
                    </a:lnTo>
                    <a:lnTo>
                      <a:pt x="1026" y="418"/>
                    </a:lnTo>
                    <a:lnTo>
                      <a:pt x="1025" y="420"/>
                    </a:lnTo>
                    <a:lnTo>
                      <a:pt x="1025" y="423"/>
                    </a:lnTo>
                    <a:lnTo>
                      <a:pt x="1024" y="425"/>
                    </a:lnTo>
                    <a:lnTo>
                      <a:pt x="1023" y="427"/>
                    </a:lnTo>
                    <a:lnTo>
                      <a:pt x="1020" y="428"/>
                    </a:lnTo>
                    <a:lnTo>
                      <a:pt x="1017" y="429"/>
                    </a:lnTo>
                    <a:lnTo>
                      <a:pt x="1015" y="429"/>
                    </a:lnTo>
                    <a:lnTo>
                      <a:pt x="1014" y="431"/>
                    </a:lnTo>
                    <a:lnTo>
                      <a:pt x="1013" y="435"/>
                    </a:lnTo>
                    <a:lnTo>
                      <a:pt x="1012" y="439"/>
                    </a:lnTo>
                    <a:lnTo>
                      <a:pt x="1011" y="441"/>
                    </a:lnTo>
                    <a:lnTo>
                      <a:pt x="1008" y="442"/>
                    </a:lnTo>
                    <a:lnTo>
                      <a:pt x="1005" y="442"/>
                    </a:lnTo>
                    <a:lnTo>
                      <a:pt x="1003" y="441"/>
                    </a:lnTo>
                    <a:lnTo>
                      <a:pt x="1000" y="441"/>
                    </a:lnTo>
                    <a:lnTo>
                      <a:pt x="998" y="440"/>
                    </a:lnTo>
                    <a:lnTo>
                      <a:pt x="996" y="438"/>
                    </a:lnTo>
                    <a:lnTo>
                      <a:pt x="995" y="436"/>
                    </a:lnTo>
                    <a:lnTo>
                      <a:pt x="993" y="436"/>
                    </a:lnTo>
                    <a:lnTo>
                      <a:pt x="991" y="437"/>
                    </a:lnTo>
                    <a:lnTo>
                      <a:pt x="988" y="437"/>
                    </a:lnTo>
                    <a:lnTo>
                      <a:pt x="986" y="437"/>
                    </a:lnTo>
                    <a:lnTo>
                      <a:pt x="985" y="434"/>
                    </a:lnTo>
                    <a:lnTo>
                      <a:pt x="985" y="432"/>
                    </a:lnTo>
                    <a:lnTo>
                      <a:pt x="984" y="430"/>
                    </a:lnTo>
                    <a:lnTo>
                      <a:pt x="982" y="429"/>
                    </a:lnTo>
                    <a:lnTo>
                      <a:pt x="979" y="429"/>
                    </a:lnTo>
                    <a:lnTo>
                      <a:pt x="978" y="427"/>
                    </a:lnTo>
                    <a:lnTo>
                      <a:pt x="978" y="424"/>
                    </a:lnTo>
                    <a:lnTo>
                      <a:pt x="979" y="420"/>
                    </a:lnTo>
                    <a:lnTo>
                      <a:pt x="981" y="418"/>
                    </a:lnTo>
                    <a:lnTo>
                      <a:pt x="981" y="415"/>
                    </a:lnTo>
                    <a:lnTo>
                      <a:pt x="982" y="413"/>
                    </a:lnTo>
                    <a:lnTo>
                      <a:pt x="982" y="411"/>
                    </a:lnTo>
                    <a:lnTo>
                      <a:pt x="983" y="409"/>
                    </a:lnTo>
                    <a:lnTo>
                      <a:pt x="982" y="407"/>
                    </a:lnTo>
                    <a:lnTo>
                      <a:pt x="981" y="404"/>
                    </a:lnTo>
                    <a:lnTo>
                      <a:pt x="979" y="400"/>
                    </a:lnTo>
                    <a:lnTo>
                      <a:pt x="979" y="397"/>
                    </a:lnTo>
                    <a:lnTo>
                      <a:pt x="980" y="395"/>
                    </a:lnTo>
                    <a:lnTo>
                      <a:pt x="983" y="395"/>
                    </a:lnTo>
                    <a:lnTo>
                      <a:pt x="986" y="394"/>
                    </a:lnTo>
                    <a:lnTo>
                      <a:pt x="987" y="393"/>
                    </a:lnTo>
                    <a:lnTo>
                      <a:pt x="988" y="391"/>
                    </a:lnTo>
                    <a:lnTo>
                      <a:pt x="989" y="389"/>
                    </a:lnTo>
                    <a:lnTo>
                      <a:pt x="991" y="388"/>
                    </a:lnTo>
                    <a:lnTo>
                      <a:pt x="993" y="389"/>
                    </a:lnTo>
                    <a:lnTo>
                      <a:pt x="995" y="389"/>
                    </a:lnTo>
                    <a:lnTo>
                      <a:pt x="996" y="389"/>
                    </a:lnTo>
                    <a:lnTo>
                      <a:pt x="998" y="388"/>
                    </a:lnTo>
                    <a:lnTo>
                      <a:pt x="1000" y="387"/>
                    </a:lnTo>
                    <a:lnTo>
                      <a:pt x="1002" y="387"/>
                    </a:lnTo>
                    <a:lnTo>
                      <a:pt x="1004" y="387"/>
                    </a:lnTo>
                    <a:lnTo>
                      <a:pt x="1007" y="386"/>
                    </a:lnTo>
                    <a:lnTo>
                      <a:pt x="1010" y="385"/>
                    </a:lnTo>
                    <a:lnTo>
                      <a:pt x="1012" y="385"/>
                    </a:lnTo>
                    <a:lnTo>
                      <a:pt x="1014" y="388"/>
                    </a:lnTo>
                    <a:lnTo>
                      <a:pt x="1015" y="392"/>
                    </a:lnTo>
                    <a:lnTo>
                      <a:pt x="1015" y="396"/>
                    </a:lnTo>
                    <a:lnTo>
                      <a:pt x="1015" y="399"/>
                    </a:lnTo>
                    <a:lnTo>
                      <a:pt x="1017" y="400"/>
                    </a:lnTo>
                    <a:lnTo>
                      <a:pt x="1020" y="400"/>
                    </a:lnTo>
                    <a:lnTo>
                      <a:pt x="1023" y="401"/>
                    </a:lnTo>
                    <a:lnTo>
                      <a:pt x="1024" y="404"/>
                    </a:lnTo>
                    <a:lnTo>
                      <a:pt x="1025" y="406"/>
                    </a:lnTo>
                    <a:lnTo>
                      <a:pt x="1026" y="408"/>
                    </a:lnTo>
                    <a:lnTo>
                      <a:pt x="1027" y="411"/>
                    </a:lnTo>
                    <a:close/>
                  </a:path>
                </a:pathLst>
              </a:custGeom>
              <a:solidFill>
                <a:srgbClr val="DA9FC0">
                  <a:alpha val="24000"/>
                </a:srgbClr>
              </a:solidFill>
              <a:ln>
                <a:noFill/>
              </a:ln>
            </p:spPr>
            <p:txBody>
              <a:bodyPr anchor="ctr"/>
              <a:lstStyle/>
              <a:p>
                <a:pPr algn="ctr">
                  <a:buNone/>
                </a:pPr>
              </a:p>
            </p:txBody>
          </p:sp>
          <p:sp>
            <p:nvSpPr>
              <p:cNvPr id="3082" name="addition:input:205"/>
              <p:cNvSpPr>
                <a:spLocks noGrp="1"/>
              </p:cNvSpPr>
              <p:nvPr/>
            </p:nvSpPr>
            <p:spPr>
              <a:xfrm>
                <a:off x="209550" y="5438775"/>
                <a:ext cx="1659087" cy="706694"/>
              </a:xfrm>
              <a:custGeom>
                <a:avLst/>
                <a:gdLst/>
                <a:ahLst/>
                <a:cxnLst/>
                <a:rect l="l" t="t" r="r" b="b"/>
                <a:pathLst>
                  <a:path w="1008" h="377">
                    <a:moveTo>
                      <a:pt x="0" y="0"/>
                    </a:moveTo>
                    <a:moveTo>
                      <a:pt x="1006" y="351"/>
                    </a:moveTo>
                    <a:lnTo>
                      <a:pt x="1006" y="353"/>
                    </a:lnTo>
                    <a:lnTo>
                      <a:pt x="1005" y="355"/>
                    </a:lnTo>
                    <a:lnTo>
                      <a:pt x="1004" y="357"/>
                    </a:lnTo>
                    <a:lnTo>
                      <a:pt x="1002" y="359"/>
                    </a:lnTo>
                    <a:lnTo>
                      <a:pt x="1001" y="361"/>
                    </a:lnTo>
                    <a:lnTo>
                      <a:pt x="1000" y="363"/>
                    </a:lnTo>
                    <a:lnTo>
                      <a:pt x="999" y="365"/>
                    </a:lnTo>
                    <a:lnTo>
                      <a:pt x="998" y="366"/>
                    </a:lnTo>
                    <a:lnTo>
                      <a:pt x="996" y="367"/>
                    </a:lnTo>
                    <a:lnTo>
                      <a:pt x="995" y="368"/>
                    </a:lnTo>
                    <a:lnTo>
                      <a:pt x="994" y="371"/>
                    </a:lnTo>
                    <a:lnTo>
                      <a:pt x="993" y="375"/>
                    </a:lnTo>
                    <a:lnTo>
                      <a:pt x="992" y="377"/>
                    </a:lnTo>
                    <a:lnTo>
                      <a:pt x="989" y="377"/>
                    </a:lnTo>
                    <a:lnTo>
                      <a:pt x="987" y="375"/>
                    </a:lnTo>
                    <a:lnTo>
                      <a:pt x="985" y="373"/>
                    </a:lnTo>
                    <a:lnTo>
                      <a:pt x="983" y="372"/>
                    </a:lnTo>
                    <a:lnTo>
                      <a:pt x="982" y="372"/>
                    </a:lnTo>
                    <a:lnTo>
                      <a:pt x="980" y="373"/>
                    </a:lnTo>
                    <a:lnTo>
                      <a:pt x="979" y="373"/>
                    </a:lnTo>
                    <a:lnTo>
                      <a:pt x="977" y="372"/>
                    </a:lnTo>
                    <a:lnTo>
                      <a:pt x="976" y="372"/>
                    </a:lnTo>
                    <a:lnTo>
                      <a:pt x="974" y="373"/>
                    </a:lnTo>
                    <a:lnTo>
                      <a:pt x="972" y="373"/>
                    </a:lnTo>
                    <a:lnTo>
                      <a:pt x="970" y="371"/>
                    </a:lnTo>
                    <a:lnTo>
                      <a:pt x="970" y="369"/>
                    </a:lnTo>
                    <a:lnTo>
                      <a:pt x="970" y="366"/>
                    </a:lnTo>
                    <a:lnTo>
                      <a:pt x="969" y="365"/>
                    </a:lnTo>
                    <a:lnTo>
                      <a:pt x="967" y="364"/>
                    </a:lnTo>
                    <a:lnTo>
                      <a:pt x="965" y="362"/>
                    </a:lnTo>
                    <a:lnTo>
                      <a:pt x="965" y="360"/>
                    </a:lnTo>
                    <a:lnTo>
                      <a:pt x="966" y="357"/>
                    </a:lnTo>
                    <a:lnTo>
                      <a:pt x="967" y="355"/>
                    </a:lnTo>
                    <a:lnTo>
                      <a:pt x="968" y="353"/>
                    </a:lnTo>
                    <a:lnTo>
                      <a:pt x="967" y="351"/>
                    </a:lnTo>
                    <a:lnTo>
                      <a:pt x="965" y="349"/>
                    </a:lnTo>
                    <a:lnTo>
                      <a:pt x="964" y="347"/>
                    </a:lnTo>
                    <a:lnTo>
                      <a:pt x="963" y="344"/>
                    </a:lnTo>
                    <a:lnTo>
                      <a:pt x="963" y="342"/>
                    </a:lnTo>
                    <a:lnTo>
                      <a:pt x="963" y="339"/>
                    </a:lnTo>
                    <a:lnTo>
                      <a:pt x="963" y="337"/>
                    </a:lnTo>
                    <a:lnTo>
                      <a:pt x="964" y="335"/>
                    </a:lnTo>
                    <a:lnTo>
                      <a:pt x="967" y="335"/>
                    </a:lnTo>
                    <a:lnTo>
                      <a:pt x="969" y="335"/>
                    </a:lnTo>
                    <a:lnTo>
                      <a:pt x="971" y="335"/>
                    </a:lnTo>
                    <a:lnTo>
                      <a:pt x="972" y="333"/>
                    </a:lnTo>
                    <a:lnTo>
                      <a:pt x="973" y="331"/>
                    </a:lnTo>
                    <a:lnTo>
                      <a:pt x="974" y="328"/>
                    </a:lnTo>
                    <a:lnTo>
                      <a:pt x="976" y="328"/>
                    </a:lnTo>
                    <a:lnTo>
                      <a:pt x="978" y="328"/>
                    </a:lnTo>
                    <a:lnTo>
                      <a:pt x="980" y="329"/>
                    </a:lnTo>
                    <a:lnTo>
                      <a:pt x="981" y="328"/>
                    </a:lnTo>
                    <a:lnTo>
                      <a:pt x="983" y="326"/>
                    </a:lnTo>
                    <a:lnTo>
                      <a:pt x="986" y="325"/>
                    </a:lnTo>
                    <a:lnTo>
                      <a:pt x="988" y="325"/>
                    </a:lnTo>
                    <a:lnTo>
                      <a:pt x="990" y="326"/>
                    </a:lnTo>
                    <a:lnTo>
                      <a:pt x="992" y="328"/>
                    </a:lnTo>
                    <a:lnTo>
                      <a:pt x="994" y="329"/>
                    </a:lnTo>
                    <a:lnTo>
                      <a:pt x="996" y="331"/>
                    </a:lnTo>
                    <a:lnTo>
                      <a:pt x="997" y="333"/>
                    </a:lnTo>
                    <a:lnTo>
                      <a:pt x="997" y="336"/>
                    </a:lnTo>
                    <a:lnTo>
                      <a:pt x="998" y="338"/>
                    </a:lnTo>
                    <a:lnTo>
                      <a:pt x="999" y="339"/>
                    </a:lnTo>
                    <a:lnTo>
                      <a:pt x="1003" y="339"/>
                    </a:lnTo>
                    <a:lnTo>
                      <a:pt x="1006" y="340"/>
                    </a:lnTo>
                    <a:lnTo>
                      <a:pt x="1008" y="341"/>
                    </a:lnTo>
                    <a:lnTo>
                      <a:pt x="1008" y="344"/>
                    </a:lnTo>
                    <a:lnTo>
                      <a:pt x="1007" y="346"/>
                    </a:lnTo>
                    <a:lnTo>
                      <a:pt x="1006" y="349"/>
                    </a:lnTo>
                    <a:close/>
                  </a:path>
                </a:pathLst>
              </a:custGeom>
              <a:solidFill>
                <a:srgbClr val="DA9FC0">
                  <a:alpha val="24000"/>
                </a:srgbClr>
              </a:solidFill>
              <a:ln>
                <a:noFill/>
              </a:ln>
            </p:spPr>
            <p:txBody>
              <a:bodyPr anchor="ctr"/>
              <a:lstStyle/>
              <a:p>
                <a:pPr algn="ctr">
                  <a:buNone/>
                </a:pPr>
              </a:p>
            </p:txBody>
          </p:sp>
          <p:sp>
            <p:nvSpPr>
              <p:cNvPr id="3083" name="addition:input:206"/>
              <p:cNvSpPr>
                <a:spLocks noGrp="1"/>
              </p:cNvSpPr>
              <p:nvPr/>
            </p:nvSpPr>
            <p:spPr>
              <a:xfrm>
                <a:off x="209550" y="5438775"/>
                <a:ext cx="1721632" cy="597972"/>
              </a:xfrm>
              <a:custGeom>
                <a:avLst/>
                <a:gdLst/>
                <a:ahLst/>
                <a:cxnLst/>
                <a:rect l="l" t="t" r="r" b="b"/>
                <a:pathLst>
                  <a:path w="1046" h="319">
                    <a:moveTo>
                      <a:pt x="0" y="0"/>
                    </a:moveTo>
                    <a:moveTo>
                      <a:pt x="1044" y="295"/>
                    </a:moveTo>
                    <a:lnTo>
                      <a:pt x="1043" y="297"/>
                    </a:lnTo>
                    <a:lnTo>
                      <a:pt x="1041" y="299"/>
                    </a:lnTo>
                    <a:lnTo>
                      <a:pt x="1038" y="300"/>
                    </a:lnTo>
                    <a:lnTo>
                      <a:pt x="1037" y="302"/>
                    </a:lnTo>
                    <a:lnTo>
                      <a:pt x="1038" y="304"/>
                    </a:lnTo>
                    <a:lnTo>
                      <a:pt x="1040" y="307"/>
                    </a:lnTo>
                    <a:lnTo>
                      <a:pt x="1041" y="311"/>
                    </a:lnTo>
                    <a:lnTo>
                      <a:pt x="1040" y="313"/>
                    </a:lnTo>
                    <a:lnTo>
                      <a:pt x="1037" y="314"/>
                    </a:lnTo>
                    <a:lnTo>
                      <a:pt x="1034" y="314"/>
                    </a:lnTo>
                    <a:lnTo>
                      <a:pt x="1031" y="315"/>
                    </a:lnTo>
                    <a:lnTo>
                      <a:pt x="1029" y="315"/>
                    </a:lnTo>
                    <a:lnTo>
                      <a:pt x="1028" y="316"/>
                    </a:lnTo>
                    <a:lnTo>
                      <a:pt x="1025" y="317"/>
                    </a:lnTo>
                    <a:lnTo>
                      <a:pt x="1023" y="316"/>
                    </a:lnTo>
                    <a:lnTo>
                      <a:pt x="1021" y="317"/>
                    </a:lnTo>
                    <a:lnTo>
                      <a:pt x="1019" y="318"/>
                    </a:lnTo>
                    <a:lnTo>
                      <a:pt x="1017" y="319"/>
                    </a:lnTo>
                    <a:lnTo>
                      <a:pt x="1015" y="319"/>
                    </a:lnTo>
                    <a:lnTo>
                      <a:pt x="1013" y="318"/>
                    </a:lnTo>
                    <a:lnTo>
                      <a:pt x="1011" y="317"/>
                    </a:lnTo>
                    <a:lnTo>
                      <a:pt x="1008" y="316"/>
                    </a:lnTo>
                    <a:lnTo>
                      <a:pt x="1005" y="317"/>
                    </a:lnTo>
                    <a:lnTo>
                      <a:pt x="1001" y="318"/>
                    </a:lnTo>
                    <a:lnTo>
                      <a:pt x="998" y="317"/>
                    </a:lnTo>
                    <a:lnTo>
                      <a:pt x="997" y="314"/>
                    </a:lnTo>
                    <a:lnTo>
                      <a:pt x="998" y="310"/>
                    </a:lnTo>
                    <a:lnTo>
                      <a:pt x="998" y="307"/>
                    </a:lnTo>
                    <a:lnTo>
                      <a:pt x="997" y="305"/>
                    </a:lnTo>
                    <a:lnTo>
                      <a:pt x="995" y="304"/>
                    </a:lnTo>
                    <a:lnTo>
                      <a:pt x="993" y="302"/>
                    </a:lnTo>
                    <a:lnTo>
                      <a:pt x="991" y="301"/>
                    </a:lnTo>
                    <a:lnTo>
                      <a:pt x="989" y="299"/>
                    </a:lnTo>
                    <a:lnTo>
                      <a:pt x="987" y="297"/>
                    </a:lnTo>
                    <a:lnTo>
                      <a:pt x="984" y="295"/>
                    </a:lnTo>
                    <a:lnTo>
                      <a:pt x="983" y="292"/>
                    </a:lnTo>
                    <a:lnTo>
                      <a:pt x="984" y="290"/>
                    </a:lnTo>
                    <a:lnTo>
                      <a:pt x="987" y="288"/>
                    </a:lnTo>
                    <a:lnTo>
                      <a:pt x="990" y="286"/>
                    </a:lnTo>
                    <a:lnTo>
                      <a:pt x="990" y="285"/>
                    </a:lnTo>
                    <a:lnTo>
                      <a:pt x="990" y="282"/>
                    </a:lnTo>
                    <a:lnTo>
                      <a:pt x="991" y="280"/>
                    </a:lnTo>
                    <a:lnTo>
                      <a:pt x="993" y="278"/>
                    </a:lnTo>
                    <a:lnTo>
                      <a:pt x="997" y="278"/>
                    </a:lnTo>
                    <a:lnTo>
                      <a:pt x="1000" y="278"/>
                    </a:lnTo>
                    <a:lnTo>
                      <a:pt x="1002" y="277"/>
                    </a:lnTo>
                    <a:lnTo>
                      <a:pt x="1004" y="275"/>
                    </a:lnTo>
                    <a:lnTo>
                      <a:pt x="1005" y="272"/>
                    </a:lnTo>
                    <a:lnTo>
                      <a:pt x="1008" y="270"/>
                    </a:lnTo>
                    <a:lnTo>
                      <a:pt x="1011" y="269"/>
                    </a:lnTo>
                    <a:lnTo>
                      <a:pt x="1014" y="268"/>
                    </a:lnTo>
                    <a:lnTo>
                      <a:pt x="1017" y="267"/>
                    </a:lnTo>
                    <a:lnTo>
                      <a:pt x="1020" y="267"/>
                    </a:lnTo>
                    <a:lnTo>
                      <a:pt x="1023" y="269"/>
                    </a:lnTo>
                    <a:lnTo>
                      <a:pt x="1025" y="272"/>
                    </a:lnTo>
                    <a:lnTo>
                      <a:pt x="1027" y="275"/>
                    </a:lnTo>
                    <a:lnTo>
                      <a:pt x="1029" y="276"/>
                    </a:lnTo>
                    <a:lnTo>
                      <a:pt x="1031" y="276"/>
                    </a:lnTo>
                    <a:lnTo>
                      <a:pt x="1035" y="275"/>
                    </a:lnTo>
                    <a:lnTo>
                      <a:pt x="1038" y="275"/>
                    </a:lnTo>
                    <a:lnTo>
                      <a:pt x="1040" y="276"/>
                    </a:lnTo>
                    <a:lnTo>
                      <a:pt x="1040" y="278"/>
                    </a:lnTo>
                    <a:lnTo>
                      <a:pt x="1041" y="280"/>
                    </a:lnTo>
                    <a:lnTo>
                      <a:pt x="1043" y="282"/>
                    </a:lnTo>
                    <a:lnTo>
                      <a:pt x="1045" y="283"/>
                    </a:lnTo>
                    <a:lnTo>
                      <a:pt x="1046" y="285"/>
                    </a:lnTo>
                    <a:lnTo>
                      <a:pt x="1046" y="288"/>
                    </a:lnTo>
                    <a:lnTo>
                      <a:pt x="1045" y="290"/>
                    </a:lnTo>
                    <a:lnTo>
                      <a:pt x="1045" y="292"/>
                    </a:lnTo>
                    <a:close/>
                  </a:path>
                </a:pathLst>
              </a:custGeom>
              <a:solidFill>
                <a:srgbClr val="DA9FC0">
                  <a:alpha val="24000"/>
                </a:srgbClr>
              </a:solidFill>
              <a:ln>
                <a:noFill/>
              </a:ln>
            </p:spPr>
            <p:txBody>
              <a:bodyPr anchor="ctr"/>
              <a:lstStyle/>
              <a:p>
                <a:pPr algn="ctr">
                  <a:buNone/>
                </a:pPr>
              </a:p>
            </p:txBody>
          </p:sp>
          <p:sp>
            <p:nvSpPr>
              <p:cNvPr id="3084" name="addition:input:207"/>
              <p:cNvSpPr>
                <a:spLocks noGrp="1"/>
              </p:cNvSpPr>
              <p:nvPr/>
            </p:nvSpPr>
            <p:spPr>
              <a:xfrm>
                <a:off x="209550" y="5438775"/>
                <a:ext cx="1836847" cy="556732"/>
              </a:xfrm>
              <a:custGeom>
                <a:avLst/>
                <a:gdLst/>
                <a:ahLst/>
                <a:cxnLst/>
                <a:rect l="l" t="t" r="r" b="b"/>
                <a:pathLst>
                  <a:path w="1116" h="297">
                    <a:moveTo>
                      <a:pt x="0" y="0"/>
                    </a:moveTo>
                    <a:moveTo>
                      <a:pt x="1114" y="274"/>
                    </a:moveTo>
                    <a:lnTo>
                      <a:pt x="1112" y="276"/>
                    </a:lnTo>
                    <a:lnTo>
                      <a:pt x="1112" y="278"/>
                    </a:lnTo>
                    <a:lnTo>
                      <a:pt x="1112" y="280"/>
                    </a:lnTo>
                    <a:lnTo>
                      <a:pt x="1112" y="282"/>
                    </a:lnTo>
                    <a:lnTo>
                      <a:pt x="1110" y="284"/>
                    </a:lnTo>
                    <a:lnTo>
                      <a:pt x="1107" y="285"/>
                    </a:lnTo>
                    <a:lnTo>
                      <a:pt x="1105" y="286"/>
                    </a:lnTo>
                    <a:lnTo>
                      <a:pt x="1104" y="287"/>
                    </a:lnTo>
                    <a:lnTo>
                      <a:pt x="1104" y="290"/>
                    </a:lnTo>
                    <a:lnTo>
                      <a:pt x="1104" y="293"/>
                    </a:lnTo>
                    <a:lnTo>
                      <a:pt x="1103" y="296"/>
                    </a:lnTo>
                    <a:lnTo>
                      <a:pt x="1100" y="297"/>
                    </a:lnTo>
                    <a:lnTo>
                      <a:pt x="1098" y="297"/>
                    </a:lnTo>
                    <a:lnTo>
                      <a:pt x="1096" y="297"/>
                    </a:lnTo>
                    <a:lnTo>
                      <a:pt x="1094" y="297"/>
                    </a:lnTo>
                    <a:lnTo>
                      <a:pt x="1092" y="296"/>
                    </a:lnTo>
                    <a:lnTo>
                      <a:pt x="1090" y="295"/>
                    </a:lnTo>
                    <a:lnTo>
                      <a:pt x="1088" y="293"/>
                    </a:lnTo>
                    <a:lnTo>
                      <a:pt x="1087" y="293"/>
                    </a:lnTo>
                    <a:lnTo>
                      <a:pt x="1085" y="295"/>
                    </a:lnTo>
                    <a:lnTo>
                      <a:pt x="1083" y="297"/>
                    </a:lnTo>
                    <a:lnTo>
                      <a:pt x="1081" y="297"/>
                    </a:lnTo>
                    <a:lnTo>
                      <a:pt x="1079" y="296"/>
                    </a:lnTo>
                    <a:lnTo>
                      <a:pt x="1079" y="293"/>
                    </a:lnTo>
                    <a:lnTo>
                      <a:pt x="1078" y="292"/>
                    </a:lnTo>
                    <a:lnTo>
                      <a:pt x="1076" y="291"/>
                    </a:lnTo>
                    <a:lnTo>
                      <a:pt x="1074" y="290"/>
                    </a:lnTo>
                    <a:lnTo>
                      <a:pt x="1072" y="289"/>
                    </a:lnTo>
                    <a:lnTo>
                      <a:pt x="1071" y="287"/>
                    </a:lnTo>
                    <a:lnTo>
                      <a:pt x="1072" y="284"/>
                    </a:lnTo>
                    <a:lnTo>
                      <a:pt x="1072" y="282"/>
                    </a:lnTo>
                    <a:lnTo>
                      <a:pt x="1072" y="280"/>
                    </a:lnTo>
                    <a:lnTo>
                      <a:pt x="1071" y="278"/>
                    </a:lnTo>
                    <a:lnTo>
                      <a:pt x="1071" y="276"/>
                    </a:lnTo>
                    <a:lnTo>
                      <a:pt x="1071" y="274"/>
                    </a:lnTo>
                    <a:lnTo>
                      <a:pt x="1071" y="272"/>
                    </a:lnTo>
                    <a:lnTo>
                      <a:pt x="1069" y="270"/>
                    </a:lnTo>
                    <a:lnTo>
                      <a:pt x="1066" y="267"/>
                    </a:lnTo>
                    <a:lnTo>
                      <a:pt x="1065" y="265"/>
                    </a:lnTo>
                    <a:lnTo>
                      <a:pt x="1066" y="263"/>
                    </a:lnTo>
                    <a:lnTo>
                      <a:pt x="1069" y="262"/>
                    </a:lnTo>
                    <a:lnTo>
                      <a:pt x="1071" y="261"/>
                    </a:lnTo>
                    <a:lnTo>
                      <a:pt x="1073" y="260"/>
                    </a:lnTo>
                    <a:lnTo>
                      <a:pt x="1074" y="259"/>
                    </a:lnTo>
                    <a:lnTo>
                      <a:pt x="1075" y="257"/>
                    </a:lnTo>
                    <a:lnTo>
                      <a:pt x="1076" y="256"/>
                    </a:lnTo>
                    <a:lnTo>
                      <a:pt x="1078" y="255"/>
                    </a:lnTo>
                    <a:lnTo>
                      <a:pt x="1080" y="255"/>
                    </a:lnTo>
                    <a:lnTo>
                      <a:pt x="1082" y="254"/>
                    </a:lnTo>
                    <a:lnTo>
                      <a:pt x="1084" y="252"/>
                    </a:lnTo>
                    <a:lnTo>
                      <a:pt x="1086" y="251"/>
                    </a:lnTo>
                    <a:lnTo>
                      <a:pt x="1088" y="251"/>
                    </a:lnTo>
                    <a:lnTo>
                      <a:pt x="1090" y="251"/>
                    </a:lnTo>
                    <a:lnTo>
                      <a:pt x="1093" y="251"/>
                    </a:lnTo>
                    <a:lnTo>
                      <a:pt x="1095" y="250"/>
                    </a:lnTo>
                    <a:lnTo>
                      <a:pt x="1098" y="249"/>
                    </a:lnTo>
                    <a:lnTo>
                      <a:pt x="1100" y="251"/>
                    </a:lnTo>
                    <a:lnTo>
                      <a:pt x="1102" y="254"/>
                    </a:lnTo>
                    <a:lnTo>
                      <a:pt x="1102" y="257"/>
                    </a:lnTo>
                    <a:lnTo>
                      <a:pt x="1103" y="260"/>
                    </a:lnTo>
                    <a:lnTo>
                      <a:pt x="1104" y="261"/>
                    </a:lnTo>
                    <a:lnTo>
                      <a:pt x="1107" y="261"/>
                    </a:lnTo>
                    <a:lnTo>
                      <a:pt x="1110" y="261"/>
                    </a:lnTo>
                    <a:lnTo>
                      <a:pt x="1112" y="262"/>
                    </a:lnTo>
                    <a:lnTo>
                      <a:pt x="1113" y="264"/>
                    </a:lnTo>
                    <a:lnTo>
                      <a:pt x="1114" y="266"/>
                    </a:lnTo>
                    <a:lnTo>
                      <a:pt x="1116" y="268"/>
                    </a:lnTo>
                    <a:lnTo>
                      <a:pt x="1116" y="270"/>
                    </a:lnTo>
                    <a:lnTo>
                      <a:pt x="1115" y="272"/>
                    </a:lnTo>
                    <a:close/>
                  </a:path>
                </a:pathLst>
              </a:custGeom>
              <a:solidFill>
                <a:srgbClr val="DA9FC0">
                  <a:alpha val="24000"/>
                </a:srgbClr>
              </a:solidFill>
              <a:ln>
                <a:noFill/>
              </a:ln>
            </p:spPr>
            <p:txBody>
              <a:bodyPr anchor="ctr"/>
              <a:lstStyle/>
              <a:p>
                <a:pPr algn="ctr">
                  <a:buNone/>
                </a:pPr>
              </a:p>
            </p:txBody>
          </p:sp>
          <p:sp>
            <p:nvSpPr>
              <p:cNvPr id="3085" name="addition:input:208"/>
              <p:cNvSpPr>
                <a:spLocks noGrp="1"/>
              </p:cNvSpPr>
              <p:nvPr/>
            </p:nvSpPr>
            <p:spPr>
              <a:xfrm>
                <a:off x="209550" y="5438775"/>
                <a:ext cx="1958645" cy="620466"/>
              </a:xfrm>
              <a:custGeom>
                <a:avLst/>
                <a:gdLst/>
                <a:ahLst/>
                <a:cxnLst/>
                <a:rect l="l" t="t" r="r" b="b"/>
                <a:pathLst>
                  <a:path w="1190" h="331">
                    <a:moveTo>
                      <a:pt x="0" y="0"/>
                    </a:moveTo>
                    <a:moveTo>
                      <a:pt x="1186" y="303"/>
                    </a:moveTo>
                    <a:lnTo>
                      <a:pt x="1185" y="305"/>
                    </a:lnTo>
                    <a:lnTo>
                      <a:pt x="1187" y="307"/>
                    </a:lnTo>
                    <a:lnTo>
                      <a:pt x="1189" y="310"/>
                    </a:lnTo>
                    <a:lnTo>
                      <a:pt x="1190" y="313"/>
                    </a:lnTo>
                    <a:lnTo>
                      <a:pt x="1190" y="315"/>
                    </a:lnTo>
                    <a:lnTo>
                      <a:pt x="1188" y="317"/>
                    </a:lnTo>
                    <a:lnTo>
                      <a:pt x="1185" y="318"/>
                    </a:lnTo>
                    <a:lnTo>
                      <a:pt x="1183" y="319"/>
                    </a:lnTo>
                    <a:lnTo>
                      <a:pt x="1181" y="320"/>
                    </a:lnTo>
                    <a:lnTo>
                      <a:pt x="1179" y="320"/>
                    </a:lnTo>
                    <a:lnTo>
                      <a:pt x="1176" y="321"/>
                    </a:lnTo>
                    <a:lnTo>
                      <a:pt x="1174" y="321"/>
                    </a:lnTo>
                    <a:lnTo>
                      <a:pt x="1173" y="323"/>
                    </a:lnTo>
                    <a:lnTo>
                      <a:pt x="1172" y="327"/>
                    </a:lnTo>
                    <a:lnTo>
                      <a:pt x="1170" y="330"/>
                    </a:lnTo>
                    <a:lnTo>
                      <a:pt x="1167" y="331"/>
                    </a:lnTo>
                    <a:lnTo>
                      <a:pt x="1164" y="330"/>
                    </a:lnTo>
                    <a:lnTo>
                      <a:pt x="1161" y="328"/>
                    </a:lnTo>
                    <a:lnTo>
                      <a:pt x="1159" y="327"/>
                    </a:lnTo>
                    <a:lnTo>
                      <a:pt x="1156" y="327"/>
                    </a:lnTo>
                    <a:lnTo>
                      <a:pt x="1153" y="327"/>
                    </a:lnTo>
                    <a:lnTo>
                      <a:pt x="1151" y="327"/>
                    </a:lnTo>
                    <a:lnTo>
                      <a:pt x="1149" y="325"/>
                    </a:lnTo>
                    <a:lnTo>
                      <a:pt x="1147" y="322"/>
                    </a:lnTo>
                    <a:lnTo>
                      <a:pt x="1146" y="320"/>
                    </a:lnTo>
                    <a:lnTo>
                      <a:pt x="1144" y="319"/>
                    </a:lnTo>
                    <a:lnTo>
                      <a:pt x="1142" y="318"/>
                    </a:lnTo>
                    <a:lnTo>
                      <a:pt x="1140" y="317"/>
                    </a:lnTo>
                    <a:lnTo>
                      <a:pt x="1139" y="315"/>
                    </a:lnTo>
                    <a:lnTo>
                      <a:pt x="1137" y="313"/>
                    </a:lnTo>
                    <a:lnTo>
                      <a:pt x="1135" y="312"/>
                    </a:lnTo>
                    <a:lnTo>
                      <a:pt x="1132" y="310"/>
                    </a:lnTo>
                    <a:lnTo>
                      <a:pt x="1131" y="308"/>
                    </a:lnTo>
                    <a:lnTo>
                      <a:pt x="1133" y="305"/>
                    </a:lnTo>
                    <a:lnTo>
                      <a:pt x="1136" y="303"/>
                    </a:lnTo>
                    <a:lnTo>
                      <a:pt x="1140" y="301"/>
                    </a:lnTo>
                    <a:lnTo>
                      <a:pt x="1141" y="299"/>
                    </a:lnTo>
                    <a:lnTo>
                      <a:pt x="1141" y="297"/>
                    </a:lnTo>
                    <a:lnTo>
                      <a:pt x="1140" y="294"/>
                    </a:lnTo>
                    <a:lnTo>
                      <a:pt x="1141" y="292"/>
                    </a:lnTo>
                    <a:lnTo>
                      <a:pt x="1142" y="290"/>
                    </a:lnTo>
                    <a:lnTo>
                      <a:pt x="1144" y="288"/>
                    </a:lnTo>
                    <a:lnTo>
                      <a:pt x="1145" y="286"/>
                    </a:lnTo>
                    <a:lnTo>
                      <a:pt x="1145" y="284"/>
                    </a:lnTo>
                    <a:lnTo>
                      <a:pt x="1147" y="282"/>
                    </a:lnTo>
                    <a:lnTo>
                      <a:pt x="1149" y="281"/>
                    </a:lnTo>
                    <a:lnTo>
                      <a:pt x="1152" y="281"/>
                    </a:lnTo>
                    <a:lnTo>
                      <a:pt x="1154" y="279"/>
                    </a:lnTo>
                    <a:lnTo>
                      <a:pt x="1155" y="278"/>
                    </a:lnTo>
                    <a:lnTo>
                      <a:pt x="1157" y="277"/>
                    </a:lnTo>
                    <a:lnTo>
                      <a:pt x="1160" y="277"/>
                    </a:lnTo>
                    <a:lnTo>
                      <a:pt x="1162" y="279"/>
                    </a:lnTo>
                    <a:lnTo>
                      <a:pt x="1163" y="282"/>
                    </a:lnTo>
                    <a:lnTo>
                      <a:pt x="1165" y="283"/>
                    </a:lnTo>
                    <a:lnTo>
                      <a:pt x="1167" y="281"/>
                    </a:lnTo>
                    <a:lnTo>
                      <a:pt x="1169" y="279"/>
                    </a:lnTo>
                    <a:lnTo>
                      <a:pt x="1172" y="278"/>
                    </a:lnTo>
                    <a:lnTo>
                      <a:pt x="1174" y="278"/>
                    </a:lnTo>
                    <a:lnTo>
                      <a:pt x="1176" y="280"/>
                    </a:lnTo>
                    <a:lnTo>
                      <a:pt x="1178" y="282"/>
                    </a:lnTo>
                    <a:lnTo>
                      <a:pt x="1179" y="283"/>
                    </a:lnTo>
                    <a:lnTo>
                      <a:pt x="1180" y="285"/>
                    </a:lnTo>
                    <a:lnTo>
                      <a:pt x="1181" y="288"/>
                    </a:lnTo>
                    <a:lnTo>
                      <a:pt x="1180" y="291"/>
                    </a:lnTo>
                    <a:lnTo>
                      <a:pt x="1181" y="293"/>
                    </a:lnTo>
                    <a:lnTo>
                      <a:pt x="1182" y="295"/>
                    </a:lnTo>
                    <a:lnTo>
                      <a:pt x="1185" y="296"/>
                    </a:lnTo>
                    <a:lnTo>
                      <a:pt x="1187" y="298"/>
                    </a:lnTo>
                    <a:lnTo>
                      <a:pt x="1187" y="300"/>
                    </a:lnTo>
                    <a:close/>
                  </a:path>
                </a:pathLst>
              </a:custGeom>
              <a:solidFill>
                <a:srgbClr val="DA9FC0">
                  <a:alpha val="24000"/>
                </a:srgbClr>
              </a:solidFill>
              <a:ln>
                <a:noFill/>
              </a:ln>
            </p:spPr>
            <p:txBody>
              <a:bodyPr anchor="ctr"/>
              <a:lstStyle/>
              <a:p>
                <a:pPr algn="ctr">
                  <a:buNone/>
                </a:pPr>
              </a:p>
            </p:txBody>
          </p:sp>
          <p:sp>
            <p:nvSpPr>
              <p:cNvPr id="3086" name="addition:input:209"/>
              <p:cNvSpPr>
                <a:spLocks noGrp="1"/>
              </p:cNvSpPr>
              <p:nvPr/>
            </p:nvSpPr>
            <p:spPr>
              <a:xfrm>
                <a:off x="209550" y="5438775"/>
                <a:ext cx="1594896" cy="1692692"/>
              </a:xfrm>
              <a:custGeom>
                <a:avLst/>
                <a:gdLst/>
                <a:ahLst/>
                <a:cxnLst/>
                <a:rect l="l" t="t" r="r" b="b"/>
                <a:pathLst>
                  <a:path w="969" h="903">
                    <a:moveTo>
                      <a:pt x="0" y="0"/>
                    </a:moveTo>
                    <a:moveTo>
                      <a:pt x="107" y="321"/>
                    </a:moveTo>
                    <a:lnTo>
                      <a:pt x="969" y="321"/>
                    </a:lnTo>
                    <a:lnTo>
                      <a:pt x="969" y="903"/>
                    </a:lnTo>
                    <a:lnTo>
                      <a:pt x="107" y="817"/>
                    </a:lnTo>
                    <a:close/>
                  </a:path>
                </a:pathLst>
              </a:custGeom>
              <a:solidFill>
                <a:srgbClr val="EAF7FF">
                  <a:alpha val="6000"/>
                </a:srgbClr>
              </a:solidFill>
              <a:ln>
                <a:noFill/>
              </a:ln>
            </p:spPr>
            <p:txBody>
              <a:bodyPr anchor="ctr"/>
              <a:lstStyle/>
              <a:p>
                <a:pPr algn="ctr">
                  <a:buNone/>
                </a:pPr>
              </a:p>
            </p:txBody>
          </p:sp>
          <p:sp>
            <p:nvSpPr>
              <p:cNvPr id="3087" name="addition:input:210"/>
              <p:cNvSpPr>
                <a:spLocks noGrp="1"/>
              </p:cNvSpPr>
              <p:nvPr/>
            </p:nvSpPr>
            <p:spPr>
              <a:xfrm>
                <a:off x="544001" y="5937022"/>
                <a:ext cx="0" cy="929762"/>
              </a:xfrm>
              <a:prstGeom prst="line">
                <a:avLst/>
              </a:prstGeom>
              <a:ln w="2199">
                <a:solidFill>
                  <a:srgbClr val="56A1CC">
                    <a:alpha val="22000"/>
                  </a:srgbClr>
                </a:solidFill>
              </a:ln>
            </p:spPr>
          </p:sp>
          <p:sp>
            <p:nvSpPr>
              <p:cNvPr id="3088" name="addition:input:211"/>
              <p:cNvSpPr>
                <a:spLocks noGrp="1"/>
              </p:cNvSpPr>
              <p:nvPr/>
            </p:nvSpPr>
            <p:spPr>
              <a:xfrm>
                <a:off x="1962784" y="5937022"/>
                <a:ext cx="0" cy="1090971"/>
              </a:xfrm>
              <a:prstGeom prst="line">
                <a:avLst/>
              </a:prstGeom>
              <a:ln w="2199">
                <a:solidFill>
                  <a:srgbClr val="56A1CC">
                    <a:alpha val="28000"/>
                  </a:srgbClr>
                </a:solidFill>
              </a:ln>
            </p:spPr>
          </p:sp>
          <p:sp>
            <p:nvSpPr>
              <p:cNvPr id="3089" name="addition:input:212"/>
              <p:cNvSpPr>
                <a:spLocks noGrp="1"/>
              </p:cNvSpPr>
              <p:nvPr/>
            </p:nvSpPr>
            <p:spPr>
              <a:xfrm>
                <a:off x="544001" y="5937022"/>
                <a:ext cx="1418783" cy="0"/>
              </a:xfrm>
              <a:prstGeom prst="line">
                <a:avLst/>
              </a:prstGeom>
              <a:ln w="2199">
                <a:solidFill>
                  <a:srgbClr val="56A1CC">
                    <a:alpha val="35000"/>
                  </a:srgbClr>
                </a:solidFill>
              </a:ln>
            </p:spPr>
          </p:sp>
          <p:sp>
            <p:nvSpPr>
              <p:cNvPr id="3090" name="addition:input:213"/>
              <p:cNvSpPr>
                <a:spLocks noGrp="1"/>
              </p:cNvSpPr>
              <p:nvPr/>
            </p:nvSpPr>
            <p:spPr>
              <a:xfrm>
                <a:off x="702338" y="5833549"/>
                <a:ext cx="0" cy="929762"/>
              </a:xfrm>
              <a:prstGeom prst="line">
                <a:avLst/>
              </a:prstGeom>
              <a:ln w="2199">
                <a:solidFill>
                  <a:srgbClr val="56A1CC">
                    <a:alpha val="22000"/>
                  </a:srgbClr>
                </a:solidFill>
              </a:ln>
            </p:spPr>
          </p:sp>
          <p:sp>
            <p:nvSpPr>
              <p:cNvPr id="3091" name="addition:input:214"/>
              <p:cNvSpPr>
                <a:spLocks noGrp="1"/>
              </p:cNvSpPr>
              <p:nvPr/>
            </p:nvSpPr>
            <p:spPr>
              <a:xfrm>
                <a:off x="2121121" y="5833549"/>
                <a:ext cx="0" cy="1090971"/>
              </a:xfrm>
              <a:prstGeom prst="line">
                <a:avLst/>
              </a:prstGeom>
              <a:ln w="2199">
                <a:solidFill>
                  <a:srgbClr val="56A1CC">
                    <a:alpha val="28000"/>
                  </a:srgbClr>
                </a:solidFill>
              </a:ln>
            </p:spPr>
          </p:sp>
          <p:sp>
            <p:nvSpPr>
              <p:cNvPr id="3092" name="addition:input:215"/>
              <p:cNvSpPr>
                <a:spLocks noGrp="1"/>
              </p:cNvSpPr>
              <p:nvPr/>
            </p:nvSpPr>
            <p:spPr>
              <a:xfrm>
                <a:off x="702338" y="5833549"/>
                <a:ext cx="1418783" cy="0"/>
              </a:xfrm>
              <a:prstGeom prst="line">
                <a:avLst/>
              </a:prstGeom>
              <a:ln w="2199">
                <a:solidFill>
                  <a:srgbClr val="56A1CC">
                    <a:alpha val="35000"/>
                  </a:srgbClr>
                </a:solidFill>
              </a:ln>
            </p:spPr>
          </p:sp>
          <p:sp>
            <p:nvSpPr>
              <p:cNvPr id="3093" name="addition:input:216"/>
              <p:cNvSpPr>
                <a:spLocks noGrp="1"/>
              </p:cNvSpPr>
              <p:nvPr/>
            </p:nvSpPr>
            <p:spPr>
              <a:xfrm>
                <a:off x="860676" y="5730075"/>
                <a:ext cx="0" cy="929762"/>
              </a:xfrm>
              <a:prstGeom prst="line">
                <a:avLst/>
              </a:prstGeom>
              <a:ln w="2199">
                <a:solidFill>
                  <a:srgbClr val="56A1CC">
                    <a:alpha val="22000"/>
                  </a:srgbClr>
                </a:solidFill>
              </a:ln>
            </p:spPr>
          </p:sp>
          <p:sp>
            <p:nvSpPr>
              <p:cNvPr id="3094" name="addition:input:217"/>
              <p:cNvSpPr>
                <a:spLocks noGrp="1"/>
              </p:cNvSpPr>
              <p:nvPr/>
            </p:nvSpPr>
            <p:spPr>
              <a:xfrm>
                <a:off x="2279459" y="5730075"/>
                <a:ext cx="0" cy="1090971"/>
              </a:xfrm>
              <a:prstGeom prst="line">
                <a:avLst/>
              </a:prstGeom>
              <a:ln w="2199">
                <a:solidFill>
                  <a:srgbClr val="56A1CC">
                    <a:alpha val="28000"/>
                  </a:srgbClr>
                </a:solidFill>
              </a:ln>
            </p:spPr>
          </p:sp>
          <p:sp>
            <p:nvSpPr>
              <p:cNvPr id="3095" name="addition:input:218"/>
              <p:cNvSpPr>
                <a:spLocks noGrp="1"/>
              </p:cNvSpPr>
              <p:nvPr/>
            </p:nvSpPr>
            <p:spPr>
              <a:xfrm>
                <a:off x="860676" y="5730075"/>
                <a:ext cx="1418783" cy="0"/>
              </a:xfrm>
              <a:prstGeom prst="line">
                <a:avLst/>
              </a:prstGeom>
              <a:ln w="2199">
                <a:solidFill>
                  <a:srgbClr val="56A1CC">
                    <a:alpha val="35000"/>
                  </a:srgbClr>
                </a:solidFill>
              </a:ln>
            </p:spPr>
          </p:sp>
          <p:sp>
            <p:nvSpPr>
              <p:cNvPr id="3096" name="addition:input:219"/>
              <p:cNvSpPr>
                <a:spLocks noGrp="1"/>
              </p:cNvSpPr>
              <p:nvPr/>
            </p:nvSpPr>
            <p:spPr>
              <a:xfrm>
                <a:off x="1019013" y="5626602"/>
                <a:ext cx="0" cy="929762"/>
              </a:xfrm>
              <a:prstGeom prst="line">
                <a:avLst/>
              </a:prstGeom>
              <a:ln w="2199">
                <a:solidFill>
                  <a:srgbClr val="56A1CC">
                    <a:alpha val="22000"/>
                  </a:srgbClr>
                </a:solidFill>
              </a:ln>
            </p:spPr>
          </p:sp>
          <p:sp>
            <p:nvSpPr>
              <p:cNvPr id="3097" name="addition:input:220"/>
              <p:cNvSpPr>
                <a:spLocks noGrp="1"/>
              </p:cNvSpPr>
              <p:nvPr/>
            </p:nvSpPr>
            <p:spPr>
              <a:xfrm>
                <a:off x="2437796" y="5626602"/>
                <a:ext cx="0" cy="1090971"/>
              </a:xfrm>
              <a:prstGeom prst="line">
                <a:avLst/>
              </a:prstGeom>
              <a:ln w="2199">
                <a:solidFill>
                  <a:srgbClr val="56A1CC">
                    <a:alpha val="28000"/>
                  </a:srgbClr>
                </a:solidFill>
              </a:ln>
            </p:spPr>
          </p:sp>
          <p:sp>
            <p:nvSpPr>
              <p:cNvPr id="3098" name="addition:input:221"/>
              <p:cNvSpPr>
                <a:spLocks noGrp="1"/>
              </p:cNvSpPr>
              <p:nvPr/>
            </p:nvSpPr>
            <p:spPr>
              <a:xfrm>
                <a:off x="1019013" y="5626602"/>
                <a:ext cx="1418783" cy="0"/>
              </a:xfrm>
              <a:prstGeom prst="line">
                <a:avLst/>
              </a:prstGeom>
              <a:ln w="2199">
                <a:solidFill>
                  <a:srgbClr val="56A1CC">
                    <a:alpha val="35000"/>
                  </a:srgbClr>
                </a:solidFill>
              </a:ln>
            </p:spPr>
          </p:sp>
          <p:sp>
            <p:nvSpPr>
              <p:cNvPr id="3099" name="addition:input:222"/>
              <p:cNvSpPr>
                <a:spLocks noGrp="1"/>
              </p:cNvSpPr>
              <p:nvPr/>
            </p:nvSpPr>
            <p:spPr>
              <a:xfrm>
                <a:off x="393893" y="6338020"/>
                <a:ext cx="1402324" cy="51587"/>
              </a:xfrm>
              <a:prstGeom prst="line">
                <a:avLst/>
              </a:prstGeom>
              <a:ln w="2199">
                <a:solidFill>
                  <a:srgbClr val="56A1CC">
                    <a:alpha val="20000"/>
                  </a:srgbClr>
                </a:solidFill>
              </a:ln>
            </p:spPr>
          </p:sp>
          <p:sp>
            <p:nvSpPr>
              <p:cNvPr id="3100" name="addition:input:223"/>
              <p:cNvSpPr>
                <a:spLocks noGrp="1"/>
              </p:cNvSpPr>
              <p:nvPr/>
            </p:nvSpPr>
            <p:spPr>
              <a:xfrm>
                <a:off x="393893" y="6644841"/>
                <a:ext cx="1402324" cy="104786"/>
              </a:xfrm>
              <a:prstGeom prst="line">
                <a:avLst/>
              </a:prstGeom>
              <a:ln w="2199">
                <a:solidFill>
                  <a:srgbClr val="56A1CC">
                    <a:alpha val="20000"/>
                  </a:srgbClr>
                </a:solidFill>
              </a:ln>
            </p:spPr>
          </p:sp>
          <p:sp>
            <p:nvSpPr>
              <p:cNvPr id="3101" name="addition:input:224"/>
              <p:cNvSpPr>
                <a:spLocks noGrp="1"/>
              </p:cNvSpPr>
              <p:nvPr/>
            </p:nvSpPr>
            <p:spPr>
              <a:xfrm>
                <a:off x="385663" y="6040496"/>
                <a:ext cx="1418783" cy="0"/>
              </a:xfrm>
              <a:prstGeom prst="line">
                <a:avLst/>
              </a:prstGeom>
              <a:ln w="2697">
                <a:solidFill>
                  <a:srgbClr val="0072B2">
                    <a:alpha val="82000"/>
                  </a:srgbClr>
                </a:solidFill>
              </a:ln>
            </p:spPr>
          </p:sp>
          <p:sp>
            <p:nvSpPr>
              <p:cNvPr id="3102" name="addition:input:225"/>
              <p:cNvSpPr>
                <a:spLocks noGrp="1"/>
              </p:cNvSpPr>
              <p:nvPr/>
            </p:nvSpPr>
            <p:spPr>
              <a:xfrm>
                <a:off x="1804446" y="6040496"/>
                <a:ext cx="0" cy="1090971"/>
              </a:xfrm>
              <a:prstGeom prst="line">
                <a:avLst/>
              </a:prstGeom>
              <a:ln w="2521">
                <a:solidFill>
                  <a:srgbClr val="0072B2">
                    <a:alpha val="82000"/>
                  </a:srgbClr>
                </a:solidFill>
              </a:ln>
            </p:spPr>
          </p:sp>
          <p:sp>
            <p:nvSpPr>
              <p:cNvPr id="3103" name="addition:input:226"/>
              <p:cNvSpPr>
                <a:spLocks noGrp="1"/>
              </p:cNvSpPr>
              <p:nvPr/>
            </p:nvSpPr>
            <p:spPr>
              <a:xfrm flipH="1" flipV="1">
                <a:off x="385663" y="6970258"/>
                <a:ext cx="1418783" cy="161209"/>
              </a:xfrm>
              <a:prstGeom prst="line">
                <a:avLst/>
              </a:prstGeom>
              <a:ln w="2697">
                <a:solidFill>
                  <a:srgbClr val="0072B2">
                    <a:alpha val="86000"/>
                  </a:srgbClr>
                </a:solidFill>
              </a:ln>
            </p:spPr>
          </p:sp>
          <p:sp>
            <p:nvSpPr>
              <p:cNvPr id="3104" name="addition:input:227"/>
              <p:cNvSpPr>
                <a:spLocks noGrp="1"/>
              </p:cNvSpPr>
              <p:nvPr/>
            </p:nvSpPr>
            <p:spPr>
              <a:xfrm flipV="1">
                <a:off x="385663" y="6040496"/>
                <a:ext cx="0" cy="929762"/>
              </a:xfrm>
              <a:prstGeom prst="line">
                <a:avLst/>
              </a:prstGeom>
              <a:ln w="2697">
                <a:solidFill>
                  <a:srgbClr val="0072B2">
                    <a:alpha val="82000"/>
                  </a:srgbClr>
                </a:solidFill>
              </a:ln>
            </p:spPr>
          </p:sp>
          <p:sp>
            <p:nvSpPr>
              <p:cNvPr id="3105" name="addition:input:228"/>
              <p:cNvSpPr>
                <a:spLocks noGrp="1"/>
              </p:cNvSpPr>
              <p:nvPr/>
            </p:nvSpPr>
            <p:spPr>
              <a:xfrm>
                <a:off x="1271168" y="5525003"/>
                <a:ext cx="1328257" cy="0"/>
              </a:xfrm>
              <a:prstGeom prst="line">
                <a:avLst/>
              </a:prstGeom>
              <a:ln w="2814">
                <a:solidFill>
                  <a:srgbClr val="0072B2">
                    <a:alpha val="78000"/>
                  </a:srgbClr>
                </a:solidFill>
              </a:ln>
            </p:spPr>
          </p:sp>
          <p:sp>
            <p:nvSpPr>
              <p:cNvPr id="3106" name="addition:input:229"/>
              <p:cNvSpPr>
                <a:spLocks noGrp="1"/>
              </p:cNvSpPr>
              <p:nvPr/>
            </p:nvSpPr>
            <p:spPr>
              <a:xfrm>
                <a:off x="2599426" y="5525003"/>
                <a:ext cx="0" cy="875401"/>
              </a:xfrm>
              <a:prstGeom prst="line">
                <a:avLst/>
              </a:prstGeom>
              <a:ln w="2697">
                <a:solidFill>
                  <a:srgbClr val="0072B2">
                    <a:alpha val="78000"/>
                  </a:srgbClr>
                </a:solidFill>
              </a:ln>
            </p:spPr>
          </p:sp>
          <p:sp>
            <p:nvSpPr>
              <p:cNvPr id="3107" name="addition:input:230"/>
              <p:cNvSpPr>
                <a:spLocks noGrp="1"/>
              </p:cNvSpPr>
              <p:nvPr/>
            </p:nvSpPr>
            <p:spPr>
              <a:xfrm flipV="1">
                <a:off x="385663" y="5525003"/>
                <a:ext cx="885505" cy="515493"/>
              </a:xfrm>
              <a:prstGeom prst="line">
                <a:avLst/>
              </a:prstGeom>
              <a:ln w="2814">
                <a:solidFill>
                  <a:srgbClr val="0072B2">
                    <a:alpha val="84000"/>
                  </a:srgbClr>
                </a:solidFill>
              </a:ln>
            </p:spPr>
          </p:sp>
          <p:sp>
            <p:nvSpPr>
              <p:cNvPr id="3108" name="addition:input:231"/>
              <p:cNvSpPr>
                <a:spLocks noGrp="1"/>
              </p:cNvSpPr>
              <p:nvPr/>
            </p:nvSpPr>
            <p:spPr>
              <a:xfrm flipV="1">
                <a:off x="1804446" y="5525003"/>
                <a:ext cx="794979" cy="515493"/>
              </a:xfrm>
              <a:prstGeom prst="line">
                <a:avLst/>
              </a:prstGeom>
              <a:ln w="2814">
                <a:solidFill>
                  <a:srgbClr val="0072B2">
                    <a:alpha val="84000"/>
                  </a:srgbClr>
                </a:solidFill>
              </a:ln>
            </p:spPr>
          </p:sp>
          <p:sp>
            <p:nvSpPr>
              <p:cNvPr id="3109" name="addition:input:232"/>
              <p:cNvSpPr>
                <a:spLocks noGrp="1"/>
              </p:cNvSpPr>
              <p:nvPr/>
            </p:nvSpPr>
            <p:spPr>
              <a:xfrm flipV="1">
                <a:off x="1804446" y="6400404"/>
                <a:ext cx="794979" cy="731063"/>
              </a:xfrm>
              <a:prstGeom prst="line">
                <a:avLst/>
              </a:prstGeom>
              <a:ln w="2697">
                <a:solidFill>
                  <a:srgbClr val="0072B2">
                    <a:alpha val="84000"/>
                  </a:srgbClr>
                </a:solidFill>
              </a:ln>
            </p:spPr>
          </p:sp>
          <p:sp>
            <p:nvSpPr>
              <p:cNvPr id="3110" name="addition:input:233"/>
              <p:cNvSpPr>
                <a:spLocks noGrp="1"/>
              </p:cNvSpPr>
              <p:nvPr/>
            </p:nvSpPr>
            <p:spPr>
              <a:xfrm flipV="1">
                <a:off x="385663" y="6452890"/>
                <a:ext cx="885505" cy="517368"/>
              </a:xfrm>
              <a:prstGeom prst="line">
                <a:avLst/>
              </a:prstGeom>
              <a:ln w="2228">
                <a:solidFill>
                  <a:srgbClr val="0072B2">
                    <a:alpha val="34000"/>
                  </a:srgbClr>
                </a:solidFill>
              </a:ln>
            </p:spPr>
          </p:sp>
          <p:sp>
            <p:nvSpPr>
              <p:cNvPr id="3111" name="addition:input:234"/>
              <p:cNvSpPr>
                <a:spLocks noGrp="1"/>
              </p:cNvSpPr>
              <p:nvPr/>
            </p:nvSpPr>
            <p:spPr>
              <a:xfrm flipV="1">
                <a:off x="1271168" y="6400404"/>
                <a:ext cx="1328257" cy="52487"/>
              </a:xfrm>
              <a:prstGeom prst="line">
                <a:avLst/>
              </a:prstGeom>
              <a:ln w="2199">
                <a:solidFill>
                  <a:srgbClr val="0072B2">
                    <a:alpha val="32000"/>
                  </a:srgbClr>
                </a:solidFill>
              </a:ln>
            </p:spPr>
          </p:sp>
          <p:sp>
            <p:nvSpPr>
              <p:cNvPr id="3112" name="addition:input:235"/>
              <p:cNvSpPr>
                <a:spLocks noGrp="1"/>
              </p:cNvSpPr>
              <p:nvPr/>
            </p:nvSpPr>
            <p:spPr>
              <a:xfrm>
                <a:off x="1271168" y="5525003"/>
                <a:ext cx="0" cy="927887"/>
              </a:xfrm>
              <a:prstGeom prst="line">
                <a:avLst/>
              </a:prstGeom>
              <a:ln w="2199">
                <a:solidFill>
                  <a:srgbClr val="0072B2">
                    <a:alpha val="40000"/>
                  </a:srgbClr>
                </a:solidFill>
              </a:ln>
            </p:spPr>
          </p:sp>
          <p:sp>
            <p:nvSpPr>
              <p:cNvPr id="3113" name="addition:input:251"/>
              <p:cNvSpPr>
                <a:spLocks noGrp="1"/>
              </p:cNvSpPr>
              <p:nvPr/>
            </p:nvSpPr>
            <p:spPr>
              <a:xfrm flipV="1">
                <a:off x="2299868" y="6351666"/>
                <a:ext cx="411480" cy="442387"/>
              </a:xfrm>
              <a:prstGeom prst="line">
                <a:avLst/>
              </a:prstGeom>
              <a:ln w="4808">
                <a:solidFill>
                  <a:srgbClr val="263238">
                    <a:alpha val="100000"/>
                  </a:srgbClr>
                </a:solidFill>
              </a:ln>
            </p:spPr>
          </p:sp>
          <p:sp>
            <p:nvSpPr>
              <p:cNvPr id="3114" name="addition:input:252"/>
              <p:cNvSpPr>
                <a:spLocks noGrp="1"/>
              </p:cNvSpPr>
              <p:nvPr/>
            </p:nvSpPr>
            <p:spPr>
              <a:xfrm>
                <a:off x="209550" y="5438775"/>
                <a:ext cx="2501798" cy="950382"/>
              </a:xfrm>
              <a:custGeom>
                <a:avLst/>
                <a:gdLst/>
                <a:ahLst/>
                <a:cxnLst/>
                <a:rect l="l" t="t" r="r" b="b"/>
                <a:pathLst>
                  <a:path w="1520" h="507">
                    <a:moveTo>
                      <a:pt x="0" y="0"/>
                    </a:moveTo>
                    <a:moveTo>
                      <a:pt x="1520" y="487"/>
                    </a:moveTo>
                    <a:lnTo>
                      <a:pt x="1511" y="507"/>
                    </a:lnTo>
                    <a:lnTo>
                      <a:pt x="1500" y="494"/>
                    </a:lnTo>
                    <a:close/>
                  </a:path>
                </a:pathLst>
              </a:custGeom>
              <a:solidFill>
                <a:srgbClr val="263238">
                  <a:alpha val="100000"/>
                </a:srgbClr>
              </a:solidFill>
              <a:ln>
                <a:noFill/>
              </a:ln>
            </p:spPr>
            <p:txBody>
              <a:bodyPr anchor="ctr"/>
              <a:lstStyle/>
              <a:p>
                <a:pPr algn="ctr">
                  <a:buNone/>
                </a:pPr>
              </a:p>
            </p:txBody>
          </p:sp>
          <p:sp>
            <p:nvSpPr>
              <p:cNvPr id="3115" name="addition:input:253"/>
              <p:cNvSpPr>
                <a:spLocks noGrp="1"/>
              </p:cNvSpPr>
              <p:nvPr/>
            </p:nvSpPr>
            <p:spPr>
              <a:xfrm flipH="1">
                <a:off x="2299868" y="6351666"/>
                <a:ext cx="411480" cy="442387"/>
              </a:xfrm>
              <a:prstGeom prst="line">
                <a:avLst/>
              </a:prstGeom>
              <a:ln w="4808">
                <a:solidFill>
                  <a:srgbClr val="263238">
                    <a:alpha val="100000"/>
                  </a:srgbClr>
                </a:solidFill>
              </a:ln>
            </p:spPr>
          </p:sp>
          <p:sp>
            <p:nvSpPr>
              <p:cNvPr id="3116" name="addition:input:254"/>
              <p:cNvSpPr>
                <a:spLocks noGrp="1"/>
              </p:cNvSpPr>
              <p:nvPr/>
            </p:nvSpPr>
            <p:spPr>
              <a:xfrm>
                <a:off x="209550" y="5438775"/>
                <a:ext cx="2123237" cy="1355278"/>
              </a:xfrm>
              <a:custGeom>
                <a:avLst/>
                <a:gdLst/>
                <a:ahLst/>
                <a:cxnLst/>
                <a:rect l="l" t="t" r="r" b="b"/>
                <a:pathLst>
                  <a:path w="1290" h="723">
                    <a:moveTo>
                      <a:pt x="0" y="0"/>
                    </a:moveTo>
                    <a:moveTo>
                      <a:pt x="1270" y="723"/>
                    </a:moveTo>
                    <a:lnTo>
                      <a:pt x="1279" y="703"/>
                    </a:lnTo>
                    <a:lnTo>
                      <a:pt x="1290" y="716"/>
                    </a:lnTo>
                    <a:close/>
                  </a:path>
                </a:pathLst>
              </a:custGeom>
              <a:solidFill>
                <a:srgbClr val="263238">
                  <a:alpha val="100000"/>
                </a:srgbClr>
              </a:solidFill>
              <a:ln>
                <a:noFill/>
              </a:ln>
            </p:spPr>
            <p:txBody>
              <a:bodyPr anchor="ctr"/>
              <a:lstStyle/>
              <a:p>
                <a:pPr algn="ctr">
                  <a:buNone/>
                </a:pPr>
              </a:p>
            </p:txBody>
          </p:sp>
          <p:sp>
            <p:nvSpPr>
              <p:cNvPr id="3117" name="addition:input:t"/>
              <p:cNvSpPr>
                <a:spLocks noGrp="1"/>
              </p:cNvSpPr>
              <p:nvPr/>
            </p:nvSpPr>
            <p:spPr>
              <a:xfrm>
                <a:off x="2562225" y="6534150"/>
                <a:ext cx="171450" cy="266700"/>
              </a:xfrm>
              <a:prstGeom prst="rect">
                <a:avLst/>
              </a:prstGeom>
              <a:noFill/>
              <a:ln w="0">
                <a:noFill/>
              </a:ln>
            </p:spPr>
            <p:txBody>
              <a:bodyPr wrap="none" lIns="0" tIns="0" rIns="0" bIns="0" anchor="ctr"/>
              <a:lstStyle>
                <a:defPPr>
                  <a:defRPr sz="885">
                    <a:solidFill>
                      <a:srgbClr val="263238"/>
                    </a:solidFill>
                    <a:latin typeface="Arial" panose="020B0604020202090204"/>
                    <a:ea typeface="Arial" panose="020B0604020202090204"/>
                    <a:cs typeface="Arial" panose="020B0604020202090204"/>
                  </a:defRPr>
                </a:defPPr>
                <a:lvl1pPr>
                  <a:defRPr sz="885">
                    <a:solidFill>
                      <a:srgbClr val="263238"/>
                    </a:solidFill>
                    <a:latin typeface="Arial" panose="020B0604020202090204"/>
                    <a:ea typeface="Arial" panose="020B0604020202090204"/>
                    <a:cs typeface="Arial" panose="020B0604020202090204"/>
                  </a:defRPr>
                </a:lvl1pPr>
                <a:lvl2pPr>
                  <a:defRPr sz="885">
                    <a:solidFill>
                      <a:srgbClr val="263238"/>
                    </a:solidFill>
                    <a:latin typeface="Arial" panose="020B0604020202090204"/>
                    <a:ea typeface="Arial" panose="020B0604020202090204"/>
                    <a:cs typeface="Arial" panose="020B0604020202090204"/>
                  </a:defRPr>
                </a:lvl2pPr>
                <a:lvl3pPr>
                  <a:defRPr sz="885">
                    <a:solidFill>
                      <a:srgbClr val="263238"/>
                    </a:solidFill>
                    <a:latin typeface="Arial" panose="020B0604020202090204"/>
                    <a:ea typeface="Arial" panose="020B0604020202090204"/>
                    <a:cs typeface="Arial" panose="020B0604020202090204"/>
                  </a:defRPr>
                </a:lvl3pPr>
                <a:lvl4pPr>
                  <a:defRPr sz="885">
                    <a:solidFill>
                      <a:srgbClr val="263238"/>
                    </a:solidFill>
                    <a:latin typeface="Arial" panose="020B0604020202090204"/>
                    <a:ea typeface="Arial" panose="020B0604020202090204"/>
                    <a:cs typeface="Arial" panose="020B0604020202090204"/>
                  </a:defRPr>
                </a:lvl4pPr>
                <a:lvl5pPr>
                  <a:defRPr sz="885">
                    <a:solidFill>
                      <a:srgbClr val="263238"/>
                    </a:solidFill>
                    <a:latin typeface="Arial" panose="020B0604020202090204"/>
                    <a:ea typeface="Arial" panose="020B0604020202090204"/>
                    <a:cs typeface="Arial" panose="020B0604020202090204"/>
                  </a:defRPr>
                </a:lvl5pPr>
                <a:lvl6pPr>
                  <a:defRPr sz="885">
                    <a:solidFill>
                      <a:srgbClr val="263238"/>
                    </a:solidFill>
                    <a:latin typeface="Arial" panose="020B0604020202090204"/>
                    <a:ea typeface="Arial" panose="020B0604020202090204"/>
                    <a:cs typeface="Arial" panose="020B0604020202090204"/>
                  </a:defRPr>
                </a:lvl6pPr>
                <a:lvl7pPr>
                  <a:defRPr sz="885">
                    <a:solidFill>
                      <a:srgbClr val="263238"/>
                    </a:solidFill>
                    <a:latin typeface="Arial" panose="020B0604020202090204"/>
                    <a:ea typeface="Arial" panose="020B0604020202090204"/>
                    <a:cs typeface="Arial" panose="020B0604020202090204"/>
                  </a:defRPr>
                </a:lvl7pPr>
                <a:lvl8pPr>
                  <a:defRPr sz="885">
                    <a:solidFill>
                      <a:srgbClr val="263238"/>
                    </a:solidFill>
                    <a:latin typeface="Arial" panose="020B0604020202090204"/>
                    <a:ea typeface="Arial" panose="020B0604020202090204"/>
                    <a:cs typeface="Arial" panose="020B0604020202090204"/>
                  </a:defRPr>
                </a:lvl8pPr>
                <a:lvl9pPr>
                  <a:defRPr sz="885">
                    <a:solidFill>
                      <a:srgbClr val="263238"/>
                    </a:solidFill>
                    <a:latin typeface="Arial" panose="020B0604020202090204"/>
                    <a:ea typeface="Arial" panose="020B0604020202090204"/>
                    <a:cs typeface="Arial" panose="020B0604020202090204"/>
                  </a:defRPr>
                </a:lvl9pPr>
              </a:lstStyle>
              <a:p>
                <a:pPr>
                  <a:defRPr sz="885">
                    <a:solidFill>
                      <a:srgbClr val="263238"/>
                    </a:solidFill>
                    <a:latin typeface="Arial" panose="020B0604020202090204"/>
                    <a:ea typeface="Arial" panose="020B0604020202090204"/>
                    <a:cs typeface="Arial" panose="020B0604020202090204"/>
                  </a:defRPr>
                </a:pPr>
                <a:r>
                  <a:rPr sz="885">
                    <a:solidFill>
                      <a:srgbClr val="263238"/>
                    </a:solidFill>
                    <a:latin typeface="Arial" panose="020B0604020202090204"/>
                    <a:ea typeface="Arial" panose="020B0604020202090204"/>
                    <a:cs typeface="Arial" panose="020B0604020202090204"/>
                  </a:rPr>
                  <a:t>t</a:t>
                </a:r>
                <a:endParaRPr sz="885">
                  <a:solidFill>
                    <a:srgbClr val="263238"/>
                  </a:solidFill>
                  <a:latin typeface="Arial" panose="020B0604020202090204"/>
                  <a:ea typeface="Arial" panose="020B0604020202090204"/>
                  <a:cs typeface="Arial" panose="020B0604020202090204"/>
                </a:endParaRPr>
              </a:p>
            </p:txBody>
          </p:sp>
        </p:grpSp>
        <p:sp>
          <p:nvSpPr>
            <p:cNvPr id="3118" name="input:alternative:or"/>
            <p:cNvSpPr>
              <a:spLocks noGrp="1"/>
            </p:cNvSpPr>
            <p:nvPr/>
          </p:nvSpPr>
          <p:spPr>
            <a:xfrm>
              <a:off x="1143000" y="4448175"/>
              <a:ext cx="819150" cy="342900"/>
            </a:xfrm>
            <a:prstGeom prst="rect">
              <a:avLst/>
            </a:prstGeom>
            <a:noFill/>
            <a:ln w="0">
              <a:noFill/>
            </a:ln>
          </p:spPr>
          <p:txBody>
            <a:bodyPr wrap="none" lIns="0" tIns="0" rIns="0" bIns="0" anchor="ctr"/>
            <a:lstStyle>
              <a:defPPr algn="ctr">
                <a:defRPr sz="923">
                  <a:solidFill>
                    <a:srgbClr val="000000"/>
                  </a:solidFill>
                  <a:latin typeface="Arial" panose="020B0604020202090204"/>
                  <a:ea typeface="Arial" panose="020B0604020202090204"/>
                  <a:cs typeface="Arial" panose="020B0604020202090204"/>
                </a:defRPr>
              </a:defPPr>
              <a:lvl1pPr algn="ctr">
                <a:defRPr sz="923">
                  <a:solidFill>
                    <a:srgbClr val="000000"/>
                  </a:solidFill>
                  <a:latin typeface="Arial" panose="020B0604020202090204"/>
                  <a:ea typeface="Arial" panose="020B0604020202090204"/>
                  <a:cs typeface="Arial" panose="020B0604020202090204"/>
                </a:defRPr>
              </a:lvl1pPr>
              <a:lvl2pPr algn="ctr">
                <a:defRPr sz="923">
                  <a:solidFill>
                    <a:srgbClr val="000000"/>
                  </a:solidFill>
                  <a:latin typeface="Arial" panose="020B0604020202090204"/>
                  <a:ea typeface="Arial" panose="020B0604020202090204"/>
                  <a:cs typeface="Arial" panose="020B0604020202090204"/>
                </a:defRPr>
              </a:lvl2pPr>
              <a:lvl3pPr algn="ctr">
                <a:defRPr sz="923">
                  <a:solidFill>
                    <a:srgbClr val="000000"/>
                  </a:solidFill>
                  <a:latin typeface="Arial" panose="020B0604020202090204"/>
                  <a:ea typeface="Arial" panose="020B0604020202090204"/>
                  <a:cs typeface="Arial" panose="020B0604020202090204"/>
                </a:defRPr>
              </a:lvl3pPr>
              <a:lvl4pPr algn="ctr">
                <a:defRPr sz="923">
                  <a:solidFill>
                    <a:srgbClr val="000000"/>
                  </a:solidFill>
                  <a:latin typeface="Arial" panose="020B0604020202090204"/>
                  <a:ea typeface="Arial" panose="020B0604020202090204"/>
                  <a:cs typeface="Arial" panose="020B0604020202090204"/>
                </a:defRPr>
              </a:lvl4pPr>
              <a:lvl5pPr algn="ctr">
                <a:defRPr sz="923">
                  <a:solidFill>
                    <a:srgbClr val="000000"/>
                  </a:solidFill>
                  <a:latin typeface="Arial" panose="020B0604020202090204"/>
                  <a:ea typeface="Arial" panose="020B0604020202090204"/>
                  <a:cs typeface="Arial" panose="020B0604020202090204"/>
                </a:defRPr>
              </a:lvl5pPr>
              <a:lvl6pPr algn="ctr">
                <a:defRPr sz="923">
                  <a:solidFill>
                    <a:srgbClr val="000000"/>
                  </a:solidFill>
                  <a:latin typeface="Arial" panose="020B0604020202090204"/>
                  <a:ea typeface="Arial" panose="020B0604020202090204"/>
                  <a:cs typeface="Arial" panose="020B0604020202090204"/>
                </a:defRPr>
              </a:lvl6pPr>
              <a:lvl7pPr algn="ctr">
                <a:defRPr sz="923">
                  <a:solidFill>
                    <a:srgbClr val="000000"/>
                  </a:solidFill>
                  <a:latin typeface="Arial" panose="020B0604020202090204"/>
                  <a:ea typeface="Arial" panose="020B0604020202090204"/>
                  <a:cs typeface="Arial" panose="020B0604020202090204"/>
                </a:defRPr>
              </a:lvl7pPr>
              <a:lvl8pPr algn="ctr">
                <a:defRPr sz="923">
                  <a:solidFill>
                    <a:srgbClr val="000000"/>
                  </a:solidFill>
                  <a:latin typeface="Arial" panose="020B0604020202090204"/>
                  <a:ea typeface="Arial" panose="020B0604020202090204"/>
                  <a:cs typeface="Arial" panose="020B0604020202090204"/>
                </a:defRPr>
              </a:lvl8pPr>
              <a:lvl9pPr algn="ctr">
                <a:defRPr sz="923">
                  <a:solidFill>
                    <a:srgbClr val="000000"/>
                  </a:solidFill>
                  <a:latin typeface="Arial" panose="020B0604020202090204"/>
                  <a:ea typeface="Arial" panose="020B0604020202090204"/>
                  <a:cs typeface="Arial" panose="020B0604020202090204"/>
                </a:defRPr>
              </a:lvl9pPr>
            </a:lstStyle>
            <a:p>
              <a:pPr algn="ctr">
                <a:defRPr sz="923">
                  <a:solidFill>
                    <a:srgbClr val="000000"/>
                  </a:solidFill>
                  <a:latin typeface="Arial" panose="020B0604020202090204"/>
                  <a:ea typeface="Arial" panose="020B0604020202090204"/>
                  <a:cs typeface="Arial" panose="020B0604020202090204"/>
                </a:defRPr>
              </a:pPr>
              <a:r>
                <a:rPr sz="923">
                  <a:solidFill>
                    <a:srgbClr val="000000"/>
                  </a:solidFill>
                  <a:latin typeface="Arial" panose="020B0604020202090204"/>
                  <a:ea typeface="Arial" panose="020B0604020202090204"/>
                  <a:cs typeface="Arial" panose="020B0604020202090204"/>
                </a:rPr>
                <a:t>or</a:t>
              </a:r>
              <a:endParaRPr sz="923">
                <a:solidFill>
                  <a:srgbClr val="000000"/>
                </a:solidFill>
                <a:latin typeface="Arial" panose="020B0604020202090204"/>
                <a:ea typeface="Arial" panose="020B0604020202090204"/>
                <a:cs typeface="Arial" panose="020B0604020202090204"/>
              </a:endParaRPr>
            </a:p>
          </p:txBody>
        </p:sp>
      </p:grpSp>
    </p:spTree>
    <p:extLst>
      <p:ext uri="{BB962C8B-B14F-4D97-AF65-F5344CB8AC3E}">
        <ns3:creationId val="634803795"/>
      </p:ext>
    </p:extLst>
  </p:cSld>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grpSp>
        <p:nvGrpSpPr>
          <p:cNvPr id="110" name="Manuscript Figure 4: Hierarchy–position conflict and scalar filling"/>
          <p:cNvGrpSpPr/>
          <p:nvPr/>
        </p:nvGrpSpPr>
        <p:grpSpPr>
          <a:xfrm>
            <a:off x="1630017" y="0"/>
            <a:ext cx="9541565" cy="6096000"/>
            <a:chOff x="0" y="0"/>
            <a:chExt cx="8572500" cy="5476875"/>
          </a:xfrm>
        </p:grpSpPr>
        <p:sp>
          <p:nvSpPr>
            <p:cNvPr id="98" name="A_title">
              <a:extLst>
                <a:ext uri="{FF2B5EF4-FFF2-40B4-BE49-F238E27FC236}">
                  <ns2:creationId id="{26A3EFCE-F428-4C03-B6E6-A847A1938BFC}"/>
                </a:ext>
              </a:extLst>
            </p:cNvPr>
            <p:cNvSpPr>
              <a:spLocks noGrp="1"/>
            </p:cNvSpPr>
            <p:nvPr/>
          </p:nvSpPr>
          <p:spPr>
            <a:xfrm rot="0" flipH="0" flipV="0">
              <a:off x="171450" y="66675"/>
              <a:ext cx="8229600" cy="361950"/>
            </a:xfrm>
            <a:prstGeom prst="rect">
              <a:avLst/>
            </a:prstGeom>
            <a:noFill/>
            <a:ln w="0">
              <a:noFill/>
            </a:ln>
          </p:spPr>
          <p:txBody>
            <a:bodyPr wrap="none" lIns="0" tIns="0" rIns="0" bIns="0" anchor="ctr">
              <a:noAutofit/>
            </a:bodyPr>
            <a:lstStyle>
              <a:defPPr algn="l">
                <a:defRPr sz="2421" b="1">
                  <a:solidFill>
                    <a:srgbClr val="000000"/>
                  </a:solidFill>
                  <a:latin typeface="Arial"/>
                  <a:ea typeface="Arial"/>
                  <a:cs typeface="Arial"/>
                </a:defRPr>
              </a:defPPr>
              <a:lvl1pPr algn="l">
                <a:defRPr sz="2421" b="1">
                  <a:solidFill>
                    <a:srgbClr val="000000"/>
                  </a:solidFill>
                  <a:latin typeface="Arial"/>
                  <a:ea typeface="Arial"/>
                  <a:cs typeface="Arial"/>
                </a:defRPr>
              </a:lvl1pPr>
              <a:lvl2pPr algn="l">
                <a:defRPr sz="2421" b="1">
                  <a:solidFill>
                    <a:srgbClr val="000000"/>
                  </a:solidFill>
                  <a:latin typeface="Arial"/>
                  <a:ea typeface="Arial"/>
                  <a:cs typeface="Arial"/>
                </a:defRPr>
              </a:lvl2pPr>
              <a:lvl3pPr algn="l">
                <a:defRPr sz="2421" b="1">
                  <a:solidFill>
                    <a:srgbClr val="000000"/>
                  </a:solidFill>
                  <a:latin typeface="Arial"/>
                  <a:ea typeface="Arial"/>
                  <a:cs typeface="Arial"/>
                </a:defRPr>
              </a:lvl3pPr>
              <a:lvl4pPr algn="l">
                <a:defRPr sz="2421" b="1">
                  <a:solidFill>
                    <a:srgbClr val="000000"/>
                  </a:solidFill>
                  <a:latin typeface="Arial"/>
                  <a:ea typeface="Arial"/>
                  <a:cs typeface="Arial"/>
                </a:defRPr>
              </a:lvl4pPr>
              <a:lvl5pPr algn="l">
                <a:defRPr sz="2421" b="1">
                  <a:solidFill>
                    <a:srgbClr val="000000"/>
                  </a:solidFill>
                  <a:latin typeface="Arial"/>
                  <a:ea typeface="Arial"/>
                  <a:cs typeface="Arial"/>
                </a:defRPr>
              </a:lvl5pPr>
              <a:lvl6pPr algn="l">
                <a:defRPr sz="2421" b="1">
                  <a:solidFill>
                    <a:srgbClr val="000000"/>
                  </a:solidFill>
                  <a:latin typeface="Arial"/>
                  <a:ea typeface="Arial"/>
                  <a:cs typeface="Arial"/>
                </a:defRPr>
              </a:lvl6pPr>
              <a:lvl7pPr algn="l">
                <a:defRPr sz="2421" b="1">
                  <a:solidFill>
                    <a:srgbClr val="000000"/>
                  </a:solidFill>
                  <a:latin typeface="Arial"/>
                  <a:ea typeface="Arial"/>
                  <a:cs typeface="Arial"/>
                </a:defRPr>
              </a:lvl7pPr>
              <a:lvl8pPr algn="l">
                <a:defRPr sz="2421" b="1">
                  <a:solidFill>
                    <a:srgbClr val="000000"/>
                  </a:solidFill>
                  <a:latin typeface="Arial"/>
                  <a:ea typeface="Arial"/>
                  <a:cs typeface="Arial"/>
                </a:defRPr>
              </a:lvl8pPr>
              <a:lvl9pPr algn="l">
                <a:defRPr sz="2421" b="1">
                  <a:solidFill>
                    <a:srgbClr val="000000"/>
                  </a:solidFill>
                  <a:latin typeface="Arial"/>
                  <a:ea typeface="Arial"/>
                  <a:cs typeface="Arial"/>
                </a:defRPr>
              </a:lvl9pPr>
            </a:lstStyle>
            <a:p>
              <a:pPr algn="l">
                <a:defRPr sz="2421" b="1">
                  <a:solidFill>
                    <a:srgbClr val="000000"/>
                  </a:solidFill>
                  <a:latin typeface="Arial"/>
                  <a:ea typeface="Arial"/>
                  <a:cs typeface="Arial"/>
                </a:defRPr>
              </a:pPr>
              <a:r>
                <a:rPr sz="2421" b="1">
                  <a:solidFill>
                    <a:srgbClr val="000000"/>
                  </a:solidFill>
                  <a:latin typeface="Arial"/>
                  <a:ea typeface="Arial"/>
                  <a:cs typeface="Arial"/>
                </a:rPr>
                <a:t>(a)  Hierarchy–position conflict</a:t>
              </a:r>
            </a:p>
          </p:txBody>
        </p:sp>
        <p:sp>
          <p:nvSpPr>
            <p:cNvPr id="2" name="topology_edge">
              <a:extLst>
                <a:ext uri="{FF2B5EF4-FFF2-40B4-BE49-F238E27FC236}">
                  <ns2:creationId id="{A259777D-C2DC-4141-ADCB-86DFF02FE69B}"/>
                </a:ext>
              </a:extLst>
            </p:cNvPr>
            <p:cNvSpPr>
              <a:spLocks noGrp="1"/>
            </p:cNvSpPr>
            <p:nvPr/>
          </p:nvSpPr>
          <p:spPr>
            <a:xfrm rot="0" flipH="0" flipV="0">
              <a:off x="1123950" y="567585"/>
              <a:ext cx="95" cy="473773"/>
            </a:xfrm>
            <a:custGeom>
              <a:pathLst>
                <a:path w="95" h="473773">
                  <a:moveTo>
                    <a:pt x="0" y="0"/>
                  </a:moveTo>
                  <a:lnTo>
                    <a:pt x="0" y="473773"/>
                  </a:lnTo>
                </a:path>
              </a:pathLst>
            </a:custGeom>
            <a:noFill/>
            <a:ln w="19083">
              <a:solidFill>
                <a:srgbClr val="263238"/>
              </a:solidFill>
              <a:prstDash val="solid"/>
            </a:ln>
          </p:spPr>
        </p:sp>
        <p:sp>
          <p:nvSpPr>
            <p:cNvPr id="3" name="topology_edge">
              <a:extLst>
                <a:ext uri="{FF2B5EF4-FFF2-40B4-BE49-F238E27FC236}">
                  <ns2:creationId id="{93FA9582-EA9B-4AB8-8083-ED23EBDF20AF}"/>
                </a:ext>
              </a:extLst>
            </p:cNvPr>
            <p:cNvSpPr>
              <a:spLocks noGrp="1"/>
            </p:cNvSpPr>
            <p:nvPr/>
          </p:nvSpPr>
          <p:spPr>
            <a:xfrm rot="0" flipH="0" flipV="0">
              <a:off x="1123950" y="1041359"/>
              <a:ext cx="95" cy="525380"/>
            </a:xfrm>
            <a:custGeom>
              <a:pathLst>
                <a:path w="95" h="525380">
                  <a:moveTo>
                    <a:pt x="0" y="0"/>
                  </a:moveTo>
                  <a:lnTo>
                    <a:pt x="0" y="525380"/>
                  </a:lnTo>
                </a:path>
              </a:pathLst>
            </a:custGeom>
            <a:noFill/>
            <a:ln w="19083">
              <a:solidFill>
                <a:srgbClr val="263238"/>
              </a:solidFill>
              <a:prstDash val="solid"/>
            </a:ln>
          </p:spPr>
        </p:sp>
        <p:sp>
          <p:nvSpPr>
            <p:cNvPr id="4" name="topology_edge">
              <a:extLst>
                <a:ext uri="{FF2B5EF4-FFF2-40B4-BE49-F238E27FC236}">
                  <ns2:creationId id="{0B3520F8-81F0-48F8-8BF3-2517FB2C0F84}"/>
                </a:ext>
              </a:extLst>
            </p:cNvPr>
            <p:cNvSpPr>
              <a:spLocks noGrp="1"/>
            </p:cNvSpPr>
            <p:nvPr/>
          </p:nvSpPr>
          <p:spPr>
            <a:xfrm rot="0" flipH="0" flipV="0">
              <a:off x="643490" y="1566739"/>
              <a:ext cx="480460" cy="356502"/>
            </a:xfrm>
            <a:custGeom>
              <a:pathLst>
                <a:path w="480460" h="356502">
                  <a:moveTo>
                    <a:pt x="480460" y="0"/>
                  </a:moveTo>
                  <a:lnTo>
                    <a:pt x="0" y="356502"/>
                  </a:lnTo>
                </a:path>
              </a:pathLst>
            </a:custGeom>
            <a:noFill/>
            <a:ln w="19083">
              <a:solidFill>
                <a:srgbClr val="263238"/>
              </a:solidFill>
              <a:prstDash val="solid"/>
            </a:ln>
          </p:spPr>
        </p:sp>
        <p:sp>
          <p:nvSpPr>
            <p:cNvPr id="5" name="topology_edge">
              <a:extLst>
                <a:ext uri="{FF2B5EF4-FFF2-40B4-BE49-F238E27FC236}">
                  <ns2:creationId id="{A339B99F-BA7C-41FE-BFC1-DA1A2093210C}"/>
                </a:ext>
              </a:extLst>
            </p:cNvPr>
            <p:cNvSpPr>
              <a:spLocks noGrp="1"/>
            </p:cNvSpPr>
            <p:nvPr/>
          </p:nvSpPr>
          <p:spPr>
            <a:xfrm rot="0" flipH="0" flipV="0">
              <a:off x="1123950" y="1566739"/>
              <a:ext cx="481165" cy="356502"/>
            </a:xfrm>
            <a:custGeom>
              <a:pathLst>
                <a:path w="481165" h="356502">
                  <a:moveTo>
                    <a:pt x="0" y="0"/>
                  </a:moveTo>
                  <a:lnTo>
                    <a:pt x="481165" y="356502"/>
                  </a:lnTo>
                </a:path>
              </a:pathLst>
            </a:custGeom>
            <a:noFill/>
            <a:ln w="19083">
              <a:solidFill>
                <a:srgbClr val="263238"/>
              </a:solidFill>
              <a:prstDash val="solid"/>
            </a:ln>
          </p:spPr>
        </p:sp>
        <p:sp>
          <p:nvSpPr>
            <p:cNvPr id="6" name="topology_edge">
              <a:extLst>
                <a:ext uri="{FF2B5EF4-FFF2-40B4-BE49-F238E27FC236}">
                  <ns2:creationId id="{BE97096A-3345-4180-8076-93ACEF27DD6D}"/>
                </a:ext>
              </a:extLst>
            </p:cNvPr>
            <p:cNvSpPr>
              <a:spLocks noGrp="1"/>
            </p:cNvSpPr>
            <p:nvPr/>
          </p:nvSpPr>
          <p:spPr>
            <a:xfrm rot="0" flipH="0" flipV="0">
              <a:off x="1123950" y="1041359"/>
              <a:ext cx="884587" cy="95"/>
            </a:xfrm>
            <a:custGeom>
              <a:pathLst>
                <a:path w="884587" h="95">
                  <a:moveTo>
                    <a:pt x="0" y="0"/>
                  </a:moveTo>
                  <a:lnTo>
                    <a:pt x="884587" y="0"/>
                  </a:lnTo>
                </a:path>
              </a:pathLst>
            </a:custGeom>
            <a:noFill/>
            <a:ln w="19083">
              <a:solidFill>
                <a:srgbClr val="263238"/>
              </a:solidFill>
              <a:prstDash val="solid"/>
            </a:ln>
          </p:spPr>
        </p:sp>
        <p:sp>
          <p:nvSpPr>
            <p:cNvPr id="7" name="topology_edge">
              <a:extLst>
                <a:ext uri="{FF2B5EF4-FFF2-40B4-BE49-F238E27FC236}">
                  <ns2:creationId id="{03DC3BB0-438D-4784-B742-601A9149D007}"/>
                </a:ext>
              </a:extLst>
            </p:cNvPr>
            <p:cNvSpPr>
              <a:spLocks noGrp="1"/>
            </p:cNvSpPr>
            <p:nvPr/>
          </p:nvSpPr>
          <p:spPr>
            <a:xfrm rot="0" flipH="0" flipV="0">
              <a:off x="2008537" y="1041359"/>
              <a:ext cx="95" cy="881882"/>
            </a:xfrm>
            <a:custGeom>
              <a:pathLst>
                <a:path w="95" h="881882">
                  <a:moveTo>
                    <a:pt x="0" y="0"/>
                  </a:moveTo>
                  <a:lnTo>
                    <a:pt x="0" y="881882"/>
                  </a:lnTo>
                </a:path>
              </a:pathLst>
            </a:custGeom>
            <a:noFill/>
            <a:ln w="19083">
              <a:solidFill>
                <a:srgbClr val="263238"/>
              </a:solidFill>
              <a:prstDash val="solid"/>
            </a:ln>
          </p:spPr>
        </p:sp>
        <p:sp>
          <p:nvSpPr>
            <p:cNvPr id="8" name="root_diamond">
              <a:extLst>
                <a:ext uri="{FF2B5EF4-FFF2-40B4-BE49-F238E27FC236}">
                  <ns2:creationId id="{62B7AEEA-4966-4FBA-A0E3-5EB465E3652B}"/>
                </a:ext>
              </a:extLst>
            </p:cNvPr>
            <p:cNvSpPr>
              <a:spLocks noGrp="1"/>
            </p:cNvSpPr>
            <p:nvPr/>
          </p:nvSpPr>
          <p:spPr>
            <a:xfrm rot="0" flipH="0" flipV="0">
              <a:off x="1023097" y="466732"/>
              <a:ext cx="201707" cy="201707"/>
            </a:xfrm>
            <a:prstGeom prst="diamond">
              <a:avLst/>
            </a:prstGeom>
            <a:solidFill>
              <a:srgbClr val="8C8C8C"/>
            </a:solidFill>
            <a:ln w="16433">
              <a:solidFill>
                <a:srgbClr val="263238"/>
              </a:solidFill>
              <a:prstDash val="solid"/>
            </a:ln>
          </p:spPr>
        </p:sp>
        <p:sp>
          <p:nvSpPr>
            <p:cNvPr id="9" name="s2_saddle">
              <a:extLst>
                <a:ext uri="{FF2B5EF4-FFF2-40B4-BE49-F238E27FC236}">
                  <ns2:creationId id="{C34ACA23-036C-43CA-A7DB-757925187161}"/>
                </a:ext>
              </a:extLst>
            </p:cNvPr>
            <p:cNvSpPr>
              <a:spLocks noGrp="1"/>
            </p:cNvSpPr>
            <p:nvPr/>
          </p:nvSpPr>
          <p:spPr>
            <a:xfrm rot="0" flipH="0" flipV="0">
              <a:off x="1001988" y="919396"/>
              <a:ext cx="243925" cy="243925"/>
            </a:xfrm>
            <a:prstGeom prst="diamond">
              <a:avLst/>
            </a:prstGeom>
            <a:solidFill>
              <a:srgbClr val="8C8C8C"/>
            </a:solidFill>
            <a:ln w="16433">
              <a:solidFill>
                <a:srgbClr val="263238"/>
              </a:solidFill>
              <a:prstDash val="solid"/>
            </a:ln>
          </p:spPr>
        </p:sp>
        <p:sp>
          <p:nvSpPr>
            <p:cNvPr id="10" name="s2_text">
              <a:extLst>
                <a:ext uri="{FF2B5EF4-FFF2-40B4-BE49-F238E27FC236}">
                  <ns2:creationId id="{36AD0177-D0B4-42EF-9FEB-C8960FC71560}"/>
                </a:ext>
              </a:extLst>
            </p:cNvPr>
            <p:cNvSpPr>
              <a:spLocks noGrp="1"/>
            </p:cNvSpPr>
            <p:nvPr/>
          </p:nvSpPr>
          <p:spPr>
            <a:xfrm rot="0" flipH="0" flipV="0">
              <a:off x="552450" y="903172"/>
              <a:ext cx="457200" cy="285750"/>
            </a:xfrm>
            <a:prstGeom prst="rect">
              <a:avLst/>
            </a:prstGeom>
            <a:noFill/>
            <a:ln w="0">
              <a:noFill/>
            </a:ln>
          </p:spPr>
          <p:txBody>
            <a:bodyPr wrap="none" lIns="0" tIns="0" rIns="0" bIns="0" anchor="ctr">
              <a:noAutofit/>
            </a:bodyPr>
            <a:lstStyle>
              <a:defPPr algn="ctr">
                <a:defRPr sz="1837" b="1">
                  <a:solidFill>
                    <a:srgbClr val="000000"/>
                  </a:solidFill>
                  <a:latin typeface="Arial"/>
                  <a:ea typeface="Arial"/>
                  <a:cs typeface="Arial"/>
                </a:defRPr>
              </a:defPPr>
              <a:lvl1pPr algn="ctr">
                <a:defRPr sz="1837" b="1">
                  <a:solidFill>
                    <a:srgbClr val="000000"/>
                  </a:solidFill>
                  <a:latin typeface="Arial"/>
                  <a:ea typeface="Arial"/>
                  <a:cs typeface="Arial"/>
                </a:defRPr>
              </a:lvl1pPr>
              <a:lvl2pPr algn="ctr">
                <a:defRPr sz="1837" b="1">
                  <a:solidFill>
                    <a:srgbClr val="000000"/>
                  </a:solidFill>
                  <a:latin typeface="Arial"/>
                  <a:ea typeface="Arial"/>
                  <a:cs typeface="Arial"/>
                </a:defRPr>
              </a:lvl2pPr>
              <a:lvl3pPr algn="ctr">
                <a:defRPr sz="1837" b="1">
                  <a:solidFill>
                    <a:srgbClr val="000000"/>
                  </a:solidFill>
                  <a:latin typeface="Arial"/>
                  <a:ea typeface="Arial"/>
                  <a:cs typeface="Arial"/>
                </a:defRPr>
              </a:lvl3pPr>
              <a:lvl4pPr algn="ctr">
                <a:defRPr sz="1837" b="1">
                  <a:solidFill>
                    <a:srgbClr val="000000"/>
                  </a:solidFill>
                  <a:latin typeface="Arial"/>
                  <a:ea typeface="Arial"/>
                  <a:cs typeface="Arial"/>
                </a:defRPr>
              </a:lvl4pPr>
              <a:lvl5pPr algn="ctr">
                <a:defRPr sz="1837" b="1">
                  <a:solidFill>
                    <a:srgbClr val="000000"/>
                  </a:solidFill>
                  <a:latin typeface="Arial"/>
                  <a:ea typeface="Arial"/>
                  <a:cs typeface="Arial"/>
                </a:defRPr>
              </a:lvl5pPr>
              <a:lvl6pPr algn="ctr">
                <a:defRPr sz="1837" b="1">
                  <a:solidFill>
                    <a:srgbClr val="000000"/>
                  </a:solidFill>
                  <a:latin typeface="Arial"/>
                  <a:ea typeface="Arial"/>
                  <a:cs typeface="Arial"/>
                </a:defRPr>
              </a:lvl6pPr>
              <a:lvl7pPr algn="ctr">
                <a:defRPr sz="1837" b="1">
                  <a:solidFill>
                    <a:srgbClr val="000000"/>
                  </a:solidFill>
                  <a:latin typeface="Arial"/>
                  <a:ea typeface="Arial"/>
                  <a:cs typeface="Arial"/>
                </a:defRPr>
              </a:lvl7pPr>
              <a:lvl8pPr algn="ctr">
                <a:defRPr sz="1837" b="1">
                  <a:solidFill>
                    <a:srgbClr val="000000"/>
                  </a:solidFill>
                  <a:latin typeface="Arial"/>
                  <a:ea typeface="Arial"/>
                  <a:cs typeface="Arial"/>
                </a:defRPr>
              </a:lvl8pPr>
              <a:lvl9pPr algn="ctr">
                <a:defRPr sz="1837" b="1">
                  <a:solidFill>
                    <a:srgbClr val="000000"/>
                  </a:solidFill>
                  <a:latin typeface="Arial"/>
                  <a:ea typeface="Arial"/>
                  <a:cs typeface="Arial"/>
                </a:defRPr>
              </a:lvl9pPr>
            </a:lstStyle>
            <a:p>
              <a:pPr algn="ctr">
                <a:defRPr sz="1837" b="1">
                  <a:solidFill>
                    <a:srgbClr val="000000"/>
                  </a:solidFill>
                  <a:latin typeface="Arial"/>
                  <a:ea typeface="Arial"/>
                  <a:cs typeface="Arial"/>
                </a:defRPr>
              </a:pPr>
              <a:r>
                <a:rPr sz="1837" b="1">
                  <a:solidFill>
                    <a:srgbClr val="000000"/>
                  </a:solidFill>
                  <a:latin typeface="Arial"/>
                  <a:ea typeface="Arial"/>
                  <a:cs typeface="Arial"/>
                </a:rPr>
                <a:t>s</a:t>
              </a:r>
              <a:r>
                <a:rPr sz="1322" b="1" baseline="-25000">
                  <a:solidFill>
                    <a:srgbClr val="000000"/>
                  </a:solidFill>
                  <a:latin typeface="Arial"/>
                  <a:ea typeface="Arial"/>
                  <a:cs typeface="Arial"/>
                </a:rPr>
                <a:t>2</a:t>
              </a:r>
            </a:p>
          </p:txBody>
        </p:sp>
        <p:sp>
          <p:nvSpPr>
            <p:cNvPr id="11" name="s1_relaxable_saddle">
              <a:extLst>
                <a:ext uri="{FF2B5EF4-FFF2-40B4-BE49-F238E27FC236}">
                  <ns2:creationId id="{FACAD3D4-3560-4165-805B-1AC1DD9307B6}"/>
                </a:ext>
              </a:extLst>
            </p:cNvPr>
            <p:cNvSpPr>
              <a:spLocks noGrp="1"/>
            </p:cNvSpPr>
            <p:nvPr/>
          </p:nvSpPr>
          <p:spPr>
            <a:xfrm rot="0" flipH="0" flipV="0">
              <a:off x="997297" y="1440085"/>
              <a:ext cx="253307" cy="253307"/>
            </a:xfrm>
            <a:prstGeom prst="diamond">
              <a:avLst/>
            </a:prstGeom>
            <a:solidFill>
              <a:srgbClr val="D9D9D9"/>
            </a:solidFill>
            <a:ln w="16433">
              <a:solidFill>
                <a:srgbClr val="263238"/>
              </a:solidFill>
              <a:prstDash val="solid"/>
            </a:ln>
          </p:spPr>
        </p:sp>
        <p:sp>
          <p:nvSpPr>
            <p:cNvPr id="12" name="s1_text">
              <a:extLst>
                <a:ext uri="{FF2B5EF4-FFF2-40B4-BE49-F238E27FC236}">
                  <ns2:creationId id="{3036D160-E78B-4528-B3B8-04838E39F341}"/>
                </a:ext>
              </a:extLst>
            </p:cNvPr>
            <p:cNvSpPr>
              <a:spLocks noGrp="1"/>
            </p:cNvSpPr>
            <p:nvPr/>
          </p:nvSpPr>
          <p:spPr>
            <a:xfrm rot="0" flipH="0" flipV="0">
              <a:off x="552450" y="1433241"/>
              <a:ext cx="457200" cy="285750"/>
            </a:xfrm>
            <a:prstGeom prst="rect">
              <a:avLst/>
            </a:prstGeom>
            <a:noFill/>
            <a:ln w="0">
              <a:noFill/>
            </a:ln>
          </p:spPr>
          <p:txBody>
            <a:bodyPr wrap="none" lIns="0" tIns="0" rIns="0" bIns="0" anchor="ctr">
              <a:noAutofit/>
            </a:bodyPr>
            <a:lstStyle>
              <a:defPPr algn="ctr">
                <a:defRPr sz="1837" b="1">
                  <a:solidFill>
                    <a:srgbClr val="000000"/>
                  </a:solidFill>
                  <a:latin typeface="Arial"/>
                  <a:ea typeface="Arial"/>
                  <a:cs typeface="Arial"/>
                </a:defRPr>
              </a:defPPr>
              <a:lvl1pPr algn="ctr">
                <a:defRPr sz="1837" b="1">
                  <a:solidFill>
                    <a:srgbClr val="000000"/>
                  </a:solidFill>
                  <a:latin typeface="Arial"/>
                  <a:ea typeface="Arial"/>
                  <a:cs typeface="Arial"/>
                </a:defRPr>
              </a:lvl1pPr>
              <a:lvl2pPr algn="ctr">
                <a:defRPr sz="1837" b="1">
                  <a:solidFill>
                    <a:srgbClr val="000000"/>
                  </a:solidFill>
                  <a:latin typeface="Arial"/>
                  <a:ea typeface="Arial"/>
                  <a:cs typeface="Arial"/>
                </a:defRPr>
              </a:lvl2pPr>
              <a:lvl3pPr algn="ctr">
                <a:defRPr sz="1837" b="1">
                  <a:solidFill>
                    <a:srgbClr val="000000"/>
                  </a:solidFill>
                  <a:latin typeface="Arial"/>
                  <a:ea typeface="Arial"/>
                  <a:cs typeface="Arial"/>
                </a:defRPr>
              </a:lvl3pPr>
              <a:lvl4pPr algn="ctr">
                <a:defRPr sz="1837" b="1">
                  <a:solidFill>
                    <a:srgbClr val="000000"/>
                  </a:solidFill>
                  <a:latin typeface="Arial"/>
                  <a:ea typeface="Arial"/>
                  <a:cs typeface="Arial"/>
                </a:defRPr>
              </a:lvl4pPr>
              <a:lvl5pPr algn="ctr">
                <a:defRPr sz="1837" b="1">
                  <a:solidFill>
                    <a:srgbClr val="000000"/>
                  </a:solidFill>
                  <a:latin typeface="Arial"/>
                  <a:ea typeface="Arial"/>
                  <a:cs typeface="Arial"/>
                </a:defRPr>
              </a:lvl5pPr>
              <a:lvl6pPr algn="ctr">
                <a:defRPr sz="1837" b="1">
                  <a:solidFill>
                    <a:srgbClr val="000000"/>
                  </a:solidFill>
                  <a:latin typeface="Arial"/>
                  <a:ea typeface="Arial"/>
                  <a:cs typeface="Arial"/>
                </a:defRPr>
              </a:lvl6pPr>
              <a:lvl7pPr algn="ctr">
                <a:defRPr sz="1837" b="1">
                  <a:solidFill>
                    <a:srgbClr val="000000"/>
                  </a:solidFill>
                  <a:latin typeface="Arial"/>
                  <a:ea typeface="Arial"/>
                  <a:cs typeface="Arial"/>
                </a:defRPr>
              </a:lvl7pPr>
              <a:lvl8pPr algn="ctr">
                <a:defRPr sz="1837" b="1">
                  <a:solidFill>
                    <a:srgbClr val="000000"/>
                  </a:solidFill>
                  <a:latin typeface="Arial"/>
                  <a:ea typeface="Arial"/>
                  <a:cs typeface="Arial"/>
                </a:defRPr>
              </a:lvl8pPr>
              <a:lvl9pPr algn="ctr">
                <a:defRPr sz="1837" b="1">
                  <a:solidFill>
                    <a:srgbClr val="000000"/>
                  </a:solidFill>
                  <a:latin typeface="Arial"/>
                  <a:ea typeface="Arial"/>
                  <a:cs typeface="Arial"/>
                </a:defRPr>
              </a:lvl9pPr>
            </a:lstStyle>
            <a:p>
              <a:pPr algn="ctr">
                <a:defRPr sz="1837" b="1">
                  <a:solidFill>
                    <a:srgbClr val="000000"/>
                  </a:solidFill>
                  <a:latin typeface="Arial"/>
                  <a:ea typeface="Arial"/>
                  <a:cs typeface="Arial"/>
                </a:defRPr>
              </a:pPr>
              <a:r>
                <a:rPr sz="1837" b="1">
                  <a:solidFill>
                    <a:srgbClr val="000000"/>
                  </a:solidFill>
                  <a:latin typeface="Arial"/>
                  <a:ea typeface="Arial"/>
                  <a:cs typeface="Arial"/>
                </a:rPr>
                <a:t>s</a:t>
              </a:r>
              <a:r>
                <a:rPr sz="1322" b="1" baseline="-25000">
                  <a:solidFill>
                    <a:srgbClr val="000000"/>
                  </a:solidFill>
                  <a:latin typeface="Arial"/>
                  <a:ea typeface="Arial"/>
                  <a:cs typeface="Arial"/>
                </a:rPr>
                <a:t>1</a:t>
              </a:r>
            </a:p>
          </p:txBody>
        </p:sp>
        <p:sp>
          <p:nvSpPr>
            <p:cNvPr id="13" name="regular_node_0">
              <a:extLst>
                <a:ext uri="{FF2B5EF4-FFF2-40B4-BE49-F238E27FC236}">
                  <ns2:creationId id="{AD3265D5-A34A-4CAC-A89F-691A26FF6E72}"/>
                </a:ext>
              </a:extLst>
            </p:cNvPr>
            <p:cNvSpPr>
              <a:spLocks noGrp="1"/>
            </p:cNvSpPr>
            <p:nvPr/>
          </p:nvSpPr>
          <p:spPr>
            <a:xfrm rot="0" flipH="0" flipV="0">
              <a:off x="1079387" y="734106"/>
              <a:ext cx="89126" cy="89126"/>
            </a:xfrm>
            <a:prstGeom prst="ellipse">
              <a:avLst/>
            </a:prstGeom>
            <a:solidFill>
              <a:srgbClr val="8C8C8C"/>
            </a:solidFill>
            <a:ln w="16433">
              <a:solidFill>
                <a:srgbClr val="263238"/>
              </a:solidFill>
              <a:prstDash val="solid"/>
            </a:ln>
          </p:spPr>
        </p:sp>
        <p:sp>
          <p:nvSpPr>
            <p:cNvPr id="14" name="regular_node_1">
              <a:extLst>
                <a:ext uri="{FF2B5EF4-FFF2-40B4-BE49-F238E27FC236}">
                  <ns2:creationId id="{9D7781E5-1DFC-43FA-8E27-241CAC29A705}"/>
                </a:ext>
              </a:extLst>
            </p:cNvPr>
            <p:cNvSpPr>
              <a:spLocks noGrp="1"/>
            </p:cNvSpPr>
            <p:nvPr/>
          </p:nvSpPr>
          <p:spPr>
            <a:xfrm rot="0" flipH="0" flipV="0">
              <a:off x="1079387" y="1259486"/>
              <a:ext cx="89126" cy="89126"/>
            </a:xfrm>
            <a:prstGeom prst="ellipse">
              <a:avLst/>
            </a:prstGeom>
            <a:solidFill>
              <a:srgbClr val="D9D9D9"/>
            </a:solidFill>
            <a:ln w="16433">
              <a:solidFill>
                <a:srgbClr val="263238"/>
              </a:solidFill>
              <a:prstDash val="solid"/>
            </a:ln>
          </p:spPr>
        </p:sp>
        <p:sp>
          <p:nvSpPr>
            <p:cNvPr id="15" name="regular_node_2">
              <a:extLst>
                <a:ext uri="{FF2B5EF4-FFF2-40B4-BE49-F238E27FC236}">
                  <ns2:creationId id="{CFE23D4B-BEC6-4965-8A72-3608173E6D7F}"/>
                </a:ext>
              </a:extLst>
            </p:cNvPr>
            <p:cNvSpPr>
              <a:spLocks noGrp="1"/>
            </p:cNvSpPr>
            <p:nvPr/>
          </p:nvSpPr>
          <p:spPr>
            <a:xfrm rot="0" flipH="0" flipV="0">
              <a:off x="805525" y="1725382"/>
              <a:ext cx="89126" cy="89126"/>
            </a:xfrm>
            <a:prstGeom prst="ellipse">
              <a:avLst/>
            </a:prstGeom>
            <a:solidFill>
              <a:srgbClr val="0072B2"/>
            </a:solidFill>
            <a:ln w="16433">
              <a:solidFill>
                <a:srgbClr val="263238"/>
              </a:solidFill>
              <a:prstDash val="solid"/>
            </a:ln>
          </p:spPr>
        </p:sp>
        <p:sp>
          <p:nvSpPr>
            <p:cNvPr id="16" name="regular_node_3">
              <a:extLst>
                <a:ext uri="{FF2B5EF4-FFF2-40B4-BE49-F238E27FC236}">
                  <ns2:creationId id="{D65B9BCE-6461-47E3-857B-DB2A969732D7}"/>
                </a:ext>
              </a:extLst>
            </p:cNvPr>
            <p:cNvSpPr>
              <a:spLocks noGrp="1"/>
            </p:cNvSpPr>
            <p:nvPr/>
          </p:nvSpPr>
          <p:spPr>
            <a:xfrm rot="0" flipH="0" flipV="0">
              <a:off x="1353651" y="1725382"/>
              <a:ext cx="89126" cy="89126"/>
            </a:xfrm>
            <a:prstGeom prst="ellipse">
              <a:avLst/>
            </a:prstGeom>
            <a:solidFill>
              <a:srgbClr val="D55E00"/>
            </a:solidFill>
            <a:ln w="16433">
              <a:solidFill>
                <a:srgbClr val="263238"/>
              </a:solidFill>
              <a:prstDash val="solid"/>
            </a:ln>
          </p:spPr>
        </p:sp>
        <p:sp>
          <p:nvSpPr>
            <p:cNvPr id="17" name="regular_node_4">
              <a:extLst>
                <a:ext uri="{FF2B5EF4-FFF2-40B4-BE49-F238E27FC236}">
                  <ns2:creationId id="{A96EB94F-7A65-4AB4-A449-3640B58C3D19}"/>
                </a:ext>
              </a:extLst>
            </p:cNvPr>
            <p:cNvSpPr>
              <a:spLocks noGrp="1"/>
            </p:cNvSpPr>
            <p:nvPr/>
          </p:nvSpPr>
          <p:spPr>
            <a:xfrm rot="0" flipH="0" flipV="0">
              <a:off x="1963974" y="1290756"/>
              <a:ext cx="89126" cy="89126"/>
            </a:xfrm>
            <a:prstGeom prst="ellipse">
              <a:avLst/>
            </a:prstGeom>
            <a:solidFill>
              <a:srgbClr val="009E73"/>
            </a:solidFill>
            <a:ln w="16433">
              <a:solidFill>
                <a:srgbClr val="263238"/>
              </a:solidFill>
              <a:prstDash val="solid"/>
            </a:ln>
          </p:spPr>
        </p:sp>
        <p:sp>
          <p:nvSpPr>
            <p:cNvPr id="18" name="regular_node_5">
              <a:extLst>
                <a:ext uri="{FF2B5EF4-FFF2-40B4-BE49-F238E27FC236}">
                  <ns2:creationId id="{67C2622D-7355-4730-92D9-1D65A43B1746}"/>
                </a:ext>
              </a:extLst>
            </p:cNvPr>
            <p:cNvSpPr>
              <a:spLocks noGrp="1"/>
            </p:cNvSpPr>
            <p:nvPr/>
          </p:nvSpPr>
          <p:spPr>
            <a:xfrm rot="0" flipH="0" flipV="0">
              <a:off x="1963974" y="1584717"/>
              <a:ext cx="89126" cy="89126"/>
            </a:xfrm>
            <a:prstGeom prst="ellipse">
              <a:avLst/>
            </a:prstGeom>
            <a:solidFill>
              <a:srgbClr val="009E73"/>
            </a:solidFill>
            <a:ln w="16433">
              <a:solidFill>
                <a:srgbClr val="263238"/>
              </a:solidFill>
              <a:prstDash val="solid"/>
            </a:ln>
          </p:spPr>
        </p:sp>
        <p:sp>
          <p:nvSpPr>
            <p:cNvPr id="19" name="leaf_A">
              <a:extLst>
                <a:ext uri="{FF2B5EF4-FFF2-40B4-BE49-F238E27FC236}">
                  <ns2:creationId id="{AD389F1B-B88E-44BC-B2DF-3C38685A024F}"/>
                </a:ext>
              </a:extLst>
            </p:cNvPr>
            <p:cNvSpPr>
              <a:spLocks noGrp="1"/>
            </p:cNvSpPr>
            <p:nvPr/>
          </p:nvSpPr>
          <p:spPr>
            <a:xfrm rot="0" flipH="0" flipV="0">
              <a:off x="523875" y="1803623"/>
              <a:ext cx="239234" cy="239234"/>
            </a:xfrm>
            <a:prstGeom prst="diamond">
              <a:avLst/>
            </a:prstGeom>
            <a:solidFill>
              <a:srgbClr val="0072B2"/>
            </a:solidFill>
            <a:ln w="16433">
              <a:solidFill>
                <a:srgbClr val="263238"/>
              </a:solidFill>
              <a:prstDash val="solid"/>
            </a:ln>
          </p:spPr>
        </p:sp>
        <p:sp>
          <p:nvSpPr>
            <p:cNvPr id="20" name="leaf_label_A">
              <a:extLst>
                <a:ext uri="{FF2B5EF4-FFF2-40B4-BE49-F238E27FC236}">
                  <ns2:creationId id="{60CE970D-F9BD-4CEF-A624-BC34AF58F199}"/>
                </a:ext>
              </a:extLst>
            </p:cNvPr>
            <p:cNvSpPr>
              <a:spLocks noGrp="1"/>
            </p:cNvSpPr>
            <p:nvPr/>
          </p:nvSpPr>
          <p:spPr>
            <a:xfrm rot="0" flipH="0" flipV="0">
              <a:off x="414892" y="1970345"/>
              <a:ext cx="457200" cy="285750"/>
            </a:xfrm>
            <a:prstGeom prst="rect">
              <a:avLst/>
            </a:prstGeom>
            <a:noFill/>
            <a:ln w="0">
              <a:noFill/>
            </a:ln>
          </p:spPr>
          <p:txBody>
            <a:bodyPr wrap="none" lIns="0" tIns="0" rIns="0" bIns="0" anchor="ctr">
              <a:noAutofit/>
            </a:bodyPr>
            <a:lstStyle>
              <a:defPPr algn="ctr">
                <a:defRPr sz="2087" b="1">
                  <a:solidFill>
                    <a:srgbClr val="000000"/>
                  </a:solidFill>
                  <a:latin typeface="Arial"/>
                  <a:ea typeface="Arial"/>
                  <a:cs typeface="Arial"/>
                </a:defRPr>
              </a:defPPr>
              <a:lvl1pPr algn="ctr">
                <a:defRPr sz="2087" b="1">
                  <a:solidFill>
                    <a:srgbClr val="000000"/>
                  </a:solidFill>
                  <a:latin typeface="Arial"/>
                  <a:ea typeface="Arial"/>
                  <a:cs typeface="Arial"/>
                </a:defRPr>
              </a:lvl1pPr>
              <a:lvl2pPr algn="ctr">
                <a:defRPr sz="2087" b="1">
                  <a:solidFill>
                    <a:srgbClr val="000000"/>
                  </a:solidFill>
                  <a:latin typeface="Arial"/>
                  <a:ea typeface="Arial"/>
                  <a:cs typeface="Arial"/>
                </a:defRPr>
              </a:lvl2pPr>
              <a:lvl3pPr algn="ctr">
                <a:defRPr sz="2087" b="1">
                  <a:solidFill>
                    <a:srgbClr val="000000"/>
                  </a:solidFill>
                  <a:latin typeface="Arial"/>
                  <a:ea typeface="Arial"/>
                  <a:cs typeface="Arial"/>
                </a:defRPr>
              </a:lvl3pPr>
              <a:lvl4pPr algn="ctr">
                <a:defRPr sz="2087" b="1">
                  <a:solidFill>
                    <a:srgbClr val="000000"/>
                  </a:solidFill>
                  <a:latin typeface="Arial"/>
                  <a:ea typeface="Arial"/>
                  <a:cs typeface="Arial"/>
                </a:defRPr>
              </a:lvl4pPr>
              <a:lvl5pPr algn="ctr">
                <a:defRPr sz="2087" b="1">
                  <a:solidFill>
                    <a:srgbClr val="000000"/>
                  </a:solidFill>
                  <a:latin typeface="Arial"/>
                  <a:ea typeface="Arial"/>
                  <a:cs typeface="Arial"/>
                </a:defRPr>
              </a:lvl5pPr>
              <a:lvl6pPr algn="ctr">
                <a:defRPr sz="2087" b="1">
                  <a:solidFill>
                    <a:srgbClr val="000000"/>
                  </a:solidFill>
                  <a:latin typeface="Arial"/>
                  <a:ea typeface="Arial"/>
                  <a:cs typeface="Arial"/>
                </a:defRPr>
              </a:lvl6pPr>
              <a:lvl7pPr algn="ctr">
                <a:defRPr sz="2087" b="1">
                  <a:solidFill>
                    <a:srgbClr val="000000"/>
                  </a:solidFill>
                  <a:latin typeface="Arial"/>
                  <a:ea typeface="Arial"/>
                  <a:cs typeface="Arial"/>
                </a:defRPr>
              </a:lvl7pPr>
              <a:lvl8pPr algn="ctr">
                <a:defRPr sz="2087" b="1">
                  <a:solidFill>
                    <a:srgbClr val="000000"/>
                  </a:solidFill>
                  <a:latin typeface="Arial"/>
                  <a:ea typeface="Arial"/>
                  <a:cs typeface="Arial"/>
                </a:defRPr>
              </a:lvl8pPr>
              <a:lvl9pPr algn="ctr">
                <a:defRPr sz="2087" b="1">
                  <a:solidFill>
                    <a:srgbClr val="000000"/>
                  </a:solidFill>
                  <a:latin typeface="Arial"/>
                  <a:ea typeface="Arial"/>
                  <a:cs typeface="Arial"/>
                </a:defRPr>
              </a:lvl9pPr>
            </a:lstStyle>
            <a:p>
              <a:pPr algn="ctr">
                <a:defRPr sz="2087" b="1">
                  <a:solidFill>
                    <a:srgbClr val="000000"/>
                  </a:solidFill>
                  <a:latin typeface="Arial"/>
                  <a:ea typeface="Arial"/>
                  <a:cs typeface="Arial"/>
                </a:defRPr>
              </a:pPr>
              <a:r>
                <a:rPr sz="2087" b="1">
                  <a:solidFill>
                    <a:srgbClr val="000000"/>
                  </a:solidFill>
                  <a:latin typeface="Arial"/>
                  <a:ea typeface="Arial"/>
                  <a:cs typeface="Arial"/>
                </a:rPr>
                <a:t>A</a:t>
              </a:r>
            </a:p>
          </p:txBody>
        </p:sp>
        <p:sp>
          <p:nvSpPr>
            <p:cNvPr id="21" name="leaf_B">
              <a:extLst>
                <a:ext uri="{FF2B5EF4-FFF2-40B4-BE49-F238E27FC236}">
                  <ns2:creationId id="{D83E1952-4D3E-4E5D-97FC-09C854EB8E45}"/>
                </a:ext>
              </a:extLst>
            </p:cNvPr>
            <p:cNvSpPr>
              <a:spLocks noGrp="1"/>
            </p:cNvSpPr>
            <p:nvPr/>
          </p:nvSpPr>
          <p:spPr>
            <a:xfrm rot="0" flipH="0" flipV="0">
              <a:off x="1485504" y="1803623"/>
              <a:ext cx="239234" cy="239234"/>
            </a:xfrm>
            <a:prstGeom prst="diamond">
              <a:avLst/>
            </a:prstGeom>
            <a:solidFill>
              <a:srgbClr val="D55E00"/>
            </a:solidFill>
            <a:ln w="16433">
              <a:solidFill>
                <a:srgbClr val="263238"/>
              </a:solidFill>
              <a:prstDash val="solid"/>
            </a:ln>
          </p:spPr>
        </p:sp>
        <p:sp>
          <p:nvSpPr>
            <p:cNvPr id="22" name="leaf_label_B">
              <a:extLst>
                <a:ext uri="{FF2B5EF4-FFF2-40B4-BE49-F238E27FC236}">
                  <ns2:creationId id="{66EFCB12-2778-4CFF-B2B8-68E9FEFA027A}"/>
                </a:ext>
              </a:extLst>
            </p:cNvPr>
            <p:cNvSpPr>
              <a:spLocks noGrp="1"/>
            </p:cNvSpPr>
            <p:nvPr/>
          </p:nvSpPr>
          <p:spPr>
            <a:xfrm rot="0" flipH="0" flipV="0">
              <a:off x="1376521" y="1970345"/>
              <a:ext cx="457200" cy="285750"/>
            </a:xfrm>
            <a:prstGeom prst="rect">
              <a:avLst/>
            </a:prstGeom>
            <a:noFill/>
            <a:ln w="0">
              <a:noFill/>
            </a:ln>
          </p:spPr>
          <p:txBody>
            <a:bodyPr wrap="none" lIns="0" tIns="0" rIns="0" bIns="0" anchor="ctr">
              <a:noAutofit/>
            </a:bodyPr>
            <a:lstStyle>
              <a:defPPr algn="ctr">
                <a:defRPr sz="2087" b="1">
                  <a:solidFill>
                    <a:srgbClr val="000000"/>
                  </a:solidFill>
                  <a:latin typeface="Arial"/>
                  <a:ea typeface="Arial"/>
                  <a:cs typeface="Arial"/>
                </a:defRPr>
              </a:defPPr>
              <a:lvl1pPr algn="ctr">
                <a:defRPr sz="2087" b="1">
                  <a:solidFill>
                    <a:srgbClr val="000000"/>
                  </a:solidFill>
                  <a:latin typeface="Arial"/>
                  <a:ea typeface="Arial"/>
                  <a:cs typeface="Arial"/>
                </a:defRPr>
              </a:lvl1pPr>
              <a:lvl2pPr algn="ctr">
                <a:defRPr sz="2087" b="1">
                  <a:solidFill>
                    <a:srgbClr val="000000"/>
                  </a:solidFill>
                  <a:latin typeface="Arial"/>
                  <a:ea typeface="Arial"/>
                  <a:cs typeface="Arial"/>
                </a:defRPr>
              </a:lvl2pPr>
              <a:lvl3pPr algn="ctr">
                <a:defRPr sz="2087" b="1">
                  <a:solidFill>
                    <a:srgbClr val="000000"/>
                  </a:solidFill>
                  <a:latin typeface="Arial"/>
                  <a:ea typeface="Arial"/>
                  <a:cs typeface="Arial"/>
                </a:defRPr>
              </a:lvl3pPr>
              <a:lvl4pPr algn="ctr">
                <a:defRPr sz="2087" b="1">
                  <a:solidFill>
                    <a:srgbClr val="000000"/>
                  </a:solidFill>
                  <a:latin typeface="Arial"/>
                  <a:ea typeface="Arial"/>
                  <a:cs typeface="Arial"/>
                </a:defRPr>
              </a:lvl4pPr>
              <a:lvl5pPr algn="ctr">
                <a:defRPr sz="2087" b="1">
                  <a:solidFill>
                    <a:srgbClr val="000000"/>
                  </a:solidFill>
                  <a:latin typeface="Arial"/>
                  <a:ea typeface="Arial"/>
                  <a:cs typeface="Arial"/>
                </a:defRPr>
              </a:lvl5pPr>
              <a:lvl6pPr algn="ctr">
                <a:defRPr sz="2087" b="1">
                  <a:solidFill>
                    <a:srgbClr val="000000"/>
                  </a:solidFill>
                  <a:latin typeface="Arial"/>
                  <a:ea typeface="Arial"/>
                  <a:cs typeface="Arial"/>
                </a:defRPr>
              </a:lvl6pPr>
              <a:lvl7pPr algn="ctr">
                <a:defRPr sz="2087" b="1">
                  <a:solidFill>
                    <a:srgbClr val="000000"/>
                  </a:solidFill>
                  <a:latin typeface="Arial"/>
                  <a:ea typeface="Arial"/>
                  <a:cs typeface="Arial"/>
                </a:defRPr>
              </a:lvl7pPr>
              <a:lvl8pPr algn="ctr">
                <a:defRPr sz="2087" b="1">
                  <a:solidFill>
                    <a:srgbClr val="000000"/>
                  </a:solidFill>
                  <a:latin typeface="Arial"/>
                  <a:ea typeface="Arial"/>
                  <a:cs typeface="Arial"/>
                </a:defRPr>
              </a:lvl8pPr>
              <a:lvl9pPr algn="ctr">
                <a:defRPr sz="2087" b="1">
                  <a:solidFill>
                    <a:srgbClr val="000000"/>
                  </a:solidFill>
                  <a:latin typeface="Arial"/>
                  <a:ea typeface="Arial"/>
                  <a:cs typeface="Arial"/>
                </a:defRPr>
              </a:lvl9pPr>
            </a:lstStyle>
            <a:p>
              <a:pPr algn="ctr">
                <a:defRPr sz="2087" b="1">
                  <a:solidFill>
                    <a:srgbClr val="000000"/>
                  </a:solidFill>
                  <a:latin typeface="Arial"/>
                  <a:ea typeface="Arial"/>
                  <a:cs typeface="Arial"/>
                </a:defRPr>
              </a:pPr>
              <a:r>
                <a:rPr sz="2087" b="1">
                  <a:solidFill>
                    <a:srgbClr val="000000"/>
                  </a:solidFill>
                  <a:latin typeface="Arial"/>
                  <a:ea typeface="Arial"/>
                  <a:cs typeface="Arial"/>
                </a:rPr>
                <a:t>B</a:t>
              </a:r>
            </a:p>
          </p:txBody>
        </p:sp>
        <p:sp>
          <p:nvSpPr>
            <p:cNvPr id="23" name="leaf_C">
              <a:extLst>
                <a:ext uri="{FF2B5EF4-FFF2-40B4-BE49-F238E27FC236}">
                  <ns2:creationId id="{BCCDB565-4F99-4202-B2B0-64004894F53F}"/>
                </a:ext>
              </a:extLst>
            </p:cNvPr>
            <p:cNvSpPr>
              <a:spLocks noGrp="1"/>
            </p:cNvSpPr>
            <p:nvPr/>
          </p:nvSpPr>
          <p:spPr>
            <a:xfrm rot="0" flipH="0" flipV="0">
              <a:off x="1888920" y="1803623"/>
              <a:ext cx="239234" cy="239234"/>
            </a:xfrm>
            <a:prstGeom prst="diamond">
              <a:avLst/>
            </a:prstGeom>
            <a:solidFill>
              <a:srgbClr val="009E73"/>
            </a:solidFill>
            <a:ln w="16433">
              <a:solidFill>
                <a:srgbClr val="263238"/>
              </a:solidFill>
              <a:prstDash val="solid"/>
            </a:ln>
          </p:spPr>
        </p:sp>
        <p:sp>
          <p:nvSpPr>
            <p:cNvPr id="24" name="leaf_label_C">
              <a:extLst>
                <a:ext uri="{FF2B5EF4-FFF2-40B4-BE49-F238E27FC236}">
                  <ns2:creationId id="{2D293BB5-60E2-4DC1-8CFD-B9FF3DEE8CD2}"/>
                </a:ext>
              </a:extLst>
            </p:cNvPr>
            <p:cNvSpPr>
              <a:spLocks noGrp="1"/>
            </p:cNvSpPr>
            <p:nvPr/>
          </p:nvSpPr>
          <p:spPr>
            <a:xfrm rot="0" flipH="0" flipV="0">
              <a:off x="1779935" y="1970342"/>
              <a:ext cx="457200" cy="285750"/>
            </a:xfrm>
            <a:prstGeom prst="rect">
              <a:avLst/>
            </a:prstGeom>
            <a:noFill/>
            <a:ln w="0">
              <a:noFill/>
            </a:ln>
          </p:spPr>
          <p:txBody>
            <a:bodyPr wrap="none" lIns="0" tIns="0" rIns="0" bIns="0" anchor="ctr">
              <a:noAutofit/>
            </a:bodyPr>
            <a:lstStyle>
              <a:defPPr algn="ctr">
                <a:defRPr sz="2087" b="1">
                  <a:solidFill>
                    <a:srgbClr val="000000"/>
                  </a:solidFill>
                  <a:latin typeface="Arial"/>
                  <a:ea typeface="Arial"/>
                  <a:cs typeface="Arial"/>
                </a:defRPr>
              </a:defPPr>
              <a:lvl1pPr algn="ctr">
                <a:defRPr sz="2087" b="1">
                  <a:solidFill>
                    <a:srgbClr val="000000"/>
                  </a:solidFill>
                  <a:latin typeface="Arial"/>
                  <a:ea typeface="Arial"/>
                  <a:cs typeface="Arial"/>
                </a:defRPr>
              </a:lvl1pPr>
              <a:lvl2pPr algn="ctr">
                <a:defRPr sz="2087" b="1">
                  <a:solidFill>
                    <a:srgbClr val="000000"/>
                  </a:solidFill>
                  <a:latin typeface="Arial"/>
                  <a:ea typeface="Arial"/>
                  <a:cs typeface="Arial"/>
                </a:defRPr>
              </a:lvl2pPr>
              <a:lvl3pPr algn="ctr">
                <a:defRPr sz="2087" b="1">
                  <a:solidFill>
                    <a:srgbClr val="000000"/>
                  </a:solidFill>
                  <a:latin typeface="Arial"/>
                  <a:ea typeface="Arial"/>
                  <a:cs typeface="Arial"/>
                </a:defRPr>
              </a:lvl3pPr>
              <a:lvl4pPr algn="ctr">
                <a:defRPr sz="2087" b="1">
                  <a:solidFill>
                    <a:srgbClr val="000000"/>
                  </a:solidFill>
                  <a:latin typeface="Arial"/>
                  <a:ea typeface="Arial"/>
                  <a:cs typeface="Arial"/>
                </a:defRPr>
              </a:lvl4pPr>
              <a:lvl5pPr algn="ctr">
                <a:defRPr sz="2087" b="1">
                  <a:solidFill>
                    <a:srgbClr val="000000"/>
                  </a:solidFill>
                  <a:latin typeface="Arial"/>
                  <a:ea typeface="Arial"/>
                  <a:cs typeface="Arial"/>
                </a:defRPr>
              </a:lvl5pPr>
              <a:lvl6pPr algn="ctr">
                <a:defRPr sz="2087" b="1">
                  <a:solidFill>
                    <a:srgbClr val="000000"/>
                  </a:solidFill>
                  <a:latin typeface="Arial"/>
                  <a:ea typeface="Arial"/>
                  <a:cs typeface="Arial"/>
                </a:defRPr>
              </a:lvl6pPr>
              <a:lvl7pPr algn="ctr">
                <a:defRPr sz="2087" b="1">
                  <a:solidFill>
                    <a:srgbClr val="000000"/>
                  </a:solidFill>
                  <a:latin typeface="Arial"/>
                  <a:ea typeface="Arial"/>
                  <a:cs typeface="Arial"/>
                </a:defRPr>
              </a:lvl7pPr>
              <a:lvl8pPr algn="ctr">
                <a:defRPr sz="2087" b="1">
                  <a:solidFill>
                    <a:srgbClr val="000000"/>
                  </a:solidFill>
                  <a:latin typeface="Arial"/>
                  <a:ea typeface="Arial"/>
                  <a:cs typeface="Arial"/>
                </a:defRPr>
              </a:lvl8pPr>
              <a:lvl9pPr algn="ctr">
                <a:defRPr sz="2087" b="1">
                  <a:solidFill>
                    <a:srgbClr val="000000"/>
                  </a:solidFill>
                  <a:latin typeface="Arial"/>
                  <a:ea typeface="Arial"/>
                  <a:cs typeface="Arial"/>
                </a:defRPr>
              </a:lvl9pPr>
            </a:lstStyle>
            <a:p>
              <a:pPr algn="ctr">
                <a:defRPr sz="2087" b="1">
                  <a:solidFill>
                    <a:srgbClr val="000000"/>
                  </a:solidFill>
                  <a:latin typeface="Arial"/>
                  <a:ea typeface="Arial"/>
                  <a:cs typeface="Arial"/>
                </a:defRPr>
              </a:pPr>
              <a:r>
                <a:rPr sz="2087" b="1">
                  <a:solidFill>
                    <a:srgbClr val="000000"/>
                  </a:solidFill>
                  <a:latin typeface="Arial"/>
                  <a:ea typeface="Arial"/>
                  <a:cs typeface="Arial"/>
                </a:rPr>
                <a:t>C</a:t>
              </a:r>
            </a:p>
          </p:txBody>
        </p:sp>
        <p:sp>
          <p:nvSpPr>
            <p:cNvPr id="25" name="relax_s1_dashed_ellipse">
              <a:extLst>
                <a:ext uri="{FF2B5EF4-FFF2-40B4-BE49-F238E27FC236}">
                  <ns2:creationId id="{259B88DF-6CBC-4094-BCC2-12E7EFF56E44}"/>
                </a:ext>
              </a:extLst>
            </p:cNvPr>
            <p:cNvSpPr>
              <a:spLocks noGrp="1"/>
            </p:cNvSpPr>
            <p:nvPr/>
          </p:nvSpPr>
          <p:spPr>
            <a:xfrm rot="0" flipH="0" flipV="0">
              <a:off x="903475" y="1369718"/>
              <a:ext cx="450323" cy="394033"/>
            </a:xfrm>
            <a:prstGeom prst="ellipse">
              <a:avLst/>
            </a:prstGeom>
            <a:noFill/>
            <a:ln w="18024">
              <a:solidFill>
                <a:srgbClr val="7B8790"/>
              </a:solidFill>
              <a:prstDash val="dash"/>
            </a:ln>
          </p:spPr>
        </p:sp>
        <p:sp>
          <p:nvSpPr>
            <p:cNvPr id="26" name="relax_callout">
              <a:extLst>
                <a:ext uri="{FF2B5EF4-FFF2-40B4-BE49-F238E27FC236}">
                  <ns2:creationId id="{395A4E1B-8BC9-419C-9FC6-C3DF6E980FA0}"/>
                </a:ext>
              </a:extLst>
            </p:cNvPr>
            <p:cNvSpPr>
              <a:spLocks noGrp="1"/>
            </p:cNvSpPr>
            <p:nvPr/>
          </p:nvSpPr>
          <p:spPr>
            <a:xfrm rot="0" flipH="0" flipV="0">
              <a:off x="1428750" y="1466850"/>
              <a:ext cx="762000" cy="266700"/>
            </a:xfrm>
            <a:prstGeom prst="rect">
              <a:avLst/>
            </a:prstGeom>
            <a:noFill/>
            <a:ln w="0">
              <a:noFill/>
            </a:ln>
          </p:spPr>
          <p:txBody>
            <a:bodyPr wrap="none" lIns="0" tIns="0" rIns="0" bIns="0" anchor="ctr">
              <a:noAutofit/>
            </a:bodyPr>
            <a:lstStyle>
              <a:defPPr algn="l">
                <a:defRPr sz="1920" b="0">
                  <a:solidFill>
                    <a:srgbClr val="000000"/>
                  </a:solidFill>
                  <a:latin typeface="Arial"/>
                  <a:ea typeface="Arial"/>
                  <a:cs typeface="Arial"/>
                </a:defRPr>
              </a:defPPr>
              <a:lvl1pPr algn="l">
                <a:defRPr sz="1920" b="0">
                  <a:solidFill>
                    <a:srgbClr val="000000"/>
                  </a:solidFill>
                  <a:latin typeface="Arial"/>
                  <a:ea typeface="Arial"/>
                  <a:cs typeface="Arial"/>
                </a:defRPr>
              </a:lvl1pPr>
              <a:lvl2pPr algn="l">
                <a:defRPr sz="1920" b="0">
                  <a:solidFill>
                    <a:srgbClr val="000000"/>
                  </a:solidFill>
                  <a:latin typeface="Arial"/>
                  <a:ea typeface="Arial"/>
                  <a:cs typeface="Arial"/>
                </a:defRPr>
              </a:lvl2pPr>
              <a:lvl3pPr algn="l">
                <a:defRPr sz="1920" b="0">
                  <a:solidFill>
                    <a:srgbClr val="000000"/>
                  </a:solidFill>
                  <a:latin typeface="Arial"/>
                  <a:ea typeface="Arial"/>
                  <a:cs typeface="Arial"/>
                </a:defRPr>
              </a:lvl3pPr>
              <a:lvl4pPr algn="l">
                <a:defRPr sz="1920" b="0">
                  <a:solidFill>
                    <a:srgbClr val="000000"/>
                  </a:solidFill>
                  <a:latin typeface="Arial"/>
                  <a:ea typeface="Arial"/>
                  <a:cs typeface="Arial"/>
                </a:defRPr>
              </a:lvl4pPr>
              <a:lvl5pPr algn="l">
                <a:defRPr sz="1920" b="0">
                  <a:solidFill>
                    <a:srgbClr val="000000"/>
                  </a:solidFill>
                  <a:latin typeface="Arial"/>
                  <a:ea typeface="Arial"/>
                  <a:cs typeface="Arial"/>
                </a:defRPr>
              </a:lvl5pPr>
              <a:lvl6pPr algn="l">
                <a:defRPr sz="1920" b="0">
                  <a:solidFill>
                    <a:srgbClr val="000000"/>
                  </a:solidFill>
                  <a:latin typeface="Arial"/>
                  <a:ea typeface="Arial"/>
                  <a:cs typeface="Arial"/>
                </a:defRPr>
              </a:lvl6pPr>
              <a:lvl7pPr algn="l">
                <a:defRPr sz="1920" b="0">
                  <a:solidFill>
                    <a:srgbClr val="000000"/>
                  </a:solidFill>
                  <a:latin typeface="Arial"/>
                  <a:ea typeface="Arial"/>
                  <a:cs typeface="Arial"/>
                </a:defRPr>
              </a:lvl7pPr>
              <a:lvl8pPr algn="l">
                <a:defRPr sz="1920" b="0">
                  <a:solidFill>
                    <a:srgbClr val="000000"/>
                  </a:solidFill>
                  <a:latin typeface="Arial"/>
                  <a:ea typeface="Arial"/>
                  <a:cs typeface="Arial"/>
                </a:defRPr>
              </a:lvl8pPr>
              <a:lvl9pPr algn="l">
                <a:defRPr sz="1920" b="0">
                  <a:solidFill>
                    <a:srgbClr val="000000"/>
                  </a:solidFill>
                  <a:latin typeface="Arial"/>
                  <a:ea typeface="Arial"/>
                  <a:cs typeface="Arial"/>
                </a:defRPr>
              </a:lvl9pPr>
            </a:lstStyle>
            <a:p>
              <a:pPr algn="l">
                <a:defRPr sz="1920" b="0">
                  <a:solidFill>
                    <a:srgbClr val="000000"/>
                  </a:solidFill>
                  <a:latin typeface="Arial"/>
                  <a:ea typeface="Arial"/>
                  <a:cs typeface="Arial"/>
                </a:defRPr>
              </a:pPr>
              <a:r>
                <a:rPr sz="1920" b="0">
                  <a:solidFill>
                    <a:srgbClr val="000000"/>
                  </a:solidFill>
                  <a:latin typeface="Arial"/>
                  <a:ea typeface="Arial"/>
                  <a:cs typeface="Arial"/>
                </a:rPr>
                <a:t>relax</a:t>
              </a:r>
            </a:p>
          </p:txBody>
        </p:sp>
        <p:sp>
          <p:nvSpPr>
            <p:cNvPr id="27" name="label_Tree-consistent">
              <a:extLst>
                <a:ext uri="{FF2B5EF4-FFF2-40B4-BE49-F238E27FC236}">
                  <ns2:creationId id="{63F4BA33-B5B2-4B8F-9E69-29FE69C9CB43}"/>
                </a:ext>
              </a:extLst>
            </p:cNvPr>
            <p:cNvSpPr>
              <a:spLocks noGrp="1"/>
            </p:cNvSpPr>
            <p:nvPr/>
          </p:nvSpPr>
          <p:spPr>
            <a:xfrm rot="0" flipH="0" flipV="0">
              <a:off x="3190875" y="628650"/>
              <a:ext cx="4000500" cy="285750"/>
            </a:xfrm>
            <a:prstGeom prst="rect">
              <a:avLst/>
            </a:prstGeom>
            <a:noFill/>
            <a:ln w="0">
              <a:noFill/>
            </a:ln>
          </p:spPr>
          <p:txBody>
            <a:bodyPr wrap="none" lIns="0" tIns="0" rIns="0" bIns="0" anchor="ctr">
              <a:noAutofit/>
            </a:bodyPr>
            <a:lstStyle>
              <a:defPPr algn="l">
                <a:defRPr sz="2170" b="0">
                  <a:solidFill>
                    <a:srgbClr val="000000"/>
                  </a:solidFill>
                  <a:latin typeface="Arial"/>
                  <a:ea typeface="Arial"/>
                  <a:cs typeface="Arial"/>
                </a:defRPr>
              </a:defPPr>
              <a:lvl1pPr algn="l">
                <a:defRPr sz="2170" b="0">
                  <a:solidFill>
                    <a:srgbClr val="000000"/>
                  </a:solidFill>
                  <a:latin typeface="Arial"/>
                  <a:ea typeface="Arial"/>
                  <a:cs typeface="Arial"/>
                </a:defRPr>
              </a:lvl1pPr>
              <a:lvl2pPr algn="l">
                <a:defRPr sz="2170" b="0">
                  <a:solidFill>
                    <a:srgbClr val="000000"/>
                  </a:solidFill>
                  <a:latin typeface="Arial"/>
                  <a:ea typeface="Arial"/>
                  <a:cs typeface="Arial"/>
                </a:defRPr>
              </a:lvl2pPr>
              <a:lvl3pPr algn="l">
                <a:defRPr sz="2170" b="0">
                  <a:solidFill>
                    <a:srgbClr val="000000"/>
                  </a:solidFill>
                  <a:latin typeface="Arial"/>
                  <a:ea typeface="Arial"/>
                  <a:cs typeface="Arial"/>
                </a:defRPr>
              </a:lvl3pPr>
              <a:lvl4pPr algn="l">
                <a:defRPr sz="2170" b="0">
                  <a:solidFill>
                    <a:srgbClr val="000000"/>
                  </a:solidFill>
                  <a:latin typeface="Arial"/>
                  <a:ea typeface="Arial"/>
                  <a:cs typeface="Arial"/>
                </a:defRPr>
              </a:lvl4pPr>
              <a:lvl5pPr algn="l">
                <a:defRPr sz="2170" b="0">
                  <a:solidFill>
                    <a:srgbClr val="000000"/>
                  </a:solidFill>
                  <a:latin typeface="Arial"/>
                  <a:ea typeface="Arial"/>
                  <a:cs typeface="Arial"/>
                </a:defRPr>
              </a:lvl5pPr>
              <a:lvl6pPr algn="l">
                <a:defRPr sz="2170" b="0">
                  <a:solidFill>
                    <a:srgbClr val="000000"/>
                  </a:solidFill>
                  <a:latin typeface="Arial"/>
                  <a:ea typeface="Arial"/>
                  <a:cs typeface="Arial"/>
                </a:defRPr>
              </a:lvl6pPr>
              <a:lvl7pPr algn="l">
                <a:defRPr sz="2170" b="0">
                  <a:solidFill>
                    <a:srgbClr val="000000"/>
                  </a:solidFill>
                  <a:latin typeface="Arial"/>
                  <a:ea typeface="Arial"/>
                  <a:cs typeface="Arial"/>
                </a:defRPr>
              </a:lvl7pPr>
              <a:lvl8pPr algn="l">
                <a:defRPr sz="2170" b="0">
                  <a:solidFill>
                    <a:srgbClr val="000000"/>
                  </a:solidFill>
                  <a:latin typeface="Arial"/>
                  <a:ea typeface="Arial"/>
                  <a:cs typeface="Arial"/>
                </a:defRPr>
              </a:lvl8pPr>
              <a:lvl9pPr algn="l">
                <a:defRPr sz="2170" b="0">
                  <a:solidFill>
                    <a:srgbClr val="000000"/>
                  </a:solidFill>
                  <a:latin typeface="Arial"/>
                  <a:ea typeface="Arial"/>
                  <a:cs typeface="Arial"/>
                </a:defRPr>
              </a:lvl9pPr>
            </a:lstStyle>
            <a:p>
              <a:pPr algn="l">
                <a:defRPr sz="2170" b="0">
                  <a:solidFill>
                    <a:srgbClr val="000000"/>
                  </a:solidFill>
                  <a:latin typeface="Arial"/>
                  <a:ea typeface="Arial"/>
                  <a:cs typeface="Arial"/>
                </a:defRPr>
              </a:pPr>
              <a:r>
                <a:rPr sz="2170" b="0">
                  <a:solidFill>
                    <a:srgbClr val="000000"/>
                  </a:solidFill>
                  <a:latin typeface="Arial"/>
                  <a:ea typeface="Arial"/>
                  <a:cs typeface="Arial"/>
                </a:rPr>
                <a:t>Tree-consistent</a:t>
              </a:r>
            </a:p>
          </p:txBody>
        </p:sp>
        <p:sp>
          <p:nvSpPr>
            <p:cNvPr id="28" name="order_Tree-consistent_A">
              <a:extLst>
                <a:ext uri="{FF2B5EF4-FFF2-40B4-BE49-F238E27FC236}">
                  <ns2:creationId id="{74E3C419-8DEC-4F4C-AB90-A62948F21F5F}"/>
                </a:ext>
              </a:extLst>
            </p:cNvPr>
            <p:cNvSpPr>
              <a:spLocks noGrp="1"/>
            </p:cNvSpPr>
            <p:nvPr/>
          </p:nvSpPr>
          <p:spPr>
            <a:xfrm rot="0" flipH="0" flipV="0">
              <a:off x="3190875" y="981075"/>
              <a:ext cx="1326611" cy="288036"/>
            </a:xfrm>
            <a:prstGeom prst="rect">
              <a:avLst/>
            </a:prstGeom>
            <a:solidFill>
              <a:srgbClr val="0072B2"/>
            </a:solidFill>
            <a:ln w="0">
              <a:noFill/>
              <a:prstDash val="solid"/>
            </a:ln>
          </p:spPr>
        </p:sp>
        <p:sp>
          <p:nvSpPr>
            <p:cNvPr id="29" name="order_label_Tree-consistent_A">
              <a:extLst>
                <a:ext uri="{FF2B5EF4-FFF2-40B4-BE49-F238E27FC236}">
                  <ns2:creationId id="{4A6F8533-83C8-43F7-AFE4-340514773215}"/>
                </a:ext>
              </a:extLst>
            </p:cNvPr>
            <p:cNvSpPr>
              <a:spLocks noGrp="1"/>
            </p:cNvSpPr>
            <p:nvPr/>
          </p:nvSpPr>
          <p:spPr>
            <a:xfrm rot="0" flipH="0" flipV="0">
              <a:off x="3190875" y="989305"/>
              <a:ext cx="1326611" cy="285750"/>
            </a:xfrm>
            <a:prstGeom prst="rect">
              <a:avLst/>
            </a:prstGeom>
            <a:noFill/>
            <a:ln w="0">
              <a:noFill/>
            </a:ln>
          </p:spPr>
          <p:txBody>
            <a:bodyPr wrap="none" lIns="0" tIns="0" rIns="0" bIns="0" anchor="ctr">
              <a:noAutofit/>
            </a:bodyPr>
            <a:lstStyle>
              <a:defPPr algn="ctr">
                <a:defRPr sz="2170" b="1">
                  <a:solidFill>
                    <a:srgbClr val="000000"/>
                  </a:solidFill>
                  <a:latin typeface="Arial"/>
                  <a:ea typeface="Arial"/>
                  <a:cs typeface="Arial"/>
                </a:defRPr>
              </a:defPPr>
              <a:lvl1pPr algn="ctr">
                <a:defRPr sz="2170" b="1">
                  <a:solidFill>
                    <a:srgbClr val="000000"/>
                  </a:solidFill>
                  <a:latin typeface="Arial"/>
                  <a:ea typeface="Arial"/>
                  <a:cs typeface="Arial"/>
                </a:defRPr>
              </a:lvl1pPr>
              <a:lvl2pPr algn="ctr">
                <a:defRPr sz="2170" b="1">
                  <a:solidFill>
                    <a:srgbClr val="000000"/>
                  </a:solidFill>
                  <a:latin typeface="Arial"/>
                  <a:ea typeface="Arial"/>
                  <a:cs typeface="Arial"/>
                </a:defRPr>
              </a:lvl2pPr>
              <a:lvl3pPr algn="ctr">
                <a:defRPr sz="2170" b="1">
                  <a:solidFill>
                    <a:srgbClr val="000000"/>
                  </a:solidFill>
                  <a:latin typeface="Arial"/>
                  <a:ea typeface="Arial"/>
                  <a:cs typeface="Arial"/>
                </a:defRPr>
              </a:lvl3pPr>
              <a:lvl4pPr algn="ctr">
                <a:defRPr sz="2170" b="1">
                  <a:solidFill>
                    <a:srgbClr val="000000"/>
                  </a:solidFill>
                  <a:latin typeface="Arial"/>
                  <a:ea typeface="Arial"/>
                  <a:cs typeface="Arial"/>
                </a:defRPr>
              </a:lvl4pPr>
              <a:lvl5pPr algn="ctr">
                <a:defRPr sz="2170" b="1">
                  <a:solidFill>
                    <a:srgbClr val="000000"/>
                  </a:solidFill>
                  <a:latin typeface="Arial"/>
                  <a:ea typeface="Arial"/>
                  <a:cs typeface="Arial"/>
                </a:defRPr>
              </a:lvl5pPr>
              <a:lvl6pPr algn="ctr">
                <a:defRPr sz="2170" b="1">
                  <a:solidFill>
                    <a:srgbClr val="000000"/>
                  </a:solidFill>
                  <a:latin typeface="Arial"/>
                  <a:ea typeface="Arial"/>
                  <a:cs typeface="Arial"/>
                </a:defRPr>
              </a:lvl6pPr>
              <a:lvl7pPr algn="ctr">
                <a:defRPr sz="2170" b="1">
                  <a:solidFill>
                    <a:srgbClr val="000000"/>
                  </a:solidFill>
                  <a:latin typeface="Arial"/>
                  <a:ea typeface="Arial"/>
                  <a:cs typeface="Arial"/>
                </a:defRPr>
              </a:lvl7pPr>
              <a:lvl8pPr algn="ctr">
                <a:defRPr sz="2170" b="1">
                  <a:solidFill>
                    <a:srgbClr val="000000"/>
                  </a:solidFill>
                  <a:latin typeface="Arial"/>
                  <a:ea typeface="Arial"/>
                  <a:cs typeface="Arial"/>
                </a:defRPr>
              </a:lvl8pPr>
              <a:lvl9pPr algn="ctr">
                <a:defRPr sz="2170" b="1">
                  <a:solidFill>
                    <a:srgbClr val="000000"/>
                  </a:solidFill>
                  <a:latin typeface="Arial"/>
                  <a:ea typeface="Arial"/>
                  <a:cs typeface="Arial"/>
                </a:defRPr>
              </a:lvl9pPr>
            </a:lstStyle>
            <a:p>
              <a:pPr algn="ctr">
                <a:defRPr sz="2170" b="1">
                  <a:solidFill>
                    <a:srgbClr val="000000"/>
                  </a:solidFill>
                  <a:latin typeface="Arial"/>
                  <a:ea typeface="Arial"/>
                  <a:cs typeface="Arial"/>
                </a:defRPr>
              </a:pPr>
              <a:r>
                <a:rPr sz="2170" b="1">
                  <a:solidFill>
                    <a:srgbClr val="000000"/>
                  </a:solidFill>
                  <a:latin typeface="Arial"/>
                  <a:ea typeface="Arial"/>
                  <a:cs typeface="Arial"/>
                </a:rPr>
                <a:t>A</a:t>
              </a:r>
            </a:p>
          </p:txBody>
        </p:sp>
        <p:sp>
          <p:nvSpPr>
            <p:cNvPr id="30" name="order_Tree-consistent_B">
              <a:extLst>
                <a:ext uri="{FF2B5EF4-FFF2-40B4-BE49-F238E27FC236}">
                  <ns2:creationId id="{32EDEDED-F4F0-4625-B14E-18953F9A7CEF}"/>
                </a:ext>
              </a:extLst>
            </p:cNvPr>
            <p:cNvSpPr>
              <a:spLocks noGrp="1"/>
            </p:cNvSpPr>
            <p:nvPr/>
          </p:nvSpPr>
          <p:spPr>
            <a:xfrm rot="0" flipH="0" flipV="0">
              <a:off x="4606777" y="981075"/>
              <a:ext cx="1326611" cy="288036"/>
            </a:xfrm>
            <a:prstGeom prst="rect">
              <a:avLst/>
            </a:prstGeom>
            <a:solidFill>
              <a:srgbClr val="D55E00"/>
            </a:solidFill>
            <a:ln w="0">
              <a:noFill/>
              <a:prstDash val="solid"/>
            </a:ln>
          </p:spPr>
        </p:sp>
        <p:sp>
          <p:nvSpPr>
            <p:cNvPr id="31" name="order_label_Tree-consistent_B">
              <a:extLst>
                <a:ext uri="{FF2B5EF4-FFF2-40B4-BE49-F238E27FC236}">
                  <ns2:creationId id="{D51C4D04-3B16-48AD-9D73-C2892D4CA29A}"/>
                </a:ext>
              </a:extLst>
            </p:cNvPr>
            <p:cNvSpPr>
              <a:spLocks noGrp="1"/>
            </p:cNvSpPr>
            <p:nvPr/>
          </p:nvSpPr>
          <p:spPr>
            <a:xfrm rot="0" flipH="0" flipV="0">
              <a:off x="4606777" y="989305"/>
              <a:ext cx="1326611" cy="285750"/>
            </a:xfrm>
            <a:prstGeom prst="rect">
              <a:avLst/>
            </a:prstGeom>
            <a:noFill/>
            <a:ln w="0">
              <a:noFill/>
            </a:ln>
          </p:spPr>
          <p:txBody>
            <a:bodyPr wrap="none" lIns="0" tIns="0" rIns="0" bIns="0" anchor="ctr">
              <a:noAutofit/>
            </a:bodyPr>
            <a:lstStyle>
              <a:defPPr algn="ctr">
                <a:defRPr sz="2170" b="1">
                  <a:solidFill>
                    <a:srgbClr val="000000"/>
                  </a:solidFill>
                  <a:latin typeface="Arial"/>
                  <a:ea typeface="Arial"/>
                  <a:cs typeface="Arial"/>
                </a:defRPr>
              </a:defPPr>
              <a:lvl1pPr algn="ctr">
                <a:defRPr sz="2170" b="1">
                  <a:solidFill>
                    <a:srgbClr val="000000"/>
                  </a:solidFill>
                  <a:latin typeface="Arial"/>
                  <a:ea typeface="Arial"/>
                  <a:cs typeface="Arial"/>
                </a:defRPr>
              </a:lvl1pPr>
              <a:lvl2pPr algn="ctr">
                <a:defRPr sz="2170" b="1">
                  <a:solidFill>
                    <a:srgbClr val="000000"/>
                  </a:solidFill>
                  <a:latin typeface="Arial"/>
                  <a:ea typeface="Arial"/>
                  <a:cs typeface="Arial"/>
                </a:defRPr>
              </a:lvl2pPr>
              <a:lvl3pPr algn="ctr">
                <a:defRPr sz="2170" b="1">
                  <a:solidFill>
                    <a:srgbClr val="000000"/>
                  </a:solidFill>
                  <a:latin typeface="Arial"/>
                  <a:ea typeface="Arial"/>
                  <a:cs typeface="Arial"/>
                </a:defRPr>
              </a:lvl3pPr>
              <a:lvl4pPr algn="ctr">
                <a:defRPr sz="2170" b="1">
                  <a:solidFill>
                    <a:srgbClr val="000000"/>
                  </a:solidFill>
                  <a:latin typeface="Arial"/>
                  <a:ea typeface="Arial"/>
                  <a:cs typeface="Arial"/>
                </a:defRPr>
              </a:lvl4pPr>
              <a:lvl5pPr algn="ctr">
                <a:defRPr sz="2170" b="1">
                  <a:solidFill>
                    <a:srgbClr val="000000"/>
                  </a:solidFill>
                  <a:latin typeface="Arial"/>
                  <a:ea typeface="Arial"/>
                  <a:cs typeface="Arial"/>
                </a:defRPr>
              </a:lvl5pPr>
              <a:lvl6pPr algn="ctr">
                <a:defRPr sz="2170" b="1">
                  <a:solidFill>
                    <a:srgbClr val="000000"/>
                  </a:solidFill>
                  <a:latin typeface="Arial"/>
                  <a:ea typeface="Arial"/>
                  <a:cs typeface="Arial"/>
                </a:defRPr>
              </a:lvl6pPr>
              <a:lvl7pPr algn="ctr">
                <a:defRPr sz="2170" b="1">
                  <a:solidFill>
                    <a:srgbClr val="000000"/>
                  </a:solidFill>
                  <a:latin typeface="Arial"/>
                  <a:ea typeface="Arial"/>
                  <a:cs typeface="Arial"/>
                </a:defRPr>
              </a:lvl7pPr>
              <a:lvl8pPr algn="ctr">
                <a:defRPr sz="2170" b="1">
                  <a:solidFill>
                    <a:srgbClr val="000000"/>
                  </a:solidFill>
                  <a:latin typeface="Arial"/>
                  <a:ea typeface="Arial"/>
                  <a:cs typeface="Arial"/>
                </a:defRPr>
              </a:lvl8pPr>
              <a:lvl9pPr algn="ctr">
                <a:defRPr sz="2170" b="1">
                  <a:solidFill>
                    <a:srgbClr val="000000"/>
                  </a:solidFill>
                  <a:latin typeface="Arial"/>
                  <a:ea typeface="Arial"/>
                  <a:cs typeface="Arial"/>
                </a:defRPr>
              </a:lvl9pPr>
            </a:lstStyle>
            <a:p>
              <a:pPr algn="ctr">
                <a:defRPr sz="2170" b="1">
                  <a:solidFill>
                    <a:srgbClr val="000000"/>
                  </a:solidFill>
                  <a:latin typeface="Arial"/>
                  <a:ea typeface="Arial"/>
                  <a:cs typeface="Arial"/>
                </a:defRPr>
              </a:pPr>
              <a:r>
                <a:rPr sz="2170" b="1">
                  <a:solidFill>
                    <a:srgbClr val="000000"/>
                  </a:solidFill>
                  <a:latin typeface="Arial"/>
                  <a:ea typeface="Arial"/>
                  <a:cs typeface="Arial"/>
                </a:rPr>
                <a:t>B</a:t>
              </a:r>
            </a:p>
          </p:txBody>
        </p:sp>
        <p:sp>
          <p:nvSpPr>
            <p:cNvPr id="32" name="order_Tree-consistent_C">
              <a:extLst>
                <a:ext uri="{FF2B5EF4-FFF2-40B4-BE49-F238E27FC236}">
                  <ns2:creationId id="{DDD1B84A-14EF-410E-AF6B-9B0B87FC02A9}"/>
                </a:ext>
              </a:extLst>
            </p:cNvPr>
            <p:cNvSpPr>
              <a:spLocks noGrp="1"/>
            </p:cNvSpPr>
            <p:nvPr/>
          </p:nvSpPr>
          <p:spPr>
            <a:xfrm rot="0" flipH="0" flipV="0">
              <a:off x="6022680" y="981075"/>
              <a:ext cx="1326611" cy="288036"/>
            </a:xfrm>
            <a:prstGeom prst="rect">
              <a:avLst/>
            </a:prstGeom>
            <a:solidFill>
              <a:srgbClr val="009E73"/>
            </a:solidFill>
            <a:ln w="0">
              <a:noFill/>
              <a:prstDash val="solid"/>
            </a:ln>
          </p:spPr>
        </p:sp>
        <p:sp>
          <p:nvSpPr>
            <p:cNvPr id="33" name="order_label_Tree-consistent_C">
              <a:extLst>
                <a:ext uri="{FF2B5EF4-FFF2-40B4-BE49-F238E27FC236}">
                  <ns2:creationId id="{690E451E-8B72-4679-8709-69718CF67802}"/>
                </a:ext>
              </a:extLst>
            </p:cNvPr>
            <p:cNvSpPr>
              <a:spLocks noGrp="1"/>
            </p:cNvSpPr>
            <p:nvPr/>
          </p:nvSpPr>
          <p:spPr>
            <a:xfrm rot="0" flipH="0" flipV="0">
              <a:off x="6022680" y="989305"/>
              <a:ext cx="1326611" cy="285750"/>
            </a:xfrm>
            <a:prstGeom prst="rect">
              <a:avLst/>
            </a:prstGeom>
            <a:noFill/>
            <a:ln w="0">
              <a:noFill/>
            </a:ln>
          </p:spPr>
          <p:txBody>
            <a:bodyPr wrap="none" lIns="0" tIns="0" rIns="0" bIns="0" anchor="ctr">
              <a:noAutofit/>
            </a:bodyPr>
            <a:lstStyle>
              <a:defPPr algn="ctr">
                <a:defRPr sz="2170" b="1">
                  <a:solidFill>
                    <a:srgbClr val="000000"/>
                  </a:solidFill>
                  <a:latin typeface="Arial"/>
                  <a:ea typeface="Arial"/>
                  <a:cs typeface="Arial"/>
                </a:defRPr>
              </a:defPPr>
              <a:lvl1pPr algn="ctr">
                <a:defRPr sz="2170" b="1">
                  <a:solidFill>
                    <a:srgbClr val="000000"/>
                  </a:solidFill>
                  <a:latin typeface="Arial"/>
                  <a:ea typeface="Arial"/>
                  <a:cs typeface="Arial"/>
                </a:defRPr>
              </a:lvl1pPr>
              <a:lvl2pPr algn="ctr">
                <a:defRPr sz="2170" b="1">
                  <a:solidFill>
                    <a:srgbClr val="000000"/>
                  </a:solidFill>
                  <a:latin typeface="Arial"/>
                  <a:ea typeface="Arial"/>
                  <a:cs typeface="Arial"/>
                </a:defRPr>
              </a:lvl2pPr>
              <a:lvl3pPr algn="ctr">
                <a:defRPr sz="2170" b="1">
                  <a:solidFill>
                    <a:srgbClr val="000000"/>
                  </a:solidFill>
                  <a:latin typeface="Arial"/>
                  <a:ea typeface="Arial"/>
                  <a:cs typeface="Arial"/>
                </a:defRPr>
              </a:lvl3pPr>
              <a:lvl4pPr algn="ctr">
                <a:defRPr sz="2170" b="1">
                  <a:solidFill>
                    <a:srgbClr val="000000"/>
                  </a:solidFill>
                  <a:latin typeface="Arial"/>
                  <a:ea typeface="Arial"/>
                  <a:cs typeface="Arial"/>
                </a:defRPr>
              </a:lvl4pPr>
              <a:lvl5pPr algn="ctr">
                <a:defRPr sz="2170" b="1">
                  <a:solidFill>
                    <a:srgbClr val="000000"/>
                  </a:solidFill>
                  <a:latin typeface="Arial"/>
                  <a:ea typeface="Arial"/>
                  <a:cs typeface="Arial"/>
                </a:defRPr>
              </a:lvl5pPr>
              <a:lvl6pPr algn="ctr">
                <a:defRPr sz="2170" b="1">
                  <a:solidFill>
                    <a:srgbClr val="000000"/>
                  </a:solidFill>
                  <a:latin typeface="Arial"/>
                  <a:ea typeface="Arial"/>
                  <a:cs typeface="Arial"/>
                </a:defRPr>
              </a:lvl6pPr>
              <a:lvl7pPr algn="ctr">
                <a:defRPr sz="2170" b="1">
                  <a:solidFill>
                    <a:srgbClr val="000000"/>
                  </a:solidFill>
                  <a:latin typeface="Arial"/>
                  <a:ea typeface="Arial"/>
                  <a:cs typeface="Arial"/>
                </a:defRPr>
              </a:lvl7pPr>
              <a:lvl8pPr algn="ctr">
                <a:defRPr sz="2170" b="1">
                  <a:solidFill>
                    <a:srgbClr val="000000"/>
                  </a:solidFill>
                  <a:latin typeface="Arial"/>
                  <a:ea typeface="Arial"/>
                  <a:cs typeface="Arial"/>
                </a:defRPr>
              </a:lvl8pPr>
              <a:lvl9pPr algn="ctr">
                <a:defRPr sz="2170" b="1">
                  <a:solidFill>
                    <a:srgbClr val="000000"/>
                  </a:solidFill>
                  <a:latin typeface="Arial"/>
                  <a:ea typeface="Arial"/>
                  <a:cs typeface="Arial"/>
                </a:defRPr>
              </a:lvl9pPr>
            </a:lstStyle>
            <a:p>
              <a:pPr algn="ctr">
                <a:defRPr sz="2170" b="1">
                  <a:solidFill>
                    <a:srgbClr val="000000"/>
                  </a:solidFill>
                  <a:latin typeface="Arial"/>
                  <a:ea typeface="Arial"/>
                  <a:cs typeface="Arial"/>
                </a:defRPr>
              </a:pPr>
              <a:r>
                <a:rPr sz="2170" b="1">
                  <a:solidFill>
                    <a:srgbClr val="000000"/>
                  </a:solidFill>
                  <a:latin typeface="Arial"/>
                  <a:ea typeface="Arial"/>
                  <a:cs typeface="Arial"/>
                </a:rPr>
                <a:t>C</a:t>
              </a:r>
            </a:p>
          </p:txBody>
        </p:sp>
        <p:sp>
          <p:nvSpPr>
            <p:cNvPr id="34" name="label_Spatial_reference">
              <a:extLst>
                <a:ext uri="{FF2B5EF4-FFF2-40B4-BE49-F238E27FC236}">
                  <ns2:creationId id="{73577A0A-0817-41A9-B2B7-8B989AA54A68}"/>
                </a:ext>
              </a:extLst>
            </p:cNvPr>
            <p:cNvSpPr>
              <a:spLocks noGrp="1"/>
            </p:cNvSpPr>
            <p:nvPr/>
          </p:nvSpPr>
          <p:spPr>
            <a:xfrm rot="0" flipH="0" flipV="0">
              <a:off x="3190875" y="1743075"/>
              <a:ext cx="4000500" cy="285750"/>
            </a:xfrm>
            <a:prstGeom prst="rect">
              <a:avLst/>
            </a:prstGeom>
            <a:noFill/>
            <a:ln w="0">
              <a:noFill/>
            </a:ln>
          </p:spPr>
          <p:txBody>
            <a:bodyPr wrap="none" lIns="0" tIns="0" rIns="0" bIns="0" anchor="ctr">
              <a:noAutofit/>
            </a:bodyPr>
            <a:lstStyle>
              <a:defPPr algn="l">
                <a:defRPr sz="2170" b="0">
                  <a:solidFill>
                    <a:srgbClr val="000000"/>
                  </a:solidFill>
                  <a:latin typeface="Arial"/>
                  <a:ea typeface="Arial"/>
                  <a:cs typeface="Arial"/>
                </a:defRPr>
              </a:defPPr>
              <a:lvl1pPr algn="l">
                <a:defRPr sz="2170" b="0">
                  <a:solidFill>
                    <a:srgbClr val="000000"/>
                  </a:solidFill>
                  <a:latin typeface="Arial"/>
                  <a:ea typeface="Arial"/>
                  <a:cs typeface="Arial"/>
                </a:defRPr>
              </a:lvl1pPr>
              <a:lvl2pPr algn="l">
                <a:defRPr sz="2170" b="0">
                  <a:solidFill>
                    <a:srgbClr val="000000"/>
                  </a:solidFill>
                  <a:latin typeface="Arial"/>
                  <a:ea typeface="Arial"/>
                  <a:cs typeface="Arial"/>
                </a:defRPr>
              </a:lvl2pPr>
              <a:lvl3pPr algn="l">
                <a:defRPr sz="2170" b="0">
                  <a:solidFill>
                    <a:srgbClr val="000000"/>
                  </a:solidFill>
                  <a:latin typeface="Arial"/>
                  <a:ea typeface="Arial"/>
                  <a:cs typeface="Arial"/>
                </a:defRPr>
              </a:lvl3pPr>
              <a:lvl4pPr algn="l">
                <a:defRPr sz="2170" b="0">
                  <a:solidFill>
                    <a:srgbClr val="000000"/>
                  </a:solidFill>
                  <a:latin typeface="Arial"/>
                  <a:ea typeface="Arial"/>
                  <a:cs typeface="Arial"/>
                </a:defRPr>
              </a:lvl4pPr>
              <a:lvl5pPr algn="l">
                <a:defRPr sz="2170" b="0">
                  <a:solidFill>
                    <a:srgbClr val="000000"/>
                  </a:solidFill>
                  <a:latin typeface="Arial"/>
                  <a:ea typeface="Arial"/>
                  <a:cs typeface="Arial"/>
                </a:defRPr>
              </a:lvl5pPr>
              <a:lvl6pPr algn="l">
                <a:defRPr sz="2170" b="0">
                  <a:solidFill>
                    <a:srgbClr val="000000"/>
                  </a:solidFill>
                  <a:latin typeface="Arial"/>
                  <a:ea typeface="Arial"/>
                  <a:cs typeface="Arial"/>
                </a:defRPr>
              </a:lvl6pPr>
              <a:lvl7pPr algn="l">
                <a:defRPr sz="2170" b="0">
                  <a:solidFill>
                    <a:srgbClr val="000000"/>
                  </a:solidFill>
                  <a:latin typeface="Arial"/>
                  <a:ea typeface="Arial"/>
                  <a:cs typeface="Arial"/>
                </a:defRPr>
              </a:lvl7pPr>
              <a:lvl8pPr algn="l">
                <a:defRPr sz="2170" b="0">
                  <a:solidFill>
                    <a:srgbClr val="000000"/>
                  </a:solidFill>
                  <a:latin typeface="Arial"/>
                  <a:ea typeface="Arial"/>
                  <a:cs typeface="Arial"/>
                </a:defRPr>
              </a:lvl8pPr>
              <a:lvl9pPr algn="l">
                <a:defRPr sz="2170" b="0">
                  <a:solidFill>
                    <a:srgbClr val="000000"/>
                  </a:solidFill>
                  <a:latin typeface="Arial"/>
                  <a:ea typeface="Arial"/>
                  <a:cs typeface="Arial"/>
                </a:defRPr>
              </a:lvl9pPr>
            </a:lstStyle>
            <a:p>
              <a:pPr algn="l">
                <a:defRPr sz="2170" b="0">
                  <a:solidFill>
                    <a:srgbClr val="000000"/>
                  </a:solidFill>
                  <a:latin typeface="Arial"/>
                  <a:ea typeface="Arial"/>
                  <a:cs typeface="Arial"/>
                </a:defRPr>
              </a:pPr>
              <a:r>
                <a:rPr sz="2170" b="0">
                  <a:solidFill>
                    <a:srgbClr val="000000"/>
                  </a:solidFill>
                  <a:latin typeface="Arial"/>
                  <a:ea typeface="Arial"/>
                  <a:cs typeface="Arial"/>
                </a:rPr>
                <a:t>Spatial reference</a:t>
              </a:r>
            </a:p>
          </p:txBody>
        </p:sp>
        <p:sp>
          <p:nvSpPr>
            <p:cNvPr id="35" name="order_Spatial reference_A">
              <a:extLst>
                <a:ext uri="{FF2B5EF4-FFF2-40B4-BE49-F238E27FC236}">
                  <ns2:creationId id="{A57A6045-0D54-4C13-AA07-DC7A726990D3}"/>
                </a:ext>
              </a:extLst>
            </p:cNvPr>
            <p:cNvSpPr>
              <a:spLocks noGrp="1"/>
            </p:cNvSpPr>
            <p:nvPr/>
          </p:nvSpPr>
          <p:spPr>
            <a:xfrm rot="0" flipH="0" flipV="0">
              <a:off x="3190875" y="2038349"/>
              <a:ext cx="1326611" cy="288036"/>
            </a:xfrm>
            <a:prstGeom prst="rect">
              <a:avLst/>
            </a:prstGeom>
            <a:solidFill>
              <a:srgbClr val="0072B2"/>
            </a:solidFill>
            <a:ln w="0">
              <a:noFill/>
              <a:prstDash val="solid"/>
            </a:ln>
          </p:spPr>
        </p:sp>
        <p:sp>
          <p:nvSpPr>
            <p:cNvPr id="36" name="order_label_Spatial reference_A">
              <a:extLst>
                <a:ext uri="{FF2B5EF4-FFF2-40B4-BE49-F238E27FC236}">
                  <ns2:creationId id="{139B4882-5CC4-449A-A677-FDF946EE5E9E}"/>
                </a:ext>
              </a:extLst>
            </p:cNvPr>
            <p:cNvSpPr>
              <a:spLocks noGrp="1"/>
            </p:cNvSpPr>
            <p:nvPr/>
          </p:nvSpPr>
          <p:spPr>
            <a:xfrm rot="0" flipH="0" flipV="0">
              <a:off x="3190875" y="2046579"/>
              <a:ext cx="1326611" cy="285750"/>
            </a:xfrm>
            <a:prstGeom prst="rect">
              <a:avLst/>
            </a:prstGeom>
            <a:noFill/>
            <a:ln w="0">
              <a:noFill/>
            </a:ln>
          </p:spPr>
          <p:txBody>
            <a:bodyPr wrap="none" lIns="0" tIns="0" rIns="0" bIns="0" anchor="ctr">
              <a:noAutofit/>
            </a:bodyPr>
            <a:lstStyle>
              <a:defPPr algn="ctr">
                <a:defRPr sz="2170" b="1">
                  <a:solidFill>
                    <a:srgbClr val="000000"/>
                  </a:solidFill>
                  <a:latin typeface="Arial"/>
                  <a:ea typeface="Arial"/>
                  <a:cs typeface="Arial"/>
                </a:defRPr>
              </a:defPPr>
              <a:lvl1pPr algn="ctr">
                <a:defRPr sz="2170" b="1">
                  <a:solidFill>
                    <a:srgbClr val="000000"/>
                  </a:solidFill>
                  <a:latin typeface="Arial"/>
                  <a:ea typeface="Arial"/>
                  <a:cs typeface="Arial"/>
                </a:defRPr>
              </a:lvl1pPr>
              <a:lvl2pPr algn="ctr">
                <a:defRPr sz="2170" b="1">
                  <a:solidFill>
                    <a:srgbClr val="000000"/>
                  </a:solidFill>
                  <a:latin typeface="Arial"/>
                  <a:ea typeface="Arial"/>
                  <a:cs typeface="Arial"/>
                </a:defRPr>
              </a:lvl2pPr>
              <a:lvl3pPr algn="ctr">
                <a:defRPr sz="2170" b="1">
                  <a:solidFill>
                    <a:srgbClr val="000000"/>
                  </a:solidFill>
                  <a:latin typeface="Arial"/>
                  <a:ea typeface="Arial"/>
                  <a:cs typeface="Arial"/>
                </a:defRPr>
              </a:lvl3pPr>
              <a:lvl4pPr algn="ctr">
                <a:defRPr sz="2170" b="1">
                  <a:solidFill>
                    <a:srgbClr val="000000"/>
                  </a:solidFill>
                  <a:latin typeface="Arial"/>
                  <a:ea typeface="Arial"/>
                  <a:cs typeface="Arial"/>
                </a:defRPr>
              </a:lvl4pPr>
              <a:lvl5pPr algn="ctr">
                <a:defRPr sz="2170" b="1">
                  <a:solidFill>
                    <a:srgbClr val="000000"/>
                  </a:solidFill>
                  <a:latin typeface="Arial"/>
                  <a:ea typeface="Arial"/>
                  <a:cs typeface="Arial"/>
                </a:defRPr>
              </a:lvl5pPr>
              <a:lvl6pPr algn="ctr">
                <a:defRPr sz="2170" b="1">
                  <a:solidFill>
                    <a:srgbClr val="000000"/>
                  </a:solidFill>
                  <a:latin typeface="Arial"/>
                  <a:ea typeface="Arial"/>
                  <a:cs typeface="Arial"/>
                </a:defRPr>
              </a:lvl6pPr>
              <a:lvl7pPr algn="ctr">
                <a:defRPr sz="2170" b="1">
                  <a:solidFill>
                    <a:srgbClr val="000000"/>
                  </a:solidFill>
                  <a:latin typeface="Arial"/>
                  <a:ea typeface="Arial"/>
                  <a:cs typeface="Arial"/>
                </a:defRPr>
              </a:lvl7pPr>
              <a:lvl8pPr algn="ctr">
                <a:defRPr sz="2170" b="1">
                  <a:solidFill>
                    <a:srgbClr val="000000"/>
                  </a:solidFill>
                  <a:latin typeface="Arial"/>
                  <a:ea typeface="Arial"/>
                  <a:cs typeface="Arial"/>
                </a:defRPr>
              </a:lvl8pPr>
              <a:lvl9pPr algn="ctr">
                <a:defRPr sz="2170" b="1">
                  <a:solidFill>
                    <a:srgbClr val="000000"/>
                  </a:solidFill>
                  <a:latin typeface="Arial"/>
                  <a:ea typeface="Arial"/>
                  <a:cs typeface="Arial"/>
                </a:defRPr>
              </a:lvl9pPr>
            </a:lstStyle>
            <a:p>
              <a:pPr algn="ctr">
                <a:defRPr sz="2170" b="1">
                  <a:solidFill>
                    <a:srgbClr val="000000"/>
                  </a:solidFill>
                  <a:latin typeface="Arial"/>
                  <a:ea typeface="Arial"/>
                  <a:cs typeface="Arial"/>
                </a:defRPr>
              </a:pPr>
              <a:r>
                <a:rPr sz="2170" b="1">
                  <a:solidFill>
                    <a:srgbClr val="000000"/>
                  </a:solidFill>
                  <a:latin typeface="Arial"/>
                  <a:ea typeface="Arial"/>
                  <a:cs typeface="Arial"/>
                </a:rPr>
                <a:t>A</a:t>
              </a:r>
            </a:p>
          </p:txBody>
        </p:sp>
        <p:sp>
          <p:nvSpPr>
            <p:cNvPr id="37" name="order_Spatial reference_C">
              <a:extLst>
                <a:ext uri="{FF2B5EF4-FFF2-40B4-BE49-F238E27FC236}">
                  <ns2:creationId id="{81912E2A-C28B-4704-884B-04DA6786D534}"/>
                </a:ext>
              </a:extLst>
            </p:cNvPr>
            <p:cNvSpPr>
              <a:spLocks noGrp="1"/>
            </p:cNvSpPr>
            <p:nvPr/>
          </p:nvSpPr>
          <p:spPr>
            <a:xfrm rot="0" flipH="0" flipV="0">
              <a:off x="4606777" y="2038349"/>
              <a:ext cx="1326611" cy="288036"/>
            </a:xfrm>
            <a:prstGeom prst="rect">
              <a:avLst/>
            </a:prstGeom>
            <a:solidFill>
              <a:srgbClr val="009E73"/>
            </a:solidFill>
            <a:ln w="0">
              <a:noFill/>
              <a:prstDash val="solid"/>
            </a:ln>
          </p:spPr>
        </p:sp>
        <p:sp>
          <p:nvSpPr>
            <p:cNvPr id="38" name="order_label_Spatial reference_C">
              <a:extLst>
                <a:ext uri="{FF2B5EF4-FFF2-40B4-BE49-F238E27FC236}">
                  <ns2:creationId id="{BFDBE585-E9F0-41B5-9A04-AB76B8D8A657}"/>
                </a:ext>
              </a:extLst>
            </p:cNvPr>
            <p:cNvSpPr>
              <a:spLocks noGrp="1"/>
            </p:cNvSpPr>
            <p:nvPr/>
          </p:nvSpPr>
          <p:spPr>
            <a:xfrm rot="0" flipH="0" flipV="0">
              <a:off x="4606777" y="2046579"/>
              <a:ext cx="1326611" cy="285750"/>
            </a:xfrm>
            <a:prstGeom prst="rect">
              <a:avLst/>
            </a:prstGeom>
            <a:noFill/>
            <a:ln w="0">
              <a:noFill/>
            </a:ln>
          </p:spPr>
          <p:txBody>
            <a:bodyPr wrap="none" lIns="0" tIns="0" rIns="0" bIns="0" anchor="ctr">
              <a:noAutofit/>
            </a:bodyPr>
            <a:lstStyle>
              <a:defPPr algn="ctr">
                <a:defRPr sz="2170" b="1">
                  <a:solidFill>
                    <a:srgbClr val="000000"/>
                  </a:solidFill>
                  <a:latin typeface="Arial"/>
                  <a:ea typeface="Arial"/>
                  <a:cs typeface="Arial"/>
                </a:defRPr>
              </a:defPPr>
              <a:lvl1pPr algn="ctr">
                <a:defRPr sz="2170" b="1">
                  <a:solidFill>
                    <a:srgbClr val="000000"/>
                  </a:solidFill>
                  <a:latin typeface="Arial"/>
                  <a:ea typeface="Arial"/>
                  <a:cs typeface="Arial"/>
                </a:defRPr>
              </a:lvl1pPr>
              <a:lvl2pPr algn="ctr">
                <a:defRPr sz="2170" b="1">
                  <a:solidFill>
                    <a:srgbClr val="000000"/>
                  </a:solidFill>
                  <a:latin typeface="Arial"/>
                  <a:ea typeface="Arial"/>
                  <a:cs typeface="Arial"/>
                </a:defRPr>
              </a:lvl2pPr>
              <a:lvl3pPr algn="ctr">
                <a:defRPr sz="2170" b="1">
                  <a:solidFill>
                    <a:srgbClr val="000000"/>
                  </a:solidFill>
                  <a:latin typeface="Arial"/>
                  <a:ea typeface="Arial"/>
                  <a:cs typeface="Arial"/>
                </a:defRPr>
              </a:lvl3pPr>
              <a:lvl4pPr algn="ctr">
                <a:defRPr sz="2170" b="1">
                  <a:solidFill>
                    <a:srgbClr val="000000"/>
                  </a:solidFill>
                  <a:latin typeface="Arial"/>
                  <a:ea typeface="Arial"/>
                  <a:cs typeface="Arial"/>
                </a:defRPr>
              </a:lvl4pPr>
              <a:lvl5pPr algn="ctr">
                <a:defRPr sz="2170" b="1">
                  <a:solidFill>
                    <a:srgbClr val="000000"/>
                  </a:solidFill>
                  <a:latin typeface="Arial"/>
                  <a:ea typeface="Arial"/>
                  <a:cs typeface="Arial"/>
                </a:defRPr>
              </a:lvl5pPr>
              <a:lvl6pPr algn="ctr">
                <a:defRPr sz="2170" b="1">
                  <a:solidFill>
                    <a:srgbClr val="000000"/>
                  </a:solidFill>
                  <a:latin typeface="Arial"/>
                  <a:ea typeface="Arial"/>
                  <a:cs typeface="Arial"/>
                </a:defRPr>
              </a:lvl6pPr>
              <a:lvl7pPr algn="ctr">
                <a:defRPr sz="2170" b="1">
                  <a:solidFill>
                    <a:srgbClr val="000000"/>
                  </a:solidFill>
                  <a:latin typeface="Arial"/>
                  <a:ea typeface="Arial"/>
                  <a:cs typeface="Arial"/>
                </a:defRPr>
              </a:lvl7pPr>
              <a:lvl8pPr algn="ctr">
                <a:defRPr sz="2170" b="1">
                  <a:solidFill>
                    <a:srgbClr val="000000"/>
                  </a:solidFill>
                  <a:latin typeface="Arial"/>
                  <a:ea typeface="Arial"/>
                  <a:cs typeface="Arial"/>
                </a:defRPr>
              </a:lvl8pPr>
              <a:lvl9pPr algn="ctr">
                <a:defRPr sz="2170" b="1">
                  <a:solidFill>
                    <a:srgbClr val="000000"/>
                  </a:solidFill>
                  <a:latin typeface="Arial"/>
                  <a:ea typeface="Arial"/>
                  <a:cs typeface="Arial"/>
                </a:defRPr>
              </a:lvl9pPr>
            </a:lstStyle>
            <a:p>
              <a:pPr algn="ctr">
                <a:defRPr sz="2170" b="1">
                  <a:solidFill>
                    <a:srgbClr val="000000"/>
                  </a:solidFill>
                  <a:latin typeface="Arial"/>
                  <a:ea typeface="Arial"/>
                  <a:cs typeface="Arial"/>
                </a:defRPr>
              </a:pPr>
              <a:r>
                <a:rPr sz="2170" b="1">
                  <a:solidFill>
                    <a:srgbClr val="000000"/>
                  </a:solidFill>
                  <a:latin typeface="Arial"/>
                  <a:ea typeface="Arial"/>
                  <a:cs typeface="Arial"/>
                </a:rPr>
                <a:t>C</a:t>
              </a:r>
            </a:p>
          </p:txBody>
        </p:sp>
        <p:sp>
          <p:nvSpPr>
            <p:cNvPr id="39" name="order_Spatial reference_B">
              <a:extLst>
                <a:ext uri="{FF2B5EF4-FFF2-40B4-BE49-F238E27FC236}">
                  <ns2:creationId id="{938CF045-8CFC-46BE-85B5-4FEA9E3AC9ED}"/>
                </a:ext>
              </a:extLst>
            </p:cNvPr>
            <p:cNvSpPr>
              <a:spLocks noGrp="1"/>
            </p:cNvSpPr>
            <p:nvPr/>
          </p:nvSpPr>
          <p:spPr>
            <a:xfrm rot="0" flipH="0" flipV="0">
              <a:off x="6022680" y="2038349"/>
              <a:ext cx="1326611" cy="288036"/>
            </a:xfrm>
            <a:prstGeom prst="rect">
              <a:avLst/>
            </a:prstGeom>
            <a:solidFill>
              <a:srgbClr val="D55E00"/>
            </a:solidFill>
            <a:ln w="0">
              <a:noFill/>
              <a:prstDash val="solid"/>
            </a:ln>
          </p:spPr>
        </p:sp>
        <p:sp>
          <p:nvSpPr>
            <p:cNvPr id="40" name="order_label_Spatial reference_B">
              <a:extLst>
                <a:ext uri="{FF2B5EF4-FFF2-40B4-BE49-F238E27FC236}">
                  <ns2:creationId id="{9BB4922F-2C06-4F7A-9413-F1257C0A86AC}"/>
                </a:ext>
              </a:extLst>
            </p:cNvPr>
            <p:cNvSpPr>
              <a:spLocks noGrp="1"/>
            </p:cNvSpPr>
            <p:nvPr/>
          </p:nvSpPr>
          <p:spPr>
            <a:xfrm rot="0" flipH="0" flipV="0">
              <a:off x="6022680" y="2046579"/>
              <a:ext cx="1326611" cy="285750"/>
            </a:xfrm>
            <a:prstGeom prst="rect">
              <a:avLst/>
            </a:prstGeom>
            <a:noFill/>
            <a:ln w="0">
              <a:noFill/>
            </a:ln>
          </p:spPr>
          <p:txBody>
            <a:bodyPr wrap="none" lIns="0" tIns="0" rIns="0" bIns="0" anchor="ctr">
              <a:noAutofit/>
            </a:bodyPr>
            <a:lstStyle>
              <a:defPPr algn="ctr">
                <a:defRPr sz="2170" b="1">
                  <a:solidFill>
                    <a:srgbClr val="000000"/>
                  </a:solidFill>
                  <a:latin typeface="Arial"/>
                  <a:ea typeface="Arial"/>
                  <a:cs typeface="Arial"/>
                </a:defRPr>
              </a:defPPr>
              <a:lvl1pPr algn="ctr">
                <a:defRPr sz="2170" b="1">
                  <a:solidFill>
                    <a:srgbClr val="000000"/>
                  </a:solidFill>
                  <a:latin typeface="Arial"/>
                  <a:ea typeface="Arial"/>
                  <a:cs typeface="Arial"/>
                </a:defRPr>
              </a:lvl1pPr>
              <a:lvl2pPr algn="ctr">
                <a:defRPr sz="2170" b="1">
                  <a:solidFill>
                    <a:srgbClr val="000000"/>
                  </a:solidFill>
                  <a:latin typeface="Arial"/>
                  <a:ea typeface="Arial"/>
                  <a:cs typeface="Arial"/>
                </a:defRPr>
              </a:lvl2pPr>
              <a:lvl3pPr algn="ctr">
                <a:defRPr sz="2170" b="1">
                  <a:solidFill>
                    <a:srgbClr val="000000"/>
                  </a:solidFill>
                  <a:latin typeface="Arial"/>
                  <a:ea typeface="Arial"/>
                  <a:cs typeface="Arial"/>
                </a:defRPr>
              </a:lvl3pPr>
              <a:lvl4pPr algn="ctr">
                <a:defRPr sz="2170" b="1">
                  <a:solidFill>
                    <a:srgbClr val="000000"/>
                  </a:solidFill>
                  <a:latin typeface="Arial"/>
                  <a:ea typeface="Arial"/>
                  <a:cs typeface="Arial"/>
                </a:defRPr>
              </a:lvl4pPr>
              <a:lvl5pPr algn="ctr">
                <a:defRPr sz="2170" b="1">
                  <a:solidFill>
                    <a:srgbClr val="000000"/>
                  </a:solidFill>
                  <a:latin typeface="Arial"/>
                  <a:ea typeface="Arial"/>
                  <a:cs typeface="Arial"/>
                </a:defRPr>
              </a:lvl5pPr>
              <a:lvl6pPr algn="ctr">
                <a:defRPr sz="2170" b="1">
                  <a:solidFill>
                    <a:srgbClr val="000000"/>
                  </a:solidFill>
                  <a:latin typeface="Arial"/>
                  <a:ea typeface="Arial"/>
                  <a:cs typeface="Arial"/>
                </a:defRPr>
              </a:lvl6pPr>
              <a:lvl7pPr algn="ctr">
                <a:defRPr sz="2170" b="1">
                  <a:solidFill>
                    <a:srgbClr val="000000"/>
                  </a:solidFill>
                  <a:latin typeface="Arial"/>
                  <a:ea typeface="Arial"/>
                  <a:cs typeface="Arial"/>
                </a:defRPr>
              </a:lvl7pPr>
              <a:lvl8pPr algn="ctr">
                <a:defRPr sz="2170" b="1">
                  <a:solidFill>
                    <a:srgbClr val="000000"/>
                  </a:solidFill>
                  <a:latin typeface="Arial"/>
                  <a:ea typeface="Arial"/>
                  <a:cs typeface="Arial"/>
                </a:defRPr>
              </a:lvl8pPr>
              <a:lvl9pPr algn="ctr">
                <a:defRPr sz="2170" b="1">
                  <a:solidFill>
                    <a:srgbClr val="000000"/>
                  </a:solidFill>
                  <a:latin typeface="Arial"/>
                  <a:ea typeface="Arial"/>
                  <a:cs typeface="Arial"/>
                </a:defRPr>
              </a:lvl9pPr>
            </a:lstStyle>
            <a:p>
              <a:pPr algn="ctr">
                <a:defRPr sz="2170" b="1">
                  <a:solidFill>
                    <a:srgbClr val="000000"/>
                  </a:solidFill>
                  <a:latin typeface="Arial"/>
                  <a:ea typeface="Arial"/>
                  <a:cs typeface="Arial"/>
                </a:defRPr>
              </a:pPr>
              <a:r>
                <a:rPr sz="2170" b="1">
                  <a:solidFill>
                    <a:srgbClr val="000000"/>
                  </a:solidFill>
                  <a:latin typeface="Arial"/>
                  <a:ea typeface="Arial"/>
                  <a:cs typeface="Arial"/>
                </a:rPr>
                <a:t>B</a:t>
              </a:r>
            </a:p>
          </p:txBody>
        </p:sp>
        <p:cxnSp>
          <p:nvCxnSpPr>
            <p:cNvPr id="41" name="exchange_B_correspondence">
              <a:extLst>
                <a:ext uri="{FF2B5EF4-FFF2-40B4-BE49-F238E27FC236}">
                  <ns2:creationId id="{C5EC7AB6-37EC-4D96-AF7F-AADA35519300}"/>
                </a:ext>
              </a:extLst>
            </p:cNvPr>
            <p:cNvCxnSpPr>
              <a:stCxn id="30" idx="2"/>
              <a:endCxn id="39" idx="0"/>
            </p:cNvCxnSpPr>
            <p:nvPr/>
          </p:nvCxnSpPr>
          <p:spPr>
            <a:xfrm>
              <a:off x="5270083" y="1269111"/>
              <a:ext cx="1415903" cy="769238"/>
            </a:xfrm>
            <a:prstGeom prst="straightConnector1">
              <a:avLst/>
            </a:prstGeom>
            <a:ln w="21203">
              <a:solidFill>
                <a:srgbClr val="D55E00"/>
              </a:solidFill>
              <a:tailEnd type="triangle" w="sm" len="sm"/>
            </a:ln>
          </p:spPr>
        </p:cxnSp>
        <p:cxnSp>
          <p:nvCxnSpPr>
            <p:cNvPr id="42" name="exchange_C_correspondence">
              <a:extLst>
                <a:ext uri="{FF2B5EF4-FFF2-40B4-BE49-F238E27FC236}">
                  <ns2:creationId id="{0F4146E7-DF19-416E-B583-C32C0EE37513}"/>
                </a:ext>
              </a:extLst>
            </p:cNvPr>
            <p:cNvCxnSpPr>
              <a:stCxn id="32" idx="2"/>
              <a:endCxn id="37" idx="0"/>
            </p:cNvCxnSpPr>
            <p:nvPr/>
          </p:nvCxnSpPr>
          <p:spPr>
            <a:xfrm flipH="1">
              <a:off x="5270083" y="1269111"/>
              <a:ext cx="1415903" cy="769238"/>
            </a:xfrm>
            <a:prstGeom prst="straightConnector1">
              <a:avLst/>
            </a:prstGeom>
            <a:ln w="21203">
              <a:solidFill>
                <a:srgbClr val="009E73"/>
              </a:solidFill>
              <a:tailEnd type="triangle" w="sm" len="sm"/>
            </a:ln>
          </p:spPr>
        </p:cxnSp>
        <p:sp>
          <p:nvSpPr>
            <p:cNvPr id="43" name="a_b_separator">
              <a:extLst>
                <a:ext uri="{FF2B5EF4-FFF2-40B4-BE49-F238E27FC236}">
                  <ns2:creationId id="{9EFDEB0C-EA06-439A-B4FC-0AE8A263FB95}"/>
                </a:ext>
              </a:extLst>
            </p:cNvPr>
            <p:cNvSpPr>
              <a:spLocks noGrp="1"/>
            </p:cNvSpPr>
            <p:nvPr/>
          </p:nvSpPr>
          <p:spPr>
            <a:xfrm rot="0" flipH="0" flipV="0">
              <a:off x="171450" y="2495550"/>
              <a:ext cx="8229600" cy="953"/>
            </a:xfrm>
            <a:custGeom>
              <a:pathLst>
                <a:path w="8229600" h="953">
                  <a:moveTo>
                    <a:pt x="0" y="0"/>
                  </a:moveTo>
                  <a:lnTo>
                    <a:pt x="8229600" y="953"/>
                  </a:lnTo>
                </a:path>
              </a:pathLst>
            </a:custGeom>
            <a:noFill/>
            <a:ln w="14136">
              <a:solidFill>
                <a:srgbClr val="DAE3E8"/>
              </a:solidFill>
              <a:prstDash val="solid"/>
            </a:ln>
          </p:spPr>
        </p:sp>
        <p:sp>
          <p:nvSpPr>
            <p:cNvPr id="44" name="B_title">
              <a:extLst>
                <a:ext uri="{FF2B5EF4-FFF2-40B4-BE49-F238E27FC236}">
                  <ns2:creationId id="{C24CCF3B-79B0-49D4-A7ED-D815071E9788}"/>
                </a:ext>
              </a:extLst>
            </p:cNvPr>
            <p:cNvSpPr>
              <a:spLocks noGrp="1"/>
            </p:cNvSpPr>
            <p:nvPr/>
          </p:nvSpPr>
          <p:spPr>
            <a:xfrm rot="0" flipH="0" flipV="0">
              <a:off x="171450" y="2628900"/>
              <a:ext cx="4038600" cy="323850"/>
            </a:xfrm>
            <a:prstGeom prst="rect">
              <a:avLst/>
            </a:prstGeom>
            <a:noFill/>
            <a:ln w="0">
              <a:noFill/>
            </a:ln>
          </p:spPr>
          <p:txBody>
            <a:bodyPr wrap="none" lIns="0" tIns="0" rIns="0" bIns="0" anchor="ctr">
              <a:noAutofit/>
            </a:bodyPr>
            <a:lstStyle>
              <a:defPPr algn="l">
                <a:defRPr sz="2254" b="1">
                  <a:solidFill>
                    <a:srgbClr val="000000"/>
                  </a:solidFill>
                  <a:latin typeface="Arial"/>
                  <a:ea typeface="Arial"/>
                  <a:cs typeface="Arial"/>
                </a:defRPr>
              </a:defPPr>
              <a:lvl1pPr algn="l">
                <a:defRPr sz="2254" b="1">
                  <a:solidFill>
                    <a:srgbClr val="000000"/>
                  </a:solidFill>
                  <a:latin typeface="Arial"/>
                  <a:ea typeface="Arial"/>
                  <a:cs typeface="Arial"/>
                </a:defRPr>
              </a:lvl1pPr>
              <a:lvl2pPr algn="l">
                <a:defRPr sz="2254" b="1">
                  <a:solidFill>
                    <a:srgbClr val="000000"/>
                  </a:solidFill>
                  <a:latin typeface="Arial"/>
                  <a:ea typeface="Arial"/>
                  <a:cs typeface="Arial"/>
                </a:defRPr>
              </a:lvl2pPr>
              <a:lvl3pPr algn="l">
                <a:defRPr sz="2254" b="1">
                  <a:solidFill>
                    <a:srgbClr val="000000"/>
                  </a:solidFill>
                  <a:latin typeface="Arial"/>
                  <a:ea typeface="Arial"/>
                  <a:cs typeface="Arial"/>
                </a:defRPr>
              </a:lvl3pPr>
              <a:lvl4pPr algn="l">
                <a:defRPr sz="2254" b="1">
                  <a:solidFill>
                    <a:srgbClr val="000000"/>
                  </a:solidFill>
                  <a:latin typeface="Arial"/>
                  <a:ea typeface="Arial"/>
                  <a:cs typeface="Arial"/>
                </a:defRPr>
              </a:lvl4pPr>
              <a:lvl5pPr algn="l">
                <a:defRPr sz="2254" b="1">
                  <a:solidFill>
                    <a:srgbClr val="000000"/>
                  </a:solidFill>
                  <a:latin typeface="Arial"/>
                  <a:ea typeface="Arial"/>
                  <a:cs typeface="Arial"/>
                </a:defRPr>
              </a:lvl5pPr>
              <a:lvl6pPr algn="l">
                <a:defRPr sz="2254" b="1">
                  <a:solidFill>
                    <a:srgbClr val="000000"/>
                  </a:solidFill>
                  <a:latin typeface="Arial"/>
                  <a:ea typeface="Arial"/>
                  <a:cs typeface="Arial"/>
                </a:defRPr>
              </a:lvl6pPr>
              <a:lvl7pPr algn="l">
                <a:defRPr sz="2254" b="1">
                  <a:solidFill>
                    <a:srgbClr val="000000"/>
                  </a:solidFill>
                  <a:latin typeface="Arial"/>
                  <a:ea typeface="Arial"/>
                  <a:cs typeface="Arial"/>
                </a:defRPr>
              </a:lvl7pPr>
              <a:lvl8pPr algn="l">
                <a:defRPr sz="2254" b="1">
                  <a:solidFill>
                    <a:srgbClr val="000000"/>
                  </a:solidFill>
                  <a:latin typeface="Arial"/>
                  <a:ea typeface="Arial"/>
                  <a:cs typeface="Arial"/>
                </a:defRPr>
              </a:lvl8pPr>
              <a:lvl9pPr algn="l">
                <a:defRPr sz="2254" b="1">
                  <a:solidFill>
                    <a:srgbClr val="000000"/>
                  </a:solidFill>
                  <a:latin typeface="Arial"/>
                  <a:ea typeface="Arial"/>
                  <a:cs typeface="Arial"/>
                </a:defRPr>
              </a:lvl9pPr>
            </a:lstStyle>
            <a:p>
              <a:pPr algn="l">
                <a:defRPr sz="2254" b="1">
                  <a:solidFill>
                    <a:srgbClr val="000000"/>
                  </a:solidFill>
                  <a:latin typeface="Arial"/>
                  <a:ea typeface="Arial"/>
                  <a:cs typeface="Arial"/>
                </a:defRPr>
              </a:pPr>
              <a:r>
                <a:rPr sz="2254" b="1">
                  <a:solidFill>
                    <a:srgbClr val="000000"/>
                  </a:solidFill>
                  <a:latin typeface="Arial"/>
                  <a:ea typeface="Arial"/>
                  <a:cs typeface="Arial"/>
                </a:rPr>
                <a:t>(b) LCA filling</a:t>
              </a:r>
            </a:p>
          </p:txBody>
        </p:sp>
        <p:sp>
          <p:nvSpPr>
            <p:cNvPr id="45" name="B_topology_label">
              <a:extLst>
                <a:ext uri="{FF2B5EF4-FFF2-40B4-BE49-F238E27FC236}">
                  <ns2:creationId id="{0003E3F6-179B-451C-8539-E400B98FE21D}"/>
                </a:ext>
              </a:extLst>
            </p:cNvPr>
            <p:cNvSpPr>
              <a:spLocks noGrp="1"/>
            </p:cNvSpPr>
            <p:nvPr/>
          </p:nvSpPr>
          <p:spPr>
            <a:xfrm rot="0" flipH="0" flipV="0">
              <a:off x="523875" y="3286125"/>
              <a:ext cx="1143000" cy="228600"/>
            </a:xfrm>
            <a:prstGeom prst="rect">
              <a:avLst/>
            </a:prstGeom>
            <a:noFill/>
            <a:ln w="0">
              <a:noFill/>
            </a:ln>
          </p:spPr>
          <p:txBody>
            <a:bodyPr wrap="none" lIns="0" tIns="0" rIns="0" bIns="0" anchor="ctr">
              <a:noAutofit/>
            </a:bodyPr>
            <a:lstStyle>
              <a:defPPr algn="l">
                <a:defRPr sz="1670" b="0">
                  <a:solidFill>
                    <a:srgbClr val="000000"/>
                  </a:solidFill>
                  <a:latin typeface="Arial"/>
                  <a:ea typeface="Arial"/>
                  <a:cs typeface="Arial"/>
                </a:defRPr>
              </a:defPPr>
              <a:lvl1pPr algn="r">
                <a:defRPr sz="1670" b="0">
                  <a:solidFill>
                    <a:srgbClr val="000000"/>
                  </a:solidFill>
                  <a:latin typeface="Arial"/>
                  <a:ea typeface="Arial"/>
                  <a:cs typeface="Arial"/>
                </a:defRPr>
              </a:lvl1pPr>
              <a:lvl2pPr algn="r">
                <a:defRPr sz="1670" b="0">
                  <a:solidFill>
                    <a:srgbClr val="000000"/>
                  </a:solidFill>
                  <a:latin typeface="Arial"/>
                  <a:ea typeface="Arial"/>
                  <a:cs typeface="Arial"/>
                </a:defRPr>
              </a:lvl2pPr>
              <a:lvl3pPr algn="r">
                <a:defRPr sz="1670" b="0">
                  <a:solidFill>
                    <a:srgbClr val="000000"/>
                  </a:solidFill>
                  <a:latin typeface="Arial"/>
                  <a:ea typeface="Arial"/>
                  <a:cs typeface="Arial"/>
                </a:defRPr>
              </a:lvl3pPr>
              <a:lvl4pPr algn="r">
                <a:defRPr sz="1670" b="0">
                  <a:solidFill>
                    <a:srgbClr val="000000"/>
                  </a:solidFill>
                  <a:latin typeface="Arial"/>
                  <a:ea typeface="Arial"/>
                  <a:cs typeface="Arial"/>
                </a:defRPr>
              </a:lvl4pPr>
              <a:lvl5pPr algn="r">
                <a:defRPr sz="1670" b="0">
                  <a:solidFill>
                    <a:srgbClr val="000000"/>
                  </a:solidFill>
                  <a:latin typeface="Arial"/>
                  <a:ea typeface="Arial"/>
                  <a:cs typeface="Arial"/>
                </a:defRPr>
              </a:lvl5pPr>
              <a:lvl6pPr algn="r">
                <a:defRPr sz="1670" b="0">
                  <a:solidFill>
                    <a:srgbClr val="000000"/>
                  </a:solidFill>
                  <a:latin typeface="Arial"/>
                  <a:ea typeface="Arial"/>
                  <a:cs typeface="Arial"/>
                </a:defRPr>
              </a:lvl6pPr>
              <a:lvl7pPr algn="r">
                <a:defRPr sz="1670" b="0">
                  <a:solidFill>
                    <a:srgbClr val="000000"/>
                  </a:solidFill>
                  <a:latin typeface="Arial"/>
                  <a:ea typeface="Arial"/>
                  <a:cs typeface="Arial"/>
                </a:defRPr>
              </a:lvl7pPr>
              <a:lvl8pPr algn="r">
                <a:defRPr sz="1670" b="0">
                  <a:solidFill>
                    <a:srgbClr val="000000"/>
                  </a:solidFill>
                  <a:latin typeface="Arial"/>
                  <a:ea typeface="Arial"/>
                  <a:cs typeface="Arial"/>
                </a:defRPr>
              </a:lvl8pPr>
              <a:lvl9pPr algn="r">
                <a:defRPr sz="1670" b="0">
                  <a:solidFill>
                    <a:srgbClr val="000000"/>
                  </a:solidFill>
                  <a:latin typeface="Arial"/>
                  <a:ea typeface="Arial"/>
                  <a:cs typeface="Arial"/>
                </a:defRPr>
              </a:lvl9pPr>
            </a:lstStyle>
            <a:p>
              <a:pPr algn="l">
                <a:defRPr sz="1670" b="0">
                  <a:solidFill>
                    <a:srgbClr val="000000"/>
                  </a:solidFill>
                  <a:latin typeface="Arial"/>
                  <a:ea typeface="Arial"/>
                  <a:cs typeface="Arial"/>
                </a:defRPr>
              </a:pPr>
              <a:r>
                <a:rPr sz="1670" b="0">
                  <a:solidFill>
                    <a:srgbClr val="000000"/>
                  </a:solidFill>
                  <a:latin typeface="Arial"/>
                  <a:ea typeface="Arial"/>
                  <a:cs typeface="Arial"/>
                </a:rPr>
                <a:t>A–C–B</a:t>
              </a:r>
            </a:p>
          </p:txBody>
        </p:sp>
        <p:sp>
          <p:nvSpPr>
            <p:cNvPr id="46" name="B_s₁_level">
              <a:extLst>
                <a:ext uri="{FF2B5EF4-FFF2-40B4-BE49-F238E27FC236}">
                  <ns2:creationId id="{ADEB72BE-275A-4C9B-AAB9-5B12F3A3E46A}"/>
                </a:ext>
              </a:extLst>
            </p:cNvPr>
            <p:cNvSpPr>
              <a:spLocks noGrp="1"/>
            </p:cNvSpPr>
            <p:nvPr/>
          </p:nvSpPr>
          <p:spPr>
            <a:xfrm rot="0" flipH="0" flipV="0">
              <a:off x="523875" y="4319732"/>
              <a:ext cx="3454210" cy="95"/>
            </a:xfrm>
            <a:custGeom>
              <a:pathLst>
                <a:path w="3454210" h="95">
                  <a:moveTo>
                    <a:pt x="0" y="0"/>
                  </a:moveTo>
                  <a:lnTo>
                    <a:pt x="3454210" y="95"/>
                  </a:lnTo>
                </a:path>
              </a:pathLst>
            </a:custGeom>
            <a:noFill/>
            <a:ln w="11662">
              <a:solidFill>
                <a:srgbClr val="7B8790"/>
              </a:solidFill>
              <a:prstDash val="dash"/>
            </a:ln>
          </p:spPr>
        </p:sp>
        <p:sp>
          <p:nvSpPr>
            <p:cNvPr id="47" name="B_s₁_label">
              <a:extLst>
                <a:ext uri="{FF2B5EF4-FFF2-40B4-BE49-F238E27FC236}">
                  <ns2:creationId id="{7FD3BE84-9936-4532-8448-38F9A65A8731}"/>
                </a:ext>
              </a:extLst>
            </p:cNvPr>
            <p:cNvSpPr>
              <a:spLocks noGrp="1"/>
            </p:cNvSpPr>
            <p:nvPr/>
          </p:nvSpPr>
          <p:spPr>
            <a:xfrm rot="0" flipH="0" flipV="0">
              <a:off x="4010025" y="4206846"/>
              <a:ext cx="304800" cy="276225"/>
            </a:xfrm>
            <a:prstGeom prst="rect">
              <a:avLst/>
            </a:prstGeom>
            <a:noFill/>
            <a:ln w="0">
              <a:noFill/>
            </a:ln>
          </p:spPr>
          <p:txBody>
            <a:bodyPr wrap="none" lIns="0" tIns="0" rIns="0" bIns="0" anchor="ctr">
              <a:noAutofit/>
            </a:bodyPr>
            <a:lstStyle>
              <a:defPPr algn="l">
                <a:defRPr sz="2003" b="0">
                  <a:solidFill>
                    <a:srgbClr val="000000"/>
                  </a:solidFill>
                  <a:latin typeface="Arial"/>
                  <a:ea typeface="Arial"/>
                  <a:cs typeface="Arial"/>
                </a:defRPr>
              </a:defPPr>
              <a:lvl1pPr algn="l">
                <a:defRPr sz="2003" b="0">
                  <a:solidFill>
                    <a:srgbClr val="000000"/>
                  </a:solidFill>
                  <a:latin typeface="Arial"/>
                  <a:ea typeface="Arial"/>
                  <a:cs typeface="Arial"/>
                </a:defRPr>
              </a:lvl1pPr>
              <a:lvl2pPr algn="l">
                <a:defRPr sz="2003" b="0">
                  <a:solidFill>
                    <a:srgbClr val="000000"/>
                  </a:solidFill>
                  <a:latin typeface="Arial"/>
                  <a:ea typeface="Arial"/>
                  <a:cs typeface="Arial"/>
                </a:defRPr>
              </a:lvl2pPr>
              <a:lvl3pPr algn="l">
                <a:defRPr sz="2003" b="0">
                  <a:solidFill>
                    <a:srgbClr val="000000"/>
                  </a:solidFill>
                  <a:latin typeface="Arial"/>
                  <a:ea typeface="Arial"/>
                  <a:cs typeface="Arial"/>
                </a:defRPr>
              </a:lvl3pPr>
              <a:lvl4pPr algn="l">
                <a:defRPr sz="2003" b="0">
                  <a:solidFill>
                    <a:srgbClr val="000000"/>
                  </a:solidFill>
                  <a:latin typeface="Arial"/>
                  <a:ea typeface="Arial"/>
                  <a:cs typeface="Arial"/>
                </a:defRPr>
              </a:lvl4pPr>
              <a:lvl5pPr algn="l">
                <a:defRPr sz="2003" b="0">
                  <a:solidFill>
                    <a:srgbClr val="000000"/>
                  </a:solidFill>
                  <a:latin typeface="Arial"/>
                  <a:ea typeface="Arial"/>
                  <a:cs typeface="Arial"/>
                </a:defRPr>
              </a:lvl5pPr>
              <a:lvl6pPr algn="l">
                <a:defRPr sz="2003" b="0">
                  <a:solidFill>
                    <a:srgbClr val="000000"/>
                  </a:solidFill>
                  <a:latin typeface="Arial"/>
                  <a:ea typeface="Arial"/>
                  <a:cs typeface="Arial"/>
                </a:defRPr>
              </a:lvl6pPr>
              <a:lvl7pPr algn="l">
                <a:defRPr sz="2003" b="0">
                  <a:solidFill>
                    <a:srgbClr val="000000"/>
                  </a:solidFill>
                  <a:latin typeface="Arial"/>
                  <a:ea typeface="Arial"/>
                  <a:cs typeface="Arial"/>
                </a:defRPr>
              </a:lvl7pPr>
              <a:lvl8pPr algn="l">
                <a:defRPr sz="2003" b="0">
                  <a:solidFill>
                    <a:srgbClr val="000000"/>
                  </a:solidFill>
                  <a:latin typeface="Arial"/>
                  <a:ea typeface="Arial"/>
                  <a:cs typeface="Arial"/>
                </a:defRPr>
              </a:lvl8pPr>
              <a:lvl9pPr algn="l">
                <a:defRPr sz="2003" b="0">
                  <a:solidFill>
                    <a:srgbClr val="000000"/>
                  </a:solidFill>
                  <a:latin typeface="Arial"/>
                  <a:ea typeface="Arial"/>
                  <a:cs typeface="Arial"/>
                </a:defRPr>
              </a:lvl9pPr>
            </a:lstStyle>
            <a:p>
              <a:pPr algn="l">
                <a:defRPr sz="2003" b="0">
                  <a:solidFill>
                    <a:srgbClr val="000000"/>
                  </a:solidFill>
                  <a:latin typeface="Arial"/>
                  <a:ea typeface="Arial"/>
                  <a:cs typeface="Arial"/>
                </a:defRPr>
              </a:pPr>
              <a:r>
                <a:rPr sz="2003" b="0">
                  <a:solidFill>
                    <a:srgbClr val="000000"/>
                  </a:solidFill>
                  <a:latin typeface="Arial"/>
                  <a:ea typeface="Arial"/>
                  <a:cs typeface="Arial"/>
                </a:rPr>
                <a:t>s</a:t>
              </a:r>
              <a:r>
                <a:rPr sz="1443" b="0" baseline="-25000">
                  <a:solidFill>
                    <a:srgbClr val="000000"/>
                  </a:solidFill>
                  <a:latin typeface="Arial"/>
                  <a:ea typeface="Arial"/>
                  <a:cs typeface="Arial"/>
                </a:rPr>
                <a:t>1</a:t>
              </a:r>
            </a:p>
          </p:txBody>
        </p:sp>
        <p:sp>
          <p:nvSpPr>
            <p:cNvPr id="48" name="B_s₂_level">
              <a:extLst>
                <a:ext uri="{FF2B5EF4-FFF2-40B4-BE49-F238E27FC236}">
                  <ns2:creationId id="{D67679C6-62B5-4FBF-83F9-4F1ABE29E05C}"/>
                </a:ext>
              </a:extLst>
            </p:cNvPr>
            <p:cNvSpPr>
              <a:spLocks noGrp="1"/>
            </p:cNvSpPr>
            <p:nvPr/>
          </p:nvSpPr>
          <p:spPr>
            <a:xfrm rot="0" flipH="0" flipV="0">
              <a:off x="523875" y="3872947"/>
              <a:ext cx="3454210" cy="95"/>
            </a:xfrm>
            <a:custGeom>
              <a:pathLst>
                <a:path w="3454210" h="95">
                  <a:moveTo>
                    <a:pt x="0" y="0"/>
                  </a:moveTo>
                  <a:lnTo>
                    <a:pt x="3454210" y="95"/>
                  </a:lnTo>
                </a:path>
              </a:pathLst>
            </a:custGeom>
            <a:noFill/>
            <a:ln w="11662">
              <a:solidFill>
                <a:srgbClr val="7B8790"/>
              </a:solidFill>
              <a:prstDash val="dash"/>
            </a:ln>
          </p:spPr>
        </p:sp>
        <p:sp>
          <p:nvSpPr>
            <p:cNvPr id="49" name="B_s₂_label">
              <a:extLst>
                <a:ext uri="{FF2B5EF4-FFF2-40B4-BE49-F238E27FC236}">
                  <ns2:creationId id="{1DDD2B55-09D1-4BBF-BE52-A40EA8BE3F89}"/>
                </a:ext>
              </a:extLst>
            </p:cNvPr>
            <p:cNvSpPr>
              <a:spLocks noGrp="1"/>
            </p:cNvSpPr>
            <p:nvPr/>
          </p:nvSpPr>
          <p:spPr>
            <a:xfrm rot="0" flipH="0" flipV="0">
              <a:off x="4010025" y="3760061"/>
              <a:ext cx="304800" cy="276225"/>
            </a:xfrm>
            <a:prstGeom prst="rect">
              <a:avLst/>
            </a:prstGeom>
            <a:noFill/>
            <a:ln w="0">
              <a:noFill/>
            </a:ln>
          </p:spPr>
          <p:txBody>
            <a:bodyPr wrap="none" lIns="0" tIns="0" rIns="0" bIns="0" anchor="ctr">
              <a:noAutofit/>
            </a:bodyPr>
            <a:lstStyle>
              <a:defPPr algn="l">
                <a:defRPr sz="2003" b="0">
                  <a:solidFill>
                    <a:srgbClr val="000000"/>
                  </a:solidFill>
                  <a:latin typeface="Arial"/>
                  <a:ea typeface="Arial"/>
                  <a:cs typeface="Arial"/>
                </a:defRPr>
              </a:defPPr>
              <a:lvl1pPr algn="l">
                <a:defRPr sz="2003" b="0">
                  <a:solidFill>
                    <a:srgbClr val="000000"/>
                  </a:solidFill>
                  <a:latin typeface="Arial"/>
                  <a:ea typeface="Arial"/>
                  <a:cs typeface="Arial"/>
                </a:defRPr>
              </a:lvl1pPr>
              <a:lvl2pPr algn="l">
                <a:defRPr sz="2003" b="0">
                  <a:solidFill>
                    <a:srgbClr val="000000"/>
                  </a:solidFill>
                  <a:latin typeface="Arial"/>
                  <a:ea typeface="Arial"/>
                  <a:cs typeface="Arial"/>
                </a:defRPr>
              </a:lvl2pPr>
              <a:lvl3pPr algn="l">
                <a:defRPr sz="2003" b="0">
                  <a:solidFill>
                    <a:srgbClr val="000000"/>
                  </a:solidFill>
                  <a:latin typeface="Arial"/>
                  <a:ea typeface="Arial"/>
                  <a:cs typeface="Arial"/>
                </a:defRPr>
              </a:lvl3pPr>
              <a:lvl4pPr algn="l">
                <a:defRPr sz="2003" b="0">
                  <a:solidFill>
                    <a:srgbClr val="000000"/>
                  </a:solidFill>
                  <a:latin typeface="Arial"/>
                  <a:ea typeface="Arial"/>
                  <a:cs typeface="Arial"/>
                </a:defRPr>
              </a:lvl4pPr>
              <a:lvl5pPr algn="l">
                <a:defRPr sz="2003" b="0">
                  <a:solidFill>
                    <a:srgbClr val="000000"/>
                  </a:solidFill>
                  <a:latin typeface="Arial"/>
                  <a:ea typeface="Arial"/>
                  <a:cs typeface="Arial"/>
                </a:defRPr>
              </a:lvl5pPr>
              <a:lvl6pPr algn="l">
                <a:defRPr sz="2003" b="0">
                  <a:solidFill>
                    <a:srgbClr val="000000"/>
                  </a:solidFill>
                  <a:latin typeface="Arial"/>
                  <a:ea typeface="Arial"/>
                  <a:cs typeface="Arial"/>
                </a:defRPr>
              </a:lvl6pPr>
              <a:lvl7pPr algn="l">
                <a:defRPr sz="2003" b="0">
                  <a:solidFill>
                    <a:srgbClr val="000000"/>
                  </a:solidFill>
                  <a:latin typeface="Arial"/>
                  <a:ea typeface="Arial"/>
                  <a:cs typeface="Arial"/>
                </a:defRPr>
              </a:lvl7pPr>
              <a:lvl8pPr algn="l">
                <a:defRPr sz="2003" b="0">
                  <a:solidFill>
                    <a:srgbClr val="000000"/>
                  </a:solidFill>
                  <a:latin typeface="Arial"/>
                  <a:ea typeface="Arial"/>
                  <a:cs typeface="Arial"/>
                </a:defRPr>
              </a:lvl8pPr>
              <a:lvl9pPr algn="l">
                <a:defRPr sz="2003" b="0">
                  <a:solidFill>
                    <a:srgbClr val="000000"/>
                  </a:solidFill>
                  <a:latin typeface="Arial"/>
                  <a:ea typeface="Arial"/>
                  <a:cs typeface="Arial"/>
                </a:defRPr>
              </a:lvl9pPr>
            </a:lstStyle>
            <a:p>
              <a:pPr algn="l">
                <a:defRPr sz="2003" b="0">
                  <a:solidFill>
                    <a:srgbClr val="000000"/>
                  </a:solidFill>
                  <a:latin typeface="Arial"/>
                  <a:ea typeface="Arial"/>
                  <a:cs typeface="Arial"/>
                </a:defRPr>
              </a:pPr>
              <a:r>
                <a:rPr sz="2003" b="0">
                  <a:solidFill>
                    <a:srgbClr val="000000"/>
                  </a:solidFill>
                  <a:latin typeface="Arial"/>
                  <a:ea typeface="Arial"/>
                  <a:cs typeface="Arial"/>
                </a:rPr>
                <a:t>s</a:t>
              </a:r>
              <a:r>
                <a:rPr sz="1443" b="0" baseline="-25000">
                  <a:solidFill>
                    <a:srgbClr val="000000"/>
                  </a:solidFill>
                  <a:latin typeface="Arial"/>
                  <a:ea typeface="Arial"/>
                  <a:cs typeface="Arial"/>
                </a:rPr>
                <a:t>2</a:t>
              </a:r>
            </a:p>
          </p:txBody>
        </p:sp>
        <p:sp>
          <p:nvSpPr>
            <p:cNvPr id="50" name="B_y_axis">
              <a:extLst>
                <a:ext uri="{FF2B5EF4-FFF2-40B4-BE49-F238E27FC236}">
                  <ns2:creationId id="{EFE46021-191C-4596-B149-DA400AA55F05}"/>
                </a:ext>
              </a:extLst>
            </p:cNvPr>
            <p:cNvSpPr>
              <a:spLocks noGrp="1"/>
            </p:cNvSpPr>
            <p:nvPr/>
          </p:nvSpPr>
          <p:spPr>
            <a:xfrm rot="0" flipH="0" flipV="0">
              <a:off x="523875" y="3667125"/>
              <a:ext cx="95" cy="1104412"/>
            </a:xfrm>
            <a:custGeom>
              <a:pathLst>
                <a:path w="95" h="1104412">
                  <a:moveTo>
                    <a:pt x="0" y="0"/>
                  </a:moveTo>
                  <a:lnTo>
                    <a:pt x="95" y="1104412"/>
                  </a:lnTo>
                </a:path>
              </a:pathLst>
            </a:custGeom>
            <a:noFill/>
            <a:ln w="11662">
              <a:solidFill>
                <a:srgbClr val="263238"/>
              </a:solidFill>
              <a:prstDash val="solid"/>
            </a:ln>
          </p:spPr>
        </p:sp>
        <p:sp>
          <p:nvSpPr>
            <p:cNvPr id="51" name="B_x_axis">
              <a:extLst>
                <a:ext uri="{FF2B5EF4-FFF2-40B4-BE49-F238E27FC236}">
                  <ns2:creationId id="{29379651-AE8F-4E49-9730-3F9DC5F5EB88}"/>
                </a:ext>
              </a:extLst>
            </p:cNvPr>
            <p:cNvSpPr>
              <a:spLocks noGrp="1"/>
            </p:cNvSpPr>
            <p:nvPr/>
          </p:nvSpPr>
          <p:spPr>
            <a:xfrm rot="0" flipH="0" flipV="0">
              <a:off x="523875" y="4766517"/>
              <a:ext cx="3458407" cy="95"/>
            </a:xfrm>
            <a:custGeom>
              <a:pathLst>
                <a:path w="3458407" h="95">
                  <a:moveTo>
                    <a:pt x="0" y="0"/>
                  </a:moveTo>
                  <a:lnTo>
                    <a:pt x="3458407" y="95"/>
                  </a:lnTo>
                </a:path>
              </a:pathLst>
            </a:custGeom>
            <a:noFill/>
            <a:ln w="11662">
              <a:solidFill>
                <a:srgbClr val="263238"/>
              </a:solidFill>
              <a:prstDash val="solid"/>
            </a:ln>
          </p:spPr>
        </p:sp>
        <p:sp>
          <p:nvSpPr>
            <p:cNvPr id="52" name="B_f">
              <a:extLst>
                <a:ext uri="{FF2B5EF4-FFF2-40B4-BE49-F238E27FC236}">
                  <ns2:creationId id="{5695CB72-F748-466D-80AF-7C5263F8062F}"/>
                </a:ext>
              </a:extLst>
            </p:cNvPr>
            <p:cNvSpPr>
              <a:spLocks noGrp="1"/>
            </p:cNvSpPr>
            <p:nvPr/>
          </p:nvSpPr>
          <p:spPr>
            <a:xfrm rot="0" flipH="0" flipV="0">
              <a:off x="323850" y="3543300"/>
              <a:ext cx="238125" cy="276225"/>
            </a:xfrm>
            <a:prstGeom prst="rect">
              <a:avLst/>
            </a:prstGeom>
            <a:noFill/>
            <a:ln w="0">
              <a:noFill/>
            </a:ln>
          </p:spPr>
          <p:txBody>
            <a:bodyPr wrap="none" lIns="0" tIns="0" rIns="0" bIns="0" anchor="ctr">
              <a:noAutofit/>
            </a:bodyPr>
            <a:lstStyle>
              <a:defPPr algn="l">
                <a:defRPr sz="1920" b="0">
                  <a:solidFill>
                    <a:srgbClr val="000000"/>
                  </a:solidFill>
                  <a:latin typeface="Arial"/>
                  <a:ea typeface="Arial"/>
                  <a:cs typeface="Arial"/>
                </a:defRPr>
              </a:defPPr>
              <a:lvl1pPr algn="l">
                <a:defRPr sz="1920" b="0">
                  <a:solidFill>
                    <a:srgbClr val="000000"/>
                  </a:solidFill>
                  <a:latin typeface="Arial"/>
                  <a:ea typeface="Arial"/>
                  <a:cs typeface="Arial"/>
                </a:defRPr>
              </a:lvl1pPr>
              <a:lvl2pPr algn="l">
                <a:defRPr sz="1920" b="0">
                  <a:solidFill>
                    <a:srgbClr val="000000"/>
                  </a:solidFill>
                  <a:latin typeface="Arial"/>
                  <a:ea typeface="Arial"/>
                  <a:cs typeface="Arial"/>
                </a:defRPr>
              </a:lvl2pPr>
              <a:lvl3pPr algn="l">
                <a:defRPr sz="1920" b="0">
                  <a:solidFill>
                    <a:srgbClr val="000000"/>
                  </a:solidFill>
                  <a:latin typeface="Arial"/>
                  <a:ea typeface="Arial"/>
                  <a:cs typeface="Arial"/>
                </a:defRPr>
              </a:lvl3pPr>
              <a:lvl4pPr algn="l">
                <a:defRPr sz="1920" b="0">
                  <a:solidFill>
                    <a:srgbClr val="000000"/>
                  </a:solidFill>
                  <a:latin typeface="Arial"/>
                  <a:ea typeface="Arial"/>
                  <a:cs typeface="Arial"/>
                </a:defRPr>
              </a:lvl4pPr>
              <a:lvl5pPr algn="l">
                <a:defRPr sz="1920" b="0">
                  <a:solidFill>
                    <a:srgbClr val="000000"/>
                  </a:solidFill>
                  <a:latin typeface="Arial"/>
                  <a:ea typeface="Arial"/>
                  <a:cs typeface="Arial"/>
                </a:defRPr>
              </a:lvl5pPr>
              <a:lvl6pPr algn="l">
                <a:defRPr sz="1920" b="0">
                  <a:solidFill>
                    <a:srgbClr val="000000"/>
                  </a:solidFill>
                  <a:latin typeface="Arial"/>
                  <a:ea typeface="Arial"/>
                  <a:cs typeface="Arial"/>
                </a:defRPr>
              </a:lvl6pPr>
              <a:lvl7pPr algn="l">
                <a:defRPr sz="1920" b="0">
                  <a:solidFill>
                    <a:srgbClr val="000000"/>
                  </a:solidFill>
                  <a:latin typeface="Arial"/>
                  <a:ea typeface="Arial"/>
                  <a:cs typeface="Arial"/>
                </a:defRPr>
              </a:lvl7pPr>
              <a:lvl8pPr algn="l">
                <a:defRPr sz="1920" b="0">
                  <a:solidFill>
                    <a:srgbClr val="000000"/>
                  </a:solidFill>
                  <a:latin typeface="Arial"/>
                  <a:ea typeface="Arial"/>
                  <a:cs typeface="Arial"/>
                </a:defRPr>
              </a:lvl8pPr>
              <a:lvl9pPr algn="l">
                <a:defRPr sz="1920" b="0">
                  <a:solidFill>
                    <a:srgbClr val="000000"/>
                  </a:solidFill>
                  <a:latin typeface="Arial"/>
                  <a:ea typeface="Arial"/>
                  <a:cs typeface="Arial"/>
                </a:defRPr>
              </a:lvl9pPr>
            </a:lstStyle>
            <a:p>
              <a:pPr algn="l">
                <a:defRPr sz="1920" b="0">
                  <a:solidFill>
                    <a:srgbClr val="000000"/>
                  </a:solidFill>
                  <a:latin typeface="Arial"/>
                  <a:ea typeface="Arial"/>
                  <a:cs typeface="Arial"/>
                </a:defRPr>
              </a:pPr>
              <a:r>
                <a:rPr sz="1920" b="0">
                  <a:solidFill>
                    <a:srgbClr val="000000"/>
                  </a:solidFill>
                  <a:latin typeface="Arial"/>
                  <a:ea typeface="Arial"/>
                  <a:cs typeface="Arial"/>
                </a:rPr>
                <a:t>f</a:t>
              </a:r>
            </a:p>
          </p:txBody>
        </p:sp>
        <p:sp>
          <p:nvSpPr>
            <p:cNvPr id="53" name="B_u">
              <a:extLst>
                <a:ext uri="{FF2B5EF4-FFF2-40B4-BE49-F238E27FC236}">
                  <ns2:creationId id="{943429F1-3F34-4F26-AD5B-A346C840493A}"/>
                </a:ext>
              </a:extLst>
            </p:cNvPr>
            <p:cNvSpPr>
              <a:spLocks noGrp="1"/>
            </p:cNvSpPr>
            <p:nvPr/>
          </p:nvSpPr>
          <p:spPr>
            <a:xfrm rot="0" flipH="0" flipV="0">
              <a:off x="4048125" y="4657725"/>
              <a:ext cx="238125" cy="276225"/>
            </a:xfrm>
            <a:prstGeom prst="rect">
              <a:avLst/>
            </a:prstGeom>
            <a:noFill/>
            <a:ln w="0">
              <a:noFill/>
            </a:ln>
          </p:spPr>
          <p:txBody>
            <a:bodyPr wrap="none" lIns="0" tIns="0" rIns="0" bIns="0" anchor="ctr">
              <a:noAutofit/>
            </a:bodyPr>
            <a:lstStyle>
              <a:defPPr algn="l">
                <a:defRPr sz="1920" b="0">
                  <a:solidFill>
                    <a:srgbClr val="000000"/>
                  </a:solidFill>
                  <a:latin typeface="Arial"/>
                  <a:ea typeface="Arial"/>
                  <a:cs typeface="Arial"/>
                </a:defRPr>
              </a:defPPr>
              <a:lvl1pPr algn="l">
                <a:defRPr sz="1920" b="0">
                  <a:solidFill>
                    <a:srgbClr val="000000"/>
                  </a:solidFill>
                  <a:latin typeface="Arial"/>
                  <a:ea typeface="Arial"/>
                  <a:cs typeface="Arial"/>
                </a:defRPr>
              </a:lvl1pPr>
              <a:lvl2pPr algn="l">
                <a:defRPr sz="1920" b="0">
                  <a:solidFill>
                    <a:srgbClr val="000000"/>
                  </a:solidFill>
                  <a:latin typeface="Arial"/>
                  <a:ea typeface="Arial"/>
                  <a:cs typeface="Arial"/>
                </a:defRPr>
              </a:lvl2pPr>
              <a:lvl3pPr algn="l">
                <a:defRPr sz="1920" b="0">
                  <a:solidFill>
                    <a:srgbClr val="000000"/>
                  </a:solidFill>
                  <a:latin typeface="Arial"/>
                  <a:ea typeface="Arial"/>
                  <a:cs typeface="Arial"/>
                </a:defRPr>
              </a:lvl3pPr>
              <a:lvl4pPr algn="l">
                <a:defRPr sz="1920" b="0">
                  <a:solidFill>
                    <a:srgbClr val="000000"/>
                  </a:solidFill>
                  <a:latin typeface="Arial"/>
                  <a:ea typeface="Arial"/>
                  <a:cs typeface="Arial"/>
                </a:defRPr>
              </a:lvl4pPr>
              <a:lvl5pPr algn="l">
                <a:defRPr sz="1920" b="0">
                  <a:solidFill>
                    <a:srgbClr val="000000"/>
                  </a:solidFill>
                  <a:latin typeface="Arial"/>
                  <a:ea typeface="Arial"/>
                  <a:cs typeface="Arial"/>
                </a:defRPr>
              </a:lvl5pPr>
              <a:lvl6pPr algn="l">
                <a:defRPr sz="1920" b="0">
                  <a:solidFill>
                    <a:srgbClr val="000000"/>
                  </a:solidFill>
                  <a:latin typeface="Arial"/>
                  <a:ea typeface="Arial"/>
                  <a:cs typeface="Arial"/>
                </a:defRPr>
              </a:lvl6pPr>
              <a:lvl7pPr algn="l">
                <a:defRPr sz="1920" b="0">
                  <a:solidFill>
                    <a:srgbClr val="000000"/>
                  </a:solidFill>
                  <a:latin typeface="Arial"/>
                  <a:ea typeface="Arial"/>
                  <a:cs typeface="Arial"/>
                </a:defRPr>
              </a:lvl7pPr>
              <a:lvl8pPr algn="l">
                <a:defRPr sz="1920" b="0">
                  <a:solidFill>
                    <a:srgbClr val="000000"/>
                  </a:solidFill>
                  <a:latin typeface="Arial"/>
                  <a:ea typeface="Arial"/>
                  <a:cs typeface="Arial"/>
                </a:defRPr>
              </a:lvl8pPr>
              <a:lvl9pPr algn="l">
                <a:defRPr sz="1920" b="0">
                  <a:solidFill>
                    <a:srgbClr val="000000"/>
                  </a:solidFill>
                  <a:latin typeface="Arial"/>
                  <a:ea typeface="Arial"/>
                  <a:cs typeface="Arial"/>
                </a:defRPr>
              </a:lvl9pPr>
            </a:lstStyle>
            <a:p>
              <a:pPr algn="l">
                <a:defRPr sz="1920" b="0">
                  <a:solidFill>
                    <a:srgbClr val="000000"/>
                  </a:solidFill>
                  <a:latin typeface="Arial"/>
                  <a:ea typeface="Arial"/>
                  <a:cs typeface="Arial"/>
                </a:defRPr>
              </a:pPr>
              <a:r>
                <a:rPr sz="1920" b="0">
                  <a:solidFill>
                    <a:srgbClr val="000000"/>
                  </a:solidFill>
                  <a:latin typeface="Arial"/>
                  <a:ea typeface="Arial"/>
                  <a:cs typeface="Arial"/>
                </a:rPr>
                <a:t>u</a:t>
              </a:r>
            </a:p>
          </p:txBody>
        </p:sp>
        <p:sp>
          <p:nvSpPr>
            <p:cNvPr id="54" name="B_P_res_true_profile">
              <a:extLst>
                <a:ext uri="{FF2B5EF4-FFF2-40B4-BE49-F238E27FC236}">
                  <ns2:creationId id="{FE4842DF-9938-4CD5-B8E0-529A1D448F1A}"/>
                </a:ext>
              </a:extLst>
            </p:cNvPr>
            <p:cNvSpPr>
              <a:spLocks noGrp="1"/>
            </p:cNvSpPr>
            <p:nvPr/>
          </p:nvSpPr>
          <p:spPr>
            <a:xfrm rot="0" flipH="0" flipV="0">
              <a:off x="523875" y="3716572"/>
              <a:ext cx="3454210" cy="1049945"/>
            </a:xfrm>
            <a:custGeom>
              <a:pathLst>
                <a:path w="6772960" h="1721221">
                  <a:moveTo>
                    <a:pt x="0" y="0"/>
                  </a:moveTo>
                  <a:lnTo>
                    <a:pt x="52597" y="8016"/>
                  </a:lnTo>
                  <a:lnTo>
                    <a:pt x="105195" y="31914"/>
                  </a:lnTo>
                  <a:lnTo>
                    <a:pt x="157793" y="71249"/>
                  </a:lnTo>
                  <a:lnTo>
                    <a:pt x="210391" y="125289"/>
                  </a:lnTo>
                  <a:lnTo>
                    <a:pt x="262989" y="193026"/>
                  </a:lnTo>
                  <a:lnTo>
                    <a:pt x="315587" y="273198"/>
                  </a:lnTo>
                  <a:lnTo>
                    <a:pt x="368185" y="364314"/>
                  </a:lnTo>
                  <a:lnTo>
                    <a:pt x="420783" y="464674"/>
                  </a:lnTo>
                  <a:lnTo>
                    <a:pt x="473381" y="572410"/>
                  </a:lnTo>
                  <a:lnTo>
                    <a:pt x="525978" y="685514"/>
                  </a:lnTo>
                  <a:lnTo>
                    <a:pt x="578576" y="801881"/>
                  </a:lnTo>
                  <a:lnTo>
                    <a:pt x="631174" y="919341"/>
                  </a:lnTo>
                  <a:lnTo>
                    <a:pt x="683772" y="1035707"/>
                  </a:lnTo>
                  <a:lnTo>
                    <a:pt x="736370" y="1148812"/>
                  </a:lnTo>
                  <a:lnTo>
                    <a:pt x="788968" y="1256548"/>
                  </a:lnTo>
                  <a:lnTo>
                    <a:pt x="841566" y="1356908"/>
                  </a:lnTo>
                  <a:lnTo>
                    <a:pt x="894164" y="1448023"/>
                  </a:lnTo>
                  <a:lnTo>
                    <a:pt x="946761" y="1528196"/>
                  </a:lnTo>
                  <a:lnTo>
                    <a:pt x="999359" y="1595933"/>
                  </a:lnTo>
                  <a:lnTo>
                    <a:pt x="1051957" y="1649972"/>
                  </a:lnTo>
                  <a:lnTo>
                    <a:pt x="1104555" y="1689307"/>
                  </a:lnTo>
                  <a:lnTo>
                    <a:pt x="1157153" y="1713205"/>
                  </a:lnTo>
                  <a:lnTo>
                    <a:pt x="1209751" y="1721221"/>
                  </a:lnTo>
                  <a:lnTo>
                    <a:pt x="1260560" y="1717810"/>
                  </a:lnTo>
                  <a:lnTo>
                    <a:pt x="1311368" y="1707641"/>
                  </a:lnTo>
                  <a:lnTo>
                    <a:pt x="1362177" y="1690903"/>
                  </a:lnTo>
                  <a:lnTo>
                    <a:pt x="1412986" y="1667907"/>
                  </a:lnTo>
                  <a:lnTo>
                    <a:pt x="1463795" y="1639083"/>
                  </a:lnTo>
                  <a:lnTo>
                    <a:pt x="1514604" y="1604967"/>
                  </a:lnTo>
                  <a:lnTo>
                    <a:pt x="1565413" y="1566194"/>
                  </a:lnTo>
                  <a:lnTo>
                    <a:pt x="1616221" y="1523488"/>
                  </a:lnTo>
                  <a:lnTo>
                    <a:pt x="1667030" y="1477643"/>
                  </a:lnTo>
                  <a:lnTo>
                    <a:pt x="1717839" y="1429513"/>
                  </a:lnTo>
                  <a:lnTo>
                    <a:pt x="1768648" y="1379996"/>
                  </a:lnTo>
                  <a:lnTo>
                    <a:pt x="1819457" y="1330012"/>
                  </a:lnTo>
                  <a:lnTo>
                    <a:pt x="1870266" y="1280495"/>
                  </a:lnTo>
                  <a:lnTo>
                    <a:pt x="1921074" y="1232365"/>
                  </a:lnTo>
                  <a:lnTo>
                    <a:pt x="1971883" y="1186520"/>
                  </a:lnTo>
                  <a:lnTo>
                    <a:pt x="2022692" y="1143814"/>
                  </a:lnTo>
                  <a:lnTo>
                    <a:pt x="2073501" y="1105041"/>
                  </a:lnTo>
                  <a:lnTo>
                    <a:pt x="2124310" y="1070925"/>
                  </a:lnTo>
                  <a:lnTo>
                    <a:pt x="2175119" y="1042101"/>
                  </a:lnTo>
                  <a:lnTo>
                    <a:pt x="2225927" y="1019105"/>
                  </a:lnTo>
                  <a:lnTo>
                    <a:pt x="2276736" y="1002367"/>
                  </a:lnTo>
                  <a:lnTo>
                    <a:pt x="2327545" y="992198"/>
                  </a:lnTo>
                  <a:lnTo>
                    <a:pt x="2378354" y="988787"/>
                  </a:lnTo>
                  <a:lnTo>
                    <a:pt x="2428805" y="992198"/>
                  </a:lnTo>
                  <a:lnTo>
                    <a:pt x="2479256" y="1002367"/>
                  </a:lnTo>
                  <a:lnTo>
                    <a:pt x="2529707" y="1019105"/>
                  </a:lnTo>
                  <a:lnTo>
                    <a:pt x="2580158" y="1042101"/>
                  </a:lnTo>
                  <a:lnTo>
                    <a:pt x="2630609" y="1070925"/>
                  </a:lnTo>
                  <a:lnTo>
                    <a:pt x="2681060" y="1105041"/>
                  </a:lnTo>
                  <a:lnTo>
                    <a:pt x="2731511" y="1143814"/>
                  </a:lnTo>
                  <a:lnTo>
                    <a:pt x="2781962" y="1186520"/>
                  </a:lnTo>
                  <a:lnTo>
                    <a:pt x="2832413" y="1232365"/>
                  </a:lnTo>
                  <a:lnTo>
                    <a:pt x="2882864" y="1280495"/>
                  </a:lnTo>
                  <a:lnTo>
                    <a:pt x="2933315" y="1330012"/>
                  </a:lnTo>
                  <a:lnTo>
                    <a:pt x="2983766" y="1379996"/>
                  </a:lnTo>
                  <a:lnTo>
                    <a:pt x="3034217" y="1429513"/>
                  </a:lnTo>
                  <a:lnTo>
                    <a:pt x="3084668" y="1477643"/>
                  </a:lnTo>
                  <a:lnTo>
                    <a:pt x="3135119" y="1523488"/>
                  </a:lnTo>
                  <a:lnTo>
                    <a:pt x="3185570" y="1566194"/>
                  </a:lnTo>
                  <a:lnTo>
                    <a:pt x="3236021" y="1604967"/>
                  </a:lnTo>
                  <a:lnTo>
                    <a:pt x="3286472" y="1639083"/>
                  </a:lnTo>
                  <a:lnTo>
                    <a:pt x="3336923" y="1667907"/>
                  </a:lnTo>
                  <a:lnTo>
                    <a:pt x="3387375" y="1690903"/>
                  </a:lnTo>
                  <a:lnTo>
                    <a:pt x="3437826" y="1707641"/>
                  </a:lnTo>
                  <a:lnTo>
                    <a:pt x="3488277" y="1717810"/>
                  </a:lnTo>
                  <a:lnTo>
                    <a:pt x="3538728" y="1721221"/>
                  </a:lnTo>
                  <a:lnTo>
                    <a:pt x="3589179" y="1714399"/>
                  </a:lnTo>
                  <a:lnTo>
                    <a:pt x="3639630" y="1694061"/>
                  </a:lnTo>
                  <a:lnTo>
                    <a:pt x="3690081" y="1660584"/>
                  </a:lnTo>
                  <a:lnTo>
                    <a:pt x="3740532" y="1614593"/>
                  </a:lnTo>
                  <a:lnTo>
                    <a:pt x="3790983" y="1556944"/>
                  </a:lnTo>
                  <a:lnTo>
                    <a:pt x="3841434" y="1488712"/>
                  </a:lnTo>
                  <a:lnTo>
                    <a:pt x="3891885" y="1411167"/>
                  </a:lnTo>
                  <a:lnTo>
                    <a:pt x="3942336" y="1325754"/>
                  </a:lnTo>
                  <a:lnTo>
                    <a:pt x="3992787" y="1234064"/>
                  </a:lnTo>
                  <a:lnTo>
                    <a:pt x="4043238" y="1137805"/>
                  </a:lnTo>
                  <a:lnTo>
                    <a:pt x="4093689" y="1038770"/>
                  </a:lnTo>
                  <a:lnTo>
                    <a:pt x="4144140" y="938804"/>
                  </a:lnTo>
                  <a:lnTo>
                    <a:pt x="4194591" y="839769"/>
                  </a:lnTo>
                  <a:lnTo>
                    <a:pt x="4245042" y="743509"/>
                  </a:lnTo>
                  <a:lnTo>
                    <a:pt x="4295493" y="651819"/>
                  </a:lnTo>
                  <a:lnTo>
                    <a:pt x="4345944" y="566406"/>
                  </a:lnTo>
                  <a:lnTo>
                    <a:pt x="4396395" y="488861"/>
                  </a:lnTo>
                  <a:lnTo>
                    <a:pt x="4446846" y="420629"/>
                  </a:lnTo>
                  <a:lnTo>
                    <a:pt x="4497297" y="362981"/>
                  </a:lnTo>
                  <a:lnTo>
                    <a:pt x="4547748" y="316990"/>
                  </a:lnTo>
                  <a:lnTo>
                    <a:pt x="4598199" y="283513"/>
                  </a:lnTo>
                  <a:lnTo>
                    <a:pt x="4648650" y="263174"/>
                  </a:lnTo>
                  <a:lnTo>
                    <a:pt x="4699101" y="256352"/>
                  </a:lnTo>
                  <a:lnTo>
                    <a:pt x="4750626" y="263174"/>
                  </a:lnTo>
                  <a:lnTo>
                    <a:pt x="4802150" y="283513"/>
                  </a:lnTo>
                  <a:lnTo>
                    <a:pt x="4853675" y="316990"/>
                  </a:lnTo>
                  <a:lnTo>
                    <a:pt x="4905199" y="362981"/>
                  </a:lnTo>
                  <a:lnTo>
                    <a:pt x="4956723" y="420629"/>
                  </a:lnTo>
                  <a:lnTo>
                    <a:pt x="5008248" y="488861"/>
                  </a:lnTo>
                  <a:lnTo>
                    <a:pt x="5059772" y="566406"/>
                  </a:lnTo>
                  <a:lnTo>
                    <a:pt x="5111297" y="651819"/>
                  </a:lnTo>
                  <a:lnTo>
                    <a:pt x="5162821" y="743509"/>
                  </a:lnTo>
                  <a:lnTo>
                    <a:pt x="5214346" y="839769"/>
                  </a:lnTo>
                  <a:lnTo>
                    <a:pt x="5265870" y="938804"/>
                  </a:lnTo>
                  <a:lnTo>
                    <a:pt x="5317395" y="1038770"/>
                  </a:lnTo>
                  <a:lnTo>
                    <a:pt x="5368919" y="1137805"/>
                  </a:lnTo>
                  <a:lnTo>
                    <a:pt x="5420444" y="1234064"/>
                  </a:lnTo>
                  <a:lnTo>
                    <a:pt x="5471968" y="1325754"/>
                  </a:lnTo>
                  <a:lnTo>
                    <a:pt x="5523492" y="1411167"/>
                  </a:lnTo>
                  <a:lnTo>
                    <a:pt x="5575017" y="1488712"/>
                  </a:lnTo>
                  <a:lnTo>
                    <a:pt x="5626541" y="1556944"/>
                  </a:lnTo>
                  <a:lnTo>
                    <a:pt x="5678066" y="1614593"/>
                  </a:lnTo>
                  <a:lnTo>
                    <a:pt x="5729590" y="1660584"/>
                  </a:lnTo>
                  <a:lnTo>
                    <a:pt x="5781115" y="1694061"/>
                  </a:lnTo>
                  <a:lnTo>
                    <a:pt x="5832639" y="1714399"/>
                  </a:lnTo>
                  <a:lnTo>
                    <a:pt x="5884164" y="1721221"/>
                  </a:lnTo>
                  <a:lnTo>
                    <a:pt x="5922807" y="1713205"/>
                  </a:lnTo>
                  <a:lnTo>
                    <a:pt x="5961450" y="1689307"/>
                  </a:lnTo>
                  <a:lnTo>
                    <a:pt x="6000094" y="1649972"/>
                  </a:lnTo>
                  <a:lnTo>
                    <a:pt x="6038737" y="1595933"/>
                  </a:lnTo>
                  <a:lnTo>
                    <a:pt x="6077380" y="1528196"/>
                  </a:lnTo>
                  <a:lnTo>
                    <a:pt x="6116024" y="1448023"/>
                  </a:lnTo>
                  <a:lnTo>
                    <a:pt x="6154667" y="1356908"/>
                  </a:lnTo>
                  <a:lnTo>
                    <a:pt x="6193310" y="1256548"/>
                  </a:lnTo>
                  <a:lnTo>
                    <a:pt x="6231954" y="1148812"/>
                  </a:lnTo>
                  <a:lnTo>
                    <a:pt x="6270597" y="1035707"/>
                  </a:lnTo>
                  <a:lnTo>
                    <a:pt x="6309240" y="919341"/>
                  </a:lnTo>
                  <a:lnTo>
                    <a:pt x="6347884" y="801881"/>
                  </a:lnTo>
                  <a:lnTo>
                    <a:pt x="6386527" y="685514"/>
                  </a:lnTo>
                  <a:lnTo>
                    <a:pt x="6425170" y="572410"/>
                  </a:lnTo>
                  <a:lnTo>
                    <a:pt x="6463814" y="464674"/>
                  </a:lnTo>
                  <a:lnTo>
                    <a:pt x="6502457" y="364314"/>
                  </a:lnTo>
                  <a:lnTo>
                    <a:pt x="6541100" y="273198"/>
                  </a:lnTo>
                  <a:lnTo>
                    <a:pt x="6579744" y="193026"/>
                  </a:lnTo>
                  <a:lnTo>
                    <a:pt x="6618387" y="125289"/>
                  </a:lnTo>
                  <a:lnTo>
                    <a:pt x="6657030" y="71249"/>
                  </a:lnTo>
                  <a:lnTo>
                    <a:pt x="6695674" y="31914"/>
                  </a:lnTo>
                  <a:lnTo>
                    <a:pt x="6734317" y="8016"/>
                  </a:lnTo>
                  <a:lnTo>
                    <a:pt x="6772960" y="0"/>
                  </a:lnTo>
                </a:path>
              </a:pathLst>
            </a:custGeom>
            <a:noFill/>
            <a:ln w="22023">
              <a:solidFill>
                <a:srgbClr val="92A5B1"/>
              </a:solidFill>
              <a:prstDash val="dash"/>
            </a:ln>
          </p:spPr>
        </p:sp>
        <p:sp>
          <p:nvSpPr>
            <p:cNvPr id="77" name="B_LCA_realized_profile">
              <a:extLst>
                <a:ext uri="{FF2B5EF4-FFF2-40B4-BE49-F238E27FC236}">
                  <ns2:creationId id="{0EC27BB6-13DF-4A62-94AC-71ECBA88703F}"/>
                </a:ext>
              </a:extLst>
            </p:cNvPr>
            <p:cNvSpPr>
              <a:spLocks noGrp="1"/>
            </p:cNvSpPr>
            <p:nvPr/>
          </p:nvSpPr>
          <p:spPr>
            <a:xfrm rot="0" flipH="0" flipV="0">
              <a:off x="523875" y="3716573"/>
              <a:ext cx="3454210" cy="1049945"/>
            </a:xfrm>
            <a:custGeom>
              <a:pathLst>
                <a:path w="6772960" h="1721221">
                  <a:moveTo>
                    <a:pt x="0" y="0"/>
                  </a:moveTo>
                  <a:lnTo>
                    <a:pt x="52597" y="8016"/>
                  </a:lnTo>
                  <a:lnTo>
                    <a:pt x="105195" y="31914"/>
                  </a:lnTo>
                  <a:lnTo>
                    <a:pt x="157793" y="71249"/>
                  </a:lnTo>
                  <a:lnTo>
                    <a:pt x="210391" y="125288"/>
                  </a:lnTo>
                  <a:lnTo>
                    <a:pt x="262989" y="193025"/>
                  </a:lnTo>
                  <a:lnTo>
                    <a:pt x="315587" y="273198"/>
                  </a:lnTo>
                  <a:lnTo>
                    <a:pt x="368185" y="364313"/>
                  </a:lnTo>
                  <a:lnTo>
                    <a:pt x="420783" y="464674"/>
                  </a:lnTo>
                  <a:lnTo>
                    <a:pt x="473381" y="572409"/>
                  </a:lnTo>
                  <a:lnTo>
                    <a:pt x="525978" y="685514"/>
                  </a:lnTo>
                  <a:lnTo>
                    <a:pt x="578576" y="801880"/>
                  </a:lnTo>
                  <a:lnTo>
                    <a:pt x="631174" y="919341"/>
                  </a:lnTo>
                  <a:lnTo>
                    <a:pt x="683772" y="1035707"/>
                  </a:lnTo>
                  <a:lnTo>
                    <a:pt x="736370" y="1148811"/>
                  </a:lnTo>
                  <a:lnTo>
                    <a:pt x="788968" y="1256547"/>
                  </a:lnTo>
                  <a:lnTo>
                    <a:pt x="841566" y="1356907"/>
                  </a:lnTo>
                  <a:lnTo>
                    <a:pt x="894164" y="1448023"/>
                  </a:lnTo>
                  <a:lnTo>
                    <a:pt x="946761" y="1528196"/>
                  </a:lnTo>
                  <a:lnTo>
                    <a:pt x="999359" y="1595933"/>
                  </a:lnTo>
                  <a:lnTo>
                    <a:pt x="1051957" y="1649972"/>
                  </a:lnTo>
                  <a:lnTo>
                    <a:pt x="1104555" y="1689307"/>
                  </a:lnTo>
                  <a:lnTo>
                    <a:pt x="1157153" y="1713205"/>
                  </a:lnTo>
                  <a:lnTo>
                    <a:pt x="1209751" y="1721221"/>
                  </a:lnTo>
                  <a:lnTo>
                    <a:pt x="1260560" y="1714399"/>
                  </a:lnTo>
                  <a:lnTo>
                    <a:pt x="1311368" y="1694060"/>
                  </a:lnTo>
                  <a:lnTo>
                    <a:pt x="1362177" y="1660584"/>
                  </a:lnTo>
                  <a:lnTo>
                    <a:pt x="1412986" y="1614593"/>
                  </a:lnTo>
                  <a:lnTo>
                    <a:pt x="1463795" y="1556944"/>
                  </a:lnTo>
                  <a:lnTo>
                    <a:pt x="1514604" y="1488712"/>
                  </a:lnTo>
                  <a:lnTo>
                    <a:pt x="1565413" y="1411167"/>
                  </a:lnTo>
                  <a:lnTo>
                    <a:pt x="1616221" y="1325754"/>
                  </a:lnTo>
                  <a:lnTo>
                    <a:pt x="1667030" y="1234064"/>
                  </a:lnTo>
                  <a:lnTo>
                    <a:pt x="1717839" y="1137805"/>
                  </a:lnTo>
                  <a:lnTo>
                    <a:pt x="1768648" y="1038769"/>
                  </a:lnTo>
                  <a:lnTo>
                    <a:pt x="1819457" y="938803"/>
                  </a:lnTo>
                  <a:lnTo>
                    <a:pt x="1870266" y="839768"/>
                  </a:lnTo>
                  <a:lnTo>
                    <a:pt x="1921074" y="743509"/>
                  </a:lnTo>
                  <a:lnTo>
                    <a:pt x="1971883" y="651819"/>
                  </a:lnTo>
                  <a:lnTo>
                    <a:pt x="2022692" y="566406"/>
                  </a:lnTo>
                  <a:lnTo>
                    <a:pt x="2073501" y="488861"/>
                  </a:lnTo>
                  <a:lnTo>
                    <a:pt x="2124310" y="420629"/>
                  </a:lnTo>
                  <a:lnTo>
                    <a:pt x="2175119" y="362980"/>
                  </a:lnTo>
                  <a:lnTo>
                    <a:pt x="2225927" y="316989"/>
                  </a:lnTo>
                  <a:lnTo>
                    <a:pt x="2276736" y="283513"/>
                  </a:lnTo>
                  <a:lnTo>
                    <a:pt x="2327545" y="263174"/>
                  </a:lnTo>
                  <a:lnTo>
                    <a:pt x="2378354" y="256352"/>
                  </a:lnTo>
                  <a:lnTo>
                    <a:pt x="2428805" y="263174"/>
                  </a:lnTo>
                  <a:lnTo>
                    <a:pt x="2479256" y="283513"/>
                  </a:lnTo>
                  <a:lnTo>
                    <a:pt x="2529707" y="316989"/>
                  </a:lnTo>
                  <a:lnTo>
                    <a:pt x="2580158" y="362980"/>
                  </a:lnTo>
                  <a:lnTo>
                    <a:pt x="2630609" y="420629"/>
                  </a:lnTo>
                  <a:lnTo>
                    <a:pt x="2681060" y="488861"/>
                  </a:lnTo>
                  <a:lnTo>
                    <a:pt x="2731511" y="566406"/>
                  </a:lnTo>
                  <a:lnTo>
                    <a:pt x="2781962" y="651819"/>
                  </a:lnTo>
                  <a:lnTo>
                    <a:pt x="2832413" y="743509"/>
                  </a:lnTo>
                  <a:lnTo>
                    <a:pt x="2882864" y="839768"/>
                  </a:lnTo>
                  <a:lnTo>
                    <a:pt x="2933315" y="938803"/>
                  </a:lnTo>
                  <a:lnTo>
                    <a:pt x="2983766" y="1038769"/>
                  </a:lnTo>
                  <a:lnTo>
                    <a:pt x="3034217" y="1137805"/>
                  </a:lnTo>
                  <a:lnTo>
                    <a:pt x="3084668" y="1234064"/>
                  </a:lnTo>
                  <a:lnTo>
                    <a:pt x="3135119" y="1325754"/>
                  </a:lnTo>
                  <a:lnTo>
                    <a:pt x="3185570" y="1411167"/>
                  </a:lnTo>
                  <a:lnTo>
                    <a:pt x="3236021" y="1488712"/>
                  </a:lnTo>
                  <a:lnTo>
                    <a:pt x="3286472" y="1556944"/>
                  </a:lnTo>
                  <a:lnTo>
                    <a:pt x="3336923" y="1614593"/>
                  </a:lnTo>
                  <a:lnTo>
                    <a:pt x="3387375" y="1660584"/>
                  </a:lnTo>
                  <a:lnTo>
                    <a:pt x="3437826" y="1694060"/>
                  </a:lnTo>
                  <a:lnTo>
                    <a:pt x="3488277" y="1714399"/>
                  </a:lnTo>
                  <a:lnTo>
                    <a:pt x="3538728" y="1721221"/>
                  </a:lnTo>
                  <a:lnTo>
                    <a:pt x="3589179" y="1714399"/>
                  </a:lnTo>
                  <a:lnTo>
                    <a:pt x="3639630" y="1694060"/>
                  </a:lnTo>
                  <a:lnTo>
                    <a:pt x="3690081" y="1660584"/>
                  </a:lnTo>
                  <a:lnTo>
                    <a:pt x="3740532" y="1614593"/>
                  </a:lnTo>
                  <a:lnTo>
                    <a:pt x="3790983" y="1556944"/>
                  </a:lnTo>
                  <a:lnTo>
                    <a:pt x="3841434" y="1488712"/>
                  </a:lnTo>
                  <a:lnTo>
                    <a:pt x="3891885" y="1411167"/>
                  </a:lnTo>
                  <a:lnTo>
                    <a:pt x="3942336" y="1325754"/>
                  </a:lnTo>
                  <a:lnTo>
                    <a:pt x="3992787" y="1234064"/>
                  </a:lnTo>
                  <a:lnTo>
                    <a:pt x="4043238" y="1137805"/>
                  </a:lnTo>
                  <a:lnTo>
                    <a:pt x="4093689" y="1038769"/>
                  </a:lnTo>
                  <a:lnTo>
                    <a:pt x="4144140" y="938803"/>
                  </a:lnTo>
                  <a:lnTo>
                    <a:pt x="4194591" y="839768"/>
                  </a:lnTo>
                  <a:lnTo>
                    <a:pt x="4245042" y="743509"/>
                  </a:lnTo>
                  <a:lnTo>
                    <a:pt x="4295493" y="651819"/>
                  </a:lnTo>
                  <a:lnTo>
                    <a:pt x="4345944" y="566406"/>
                  </a:lnTo>
                  <a:lnTo>
                    <a:pt x="4396395" y="488861"/>
                  </a:lnTo>
                  <a:lnTo>
                    <a:pt x="4446846" y="420629"/>
                  </a:lnTo>
                  <a:lnTo>
                    <a:pt x="4497297" y="362980"/>
                  </a:lnTo>
                  <a:lnTo>
                    <a:pt x="4547748" y="316989"/>
                  </a:lnTo>
                  <a:lnTo>
                    <a:pt x="4598199" y="283513"/>
                  </a:lnTo>
                  <a:lnTo>
                    <a:pt x="4648650" y="263174"/>
                  </a:lnTo>
                  <a:lnTo>
                    <a:pt x="4699101" y="256352"/>
                  </a:lnTo>
                  <a:lnTo>
                    <a:pt x="4750626" y="263174"/>
                  </a:lnTo>
                  <a:lnTo>
                    <a:pt x="4802150" y="283513"/>
                  </a:lnTo>
                  <a:lnTo>
                    <a:pt x="4853675" y="316989"/>
                  </a:lnTo>
                  <a:lnTo>
                    <a:pt x="4905199" y="362980"/>
                  </a:lnTo>
                  <a:lnTo>
                    <a:pt x="4956723" y="420629"/>
                  </a:lnTo>
                  <a:lnTo>
                    <a:pt x="5008248" y="488861"/>
                  </a:lnTo>
                  <a:lnTo>
                    <a:pt x="5059772" y="566406"/>
                  </a:lnTo>
                  <a:lnTo>
                    <a:pt x="5111297" y="651819"/>
                  </a:lnTo>
                  <a:lnTo>
                    <a:pt x="5162821" y="743509"/>
                  </a:lnTo>
                  <a:lnTo>
                    <a:pt x="5214346" y="839768"/>
                  </a:lnTo>
                  <a:lnTo>
                    <a:pt x="5265870" y="938803"/>
                  </a:lnTo>
                  <a:lnTo>
                    <a:pt x="5317395" y="1038769"/>
                  </a:lnTo>
                  <a:lnTo>
                    <a:pt x="5368919" y="1137805"/>
                  </a:lnTo>
                  <a:lnTo>
                    <a:pt x="5420444" y="1234064"/>
                  </a:lnTo>
                  <a:lnTo>
                    <a:pt x="5471968" y="1325754"/>
                  </a:lnTo>
                  <a:lnTo>
                    <a:pt x="5523492" y="1411167"/>
                  </a:lnTo>
                  <a:lnTo>
                    <a:pt x="5575017" y="1488712"/>
                  </a:lnTo>
                  <a:lnTo>
                    <a:pt x="5626541" y="1556944"/>
                  </a:lnTo>
                  <a:lnTo>
                    <a:pt x="5678066" y="1614593"/>
                  </a:lnTo>
                  <a:lnTo>
                    <a:pt x="5729590" y="1660584"/>
                  </a:lnTo>
                  <a:lnTo>
                    <a:pt x="5781115" y="1694060"/>
                  </a:lnTo>
                  <a:lnTo>
                    <a:pt x="5832639" y="1714399"/>
                  </a:lnTo>
                  <a:lnTo>
                    <a:pt x="5884164" y="1721221"/>
                  </a:lnTo>
                  <a:lnTo>
                    <a:pt x="5922807" y="1713205"/>
                  </a:lnTo>
                  <a:lnTo>
                    <a:pt x="5961450" y="1689307"/>
                  </a:lnTo>
                  <a:lnTo>
                    <a:pt x="6000094" y="1649972"/>
                  </a:lnTo>
                  <a:lnTo>
                    <a:pt x="6038737" y="1595933"/>
                  </a:lnTo>
                  <a:lnTo>
                    <a:pt x="6077380" y="1528196"/>
                  </a:lnTo>
                  <a:lnTo>
                    <a:pt x="6116024" y="1448023"/>
                  </a:lnTo>
                  <a:lnTo>
                    <a:pt x="6154667" y="1356907"/>
                  </a:lnTo>
                  <a:lnTo>
                    <a:pt x="6193310" y="1256547"/>
                  </a:lnTo>
                  <a:lnTo>
                    <a:pt x="6231954" y="1148811"/>
                  </a:lnTo>
                  <a:lnTo>
                    <a:pt x="6270597" y="1035707"/>
                  </a:lnTo>
                  <a:lnTo>
                    <a:pt x="6309240" y="919341"/>
                  </a:lnTo>
                  <a:lnTo>
                    <a:pt x="6347884" y="801880"/>
                  </a:lnTo>
                  <a:lnTo>
                    <a:pt x="6386527" y="685514"/>
                  </a:lnTo>
                  <a:lnTo>
                    <a:pt x="6425170" y="572409"/>
                  </a:lnTo>
                  <a:lnTo>
                    <a:pt x="6463814" y="464674"/>
                  </a:lnTo>
                  <a:lnTo>
                    <a:pt x="6502457" y="364313"/>
                  </a:lnTo>
                  <a:lnTo>
                    <a:pt x="6541100" y="273198"/>
                  </a:lnTo>
                  <a:lnTo>
                    <a:pt x="6579744" y="193025"/>
                  </a:lnTo>
                  <a:lnTo>
                    <a:pt x="6618387" y="125288"/>
                  </a:lnTo>
                  <a:lnTo>
                    <a:pt x="6657030" y="71249"/>
                  </a:lnTo>
                  <a:lnTo>
                    <a:pt x="6695674" y="31914"/>
                  </a:lnTo>
                  <a:lnTo>
                    <a:pt x="6734317" y="8016"/>
                  </a:lnTo>
                  <a:lnTo>
                    <a:pt x="6772960" y="0"/>
                  </a:lnTo>
                </a:path>
              </a:pathLst>
            </a:custGeom>
            <a:noFill/>
            <a:ln w="26858">
              <a:solidFill>
                <a:srgbClr val="CC79A7"/>
              </a:solidFill>
              <a:prstDash val="solid"/>
            </a:ln>
          </p:spPr>
        </p:sp>
        <p:sp>
          <p:nvSpPr>
            <p:cNvPr id="55" name="B_actual_anchor_A">
              <a:extLst>
                <a:ext uri="{FF2B5EF4-FFF2-40B4-BE49-F238E27FC236}">
                  <ns2:creationId id="{C4B604A9-EF4B-4552-B1DF-9C39D4A7C812}"/>
                </a:ext>
              </a:extLst>
            </p:cNvPr>
            <p:cNvSpPr>
              <a:spLocks noGrp="1"/>
            </p:cNvSpPr>
            <p:nvPr/>
          </p:nvSpPr>
          <p:spPr>
            <a:xfrm rot="0" flipH="0" flipV="0">
              <a:off x="1074173" y="4699842"/>
              <a:ext cx="133350" cy="133350"/>
            </a:xfrm>
            <a:prstGeom prst="ellipse">
              <a:avLst/>
            </a:prstGeom>
            <a:solidFill>
              <a:srgbClr val="0072B2"/>
            </a:solidFill>
            <a:ln w="11817">
              <a:solidFill>
                <a:srgbClr val="FFFFFF"/>
              </a:solidFill>
              <a:prstDash val="solid"/>
            </a:ln>
          </p:spPr>
        </p:sp>
        <p:sp>
          <p:nvSpPr>
            <p:cNvPr id="56" name="B_anchor_label_A">
              <a:extLst>
                <a:ext uri="{FF2B5EF4-FFF2-40B4-BE49-F238E27FC236}">
                  <ns2:creationId id="{94D7D6F1-56CD-41D2-9C40-1A45E5BE9E79}"/>
                </a:ext>
              </a:extLst>
            </p:cNvPr>
            <p:cNvSpPr>
              <a:spLocks noGrp="1"/>
            </p:cNvSpPr>
            <p:nvPr/>
          </p:nvSpPr>
          <p:spPr>
            <a:xfrm rot="0" flipH="0" flipV="0">
              <a:off x="912248" y="4800600"/>
              <a:ext cx="457200" cy="285750"/>
            </a:xfrm>
            <a:prstGeom prst="rect">
              <a:avLst/>
            </a:prstGeom>
            <a:noFill/>
            <a:ln w="0">
              <a:noFill/>
            </a:ln>
          </p:spPr>
          <p:txBody>
            <a:bodyPr wrap="none" lIns="0" tIns="0" rIns="0" bIns="0" anchor="ctr">
              <a:noAutofit/>
            </a:bodyPr>
            <a:lstStyle>
              <a:defPPr algn="ctr">
                <a:defRPr sz="2087" b="1">
                  <a:solidFill>
                    <a:srgbClr val="000000"/>
                  </a:solidFill>
                  <a:latin typeface="Arial"/>
                  <a:ea typeface="Arial"/>
                  <a:cs typeface="Arial"/>
                </a:defRPr>
              </a:defPPr>
              <a:lvl1pPr algn="ctr">
                <a:defRPr sz="2087" b="1">
                  <a:solidFill>
                    <a:srgbClr val="000000"/>
                  </a:solidFill>
                  <a:latin typeface="Arial"/>
                  <a:ea typeface="Arial"/>
                  <a:cs typeface="Arial"/>
                </a:defRPr>
              </a:lvl1pPr>
              <a:lvl2pPr algn="ctr">
                <a:defRPr sz="2087" b="1">
                  <a:solidFill>
                    <a:srgbClr val="000000"/>
                  </a:solidFill>
                  <a:latin typeface="Arial"/>
                  <a:ea typeface="Arial"/>
                  <a:cs typeface="Arial"/>
                </a:defRPr>
              </a:lvl2pPr>
              <a:lvl3pPr algn="ctr">
                <a:defRPr sz="2087" b="1">
                  <a:solidFill>
                    <a:srgbClr val="000000"/>
                  </a:solidFill>
                  <a:latin typeface="Arial"/>
                  <a:ea typeface="Arial"/>
                  <a:cs typeface="Arial"/>
                </a:defRPr>
              </a:lvl3pPr>
              <a:lvl4pPr algn="ctr">
                <a:defRPr sz="2087" b="1">
                  <a:solidFill>
                    <a:srgbClr val="000000"/>
                  </a:solidFill>
                  <a:latin typeface="Arial"/>
                  <a:ea typeface="Arial"/>
                  <a:cs typeface="Arial"/>
                </a:defRPr>
              </a:lvl4pPr>
              <a:lvl5pPr algn="ctr">
                <a:defRPr sz="2087" b="1">
                  <a:solidFill>
                    <a:srgbClr val="000000"/>
                  </a:solidFill>
                  <a:latin typeface="Arial"/>
                  <a:ea typeface="Arial"/>
                  <a:cs typeface="Arial"/>
                </a:defRPr>
              </a:lvl5pPr>
              <a:lvl6pPr algn="ctr">
                <a:defRPr sz="2087" b="1">
                  <a:solidFill>
                    <a:srgbClr val="000000"/>
                  </a:solidFill>
                  <a:latin typeface="Arial"/>
                  <a:ea typeface="Arial"/>
                  <a:cs typeface="Arial"/>
                </a:defRPr>
              </a:lvl6pPr>
              <a:lvl7pPr algn="ctr">
                <a:defRPr sz="2087" b="1">
                  <a:solidFill>
                    <a:srgbClr val="000000"/>
                  </a:solidFill>
                  <a:latin typeface="Arial"/>
                  <a:ea typeface="Arial"/>
                  <a:cs typeface="Arial"/>
                </a:defRPr>
              </a:lvl7pPr>
              <a:lvl8pPr algn="ctr">
                <a:defRPr sz="2087" b="1">
                  <a:solidFill>
                    <a:srgbClr val="000000"/>
                  </a:solidFill>
                  <a:latin typeface="Arial"/>
                  <a:ea typeface="Arial"/>
                  <a:cs typeface="Arial"/>
                </a:defRPr>
              </a:lvl8pPr>
              <a:lvl9pPr algn="ctr">
                <a:defRPr sz="2087" b="1">
                  <a:solidFill>
                    <a:srgbClr val="000000"/>
                  </a:solidFill>
                  <a:latin typeface="Arial"/>
                  <a:ea typeface="Arial"/>
                  <a:cs typeface="Arial"/>
                </a:defRPr>
              </a:lvl9pPr>
            </a:lstStyle>
            <a:p>
              <a:pPr algn="ctr">
                <a:defRPr sz="2087" b="1">
                  <a:solidFill>
                    <a:srgbClr val="000000"/>
                  </a:solidFill>
                  <a:latin typeface="Arial"/>
                  <a:ea typeface="Arial"/>
                  <a:cs typeface="Arial"/>
                </a:defRPr>
              </a:pPr>
              <a:r>
                <a:rPr sz="2087" b="1">
                  <a:solidFill>
                    <a:srgbClr val="000000"/>
                  </a:solidFill>
                  <a:latin typeface="Arial"/>
                  <a:ea typeface="Arial"/>
                  <a:cs typeface="Arial"/>
                </a:rPr>
                <a:t>A</a:t>
              </a:r>
            </a:p>
          </p:txBody>
        </p:sp>
        <p:sp>
          <p:nvSpPr>
            <p:cNvPr id="57" name="B_actual_anchor_C">
              <a:extLst>
                <a:ext uri="{FF2B5EF4-FFF2-40B4-BE49-F238E27FC236}">
                  <ns2:creationId id="{20603102-4B3E-4CF1-9E5E-20DCAA837936}"/>
                </a:ext>
              </a:extLst>
            </p:cNvPr>
            <p:cNvSpPr>
              <a:spLocks noGrp="1"/>
            </p:cNvSpPr>
            <p:nvPr/>
          </p:nvSpPr>
          <p:spPr>
            <a:xfrm rot="0" flipH="0" flipV="0">
              <a:off x="2261951" y="4699842"/>
              <a:ext cx="133350" cy="133350"/>
            </a:xfrm>
            <a:prstGeom prst="ellipse">
              <a:avLst/>
            </a:prstGeom>
            <a:solidFill>
              <a:srgbClr val="009E73"/>
            </a:solidFill>
            <a:ln w="11817">
              <a:solidFill>
                <a:srgbClr val="FFFFFF"/>
              </a:solidFill>
              <a:prstDash val="solid"/>
            </a:ln>
          </p:spPr>
        </p:sp>
        <p:sp>
          <p:nvSpPr>
            <p:cNvPr id="58" name="B_anchor_label_C">
              <a:extLst>
                <a:ext uri="{FF2B5EF4-FFF2-40B4-BE49-F238E27FC236}">
                  <ns2:creationId id="{124EA49E-752C-40FF-A4B8-B4A36C6B8EC4}"/>
                </a:ext>
              </a:extLst>
            </p:cNvPr>
            <p:cNvSpPr>
              <a:spLocks noGrp="1"/>
            </p:cNvSpPr>
            <p:nvPr/>
          </p:nvSpPr>
          <p:spPr>
            <a:xfrm rot="0" flipH="0" flipV="0">
              <a:off x="2100026" y="4800600"/>
              <a:ext cx="457200" cy="285750"/>
            </a:xfrm>
            <a:prstGeom prst="rect">
              <a:avLst/>
            </a:prstGeom>
            <a:noFill/>
            <a:ln w="0">
              <a:noFill/>
            </a:ln>
          </p:spPr>
          <p:txBody>
            <a:bodyPr wrap="none" lIns="0" tIns="0" rIns="0" bIns="0" anchor="ctr">
              <a:noAutofit/>
            </a:bodyPr>
            <a:lstStyle>
              <a:defPPr algn="ctr">
                <a:defRPr sz="2087" b="1">
                  <a:solidFill>
                    <a:srgbClr val="000000"/>
                  </a:solidFill>
                  <a:latin typeface="Arial"/>
                  <a:ea typeface="Arial"/>
                  <a:cs typeface="Arial"/>
                </a:defRPr>
              </a:defPPr>
              <a:lvl1pPr algn="ctr">
                <a:defRPr sz="2087" b="1">
                  <a:solidFill>
                    <a:srgbClr val="000000"/>
                  </a:solidFill>
                  <a:latin typeface="Arial"/>
                  <a:ea typeface="Arial"/>
                  <a:cs typeface="Arial"/>
                </a:defRPr>
              </a:lvl1pPr>
              <a:lvl2pPr algn="ctr">
                <a:defRPr sz="2087" b="1">
                  <a:solidFill>
                    <a:srgbClr val="000000"/>
                  </a:solidFill>
                  <a:latin typeface="Arial"/>
                  <a:ea typeface="Arial"/>
                  <a:cs typeface="Arial"/>
                </a:defRPr>
              </a:lvl2pPr>
              <a:lvl3pPr algn="ctr">
                <a:defRPr sz="2087" b="1">
                  <a:solidFill>
                    <a:srgbClr val="000000"/>
                  </a:solidFill>
                  <a:latin typeface="Arial"/>
                  <a:ea typeface="Arial"/>
                  <a:cs typeface="Arial"/>
                </a:defRPr>
              </a:lvl3pPr>
              <a:lvl4pPr algn="ctr">
                <a:defRPr sz="2087" b="1">
                  <a:solidFill>
                    <a:srgbClr val="000000"/>
                  </a:solidFill>
                  <a:latin typeface="Arial"/>
                  <a:ea typeface="Arial"/>
                  <a:cs typeface="Arial"/>
                </a:defRPr>
              </a:lvl4pPr>
              <a:lvl5pPr algn="ctr">
                <a:defRPr sz="2087" b="1">
                  <a:solidFill>
                    <a:srgbClr val="000000"/>
                  </a:solidFill>
                  <a:latin typeface="Arial"/>
                  <a:ea typeface="Arial"/>
                  <a:cs typeface="Arial"/>
                </a:defRPr>
              </a:lvl5pPr>
              <a:lvl6pPr algn="ctr">
                <a:defRPr sz="2087" b="1">
                  <a:solidFill>
                    <a:srgbClr val="000000"/>
                  </a:solidFill>
                  <a:latin typeface="Arial"/>
                  <a:ea typeface="Arial"/>
                  <a:cs typeface="Arial"/>
                </a:defRPr>
              </a:lvl6pPr>
              <a:lvl7pPr algn="ctr">
                <a:defRPr sz="2087" b="1">
                  <a:solidFill>
                    <a:srgbClr val="000000"/>
                  </a:solidFill>
                  <a:latin typeface="Arial"/>
                  <a:ea typeface="Arial"/>
                  <a:cs typeface="Arial"/>
                </a:defRPr>
              </a:lvl7pPr>
              <a:lvl8pPr algn="ctr">
                <a:defRPr sz="2087" b="1">
                  <a:solidFill>
                    <a:srgbClr val="000000"/>
                  </a:solidFill>
                  <a:latin typeface="Arial"/>
                  <a:ea typeface="Arial"/>
                  <a:cs typeface="Arial"/>
                </a:defRPr>
              </a:lvl8pPr>
              <a:lvl9pPr algn="ctr">
                <a:defRPr sz="2087" b="1">
                  <a:solidFill>
                    <a:srgbClr val="000000"/>
                  </a:solidFill>
                  <a:latin typeface="Arial"/>
                  <a:ea typeface="Arial"/>
                  <a:cs typeface="Arial"/>
                </a:defRPr>
              </a:lvl9pPr>
            </a:lstStyle>
            <a:p>
              <a:pPr algn="ctr">
                <a:defRPr sz="2087" b="1">
                  <a:solidFill>
                    <a:srgbClr val="000000"/>
                  </a:solidFill>
                  <a:latin typeface="Arial"/>
                  <a:ea typeface="Arial"/>
                  <a:cs typeface="Arial"/>
                </a:defRPr>
              </a:pPr>
              <a:r>
                <a:rPr sz="2087" b="1">
                  <a:solidFill>
                    <a:srgbClr val="000000"/>
                  </a:solidFill>
                  <a:latin typeface="Arial"/>
                  <a:ea typeface="Arial"/>
                  <a:cs typeface="Arial"/>
                </a:rPr>
                <a:t>C</a:t>
              </a:r>
            </a:p>
          </p:txBody>
        </p:sp>
        <p:sp>
          <p:nvSpPr>
            <p:cNvPr id="59" name="B_actual_anchor_B">
              <a:extLst>
                <a:ext uri="{FF2B5EF4-FFF2-40B4-BE49-F238E27FC236}">
                  <ns2:creationId id="{38920DCD-16CA-43F5-A0C0-02353645FA20}"/>
                </a:ext>
              </a:extLst>
            </p:cNvPr>
            <p:cNvSpPr>
              <a:spLocks noGrp="1"/>
            </p:cNvSpPr>
            <p:nvPr/>
          </p:nvSpPr>
          <p:spPr>
            <a:xfrm rot="0" flipH="0" flipV="0">
              <a:off x="3458123" y="4699842"/>
              <a:ext cx="133350" cy="133350"/>
            </a:xfrm>
            <a:prstGeom prst="ellipse">
              <a:avLst/>
            </a:prstGeom>
            <a:solidFill>
              <a:srgbClr val="D55E00"/>
            </a:solidFill>
            <a:ln w="11817">
              <a:solidFill>
                <a:srgbClr val="FFFFFF"/>
              </a:solidFill>
              <a:prstDash val="solid"/>
            </a:ln>
          </p:spPr>
        </p:sp>
        <p:sp>
          <p:nvSpPr>
            <p:cNvPr id="60" name="B_anchor_label_B">
              <a:extLst>
                <a:ext uri="{FF2B5EF4-FFF2-40B4-BE49-F238E27FC236}">
                  <ns2:creationId id="{6390E627-A8B5-43A2-AE2D-4871DAEC4875}"/>
                </a:ext>
              </a:extLst>
            </p:cNvPr>
            <p:cNvSpPr>
              <a:spLocks noGrp="1"/>
            </p:cNvSpPr>
            <p:nvPr/>
          </p:nvSpPr>
          <p:spPr>
            <a:xfrm rot="0" flipH="0" flipV="0">
              <a:off x="3296198" y="4800600"/>
              <a:ext cx="457200" cy="285750"/>
            </a:xfrm>
            <a:prstGeom prst="rect">
              <a:avLst/>
            </a:prstGeom>
            <a:noFill/>
            <a:ln w="0">
              <a:noFill/>
            </a:ln>
          </p:spPr>
          <p:txBody>
            <a:bodyPr wrap="none" lIns="0" tIns="0" rIns="0" bIns="0" anchor="ctr">
              <a:noAutofit/>
            </a:bodyPr>
            <a:lstStyle>
              <a:defPPr algn="ctr">
                <a:defRPr sz="2087" b="1">
                  <a:solidFill>
                    <a:srgbClr val="000000"/>
                  </a:solidFill>
                  <a:latin typeface="Arial"/>
                  <a:ea typeface="Arial"/>
                  <a:cs typeface="Arial"/>
                </a:defRPr>
              </a:defPPr>
              <a:lvl1pPr algn="ctr">
                <a:defRPr sz="2087" b="1">
                  <a:solidFill>
                    <a:srgbClr val="000000"/>
                  </a:solidFill>
                  <a:latin typeface="Arial"/>
                  <a:ea typeface="Arial"/>
                  <a:cs typeface="Arial"/>
                </a:defRPr>
              </a:lvl1pPr>
              <a:lvl2pPr algn="ctr">
                <a:defRPr sz="2087" b="1">
                  <a:solidFill>
                    <a:srgbClr val="000000"/>
                  </a:solidFill>
                  <a:latin typeface="Arial"/>
                  <a:ea typeface="Arial"/>
                  <a:cs typeface="Arial"/>
                </a:defRPr>
              </a:lvl2pPr>
              <a:lvl3pPr algn="ctr">
                <a:defRPr sz="2087" b="1">
                  <a:solidFill>
                    <a:srgbClr val="000000"/>
                  </a:solidFill>
                  <a:latin typeface="Arial"/>
                  <a:ea typeface="Arial"/>
                  <a:cs typeface="Arial"/>
                </a:defRPr>
              </a:lvl3pPr>
              <a:lvl4pPr algn="ctr">
                <a:defRPr sz="2087" b="1">
                  <a:solidFill>
                    <a:srgbClr val="000000"/>
                  </a:solidFill>
                  <a:latin typeface="Arial"/>
                  <a:ea typeface="Arial"/>
                  <a:cs typeface="Arial"/>
                </a:defRPr>
              </a:lvl4pPr>
              <a:lvl5pPr algn="ctr">
                <a:defRPr sz="2087" b="1">
                  <a:solidFill>
                    <a:srgbClr val="000000"/>
                  </a:solidFill>
                  <a:latin typeface="Arial"/>
                  <a:ea typeface="Arial"/>
                  <a:cs typeface="Arial"/>
                </a:defRPr>
              </a:lvl5pPr>
              <a:lvl6pPr algn="ctr">
                <a:defRPr sz="2087" b="1">
                  <a:solidFill>
                    <a:srgbClr val="000000"/>
                  </a:solidFill>
                  <a:latin typeface="Arial"/>
                  <a:ea typeface="Arial"/>
                  <a:cs typeface="Arial"/>
                </a:defRPr>
              </a:lvl6pPr>
              <a:lvl7pPr algn="ctr">
                <a:defRPr sz="2087" b="1">
                  <a:solidFill>
                    <a:srgbClr val="000000"/>
                  </a:solidFill>
                  <a:latin typeface="Arial"/>
                  <a:ea typeface="Arial"/>
                  <a:cs typeface="Arial"/>
                </a:defRPr>
              </a:lvl7pPr>
              <a:lvl8pPr algn="ctr">
                <a:defRPr sz="2087" b="1">
                  <a:solidFill>
                    <a:srgbClr val="000000"/>
                  </a:solidFill>
                  <a:latin typeface="Arial"/>
                  <a:ea typeface="Arial"/>
                  <a:cs typeface="Arial"/>
                </a:defRPr>
              </a:lvl8pPr>
              <a:lvl9pPr algn="ctr">
                <a:defRPr sz="2087" b="1">
                  <a:solidFill>
                    <a:srgbClr val="000000"/>
                  </a:solidFill>
                  <a:latin typeface="Arial"/>
                  <a:ea typeface="Arial"/>
                  <a:cs typeface="Arial"/>
                </a:defRPr>
              </a:lvl9pPr>
            </a:lstStyle>
            <a:p>
              <a:pPr algn="ctr">
                <a:defRPr sz="2087" b="1">
                  <a:solidFill>
                    <a:srgbClr val="000000"/>
                  </a:solidFill>
                  <a:latin typeface="Arial"/>
                  <a:ea typeface="Arial"/>
                  <a:cs typeface="Arial"/>
                </a:defRPr>
              </a:pPr>
              <a:r>
                <a:rPr sz="2087" b="1">
                  <a:solidFill>
                    <a:srgbClr val="000000"/>
                  </a:solidFill>
                  <a:latin typeface="Arial"/>
                  <a:ea typeface="Arial"/>
                  <a:cs typeface="Arial"/>
                </a:rPr>
                <a:t>B</a:t>
              </a:r>
            </a:p>
          </p:txBody>
        </p:sp>
        <p:sp>
          <p:nvSpPr>
            <p:cNvPr id="61" name="B_fixed_ref_A">
              <a:extLst>
                <a:ext uri="{FF2B5EF4-FFF2-40B4-BE49-F238E27FC236}">
                  <ns2:creationId id="{F0039DEA-2090-456C-94FD-C026F0DD170C}"/>
                </a:ext>
              </a:extLst>
            </p:cNvPr>
            <p:cNvSpPr>
              <a:spLocks noGrp="1"/>
            </p:cNvSpPr>
            <p:nvPr/>
          </p:nvSpPr>
          <p:spPr>
            <a:xfrm rot="0" flipH="0" flipV="0">
              <a:off x="1059885" y="5105400"/>
              <a:ext cx="161925" cy="161925"/>
            </a:xfrm>
            <a:prstGeom prst="triangle">
              <a:avLst/>
            </a:prstGeom>
            <a:solidFill>
              <a:srgbClr val="0072B2"/>
            </a:solidFill>
            <a:ln w="0">
              <a:noFill/>
              <a:prstDash val="solid"/>
            </a:ln>
          </p:spPr>
        </p:sp>
        <p:sp>
          <p:nvSpPr>
            <p:cNvPr id="62" name="B_fixed_ref_C">
              <a:extLst>
                <a:ext uri="{FF2B5EF4-FFF2-40B4-BE49-F238E27FC236}">
                  <ns2:creationId id="{13FE859C-BA87-4E59-8681-E644047B7414}"/>
                </a:ext>
              </a:extLst>
            </p:cNvPr>
            <p:cNvSpPr>
              <a:spLocks noGrp="1"/>
            </p:cNvSpPr>
            <p:nvPr/>
          </p:nvSpPr>
          <p:spPr>
            <a:xfrm rot="0" flipH="0" flipV="0">
              <a:off x="2247663" y="5105400"/>
              <a:ext cx="161925" cy="161925"/>
            </a:xfrm>
            <a:prstGeom prst="triangle">
              <a:avLst/>
            </a:prstGeom>
            <a:solidFill>
              <a:srgbClr val="009E73"/>
            </a:solidFill>
            <a:ln w="0">
              <a:noFill/>
              <a:prstDash val="solid"/>
            </a:ln>
          </p:spPr>
        </p:sp>
        <p:sp>
          <p:nvSpPr>
            <p:cNvPr id="63" name="B_fixed_ref_B">
              <a:extLst>
                <a:ext uri="{FF2B5EF4-FFF2-40B4-BE49-F238E27FC236}">
                  <ns2:creationId id="{9ED53449-D008-4AD5-AE66-D871B3E2ABAE}"/>
                </a:ext>
              </a:extLst>
            </p:cNvPr>
            <p:cNvSpPr>
              <a:spLocks noGrp="1"/>
            </p:cNvSpPr>
            <p:nvPr/>
          </p:nvSpPr>
          <p:spPr>
            <a:xfrm rot="0" flipH="0" flipV="0">
              <a:off x="3443836" y="5105400"/>
              <a:ext cx="161925" cy="161925"/>
            </a:xfrm>
            <a:prstGeom prst="triangle">
              <a:avLst/>
            </a:prstGeom>
            <a:solidFill>
              <a:srgbClr val="D55E00"/>
            </a:solidFill>
            <a:ln w="0">
              <a:noFill/>
              <a:prstDash val="solid"/>
            </a:ln>
          </p:spPr>
        </p:sp>
        <p:sp>
          <p:nvSpPr>
            <p:cNvPr id="65" name="b_c_separator">
              <a:extLst>
                <a:ext uri="{FF2B5EF4-FFF2-40B4-BE49-F238E27FC236}">
                  <ns2:creationId id="{99F3808D-FE16-46B0-AAA4-B8ECDAF8C50C}"/>
                </a:ext>
              </a:extLst>
            </p:cNvPr>
            <p:cNvSpPr>
              <a:spLocks noGrp="1"/>
            </p:cNvSpPr>
            <p:nvPr/>
          </p:nvSpPr>
          <p:spPr>
            <a:xfrm rot="0" flipH="0" flipV="0">
              <a:off x="4352925" y="2619375"/>
              <a:ext cx="953" cy="2676525"/>
            </a:xfrm>
            <a:custGeom>
              <a:pathLst>
                <a:path w="953" h="2676525">
                  <a:moveTo>
                    <a:pt x="0" y="0"/>
                  </a:moveTo>
                  <a:lnTo>
                    <a:pt x="953" y="2676525"/>
                  </a:lnTo>
                </a:path>
              </a:pathLst>
            </a:custGeom>
            <a:noFill/>
            <a:ln w="14136">
              <a:solidFill>
                <a:srgbClr val="DAE3E8"/>
              </a:solidFill>
              <a:prstDash val="solid"/>
            </a:ln>
          </p:spPr>
        </p:sp>
        <p:sp>
          <p:nvSpPr>
            <p:cNvPr id="66" name="C_title">
              <a:extLst>
                <a:ext uri="{FF2B5EF4-FFF2-40B4-BE49-F238E27FC236}">
                  <ns2:creationId id="{B40A7588-D5C1-4098-B26A-DD6CAD01EDAA}"/>
                </a:ext>
              </a:extLst>
            </p:cNvPr>
            <p:cNvSpPr>
              <a:spLocks noGrp="1"/>
            </p:cNvSpPr>
            <p:nvPr/>
          </p:nvSpPr>
          <p:spPr>
            <a:xfrm rot="0" flipH="0" flipV="0">
              <a:off x="4505325" y="2628900"/>
              <a:ext cx="3943350" cy="323850"/>
            </a:xfrm>
            <a:prstGeom prst="rect">
              <a:avLst/>
            </a:prstGeom>
            <a:noFill/>
            <a:ln w="0">
              <a:noFill/>
            </a:ln>
          </p:spPr>
          <p:txBody>
            <a:bodyPr wrap="none" lIns="0" tIns="0" rIns="0" bIns="0" anchor="ctr">
              <a:noAutofit/>
            </a:bodyPr>
            <a:lstStyle>
              <a:defPPr algn="l">
                <a:defRPr sz="2254" b="1">
                  <a:solidFill>
                    <a:srgbClr val="000000"/>
                  </a:solidFill>
                  <a:latin typeface="Arial"/>
                  <a:ea typeface="Arial"/>
                  <a:cs typeface="Arial"/>
                </a:defRPr>
              </a:defPPr>
              <a:lvl1pPr algn="l">
                <a:defRPr sz="2254" b="1">
                  <a:solidFill>
                    <a:srgbClr val="000000"/>
                  </a:solidFill>
                  <a:latin typeface="Arial"/>
                  <a:ea typeface="Arial"/>
                  <a:cs typeface="Arial"/>
                </a:defRPr>
              </a:lvl1pPr>
              <a:lvl2pPr algn="l">
                <a:defRPr sz="2254" b="1">
                  <a:solidFill>
                    <a:srgbClr val="000000"/>
                  </a:solidFill>
                  <a:latin typeface="Arial"/>
                  <a:ea typeface="Arial"/>
                  <a:cs typeface="Arial"/>
                </a:defRPr>
              </a:lvl2pPr>
              <a:lvl3pPr algn="l">
                <a:defRPr sz="2254" b="1">
                  <a:solidFill>
                    <a:srgbClr val="000000"/>
                  </a:solidFill>
                  <a:latin typeface="Arial"/>
                  <a:ea typeface="Arial"/>
                  <a:cs typeface="Arial"/>
                </a:defRPr>
              </a:lvl3pPr>
              <a:lvl4pPr algn="l">
                <a:defRPr sz="2254" b="1">
                  <a:solidFill>
                    <a:srgbClr val="000000"/>
                  </a:solidFill>
                  <a:latin typeface="Arial"/>
                  <a:ea typeface="Arial"/>
                  <a:cs typeface="Arial"/>
                </a:defRPr>
              </a:lvl4pPr>
              <a:lvl5pPr algn="l">
                <a:defRPr sz="2254" b="1">
                  <a:solidFill>
                    <a:srgbClr val="000000"/>
                  </a:solidFill>
                  <a:latin typeface="Arial"/>
                  <a:ea typeface="Arial"/>
                  <a:cs typeface="Arial"/>
                </a:defRPr>
              </a:lvl5pPr>
              <a:lvl6pPr algn="l">
                <a:defRPr sz="2254" b="1">
                  <a:solidFill>
                    <a:srgbClr val="000000"/>
                  </a:solidFill>
                  <a:latin typeface="Arial"/>
                  <a:ea typeface="Arial"/>
                  <a:cs typeface="Arial"/>
                </a:defRPr>
              </a:lvl6pPr>
              <a:lvl7pPr algn="l">
                <a:defRPr sz="2254" b="1">
                  <a:solidFill>
                    <a:srgbClr val="000000"/>
                  </a:solidFill>
                  <a:latin typeface="Arial"/>
                  <a:ea typeface="Arial"/>
                  <a:cs typeface="Arial"/>
                </a:defRPr>
              </a:lvl7pPr>
              <a:lvl8pPr algn="l">
                <a:defRPr sz="2254" b="1">
                  <a:solidFill>
                    <a:srgbClr val="000000"/>
                  </a:solidFill>
                  <a:latin typeface="Arial"/>
                  <a:ea typeface="Arial"/>
                  <a:cs typeface="Arial"/>
                </a:defRPr>
              </a:lvl8pPr>
              <a:lvl9pPr algn="l">
                <a:defRPr sz="2254" b="1">
                  <a:solidFill>
                    <a:srgbClr val="000000"/>
                  </a:solidFill>
                  <a:latin typeface="Arial"/>
                  <a:ea typeface="Arial"/>
                  <a:cs typeface="Arial"/>
                </a:defRPr>
              </a:lvl9pPr>
            </a:lstStyle>
            <a:p>
              <a:pPr algn="l">
                <a:defRPr sz="2254" b="1">
                  <a:solidFill>
                    <a:srgbClr val="000000"/>
                  </a:solidFill>
                  <a:latin typeface="Arial"/>
                  <a:ea typeface="Arial"/>
                  <a:cs typeface="Arial"/>
                </a:defRPr>
              </a:pPr>
              <a:r>
                <a:rPr sz="2254" b="1">
                  <a:solidFill>
                    <a:srgbClr val="000000"/>
                  </a:solidFill>
                  <a:latin typeface="Arial"/>
                  <a:ea typeface="Arial"/>
                  <a:cs typeface="Arial"/>
                </a:rPr>
                <a:t>(c) Optimal filling</a:t>
              </a:r>
            </a:p>
          </p:txBody>
        </p:sp>
        <p:sp>
          <p:nvSpPr>
            <p:cNvPr id="67" name="C_target_order">
              <a:extLst>
                <a:ext uri="{FF2B5EF4-FFF2-40B4-BE49-F238E27FC236}">
                  <ns2:creationId id="{0643E333-BAB4-4F01-8461-3D4D168CC544}"/>
                </a:ext>
              </a:extLst>
            </p:cNvPr>
            <p:cNvSpPr>
              <a:spLocks noGrp="1"/>
            </p:cNvSpPr>
            <p:nvPr/>
          </p:nvSpPr>
          <p:spPr>
            <a:xfrm rot="0" flipH="0" flipV="0">
              <a:off x="4857750" y="3286125"/>
              <a:ext cx="1143000" cy="228600"/>
            </a:xfrm>
            <a:prstGeom prst="rect">
              <a:avLst/>
            </a:prstGeom>
            <a:noFill/>
            <a:ln w="0">
              <a:noFill/>
            </a:ln>
          </p:spPr>
          <p:txBody>
            <a:bodyPr wrap="none" lIns="0" tIns="0" rIns="0" bIns="0" anchor="ctr">
              <a:noAutofit/>
            </a:bodyPr>
            <a:lstStyle>
              <a:defPPr algn="l">
                <a:defRPr sz="1670" b="0">
                  <a:solidFill>
                    <a:srgbClr val="000000"/>
                  </a:solidFill>
                  <a:latin typeface="Arial"/>
                  <a:ea typeface="Arial"/>
                  <a:cs typeface="Arial"/>
                </a:defRPr>
              </a:defPPr>
              <a:lvl1pPr algn="r">
                <a:defRPr sz="1670" b="0">
                  <a:solidFill>
                    <a:srgbClr val="000000"/>
                  </a:solidFill>
                  <a:latin typeface="Arial"/>
                  <a:ea typeface="Arial"/>
                  <a:cs typeface="Arial"/>
                </a:defRPr>
              </a:lvl1pPr>
              <a:lvl2pPr algn="r">
                <a:defRPr sz="1670" b="0">
                  <a:solidFill>
                    <a:srgbClr val="000000"/>
                  </a:solidFill>
                  <a:latin typeface="Arial"/>
                  <a:ea typeface="Arial"/>
                  <a:cs typeface="Arial"/>
                </a:defRPr>
              </a:lvl2pPr>
              <a:lvl3pPr algn="r">
                <a:defRPr sz="1670" b="0">
                  <a:solidFill>
                    <a:srgbClr val="000000"/>
                  </a:solidFill>
                  <a:latin typeface="Arial"/>
                  <a:ea typeface="Arial"/>
                  <a:cs typeface="Arial"/>
                </a:defRPr>
              </a:lvl3pPr>
              <a:lvl4pPr algn="r">
                <a:defRPr sz="1670" b="0">
                  <a:solidFill>
                    <a:srgbClr val="000000"/>
                  </a:solidFill>
                  <a:latin typeface="Arial"/>
                  <a:ea typeface="Arial"/>
                  <a:cs typeface="Arial"/>
                </a:defRPr>
              </a:lvl4pPr>
              <a:lvl5pPr algn="r">
                <a:defRPr sz="1670" b="0">
                  <a:solidFill>
                    <a:srgbClr val="000000"/>
                  </a:solidFill>
                  <a:latin typeface="Arial"/>
                  <a:ea typeface="Arial"/>
                  <a:cs typeface="Arial"/>
                </a:defRPr>
              </a:lvl5pPr>
              <a:lvl6pPr algn="r">
                <a:defRPr sz="1670" b="0">
                  <a:solidFill>
                    <a:srgbClr val="000000"/>
                  </a:solidFill>
                  <a:latin typeface="Arial"/>
                  <a:ea typeface="Arial"/>
                  <a:cs typeface="Arial"/>
                </a:defRPr>
              </a:lvl6pPr>
              <a:lvl7pPr algn="r">
                <a:defRPr sz="1670" b="0">
                  <a:solidFill>
                    <a:srgbClr val="000000"/>
                  </a:solidFill>
                  <a:latin typeface="Arial"/>
                  <a:ea typeface="Arial"/>
                  <a:cs typeface="Arial"/>
                </a:defRPr>
              </a:lvl7pPr>
              <a:lvl8pPr algn="r">
                <a:defRPr sz="1670" b="0">
                  <a:solidFill>
                    <a:srgbClr val="000000"/>
                  </a:solidFill>
                  <a:latin typeface="Arial"/>
                  <a:ea typeface="Arial"/>
                  <a:cs typeface="Arial"/>
                </a:defRPr>
              </a:lvl8pPr>
              <a:lvl9pPr algn="r">
                <a:defRPr sz="1670" b="0">
                  <a:solidFill>
                    <a:srgbClr val="000000"/>
                  </a:solidFill>
                  <a:latin typeface="Arial"/>
                  <a:ea typeface="Arial"/>
                  <a:cs typeface="Arial"/>
                </a:defRPr>
              </a:lvl9pPr>
            </a:lstStyle>
            <a:p>
              <a:pPr algn="l">
                <a:defRPr sz="1670" b="0">
                  <a:solidFill>
                    <a:srgbClr val="000000"/>
                  </a:solidFill>
                  <a:latin typeface="Arial"/>
                  <a:ea typeface="Arial"/>
                  <a:cs typeface="Arial"/>
                </a:defRPr>
              </a:pPr>
              <a:r>
                <a:rPr sz="1670" b="0">
                  <a:solidFill>
                    <a:srgbClr val="000000"/>
                  </a:solidFill>
                  <a:latin typeface="Arial"/>
                  <a:ea typeface="Arial"/>
                  <a:cs typeface="Arial"/>
                </a:rPr>
                <a:t>A–C–B</a:t>
              </a:r>
            </a:p>
          </p:txBody>
        </p:sp>
        <p:sp>
          <p:nvSpPr>
            <p:cNvPr id="68" name="C_s₁_level">
              <a:extLst>
                <a:ext uri="{FF2B5EF4-FFF2-40B4-BE49-F238E27FC236}">
                  <ns2:creationId id="{03D72B0A-4311-41D1-B4D0-E741824DCB35}"/>
                </a:ext>
              </a:extLst>
            </p:cNvPr>
            <p:cNvSpPr>
              <a:spLocks noGrp="1"/>
            </p:cNvSpPr>
            <p:nvPr/>
          </p:nvSpPr>
          <p:spPr>
            <a:xfrm rot="0" flipH="0" flipV="0">
              <a:off x="4857750" y="4319732"/>
              <a:ext cx="3454210" cy="95"/>
            </a:xfrm>
            <a:custGeom>
              <a:pathLst>
                <a:path w="3454210" h="95">
                  <a:moveTo>
                    <a:pt x="0" y="0"/>
                  </a:moveTo>
                  <a:lnTo>
                    <a:pt x="3454210" y="95"/>
                  </a:lnTo>
                </a:path>
              </a:pathLst>
            </a:custGeom>
            <a:noFill/>
            <a:ln w="11662">
              <a:solidFill>
                <a:srgbClr val="7B8790"/>
              </a:solidFill>
              <a:prstDash val="dash"/>
            </a:ln>
          </p:spPr>
        </p:sp>
        <p:sp>
          <p:nvSpPr>
            <p:cNvPr id="69" name="C_s₁_label">
              <a:extLst>
                <a:ext uri="{FF2B5EF4-FFF2-40B4-BE49-F238E27FC236}">
                  <ns2:creationId id="{76F8E238-1171-401F-AD3C-76D3B04296A5}"/>
                </a:ext>
              </a:extLst>
            </p:cNvPr>
            <p:cNvSpPr>
              <a:spLocks noGrp="1"/>
            </p:cNvSpPr>
            <p:nvPr/>
          </p:nvSpPr>
          <p:spPr>
            <a:xfrm rot="0" flipH="0" flipV="0">
              <a:off x="8324850" y="4206846"/>
              <a:ext cx="228600" cy="276225"/>
            </a:xfrm>
            <a:prstGeom prst="rect">
              <a:avLst/>
            </a:prstGeom>
            <a:noFill/>
            <a:ln w="0">
              <a:noFill/>
            </a:ln>
          </p:spPr>
          <p:txBody>
            <a:bodyPr wrap="none" lIns="0" tIns="0" rIns="0" bIns="0" anchor="ctr">
              <a:noAutofit/>
            </a:bodyPr>
            <a:lstStyle>
              <a:defPPr algn="l">
                <a:defRPr sz="2003" b="0">
                  <a:solidFill>
                    <a:srgbClr val="000000"/>
                  </a:solidFill>
                  <a:latin typeface="Arial"/>
                  <a:ea typeface="Arial"/>
                  <a:cs typeface="Arial"/>
                </a:defRPr>
              </a:defPPr>
              <a:lvl1pPr algn="l">
                <a:defRPr sz="2003" b="0">
                  <a:solidFill>
                    <a:srgbClr val="000000"/>
                  </a:solidFill>
                  <a:latin typeface="Arial"/>
                  <a:ea typeface="Arial"/>
                  <a:cs typeface="Arial"/>
                </a:defRPr>
              </a:lvl1pPr>
              <a:lvl2pPr algn="l">
                <a:defRPr sz="2003" b="0">
                  <a:solidFill>
                    <a:srgbClr val="000000"/>
                  </a:solidFill>
                  <a:latin typeface="Arial"/>
                  <a:ea typeface="Arial"/>
                  <a:cs typeface="Arial"/>
                </a:defRPr>
              </a:lvl2pPr>
              <a:lvl3pPr algn="l">
                <a:defRPr sz="2003" b="0">
                  <a:solidFill>
                    <a:srgbClr val="000000"/>
                  </a:solidFill>
                  <a:latin typeface="Arial"/>
                  <a:ea typeface="Arial"/>
                  <a:cs typeface="Arial"/>
                </a:defRPr>
              </a:lvl3pPr>
              <a:lvl4pPr algn="l">
                <a:defRPr sz="2003" b="0">
                  <a:solidFill>
                    <a:srgbClr val="000000"/>
                  </a:solidFill>
                  <a:latin typeface="Arial"/>
                  <a:ea typeface="Arial"/>
                  <a:cs typeface="Arial"/>
                </a:defRPr>
              </a:lvl4pPr>
              <a:lvl5pPr algn="l">
                <a:defRPr sz="2003" b="0">
                  <a:solidFill>
                    <a:srgbClr val="000000"/>
                  </a:solidFill>
                  <a:latin typeface="Arial"/>
                  <a:ea typeface="Arial"/>
                  <a:cs typeface="Arial"/>
                </a:defRPr>
              </a:lvl5pPr>
              <a:lvl6pPr algn="l">
                <a:defRPr sz="2003" b="0">
                  <a:solidFill>
                    <a:srgbClr val="000000"/>
                  </a:solidFill>
                  <a:latin typeface="Arial"/>
                  <a:ea typeface="Arial"/>
                  <a:cs typeface="Arial"/>
                </a:defRPr>
              </a:lvl6pPr>
              <a:lvl7pPr algn="l">
                <a:defRPr sz="2003" b="0">
                  <a:solidFill>
                    <a:srgbClr val="000000"/>
                  </a:solidFill>
                  <a:latin typeface="Arial"/>
                  <a:ea typeface="Arial"/>
                  <a:cs typeface="Arial"/>
                </a:defRPr>
              </a:lvl7pPr>
              <a:lvl8pPr algn="l">
                <a:defRPr sz="2003" b="0">
                  <a:solidFill>
                    <a:srgbClr val="000000"/>
                  </a:solidFill>
                  <a:latin typeface="Arial"/>
                  <a:ea typeface="Arial"/>
                  <a:cs typeface="Arial"/>
                </a:defRPr>
              </a:lvl8pPr>
              <a:lvl9pPr algn="l">
                <a:defRPr sz="2003" b="0">
                  <a:solidFill>
                    <a:srgbClr val="000000"/>
                  </a:solidFill>
                  <a:latin typeface="Arial"/>
                  <a:ea typeface="Arial"/>
                  <a:cs typeface="Arial"/>
                </a:defRPr>
              </a:lvl9pPr>
            </a:lstStyle>
            <a:p>
              <a:pPr algn="l">
                <a:defRPr sz="2003" b="0">
                  <a:solidFill>
                    <a:srgbClr val="000000"/>
                  </a:solidFill>
                  <a:latin typeface="Arial"/>
                  <a:ea typeface="Arial"/>
                  <a:cs typeface="Arial"/>
                </a:defRPr>
              </a:pPr>
              <a:r>
                <a:rPr sz="2003" b="0">
                  <a:solidFill>
                    <a:srgbClr val="000000"/>
                  </a:solidFill>
                  <a:latin typeface="Arial"/>
                  <a:ea typeface="Arial"/>
                  <a:cs typeface="Arial"/>
                </a:rPr>
                <a:t>s</a:t>
              </a:r>
              <a:r>
                <a:rPr sz="1443" b="0" baseline="-25000">
                  <a:solidFill>
                    <a:srgbClr val="000000"/>
                  </a:solidFill>
                  <a:latin typeface="Arial"/>
                  <a:ea typeface="Arial"/>
                  <a:cs typeface="Arial"/>
                </a:rPr>
                <a:t>1</a:t>
              </a:r>
            </a:p>
          </p:txBody>
        </p:sp>
        <p:sp>
          <p:nvSpPr>
            <p:cNvPr id="70" name="C_s₂_level">
              <a:extLst>
                <a:ext uri="{FF2B5EF4-FFF2-40B4-BE49-F238E27FC236}">
                  <ns2:creationId id="{8572C153-FADC-475D-A157-DB01AB17CDC9}"/>
                </a:ext>
              </a:extLst>
            </p:cNvPr>
            <p:cNvSpPr>
              <a:spLocks noGrp="1"/>
            </p:cNvSpPr>
            <p:nvPr/>
          </p:nvSpPr>
          <p:spPr>
            <a:xfrm rot="0" flipH="0" flipV="0">
              <a:off x="4857750" y="3872947"/>
              <a:ext cx="3454210" cy="95"/>
            </a:xfrm>
            <a:custGeom>
              <a:pathLst>
                <a:path w="3454210" h="95">
                  <a:moveTo>
                    <a:pt x="0" y="0"/>
                  </a:moveTo>
                  <a:lnTo>
                    <a:pt x="3454210" y="95"/>
                  </a:lnTo>
                </a:path>
              </a:pathLst>
            </a:custGeom>
            <a:noFill/>
            <a:ln w="11662">
              <a:solidFill>
                <a:srgbClr val="7B8790"/>
              </a:solidFill>
              <a:prstDash val="dash"/>
            </a:ln>
          </p:spPr>
        </p:sp>
        <p:sp>
          <p:nvSpPr>
            <p:cNvPr id="71" name="C_s₂_label">
              <a:extLst>
                <a:ext uri="{FF2B5EF4-FFF2-40B4-BE49-F238E27FC236}">
                  <ns2:creationId id="{2E0AF7BA-909D-4C9D-B7E6-F0B2B97222A8}"/>
                </a:ext>
              </a:extLst>
            </p:cNvPr>
            <p:cNvSpPr>
              <a:spLocks noGrp="1"/>
            </p:cNvSpPr>
            <p:nvPr/>
          </p:nvSpPr>
          <p:spPr>
            <a:xfrm rot="0" flipH="0" flipV="0">
              <a:off x="8324850" y="3760061"/>
              <a:ext cx="228600" cy="276225"/>
            </a:xfrm>
            <a:prstGeom prst="rect">
              <a:avLst/>
            </a:prstGeom>
            <a:noFill/>
            <a:ln w="0">
              <a:noFill/>
            </a:ln>
          </p:spPr>
          <p:txBody>
            <a:bodyPr wrap="none" lIns="0" tIns="0" rIns="0" bIns="0" anchor="ctr">
              <a:noAutofit/>
            </a:bodyPr>
            <a:lstStyle>
              <a:defPPr algn="l">
                <a:defRPr sz="2003" b="0">
                  <a:solidFill>
                    <a:srgbClr val="000000"/>
                  </a:solidFill>
                  <a:latin typeface="Arial"/>
                  <a:ea typeface="Arial"/>
                  <a:cs typeface="Arial"/>
                </a:defRPr>
              </a:defPPr>
              <a:lvl1pPr algn="l">
                <a:defRPr sz="2003" b="0">
                  <a:solidFill>
                    <a:srgbClr val="000000"/>
                  </a:solidFill>
                  <a:latin typeface="Arial"/>
                  <a:ea typeface="Arial"/>
                  <a:cs typeface="Arial"/>
                </a:defRPr>
              </a:lvl1pPr>
              <a:lvl2pPr algn="l">
                <a:defRPr sz="2003" b="0">
                  <a:solidFill>
                    <a:srgbClr val="000000"/>
                  </a:solidFill>
                  <a:latin typeface="Arial"/>
                  <a:ea typeface="Arial"/>
                  <a:cs typeface="Arial"/>
                </a:defRPr>
              </a:lvl2pPr>
              <a:lvl3pPr algn="l">
                <a:defRPr sz="2003" b="0">
                  <a:solidFill>
                    <a:srgbClr val="000000"/>
                  </a:solidFill>
                  <a:latin typeface="Arial"/>
                  <a:ea typeface="Arial"/>
                  <a:cs typeface="Arial"/>
                </a:defRPr>
              </a:lvl3pPr>
              <a:lvl4pPr algn="l">
                <a:defRPr sz="2003" b="0">
                  <a:solidFill>
                    <a:srgbClr val="000000"/>
                  </a:solidFill>
                  <a:latin typeface="Arial"/>
                  <a:ea typeface="Arial"/>
                  <a:cs typeface="Arial"/>
                </a:defRPr>
              </a:lvl4pPr>
              <a:lvl5pPr algn="l">
                <a:defRPr sz="2003" b="0">
                  <a:solidFill>
                    <a:srgbClr val="000000"/>
                  </a:solidFill>
                  <a:latin typeface="Arial"/>
                  <a:ea typeface="Arial"/>
                  <a:cs typeface="Arial"/>
                </a:defRPr>
              </a:lvl5pPr>
              <a:lvl6pPr algn="l">
                <a:defRPr sz="2003" b="0">
                  <a:solidFill>
                    <a:srgbClr val="000000"/>
                  </a:solidFill>
                  <a:latin typeface="Arial"/>
                  <a:ea typeface="Arial"/>
                  <a:cs typeface="Arial"/>
                </a:defRPr>
              </a:lvl6pPr>
              <a:lvl7pPr algn="l">
                <a:defRPr sz="2003" b="0">
                  <a:solidFill>
                    <a:srgbClr val="000000"/>
                  </a:solidFill>
                  <a:latin typeface="Arial"/>
                  <a:ea typeface="Arial"/>
                  <a:cs typeface="Arial"/>
                </a:defRPr>
              </a:lvl7pPr>
              <a:lvl8pPr algn="l">
                <a:defRPr sz="2003" b="0">
                  <a:solidFill>
                    <a:srgbClr val="000000"/>
                  </a:solidFill>
                  <a:latin typeface="Arial"/>
                  <a:ea typeface="Arial"/>
                  <a:cs typeface="Arial"/>
                </a:defRPr>
              </a:lvl8pPr>
              <a:lvl9pPr algn="l">
                <a:defRPr sz="2003" b="0">
                  <a:solidFill>
                    <a:srgbClr val="000000"/>
                  </a:solidFill>
                  <a:latin typeface="Arial"/>
                  <a:ea typeface="Arial"/>
                  <a:cs typeface="Arial"/>
                </a:defRPr>
              </a:lvl9pPr>
            </a:lstStyle>
            <a:p>
              <a:pPr algn="l">
                <a:defRPr sz="2003" b="0">
                  <a:solidFill>
                    <a:srgbClr val="000000"/>
                  </a:solidFill>
                  <a:latin typeface="Arial"/>
                  <a:ea typeface="Arial"/>
                  <a:cs typeface="Arial"/>
                </a:defRPr>
              </a:pPr>
              <a:r>
                <a:rPr sz="2003" b="0">
                  <a:solidFill>
                    <a:srgbClr val="000000"/>
                  </a:solidFill>
                  <a:latin typeface="Arial"/>
                  <a:ea typeface="Arial"/>
                  <a:cs typeface="Arial"/>
                </a:rPr>
                <a:t>s</a:t>
              </a:r>
              <a:r>
                <a:rPr sz="1443" b="0" baseline="-25000">
                  <a:solidFill>
                    <a:srgbClr val="000000"/>
                  </a:solidFill>
                  <a:latin typeface="Arial"/>
                  <a:ea typeface="Arial"/>
                  <a:cs typeface="Arial"/>
                </a:rPr>
                <a:t>2</a:t>
              </a:r>
            </a:p>
          </p:txBody>
        </p:sp>
        <p:sp>
          <p:nvSpPr>
            <p:cNvPr id="72" name="C_y_axis">
              <a:extLst>
                <a:ext uri="{FF2B5EF4-FFF2-40B4-BE49-F238E27FC236}">
                  <ns2:creationId id="{022C6869-0DED-4AE0-95B2-150F3DCD5592}"/>
                </a:ext>
              </a:extLst>
            </p:cNvPr>
            <p:cNvSpPr>
              <a:spLocks noGrp="1"/>
            </p:cNvSpPr>
            <p:nvPr/>
          </p:nvSpPr>
          <p:spPr>
            <a:xfrm rot="0" flipH="0" flipV="0">
              <a:off x="4857750" y="3667125"/>
              <a:ext cx="95" cy="1104412"/>
            </a:xfrm>
            <a:custGeom>
              <a:pathLst>
                <a:path w="95" h="1104412">
                  <a:moveTo>
                    <a:pt x="0" y="0"/>
                  </a:moveTo>
                  <a:lnTo>
                    <a:pt x="95" y="1104412"/>
                  </a:lnTo>
                </a:path>
              </a:pathLst>
            </a:custGeom>
            <a:noFill/>
            <a:ln w="11662">
              <a:solidFill>
                <a:srgbClr val="263238"/>
              </a:solidFill>
              <a:prstDash val="solid"/>
            </a:ln>
          </p:spPr>
        </p:sp>
        <p:sp>
          <p:nvSpPr>
            <p:cNvPr id="73" name="C_x_axis">
              <a:extLst>
                <a:ext uri="{FF2B5EF4-FFF2-40B4-BE49-F238E27FC236}">
                  <ns2:creationId id="{84FD4B72-43A1-4E3F-9B66-96FE47BC5A81}"/>
                </a:ext>
              </a:extLst>
            </p:cNvPr>
            <p:cNvSpPr>
              <a:spLocks noGrp="1"/>
            </p:cNvSpPr>
            <p:nvPr/>
          </p:nvSpPr>
          <p:spPr>
            <a:xfrm rot="0" flipH="0" flipV="0">
              <a:off x="4857750" y="4766517"/>
              <a:ext cx="3458407" cy="95"/>
            </a:xfrm>
            <a:custGeom>
              <a:pathLst>
                <a:path w="3458407" h="95">
                  <a:moveTo>
                    <a:pt x="0" y="0"/>
                  </a:moveTo>
                  <a:lnTo>
                    <a:pt x="3458407" y="95"/>
                  </a:lnTo>
                </a:path>
              </a:pathLst>
            </a:custGeom>
            <a:noFill/>
            <a:ln w="11662">
              <a:solidFill>
                <a:srgbClr val="263238"/>
              </a:solidFill>
              <a:prstDash val="solid"/>
            </a:ln>
          </p:spPr>
        </p:sp>
        <p:sp>
          <p:nvSpPr>
            <p:cNvPr id="74" name="C_f">
              <a:extLst>
                <a:ext uri="{FF2B5EF4-FFF2-40B4-BE49-F238E27FC236}">
                  <ns2:creationId id="{25A73AE6-DE5A-4BE7-959E-5300C17F9DA4}"/>
                </a:ext>
              </a:extLst>
            </p:cNvPr>
            <p:cNvSpPr>
              <a:spLocks noGrp="1"/>
            </p:cNvSpPr>
            <p:nvPr/>
          </p:nvSpPr>
          <p:spPr>
            <a:xfrm rot="0" flipH="0" flipV="0">
              <a:off x="4657725" y="3543300"/>
              <a:ext cx="238125" cy="276225"/>
            </a:xfrm>
            <a:prstGeom prst="rect">
              <a:avLst/>
            </a:prstGeom>
            <a:noFill/>
            <a:ln w="0">
              <a:noFill/>
            </a:ln>
          </p:spPr>
          <p:txBody>
            <a:bodyPr wrap="none" lIns="0" tIns="0" rIns="0" bIns="0" anchor="ctr">
              <a:noAutofit/>
            </a:bodyPr>
            <a:lstStyle>
              <a:defPPr algn="l">
                <a:defRPr sz="1920" b="0">
                  <a:solidFill>
                    <a:srgbClr val="000000"/>
                  </a:solidFill>
                  <a:latin typeface="Arial"/>
                  <a:ea typeface="Arial"/>
                  <a:cs typeface="Arial"/>
                </a:defRPr>
              </a:defPPr>
              <a:lvl1pPr algn="l">
                <a:defRPr sz="1920" b="0">
                  <a:solidFill>
                    <a:srgbClr val="000000"/>
                  </a:solidFill>
                  <a:latin typeface="Arial"/>
                  <a:ea typeface="Arial"/>
                  <a:cs typeface="Arial"/>
                </a:defRPr>
              </a:lvl1pPr>
              <a:lvl2pPr algn="l">
                <a:defRPr sz="1920" b="0">
                  <a:solidFill>
                    <a:srgbClr val="000000"/>
                  </a:solidFill>
                  <a:latin typeface="Arial"/>
                  <a:ea typeface="Arial"/>
                  <a:cs typeface="Arial"/>
                </a:defRPr>
              </a:lvl2pPr>
              <a:lvl3pPr algn="l">
                <a:defRPr sz="1920" b="0">
                  <a:solidFill>
                    <a:srgbClr val="000000"/>
                  </a:solidFill>
                  <a:latin typeface="Arial"/>
                  <a:ea typeface="Arial"/>
                  <a:cs typeface="Arial"/>
                </a:defRPr>
              </a:lvl3pPr>
              <a:lvl4pPr algn="l">
                <a:defRPr sz="1920" b="0">
                  <a:solidFill>
                    <a:srgbClr val="000000"/>
                  </a:solidFill>
                  <a:latin typeface="Arial"/>
                  <a:ea typeface="Arial"/>
                  <a:cs typeface="Arial"/>
                </a:defRPr>
              </a:lvl4pPr>
              <a:lvl5pPr algn="l">
                <a:defRPr sz="1920" b="0">
                  <a:solidFill>
                    <a:srgbClr val="000000"/>
                  </a:solidFill>
                  <a:latin typeface="Arial"/>
                  <a:ea typeface="Arial"/>
                  <a:cs typeface="Arial"/>
                </a:defRPr>
              </a:lvl5pPr>
              <a:lvl6pPr algn="l">
                <a:defRPr sz="1920" b="0">
                  <a:solidFill>
                    <a:srgbClr val="000000"/>
                  </a:solidFill>
                  <a:latin typeface="Arial"/>
                  <a:ea typeface="Arial"/>
                  <a:cs typeface="Arial"/>
                </a:defRPr>
              </a:lvl6pPr>
              <a:lvl7pPr algn="l">
                <a:defRPr sz="1920" b="0">
                  <a:solidFill>
                    <a:srgbClr val="000000"/>
                  </a:solidFill>
                  <a:latin typeface="Arial"/>
                  <a:ea typeface="Arial"/>
                  <a:cs typeface="Arial"/>
                </a:defRPr>
              </a:lvl7pPr>
              <a:lvl8pPr algn="l">
                <a:defRPr sz="1920" b="0">
                  <a:solidFill>
                    <a:srgbClr val="000000"/>
                  </a:solidFill>
                  <a:latin typeface="Arial"/>
                  <a:ea typeface="Arial"/>
                  <a:cs typeface="Arial"/>
                </a:defRPr>
              </a:lvl8pPr>
              <a:lvl9pPr algn="l">
                <a:defRPr sz="1920" b="0">
                  <a:solidFill>
                    <a:srgbClr val="000000"/>
                  </a:solidFill>
                  <a:latin typeface="Arial"/>
                  <a:ea typeface="Arial"/>
                  <a:cs typeface="Arial"/>
                </a:defRPr>
              </a:lvl9pPr>
            </a:lstStyle>
            <a:p>
              <a:pPr algn="l">
                <a:defRPr sz="1920" b="0">
                  <a:solidFill>
                    <a:srgbClr val="000000"/>
                  </a:solidFill>
                  <a:latin typeface="Arial"/>
                  <a:ea typeface="Arial"/>
                  <a:cs typeface="Arial"/>
                </a:defRPr>
              </a:pPr>
              <a:r>
                <a:rPr sz="1920" b="0">
                  <a:solidFill>
                    <a:srgbClr val="000000"/>
                  </a:solidFill>
                  <a:latin typeface="Arial"/>
                  <a:ea typeface="Arial"/>
                  <a:cs typeface="Arial"/>
                </a:rPr>
                <a:t>f</a:t>
              </a:r>
            </a:p>
          </p:txBody>
        </p:sp>
        <p:sp>
          <p:nvSpPr>
            <p:cNvPr id="75" name="C_u">
              <a:extLst>
                <a:ext uri="{FF2B5EF4-FFF2-40B4-BE49-F238E27FC236}">
                  <ns2:creationId id="{A31095F8-C43A-42E4-9424-80CC7E2383CB}"/>
                </a:ext>
              </a:extLst>
            </p:cNvPr>
            <p:cNvSpPr>
              <a:spLocks noGrp="1"/>
            </p:cNvSpPr>
            <p:nvPr/>
          </p:nvSpPr>
          <p:spPr>
            <a:xfrm rot="0" flipH="0" flipV="0">
              <a:off x="8343900" y="4657725"/>
              <a:ext cx="190500" cy="276225"/>
            </a:xfrm>
            <a:prstGeom prst="rect">
              <a:avLst/>
            </a:prstGeom>
            <a:noFill/>
            <a:ln w="0">
              <a:noFill/>
            </a:ln>
          </p:spPr>
          <p:txBody>
            <a:bodyPr wrap="none" lIns="0" tIns="0" rIns="0" bIns="0" anchor="ctr">
              <a:noAutofit/>
            </a:bodyPr>
            <a:lstStyle>
              <a:defPPr algn="l">
                <a:defRPr sz="1920" b="0">
                  <a:solidFill>
                    <a:srgbClr val="000000"/>
                  </a:solidFill>
                  <a:latin typeface="Arial"/>
                  <a:ea typeface="Arial"/>
                  <a:cs typeface="Arial"/>
                </a:defRPr>
              </a:defPPr>
              <a:lvl1pPr algn="l">
                <a:defRPr sz="1920" b="0">
                  <a:solidFill>
                    <a:srgbClr val="000000"/>
                  </a:solidFill>
                  <a:latin typeface="Arial"/>
                  <a:ea typeface="Arial"/>
                  <a:cs typeface="Arial"/>
                </a:defRPr>
              </a:lvl1pPr>
              <a:lvl2pPr algn="l">
                <a:defRPr sz="1920" b="0">
                  <a:solidFill>
                    <a:srgbClr val="000000"/>
                  </a:solidFill>
                  <a:latin typeface="Arial"/>
                  <a:ea typeface="Arial"/>
                  <a:cs typeface="Arial"/>
                </a:defRPr>
              </a:lvl2pPr>
              <a:lvl3pPr algn="l">
                <a:defRPr sz="1920" b="0">
                  <a:solidFill>
                    <a:srgbClr val="000000"/>
                  </a:solidFill>
                  <a:latin typeface="Arial"/>
                  <a:ea typeface="Arial"/>
                  <a:cs typeface="Arial"/>
                </a:defRPr>
              </a:lvl3pPr>
              <a:lvl4pPr algn="l">
                <a:defRPr sz="1920" b="0">
                  <a:solidFill>
                    <a:srgbClr val="000000"/>
                  </a:solidFill>
                  <a:latin typeface="Arial"/>
                  <a:ea typeface="Arial"/>
                  <a:cs typeface="Arial"/>
                </a:defRPr>
              </a:lvl4pPr>
              <a:lvl5pPr algn="l">
                <a:defRPr sz="1920" b="0">
                  <a:solidFill>
                    <a:srgbClr val="000000"/>
                  </a:solidFill>
                  <a:latin typeface="Arial"/>
                  <a:ea typeface="Arial"/>
                  <a:cs typeface="Arial"/>
                </a:defRPr>
              </a:lvl5pPr>
              <a:lvl6pPr algn="l">
                <a:defRPr sz="1920" b="0">
                  <a:solidFill>
                    <a:srgbClr val="000000"/>
                  </a:solidFill>
                  <a:latin typeface="Arial"/>
                  <a:ea typeface="Arial"/>
                  <a:cs typeface="Arial"/>
                </a:defRPr>
              </a:lvl6pPr>
              <a:lvl7pPr algn="l">
                <a:defRPr sz="1920" b="0">
                  <a:solidFill>
                    <a:srgbClr val="000000"/>
                  </a:solidFill>
                  <a:latin typeface="Arial"/>
                  <a:ea typeface="Arial"/>
                  <a:cs typeface="Arial"/>
                </a:defRPr>
              </a:lvl7pPr>
              <a:lvl8pPr algn="l">
                <a:defRPr sz="1920" b="0">
                  <a:solidFill>
                    <a:srgbClr val="000000"/>
                  </a:solidFill>
                  <a:latin typeface="Arial"/>
                  <a:ea typeface="Arial"/>
                  <a:cs typeface="Arial"/>
                </a:defRPr>
              </a:lvl8pPr>
              <a:lvl9pPr algn="l">
                <a:defRPr sz="1920" b="0">
                  <a:solidFill>
                    <a:srgbClr val="000000"/>
                  </a:solidFill>
                  <a:latin typeface="Arial"/>
                  <a:ea typeface="Arial"/>
                  <a:cs typeface="Arial"/>
                </a:defRPr>
              </a:lvl9pPr>
            </a:lstStyle>
            <a:p>
              <a:pPr algn="l">
                <a:defRPr sz="1920" b="0">
                  <a:solidFill>
                    <a:srgbClr val="000000"/>
                  </a:solidFill>
                  <a:latin typeface="Arial"/>
                  <a:ea typeface="Arial"/>
                  <a:cs typeface="Arial"/>
                </a:defRPr>
              </a:pPr>
              <a:r>
                <a:rPr sz="1920" b="0">
                  <a:solidFill>
                    <a:srgbClr val="000000"/>
                  </a:solidFill>
                  <a:latin typeface="Arial"/>
                  <a:ea typeface="Arial"/>
                  <a:cs typeface="Arial"/>
                </a:rPr>
                <a:t>u</a:t>
              </a:r>
            </a:p>
          </p:txBody>
        </p:sp>
        <p:sp>
          <p:nvSpPr>
            <p:cNvPr id="76" name="C_same_baseline_exact_copy_of_B">
              <a:extLst>
                <a:ext uri="{FF2B5EF4-FFF2-40B4-BE49-F238E27FC236}">
                  <ns2:creationId id="{429CA7D3-191A-476D-BB6F-29CE3991D955}"/>
                </a:ext>
              </a:extLst>
            </p:cNvPr>
            <p:cNvSpPr>
              <a:spLocks noGrp="1"/>
            </p:cNvSpPr>
            <p:nvPr/>
          </p:nvSpPr>
          <p:spPr>
            <a:xfrm rot="0" flipH="0" flipV="0">
              <a:off x="4857750" y="3716573"/>
              <a:ext cx="3454210" cy="1049945"/>
            </a:xfrm>
            <a:custGeom>
              <a:pathLst>
                <a:path w="6772960" h="1721221">
                  <a:moveTo>
                    <a:pt x="0" y="0"/>
                  </a:moveTo>
                  <a:lnTo>
                    <a:pt x="52597" y="8016"/>
                  </a:lnTo>
                  <a:lnTo>
                    <a:pt x="105195" y="31914"/>
                  </a:lnTo>
                  <a:lnTo>
                    <a:pt x="157793" y="71249"/>
                  </a:lnTo>
                  <a:lnTo>
                    <a:pt x="210391" y="125288"/>
                  </a:lnTo>
                  <a:lnTo>
                    <a:pt x="262989" y="193025"/>
                  </a:lnTo>
                  <a:lnTo>
                    <a:pt x="315587" y="273198"/>
                  </a:lnTo>
                  <a:lnTo>
                    <a:pt x="368185" y="364313"/>
                  </a:lnTo>
                  <a:lnTo>
                    <a:pt x="420783" y="464674"/>
                  </a:lnTo>
                  <a:lnTo>
                    <a:pt x="473381" y="572409"/>
                  </a:lnTo>
                  <a:lnTo>
                    <a:pt x="525978" y="685514"/>
                  </a:lnTo>
                  <a:lnTo>
                    <a:pt x="578576" y="801880"/>
                  </a:lnTo>
                  <a:lnTo>
                    <a:pt x="631174" y="919341"/>
                  </a:lnTo>
                  <a:lnTo>
                    <a:pt x="683772" y="1035707"/>
                  </a:lnTo>
                  <a:lnTo>
                    <a:pt x="736370" y="1148811"/>
                  </a:lnTo>
                  <a:lnTo>
                    <a:pt x="788968" y="1256547"/>
                  </a:lnTo>
                  <a:lnTo>
                    <a:pt x="841566" y="1356907"/>
                  </a:lnTo>
                  <a:lnTo>
                    <a:pt x="894164" y="1448023"/>
                  </a:lnTo>
                  <a:lnTo>
                    <a:pt x="946761" y="1528196"/>
                  </a:lnTo>
                  <a:lnTo>
                    <a:pt x="999359" y="1595933"/>
                  </a:lnTo>
                  <a:lnTo>
                    <a:pt x="1051957" y="1649972"/>
                  </a:lnTo>
                  <a:lnTo>
                    <a:pt x="1104555" y="1689307"/>
                  </a:lnTo>
                  <a:lnTo>
                    <a:pt x="1157153" y="1713205"/>
                  </a:lnTo>
                  <a:lnTo>
                    <a:pt x="1209751" y="1721221"/>
                  </a:lnTo>
                  <a:lnTo>
                    <a:pt x="1260560" y="1717810"/>
                  </a:lnTo>
                  <a:lnTo>
                    <a:pt x="1311368" y="1707640"/>
                  </a:lnTo>
                  <a:lnTo>
                    <a:pt x="1362177" y="1690902"/>
                  </a:lnTo>
                  <a:lnTo>
                    <a:pt x="1412986" y="1667907"/>
                  </a:lnTo>
                  <a:lnTo>
                    <a:pt x="1463795" y="1639082"/>
                  </a:lnTo>
                  <a:lnTo>
                    <a:pt x="1514604" y="1604966"/>
                  </a:lnTo>
                  <a:lnTo>
                    <a:pt x="1565413" y="1566194"/>
                  </a:lnTo>
                  <a:lnTo>
                    <a:pt x="1616221" y="1523487"/>
                  </a:lnTo>
                  <a:lnTo>
                    <a:pt x="1667030" y="1477642"/>
                  </a:lnTo>
                  <a:lnTo>
                    <a:pt x="1717839" y="1429513"/>
                  </a:lnTo>
                  <a:lnTo>
                    <a:pt x="1768648" y="1379995"/>
                  </a:lnTo>
                  <a:lnTo>
                    <a:pt x="1819457" y="1330012"/>
                  </a:lnTo>
                  <a:lnTo>
                    <a:pt x="1870266" y="1280495"/>
                  </a:lnTo>
                  <a:lnTo>
                    <a:pt x="1921074" y="1232365"/>
                  </a:lnTo>
                  <a:lnTo>
                    <a:pt x="1971883" y="1186520"/>
                  </a:lnTo>
                  <a:lnTo>
                    <a:pt x="2022692" y="1143813"/>
                  </a:lnTo>
                  <a:lnTo>
                    <a:pt x="2073501" y="1105041"/>
                  </a:lnTo>
                  <a:lnTo>
                    <a:pt x="2124310" y="1070925"/>
                  </a:lnTo>
                  <a:lnTo>
                    <a:pt x="2175119" y="1042101"/>
                  </a:lnTo>
                  <a:lnTo>
                    <a:pt x="2225927" y="1019105"/>
                  </a:lnTo>
                  <a:lnTo>
                    <a:pt x="2276736" y="1002367"/>
                  </a:lnTo>
                  <a:lnTo>
                    <a:pt x="2327545" y="992197"/>
                  </a:lnTo>
                  <a:lnTo>
                    <a:pt x="2378354" y="988786"/>
                  </a:lnTo>
                  <a:lnTo>
                    <a:pt x="2428805" y="992197"/>
                  </a:lnTo>
                  <a:lnTo>
                    <a:pt x="2479256" y="1002367"/>
                  </a:lnTo>
                  <a:lnTo>
                    <a:pt x="2529707" y="1019105"/>
                  </a:lnTo>
                  <a:lnTo>
                    <a:pt x="2580158" y="1042101"/>
                  </a:lnTo>
                  <a:lnTo>
                    <a:pt x="2630609" y="1070925"/>
                  </a:lnTo>
                  <a:lnTo>
                    <a:pt x="2681060" y="1105041"/>
                  </a:lnTo>
                  <a:lnTo>
                    <a:pt x="2731511" y="1143813"/>
                  </a:lnTo>
                  <a:lnTo>
                    <a:pt x="2781962" y="1186520"/>
                  </a:lnTo>
                  <a:lnTo>
                    <a:pt x="2832413" y="1232365"/>
                  </a:lnTo>
                  <a:lnTo>
                    <a:pt x="2882864" y="1280495"/>
                  </a:lnTo>
                  <a:lnTo>
                    <a:pt x="2933315" y="1330012"/>
                  </a:lnTo>
                  <a:lnTo>
                    <a:pt x="2983766" y="1379995"/>
                  </a:lnTo>
                  <a:lnTo>
                    <a:pt x="3034217" y="1429513"/>
                  </a:lnTo>
                  <a:lnTo>
                    <a:pt x="3084668" y="1477642"/>
                  </a:lnTo>
                  <a:lnTo>
                    <a:pt x="3135119" y="1523487"/>
                  </a:lnTo>
                  <a:lnTo>
                    <a:pt x="3185570" y="1566194"/>
                  </a:lnTo>
                  <a:lnTo>
                    <a:pt x="3236021" y="1604966"/>
                  </a:lnTo>
                  <a:lnTo>
                    <a:pt x="3286472" y="1639082"/>
                  </a:lnTo>
                  <a:lnTo>
                    <a:pt x="3336923" y="1667907"/>
                  </a:lnTo>
                  <a:lnTo>
                    <a:pt x="3387375" y="1690902"/>
                  </a:lnTo>
                  <a:lnTo>
                    <a:pt x="3437826" y="1707640"/>
                  </a:lnTo>
                  <a:lnTo>
                    <a:pt x="3488277" y="1717810"/>
                  </a:lnTo>
                  <a:lnTo>
                    <a:pt x="3538728" y="1721221"/>
                  </a:lnTo>
                  <a:lnTo>
                    <a:pt x="3589179" y="1714399"/>
                  </a:lnTo>
                  <a:lnTo>
                    <a:pt x="3639630" y="1694060"/>
                  </a:lnTo>
                  <a:lnTo>
                    <a:pt x="3690081" y="1660584"/>
                  </a:lnTo>
                  <a:lnTo>
                    <a:pt x="3740532" y="1614593"/>
                  </a:lnTo>
                  <a:lnTo>
                    <a:pt x="3790983" y="1556944"/>
                  </a:lnTo>
                  <a:lnTo>
                    <a:pt x="3841434" y="1488712"/>
                  </a:lnTo>
                  <a:lnTo>
                    <a:pt x="3891885" y="1411167"/>
                  </a:lnTo>
                  <a:lnTo>
                    <a:pt x="3942336" y="1325754"/>
                  </a:lnTo>
                  <a:lnTo>
                    <a:pt x="3992787" y="1234064"/>
                  </a:lnTo>
                  <a:lnTo>
                    <a:pt x="4043238" y="1137805"/>
                  </a:lnTo>
                  <a:lnTo>
                    <a:pt x="4093689" y="1038769"/>
                  </a:lnTo>
                  <a:lnTo>
                    <a:pt x="4144140" y="938803"/>
                  </a:lnTo>
                  <a:lnTo>
                    <a:pt x="4194591" y="839768"/>
                  </a:lnTo>
                  <a:lnTo>
                    <a:pt x="4245042" y="743509"/>
                  </a:lnTo>
                  <a:lnTo>
                    <a:pt x="4295493" y="651819"/>
                  </a:lnTo>
                  <a:lnTo>
                    <a:pt x="4345944" y="566406"/>
                  </a:lnTo>
                  <a:lnTo>
                    <a:pt x="4396395" y="488861"/>
                  </a:lnTo>
                  <a:lnTo>
                    <a:pt x="4446846" y="420629"/>
                  </a:lnTo>
                  <a:lnTo>
                    <a:pt x="4497297" y="362980"/>
                  </a:lnTo>
                  <a:lnTo>
                    <a:pt x="4547748" y="316989"/>
                  </a:lnTo>
                  <a:lnTo>
                    <a:pt x="4598199" y="283513"/>
                  </a:lnTo>
                  <a:lnTo>
                    <a:pt x="4648650" y="263174"/>
                  </a:lnTo>
                  <a:lnTo>
                    <a:pt x="4699101" y="256352"/>
                  </a:lnTo>
                  <a:lnTo>
                    <a:pt x="4750626" y="263174"/>
                  </a:lnTo>
                  <a:lnTo>
                    <a:pt x="4802150" y="283513"/>
                  </a:lnTo>
                  <a:lnTo>
                    <a:pt x="4853675" y="316989"/>
                  </a:lnTo>
                  <a:lnTo>
                    <a:pt x="4905199" y="362980"/>
                  </a:lnTo>
                  <a:lnTo>
                    <a:pt x="4956723" y="420629"/>
                  </a:lnTo>
                  <a:lnTo>
                    <a:pt x="5008248" y="488861"/>
                  </a:lnTo>
                  <a:lnTo>
                    <a:pt x="5059772" y="566406"/>
                  </a:lnTo>
                  <a:lnTo>
                    <a:pt x="5111297" y="651819"/>
                  </a:lnTo>
                  <a:lnTo>
                    <a:pt x="5162821" y="743509"/>
                  </a:lnTo>
                  <a:lnTo>
                    <a:pt x="5214346" y="839768"/>
                  </a:lnTo>
                  <a:lnTo>
                    <a:pt x="5265870" y="938803"/>
                  </a:lnTo>
                  <a:lnTo>
                    <a:pt x="5317395" y="1038769"/>
                  </a:lnTo>
                  <a:lnTo>
                    <a:pt x="5368919" y="1137805"/>
                  </a:lnTo>
                  <a:lnTo>
                    <a:pt x="5420444" y="1234064"/>
                  </a:lnTo>
                  <a:lnTo>
                    <a:pt x="5471968" y="1325754"/>
                  </a:lnTo>
                  <a:lnTo>
                    <a:pt x="5523492" y="1411167"/>
                  </a:lnTo>
                  <a:lnTo>
                    <a:pt x="5575017" y="1488712"/>
                  </a:lnTo>
                  <a:lnTo>
                    <a:pt x="5626541" y="1556944"/>
                  </a:lnTo>
                  <a:lnTo>
                    <a:pt x="5678066" y="1614593"/>
                  </a:lnTo>
                  <a:lnTo>
                    <a:pt x="5729590" y="1660584"/>
                  </a:lnTo>
                  <a:lnTo>
                    <a:pt x="5781115" y="1694060"/>
                  </a:lnTo>
                  <a:lnTo>
                    <a:pt x="5832639" y="1714399"/>
                  </a:lnTo>
                  <a:lnTo>
                    <a:pt x="5884164" y="1721221"/>
                  </a:lnTo>
                  <a:lnTo>
                    <a:pt x="5922807" y="1713205"/>
                  </a:lnTo>
                  <a:lnTo>
                    <a:pt x="5961450" y="1689307"/>
                  </a:lnTo>
                  <a:lnTo>
                    <a:pt x="6000094" y="1649972"/>
                  </a:lnTo>
                  <a:lnTo>
                    <a:pt x="6038737" y="1595933"/>
                  </a:lnTo>
                  <a:lnTo>
                    <a:pt x="6077380" y="1528196"/>
                  </a:lnTo>
                  <a:lnTo>
                    <a:pt x="6116024" y="1448023"/>
                  </a:lnTo>
                  <a:lnTo>
                    <a:pt x="6154667" y="1356907"/>
                  </a:lnTo>
                  <a:lnTo>
                    <a:pt x="6193310" y="1256547"/>
                  </a:lnTo>
                  <a:lnTo>
                    <a:pt x="6231954" y="1148811"/>
                  </a:lnTo>
                  <a:lnTo>
                    <a:pt x="6270597" y="1035707"/>
                  </a:lnTo>
                  <a:lnTo>
                    <a:pt x="6309240" y="919341"/>
                  </a:lnTo>
                  <a:lnTo>
                    <a:pt x="6347884" y="801880"/>
                  </a:lnTo>
                  <a:lnTo>
                    <a:pt x="6386527" y="685514"/>
                  </a:lnTo>
                  <a:lnTo>
                    <a:pt x="6425170" y="572409"/>
                  </a:lnTo>
                  <a:lnTo>
                    <a:pt x="6463814" y="464674"/>
                  </a:lnTo>
                  <a:lnTo>
                    <a:pt x="6502457" y="364313"/>
                  </a:lnTo>
                  <a:lnTo>
                    <a:pt x="6541100" y="273198"/>
                  </a:lnTo>
                  <a:lnTo>
                    <a:pt x="6579744" y="193025"/>
                  </a:lnTo>
                  <a:lnTo>
                    <a:pt x="6618387" y="125288"/>
                  </a:lnTo>
                  <a:lnTo>
                    <a:pt x="6657030" y="71249"/>
                  </a:lnTo>
                  <a:lnTo>
                    <a:pt x="6695674" y="31914"/>
                  </a:lnTo>
                  <a:lnTo>
                    <a:pt x="6734317" y="8016"/>
                  </a:lnTo>
                  <a:lnTo>
                    <a:pt x="6772960" y="0"/>
                  </a:lnTo>
                </a:path>
              </a:pathLst>
            </a:custGeom>
            <a:noFill/>
            <a:ln w="22023">
              <a:solidFill>
                <a:srgbClr val="92A5B1"/>
              </a:solidFill>
              <a:prstDash val="dash"/>
            </a:ln>
          </p:spPr>
        </p:sp>
        <p:sp>
          <p:nvSpPr>
            <p:cNvPr id="78" name="C_optimal_realized_profile">
              <a:extLst>
                <a:ext uri="{FF2B5EF4-FFF2-40B4-BE49-F238E27FC236}">
                  <ns2:creationId id="{771AC855-12F2-4022-A376-AE8A85F8832C}"/>
                </a:ext>
              </a:extLst>
            </p:cNvPr>
            <p:cNvSpPr>
              <a:spLocks noGrp="1"/>
            </p:cNvSpPr>
            <p:nvPr/>
          </p:nvSpPr>
          <p:spPr>
            <a:xfrm rot="0" flipH="0" flipV="0">
              <a:off x="4857750" y="3716573"/>
              <a:ext cx="3454210" cy="1049945"/>
            </a:xfrm>
            <a:custGeom>
              <a:pathLst>
                <a:path w="6772960" h="1721221">
                  <a:moveTo>
                    <a:pt x="0" y="0"/>
                  </a:moveTo>
                  <a:lnTo>
                    <a:pt x="52597" y="8016"/>
                  </a:lnTo>
                  <a:lnTo>
                    <a:pt x="105195" y="31914"/>
                  </a:lnTo>
                  <a:lnTo>
                    <a:pt x="157793" y="71249"/>
                  </a:lnTo>
                  <a:lnTo>
                    <a:pt x="210391" y="125288"/>
                  </a:lnTo>
                  <a:lnTo>
                    <a:pt x="262989" y="193025"/>
                  </a:lnTo>
                  <a:lnTo>
                    <a:pt x="315587" y="273198"/>
                  </a:lnTo>
                  <a:lnTo>
                    <a:pt x="368185" y="364313"/>
                  </a:lnTo>
                  <a:lnTo>
                    <a:pt x="420783" y="464674"/>
                  </a:lnTo>
                  <a:lnTo>
                    <a:pt x="473381" y="572409"/>
                  </a:lnTo>
                  <a:lnTo>
                    <a:pt x="525978" y="685514"/>
                  </a:lnTo>
                  <a:lnTo>
                    <a:pt x="578576" y="801880"/>
                  </a:lnTo>
                  <a:lnTo>
                    <a:pt x="631174" y="919341"/>
                  </a:lnTo>
                  <a:lnTo>
                    <a:pt x="683772" y="1035707"/>
                  </a:lnTo>
                  <a:lnTo>
                    <a:pt x="736370" y="1148811"/>
                  </a:lnTo>
                  <a:lnTo>
                    <a:pt x="788968" y="1256547"/>
                  </a:lnTo>
                  <a:lnTo>
                    <a:pt x="841566" y="1356907"/>
                  </a:lnTo>
                  <a:lnTo>
                    <a:pt x="894164" y="1448023"/>
                  </a:lnTo>
                  <a:lnTo>
                    <a:pt x="946761" y="1528196"/>
                  </a:lnTo>
                  <a:lnTo>
                    <a:pt x="999359" y="1595933"/>
                  </a:lnTo>
                  <a:lnTo>
                    <a:pt x="1051957" y="1649972"/>
                  </a:lnTo>
                  <a:lnTo>
                    <a:pt x="1104555" y="1689307"/>
                  </a:lnTo>
                  <a:lnTo>
                    <a:pt x="1157153" y="1713205"/>
                  </a:lnTo>
                  <a:lnTo>
                    <a:pt x="1209751" y="1721221"/>
                  </a:lnTo>
                  <a:lnTo>
                    <a:pt x="1260560" y="1716104"/>
                  </a:lnTo>
                  <a:lnTo>
                    <a:pt x="1311368" y="1700850"/>
                  </a:lnTo>
                  <a:lnTo>
                    <a:pt x="1362177" y="1675743"/>
                  </a:lnTo>
                  <a:lnTo>
                    <a:pt x="1412986" y="1641250"/>
                  </a:lnTo>
                  <a:lnTo>
                    <a:pt x="1463795" y="1598013"/>
                  </a:lnTo>
                  <a:lnTo>
                    <a:pt x="1514604" y="1546839"/>
                  </a:lnTo>
                  <a:lnTo>
                    <a:pt x="1565413" y="1488680"/>
                  </a:lnTo>
                  <a:lnTo>
                    <a:pt x="1616221" y="1424621"/>
                  </a:lnTo>
                  <a:lnTo>
                    <a:pt x="1667030" y="1355853"/>
                  </a:lnTo>
                  <a:lnTo>
                    <a:pt x="1717839" y="1283659"/>
                  </a:lnTo>
                  <a:lnTo>
                    <a:pt x="1768648" y="1209382"/>
                  </a:lnTo>
                  <a:lnTo>
                    <a:pt x="1819457" y="1134408"/>
                  </a:lnTo>
                  <a:lnTo>
                    <a:pt x="1870266" y="1060131"/>
                  </a:lnTo>
                  <a:lnTo>
                    <a:pt x="1921074" y="987937"/>
                  </a:lnTo>
                  <a:lnTo>
                    <a:pt x="1971883" y="919169"/>
                  </a:lnTo>
                  <a:lnTo>
                    <a:pt x="2022692" y="855110"/>
                  </a:lnTo>
                  <a:lnTo>
                    <a:pt x="2073501" y="796951"/>
                  </a:lnTo>
                  <a:lnTo>
                    <a:pt x="2124310" y="745777"/>
                  </a:lnTo>
                  <a:lnTo>
                    <a:pt x="2175119" y="702540"/>
                  </a:lnTo>
                  <a:lnTo>
                    <a:pt x="2225927" y="668047"/>
                  </a:lnTo>
                  <a:lnTo>
                    <a:pt x="2276736" y="642940"/>
                  </a:lnTo>
                  <a:lnTo>
                    <a:pt x="2327545" y="627686"/>
                  </a:lnTo>
                  <a:lnTo>
                    <a:pt x="2378354" y="622569"/>
                  </a:lnTo>
                  <a:lnTo>
                    <a:pt x="2428805" y="627686"/>
                  </a:lnTo>
                  <a:lnTo>
                    <a:pt x="2479256" y="642940"/>
                  </a:lnTo>
                  <a:lnTo>
                    <a:pt x="2529707" y="668047"/>
                  </a:lnTo>
                  <a:lnTo>
                    <a:pt x="2580158" y="702540"/>
                  </a:lnTo>
                  <a:lnTo>
                    <a:pt x="2630609" y="745777"/>
                  </a:lnTo>
                  <a:lnTo>
                    <a:pt x="2681060" y="796951"/>
                  </a:lnTo>
                  <a:lnTo>
                    <a:pt x="2731511" y="855110"/>
                  </a:lnTo>
                  <a:lnTo>
                    <a:pt x="2781962" y="919169"/>
                  </a:lnTo>
                  <a:lnTo>
                    <a:pt x="2832413" y="987937"/>
                  </a:lnTo>
                  <a:lnTo>
                    <a:pt x="2882864" y="1060131"/>
                  </a:lnTo>
                  <a:lnTo>
                    <a:pt x="2933315" y="1134408"/>
                  </a:lnTo>
                  <a:lnTo>
                    <a:pt x="2983766" y="1209382"/>
                  </a:lnTo>
                  <a:lnTo>
                    <a:pt x="3034217" y="1283659"/>
                  </a:lnTo>
                  <a:lnTo>
                    <a:pt x="3084668" y="1355853"/>
                  </a:lnTo>
                  <a:lnTo>
                    <a:pt x="3135119" y="1424621"/>
                  </a:lnTo>
                  <a:lnTo>
                    <a:pt x="3185570" y="1488680"/>
                  </a:lnTo>
                  <a:lnTo>
                    <a:pt x="3236021" y="1546839"/>
                  </a:lnTo>
                  <a:lnTo>
                    <a:pt x="3286472" y="1598013"/>
                  </a:lnTo>
                  <a:lnTo>
                    <a:pt x="3336923" y="1641250"/>
                  </a:lnTo>
                  <a:lnTo>
                    <a:pt x="3387375" y="1675743"/>
                  </a:lnTo>
                  <a:lnTo>
                    <a:pt x="3437826" y="1700850"/>
                  </a:lnTo>
                  <a:lnTo>
                    <a:pt x="3488277" y="1716104"/>
                  </a:lnTo>
                  <a:lnTo>
                    <a:pt x="3538728" y="1721221"/>
                  </a:lnTo>
                  <a:lnTo>
                    <a:pt x="3589179" y="1716104"/>
                  </a:lnTo>
                  <a:lnTo>
                    <a:pt x="3639630" y="1700850"/>
                  </a:lnTo>
                  <a:lnTo>
                    <a:pt x="3690081" y="1675743"/>
                  </a:lnTo>
                  <a:lnTo>
                    <a:pt x="3740532" y="1641250"/>
                  </a:lnTo>
                  <a:lnTo>
                    <a:pt x="3790983" y="1598013"/>
                  </a:lnTo>
                  <a:lnTo>
                    <a:pt x="3841434" y="1546839"/>
                  </a:lnTo>
                  <a:lnTo>
                    <a:pt x="3891885" y="1488680"/>
                  </a:lnTo>
                  <a:lnTo>
                    <a:pt x="3942336" y="1424621"/>
                  </a:lnTo>
                  <a:lnTo>
                    <a:pt x="3992787" y="1355853"/>
                  </a:lnTo>
                  <a:lnTo>
                    <a:pt x="4043238" y="1283659"/>
                  </a:lnTo>
                  <a:lnTo>
                    <a:pt x="4093689" y="1209382"/>
                  </a:lnTo>
                  <a:lnTo>
                    <a:pt x="4144140" y="1134408"/>
                  </a:lnTo>
                  <a:lnTo>
                    <a:pt x="4194591" y="1060131"/>
                  </a:lnTo>
                  <a:lnTo>
                    <a:pt x="4245042" y="987937"/>
                  </a:lnTo>
                  <a:lnTo>
                    <a:pt x="4295493" y="919169"/>
                  </a:lnTo>
                  <a:lnTo>
                    <a:pt x="4345944" y="855110"/>
                  </a:lnTo>
                  <a:lnTo>
                    <a:pt x="4396395" y="796951"/>
                  </a:lnTo>
                  <a:lnTo>
                    <a:pt x="4446846" y="745777"/>
                  </a:lnTo>
                  <a:lnTo>
                    <a:pt x="4497297" y="702540"/>
                  </a:lnTo>
                  <a:lnTo>
                    <a:pt x="4547748" y="668047"/>
                  </a:lnTo>
                  <a:lnTo>
                    <a:pt x="4598199" y="642940"/>
                  </a:lnTo>
                  <a:lnTo>
                    <a:pt x="4648650" y="627686"/>
                  </a:lnTo>
                  <a:lnTo>
                    <a:pt x="4699101" y="622569"/>
                  </a:lnTo>
                  <a:lnTo>
                    <a:pt x="4750626" y="627686"/>
                  </a:lnTo>
                  <a:lnTo>
                    <a:pt x="4802150" y="642940"/>
                  </a:lnTo>
                  <a:lnTo>
                    <a:pt x="4853675" y="668047"/>
                  </a:lnTo>
                  <a:lnTo>
                    <a:pt x="4905199" y="702540"/>
                  </a:lnTo>
                  <a:lnTo>
                    <a:pt x="4956723" y="745777"/>
                  </a:lnTo>
                  <a:lnTo>
                    <a:pt x="5008248" y="796951"/>
                  </a:lnTo>
                  <a:lnTo>
                    <a:pt x="5059772" y="855110"/>
                  </a:lnTo>
                  <a:lnTo>
                    <a:pt x="5111297" y="919169"/>
                  </a:lnTo>
                  <a:lnTo>
                    <a:pt x="5162821" y="987937"/>
                  </a:lnTo>
                  <a:lnTo>
                    <a:pt x="5214346" y="1060131"/>
                  </a:lnTo>
                  <a:lnTo>
                    <a:pt x="5265870" y="1134408"/>
                  </a:lnTo>
                  <a:lnTo>
                    <a:pt x="5317395" y="1209382"/>
                  </a:lnTo>
                  <a:lnTo>
                    <a:pt x="5368919" y="1283659"/>
                  </a:lnTo>
                  <a:lnTo>
                    <a:pt x="5420444" y="1355853"/>
                  </a:lnTo>
                  <a:lnTo>
                    <a:pt x="5471968" y="1424621"/>
                  </a:lnTo>
                  <a:lnTo>
                    <a:pt x="5523492" y="1488680"/>
                  </a:lnTo>
                  <a:lnTo>
                    <a:pt x="5575017" y="1546839"/>
                  </a:lnTo>
                  <a:lnTo>
                    <a:pt x="5626541" y="1598013"/>
                  </a:lnTo>
                  <a:lnTo>
                    <a:pt x="5678066" y="1641250"/>
                  </a:lnTo>
                  <a:lnTo>
                    <a:pt x="5729590" y="1675743"/>
                  </a:lnTo>
                  <a:lnTo>
                    <a:pt x="5781115" y="1700850"/>
                  </a:lnTo>
                  <a:lnTo>
                    <a:pt x="5832639" y="1716104"/>
                  </a:lnTo>
                  <a:lnTo>
                    <a:pt x="5884164" y="1721221"/>
                  </a:lnTo>
                  <a:lnTo>
                    <a:pt x="5922807" y="1713205"/>
                  </a:lnTo>
                  <a:lnTo>
                    <a:pt x="5961450" y="1689307"/>
                  </a:lnTo>
                  <a:lnTo>
                    <a:pt x="6000094" y="1649972"/>
                  </a:lnTo>
                  <a:lnTo>
                    <a:pt x="6038737" y="1595933"/>
                  </a:lnTo>
                  <a:lnTo>
                    <a:pt x="6077380" y="1528196"/>
                  </a:lnTo>
                  <a:lnTo>
                    <a:pt x="6116024" y="1448023"/>
                  </a:lnTo>
                  <a:lnTo>
                    <a:pt x="6154667" y="1356907"/>
                  </a:lnTo>
                  <a:lnTo>
                    <a:pt x="6193310" y="1256547"/>
                  </a:lnTo>
                  <a:lnTo>
                    <a:pt x="6231954" y="1148811"/>
                  </a:lnTo>
                  <a:lnTo>
                    <a:pt x="6270597" y="1035707"/>
                  </a:lnTo>
                  <a:lnTo>
                    <a:pt x="6309240" y="919341"/>
                  </a:lnTo>
                  <a:lnTo>
                    <a:pt x="6347884" y="801880"/>
                  </a:lnTo>
                  <a:lnTo>
                    <a:pt x="6386527" y="685514"/>
                  </a:lnTo>
                  <a:lnTo>
                    <a:pt x="6425170" y="572409"/>
                  </a:lnTo>
                  <a:lnTo>
                    <a:pt x="6463814" y="464674"/>
                  </a:lnTo>
                  <a:lnTo>
                    <a:pt x="6502457" y="364313"/>
                  </a:lnTo>
                  <a:lnTo>
                    <a:pt x="6541100" y="273198"/>
                  </a:lnTo>
                  <a:lnTo>
                    <a:pt x="6579744" y="193025"/>
                  </a:lnTo>
                  <a:lnTo>
                    <a:pt x="6618387" y="125288"/>
                  </a:lnTo>
                  <a:lnTo>
                    <a:pt x="6657030" y="71249"/>
                  </a:lnTo>
                  <a:lnTo>
                    <a:pt x="6695674" y="31914"/>
                  </a:lnTo>
                  <a:lnTo>
                    <a:pt x="6734317" y="8016"/>
                  </a:lnTo>
                  <a:lnTo>
                    <a:pt x="6772960" y="0"/>
                  </a:lnTo>
                </a:path>
              </a:pathLst>
            </a:custGeom>
            <a:noFill/>
            <a:ln w="33841">
              <a:solidFill>
                <a:srgbClr val="009E73"/>
              </a:solidFill>
              <a:prstDash val="solid"/>
            </a:ln>
          </p:spPr>
        </p:sp>
        <p:sp>
          <p:nvSpPr>
            <p:cNvPr id="79" name="C_actual_anchor_A">
              <a:extLst>
                <a:ext uri="{FF2B5EF4-FFF2-40B4-BE49-F238E27FC236}">
                  <ns2:creationId id="{C4B604A9-EF4B-4552-B1DF-9C39D4A7C812}"/>
                </a:ext>
              </a:extLst>
            </p:cNvPr>
            <p:cNvSpPr>
              <a:spLocks noGrp="1"/>
            </p:cNvSpPr>
            <p:nvPr/>
          </p:nvSpPr>
          <p:spPr>
            <a:xfrm rot="0" flipH="0" flipV="0">
              <a:off x="5408048" y="4699842"/>
              <a:ext cx="133350" cy="133350"/>
            </a:xfrm>
            <a:prstGeom prst="ellipse">
              <a:avLst/>
            </a:prstGeom>
            <a:solidFill>
              <a:srgbClr val="0072B2"/>
            </a:solidFill>
            <a:ln w="11817">
              <a:solidFill>
                <a:srgbClr val="FFFFFF"/>
              </a:solidFill>
              <a:prstDash val="solid"/>
            </a:ln>
          </p:spPr>
        </p:sp>
        <p:sp>
          <p:nvSpPr>
            <p:cNvPr id="80" name="C_anchor_label_A">
              <a:extLst>
                <a:ext uri="{FF2B5EF4-FFF2-40B4-BE49-F238E27FC236}">
                  <ns2:creationId id="{94D7D6F1-56CD-41D2-9C40-1A45E5BE9E79}"/>
                </a:ext>
              </a:extLst>
            </p:cNvPr>
            <p:cNvSpPr>
              <a:spLocks noGrp="1"/>
            </p:cNvSpPr>
            <p:nvPr/>
          </p:nvSpPr>
          <p:spPr>
            <a:xfrm rot="0" flipH="0" flipV="0">
              <a:off x="5246123" y="4800600"/>
              <a:ext cx="457200" cy="285750"/>
            </a:xfrm>
            <a:prstGeom prst="rect">
              <a:avLst/>
            </a:prstGeom>
            <a:noFill/>
            <a:ln w="0">
              <a:noFill/>
            </a:ln>
          </p:spPr>
          <p:txBody>
            <a:bodyPr wrap="none" lIns="0" tIns="0" rIns="0" bIns="0" anchor="ctr">
              <a:noAutofit/>
            </a:bodyPr>
            <a:lstStyle>
              <a:defPPr algn="ctr">
                <a:defRPr sz="2087" b="1">
                  <a:solidFill>
                    <a:srgbClr val="000000"/>
                  </a:solidFill>
                  <a:latin typeface="Arial"/>
                  <a:ea typeface="Arial"/>
                  <a:cs typeface="Arial"/>
                </a:defRPr>
              </a:defPPr>
              <a:lvl1pPr algn="ctr">
                <a:defRPr sz="2087" b="1">
                  <a:solidFill>
                    <a:srgbClr val="000000"/>
                  </a:solidFill>
                  <a:latin typeface="Arial"/>
                  <a:ea typeface="Arial"/>
                  <a:cs typeface="Arial"/>
                </a:defRPr>
              </a:lvl1pPr>
              <a:lvl2pPr algn="ctr">
                <a:defRPr sz="2087" b="1">
                  <a:solidFill>
                    <a:srgbClr val="000000"/>
                  </a:solidFill>
                  <a:latin typeface="Arial"/>
                  <a:ea typeface="Arial"/>
                  <a:cs typeface="Arial"/>
                </a:defRPr>
              </a:lvl2pPr>
              <a:lvl3pPr algn="ctr">
                <a:defRPr sz="2087" b="1">
                  <a:solidFill>
                    <a:srgbClr val="000000"/>
                  </a:solidFill>
                  <a:latin typeface="Arial"/>
                  <a:ea typeface="Arial"/>
                  <a:cs typeface="Arial"/>
                </a:defRPr>
              </a:lvl3pPr>
              <a:lvl4pPr algn="ctr">
                <a:defRPr sz="2087" b="1">
                  <a:solidFill>
                    <a:srgbClr val="000000"/>
                  </a:solidFill>
                  <a:latin typeface="Arial"/>
                  <a:ea typeface="Arial"/>
                  <a:cs typeface="Arial"/>
                </a:defRPr>
              </a:lvl4pPr>
              <a:lvl5pPr algn="ctr">
                <a:defRPr sz="2087" b="1">
                  <a:solidFill>
                    <a:srgbClr val="000000"/>
                  </a:solidFill>
                  <a:latin typeface="Arial"/>
                  <a:ea typeface="Arial"/>
                  <a:cs typeface="Arial"/>
                </a:defRPr>
              </a:lvl5pPr>
              <a:lvl6pPr algn="ctr">
                <a:defRPr sz="2087" b="1">
                  <a:solidFill>
                    <a:srgbClr val="000000"/>
                  </a:solidFill>
                  <a:latin typeface="Arial"/>
                  <a:ea typeface="Arial"/>
                  <a:cs typeface="Arial"/>
                </a:defRPr>
              </a:lvl6pPr>
              <a:lvl7pPr algn="ctr">
                <a:defRPr sz="2087" b="1">
                  <a:solidFill>
                    <a:srgbClr val="000000"/>
                  </a:solidFill>
                  <a:latin typeface="Arial"/>
                  <a:ea typeface="Arial"/>
                  <a:cs typeface="Arial"/>
                </a:defRPr>
              </a:lvl7pPr>
              <a:lvl8pPr algn="ctr">
                <a:defRPr sz="2087" b="1">
                  <a:solidFill>
                    <a:srgbClr val="000000"/>
                  </a:solidFill>
                  <a:latin typeface="Arial"/>
                  <a:ea typeface="Arial"/>
                  <a:cs typeface="Arial"/>
                </a:defRPr>
              </a:lvl8pPr>
              <a:lvl9pPr algn="ctr">
                <a:defRPr sz="2087" b="1">
                  <a:solidFill>
                    <a:srgbClr val="000000"/>
                  </a:solidFill>
                  <a:latin typeface="Arial"/>
                  <a:ea typeface="Arial"/>
                  <a:cs typeface="Arial"/>
                </a:defRPr>
              </a:lvl9pPr>
            </a:lstStyle>
            <a:p>
              <a:pPr algn="ctr">
                <a:defRPr sz="2087" b="1">
                  <a:solidFill>
                    <a:srgbClr val="000000"/>
                  </a:solidFill>
                  <a:latin typeface="Arial"/>
                  <a:ea typeface="Arial"/>
                  <a:cs typeface="Arial"/>
                </a:defRPr>
              </a:pPr>
              <a:r>
                <a:rPr sz="2087" b="1">
                  <a:solidFill>
                    <a:srgbClr val="000000"/>
                  </a:solidFill>
                  <a:latin typeface="Arial"/>
                  <a:ea typeface="Arial"/>
                  <a:cs typeface="Arial"/>
                </a:rPr>
                <a:t>A</a:t>
              </a:r>
            </a:p>
          </p:txBody>
        </p:sp>
        <p:sp>
          <p:nvSpPr>
            <p:cNvPr id="81" name="C_actual_anchor_C">
              <a:extLst>
                <a:ext uri="{FF2B5EF4-FFF2-40B4-BE49-F238E27FC236}">
                  <ns2:creationId id="{20603102-4B3E-4CF1-9E5E-20DCAA837936}"/>
                </a:ext>
              </a:extLst>
            </p:cNvPr>
            <p:cNvSpPr>
              <a:spLocks noGrp="1"/>
            </p:cNvSpPr>
            <p:nvPr/>
          </p:nvSpPr>
          <p:spPr>
            <a:xfrm rot="0" flipH="0" flipV="0">
              <a:off x="6595826" y="4699842"/>
              <a:ext cx="133350" cy="133350"/>
            </a:xfrm>
            <a:prstGeom prst="ellipse">
              <a:avLst/>
            </a:prstGeom>
            <a:solidFill>
              <a:srgbClr val="009E73"/>
            </a:solidFill>
            <a:ln w="11817">
              <a:solidFill>
                <a:srgbClr val="FFFFFF"/>
              </a:solidFill>
              <a:prstDash val="solid"/>
            </a:ln>
          </p:spPr>
        </p:sp>
        <p:sp>
          <p:nvSpPr>
            <p:cNvPr id="82" name="C_anchor_label_C">
              <a:extLst>
                <a:ext uri="{FF2B5EF4-FFF2-40B4-BE49-F238E27FC236}">
                  <ns2:creationId id="{124EA49E-752C-40FF-A4B8-B4A36C6B8EC4}"/>
                </a:ext>
              </a:extLst>
            </p:cNvPr>
            <p:cNvSpPr>
              <a:spLocks noGrp="1"/>
            </p:cNvSpPr>
            <p:nvPr/>
          </p:nvSpPr>
          <p:spPr>
            <a:xfrm rot="0" flipH="0" flipV="0">
              <a:off x="6433901" y="4800600"/>
              <a:ext cx="457200" cy="285750"/>
            </a:xfrm>
            <a:prstGeom prst="rect">
              <a:avLst/>
            </a:prstGeom>
            <a:noFill/>
            <a:ln w="0">
              <a:noFill/>
            </a:ln>
          </p:spPr>
          <p:txBody>
            <a:bodyPr wrap="none" lIns="0" tIns="0" rIns="0" bIns="0" anchor="ctr">
              <a:noAutofit/>
            </a:bodyPr>
            <a:lstStyle>
              <a:defPPr algn="ctr">
                <a:defRPr sz="2087" b="1">
                  <a:solidFill>
                    <a:srgbClr val="000000"/>
                  </a:solidFill>
                  <a:latin typeface="Arial"/>
                  <a:ea typeface="Arial"/>
                  <a:cs typeface="Arial"/>
                </a:defRPr>
              </a:defPPr>
              <a:lvl1pPr algn="ctr">
                <a:defRPr sz="2087" b="1">
                  <a:solidFill>
                    <a:srgbClr val="000000"/>
                  </a:solidFill>
                  <a:latin typeface="Arial"/>
                  <a:ea typeface="Arial"/>
                  <a:cs typeface="Arial"/>
                </a:defRPr>
              </a:lvl1pPr>
              <a:lvl2pPr algn="ctr">
                <a:defRPr sz="2087" b="1">
                  <a:solidFill>
                    <a:srgbClr val="000000"/>
                  </a:solidFill>
                  <a:latin typeface="Arial"/>
                  <a:ea typeface="Arial"/>
                  <a:cs typeface="Arial"/>
                </a:defRPr>
              </a:lvl2pPr>
              <a:lvl3pPr algn="ctr">
                <a:defRPr sz="2087" b="1">
                  <a:solidFill>
                    <a:srgbClr val="000000"/>
                  </a:solidFill>
                  <a:latin typeface="Arial"/>
                  <a:ea typeface="Arial"/>
                  <a:cs typeface="Arial"/>
                </a:defRPr>
              </a:lvl3pPr>
              <a:lvl4pPr algn="ctr">
                <a:defRPr sz="2087" b="1">
                  <a:solidFill>
                    <a:srgbClr val="000000"/>
                  </a:solidFill>
                  <a:latin typeface="Arial"/>
                  <a:ea typeface="Arial"/>
                  <a:cs typeface="Arial"/>
                </a:defRPr>
              </a:lvl4pPr>
              <a:lvl5pPr algn="ctr">
                <a:defRPr sz="2087" b="1">
                  <a:solidFill>
                    <a:srgbClr val="000000"/>
                  </a:solidFill>
                  <a:latin typeface="Arial"/>
                  <a:ea typeface="Arial"/>
                  <a:cs typeface="Arial"/>
                </a:defRPr>
              </a:lvl5pPr>
              <a:lvl6pPr algn="ctr">
                <a:defRPr sz="2087" b="1">
                  <a:solidFill>
                    <a:srgbClr val="000000"/>
                  </a:solidFill>
                  <a:latin typeface="Arial"/>
                  <a:ea typeface="Arial"/>
                  <a:cs typeface="Arial"/>
                </a:defRPr>
              </a:lvl6pPr>
              <a:lvl7pPr algn="ctr">
                <a:defRPr sz="2087" b="1">
                  <a:solidFill>
                    <a:srgbClr val="000000"/>
                  </a:solidFill>
                  <a:latin typeface="Arial"/>
                  <a:ea typeface="Arial"/>
                  <a:cs typeface="Arial"/>
                </a:defRPr>
              </a:lvl7pPr>
              <a:lvl8pPr algn="ctr">
                <a:defRPr sz="2087" b="1">
                  <a:solidFill>
                    <a:srgbClr val="000000"/>
                  </a:solidFill>
                  <a:latin typeface="Arial"/>
                  <a:ea typeface="Arial"/>
                  <a:cs typeface="Arial"/>
                </a:defRPr>
              </a:lvl8pPr>
              <a:lvl9pPr algn="ctr">
                <a:defRPr sz="2087" b="1">
                  <a:solidFill>
                    <a:srgbClr val="000000"/>
                  </a:solidFill>
                  <a:latin typeface="Arial"/>
                  <a:ea typeface="Arial"/>
                  <a:cs typeface="Arial"/>
                </a:defRPr>
              </a:lvl9pPr>
            </a:lstStyle>
            <a:p>
              <a:pPr algn="ctr">
                <a:defRPr sz="2087" b="1">
                  <a:solidFill>
                    <a:srgbClr val="000000"/>
                  </a:solidFill>
                  <a:latin typeface="Arial"/>
                  <a:ea typeface="Arial"/>
                  <a:cs typeface="Arial"/>
                </a:defRPr>
              </a:pPr>
              <a:r>
                <a:rPr sz="2087" b="1">
                  <a:solidFill>
                    <a:srgbClr val="000000"/>
                  </a:solidFill>
                  <a:latin typeface="Arial"/>
                  <a:ea typeface="Arial"/>
                  <a:cs typeface="Arial"/>
                </a:rPr>
                <a:t>C</a:t>
              </a:r>
            </a:p>
          </p:txBody>
        </p:sp>
        <p:sp>
          <p:nvSpPr>
            <p:cNvPr id="83" name="C_actual_anchor_B">
              <a:extLst>
                <a:ext uri="{FF2B5EF4-FFF2-40B4-BE49-F238E27FC236}">
                  <ns2:creationId id="{38920DCD-16CA-43F5-A0C0-02353645FA20}"/>
                </a:ext>
              </a:extLst>
            </p:cNvPr>
            <p:cNvSpPr>
              <a:spLocks noGrp="1"/>
            </p:cNvSpPr>
            <p:nvPr/>
          </p:nvSpPr>
          <p:spPr>
            <a:xfrm rot="0" flipH="0" flipV="0">
              <a:off x="7791998" y="4699842"/>
              <a:ext cx="133350" cy="133350"/>
            </a:xfrm>
            <a:prstGeom prst="ellipse">
              <a:avLst/>
            </a:prstGeom>
            <a:solidFill>
              <a:srgbClr val="D55E00"/>
            </a:solidFill>
            <a:ln w="11817">
              <a:solidFill>
                <a:srgbClr val="FFFFFF"/>
              </a:solidFill>
              <a:prstDash val="solid"/>
            </a:ln>
          </p:spPr>
        </p:sp>
        <p:sp>
          <p:nvSpPr>
            <p:cNvPr id="84" name="C_anchor_label_B">
              <a:extLst>
                <a:ext uri="{FF2B5EF4-FFF2-40B4-BE49-F238E27FC236}">
                  <ns2:creationId id="{6390E627-A8B5-43A2-AE2D-4871DAEC4875}"/>
                </a:ext>
              </a:extLst>
            </p:cNvPr>
            <p:cNvSpPr>
              <a:spLocks noGrp="1"/>
            </p:cNvSpPr>
            <p:nvPr/>
          </p:nvSpPr>
          <p:spPr>
            <a:xfrm rot="0" flipH="0" flipV="0">
              <a:off x="7630073" y="4800600"/>
              <a:ext cx="457200" cy="285750"/>
            </a:xfrm>
            <a:prstGeom prst="rect">
              <a:avLst/>
            </a:prstGeom>
            <a:noFill/>
            <a:ln w="0">
              <a:noFill/>
            </a:ln>
          </p:spPr>
          <p:txBody>
            <a:bodyPr wrap="none" lIns="0" tIns="0" rIns="0" bIns="0" anchor="ctr">
              <a:noAutofit/>
            </a:bodyPr>
            <a:lstStyle>
              <a:defPPr algn="ctr">
                <a:defRPr sz="2087" b="1">
                  <a:solidFill>
                    <a:srgbClr val="000000"/>
                  </a:solidFill>
                  <a:latin typeface="Arial"/>
                  <a:ea typeface="Arial"/>
                  <a:cs typeface="Arial"/>
                </a:defRPr>
              </a:defPPr>
              <a:lvl1pPr algn="ctr">
                <a:defRPr sz="2087" b="1">
                  <a:solidFill>
                    <a:srgbClr val="000000"/>
                  </a:solidFill>
                  <a:latin typeface="Arial"/>
                  <a:ea typeface="Arial"/>
                  <a:cs typeface="Arial"/>
                </a:defRPr>
              </a:lvl1pPr>
              <a:lvl2pPr algn="ctr">
                <a:defRPr sz="2087" b="1">
                  <a:solidFill>
                    <a:srgbClr val="000000"/>
                  </a:solidFill>
                  <a:latin typeface="Arial"/>
                  <a:ea typeface="Arial"/>
                  <a:cs typeface="Arial"/>
                </a:defRPr>
              </a:lvl2pPr>
              <a:lvl3pPr algn="ctr">
                <a:defRPr sz="2087" b="1">
                  <a:solidFill>
                    <a:srgbClr val="000000"/>
                  </a:solidFill>
                  <a:latin typeface="Arial"/>
                  <a:ea typeface="Arial"/>
                  <a:cs typeface="Arial"/>
                </a:defRPr>
              </a:lvl3pPr>
              <a:lvl4pPr algn="ctr">
                <a:defRPr sz="2087" b="1">
                  <a:solidFill>
                    <a:srgbClr val="000000"/>
                  </a:solidFill>
                  <a:latin typeface="Arial"/>
                  <a:ea typeface="Arial"/>
                  <a:cs typeface="Arial"/>
                </a:defRPr>
              </a:lvl4pPr>
              <a:lvl5pPr algn="ctr">
                <a:defRPr sz="2087" b="1">
                  <a:solidFill>
                    <a:srgbClr val="000000"/>
                  </a:solidFill>
                  <a:latin typeface="Arial"/>
                  <a:ea typeface="Arial"/>
                  <a:cs typeface="Arial"/>
                </a:defRPr>
              </a:lvl5pPr>
              <a:lvl6pPr algn="ctr">
                <a:defRPr sz="2087" b="1">
                  <a:solidFill>
                    <a:srgbClr val="000000"/>
                  </a:solidFill>
                  <a:latin typeface="Arial"/>
                  <a:ea typeface="Arial"/>
                  <a:cs typeface="Arial"/>
                </a:defRPr>
              </a:lvl6pPr>
              <a:lvl7pPr algn="ctr">
                <a:defRPr sz="2087" b="1">
                  <a:solidFill>
                    <a:srgbClr val="000000"/>
                  </a:solidFill>
                  <a:latin typeface="Arial"/>
                  <a:ea typeface="Arial"/>
                  <a:cs typeface="Arial"/>
                </a:defRPr>
              </a:lvl7pPr>
              <a:lvl8pPr algn="ctr">
                <a:defRPr sz="2087" b="1">
                  <a:solidFill>
                    <a:srgbClr val="000000"/>
                  </a:solidFill>
                  <a:latin typeface="Arial"/>
                  <a:ea typeface="Arial"/>
                  <a:cs typeface="Arial"/>
                </a:defRPr>
              </a:lvl8pPr>
              <a:lvl9pPr algn="ctr">
                <a:defRPr sz="2087" b="1">
                  <a:solidFill>
                    <a:srgbClr val="000000"/>
                  </a:solidFill>
                  <a:latin typeface="Arial"/>
                  <a:ea typeface="Arial"/>
                  <a:cs typeface="Arial"/>
                </a:defRPr>
              </a:lvl9pPr>
            </a:lstStyle>
            <a:p>
              <a:pPr algn="ctr">
                <a:defRPr sz="2087" b="1">
                  <a:solidFill>
                    <a:srgbClr val="000000"/>
                  </a:solidFill>
                  <a:latin typeface="Arial"/>
                  <a:ea typeface="Arial"/>
                  <a:cs typeface="Arial"/>
                </a:defRPr>
              </a:pPr>
              <a:r>
                <a:rPr sz="2087" b="1">
                  <a:solidFill>
                    <a:srgbClr val="000000"/>
                  </a:solidFill>
                  <a:latin typeface="Arial"/>
                  <a:ea typeface="Arial"/>
                  <a:cs typeface="Arial"/>
                </a:rPr>
                <a:t>B</a:t>
              </a:r>
            </a:p>
          </p:txBody>
        </p:sp>
        <p:sp>
          <p:nvSpPr>
            <p:cNvPr id="85" name="C_fixed_ref_A">
              <a:extLst>
                <a:ext uri="{FF2B5EF4-FFF2-40B4-BE49-F238E27FC236}">
                  <ns2:creationId id="{283EECFF-4E7C-4E27-AC73-9A4D4EAD061F}"/>
                </a:ext>
              </a:extLst>
            </p:cNvPr>
            <p:cNvSpPr>
              <a:spLocks noGrp="1"/>
            </p:cNvSpPr>
            <p:nvPr/>
          </p:nvSpPr>
          <p:spPr>
            <a:xfrm rot="0" flipH="0" flipV="0">
              <a:off x="5393760" y="5105400"/>
              <a:ext cx="161925" cy="161925"/>
            </a:xfrm>
            <a:prstGeom prst="triangle">
              <a:avLst/>
            </a:prstGeom>
            <a:solidFill>
              <a:srgbClr val="0072B2"/>
            </a:solidFill>
            <a:ln w="0">
              <a:noFill/>
              <a:prstDash val="solid"/>
            </a:ln>
          </p:spPr>
        </p:sp>
        <p:sp>
          <p:nvSpPr>
            <p:cNvPr id="86" name="C_fixed_ref_C">
              <a:extLst>
                <a:ext uri="{FF2B5EF4-FFF2-40B4-BE49-F238E27FC236}">
                  <ns2:creationId id="{CD042B5B-9E6E-4695-B67E-E7480C45D146}"/>
                </a:ext>
              </a:extLst>
            </p:cNvPr>
            <p:cNvSpPr>
              <a:spLocks noGrp="1"/>
            </p:cNvSpPr>
            <p:nvPr/>
          </p:nvSpPr>
          <p:spPr>
            <a:xfrm rot="0" flipH="0" flipV="0">
              <a:off x="6581538" y="5105400"/>
              <a:ext cx="161925" cy="161925"/>
            </a:xfrm>
            <a:prstGeom prst="triangle">
              <a:avLst/>
            </a:prstGeom>
            <a:solidFill>
              <a:srgbClr val="009E73"/>
            </a:solidFill>
            <a:ln w="0">
              <a:noFill/>
              <a:prstDash val="solid"/>
            </a:ln>
          </p:spPr>
        </p:sp>
        <p:sp>
          <p:nvSpPr>
            <p:cNvPr id="87" name="C_fixed_ref_B">
              <a:extLst>
                <a:ext uri="{FF2B5EF4-FFF2-40B4-BE49-F238E27FC236}">
                  <ns2:creationId id="{8658B63E-7274-4229-B120-6DB2BDC2D1A4}"/>
                </a:ext>
              </a:extLst>
            </p:cNvPr>
            <p:cNvSpPr>
              <a:spLocks noGrp="1"/>
            </p:cNvSpPr>
            <p:nvPr/>
          </p:nvSpPr>
          <p:spPr>
            <a:xfrm rot="0" flipH="0" flipV="0">
              <a:off x="7777711" y="5105400"/>
              <a:ext cx="161925" cy="161925"/>
            </a:xfrm>
            <a:prstGeom prst="triangle">
              <a:avLst/>
            </a:prstGeom>
            <a:solidFill>
              <a:srgbClr val="D55E00"/>
            </a:solidFill>
            <a:ln w="0">
              <a:noFill/>
              <a:prstDash val="solid"/>
            </a:ln>
          </p:spPr>
        </p:sp>
        <p:sp>
          <p:nvSpPr>
            <p:cNvPr id="88" name="B_lca_label">
              <a:extLst>
                <a:ext uri="{FF2B5EF4-FFF2-40B4-BE49-F238E27FC236}">
                  <ns2:creationId id="{EC6FC184-D354-4E91-9BDD-ADD95601E504}"/>
                </a:ext>
              </a:extLst>
            </p:cNvPr>
            <p:cNvSpPr>
              <a:spLocks noGrp="1"/>
            </p:cNvSpPr>
            <p:nvPr/>
          </p:nvSpPr>
          <p:spPr>
            <a:xfrm rot="0" flipH="0" flipV="0">
              <a:off x="2990850" y="2828925"/>
              <a:ext cx="1190625" cy="228600"/>
            </a:xfrm>
            <a:prstGeom prst="rect">
              <a:avLst/>
            </a:prstGeom>
            <a:noFill/>
            <a:ln w="0">
              <a:noFill/>
            </a:ln>
          </p:spPr>
          <p:txBody>
            <a:bodyPr wrap="none" lIns="0" tIns="0" rIns="0" bIns="0" anchor="ctr">
              <a:noAutofit/>
            </a:bodyPr>
            <a:lstStyle>
              <a:defPPr algn="l">
                <a:defRPr sz="1503" b="1">
                  <a:solidFill>
                    <a:srgbClr val="000000"/>
                  </a:solidFill>
                  <a:latin typeface="Arial"/>
                  <a:ea typeface="Arial"/>
                  <a:cs typeface="Arial"/>
                </a:defRPr>
              </a:defPPr>
              <a:lvl1pPr algn="l">
                <a:defRPr sz="1503" b="1">
                  <a:solidFill>
                    <a:srgbClr val="000000"/>
                  </a:solidFill>
                  <a:latin typeface="Arial"/>
                  <a:ea typeface="Arial"/>
                  <a:cs typeface="Arial"/>
                </a:defRPr>
              </a:lvl1pPr>
              <a:lvl2pPr algn="l">
                <a:defRPr sz="1503" b="1">
                  <a:solidFill>
                    <a:srgbClr val="000000"/>
                  </a:solidFill>
                  <a:latin typeface="Arial"/>
                  <a:ea typeface="Arial"/>
                  <a:cs typeface="Arial"/>
                </a:defRPr>
              </a:lvl2pPr>
              <a:lvl3pPr algn="l">
                <a:defRPr sz="1503" b="1">
                  <a:solidFill>
                    <a:srgbClr val="000000"/>
                  </a:solidFill>
                  <a:latin typeface="Arial"/>
                  <a:ea typeface="Arial"/>
                  <a:cs typeface="Arial"/>
                </a:defRPr>
              </a:lvl3pPr>
              <a:lvl4pPr algn="l">
                <a:defRPr sz="1503" b="1">
                  <a:solidFill>
                    <a:srgbClr val="000000"/>
                  </a:solidFill>
                  <a:latin typeface="Arial"/>
                  <a:ea typeface="Arial"/>
                  <a:cs typeface="Arial"/>
                </a:defRPr>
              </a:lvl4pPr>
              <a:lvl5pPr algn="l">
                <a:defRPr sz="1503" b="1">
                  <a:solidFill>
                    <a:srgbClr val="000000"/>
                  </a:solidFill>
                  <a:latin typeface="Arial"/>
                  <a:ea typeface="Arial"/>
                  <a:cs typeface="Arial"/>
                </a:defRPr>
              </a:lvl5pPr>
              <a:lvl6pPr algn="l">
                <a:defRPr sz="1503" b="1">
                  <a:solidFill>
                    <a:srgbClr val="000000"/>
                  </a:solidFill>
                  <a:latin typeface="Arial"/>
                  <a:ea typeface="Arial"/>
                  <a:cs typeface="Arial"/>
                </a:defRPr>
              </a:lvl6pPr>
              <a:lvl7pPr algn="l">
                <a:defRPr sz="1503" b="1">
                  <a:solidFill>
                    <a:srgbClr val="000000"/>
                  </a:solidFill>
                  <a:latin typeface="Arial"/>
                  <a:ea typeface="Arial"/>
                  <a:cs typeface="Arial"/>
                </a:defRPr>
              </a:lvl7pPr>
              <a:lvl8pPr algn="l">
                <a:defRPr sz="1503" b="1">
                  <a:solidFill>
                    <a:srgbClr val="000000"/>
                  </a:solidFill>
                  <a:latin typeface="Arial"/>
                  <a:ea typeface="Arial"/>
                  <a:cs typeface="Arial"/>
                </a:defRPr>
              </a:lvl8pPr>
              <a:lvl9pPr algn="l">
                <a:defRPr sz="1503" b="1">
                  <a:solidFill>
                    <a:srgbClr val="000000"/>
                  </a:solidFill>
                  <a:latin typeface="Arial"/>
                  <a:ea typeface="Arial"/>
                  <a:cs typeface="Arial"/>
                </a:defRPr>
              </a:lvl9pPr>
            </a:lstStyle>
            <a:p>
              <a:pPr algn="l">
                <a:defRPr sz="1503" b="1">
                  <a:solidFill>
                    <a:srgbClr val="000000"/>
                  </a:solidFill>
                  <a:latin typeface="Arial"/>
                  <a:ea typeface="Arial"/>
                  <a:cs typeface="Arial"/>
                </a:defRPr>
              </a:pPr>
              <a:r>
                <a:rPr sz="1503" b="1">
                  <a:solidFill>
                    <a:srgbClr val="000000"/>
                  </a:solidFill>
                  <a:latin typeface="Arial"/>
                  <a:ea typeface="Arial"/>
                  <a:cs typeface="Arial"/>
                </a:rPr>
                <a:t>LCA</a:t>
              </a:r>
            </a:p>
          </p:txBody>
        </p:sp>
        <p:sp>
          <p:nvSpPr>
            <p:cNvPr id="89" name="B_lca_cost">
              <a:extLst>
                <a:ext uri="{FF2B5EF4-FFF2-40B4-BE49-F238E27FC236}">
                  <ns2:creationId id="{D9E9A36D-1009-4D25-A7B5-D48D27AF7F2F}"/>
                </a:ext>
              </a:extLst>
            </p:cNvPr>
            <p:cNvSpPr>
              <a:spLocks noGrp="1"/>
            </p:cNvSpPr>
            <p:nvPr/>
          </p:nvSpPr>
          <p:spPr>
            <a:xfrm rot="0" flipH="0" flipV="0">
              <a:off x="2990850" y="3048000"/>
              <a:ext cx="1190625" cy="228600"/>
            </a:xfrm>
            <a:prstGeom prst="rect">
              <a:avLst/>
            </a:prstGeom>
            <a:noFill/>
            <a:ln w="0">
              <a:noFill/>
            </a:ln>
          </p:spPr>
          <p:txBody>
            <a:bodyPr wrap="none" lIns="0" tIns="0" rIns="0" bIns="0" anchor="ctr">
              <a:noAutofit/>
            </a:bodyPr>
            <a:lstStyle>
              <a:defPPr algn="l">
                <a:defRPr sz="1670" b="0">
                  <a:solidFill>
                    <a:srgbClr val="000000"/>
                  </a:solidFill>
                  <a:latin typeface="Arial"/>
                  <a:ea typeface="Arial"/>
                  <a:cs typeface="Arial"/>
                </a:defRPr>
              </a:defPPr>
              <a:lvl1pPr algn="l">
                <a:defRPr sz="1670" b="0">
                  <a:solidFill>
                    <a:srgbClr val="000000"/>
                  </a:solidFill>
                  <a:latin typeface="Arial"/>
                  <a:ea typeface="Arial"/>
                  <a:cs typeface="Arial"/>
                </a:defRPr>
              </a:lvl1pPr>
              <a:lvl2pPr algn="l">
                <a:defRPr sz="1670" b="0">
                  <a:solidFill>
                    <a:srgbClr val="000000"/>
                  </a:solidFill>
                  <a:latin typeface="Arial"/>
                  <a:ea typeface="Arial"/>
                  <a:cs typeface="Arial"/>
                </a:defRPr>
              </a:lvl2pPr>
              <a:lvl3pPr algn="l">
                <a:defRPr sz="1670" b="0">
                  <a:solidFill>
                    <a:srgbClr val="000000"/>
                  </a:solidFill>
                  <a:latin typeface="Arial"/>
                  <a:ea typeface="Arial"/>
                  <a:cs typeface="Arial"/>
                </a:defRPr>
              </a:lvl3pPr>
              <a:lvl4pPr algn="l">
                <a:defRPr sz="1670" b="0">
                  <a:solidFill>
                    <a:srgbClr val="000000"/>
                  </a:solidFill>
                  <a:latin typeface="Arial"/>
                  <a:ea typeface="Arial"/>
                  <a:cs typeface="Arial"/>
                </a:defRPr>
              </a:lvl4pPr>
              <a:lvl5pPr algn="l">
                <a:defRPr sz="1670" b="0">
                  <a:solidFill>
                    <a:srgbClr val="000000"/>
                  </a:solidFill>
                  <a:latin typeface="Arial"/>
                  <a:ea typeface="Arial"/>
                  <a:cs typeface="Arial"/>
                </a:defRPr>
              </a:lvl5pPr>
              <a:lvl6pPr algn="l">
                <a:defRPr sz="1670" b="0">
                  <a:solidFill>
                    <a:srgbClr val="000000"/>
                  </a:solidFill>
                  <a:latin typeface="Arial"/>
                  <a:ea typeface="Arial"/>
                  <a:cs typeface="Arial"/>
                </a:defRPr>
              </a:lvl6pPr>
              <a:lvl7pPr algn="l">
                <a:defRPr sz="1670" b="0">
                  <a:solidFill>
                    <a:srgbClr val="000000"/>
                  </a:solidFill>
                  <a:latin typeface="Arial"/>
                  <a:ea typeface="Arial"/>
                  <a:cs typeface="Arial"/>
                </a:defRPr>
              </a:lvl7pPr>
              <a:lvl8pPr algn="l">
                <a:defRPr sz="1670" b="0">
                  <a:solidFill>
                    <a:srgbClr val="000000"/>
                  </a:solidFill>
                  <a:latin typeface="Arial"/>
                  <a:ea typeface="Arial"/>
                  <a:cs typeface="Arial"/>
                </a:defRPr>
              </a:lvl8pPr>
              <a:lvl9pPr algn="l">
                <a:defRPr sz="1670" b="0">
                  <a:solidFill>
                    <a:srgbClr val="000000"/>
                  </a:solidFill>
                  <a:latin typeface="Arial"/>
                  <a:ea typeface="Arial"/>
                  <a:cs typeface="Arial"/>
                </a:defRPr>
              </a:lvl9pPr>
            </a:lstStyle>
            <a:p>
              <a:pPr algn="l">
                <a:defRPr sz="1670" b="0">
                  <a:solidFill>
                    <a:srgbClr val="000000"/>
                  </a:solidFill>
                  <a:latin typeface="Arial"/>
                  <a:ea typeface="Arial"/>
                  <a:cs typeface="Arial"/>
                </a:defRPr>
              </a:pPr>
              <a:r>
                <a:rPr sz="1670" b="0">
                  <a:solidFill>
                    <a:srgbClr val="000000"/>
                  </a:solidFill>
                  <a:latin typeface="Arial"/>
                  <a:ea typeface="Arial"/>
                  <a:cs typeface="Arial"/>
                </a:rPr>
                <a:t>d</a:t>
              </a:r>
              <a:r>
                <a:rPr sz="1113" b="0" baseline="-25000">
                  <a:solidFill>
                    <a:srgbClr val="000000"/>
                  </a:solidFill>
                  <a:latin typeface="Arial"/>
                  <a:ea typeface="Arial"/>
                  <a:cs typeface="Arial"/>
                </a:rPr>
                <a:t>top</a:t>
              </a:r>
              <a:r>
                <a:rPr sz="1670" b="0">
                  <a:solidFill>
                    <a:srgbClr val="000000"/>
                  </a:solidFill>
                  <a:latin typeface="Arial"/>
                  <a:ea typeface="Arial"/>
                  <a:cs typeface="Arial"/>
                </a:rPr>
                <a:t> = γ</a:t>
              </a:r>
            </a:p>
          </p:txBody>
        </p:sp>
        <p:sp>
          <p:nvSpPr>
            <p:cNvPr id="90" name="C_opt_label">
              <a:extLst>
                <a:ext uri="{FF2B5EF4-FFF2-40B4-BE49-F238E27FC236}">
                  <ns2:creationId id="{4D9339E2-6E88-40B6-A895-37D37B2A6F1D}"/>
                </a:ext>
              </a:extLst>
            </p:cNvPr>
            <p:cNvSpPr>
              <a:spLocks noGrp="1"/>
            </p:cNvSpPr>
            <p:nvPr/>
          </p:nvSpPr>
          <p:spPr>
            <a:xfrm rot="0" flipH="0" flipV="0">
              <a:off x="7324725" y="2828925"/>
              <a:ext cx="1190625" cy="228600"/>
            </a:xfrm>
            <a:prstGeom prst="rect">
              <a:avLst/>
            </a:prstGeom>
            <a:noFill/>
            <a:ln w="0">
              <a:noFill/>
            </a:ln>
          </p:spPr>
          <p:txBody>
            <a:bodyPr wrap="none" lIns="0" tIns="0" rIns="0" bIns="0" anchor="ctr">
              <a:noAutofit/>
            </a:bodyPr>
            <a:lstStyle>
              <a:defPPr algn="l">
                <a:defRPr sz="1503" b="1">
                  <a:solidFill>
                    <a:srgbClr val="000000"/>
                  </a:solidFill>
                  <a:latin typeface="Arial"/>
                  <a:ea typeface="Arial"/>
                  <a:cs typeface="Arial"/>
                </a:defRPr>
              </a:defPPr>
              <a:lvl1pPr algn="l">
                <a:defRPr sz="1503" b="1">
                  <a:solidFill>
                    <a:srgbClr val="000000"/>
                  </a:solidFill>
                  <a:latin typeface="Arial"/>
                  <a:ea typeface="Arial"/>
                  <a:cs typeface="Arial"/>
                </a:defRPr>
              </a:lvl1pPr>
              <a:lvl2pPr algn="l">
                <a:defRPr sz="1503" b="1">
                  <a:solidFill>
                    <a:srgbClr val="000000"/>
                  </a:solidFill>
                  <a:latin typeface="Arial"/>
                  <a:ea typeface="Arial"/>
                  <a:cs typeface="Arial"/>
                </a:defRPr>
              </a:lvl2pPr>
              <a:lvl3pPr algn="l">
                <a:defRPr sz="1503" b="1">
                  <a:solidFill>
                    <a:srgbClr val="000000"/>
                  </a:solidFill>
                  <a:latin typeface="Arial"/>
                  <a:ea typeface="Arial"/>
                  <a:cs typeface="Arial"/>
                </a:defRPr>
              </a:lvl3pPr>
              <a:lvl4pPr algn="l">
                <a:defRPr sz="1503" b="1">
                  <a:solidFill>
                    <a:srgbClr val="000000"/>
                  </a:solidFill>
                  <a:latin typeface="Arial"/>
                  <a:ea typeface="Arial"/>
                  <a:cs typeface="Arial"/>
                </a:defRPr>
              </a:lvl4pPr>
              <a:lvl5pPr algn="l">
                <a:defRPr sz="1503" b="1">
                  <a:solidFill>
                    <a:srgbClr val="000000"/>
                  </a:solidFill>
                  <a:latin typeface="Arial"/>
                  <a:ea typeface="Arial"/>
                  <a:cs typeface="Arial"/>
                </a:defRPr>
              </a:lvl5pPr>
              <a:lvl6pPr algn="l">
                <a:defRPr sz="1503" b="1">
                  <a:solidFill>
                    <a:srgbClr val="000000"/>
                  </a:solidFill>
                  <a:latin typeface="Arial"/>
                  <a:ea typeface="Arial"/>
                  <a:cs typeface="Arial"/>
                </a:defRPr>
              </a:lvl6pPr>
              <a:lvl7pPr algn="l">
                <a:defRPr sz="1503" b="1">
                  <a:solidFill>
                    <a:srgbClr val="000000"/>
                  </a:solidFill>
                  <a:latin typeface="Arial"/>
                  <a:ea typeface="Arial"/>
                  <a:cs typeface="Arial"/>
                </a:defRPr>
              </a:lvl7pPr>
              <a:lvl8pPr algn="l">
                <a:defRPr sz="1503" b="1">
                  <a:solidFill>
                    <a:srgbClr val="000000"/>
                  </a:solidFill>
                  <a:latin typeface="Arial"/>
                  <a:ea typeface="Arial"/>
                  <a:cs typeface="Arial"/>
                </a:defRPr>
              </a:lvl8pPr>
              <a:lvl9pPr algn="l">
                <a:defRPr sz="1503" b="1">
                  <a:solidFill>
                    <a:srgbClr val="000000"/>
                  </a:solidFill>
                  <a:latin typeface="Arial"/>
                  <a:ea typeface="Arial"/>
                  <a:cs typeface="Arial"/>
                </a:defRPr>
              </a:lvl9pPr>
            </a:lstStyle>
            <a:p>
              <a:pPr algn="l">
                <a:defRPr sz="1503" b="1">
                  <a:solidFill>
                    <a:srgbClr val="000000"/>
                  </a:solidFill>
                  <a:latin typeface="Arial"/>
                  <a:ea typeface="Arial"/>
                  <a:cs typeface="Arial"/>
                </a:defRPr>
              </a:pPr>
              <a:r>
                <a:rPr sz="1503" b="1">
                  <a:solidFill>
                    <a:srgbClr val="000000"/>
                  </a:solidFill>
                  <a:latin typeface="Arial"/>
                  <a:ea typeface="Arial"/>
                  <a:cs typeface="Arial"/>
                </a:rPr>
                <a:t>Optimal</a:t>
              </a:r>
            </a:p>
          </p:txBody>
        </p:sp>
        <p:sp>
          <p:nvSpPr>
            <p:cNvPr id="91" name="C_opt_cost">
              <a:extLst>
                <a:ext uri="{FF2B5EF4-FFF2-40B4-BE49-F238E27FC236}">
                  <ns2:creationId id="{23DE1EC7-2FB3-40C8-8262-A2B0C4A7307E}"/>
                </a:ext>
              </a:extLst>
            </p:cNvPr>
            <p:cNvSpPr>
              <a:spLocks noGrp="1"/>
            </p:cNvSpPr>
            <p:nvPr/>
          </p:nvSpPr>
          <p:spPr>
            <a:xfrm rot="0" flipH="0" flipV="0">
              <a:off x="7324725" y="3048000"/>
              <a:ext cx="1190625" cy="228600"/>
            </a:xfrm>
            <a:prstGeom prst="rect">
              <a:avLst/>
            </a:prstGeom>
            <a:noFill/>
            <a:ln w="0">
              <a:noFill/>
            </a:ln>
          </p:spPr>
          <p:txBody>
            <a:bodyPr wrap="none" lIns="0" tIns="0" rIns="0" bIns="0" anchor="ctr">
              <a:noAutofit/>
            </a:bodyPr>
            <a:lstStyle>
              <a:defPPr algn="l">
                <a:defRPr sz="1670" b="0">
                  <a:solidFill>
                    <a:srgbClr val="000000"/>
                  </a:solidFill>
                  <a:latin typeface="Arial"/>
                  <a:ea typeface="Arial"/>
                  <a:cs typeface="Arial"/>
                </a:defRPr>
              </a:defPPr>
              <a:lvl1pPr algn="l">
                <a:defRPr sz="1670" b="0">
                  <a:solidFill>
                    <a:srgbClr val="000000"/>
                  </a:solidFill>
                  <a:latin typeface="Arial"/>
                  <a:ea typeface="Arial"/>
                  <a:cs typeface="Arial"/>
                </a:defRPr>
              </a:lvl1pPr>
              <a:lvl2pPr algn="l">
                <a:defRPr sz="1670" b="0">
                  <a:solidFill>
                    <a:srgbClr val="000000"/>
                  </a:solidFill>
                  <a:latin typeface="Arial"/>
                  <a:ea typeface="Arial"/>
                  <a:cs typeface="Arial"/>
                </a:defRPr>
              </a:lvl2pPr>
              <a:lvl3pPr algn="l">
                <a:defRPr sz="1670" b="0">
                  <a:solidFill>
                    <a:srgbClr val="000000"/>
                  </a:solidFill>
                  <a:latin typeface="Arial"/>
                  <a:ea typeface="Arial"/>
                  <a:cs typeface="Arial"/>
                </a:defRPr>
              </a:lvl3pPr>
              <a:lvl4pPr algn="l">
                <a:defRPr sz="1670" b="0">
                  <a:solidFill>
                    <a:srgbClr val="000000"/>
                  </a:solidFill>
                  <a:latin typeface="Arial"/>
                  <a:ea typeface="Arial"/>
                  <a:cs typeface="Arial"/>
                </a:defRPr>
              </a:lvl4pPr>
              <a:lvl5pPr algn="l">
                <a:defRPr sz="1670" b="0">
                  <a:solidFill>
                    <a:srgbClr val="000000"/>
                  </a:solidFill>
                  <a:latin typeface="Arial"/>
                  <a:ea typeface="Arial"/>
                  <a:cs typeface="Arial"/>
                </a:defRPr>
              </a:lvl5pPr>
              <a:lvl6pPr algn="l">
                <a:defRPr sz="1670" b="0">
                  <a:solidFill>
                    <a:srgbClr val="000000"/>
                  </a:solidFill>
                  <a:latin typeface="Arial"/>
                  <a:ea typeface="Arial"/>
                  <a:cs typeface="Arial"/>
                </a:defRPr>
              </a:lvl6pPr>
              <a:lvl7pPr algn="l">
                <a:defRPr sz="1670" b="0">
                  <a:solidFill>
                    <a:srgbClr val="000000"/>
                  </a:solidFill>
                  <a:latin typeface="Arial"/>
                  <a:ea typeface="Arial"/>
                  <a:cs typeface="Arial"/>
                </a:defRPr>
              </a:lvl7pPr>
              <a:lvl8pPr algn="l">
                <a:defRPr sz="1670" b="0">
                  <a:solidFill>
                    <a:srgbClr val="000000"/>
                  </a:solidFill>
                  <a:latin typeface="Arial"/>
                  <a:ea typeface="Arial"/>
                  <a:cs typeface="Arial"/>
                </a:defRPr>
              </a:lvl8pPr>
              <a:lvl9pPr algn="l">
                <a:defRPr sz="1670" b="0">
                  <a:solidFill>
                    <a:srgbClr val="000000"/>
                  </a:solidFill>
                  <a:latin typeface="Arial"/>
                  <a:ea typeface="Arial"/>
                  <a:cs typeface="Arial"/>
                </a:defRPr>
              </a:lvl9pPr>
            </a:lstStyle>
            <a:p>
              <a:pPr algn="l">
                <a:defRPr sz="1670" b="0">
                  <a:solidFill>
                    <a:srgbClr val="000000"/>
                  </a:solidFill>
                  <a:latin typeface="Arial"/>
                  <a:ea typeface="Arial"/>
                  <a:cs typeface="Arial"/>
                </a:defRPr>
              </a:pPr>
              <a:r>
                <a:rPr sz="1670" b="0">
                  <a:solidFill>
                    <a:srgbClr val="000000"/>
                  </a:solidFill>
                  <a:latin typeface="Arial"/>
                  <a:ea typeface="Arial"/>
                  <a:cs typeface="Arial"/>
                </a:rPr>
                <a:t>d</a:t>
              </a:r>
              <a:r>
                <a:rPr sz="1113" b="0" baseline="-25000">
                  <a:solidFill>
                    <a:srgbClr val="000000"/>
                  </a:solidFill>
                  <a:latin typeface="Arial"/>
                  <a:ea typeface="Arial"/>
                  <a:cs typeface="Arial"/>
                </a:rPr>
                <a:t>top</a:t>
              </a:r>
              <a:r>
                <a:rPr sz="1670" b="0">
                  <a:solidFill>
                    <a:srgbClr val="000000"/>
                  </a:solidFill>
                  <a:latin typeface="Arial"/>
                  <a:ea typeface="Arial"/>
                  <a:cs typeface="Arial"/>
                </a:rPr>
                <a:t> = γ/2</a:t>
              </a:r>
            </a:p>
          </p:txBody>
        </p:sp>
        <p:sp>
          <p:nvSpPr>
            <p:cNvPr id="92" name="legend_baseline_sample">
              <a:extLst>
                <a:ext uri="{FF2B5EF4-FFF2-40B4-BE49-F238E27FC236}">
                  <ns2:creationId id="{173C0D25-81EA-4140-A692-38A05845A15A}"/>
                </a:ext>
              </a:extLst>
            </p:cNvPr>
            <p:cNvSpPr>
              <a:spLocks noGrp="1"/>
            </p:cNvSpPr>
            <p:nvPr/>
          </p:nvSpPr>
          <p:spPr>
            <a:xfrm rot="0" flipH="0" flipV="0">
              <a:off x="2686050" y="2724150"/>
              <a:ext cx="228600" cy="953"/>
            </a:xfrm>
            <a:custGeom>
              <a:pathLst>
                <a:path w="333375" h="953">
                  <a:moveTo>
                    <a:pt x="0" y="0"/>
                  </a:moveTo>
                  <a:lnTo>
                    <a:pt x="333375" y="953"/>
                  </a:lnTo>
                </a:path>
              </a:pathLst>
            </a:custGeom>
            <a:noFill/>
            <a:ln w="25444">
              <a:solidFill>
                <a:srgbClr val="92A5B1"/>
              </a:solidFill>
              <a:prstDash val="dash"/>
            </a:ln>
          </p:spPr>
        </p:sp>
        <p:sp>
          <p:nvSpPr>
            <p:cNvPr id="93" name="legend_baseline_text">
              <a:extLst>
                <a:ext uri="{FF2B5EF4-FFF2-40B4-BE49-F238E27FC236}">
                  <ns2:creationId id="{D6B67A97-C801-48F4-B958-75CD015FB5C0}"/>
                </a:ext>
              </a:extLst>
            </p:cNvPr>
            <p:cNvSpPr>
              <a:spLocks noGrp="1"/>
            </p:cNvSpPr>
            <p:nvPr/>
          </p:nvSpPr>
          <p:spPr>
            <a:xfrm rot="0" flipH="0" flipV="0">
              <a:off x="2990850" y="2609850"/>
              <a:ext cx="1190625" cy="228600"/>
            </a:xfrm>
            <a:prstGeom prst="rect">
              <a:avLst/>
            </a:prstGeom>
            <a:noFill/>
            <a:ln w="0">
              <a:noFill/>
            </a:ln>
          </p:spPr>
          <p:txBody>
            <a:bodyPr wrap="none" lIns="0" tIns="0" rIns="0" bIns="0" anchor="ctr">
              <a:noAutofit/>
            </a:bodyPr>
            <a:lstStyle>
              <a:defPPr algn="l">
                <a:defRPr sz="1503" b="0">
                  <a:solidFill>
                    <a:srgbClr val="000000"/>
                  </a:solidFill>
                  <a:latin typeface="Arial"/>
                  <a:ea typeface="Arial"/>
                  <a:cs typeface="Arial"/>
                </a:defRPr>
              </a:defPPr>
              <a:lvl1pPr algn="l">
                <a:defRPr sz="1503" b="0">
                  <a:solidFill>
                    <a:srgbClr val="000000"/>
                  </a:solidFill>
                  <a:latin typeface="Arial"/>
                  <a:ea typeface="Arial"/>
                  <a:cs typeface="Arial"/>
                </a:defRPr>
              </a:lvl1pPr>
              <a:lvl2pPr algn="l">
                <a:defRPr sz="1503" b="0">
                  <a:solidFill>
                    <a:srgbClr val="000000"/>
                  </a:solidFill>
                  <a:latin typeface="Arial"/>
                  <a:ea typeface="Arial"/>
                  <a:cs typeface="Arial"/>
                </a:defRPr>
              </a:lvl2pPr>
              <a:lvl3pPr algn="l">
                <a:defRPr sz="1503" b="0">
                  <a:solidFill>
                    <a:srgbClr val="000000"/>
                  </a:solidFill>
                  <a:latin typeface="Arial"/>
                  <a:ea typeface="Arial"/>
                  <a:cs typeface="Arial"/>
                </a:defRPr>
              </a:lvl3pPr>
              <a:lvl4pPr algn="l">
                <a:defRPr sz="1503" b="0">
                  <a:solidFill>
                    <a:srgbClr val="000000"/>
                  </a:solidFill>
                  <a:latin typeface="Arial"/>
                  <a:ea typeface="Arial"/>
                  <a:cs typeface="Arial"/>
                </a:defRPr>
              </a:lvl4pPr>
              <a:lvl5pPr algn="l">
                <a:defRPr sz="1503" b="0">
                  <a:solidFill>
                    <a:srgbClr val="000000"/>
                  </a:solidFill>
                  <a:latin typeface="Arial"/>
                  <a:ea typeface="Arial"/>
                  <a:cs typeface="Arial"/>
                </a:defRPr>
              </a:lvl5pPr>
              <a:lvl6pPr algn="l">
                <a:defRPr sz="1503" b="0">
                  <a:solidFill>
                    <a:srgbClr val="000000"/>
                  </a:solidFill>
                  <a:latin typeface="Arial"/>
                  <a:ea typeface="Arial"/>
                  <a:cs typeface="Arial"/>
                </a:defRPr>
              </a:lvl6pPr>
              <a:lvl7pPr algn="l">
                <a:defRPr sz="1503" b="0">
                  <a:solidFill>
                    <a:srgbClr val="000000"/>
                  </a:solidFill>
                  <a:latin typeface="Arial"/>
                  <a:ea typeface="Arial"/>
                  <a:cs typeface="Arial"/>
                </a:defRPr>
              </a:lvl7pPr>
              <a:lvl8pPr algn="l">
                <a:defRPr sz="1503" b="0">
                  <a:solidFill>
                    <a:srgbClr val="000000"/>
                  </a:solidFill>
                  <a:latin typeface="Arial"/>
                  <a:ea typeface="Arial"/>
                  <a:cs typeface="Arial"/>
                </a:defRPr>
              </a:lvl8pPr>
              <a:lvl9pPr algn="l">
                <a:defRPr sz="1503" b="0">
                  <a:solidFill>
                    <a:srgbClr val="000000"/>
                  </a:solidFill>
                  <a:latin typeface="Arial"/>
                  <a:ea typeface="Arial"/>
                  <a:cs typeface="Arial"/>
                </a:defRPr>
              </a:lvl9pPr>
            </a:lstStyle>
            <a:p>
              <a:pPr algn="l">
                <a:defRPr sz="1503" b="0">
                  <a:solidFill>
                    <a:srgbClr val="000000"/>
                  </a:solidFill>
                  <a:latin typeface="Arial"/>
                  <a:ea typeface="Arial"/>
                  <a:cs typeface="Arial"/>
                </a:defRPr>
              </a:pPr>
              <a:r>
                <a:rPr sz="1503" b="0">
                  <a:solidFill>
                    <a:srgbClr val="000000"/>
                  </a:solidFill>
                  <a:latin typeface="Arial"/>
                  <a:ea typeface="Arial"/>
                  <a:cs typeface="Arial"/>
                </a:rPr>
                <a:t>Baseline</a:t>
              </a:r>
            </a:p>
          </p:txBody>
        </p:sp>
        <p:sp>
          <p:nvSpPr>
            <p:cNvPr id="94" name="legend_lca_sample">
              <a:extLst>
                <a:ext uri="{FF2B5EF4-FFF2-40B4-BE49-F238E27FC236}">
                  <ns2:creationId id="{4B48C03D-1724-485B-A2DA-FC5D5DEA26B5}"/>
                </a:ext>
              </a:extLst>
            </p:cNvPr>
            <p:cNvSpPr>
              <a:spLocks noGrp="1"/>
            </p:cNvSpPr>
            <p:nvPr/>
          </p:nvSpPr>
          <p:spPr>
            <a:xfrm rot="0" flipH="0" flipV="0">
              <a:off x="2686050" y="2943225"/>
              <a:ext cx="228600" cy="953"/>
            </a:xfrm>
            <a:custGeom>
              <a:pathLst>
                <a:path w="333375" h="953">
                  <a:moveTo>
                    <a:pt x="0" y="0"/>
                  </a:moveTo>
                  <a:lnTo>
                    <a:pt x="333375" y="953"/>
                  </a:lnTo>
                </a:path>
              </a:pathLst>
            </a:custGeom>
            <a:noFill/>
            <a:ln w="36753">
              <a:solidFill>
                <a:srgbClr val="CC79A7"/>
              </a:solidFill>
              <a:prstDash val="solid"/>
            </a:ln>
          </p:spPr>
        </p:sp>
        <p:sp>
          <p:nvSpPr>
            <p:cNvPr id="96" name="legend_opt_sample">
              <a:extLst>
                <a:ext uri="{FF2B5EF4-FFF2-40B4-BE49-F238E27FC236}">
                  <ns2:creationId id="{5AAD565F-978C-445D-9C2A-B3441F220600}"/>
                </a:ext>
              </a:extLst>
            </p:cNvPr>
            <p:cNvSpPr>
              <a:spLocks noGrp="1"/>
            </p:cNvSpPr>
            <p:nvPr/>
          </p:nvSpPr>
          <p:spPr>
            <a:xfrm rot="0" flipH="0" flipV="0">
              <a:off x="7019925" y="2943225"/>
              <a:ext cx="228600" cy="953"/>
            </a:xfrm>
            <a:custGeom>
              <a:pathLst>
                <a:path w="333375" h="953">
                  <a:moveTo>
                    <a:pt x="0" y="0"/>
                  </a:moveTo>
                  <a:lnTo>
                    <a:pt x="333375" y="953"/>
                  </a:lnTo>
                </a:path>
              </a:pathLst>
            </a:custGeom>
            <a:noFill/>
            <a:ln w="36753">
              <a:solidFill>
                <a:srgbClr val="009E73"/>
              </a:solidFill>
              <a:prstDash val="solid"/>
            </a:ln>
          </p:spPr>
        </p:sp>
        <p:cxnSp>
          <p:nvCxnSpPr>
            <p:cNvPr id="99" name="delta_B_AC_baseline_to_LCA">
              <a:extLst>
                <a:ext uri="{FF2B5EF4-FFF2-40B4-BE49-F238E27FC236}">
                  <ns2:creationId id="{2297A63F-1AD3-450C-925F-A7C1C26D2732}"/>
                </a:ext>
              </a:extLst>
            </p:cNvPr>
            <p:cNvCxnSpPr/>
            <p:nvPr/>
          </p:nvCxnSpPr>
          <p:spPr>
            <a:xfrm flipV="1">
              <a:off x="1736836" y="3872948"/>
              <a:ext cx="0" cy="446784"/>
            </a:xfrm>
            <a:prstGeom prst="straightConnector1">
              <a:avLst/>
            </a:prstGeom>
            <a:ln w="15903">
              <a:solidFill>
                <a:srgbClr val="CC79A7"/>
              </a:solidFill>
              <a:tailEnd type="triangle" w="sm" len="sm"/>
            </a:ln>
          </p:spPr>
        </p:cxnSp>
        <p:sp>
          <p:nvSpPr>
            <p:cNvPr id="100" name="delta_B_AC_value">
              <a:extLst>
                <a:ext uri="{FF2B5EF4-FFF2-40B4-BE49-F238E27FC236}">
                  <ns2:creationId id="{BBD1B77E-A4E0-49D5-872C-BBFCA108251F}"/>
                </a:ext>
              </a:extLst>
            </p:cNvPr>
            <p:cNvSpPr>
              <a:spLocks noGrp="1"/>
            </p:cNvSpPr>
            <p:nvPr/>
          </p:nvSpPr>
          <p:spPr>
            <a:xfrm>
              <a:off x="1451086" y="3590925"/>
              <a:ext cx="571500" cy="247650"/>
            </a:xfrm>
            <a:prstGeom prst="rect">
              <a:avLst/>
            </a:prstGeom>
            <a:noFill/>
            <a:ln w="0">
              <a:noFill/>
            </a:ln>
          </p:spPr>
          <p:txBody>
            <a:bodyPr wrap="none" lIns="0" tIns="0" rIns="0" bIns="0" anchor="ctr">
              <a:noAutofit/>
            </a:bodyPr>
            <a:lstStyle>
              <a:defPPr algn="ctr">
                <a:defRPr sz="1837" b="0">
                  <a:solidFill>
                    <a:srgbClr val="000000"/>
                  </a:solidFill>
                  <a:latin typeface="Arial"/>
                  <a:ea typeface="Arial"/>
                  <a:cs typeface="Arial"/>
                </a:defRPr>
              </a:defPPr>
              <a:lvl1pPr algn="ctr">
                <a:defRPr sz="1837" b="0">
                  <a:solidFill>
                    <a:srgbClr val="000000"/>
                  </a:solidFill>
                  <a:latin typeface="Arial"/>
                  <a:ea typeface="Arial"/>
                  <a:cs typeface="Arial"/>
                </a:defRPr>
              </a:lvl1pPr>
              <a:lvl2pPr algn="ctr">
                <a:defRPr sz="1837" b="0">
                  <a:solidFill>
                    <a:srgbClr val="000000"/>
                  </a:solidFill>
                  <a:latin typeface="Arial"/>
                  <a:ea typeface="Arial"/>
                  <a:cs typeface="Arial"/>
                </a:defRPr>
              </a:lvl2pPr>
              <a:lvl3pPr algn="ctr">
                <a:defRPr sz="1837" b="0">
                  <a:solidFill>
                    <a:srgbClr val="000000"/>
                  </a:solidFill>
                  <a:latin typeface="Arial"/>
                  <a:ea typeface="Arial"/>
                  <a:cs typeface="Arial"/>
                </a:defRPr>
              </a:lvl3pPr>
              <a:lvl4pPr algn="ctr">
                <a:defRPr sz="1837" b="0">
                  <a:solidFill>
                    <a:srgbClr val="000000"/>
                  </a:solidFill>
                  <a:latin typeface="Arial"/>
                  <a:ea typeface="Arial"/>
                  <a:cs typeface="Arial"/>
                </a:defRPr>
              </a:lvl4pPr>
              <a:lvl5pPr algn="ctr">
                <a:defRPr sz="1837" b="0">
                  <a:solidFill>
                    <a:srgbClr val="000000"/>
                  </a:solidFill>
                  <a:latin typeface="Arial"/>
                  <a:ea typeface="Arial"/>
                  <a:cs typeface="Arial"/>
                </a:defRPr>
              </a:lvl5pPr>
              <a:lvl6pPr algn="ctr">
                <a:defRPr sz="1837" b="0">
                  <a:solidFill>
                    <a:srgbClr val="000000"/>
                  </a:solidFill>
                  <a:latin typeface="Arial"/>
                  <a:ea typeface="Arial"/>
                  <a:cs typeface="Arial"/>
                </a:defRPr>
              </a:lvl6pPr>
              <a:lvl7pPr algn="ctr">
                <a:defRPr sz="1837" b="0">
                  <a:solidFill>
                    <a:srgbClr val="000000"/>
                  </a:solidFill>
                  <a:latin typeface="Arial"/>
                  <a:ea typeface="Arial"/>
                  <a:cs typeface="Arial"/>
                </a:defRPr>
              </a:lvl7pPr>
              <a:lvl8pPr algn="ctr">
                <a:defRPr sz="1837" b="0">
                  <a:solidFill>
                    <a:srgbClr val="000000"/>
                  </a:solidFill>
                  <a:latin typeface="Arial"/>
                  <a:ea typeface="Arial"/>
                  <a:cs typeface="Arial"/>
                </a:defRPr>
              </a:lvl8pPr>
              <a:lvl9pPr algn="ctr">
                <a:defRPr sz="1837" b="0">
                  <a:solidFill>
                    <a:srgbClr val="000000"/>
                  </a:solidFill>
                  <a:latin typeface="Arial"/>
                  <a:ea typeface="Arial"/>
                  <a:cs typeface="Arial"/>
                </a:defRPr>
              </a:lvl9pPr>
            </a:lstStyle>
            <a:p>
              <a:pPr algn="ctr">
                <a:defRPr sz="1837" b="0">
                  <a:solidFill>
                    <a:srgbClr val="000000"/>
                  </a:solidFill>
                  <a:latin typeface="Arial"/>
                  <a:ea typeface="Arial"/>
                  <a:cs typeface="Arial"/>
                </a:defRPr>
              </a:pPr>
              <a:r>
                <a:rPr sz="1837" b="0">
                  <a:solidFill>
                    <a:srgbClr val="000000"/>
                  </a:solidFill>
                  <a:latin typeface="Arial"/>
                  <a:ea typeface="Arial"/>
                  <a:cs typeface="Arial"/>
                </a:rPr>
                <a:t>+γ</a:t>
              </a:r>
            </a:p>
          </p:txBody>
        </p:sp>
        <p:sp>
          <p:nvSpPr>
            <p:cNvPr id="101" name="delta_B_CB_value">
              <a:extLst>
                <a:ext uri="{FF2B5EF4-FFF2-40B4-BE49-F238E27FC236}">
                  <ns2:creationId id="{E270D3BA-E0B1-43F9-890B-468D9E5ABAE8}"/>
                </a:ext>
              </a:extLst>
            </p:cNvPr>
            <p:cNvSpPr>
              <a:spLocks noGrp="1"/>
            </p:cNvSpPr>
            <p:nvPr/>
          </p:nvSpPr>
          <p:spPr>
            <a:xfrm>
              <a:off x="2748967" y="3590925"/>
              <a:ext cx="342900" cy="247650"/>
            </a:xfrm>
            <a:prstGeom prst="rect">
              <a:avLst/>
            </a:prstGeom>
            <a:noFill/>
            <a:ln w="0">
              <a:noFill/>
            </a:ln>
          </p:spPr>
          <p:txBody>
            <a:bodyPr wrap="none" lIns="0" tIns="0" rIns="0" bIns="0" anchor="ctr">
              <a:noAutofit/>
            </a:bodyPr>
            <a:lstStyle>
              <a:defPPr algn="ctr">
                <a:defRPr sz="1837" b="0">
                  <a:solidFill>
                    <a:srgbClr val="000000"/>
                  </a:solidFill>
                  <a:latin typeface="Arial"/>
                  <a:ea typeface="Arial"/>
                  <a:cs typeface="Arial"/>
                </a:defRPr>
              </a:defPPr>
              <a:lvl1pPr algn="ctr">
                <a:defRPr sz="1837" b="0">
                  <a:solidFill>
                    <a:srgbClr val="000000"/>
                  </a:solidFill>
                  <a:latin typeface="Arial"/>
                  <a:ea typeface="Arial"/>
                  <a:cs typeface="Arial"/>
                </a:defRPr>
              </a:lvl1pPr>
              <a:lvl2pPr algn="ctr">
                <a:defRPr sz="1837" b="0">
                  <a:solidFill>
                    <a:srgbClr val="000000"/>
                  </a:solidFill>
                  <a:latin typeface="Arial"/>
                  <a:ea typeface="Arial"/>
                  <a:cs typeface="Arial"/>
                </a:defRPr>
              </a:lvl2pPr>
              <a:lvl3pPr algn="ctr">
                <a:defRPr sz="1837" b="0">
                  <a:solidFill>
                    <a:srgbClr val="000000"/>
                  </a:solidFill>
                  <a:latin typeface="Arial"/>
                  <a:ea typeface="Arial"/>
                  <a:cs typeface="Arial"/>
                </a:defRPr>
              </a:lvl3pPr>
              <a:lvl4pPr algn="ctr">
                <a:defRPr sz="1837" b="0">
                  <a:solidFill>
                    <a:srgbClr val="000000"/>
                  </a:solidFill>
                  <a:latin typeface="Arial"/>
                  <a:ea typeface="Arial"/>
                  <a:cs typeface="Arial"/>
                </a:defRPr>
              </a:lvl4pPr>
              <a:lvl5pPr algn="ctr">
                <a:defRPr sz="1837" b="0">
                  <a:solidFill>
                    <a:srgbClr val="000000"/>
                  </a:solidFill>
                  <a:latin typeface="Arial"/>
                  <a:ea typeface="Arial"/>
                  <a:cs typeface="Arial"/>
                </a:defRPr>
              </a:lvl5pPr>
              <a:lvl6pPr algn="ctr">
                <a:defRPr sz="1837" b="0">
                  <a:solidFill>
                    <a:srgbClr val="000000"/>
                  </a:solidFill>
                  <a:latin typeface="Arial"/>
                  <a:ea typeface="Arial"/>
                  <a:cs typeface="Arial"/>
                </a:defRPr>
              </a:lvl6pPr>
              <a:lvl7pPr algn="ctr">
                <a:defRPr sz="1837" b="0">
                  <a:solidFill>
                    <a:srgbClr val="000000"/>
                  </a:solidFill>
                  <a:latin typeface="Arial"/>
                  <a:ea typeface="Arial"/>
                  <a:cs typeface="Arial"/>
                </a:defRPr>
              </a:lvl7pPr>
              <a:lvl8pPr algn="ctr">
                <a:defRPr sz="1837" b="0">
                  <a:solidFill>
                    <a:srgbClr val="000000"/>
                  </a:solidFill>
                  <a:latin typeface="Arial"/>
                  <a:ea typeface="Arial"/>
                  <a:cs typeface="Arial"/>
                </a:defRPr>
              </a:lvl8pPr>
              <a:lvl9pPr algn="ctr">
                <a:defRPr sz="1837" b="0">
                  <a:solidFill>
                    <a:srgbClr val="000000"/>
                  </a:solidFill>
                  <a:latin typeface="Arial"/>
                  <a:ea typeface="Arial"/>
                  <a:cs typeface="Arial"/>
                </a:defRPr>
              </a:lvl9pPr>
            </a:lstStyle>
            <a:p>
              <a:pPr algn="ctr">
                <a:defRPr sz="1837" b="0">
                  <a:solidFill>
                    <a:srgbClr val="000000"/>
                  </a:solidFill>
                  <a:latin typeface="Arial"/>
                  <a:ea typeface="Arial"/>
                  <a:cs typeface="Arial"/>
                </a:defRPr>
              </a:pPr>
              <a:r>
                <a:rPr sz="1837" b="0">
                  <a:solidFill>
                    <a:srgbClr val="000000"/>
                  </a:solidFill>
                  <a:latin typeface="Arial"/>
                  <a:ea typeface="Arial"/>
                  <a:cs typeface="Arial"/>
                </a:rPr>
                <a:t>0</a:t>
              </a:r>
            </a:p>
          </p:txBody>
        </p:sp>
        <p:cxnSp>
          <p:nvCxnSpPr>
            <p:cNvPr id="102" name="delta_C_AC_baseline_to_optimal">
              <a:extLst>
                <a:ext uri="{FF2B5EF4-FFF2-40B4-BE49-F238E27FC236}">
                  <ns2:creationId id="{B3380CC7-CA9B-4BAB-AFF0-B5FEFF75151A}"/>
                </a:ext>
              </a:extLst>
            </p:cNvPr>
            <p:cNvCxnSpPr/>
            <p:nvPr/>
          </p:nvCxnSpPr>
          <p:spPr>
            <a:xfrm flipV="1">
              <a:off x="6070711" y="4096340"/>
              <a:ext cx="0" cy="223392"/>
            </a:xfrm>
            <a:prstGeom prst="straightConnector1">
              <a:avLst/>
            </a:prstGeom>
            <a:ln w="15903">
              <a:solidFill>
                <a:srgbClr val="009E73"/>
              </a:solidFill>
              <a:tailEnd type="triangle" w="sm" len="sm"/>
            </a:ln>
          </p:spPr>
        </p:cxnSp>
        <p:cxnSp>
          <p:nvCxnSpPr>
            <p:cNvPr id="103" name="delta_C_CB_baseline_to_optimal">
              <a:extLst>
                <a:ext uri="{FF2B5EF4-FFF2-40B4-BE49-F238E27FC236}">
                  <ns2:creationId id="{2B070BF7-51E4-4B48-BB0E-886F59BF40C9}"/>
                </a:ext>
              </a:extLst>
            </p:cNvPr>
            <p:cNvCxnSpPr/>
            <p:nvPr/>
          </p:nvCxnSpPr>
          <p:spPr>
            <a:xfrm flipV="0">
              <a:off x="7254292" y="3872948"/>
              <a:ext cx="0" cy="223392"/>
            </a:xfrm>
            <a:prstGeom prst="straightConnector1">
              <a:avLst/>
            </a:prstGeom>
            <a:ln w="15903">
              <a:solidFill>
                <a:srgbClr val="009E73"/>
              </a:solidFill>
              <a:tailEnd type="triangle" w="sm" len="sm"/>
            </a:ln>
          </p:spPr>
        </p:cxnSp>
        <p:sp>
          <p:nvSpPr>
            <p:cNvPr id="104" name="delta_C_AC_value">
              <a:extLst>
                <a:ext uri="{FF2B5EF4-FFF2-40B4-BE49-F238E27FC236}">
                  <ns2:creationId id="{2FC92CA9-6223-4FE5-A9EF-A52273FF9628}"/>
                </a:ext>
              </a:extLst>
            </p:cNvPr>
            <p:cNvSpPr>
              <a:spLocks noGrp="1"/>
            </p:cNvSpPr>
            <p:nvPr/>
          </p:nvSpPr>
          <p:spPr>
            <a:xfrm>
              <a:off x="5737336" y="3590925"/>
              <a:ext cx="666750" cy="247650"/>
            </a:xfrm>
            <a:prstGeom prst="rect">
              <a:avLst/>
            </a:prstGeom>
            <a:noFill/>
            <a:ln w="0">
              <a:noFill/>
            </a:ln>
          </p:spPr>
          <p:txBody>
            <a:bodyPr wrap="none" lIns="0" tIns="0" rIns="0" bIns="0" anchor="ctr">
              <a:noAutofit/>
            </a:bodyPr>
            <a:lstStyle>
              <a:defPPr algn="ctr">
                <a:defRPr sz="1837" b="0">
                  <a:solidFill>
                    <a:srgbClr val="000000"/>
                  </a:solidFill>
                  <a:latin typeface="Arial"/>
                  <a:ea typeface="Arial"/>
                  <a:cs typeface="Arial"/>
                </a:defRPr>
              </a:defPPr>
              <a:lvl1pPr algn="ctr">
                <a:defRPr sz="1837" b="0">
                  <a:solidFill>
                    <a:srgbClr val="000000"/>
                  </a:solidFill>
                  <a:latin typeface="Arial"/>
                  <a:ea typeface="Arial"/>
                  <a:cs typeface="Arial"/>
                </a:defRPr>
              </a:lvl1pPr>
              <a:lvl2pPr algn="ctr">
                <a:defRPr sz="1837" b="0">
                  <a:solidFill>
                    <a:srgbClr val="000000"/>
                  </a:solidFill>
                  <a:latin typeface="Arial"/>
                  <a:ea typeface="Arial"/>
                  <a:cs typeface="Arial"/>
                </a:defRPr>
              </a:lvl2pPr>
              <a:lvl3pPr algn="ctr">
                <a:defRPr sz="1837" b="0">
                  <a:solidFill>
                    <a:srgbClr val="000000"/>
                  </a:solidFill>
                  <a:latin typeface="Arial"/>
                  <a:ea typeface="Arial"/>
                  <a:cs typeface="Arial"/>
                </a:defRPr>
              </a:lvl3pPr>
              <a:lvl4pPr algn="ctr">
                <a:defRPr sz="1837" b="0">
                  <a:solidFill>
                    <a:srgbClr val="000000"/>
                  </a:solidFill>
                  <a:latin typeface="Arial"/>
                  <a:ea typeface="Arial"/>
                  <a:cs typeface="Arial"/>
                </a:defRPr>
              </a:lvl4pPr>
              <a:lvl5pPr algn="ctr">
                <a:defRPr sz="1837" b="0">
                  <a:solidFill>
                    <a:srgbClr val="000000"/>
                  </a:solidFill>
                  <a:latin typeface="Arial"/>
                  <a:ea typeface="Arial"/>
                  <a:cs typeface="Arial"/>
                </a:defRPr>
              </a:lvl5pPr>
              <a:lvl6pPr algn="ctr">
                <a:defRPr sz="1837" b="0">
                  <a:solidFill>
                    <a:srgbClr val="000000"/>
                  </a:solidFill>
                  <a:latin typeface="Arial"/>
                  <a:ea typeface="Arial"/>
                  <a:cs typeface="Arial"/>
                </a:defRPr>
              </a:lvl6pPr>
              <a:lvl7pPr algn="ctr">
                <a:defRPr sz="1837" b="0">
                  <a:solidFill>
                    <a:srgbClr val="000000"/>
                  </a:solidFill>
                  <a:latin typeface="Arial"/>
                  <a:ea typeface="Arial"/>
                  <a:cs typeface="Arial"/>
                </a:defRPr>
              </a:lvl7pPr>
              <a:lvl8pPr algn="ctr">
                <a:defRPr sz="1837" b="0">
                  <a:solidFill>
                    <a:srgbClr val="000000"/>
                  </a:solidFill>
                  <a:latin typeface="Arial"/>
                  <a:ea typeface="Arial"/>
                  <a:cs typeface="Arial"/>
                </a:defRPr>
              </a:lvl8pPr>
              <a:lvl9pPr algn="ctr">
                <a:defRPr sz="1837" b="0">
                  <a:solidFill>
                    <a:srgbClr val="000000"/>
                  </a:solidFill>
                  <a:latin typeface="Arial"/>
                  <a:ea typeface="Arial"/>
                  <a:cs typeface="Arial"/>
                </a:defRPr>
              </a:lvl9pPr>
            </a:lstStyle>
            <a:p>
              <a:pPr algn="ctr">
                <a:defRPr sz="1837" b="0">
                  <a:solidFill>
                    <a:srgbClr val="000000"/>
                  </a:solidFill>
                  <a:latin typeface="Arial"/>
                  <a:ea typeface="Arial"/>
                  <a:cs typeface="Arial"/>
                </a:defRPr>
              </a:pPr>
              <a:r>
                <a:rPr sz="1837" b="0">
                  <a:solidFill>
                    <a:srgbClr val="000000"/>
                  </a:solidFill>
                  <a:latin typeface="Arial"/>
                  <a:ea typeface="Arial"/>
                  <a:cs typeface="Arial"/>
                </a:rPr>
                <a:t>+γ/2</a:t>
              </a:r>
            </a:p>
          </p:txBody>
        </p:sp>
        <p:sp>
          <p:nvSpPr>
            <p:cNvPr id="105" name="delta_C_CB_value">
              <a:extLst>
                <a:ext uri="{FF2B5EF4-FFF2-40B4-BE49-F238E27FC236}">
                  <ns2:creationId id="{F7426F2D-190E-4649-A7AF-27C3CB6B5123}"/>
                </a:ext>
              </a:extLst>
            </p:cNvPr>
            <p:cNvSpPr>
              <a:spLocks noGrp="1"/>
            </p:cNvSpPr>
            <p:nvPr/>
          </p:nvSpPr>
          <p:spPr>
            <a:xfrm>
              <a:off x="6920917" y="3590925"/>
              <a:ext cx="666750" cy="247650"/>
            </a:xfrm>
            <a:prstGeom prst="rect">
              <a:avLst/>
            </a:prstGeom>
            <a:noFill/>
            <a:ln w="0">
              <a:noFill/>
            </a:ln>
          </p:spPr>
          <p:txBody>
            <a:bodyPr wrap="none" lIns="0" tIns="0" rIns="0" bIns="0" anchor="ctr">
              <a:noAutofit/>
            </a:bodyPr>
            <a:lstStyle>
              <a:defPPr algn="ctr">
                <a:defRPr sz="1837" b="0">
                  <a:solidFill>
                    <a:srgbClr val="000000"/>
                  </a:solidFill>
                  <a:latin typeface="Arial"/>
                  <a:ea typeface="Arial"/>
                  <a:cs typeface="Arial"/>
                </a:defRPr>
              </a:defPPr>
              <a:lvl1pPr algn="ctr">
                <a:defRPr sz="1837" b="0">
                  <a:solidFill>
                    <a:srgbClr val="000000"/>
                  </a:solidFill>
                  <a:latin typeface="Arial"/>
                  <a:ea typeface="Arial"/>
                  <a:cs typeface="Arial"/>
                </a:defRPr>
              </a:lvl1pPr>
              <a:lvl2pPr algn="ctr">
                <a:defRPr sz="1837" b="0">
                  <a:solidFill>
                    <a:srgbClr val="000000"/>
                  </a:solidFill>
                  <a:latin typeface="Arial"/>
                  <a:ea typeface="Arial"/>
                  <a:cs typeface="Arial"/>
                </a:defRPr>
              </a:lvl2pPr>
              <a:lvl3pPr algn="ctr">
                <a:defRPr sz="1837" b="0">
                  <a:solidFill>
                    <a:srgbClr val="000000"/>
                  </a:solidFill>
                  <a:latin typeface="Arial"/>
                  <a:ea typeface="Arial"/>
                  <a:cs typeface="Arial"/>
                </a:defRPr>
              </a:lvl3pPr>
              <a:lvl4pPr algn="ctr">
                <a:defRPr sz="1837" b="0">
                  <a:solidFill>
                    <a:srgbClr val="000000"/>
                  </a:solidFill>
                  <a:latin typeface="Arial"/>
                  <a:ea typeface="Arial"/>
                  <a:cs typeface="Arial"/>
                </a:defRPr>
              </a:lvl4pPr>
              <a:lvl5pPr algn="ctr">
                <a:defRPr sz="1837" b="0">
                  <a:solidFill>
                    <a:srgbClr val="000000"/>
                  </a:solidFill>
                  <a:latin typeface="Arial"/>
                  <a:ea typeface="Arial"/>
                  <a:cs typeface="Arial"/>
                </a:defRPr>
              </a:lvl5pPr>
              <a:lvl6pPr algn="ctr">
                <a:defRPr sz="1837" b="0">
                  <a:solidFill>
                    <a:srgbClr val="000000"/>
                  </a:solidFill>
                  <a:latin typeface="Arial"/>
                  <a:ea typeface="Arial"/>
                  <a:cs typeface="Arial"/>
                </a:defRPr>
              </a:lvl6pPr>
              <a:lvl7pPr algn="ctr">
                <a:defRPr sz="1837" b="0">
                  <a:solidFill>
                    <a:srgbClr val="000000"/>
                  </a:solidFill>
                  <a:latin typeface="Arial"/>
                  <a:ea typeface="Arial"/>
                  <a:cs typeface="Arial"/>
                </a:defRPr>
              </a:lvl7pPr>
              <a:lvl8pPr algn="ctr">
                <a:defRPr sz="1837" b="0">
                  <a:solidFill>
                    <a:srgbClr val="000000"/>
                  </a:solidFill>
                  <a:latin typeface="Arial"/>
                  <a:ea typeface="Arial"/>
                  <a:cs typeface="Arial"/>
                </a:defRPr>
              </a:lvl8pPr>
              <a:lvl9pPr algn="ctr">
                <a:defRPr sz="1837" b="0">
                  <a:solidFill>
                    <a:srgbClr val="000000"/>
                  </a:solidFill>
                  <a:latin typeface="Arial"/>
                  <a:ea typeface="Arial"/>
                  <a:cs typeface="Arial"/>
                </a:defRPr>
              </a:lvl9pPr>
            </a:lstStyle>
            <a:p>
              <a:pPr algn="ctr">
                <a:defRPr sz="1837" b="0">
                  <a:solidFill>
                    <a:srgbClr val="000000"/>
                  </a:solidFill>
                  <a:latin typeface="Arial"/>
                  <a:ea typeface="Arial"/>
                  <a:cs typeface="Arial"/>
                </a:defRPr>
              </a:pPr>
              <a:r>
                <a:rPr sz="1837" b="0">
                  <a:solidFill>
                    <a:srgbClr val="000000"/>
                  </a:solidFill>
                  <a:latin typeface="Arial"/>
                  <a:ea typeface="Arial"/>
                  <a:cs typeface="Arial"/>
                </a:rPr>
                <a:t>−γ/2</a:t>
              </a:r>
            </a:p>
          </p:txBody>
        </p:sp>
        <p:sp>
          <p:nvSpPr>
            <p:cNvPr id="106" name="delta_gamma_definition">
              <a:extLst>
                <a:ext uri="{FF2B5EF4-FFF2-40B4-BE49-F238E27FC236}">
                  <ns2:creationId id="{F406A3F7-9F48-4D63-94B6-B57331A9C63C}"/>
                </a:ext>
              </a:extLst>
            </p:cNvPr>
            <p:cNvSpPr>
              <a:spLocks noGrp="1"/>
            </p:cNvSpPr>
            <p:nvPr/>
          </p:nvSpPr>
          <p:spPr>
            <a:xfrm>
              <a:off x="2838450" y="3276600"/>
              <a:ext cx="1352550" cy="228600"/>
            </a:xfrm>
            <a:prstGeom prst="rect">
              <a:avLst/>
            </a:prstGeom>
            <a:noFill/>
            <a:ln w="0">
              <a:noFill/>
            </a:ln>
          </p:spPr>
          <p:txBody>
            <a:bodyPr wrap="none" lIns="0" tIns="0" rIns="0" bIns="0" anchor="ctr">
              <a:noAutofit/>
            </a:bodyPr>
            <a:lstStyle>
              <a:defPPr algn="l">
                <a:defRPr sz="1419" b="0">
                  <a:solidFill>
                    <a:srgbClr val="000000"/>
                  </a:solidFill>
                  <a:latin typeface="Arial"/>
                  <a:ea typeface="Arial"/>
                  <a:cs typeface="Arial"/>
                </a:defRPr>
              </a:defPPr>
              <a:lvl1pPr algn="ctr">
                <a:defRPr sz="1419" b="0">
                  <a:solidFill>
                    <a:srgbClr val="000000"/>
                  </a:solidFill>
                  <a:latin typeface="Arial"/>
                  <a:ea typeface="Arial"/>
                  <a:cs typeface="Arial"/>
                </a:defRPr>
              </a:lvl1pPr>
              <a:lvl2pPr algn="ctr">
                <a:defRPr sz="1419" b="0">
                  <a:solidFill>
                    <a:srgbClr val="000000"/>
                  </a:solidFill>
                  <a:latin typeface="Arial"/>
                  <a:ea typeface="Arial"/>
                  <a:cs typeface="Arial"/>
                </a:defRPr>
              </a:lvl2pPr>
              <a:lvl3pPr algn="ctr">
                <a:defRPr sz="1419" b="0">
                  <a:solidFill>
                    <a:srgbClr val="000000"/>
                  </a:solidFill>
                  <a:latin typeface="Arial"/>
                  <a:ea typeface="Arial"/>
                  <a:cs typeface="Arial"/>
                </a:defRPr>
              </a:lvl3pPr>
              <a:lvl4pPr algn="ctr">
                <a:defRPr sz="1419" b="0">
                  <a:solidFill>
                    <a:srgbClr val="000000"/>
                  </a:solidFill>
                  <a:latin typeface="Arial"/>
                  <a:ea typeface="Arial"/>
                  <a:cs typeface="Arial"/>
                </a:defRPr>
              </a:lvl4pPr>
              <a:lvl5pPr algn="ctr">
                <a:defRPr sz="1419" b="0">
                  <a:solidFill>
                    <a:srgbClr val="000000"/>
                  </a:solidFill>
                  <a:latin typeface="Arial"/>
                  <a:ea typeface="Arial"/>
                  <a:cs typeface="Arial"/>
                </a:defRPr>
              </a:lvl5pPr>
              <a:lvl6pPr algn="ctr">
                <a:defRPr sz="1419" b="0">
                  <a:solidFill>
                    <a:srgbClr val="000000"/>
                  </a:solidFill>
                  <a:latin typeface="Arial"/>
                  <a:ea typeface="Arial"/>
                  <a:cs typeface="Arial"/>
                </a:defRPr>
              </a:lvl6pPr>
              <a:lvl7pPr algn="ctr">
                <a:defRPr sz="1419" b="0">
                  <a:solidFill>
                    <a:srgbClr val="000000"/>
                  </a:solidFill>
                  <a:latin typeface="Arial"/>
                  <a:ea typeface="Arial"/>
                  <a:cs typeface="Arial"/>
                </a:defRPr>
              </a:lvl7pPr>
              <a:lvl8pPr algn="ctr">
                <a:defRPr sz="1419" b="0">
                  <a:solidFill>
                    <a:srgbClr val="000000"/>
                  </a:solidFill>
                  <a:latin typeface="Arial"/>
                  <a:ea typeface="Arial"/>
                  <a:cs typeface="Arial"/>
                </a:defRPr>
              </a:lvl8pPr>
              <a:lvl9pPr algn="ctr">
                <a:defRPr sz="1419" b="0">
                  <a:solidFill>
                    <a:srgbClr val="000000"/>
                  </a:solidFill>
                  <a:latin typeface="Arial"/>
                  <a:ea typeface="Arial"/>
                  <a:cs typeface="Arial"/>
                </a:defRPr>
              </a:lvl9pPr>
            </a:lstStyle>
            <a:p>
              <a:pPr algn="l">
                <a:defRPr sz="1419" b="0">
                  <a:solidFill>
                    <a:srgbClr val="000000"/>
                  </a:solidFill>
                  <a:latin typeface="Arial"/>
                  <a:ea typeface="Arial"/>
                  <a:cs typeface="Arial"/>
                </a:defRPr>
              </a:pPr>
              <a:r>
                <a:rPr sz="1419" b="0">
                  <a:solidFill>
                    <a:srgbClr val="000000"/>
                  </a:solidFill>
                  <a:latin typeface="Arial"/>
                  <a:ea typeface="Arial"/>
                  <a:cs typeface="Arial"/>
                </a:rPr>
                <a:t>γ = s</a:t>
              </a:r>
              <a:r>
                <a:rPr sz="946" b="0" baseline="-25000">
                  <a:solidFill>
                    <a:srgbClr val="000000"/>
                  </a:solidFill>
                  <a:latin typeface="Arial"/>
                  <a:ea typeface="Arial"/>
                  <a:cs typeface="Arial"/>
                </a:rPr>
                <a:t>2</a:t>
              </a:r>
              <a:r>
                <a:rPr sz="1419" b="0">
                  <a:solidFill>
                    <a:srgbClr val="000000"/>
                  </a:solidFill>
                  <a:latin typeface="Arial"/>
                  <a:ea typeface="Arial"/>
                  <a:cs typeface="Arial"/>
                </a:rPr>
                <a:t> − s</a:t>
              </a:r>
              <a:r>
                <a:rPr sz="946" b="0" baseline="-25000">
                  <a:solidFill>
                    <a:srgbClr val="000000"/>
                  </a:solidFill>
                  <a:latin typeface="Arial"/>
                  <a:ea typeface="Arial"/>
                  <a:cs typeface="Arial"/>
                </a:rPr>
                <a:t>1</a:t>
              </a:r>
            </a:p>
          </p:txBody>
        </p:sp>
        <p:sp>
          <p:nvSpPr>
            <p:cNvPr id="107" name="legend_C_baseline_sample">
              <a:extLst>
                <a:ext uri="{FF2B5EF4-FFF2-40B4-BE49-F238E27FC236}">
                  <ns2:creationId id="{173C0D25-81EA-4140-A692-38A05845A15A}"/>
                </a:ext>
              </a:extLst>
            </p:cNvPr>
            <p:cNvSpPr>
              <a:spLocks noGrp="1"/>
            </p:cNvSpPr>
            <p:nvPr/>
          </p:nvSpPr>
          <p:spPr>
            <a:xfrm rot="0" flipH="0" flipV="0">
              <a:off x="7019925" y="2724150"/>
              <a:ext cx="228600" cy="953"/>
            </a:xfrm>
            <a:custGeom>
              <a:pathLst>
                <a:path w="333375" h="953">
                  <a:moveTo>
                    <a:pt x="0" y="0"/>
                  </a:moveTo>
                  <a:lnTo>
                    <a:pt x="333375" y="953"/>
                  </a:lnTo>
                </a:path>
              </a:pathLst>
            </a:custGeom>
            <a:noFill/>
            <a:ln w="25444">
              <a:solidFill>
                <a:srgbClr val="92A5B1"/>
              </a:solidFill>
              <a:prstDash val="dash"/>
            </a:ln>
          </p:spPr>
        </p:sp>
        <p:sp>
          <p:nvSpPr>
            <p:cNvPr id="108" name="legend_C_baseline_text">
              <a:extLst>
                <a:ext uri="{FF2B5EF4-FFF2-40B4-BE49-F238E27FC236}">
                  <ns2:creationId id="{D6B67A97-C801-48F4-B958-75CD015FB5C0}"/>
                </a:ext>
              </a:extLst>
            </p:cNvPr>
            <p:cNvSpPr>
              <a:spLocks noGrp="1"/>
            </p:cNvSpPr>
            <p:nvPr/>
          </p:nvSpPr>
          <p:spPr>
            <a:xfrm rot="0" flipH="0" flipV="0">
              <a:off x="7324725" y="2609850"/>
              <a:ext cx="1190625" cy="228600"/>
            </a:xfrm>
            <a:prstGeom prst="rect">
              <a:avLst/>
            </a:prstGeom>
            <a:noFill/>
            <a:ln w="0">
              <a:noFill/>
            </a:ln>
          </p:spPr>
          <p:txBody>
            <a:bodyPr wrap="none" lIns="0" tIns="0" rIns="0" bIns="0" anchor="ctr">
              <a:noAutofit/>
            </a:bodyPr>
            <a:lstStyle>
              <a:defPPr algn="l">
                <a:defRPr sz="1503" b="0">
                  <a:solidFill>
                    <a:srgbClr val="000000"/>
                  </a:solidFill>
                  <a:latin typeface="Arial"/>
                  <a:ea typeface="Arial"/>
                  <a:cs typeface="Arial"/>
                </a:defRPr>
              </a:defPPr>
              <a:lvl1pPr algn="l">
                <a:defRPr sz="1503" b="0">
                  <a:solidFill>
                    <a:srgbClr val="000000"/>
                  </a:solidFill>
                  <a:latin typeface="Arial"/>
                  <a:ea typeface="Arial"/>
                  <a:cs typeface="Arial"/>
                </a:defRPr>
              </a:lvl1pPr>
              <a:lvl2pPr algn="l">
                <a:defRPr sz="1503" b="0">
                  <a:solidFill>
                    <a:srgbClr val="000000"/>
                  </a:solidFill>
                  <a:latin typeface="Arial"/>
                  <a:ea typeface="Arial"/>
                  <a:cs typeface="Arial"/>
                </a:defRPr>
              </a:lvl2pPr>
              <a:lvl3pPr algn="l">
                <a:defRPr sz="1503" b="0">
                  <a:solidFill>
                    <a:srgbClr val="000000"/>
                  </a:solidFill>
                  <a:latin typeface="Arial"/>
                  <a:ea typeface="Arial"/>
                  <a:cs typeface="Arial"/>
                </a:defRPr>
              </a:lvl3pPr>
              <a:lvl4pPr algn="l">
                <a:defRPr sz="1503" b="0">
                  <a:solidFill>
                    <a:srgbClr val="000000"/>
                  </a:solidFill>
                  <a:latin typeface="Arial"/>
                  <a:ea typeface="Arial"/>
                  <a:cs typeface="Arial"/>
                </a:defRPr>
              </a:lvl4pPr>
              <a:lvl5pPr algn="l">
                <a:defRPr sz="1503" b="0">
                  <a:solidFill>
                    <a:srgbClr val="000000"/>
                  </a:solidFill>
                  <a:latin typeface="Arial"/>
                  <a:ea typeface="Arial"/>
                  <a:cs typeface="Arial"/>
                </a:defRPr>
              </a:lvl5pPr>
              <a:lvl6pPr algn="l">
                <a:defRPr sz="1503" b="0">
                  <a:solidFill>
                    <a:srgbClr val="000000"/>
                  </a:solidFill>
                  <a:latin typeface="Arial"/>
                  <a:ea typeface="Arial"/>
                  <a:cs typeface="Arial"/>
                </a:defRPr>
              </a:lvl6pPr>
              <a:lvl7pPr algn="l">
                <a:defRPr sz="1503" b="0">
                  <a:solidFill>
                    <a:srgbClr val="000000"/>
                  </a:solidFill>
                  <a:latin typeface="Arial"/>
                  <a:ea typeface="Arial"/>
                  <a:cs typeface="Arial"/>
                </a:defRPr>
              </a:lvl7pPr>
              <a:lvl8pPr algn="l">
                <a:defRPr sz="1503" b="0">
                  <a:solidFill>
                    <a:srgbClr val="000000"/>
                  </a:solidFill>
                  <a:latin typeface="Arial"/>
                  <a:ea typeface="Arial"/>
                  <a:cs typeface="Arial"/>
                </a:defRPr>
              </a:lvl8pPr>
              <a:lvl9pPr algn="l">
                <a:defRPr sz="1503" b="0">
                  <a:solidFill>
                    <a:srgbClr val="000000"/>
                  </a:solidFill>
                  <a:latin typeface="Arial"/>
                  <a:ea typeface="Arial"/>
                  <a:cs typeface="Arial"/>
                </a:defRPr>
              </a:lvl9pPr>
            </a:lstStyle>
            <a:p>
              <a:pPr algn="l">
                <a:defRPr sz="1503" b="0">
                  <a:solidFill>
                    <a:srgbClr val="000000"/>
                  </a:solidFill>
                  <a:latin typeface="Arial"/>
                  <a:ea typeface="Arial"/>
                  <a:cs typeface="Arial"/>
                </a:defRPr>
              </a:pPr>
              <a:r>
                <a:rPr sz="1503" b="0">
                  <a:solidFill>
                    <a:srgbClr val="000000"/>
                  </a:solidFill>
                  <a:latin typeface="Arial"/>
                  <a:ea typeface="Arial"/>
                  <a:cs typeface="Arial"/>
                </a:rPr>
                <a:t>Baseline</a:t>
              </a:r>
            </a:p>
          </p:txBody>
        </p:sp>
        <p:sp>
          <p:nvSpPr>
            <p:cNvPr id="109" name="delta_C_gamma_definition">
              <a:extLst>
                <a:ext uri="{FF2B5EF4-FFF2-40B4-BE49-F238E27FC236}">
                  <ns2:creationId id="{F406A3F7-9F48-4D63-94B6-B57331A9C63C}"/>
                </a:ext>
              </a:extLst>
            </p:cNvPr>
            <p:cNvSpPr>
              <a:spLocks noGrp="1"/>
            </p:cNvSpPr>
            <p:nvPr/>
          </p:nvSpPr>
          <p:spPr>
            <a:xfrm>
              <a:off x="7172325" y="3276600"/>
              <a:ext cx="1352550" cy="228600"/>
            </a:xfrm>
            <a:prstGeom prst="rect">
              <a:avLst/>
            </a:prstGeom>
            <a:noFill/>
            <a:ln w="0">
              <a:noFill/>
            </a:ln>
          </p:spPr>
          <p:txBody>
            <a:bodyPr wrap="none" lIns="0" tIns="0" rIns="0" bIns="0" anchor="ctr">
              <a:noAutofit/>
            </a:bodyPr>
            <a:lstStyle>
              <a:defPPr algn="l">
                <a:defRPr sz="1419" b="0">
                  <a:solidFill>
                    <a:srgbClr val="000000"/>
                  </a:solidFill>
                  <a:latin typeface="Arial"/>
                  <a:ea typeface="Arial"/>
                  <a:cs typeface="Arial"/>
                </a:defRPr>
              </a:defPPr>
              <a:lvl1pPr algn="ctr">
                <a:defRPr sz="1419" b="0">
                  <a:solidFill>
                    <a:srgbClr val="000000"/>
                  </a:solidFill>
                  <a:latin typeface="Arial"/>
                  <a:ea typeface="Arial"/>
                  <a:cs typeface="Arial"/>
                </a:defRPr>
              </a:lvl1pPr>
              <a:lvl2pPr algn="ctr">
                <a:defRPr sz="1419" b="0">
                  <a:solidFill>
                    <a:srgbClr val="000000"/>
                  </a:solidFill>
                  <a:latin typeface="Arial"/>
                  <a:ea typeface="Arial"/>
                  <a:cs typeface="Arial"/>
                </a:defRPr>
              </a:lvl2pPr>
              <a:lvl3pPr algn="ctr">
                <a:defRPr sz="1419" b="0">
                  <a:solidFill>
                    <a:srgbClr val="000000"/>
                  </a:solidFill>
                  <a:latin typeface="Arial"/>
                  <a:ea typeface="Arial"/>
                  <a:cs typeface="Arial"/>
                </a:defRPr>
              </a:lvl3pPr>
              <a:lvl4pPr algn="ctr">
                <a:defRPr sz="1419" b="0">
                  <a:solidFill>
                    <a:srgbClr val="000000"/>
                  </a:solidFill>
                  <a:latin typeface="Arial"/>
                  <a:ea typeface="Arial"/>
                  <a:cs typeface="Arial"/>
                </a:defRPr>
              </a:lvl4pPr>
              <a:lvl5pPr algn="ctr">
                <a:defRPr sz="1419" b="0">
                  <a:solidFill>
                    <a:srgbClr val="000000"/>
                  </a:solidFill>
                  <a:latin typeface="Arial"/>
                  <a:ea typeface="Arial"/>
                  <a:cs typeface="Arial"/>
                </a:defRPr>
              </a:lvl5pPr>
              <a:lvl6pPr algn="ctr">
                <a:defRPr sz="1419" b="0">
                  <a:solidFill>
                    <a:srgbClr val="000000"/>
                  </a:solidFill>
                  <a:latin typeface="Arial"/>
                  <a:ea typeface="Arial"/>
                  <a:cs typeface="Arial"/>
                </a:defRPr>
              </a:lvl6pPr>
              <a:lvl7pPr algn="ctr">
                <a:defRPr sz="1419" b="0">
                  <a:solidFill>
                    <a:srgbClr val="000000"/>
                  </a:solidFill>
                  <a:latin typeface="Arial"/>
                  <a:ea typeface="Arial"/>
                  <a:cs typeface="Arial"/>
                </a:defRPr>
              </a:lvl7pPr>
              <a:lvl8pPr algn="ctr">
                <a:defRPr sz="1419" b="0">
                  <a:solidFill>
                    <a:srgbClr val="000000"/>
                  </a:solidFill>
                  <a:latin typeface="Arial"/>
                  <a:ea typeface="Arial"/>
                  <a:cs typeface="Arial"/>
                </a:defRPr>
              </a:lvl8pPr>
              <a:lvl9pPr algn="ctr">
                <a:defRPr sz="1419" b="0">
                  <a:solidFill>
                    <a:srgbClr val="000000"/>
                  </a:solidFill>
                  <a:latin typeface="Arial"/>
                  <a:ea typeface="Arial"/>
                  <a:cs typeface="Arial"/>
                </a:defRPr>
              </a:lvl9pPr>
            </a:lstStyle>
            <a:p>
              <a:pPr algn="l">
                <a:defRPr sz="1419" b="0">
                  <a:solidFill>
                    <a:srgbClr val="000000"/>
                  </a:solidFill>
                  <a:latin typeface="Arial"/>
                  <a:ea typeface="Arial"/>
                  <a:cs typeface="Arial"/>
                </a:defRPr>
              </a:pPr>
              <a:r>
                <a:rPr sz="1419" b="0">
                  <a:solidFill>
                    <a:srgbClr val="000000"/>
                  </a:solidFill>
                  <a:latin typeface="Arial"/>
                  <a:ea typeface="Arial"/>
                  <a:cs typeface="Arial"/>
                </a:rPr>
                <a:t>γ = s</a:t>
              </a:r>
              <a:r>
                <a:rPr sz="946" b="0" baseline="-25000">
                  <a:solidFill>
                    <a:srgbClr val="000000"/>
                  </a:solidFill>
                  <a:latin typeface="Arial"/>
                  <a:ea typeface="Arial"/>
                  <a:cs typeface="Arial"/>
                </a:rPr>
                <a:t>2</a:t>
              </a:r>
              <a:r>
                <a:rPr sz="1419" b="0">
                  <a:solidFill>
                    <a:srgbClr val="000000"/>
                  </a:solidFill>
                  <a:latin typeface="Arial"/>
                  <a:ea typeface="Arial"/>
                  <a:cs typeface="Arial"/>
                </a:rPr>
                <a:t> − s</a:t>
              </a:r>
              <a:r>
                <a:rPr sz="946" b="0" baseline="-25000">
                  <a:solidFill>
                    <a:srgbClr val="000000"/>
                  </a:solidFill>
                  <a:latin typeface="Arial"/>
                  <a:ea typeface="Arial"/>
                  <a:cs typeface="Arial"/>
                </a:rPr>
                <a:t>1</a:t>
              </a:r>
            </a:p>
          </p:txBody>
        </p:sp>
      </p:grpSp>
    </p:spTree>
    <p:extLst>
      <p:ext uri="{BB962C8B-B14F-4D97-AF65-F5344CB8AC3E}">
        <ns3:creationId val="1917114902"/>
      </p:ext>
    </p:extLst>
  </p:cSld>
</p:sld>
</file>

<file path=ppt/slides/slide5.xml><?xml version="1.0" encoding="utf-8"?>
<p:sld xmlns:a="http://schemas.openxmlformats.org/drawingml/2006/main" xmlns:ns2="http://schemas.microsoft.com/office/drawing/2014/main" xmlns:ns3="http://schemas.openxmlformats.org/drawingml/2006/chart" xmlns:ns5="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grpSp>
        <p:nvGrpSpPr>
          <p:cNvPr id="14" name="Manuscript Figure 5: Five-sequence position–topology frontiers"/>
          <p:cNvGrpSpPr/>
          <p:nvPr/>
        </p:nvGrpSpPr>
        <p:grpSpPr>
          <a:xfrm>
            <a:off x="0" y="1170432"/>
            <a:ext cx="12801600" cy="3755136"/>
            <a:chOff x="0" y="0"/>
            <a:chExt cx="14287500" cy="4191000"/>
          </a:xfrm>
        </p:grpSpPr>
        <p:sp>
          <p:nvSpPr>
            <p:cNvPr id="13" name="(a) Storms 1999/2000">
              <a:extLst>
                <a:ext uri="{FF2B5EF4-FFF2-40B4-BE49-F238E27FC236}">
                  <ns2:creationId id="{0DBA982E-18A0-4F2A-A1DE-288DEDBA5C28}"/>
                </a:ext>
              </a:extLst>
            </p:cNvPr>
            <p:cNvSpPr>
              <a:spLocks noGrp="1"/>
            </p:cNvSpPr>
            <p:nvPr/>
          </p:nvSpPr>
          <p:spPr>
            <a:xfrm>
              <a:off x="228600" y="47625"/>
              <a:ext cx="2667000" cy="266700"/>
            </a:xfrm>
            <a:prstGeom prst="rect">
              <a:avLst/>
            </a:prstGeom>
            <a:noFill/>
            <a:ln w="0">
              <a:noFill/>
              <a:prstDash val="solid"/>
            </a:ln>
          </p:spPr>
          <p:txBody>
            <a:bodyPr wrap="none" lIns="0" tIns="0" rIns="0" bIns="0">
              <a:noAutofit/>
            </a:bodyPr>
            <a:lstStyle>
              <a:defPPr>
                <a:defRPr sz="1411" b="1">
                  <a:solidFill>
                    <a:srgbClr val="263238"/>
                  </a:solidFill>
                  <a:latin typeface="Arial"/>
                  <a:ea typeface="Arial"/>
                  <a:cs typeface="Arial"/>
                </a:defRPr>
              </a:defPPr>
              <a:lvl1pPr>
                <a:defRPr sz="1411" b="1">
                  <a:solidFill>
                    <a:srgbClr val="263238"/>
                  </a:solidFill>
                  <a:latin typeface="Arial"/>
                  <a:ea typeface="Arial"/>
                  <a:cs typeface="Arial"/>
                </a:defRPr>
              </a:lvl1pPr>
              <a:lvl2pPr>
                <a:defRPr sz="1411" b="1">
                  <a:solidFill>
                    <a:srgbClr val="263238"/>
                  </a:solidFill>
                  <a:latin typeface="Arial"/>
                  <a:ea typeface="Arial"/>
                  <a:cs typeface="Arial"/>
                </a:defRPr>
              </a:lvl2pPr>
              <a:lvl3pPr>
                <a:defRPr sz="1411" b="1">
                  <a:solidFill>
                    <a:srgbClr val="263238"/>
                  </a:solidFill>
                  <a:latin typeface="Arial"/>
                  <a:ea typeface="Arial"/>
                  <a:cs typeface="Arial"/>
                </a:defRPr>
              </a:lvl3pPr>
              <a:lvl4pPr>
                <a:defRPr sz="1411" b="1">
                  <a:solidFill>
                    <a:srgbClr val="263238"/>
                  </a:solidFill>
                  <a:latin typeface="Arial"/>
                  <a:ea typeface="Arial"/>
                  <a:cs typeface="Arial"/>
                </a:defRPr>
              </a:lvl4pPr>
              <a:lvl5pPr>
                <a:defRPr sz="1411" b="1">
                  <a:solidFill>
                    <a:srgbClr val="263238"/>
                  </a:solidFill>
                  <a:latin typeface="Arial"/>
                  <a:ea typeface="Arial"/>
                  <a:cs typeface="Arial"/>
                </a:defRPr>
              </a:lvl5pPr>
              <a:lvl6pPr>
                <a:defRPr sz="1411" b="1">
                  <a:solidFill>
                    <a:srgbClr val="263238"/>
                  </a:solidFill>
                  <a:latin typeface="Arial"/>
                  <a:ea typeface="Arial"/>
                  <a:cs typeface="Arial"/>
                </a:defRPr>
              </a:lvl6pPr>
              <a:lvl7pPr>
                <a:defRPr sz="1411" b="1">
                  <a:solidFill>
                    <a:srgbClr val="263238"/>
                  </a:solidFill>
                  <a:latin typeface="Arial"/>
                  <a:ea typeface="Arial"/>
                  <a:cs typeface="Arial"/>
                </a:defRPr>
              </a:lvl7pPr>
              <a:lvl8pPr>
                <a:defRPr sz="1411" b="1">
                  <a:solidFill>
                    <a:srgbClr val="263238"/>
                  </a:solidFill>
                  <a:latin typeface="Arial"/>
                  <a:ea typeface="Arial"/>
                  <a:cs typeface="Arial"/>
                </a:defRPr>
              </a:lvl8pPr>
              <a:lvl9pPr>
                <a:defRPr sz="1411" b="1">
                  <a:solidFill>
                    <a:srgbClr val="263238"/>
                  </a:solidFill>
                  <a:latin typeface="Arial"/>
                  <a:ea typeface="Arial"/>
                  <a:cs typeface="Arial"/>
                </a:defRPr>
              </a:lvl9pPr>
            </a:lstStyle>
            <a:p>
              <a:pPr>
                <a:defRPr sz="1411" b="1">
                  <a:solidFill>
                    <a:srgbClr val="263238"/>
                  </a:solidFill>
                  <a:latin typeface="Arial"/>
                  <a:ea typeface="Arial"/>
                  <a:cs typeface="Arial"/>
                </a:defRPr>
              </a:pPr>
              <a:r>
                <a:rPr sz="1411" b="1">
                  <a:solidFill>
                    <a:srgbClr val="263238"/>
                  </a:solidFill>
                  <a:latin typeface="Arial"/>
                  <a:ea typeface="Arial"/>
                  <a:cs typeface="Arial"/>
                </a:rPr>
                <a:t>(a) Storms 1999/2000</a:t>
              </a:r>
            </a:p>
          </p:txBody>
        </p:sp>
        <p:graphicFrame>
          <p:nvGraphicFramePr>
            <p:cNvPr id="2" name="Chart">
              <a:extLst>
                <a:ext uri="{FF2B5EF4-FFF2-40B4-BE49-F238E27FC236}">
                  <ns2:creationId id="{7EB2CA0D-8A74-4524-887C-280DF8BA4AB0}"/>
                </a:ext>
              </a:extLst>
            </p:cNvPr>
            <p:cNvGraphicFramePr/>
            <p:nvPr/>
          </p:nvGraphicFramePr>
          <p:xfrm>
            <a:off x="76200" y="342900"/>
            <a:ext cx="2781300" cy="3086100"/>
          </p:xfrm>
          <a:graphic>
            <a:graphicData uri="http://schemas.openxmlformats.org/drawingml/2006/chart">
              <ns3:chart r:id="R3fe300061d944fd2"/>
            </a:graphicData>
          </a:graphic>
        </p:graphicFrame>
        <p:sp>
          <p:nvSpPr>
            <p:cNvPr id="3" name="(b) Wildfires 2019">
              <a:extLst>
                <a:ext uri="{FF2B5EF4-FFF2-40B4-BE49-F238E27FC236}">
                  <ns2:creationId id="{065DEE3C-1BC3-4843-A4B3-8D94CA16879E}"/>
                </a:ext>
              </a:extLst>
            </p:cNvPr>
            <p:cNvSpPr>
              <a:spLocks noGrp="1"/>
            </p:cNvSpPr>
            <p:nvPr/>
          </p:nvSpPr>
          <p:spPr>
            <a:xfrm>
              <a:off x="3067050" y="47625"/>
              <a:ext cx="2667000" cy="266700"/>
            </a:xfrm>
            <a:prstGeom prst="rect">
              <a:avLst/>
            </a:prstGeom>
            <a:noFill/>
            <a:ln w="0">
              <a:noFill/>
              <a:prstDash val="solid"/>
            </a:ln>
          </p:spPr>
          <p:txBody>
            <a:bodyPr wrap="none" lIns="0" tIns="0" rIns="0" bIns="0">
              <a:noAutofit/>
            </a:bodyPr>
            <a:lstStyle>
              <a:defPPr>
                <a:defRPr sz="1411" b="1">
                  <a:solidFill>
                    <a:srgbClr val="263238"/>
                  </a:solidFill>
                  <a:latin typeface="Arial"/>
                  <a:ea typeface="Arial"/>
                  <a:cs typeface="Arial"/>
                </a:defRPr>
              </a:defPPr>
              <a:lvl1pPr>
                <a:defRPr sz="1411" b="1">
                  <a:solidFill>
                    <a:srgbClr val="263238"/>
                  </a:solidFill>
                  <a:latin typeface="Arial"/>
                  <a:ea typeface="Arial"/>
                  <a:cs typeface="Arial"/>
                </a:defRPr>
              </a:lvl1pPr>
              <a:lvl2pPr>
                <a:defRPr sz="1411" b="1">
                  <a:solidFill>
                    <a:srgbClr val="263238"/>
                  </a:solidFill>
                  <a:latin typeface="Arial"/>
                  <a:ea typeface="Arial"/>
                  <a:cs typeface="Arial"/>
                </a:defRPr>
              </a:lvl2pPr>
              <a:lvl3pPr>
                <a:defRPr sz="1411" b="1">
                  <a:solidFill>
                    <a:srgbClr val="263238"/>
                  </a:solidFill>
                  <a:latin typeface="Arial"/>
                  <a:ea typeface="Arial"/>
                  <a:cs typeface="Arial"/>
                </a:defRPr>
              </a:lvl3pPr>
              <a:lvl4pPr>
                <a:defRPr sz="1411" b="1">
                  <a:solidFill>
                    <a:srgbClr val="263238"/>
                  </a:solidFill>
                  <a:latin typeface="Arial"/>
                  <a:ea typeface="Arial"/>
                  <a:cs typeface="Arial"/>
                </a:defRPr>
              </a:lvl4pPr>
              <a:lvl5pPr>
                <a:defRPr sz="1411" b="1">
                  <a:solidFill>
                    <a:srgbClr val="263238"/>
                  </a:solidFill>
                  <a:latin typeface="Arial"/>
                  <a:ea typeface="Arial"/>
                  <a:cs typeface="Arial"/>
                </a:defRPr>
              </a:lvl5pPr>
              <a:lvl6pPr>
                <a:defRPr sz="1411" b="1">
                  <a:solidFill>
                    <a:srgbClr val="263238"/>
                  </a:solidFill>
                  <a:latin typeface="Arial"/>
                  <a:ea typeface="Arial"/>
                  <a:cs typeface="Arial"/>
                </a:defRPr>
              </a:lvl6pPr>
              <a:lvl7pPr>
                <a:defRPr sz="1411" b="1">
                  <a:solidFill>
                    <a:srgbClr val="263238"/>
                  </a:solidFill>
                  <a:latin typeface="Arial"/>
                  <a:ea typeface="Arial"/>
                  <a:cs typeface="Arial"/>
                </a:defRPr>
              </a:lvl7pPr>
              <a:lvl8pPr>
                <a:defRPr sz="1411" b="1">
                  <a:solidFill>
                    <a:srgbClr val="263238"/>
                  </a:solidFill>
                  <a:latin typeface="Arial"/>
                  <a:ea typeface="Arial"/>
                  <a:cs typeface="Arial"/>
                </a:defRPr>
              </a:lvl8pPr>
              <a:lvl9pPr>
                <a:defRPr sz="1411" b="1">
                  <a:solidFill>
                    <a:srgbClr val="263238"/>
                  </a:solidFill>
                  <a:latin typeface="Arial"/>
                  <a:ea typeface="Arial"/>
                  <a:cs typeface="Arial"/>
                </a:defRPr>
              </a:lvl9pPr>
            </a:lstStyle>
            <a:p>
              <a:pPr>
                <a:defRPr sz="1411" b="1">
                  <a:solidFill>
                    <a:srgbClr val="263238"/>
                  </a:solidFill>
                  <a:latin typeface="Arial"/>
                  <a:ea typeface="Arial"/>
                  <a:cs typeface="Arial"/>
                </a:defRPr>
              </a:pPr>
              <a:r>
                <a:rPr sz="1411" b="1">
                  <a:solidFill>
                    <a:srgbClr val="263238"/>
                  </a:solidFill>
                  <a:latin typeface="Arial"/>
                  <a:ea typeface="Arial"/>
                  <a:cs typeface="Arial"/>
                </a:rPr>
                <a:t>(b) Wildfires 2019</a:t>
              </a:r>
            </a:p>
          </p:txBody>
        </p:sp>
        <p:graphicFrame>
          <p:nvGraphicFramePr>
            <p:cNvPr id="4" name="Chart">
              <a:extLst>
                <a:ext uri="{FF2B5EF4-FFF2-40B4-BE49-F238E27FC236}">
                  <ns2:creationId id="{BF2128F8-EC96-490A-BDC9-51E81EB7BBF9}"/>
                </a:ext>
              </a:extLst>
            </p:cNvPr>
            <p:cNvGraphicFramePr/>
            <p:nvPr/>
          </p:nvGraphicFramePr>
          <p:xfrm>
            <a:off x="2914650" y="342900"/>
            <a:ext cx="2781300" cy="3086100"/>
          </p:xfrm>
          <a:graphic>
            <a:graphicData uri="http://schemas.openxmlformats.org/drawingml/2006/chart">
              <ns3:chart r:id="R1690172561004f65"/>
            </a:graphicData>
          </a:graphic>
        </p:graphicFrame>
        <p:sp>
          <p:nvSpPr>
            <p:cNvPr id="5" name="(c) OLR 2024">
              <a:extLst>
                <a:ext uri="{FF2B5EF4-FFF2-40B4-BE49-F238E27FC236}">
                  <ns2:creationId id="{14450179-F372-48C2-83D5-31BA152EE6C9}"/>
                </a:ext>
              </a:extLst>
            </p:cNvPr>
            <p:cNvSpPr>
              <a:spLocks noGrp="1"/>
            </p:cNvSpPr>
            <p:nvPr/>
          </p:nvSpPr>
          <p:spPr>
            <a:xfrm>
              <a:off x="5905500" y="47625"/>
              <a:ext cx="2667000" cy="266700"/>
            </a:xfrm>
            <a:prstGeom prst="rect">
              <a:avLst/>
            </a:prstGeom>
            <a:noFill/>
            <a:ln w="0">
              <a:noFill/>
              <a:prstDash val="solid"/>
            </a:ln>
          </p:spPr>
          <p:txBody>
            <a:bodyPr wrap="none" lIns="0" tIns="0" rIns="0" bIns="0">
              <a:noAutofit/>
            </a:bodyPr>
            <a:lstStyle>
              <a:defPPr>
                <a:defRPr sz="1411" b="1">
                  <a:solidFill>
                    <a:srgbClr val="263238"/>
                  </a:solidFill>
                  <a:latin typeface="Arial"/>
                  <a:ea typeface="Arial"/>
                  <a:cs typeface="Arial"/>
                </a:defRPr>
              </a:defPPr>
              <a:lvl1pPr>
                <a:defRPr sz="1411" b="1">
                  <a:solidFill>
                    <a:srgbClr val="263238"/>
                  </a:solidFill>
                  <a:latin typeface="Arial"/>
                  <a:ea typeface="Arial"/>
                  <a:cs typeface="Arial"/>
                </a:defRPr>
              </a:lvl1pPr>
              <a:lvl2pPr>
                <a:defRPr sz="1411" b="1">
                  <a:solidFill>
                    <a:srgbClr val="263238"/>
                  </a:solidFill>
                  <a:latin typeface="Arial"/>
                  <a:ea typeface="Arial"/>
                  <a:cs typeface="Arial"/>
                </a:defRPr>
              </a:lvl2pPr>
              <a:lvl3pPr>
                <a:defRPr sz="1411" b="1">
                  <a:solidFill>
                    <a:srgbClr val="263238"/>
                  </a:solidFill>
                  <a:latin typeface="Arial"/>
                  <a:ea typeface="Arial"/>
                  <a:cs typeface="Arial"/>
                </a:defRPr>
              </a:lvl3pPr>
              <a:lvl4pPr>
                <a:defRPr sz="1411" b="1">
                  <a:solidFill>
                    <a:srgbClr val="263238"/>
                  </a:solidFill>
                  <a:latin typeface="Arial"/>
                  <a:ea typeface="Arial"/>
                  <a:cs typeface="Arial"/>
                </a:defRPr>
              </a:lvl4pPr>
              <a:lvl5pPr>
                <a:defRPr sz="1411" b="1">
                  <a:solidFill>
                    <a:srgbClr val="263238"/>
                  </a:solidFill>
                  <a:latin typeface="Arial"/>
                  <a:ea typeface="Arial"/>
                  <a:cs typeface="Arial"/>
                </a:defRPr>
              </a:lvl5pPr>
              <a:lvl6pPr>
                <a:defRPr sz="1411" b="1">
                  <a:solidFill>
                    <a:srgbClr val="263238"/>
                  </a:solidFill>
                  <a:latin typeface="Arial"/>
                  <a:ea typeface="Arial"/>
                  <a:cs typeface="Arial"/>
                </a:defRPr>
              </a:lvl6pPr>
              <a:lvl7pPr>
                <a:defRPr sz="1411" b="1">
                  <a:solidFill>
                    <a:srgbClr val="263238"/>
                  </a:solidFill>
                  <a:latin typeface="Arial"/>
                  <a:ea typeface="Arial"/>
                  <a:cs typeface="Arial"/>
                </a:defRPr>
              </a:lvl7pPr>
              <a:lvl8pPr>
                <a:defRPr sz="1411" b="1">
                  <a:solidFill>
                    <a:srgbClr val="263238"/>
                  </a:solidFill>
                  <a:latin typeface="Arial"/>
                  <a:ea typeface="Arial"/>
                  <a:cs typeface="Arial"/>
                </a:defRPr>
              </a:lvl8pPr>
              <a:lvl9pPr>
                <a:defRPr sz="1411" b="1">
                  <a:solidFill>
                    <a:srgbClr val="263238"/>
                  </a:solidFill>
                  <a:latin typeface="Arial"/>
                  <a:ea typeface="Arial"/>
                  <a:cs typeface="Arial"/>
                </a:defRPr>
              </a:lvl9pPr>
            </a:lstStyle>
            <a:p>
              <a:pPr>
                <a:defRPr sz="1411" b="1">
                  <a:solidFill>
                    <a:srgbClr val="263238"/>
                  </a:solidFill>
                  <a:latin typeface="Arial"/>
                  <a:ea typeface="Arial"/>
                  <a:cs typeface="Arial"/>
                </a:defRPr>
              </a:pPr>
              <a:r>
                <a:rPr sz="1411" b="1">
                  <a:solidFill>
                    <a:srgbClr val="263238"/>
                  </a:solidFill>
                  <a:latin typeface="Arial"/>
                  <a:ea typeface="Arial"/>
                  <a:cs typeface="Arial"/>
                </a:rPr>
                <a:t>(c) OLR 2024</a:t>
              </a:r>
            </a:p>
          </p:txBody>
        </p:sp>
        <p:graphicFrame>
          <p:nvGraphicFramePr>
            <p:cNvPr id="6" name="Chart">
              <a:extLst>
                <a:ext uri="{FF2B5EF4-FFF2-40B4-BE49-F238E27FC236}">
                  <ns2:creationId id="{64098AF4-B6EE-40CE-B5A2-2D5EE8FE6D08}"/>
                </a:ext>
              </a:extLst>
            </p:cNvPr>
            <p:cNvGraphicFramePr/>
            <p:nvPr/>
          </p:nvGraphicFramePr>
          <p:xfrm>
            <a:off x="5753100" y="342900"/>
            <a:ext cx="2781300" cy="3086100"/>
          </p:xfrm>
          <a:graphic>
            <a:graphicData uri="http://schemas.openxmlformats.org/drawingml/2006/chart">
              <ns3:chart r:id="Re5b308f6c35844b2"/>
            </a:graphicData>
          </a:graphic>
        </p:graphicFrame>
        <p:sp>
          <p:nvSpPr>
            <p:cNvPr id="7" name="(d) PM2.5 2000">
              <a:extLst>
                <a:ext uri="{FF2B5EF4-FFF2-40B4-BE49-F238E27FC236}">
                  <ns2:creationId id="{4A07F10F-007F-45E7-B6D2-EE70661E36AD}"/>
                </a:ext>
              </a:extLst>
            </p:cNvPr>
            <p:cNvSpPr>
              <a:spLocks noGrp="1"/>
            </p:cNvSpPr>
            <p:nvPr/>
          </p:nvSpPr>
          <p:spPr>
            <a:xfrm>
              <a:off x="8743950" y="47625"/>
              <a:ext cx="2667000" cy="266700"/>
            </a:xfrm>
            <a:prstGeom prst="rect">
              <a:avLst/>
            </a:prstGeom>
            <a:noFill/>
            <a:ln w="0">
              <a:noFill/>
              <a:prstDash val="solid"/>
            </a:ln>
          </p:spPr>
          <p:txBody>
            <a:bodyPr wrap="none" lIns="0" tIns="0" rIns="0" bIns="0">
              <a:noAutofit/>
            </a:bodyPr>
            <a:lstStyle>
              <a:defPPr>
                <a:defRPr sz="1411" b="1">
                  <a:solidFill>
                    <a:srgbClr val="263238"/>
                  </a:solidFill>
                  <a:latin typeface="Arial"/>
                  <a:ea typeface="Arial"/>
                  <a:cs typeface="Arial"/>
                </a:defRPr>
              </a:defPPr>
              <a:lvl1pPr>
                <a:defRPr sz="1411" b="1">
                  <a:solidFill>
                    <a:srgbClr val="263238"/>
                  </a:solidFill>
                  <a:latin typeface="Arial"/>
                  <a:ea typeface="Arial"/>
                  <a:cs typeface="Arial"/>
                </a:defRPr>
              </a:lvl1pPr>
              <a:lvl2pPr>
                <a:defRPr sz="1411" b="1">
                  <a:solidFill>
                    <a:srgbClr val="263238"/>
                  </a:solidFill>
                  <a:latin typeface="Arial"/>
                  <a:ea typeface="Arial"/>
                  <a:cs typeface="Arial"/>
                </a:defRPr>
              </a:lvl2pPr>
              <a:lvl3pPr>
                <a:defRPr sz="1411" b="1">
                  <a:solidFill>
                    <a:srgbClr val="263238"/>
                  </a:solidFill>
                  <a:latin typeface="Arial"/>
                  <a:ea typeface="Arial"/>
                  <a:cs typeface="Arial"/>
                </a:defRPr>
              </a:lvl3pPr>
              <a:lvl4pPr>
                <a:defRPr sz="1411" b="1">
                  <a:solidFill>
                    <a:srgbClr val="263238"/>
                  </a:solidFill>
                  <a:latin typeface="Arial"/>
                  <a:ea typeface="Arial"/>
                  <a:cs typeface="Arial"/>
                </a:defRPr>
              </a:lvl4pPr>
              <a:lvl5pPr>
                <a:defRPr sz="1411" b="1">
                  <a:solidFill>
                    <a:srgbClr val="263238"/>
                  </a:solidFill>
                  <a:latin typeface="Arial"/>
                  <a:ea typeface="Arial"/>
                  <a:cs typeface="Arial"/>
                </a:defRPr>
              </a:lvl5pPr>
              <a:lvl6pPr>
                <a:defRPr sz="1411" b="1">
                  <a:solidFill>
                    <a:srgbClr val="263238"/>
                  </a:solidFill>
                  <a:latin typeface="Arial"/>
                  <a:ea typeface="Arial"/>
                  <a:cs typeface="Arial"/>
                </a:defRPr>
              </a:lvl6pPr>
              <a:lvl7pPr>
                <a:defRPr sz="1411" b="1">
                  <a:solidFill>
                    <a:srgbClr val="263238"/>
                  </a:solidFill>
                  <a:latin typeface="Arial"/>
                  <a:ea typeface="Arial"/>
                  <a:cs typeface="Arial"/>
                </a:defRPr>
              </a:lvl7pPr>
              <a:lvl8pPr>
                <a:defRPr sz="1411" b="1">
                  <a:solidFill>
                    <a:srgbClr val="263238"/>
                  </a:solidFill>
                  <a:latin typeface="Arial"/>
                  <a:ea typeface="Arial"/>
                  <a:cs typeface="Arial"/>
                </a:defRPr>
              </a:lvl8pPr>
              <a:lvl9pPr>
                <a:defRPr sz="1411" b="1">
                  <a:solidFill>
                    <a:srgbClr val="263238"/>
                  </a:solidFill>
                  <a:latin typeface="Arial"/>
                  <a:ea typeface="Arial"/>
                  <a:cs typeface="Arial"/>
                </a:defRPr>
              </a:lvl9pPr>
            </a:lstStyle>
            <a:p>
              <a:pPr>
                <a:defRPr sz="1411" b="1">
                  <a:solidFill>
                    <a:srgbClr val="263238"/>
                  </a:solidFill>
                  <a:latin typeface="Arial"/>
                  <a:ea typeface="Arial"/>
                  <a:cs typeface="Arial"/>
                </a:defRPr>
              </a:pPr>
              <a:r>
                <a:rPr sz="1411" b="1">
                  <a:solidFill>
                    <a:srgbClr val="263238"/>
                  </a:solidFill>
                  <a:latin typeface="Arial"/>
                  <a:ea typeface="Arial"/>
                  <a:cs typeface="Arial"/>
                </a:rPr>
                <a:t>(d) PM2.5 2000</a:t>
              </a:r>
            </a:p>
          </p:txBody>
        </p:sp>
        <p:graphicFrame>
          <p:nvGraphicFramePr>
            <p:cNvPr id="8" name="Chart">
              <a:extLst>
                <a:ext uri="{FF2B5EF4-FFF2-40B4-BE49-F238E27FC236}">
                  <ns2:creationId id="{DB2CC165-43ED-414B-B65A-2E2840C9A9F6}"/>
                </a:ext>
              </a:extLst>
            </p:cNvPr>
            <p:cNvGraphicFramePr/>
            <p:nvPr/>
          </p:nvGraphicFramePr>
          <p:xfrm>
            <a:off x="8591550" y="342900"/>
            <a:ext cx="2781300" cy="3086100"/>
          </p:xfrm>
          <a:graphic>
            <a:graphicData uri="http://schemas.openxmlformats.org/drawingml/2006/chart">
              <ns3:chart r:id="R9d0cbc572bda4ed6"/>
            </a:graphicData>
          </a:graphic>
        </p:graphicFrame>
        <p:sp>
          <p:nvSpPr>
            <p:cNvPr id="9" name="(e) Ring">
              <a:extLst>
                <a:ext uri="{FF2B5EF4-FFF2-40B4-BE49-F238E27FC236}">
                  <ns2:creationId id="{DAE57088-B589-441C-9FE5-713979A31647}"/>
                </a:ext>
              </a:extLst>
            </p:cNvPr>
            <p:cNvSpPr>
              <a:spLocks noGrp="1"/>
            </p:cNvSpPr>
            <p:nvPr/>
          </p:nvSpPr>
          <p:spPr>
            <a:xfrm>
              <a:off x="11582400" y="47625"/>
              <a:ext cx="2667000" cy="266700"/>
            </a:xfrm>
            <a:prstGeom prst="rect">
              <a:avLst/>
            </a:prstGeom>
            <a:noFill/>
            <a:ln w="0">
              <a:noFill/>
              <a:prstDash val="solid"/>
            </a:ln>
          </p:spPr>
          <p:txBody>
            <a:bodyPr wrap="none" lIns="0" tIns="0" rIns="0" bIns="0">
              <a:noAutofit/>
            </a:bodyPr>
            <a:lstStyle>
              <a:defPPr>
                <a:defRPr sz="1411" b="1">
                  <a:solidFill>
                    <a:srgbClr val="263238"/>
                  </a:solidFill>
                  <a:latin typeface="Arial"/>
                  <a:ea typeface="Arial"/>
                  <a:cs typeface="Arial"/>
                </a:defRPr>
              </a:defPPr>
              <a:lvl1pPr>
                <a:defRPr sz="1411" b="1">
                  <a:solidFill>
                    <a:srgbClr val="263238"/>
                  </a:solidFill>
                  <a:latin typeface="Arial"/>
                  <a:ea typeface="Arial"/>
                  <a:cs typeface="Arial"/>
                </a:defRPr>
              </a:lvl1pPr>
              <a:lvl2pPr>
                <a:defRPr sz="1411" b="1">
                  <a:solidFill>
                    <a:srgbClr val="263238"/>
                  </a:solidFill>
                  <a:latin typeface="Arial"/>
                  <a:ea typeface="Arial"/>
                  <a:cs typeface="Arial"/>
                </a:defRPr>
              </a:lvl2pPr>
              <a:lvl3pPr>
                <a:defRPr sz="1411" b="1">
                  <a:solidFill>
                    <a:srgbClr val="263238"/>
                  </a:solidFill>
                  <a:latin typeface="Arial"/>
                  <a:ea typeface="Arial"/>
                  <a:cs typeface="Arial"/>
                </a:defRPr>
              </a:lvl3pPr>
              <a:lvl4pPr>
                <a:defRPr sz="1411" b="1">
                  <a:solidFill>
                    <a:srgbClr val="263238"/>
                  </a:solidFill>
                  <a:latin typeface="Arial"/>
                  <a:ea typeface="Arial"/>
                  <a:cs typeface="Arial"/>
                </a:defRPr>
              </a:lvl4pPr>
              <a:lvl5pPr>
                <a:defRPr sz="1411" b="1">
                  <a:solidFill>
                    <a:srgbClr val="263238"/>
                  </a:solidFill>
                  <a:latin typeface="Arial"/>
                  <a:ea typeface="Arial"/>
                  <a:cs typeface="Arial"/>
                </a:defRPr>
              </a:lvl5pPr>
              <a:lvl6pPr>
                <a:defRPr sz="1411" b="1">
                  <a:solidFill>
                    <a:srgbClr val="263238"/>
                  </a:solidFill>
                  <a:latin typeface="Arial"/>
                  <a:ea typeface="Arial"/>
                  <a:cs typeface="Arial"/>
                </a:defRPr>
              </a:lvl6pPr>
              <a:lvl7pPr>
                <a:defRPr sz="1411" b="1">
                  <a:solidFill>
                    <a:srgbClr val="263238"/>
                  </a:solidFill>
                  <a:latin typeface="Arial"/>
                  <a:ea typeface="Arial"/>
                  <a:cs typeface="Arial"/>
                </a:defRPr>
              </a:lvl7pPr>
              <a:lvl8pPr>
                <a:defRPr sz="1411" b="1">
                  <a:solidFill>
                    <a:srgbClr val="263238"/>
                  </a:solidFill>
                  <a:latin typeface="Arial"/>
                  <a:ea typeface="Arial"/>
                  <a:cs typeface="Arial"/>
                </a:defRPr>
              </a:lvl8pPr>
              <a:lvl9pPr>
                <a:defRPr sz="1411" b="1">
                  <a:solidFill>
                    <a:srgbClr val="263238"/>
                  </a:solidFill>
                  <a:latin typeface="Arial"/>
                  <a:ea typeface="Arial"/>
                  <a:cs typeface="Arial"/>
                </a:defRPr>
              </a:lvl9pPr>
            </a:lstStyle>
            <a:p>
              <a:pPr>
                <a:defRPr sz="1411" b="1">
                  <a:solidFill>
                    <a:srgbClr val="263238"/>
                  </a:solidFill>
                  <a:latin typeface="Arial"/>
                  <a:ea typeface="Arial"/>
                  <a:cs typeface="Arial"/>
                </a:defRPr>
              </a:pPr>
              <a:r>
                <a:rPr sz="1411" b="1">
                  <a:solidFill>
                    <a:srgbClr val="263238"/>
                  </a:solidFill>
                  <a:latin typeface="Arial"/>
                  <a:ea typeface="Arial"/>
                  <a:cs typeface="Arial"/>
                </a:rPr>
                <a:t>(e) Ring</a:t>
              </a:r>
            </a:p>
          </p:txBody>
        </p:sp>
        <p:graphicFrame>
          <p:nvGraphicFramePr>
            <p:cNvPr id="10" name="Chart">
              <a:extLst>
                <a:ext uri="{FF2B5EF4-FFF2-40B4-BE49-F238E27FC236}">
                  <ns2:creationId id="{5A691885-0B75-4E33-B854-8E4A00ED7D6A}"/>
                </a:ext>
              </a:extLst>
            </p:cNvPr>
            <p:cNvGraphicFramePr/>
            <p:nvPr/>
          </p:nvGraphicFramePr>
          <p:xfrm>
            <a:off x="11430000" y="342900"/>
            <a:ext cx="2781300" cy="3086100"/>
          </p:xfrm>
          <a:graphic>
            <a:graphicData uri="http://schemas.openxmlformats.org/drawingml/2006/chart">
              <ns3:chart r:id="R5b4d00c5d1454383"/>
            </a:graphicData>
          </a:graphic>
        </p:graphicFrame>
        <p:sp>
          <p:nvSpPr>
            <p:cNvPr id="11" name="Blue: exact frontier F    Gray dashed: certified bound Φ    Green">
              <a:extLst>
                <a:ext uri="{FF2B5EF4-FFF2-40B4-BE49-F238E27FC236}">
                  <ns2:creationId id="{0DB38C68-F734-482F-9F2E-D4D03EAEF09F}"/>
                </a:ext>
              </a:extLst>
            </p:cNvPr>
            <p:cNvSpPr>
              <a:spLocks noGrp="1"/>
            </p:cNvSpPr>
            <p:nvPr/>
          </p:nvSpPr>
          <p:spPr>
            <a:xfrm>
              <a:off x="1238250" y="3514725"/>
              <a:ext cx="12382500" cy="266700"/>
            </a:xfrm>
            <a:prstGeom prst="rect">
              <a:avLst/>
            </a:prstGeom>
            <a:noFill/>
            <a:ln w="0">
              <a:noFill/>
              <a:prstDash val="solid"/>
            </a:ln>
          </p:spPr>
          <p:txBody>
            <a:bodyPr wrap="none" lIns="0" tIns="0" rIns="0" bIns="0">
              <a:noAutofit/>
            </a:bodyPr>
            <a:lstStyle>
              <a:defPPr>
                <a:defRPr sz="1277" b="0">
                  <a:solidFill>
                    <a:srgbClr val="263238"/>
                  </a:solidFill>
                  <a:latin typeface="Arial"/>
                  <a:ea typeface="Arial"/>
                  <a:cs typeface="Arial"/>
                </a:defRPr>
              </a:defPPr>
              <a:lvl1pPr>
                <a:defRPr sz="1277" b="0">
                  <a:solidFill>
                    <a:srgbClr val="263238"/>
                  </a:solidFill>
                  <a:latin typeface="Arial"/>
                  <a:ea typeface="Arial"/>
                  <a:cs typeface="Arial"/>
                </a:defRPr>
              </a:lvl1pPr>
              <a:lvl2pPr>
                <a:defRPr sz="1277" b="0">
                  <a:solidFill>
                    <a:srgbClr val="263238"/>
                  </a:solidFill>
                  <a:latin typeface="Arial"/>
                  <a:ea typeface="Arial"/>
                  <a:cs typeface="Arial"/>
                </a:defRPr>
              </a:lvl2pPr>
              <a:lvl3pPr>
                <a:defRPr sz="1277" b="0">
                  <a:solidFill>
                    <a:srgbClr val="263238"/>
                  </a:solidFill>
                  <a:latin typeface="Arial"/>
                  <a:ea typeface="Arial"/>
                  <a:cs typeface="Arial"/>
                </a:defRPr>
              </a:lvl3pPr>
              <a:lvl4pPr>
                <a:defRPr sz="1277" b="0">
                  <a:solidFill>
                    <a:srgbClr val="263238"/>
                  </a:solidFill>
                  <a:latin typeface="Arial"/>
                  <a:ea typeface="Arial"/>
                  <a:cs typeface="Arial"/>
                </a:defRPr>
              </a:lvl4pPr>
              <a:lvl5pPr>
                <a:defRPr sz="1277" b="0">
                  <a:solidFill>
                    <a:srgbClr val="263238"/>
                  </a:solidFill>
                  <a:latin typeface="Arial"/>
                  <a:ea typeface="Arial"/>
                  <a:cs typeface="Arial"/>
                </a:defRPr>
              </a:lvl5pPr>
              <a:lvl6pPr>
                <a:defRPr sz="1277" b="0">
                  <a:solidFill>
                    <a:srgbClr val="263238"/>
                  </a:solidFill>
                  <a:latin typeface="Arial"/>
                  <a:ea typeface="Arial"/>
                  <a:cs typeface="Arial"/>
                </a:defRPr>
              </a:lvl6pPr>
              <a:lvl7pPr>
                <a:defRPr sz="1277" b="0">
                  <a:solidFill>
                    <a:srgbClr val="263238"/>
                  </a:solidFill>
                  <a:latin typeface="Arial"/>
                  <a:ea typeface="Arial"/>
                  <a:cs typeface="Arial"/>
                </a:defRPr>
              </a:lvl7pPr>
              <a:lvl8pPr>
                <a:defRPr sz="1277" b="0">
                  <a:solidFill>
                    <a:srgbClr val="263238"/>
                  </a:solidFill>
                  <a:latin typeface="Arial"/>
                  <a:ea typeface="Arial"/>
                  <a:cs typeface="Arial"/>
                </a:defRPr>
              </a:lvl8pPr>
              <a:lvl9pPr>
                <a:defRPr sz="1277" b="0">
                  <a:solidFill>
                    <a:srgbClr val="263238"/>
                  </a:solidFill>
                  <a:latin typeface="Arial"/>
                  <a:ea typeface="Arial"/>
                  <a:cs typeface="Arial"/>
                </a:defRPr>
              </a:lvl9pPr>
            </a:lstStyle>
            <a:p>
              <a:pPr>
                <a:defRPr sz="1277" b="0">
                  <a:solidFill>
                    <a:srgbClr val="263238"/>
                  </a:solidFill>
                  <a:latin typeface="Arial"/>
                  <a:ea typeface="Arial"/>
                  <a:cs typeface="Arial"/>
                </a:defRPr>
              </a:pPr>
              <a:r>
                <a:rPr sz="1277" b="0">
                  <a:solidFill>
                    <a:srgbClr val="263238"/>
                  </a:solidFill>
                  <a:latin typeface="Arial"/>
                  <a:ea typeface="Arial"/>
                  <a:cs typeface="Arial"/>
                </a:rPr>
                <a:t>Blue: exact frontier F    Gray dashed: certified bound Φ    Green: optimal / LCA working points</a:t>
              </a:r>
            </a:p>
          </p:txBody>
        </p:sp>
        <p:sp>
          <p:nvSpPr>
            <p:cNvPr id="12" name="Working points: P, R2, R20, R∞. Horizontal segments show filling ">
              <a:extLst>
                <a:ext uri="{FF2B5EF4-FFF2-40B4-BE49-F238E27FC236}">
                  <ns2:creationId id="{8B0B0C73-CF75-4B86-9496-8A6518D7AA6F}"/>
                </a:ext>
              </a:extLst>
            </p:cNvPr>
            <p:cNvSpPr>
              <a:spLocks noGrp="1"/>
            </p:cNvSpPr>
            <p:nvPr/>
          </p:nvSpPr>
          <p:spPr>
            <a:xfrm>
              <a:off x="1952625" y="3876675"/>
              <a:ext cx="10763250" cy="238125"/>
            </a:xfrm>
            <a:prstGeom prst="rect">
              <a:avLst/>
            </a:prstGeom>
            <a:noFill/>
            <a:ln w="0">
              <a:noFill/>
              <a:prstDash val="solid"/>
            </a:ln>
          </p:spPr>
          <p:txBody>
            <a:bodyPr wrap="none" lIns="0" tIns="0" rIns="0" bIns="0">
              <a:noAutofit/>
            </a:bodyPr>
            <a:lstStyle>
              <a:defPPr>
                <a:defRPr sz="1142" b="0">
                  <a:solidFill>
                    <a:srgbClr val="263238"/>
                  </a:solidFill>
                  <a:latin typeface="Arial"/>
                  <a:ea typeface="Arial"/>
                  <a:cs typeface="Arial"/>
                </a:defRPr>
              </a:defPPr>
              <a:lvl1pPr>
                <a:defRPr sz="1142" b="0">
                  <a:solidFill>
                    <a:srgbClr val="263238"/>
                  </a:solidFill>
                  <a:latin typeface="Arial"/>
                  <a:ea typeface="Arial"/>
                  <a:cs typeface="Arial"/>
                </a:defRPr>
              </a:lvl1pPr>
              <a:lvl2pPr>
                <a:defRPr sz="1142" b="0">
                  <a:solidFill>
                    <a:srgbClr val="263238"/>
                  </a:solidFill>
                  <a:latin typeface="Arial"/>
                  <a:ea typeface="Arial"/>
                  <a:cs typeface="Arial"/>
                </a:defRPr>
              </a:lvl2pPr>
              <a:lvl3pPr>
                <a:defRPr sz="1142" b="0">
                  <a:solidFill>
                    <a:srgbClr val="263238"/>
                  </a:solidFill>
                  <a:latin typeface="Arial"/>
                  <a:ea typeface="Arial"/>
                  <a:cs typeface="Arial"/>
                </a:defRPr>
              </a:lvl3pPr>
              <a:lvl4pPr>
                <a:defRPr sz="1142" b="0">
                  <a:solidFill>
                    <a:srgbClr val="263238"/>
                  </a:solidFill>
                  <a:latin typeface="Arial"/>
                  <a:ea typeface="Arial"/>
                  <a:cs typeface="Arial"/>
                </a:defRPr>
              </a:lvl4pPr>
              <a:lvl5pPr>
                <a:defRPr sz="1142" b="0">
                  <a:solidFill>
                    <a:srgbClr val="263238"/>
                  </a:solidFill>
                  <a:latin typeface="Arial"/>
                  <a:ea typeface="Arial"/>
                  <a:cs typeface="Arial"/>
                </a:defRPr>
              </a:lvl5pPr>
              <a:lvl6pPr>
                <a:defRPr sz="1142" b="0">
                  <a:solidFill>
                    <a:srgbClr val="263238"/>
                  </a:solidFill>
                  <a:latin typeface="Arial"/>
                  <a:ea typeface="Arial"/>
                  <a:cs typeface="Arial"/>
                </a:defRPr>
              </a:lvl6pPr>
              <a:lvl7pPr>
                <a:defRPr sz="1142" b="0">
                  <a:solidFill>
                    <a:srgbClr val="263238"/>
                  </a:solidFill>
                  <a:latin typeface="Arial"/>
                  <a:ea typeface="Arial"/>
                  <a:cs typeface="Arial"/>
                </a:defRPr>
              </a:lvl7pPr>
              <a:lvl8pPr>
                <a:defRPr sz="1142" b="0">
                  <a:solidFill>
                    <a:srgbClr val="263238"/>
                  </a:solidFill>
                  <a:latin typeface="Arial"/>
                  <a:ea typeface="Arial"/>
                  <a:cs typeface="Arial"/>
                </a:defRPr>
              </a:lvl8pPr>
              <a:lvl9pPr>
                <a:defRPr sz="1142" b="0">
                  <a:solidFill>
                    <a:srgbClr val="263238"/>
                  </a:solidFill>
                  <a:latin typeface="Arial"/>
                  <a:ea typeface="Arial"/>
                  <a:cs typeface="Arial"/>
                </a:defRPr>
              </a:lvl9pPr>
            </a:lstStyle>
            <a:p>
              <a:pPr>
                <a:defRPr sz="1142" b="0">
                  <a:solidFill>
                    <a:srgbClr val="263238"/>
                  </a:solidFill>
                  <a:latin typeface="Arial"/>
                  <a:ea typeface="Arial"/>
                  <a:cs typeface="Arial"/>
                </a:defRPr>
              </a:pPr>
              <a:r>
                <a:rPr sz="1142" b="0">
                  <a:solidFill>
                    <a:srgbClr val="263238"/>
                  </a:solidFill>
                  <a:latin typeface="Arial"/>
                  <a:ea typeface="Arial"/>
                  <a:cs typeface="Arial"/>
                </a:rPr>
                <a:t>Working points: P, R2, R20, R∞. Horizontal segments show filling savings for the same order.</a:t>
              </a:r>
            </a:p>
          </p:txBody>
        </p:sp>
      </p:grpSp>
    </p:spTree>
    <p:extLst>
      <p:ext uri="{BB962C8B-B14F-4D97-AF65-F5344CB8AC3E}">
        <ns5:creationId val="1397913328"/>
      </p:ext>
    </p:extLst>
  </p:cSld>
</p:sld>
</file>

<file path=ppt/slides/slide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grpSp>
        <p:nvGrpSpPr>
          <p:cNvPr id="249" name="Manuscript Figure 6: Three-method absolute-reference control"/>
          <p:cNvGrpSpPr/>
          <p:nvPr/>
        </p:nvGrpSpPr>
        <p:grpSpPr>
          <a:xfrm>
            <a:off x="50800" y="0"/>
            <a:ext cx="12700000" cy="6096000"/>
            <a:chOff x="0" y="0"/>
            <a:chExt cx="12382500" cy="5943600"/>
          </a:xfrm>
        </p:grpSpPr>
        <p:sp>
          <p:nvSpPr>
            <p:cNvPr id="248" name="(a) Source fields and d-axis projections">
              <a:extLst>
                <a:ext uri="{FF2B5EF4-FFF2-40B4-BE49-F238E27FC236}">
                  <ns2:creationId id="{07ECA195-5FDB-4406-A158-97E33BE3D64D}"/>
                </a:ext>
              </a:extLst>
            </p:cNvPr>
            <p:cNvSpPr>
              <a:spLocks noGrp="1"/>
            </p:cNvSpPr>
            <p:nvPr/>
          </p:nvSpPr>
          <p:spPr>
            <a:xfrm>
              <a:off x="171450" y="0"/>
              <a:ext cx="7048500" cy="285750"/>
            </a:xfrm>
            <a:prstGeom prst="rect">
              <a:avLst/>
            </a:prstGeom>
            <a:noFill/>
            <a:ln w="0">
              <a:noFill/>
            </a:ln>
          </p:spPr>
          <p:txBody>
            <a:bodyPr wrap="none" lIns="0" tIns="0" rIns="0" bIns="0" anchor="ctr">
              <a:noAutofit/>
            </a:bodyPr>
            <a:lstStyle>
              <a:defPPr algn="l">
                <a:defRPr sz="1769" b="1">
                  <a:solidFill>
                    <a:srgbClr val="000000"/>
                  </a:solidFill>
                  <a:latin typeface="Arial"/>
                  <a:ea typeface="Arial"/>
                  <a:cs typeface="Arial"/>
                </a:defRPr>
              </a:defPPr>
              <a:lvl1pPr algn="l">
                <a:defRPr sz="1769" b="1">
                  <a:solidFill>
                    <a:srgbClr val="000000"/>
                  </a:solidFill>
                  <a:latin typeface="Arial"/>
                  <a:ea typeface="Arial"/>
                  <a:cs typeface="Arial"/>
                </a:defRPr>
              </a:lvl1pPr>
              <a:lvl2pPr algn="l">
                <a:defRPr sz="1769" b="1">
                  <a:solidFill>
                    <a:srgbClr val="000000"/>
                  </a:solidFill>
                  <a:latin typeface="Arial"/>
                  <a:ea typeface="Arial"/>
                  <a:cs typeface="Arial"/>
                </a:defRPr>
              </a:lvl2pPr>
              <a:lvl3pPr algn="l">
                <a:defRPr sz="1769" b="1">
                  <a:solidFill>
                    <a:srgbClr val="000000"/>
                  </a:solidFill>
                  <a:latin typeface="Arial"/>
                  <a:ea typeface="Arial"/>
                  <a:cs typeface="Arial"/>
                </a:defRPr>
              </a:lvl3pPr>
              <a:lvl4pPr algn="l">
                <a:defRPr sz="1769" b="1">
                  <a:solidFill>
                    <a:srgbClr val="000000"/>
                  </a:solidFill>
                  <a:latin typeface="Arial"/>
                  <a:ea typeface="Arial"/>
                  <a:cs typeface="Arial"/>
                </a:defRPr>
              </a:lvl4pPr>
              <a:lvl5pPr algn="l">
                <a:defRPr sz="1769" b="1">
                  <a:solidFill>
                    <a:srgbClr val="000000"/>
                  </a:solidFill>
                  <a:latin typeface="Arial"/>
                  <a:ea typeface="Arial"/>
                  <a:cs typeface="Arial"/>
                </a:defRPr>
              </a:lvl5pPr>
              <a:lvl6pPr algn="l">
                <a:defRPr sz="1769" b="1">
                  <a:solidFill>
                    <a:srgbClr val="000000"/>
                  </a:solidFill>
                  <a:latin typeface="Arial"/>
                  <a:ea typeface="Arial"/>
                  <a:cs typeface="Arial"/>
                </a:defRPr>
              </a:lvl6pPr>
              <a:lvl7pPr algn="l">
                <a:defRPr sz="1769" b="1">
                  <a:solidFill>
                    <a:srgbClr val="000000"/>
                  </a:solidFill>
                  <a:latin typeface="Arial"/>
                  <a:ea typeface="Arial"/>
                  <a:cs typeface="Arial"/>
                </a:defRPr>
              </a:lvl7pPr>
              <a:lvl8pPr algn="l">
                <a:defRPr sz="1769" b="1">
                  <a:solidFill>
                    <a:srgbClr val="000000"/>
                  </a:solidFill>
                  <a:latin typeface="Arial"/>
                  <a:ea typeface="Arial"/>
                  <a:cs typeface="Arial"/>
                </a:defRPr>
              </a:lvl8pPr>
              <a:lvl9pPr algn="l">
                <a:defRPr sz="1769" b="1">
                  <a:solidFill>
                    <a:srgbClr val="000000"/>
                  </a:solidFill>
                  <a:latin typeface="Arial"/>
                  <a:ea typeface="Arial"/>
                  <a:cs typeface="Arial"/>
                </a:defRPr>
              </a:lvl9pPr>
            </a:lstStyle>
            <a:p>
              <a:pPr algn="l">
                <a:defRPr sz="1769" b="1">
                  <a:solidFill>
                    <a:srgbClr val="000000"/>
                  </a:solidFill>
                  <a:latin typeface="Arial"/>
                  <a:ea typeface="Arial"/>
                  <a:cs typeface="Arial"/>
                </a:defRPr>
              </a:pPr>
              <a:r>
                <a:rPr sz="1769" b="1">
                  <a:solidFill>
                    <a:srgbClr val="000000"/>
                  </a:solidFill>
                  <a:latin typeface="Arial"/>
                  <a:ea typeface="Arial"/>
                  <a:cs typeface="Arial"/>
                </a:rPr>
                <a:t>(a) Source fields and d-axis projections</a:t>
              </a:r>
            </a:p>
          </p:txBody>
        </p:sp>
        <p:sp>
          <p:nvSpPr>
            <p:cNvPr id="2" name="Scalar value">
              <a:extLst>
                <a:ext uri="{FF2B5EF4-FFF2-40B4-BE49-F238E27FC236}">
                  <ns2:creationId id="{EE34BA1F-42B5-4FDC-9178-B050E48C9483}"/>
                </a:ext>
              </a:extLst>
            </p:cNvPr>
            <p:cNvSpPr>
              <a:spLocks noGrp="1"/>
            </p:cNvSpPr>
            <p:nvPr/>
          </p:nvSpPr>
          <p:spPr>
            <a:xfrm>
              <a:off x="8439150" y="0"/>
              <a:ext cx="1257300" cy="257175"/>
            </a:xfrm>
            <a:prstGeom prst="rect">
              <a:avLst/>
            </a:prstGeom>
            <a:noFill/>
            <a:ln w="0">
              <a:noFill/>
            </a:ln>
          </p:spPr>
          <p:txBody>
            <a:bodyPr wrap="none" lIns="0" tIns="0" rIns="0" bIns="0" anchor="ctr">
              <a:noAutofit/>
            </a:bodyPr>
            <a:lstStyle>
              <a:defPPr algn="l">
                <a:defRPr sz="1385" b="0">
                  <a:solidFill>
                    <a:srgbClr val="000000"/>
                  </a:solidFill>
                  <a:latin typeface="Arial"/>
                  <a:ea typeface="Arial"/>
                  <a:cs typeface="Arial"/>
                </a:defRPr>
              </a:defPPr>
              <a:lvl1pPr algn="l">
                <a:defRPr sz="1385" b="0">
                  <a:solidFill>
                    <a:srgbClr val="000000"/>
                  </a:solidFill>
                  <a:latin typeface="Arial"/>
                  <a:ea typeface="Arial"/>
                  <a:cs typeface="Arial"/>
                </a:defRPr>
              </a:lvl1pPr>
              <a:lvl2pPr algn="l">
                <a:defRPr sz="1385" b="0">
                  <a:solidFill>
                    <a:srgbClr val="000000"/>
                  </a:solidFill>
                  <a:latin typeface="Arial"/>
                  <a:ea typeface="Arial"/>
                  <a:cs typeface="Arial"/>
                </a:defRPr>
              </a:lvl2pPr>
              <a:lvl3pPr algn="l">
                <a:defRPr sz="1385" b="0">
                  <a:solidFill>
                    <a:srgbClr val="000000"/>
                  </a:solidFill>
                  <a:latin typeface="Arial"/>
                  <a:ea typeface="Arial"/>
                  <a:cs typeface="Arial"/>
                </a:defRPr>
              </a:lvl3pPr>
              <a:lvl4pPr algn="l">
                <a:defRPr sz="1385" b="0">
                  <a:solidFill>
                    <a:srgbClr val="000000"/>
                  </a:solidFill>
                  <a:latin typeface="Arial"/>
                  <a:ea typeface="Arial"/>
                  <a:cs typeface="Arial"/>
                </a:defRPr>
              </a:lvl4pPr>
              <a:lvl5pPr algn="l">
                <a:defRPr sz="1385" b="0">
                  <a:solidFill>
                    <a:srgbClr val="000000"/>
                  </a:solidFill>
                  <a:latin typeface="Arial"/>
                  <a:ea typeface="Arial"/>
                  <a:cs typeface="Arial"/>
                </a:defRPr>
              </a:lvl5pPr>
              <a:lvl6pPr algn="l">
                <a:defRPr sz="1385" b="0">
                  <a:solidFill>
                    <a:srgbClr val="000000"/>
                  </a:solidFill>
                  <a:latin typeface="Arial"/>
                  <a:ea typeface="Arial"/>
                  <a:cs typeface="Arial"/>
                </a:defRPr>
              </a:lvl6pPr>
              <a:lvl7pPr algn="l">
                <a:defRPr sz="1385" b="0">
                  <a:solidFill>
                    <a:srgbClr val="000000"/>
                  </a:solidFill>
                  <a:latin typeface="Arial"/>
                  <a:ea typeface="Arial"/>
                  <a:cs typeface="Arial"/>
                </a:defRPr>
              </a:lvl7pPr>
              <a:lvl8pPr algn="l">
                <a:defRPr sz="1385" b="0">
                  <a:solidFill>
                    <a:srgbClr val="000000"/>
                  </a:solidFill>
                  <a:latin typeface="Arial"/>
                  <a:ea typeface="Arial"/>
                  <a:cs typeface="Arial"/>
                </a:defRPr>
              </a:lvl8pPr>
              <a:lvl9pPr algn="l">
                <a:defRPr sz="1385" b="0">
                  <a:solidFill>
                    <a:srgbClr val="000000"/>
                  </a:solidFill>
                  <a:latin typeface="Arial"/>
                  <a:ea typeface="Arial"/>
                  <a:cs typeface="Arial"/>
                </a:defRPr>
              </a:lvl9pPr>
            </a:lstStyle>
            <a:p>
              <a:pPr algn="l">
                <a:defRPr sz="1385" b="0">
                  <a:solidFill>
                    <a:srgbClr val="000000"/>
                  </a:solidFill>
                  <a:latin typeface="Arial"/>
                  <a:ea typeface="Arial"/>
                  <a:cs typeface="Arial"/>
                </a:defRPr>
              </a:pPr>
              <a:r>
                <a:rPr sz="1385" b="0">
                  <a:solidFill>
                    <a:srgbClr val="000000"/>
                  </a:solidFill>
                  <a:latin typeface="Arial"/>
                  <a:ea typeface="Arial"/>
                  <a:cs typeface="Arial"/>
                </a:rPr>
                <a:t>Scalar value</a:t>
              </a:r>
            </a:p>
          </p:txBody>
        </p:sp>
        <p:pic>
          <p:nvPicPr>
            <p:cNvPr id="3" name="">
              <a:extLst>
                <a:ext uri="{FF2B5EF4-FFF2-40B4-BE49-F238E27FC236}">
                  <ns2:creationId id="{C6DCB019-46FB-4F97-9A94-4114142930A7}"/>
                </a:ext>
              </a:extLst>
            </p:cNvPr>
            <p:cNvPicPr>
              <a:picLocks noChangeAspect="1"/>
            </p:cNvPicPr>
            <p:nvPr/>
          </p:nvPicPr>
          <p:blipFill>
            <a:blip r:embed="Rfa6da8679f214c30"/>
            <a:stretch/>
          </p:blipFill>
          <p:spPr>
            <a:xfrm>
              <a:off x="9963150" y="76200"/>
              <a:ext cx="1676400" cy="104775"/>
            </a:xfrm>
            <a:prstGeom prst="rect">
              <a:avLst/>
            </a:prstGeom>
          </p:spPr>
        </p:pic>
        <p:sp>
          <p:nvSpPr>
            <p:cNvPr id="4" name="0">
              <a:extLst>
                <a:ext uri="{FF2B5EF4-FFF2-40B4-BE49-F238E27FC236}">
                  <ns2:creationId id="{491F65B1-5FCD-4FF4-ABC1-4FA0DFC81133}"/>
                </a:ext>
              </a:extLst>
            </p:cNvPr>
            <p:cNvSpPr>
              <a:spLocks noGrp="1"/>
            </p:cNvSpPr>
            <p:nvPr/>
          </p:nvSpPr>
          <p:spPr>
            <a:xfrm>
              <a:off x="9667875" y="0"/>
              <a:ext cx="266700" cy="257175"/>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0</a:t>
              </a:r>
            </a:p>
          </p:txBody>
        </p:sp>
        <p:sp>
          <p:nvSpPr>
            <p:cNvPr id="5" name="1.05">
              <a:extLst>
                <a:ext uri="{FF2B5EF4-FFF2-40B4-BE49-F238E27FC236}">
                  <ns2:creationId id="{4D7F6C91-9854-4049-A9B1-14C2F6E2DDD6}"/>
                </a:ext>
              </a:extLst>
            </p:cNvPr>
            <p:cNvSpPr>
              <a:spLocks noGrp="1"/>
            </p:cNvSpPr>
            <p:nvPr/>
          </p:nvSpPr>
          <p:spPr>
            <a:xfrm>
              <a:off x="11696700" y="0"/>
              <a:ext cx="552450" cy="257175"/>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1.05</a:t>
              </a:r>
            </a:p>
          </p:txBody>
        </p:sp>
        <p:sp>
          <p:nvSpPr>
            <p:cNvPr id="6" name="t = 0">
              <a:extLst>
                <a:ext uri="{FF2B5EF4-FFF2-40B4-BE49-F238E27FC236}">
                  <ns2:creationId id="{C62B453F-5E36-4652-823C-5DD74FFEA7F7}"/>
                </a:ext>
              </a:extLst>
            </p:cNvPr>
            <p:cNvSpPr>
              <a:spLocks noGrp="1"/>
            </p:cNvSpPr>
            <p:nvPr/>
          </p:nvSpPr>
          <p:spPr>
            <a:xfrm>
              <a:off x="428625" y="285750"/>
              <a:ext cx="1733550" cy="238125"/>
            </a:xfrm>
            <a:prstGeom prst="rect">
              <a:avLst/>
            </a:prstGeom>
            <a:noFill/>
            <a:ln w="0">
              <a:noFill/>
            </a:ln>
          </p:spPr>
          <p:txBody>
            <a:bodyPr wrap="none" lIns="0" tIns="0" rIns="0" bIns="0" anchor="ctr">
              <a:noAutofit/>
            </a:bodyPr>
            <a:lstStyle>
              <a:defPPr algn="ctr">
                <a:defRPr sz="1538" b="1">
                  <a:solidFill>
                    <a:srgbClr val="000000"/>
                  </a:solidFill>
                  <a:latin typeface="Arial"/>
                  <a:ea typeface="Arial"/>
                  <a:cs typeface="Arial"/>
                </a:defRPr>
              </a:defPPr>
              <a:lvl1pPr algn="ctr">
                <a:defRPr sz="1538" b="1">
                  <a:solidFill>
                    <a:srgbClr val="000000"/>
                  </a:solidFill>
                  <a:latin typeface="Arial"/>
                  <a:ea typeface="Arial"/>
                  <a:cs typeface="Arial"/>
                </a:defRPr>
              </a:lvl1pPr>
              <a:lvl2pPr algn="ctr">
                <a:defRPr sz="1538" b="1">
                  <a:solidFill>
                    <a:srgbClr val="000000"/>
                  </a:solidFill>
                  <a:latin typeface="Arial"/>
                  <a:ea typeface="Arial"/>
                  <a:cs typeface="Arial"/>
                </a:defRPr>
              </a:lvl2pPr>
              <a:lvl3pPr algn="ctr">
                <a:defRPr sz="1538" b="1">
                  <a:solidFill>
                    <a:srgbClr val="000000"/>
                  </a:solidFill>
                  <a:latin typeface="Arial"/>
                  <a:ea typeface="Arial"/>
                  <a:cs typeface="Arial"/>
                </a:defRPr>
              </a:lvl3pPr>
              <a:lvl4pPr algn="ctr">
                <a:defRPr sz="1538" b="1">
                  <a:solidFill>
                    <a:srgbClr val="000000"/>
                  </a:solidFill>
                  <a:latin typeface="Arial"/>
                  <a:ea typeface="Arial"/>
                  <a:cs typeface="Arial"/>
                </a:defRPr>
              </a:lvl4pPr>
              <a:lvl5pPr algn="ctr">
                <a:defRPr sz="1538" b="1">
                  <a:solidFill>
                    <a:srgbClr val="000000"/>
                  </a:solidFill>
                  <a:latin typeface="Arial"/>
                  <a:ea typeface="Arial"/>
                  <a:cs typeface="Arial"/>
                </a:defRPr>
              </a:lvl5pPr>
              <a:lvl6pPr algn="ctr">
                <a:defRPr sz="1538" b="1">
                  <a:solidFill>
                    <a:srgbClr val="000000"/>
                  </a:solidFill>
                  <a:latin typeface="Arial"/>
                  <a:ea typeface="Arial"/>
                  <a:cs typeface="Arial"/>
                </a:defRPr>
              </a:lvl6pPr>
              <a:lvl7pPr algn="ctr">
                <a:defRPr sz="1538" b="1">
                  <a:solidFill>
                    <a:srgbClr val="000000"/>
                  </a:solidFill>
                  <a:latin typeface="Arial"/>
                  <a:ea typeface="Arial"/>
                  <a:cs typeface="Arial"/>
                </a:defRPr>
              </a:lvl7pPr>
              <a:lvl8pPr algn="ctr">
                <a:defRPr sz="1538" b="1">
                  <a:solidFill>
                    <a:srgbClr val="000000"/>
                  </a:solidFill>
                  <a:latin typeface="Arial"/>
                  <a:ea typeface="Arial"/>
                  <a:cs typeface="Arial"/>
                </a:defRPr>
              </a:lvl8pPr>
              <a:lvl9pPr algn="ctr">
                <a:defRPr sz="1538" b="1">
                  <a:solidFill>
                    <a:srgbClr val="000000"/>
                  </a:solidFill>
                  <a:latin typeface="Arial"/>
                  <a:ea typeface="Arial"/>
                  <a:cs typeface="Arial"/>
                </a:defRPr>
              </a:lvl9pPr>
            </a:lstStyle>
            <a:p>
              <a:pPr algn="ctr">
                <a:defRPr sz="1538" b="1">
                  <a:solidFill>
                    <a:srgbClr val="000000"/>
                  </a:solidFill>
                  <a:latin typeface="Arial"/>
                  <a:ea typeface="Arial"/>
                  <a:cs typeface="Arial"/>
                </a:defRPr>
              </a:pPr>
              <a:r>
                <a:rPr sz="1538" b="1">
                  <a:solidFill>
                    <a:srgbClr val="000000"/>
                  </a:solidFill>
                  <a:latin typeface="Arial"/>
                  <a:ea typeface="Arial"/>
                  <a:cs typeface="Arial"/>
                </a:rPr>
                <a:t>t = 0</a:t>
              </a:r>
            </a:p>
          </p:txBody>
        </p:sp>
        <p:pic>
          <p:nvPicPr>
            <p:cNvPr id="7" name="">
              <a:extLst>
                <a:ext uri="{FF2B5EF4-FFF2-40B4-BE49-F238E27FC236}">
                  <ns2:creationId id="{EACDD382-FF7A-420D-B89E-5DD2982B33F5}"/>
                </a:ext>
              </a:extLst>
            </p:cNvPr>
            <p:cNvPicPr>
              <a:picLocks noChangeAspect="1"/>
            </p:cNvPicPr>
            <p:nvPr/>
          </p:nvPicPr>
          <p:blipFill>
            <a:blip r:embed="Rc911155fc5004465"/>
            <a:stretch/>
          </p:blipFill>
          <p:spPr>
            <a:xfrm>
              <a:off x="428625" y="552450"/>
              <a:ext cx="1733550" cy="1733550"/>
            </a:xfrm>
            <a:prstGeom prst="rect">
              <a:avLst/>
            </a:prstGeom>
          </p:spPr>
        </p:pic>
        <p:sp>
          <p:nvSpPr>
            <p:cNvPr id="8" name="Scientific domain frame">
              <a:extLst>
                <a:ext uri="{FF2B5EF4-FFF2-40B4-BE49-F238E27FC236}">
                  <ns2:creationId id="{54988182-827D-4FC1-9E4E-DC430E32360D}"/>
                </a:ext>
              </a:extLst>
            </p:cNvPr>
            <p:cNvSpPr>
              <a:spLocks noGrp="1"/>
            </p:cNvSpPr>
            <p:nvPr/>
          </p:nvSpPr>
          <p:spPr>
            <a:xfrm>
              <a:off x="428625" y="552450"/>
              <a:ext cx="1733550" cy="1733550"/>
            </a:xfrm>
            <a:prstGeom prst="rect">
              <a:avLst/>
            </a:prstGeom>
            <a:noFill/>
            <a:ln w="7815">
              <a:solidFill>
                <a:srgbClr val="000000"/>
              </a:solidFill>
            </a:ln>
          </p:spPr>
        </p:sp>
        <p:sp>
          <p:nvSpPr>
            <p:cNvPr id="9" name="A source-to-d projection t0">
              <a:extLst>
                <a:ext uri="{FF2B5EF4-FFF2-40B4-BE49-F238E27FC236}">
                  <ns2:creationId id="{AB0D3B83-D6B4-4911-8071-08DDC8EEF01A}"/>
                </a:ext>
              </a:extLst>
            </p:cNvPr>
            <p:cNvSpPr>
              <a:spLocks noGrp="1"/>
            </p:cNvSpPr>
            <p:nvPr/>
          </p:nvSpPr>
          <p:spPr>
            <a:xfrm>
              <a:off x="717550" y="2038985"/>
              <a:ext cx="95" cy="376555"/>
            </a:xfrm>
            <a:custGeom>
              <a:pathLst>
                <a:path w="95" h="490855">
                  <a:moveTo>
                    <a:pt x="0" y="0"/>
                  </a:moveTo>
                  <a:lnTo>
                    <a:pt x="0" y="490855"/>
                  </a:lnTo>
                </a:path>
              </a:pathLst>
            </a:custGeom>
            <a:noFill/>
            <a:ln w="12211">
              <a:solidFill>
                <a:srgbClr val="000000"/>
              </a:solidFill>
              <a:prstDash val="dash"/>
            </a:ln>
          </p:spPr>
        </p:sp>
        <p:sp>
          <p:nvSpPr>
            <p:cNvPr id="10" name="B source-to-d projection t0">
              <a:extLst>
                <a:ext uri="{FF2B5EF4-FFF2-40B4-BE49-F238E27FC236}">
                  <ns2:creationId id="{01EE6132-7CE4-4494-87BC-FEEAAE392E92}"/>
                </a:ext>
              </a:extLst>
            </p:cNvPr>
            <p:cNvSpPr>
              <a:spLocks noGrp="1"/>
            </p:cNvSpPr>
            <p:nvPr/>
          </p:nvSpPr>
          <p:spPr>
            <a:xfrm>
              <a:off x="1006475" y="1188402"/>
              <a:ext cx="95" cy="1210945"/>
            </a:xfrm>
            <a:custGeom>
              <a:pathLst>
                <a:path w="95" h="1325245">
                  <a:moveTo>
                    <a:pt x="0" y="0"/>
                  </a:moveTo>
                  <a:lnTo>
                    <a:pt x="0" y="1325245"/>
                  </a:lnTo>
                </a:path>
              </a:pathLst>
            </a:custGeom>
            <a:noFill/>
            <a:ln w="12211">
              <a:solidFill>
                <a:srgbClr val="000000"/>
              </a:solidFill>
              <a:prstDash val="dash"/>
            </a:ln>
          </p:spPr>
        </p:sp>
        <p:sp>
          <p:nvSpPr>
            <p:cNvPr id="11" name="C source-to-d projection t0">
              <a:extLst>
                <a:ext uri="{FF2B5EF4-FFF2-40B4-BE49-F238E27FC236}">
                  <ns2:creationId id="{F61C23A4-F93A-45B6-B7B9-CD7E6CE0DACC}"/>
                </a:ext>
              </a:extLst>
            </p:cNvPr>
            <p:cNvSpPr>
              <a:spLocks noGrp="1"/>
            </p:cNvSpPr>
            <p:nvPr/>
          </p:nvSpPr>
          <p:spPr>
            <a:xfrm>
              <a:off x="1873250" y="915670"/>
              <a:ext cx="95" cy="1467485"/>
            </a:xfrm>
            <a:custGeom>
              <a:pathLst>
                <a:path w="95" h="1581785">
                  <a:moveTo>
                    <a:pt x="0" y="0"/>
                  </a:moveTo>
                  <a:lnTo>
                    <a:pt x="0" y="1581785"/>
                  </a:lnTo>
                </a:path>
              </a:pathLst>
            </a:custGeom>
            <a:noFill/>
            <a:ln w="12211">
              <a:solidFill>
                <a:srgbClr val="000000"/>
              </a:solidFill>
              <a:prstDash val="dash"/>
            </a:ln>
          </p:spPr>
        </p:sp>
        <p:sp>
          <p:nvSpPr>
            <p:cNvPr id="12" name="A source identity marker t0">
              <a:extLst>
                <a:ext uri="{FF2B5EF4-FFF2-40B4-BE49-F238E27FC236}">
                  <ns2:creationId id="{8A636585-9214-4405-AC09-DDC1C297DC42}"/>
                </a:ext>
              </a:extLst>
            </p:cNvPr>
            <p:cNvSpPr>
              <a:spLocks noGrp="1"/>
            </p:cNvSpPr>
            <p:nvPr/>
          </p:nvSpPr>
          <p:spPr>
            <a:xfrm>
              <a:off x="675640" y="1955165"/>
              <a:ext cx="83820" cy="83820"/>
            </a:xfrm>
            <a:prstGeom prst="ellipse">
              <a:avLst/>
            </a:prstGeom>
            <a:noFill/>
            <a:ln w="19538">
              <a:solidFill>
                <a:srgbClr val="ECE51B"/>
              </a:solidFill>
            </a:ln>
          </p:spPr>
        </p:sp>
        <p:sp>
          <p:nvSpPr>
            <p:cNvPr id="13" name="A black source label t0">
              <a:extLst>
                <a:ext uri="{FF2B5EF4-FFF2-40B4-BE49-F238E27FC236}">
                  <ns2:creationId id="{ADEF912E-A4BA-4C4A-95FD-A1BDD1D57069}"/>
                </a:ext>
              </a:extLst>
            </p:cNvPr>
            <p:cNvSpPr>
              <a:spLocks noGrp="1"/>
            </p:cNvSpPr>
            <p:nvPr/>
          </p:nvSpPr>
          <p:spPr>
            <a:xfrm>
              <a:off x="812800" y="1749425"/>
              <a:ext cx="257175" cy="238125"/>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A</a:t>
              </a:r>
            </a:p>
          </p:txBody>
        </p:sp>
        <p:sp>
          <p:nvSpPr>
            <p:cNvPr id="14" name="B source identity marker t0">
              <a:extLst>
                <a:ext uri="{FF2B5EF4-FFF2-40B4-BE49-F238E27FC236}">
                  <ns2:creationId id="{8BB2844A-978D-4BB3-B72A-AD9EA0D6D414}"/>
                </a:ext>
              </a:extLst>
            </p:cNvPr>
            <p:cNvSpPr>
              <a:spLocks noGrp="1"/>
            </p:cNvSpPr>
            <p:nvPr/>
          </p:nvSpPr>
          <p:spPr>
            <a:xfrm>
              <a:off x="948373" y="1072198"/>
              <a:ext cx="116205" cy="116205"/>
            </a:xfrm>
            <a:prstGeom prst="ellipse">
              <a:avLst/>
            </a:prstGeom>
            <a:noFill/>
            <a:ln w="19538">
              <a:solidFill>
                <a:srgbClr val="FDE725"/>
              </a:solidFill>
            </a:ln>
          </p:spPr>
        </p:sp>
        <p:sp>
          <p:nvSpPr>
            <p:cNvPr id="15" name="B black source label t0">
              <a:extLst>
                <a:ext uri="{FF2B5EF4-FFF2-40B4-BE49-F238E27FC236}">
                  <ns2:creationId id="{838BA81F-5876-40A6-B00F-A7F19E585231}"/>
                </a:ext>
              </a:extLst>
            </p:cNvPr>
            <p:cNvSpPr>
              <a:spLocks noGrp="1"/>
            </p:cNvSpPr>
            <p:nvPr/>
          </p:nvSpPr>
          <p:spPr>
            <a:xfrm>
              <a:off x="1101725" y="882650"/>
              <a:ext cx="257175" cy="238125"/>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B</a:t>
              </a:r>
            </a:p>
          </p:txBody>
        </p:sp>
        <p:sp>
          <p:nvSpPr>
            <p:cNvPr id="16" name="C source identity marker t0">
              <a:extLst>
                <a:ext uri="{FF2B5EF4-FFF2-40B4-BE49-F238E27FC236}">
                  <ns2:creationId id="{CEEA144C-E1D7-4407-9651-22576F750314}"/>
                </a:ext>
              </a:extLst>
            </p:cNvPr>
            <p:cNvSpPr>
              <a:spLocks noGrp="1"/>
            </p:cNvSpPr>
            <p:nvPr/>
          </p:nvSpPr>
          <p:spPr>
            <a:xfrm>
              <a:off x="1798955" y="767080"/>
              <a:ext cx="148590" cy="148590"/>
            </a:xfrm>
            <a:prstGeom prst="ellipse">
              <a:avLst/>
            </a:prstGeom>
            <a:noFill/>
            <a:ln w="19538">
              <a:solidFill>
                <a:srgbClr val="D9E219"/>
              </a:solidFill>
            </a:ln>
          </p:spPr>
        </p:sp>
        <p:sp>
          <p:nvSpPr>
            <p:cNvPr id="17" name="C black source label t0">
              <a:extLst>
                <a:ext uri="{FF2B5EF4-FFF2-40B4-BE49-F238E27FC236}">
                  <ns2:creationId id="{849AD85D-855F-4D22-AE4D-671356757B3D}"/>
                </a:ext>
              </a:extLst>
            </p:cNvPr>
            <p:cNvSpPr>
              <a:spLocks noGrp="1"/>
            </p:cNvSpPr>
            <p:nvPr/>
          </p:nvSpPr>
          <p:spPr>
            <a:xfrm>
              <a:off x="1968500" y="593725"/>
              <a:ext cx="257175" cy="238125"/>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C</a:t>
              </a:r>
            </a:p>
          </p:txBody>
        </p:sp>
        <p:sp>
          <p:nvSpPr>
            <p:cNvPr id="18" name="Scientific line">
              <a:extLst>
                <a:ext uri="{FF2B5EF4-FFF2-40B4-BE49-F238E27FC236}">
                  <ns2:creationId id="{446DA679-1245-48F2-85AB-E2657F903A52}"/>
                </a:ext>
              </a:extLst>
            </p:cNvPr>
            <p:cNvSpPr>
              <a:spLocks noGrp="1"/>
            </p:cNvSpPr>
            <p:nvPr/>
          </p:nvSpPr>
          <p:spPr>
            <a:xfrm>
              <a:off x="552450" y="695325"/>
              <a:ext cx="523875" cy="95"/>
            </a:xfrm>
            <a:custGeom>
              <a:pathLst>
                <a:path w="523875" h="95">
                  <a:moveTo>
                    <a:pt x="0" y="0"/>
                  </a:moveTo>
                  <a:lnTo>
                    <a:pt x="523875" y="0"/>
                  </a:lnTo>
                </a:path>
              </a:pathLst>
            </a:custGeom>
            <a:noFill/>
            <a:ln w="11723">
              <a:solidFill>
                <a:srgbClr val="000000"/>
              </a:solidFill>
              <a:prstDash val="solid"/>
            </a:ln>
          </p:spPr>
        </p:sp>
        <p:sp>
          <p:nvSpPr>
            <p:cNvPr id="19" name="Scientific line">
              <a:extLst>
                <a:ext uri="{FF2B5EF4-FFF2-40B4-BE49-F238E27FC236}">
                  <ns2:creationId id="{90E1982C-6386-4C5A-AEA4-E4141C9D8CA3}"/>
                </a:ext>
              </a:extLst>
            </p:cNvPr>
            <p:cNvSpPr>
              <a:spLocks noGrp="1"/>
            </p:cNvSpPr>
            <p:nvPr/>
          </p:nvSpPr>
          <p:spPr>
            <a:xfrm>
              <a:off x="1019175" y="666750"/>
              <a:ext cx="57150" cy="28575"/>
            </a:xfrm>
            <a:custGeom>
              <a:pathLst>
                <a:path w="57150" h="28575">
                  <a:moveTo>
                    <a:pt x="0" y="0"/>
                  </a:moveTo>
                  <a:lnTo>
                    <a:pt x="57150" y="28575"/>
                  </a:lnTo>
                </a:path>
              </a:pathLst>
            </a:custGeom>
            <a:noFill/>
            <a:ln w="11723">
              <a:solidFill>
                <a:srgbClr val="000000"/>
              </a:solidFill>
              <a:prstDash val="solid"/>
            </a:ln>
          </p:spPr>
        </p:sp>
        <p:sp>
          <p:nvSpPr>
            <p:cNvPr id="20" name="Scientific line">
              <a:extLst>
                <a:ext uri="{FF2B5EF4-FFF2-40B4-BE49-F238E27FC236}">
                  <ns2:creationId id="{0161A379-17D3-41D4-BAB3-8781742C8C45}"/>
                </a:ext>
              </a:extLst>
            </p:cNvPr>
            <p:cNvSpPr>
              <a:spLocks noGrp="1"/>
            </p:cNvSpPr>
            <p:nvPr/>
          </p:nvSpPr>
          <p:spPr>
            <a:xfrm>
              <a:off x="1019175" y="695325"/>
              <a:ext cx="57150" cy="28575"/>
            </a:xfrm>
            <a:custGeom>
              <a:pathLst>
                <a:path w="57150" h="28575">
                  <a:moveTo>
                    <a:pt x="0" y="28575"/>
                  </a:moveTo>
                  <a:lnTo>
                    <a:pt x="57150" y="0"/>
                  </a:lnTo>
                </a:path>
              </a:pathLst>
            </a:custGeom>
            <a:noFill/>
            <a:ln w="11723">
              <a:solidFill>
                <a:srgbClr val="000000"/>
              </a:solidFill>
              <a:prstDash val="solid"/>
            </a:ln>
          </p:spPr>
        </p:sp>
        <p:sp>
          <p:nvSpPr>
            <p:cNvPr id="21" name="d = x">
              <a:extLst>
                <a:ext uri="{FF2B5EF4-FFF2-40B4-BE49-F238E27FC236}">
                  <ns2:creationId id="{CBC467CF-20B0-4915-A4ED-1CAC023AC5B2}"/>
                </a:ext>
              </a:extLst>
            </p:cNvPr>
            <p:cNvSpPr>
              <a:spLocks noGrp="1"/>
            </p:cNvSpPr>
            <p:nvPr/>
          </p:nvSpPr>
          <p:spPr>
            <a:xfrm>
              <a:off x="561975" y="771525"/>
              <a:ext cx="723900" cy="228600"/>
            </a:xfrm>
            <a:prstGeom prst="rect">
              <a:avLst/>
            </a:prstGeom>
            <a:noFill/>
            <a:ln w="0">
              <a:noFill/>
            </a:ln>
          </p:spPr>
          <p:txBody>
            <a:bodyPr wrap="none" lIns="0" tIns="0" rIns="0" bIns="0" anchor="ctr">
              <a:noAutofit/>
            </a:bodyPr>
            <a:lstStyle>
              <a:defPPr algn="l">
                <a:defRPr sz="1385" b="0">
                  <a:solidFill>
                    <a:srgbClr val="000000"/>
                  </a:solidFill>
                  <a:latin typeface="Arial"/>
                  <a:ea typeface="Arial"/>
                  <a:cs typeface="Arial"/>
                </a:defRPr>
              </a:defPPr>
              <a:lvl1pPr algn="l">
                <a:defRPr sz="1385" b="0">
                  <a:solidFill>
                    <a:srgbClr val="000000"/>
                  </a:solidFill>
                  <a:latin typeface="Arial"/>
                  <a:ea typeface="Arial"/>
                  <a:cs typeface="Arial"/>
                </a:defRPr>
              </a:lvl1pPr>
              <a:lvl2pPr algn="l">
                <a:defRPr sz="1385" b="0">
                  <a:solidFill>
                    <a:srgbClr val="000000"/>
                  </a:solidFill>
                  <a:latin typeface="Arial"/>
                  <a:ea typeface="Arial"/>
                  <a:cs typeface="Arial"/>
                </a:defRPr>
              </a:lvl2pPr>
              <a:lvl3pPr algn="l">
                <a:defRPr sz="1385" b="0">
                  <a:solidFill>
                    <a:srgbClr val="000000"/>
                  </a:solidFill>
                  <a:latin typeface="Arial"/>
                  <a:ea typeface="Arial"/>
                  <a:cs typeface="Arial"/>
                </a:defRPr>
              </a:lvl3pPr>
              <a:lvl4pPr algn="l">
                <a:defRPr sz="1385" b="0">
                  <a:solidFill>
                    <a:srgbClr val="000000"/>
                  </a:solidFill>
                  <a:latin typeface="Arial"/>
                  <a:ea typeface="Arial"/>
                  <a:cs typeface="Arial"/>
                </a:defRPr>
              </a:lvl4pPr>
              <a:lvl5pPr algn="l">
                <a:defRPr sz="1385" b="0">
                  <a:solidFill>
                    <a:srgbClr val="000000"/>
                  </a:solidFill>
                  <a:latin typeface="Arial"/>
                  <a:ea typeface="Arial"/>
                  <a:cs typeface="Arial"/>
                </a:defRPr>
              </a:lvl5pPr>
              <a:lvl6pPr algn="l">
                <a:defRPr sz="1385" b="0">
                  <a:solidFill>
                    <a:srgbClr val="000000"/>
                  </a:solidFill>
                  <a:latin typeface="Arial"/>
                  <a:ea typeface="Arial"/>
                  <a:cs typeface="Arial"/>
                </a:defRPr>
              </a:lvl6pPr>
              <a:lvl7pPr algn="l">
                <a:defRPr sz="1385" b="0">
                  <a:solidFill>
                    <a:srgbClr val="000000"/>
                  </a:solidFill>
                  <a:latin typeface="Arial"/>
                  <a:ea typeface="Arial"/>
                  <a:cs typeface="Arial"/>
                </a:defRPr>
              </a:lvl7pPr>
              <a:lvl8pPr algn="l">
                <a:defRPr sz="1385" b="0">
                  <a:solidFill>
                    <a:srgbClr val="000000"/>
                  </a:solidFill>
                  <a:latin typeface="Arial"/>
                  <a:ea typeface="Arial"/>
                  <a:cs typeface="Arial"/>
                </a:defRPr>
              </a:lvl8pPr>
              <a:lvl9pPr algn="l">
                <a:defRPr sz="1385" b="0">
                  <a:solidFill>
                    <a:srgbClr val="000000"/>
                  </a:solidFill>
                  <a:latin typeface="Arial"/>
                  <a:ea typeface="Arial"/>
                  <a:cs typeface="Arial"/>
                </a:defRPr>
              </a:lvl9pPr>
            </a:lstStyle>
            <a:p>
              <a:pPr algn="l">
                <a:defRPr sz="1385" b="0">
                  <a:solidFill>
                    <a:srgbClr val="000000"/>
                  </a:solidFill>
                  <a:latin typeface="Arial"/>
                  <a:ea typeface="Arial"/>
                  <a:cs typeface="Arial"/>
                </a:defRPr>
              </a:pPr>
              <a:r>
                <a:rPr sz="1385" b="0">
                  <a:solidFill>
                    <a:srgbClr val="000000"/>
                  </a:solidFill>
                  <a:latin typeface="Arial"/>
                  <a:ea typeface="Arial"/>
                  <a:cs typeface="Arial"/>
                </a:rPr>
                <a:t>d = x</a:t>
              </a:r>
            </a:p>
          </p:txBody>
        </p:sp>
        <p:sp>
          <p:nvSpPr>
            <p:cNvPr id="22" name="Scientific line">
              <a:extLst>
                <a:ext uri="{FF2B5EF4-FFF2-40B4-BE49-F238E27FC236}">
                  <ns2:creationId id="{F171883F-808E-4CB6-B048-6937857CBB39}"/>
                </a:ext>
              </a:extLst>
            </p:cNvPr>
            <p:cNvSpPr>
              <a:spLocks noGrp="1"/>
            </p:cNvSpPr>
            <p:nvPr/>
          </p:nvSpPr>
          <p:spPr>
            <a:xfrm>
              <a:off x="428625" y="2457450"/>
              <a:ext cx="1733550" cy="95"/>
            </a:xfrm>
            <a:custGeom>
              <a:pathLst>
                <a:path w="1733550" h="95">
                  <a:moveTo>
                    <a:pt x="0" y="0"/>
                  </a:moveTo>
                  <a:lnTo>
                    <a:pt x="1733550" y="0"/>
                  </a:lnTo>
                </a:path>
              </a:pathLst>
            </a:custGeom>
            <a:noFill/>
            <a:ln w="11723">
              <a:solidFill>
                <a:srgbClr val="000000"/>
              </a:solidFill>
              <a:prstDash val="solid"/>
            </a:ln>
          </p:spPr>
        </p:sp>
        <p:sp>
          <p:nvSpPr>
            <p:cNvPr id="23" name="Scientific line">
              <a:extLst>
                <a:ext uri="{FF2B5EF4-FFF2-40B4-BE49-F238E27FC236}">
                  <ns2:creationId id="{BA4CA39C-A656-4D9C-AE2D-D447EED175A6}"/>
                </a:ext>
              </a:extLst>
            </p:cNvPr>
            <p:cNvSpPr>
              <a:spLocks noGrp="1"/>
            </p:cNvSpPr>
            <p:nvPr/>
          </p:nvSpPr>
          <p:spPr>
            <a:xfrm>
              <a:off x="2105025" y="2428875"/>
              <a:ext cx="57150" cy="28575"/>
            </a:xfrm>
            <a:custGeom>
              <a:pathLst>
                <a:path w="57150" h="28575">
                  <a:moveTo>
                    <a:pt x="0" y="0"/>
                  </a:moveTo>
                  <a:lnTo>
                    <a:pt x="57150" y="28575"/>
                  </a:lnTo>
                </a:path>
              </a:pathLst>
            </a:custGeom>
            <a:noFill/>
            <a:ln w="11723">
              <a:solidFill>
                <a:srgbClr val="000000"/>
              </a:solidFill>
              <a:prstDash val="solid"/>
            </a:ln>
          </p:spPr>
        </p:sp>
        <p:sp>
          <p:nvSpPr>
            <p:cNvPr id="24" name="Scientific line">
              <a:extLst>
                <a:ext uri="{FF2B5EF4-FFF2-40B4-BE49-F238E27FC236}">
                  <ns2:creationId id="{1673387B-2ED5-4622-949E-2557F84557AC}"/>
                </a:ext>
              </a:extLst>
            </p:cNvPr>
            <p:cNvSpPr>
              <a:spLocks noGrp="1"/>
            </p:cNvSpPr>
            <p:nvPr/>
          </p:nvSpPr>
          <p:spPr>
            <a:xfrm>
              <a:off x="2105025" y="2457450"/>
              <a:ext cx="57150" cy="28575"/>
            </a:xfrm>
            <a:custGeom>
              <a:pathLst>
                <a:path w="57150" h="28575">
                  <a:moveTo>
                    <a:pt x="0" y="28575"/>
                  </a:moveTo>
                  <a:lnTo>
                    <a:pt x="57150" y="0"/>
                  </a:lnTo>
                </a:path>
              </a:pathLst>
            </a:custGeom>
            <a:noFill/>
            <a:ln w="11723">
              <a:solidFill>
                <a:srgbClr val="000000"/>
              </a:solidFill>
              <a:prstDash val="solid"/>
            </a:ln>
          </p:spPr>
        </p:sp>
        <p:sp>
          <p:nvSpPr>
            <p:cNvPr id="25" name="A matching d-axis marker t0">
              <a:extLst>
                <a:ext uri="{FF2B5EF4-FFF2-40B4-BE49-F238E27FC236}">
                  <ns2:creationId id="{23104578-F4EA-48E1-B81A-CF35F1564E09}"/>
                </a:ext>
              </a:extLst>
            </p:cNvPr>
            <p:cNvSpPr>
              <a:spLocks noGrp="1"/>
            </p:cNvSpPr>
            <p:nvPr/>
          </p:nvSpPr>
          <p:spPr>
            <a:xfrm>
              <a:off x="675640" y="2415540"/>
              <a:ext cx="83820" cy="83820"/>
            </a:xfrm>
            <a:prstGeom prst="ellipse">
              <a:avLst/>
            </a:prstGeom>
            <a:solidFill>
              <a:srgbClr val="ECE51B"/>
            </a:solidFill>
            <a:ln w="19538">
              <a:solidFill>
                <a:srgbClr val="ECE51B"/>
              </a:solidFill>
            </a:ln>
          </p:spPr>
        </p:sp>
        <p:sp>
          <p:nvSpPr>
            <p:cNvPr id="26" name="A">
              <a:extLst>
                <a:ext uri="{FF2B5EF4-FFF2-40B4-BE49-F238E27FC236}">
                  <ns2:creationId id="{BA6FCF40-7A8F-417B-91A3-8A89CE11FFA6}"/>
                </a:ext>
              </a:extLst>
            </p:cNvPr>
            <p:cNvSpPr>
              <a:spLocks noGrp="1"/>
            </p:cNvSpPr>
            <p:nvPr/>
          </p:nvSpPr>
          <p:spPr>
            <a:xfrm>
              <a:off x="584200" y="2562225"/>
              <a:ext cx="266700" cy="228600"/>
            </a:xfrm>
            <a:prstGeom prst="rect">
              <a:avLst/>
            </a:prstGeom>
            <a:noFill/>
            <a:ln w="0">
              <a:noFill/>
            </a:ln>
          </p:spPr>
          <p:txBody>
            <a:bodyPr wrap="none" lIns="0" tIns="0" rIns="0" bIns="0" anchor="ctr">
              <a:noAutofit/>
            </a:bodyPr>
            <a:lstStyle>
              <a:defPPr algn="ctr">
                <a:defRPr sz="1538" b="1">
                  <a:solidFill>
                    <a:srgbClr val="000000"/>
                  </a:solidFill>
                  <a:latin typeface="Arial"/>
                  <a:ea typeface="Arial"/>
                  <a:cs typeface="Arial"/>
                </a:defRPr>
              </a:defPPr>
              <a:lvl1pPr algn="ctr">
                <a:defRPr sz="1538" b="1">
                  <a:solidFill>
                    <a:srgbClr val="000000"/>
                  </a:solidFill>
                  <a:latin typeface="Arial"/>
                  <a:ea typeface="Arial"/>
                  <a:cs typeface="Arial"/>
                </a:defRPr>
              </a:lvl1pPr>
              <a:lvl2pPr algn="ctr">
                <a:defRPr sz="1538" b="1">
                  <a:solidFill>
                    <a:srgbClr val="000000"/>
                  </a:solidFill>
                  <a:latin typeface="Arial"/>
                  <a:ea typeface="Arial"/>
                  <a:cs typeface="Arial"/>
                </a:defRPr>
              </a:lvl2pPr>
              <a:lvl3pPr algn="ctr">
                <a:defRPr sz="1538" b="1">
                  <a:solidFill>
                    <a:srgbClr val="000000"/>
                  </a:solidFill>
                  <a:latin typeface="Arial"/>
                  <a:ea typeface="Arial"/>
                  <a:cs typeface="Arial"/>
                </a:defRPr>
              </a:lvl3pPr>
              <a:lvl4pPr algn="ctr">
                <a:defRPr sz="1538" b="1">
                  <a:solidFill>
                    <a:srgbClr val="000000"/>
                  </a:solidFill>
                  <a:latin typeface="Arial"/>
                  <a:ea typeface="Arial"/>
                  <a:cs typeface="Arial"/>
                </a:defRPr>
              </a:lvl4pPr>
              <a:lvl5pPr algn="ctr">
                <a:defRPr sz="1538" b="1">
                  <a:solidFill>
                    <a:srgbClr val="000000"/>
                  </a:solidFill>
                  <a:latin typeface="Arial"/>
                  <a:ea typeface="Arial"/>
                  <a:cs typeface="Arial"/>
                </a:defRPr>
              </a:lvl5pPr>
              <a:lvl6pPr algn="ctr">
                <a:defRPr sz="1538" b="1">
                  <a:solidFill>
                    <a:srgbClr val="000000"/>
                  </a:solidFill>
                  <a:latin typeface="Arial"/>
                  <a:ea typeface="Arial"/>
                  <a:cs typeface="Arial"/>
                </a:defRPr>
              </a:lvl6pPr>
              <a:lvl7pPr algn="ctr">
                <a:defRPr sz="1538" b="1">
                  <a:solidFill>
                    <a:srgbClr val="000000"/>
                  </a:solidFill>
                  <a:latin typeface="Arial"/>
                  <a:ea typeface="Arial"/>
                  <a:cs typeface="Arial"/>
                </a:defRPr>
              </a:lvl7pPr>
              <a:lvl8pPr algn="ctr">
                <a:defRPr sz="1538" b="1">
                  <a:solidFill>
                    <a:srgbClr val="000000"/>
                  </a:solidFill>
                  <a:latin typeface="Arial"/>
                  <a:ea typeface="Arial"/>
                  <a:cs typeface="Arial"/>
                </a:defRPr>
              </a:lvl8pPr>
              <a:lvl9pPr algn="ctr">
                <a:defRPr sz="1538" b="1">
                  <a:solidFill>
                    <a:srgbClr val="000000"/>
                  </a:solidFill>
                  <a:latin typeface="Arial"/>
                  <a:ea typeface="Arial"/>
                  <a:cs typeface="Arial"/>
                </a:defRPr>
              </a:lvl9pPr>
            </a:lstStyle>
            <a:p>
              <a:pPr algn="ctr">
                <a:defRPr sz="1538" b="1">
                  <a:solidFill>
                    <a:srgbClr val="000000"/>
                  </a:solidFill>
                  <a:latin typeface="Arial"/>
                  <a:ea typeface="Arial"/>
                  <a:cs typeface="Arial"/>
                </a:defRPr>
              </a:pPr>
              <a:r>
                <a:rPr sz="1538" b="1">
                  <a:solidFill>
                    <a:srgbClr val="000000"/>
                  </a:solidFill>
                  <a:latin typeface="Arial"/>
                  <a:ea typeface="Arial"/>
                  <a:cs typeface="Arial"/>
                </a:rPr>
                <a:t>A</a:t>
              </a:r>
            </a:p>
          </p:txBody>
        </p:sp>
        <p:sp>
          <p:nvSpPr>
            <p:cNvPr id="27" name="A exact d coordinate t0">
              <a:extLst>
                <a:ext uri="{FF2B5EF4-FFF2-40B4-BE49-F238E27FC236}">
                  <ns2:creationId id="{FE21C32A-3106-4A3E-A0A4-B2E95038B646}"/>
                </a:ext>
              </a:extLst>
            </p:cNvPr>
            <p:cNvSpPr>
              <a:spLocks noGrp="1"/>
            </p:cNvSpPr>
            <p:nvPr/>
          </p:nvSpPr>
          <p:spPr>
            <a:xfrm>
              <a:off x="498475" y="2790825"/>
              <a:ext cx="438150" cy="219075"/>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20</a:t>
              </a:r>
            </a:p>
          </p:txBody>
        </p:sp>
        <p:sp>
          <p:nvSpPr>
            <p:cNvPr id="28" name="B matching d-axis marker t0">
              <a:extLst>
                <a:ext uri="{FF2B5EF4-FFF2-40B4-BE49-F238E27FC236}">
                  <ns2:creationId id="{88010D88-EDFB-404C-BF61-CD401ECA7D43}"/>
                </a:ext>
              </a:extLst>
            </p:cNvPr>
            <p:cNvSpPr>
              <a:spLocks noGrp="1"/>
            </p:cNvSpPr>
            <p:nvPr/>
          </p:nvSpPr>
          <p:spPr>
            <a:xfrm>
              <a:off x="948373" y="2399348"/>
              <a:ext cx="116205" cy="116205"/>
            </a:xfrm>
            <a:prstGeom prst="ellipse">
              <a:avLst/>
            </a:prstGeom>
            <a:solidFill>
              <a:srgbClr val="FDE725"/>
            </a:solidFill>
            <a:ln w="19538">
              <a:solidFill>
                <a:srgbClr val="FDE725"/>
              </a:solidFill>
            </a:ln>
          </p:spPr>
        </p:sp>
        <p:sp>
          <p:nvSpPr>
            <p:cNvPr id="29" name="B">
              <a:extLst>
                <a:ext uri="{FF2B5EF4-FFF2-40B4-BE49-F238E27FC236}">
                  <ns2:creationId id="{47BE0A48-1EFC-4FFD-85F7-DE783FAA8090}"/>
                </a:ext>
              </a:extLst>
            </p:cNvPr>
            <p:cNvSpPr>
              <a:spLocks noGrp="1"/>
            </p:cNvSpPr>
            <p:nvPr/>
          </p:nvSpPr>
          <p:spPr>
            <a:xfrm>
              <a:off x="873125" y="2562225"/>
              <a:ext cx="266700" cy="228600"/>
            </a:xfrm>
            <a:prstGeom prst="rect">
              <a:avLst/>
            </a:prstGeom>
            <a:noFill/>
            <a:ln w="0">
              <a:noFill/>
            </a:ln>
          </p:spPr>
          <p:txBody>
            <a:bodyPr wrap="none" lIns="0" tIns="0" rIns="0" bIns="0" anchor="ctr">
              <a:noAutofit/>
            </a:bodyPr>
            <a:lstStyle>
              <a:defPPr algn="ctr">
                <a:defRPr sz="1538" b="1">
                  <a:solidFill>
                    <a:srgbClr val="000000"/>
                  </a:solidFill>
                  <a:latin typeface="Arial"/>
                  <a:ea typeface="Arial"/>
                  <a:cs typeface="Arial"/>
                </a:defRPr>
              </a:defPPr>
              <a:lvl1pPr algn="ctr">
                <a:defRPr sz="1538" b="1">
                  <a:solidFill>
                    <a:srgbClr val="000000"/>
                  </a:solidFill>
                  <a:latin typeface="Arial"/>
                  <a:ea typeface="Arial"/>
                  <a:cs typeface="Arial"/>
                </a:defRPr>
              </a:lvl1pPr>
              <a:lvl2pPr algn="ctr">
                <a:defRPr sz="1538" b="1">
                  <a:solidFill>
                    <a:srgbClr val="000000"/>
                  </a:solidFill>
                  <a:latin typeface="Arial"/>
                  <a:ea typeface="Arial"/>
                  <a:cs typeface="Arial"/>
                </a:defRPr>
              </a:lvl2pPr>
              <a:lvl3pPr algn="ctr">
                <a:defRPr sz="1538" b="1">
                  <a:solidFill>
                    <a:srgbClr val="000000"/>
                  </a:solidFill>
                  <a:latin typeface="Arial"/>
                  <a:ea typeface="Arial"/>
                  <a:cs typeface="Arial"/>
                </a:defRPr>
              </a:lvl3pPr>
              <a:lvl4pPr algn="ctr">
                <a:defRPr sz="1538" b="1">
                  <a:solidFill>
                    <a:srgbClr val="000000"/>
                  </a:solidFill>
                  <a:latin typeface="Arial"/>
                  <a:ea typeface="Arial"/>
                  <a:cs typeface="Arial"/>
                </a:defRPr>
              </a:lvl4pPr>
              <a:lvl5pPr algn="ctr">
                <a:defRPr sz="1538" b="1">
                  <a:solidFill>
                    <a:srgbClr val="000000"/>
                  </a:solidFill>
                  <a:latin typeface="Arial"/>
                  <a:ea typeface="Arial"/>
                  <a:cs typeface="Arial"/>
                </a:defRPr>
              </a:lvl5pPr>
              <a:lvl6pPr algn="ctr">
                <a:defRPr sz="1538" b="1">
                  <a:solidFill>
                    <a:srgbClr val="000000"/>
                  </a:solidFill>
                  <a:latin typeface="Arial"/>
                  <a:ea typeface="Arial"/>
                  <a:cs typeface="Arial"/>
                </a:defRPr>
              </a:lvl6pPr>
              <a:lvl7pPr algn="ctr">
                <a:defRPr sz="1538" b="1">
                  <a:solidFill>
                    <a:srgbClr val="000000"/>
                  </a:solidFill>
                  <a:latin typeface="Arial"/>
                  <a:ea typeface="Arial"/>
                  <a:cs typeface="Arial"/>
                </a:defRPr>
              </a:lvl7pPr>
              <a:lvl8pPr algn="ctr">
                <a:defRPr sz="1538" b="1">
                  <a:solidFill>
                    <a:srgbClr val="000000"/>
                  </a:solidFill>
                  <a:latin typeface="Arial"/>
                  <a:ea typeface="Arial"/>
                  <a:cs typeface="Arial"/>
                </a:defRPr>
              </a:lvl8pPr>
              <a:lvl9pPr algn="ctr">
                <a:defRPr sz="1538" b="1">
                  <a:solidFill>
                    <a:srgbClr val="000000"/>
                  </a:solidFill>
                  <a:latin typeface="Arial"/>
                  <a:ea typeface="Arial"/>
                  <a:cs typeface="Arial"/>
                </a:defRPr>
              </a:lvl9pPr>
            </a:lstStyle>
            <a:p>
              <a:pPr algn="ctr">
                <a:defRPr sz="1538" b="1">
                  <a:solidFill>
                    <a:srgbClr val="000000"/>
                  </a:solidFill>
                  <a:latin typeface="Arial"/>
                  <a:ea typeface="Arial"/>
                  <a:cs typeface="Arial"/>
                </a:defRPr>
              </a:pPr>
              <a:r>
                <a:rPr sz="1538" b="1">
                  <a:solidFill>
                    <a:srgbClr val="000000"/>
                  </a:solidFill>
                  <a:latin typeface="Arial"/>
                  <a:ea typeface="Arial"/>
                  <a:cs typeface="Arial"/>
                </a:rPr>
                <a:t>B</a:t>
              </a:r>
            </a:p>
          </p:txBody>
        </p:sp>
        <p:sp>
          <p:nvSpPr>
            <p:cNvPr id="30" name="B exact d coordinate t0">
              <a:extLst>
                <a:ext uri="{FF2B5EF4-FFF2-40B4-BE49-F238E27FC236}">
                  <ns2:creationId id="{E152274E-1EC2-4B69-94CA-C91A88751C14}"/>
                </a:ext>
              </a:extLst>
            </p:cNvPr>
            <p:cNvSpPr>
              <a:spLocks noGrp="1"/>
            </p:cNvSpPr>
            <p:nvPr/>
          </p:nvSpPr>
          <p:spPr>
            <a:xfrm>
              <a:off x="787400" y="2790825"/>
              <a:ext cx="438150" cy="219075"/>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40</a:t>
              </a:r>
            </a:p>
          </p:txBody>
        </p:sp>
        <p:sp>
          <p:nvSpPr>
            <p:cNvPr id="31" name="C matching d-axis marker t0">
              <a:extLst>
                <a:ext uri="{FF2B5EF4-FFF2-40B4-BE49-F238E27FC236}">
                  <ns2:creationId id="{2B066928-71B8-4D5A-AD41-1C534F8A014E}"/>
                </a:ext>
              </a:extLst>
            </p:cNvPr>
            <p:cNvSpPr>
              <a:spLocks noGrp="1"/>
            </p:cNvSpPr>
            <p:nvPr/>
          </p:nvSpPr>
          <p:spPr>
            <a:xfrm>
              <a:off x="1798955" y="2383155"/>
              <a:ext cx="148590" cy="148590"/>
            </a:xfrm>
            <a:prstGeom prst="ellipse">
              <a:avLst/>
            </a:prstGeom>
            <a:solidFill>
              <a:srgbClr val="D9E219"/>
            </a:solidFill>
            <a:ln w="19538">
              <a:solidFill>
                <a:srgbClr val="D9E219"/>
              </a:solidFill>
            </a:ln>
          </p:spPr>
        </p:sp>
        <p:sp>
          <p:nvSpPr>
            <p:cNvPr id="32" name="C">
              <a:extLst>
                <a:ext uri="{FF2B5EF4-FFF2-40B4-BE49-F238E27FC236}">
                  <ns2:creationId id="{C136A745-D94C-4F63-A896-69034428089D}"/>
                </a:ext>
              </a:extLst>
            </p:cNvPr>
            <p:cNvSpPr>
              <a:spLocks noGrp="1"/>
            </p:cNvSpPr>
            <p:nvPr/>
          </p:nvSpPr>
          <p:spPr>
            <a:xfrm>
              <a:off x="1739900" y="2562225"/>
              <a:ext cx="266700" cy="228600"/>
            </a:xfrm>
            <a:prstGeom prst="rect">
              <a:avLst/>
            </a:prstGeom>
            <a:noFill/>
            <a:ln w="0">
              <a:noFill/>
            </a:ln>
          </p:spPr>
          <p:txBody>
            <a:bodyPr wrap="none" lIns="0" tIns="0" rIns="0" bIns="0" anchor="ctr">
              <a:noAutofit/>
            </a:bodyPr>
            <a:lstStyle>
              <a:defPPr algn="ctr">
                <a:defRPr sz="1538" b="1">
                  <a:solidFill>
                    <a:srgbClr val="000000"/>
                  </a:solidFill>
                  <a:latin typeface="Arial"/>
                  <a:ea typeface="Arial"/>
                  <a:cs typeface="Arial"/>
                </a:defRPr>
              </a:defPPr>
              <a:lvl1pPr algn="ctr">
                <a:defRPr sz="1538" b="1">
                  <a:solidFill>
                    <a:srgbClr val="000000"/>
                  </a:solidFill>
                  <a:latin typeface="Arial"/>
                  <a:ea typeface="Arial"/>
                  <a:cs typeface="Arial"/>
                </a:defRPr>
              </a:lvl1pPr>
              <a:lvl2pPr algn="ctr">
                <a:defRPr sz="1538" b="1">
                  <a:solidFill>
                    <a:srgbClr val="000000"/>
                  </a:solidFill>
                  <a:latin typeface="Arial"/>
                  <a:ea typeface="Arial"/>
                  <a:cs typeface="Arial"/>
                </a:defRPr>
              </a:lvl2pPr>
              <a:lvl3pPr algn="ctr">
                <a:defRPr sz="1538" b="1">
                  <a:solidFill>
                    <a:srgbClr val="000000"/>
                  </a:solidFill>
                  <a:latin typeface="Arial"/>
                  <a:ea typeface="Arial"/>
                  <a:cs typeface="Arial"/>
                </a:defRPr>
              </a:lvl3pPr>
              <a:lvl4pPr algn="ctr">
                <a:defRPr sz="1538" b="1">
                  <a:solidFill>
                    <a:srgbClr val="000000"/>
                  </a:solidFill>
                  <a:latin typeface="Arial"/>
                  <a:ea typeface="Arial"/>
                  <a:cs typeface="Arial"/>
                </a:defRPr>
              </a:lvl4pPr>
              <a:lvl5pPr algn="ctr">
                <a:defRPr sz="1538" b="1">
                  <a:solidFill>
                    <a:srgbClr val="000000"/>
                  </a:solidFill>
                  <a:latin typeface="Arial"/>
                  <a:ea typeface="Arial"/>
                  <a:cs typeface="Arial"/>
                </a:defRPr>
              </a:lvl5pPr>
              <a:lvl6pPr algn="ctr">
                <a:defRPr sz="1538" b="1">
                  <a:solidFill>
                    <a:srgbClr val="000000"/>
                  </a:solidFill>
                  <a:latin typeface="Arial"/>
                  <a:ea typeface="Arial"/>
                  <a:cs typeface="Arial"/>
                </a:defRPr>
              </a:lvl6pPr>
              <a:lvl7pPr algn="ctr">
                <a:defRPr sz="1538" b="1">
                  <a:solidFill>
                    <a:srgbClr val="000000"/>
                  </a:solidFill>
                  <a:latin typeface="Arial"/>
                  <a:ea typeface="Arial"/>
                  <a:cs typeface="Arial"/>
                </a:defRPr>
              </a:lvl7pPr>
              <a:lvl8pPr algn="ctr">
                <a:defRPr sz="1538" b="1">
                  <a:solidFill>
                    <a:srgbClr val="000000"/>
                  </a:solidFill>
                  <a:latin typeface="Arial"/>
                  <a:ea typeface="Arial"/>
                  <a:cs typeface="Arial"/>
                </a:defRPr>
              </a:lvl8pPr>
              <a:lvl9pPr algn="ctr">
                <a:defRPr sz="1538" b="1">
                  <a:solidFill>
                    <a:srgbClr val="000000"/>
                  </a:solidFill>
                  <a:latin typeface="Arial"/>
                  <a:ea typeface="Arial"/>
                  <a:cs typeface="Arial"/>
                </a:defRPr>
              </a:lvl9pPr>
            </a:lstStyle>
            <a:p>
              <a:pPr algn="ctr">
                <a:defRPr sz="1538" b="1">
                  <a:solidFill>
                    <a:srgbClr val="000000"/>
                  </a:solidFill>
                  <a:latin typeface="Arial"/>
                  <a:ea typeface="Arial"/>
                  <a:cs typeface="Arial"/>
                </a:defRPr>
              </a:pPr>
              <a:r>
                <a:rPr sz="1538" b="1">
                  <a:solidFill>
                    <a:srgbClr val="000000"/>
                  </a:solidFill>
                  <a:latin typeface="Arial"/>
                  <a:ea typeface="Arial"/>
                  <a:cs typeface="Arial"/>
                </a:rPr>
                <a:t>C</a:t>
              </a:r>
            </a:p>
          </p:txBody>
        </p:sp>
        <p:sp>
          <p:nvSpPr>
            <p:cNvPr id="33" name="C exact d coordinate t0">
              <a:extLst>
                <a:ext uri="{FF2B5EF4-FFF2-40B4-BE49-F238E27FC236}">
                  <ns2:creationId id="{F0975929-2632-4B23-B85F-2243E4720C40}"/>
                </a:ext>
              </a:extLst>
            </p:cNvPr>
            <p:cNvSpPr>
              <a:spLocks noGrp="1"/>
            </p:cNvSpPr>
            <p:nvPr/>
          </p:nvSpPr>
          <p:spPr>
            <a:xfrm>
              <a:off x="1654175" y="2790825"/>
              <a:ext cx="438150" cy="219075"/>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100</a:t>
              </a:r>
            </a:p>
          </p:txBody>
        </p:sp>
        <p:sp>
          <p:nvSpPr>
            <p:cNvPr id="34" name="t = 12">
              <a:extLst>
                <a:ext uri="{FF2B5EF4-FFF2-40B4-BE49-F238E27FC236}">
                  <ns2:creationId id="{07BE5C58-A73C-482C-9F26-0872A8FEAB40}"/>
                </a:ext>
              </a:extLst>
            </p:cNvPr>
            <p:cNvSpPr>
              <a:spLocks noGrp="1"/>
            </p:cNvSpPr>
            <p:nvPr/>
          </p:nvSpPr>
          <p:spPr>
            <a:xfrm>
              <a:off x="2390775" y="285750"/>
              <a:ext cx="1733550" cy="238125"/>
            </a:xfrm>
            <a:prstGeom prst="rect">
              <a:avLst/>
            </a:prstGeom>
            <a:noFill/>
            <a:ln w="0">
              <a:noFill/>
            </a:ln>
          </p:spPr>
          <p:txBody>
            <a:bodyPr wrap="none" lIns="0" tIns="0" rIns="0" bIns="0" anchor="ctr">
              <a:noAutofit/>
            </a:bodyPr>
            <a:lstStyle>
              <a:defPPr algn="ctr">
                <a:defRPr sz="1538" b="1">
                  <a:solidFill>
                    <a:srgbClr val="000000"/>
                  </a:solidFill>
                  <a:latin typeface="Arial"/>
                  <a:ea typeface="Arial"/>
                  <a:cs typeface="Arial"/>
                </a:defRPr>
              </a:defPPr>
              <a:lvl1pPr algn="ctr">
                <a:defRPr sz="1538" b="1">
                  <a:solidFill>
                    <a:srgbClr val="000000"/>
                  </a:solidFill>
                  <a:latin typeface="Arial"/>
                  <a:ea typeface="Arial"/>
                  <a:cs typeface="Arial"/>
                </a:defRPr>
              </a:lvl1pPr>
              <a:lvl2pPr algn="ctr">
                <a:defRPr sz="1538" b="1">
                  <a:solidFill>
                    <a:srgbClr val="000000"/>
                  </a:solidFill>
                  <a:latin typeface="Arial"/>
                  <a:ea typeface="Arial"/>
                  <a:cs typeface="Arial"/>
                </a:defRPr>
              </a:lvl2pPr>
              <a:lvl3pPr algn="ctr">
                <a:defRPr sz="1538" b="1">
                  <a:solidFill>
                    <a:srgbClr val="000000"/>
                  </a:solidFill>
                  <a:latin typeface="Arial"/>
                  <a:ea typeface="Arial"/>
                  <a:cs typeface="Arial"/>
                </a:defRPr>
              </a:lvl3pPr>
              <a:lvl4pPr algn="ctr">
                <a:defRPr sz="1538" b="1">
                  <a:solidFill>
                    <a:srgbClr val="000000"/>
                  </a:solidFill>
                  <a:latin typeface="Arial"/>
                  <a:ea typeface="Arial"/>
                  <a:cs typeface="Arial"/>
                </a:defRPr>
              </a:lvl4pPr>
              <a:lvl5pPr algn="ctr">
                <a:defRPr sz="1538" b="1">
                  <a:solidFill>
                    <a:srgbClr val="000000"/>
                  </a:solidFill>
                  <a:latin typeface="Arial"/>
                  <a:ea typeface="Arial"/>
                  <a:cs typeface="Arial"/>
                </a:defRPr>
              </a:lvl5pPr>
              <a:lvl6pPr algn="ctr">
                <a:defRPr sz="1538" b="1">
                  <a:solidFill>
                    <a:srgbClr val="000000"/>
                  </a:solidFill>
                  <a:latin typeface="Arial"/>
                  <a:ea typeface="Arial"/>
                  <a:cs typeface="Arial"/>
                </a:defRPr>
              </a:lvl6pPr>
              <a:lvl7pPr algn="ctr">
                <a:defRPr sz="1538" b="1">
                  <a:solidFill>
                    <a:srgbClr val="000000"/>
                  </a:solidFill>
                  <a:latin typeface="Arial"/>
                  <a:ea typeface="Arial"/>
                  <a:cs typeface="Arial"/>
                </a:defRPr>
              </a:lvl7pPr>
              <a:lvl8pPr algn="ctr">
                <a:defRPr sz="1538" b="1">
                  <a:solidFill>
                    <a:srgbClr val="000000"/>
                  </a:solidFill>
                  <a:latin typeface="Arial"/>
                  <a:ea typeface="Arial"/>
                  <a:cs typeface="Arial"/>
                </a:defRPr>
              </a:lvl8pPr>
              <a:lvl9pPr algn="ctr">
                <a:defRPr sz="1538" b="1">
                  <a:solidFill>
                    <a:srgbClr val="000000"/>
                  </a:solidFill>
                  <a:latin typeface="Arial"/>
                  <a:ea typeface="Arial"/>
                  <a:cs typeface="Arial"/>
                </a:defRPr>
              </a:lvl9pPr>
            </a:lstStyle>
            <a:p>
              <a:pPr algn="ctr">
                <a:defRPr sz="1538" b="1">
                  <a:solidFill>
                    <a:srgbClr val="000000"/>
                  </a:solidFill>
                  <a:latin typeface="Arial"/>
                  <a:ea typeface="Arial"/>
                  <a:cs typeface="Arial"/>
                </a:defRPr>
              </a:pPr>
              <a:r>
                <a:rPr sz="1538" b="1">
                  <a:solidFill>
                    <a:srgbClr val="000000"/>
                  </a:solidFill>
                  <a:latin typeface="Arial"/>
                  <a:ea typeface="Arial"/>
                  <a:cs typeface="Arial"/>
                </a:rPr>
                <a:t>t = 12</a:t>
              </a:r>
            </a:p>
          </p:txBody>
        </p:sp>
        <p:pic>
          <p:nvPicPr>
            <p:cNvPr id="35" name="">
              <a:extLst>
                <a:ext uri="{FF2B5EF4-FFF2-40B4-BE49-F238E27FC236}">
                  <ns2:creationId id="{BE88F43E-644A-4E93-B5E4-7359A1297882}"/>
                </a:ext>
              </a:extLst>
            </p:cNvPr>
            <p:cNvPicPr>
              <a:picLocks noChangeAspect="1"/>
            </p:cNvPicPr>
            <p:nvPr/>
          </p:nvPicPr>
          <p:blipFill>
            <a:blip r:embed="R116cebab8c0b4f41"/>
            <a:stretch/>
          </p:blipFill>
          <p:spPr>
            <a:xfrm>
              <a:off x="2390775" y="552450"/>
              <a:ext cx="1733550" cy="1733550"/>
            </a:xfrm>
            <a:prstGeom prst="rect">
              <a:avLst/>
            </a:prstGeom>
          </p:spPr>
        </p:pic>
        <p:sp>
          <p:nvSpPr>
            <p:cNvPr id="36" name="Scientific domain frame">
              <a:extLst>
                <a:ext uri="{FF2B5EF4-FFF2-40B4-BE49-F238E27FC236}">
                  <ns2:creationId id="{39E43310-5F49-412E-BD65-5B899D2540C8}"/>
                </a:ext>
              </a:extLst>
            </p:cNvPr>
            <p:cNvSpPr>
              <a:spLocks noGrp="1"/>
            </p:cNvSpPr>
            <p:nvPr/>
          </p:nvSpPr>
          <p:spPr>
            <a:xfrm>
              <a:off x="2390775" y="552450"/>
              <a:ext cx="1733550" cy="1733550"/>
            </a:xfrm>
            <a:prstGeom prst="rect">
              <a:avLst/>
            </a:prstGeom>
            <a:noFill/>
            <a:ln w="7815">
              <a:solidFill>
                <a:srgbClr val="000000"/>
              </a:solidFill>
            </a:ln>
          </p:spPr>
        </p:sp>
        <p:sp>
          <p:nvSpPr>
            <p:cNvPr id="37" name="A source-to-d projection t12">
              <a:extLst>
                <a:ext uri="{FF2B5EF4-FFF2-40B4-BE49-F238E27FC236}">
                  <ns2:creationId id="{EBC67CD2-F96E-48E3-B263-613C64D12BEF}"/>
                </a:ext>
              </a:extLst>
            </p:cNvPr>
            <p:cNvSpPr>
              <a:spLocks noGrp="1"/>
            </p:cNvSpPr>
            <p:nvPr/>
          </p:nvSpPr>
          <p:spPr>
            <a:xfrm>
              <a:off x="2679700" y="2038985"/>
              <a:ext cx="95" cy="376555"/>
            </a:xfrm>
            <a:custGeom>
              <a:pathLst>
                <a:path w="95" h="490855">
                  <a:moveTo>
                    <a:pt x="0" y="0"/>
                  </a:moveTo>
                  <a:lnTo>
                    <a:pt x="0" y="490855"/>
                  </a:lnTo>
                </a:path>
              </a:pathLst>
            </a:custGeom>
            <a:noFill/>
            <a:ln w="12211">
              <a:solidFill>
                <a:srgbClr val="000000"/>
              </a:solidFill>
              <a:prstDash val="dash"/>
            </a:ln>
          </p:spPr>
        </p:sp>
        <p:sp>
          <p:nvSpPr>
            <p:cNvPr id="38" name="B source-to-d projection t12">
              <a:extLst>
                <a:ext uri="{FF2B5EF4-FFF2-40B4-BE49-F238E27FC236}">
                  <ns2:creationId id="{F2086945-5787-462A-ABB5-BD02D4112D38}"/>
                </a:ext>
              </a:extLst>
            </p:cNvPr>
            <p:cNvSpPr>
              <a:spLocks noGrp="1"/>
            </p:cNvSpPr>
            <p:nvPr/>
          </p:nvSpPr>
          <p:spPr>
            <a:xfrm>
              <a:off x="3076972" y="1296749"/>
              <a:ext cx="95" cy="1102598"/>
            </a:xfrm>
            <a:custGeom>
              <a:pathLst>
                <a:path w="95" h="1216898">
                  <a:moveTo>
                    <a:pt x="0" y="0"/>
                  </a:moveTo>
                  <a:lnTo>
                    <a:pt x="0" y="1216898"/>
                  </a:lnTo>
                </a:path>
              </a:pathLst>
            </a:custGeom>
            <a:noFill/>
            <a:ln w="12211">
              <a:solidFill>
                <a:srgbClr val="000000"/>
              </a:solidFill>
              <a:prstDash val="dash"/>
            </a:ln>
          </p:spPr>
        </p:sp>
        <p:sp>
          <p:nvSpPr>
            <p:cNvPr id="39" name="C source-to-d projection t12">
              <a:extLst>
                <a:ext uri="{FF2B5EF4-FFF2-40B4-BE49-F238E27FC236}">
                  <ns2:creationId id="{2C16E77F-6BB3-4651-950A-2840F92E6AFA}"/>
                </a:ext>
              </a:extLst>
            </p:cNvPr>
            <p:cNvSpPr>
              <a:spLocks noGrp="1"/>
            </p:cNvSpPr>
            <p:nvPr/>
          </p:nvSpPr>
          <p:spPr>
            <a:xfrm>
              <a:off x="3835400" y="915670"/>
              <a:ext cx="95" cy="1467485"/>
            </a:xfrm>
            <a:custGeom>
              <a:pathLst>
                <a:path w="95" h="1581785">
                  <a:moveTo>
                    <a:pt x="0" y="0"/>
                  </a:moveTo>
                  <a:lnTo>
                    <a:pt x="0" y="1581785"/>
                  </a:lnTo>
                </a:path>
              </a:pathLst>
            </a:custGeom>
            <a:noFill/>
            <a:ln w="12211">
              <a:solidFill>
                <a:srgbClr val="000000"/>
              </a:solidFill>
              <a:prstDash val="dash"/>
            </a:ln>
          </p:spPr>
        </p:sp>
        <p:sp>
          <p:nvSpPr>
            <p:cNvPr id="40" name="A source identity marker t12">
              <a:extLst>
                <a:ext uri="{FF2B5EF4-FFF2-40B4-BE49-F238E27FC236}">
                  <ns2:creationId id="{E8D90E5E-D389-45EE-B85E-AFC974D78E85}"/>
                </a:ext>
              </a:extLst>
            </p:cNvPr>
            <p:cNvSpPr>
              <a:spLocks noGrp="1"/>
            </p:cNvSpPr>
            <p:nvPr/>
          </p:nvSpPr>
          <p:spPr>
            <a:xfrm>
              <a:off x="2637790" y="1955165"/>
              <a:ext cx="83820" cy="83820"/>
            </a:xfrm>
            <a:prstGeom prst="ellipse">
              <a:avLst/>
            </a:prstGeom>
            <a:noFill/>
            <a:ln w="19538">
              <a:solidFill>
                <a:srgbClr val="ECE51B"/>
              </a:solidFill>
            </a:ln>
          </p:spPr>
        </p:sp>
        <p:sp>
          <p:nvSpPr>
            <p:cNvPr id="41" name="A black source label t12">
              <a:extLst>
                <a:ext uri="{FF2B5EF4-FFF2-40B4-BE49-F238E27FC236}">
                  <ns2:creationId id="{906FDFDD-B508-476C-B349-F3159BF14C99}"/>
                </a:ext>
              </a:extLst>
            </p:cNvPr>
            <p:cNvSpPr>
              <a:spLocks noGrp="1"/>
            </p:cNvSpPr>
            <p:nvPr/>
          </p:nvSpPr>
          <p:spPr>
            <a:xfrm>
              <a:off x="2774950" y="1749425"/>
              <a:ext cx="257175" cy="238125"/>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A</a:t>
              </a:r>
            </a:p>
          </p:txBody>
        </p:sp>
        <p:sp>
          <p:nvSpPr>
            <p:cNvPr id="42" name="B source identity marker t12">
              <a:extLst>
                <a:ext uri="{FF2B5EF4-FFF2-40B4-BE49-F238E27FC236}">
                  <ns2:creationId id="{85324FDB-C2E3-41CC-9CC5-038BAA57AD49}"/>
                </a:ext>
              </a:extLst>
            </p:cNvPr>
            <p:cNvSpPr>
              <a:spLocks noGrp="1"/>
            </p:cNvSpPr>
            <p:nvPr/>
          </p:nvSpPr>
          <p:spPr>
            <a:xfrm>
              <a:off x="3018869" y="1180544"/>
              <a:ext cx="116205" cy="116205"/>
            </a:xfrm>
            <a:prstGeom prst="ellipse">
              <a:avLst/>
            </a:prstGeom>
            <a:noFill/>
            <a:ln w="19538">
              <a:solidFill>
                <a:srgbClr val="FDE725"/>
              </a:solidFill>
            </a:ln>
          </p:spPr>
        </p:sp>
        <p:sp>
          <p:nvSpPr>
            <p:cNvPr id="43" name="B black source label t12">
              <a:extLst>
                <a:ext uri="{FF2B5EF4-FFF2-40B4-BE49-F238E27FC236}">
                  <ns2:creationId id="{5ED387FF-05E8-4F3F-9FD3-8919C29E07F9}"/>
                </a:ext>
              </a:extLst>
            </p:cNvPr>
            <p:cNvSpPr>
              <a:spLocks noGrp="1"/>
            </p:cNvSpPr>
            <p:nvPr/>
          </p:nvSpPr>
          <p:spPr>
            <a:xfrm>
              <a:off x="3172222" y="990997"/>
              <a:ext cx="257175" cy="238125"/>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B</a:t>
              </a:r>
            </a:p>
          </p:txBody>
        </p:sp>
        <p:sp>
          <p:nvSpPr>
            <p:cNvPr id="44" name="C source identity marker t12">
              <a:extLst>
                <a:ext uri="{FF2B5EF4-FFF2-40B4-BE49-F238E27FC236}">
                  <ns2:creationId id="{EBEAA5E9-B85A-44DE-913A-1A80DE047EF8}"/>
                </a:ext>
              </a:extLst>
            </p:cNvPr>
            <p:cNvSpPr>
              <a:spLocks noGrp="1"/>
            </p:cNvSpPr>
            <p:nvPr/>
          </p:nvSpPr>
          <p:spPr>
            <a:xfrm>
              <a:off x="3761105" y="767080"/>
              <a:ext cx="148590" cy="148590"/>
            </a:xfrm>
            <a:prstGeom prst="ellipse">
              <a:avLst/>
            </a:prstGeom>
            <a:noFill/>
            <a:ln w="19538">
              <a:solidFill>
                <a:srgbClr val="D9E219"/>
              </a:solidFill>
            </a:ln>
          </p:spPr>
        </p:sp>
        <p:sp>
          <p:nvSpPr>
            <p:cNvPr id="45" name="C black source label t12">
              <a:extLst>
                <a:ext uri="{FF2B5EF4-FFF2-40B4-BE49-F238E27FC236}">
                  <ns2:creationId id="{D4AD5297-4191-4078-901D-80F625182B2D}"/>
                </a:ext>
              </a:extLst>
            </p:cNvPr>
            <p:cNvSpPr>
              <a:spLocks noGrp="1"/>
            </p:cNvSpPr>
            <p:nvPr/>
          </p:nvSpPr>
          <p:spPr>
            <a:xfrm>
              <a:off x="3930650" y="593725"/>
              <a:ext cx="257175" cy="238125"/>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C</a:t>
              </a:r>
            </a:p>
          </p:txBody>
        </p:sp>
        <p:sp>
          <p:nvSpPr>
            <p:cNvPr id="46" name="Scientific line">
              <a:extLst>
                <a:ext uri="{FF2B5EF4-FFF2-40B4-BE49-F238E27FC236}">
                  <ns2:creationId id="{95481501-CF8C-42FC-AD58-5371AD5AC99F}"/>
                </a:ext>
              </a:extLst>
            </p:cNvPr>
            <p:cNvSpPr>
              <a:spLocks noGrp="1"/>
            </p:cNvSpPr>
            <p:nvPr/>
          </p:nvSpPr>
          <p:spPr>
            <a:xfrm>
              <a:off x="2390775" y="2457450"/>
              <a:ext cx="1733550" cy="95"/>
            </a:xfrm>
            <a:custGeom>
              <a:pathLst>
                <a:path w="1733550" h="95">
                  <a:moveTo>
                    <a:pt x="0" y="0"/>
                  </a:moveTo>
                  <a:lnTo>
                    <a:pt x="1733550" y="0"/>
                  </a:lnTo>
                </a:path>
              </a:pathLst>
            </a:custGeom>
            <a:noFill/>
            <a:ln w="11723">
              <a:solidFill>
                <a:srgbClr val="000000"/>
              </a:solidFill>
              <a:prstDash val="solid"/>
            </a:ln>
          </p:spPr>
        </p:sp>
        <p:sp>
          <p:nvSpPr>
            <p:cNvPr id="47" name="Scientific line">
              <a:extLst>
                <a:ext uri="{FF2B5EF4-FFF2-40B4-BE49-F238E27FC236}">
                  <ns2:creationId id="{C54CA984-1048-4F95-970E-FB905DB0C13F}"/>
                </a:ext>
              </a:extLst>
            </p:cNvPr>
            <p:cNvSpPr>
              <a:spLocks noGrp="1"/>
            </p:cNvSpPr>
            <p:nvPr/>
          </p:nvSpPr>
          <p:spPr>
            <a:xfrm>
              <a:off x="4067175" y="2428875"/>
              <a:ext cx="57150" cy="28575"/>
            </a:xfrm>
            <a:custGeom>
              <a:pathLst>
                <a:path w="57150" h="28575">
                  <a:moveTo>
                    <a:pt x="0" y="0"/>
                  </a:moveTo>
                  <a:lnTo>
                    <a:pt x="57150" y="28575"/>
                  </a:lnTo>
                </a:path>
              </a:pathLst>
            </a:custGeom>
            <a:noFill/>
            <a:ln w="11723">
              <a:solidFill>
                <a:srgbClr val="000000"/>
              </a:solidFill>
              <a:prstDash val="solid"/>
            </a:ln>
          </p:spPr>
        </p:sp>
        <p:sp>
          <p:nvSpPr>
            <p:cNvPr id="48" name="Scientific line">
              <a:extLst>
                <a:ext uri="{FF2B5EF4-FFF2-40B4-BE49-F238E27FC236}">
                  <ns2:creationId id="{6E7D78D0-C180-457B-A91D-6E4B74785FAA}"/>
                </a:ext>
              </a:extLst>
            </p:cNvPr>
            <p:cNvSpPr>
              <a:spLocks noGrp="1"/>
            </p:cNvSpPr>
            <p:nvPr/>
          </p:nvSpPr>
          <p:spPr>
            <a:xfrm>
              <a:off x="4067175" y="2457450"/>
              <a:ext cx="57150" cy="28575"/>
            </a:xfrm>
            <a:custGeom>
              <a:pathLst>
                <a:path w="57150" h="28575">
                  <a:moveTo>
                    <a:pt x="0" y="28575"/>
                  </a:moveTo>
                  <a:lnTo>
                    <a:pt x="57150" y="0"/>
                  </a:lnTo>
                </a:path>
              </a:pathLst>
            </a:custGeom>
            <a:noFill/>
            <a:ln w="11723">
              <a:solidFill>
                <a:srgbClr val="000000"/>
              </a:solidFill>
              <a:prstDash val="solid"/>
            </a:ln>
          </p:spPr>
        </p:sp>
        <p:sp>
          <p:nvSpPr>
            <p:cNvPr id="49" name="A matching d-axis marker t12">
              <a:extLst>
                <a:ext uri="{FF2B5EF4-FFF2-40B4-BE49-F238E27FC236}">
                  <ns2:creationId id="{DDC6D0AD-AFC6-4945-8B27-C25F4895893E}"/>
                </a:ext>
              </a:extLst>
            </p:cNvPr>
            <p:cNvSpPr>
              <a:spLocks noGrp="1"/>
            </p:cNvSpPr>
            <p:nvPr/>
          </p:nvSpPr>
          <p:spPr>
            <a:xfrm>
              <a:off x="2637790" y="2415540"/>
              <a:ext cx="83820" cy="83820"/>
            </a:xfrm>
            <a:prstGeom prst="ellipse">
              <a:avLst/>
            </a:prstGeom>
            <a:solidFill>
              <a:srgbClr val="ECE51B"/>
            </a:solidFill>
            <a:ln w="19538">
              <a:solidFill>
                <a:srgbClr val="ECE51B"/>
              </a:solidFill>
            </a:ln>
          </p:spPr>
        </p:sp>
        <p:sp>
          <p:nvSpPr>
            <p:cNvPr id="50" name="A">
              <a:extLst>
                <a:ext uri="{FF2B5EF4-FFF2-40B4-BE49-F238E27FC236}">
                  <ns2:creationId id="{4DF4DB4E-1BD6-48C1-BEB5-D03990C1C59F}"/>
                </a:ext>
              </a:extLst>
            </p:cNvPr>
            <p:cNvSpPr>
              <a:spLocks noGrp="1"/>
            </p:cNvSpPr>
            <p:nvPr/>
          </p:nvSpPr>
          <p:spPr>
            <a:xfrm>
              <a:off x="2546350" y="2562225"/>
              <a:ext cx="266700" cy="228600"/>
            </a:xfrm>
            <a:prstGeom prst="rect">
              <a:avLst/>
            </a:prstGeom>
            <a:noFill/>
            <a:ln w="0">
              <a:noFill/>
            </a:ln>
          </p:spPr>
          <p:txBody>
            <a:bodyPr wrap="none" lIns="0" tIns="0" rIns="0" bIns="0" anchor="ctr">
              <a:noAutofit/>
            </a:bodyPr>
            <a:lstStyle>
              <a:defPPr algn="ctr">
                <a:defRPr sz="1538" b="1">
                  <a:solidFill>
                    <a:srgbClr val="000000"/>
                  </a:solidFill>
                  <a:latin typeface="Arial"/>
                  <a:ea typeface="Arial"/>
                  <a:cs typeface="Arial"/>
                </a:defRPr>
              </a:defPPr>
              <a:lvl1pPr algn="ctr">
                <a:defRPr sz="1538" b="1">
                  <a:solidFill>
                    <a:srgbClr val="000000"/>
                  </a:solidFill>
                  <a:latin typeface="Arial"/>
                  <a:ea typeface="Arial"/>
                  <a:cs typeface="Arial"/>
                </a:defRPr>
              </a:lvl1pPr>
              <a:lvl2pPr algn="ctr">
                <a:defRPr sz="1538" b="1">
                  <a:solidFill>
                    <a:srgbClr val="000000"/>
                  </a:solidFill>
                  <a:latin typeface="Arial"/>
                  <a:ea typeface="Arial"/>
                  <a:cs typeface="Arial"/>
                </a:defRPr>
              </a:lvl2pPr>
              <a:lvl3pPr algn="ctr">
                <a:defRPr sz="1538" b="1">
                  <a:solidFill>
                    <a:srgbClr val="000000"/>
                  </a:solidFill>
                  <a:latin typeface="Arial"/>
                  <a:ea typeface="Arial"/>
                  <a:cs typeface="Arial"/>
                </a:defRPr>
              </a:lvl3pPr>
              <a:lvl4pPr algn="ctr">
                <a:defRPr sz="1538" b="1">
                  <a:solidFill>
                    <a:srgbClr val="000000"/>
                  </a:solidFill>
                  <a:latin typeface="Arial"/>
                  <a:ea typeface="Arial"/>
                  <a:cs typeface="Arial"/>
                </a:defRPr>
              </a:lvl4pPr>
              <a:lvl5pPr algn="ctr">
                <a:defRPr sz="1538" b="1">
                  <a:solidFill>
                    <a:srgbClr val="000000"/>
                  </a:solidFill>
                  <a:latin typeface="Arial"/>
                  <a:ea typeface="Arial"/>
                  <a:cs typeface="Arial"/>
                </a:defRPr>
              </a:lvl5pPr>
              <a:lvl6pPr algn="ctr">
                <a:defRPr sz="1538" b="1">
                  <a:solidFill>
                    <a:srgbClr val="000000"/>
                  </a:solidFill>
                  <a:latin typeface="Arial"/>
                  <a:ea typeface="Arial"/>
                  <a:cs typeface="Arial"/>
                </a:defRPr>
              </a:lvl6pPr>
              <a:lvl7pPr algn="ctr">
                <a:defRPr sz="1538" b="1">
                  <a:solidFill>
                    <a:srgbClr val="000000"/>
                  </a:solidFill>
                  <a:latin typeface="Arial"/>
                  <a:ea typeface="Arial"/>
                  <a:cs typeface="Arial"/>
                </a:defRPr>
              </a:lvl7pPr>
              <a:lvl8pPr algn="ctr">
                <a:defRPr sz="1538" b="1">
                  <a:solidFill>
                    <a:srgbClr val="000000"/>
                  </a:solidFill>
                  <a:latin typeface="Arial"/>
                  <a:ea typeface="Arial"/>
                  <a:cs typeface="Arial"/>
                </a:defRPr>
              </a:lvl8pPr>
              <a:lvl9pPr algn="ctr">
                <a:defRPr sz="1538" b="1">
                  <a:solidFill>
                    <a:srgbClr val="000000"/>
                  </a:solidFill>
                  <a:latin typeface="Arial"/>
                  <a:ea typeface="Arial"/>
                  <a:cs typeface="Arial"/>
                </a:defRPr>
              </a:lvl9pPr>
            </a:lstStyle>
            <a:p>
              <a:pPr algn="ctr">
                <a:defRPr sz="1538" b="1">
                  <a:solidFill>
                    <a:srgbClr val="000000"/>
                  </a:solidFill>
                  <a:latin typeface="Arial"/>
                  <a:ea typeface="Arial"/>
                  <a:cs typeface="Arial"/>
                </a:defRPr>
              </a:pPr>
              <a:r>
                <a:rPr sz="1538" b="1">
                  <a:solidFill>
                    <a:srgbClr val="000000"/>
                  </a:solidFill>
                  <a:latin typeface="Arial"/>
                  <a:ea typeface="Arial"/>
                  <a:cs typeface="Arial"/>
                </a:rPr>
                <a:t>A</a:t>
              </a:r>
            </a:p>
          </p:txBody>
        </p:sp>
        <p:sp>
          <p:nvSpPr>
            <p:cNvPr id="51" name="A exact d coordinate t12">
              <a:extLst>
                <a:ext uri="{FF2B5EF4-FFF2-40B4-BE49-F238E27FC236}">
                  <ns2:creationId id="{B59126B6-28EC-4575-AE64-B28DC2B1395F}"/>
                </a:ext>
              </a:extLst>
            </p:cNvPr>
            <p:cNvSpPr>
              <a:spLocks noGrp="1"/>
            </p:cNvSpPr>
            <p:nvPr/>
          </p:nvSpPr>
          <p:spPr>
            <a:xfrm>
              <a:off x="2460625" y="2790825"/>
              <a:ext cx="438150" cy="219075"/>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20</a:t>
              </a:r>
            </a:p>
          </p:txBody>
        </p:sp>
        <p:sp>
          <p:nvSpPr>
            <p:cNvPr id="52" name="B matching d-axis marker t12">
              <a:extLst>
                <a:ext uri="{FF2B5EF4-FFF2-40B4-BE49-F238E27FC236}">
                  <ns2:creationId id="{7620C5CB-4065-4DF6-87CE-4A6E29E32EB6}"/>
                </a:ext>
              </a:extLst>
            </p:cNvPr>
            <p:cNvSpPr>
              <a:spLocks noGrp="1"/>
            </p:cNvSpPr>
            <p:nvPr/>
          </p:nvSpPr>
          <p:spPr>
            <a:xfrm>
              <a:off x="3018869" y="2399348"/>
              <a:ext cx="116205" cy="116205"/>
            </a:xfrm>
            <a:prstGeom prst="ellipse">
              <a:avLst/>
            </a:prstGeom>
            <a:solidFill>
              <a:srgbClr val="FDE725"/>
            </a:solidFill>
            <a:ln w="19538">
              <a:solidFill>
                <a:srgbClr val="FDE725"/>
              </a:solidFill>
            </a:ln>
          </p:spPr>
        </p:sp>
        <p:sp>
          <p:nvSpPr>
            <p:cNvPr id="53" name="B">
              <a:extLst>
                <a:ext uri="{FF2B5EF4-FFF2-40B4-BE49-F238E27FC236}">
                  <ns2:creationId id="{FA7B9963-3882-40C8-83CC-EF9A3FEFA817}"/>
                </a:ext>
              </a:extLst>
            </p:cNvPr>
            <p:cNvSpPr>
              <a:spLocks noGrp="1"/>
            </p:cNvSpPr>
            <p:nvPr/>
          </p:nvSpPr>
          <p:spPr>
            <a:xfrm>
              <a:off x="2943622" y="2562225"/>
              <a:ext cx="266700" cy="228600"/>
            </a:xfrm>
            <a:prstGeom prst="rect">
              <a:avLst/>
            </a:prstGeom>
            <a:noFill/>
            <a:ln w="0">
              <a:noFill/>
            </a:ln>
          </p:spPr>
          <p:txBody>
            <a:bodyPr wrap="none" lIns="0" tIns="0" rIns="0" bIns="0" anchor="ctr">
              <a:noAutofit/>
            </a:bodyPr>
            <a:lstStyle>
              <a:defPPr algn="ctr">
                <a:defRPr sz="1538" b="1">
                  <a:solidFill>
                    <a:srgbClr val="000000"/>
                  </a:solidFill>
                  <a:latin typeface="Arial"/>
                  <a:ea typeface="Arial"/>
                  <a:cs typeface="Arial"/>
                </a:defRPr>
              </a:defPPr>
              <a:lvl1pPr algn="ctr">
                <a:defRPr sz="1538" b="1">
                  <a:solidFill>
                    <a:srgbClr val="000000"/>
                  </a:solidFill>
                  <a:latin typeface="Arial"/>
                  <a:ea typeface="Arial"/>
                  <a:cs typeface="Arial"/>
                </a:defRPr>
              </a:lvl1pPr>
              <a:lvl2pPr algn="ctr">
                <a:defRPr sz="1538" b="1">
                  <a:solidFill>
                    <a:srgbClr val="000000"/>
                  </a:solidFill>
                  <a:latin typeface="Arial"/>
                  <a:ea typeface="Arial"/>
                  <a:cs typeface="Arial"/>
                </a:defRPr>
              </a:lvl2pPr>
              <a:lvl3pPr algn="ctr">
                <a:defRPr sz="1538" b="1">
                  <a:solidFill>
                    <a:srgbClr val="000000"/>
                  </a:solidFill>
                  <a:latin typeface="Arial"/>
                  <a:ea typeface="Arial"/>
                  <a:cs typeface="Arial"/>
                </a:defRPr>
              </a:lvl3pPr>
              <a:lvl4pPr algn="ctr">
                <a:defRPr sz="1538" b="1">
                  <a:solidFill>
                    <a:srgbClr val="000000"/>
                  </a:solidFill>
                  <a:latin typeface="Arial"/>
                  <a:ea typeface="Arial"/>
                  <a:cs typeface="Arial"/>
                </a:defRPr>
              </a:lvl4pPr>
              <a:lvl5pPr algn="ctr">
                <a:defRPr sz="1538" b="1">
                  <a:solidFill>
                    <a:srgbClr val="000000"/>
                  </a:solidFill>
                  <a:latin typeface="Arial"/>
                  <a:ea typeface="Arial"/>
                  <a:cs typeface="Arial"/>
                </a:defRPr>
              </a:lvl5pPr>
              <a:lvl6pPr algn="ctr">
                <a:defRPr sz="1538" b="1">
                  <a:solidFill>
                    <a:srgbClr val="000000"/>
                  </a:solidFill>
                  <a:latin typeface="Arial"/>
                  <a:ea typeface="Arial"/>
                  <a:cs typeface="Arial"/>
                </a:defRPr>
              </a:lvl6pPr>
              <a:lvl7pPr algn="ctr">
                <a:defRPr sz="1538" b="1">
                  <a:solidFill>
                    <a:srgbClr val="000000"/>
                  </a:solidFill>
                  <a:latin typeface="Arial"/>
                  <a:ea typeface="Arial"/>
                  <a:cs typeface="Arial"/>
                </a:defRPr>
              </a:lvl7pPr>
              <a:lvl8pPr algn="ctr">
                <a:defRPr sz="1538" b="1">
                  <a:solidFill>
                    <a:srgbClr val="000000"/>
                  </a:solidFill>
                  <a:latin typeface="Arial"/>
                  <a:ea typeface="Arial"/>
                  <a:cs typeface="Arial"/>
                </a:defRPr>
              </a:lvl8pPr>
              <a:lvl9pPr algn="ctr">
                <a:defRPr sz="1538" b="1">
                  <a:solidFill>
                    <a:srgbClr val="000000"/>
                  </a:solidFill>
                  <a:latin typeface="Arial"/>
                  <a:ea typeface="Arial"/>
                  <a:cs typeface="Arial"/>
                </a:defRPr>
              </a:lvl9pPr>
            </a:lstStyle>
            <a:p>
              <a:pPr algn="ctr">
                <a:defRPr sz="1538" b="1">
                  <a:solidFill>
                    <a:srgbClr val="000000"/>
                  </a:solidFill>
                  <a:latin typeface="Arial"/>
                  <a:ea typeface="Arial"/>
                  <a:cs typeface="Arial"/>
                </a:defRPr>
              </a:pPr>
              <a:r>
                <a:rPr sz="1538" b="1">
                  <a:solidFill>
                    <a:srgbClr val="000000"/>
                  </a:solidFill>
                  <a:latin typeface="Arial"/>
                  <a:ea typeface="Arial"/>
                  <a:cs typeface="Arial"/>
                </a:rPr>
                <a:t>B</a:t>
              </a:r>
            </a:p>
          </p:txBody>
        </p:sp>
        <p:sp>
          <p:nvSpPr>
            <p:cNvPr id="54" name="B exact d coordinate t12">
              <a:extLst>
                <a:ext uri="{FF2B5EF4-FFF2-40B4-BE49-F238E27FC236}">
                  <ns2:creationId id="{16DC8A7E-D4AC-4A64-82FC-5A586BE62A10}"/>
                </a:ext>
              </a:extLst>
            </p:cNvPr>
            <p:cNvSpPr>
              <a:spLocks noGrp="1"/>
            </p:cNvSpPr>
            <p:nvPr/>
          </p:nvSpPr>
          <p:spPr>
            <a:xfrm>
              <a:off x="2857897" y="2790825"/>
              <a:ext cx="438150" cy="219075"/>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47.5</a:t>
              </a:r>
            </a:p>
          </p:txBody>
        </p:sp>
        <p:sp>
          <p:nvSpPr>
            <p:cNvPr id="55" name="C matching d-axis marker t12">
              <a:extLst>
                <a:ext uri="{FF2B5EF4-FFF2-40B4-BE49-F238E27FC236}">
                  <ns2:creationId id="{A500D364-947D-41B9-9CCC-5BA5C2D1A7EE}"/>
                </a:ext>
              </a:extLst>
            </p:cNvPr>
            <p:cNvSpPr>
              <a:spLocks noGrp="1"/>
            </p:cNvSpPr>
            <p:nvPr/>
          </p:nvSpPr>
          <p:spPr>
            <a:xfrm>
              <a:off x="3761105" y="2383155"/>
              <a:ext cx="148590" cy="148590"/>
            </a:xfrm>
            <a:prstGeom prst="ellipse">
              <a:avLst/>
            </a:prstGeom>
            <a:solidFill>
              <a:srgbClr val="D9E219"/>
            </a:solidFill>
            <a:ln w="19538">
              <a:solidFill>
                <a:srgbClr val="D9E219"/>
              </a:solidFill>
            </a:ln>
          </p:spPr>
        </p:sp>
        <p:sp>
          <p:nvSpPr>
            <p:cNvPr id="56" name="C">
              <a:extLst>
                <a:ext uri="{FF2B5EF4-FFF2-40B4-BE49-F238E27FC236}">
                  <ns2:creationId id="{DD9A8F90-D671-4D87-A0D5-706890ECA373}"/>
                </a:ext>
              </a:extLst>
            </p:cNvPr>
            <p:cNvSpPr>
              <a:spLocks noGrp="1"/>
            </p:cNvSpPr>
            <p:nvPr/>
          </p:nvSpPr>
          <p:spPr>
            <a:xfrm>
              <a:off x="3702050" y="2562225"/>
              <a:ext cx="266700" cy="228600"/>
            </a:xfrm>
            <a:prstGeom prst="rect">
              <a:avLst/>
            </a:prstGeom>
            <a:noFill/>
            <a:ln w="0">
              <a:noFill/>
            </a:ln>
          </p:spPr>
          <p:txBody>
            <a:bodyPr wrap="none" lIns="0" tIns="0" rIns="0" bIns="0" anchor="ctr">
              <a:noAutofit/>
            </a:bodyPr>
            <a:lstStyle>
              <a:defPPr algn="ctr">
                <a:defRPr sz="1538" b="1">
                  <a:solidFill>
                    <a:srgbClr val="000000"/>
                  </a:solidFill>
                  <a:latin typeface="Arial"/>
                  <a:ea typeface="Arial"/>
                  <a:cs typeface="Arial"/>
                </a:defRPr>
              </a:defPPr>
              <a:lvl1pPr algn="ctr">
                <a:defRPr sz="1538" b="1">
                  <a:solidFill>
                    <a:srgbClr val="000000"/>
                  </a:solidFill>
                  <a:latin typeface="Arial"/>
                  <a:ea typeface="Arial"/>
                  <a:cs typeface="Arial"/>
                </a:defRPr>
              </a:lvl1pPr>
              <a:lvl2pPr algn="ctr">
                <a:defRPr sz="1538" b="1">
                  <a:solidFill>
                    <a:srgbClr val="000000"/>
                  </a:solidFill>
                  <a:latin typeface="Arial"/>
                  <a:ea typeface="Arial"/>
                  <a:cs typeface="Arial"/>
                </a:defRPr>
              </a:lvl2pPr>
              <a:lvl3pPr algn="ctr">
                <a:defRPr sz="1538" b="1">
                  <a:solidFill>
                    <a:srgbClr val="000000"/>
                  </a:solidFill>
                  <a:latin typeface="Arial"/>
                  <a:ea typeface="Arial"/>
                  <a:cs typeface="Arial"/>
                </a:defRPr>
              </a:lvl3pPr>
              <a:lvl4pPr algn="ctr">
                <a:defRPr sz="1538" b="1">
                  <a:solidFill>
                    <a:srgbClr val="000000"/>
                  </a:solidFill>
                  <a:latin typeface="Arial"/>
                  <a:ea typeface="Arial"/>
                  <a:cs typeface="Arial"/>
                </a:defRPr>
              </a:lvl4pPr>
              <a:lvl5pPr algn="ctr">
                <a:defRPr sz="1538" b="1">
                  <a:solidFill>
                    <a:srgbClr val="000000"/>
                  </a:solidFill>
                  <a:latin typeface="Arial"/>
                  <a:ea typeface="Arial"/>
                  <a:cs typeface="Arial"/>
                </a:defRPr>
              </a:lvl5pPr>
              <a:lvl6pPr algn="ctr">
                <a:defRPr sz="1538" b="1">
                  <a:solidFill>
                    <a:srgbClr val="000000"/>
                  </a:solidFill>
                  <a:latin typeface="Arial"/>
                  <a:ea typeface="Arial"/>
                  <a:cs typeface="Arial"/>
                </a:defRPr>
              </a:lvl6pPr>
              <a:lvl7pPr algn="ctr">
                <a:defRPr sz="1538" b="1">
                  <a:solidFill>
                    <a:srgbClr val="000000"/>
                  </a:solidFill>
                  <a:latin typeface="Arial"/>
                  <a:ea typeface="Arial"/>
                  <a:cs typeface="Arial"/>
                </a:defRPr>
              </a:lvl7pPr>
              <a:lvl8pPr algn="ctr">
                <a:defRPr sz="1538" b="1">
                  <a:solidFill>
                    <a:srgbClr val="000000"/>
                  </a:solidFill>
                  <a:latin typeface="Arial"/>
                  <a:ea typeface="Arial"/>
                  <a:cs typeface="Arial"/>
                </a:defRPr>
              </a:lvl8pPr>
              <a:lvl9pPr algn="ctr">
                <a:defRPr sz="1538" b="1">
                  <a:solidFill>
                    <a:srgbClr val="000000"/>
                  </a:solidFill>
                  <a:latin typeface="Arial"/>
                  <a:ea typeface="Arial"/>
                  <a:cs typeface="Arial"/>
                </a:defRPr>
              </a:lvl9pPr>
            </a:lstStyle>
            <a:p>
              <a:pPr algn="ctr">
                <a:defRPr sz="1538" b="1">
                  <a:solidFill>
                    <a:srgbClr val="000000"/>
                  </a:solidFill>
                  <a:latin typeface="Arial"/>
                  <a:ea typeface="Arial"/>
                  <a:cs typeface="Arial"/>
                </a:defRPr>
              </a:pPr>
              <a:r>
                <a:rPr sz="1538" b="1">
                  <a:solidFill>
                    <a:srgbClr val="000000"/>
                  </a:solidFill>
                  <a:latin typeface="Arial"/>
                  <a:ea typeface="Arial"/>
                  <a:cs typeface="Arial"/>
                </a:rPr>
                <a:t>C</a:t>
              </a:r>
            </a:p>
          </p:txBody>
        </p:sp>
        <p:sp>
          <p:nvSpPr>
            <p:cNvPr id="57" name="C exact d coordinate t12">
              <a:extLst>
                <a:ext uri="{FF2B5EF4-FFF2-40B4-BE49-F238E27FC236}">
                  <ns2:creationId id="{8A17F15E-6BF5-458C-BCB9-F09E4C470247}"/>
                </a:ext>
              </a:extLst>
            </p:cNvPr>
            <p:cNvSpPr>
              <a:spLocks noGrp="1"/>
            </p:cNvSpPr>
            <p:nvPr/>
          </p:nvSpPr>
          <p:spPr>
            <a:xfrm>
              <a:off x="3616325" y="2790825"/>
              <a:ext cx="438150" cy="219075"/>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100</a:t>
              </a:r>
            </a:p>
          </p:txBody>
        </p:sp>
        <p:sp>
          <p:nvSpPr>
            <p:cNvPr id="58" name="t = 25">
              <a:extLst>
                <a:ext uri="{FF2B5EF4-FFF2-40B4-BE49-F238E27FC236}">
                  <ns2:creationId id="{C0FFAA62-7CD2-4C7E-AA62-F5358CF10E3D}"/>
                </a:ext>
              </a:extLst>
            </p:cNvPr>
            <p:cNvSpPr>
              <a:spLocks noGrp="1"/>
            </p:cNvSpPr>
            <p:nvPr/>
          </p:nvSpPr>
          <p:spPr>
            <a:xfrm>
              <a:off x="4352925" y="285750"/>
              <a:ext cx="1733550" cy="238125"/>
            </a:xfrm>
            <a:prstGeom prst="rect">
              <a:avLst/>
            </a:prstGeom>
            <a:noFill/>
            <a:ln w="0">
              <a:noFill/>
            </a:ln>
          </p:spPr>
          <p:txBody>
            <a:bodyPr wrap="none" lIns="0" tIns="0" rIns="0" bIns="0" anchor="ctr">
              <a:noAutofit/>
            </a:bodyPr>
            <a:lstStyle>
              <a:defPPr algn="ctr">
                <a:defRPr sz="1538" b="1">
                  <a:solidFill>
                    <a:srgbClr val="000000"/>
                  </a:solidFill>
                  <a:latin typeface="Arial"/>
                  <a:ea typeface="Arial"/>
                  <a:cs typeface="Arial"/>
                </a:defRPr>
              </a:defPPr>
              <a:lvl1pPr algn="ctr">
                <a:defRPr sz="1538" b="1">
                  <a:solidFill>
                    <a:srgbClr val="000000"/>
                  </a:solidFill>
                  <a:latin typeface="Arial"/>
                  <a:ea typeface="Arial"/>
                  <a:cs typeface="Arial"/>
                </a:defRPr>
              </a:lvl1pPr>
              <a:lvl2pPr algn="ctr">
                <a:defRPr sz="1538" b="1">
                  <a:solidFill>
                    <a:srgbClr val="000000"/>
                  </a:solidFill>
                  <a:latin typeface="Arial"/>
                  <a:ea typeface="Arial"/>
                  <a:cs typeface="Arial"/>
                </a:defRPr>
              </a:lvl2pPr>
              <a:lvl3pPr algn="ctr">
                <a:defRPr sz="1538" b="1">
                  <a:solidFill>
                    <a:srgbClr val="000000"/>
                  </a:solidFill>
                  <a:latin typeface="Arial"/>
                  <a:ea typeface="Arial"/>
                  <a:cs typeface="Arial"/>
                </a:defRPr>
              </a:lvl3pPr>
              <a:lvl4pPr algn="ctr">
                <a:defRPr sz="1538" b="1">
                  <a:solidFill>
                    <a:srgbClr val="000000"/>
                  </a:solidFill>
                  <a:latin typeface="Arial"/>
                  <a:ea typeface="Arial"/>
                  <a:cs typeface="Arial"/>
                </a:defRPr>
              </a:lvl4pPr>
              <a:lvl5pPr algn="ctr">
                <a:defRPr sz="1538" b="1">
                  <a:solidFill>
                    <a:srgbClr val="000000"/>
                  </a:solidFill>
                  <a:latin typeface="Arial"/>
                  <a:ea typeface="Arial"/>
                  <a:cs typeface="Arial"/>
                </a:defRPr>
              </a:lvl5pPr>
              <a:lvl6pPr algn="ctr">
                <a:defRPr sz="1538" b="1">
                  <a:solidFill>
                    <a:srgbClr val="000000"/>
                  </a:solidFill>
                  <a:latin typeface="Arial"/>
                  <a:ea typeface="Arial"/>
                  <a:cs typeface="Arial"/>
                </a:defRPr>
              </a:lvl6pPr>
              <a:lvl7pPr algn="ctr">
                <a:defRPr sz="1538" b="1">
                  <a:solidFill>
                    <a:srgbClr val="000000"/>
                  </a:solidFill>
                  <a:latin typeface="Arial"/>
                  <a:ea typeface="Arial"/>
                  <a:cs typeface="Arial"/>
                </a:defRPr>
              </a:lvl7pPr>
              <a:lvl8pPr algn="ctr">
                <a:defRPr sz="1538" b="1">
                  <a:solidFill>
                    <a:srgbClr val="000000"/>
                  </a:solidFill>
                  <a:latin typeface="Arial"/>
                  <a:ea typeface="Arial"/>
                  <a:cs typeface="Arial"/>
                </a:defRPr>
              </a:lvl8pPr>
              <a:lvl9pPr algn="ctr">
                <a:defRPr sz="1538" b="1">
                  <a:solidFill>
                    <a:srgbClr val="000000"/>
                  </a:solidFill>
                  <a:latin typeface="Arial"/>
                  <a:ea typeface="Arial"/>
                  <a:cs typeface="Arial"/>
                </a:defRPr>
              </a:lvl9pPr>
            </a:lstStyle>
            <a:p>
              <a:pPr algn="ctr">
                <a:defRPr sz="1538" b="1">
                  <a:solidFill>
                    <a:srgbClr val="000000"/>
                  </a:solidFill>
                  <a:latin typeface="Arial"/>
                  <a:ea typeface="Arial"/>
                  <a:cs typeface="Arial"/>
                </a:defRPr>
              </a:pPr>
              <a:r>
                <a:rPr sz="1538" b="1">
                  <a:solidFill>
                    <a:srgbClr val="000000"/>
                  </a:solidFill>
                  <a:latin typeface="Arial"/>
                  <a:ea typeface="Arial"/>
                  <a:cs typeface="Arial"/>
                </a:rPr>
                <a:t>t = 25</a:t>
              </a:r>
            </a:p>
          </p:txBody>
        </p:sp>
        <p:pic>
          <p:nvPicPr>
            <p:cNvPr id="59" name="">
              <a:extLst>
                <a:ext uri="{FF2B5EF4-FFF2-40B4-BE49-F238E27FC236}">
                  <ns2:creationId id="{6B6DA6A1-CB07-4145-882A-A0D804157A29}"/>
                </a:ext>
              </a:extLst>
            </p:cNvPr>
            <p:cNvPicPr>
              <a:picLocks noChangeAspect="1"/>
            </p:cNvPicPr>
            <p:nvPr/>
          </p:nvPicPr>
          <p:blipFill>
            <a:blip r:embed="R0a2037ce2a8e4216"/>
            <a:stretch/>
          </p:blipFill>
          <p:spPr>
            <a:xfrm>
              <a:off x="4352925" y="552450"/>
              <a:ext cx="1733550" cy="1733550"/>
            </a:xfrm>
            <a:prstGeom prst="rect">
              <a:avLst/>
            </a:prstGeom>
          </p:spPr>
        </p:pic>
        <p:sp>
          <p:nvSpPr>
            <p:cNvPr id="60" name="Scientific domain frame">
              <a:extLst>
                <a:ext uri="{FF2B5EF4-FFF2-40B4-BE49-F238E27FC236}">
                  <ns2:creationId id="{3247CE8F-185B-4457-A29A-C782B155F2C3}"/>
                </a:ext>
              </a:extLst>
            </p:cNvPr>
            <p:cNvSpPr>
              <a:spLocks noGrp="1"/>
            </p:cNvSpPr>
            <p:nvPr/>
          </p:nvSpPr>
          <p:spPr>
            <a:xfrm>
              <a:off x="4352925" y="552450"/>
              <a:ext cx="1733550" cy="1733550"/>
            </a:xfrm>
            <a:prstGeom prst="rect">
              <a:avLst/>
            </a:prstGeom>
            <a:noFill/>
            <a:ln w="7815">
              <a:solidFill>
                <a:srgbClr val="000000"/>
              </a:solidFill>
            </a:ln>
          </p:spPr>
        </p:sp>
        <p:sp>
          <p:nvSpPr>
            <p:cNvPr id="61" name="A source-to-d projection t25">
              <a:extLst>
                <a:ext uri="{FF2B5EF4-FFF2-40B4-BE49-F238E27FC236}">
                  <ns2:creationId id="{24E12C18-1AEA-42C4-8360-5D30FDED12EE}"/>
                </a:ext>
              </a:extLst>
            </p:cNvPr>
            <p:cNvSpPr>
              <a:spLocks noGrp="1"/>
            </p:cNvSpPr>
            <p:nvPr/>
          </p:nvSpPr>
          <p:spPr>
            <a:xfrm>
              <a:off x="4641850" y="2038985"/>
              <a:ext cx="95" cy="376555"/>
            </a:xfrm>
            <a:custGeom>
              <a:pathLst>
                <a:path w="95" h="490855">
                  <a:moveTo>
                    <a:pt x="0" y="0"/>
                  </a:moveTo>
                  <a:lnTo>
                    <a:pt x="0" y="490855"/>
                  </a:lnTo>
                </a:path>
              </a:pathLst>
            </a:custGeom>
            <a:noFill/>
            <a:ln w="12211">
              <a:solidFill>
                <a:srgbClr val="000000"/>
              </a:solidFill>
              <a:prstDash val="dash"/>
            </a:ln>
          </p:spPr>
        </p:sp>
        <p:sp>
          <p:nvSpPr>
            <p:cNvPr id="62" name="B source-to-d projection t25">
              <a:extLst>
                <a:ext uri="{FF2B5EF4-FFF2-40B4-BE49-F238E27FC236}">
                  <ns2:creationId id="{26092C2F-B075-46C4-91D6-CE020C6A0CCE}"/>
                </a:ext>
              </a:extLst>
            </p:cNvPr>
            <p:cNvSpPr>
              <a:spLocks noGrp="1"/>
            </p:cNvSpPr>
            <p:nvPr/>
          </p:nvSpPr>
          <p:spPr>
            <a:xfrm>
              <a:off x="5161915" y="1419543"/>
              <a:ext cx="95" cy="979805"/>
            </a:xfrm>
            <a:custGeom>
              <a:pathLst>
                <a:path w="95" h="1094105">
                  <a:moveTo>
                    <a:pt x="0" y="0"/>
                  </a:moveTo>
                  <a:lnTo>
                    <a:pt x="0" y="1094105"/>
                  </a:lnTo>
                </a:path>
              </a:pathLst>
            </a:custGeom>
            <a:noFill/>
            <a:ln w="12211">
              <a:solidFill>
                <a:srgbClr val="000000"/>
              </a:solidFill>
              <a:prstDash val="dash"/>
            </a:ln>
          </p:spPr>
        </p:sp>
        <p:sp>
          <p:nvSpPr>
            <p:cNvPr id="63" name="C source-to-d projection t25">
              <a:extLst>
                <a:ext uri="{FF2B5EF4-FFF2-40B4-BE49-F238E27FC236}">
                  <ns2:creationId id="{56CD667A-A20C-433C-972F-13FDC83BC859}"/>
                </a:ext>
              </a:extLst>
            </p:cNvPr>
            <p:cNvSpPr>
              <a:spLocks noGrp="1"/>
            </p:cNvSpPr>
            <p:nvPr/>
          </p:nvSpPr>
          <p:spPr>
            <a:xfrm>
              <a:off x="5797550" y="915670"/>
              <a:ext cx="95" cy="1467485"/>
            </a:xfrm>
            <a:custGeom>
              <a:pathLst>
                <a:path w="95" h="1581785">
                  <a:moveTo>
                    <a:pt x="0" y="0"/>
                  </a:moveTo>
                  <a:lnTo>
                    <a:pt x="0" y="1581785"/>
                  </a:lnTo>
                </a:path>
              </a:pathLst>
            </a:custGeom>
            <a:noFill/>
            <a:ln w="12211">
              <a:solidFill>
                <a:srgbClr val="000000"/>
              </a:solidFill>
              <a:prstDash val="dash"/>
            </a:ln>
          </p:spPr>
        </p:sp>
        <p:sp>
          <p:nvSpPr>
            <p:cNvPr id="64" name="A source identity marker t25">
              <a:extLst>
                <a:ext uri="{FF2B5EF4-FFF2-40B4-BE49-F238E27FC236}">
                  <ns2:creationId id="{3DFD2DE1-F014-487E-9AE5-A30C2FC4C48D}"/>
                </a:ext>
              </a:extLst>
            </p:cNvPr>
            <p:cNvSpPr>
              <a:spLocks noGrp="1"/>
            </p:cNvSpPr>
            <p:nvPr/>
          </p:nvSpPr>
          <p:spPr>
            <a:xfrm>
              <a:off x="4599940" y="1955165"/>
              <a:ext cx="83820" cy="83820"/>
            </a:xfrm>
            <a:prstGeom prst="ellipse">
              <a:avLst/>
            </a:prstGeom>
            <a:noFill/>
            <a:ln w="19538">
              <a:solidFill>
                <a:srgbClr val="ECE51B"/>
              </a:solidFill>
            </a:ln>
          </p:spPr>
        </p:sp>
        <p:sp>
          <p:nvSpPr>
            <p:cNvPr id="65" name="A black source label t25">
              <a:extLst>
                <a:ext uri="{FF2B5EF4-FFF2-40B4-BE49-F238E27FC236}">
                  <ns2:creationId id="{C0669B35-FF11-4B7C-B457-A0498C877D24}"/>
                </a:ext>
              </a:extLst>
            </p:cNvPr>
            <p:cNvSpPr>
              <a:spLocks noGrp="1"/>
            </p:cNvSpPr>
            <p:nvPr/>
          </p:nvSpPr>
          <p:spPr>
            <a:xfrm>
              <a:off x="4737100" y="1749425"/>
              <a:ext cx="257175" cy="238125"/>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A</a:t>
              </a:r>
            </a:p>
          </p:txBody>
        </p:sp>
        <p:sp>
          <p:nvSpPr>
            <p:cNvPr id="66" name="B source identity marker t25">
              <a:extLst>
                <a:ext uri="{FF2B5EF4-FFF2-40B4-BE49-F238E27FC236}">
                  <ns2:creationId id="{EEAE0B9B-12F9-41E4-8753-DD684840D75F}"/>
                </a:ext>
              </a:extLst>
            </p:cNvPr>
            <p:cNvSpPr>
              <a:spLocks noGrp="1"/>
            </p:cNvSpPr>
            <p:nvPr/>
          </p:nvSpPr>
          <p:spPr>
            <a:xfrm>
              <a:off x="5103813" y="1303338"/>
              <a:ext cx="116205" cy="116205"/>
            </a:xfrm>
            <a:prstGeom prst="ellipse">
              <a:avLst/>
            </a:prstGeom>
            <a:noFill/>
            <a:ln w="19538">
              <a:solidFill>
                <a:srgbClr val="FDE725"/>
              </a:solidFill>
            </a:ln>
          </p:spPr>
        </p:sp>
        <p:sp>
          <p:nvSpPr>
            <p:cNvPr id="67" name="B black source label t25">
              <a:extLst>
                <a:ext uri="{FF2B5EF4-FFF2-40B4-BE49-F238E27FC236}">
                  <ns2:creationId id="{B963B77F-6B8B-40F5-B201-1946C6411EFA}"/>
                </a:ext>
              </a:extLst>
            </p:cNvPr>
            <p:cNvSpPr>
              <a:spLocks noGrp="1"/>
            </p:cNvSpPr>
            <p:nvPr/>
          </p:nvSpPr>
          <p:spPr>
            <a:xfrm>
              <a:off x="5257165" y="1113790"/>
              <a:ext cx="257175" cy="238125"/>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B</a:t>
              </a:r>
            </a:p>
          </p:txBody>
        </p:sp>
        <p:sp>
          <p:nvSpPr>
            <p:cNvPr id="68" name="C source identity marker t25">
              <a:extLst>
                <a:ext uri="{FF2B5EF4-FFF2-40B4-BE49-F238E27FC236}">
                  <ns2:creationId id="{665F310D-E1B7-4495-89DF-271E69C6AA43}"/>
                </a:ext>
              </a:extLst>
            </p:cNvPr>
            <p:cNvSpPr>
              <a:spLocks noGrp="1"/>
            </p:cNvSpPr>
            <p:nvPr/>
          </p:nvSpPr>
          <p:spPr>
            <a:xfrm>
              <a:off x="5723255" y="767080"/>
              <a:ext cx="148590" cy="148590"/>
            </a:xfrm>
            <a:prstGeom prst="ellipse">
              <a:avLst/>
            </a:prstGeom>
            <a:noFill/>
            <a:ln w="19538">
              <a:solidFill>
                <a:srgbClr val="D9E219"/>
              </a:solidFill>
            </a:ln>
          </p:spPr>
        </p:sp>
        <p:sp>
          <p:nvSpPr>
            <p:cNvPr id="69" name="C black source label t25">
              <a:extLst>
                <a:ext uri="{FF2B5EF4-FFF2-40B4-BE49-F238E27FC236}">
                  <ns2:creationId id="{194F0FAB-C443-41F3-8739-CE95AA8D3E77}"/>
                </a:ext>
              </a:extLst>
            </p:cNvPr>
            <p:cNvSpPr>
              <a:spLocks noGrp="1"/>
            </p:cNvSpPr>
            <p:nvPr/>
          </p:nvSpPr>
          <p:spPr>
            <a:xfrm>
              <a:off x="5892800" y="593725"/>
              <a:ext cx="257175" cy="238125"/>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C</a:t>
              </a:r>
            </a:p>
          </p:txBody>
        </p:sp>
        <p:sp>
          <p:nvSpPr>
            <p:cNvPr id="70" name="Scientific line">
              <a:extLst>
                <a:ext uri="{FF2B5EF4-FFF2-40B4-BE49-F238E27FC236}">
                  <ns2:creationId id="{8EEDA1C2-A75E-4EE0-920F-0020168740DF}"/>
                </a:ext>
              </a:extLst>
            </p:cNvPr>
            <p:cNvSpPr>
              <a:spLocks noGrp="1"/>
            </p:cNvSpPr>
            <p:nvPr/>
          </p:nvSpPr>
          <p:spPr>
            <a:xfrm>
              <a:off x="4352925" y="2457450"/>
              <a:ext cx="1733550" cy="95"/>
            </a:xfrm>
            <a:custGeom>
              <a:pathLst>
                <a:path w="1733550" h="95">
                  <a:moveTo>
                    <a:pt x="0" y="0"/>
                  </a:moveTo>
                  <a:lnTo>
                    <a:pt x="1733550" y="0"/>
                  </a:lnTo>
                </a:path>
              </a:pathLst>
            </a:custGeom>
            <a:noFill/>
            <a:ln w="11723">
              <a:solidFill>
                <a:srgbClr val="000000"/>
              </a:solidFill>
              <a:prstDash val="solid"/>
            </a:ln>
          </p:spPr>
        </p:sp>
        <p:sp>
          <p:nvSpPr>
            <p:cNvPr id="71" name="Scientific line">
              <a:extLst>
                <a:ext uri="{FF2B5EF4-FFF2-40B4-BE49-F238E27FC236}">
                  <ns2:creationId id="{58833A71-4C84-47A6-819A-BB87928A6BC0}"/>
                </a:ext>
              </a:extLst>
            </p:cNvPr>
            <p:cNvSpPr>
              <a:spLocks noGrp="1"/>
            </p:cNvSpPr>
            <p:nvPr/>
          </p:nvSpPr>
          <p:spPr>
            <a:xfrm>
              <a:off x="6029325" y="2428875"/>
              <a:ext cx="57150" cy="28575"/>
            </a:xfrm>
            <a:custGeom>
              <a:pathLst>
                <a:path w="57150" h="28575">
                  <a:moveTo>
                    <a:pt x="0" y="0"/>
                  </a:moveTo>
                  <a:lnTo>
                    <a:pt x="57150" y="28575"/>
                  </a:lnTo>
                </a:path>
              </a:pathLst>
            </a:custGeom>
            <a:noFill/>
            <a:ln w="11723">
              <a:solidFill>
                <a:srgbClr val="000000"/>
              </a:solidFill>
              <a:prstDash val="solid"/>
            </a:ln>
          </p:spPr>
        </p:sp>
        <p:sp>
          <p:nvSpPr>
            <p:cNvPr id="72" name="Scientific line">
              <a:extLst>
                <a:ext uri="{FF2B5EF4-FFF2-40B4-BE49-F238E27FC236}">
                  <ns2:creationId id="{2E3EF124-5690-495E-BDA4-9045EAB630B3}"/>
                </a:ext>
              </a:extLst>
            </p:cNvPr>
            <p:cNvSpPr>
              <a:spLocks noGrp="1"/>
            </p:cNvSpPr>
            <p:nvPr/>
          </p:nvSpPr>
          <p:spPr>
            <a:xfrm>
              <a:off x="6029325" y="2457450"/>
              <a:ext cx="57150" cy="28575"/>
            </a:xfrm>
            <a:custGeom>
              <a:pathLst>
                <a:path w="57150" h="28575">
                  <a:moveTo>
                    <a:pt x="0" y="28575"/>
                  </a:moveTo>
                  <a:lnTo>
                    <a:pt x="57150" y="0"/>
                  </a:lnTo>
                </a:path>
              </a:pathLst>
            </a:custGeom>
            <a:noFill/>
            <a:ln w="11723">
              <a:solidFill>
                <a:srgbClr val="000000"/>
              </a:solidFill>
              <a:prstDash val="solid"/>
            </a:ln>
          </p:spPr>
        </p:sp>
        <p:sp>
          <p:nvSpPr>
            <p:cNvPr id="73" name="A matching d-axis marker t25">
              <a:extLst>
                <a:ext uri="{FF2B5EF4-FFF2-40B4-BE49-F238E27FC236}">
                  <ns2:creationId id="{A62688CD-8756-419A-930C-F44D7E86E60D}"/>
                </a:ext>
              </a:extLst>
            </p:cNvPr>
            <p:cNvSpPr>
              <a:spLocks noGrp="1"/>
            </p:cNvSpPr>
            <p:nvPr/>
          </p:nvSpPr>
          <p:spPr>
            <a:xfrm>
              <a:off x="4599940" y="2415540"/>
              <a:ext cx="83820" cy="83820"/>
            </a:xfrm>
            <a:prstGeom prst="ellipse">
              <a:avLst/>
            </a:prstGeom>
            <a:solidFill>
              <a:srgbClr val="ECE51B"/>
            </a:solidFill>
            <a:ln w="19538">
              <a:solidFill>
                <a:srgbClr val="ECE51B"/>
              </a:solidFill>
            </a:ln>
          </p:spPr>
        </p:sp>
        <p:sp>
          <p:nvSpPr>
            <p:cNvPr id="74" name="A">
              <a:extLst>
                <a:ext uri="{FF2B5EF4-FFF2-40B4-BE49-F238E27FC236}">
                  <ns2:creationId id="{016BB404-5E16-4DF7-8345-198539FEF125}"/>
                </a:ext>
              </a:extLst>
            </p:cNvPr>
            <p:cNvSpPr>
              <a:spLocks noGrp="1"/>
            </p:cNvSpPr>
            <p:nvPr/>
          </p:nvSpPr>
          <p:spPr>
            <a:xfrm>
              <a:off x="4508500" y="2562225"/>
              <a:ext cx="266700" cy="228600"/>
            </a:xfrm>
            <a:prstGeom prst="rect">
              <a:avLst/>
            </a:prstGeom>
            <a:noFill/>
            <a:ln w="0">
              <a:noFill/>
            </a:ln>
          </p:spPr>
          <p:txBody>
            <a:bodyPr wrap="none" lIns="0" tIns="0" rIns="0" bIns="0" anchor="ctr">
              <a:noAutofit/>
            </a:bodyPr>
            <a:lstStyle>
              <a:defPPr algn="ctr">
                <a:defRPr sz="1538" b="1">
                  <a:solidFill>
                    <a:srgbClr val="000000"/>
                  </a:solidFill>
                  <a:latin typeface="Arial"/>
                  <a:ea typeface="Arial"/>
                  <a:cs typeface="Arial"/>
                </a:defRPr>
              </a:defPPr>
              <a:lvl1pPr algn="ctr">
                <a:defRPr sz="1538" b="1">
                  <a:solidFill>
                    <a:srgbClr val="000000"/>
                  </a:solidFill>
                  <a:latin typeface="Arial"/>
                  <a:ea typeface="Arial"/>
                  <a:cs typeface="Arial"/>
                </a:defRPr>
              </a:lvl1pPr>
              <a:lvl2pPr algn="ctr">
                <a:defRPr sz="1538" b="1">
                  <a:solidFill>
                    <a:srgbClr val="000000"/>
                  </a:solidFill>
                  <a:latin typeface="Arial"/>
                  <a:ea typeface="Arial"/>
                  <a:cs typeface="Arial"/>
                </a:defRPr>
              </a:lvl2pPr>
              <a:lvl3pPr algn="ctr">
                <a:defRPr sz="1538" b="1">
                  <a:solidFill>
                    <a:srgbClr val="000000"/>
                  </a:solidFill>
                  <a:latin typeface="Arial"/>
                  <a:ea typeface="Arial"/>
                  <a:cs typeface="Arial"/>
                </a:defRPr>
              </a:lvl3pPr>
              <a:lvl4pPr algn="ctr">
                <a:defRPr sz="1538" b="1">
                  <a:solidFill>
                    <a:srgbClr val="000000"/>
                  </a:solidFill>
                  <a:latin typeface="Arial"/>
                  <a:ea typeface="Arial"/>
                  <a:cs typeface="Arial"/>
                </a:defRPr>
              </a:lvl4pPr>
              <a:lvl5pPr algn="ctr">
                <a:defRPr sz="1538" b="1">
                  <a:solidFill>
                    <a:srgbClr val="000000"/>
                  </a:solidFill>
                  <a:latin typeface="Arial"/>
                  <a:ea typeface="Arial"/>
                  <a:cs typeface="Arial"/>
                </a:defRPr>
              </a:lvl5pPr>
              <a:lvl6pPr algn="ctr">
                <a:defRPr sz="1538" b="1">
                  <a:solidFill>
                    <a:srgbClr val="000000"/>
                  </a:solidFill>
                  <a:latin typeface="Arial"/>
                  <a:ea typeface="Arial"/>
                  <a:cs typeface="Arial"/>
                </a:defRPr>
              </a:lvl6pPr>
              <a:lvl7pPr algn="ctr">
                <a:defRPr sz="1538" b="1">
                  <a:solidFill>
                    <a:srgbClr val="000000"/>
                  </a:solidFill>
                  <a:latin typeface="Arial"/>
                  <a:ea typeface="Arial"/>
                  <a:cs typeface="Arial"/>
                </a:defRPr>
              </a:lvl7pPr>
              <a:lvl8pPr algn="ctr">
                <a:defRPr sz="1538" b="1">
                  <a:solidFill>
                    <a:srgbClr val="000000"/>
                  </a:solidFill>
                  <a:latin typeface="Arial"/>
                  <a:ea typeface="Arial"/>
                  <a:cs typeface="Arial"/>
                </a:defRPr>
              </a:lvl8pPr>
              <a:lvl9pPr algn="ctr">
                <a:defRPr sz="1538" b="1">
                  <a:solidFill>
                    <a:srgbClr val="000000"/>
                  </a:solidFill>
                  <a:latin typeface="Arial"/>
                  <a:ea typeface="Arial"/>
                  <a:cs typeface="Arial"/>
                </a:defRPr>
              </a:lvl9pPr>
            </a:lstStyle>
            <a:p>
              <a:pPr algn="ctr">
                <a:defRPr sz="1538" b="1">
                  <a:solidFill>
                    <a:srgbClr val="000000"/>
                  </a:solidFill>
                  <a:latin typeface="Arial"/>
                  <a:ea typeface="Arial"/>
                  <a:cs typeface="Arial"/>
                </a:defRPr>
              </a:pPr>
              <a:r>
                <a:rPr sz="1538" b="1">
                  <a:solidFill>
                    <a:srgbClr val="000000"/>
                  </a:solidFill>
                  <a:latin typeface="Arial"/>
                  <a:ea typeface="Arial"/>
                  <a:cs typeface="Arial"/>
                </a:rPr>
                <a:t>A</a:t>
              </a:r>
            </a:p>
          </p:txBody>
        </p:sp>
        <p:sp>
          <p:nvSpPr>
            <p:cNvPr id="75" name="A exact d coordinate t25">
              <a:extLst>
                <a:ext uri="{FF2B5EF4-FFF2-40B4-BE49-F238E27FC236}">
                  <ns2:creationId id="{A48E8C62-0E0A-4582-85A0-DF8C26C4AE7D}"/>
                </a:ext>
              </a:extLst>
            </p:cNvPr>
            <p:cNvSpPr>
              <a:spLocks noGrp="1"/>
            </p:cNvSpPr>
            <p:nvPr/>
          </p:nvSpPr>
          <p:spPr>
            <a:xfrm>
              <a:off x="4422775" y="2790825"/>
              <a:ext cx="438150" cy="219075"/>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20</a:t>
              </a:r>
            </a:p>
          </p:txBody>
        </p:sp>
        <p:sp>
          <p:nvSpPr>
            <p:cNvPr id="76" name="B matching d-axis marker t25">
              <a:extLst>
                <a:ext uri="{FF2B5EF4-FFF2-40B4-BE49-F238E27FC236}">
                  <ns2:creationId id="{4B0BA1F8-FCFE-44C6-BEE0-F6AAB3E7F051}"/>
                </a:ext>
              </a:extLst>
            </p:cNvPr>
            <p:cNvSpPr>
              <a:spLocks noGrp="1"/>
            </p:cNvSpPr>
            <p:nvPr/>
          </p:nvSpPr>
          <p:spPr>
            <a:xfrm>
              <a:off x="5103813" y="2399348"/>
              <a:ext cx="116205" cy="116205"/>
            </a:xfrm>
            <a:prstGeom prst="ellipse">
              <a:avLst/>
            </a:prstGeom>
            <a:solidFill>
              <a:srgbClr val="FDE725"/>
            </a:solidFill>
            <a:ln w="19538">
              <a:solidFill>
                <a:srgbClr val="FDE725"/>
              </a:solidFill>
            </a:ln>
          </p:spPr>
        </p:sp>
        <p:sp>
          <p:nvSpPr>
            <p:cNvPr id="77" name="B">
              <a:extLst>
                <a:ext uri="{FF2B5EF4-FFF2-40B4-BE49-F238E27FC236}">
                  <ns2:creationId id="{C336C9E2-6884-4A6F-9F71-F67922054260}"/>
                </a:ext>
              </a:extLst>
            </p:cNvPr>
            <p:cNvSpPr>
              <a:spLocks noGrp="1"/>
            </p:cNvSpPr>
            <p:nvPr/>
          </p:nvSpPr>
          <p:spPr>
            <a:xfrm>
              <a:off x="5028565" y="2562225"/>
              <a:ext cx="266700" cy="228600"/>
            </a:xfrm>
            <a:prstGeom prst="rect">
              <a:avLst/>
            </a:prstGeom>
            <a:noFill/>
            <a:ln w="0">
              <a:noFill/>
            </a:ln>
          </p:spPr>
          <p:txBody>
            <a:bodyPr wrap="none" lIns="0" tIns="0" rIns="0" bIns="0" anchor="ctr">
              <a:noAutofit/>
            </a:bodyPr>
            <a:lstStyle>
              <a:defPPr algn="ctr">
                <a:defRPr sz="1538" b="1">
                  <a:solidFill>
                    <a:srgbClr val="000000"/>
                  </a:solidFill>
                  <a:latin typeface="Arial"/>
                  <a:ea typeface="Arial"/>
                  <a:cs typeface="Arial"/>
                </a:defRPr>
              </a:defPPr>
              <a:lvl1pPr algn="ctr">
                <a:defRPr sz="1538" b="1">
                  <a:solidFill>
                    <a:srgbClr val="000000"/>
                  </a:solidFill>
                  <a:latin typeface="Arial"/>
                  <a:ea typeface="Arial"/>
                  <a:cs typeface="Arial"/>
                </a:defRPr>
              </a:lvl1pPr>
              <a:lvl2pPr algn="ctr">
                <a:defRPr sz="1538" b="1">
                  <a:solidFill>
                    <a:srgbClr val="000000"/>
                  </a:solidFill>
                  <a:latin typeface="Arial"/>
                  <a:ea typeface="Arial"/>
                  <a:cs typeface="Arial"/>
                </a:defRPr>
              </a:lvl2pPr>
              <a:lvl3pPr algn="ctr">
                <a:defRPr sz="1538" b="1">
                  <a:solidFill>
                    <a:srgbClr val="000000"/>
                  </a:solidFill>
                  <a:latin typeface="Arial"/>
                  <a:ea typeface="Arial"/>
                  <a:cs typeface="Arial"/>
                </a:defRPr>
              </a:lvl3pPr>
              <a:lvl4pPr algn="ctr">
                <a:defRPr sz="1538" b="1">
                  <a:solidFill>
                    <a:srgbClr val="000000"/>
                  </a:solidFill>
                  <a:latin typeface="Arial"/>
                  <a:ea typeface="Arial"/>
                  <a:cs typeface="Arial"/>
                </a:defRPr>
              </a:lvl4pPr>
              <a:lvl5pPr algn="ctr">
                <a:defRPr sz="1538" b="1">
                  <a:solidFill>
                    <a:srgbClr val="000000"/>
                  </a:solidFill>
                  <a:latin typeface="Arial"/>
                  <a:ea typeface="Arial"/>
                  <a:cs typeface="Arial"/>
                </a:defRPr>
              </a:lvl5pPr>
              <a:lvl6pPr algn="ctr">
                <a:defRPr sz="1538" b="1">
                  <a:solidFill>
                    <a:srgbClr val="000000"/>
                  </a:solidFill>
                  <a:latin typeface="Arial"/>
                  <a:ea typeface="Arial"/>
                  <a:cs typeface="Arial"/>
                </a:defRPr>
              </a:lvl6pPr>
              <a:lvl7pPr algn="ctr">
                <a:defRPr sz="1538" b="1">
                  <a:solidFill>
                    <a:srgbClr val="000000"/>
                  </a:solidFill>
                  <a:latin typeface="Arial"/>
                  <a:ea typeface="Arial"/>
                  <a:cs typeface="Arial"/>
                </a:defRPr>
              </a:lvl7pPr>
              <a:lvl8pPr algn="ctr">
                <a:defRPr sz="1538" b="1">
                  <a:solidFill>
                    <a:srgbClr val="000000"/>
                  </a:solidFill>
                  <a:latin typeface="Arial"/>
                  <a:ea typeface="Arial"/>
                  <a:cs typeface="Arial"/>
                </a:defRPr>
              </a:lvl8pPr>
              <a:lvl9pPr algn="ctr">
                <a:defRPr sz="1538" b="1">
                  <a:solidFill>
                    <a:srgbClr val="000000"/>
                  </a:solidFill>
                  <a:latin typeface="Arial"/>
                  <a:ea typeface="Arial"/>
                  <a:cs typeface="Arial"/>
                </a:defRPr>
              </a:lvl9pPr>
            </a:lstStyle>
            <a:p>
              <a:pPr algn="ctr">
                <a:defRPr sz="1538" b="1">
                  <a:solidFill>
                    <a:srgbClr val="000000"/>
                  </a:solidFill>
                  <a:latin typeface="Arial"/>
                  <a:ea typeface="Arial"/>
                  <a:cs typeface="Arial"/>
                </a:defRPr>
              </a:pPr>
              <a:r>
                <a:rPr sz="1538" b="1">
                  <a:solidFill>
                    <a:srgbClr val="000000"/>
                  </a:solidFill>
                  <a:latin typeface="Arial"/>
                  <a:ea typeface="Arial"/>
                  <a:cs typeface="Arial"/>
                </a:rPr>
                <a:t>B</a:t>
              </a:r>
            </a:p>
          </p:txBody>
        </p:sp>
        <p:sp>
          <p:nvSpPr>
            <p:cNvPr id="78" name="B exact d coordinate t25">
              <a:extLst>
                <a:ext uri="{FF2B5EF4-FFF2-40B4-BE49-F238E27FC236}">
                  <ns2:creationId id="{B2934A00-2906-4034-9422-D39991E07CFF}"/>
                </a:ext>
              </a:extLst>
            </p:cNvPr>
            <p:cNvSpPr>
              <a:spLocks noGrp="1"/>
            </p:cNvSpPr>
            <p:nvPr/>
          </p:nvSpPr>
          <p:spPr>
            <a:xfrm>
              <a:off x="4942840" y="2790825"/>
              <a:ext cx="438150" cy="219075"/>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56</a:t>
              </a:r>
            </a:p>
          </p:txBody>
        </p:sp>
        <p:sp>
          <p:nvSpPr>
            <p:cNvPr id="79" name="C matching d-axis marker t25">
              <a:extLst>
                <a:ext uri="{FF2B5EF4-FFF2-40B4-BE49-F238E27FC236}">
                  <ns2:creationId id="{5623B52F-0156-4878-B160-7603A054AC86}"/>
                </a:ext>
              </a:extLst>
            </p:cNvPr>
            <p:cNvSpPr>
              <a:spLocks noGrp="1"/>
            </p:cNvSpPr>
            <p:nvPr/>
          </p:nvSpPr>
          <p:spPr>
            <a:xfrm>
              <a:off x="5723255" y="2383155"/>
              <a:ext cx="148590" cy="148590"/>
            </a:xfrm>
            <a:prstGeom prst="ellipse">
              <a:avLst/>
            </a:prstGeom>
            <a:solidFill>
              <a:srgbClr val="D9E219"/>
            </a:solidFill>
            <a:ln w="19538">
              <a:solidFill>
                <a:srgbClr val="D9E219"/>
              </a:solidFill>
            </a:ln>
          </p:spPr>
        </p:sp>
        <p:sp>
          <p:nvSpPr>
            <p:cNvPr id="80" name="C">
              <a:extLst>
                <a:ext uri="{FF2B5EF4-FFF2-40B4-BE49-F238E27FC236}">
                  <ns2:creationId id="{A3B7712F-9048-4E3D-8DFD-EB1663991989}"/>
                </a:ext>
              </a:extLst>
            </p:cNvPr>
            <p:cNvSpPr>
              <a:spLocks noGrp="1"/>
            </p:cNvSpPr>
            <p:nvPr/>
          </p:nvSpPr>
          <p:spPr>
            <a:xfrm>
              <a:off x="5664200" y="2562225"/>
              <a:ext cx="266700" cy="228600"/>
            </a:xfrm>
            <a:prstGeom prst="rect">
              <a:avLst/>
            </a:prstGeom>
            <a:noFill/>
            <a:ln w="0">
              <a:noFill/>
            </a:ln>
          </p:spPr>
          <p:txBody>
            <a:bodyPr wrap="none" lIns="0" tIns="0" rIns="0" bIns="0" anchor="ctr">
              <a:noAutofit/>
            </a:bodyPr>
            <a:lstStyle>
              <a:defPPr algn="ctr">
                <a:defRPr sz="1538" b="1">
                  <a:solidFill>
                    <a:srgbClr val="000000"/>
                  </a:solidFill>
                  <a:latin typeface="Arial"/>
                  <a:ea typeface="Arial"/>
                  <a:cs typeface="Arial"/>
                </a:defRPr>
              </a:defPPr>
              <a:lvl1pPr algn="ctr">
                <a:defRPr sz="1538" b="1">
                  <a:solidFill>
                    <a:srgbClr val="000000"/>
                  </a:solidFill>
                  <a:latin typeface="Arial"/>
                  <a:ea typeface="Arial"/>
                  <a:cs typeface="Arial"/>
                </a:defRPr>
              </a:lvl1pPr>
              <a:lvl2pPr algn="ctr">
                <a:defRPr sz="1538" b="1">
                  <a:solidFill>
                    <a:srgbClr val="000000"/>
                  </a:solidFill>
                  <a:latin typeface="Arial"/>
                  <a:ea typeface="Arial"/>
                  <a:cs typeface="Arial"/>
                </a:defRPr>
              </a:lvl2pPr>
              <a:lvl3pPr algn="ctr">
                <a:defRPr sz="1538" b="1">
                  <a:solidFill>
                    <a:srgbClr val="000000"/>
                  </a:solidFill>
                  <a:latin typeface="Arial"/>
                  <a:ea typeface="Arial"/>
                  <a:cs typeface="Arial"/>
                </a:defRPr>
              </a:lvl3pPr>
              <a:lvl4pPr algn="ctr">
                <a:defRPr sz="1538" b="1">
                  <a:solidFill>
                    <a:srgbClr val="000000"/>
                  </a:solidFill>
                  <a:latin typeface="Arial"/>
                  <a:ea typeface="Arial"/>
                  <a:cs typeface="Arial"/>
                </a:defRPr>
              </a:lvl4pPr>
              <a:lvl5pPr algn="ctr">
                <a:defRPr sz="1538" b="1">
                  <a:solidFill>
                    <a:srgbClr val="000000"/>
                  </a:solidFill>
                  <a:latin typeface="Arial"/>
                  <a:ea typeface="Arial"/>
                  <a:cs typeface="Arial"/>
                </a:defRPr>
              </a:lvl5pPr>
              <a:lvl6pPr algn="ctr">
                <a:defRPr sz="1538" b="1">
                  <a:solidFill>
                    <a:srgbClr val="000000"/>
                  </a:solidFill>
                  <a:latin typeface="Arial"/>
                  <a:ea typeface="Arial"/>
                  <a:cs typeface="Arial"/>
                </a:defRPr>
              </a:lvl6pPr>
              <a:lvl7pPr algn="ctr">
                <a:defRPr sz="1538" b="1">
                  <a:solidFill>
                    <a:srgbClr val="000000"/>
                  </a:solidFill>
                  <a:latin typeface="Arial"/>
                  <a:ea typeface="Arial"/>
                  <a:cs typeface="Arial"/>
                </a:defRPr>
              </a:lvl7pPr>
              <a:lvl8pPr algn="ctr">
                <a:defRPr sz="1538" b="1">
                  <a:solidFill>
                    <a:srgbClr val="000000"/>
                  </a:solidFill>
                  <a:latin typeface="Arial"/>
                  <a:ea typeface="Arial"/>
                  <a:cs typeface="Arial"/>
                </a:defRPr>
              </a:lvl8pPr>
              <a:lvl9pPr algn="ctr">
                <a:defRPr sz="1538" b="1">
                  <a:solidFill>
                    <a:srgbClr val="000000"/>
                  </a:solidFill>
                  <a:latin typeface="Arial"/>
                  <a:ea typeface="Arial"/>
                  <a:cs typeface="Arial"/>
                </a:defRPr>
              </a:lvl9pPr>
            </a:lstStyle>
            <a:p>
              <a:pPr algn="ctr">
                <a:defRPr sz="1538" b="1">
                  <a:solidFill>
                    <a:srgbClr val="000000"/>
                  </a:solidFill>
                  <a:latin typeface="Arial"/>
                  <a:ea typeface="Arial"/>
                  <a:cs typeface="Arial"/>
                </a:defRPr>
              </a:pPr>
              <a:r>
                <a:rPr sz="1538" b="1">
                  <a:solidFill>
                    <a:srgbClr val="000000"/>
                  </a:solidFill>
                  <a:latin typeface="Arial"/>
                  <a:ea typeface="Arial"/>
                  <a:cs typeface="Arial"/>
                </a:rPr>
                <a:t>C</a:t>
              </a:r>
            </a:p>
          </p:txBody>
        </p:sp>
        <p:sp>
          <p:nvSpPr>
            <p:cNvPr id="81" name="C exact d coordinate t25">
              <a:extLst>
                <a:ext uri="{FF2B5EF4-FFF2-40B4-BE49-F238E27FC236}">
                  <ns2:creationId id="{E28B25DB-442F-483B-AA08-B56EDC811000}"/>
                </a:ext>
              </a:extLst>
            </p:cNvPr>
            <p:cNvSpPr>
              <a:spLocks noGrp="1"/>
            </p:cNvSpPr>
            <p:nvPr/>
          </p:nvSpPr>
          <p:spPr>
            <a:xfrm>
              <a:off x="5578475" y="2790825"/>
              <a:ext cx="438150" cy="219075"/>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100</a:t>
              </a:r>
            </a:p>
          </p:txBody>
        </p:sp>
        <p:sp>
          <p:nvSpPr>
            <p:cNvPr id="82" name="t = 38">
              <a:extLst>
                <a:ext uri="{FF2B5EF4-FFF2-40B4-BE49-F238E27FC236}">
                  <ns2:creationId id="{FF7836B9-8E4A-447A-B2A5-5BA54A7DC64B}"/>
                </a:ext>
              </a:extLst>
            </p:cNvPr>
            <p:cNvSpPr>
              <a:spLocks noGrp="1"/>
            </p:cNvSpPr>
            <p:nvPr/>
          </p:nvSpPr>
          <p:spPr>
            <a:xfrm>
              <a:off x="6315075" y="285750"/>
              <a:ext cx="1733550" cy="238125"/>
            </a:xfrm>
            <a:prstGeom prst="rect">
              <a:avLst/>
            </a:prstGeom>
            <a:noFill/>
            <a:ln w="0">
              <a:noFill/>
            </a:ln>
          </p:spPr>
          <p:txBody>
            <a:bodyPr wrap="none" lIns="0" tIns="0" rIns="0" bIns="0" anchor="ctr">
              <a:noAutofit/>
            </a:bodyPr>
            <a:lstStyle>
              <a:defPPr algn="ctr">
                <a:defRPr sz="1538" b="1">
                  <a:solidFill>
                    <a:srgbClr val="000000"/>
                  </a:solidFill>
                  <a:latin typeface="Arial"/>
                  <a:ea typeface="Arial"/>
                  <a:cs typeface="Arial"/>
                </a:defRPr>
              </a:defPPr>
              <a:lvl1pPr algn="ctr">
                <a:defRPr sz="1538" b="1">
                  <a:solidFill>
                    <a:srgbClr val="000000"/>
                  </a:solidFill>
                  <a:latin typeface="Arial"/>
                  <a:ea typeface="Arial"/>
                  <a:cs typeface="Arial"/>
                </a:defRPr>
              </a:lvl1pPr>
              <a:lvl2pPr algn="ctr">
                <a:defRPr sz="1538" b="1">
                  <a:solidFill>
                    <a:srgbClr val="000000"/>
                  </a:solidFill>
                  <a:latin typeface="Arial"/>
                  <a:ea typeface="Arial"/>
                  <a:cs typeface="Arial"/>
                </a:defRPr>
              </a:lvl2pPr>
              <a:lvl3pPr algn="ctr">
                <a:defRPr sz="1538" b="1">
                  <a:solidFill>
                    <a:srgbClr val="000000"/>
                  </a:solidFill>
                  <a:latin typeface="Arial"/>
                  <a:ea typeface="Arial"/>
                  <a:cs typeface="Arial"/>
                </a:defRPr>
              </a:lvl3pPr>
              <a:lvl4pPr algn="ctr">
                <a:defRPr sz="1538" b="1">
                  <a:solidFill>
                    <a:srgbClr val="000000"/>
                  </a:solidFill>
                  <a:latin typeface="Arial"/>
                  <a:ea typeface="Arial"/>
                  <a:cs typeface="Arial"/>
                </a:defRPr>
              </a:lvl4pPr>
              <a:lvl5pPr algn="ctr">
                <a:defRPr sz="1538" b="1">
                  <a:solidFill>
                    <a:srgbClr val="000000"/>
                  </a:solidFill>
                  <a:latin typeface="Arial"/>
                  <a:ea typeface="Arial"/>
                  <a:cs typeface="Arial"/>
                </a:defRPr>
              </a:lvl5pPr>
              <a:lvl6pPr algn="ctr">
                <a:defRPr sz="1538" b="1">
                  <a:solidFill>
                    <a:srgbClr val="000000"/>
                  </a:solidFill>
                  <a:latin typeface="Arial"/>
                  <a:ea typeface="Arial"/>
                  <a:cs typeface="Arial"/>
                </a:defRPr>
              </a:lvl6pPr>
              <a:lvl7pPr algn="ctr">
                <a:defRPr sz="1538" b="1">
                  <a:solidFill>
                    <a:srgbClr val="000000"/>
                  </a:solidFill>
                  <a:latin typeface="Arial"/>
                  <a:ea typeface="Arial"/>
                  <a:cs typeface="Arial"/>
                </a:defRPr>
              </a:lvl7pPr>
              <a:lvl8pPr algn="ctr">
                <a:defRPr sz="1538" b="1">
                  <a:solidFill>
                    <a:srgbClr val="000000"/>
                  </a:solidFill>
                  <a:latin typeface="Arial"/>
                  <a:ea typeface="Arial"/>
                  <a:cs typeface="Arial"/>
                </a:defRPr>
              </a:lvl8pPr>
              <a:lvl9pPr algn="ctr">
                <a:defRPr sz="1538" b="1">
                  <a:solidFill>
                    <a:srgbClr val="000000"/>
                  </a:solidFill>
                  <a:latin typeface="Arial"/>
                  <a:ea typeface="Arial"/>
                  <a:cs typeface="Arial"/>
                </a:defRPr>
              </a:lvl9pPr>
            </a:lstStyle>
            <a:p>
              <a:pPr algn="ctr">
                <a:defRPr sz="1538" b="1">
                  <a:solidFill>
                    <a:srgbClr val="000000"/>
                  </a:solidFill>
                  <a:latin typeface="Arial"/>
                  <a:ea typeface="Arial"/>
                  <a:cs typeface="Arial"/>
                </a:defRPr>
              </a:pPr>
              <a:r>
                <a:rPr sz="1538" b="1">
                  <a:solidFill>
                    <a:srgbClr val="000000"/>
                  </a:solidFill>
                  <a:latin typeface="Arial"/>
                  <a:ea typeface="Arial"/>
                  <a:cs typeface="Arial"/>
                </a:rPr>
                <a:t>t = 38</a:t>
              </a:r>
            </a:p>
          </p:txBody>
        </p:sp>
        <p:pic>
          <p:nvPicPr>
            <p:cNvPr id="83" name="">
              <a:extLst>
                <a:ext uri="{FF2B5EF4-FFF2-40B4-BE49-F238E27FC236}">
                  <ns2:creationId id="{5CFED8C4-8959-48CE-8138-9BD0F1CFF9A7}"/>
                </a:ext>
              </a:extLst>
            </p:cNvPr>
            <p:cNvPicPr>
              <a:picLocks noChangeAspect="1"/>
            </p:cNvPicPr>
            <p:nvPr/>
          </p:nvPicPr>
          <p:blipFill>
            <a:blip r:embed="R4294b00990454514"/>
            <a:stretch/>
          </p:blipFill>
          <p:spPr>
            <a:xfrm>
              <a:off x="6315075" y="552450"/>
              <a:ext cx="1733550" cy="1733550"/>
            </a:xfrm>
            <a:prstGeom prst="rect">
              <a:avLst/>
            </a:prstGeom>
          </p:spPr>
        </p:pic>
        <p:sp>
          <p:nvSpPr>
            <p:cNvPr id="84" name="Scientific domain frame">
              <a:extLst>
                <a:ext uri="{FF2B5EF4-FFF2-40B4-BE49-F238E27FC236}">
                  <ns2:creationId id="{752F1BDF-7E17-4A2B-A67A-35C9FB058B84}"/>
                </a:ext>
              </a:extLst>
            </p:cNvPr>
            <p:cNvSpPr>
              <a:spLocks noGrp="1"/>
            </p:cNvSpPr>
            <p:nvPr/>
          </p:nvSpPr>
          <p:spPr>
            <a:xfrm>
              <a:off x="6315075" y="552450"/>
              <a:ext cx="1733550" cy="1733550"/>
            </a:xfrm>
            <a:prstGeom prst="rect">
              <a:avLst/>
            </a:prstGeom>
            <a:noFill/>
            <a:ln w="7815">
              <a:solidFill>
                <a:srgbClr val="000000"/>
              </a:solidFill>
            </a:ln>
          </p:spPr>
        </p:sp>
        <p:sp>
          <p:nvSpPr>
            <p:cNvPr id="85" name="A source-to-d projection t38">
              <a:extLst>
                <a:ext uri="{FF2B5EF4-FFF2-40B4-BE49-F238E27FC236}">
                  <ns2:creationId id="{5F0169AB-6B56-44EF-9141-6130C7DA9FBF}"/>
                </a:ext>
              </a:extLst>
            </p:cNvPr>
            <p:cNvSpPr>
              <a:spLocks noGrp="1"/>
            </p:cNvSpPr>
            <p:nvPr/>
          </p:nvSpPr>
          <p:spPr>
            <a:xfrm>
              <a:off x="6604000" y="2038985"/>
              <a:ext cx="95" cy="376555"/>
            </a:xfrm>
            <a:custGeom>
              <a:pathLst>
                <a:path w="95" h="490855">
                  <a:moveTo>
                    <a:pt x="0" y="0"/>
                  </a:moveTo>
                  <a:lnTo>
                    <a:pt x="0" y="490855"/>
                  </a:lnTo>
                </a:path>
              </a:pathLst>
            </a:custGeom>
            <a:noFill/>
            <a:ln w="12211">
              <a:solidFill>
                <a:srgbClr val="000000"/>
              </a:solidFill>
              <a:prstDash val="dash"/>
            </a:ln>
          </p:spPr>
        </p:sp>
        <p:sp>
          <p:nvSpPr>
            <p:cNvPr id="86" name="B source-to-d projection t38">
              <a:extLst>
                <a:ext uri="{FF2B5EF4-FFF2-40B4-BE49-F238E27FC236}">
                  <ns2:creationId id="{C6D3A95F-B8AD-4B1C-B655-AF76A54016C4}"/>
                </a:ext>
              </a:extLst>
            </p:cNvPr>
            <p:cNvSpPr>
              <a:spLocks noGrp="1"/>
            </p:cNvSpPr>
            <p:nvPr/>
          </p:nvSpPr>
          <p:spPr>
            <a:xfrm>
              <a:off x="7239635" y="1535113"/>
              <a:ext cx="95" cy="864235"/>
            </a:xfrm>
            <a:custGeom>
              <a:pathLst>
                <a:path w="95" h="978535">
                  <a:moveTo>
                    <a:pt x="0" y="0"/>
                  </a:moveTo>
                  <a:lnTo>
                    <a:pt x="0" y="978535"/>
                  </a:lnTo>
                </a:path>
              </a:pathLst>
            </a:custGeom>
            <a:noFill/>
            <a:ln w="12211">
              <a:solidFill>
                <a:srgbClr val="000000"/>
              </a:solidFill>
              <a:prstDash val="dash"/>
            </a:ln>
          </p:spPr>
        </p:sp>
        <p:sp>
          <p:nvSpPr>
            <p:cNvPr id="87" name="C source-to-d projection t38">
              <a:extLst>
                <a:ext uri="{FF2B5EF4-FFF2-40B4-BE49-F238E27FC236}">
                  <ns2:creationId id="{7510607F-8D36-43D3-8497-4973D8154DC7}"/>
                </a:ext>
              </a:extLst>
            </p:cNvPr>
            <p:cNvSpPr>
              <a:spLocks noGrp="1"/>
            </p:cNvSpPr>
            <p:nvPr/>
          </p:nvSpPr>
          <p:spPr>
            <a:xfrm>
              <a:off x="7759700" y="915670"/>
              <a:ext cx="95" cy="1467485"/>
            </a:xfrm>
            <a:custGeom>
              <a:pathLst>
                <a:path w="95" h="1581785">
                  <a:moveTo>
                    <a:pt x="0" y="0"/>
                  </a:moveTo>
                  <a:lnTo>
                    <a:pt x="0" y="1581785"/>
                  </a:lnTo>
                </a:path>
              </a:pathLst>
            </a:custGeom>
            <a:noFill/>
            <a:ln w="12211">
              <a:solidFill>
                <a:srgbClr val="000000"/>
              </a:solidFill>
              <a:prstDash val="dash"/>
            </a:ln>
          </p:spPr>
        </p:sp>
        <p:sp>
          <p:nvSpPr>
            <p:cNvPr id="88" name="A source identity marker t38">
              <a:extLst>
                <a:ext uri="{FF2B5EF4-FFF2-40B4-BE49-F238E27FC236}">
                  <ns2:creationId id="{CD15DBFA-7999-4127-AE40-56956837AFAB}"/>
                </a:ext>
              </a:extLst>
            </p:cNvPr>
            <p:cNvSpPr>
              <a:spLocks noGrp="1"/>
            </p:cNvSpPr>
            <p:nvPr/>
          </p:nvSpPr>
          <p:spPr>
            <a:xfrm>
              <a:off x="6562090" y="1955165"/>
              <a:ext cx="83820" cy="83820"/>
            </a:xfrm>
            <a:prstGeom prst="ellipse">
              <a:avLst/>
            </a:prstGeom>
            <a:noFill/>
            <a:ln w="19538">
              <a:solidFill>
                <a:srgbClr val="ECE51B"/>
              </a:solidFill>
            </a:ln>
          </p:spPr>
        </p:sp>
        <p:sp>
          <p:nvSpPr>
            <p:cNvPr id="89" name="A black source label t38">
              <a:extLst>
                <a:ext uri="{FF2B5EF4-FFF2-40B4-BE49-F238E27FC236}">
                  <ns2:creationId id="{2CE3FDD6-0AAE-4725-B027-59B31CE9CD3E}"/>
                </a:ext>
              </a:extLst>
            </p:cNvPr>
            <p:cNvSpPr>
              <a:spLocks noGrp="1"/>
            </p:cNvSpPr>
            <p:nvPr/>
          </p:nvSpPr>
          <p:spPr>
            <a:xfrm>
              <a:off x="6699250" y="1749425"/>
              <a:ext cx="257175" cy="238125"/>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A</a:t>
              </a:r>
            </a:p>
          </p:txBody>
        </p:sp>
        <p:sp>
          <p:nvSpPr>
            <p:cNvPr id="90" name="B source identity marker t38">
              <a:extLst>
                <a:ext uri="{FF2B5EF4-FFF2-40B4-BE49-F238E27FC236}">
                  <ns2:creationId id="{F0887FBE-C57A-4165-BAC9-7B53E69B6AAE}"/>
                </a:ext>
              </a:extLst>
            </p:cNvPr>
            <p:cNvSpPr>
              <a:spLocks noGrp="1"/>
            </p:cNvSpPr>
            <p:nvPr/>
          </p:nvSpPr>
          <p:spPr>
            <a:xfrm>
              <a:off x="7181532" y="1418908"/>
              <a:ext cx="116205" cy="116205"/>
            </a:xfrm>
            <a:prstGeom prst="ellipse">
              <a:avLst/>
            </a:prstGeom>
            <a:noFill/>
            <a:ln w="19538">
              <a:solidFill>
                <a:srgbClr val="FDE725"/>
              </a:solidFill>
            </a:ln>
          </p:spPr>
        </p:sp>
        <p:sp>
          <p:nvSpPr>
            <p:cNvPr id="91" name="B black source label t38">
              <a:extLst>
                <a:ext uri="{FF2B5EF4-FFF2-40B4-BE49-F238E27FC236}">
                  <ns2:creationId id="{C62B30A0-139B-4625-9D45-15BAD3B8518B}"/>
                </a:ext>
              </a:extLst>
            </p:cNvPr>
            <p:cNvSpPr>
              <a:spLocks noGrp="1"/>
            </p:cNvSpPr>
            <p:nvPr/>
          </p:nvSpPr>
          <p:spPr>
            <a:xfrm>
              <a:off x="7334885" y="1229360"/>
              <a:ext cx="257175" cy="238125"/>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B</a:t>
              </a:r>
            </a:p>
          </p:txBody>
        </p:sp>
        <p:sp>
          <p:nvSpPr>
            <p:cNvPr id="92" name="C source identity marker t38">
              <a:extLst>
                <a:ext uri="{FF2B5EF4-FFF2-40B4-BE49-F238E27FC236}">
                  <ns2:creationId id="{A5049D8E-E26A-440D-BF3C-9157E091319A}"/>
                </a:ext>
              </a:extLst>
            </p:cNvPr>
            <p:cNvSpPr>
              <a:spLocks noGrp="1"/>
            </p:cNvSpPr>
            <p:nvPr/>
          </p:nvSpPr>
          <p:spPr>
            <a:xfrm>
              <a:off x="7685405" y="767080"/>
              <a:ext cx="148590" cy="148590"/>
            </a:xfrm>
            <a:prstGeom prst="ellipse">
              <a:avLst/>
            </a:prstGeom>
            <a:noFill/>
            <a:ln w="19538">
              <a:solidFill>
                <a:srgbClr val="D9E219"/>
              </a:solidFill>
            </a:ln>
          </p:spPr>
        </p:sp>
        <p:sp>
          <p:nvSpPr>
            <p:cNvPr id="93" name="C black source label t38">
              <a:extLst>
                <a:ext uri="{FF2B5EF4-FFF2-40B4-BE49-F238E27FC236}">
                  <ns2:creationId id="{CD65C489-D3CD-4F4D-AC88-0F855D5FA4FA}"/>
                </a:ext>
              </a:extLst>
            </p:cNvPr>
            <p:cNvSpPr>
              <a:spLocks noGrp="1"/>
            </p:cNvSpPr>
            <p:nvPr/>
          </p:nvSpPr>
          <p:spPr>
            <a:xfrm>
              <a:off x="7854950" y="593725"/>
              <a:ext cx="257175" cy="238125"/>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C</a:t>
              </a:r>
            </a:p>
          </p:txBody>
        </p:sp>
        <p:sp>
          <p:nvSpPr>
            <p:cNvPr id="94" name="Scientific line">
              <a:extLst>
                <a:ext uri="{FF2B5EF4-FFF2-40B4-BE49-F238E27FC236}">
                  <ns2:creationId id="{6D715880-C4B7-477F-8E18-3E76F241C88D}"/>
                </a:ext>
              </a:extLst>
            </p:cNvPr>
            <p:cNvSpPr>
              <a:spLocks noGrp="1"/>
            </p:cNvSpPr>
            <p:nvPr/>
          </p:nvSpPr>
          <p:spPr>
            <a:xfrm>
              <a:off x="6315075" y="2457450"/>
              <a:ext cx="1733550" cy="95"/>
            </a:xfrm>
            <a:custGeom>
              <a:pathLst>
                <a:path w="1733550" h="95">
                  <a:moveTo>
                    <a:pt x="0" y="0"/>
                  </a:moveTo>
                  <a:lnTo>
                    <a:pt x="1733550" y="0"/>
                  </a:lnTo>
                </a:path>
              </a:pathLst>
            </a:custGeom>
            <a:noFill/>
            <a:ln w="11723">
              <a:solidFill>
                <a:srgbClr val="000000"/>
              </a:solidFill>
              <a:prstDash val="solid"/>
            </a:ln>
          </p:spPr>
        </p:sp>
        <p:sp>
          <p:nvSpPr>
            <p:cNvPr id="95" name="Scientific line">
              <a:extLst>
                <a:ext uri="{FF2B5EF4-FFF2-40B4-BE49-F238E27FC236}">
                  <ns2:creationId id="{ED247FF6-11A0-45FD-A1DF-99538E54459F}"/>
                </a:ext>
              </a:extLst>
            </p:cNvPr>
            <p:cNvSpPr>
              <a:spLocks noGrp="1"/>
            </p:cNvSpPr>
            <p:nvPr/>
          </p:nvSpPr>
          <p:spPr>
            <a:xfrm>
              <a:off x="7991475" y="2428875"/>
              <a:ext cx="57150" cy="28575"/>
            </a:xfrm>
            <a:custGeom>
              <a:pathLst>
                <a:path w="57150" h="28575">
                  <a:moveTo>
                    <a:pt x="0" y="0"/>
                  </a:moveTo>
                  <a:lnTo>
                    <a:pt x="57150" y="28575"/>
                  </a:lnTo>
                </a:path>
              </a:pathLst>
            </a:custGeom>
            <a:noFill/>
            <a:ln w="11723">
              <a:solidFill>
                <a:srgbClr val="000000"/>
              </a:solidFill>
              <a:prstDash val="solid"/>
            </a:ln>
          </p:spPr>
        </p:sp>
        <p:sp>
          <p:nvSpPr>
            <p:cNvPr id="96" name="Scientific line">
              <a:extLst>
                <a:ext uri="{FF2B5EF4-FFF2-40B4-BE49-F238E27FC236}">
                  <ns2:creationId id="{ED48C030-DD1F-4339-95F2-6FE429703C93}"/>
                </a:ext>
              </a:extLst>
            </p:cNvPr>
            <p:cNvSpPr>
              <a:spLocks noGrp="1"/>
            </p:cNvSpPr>
            <p:nvPr/>
          </p:nvSpPr>
          <p:spPr>
            <a:xfrm>
              <a:off x="7991475" y="2457450"/>
              <a:ext cx="57150" cy="28575"/>
            </a:xfrm>
            <a:custGeom>
              <a:pathLst>
                <a:path w="57150" h="28575">
                  <a:moveTo>
                    <a:pt x="0" y="28575"/>
                  </a:moveTo>
                  <a:lnTo>
                    <a:pt x="57150" y="0"/>
                  </a:lnTo>
                </a:path>
              </a:pathLst>
            </a:custGeom>
            <a:noFill/>
            <a:ln w="11723">
              <a:solidFill>
                <a:srgbClr val="000000"/>
              </a:solidFill>
              <a:prstDash val="solid"/>
            </a:ln>
          </p:spPr>
        </p:sp>
        <p:sp>
          <p:nvSpPr>
            <p:cNvPr id="97" name="A matching d-axis marker t38">
              <a:extLst>
                <a:ext uri="{FF2B5EF4-FFF2-40B4-BE49-F238E27FC236}">
                  <ns2:creationId id="{AC57CE79-3C3C-46F9-B140-6BD7B3737E4B}"/>
                </a:ext>
              </a:extLst>
            </p:cNvPr>
            <p:cNvSpPr>
              <a:spLocks noGrp="1"/>
            </p:cNvSpPr>
            <p:nvPr/>
          </p:nvSpPr>
          <p:spPr>
            <a:xfrm>
              <a:off x="6562090" y="2415540"/>
              <a:ext cx="83820" cy="83820"/>
            </a:xfrm>
            <a:prstGeom prst="ellipse">
              <a:avLst/>
            </a:prstGeom>
            <a:solidFill>
              <a:srgbClr val="ECE51B"/>
            </a:solidFill>
            <a:ln w="19538">
              <a:solidFill>
                <a:srgbClr val="ECE51B"/>
              </a:solidFill>
            </a:ln>
          </p:spPr>
        </p:sp>
        <p:sp>
          <p:nvSpPr>
            <p:cNvPr id="98" name="A">
              <a:extLst>
                <a:ext uri="{FF2B5EF4-FFF2-40B4-BE49-F238E27FC236}">
                  <ns2:creationId id="{9A5B959A-FD3D-4FB3-80ED-EA7FA54C5ECA}"/>
                </a:ext>
              </a:extLst>
            </p:cNvPr>
            <p:cNvSpPr>
              <a:spLocks noGrp="1"/>
            </p:cNvSpPr>
            <p:nvPr/>
          </p:nvSpPr>
          <p:spPr>
            <a:xfrm>
              <a:off x="6470650" y="2562225"/>
              <a:ext cx="266700" cy="228600"/>
            </a:xfrm>
            <a:prstGeom prst="rect">
              <a:avLst/>
            </a:prstGeom>
            <a:noFill/>
            <a:ln w="0">
              <a:noFill/>
            </a:ln>
          </p:spPr>
          <p:txBody>
            <a:bodyPr wrap="none" lIns="0" tIns="0" rIns="0" bIns="0" anchor="ctr">
              <a:noAutofit/>
            </a:bodyPr>
            <a:lstStyle>
              <a:defPPr algn="ctr">
                <a:defRPr sz="1538" b="1">
                  <a:solidFill>
                    <a:srgbClr val="000000"/>
                  </a:solidFill>
                  <a:latin typeface="Arial"/>
                  <a:ea typeface="Arial"/>
                  <a:cs typeface="Arial"/>
                </a:defRPr>
              </a:defPPr>
              <a:lvl1pPr algn="ctr">
                <a:defRPr sz="1538" b="1">
                  <a:solidFill>
                    <a:srgbClr val="000000"/>
                  </a:solidFill>
                  <a:latin typeface="Arial"/>
                  <a:ea typeface="Arial"/>
                  <a:cs typeface="Arial"/>
                </a:defRPr>
              </a:lvl1pPr>
              <a:lvl2pPr algn="ctr">
                <a:defRPr sz="1538" b="1">
                  <a:solidFill>
                    <a:srgbClr val="000000"/>
                  </a:solidFill>
                  <a:latin typeface="Arial"/>
                  <a:ea typeface="Arial"/>
                  <a:cs typeface="Arial"/>
                </a:defRPr>
              </a:lvl2pPr>
              <a:lvl3pPr algn="ctr">
                <a:defRPr sz="1538" b="1">
                  <a:solidFill>
                    <a:srgbClr val="000000"/>
                  </a:solidFill>
                  <a:latin typeface="Arial"/>
                  <a:ea typeface="Arial"/>
                  <a:cs typeface="Arial"/>
                </a:defRPr>
              </a:lvl3pPr>
              <a:lvl4pPr algn="ctr">
                <a:defRPr sz="1538" b="1">
                  <a:solidFill>
                    <a:srgbClr val="000000"/>
                  </a:solidFill>
                  <a:latin typeface="Arial"/>
                  <a:ea typeface="Arial"/>
                  <a:cs typeface="Arial"/>
                </a:defRPr>
              </a:lvl4pPr>
              <a:lvl5pPr algn="ctr">
                <a:defRPr sz="1538" b="1">
                  <a:solidFill>
                    <a:srgbClr val="000000"/>
                  </a:solidFill>
                  <a:latin typeface="Arial"/>
                  <a:ea typeface="Arial"/>
                  <a:cs typeface="Arial"/>
                </a:defRPr>
              </a:lvl5pPr>
              <a:lvl6pPr algn="ctr">
                <a:defRPr sz="1538" b="1">
                  <a:solidFill>
                    <a:srgbClr val="000000"/>
                  </a:solidFill>
                  <a:latin typeface="Arial"/>
                  <a:ea typeface="Arial"/>
                  <a:cs typeface="Arial"/>
                </a:defRPr>
              </a:lvl6pPr>
              <a:lvl7pPr algn="ctr">
                <a:defRPr sz="1538" b="1">
                  <a:solidFill>
                    <a:srgbClr val="000000"/>
                  </a:solidFill>
                  <a:latin typeface="Arial"/>
                  <a:ea typeface="Arial"/>
                  <a:cs typeface="Arial"/>
                </a:defRPr>
              </a:lvl7pPr>
              <a:lvl8pPr algn="ctr">
                <a:defRPr sz="1538" b="1">
                  <a:solidFill>
                    <a:srgbClr val="000000"/>
                  </a:solidFill>
                  <a:latin typeface="Arial"/>
                  <a:ea typeface="Arial"/>
                  <a:cs typeface="Arial"/>
                </a:defRPr>
              </a:lvl8pPr>
              <a:lvl9pPr algn="ctr">
                <a:defRPr sz="1538" b="1">
                  <a:solidFill>
                    <a:srgbClr val="000000"/>
                  </a:solidFill>
                  <a:latin typeface="Arial"/>
                  <a:ea typeface="Arial"/>
                  <a:cs typeface="Arial"/>
                </a:defRPr>
              </a:lvl9pPr>
            </a:lstStyle>
            <a:p>
              <a:pPr algn="ctr">
                <a:defRPr sz="1538" b="1">
                  <a:solidFill>
                    <a:srgbClr val="000000"/>
                  </a:solidFill>
                  <a:latin typeface="Arial"/>
                  <a:ea typeface="Arial"/>
                  <a:cs typeface="Arial"/>
                </a:defRPr>
              </a:pPr>
              <a:r>
                <a:rPr sz="1538" b="1">
                  <a:solidFill>
                    <a:srgbClr val="000000"/>
                  </a:solidFill>
                  <a:latin typeface="Arial"/>
                  <a:ea typeface="Arial"/>
                  <a:cs typeface="Arial"/>
                </a:rPr>
                <a:t>A</a:t>
              </a:r>
            </a:p>
          </p:txBody>
        </p:sp>
        <p:sp>
          <p:nvSpPr>
            <p:cNvPr id="99" name="A exact d coordinate t38">
              <a:extLst>
                <a:ext uri="{FF2B5EF4-FFF2-40B4-BE49-F238E27FC236}">
                  <ns2:creationId id="{BBB5A0AF-C4D4-4602-A722-2D14B538AD81}"/>
                </a:ext>
              </a:extLst>
            </p:cNvPr>
            <p:cNvSpPr>
              <a:spLocks noGrp="1"/>
            </p:cNvSpPr>
            <p:nvPr/>
          </p:nvSpPr>
          <p:spPr>
            <a:xfrm>
              <a:off x="6384925" y="2790825"/>
              <a:ext cx="438150" cy="219075"/>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20</a:t>
              </a:r>
            </a:p>
          </p:txBody>
        </p:sp>
        <p:sp>
          <p:nvSpPr>
            <p:cNvPr id="100" name="B matching d-axis marker t38">
              <a:extLst>
                <a:ext uri="{FF2B5EF4-FFF2-40B4-BE49-F238E27FC236}">
                  <ns2:creationId id="{C6E09308-4099-42C8-B5E9-44BA849334FA}"/>
                </a:ext>
              </a:extLst>
            </p:cNvPr>
            <p:cNvSpPr>
              <a:spLocks noGrp="1"/>
            </p:cNvSpPr>
            <p:nvPr/>
          </p:nvSpPr>
          <p:spPr>
            <a:xfrm>
              <a:off x="7181532" y="2399348"/>
              <a:ext cx="116205" cy="116205"/>
            </a:xfrm>
            <a:prstGeom prst="ellipse">
              <a:avLst/>
            </a:prstGeom>
            <a:solidFill>
              <a:srgbClr val="FDE725"/>
            </a:solidFill>
            <a:ln w="19538">
              <a:solidFill>
                <a:srgbClr val="FDE725"/>
              </a:solidFill>
            </a:ln>
          </p:spPr>
        </p:sp>
        <p:sp>
          <p:nvSpPr>
            <p:cNvPr id="101" name="B">
              <a:extLst>
                <a:ext uri="{FF2B5EF4-FFF2-40B4-BE49-F238E27FC236}">
                  <ns2:creationId id="{8C82149B-A52C-4993-8535-2149ED0FA35E}"/>
                </a:ext>
              </a:extLst>
            </p:cNvPr>
            <p:cNvSpPr>
              <a:spLocks noGrp="1"/>
            </p:cNvSpPr>
            <p:nvPr/>
          </p:nvSpPr>
          <p:spPr>
            <a:xfrm>
              <a:off x="7106285" y="2562225"/>
              <a:ext cx="266700" cy="228600"/>
            </a:xfrm>
            <a:prstGeom prst="rect">
              <a:avLst/>
            </a:prstGeom>
            <a:noFill/>
            <a:ln w="0">
              <a:noFill/>
            </a:ln>
          </p:spPr>
          <p:txBody>
            <a:bodyPr wrap="none" lIns="0" tIns="0" rIns="0" bIns="0" anchor="ctr">
              <a:noAutofit/>
            </a:bodyPr>
            <a:lstStyle>
              <a:defPPr algn="ctr">
                <a:defRPr sz="1538" b="1">
                  <a:solidFill>
                    <a:srgbClr val="000000"/>
                  </a:solidFill>
                  <a:latin typeface="Arial"/>
                  <a:ea typeface="Arial"/>
                  <a:cs typeface="Arial"/>
                </a:defRPr>
              </a:defPPr>
              <a:lvl1pPr algn="ctr">
                <a:defRPr sz="1538" b="1">
                  <a:solidFill>
                    <a:srgbClr val="000000"/>
                  </a:solidFill>
                  <a:latin typeface="Arial"/>
                  <a:ea typeface="Arial"/>
                  <a:cs typeface="Arial"/>
                </a:defRPr>
              </a:lvl1pPr>
              <a:lvl2pPr algn="ctr">
                <a:defRPr sz="1538" b="1">
                  <a:solidFill>
                    <a:srgbClr val="000000"/>
                  </a:solidFill>
                  <a:latin typeface="Arial"/>
                  <a:ea typeface="Arial"/>
                  <a:cs typeface="Arial"/>
                </a:defRPr>
              </a:lvl2pPr>
              <a:lvl3pPr algn="ctr">
                <a:defRPr sz="1538" b="1">
                  <a:solidFill>
                    <a:srgbClr val="000000"/>
                  </a:solidFill>
                  <a:latin typeface="Arial"/>
                  <a:ea typeface="Arial"/>
                  <a:cs typeface="Arial"/>
                </a:defRPr>
              </a:lvl3pPr>
              <a:lvl4pPr algn="ctr">
                <a:defRPr sz="1538" b="1">
                  <a:solidFill>
                    <a:srgbClr val="000000"/>
                  </a:solidFill>
                  <a:latin typeface="Arial"/>
                  <a:ea typeface="Arial"/>
                  <a:cs typeface="Arial"/>
                </a:defRPr>
              </a:lvl4pPr>
              <a:lvl5pPr algn="ctr">
                <a:defRPr sz="1538" b="1">
                  <a:solidFill>
                    <a:srgbClr val="000000"/>
                  </a:solidFill>
                  <a:latin typeface="Arial"/>
                  <a:ea typeface="Arial"/>
                  <a:cs typeface="Arial"/>
                </a:defRPr>
              </a:lvl5pPr>
              <a:lvl6pPr algn="ctr">
                <a:defRPr sz="1538" b="1">
                  <a:solidFill>
                    <a:srgbClr val="000000"/>
                  </a:solidFill>
                  <a:latin typeface="Arial"/>
                  <a:ea typeface="Arial"/>
                  <a:cs typeface="Arial"/>
                </a:defRPr>
              </a:lvl6pPr>
              <a:lvl7pPr algn="ctr">
                <a:defRPr sz="1538" b="1">
                  <a:solidFill>
                    <a:srgbClr val="000000"/>
                  </a:solidFill>
                  <a:latin typeface="Arial"/>
                  <a:ea typeface="Arial"/>
                  <a:cs typeface="Arial"/>
                </a:defRPr>
              </a:lvl7pPr>
              <a:lvl8pPr algn="ctr">
                <a:defRPr sz="1538" b="1">
                  <a:solidFill>
                    <a:srgbClr val="000000"/>
                  </a:solidFill>
                  <a:latin typeface="Arial"/>
                  <a:ea typeface="Arial"/>
                  <a:cs typeface="Arial"/>
                </a:defRPr>
              </a:lvl8pPr>
              <a:lvl9pPr algn="ctr">
                <a:defRPr sz="1538" b="1">
                  <a:solidFill>
                    <a:srgbClr val="000000"/>
                  </a:solidFill>
                  <a:latin typeface="Arial"/>
                  <a:ea typeface="Arial"/>
                  <a:cs typeface="Arial"/>
                </a:defRPr>
              </a:lvl9pPr>
            </a:lstStyle>
            <a:p>
              <a:pPr algn="ctr">
                <a:defRPr sz="1538" b="1">
                  <a:solidFill>
                    <a:srgbClr val="000000"/>
                  </a:solidFill>
                  <a:latin typeface="Arial"/>
                  <a:ea typeface="Arial"/>
                  <a:cs typeface="Arial"/>
                </a:defRPr>
              </a:pPr>
              <a:r>
                <a:rPr sz="1538" b="1">
                  <a:solidFill>
                    <a:srgbClr val="000000"/>
                  </a:solidFill>
                  <a:latin typeface="Arial"/>
                  <a:ea typeface="Arial"/>
                  <a:cs typeface="Arial"/>
                </a:rPr>
                <a:t>B</a:t>
              </a:r>
            </a:p>
          </p:txBody>
        </p:sp>
        <p:sp>
          <p:nvSpPr>
            <p:cNvPr id="102" name="B exact d coordinate t38">
              <a:extLst>
                <a:ext uri="{FF2B5EF4-FFF2-40B4-BE49-F238E27FC236}">
                  <ns2:creationId id="{5EEAC270-6484-47A2-B1C0-E694DF83EA39}"/>
                </a:ext>
              </a:extLst>
            </p:cNvPr>
            <p:cNvSpPr>
              <a:spLocks noGrp="1"/>
            </p:cNvSpPr>
            <p:nvPr/>
          </p:nvSpPr>
          <p:spPr>
            <a:xfrm>
              <a:off x="7020560" y="2790825"/>
              <a:ext cx="438150" cy="219075"/>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64</a:t>
              </a:r>
            </a:p>
          </p:txBody>
        </p:sp>
        <p:sp>
          <p:nvSpPr>
            <p:cNvPr id="103" name="C matching d-axis marker t38">
              <a:extLst>
                <a:ext uri="{FF2B5EF4-FFF2-40B4-BE49-F238E27FC236}">
                  <ns2:creationId id="{D662AECF-61E1-4F59-B9EE-EB48098F0B3A}"/>
                </a:ext>
              </a:extLst>
            </p:cNvPr>
            <p:cNvSpPr>
              <a:spLocks noGrp="1"/>
            </p:cNvSpPr>
            <p:nvPr/>
          </p:nvSpPr>
          <p:spPr>
            <a:xfrm>
              <a:off x="7685405" y="2383155"/>
              <a:ext cx="148590" cy="148590"/>
            </a:xfrm>
            <a:prstGeom prst="ellipse">
              <a:avLst/>
            </a:prstGeom>
            <a:solidFill>
              <a:srgbClr val="D9E219"/>
            </a:solidFill>
            <a:ln w="19538">
              <a:solidFill>
                <a:srgbClr val="D9E219"/>
              </a:solidFill>
            </a:ln>
          </p:spPr>
        </p:sp>
        <p:sp>
          <p:nvSpPr>
            <p:cNvPr id="104" name="C">
              <a:extLst>
                <a:ext uri="{FF2B5EF4-FFF2-40B4-BE49-F238E27FC236}">
                  <ns2:creationId id="{5BD77894-061A-4A83-8715-5B1EDA28F391}"/>
                </a:ext>
              </a:extLst>
            </p:cNvPr>
            <p:cNvSpPr>
              <a:spLocks noGrp="1"/>
            </p:cNvSpPr>
            <p:nvPr/>
          </p:nvSpPr>
          <p:spPr>
            <a:xfrm>
              <a:off x="7626350" y="2562225"/>
              <a:ext cx="266700" cy="228600"/>
            </a:xfrm>
            <a:prstGeom prst="rect">
              <a:avLst/>
            </a:prstGeom>
            <a:noFill/>
            <a:ln w="0">
              <a:noFill/>
            </a:ln>
          </p:spPr>
          <p:txBody>
            <a:bodyPr wrap="none" lIns="0" tIns="0" rIns="0" bIns="0" anchor="ctr">
              <a:noAutofit/>
            </a:bodyPr>
            <a:lstStyle>
              <a:defPPr algn="ctr">
                <a:defRPr sz="1538" b="1">
                  <a:solidFill>
                    <a:srgbClr val="000000"/>
                  </a:solidFill>
                  <a:latin typeface="Arial"/>
                  <a:ea typeface="Arial"/>
                  <a:cs typeface="Arial"/>
                </a:defRPr>
              </a:defPPr>
              <a:lvl1pPr algn="ctr">
                <a:defRPr sz="1538" b="1">
                  <a:solidFill>
                    <a:srgbClr val="000000"/>
                  </a:solidFill>
                  <a:latin typeface="Arial"/>
                  <a:ea typeface="Arial"/>
                  <a:cs typeface="Arial"/>
                </a:defRPr>
              </a:lvl1pPr>
              <a:lvl2pPr algn="ctr">
                <a:defRPr sz="1538" b="1">
                  <a:solidFill>
                    <a:srgbClr val="000000"/>
                  </a:solidFill>
                  <a:latin typeface="Arial"/>
                  <a:ea typeface="Arial"/>
                  <a:cs typeface="Arial"/>
                </a:defRPr>
              </a:lvl2pPr>
              <a:lvl3pPr algn="ctr">
                <a:defRPr sz="1538" b="1">
                  <a:solidFill>
                    <a:srgbClr val="000000"/>
                  </a:solidFill>
                  <a:latin typeface="Arial"/>
                  <a:ea typeface="Arial"/>
                  <a:cs typeface="Arial"/>
                </a:defRPr>
              </a:lvl3pPr>
              <a:lvl4pPr algn="ctr">
                <a:defRPr sz="1538" b="1">
                  <a:solidFill>
                    <a:srgbClr val="000000"/>
                  </a:solidFill>
                  <a:latin typeface="Arial"/>
                  <a:ea typeface="Arial"/>
                  <a:cs typeface="Arial"/>
                </a:defRPr>
              </a:lvl4pPr>
              <a:lvl5pPr algn="ctr">
                <a:defRPr sz="1538" b="1">
                  <a:solidFill>
                    <a:srgbClr val="000000"/>
                  </a:solidFill>
                  <a:latin typeface="Arial"/>
                  <a:ea typeface="Arial"/>
                  <a:cs typeface="Arial"/>
                </a:defRPr>
              </a:lvl5pPr>
              <a:lvl6pPr algn="ctr">
                <a:defRPr sz="1538" b="1">
                  <a:solidFill>
                    <a:srgbClr val="000000"/>
                  </a:solidFill>
                  <a:latin typeface="Arial"/>
                  <a:ea typeface="Arial"/>
                  <a:cs typeface="Arial"/>
                </a:defRPr>
              </a:lvl6pPr>
              <a:lvl7pPr algn="ctr">
                <a:defRPr sz="1538" b="1">
                  <a:solidFill>
                    <a:srgbClr val="000000"/>
                  </a:solidFill>
                  <a:latin typeface="Arial"/>
                  <a:ea typeface="Arial"/>
                  <a:cs typeface="Arial"/>
                </a:defRPr>
              </a:lvl7pPr>
              <a:lvl8pPr algn="ctr">
                <a:defRPr sz="1538" b="1">
                  <a:solidFill>
                    <a:srgbClr val="000000"/>
                  </a:solidFill>
                  <a:latin typeface="Arial"/>
                  <a:ea typeface="Arial"/>
                  <a:cs typeface="Arial"/>
                </a:defRPr>
              </a:lvl8pPr>
              <a:lvl9pPr algn="ctr">
                <a:defRPr sz="1538" b="1">
                  <a:solidFill>
                    <a:srgbClr val="000000"/>
                  </a:solidFill>
                  <a:latin typeface="Arial"/>
                  <a:ea typeface="Arial"/>
                  <a:cs typeface="Arial"/>
                </a:defRPr>
              </a:lvl9pPr>
            </a:lstStyle>
            <a:p>
              <a:pPr algn="ctr">
                <a:defRPr sz="1538" b="1">
                  <a:solidFill>
                    <a:srgbClr val="000000"/>
                  </a:solidFill>
                  <a:latin typeface="Arial"/>
                  <a:ea typeface="Arial"/>
                  <a:cs typeface="Arial"/>
                </a:defRPr>
              </a:pPr>
              <a:r>
                <a:rPr sz="1538" b="1">
                  <a:solidFill>
                    <a:srgbClr val="000000"/>
                  </a:solidFill>
                  <a:latin typeface="Arial"/>
                  <a:ea typeface="Arial"/>
                  <a:cs typeface="Arial"/>
                </a:rPr>
                <a:t>C</a:t>
              </a:r>
            </a:p>
          </p:txBody>
        </p:sp>
        <p:sp>
          <p:nvSpPr>
            <p:cNvPr id="105" name="C exact d coordinate t38">
              <a:extLst>
                <a:ext uri="{FF2B5EF4-FFF2-40B4-BE49-F238E27FC236}">
                  <ns2:creationId id="{DEE26A8F-2326-4E26-A812-EA9625D4808E}"/>
                </a:ext>
              </a:extLst>
            </p:cNvPr>
            <p:cNvSpPr>
              <a:spLocks noGrp="1"/>
            </p:cNvSpPr>
            <p:nvPr/>
          </p:nvSpPr>
          <p:spPr>
            <a:xfrm>
              <a:off x="7540625" y="2790825"/>
              <a:ext cx="438150" cy="219075"/>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100</a:t>
              </a:r>
            </a:p>
          </p:txBody>
        </p:sp>
        <p:sp>
          <p:nvSpPr>
            <p:cNvPr id="106" name="t = 51">
              <a:extLst>
                <a:ext uri="{FF2B5EF4-FFF2-40B4-BE49-F238E27FC236}">
                  <ns2:creationId id="{8B909660-5516-4534-90C8-034A0B5787A5}"/>
                </a:ext>
              </a:extLst>
            </p:cNvPr>
            <p:cNvSpPr>
              <a:spLocks noGrp="1"/>
            </p:cNvSpPr>
            <p:nvPr/>
          </p:nvSpPr>
          <p:spPr>
            <a:xfrm>
              <a:off x="8277225" y="285750"/>
              <a:ext cx="1733550" cy="238125"/>
            </a:xfrm>
            <a:prstGeom prst="rect">
              <a:avLst/>
            </a:prstGeom>
            <a:noFill/>
            <a:ln w="0">
              <a:noFill/>
            </a:ln>
          </p:spPr>
          <p:txBody>
            <a:bodyPr wrap="none" lIns="0" tIns="0" rIns="0" bIns="0" anchor="ctr">
              <a:noAutofit/>
            </a:bodyPr>
            <a:lstStyle>
              <a:defPPr algn="ctr">
                <a:defRPr sz="1538" b="1">
                  <a:solidFill>
                    <a:srgbClr val="000000"/>
                  </a:solidFill>
                  <a:latin typeface="Arial"/>
                  <a:ea typeface="Arial"/>
                  <a:cs typeface="Arial"/>
                </a:defRPr>
              </a:defPPr>
              <a:lvl1pPr algn="ctr">
                <a:defRPr sz="1538" b="1">
                  <a:solidFill>
                    <a:srgbClr val="000000"/>
                  </a:solidFill>
                  <a:latin typeface="Arial"/>
                  <a:ea typeface="Arial"/>
                  <a:cs typeface="Arial"/>
                </a:defRPr>
              </a:lvl1pPr>
              <a:lvl2pPr algn="ctr">
                <a:defRPr sz="1538" b="1">
                  <a:solidFill>
                    <a:srgbClr val="000000"/>
                  </a:solidFill>
                  <a:latin typeface="Arial"/>
                  <a:ea typeface="Arial"/>
                  <a:cs typeface="Arial"/>
                </a:defRPr>
              </a:lvl2pPr>
              <a:lvl3pPr algn="ctr">
                <a:defRPr sz="1538" b="1">
                  <a:solidFill>
                    <a:srgbClr val="000000"/>
                  </a:solidFill>
                  <a:latin typeface="Arial"/>
                  <a:ea typeface="Arial"/>
                  <a:cs typeface="Arial"/>
                </a:defRPr>
              </a:lvl3pPr>
              <a:lvl4pPr algn="ctr">
                <a:defRPr sz="1538" b="1">
                  <a:solidFill>
                    <a:srgbClr val="000000"/>
                  </a:solidFill>
                  <a:latin typeface="Arial"/>
                  <a:ea typeface="Arial"/>
                  <a:cs typeface="Arial"/>
                </a:defRPr>
              </a:lvl4pPr>
              <a:lvl5pPr algn="ctr">
                <a:defRPr sz="1538" b="1">
                  <a:solidFill>
                    <a:srgbClr val="000000"/>
                  </a:solidFill>
                  <a:latin typeface="Arial"/>
                  <a:ea typeface="Arial"/>
                  <a:cs typeface="Arial"/>
                </a:defRPr>
              </a:lvl5pPr>
              <a:lvl6pPr algn="ctr">
                <a:defRPr sz="1538" b="1">
                  <a:solidFill>
                    <a:srgbClr val="000000"/>
                  </a:solidFill>
                  <a:latin typeface="Arial"/>
                  <a:ea typeface="Arial"/>
                  <a:cs typeface="Arial"/>
                </a:defRPr>
              </a:lvl6pPr>
              <a:lvl7pPr algn="ctr">
                <a:defRPr sz="1538" b="1">
                  <a:solidFill>
                    <a:srgbClr val="000000"/>
                  </a:solidFill>
                  <a:latin typeface="Arial"/>
                  <a:ea typeface="Arial"/>
                  <a:cs typeface="Arial"/>
                </a:defRPr>
              </a:lvl7pPr>
              <a:lvl8pPr algn="ctr">
                <a:defRPr sz="1538" b="1">
                  <a:solidFill>
                    <a:srgbClr val="000000"/>
                  </a:solidFill>
                  <a:latin typeface="Arial"/>
                  <a:ea typeface="Arial"/>
                  <a:cs typeface="Arial"/>
                </a:defRPr>
              </a:lvl8pPr>
              <a:lvl9pPr algn="ctr">
                <a:defRPr sz="1538" b="1">
                  <a:solidFill>
                    <a:srgbClr val="000000"/>
                  </a:solidFill>
                  <a:latin typeface="Arial"/>
                  <a:ea typeface="Arial"/>
                  <a:cs typeface="Arial"/>
                </a:defRPr>
              </a:lvl9pPr>
            </a:lstStyle>
            <a:p>
              <a:pPr algn="ctr">
                <a:defRPr sz="1538" b="1">
                  <a:solidFill>
                    <a:srgbClr val="000000"/>
                  </a:solidFill>
                  <a:latin typeface="Arial"/>
                  <a:ea typeface="Arial"/>
                  <a:cs typeface="Arial"/>
                </a:defRPr>
              </a:pPr>
              <a:r>
                <a:rPr sz="1538" b="1">
                  <a:solidFill>
                    <a:srgbClr val="000000"/>
                  </a:solidFill>
                  <a:latin typeface="Arial"/>
                  <a:ea typeface="Arial"/>
                  <a:cs typeface="Arial"/>
                </a:rPr>
                <a:t>t = 51</a:t>
              </a:r>
            </a:p>
          </p:txBody>
        </p:sp>
        <p:pic>
          <p:nvPicPr>
            <p:cNvPr id="107" name="">
              <a:extLst>
                <a:ext uri="{FF2B5EF4-FFF2-40B4-BE49-F238E27FC236}">
                  <ns2:creationId id="{99049792-F83B-4D8A-AA77-FF0181C2348F}"/>
                </a:ext>
              </a:extLst>
            </p:cNvPr>
            <p:cNvPicPr>
              <a:picLocks noChangeAspect="1"/>
            </p:cNvPicPr>
            <p:nvPr/>
          </p:nvPicPr>
          <p:blipFill>
            <a:blip r:embed="R88659059dc254568"/>
            <a:stretch/>
          </p:blipFill>
          <p:spPr>
            <a:xfrm>
              <a:off x="8277225" y="552450"/>
              <a:ext cx="1733550" cy="1733550"/>
            </a:xfrm>
            <a:prstGeom prst="rect">
              <a:avLst/>
            </a:prstGeom>
          </p:spPr>
        </p:pic>
        <p:sp>
          <p:nvSpPr>
            <p:cNvPr id="108" name="Scientific domain frame">
              <a:extLst>
                <a:ext uri="{FF2B5EF4-FFF2-40B4-BE49-F238E27FC236}">
                  <ns2:creationId id="{66FFDE51-4AE0-4FD1-9978-7B588F35733A}"/>
                </a:ext>
              </a:extLst>
            </p:cNvPr>
            <p:cNvSpPr>
              <a:spLocks noGrp="1"/>
            </p:cNvSpPr>
            <p:nvPr/>
          </p:nvSpPr>
          <p:spPr>
            <a:xfrm>
              <a:off x="8277225" y="552450"/>
              <a:ext cx="1733550" cy="1733550"/>
            </a:xfrm>
            <a:prstGeom prst="rect">
              <a:avLst/>
            </a:prstGeom>
            <a:noFill/>
            <a:ln w="7815">
              <a:solidFill>
                <a:srgbClr val="000000"/>
              </a:solidFill>
            </a:ln>
          </p:spPr>
        </p:sp>
        <p:sp>
          <p:nvSpPr>
            <p:cNvPr id="109" name="A source-to-d projection t51">
              <a:extLst>
                <a:ext uri="{FF2B5EF4-FFF2-40B4-BE49-F238E27FC236}">
                  <ns2:creationId id="{52B92996-42A9-4CC5-B819-284653A6D9A9}"/>
                </a:ext>
              </a:extLst>
            </p:cNvPr>
            <p:cNvSpPr>
              <a:spLocks noGrp="1"/>
            </p:cNvSpPr>
            <p:nvPr/>
          </p:nvSpPr>
          <p:spPr>
            <a:xfrm>
              <a:off x="8566150" y="2038985"/>
              <a:ext cx="95" cy="376555"/>
            </a:xfrm>
            <a:custGeom>
              <a:pathLst>
                <a:path w="95" h="490855">
                  <a:moveTo>
                    <a:pt x="0" y="0"/>
                  </a:moveTo>
                  <a:lnTo>
                    <a:pt x="0" y="490855"/>
                  </a:lnTo>
                </a:path>
              </a:pathLst>
            </a:custGeom>
            <a:noFill/>
            <a:ln w="12211">
              <a:solidFill>
                <a:srgbClr val="000000"/>
              </a:solidFill>
              <a:prstDash val="dash"/>
            </a:ln>
          </p:spPr>
        </p:sp>
        <p:sp>
          <p:nvSpPr>
            <p:cNvPr id="110" name="B source-to-d projection t51">
              <a:extLst>
                <a:ext uri="{FF2B5EF4-FFF2-40B4-BE49-F238E27FC236}">
                  <ns2:creationId id="{11DBD3C3-85D6-474D-A06D-801846435524}"/>
                </a:ext>
              </a:extLst>
            </p:cNvPr>
            <p:cNvSpPr>
              <a:spLocks noGrp="1"/>
            </p:cNvSpPr>
            <p:nvPr/>
          </p:nvSpPr>
          <p:spPr>
            <a:xfrm>
              <a:off x="9324578" y="1657906"/>
              <a:ext cx="95" cy="741442"/>
            </a:xfrm>
            <a:custGeom>
              <a:pathLst>
                <a:path w="95" h="855742">
                  <a:moveTo>
                    <a:pt x="0" y="0"/>
                  </a:moveTo>
                  <a:lnTo>
                    <a:pt x="0" y="855742"/>
                  </a:lnTo>
                </a:path>
              </a:pathLst>
            </a:custGeom>
            <a:noFill/>
            <a:ln w="12211">
              <a:solidFill>
                <a:srgbClr val="000000"/>
              </a:solidFill>
              <a:prstDash val="dash"/>
            </a:ln>
          </p:spPr>
        </p:sp>
        <p:sp>
          <p:nvSpPr>
            <p:cNvPr id="111" name="C source-to-d projection t51">
              <a:extLst>
                <a:ext uri="{FF2B5EF4-FFF2-40B4-BE49-F238E27FC236}">
                  <ns2:creationId id="{61B1C5C2-0510-4CAC-86EB-7818F72EBADD}"/>
                </a:ext>
              </a:extLst>
            </p:cNvPr>
            <p:cNvSpPr>
              <a:spLocks noGrp="1"/>
            </p:cNvSpPr>
            <p:nvPr/>
          </p:nvSpPr>
          <p:spPr>
            <a:xfrm>
              <a:off x="9721850" y="915670"/>
              <a:ext cx="95" cy="1467485"/>
            </a:xfrm>
            <a:custGeom>
              <a:pathLst>
                <a:path w="95" h="1581785">
                  <a:moveTo>
                    <a:pt x="0" y="0"/>
                  </a:moveTo>
                  <a:lnTo>
                    <a:pt x="0" y="1581785"/>
                  </a:lnTo>
                </a:path>
              </a:pathLst>
            </a:custGeom>
            <a:noFill/>
            <a:ln w="12211">
              <a:solidFill>
                <a:srgbClr val="000000"/>
              </a:solidFill>
              <a:prstDash val="dash"/>
            </a:ln>
          </p:spPr>
        </p:sp>
        <p:sp>
          <p:nvSpPr>
            <p:cNvPr id="112" name="A source identity marker t51">
              <a:extLst>
                <a:ext uri="{FF2B5EF4-FFF2-40B4-BE49-F238E27FC236}">
                  <ns2:creationId id="{A119E0D4-07A4-42C4-A6F7-1E796B0924BE}"/>
                </a:ext>
              </a:extLst>
            </p:cNvPr>
            <p:cNvSpPr>
              <a:spLocks noGrp="1"/>
            </p:cNvSpPr>
            <p:nvPr/>
          </p:nvSpPr>
          <p:spPr>
            <a:xfrm>
              <a:off x="8524240" y="1955165"/>
              <a:ext cx="83820" cy="83820"/>
            </a:xfrm>
            <a:prstGeom prst="ellipse">
              <a:avLst/>
            </a:prstGeom>
            <a:noFill/>
            <a:ln w="19538">
              <a:solidFill>
                <a:srgbClr val="ECE51B"/>
              </a:solidFill>
            </a:ln>
          </p:spPr>
        </p:sp>
        <p:sp>
          <p:nvSpPr>
            <p:cNvPr id="113" name="A black source label t51">
              <a:extLst>
                <a:ext uri="{FF2B5EF4-FFF2-40B4-BE49-F238E27FC236}">
                  <ns2:creationId id="{057BC686-D64D-45B2-8F6C-C1F4FB507E65}"/>
                </a:ext>
              </a:extLst>
            </p:cNvPr>
            <p:cNvSpPr>
              <a:spLocks noGrp="1"/>
            </p:cNvSpPr>
            <p:nvPr/>
          </p:nvSpPr>
          <p:spPr>
            <a:xfrm>
              <a:off x="8661400" y="1749425"/>
              <a:ext cx="257175" cy="238125"/>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A</a:t>
              </a:r>
            </a:p>
          </p:txBody>
        </p:sp>
        <p:sp>
          <p:nvSpPr>
            <p:cNvPr id="114" name="B source identity marker t51">
              <a:extLst>
                <a:ext uri="{FF2B5EF4-FFF2-40B4-BE49-F238E27FC236}">
                  <ns2:creationId id="{CC054422-1AC2-489A-AEEC-93FB16706E7F}"/>
                </a:ext>
              </a:extLst>
            </p:cNvPr>
            <p:cNvSpPr>
              <a:spLocks noGrp="1"/>
            </p:cNvSpPr>
            <p:nvPr/>
          </p:nvSpPr>
          <p:spPr>
            <a:xfrm>
              <a:off x="9266476" y="1541701"/>
              <a:ext cx="116205" cy="116205"/>
            </a:xfrm>
            <a:prstGeom prst="ellipse">
              <a:avLst/>
            </a:prstGeom>
            <a:noFill/>
            <a:ln w="19538">
              <a:solidFill>
                <a:srgbClr val="FDE725"/>
              </a:solidFill>
            </a:ln>
          </p:spPr>
        </p:sp>
        <p:sp>
          <p:nvSpPr>
            <p:cNvPr id="115" name="B black source label t51">
              <a:extLst>
                <a:ext uri="{FF2B5EF4-FFF2-40B4-BE49-F238E27FC236}">
                  <ns2:creationId id="{E66540AD-95E4-4D7C-A108-CD830DD54858}"/>
                </a:ext>
              </a:extLst>
            </p:cNvPr>
            <p:cNvSpPr>
              <a:spLocks noGrp="1"/>
            </p:cNvSpPr>
            <p:nvPr/>
          </p:nvSpPr>
          <p:spPr>
            <a:xfrm>
              <a:off x="9419828" y="1352153"/>
              <a:ext cx="257175" cy="238125"/>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B</a:t>
              </a:r>
            </a:p>
          </p:txBody>
        </p:sp>
        <p:sp>
          <p:nvSpPr>
            <p:cNvPr id="116" name="C source identity marker t51">
              <a:extLst>
                <a:ext uri="{FF2B5EF4-FFF2-40B4-BE49-F238E27FC236}">
                  <ns2:creationId id="{19A2118B-1094-4DEC-99A1-76FE711C7CC1}"/>
                </a:ext>
              </a:extLst>
            </p:cNvPr>
            <p:cNvSpPr>
              <a:spLocks noGrp="1"/>
            </p:cNvSpPr>
            <p:nvPr/>
          </p:nvSpPr>
          <p:spPr>
            <a:xfrm>
              <a:off x="9647555" y="767080"/>
              <a:ext cx="148590" cy="148590"/>
            </a:xfrm>
            <a:prstGeom prst="ellipse">
              <a:avLst/>
            </a:prstGeom>
            <a:noFill/>
            <a:ln w="19538">
              <a:solidFill>
                <a:srgbClr val="D9E219"/>
              </a:solidFill>
            </a:ln>
          </p:spPr>
        </p:sp>
        <p:sp>
          <p:nvSpPr>
            <p:cNvPr id="117" name="C black source label t51">
              <a:extLst>
                <a:ext uri="{FF2B5EF4-FFF2-40B4-BE49-F238E27FC236}">
                  <ns2:creationId id="{85A47A0E-FEA6-4315-B44D-FEA0B678D466}"/>
                </a:ext>
              </a:extLst>
            </p:cNvPr>
            <p:cNvSpPr>
              <a:spLocks noGrp="1"/>
            </p:cNvSpPr>
            <p:nvPr/>
          </p:nvSpPr>
          <p:spPr>
            <a:xfrm>
              <a:off x="9817100" y="593725"/>
              <a:ext cx="257175" cy="238125"/>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C</a:t>
              </a:r>
            </a:p>
          </p:txBody>
        </p:sp>
        <p:sp>
          <p:nvSpPr>
            <p:cNvPr id="118" name="Scientific line">
              <a:extLst>
                <a:ext uri="{FF2B5EF4-FFF2-40B4-BE49-F238E27FC236}">
                  <ns2:creationId id="{87B29C76-D0B1-4A17-BAD3-0F36B7C85842}"/>
                </a:ext>
              </a:extLst>
            </p:cNvPr>
            <p:cNvSpPr>
              <a:spLocks noGrp="1"/>
            </p:cNvSpPr>
            <p:nvPr/>
          </p:nvSpPr>
          <p:spPr>
            <a:xfrm>
              <a:off x="8277225" y="2457450"/>
              <a:ext cx="1733550" cy="95"/>
            </a:xfrm>
            <a:custGeom>
              <a:pathLst>
                <a:path w="1733550" h="95">
                  <a:moveTo>
                    <a:pt x="0" y="0"/>
                  </a:moveTo>
                  <a:lnTo>
                    <a:pt x="1733550" y="0"/>
                  </a:lnTo>
                </a:path>
              </a:pathLst>
            </a:custGeom>
            <a:noFill/>
            <a:ln w="11723">
              <a:solidFill>
                <a:srgbClr val="000000"/>
              </a:solidFill>
              <a:prstDash val="solid"/>
            </a:ln>
          </p:spPr>
        </p:sp>
        <p:sp>
          <p:nvSpPr>
            <p:cNvPr id="119" name="Scientific line">
              <a:extLst>
                <a:ext uri="{FF2B5EF4-FFF2-40B4-BE49-F238E27FC236}">
                  <ns2:creationId id="{0635C3EF-956F-4C1B-B8E9-46D8FEF9B2DC}"/>
                </a:ext>
              </a:extLst>
            </p:cNvPr>
            <p:cNvSpPr>
              <a:spLocks noGrp="1"/>
            </p:cNvSpPr>
            <p:nvPr/>
          </p:nvSpPr>
          <p:spPr>
            <a:xfrm>
              <a:off x="9953625" y="2428875"/>
              <a:ext cx="57150" cy="28575"/>
            </a:xfrm>
            <a:custGeom>
              <a:pathLst>
                <a:path w="57150" h="28575">
                  <a:moveTo>
                    <a:pt x="0" y="0"/>
                  </a:moveTo>
                  <a:lnTo>
                    <a:pt x="57150" y="28575"/>
                  </a:lnTo>
                </a:path>
              </a:pathLst>
            </a:custGeom>
            <a:noFill/>
            <a:ln w="11723">
              <a:solidFill>
                <a:srgbClr val="000000"/>
              </a:solidFill>
              <a:prstDash val="solid"/>
            </a:ln>
          </p:spPr>
        </p:sp>
        <p:sp>
          <p:nvSpPr>
            <p:cNvPr id="120" name="Scientific line">
              <a:extLst>
                <a:ext uri="{FF2B5EF4-FFF2-40B4-BE49-F238E27FC236}">
                  <ns2:creationId id="{80D394E6-21C0-4D83-B4E4-ACB024BFF5AD}"/>
                </a:ext>
              </a:extLst>
            </p:cNvPr>
            <p:cNvSpPr>
              <a:spLocks noGrp="1"/>
            </p:cNvSpPr>
            <p:nvPr/>
          </p:nvSpPr>
          <p:spPr>
            <a:xfrm>
              <a:off x="9953625" y="2457450"/>
              <a:ext cx="57150" cy="28575"/>
            </a:xfrm>
            <a:custGeom>
              <a:pathLst>
                <a:path w="57150" h="28575">
                  <a:moveTo>
                    <a:pt x="0" y="28575"/>
                  </a:moveTo>
                  <a:lnTo>
                    <a:pt x="57150" y="0"/>
                  </a:lnTo>
                </a:path>
              </a:pathLst>
            </a:custGeom>
            <a:noFill/>
            <a:ln w="11723">
              <a:solidFill>
                <a:srgbClr val="000000"/>
              </a:solidFill>
              <a:prstDash val="solid"/>
            </a:ln>
          </p:spPr>
        </p:sp>
        <p:sp>
          <p:nvSpPr>
            <p:cNvPr id="121" name="A matching d-axis marker t51">
              <a:extLst>
                <a:ext uri="{FF2B5EF4-FFF2-40B4-BE49-F238E27FC236}">
                  <ns2:creationId id="{EDC2D23D-F3C6-4D66-907E-2029D9675F83}"/>
                </a:ext>
              </a:extLst>
            </p:cNvPr>
            <p:cNvSpPr>
              <a:spLocks noGrp="1"/>
            </p:cNvSpPr>
            <p:nvPr/>
          </p:nvSpPr>
          <p:spPr>
            <a:xfrm>
              <a:off x="8524240" y="2415540"/>
              <a:ext cx="83820" cy="83820"/>
            </a:xfrm>
            <a:prstGeom prst="ellipse">
              <a:avLst/>
            </a:prstGeom>
            <a:solidFill>
              <a:srgbClr val="ECE51B"/>
            </a:solidFill>
            <a:ln w="19538">
              <a:solidFill>
                <a:srgbClr val="ECE51B"/>
              </a:solidFill>
            </a:ln>
          </p:spPr>
        </p:sp>
        <p:sp>
          <p:nvSpPr>
            <p:cNvPr id="122" name="A">
              <a:extLst>
                <a:ext uri="{FF2B5EF4-FFF2-40B4-BE49-F238E27FC236}">
                  <ns2:creationId id="{05E158E6-221E-41B9-ADB4-225A9D505DE2}"/>
                </a:ext>
              </a:extLst>
            </p:cNvPr>
            <p:cNvSpPr>
              <a:spLocks noGrp="1"/>
            </p:cNvSpPr>
            <p:nvPr/>
          </p:nvSpPr>
          <p:spPr>
            <a:xfrm>
              <a:off x="8432800" y="2562225"/>
              <a:ext cx="266700" cy="228600"/>
            </a:xfrm>
            <a:prstGeom prst="rect">
              <a:avLst/>
            </a:prstGeom>
            <a:noFill/>
            <a:ln w="0">
              <a:noFill/>
            </a:ln>
          </p:spPr>
          <p:txBody>
            <a:bodyPr wrap="none" lIns="0" tIns="0" rIns="0" bIns="0" anchor="ctr">
              <a:noAutofit/>
            </a:bodyPr>
            <a:lstStyle>
              <a:defPPr algn="ctr">
                <a:defRPr sz="1538" b="1">
                  <a:solidFill>
                    <a:srgbClr val="000000"/>
                  </a:solidFill>
                  <a:latin typeface="Arial"/>
                  <a:ea typeface="Arial"/>
                  <a:cs typeface="Arial"/>
                </a:defRPr>
              </a:defPPr>
              <a:lvl1pPr algn="ctr">
                <a:defRPr sz="1538" b="1">
                  <a:solidFill>
                    <a:srgbClr val="000000"/>
                  </a:solidFill>
                  <a:latin typeface="Arial"/>
                  <a:ea typeface="Arial"/>
                  <a:cs typeface="Arial"/>
                </a:defRPr>
              </a:lvl1pPr>
              <a:lvl2pPr algn="ctr">
                <a:defRPr sz="1538" b="1">
                  <a:solidFill>
                    <a:srgbClr val="000000"/>
                  </a:solidFill>
                  <a:latin typeface="Arial"/>
                  <a:ea typeface="Arial"/>
                  <a:cs typeface="Arial"/>
                </a:defRPr>
              </a:lvl2pPr>
              <a:lvl3pPr algn="ctr">
                <a:defRPr sz="1538" b="1">
                  <a:solidFill>
                    <a:srgbClr val="000000"/>
                  </a:solidFill>
                  <a:latin typeface="Arial"/>
                  <a:ea typeface="Arial"/>
                  <a:cs typeface="Arial"/>
                </a:defRPr>
              </a:lvl3pPr>
              <a:lvl4pPr algn="ctr">
                <a:defRPr sz="1538" b="1">
                  <a:solidFill>
                    <a:srgbClr val="000000"/>
                  </a:solidFill>
                  <a:latin typeface="Arial"/>
                  <a:ea typeface="Arial"/>
                  <a:cs typeface="Arial"/>
                </a:defRPr>
              </a:lvl4pPr>
              <a:lvl5pPr algn="ctr">
                <a:defRPr sz="1538" b="1">
                  <a:solidFill>
                    <a:srgbClr val="000000"/>
                  </a:solidFill>
                  <a:latin typeface="Arial"/>
                  <a:ea typeface="Arial"/>
                  <a:cs typeface="Arial"/>
                </a:defRPr>
              </a:lvl5pPr>
              <a:lvl6pPr algn="ctr">
                <a:defRPr sz="1538" b="1">
                  <a:solidFill>
                    <a:srgbClr val="000000"/>
                  </a:solidFill>
                  <a:latin typeface="Arial"/>
                  <a:ea typeface="Arial"/>
                  <a:cs typeface="Arial"/>
                </a:defRPr>
              </a:lvl6pPr>
              <a:lvl7pPr algn="ctr">
                <a:defRPr sz="1538" b="1">
                  <a:solidFill>
                    <a:srgbClr val="000000"/>
                  </a:solidFill>
                  <a:latin typeface="Arial"/>
                  <a:ea typeface="Arial"/>
                  <a:cs typeface="Arial"/>
                </a:defRPr>
              </a:lvl7pPr>
              <a:lvl8pPr algn="ctr">
                <a:defRPr sz="1538" b="1">
                  <a:solidFill>
                    <a:srgbClr val="000000"/>
                  </a:solidFill>
                  <a:latin typeface="Arial"/>
                  <a:ea typeface="Arial"/>
                  <a:cs typeface="Arial"/>
                </a:defRPr>
              </a:lvl8pPr>
              <a:lvl9pPr algn="ctr">
                <a:defRPr sz="1538" b="1">
                  <a:solidFill>
                    <a:srgbClr val="000000"/>
                  </a:solidFill>
                  <a:latin typeface="Arial"/>
                  <a:ea typeface="Arial"/>
                  <a:cs typeface="Arial"/>
                </a:defRPr>
              </a:lvl9pPr>
            </a:lstStyle>
            <a:p>
              <a:pPr algn="ctr">
                <a:defRPr sz="1538" b="1">
                  <a:solidFill>
                    <a:srgbClr val="000000"/>
                  </a:solidFill>
                  <a:latin typeface="Arial"/>
                  <a:ea typeface="Arial"/>
                  <a:cs typeface="Arial"/>
                </a:defRPr>
              </a:pPr>
              <a:r>
                <a:rPr sz="1538" b="1">
                  <a:solidFill>
                    <a:srgbClr val="000000"/>
                  </a:solidFill>
                  <a:latin typeface="Arial"/>
                  <a:ea typeface="Arial"/>
                  <a:cs typeface="Arial"/>
                </a:rPr>
                <a:t>A</a:t>
              </a:r>
            </a:p>
          </p:txBody>
        </p:sp>
        <p:sp>
          <p:nvSpPr>
            <p:cNvPr id="123" name="A exact d coordinate t51">
              <a:extLst>
                <a:ext uri="{FF2B5EF4-FFF2-40B4-BE49-F238E27FC236}">
                  <ns2:creationId id="{746FB3A5-4403-4816-AB73-E93897583354}"/>
                </a:ext>
              </a:extLst>
            </p:cNvPr>
            <p:cNvSpPr>
              <a:spLocks noGrp="1"/>
            </p:cNvSpPr>
            <p:nvPr/>
          </p:nvSpPr>
          <p:spPr>
            <a:xfrm>
              <a:off x="8347075" y="2790825"/>
              <a:ext cx="438150" cy="219075"/>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20</a:t>
              </a:r>
            </a:p>
          </p:txBody>
        </p:sp>
        <p:sp>
          <p:nvSpPr>
            <p:cNvPr id="124" name="B matching d-axis marker t51">
              <a:extLst>
                <a:ext uri="{FF2B5EF4-FFF2-40B4-BE49-F238E27FC236}">
                  <ns2:creationId id="{361E8A6B-F41B-43D1-B66B-190D8F3E6159}"/>
                </a:ext>
              </a:extLst>
            </p:cNvPr>
            <p:cNvSpPr>
              <a:spLocks noGrp="1"/>
            </p:cNvSpPr>
            <p:nvPr/>
          </p:nvSpPr>
          <p:spPr>
            <a:xfrm>
              <a:off x="9266476" y="2399348"/>
              <a:ext cx="116205" cy="116205"/>
            </a:xfrm>
            <a:prstGeom prst="ellipse">
              <a:avLst/>
            </a:prstGeom>
            <a:solidFill>
              <a:srgbClr val="FDE725"/>
            </a:solidFill>
            <a:ln w="19538">
              <a:solidFill>
                <a:srgbClr val="FDE725"/>
              </a:solidFill>
            </a:ln>
          </p:spPr>
        </p:sp>
        <p:sp>
          <p:nvSpPr>
            <p:cNvPr id="125" name="B">
              <a:extLst>
                <a:ext uri="{FF2B5EF4-FFF2-40B4-BE49-F238E27FC236}">
                  <ns2:creationId id="{2FD2B57E-5A2D-4E9C-8FC1-69842BF1920C}"/>
                </a:ext>
              </a:extLst>
            </p:cNvPr>
            <p:cNvSpPr>
              <a:spLocks noGrp="1"/>
            </p:cNvSpPr>
            <p:nvPr/>
          </p:nvSpPr>
          <p:spPr>
            <a:xfrm>
              <a:off x="9191228" y="2562225"/>
              <a:ext cx="266700" cy="228600"/>
            </a:xfrm>
            <a:prstGeom prst="rect">
              <a:avLst/>
            </a:prstGeom>
            <a:noFill/>
            <a:ln w="0">
              <a:noFill/>
            </a:ln>
          </p:spPr>
          <p:txBody>
            <a:bodyPr wrap="none" lIns="0" tIns="0" rIns="0" bIns="0" anchor="ctr">
              <a:noAutofit/>
            </a:bodyPr>
            <a:lstStyle>
              <a:defPPr algn="ctr">
                <a:defRPr sz="1538" b="1">
                  <a:solidFill>
                    <a:srgbClr val="000000"/>
                  </a:solidFill>
                  <a:latin typeface="Arial"/>
                  <a:ea typeface="Arial"/>
                  <a:cs typeface="Arial"/>
                </a:defRPr>
              </a:defPPr>
              <a:lvl1pPr algn="ctr">
                <a:defRPr sz="1538" b="1">
                  <a:solidFill>
                    <a:srgbClr val="000000"/>
                  </a:solidFill>
                  <a:latin typeface="Arial"/>
                  <a:ea typeface="Arial"/>
                  <a:cs typeface="Arial"/>
                </a:defRPr>
              </a:lvl1pPr>
              <a:lvl2pPr algn="ctr">
                <a:defRPr sz="1538" b="1">
                  <a:solidFill>
                    <a:srgbClr val="000000"/>
                  </a:solidFill>
                  <a:latin typeface="Arial"/>
                  <a:ea typeface="Arial"/>
                  <a:cs typeface="Arial"/>
                </a:defRPr>
              </a:lvl2pPr>
              <a:lvl3pPr algn="ctr">
                <a:defRPr sz="1538" b="1">
                  <a:solidFill>
                    <a:srgbClr val="000000"/>
                  </a:solidFill>
                  <a:latin typeface="Arial"/>
                  <a:ea typeface="Arial"/>
                  <a:cs typeface="Arial"/>
                </a:defRPr>
              </a:lvl3pPr>
              <a:lvl4pPr algn="ctr">
                <a:defRPr sz="1538" b="1">
                  <a:solidFill>
                    <a:srgbClr val="000000"/>
                  </a:solidFill>
                  <a:latin typeface="Arial"/>
                  <a:ea typeface="Arial"/>
                  <a:cs typeface="Arial"/>
                </a:defRPr>
              </a:lvl4pPr>
              <a:lvl5pPr algn="ctr">
                <a:defRPr sz="1538" b="1">
                  <a:solidFill>
                    <a:srgbClr val="000000"/>
                  </a:solidFill>
                  <a:latin typeface="Arial"/>
                  <a:ea typeface="Arial"/>
                  <a:cs typeface="Arial"/>
                </a:defRPr>
              </a:lvl5pPr>
              <a:lvl6pPr algn="ctr">
                <a:defRPr sz="1538" b="1">
                  <a:solidFill>
                    <a:srgbClr val="000000"/>
                  </a:solidFill>
                  <a:latin typeface="Arial"/>
                  <a:ea typeface="Arial"/>
                  <a:cs typeface="Arial"/>
                </a:defRPr>
              </a:lvl6pPr>
              <a:lvl7pPr algn="ctr">
                <a:defRPr sz="1538" b="1">
                  <a:solidFill>
                    <a:srgbClr val="000000"/>
                  </a:solidFill>
                  <a:latin typeface="Arial"/>
                  <a:ea typeface="Arial"/>
                  <a:cs typeface="Arial"/>
                </a:defRPr>
              </a:lvl7pPr>
              <a:lvl8pPr algn="ctr">
                <a:defRPr sz="1538" b="1">
                  <a:solidFill>
                    <a:srgbClr val="000000"/>
                  </a:solidFill>
                  <a:latin typeface="Arial"/>
                  <a:ea typeface="Arial"/>
                  <a:cs typeface="Arial"/>
                </a:defRPr>
              </a:lvl8pPr>
              <a:lvl9pPr algn="ctr">
                <a:defRPr sz="1538" b="1">
                  <a:solidFill>
                    <a:srgbClr val="000000"/>
                  </a:solidFill>
                  <a:latin typeface="Arial"/>
                  <a:ea typeface="Arial"/>
                  <a:cs typeface="Arial"/>
                </a:defRPr>
              </a:lvl9pPr>
            </a:lstStyle>
            <a:p>
              <a:pPr algn="ctr">
                <a:defRPr sz="1538" b="1">
                  <a:solidFill>
                    <a:srgbClr val="000000"/>
                  </a:solidFill>
                  <a:latin typeface="Arial"/>
                  <a:ea typeface="Arial"/>
                  <a:cs typeface="Arial"/>
                </a:defRPr>
              </a:pPr>
              <a:r>
                <a:rPr sz="1538" b="1">
                  <a:solidFill>
                    <a:srgbClr val="000000"/>
                  </a:solidFill>
                  <a:latin typeface="Arial"/>
                  <a:ea typeface="Arial"/>
                  <a:cs typeface="Arial"/>
                </a:rPr>
                <a:t>B</a:t>
              </a:r>
            </a:p>
          </p:txBody>
        </p:sp>
        <p:sp>
          <p:nvSpPr>
            <p:cNvPr id="126" name="B exact d coordinate t51">
              <a:extLst>
                <a:ext uri="{FF2B5EF4-FFF2-40B4-BE49-F238E27FC236}">
                  <ns2:creationId id="{DDD93658-4B41-4766-9649-7972DA42CCE8}"/>
                </a:ext>
              </a:extLst>
            </p:cNvPr>
            <p:cNvSpPr>
              <a:spLocks noGrp="1"/>
            </p:cNvSpPr>
            <p:nvPr/>
          </p:nvSpPr>
          <p:spPr>
            <a:xfrm>
              <a:off x="9105503" y="2790825"/>
              <a:ext cx="438150" cy="219075"/>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72.5</a:t>
              </a:r>
            </a:p>
          </p:txBody>
        </p:sp>
        <p:sp>
          <p:nvSpPr>
            <p:cNvPr id="127" name="C matching d-axis marker t51">
              <a:extLst>
                <a:ext uri="{FF2B5EF4-FFF2-40B4-BE49-F238E27FC236}">
                  <ns2:creationId id="{EBD40BAB-F253-4A2F-94F7-A919625EA31A}"/>
                </a:ext>
              </a:extLst>
            </p:cNvPr>
            <p:cNvSpPr>
              <a:spLocks noGrp="1"/>
            </p:cNvSpPr>
            <p:nvPr/>
          </p:nvSpPr>
          <p:spPr>
            <a:xfrm>
              <a:off x="9647555" y="2383155"/>
              <a:ext cx="148590" cy="148590"/>
            </a:xfrm>
            <a:prstGeom prst="ellipse">
              <a:avLst/>
            </a:prstGeom>
            <a:solidFill>
              <a:srgbClr val="D9E219"/>
            </a:solidFill>
            <a:ln w="19538">
              <a:solidFill>
                <a:srgbClr val="D9E219"/>
              </a:solidFill>
            </a:ln>
          </p:spPr>
        </p:sp>
        <p:sp>
          <p:nvSpPr>
            <p:cNvPr id="128" name="C">
              <a:extLst>
                <a:ext uri="{FF2B5EF4-FFF2-40B4-BE49-F238E27FC236}">
                  <ns2:creationId id="{8544357D-F182-4497-A885-C33E63CED57D}"/>
                </a:ext>
              </a:extLst>
            </p:cNvPr>
            <p:cNvSpPr>
              <a:spLocks noGrp="1"/>
            </p:cNvSpPr>
            <p:nvPr/>
          </p:nvSpPr>
          <p:spPr>
            <a:xfrm>
              <a:off x="9588500" y="2562225"/>
              <a:ext cx="266700" cy="228600"/>
            </a:xfrm>
            <a:prstGeom prst="rect">
              <a:avLst/>
            </a:prstGeom>
            <a:noFill/>
            <a:ln w="0">
              <a:noFill/>
            </a:ln>
          </p:spPr>
          <p:txBody>
            <a:bodyPr wrap="none" lIns="0" tIns="0" rIns="0" bIns="0" anchor="ctr">
              <a:noAutofit/>
            </a:bodyPr>
            <a:lstStyle>
              <a:defPPr algn="ctr">
                <a:defRPr sz="1538" b="1">
                  <a:solidFill>
                    <a:srgbClr val="000000"/>
                  </a:solidFill>
                  <a:latin typeface="Arial"/>
                  <a:ea typeface="Arial"/>
                  <a:cs typeface="Arial"/>
                </a:defRPr>
              </a:defPPr>
              <a:lvl1pPr algn="ctr">
                <a:defRPr sz="1538" b="1">
                  <a:solidFill>
                    <a:srgbClr val="000000"/>
                  </a:solidFill>
                  <a:latin typeface="Arial"/>
                  <a:ea typeface="Arial"/>
                  <a:cs typeface="Arial"/>
                </a:defRPr>
              </a:lvl1pPr>
              <a:lvl2pPr algn="ctr">
                <a:defRPr sz="1538" b="1">
                  <a:solidFill>
                    <a:srgbClr val="000000"/>
                  </a:solidFill>
                  <a:latin typeface="Arial"/>
                  <a:ea typeface="Arial"/>
                  <a:cs typeface="Arial"/>
                </a:defRPr>
              </a:lvl2pPr>
              <a:lvl3pPr algn="ctr">
                <a:defRPr sz="1538" b="1">
                  <a:solidFill>
                    <a:srgbClr val="000000"/>
                  </a:solidFill>
                  <a:latin typeface="Arial"/>
                  <a:ea typeface="Arial"/>
                  <a:cs typeface="Arial"/>
                </a:defRPr>
              </a:lvl3pPr>
              <a:lvl4pPr algn="ctr">
                <a:defRPr sz="1538" b="1">
                  <a:solidFill>
                    <a:srgbClr val="000000"/>
                  </a:solidFill>
                  <a:latin typeface="Arial"/>
                  <a:ea typeface="Arial"/>
                  <a:cs typeface="Arial"/>
                </a:defRPr>
              </a:lvl4pPr>
              <a:lvl5pPr algn="ctr">
                <a:defRPr sz="1538" b="1">
                  <a:solidFill>
                    <a:srgbClr val="000000"/>
                  </a:solidFill>
                  <a:latin typeface="Arial"/>
                  <a:ea typeface="Arial"/>
                  <a:cs typeface="Arial"/>
                </a:defRPr>
              </a:lvl5pPr>
              <a:lvl6pPr algn="ctr">
                <a:defRPr sz="1538" b="1">
                  <a:solidFill>
                    <a:srgbClr val="000000"/>
                  </a:solidFill>
                  <a:latin typeface="Arial"/>
                  <a:ea typeface="Arial"/>
                  <a:cs typeface="Arial"/>
                </a:defRPr>
              </a:lvl6pPr>
              <a:lvl7pPr algn="ctr">
                <a:defRPr sz="1538" b="1">
                  <a:solidFill>
                    <a:srgbClr val="000000"/>
                  </a:solidFill>
                  <a:latin typeface="Arial"/>
                  <a:ea typeface="Arial"/>
                  <a:cs typeface="Arial"/>
                </a:defRPr>
              </a:lvl7pPr>
              <a:lvl8pPr algn="ctr">
                <a:defRPr sz="1538" b="1">
                  <a:solidFill>
                    <a:srgbClr val="000000"/>
                  </a:solidFill>
                  <a:latin typeface="Arial"/>
                  <a:ea typeface="Arial"/>
                  <a:cs typeface="Arial"/>
                </a:defRPr>
              </a:lvl8pPr>
              <a:lvl9pPr algn="ctr">
                <a:defRPr sz="1538" b="1">
                  <a:solidFill>
                    <a:srgbClr val="000000"/>
                  </a:solidFill>
                  <a:latin typeface="Arial"/>
                  <a:ea typeface="Arial"/>
                  <a:cs typeface="Arial"/>
                </a:defRPr>
              </a:lvl9pPr>
            </a:lstStyle>
            <a:p>
              <a:pPr algn="ctr">
                <a:defRPr sz="1538" b="1">
                  <a:solidFill>
                    <a:srgbClr val="000000"/>
                  </a:solidFill>
                  <a:latin typeface="Arial"/>
                  <a:ea typeface="Arial"/>
                  <a:cs typeface="Arial"/>
                </a:defRPr>
              </a:pPr>
              <a:r>
                <a:rPr sz="1538" b="1">
                  <a:solidFill>
                    <a:srgbClr val="000000"/>
                  </a:solidFill>
                  <a:latin typeface="Arial"/>
                  <a:ea typeface="Arial"/>
                  <a:cs typeface="Arial"/>
                </a:rPr>
                <a:t>C</a:t>
              </a:r>
            </a:p>
          </p:txBody>
        </p:sp>
        <p:sp>
          <p:nvSpPr>
            <p:cNvPr id="129" name="C exact d coordinate t51">
              <a:extLst>
                <a:ext uri="{FF2B5EF4-FFF2-40B4-BE49-F238E27FC236}">
                  <ns2:creationId id="{8C69A2B3-F35A-4BB9-A1AD-63EF29131525}"/>
                </a:ext>
              </a:extLst>
            </p:cNvPr>
            <p:cNvSpPr>
              <a:spLocks noGrp="1"/>
            </p:cNvSpPr>
            <p:nvPr/>
          </p:nvSpPr>
          <p:spPr>
            <a:xfrm>
              <a:off x="9502775" y="2790825"/>
              <a:ext cx="438150" cy="219075"/>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100</a:t>
              </a:r>
            </a:p>
          </p:txBody>
        </p:sp>
        <p:sp>
          <p:nvSpPr>
            <p:cNvPr id="130" name="t = 63">
              <a:extLst>
                <a:ext uri="{FF2B5EF4-FFF2-40B4-BE49-F238E27FC236}">
                  <ns2:creationId id="{716D8582-2D06-4026-88C8-74864A847CA4}"/>
                </a:ext>
              </a:extLst>
            </p:cNvPr>
            <p:cNvSpPr>
              <a:spLocks noGrp="1"/>
            </p:cNvSpPr>
            <p:nvPr/>
          </p:nvSpPr>
          <p:spPr>
            <a:xfrm>
              <a:off x="10239375" y="285750"/>
              <a:ext cx="1733550" cy="238125"/>
            </a:xfrm>
            <a:prstGeom prst="rect">
              <a:avLst/>
            </a:prstGeom>
            <a:noFill/>
            <a:ln w="0">
              <a:noFill/>
            </a:ln>
          </p:spPr>
          <p:txBody>
            <a:bodyPr wrap="none" lIns="0" tIns="0" rIns="0" bIns="0" anchor="ctr">
              <a:noAutofit/>
            </a:bodyPr>
            <a:lstStyle>
              <a:defPPr algn="ctr">
                <a:defRPr sz="1538" b="1">
                  <a:solidFill>
                    <a:srgbClr val="000000"/>
                  </a:solidFill>
                  <a:latin typeface="Arial"/>
                  <a:ea typeface="Arial"/>
                  <a:cs typeface="Arial"/>
                </a:defRPr>
              </a:defPPr>
              <a:lvl1pPr algn="ctr">
                <a:defRPr sz="1538" b="1">
                  <a:solidFill>
                    <a:srgbClr val="000000"/>
                  </a:solidFill>
                  <a:latin typeface="Arial"/>
                  <a:ea typeface="Arial"/>
                  <a:cs typeface="Arial"/>
                </a:defRPr>
              </a:lvl1pPr>
              <a:lvl2pPr algn="ctr">
                <a:defRPr sz="1538" b="1">
                  <a:solidFill>
                    <a:srgbClr val="000000"/>
                  </a:solidFill>
                  <a:latin typeface="Arial"/>
                  <a:ea typeface="Arial"/>
                  <a:cs typeface="Arial"/>
                </a:defRPr>
              </a:lvl2pPr>
              <a:lvl3pPr algn="ctr">
                <a:defRPr sz="1538" b="1">
                  <a:solidFill>
                    <a:srgbClr val="000000"/>
                  </a:solidFill>
                  <a:latin typeface="Arial"/>
                  <a:ea typeface="Arial"/>
                  <a:cs typeface="Arial"/>
                </a:defRPr>
              </a:lvl3pPr>
              <a:lvl4pPr algn="ctr">
                <a:defRPr sz="1538" b="1">
                  <a:solidFill>
                    <a:srgbClr val="000000"/>
                  </a:solidFill>
                  <a:latin typeface="Arial"/>
                  <a:ea typeface="Arial"/>
                  <a:cs typeface="Arial"/>
                </a:defRPr>
              </a:lvl4pPr>
              <a:lvl5pPr algn="ctr">
                <a:defRPr sz="1538" b="1">
                  <a:solidFill>
                    <a:srgbClr val="000000"/>
                  </a:solidFill>
                  <a:latin typeface="Arial"/>
                  <a:ea typeface="Arial"/>
                  <a:cs typeface="Arial"/>
                </a:defRPr>
              </a:lvl5pPr>
              <a:lvl6pPr algn="ctr">
                <a:defRPr sz="1538" b="1">
                  <a:solidFill>
                    <a:srgbClr val="000000"/>
                  </a:solidFill>
                  <a:latin typeface="Arial"/>
                  <a:ea typeface="Arial"/>
                  <a:cs typeface="Arial"/>
                </a:defRPr>
              </a:lvl6pPr>
              <a:lvl7pPr algn="ctr">
                <a:defRPr sz="1538" b="1">
                  <a:solidFill>
                    <a:srgbClr val="000000"/>
                  </a:solidFill>
                  <a:latin typeface="Arial"/>
                  <a:ea typeface="Arial"/>
                  <a:cs typeface="Arial"/>
                </a:defRPr>
              </a:lvl7pPr>
              <a:lvl8pPr algn="ctr">
                <a:defRPr sz="1538" b="1">
                  <a:solidFill>
                    <a:srgbClr val="000000"/>
                  </a:solidFill>
                  <a:latin typeface="Arial"/>
                  <a:ea typeface="Arial"/>
                  <a:cs typeface="Arial"/>
                </a:defRPr>
              </a:lvl8pPr>
              <a:lvl9pPr algn="ctr">
                <a:defRPr sz="1538" b="1">
                  <a:solidFill>
                    <a:srgbClr val="000000"/>
                  </a:solidFill>
                  <a:latin typeface="Arial"/>
                  <a:ea typeface="Arial"/>
                  <a:cs typeface="Arial"/>
                </a:defRPr>
              </a:lvl9pPr>
            </a:lstStyle>
            <a:p>
              <a:pPr algn="ctr">
                <a:defRPr sz="1538" b="1">
                  <a:solidFill>
                    <a:srgbClr val="000000"/>
                  </a:solidFill>
                  <a:latin typeface="Arial"/>
                  <a:ea typeface="Arial"/>
                  <a:cs typeface="Arial"/>
                </a:defRPr>
              </a:pPr>
              <a:r>
                <a:rPr sz="1538" b="1">
                  <a:solidFill>
                    <a:srgbClr val="000000"/>
                  </a:solidFill>
                  <a:latin typeface="Arial"/>
                  <a:ea typeface="Arial"/>
                  <a:cs typeface="Arial"/>
                </a:rPr>
                <a:t>t = 63</a:t>
              </a:r>
            </a:p>
          </p:txBody>
        </p:sp>
        <p:pic>
          <p:nvPicPr>
            <p:cNvPr id="131" name="">
              <a:extLst>
                <a:ext uri="{FF2B5EF4-FFF2-40B4-BE49-F238E27FC236}">
                  <ns2:creationId id="{4E950891-C091-4672-9B93-ABAA97D97CD3}"/>
                </a:ext>
              </a:extLst>
            </p:cNvPr>
            <p:cNvPicPr>
              <a:picLocks noChangeAspect="1"/>
            </p:cNvPicPr>
            <p:nvPr/>
          </p:nvPicPr>
          <p:blipFill>
            <a:blip r:embed="R6524a439eacf43db"/>
            <a:stretch/>
          </p:blipFill>
          <p:spPr>
            <a:xfrm>
              <a:off x="10239375" y="552450"/>
              <a:ext cx="1733550" cy="1733550"/>
            </a:xfrm>
            <a:prstGeom prst="rect">
              <a:avLst/>
            </a:prstGeom>
          </p:spPr>
        </p:pic>
        <p:sp>
          <p:nvSpPr>
            <p:cNvPr id="132" name="Scientific domain frame">
              <a:extLst>
                <a:ext uri="{FF2B5EF4-FFF2-40B4-BE49-F238E27FC236}">
                  <ns2:creationId id="{B5DF89E9-CA81-4307-829D-88033BE46815}"/>
                </a:ext>
              </a:extLst>
            </p:cNvPr>
            <p:cNvSpPr>
              <a:spLocks noGrp="1"/>
            </p:cNvSpPr>
            <p:nvPr/>
          </p:nvSpPr>
          <p:spPr>
            <a:xfrm>
              <a:off x="10239375" y="552450"/>
              <a:ext cx="1733550" cy="1733550"/>
            </a:xfrm>
            <a:prstGeom prst="rect">
              <a:avLst/>
            </a:prstGeom>
            <a:noFill/>
            <a:ln w="7815">
              <a:solidFill>
                <a:srgbClr val="000000"/>
              </a:solidFill>
            </a:ln>
          </p:spPr>
        </p:sp>
        <p:sp>
          <p:nvSpPr>
            <p:cNvPr id="133" name="A source-to-d projection t63">
              <a:extLst>
                <a:ext uri="{FF2B5EF4-FFF2-40B4-BE49-F238E27FC236}">
                  <ns2:creationId id="{06DEA521-6F7C-4983-9115-0BA02275FFCA}"/>
                </a:ext>
              </a:extLst>
            </p:cNvPr>
            <p:cNvSpPr>
              <a:spLocks noGrp="1"/>
            </p:cNvSpPr>
            <p:nvPr/>
          </p:nvSpPr>
          <p:spPr>
            <a:xfrm>
              <a:off x="10528300" y="2038985"/>
              <a:ext cx="95" cy="376555"/>
            </a:xfrm>
            <a:custGeom>
              <a:pathLst>
                <a:path w="95" h="490855">
                  <a:moveTo>
                    <a:pt x="0" y="0"/>
                  </a:moveTo>
                  <a:lnTo>
                    <a:pt x="0" y="490855"/>
                  </a:lnTo>
                </a:path>
              </a:pathLst>
            </a:custGeom>
            <a:noFill/>
            <a:ln w="12211">
              <a:solidFill>
                <a:srgbClr val="000000"/>
              </a:solidFill>
              <a:prstDash val="dash"/>
            </a:ln>
          </p:spPr>
        </p:sp>
        <p:sp>
          <p:nvSpPr>
            <p:cNvPr id="134" name="B source-to-d projection t63">
              <a:extLst>
                <a:ext uri="{FF2B5EF4-FFF2-40B4-BE49-F238E27FC236}">
                  <ns2:creationId id="{D8918182-6EBD-4869-A589-201C3D086EA5}"/>
                </a:ext>
              </a:extLst>
            </p:cNvPr>
            <p:cNvSpPr>
              <a:spLocks noGrp="1"/>
            </p:cNvSpPr>
            <p:nvPr/>
          </p:nvSpPr>
          <p:spPr>
            <a:xfrm>
              <a:off x="11395075" y="1766252"/>
              <a:ext cx="95" cy="633095"/>
            </a:xfrm>
            <a:custGeom>
              <a:pathLst>
                <a:path w="95" h="747395">
                  <a:moveTo>
                    <a:pt x="0" y="0"/>
                  </a:moveTo>
                  <a:lnTo>
                    <a:pt x="0" y="747395"/>
                  </a:lnTo>
                </a:path>
              </a:pathLst>
            </a:custGeom>
            <a:noFill/>
            <a:ln w="12211">
              <a:solidFill>
                <a:srgbClr val="000000"/>
              </a:solidFill>
              <a:prstDash val="dash"/>
            </a:ln>
          </p:spPr>
        </p:sp>
        <p:sp>
          <p:nvSpPr>
            <p:cNvPr id="135" name="C source-to-d projection t63">
              <a:extLst>
                <a:ext uri="{FF2B5EF4-FFF2-40B4-BE49-F238E27FC236}">
                  <ns2:creationId id="{39C16AAE-F56A-4DC0-B226-BECD691E504C}"/>
                </a:ext>
              </a:extLst>
            </p:cNvPr>
            <p:cNvSpPr>
              <a:spLocks noGrp="1"/>
            </p:cNvSpPr>
            <p:nvPr/>
          </p:nvSpPr>
          <p:spPr>
            <a:xfrm>
              <a:off x="11684000" y="915670"/>
              <a:ext cx="95" cy="1467485"/>
            </a:xfrm>
            <a:custGeom>
              <a:pathLst>
                <a:path w="95" h="1581785">
                  <a:moveTo>
                    <a:pt x="0" y="0"/>
                  </a:moveTo>
                  <a:lnTo>
                    <a:pt x="0" y="1581785"/>
                  </a:lnTo>
                </a:path>
              </a:pathLst>
            </a:custGeom>
            <a:noFill/>
            <a:ln w="12211">
              <a:solidFill>
                <a:srgbClr val="000000"/>
              </a:solidFill>
              <a:prstDash val="dash"/>
            </a:ln>
          </p:spPr>
        </p:sp>
        <p:sp>
          <p:nvSpPr>
            <p:cNvPr id="136" name="A source identity marker t63">
              <a:extLst>
                <a:ext uri="{FF2B5EF4-FFF2-40B4-BE49-F238E27FC236}">
                  <ns2:creationId id="{50ECAF7A-315C-462A-8271-105EF89B2E72}"/>
                </a:ext>
              </a:extLst>
            </p:cNvPr>
            <p:cNvSpPr>
              <a:spLocks noGrp="1"/>
            </p:cNvSpPr>
            <p:nvPr/>
          </p:nvSpPr>
          <p:spPr>
            <a:xfrm>
              <a:off x="10486390" y="1955165"/>
              <a:ext cx="83820" cy="83820"/>
            </a:xfrm>
            <a:prstGeom prst="ellipse">
              <a:avLst/>
            </a:prstGeom>
            <a:noFill/>
            <a:ln w="19538">
              <a:solidFill>
                <a:srgbClr val="ECE51B"/>
              </a:solidFill>
            </a:ln>
          </p:spPr>
        </p:sp>
        <p:sp>
          <p:nvSpPr>
            <p:cNvPr id="137" name="A black source label t63">
              <a:extLst>
                <a:ext uri="{FF2B5EF4-FFF2-40B4-BE49-F238E27FC236}">
                  <ns2:creationId id="{1826FBF2-A97E-41E9-8A01-C2607141E2AD}"/>
                </a:ext>
              </a:extLst>
            </p:cNvPr>
            <p:cNvSpPr>
              <a:spLocks noGrp="1"/>
            </p:cNvSpPr>
            <p:nvPr/>
          </p:nvSpPr>
          <p:spPr>
            <a:xfrm>
              <a:off x="10623550" y="1749425"/>
              <a:ext cx="257175" cy="238125"/>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A</a:t>
              </a:r>
            </a:p>
          </p:txBody>
        </p:sp>
        <p:sp>
          <p:nvSpPr>
            <p:cNvPr id="138" name="B source identity marker t63">
              <a:extLst>
                <a:ext uri="{FF2B5EF4-FFF2-40B4-BE49-F238E27FC236}">
                  <ns2:creationId id="{DB6CD85C-6B8D-4FE4-95A1-39B5A5412AF1}"/>
                </a:ext>
              </a:extLst>
            </p:cNvPr>
            <p:cNvSpPr>
              <a:spLocks noGrp="1"/>
            </p:cNvSpPr>
            <p:nvPr/>
          </p:nvSpPr>
          <p:spPr>
            <a:xfrm>
              <a:off x="11336973" y="1650047"/>
              <a:ext cx="116205" cy="116205"/>
            </a:xfrm>
            <a:prstGeom prst="ellipse">
              <a:avLst/>
            </a:prstGeom>
            <a:noFill/>
            <a:ln w="19538">
              <a:solidFill>
                <a:srgbClr val="FDE725"/>
              </a:solidFill>
            </a:ln>
          </p:spPr>
        </p:sp>
        <p:sp>
          <p:nvSpPr>
            <p:cNvPr id="139" name="B black source label t63">
              <a:extLst>
                <a:ext uri="{FF2B5EF4-FFF2-40B4-BE49-F238E27FC236}">
                  <ns2:creationId id="{C3914616-C4E0-40C6-844F-CD9B7CAADD49}"/>
                </a:ext>
              </a:extLst>
            </p:cNvPr>
            <p:cNvSpPr>
              <a:spLocks noGrp="1"/>
            </p:cNvSpPr>
            <p:nvPr/>
          </p:nvSpPr>
          <p:spPr>
            <a:xfrm>
              <a:off x="11490325" y="1460500"/>
              <a:ext cx="257175" cy="238125"/>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B</a:t>
              </a:r>
            </a:p>
          </p:txBody>
        </p:sp>
        <p:sp>
          <p:nvSpPr>
            <p:cNvPr id="140" name="C source identity marker t63">
              <a:extLst>
                <a:ext uri="{FF2B5EF4-FFF2-40B4-BE49-F238E27FC236}">
                  <ns2:creationId id="{EEDD5F6E-0E2D-4283-9AB7-9C549F1A4B5D}"/>
                </a:ext>
              </a:extLst>
            </p:cNvPr>
            <p:cNvSpPr>
              <a:spLocks noGrp="1"/>
            </p:cNvSpPr>
            <p:nvPr/>
          </p:nvSpPr>
          <p:spPr>
            <a:xfrm>
              <a:off x="11609705" y="767080"/>
              <a:ext cx="148590" cy="148590"/>
            </a:xfrm>
            <a:prstGeom prst="ellipse">
              <a:avLst/>
            </a:prstGeom>
            <a:noFill/>
            <a:ln w="19538">
              <a:solidFill>
                <a:srgbClr val="D9E219"/>
              </a:solidFill>
            </a:ln>
          </p:spPr>
        </p:sp>
        <p:sp>
          <p:nvSpPr>
            <p:cNvPr id="141" name="C black source label t63">
              <a:extLst>
                <a:ext uri="{FF2B5EF4-FFF2-40B4-BE49-F238E27FC236}">
                  <ns2:creationId id="{4E200764-0E6D-4EA2-8316-A5E5D5A6B162}"/>
                </a:ext>
              </a:extLst>
            </p:cNvPr>
            <p:cNvSpPr>
              <a:spLocks noGrp="1"/>
            </p:cNvSpPr>
            <p:nvPr/>
          </p:nvSpPr>
          <p:spPr>
            <a:xfrm>
              <a:off x="11779250" y="593725"/>
              <a:ext cx="257175" cy="238125"/>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C</a:t>
              </a:r>
            </a:p>
          </p:txBody>
        </p:sp>
        <p:sp>
          <p:nvSpPr>
            <p:cNvPr id="142" name="Scientific line">
              <a:extLst>
                <a:ext uri="{FF2B5EF4-FFF2-40B4-BE49-F238E27FC236}">
                  <ns2:creationId id="{8AF15B2D-C89C-4F8E-B43F-7EAAE661087D}"/>
                </a:ext>
              </a:extLst>
            </p:cNvPr>
            <p:cNvSpPr>
              <a:spLocks noGrp="1"/>
            </p:cNvSpPr>
            <p:nvPr/>
          </p:nvSpPr>
          <p:spPr>
            <a:xfrm>
              <a:off x="10239375" y="2457450"/>
              <a:ext cx="1733550" cy="95"/>
            </a:xfrm>
            <a:custGeom>
              <a:pathLst>
                <a:path w="1733550" h="95">
                  <a:moveTo>
                    <a:pt x="0" y="0"/>
                  </a:moveTo>
                  <a:lnTo>
                    <a:pt x="1733550" y="0"/>
                  </a:lnTo>
                </a:path>
              </a:pathLst>
            </a:custGeom>
            <a:noFill/>
            <a:ln w="11723">
              <a:solidFill>
                <a:srgbClr val="000000"/>
              </a:solidFill>
              <a:prstDash val="solid"/>
            </a:ln>
          </p:spPr>
        </p:sp>
        <p:sp>
          <p:nvSpPr>
            <p:cNvPr id="143" name="Scientific line">
              <a:extLst>
                <a:ext uri="{FF2B5EF4-FFF2-40B4-BE49-F238E27FC236}">
                  <ns2:creationId id="{9D16AB47-90D5-4738-9442-30BA983B965B}"/>
                </a:ext>
              </a:extLst>
            </p:cNvPr>
            <p:cNvSpPr>
              <a:spLocks noGrp="1"/>
            </p:cNvSpPr>
            <p:nvPr/>
          </p:nvSpPr>
          <p:spPr>
            <a:xfrm>
              <a:off x="11915775" y="2428875"/>
              <a:ext cx="57150" cy="28575"/>
            </a:xfrm>
            <a:custGeom>
              <a:pathLst>
                <a:path w="57150" h="28575">
                  <a:moveTo>
                    <a:pt x="0" y="0"/>
                  </a:moveTo>
                  <a:lnTo>
                    <a:pt x="57150" y="28575"/>
                  </a:lnTo>
                </a:path>
              </a:pathLst>
            </a:custGeom>
            <a:noFill/>
            <a:ln w="11723">
              <a:solidFill>
                <a:srgbClr val="000000"/>
              </a:solidFill>
              <a:prstDash val="solid"/>
            </a:ln>
          </p:spPr>
        </p:sp>
        <p:sp>
          <p:nvSpPr>
            <p:cNvPr id="144" name="Scientific line">
              <a:extLst>
                <a:ext uri="{FF2B5EF4-FFF2-40B4-BE49-F238E27FC236}">
                  <ns2:creationId id="{D8FAD9A9-7969-4C32-AD85-B86DB78EE739}"/>
                </a:ext>
              </a:extLst>
            </p:cNvPr>
            <p:cNvSpPr>
              <a:spLocks noGrp="1"/>
            </p:cNvSpPr>
            <p:nvPr/>
          </p:nvSpPr>
          <p:spPr>
            <a:xfrm>
              <a:off x="11915775" y="2457450"/>
              <a:ext cx="57150" cy="28575"/>
            </a:xfrm>
            <a:custGeom>
              <a:pathLst>
                <a:path w="57150" h="28575">
                  <a:moveTo>
                    <a:pt x="0" y="28575"/>
                  </a:moveTo>
                  <a:lnTo>
                    <a:pt x="57150" y="0"/>
                  </a:lnTo>
                </a:path>
              </a:pathLst>
            </a:custGeom>
            <a:noFill/>
            <a:ln w="11723">
              <a:solidFill>
                <a:srgbClr val="000000"/>
              </a:solidFill>
              <a:prstDash val="solid"/>
            </a:ln>
          </p:spPr>
        </p:sp>
        <p:sp>
          <p:nvSpPr>
            <p:cNvPr id="145" name="A matching d-axis marker t63">
              <a:extLst>
                <a:ext uri="{FF2B5EF4-FFF2-40B4-BE49-F238E27FC236}">
                  <ns2:creationId id="{9C6BC26C-A35A-498B-9BA7-76CD1E2241BD}"/>
                </a:ext>
              </a:extLst>
            </p:cNvPr>
            <p:cNvSpPr>
              <a:spLocks noGrp="1"/>
            </p:cNvSpPr>
            <p:nvPr/>
          </p:nvSpPr>
          <p:spPr>
            <a:xfrm>
              <a:off x="10486390" y="2415540"/>
              <a:ext cx="83820" cy="83820"/>
            </a:xfrm>
            <a:prstGeom prst="ellipse">
              <a:avLst/>
            </a:prstGeom>
            <a:solidFill>
              <a:srgbClr val="ECE51B"/>
            </a:solidFill>
            <a:ln w="19538">
              <a:solidFill>
                <a:srgbClr val="ECE51B"/>
              </a:solidFill>
            </a:ln>
          </p:spPr>
        </p:sp>
        <p:sp>
          <p:nvSpPr>
            <p:cNvPr id="146" name="A">
              <a:extLst>
                <a:ext uri="{FF2B5EF4-FFF2-40B4-BE49-F238E27FC236}">
                  <ns2:creationId id="{3DC8639B-21F3-4239-B0D0-136FD4202278}"/>
                </a:ext>
              </a:extLst>
            </p:cNvPr>
            <p:cNvSpPr>
              <a:spLocks noGrp="1"/>
            </p:cNvSpPr>
            <p:nvPr/>
          </p:nvSpPr>
          <p:spPr>
            <a:xfrm>
              <a:off x="10394950" y="2562225"/>
              <a:ext cx="266700" cy="228600"/>
            </a:xfrm>
            <a:prstGeom prst="rect">
              <a:avLst/>
            </a:prstGeom>
            <a:noFill/>
            <a:ln w="0">
              <a:noFill/>
            </a:ln>
          </p:spPr>
          <p:txBody>
            <a:bodyPr wrap="none" lIns="0" tIns="0" rIns="0" bIns="0" anchor="ctr">
              <a:noAutofit/>
            </a:bodyPr>
            <a:lstStyle>
              <a:defPPr algn="ctr">
                <a:defRPr sz="1538" b="1">
                  <a:solidFill>
                    <a:srgbClr val="000000"/>
                  </a:solidFill>
                  <a:latin typeface="Arial"/>
                  <a:ea typeface="Arial"/>
                  <a:cs typeface="Arial"/>
                </a:defRPr>
              </a:defPPr>
              <a:lvl1pPr algn="ctr">
                <a:defRPr sz="1538" b="1">
                  <a:solidFill>
                    <a:srgbClr val="000000"/>
                  </a:solidFill>
                  <a:latin typeface="Arial"/>
                  <a:ea typeface="Arial"/>
                  <a:cs typeface="Arial"/>
                </a:defRPr>
              </a:lvl1pPr>
              <a:lvl2pPr algn="ctr">
                <a:defRPr sz="1538" b="1">
                  <a:solidFill>
                    <a:srgbClr val="000000"/>
                  </a:solidFill>
                  <a:latin typeface="Arial"/>
                  <a:ea typeface="Arial"/>
                  <a:cs typeface="Arial"/>
                </a:defRPr>
              </a:lvl2pPr>
              <a:lvl3pPr algn="ctr">
                <a:defRPr sz="1538" b="1">
                  <a:solidFill>
                    <a:srgbClr val="000000"/>
                  </a:solidFill>
                  <a:latin typeface="Arial"/>
                  <a:ea typeface="Arial"/>
                  <a:cs typeface="Arial"/>
                </a:defRPr>
              </a:lvl3pPr>
              <a:lvl4pPr algn="ctr">
                <a:defRPr sz="1538" b="1">
                  <a:solidFill>
                    <a:srgbClr val="000000"/>
                  </a:solidFill>
                  <a:latin typeface="Arial"/>
                  <a:ea typeface="Arial"/>
                  <a:cs typeface="Arial"/>
                </a:defRPr>
              </a:lvl4pPr>
              <a:lvl5pPr algn="ctr">
                <a:defRPr sz="1538" b="1">
                  <a:solidFill>
                    <a:srgbClr val="000000"/>
                  </a:solidFill>
                  <a:latin typeface="Arial"/>
                  <a:ea typeface="Arial"/>
                  <a:cs typeface="Arial"/>
                </a:defRPr>
              </a:lvl5pPr>
              <a:lvl6pPr algn="ctr">
                <a:defRPr sz="1538" b="1">
                  <a:solidFill>
                    <a:srgbClr val="000000"/>
                  </a:solidFill>
                  <a:latin typeface="Arial"/>
                  <a:ea typeface="Arial"/>
                  <a:cs typeface="Arial"/>
                </a:defRPr>
              </a:lvl6pPr>
              <a:lvl7pPr algn="ctr">
                <a:defRPr sz="1538" b="1">
                  <a:solidFill>
                    <a:srgbClr val="000000"/>
                  </a:solidFill>
                  <a:latin typeface="Arial"/>
                  <a:ea typeface="Arial"/>
                  <a:cs typeface="Arial"/>
                </a:defRPr>
              </a:lvl7pPr>
              <a:lvl8pPr algn="ctr">
                <a:defRPr sz="1538" b="1">
                  <a:solidFill>
                    <a:srgbClr val="000000"/>
                  </a:solidFill>
                  <a:latin typeface="Arial"/>
                  <a:ea typeface="Arial"/>
                  <a:cs typeface="Arial"/>
                </a:defRPr>
              </a:lvl8pPr>
              <a:lvl9pPr algn="ctr">
                <a:defRPr sz="1538" b="1">
                  <a:solidFill>
                    <a:srgbClr val="000000"/>
                  </a:solidFill>
                  <a:latin typeface="Arial"/>
                  <a:ea typeface="Arial"/>
                  <a:cs typeface="Arial"/>
                </a:defRPr>
              </a:lvl9pPr>
            </a:lstStyle>
            <a:p>
              <a:pPr algn="ctr">
                <a:defRPr sz="1538" b="1">
                  <a:solidFill>
                    <a:srgbClr val="000000"/>
                  </a:solidFill>
                  <a:latin typeface="Arial"/>
                  <a:ea typeface="Arial"/>
                  <a:cs typeface="Arial"/>
                </a:defRPr>
              </a:pPr>
              <a:r>
                <a:rPr sz="1538" b="1">
                  <a:solidFill>
                    <a:srgbClr val="000000"/>
                  </a:solidFill>
                  <a:latin typeface="Arial"/>
                  <a:ea typeface="Arial"/>
                  <a:cs typeface="Arial"/>
                </a:rPr>
                <a:t>A</a:t>
              </a:r>
            </a:p>
          </p:txBody>
        </p:sp>
        <p:sp>
          <p:nvSpPr>
            <p:cNvPr id="147" name="A exact d coordinate t63">
              <a:extLst>
                <a:ext uri="{FF2B5EF4-FFF2-40B4-BE49-F238E27FC236}">
                  <ns2:creationId id="{5D44930D-790A-4871-96C0-3796524C48F0}"/>
                </a:ext>
              </a:extLst>
            </p:cNvPr>
            <p:cNvSpPr>
              <a:spLocks noGrp="1"/>
            </p:cNvSpPr>
            <p:nvPr/>
          </p:nvSpPr>
          <p:spPr>
            <a:xfrm>
              <a:off x="10309225" y="2790825"/>
              <a:ext cx="438150" cy="219075"/>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20</a:t>
              </a:r>
            </a:p>
          </p:txBody>
        </p:sp>
        <p:sp>
          <p:nvSpPr>
            <p:cNvPr id="148" name="B matching d-axis marker t63">
              <a:extLst>
                <a:ext uri="{FF2B5EF4-FFF2-40B4-BE49-F238E27FC236}">
                  <ns2:creationId id="{C8511EBC-4526-4433-9E9D-A63ED18F1648}"/>
                </a:ext>
              </a:extLst>
            </p:cNvPr>
            <p:cNvSpPr>
              <a:spLocks noGrp="1"/>
            </p:cNvSpPr>
            <p:nvPr/>
          </p:nvSpPr>
          <p:spPr>
            <a:xfrm>
              <a:off x="11336973" y="2399348"/>
              <a:ext cx="116205" cy="116205"/>
            </a:xfrm>
            <a:prstGeom prst="ellipse">
              <a:avLst/>
            </a:prstGeom>
            <a:solidFill>
              <a:srgbClr val="FDE725"/>
            </a:solidFill>
            <a:ln w="19538">
              <a:solidFill>
                <a:srgbClr val="FDE725"/>
              </a:solidFill>
            </a:ln>
          </p:spPr>
        </p:sp>
        <p:sp>
          <p:nvSpPr>
            <p:cNvPr id="149" name="B">
              <a:extLst>
                <a:ext uri="{FF2B5EF4-FFF2-40B4-BE49-F238E27FC236}">
                  <ns2:creationId id="{E24C38AB-92F7-4FFA-A752-3715C97216A6}"/>
                </a:ext>
              </a:extLst>
            </p:cNvPr>
            <p:cNvSpPr>
              <a:spLocks noGrp="1"/>
            </p:cNvSpPr>
            <p:nvPr/>
          </p:nvSpPr>
          <p:spPr>
            <a:xfrm>
              <a:off x="11261725" y="2562225"/>
              <a:ext cx="266700" cy="228600"/>
            </a:xfrm>
            <a:prstGeom prst="rect">
              <a:avLst/>
            </a:prstGeom>
            <a:noFill/>
            <a:ln w="0">
              <a:noFill/>
            </a:ln>
          </p:spPr>
          <p:txBody>
            <a:bodyPr wrap="none" lIns="0" tIns="0" rIns="0" bIns="0" anchor="ctr">
              <a:noAutofit/>
            </a:bodyPr>
            <a:lstStyle>
              <a:defPPr algn="ctr">
                <a:defRPr sz="1538" b="1">
                  <a:solidFill>
                    <a:srgbClr val="000000"/>
                  </a:solidFill>
                  <a:latin typeface="Arial"/>
                  <a:ea typeface="Arial"/>
                  <a:cs typeface="Arial"/>
                </a:defRPr>
              </a:defPPr>
              <a:lvl1pPr algn="ctr">
                <a:defRPr sz="1538" b="1">
                  <a:solidFill>
                    <a:srgbClr val="000000"/>
                  </a:solidFill>
                  <a:latin typeface="Arial"/>
                  <a:ea typeface="Arial"/>
                  <a:cs typeface="Arial"/>
                </a:defRPr>
              </a:lvl1pPr>
              <a:lvl2pPr algn="ctr">
                <a:defRPr sz="1538" b="1">
                  <a:solidFill>
                    <a:srgbClr val="000000"/>
                  </a:solidFill>
                  <a:latin typeface="Arial"/>
                  <a:ea typeface="Arial"/>
                  <a:cs typeface="Arial"/>
                </a:defRPr>
              </a:lvl2pPr>
              <a:lvl3pPr algn="ctr">
                <a:defRPr sz="1538" b="1">
                  <a:solidFill>
                    <a:srgbClr val="000000"/>
                  </a:solidFill>
                  <a:latin typeface="Arial"/>
                  <a:ea typeface="Arial"/>
                  <a:cs typeface="Arial"/>
                </a:defRPr>
              </a:lvl3pPr>
              <a:lvl4pPr algn="ctr">
                <a:defRPr sz="1538" b="1">
                  <a:solidFill>
                    <a:srgbClr val="000000"/>
                  </a:solidFill>
                  <a:latin typeface="Arial"/>
                  <a:ea typeface="Arial"/>
                  <a:cs typeface="Arial"/>
                </a:defRPr>
              </a:lvl4pPr>
              <a:lvl5pPr algn="ctr">
                <a:defRPr sz="1538" b="1">
                  <a:solidFill>
                    <a:srgbClr val="000000"/>
                  </a:solidFill>
                  <a:latin typeface="Arial"/>
                  <a:ea typeface="Arial"/>
                  <a:cs typeface="Arial"/>
                </a:defRPr>
              </a:lvl5pPr>
              <a:lvl6pPr algn="ctr">
                <a:defRPr sz="1538" b="1">
                  <a:solidFill>
                    <a:srgbClr val="000000"/>
                  </a:solidFill>
                  <a:latin typeface="Arial"/>
                  <a:ea typeface="Arial"/>
                  <a:cs typeface="Arial"/>
                </a:defRPr>
              </a:lvl6pPr>
              <a:lvl7pPr algn="ctr">
                <a:defRPr sz="1538" b="1">
                  <a:solidFill>
                    <a:srgbClr val="000000"/>
                  </a:solidFill>
                  <a:latin typeface="Arial"/>
                  <a:ea typeface="Arial"/>
                  <a:cs typeface="Arial"/>
                </a:defRPr>
              </a:lvl7pPr>
              <a:lvl8pPr algn="ctr">
                <a:defRPr sz="1538" b="1">
                  <a:solidFill>
                    <a:srgbClr val="000000"/>
                  </a:solidFill>
                  <a:latin typeface="Arial"/>
                  <a:ea typeface="Arial"/>
                  <a:cs typeface="Arial"/>
                </a:defRPr>
              </a:lvl8pPr>
              <a:lvl9pPr algn="ctr">
                <a:defRPr sz="1538" b="1">
                  <a:solidFill>
                    <a:srgbClr val="000000"/>
                  </a:solidFill>
                  <a:latin typeface="Arial"/>
                  <a:ea typeface="Arial"/>
                  <a:cs typeface="Arial"/>
                </a:defRPr>
              </a:lvl9pPr>
            </a:lstStyle>
            <a:p>
              <a:pPr algn="ctr">
                <a:defRPr sz="1538" b="1">
                  <a:solidFill>
                    <a:srgbClr val="000000"/>
                  </a:solidFill>
                  <a:latin typeface="Arial"/>
                  <a:ea typeface="Arial"/>
                  <a:cs typeface="Arial"/>
                </a:defRPr>
              </a:pPr>
              <a:r>
                <a:rPr sz="1538" b="1">
                  <a:solidFill>
                    <a:srgbClr val="000000"/>
                  </a:solidFill>
                  <a:latin typeface="Arial"/>
                  <a:ea typeface="Arial"/>
                  <a:cs typeface="Arial"/>
                </a:rPr>
                <a:t>B</a:t>
              </a:r>
            </a:p>
          </p:txBody>
        </p:sp>
        <p:sp>
          <p:nvSpPr>
            <p:cNvPr id="150" name="B exact d coordinate t63">
              <a:extLst>
                <a:ext uri="{FF2B5EF4-FFF2-40B4-BE49-F238E27FC236}">
                  <ns2:creationId id="{AF8160BC-330F-42C3-86AF-22F04FC45942}"/>
                </a:ext>
              </a:extLst>
            </p:cNvPr>
            <p:cNvSpPr>
              <a:spLocks noGrp="1"/>
            </p:cNvSpPr>
            <p:nvPr/>
          </p:nvSpPr>
          <p:spPr>
            <a:xfrm>
              <a:off x="11176000" y="2790825"/>
              <a:ext cx="438150" cy="219075"/>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80</a:t>
              </a:r>
            </a:p>
          </p:txBody>
        </p:sp>
        <p:sp>
          <p:nvSpPr>
            <p:cNvPr id="151" name="C matching d-axis marker t63">
              <a:extLst>
                <a:ext uri="{FF2B5EF4-FFF2-40B4-BE49-F238E27FC236}">
                  <ns2:creationId id="{52EE52C6-ADC9-4D0B-AB4E-0F8080D1FD5B}"/>
                </a:ext>
              </a:extLst>
            </p:cNvPr>
            <p:cNvSpPr>
              <a:spLocks noGrp="1"/>
            </p:cNvSpPr>
            <p:nvPr/>
          </p:nvSpPr>
          <p:spPr>
            <a:xfrm>
              <a:off x="11609705" y="2383155"/>
              <a:ext cx="148590" cy="148590"/>
            </a:xfrm>
            <a:prstGeom prst="ellipse">
              <a:avLst/>
            </a:prstGeom>
            <a:solidFill>
              <a:srgbClr val="D9E219"/>
            </a:solidFill>
            <a:ln w="19538">
              <a:solidFill>
                <a:srgbClr val="D9E219"/>
              </a:solidFill>
            </a:ln>
          </p:spPr>
        </p:sp>
        <p:sp>
          <p:nvSpPr>
            <p:cNvPr id="152" name="C">
              <a:extLst>
                <a:ext uri="{FF2B5EF4-FFF2-40B4-BE49-F238E27FC236}">
                  <ns2:creationId id="{0FB74845-B6A0-49D9-AD99-714B41602FF9}"/>
                </a:ext>
              </a:extLst>
            </p:cNvPr>
            <p:cNvSpPr>
              <a:spLocks noGrp="1"/>
            </p:cNvSpPr>
            <p:nvPr/>
          </p:nvSpPr>
          <p:spPr>
            <a:xfrm>
              <a:off x="11550650" y="2562225"/>
              <a:ext cx="266700" cy="228600"/>
            </a:xfrm>
            <a:prstGeom prst="rect">
              <a:avLst/>
            </a:prstGeom>
            <a:noFill/>
            <a:ln w="0">
              <a:noFill/>
            </a:ln>
          </p:spPr>
          <p:txBody>
            <a:bodyPr wrap="none" lIns="0" tIns="0" rIns="0" bIns="0" anchor="ctr">
              <a:noAutofit/>
            </a:bodyPr>
            <a:lstStyle>
              <a:defPPr algn="ctr">
                <a:defRPr sz="1538" b="1">
                  <a:solidFill>
                    <a:srgbClr val="000000"/>
                  </a:solidFill>
                  <a:latin typeface="Arial"/>
                  <a:ea typeface="Arial"/>
                  <a:cs typeface="Arial"/>
                </a:defRPr>
              </a:defPPr>
              <a:lvl1pPr algn="ctr">
                <a:defRPr sz="1538" b="1">
                  <a:solidFill>
                    <a:srgbClr val="000000"/>
                  </a:solidFill>
                  <a:latin typeface="Arial"/>
                  <a:ea typeface="Arial"/>
                  <a:cs typeface="Arial"/>
                </a:defRPr>
              </a:lvl1pPr>
              <a:lvl2pPr algn="ctr">
                <a:defRPr sz="1538" b="1">
                  <a:solidFill>
                    <a:srgbClr val="000000"/>
                  </a:solidFill>
                  <a:latin typeface="Arial"/>
                  <a:ea typeface="Arial"/>
                  <a:cs typeface="Arial"/>
                </a:defRPr>
              </a:lvl2pPr>
              <a:lvl3pPr algn="ctr">
                <a:defRPr sz="1538" b="1">
                  <a:solidFill>
                    <a:srgbClr val="000000"/>
                  </a:solidFill>
                  <a:latin typeface="Arial"/>
                  <a:ea typeface="Arial"/>
                  <a:cs typeface="Arial"/>
                </a:defRPr>
              </a:lvl3pPr>
              <a:lvl4pPr algn="ctr">
                <a:defRPr sz="1538" b="1">
                  <a:solidFill>
                    <a:srgbClr val="000000"/>
                  </a:solidFill>
                  <a:latin typeface="Arial"/>
                  <a:ea typeface="Arial"/>
                  <a:cs typeface="Arial"/>
                </a:defRPr>
              </a:lvl4pPr>
              <a:lvl5pPr algn="ctr">
                <a:defRPr sz="1538" b="1">
                  <a:solidFill>
                    <a:srgbClr val="000000"/>
                  </a:solidFill>
                  <a:latin typeface="Arial"/>
                  <a:ea typeface="Arial"/>
                  <a:cs typeface="Arial"/>
                </a:defRPr>
              </a:lvl5pPr>
              <a:lvl6pPr algn="ctr">
                <a:defRPr sz="1538" b="1">
                  <a:solidFill>
                    <a:srgbClr val="000000"/>
                  </a:solidFill>
                  <a:latin typeface="Arial"/>
                  <a:ea typeface="Arial"/>
                  <a:cs typeface="Arial"/>
                </a:defRPr>
              </a:lvl6pPr>
              <a:lvl7pPr algn="ctr">
                <a:defRPr sz="1538" b="1">
                  <a:solidFill>
                    <a:srgbClr val="000000"/>
                  </a:solidFill>
                  <a:latin typeface="Arial"/>
                  <a:ea typeface="Arial"/>
                  <a:cs typeface="Arial"/>
                </a:defRPr>
              </a:lvl7pPr>
              <a:lvl8pPr algn="ctr">
                <a:defRPr sz="1538" b="1">
                  <a:solidFill>
                    <a:srgbClr val="000000"/>
                  </a:solidFill>
                  <a:latin typeface="Arial"/>
                  <a:ea typeface="Arial"/>
                  <a:cs typeface="Arial"/>
                </a:defRPr>
              </a:lvl8pPr>
              <a:lvl9pPr algn="ctr">
                <a:defRPr sz="1538" b="1">
                  <a:solidFill>
                    <a:srgbClr val="000000"/>
                  </a:solidFill>
                  <a:latin typeface="Arial"/>
                  <a:ea typeface="Arial"/>
                  <a:cs typeface="Arial"/>
                </a:defRPr>
              </a:lvl9pPr>
            </a:lstStyle>
            <a:p>
              <a:pPr algn="ctr">
                <a:defRPr sz="1538" b="1">
                  <a:solidFill>
                    <a:srgbClr val="000000"/>
                  </a:solidFill>
                  <a:latin typeface="Arial"/>
                  <a:ea typeface="Arial"/>
                  <a:cs typeface="Arial"/>
                </a:defRPr>
              </a:pPr>
              <a:r>
                <a:rPr sz="1538" b="1">
                  <a:solidFill>
                    <a:srgbClr val="000000"/>
                  </a:solidFill>
                  <a:latin typeface="Arial"/>
                  <a:ea typeface="Arial"/>
                  <a:cs typeface="Arial"/>
                </a:rPr>
                <a:t>C</a:t>
              </a:r>
            </a:p>
          </p:txBody>
        </p:sp>
        <p:sp>
          <p:nvSpPr>
            <p:cNvPr id="153" name="C exact d coordinate t63">
              <a:extLst>
                <a:ext uri="{FF2B5EF4-FFF2-40B4-BE49-F238E27FC236}">
                  <ns2:creationId id="{C20D6A31-572C-4DD1-B6E7-D393D7C8EB95}"/>
                </a:ext>
              </a:extLst>
            </p:cNvPr>
            <p:cNvSpPr>
              <a:spLocks noGrp="1"/>
            </p:cNvSpPr>
            <p:nvPr/>
          </p:nvSpPr>
          <p:spPr>
            <a:xfrm>
              <a:off x="11464925" y="2790825"/>
              <a:ext cx="438150" cy="219075"/>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100</a:t>
              </a:r>
            </a:p>
          </p:txBody>
        </p:sp>
        <p:sp>
          <p:nvSpPr>
            <p:cNvPr id="154" name="(b) TMTM">
              <a:extLst>
                <a:ext uri="{FF2B5EF4-FFF2-40B4-BE49-F238E27FC236}">
                  <ns2:creationId id="{8D40B6FA-E156-4954-9764-11F4D27812DC}"/>
                </a:ext>
              </a:extLst>
            </p:cNvPr>
            <p:cNvSpPr>
              <a:spLocks noGrp="1"/>
            </p:cNvSpPr>
            <p:nvPr/>
          </p:nvSpPr>
          <p:spPr>
            <a:xfrm>
              <a:off x="609600" y="3067050"/>
              <a:ext cx="3143250" cy="276225"/>
            </a:xfrm>
            <a:prstGeom prst="rect">
              <a:avLst/>
            </a:prstGeom>
            <a:noFill/>
            <a:ln w="0">
              <a:noFill/>
            </a:ln>
          </p:spPr>
          <p:txBody>
            <a:bodyPr wrap="none" lIns="0" tIns="0" rIns="0" bIns="0" anchor="ctr">
              <a:noAutofit/>
            </a:bodyPr>
            <a:lstStyle>
              <a:defPPr algn="l">
                <a:defRPr sz="1769" b="1">
                  <a:solidFill>
                    <a:srgbClr val="000000"/>
                  </a:solidFill>
                  <a:latin typeface="Arial"/>
                  <a:ea typeface="Arial"/>
                  <a:cs typeface="Arial"/>
                </a:defRPr>
              </a:defPPr>
              <a:lvl1pPr algn="l">
                <a:defRPr sz="1769" b="1">
                  <a:solidFill>
                    <a:srgbClr val="000000"/>
                  </a:solidFill>
                  <a:latin typeface="Arial"/>
                  <a:ea typeface="Arial"/>
                  <a:cs typeface="Arial"/>
                </a:defRPr>
              </a:lvl1pPr>
              <a:lvl2pPr algn="l">
                <a:defRPr sz="1769" b="1">
                  <a:solidFill>
                    <a:srgbClr val="000000"/>
                  </a:solidFill>
                  <a:latin typeface="Arial"/>
                  <a:ea typeface="Arial"/>
                  <a:cs typeface="Arial"/>
                </a:defRPr>
              </a:lvl2pPr>
              <a:lvl3pPr algn="l">
                <a:defRPr sz="1769" b="1">
                  <a:solidFill>
                    <a:srgbClr val="000000"/>
                  </a:solidFill>
                  <a:latin typeface="Arial"/>
                  <a:ea typeface="Arial"/>
                  <a:cs typeface="Arial"/>
                </a:defRPr>
              </a:lvl3pPr>
              <a:lvl4pPr algn="l">
                <a:defRPr sz="1769" b="1">
                  <a:solidFill>
                    <a:srgbClr val="000000"/>
                  </a:solidFill>
                  <a:latin typeface="Arial"/>
                  <a:ea typeface="Arial"/>
                  <a:cs typeface="Arial"/>
                </a:defRPr>
              </a:lvl4pPr>
              <a:lvl5pPr algn="l">
                <a:defRPr sz="1769" b="1">
                  <a:solidFill>
                    <a:srgbClr val="000000"/>
                  </a:solidFill>
                  <a:latin typeface="Arial"/>
                  <a:ea typeface="Arial"/>
                  <a:cs typeface="Arial"/>
                </a:defRPr>
              </a:lvl5pPr>
              <a:lvl6pPr algn="l">
                <a:defRPr sz="1769" b="1">
                  <a:solidFill>
                    <a:srgbClr val="000000"/>
                  </a:solidFill>
                  <a:latin typeface="Arial"/>
                  <a:ea typeface="Arial"/>
                  <a:cs typeface="Arial"/>
                </a:defRPr>
              </a:lvl6pPr>
              <a:lvl7pPr algn="l">
                <a:defRPr sz="1769" b="1">
                  <a:solidFill>
                    <a:srgbClr val="000000"/>
                  </a:solidFill>
                  <a:latin typeface="Arial"/>
                  <a:ea typeface="Arial"/>
                  <a:cs typeface="Arial"/>
                </a:defRPr>
              </a:lvl7pPr>
              <a:lvl8pPr algn="l">
                <a:defRPr sz="1769" b="1">
                  <a:solidFill>
                    <a:srgbClr val="000000"/>
                  </a:solidFill>
                  <a:latin typeface="Arial"/>
                  <a:ea typeface="Arial"/>
                  <a:cs typeface="Arial"/>
                </a:defRPr>
              </a:lvl8pPr>
              <a:lvl9pPr algn="l">
                <a:defRPr sz="1769" b="1">
                  <a:solidFill>
                    <a:srgbClr val="000000"/>
                  </a:solidFill>
                  <a:latin typeface="Arial"/>
                  <a:ea typeface="Arial"/>
                  <a:cs typeface="Arial"/>
                </a:defRPr>
              </a:lvl9pPr>
            </a:lstStyle>
            <a:p>
              <a:pPr algn="l">
                <a:defRPr sz="1769" b="1">
                  <a:solidFill>
                    <a:srgbClr val="000000"/>
                  </a:solidFill>
                  <a:latin typeface="Arial"/>
                  <a:ea typeface="Arial"/>
                  <a:cs typeface="Arial"/>
                </a:defRPr>
              </a:pPr>
              <a:r>
                <a:rPr sz="1769" b="1">
                  <a:solidFill>
                    <a:srgbClr val="000000"/>
                  </a:solidFill>
                  <a:latin typeface="Arial"/>
                  <a:ea typeface="Arial"/>
                  <a:cs typeface="Arial"/>
                </a:rPr>
                <a:t>(b) TMTM</a:t>
              </a:r>
            </a:p>
          </p:txBody>
        </p:sp>
        <p:sp>
          <p:nvSpPr>
            <p:cNvPr id="155" name="Native map coordinate">
              <a:extLst>
                <a:ext uri="{FF2B5EF4-FFF2-40B4-BE49-F238E27FC236}">
                  <ns2:creationId id="{1D02C4F9-5E31-4ED2-A4C6-CB2106B20DD0}"/>
                </a:ext>
              </a:extLst>
            </p:cNvPr>
            <p:cNvSpPr>
              <a:spLocks noGrp="1"/>
            </p:cNvSpPr>
            <p:nvPr/>
          </p:nvSpPr>
          <p:spPr>
            <a:xfrm>
              <a:off x="609600" y="3324225"/>
              <a:ext cx="3143250" cy="219075"/>
            </a:xfrm>
            <a:prstGeom prst="rect">
              <a:avLst/>
            </a:prstGeom>
            <a:noFill/>
            <a:ln w="0">
              <a:noFill/>
            </a:ln>
          </p:spPr>
          <p:txBody>
            <a:bodyPr wrap="none" lIns="0" tIns="0" rIns="0" bIns="0" anchor="ctr">
              <a:noAutofit/>
            </a:bodyPr>
            <a:lstStyle>
              <a:defPPr algn="l">
                <a:defRPr sz="1385" b="0">
                  <a:solidFill>
                    <a:srgbClr val="000000"/>
                  </a:solidFill>
                  <a:latin typeface="Arial"/>
                  <a:ea typeface="Arial"/>
                  <a:cs typeface="Arial"/>
                </a:defRPr>
              </a:defPPr>
              <a:lvl1pPr algn="l">
                <a:defRPr sz="1385" b="0">
                  <a:solidFill>
                    <a:srgbClr val="000000"/>
                  </a:solidFill>
                  <a:latin typeface="Arial"/>
                  <a:ea typeface="Arial"/>
                  <a:cs typeface="Arial"/>
                </a:defRPr>
              </a:lvl1pPr>
              <a:lvl2pPr algn="l">
                <a:defRPr sz="1385" b="0">
                  <a:solidFill>
                    <a:srgbClr val="000000"/>
                  </a:solidFill>
                  <a:latin typeface="Arial"/>
                  <a:ea typeface="Arial"/>
                  <a:cs typeface="Arial"/>
                </a:defRPr>
              </a:lvl2pPr>
              <a:lvl3pPr algn="l">
                <a:defRPr sz="1385" b="0">
                  <a:solidFill>
                    <a:srgbClr val="000000"/>
                  </a:solidFill>
                  <a:latin typeface="Arial"/>
                  <a:ea typeface="Arial"/>
                  <a:cs typeface="Arial"/>
                </a:defRPr>
              </a:lvl3pPr>
              <a:lvl4pPr algn="l">
                <a:defRPr sz="1385" b="0">
                  <a:solidFill>
                    <a:srgbClr val="000000"/>
                  </a:solidFill>
                  <a:latin typeface="Arial"/>
                  <a:ea typeface="Arial"/>
                  <a:cs typeface="Arial"/>
                </a:defRPr>
              </a:lvl4pPr>
              <a:lvl5pPr algn="l">
                <a:defRPr sz="1385" b="0">
                  <a:solidFill>
                    <a:srgbClr val="000000"/>
                  </a:solidFill>
                  <a:latin typeface="Arial"/>
                  <a:ea typeface="Arial"/>
                  <a:cs typeface="Arial"/>
                </a:defRPr>
              </a:lvl5pPr>
              <a:lvl6pPr algn="l">
                <a:defRPr sz="1385" b="0">
                  <a:solidFill>
                    <a:srgbClr val="000000"/>
                  </a:solidFill>
                  <a:latin typeface="Arial"/>
                  <a:ea typeface="Arial"/>
                  <a:cs typeface="Arial"/>
                </a:defRPr>
              </a:lvl6pPr>
              <a:lvl7pPr algn="l">
                <a:defRPr sz="1385" b="0">
                  <a:solidFill>
                    <a:srgbClr val="000000"/>
                  </a:solidFill>
                  <a:latin typeface="Arial"/>
                  <a:ea typeface="Arial"/>
                  <a:cs typeface="Arial"/>
                </a:defRPr>
              </a:lvl7pPr>
              <a:lvl8pPr algn="l">
                <a:defRPr sz="1385" b="0">
                  <a:solidFill>
                    <a:srgbClr val="000000"/>
                  </a:solidFill>
                  <a:latin typeface="Arial"/>
                  <a:ea typeface="Arial"/>
                  <a:cs typeface="Arial"/>
                </a:defRPr>
              </a:lvl8pPr>
              <a:lvl9pPr algn="l">
                <a:defRPr sz="1385" b="0">
                  <a:solidFill>
                    <a:srgbClr val="000000"/>
                  </a:solidFill>
                  <a:latin typeface="Arial"/>
                  <a:ea typeface="Arial"/>
                  <a:cs typeface="Arial"/>
                </a:defRPr>
              </a:lvl9pPr>
            </a:lstStyle>
            <a:p>
              <a:pPr algn="l">
                <a:defRPr sz="1385" b="0">
                  <a:solidFill>
                    <a:srgbClr val="000000"/>
                  </a:solidFill>
                  <a:latin typeface="Arial"/>
                  <a:ea typeface="Arial"/>
                  <a:cs typeface="Arial"/>
                </a:defRPr>
              </a:pPr>
              <a:r>
                <a:rPr sz="1385" b="0">
                  <a:solidFill>
                    <a:srgbClr val="000000"/>
                  </a:solidFill>
                  <a:latin typeface="Arial"/>
                  <a:ea typeface="Arial"/>
                  <a:cs typeface="Arial"/>
                </a:rPr>
                <a:t>Native map coordinate</a:t>
              </a:r>
            </a:p>
          </p:txBody>
        </p:sp>
        <p:pic>
          <p:nvPicPr>
            <p:cNvPr id="156" name="">
              <a:extLst>
                <a:ext uri="{FF2B5EF4-FFF2-40B4-BE49-F238E27FC236}">
                  <ns2:creationId id="{164D5EFA-3CCA-47B3-8FD8-EF26BB1F4238}"/>
                </a:ext>
              </a:extLst>
            </p:cNvPr>
            <p:cNvPicPr>
              <a:picLocks noChangeAspect="1"/>
            </p:cNvPicPr>
            <p:nvPr/>
          </p:nvPicPr>
          <p:blipFill>
            <a:blip r:embed="Rb011c2de608f4d09"/>
            <a:stretch/>
          </p:blipFill>
          <p:spPr>
            <a:xfrm>
              <a:off x="609600" y="3552825"/>
              <a:ext cx="3143250" cy="1809750"/>
            </a:xfrm>
            <a:prstGeom prst="rect">
              <a:avLst/>
            </a:prstGeom>
          </p:spPr>
        </p:pic>
        <p:sp>
          <p:nvSpPr>
            <p:cNvPr id="157" name="Snapshot time guide 12">
              <a:extLst>
                <a:ext uri="{FF2B5EF4-FFF2-40B4-BE49-F238E27FC236}">
                  <ns2:creationId id="{2627A5DD-DBB9-45B9-AF50-FCDE7E680187}"/>
                </a:ext>
              </a:extLst>
            </p:cNvPr>
            <p:cNvSpPr>
              <a:spLocks noGrp="1"/>
            </p:cNvSpPr>
            <p:nvPr/>
          </p:nvSpPr>
          <p:spPr>
            <a:xfrm>
              <a:off x="1208314" y="3552825"/>
              <a:ext cx="95" cy="1809750"/>
            </a:xfrm>
            <a:custGeom>
              <a:pathLst>
                <a:path w="95" h="1809750">
                  <a:moveTo>
                    <a:pt x="0" y="1809750"/>
                  </a:moveTo>
                  <a:lnTo>
                    <a:pt x="0" y="0"/>
                  </a:lnTo>
                </a:path>
              </a:pathLst>
            </a:custGeom>
            <a:noFill/>
            <a:ln w="5862">
              <a:solidFill>
                <a:srgbClr val="91ADB2"/>
              </a:solidFill>
              <a:prstDash val="dash"/>
            </a:ln>
          </p:spPr>
        </p:sp>
        <p:sp>
          <p:nvSpPr>
            <p:cNvPr id="158" name="Snapshot time guide 25">
              <a:extLst>
                <a:ext uri="{FF2B5EF4-FFF2-40B4-BE49-F238E27FC236}">
                  <ns2:creationId id="{F062DAA2-79D9-4203-A032-E65812AA4D1D}"/>
                </a:ext>
              </a:extLst>
            </p:cNvPr>
            <p:cNvSpPr>
              <a:spLocks noGrp="1"/>
            </p:cNvSpPr>
            <p:nvPr/>
          </p:nvSpPr>
          <p:spPr>
            <a:xfrm>
              <a:off x="1856921" y="3552825"/>
              <a:ext cx="95" cy="1809750"/>
            </a:xfrm>
            <a:custGeom>
              <a:pathLst>
                <a:path w="95" h="1809750">
                  <a:moveTo>
                    <a:pt x="0" y="1809750"/>
                  </a:moveTo>
                  <a:lnTo>
                    <a:pt x="0" y="0"/>
                  </a:lnTo>
                </a:path>
              </a:pathLst>
            </a:custGeom>
            <a:noFill/>
            <a:ln w="5862">
              <a:solidFill>
                <a:srgbClr val="91ADB2"/>
              </a:solidFill>
              <a:prstDash val="dash"/>
            </a:ln>
          </p:spPr>
        </p:sp>
        <p:sp>
          <p:nvSpPr>
            <p:cNvPr id="159" name="Snapshot time guide 38">
              <a:extLst>
                <a:ext uri="{FF2B5EF4-FFF2-40B4-BE49-F238E27FC236}">
                  <ns2:creationId id="{E74B37E6-2E5C-49BD-BD1D-457B1C053F54}"/>
                </a:ext>
              </a:extLst>
            </p:cNvPr>
            <p:cNvSpPr>
              <a:spLocks noGrp="1"/>
            </p:cNvSpPr>
            <p:nvPr/>
          </p:nvSpPr>
          <p:spPr>
            <a:xfrm>
              <a:off x="2505529" y="3552825"/>
              <a:ext cx="95" cy="1809750"/>
            </a:xfrm>
            <a:custGeom>
              <a:pathLst>
                <a:path w="95" h="1809750">
                  <a:moveTo>
                    <a:pt x="0" y="1809750"/>
                  </a:moveTo>
                  <a:lnTo>
                    <a:pt x="0" y="0"/>
                  </a:lnTo>
                </a:path>
              </a:pathLst>
            </a:custGeom>
            <a:noFill/>
            <a:ln w="5862">
              <a:solidFill>
                <a:srgbClr val="91ADB2"/>
              </a:solidFill>
              <a:prstDash val="dash"/>
            </a:ln>
          </p:spPr>
        </p:sp>
        <p:sp>
          <p:nvSpPr>
            <p:cNvPr id="160" name="Snapshot time guide 51">
              <a:extLst>
                <a:ext uri="{FF2B5EF4-FFF2-40B4-BE49-F238E27FC236}">
                  <ns2:creationId id="{624E03CB-6ED6-44C0-A13C-DA40FFB954BE}"/>
                </a:ext>
              </a:extLst>
            </p:cNvPr>
            <p:cNvSpPr>
              <a:spLocks noGrp="1"/>
            </p:cNvSpPr>
            <p:nvPr/>
          </p:nvSpPr>
          <p:spPr>
            <a:xfrm>
              <a:off x="3154136" y="3552825"/>
              <a:ext cx="95" cy="1809750"/>
            </a:xfrm>
            <a:custGeom>
              <a:pathLst>
                <a:path w="95" h="1809750">
                  <a:moveTo>
                    <a:pt x="0" y="1809750"/>
                  </a:moveTo>
                  <a:lnTo>
                    <a:pt x="0" y="0"/>
                  </a:lnTo>
                </a:path>
              </a:pathLst>
            </a:custGeom>
            <a:noFill/>
            <a:ln w="5862">
              <a:solidFill>
                <a:srgbClr val="91ADB2"/>
              </a:solidFill>
              <a:prstDash val="dash"/>
            </a:ln>
          </p:spPr>
        </p:sp>
        <p:sp>
          <p:nvSpPr>
            <p:cNvPr id="161" name="TMTM A black label">
              <a:extLst>
                <a:ext uri="{FF2B5EF4-FFF2-40B4-BE49-F238E27FC236}">
                  <ns2:creationId id="{ECC0FA07-E4A6-4A37-B373-07F656E025A1}"/>
                </a:ext>
              </a:extLst>
            </p:cNvPr>
            <p:cNvSpPr>
              <a:spLocks noGrp="1"/>
            </p:cNvSpPr>
            <p:nvPr/>
          </p:nvSpPr>
          <p:spPr>
            <a:xfrm>
              <a:off x="3829050" y="4670866"/>
              <a:ext cx="257175" cy="247650"/>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A</a:t>
              </a:r>
            </a:p>
          </p:txBody>
        </p:sp>
        <p:sp>
          <p:nvSpPr>
            <p:cNvPr id="162" name="TMTM B black label">
              <a:extLst>
                <a:ext uri="{FF2B5EF4-FFF2-40B4-BE49-F238E27FC236}">
                  <ns2:creationId id="{7A699F9A-56B4-47EE-BEDD-FD87315E84A4}"/>
                </a:ext>
              </a:extLst>
            </p:cNvPr>
            <p:cNvSpPr>
              <a:spLocks noGrp="1"/>
            </p:cNvSpPr>
            <p:nvPr/>
          </p:nvSpPr>
          <p:spPr>
            <a:xfrm>
              <a:off x="3829050" y="4333875"/>
              <a:ext cx="257175" cy="247650"/>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B</a:t>
              </a:r>
            </a:p>
          </p:txBody>
        </p:sp>
        <p:sp>
          <p:nvSpPr>
            <p:cNvPr id="163" name="TMTM C black label">
              <a:extLst>
                <a:ext uri="{FF2B5EF4-FFF2-40B4-BE49-F238E27FC236}">
                  <ns2:creationId id="{5837A64F-052C-4217-87F5-5ADACD7F70CE}"/>
                </a:ext>
              </a:extLst>
            </p:cNvPr>
            <p:cNvSpPr>
              <a:spLocks noGrp="1"/>
            </p:cNvSpPr>
            <p:nvPr/>
          </p:nvSpPr>
          <p:spPr>
            <a:xfrm>
              <a:off x="3829050" y="3996385"/>
              <a:ext cx="257175" cy="247650"/>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C</a:t>
              </a:r>
            </a:p>
          </p:txBody>
        </p:sp>
        <p:sp>
          <p:nvSpPr>
            <p:cNvPr id="164" name="Scientific domain frame">
              <a:extLst>
                <a:ext uri="{FF2B5EF4-FFF2-40B4-BE49-F238E27FC236}">
                  <ns2:creationId id="{0EDD59D2-E28C-49A3-81BC-1C784714FD7A}"/>
                </a:ext>
              </a:extLst>
            </p:cNvPr>
            <p:cNvSpPr>
              <a:spLocks noGrp="1"/>
            </p:cNvSpPr>
            <p:nvPr/>
          </p:nvSpPr>
          <p:spPr>
            <a:xfrm>
              <a:off x="609600" y="3552825"/>
              <a:ext cx="3143250" cy="1809750"/>
            </a:xfrm>
            <a:prstGeom prst="rect">
              <a:avLst/>
            </a:prstGeom>
            <a:noFill/>
            <a:ln w="7815">
              <a:solidFill>
                <a:srgbClr val="000000"/>
              </a:solidFill>
            </a:ln>
          </p:spPr>
        </p:sp>
        <p:sp>
          <p:nvSpPr>
            <p:cNvPr id="165" name="Scientific line">
              <a:extLst>
                <a:ext uri="{FF2B5EF4-FFF2-40B4-BE49-F238E27FC236}">
                  <ns2:creationId id="{AD575D0F-A1EC-42D5-B539-5E0D9D55CC83}"/>
                </a:ext>
              </a:extLst>
            </p:cNvPr>
            <p:cNvSpPr>
              <a:spLocks noGrp="1"/>
            </p:cNvSpPr>
            <p:nvPr/>
          </p:nvSpPr>
          <p:spPr>
            <a:xfrm>
              <a:off x="609600" y="5362575"/>
              <a:ext cx="95" cy="47625"/>
            </a:xfrm>
            <a:custGeom>
              <a:pathLst>
                <a:path w="95" h="47625">
                  <a:moveTo>
                    <a:pt x="0" y="0"/>
                  </a:moveTo>
                  <a:lnTo>
                    <a:pt x="0" y="47625"/>
                  </a:lnTo>
                </a:path>
              </a:pathLst>
            </a:custGeom>
            <a:noFill/>
            <a:ln w="9769">
              <a:solidFill>
                <a:srgbClr val="000000"/>
              </a:solidFill>
              <a:prstDash val="solid"/>
            </a:ln>
          </p:spPr>
        </p:sp>
        <p:sp>
          <p:nvSpPr>
            <p:cNvPr id="166" name="0">
              <a:extLst>
                <a:ext uri="{FF2B5EF4-FFF2-40B4-BE49-F238E27FC236}">
                  <ns2:creationId id="{B8CE509A-B06C-4F2B-A4B7-407775157C99}"/>
                </a:ext>
              </a:extLst>
            </p:cNvPr>
            <p:cNvSpPr>
              <a:spLocks noGrp="1"/>
            </p:cNvSpPr>
            <p:nvPr/>
          </p:nvSpPr>
          <p:spPr>
            <a:xfrm>
              <a:off x="400050" y="5419725"/>
              <a:ext cx="419100" cy="228600"/>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0</a:t>
              </a:r>
            </a:p>
          </p:txBody>
        </p:sp>
        <p:sp>
          <p:nvSpPr>
            <p:cNvPr id="167" name="Scientific line">
              <a:extLst>
                <a:ext uri="{FF2B5EF4-FFF2-40B4-BE49-F238E27FC236}">
                  <ns2:creationId id="{9A5D6FC7-EFB7-4D11-8DDA-EC6DC6106D9D}"/>
                </a:ext>
              </a:extLst>
            </p:cNvPr>
            <p:cNvSpPr>
              <a:spLocks noGrp="1"/>
            </p:cNvSpPr>
            <p:nvPr/>
          </p:nvSpPr>
          <p:spPr>
            <a:xfrm>
              <a:off x="1208314" y="5362575"/>
              <a:ext cx="95" cy="47625"/>
            </a:xfrm>
            <a:custGeom>
              <a:pathLst>
                <a:path w="95" h="47625">
                  <a:moveTo>
                    <a:pt x="0" y="0"/>
                  </a:moveTo>
                  <a:lnTo>
                    <a:pt x="0" y="47625"/>
                  </a:lnTo>
                </a:path>
              </a:pathLst>
            </a:custGeom>
            <a:noFill/>
            <a:ln w="9769">
              <a:solidFill>
                <a:srgbClr val="000000"/>
              </a:solidFill>
              <a:prstDash val="solid"/>
            </a:ln>
          </p:spPr>
        </p:sp>
        <p:sp>
          <p:nvSpPr>
            <p:cNvPr id="168" name="12">
              <a:extLst>
                <a:ext uri="{FF2B5EF4-FFF2-40B4-BE49-F238E27FC236}">
                  <ns2:creationId id="{B61C3B97-B6EC-4874-AE7D-0EAC65481EC3}"/>
                </a:ext>
              </a:extLst>
            </p:cNvPr>
            <p:cNvSpPr>
              <a:spLocks noGrp="1"/>
            </p:cNvSpPr>
            <p:nvPr/>
          </p:nvSpPr>
          <p:spPr>
            <a:xfrm>
              <a:off x="998764" y="5419725"/>
              <a:ext cx="419100" cy="228600"/>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12</a:t>
              </a:r>
            </a:p>
          </p:txBody>
        </p:sp>
        <p:sp>
          <p:nvSpPr>
            <p:cNvPr id="169" name="Scientific line">
              <a:extLst>
                <a:ext uri="{FF2B5EF4-FFF2-40B4-BE49-F238E27FC236}">
                  <ns2:creationId id="{E0E4F551-BDA1-4FD9-A2B7-A694A8F1C4BC}"/>
                </a:ext>
              </a:extLst>
            </p:cNvPr>
            <p:cNvSpPr>
              <a:spLocks noGrp="1"/>
            </p:cNvSpPr>
            <p:nvPr/>
          </p:nvSpPr>
          <p:spPr>
            <a:xfrm>
              <a:off x="1856921" y="5362575"/>
              <a:ext cx="95" cy="47625"/>
            </a:xfrm>
            <a:custGeom>
              <a:pathLst>
                <a:path w="95" h="47625">
                  <a:moveTo>
                    <a:pt x="0" y="0"/>
                  </a:moveTo>
                  <a:lnTo>
                    <a:pt x="0" y="47625"/>
                  </a:lnTo>
                </a:path>
              </a:pathLst>
            </a:custGeom>
            <a:noFill/>
            <a:ln w="9769">
              <a:solidFill>
                <a:srgbClr val="000000"/>
              </a:solidFill>
              <a:prstDash val="solid"/>
            </a:ln>
          </p:spPr>
        </p:sp>
        <p:sp>
          <p:nvSpPr>
            <p:cNvPr id="170" name="25">
              <a:extLst>
                <a:ext uri="{FF2B5EF4-FFF2-40B4-BE49-F238E27FC236}">
                  <ns2:creationId id="{F1EB9225-4CFF-4365-82FF-C9897BF7F5F0}"/>
                </a:ext>
              </a:extLst>
            </p:cNvPr>
            <p:cNvSpPr>
              <a:spLocks noGrp="1"/>
            </p:cNvSpPr>
            <p:nvPr/>
          </p:nvSpPr>
          <p:spPr>
            <a:xfrm>
              <a:off x="1647371" y="5419725"/>
              <a:ext cx="419100" cy="228600"/>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25</a:t>
              </a:r>
            </a:p>
          </p:txBody>
        </p:sp>
        <p:sp>
          <p:nvSpPr>
            <p:cNvPr id="171" name="Scientific line">
              <a:extLst>
                <a:ext uri="{FF2B5EF4-FFF2-40B4-BE49-F238E27FC236}">
                  <ns2:creationId id="{E79421EF-23D8-4245-B451-B75D6918D916}"/>
                </a:ext>
              </a:extLst>
            </p:cNvPr>
            <p:cNvSpPr>
              <a:spLocks noGrp="1"/>
            </p:cNvSpPr>
            <p:nvPr/>
          </p:nvSpPr>
          <p:spPr>
            <a:xfrm>
              <a:off x="2505529" y="5362575"/>
              <a:ext cx="95" cy="47625"/>
            </a:xfrm>
            <a:custGeom>
              <a:pathLst>
                <a:path w="95" h="47625">
                  <a:moveTo>
                    <a:pt x="0" y="0"/>
                  </a:moveTo>
                  <a:lnTo>
                    <a:pt x="0" y="47625"/>
                  </a:lnTo>
                </a:path>
              </a:pathLst>
            </a:custGeom>
            <a:noFill/>
            <a:ln w="9769">
              <a:solidFill>
                <a:srgbClr val="000000"/>
              </a:solidFill>
              <a:prstDash val="solid"/>
            </a:ln>
          </p:spPr>
        </p:sp>
        <p:sp>
          <p:nvSpPr>
            <p:cNvPr id="172" name="38">
              <a:extLst>
                <a:ext uri="{FF2B5EF4-FFF2-40B4-BE49-F238E27FC236}">
                  <ns2:creationId id="{09530DA3-1141-4DD4-9AC6-82D9440A63CD}"/>
                </a:ext>
              </a:extLst>
            </p:cNvPr>
            <p:cNvSpPr>
              <a:spLocks noGrp="1"/>
            </p:cNvSpPr>
            <p:nvPr/>
          </p:nvSpPr>
          <p:spPr>
            <a:xfrm>
              <a:off x="2295979" y="5419725"/>
              <a:ext cx="419100" cy="228600"/>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38</a:t>
              </a:r>
            </a:p>
          </p:txBody>
        </p:sp>
        <p:sp>
          <p:nvSpPr>
            <p:cNvPr id="173" name="Scientific line">
              <a:extLst>
                <a:ext uri="{FF2B5EF4-FFF2-40B4-BE49-F238E27FC236}">
                  <ns2:creationId id="{1F7D8B5C-CB64-4FFC-AD13-7FC40CDD57BB}"/>
                </a:ext>
              </a:extLst>
            </p:cNvPr>
            <p:cNvSpPr>
              <a:spLocks noGrp="1"/>
            </p:cNvSpPr>
            <p:nvPr/>
          </p:nvSpPr>
          <p:spPr>
            <a:xfrm>
              <a:off x="3154136" y="5362575"/>
              <a:ext cx="95" cy="47625"/>
            </a:xfrm>
            <a:custGeom>
              <a:pathLst>
                <a:path w="95" h="47625">
                  <a:moveTo>
                    <a:pt x="0" y="0"/>
                  </a:moveTo>
                  <a:lnTo>
                    <a:pt x="0" y="47625"/>
                  </a:lnTo>
                </a:path>
              </a:pathLst>
            </a:custGeom>
            <a:noFill/>
            <a:ln w="9769">
              <a:solidFill>
                <a:srgbClr val="000000"/>
              </a:solidFill>
              <a:prstDash val="solid"/>
            </a:ln>
          </p:spPr>
        </p:sp>
        <p:sp>
          <p:nvSpPr>
            <p:cNvPr id="174" name="51">
              <a:extLst>
                <a:ext uri="{FF2B5EF4-FFF2-40B4-BE49-F238E27FC236}">
                  <ns2:creationId id="{4ED16D77-F9BE-40B8-BC3F-79C4DF4B75FB}"/>
                </a:ext>
              </a:extLst>
            </p:cNvPr>
            <p:cNvSpPr>
              <a:spLocks noGrp="1"/>
            </p:cNvSpPr>
            <p:nvPr/>
          </p:nvSpPr>
          <p:spPr>
            <a:xfrm>
              <a:off x="2944586" y="5419725"/>
              <a:ext cx="419100" cy="228600"/>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51</a:t>
              </a:r>
            </a:p>
          </p:txBody>
        </p:sp>
        <p:sp>
          <p:nvSpPr>
            <p:cNvPr id="175" name="Scientific line">
              <a:extLst>
                <a:ext uri="{FF2B5EF4-FFF2-40B4-BE49-F238E27FC236}">
                  <ns2:creationId id="{02D11198-DA13-415B-8018-BC432720E9E6}"/>
                </a:ext>
              </a:extLst>
            </p:cNvPr>
            <p:cNvSpPr>
              <a:spLocks noGrp="1"/>
            </p:cNvSpPr>
            <p:nvPr/>
          </p:nvSpPr>
          <p:spPr>
            <a:xfrm>
              <a:off x="3752850" y="5362575"/>
              <a:ext cx="95" cy="47625"/>
            </a:xfrm>
            <a:custGeom>
              <a:pathLst>
                <a:path w="95" h="47625">
                  <a:moveTo>
                    <a:pt x="0" y="0"/>
                  </a:moveTo>
                  <a:lnTo>
                    <a:pt x="0" y="47625"/>
                  </a:lnTo>
                </a:path>
              </a:pathLst>
            </a:custGeom>
            <a:noFill/>
            <a:ln w="9769">
              <a:solidFill>
                <a:srgbClr val="000000"/>
              </a:solidFill>
              <a:prstDash val="solid"/>
            </a:ln>
          </p:spPr>
        </p:sp>
        <p:sp>
          <p:nvSpPr>
            <p:cNvPr id="176" name="63">
              <a:extLst>
                <a:ext uri="{FF2B5EF4-FFF2-40B4-BE49-F238E27FC236}">
                  <ns2:creationId id="{0F50EB1B-7A10-4E67-BDF0-D2FF4B6B4613}"/>
                </a:ext>
              </a:extLst>
            </p:cNvPr>
            <p:cNvSpPr>
              <a:spLocks noGrp="1"/>
            </p:cNvSpPr>
            <p:nvPr/>
          </p:nvSpPr>
          <p:spPr>
            <a:xfrm>
              <a:off x="3543300" y="5419725"/>
              <a:ext cx="419100" cy="228600"/>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63</a:t>
              </a:r>
            </a:p>
          </p:txBody>
        </p:sp>
        <p:sp>
          <p:nvSpPr>
            <p:cNvPr id="177" name="Scientific line">
              <a:extLst>
                <a:ext uri="{FF2B5EF4-FFF2-40B4-BE49-F238E27FC236}">
                  <ns2:creationId id="{EF789E3C-E89F-460F-B499-D36CD19734D2}"/>
                </a:ext>
              </a:extLst>
            </p:cNvPr>
            <p:cNvSpPr>
              <a:spLocks noGrp="1"/>
            </p:cNvSpPr>
            <p:nvPr/>
          </p:nvSpPr>
          <p:spPr>
            <a:xfrm>
              <a:off x="561975" y="5362575"/>
              <a:ext cx="47625" cy="95"/>
            </a:xfrm>
            <a:custGeom>
              <a:pathLst>
                <a:path w="47625" h="95">
                  <a:moveTo>
                    <a:pt x="0" y="0"/>
                  </a:moveTo>
                  <a:lnTo>
                    <a:pt x="47625" y="0"/>
                  </a:lnTo>
                </a:path>
              </a:pathLst>
            </a:custGeom>
            <a:noFill/>
            <a:ln w="9769">
              <a:solidFill>
                <a:srgbClr val="000000"/>
              </a:solidFill>
              <a:prstDash val="solid"/>
            </a:ln>
          </p:spPr>
        </p:sp>
        <p:sp>
          <p:nvSpPr>
            <p:cNvPr id="178" name="0.0">
              <a:extLst>
                <a:ext uri="{FF2B5EF4-FFF2-40B4-BE49-F238E27FC236}">
                  <ns2:creationId id="{74C1C14F-8F0E-40FE-8221-01C96B230D0C}"/>
                </a:ext>
              </a:extLst>
            </p:cNvPr>
            <p:cNvSpPr>
              <a:spLocks noGrp="1"/>
            </p:cNvSpPr>
            <p:nvPr/>
          </p:nvSpPr>
          <p:spPr>
            <a:xfrm>
              <a:off x="38100" y="5248275"/>
              <a:ext cx="476250" cy="228600"/>
            </a:xfrm>
            <a:prstGeom prst="rect">
              <a:avLst/>
            </a:prstGeom>
            <a:noFill/>
            <a:ln w="0">
              <a:noFill/>
            </a:ln>
          </p:spPr>
          <p:txBody>
            <a:bodyPr wrap="none" lIns="0" tIns="0" rIns="0" bIns="0" anchor="ctr">
              <a:noAutofit/>
            </a:bodyPr>
            <a:lstStyle>
              <a:defPPr algn="r">
                <a:defRPr sz="1385" b="0">
                  <a:solidFill>
                    <a:srgbClr val="000000"/>
                  </a:solidFill>
                  <a:latin typeface="Arial"/>
                  <a:ea typeface="Arial"/>
                  <a:cs typeface="Arial"/>
                </a:defRPr>
              </a:defPPr>
              <a:lvl1pPr algn="r">
                <a:defRPr sz="1385" b="0">
                  <a:solidFill>
                    <a:srgbClr val="000000"/>
                  </a:solidFill>
                  <a:latin typeface="Arial"/>
                  <a:ea typeface="Arial"/>
                  <a:cs typeface="Arial"/>
                </a:defRPr>
              </a:lvl1pPr>
              <a:lvl2pPr algn="r">
                <a:defRPr sz="1385" b="0">
                  <a:solidFill>
                    <a:srgbClr val="000000"/>
                  </a:solidFill>
                  <a:latin typeface="Arial"/>
                  <a:ea typeface="Arial"/>
                  <a:cs typeface="Arial"/>
                </a:defRPr>
              </a:lvl2pPr>
              <a:lvl3pPr algn="r">
                <a:defRPr sz="1385" b="0">
                  <a:solidFill>
                    <a:srgbClr val="000000"/>
                  </a:solidFill>
                  <a:latin typeface="Arial"/>
                  <a:ea typeface="Arial"/>
                  <a:cs typeface="Arial"/>
                </a:defRPr>
              </a:lvl3pPr>
              <a:lvl4pPr algn="r">
                <a:defRPr sz="1385" b="0">
                  <a:solidFill>
                    <a:srgbClr val="000000"/>
                  </a:solidFill>
                  <a:latin typeface="Arial"/>
                  <a:ea typeface="Arial"/>
                  <a:cs typeface="Arial"/>
                </a:defRPr>
              </a:lvl4pPr>
              <a:lvl5pPr algn="r">
                <a:defRPr sz="1385" b="0">
                  <a:solidFill>
                    <a:srgbClr val="000000"/>
                  </a:solidFill>
                  <a:latin typeface="Arial"/>
                  <a:ea typeface="Arial"/>
                  <a:cs typeface="Arial"/>
                </a:defRPr>
              </a:lvl5pPr>
              <a:lvl6pPr algn="r">
                <a:defRPr sz="1385" b="0">
                  <a:solidFill>
                    <a:srgbClr val="000000"/>
                  </a:solidFill>
                  <a:latin typeface="Arial"/>
                  <a:ea typeface="Arial"/>
                  <a:cs typeface="Arial"/>
                </a:defRPr>
              </a:lvl6pPr>
              <a:lvl7pPr algn="r">
                <a:defRPr sz="1385" b="0">
                  <a:solidFill>
                    <a:srgbClr val="000000"/>
                  </a:solidFill>
                  <a:latin typeface="Arial"/>
                  <a:ea typeface="Arial"/>
                  <a:cs typeface="Arial"/>
                </a:defRPr>
              </a:lvl7pPr>
              <a:lvl8pPr algn="r">
                <a:defRPr sz="1385" b="0">
                  <a:solidFill>
                    <a:srgbClr val="000000"/>
                  </a:solidFill>
                  <a:latin typeface="Arial"/>
                  <a:ea typeface="Arial"/>
                  <a:cs typeface="Arial"/>
                </a:defRPr>
              </a:lvl8pPr>
              <a:lvl9pPr algn="r">
                <a:defRPr sz="1385" b="0">
                  <a:solidFill>
                    <a:srgbClr val="000000"/>
                  </a:solidFill>
                  <a:latin typeface="Arial"/>
                  <a:ea typeface="Arial"/>
                  <a:cs typeface="Arial"/>
                </a:defRPr>
              </a:lvl9pPr>
            </a:lstStyle>
            <a:p>
              <a:pPr algn="r">
                <a:defRPr sz="1385" b="0">
                  <a:solidFill>
                    <a:srgbClr val="000000"/>
                  </a:solidFill>
                  <a:latin typeface="Arial"/>
                  <a:ea typeface="Arial"/>
                  <a:cs typeface="Arial"/>
                </a:defRPr>
              </a:pPr>
              <a:r>
                <a:rPr sz="1385" b="0">
                  <a:solidFill>
                    <a:srgbClr val="000000"/>
                  </a:solidFill>
                  <a:latin typeface="Arial"/>
                  <a:ea typeface="Arial"/>
                  <a:cs typeface="Arial"/>
                </a:rPr>
                <a:t>0.0</a:t>
              </a:r>
            </a:p>
          </p:txBody>
        </p:sp>
        <p:sp>
          <p:nvSpPr>
            <p:cNvPr id="179" name="Scientific line">
              <a:extLst>
                <a:ext uri="{FF2B5EF4-FFF2-40B4-BE49-F238E27FC236}">
                  <ns2:creationId id="{08E77748-F902-482D-A986-4D88441A1F6A}"/>
                </a:ext>
              </a:extLst>
            </p:cNvPr>
            <p:cNvSpPr>
              <a:spLocks noGrp="1"/>
            </p:cNvSpPr>
            <p:nvPr/>
          </p:nvSpPr>
          <p:spPr>
            <a:xfrm>
              <a:off x="561975" y="4457700"/>
              <a:ext cx="47625" cy="95"/>
            </a:xfrm>
            <a:custGeom>
              <a:pathLst>
                <a:path w="47625" h="95">
                  <a:moveTo>
                    <a:pt x="0" y="0"/>
                  </a:moveTo>
                  <a:lnTo>
                    <a:pt x="47625" y="0"/>
                  </a:lnTo>
                </a:path>
              </a:pathLst>
            </a:custGeom>
            <a:noFill/>
            <a:ln w="9769">
              <a:solidFill>
                <a:srgbClr val="000000"/>
              </a:solidFill>
              <a:prstDash val="solid"/>
            </a:ln>
          </p:spPr>
        </p:sp>
        <p:sp>
          <p:nvSpPr>
            <p:cNvPr id="180" name="0.5">
              <a:extLst>
                <a:ext uri="{FF2B5EF4-FFF2-40B4-BE49-F238E27FC236}">
                  <ns2:creationId id="{183A4A60-5AE1-4E30-A9C4-43B86583A18B}"/>
                </a:ext>
              </a:extLst>
            </p:cNvPr>
            <p:cNvSpPr>
              <a:spLocks noGrp="1"/>
            </p:cNvSpPr>
            <p:nvPr/>
          </p:nvSpPr>
          <p:spPr>
            <a:xfrm>
              <a:off x="38100" y="4343400"/>
              <a:ext cx="476250" cy="228600"/>
            </a:xfrm>
            <a:prstGeom prst="rect">
              <a:avLst/>
            </a:prstGeom>
            <a:noFill/>
            <a:ln w="0">
              <a:noFill/>
            </a:ln>
          </p:spPr>
          <p:txBody>
            <a:bodyPr wrap="none" lIns="0" tIns="0" rIns="0" bIns="0" anchor="ctr">
              <a:noAutofit/>
            </a:bodyPr>
            <a:lstStyle>
              <a:defPPr algn="r">
                <a:defRPr sz="1385" b="0">
                  <a:solidFill>
                    <a:srgbClr val="000000"/>
                  </a:solidFill>
                  <a:latin typeface="Arial"/>
                  <a:ea typeface="Arial"/>
                  <a:cs typeface="Arial"/>
                </a:defRPr>
              </a:defPPr>
              <a:lvl1pPr algn="r">
                <a:defRPr sz="1385" b="0">
                  <a:solidFill>
                    <a:srgbClr val="000000"/>
                  </a:solidFill>
                  <a:latin typeface="Arial"/>
                  <a:ea typeface="Arial"/>
                  <a:cs typeface="Arial"/>
                </a:defRPr>
              </a:lvl1pPr>
              <a:lvl2pPr algn="r">
                <a:defRPr sz="1385" b="0">
                  <a:solidFill>
                    <a:srgbClr val="000000"/>
                  </a:solidFill>
                  <a:latin typeface="Arial"/>
                  <a:ea typeface="Arial"/>
                  <a:cs typeface="Arial"/>
                </a:defRPr>
              </a:lvl2pPr>
              <a:lvl3pPr algn="r">
                <a:defRPr sz="1385" b="0">
                  <a:solidFill>
                    <a:srgbClr val="000000"/>
                  </a:solidFill>
                  <a:latin typeface="Arial"/>
                  <a:ea typeface="Arial"/>
                  <a:cs typeface="Arial"/>
                </a:defRPr>
              </a:lvl3pPr>
              <a:lvl4pPr algn="r">
                <a:defRPr sz="1385" b="0">
                  <a:solidFill>
                    <a:srgbClr val="000000"/>
                  </a:solidFill>
                  <a:latin typeface="Arial"/>
                  <a:ea typeface="Arial"/>
                  <a:cs typeface="Arial"/>
                </a:defRPr>
              </a:lvl4pPr>
              <a:lvl5pPr algn="r">
                <a:defRPr sz="1385" b="0">
                  <a:solidFill>
                    <a:srgbClr val="000000"/>
                  </a:solidFill>
                  <a:latin typeface="Arial"/>
                  <a:ea typeface="Arial"/>
                  <a:cs typeface="Arial"/>
                </a:defRPr>
              </a:lvl5pPr>
              <a:lvl6pPr algn="r">
                <a:defRPr sz="1385" b="0">
                  <a:solidFill>
                    <a:srgbClr val="000000"/>
                  </a:solidFill>
                  <a:latin typeface="Arial"/>
                  <a:ea typeface="Arial"/>
                  <a:cs typeface="Arial"/>
                </a:defRPr>
              </a:lvl6pPr>
              <a:lvl7pPr algn="r">
                <a:defRPr sz="1385" b="0">
                  <a:solidFill>
                    <a:srgbClr val="000000"/>
                  </a:solidFill>
                  <a:latin typeface="Arial"/>
                  <a:ea typeface="Arial"/>
                  <a:cs typeface="Arial"/>
                </a:defRPr>
              </a:lvl7pPr>
              <a:lvl8pPr algn="r">
                <a:defRPr sz="1385" b="0">
                  <a:solidFill>
                    <a:srgbClr val="000000"/>
                  </a:solidFill>
                  <a:latin typeface="Arial"/>
                  <a:ea typeface="Arial"/>
                  <a:cs typeface="Arial"/>
                </a:defRPr>
              </a:lvl8pPr>
              <a:lvl9pPr algn="r">
                <a:defRPr sz="1385" b="0">
                  <a:solidFill>
                    <a:srgbClr val="000000"/>
                  </a:solidFill>
                  <a:latin typeface="Arial"/>
                  <a:ea typeface="Arial"/>
                  <a:cs typeface="Arial"/>
                </a:defRPr>
              </a:lvl9pPr>
            </a:lstStyle>
            <a:p>
              <a:pPr algn="r">
                <a:defRPr sz="1385" b="0">
                  <a:solidFill>
                    <a:srgbClr val="000000"/>
                  </a:solidFill>
                  <a:latin typeface="Arial"/>
                  <a:ea typeface="Arial"/>
                  <a:cs typeface="Arial"/>
                </a:defRPr>
              </a:pPr>
              <a:r>
                <a:rPr sz="1385" b="0">
                  <a:solidFill>
                    <a:srgbClr val="000000"/>
                  </a:solidFill>
                  <a:latin typeface="Arial"/>
                  <a:ea typeface="Arial"/>
                  <a:cs typeface="Arial"/>
                </a:rPr>
                <a:t>0.5</a:t>
              </a:r>
            </a:p>
          </p:txBody>
        </p:sp>
        <p:sp>
          <p:nvSpPr>
            <p:cNvPr id="181" name="Scientific line">
              <a:extLst>
                <a:ext uri="{FF2B5EF4-FFF2-40B4-BE49-F238E27FC236}">
                  <ns2:creationId id="{EF1C9E99-0FAC-4F7F-B9B1-0EDDCE6AB2CC}"/>
                </a:ext>
              </a:extLst>
            </p:cNvPr>
            <p:cNvSpPr>
              <a:spLocks noGrp="1"/>
            </p:cNvSpPr>
            <p:nvPr/>
          </p:nvSpPr>
          <p:spPr>
            <a:xfrm>
              <a:off x="561975" y="3552825"/>
              <a:ext cx="47625" cy="95"/>
            </a:xfrm>
            <a:custGeom>
              <a:pathLst>
                <a:path w="47625" h="95">
                  <a:moveTo>
                    <a:pt x="0" y="0"/>
                  </a:moveTo>
                  <a:lnTo>
                    <a:pt x="47625" y="0"/>
                  </a:lnTo>
                </a:path>
              </a:pathLst>
            </a:custGeom>
            <a:noFill/>
            <a:ln w="9769">
              <a:solidFill>
                <a:srgbClr val="000000"/>
              </a:solidFill>
              <a:prstDash val="solid"/>
            </a:ln>
          </p:spPr>
        </p:sp>
        <p:sp>
          <p:nvSpPr>
            <p:cNvPr id="182" name="1.0">
              <a:extLst>
                <a:ext uri="{FF2B5EF4-FFF2-40B4-BE49-F238E27FC236}">
                  <ns2:creationId id="{EE49A7EA-D0C2-4062-A0F6-C5E73D0792E3}"/>
                </a:ext>
              </a:extLst>
            </p:cNvPr>
            <p:cNvSpPr>
              <a:spLocks noGrp="1"/>
            </p:cNvSpPr>
            <p:nvPr/>
          </p:nvSpPr>
          <p:spPr>
            <a:xfrm>
              <a:off x="38100" y="3438525"/>
              <a:ext cx="476250" cy="228600"/>
            </a:xfrm>
            <a:prstGeom prst="rect">
              <a:avLst/>
            </a:prstGeom>
            <a:noFill/>
            <a:ln w="0">
              <a:noFill/>
            </a:ln>
          </p:spPr>
          <p:txBody>
            <a:bodyPr wrap="none" lIns="0" tIns="0" rIns="0" bIns="0" anchor="ctr">
              <a:noAutofit/>
            </a:bodyPr>
            <a:lstStyle>
              <a:defPPr algn="r">
                <a:defRPr sz="1385" b="0">
                  <a:solidFill>
                    <a:srgbClr val="000000"/>
                  </a:solidFill>
                  <a:latin typeface="Arial"/>
                  <a:ea typeface="Arial"/>
                  <a:cs typeface="Arial"/>
                </a:defRPr>
              </a:defPPr>
              <a:lvl1pPr algn="r">
                <a:defRPr sz="1385" b="0">
                  <a:solidFill>
                    <a:srgbClr val="000000"/>
                  </a:solidFill>
                  <a:latin typeface="Arial"/>
                  <a:ea typeface="Arial"/>
                  <a:cs typeface="Arial"/>
                </a:defRPr>
              </a:lvl1pPr>
              <a:lvl2pPr algn="r">
                <a:defRPr sz="1385" b="0">
                  <a:solidFill>
                    <a:srgbClr val="000000"/>
                  </a:solidFill>
                  <a:latin typeface="Arial"/>
                  <a:ea typeface="Arial"/>
                  <a:cs typeface="Arial"/>
                </a:defRPr>
              </a:lvl2pPr>
              <a:lvl3pPr algn="r">
                <a:defRPr sz="1385" b="0">
                  <a:solidFill>
                    <a:srgbClr val="000000"/>
                  </a:solidFill>
                  <a:latin typeface="Arial"/>
                  <a:ea typeface="Arial"/>
                  <a:cs typeface="Arial"/>
                </a:defRPr>
              </a:lvl3pPr>
              <a:lvl4pPr algn="r">
                <a:defRPr sz="1385" b="0">
                  <a:solidFill>
                    <a:srgbClr val="000000"/>
                  </a:solidFill>
                  <a:latin typeface="Arial"/>
                  <a:ea typeface="Arial"/>
                  <a:cs typeface="Arial"/>
                </a:defRPr>
              </a:lvl4pPr>
              <a:lvl5pPr algn="r">
                <a:defRPr sz="1385" b="0">
                  <a:solidFill>
                    <a:srgbClr val="000000"/>
                  </a:solidFill>
                  <a:latin typeface="Arial"/>
                  <a:ea typeface="Arial"/>
                  <a:cs typeface="Arial"/>
                </a:defRPr>
              </a:lvl5pPr>
              <a:lvl6pPr algn="r">
                <a:defRPr sz="1385" b="0">
                  <a:solidFill>
                    <a:srgbClr val="000000"/>
                  </a:solidFill>
                  <a:latin typeface="Arial"/>
                  <a:ea typeface="Arial"/>
                  <a:cs typeface="Arial"/>
                </a:defRPr>
              </a:lvl6pPr>
              <a:lvl7pPr algn="r">
                <a:defRPr sz="1385" b="0">
                  <a:solidFill>
                    <a:srgbClr val="000000"/>
                  </a:solidFill>
                  <a:latin typeface="Arial"/>
                  <a:ea typeface="Arial"/>
                  <a:cs typeface="Arial"/>
                </a:defRPr>
              </a:lvl7pPr>
              <a:lvl8pPr algn="r">
                <a:defRPr sz="1385" b="0">
                  <a:solidFill>
                    <a:srgbClr val="000000"/>
                  </a:solidFill>
                  <a:latin typeface="Arial"/>
                  <a:ea typeface="Arial"/>
                  <a:cs typeface="Arial"/>
                </a:defRPr>
              </a:lvl8pPr>
              <a:lvl9pPr algn="r">
                <a:defRPr sz="1385" b="0">
                  <a:solidFill>
                    <a:srgbClr val="000000"/>
                  </a:solidFill>
                  <a:latin typeface="Arial"/>
                  <a:ea typeface="Arial"/>
                  <a:cs typeface="Arial"/>
                </a:defRPr>
              </a:lvl9pPr>
            </a:lstStyle>
            <a:p>
              <a:pPr algn="r">
                <a:defRPr sz="1385" b="0">
                  <a:solidFill>
                    <a:srgbClr val="000000"/>
                  </a:solidFill>
                  <a:latin typeface="Arial"/>
                  <a:ea typeface="Arial"/>
                  <a:cs typeface="Arial"/>
                </a:defRPr>
              </a:pPr>
              <a:r>
                <a:rPr sz="1385" b="0">
                  <a:solidFill>
                    <a:srgbClr val="000000"/>
                  </a:solidFill>
                  <a:latin typeface="Arial"/>
                  <a:ea typeface="Arial"/>
                  <a:cs typeface="Arial"/>
                </a:rPr>
                <a:t>1.0</a:t>
              </a:r>
            </a:p>
          </p:txBody>
        </p:sp>
        <p:sp>
          <p:nvSpPr>
            <p:cNvPr id="183" name="Time">
              <a:extLst>
                <a:ext uri="{FF2B5EF4-FFF2-40B4-BE49-F238E27FC236}">
                  <ns2:creationId id="{BD52CD49-D797-4FAF-8A3B-313E09224062}"/>
                </a:ext>
              </a:extLst>
            </p:cNvPr>
            <p:cNvSpPr>
              <a:spLocks noGrp="1"/>
            </p:cNvSpPr>
            <p:nvPr/>
          </p:nvSpPr>
          <p:spPr>
            <a:xfrm>
              <a:off x="609600" y="5667375"/>
              <a:ext cx="3143250" cy="247650"/>
            </a:xfrm>
            <a:prstGeom prst="rect">
              <a:avLst/>
            </a:prstGeom>
            <a:noFill/>
            <a:ln w="0">
              <a:noFill/>
            </a:ln>
          </p:spPr>
          <p:txBody>
            <a:bodyPr wrap="none" lIns="0" tIns="0" rIns="0" bIns="0" anchor="ctr">
              <a:noAutofit/>
            </a:bodyPr>
            <a:lstStyle>
              <a:defPPr algn="ctr">
                <a:defRPr sz="1538" b="0">
                  <a:solidFill>
                    <a:srgbClr val="000000"/>
                  </a:solidFill>
                  <a:latin typeface="Arial"/>
                  <a:ea typeface="Arial"/>
                  <a:cs typeface="Arial"/>
                </a:defRPr>
              </a:defPPr>
              <a:lvl1pPr algn="ctr">
                <a:defRPr sz="1538" b="0">
                  <a:solidFill>
                    <a:srgbClr val="000000"/>
                  </a:solidFill>
                  <a:latin typeface="Arial"/>
                  <a:ea typeface="Arial"/>
                  <a:cs typeface="Arial"/>
                </a:defRPr>
              </a:lvl1pPr>
              <a:lvl2pPr algn="ctr">
                <a:defRPr sz="1538" b="0">
                  <a:solidFill>
                    <a:srgbClr val="000000"/>
                  </a:solidFill>
                  <a:latin typeface="Arial"/>
                  <a:ea typeface="Arial"/>
                  <a:cs typeface="Arial"/>
                </a:defRPr>
              </a:lvl2pPr>
              <a:lvl3pPr algn="ctr">
                <a:defRPr sz="1538" b="0">
                  <a:solidFill>
                    <a:srgbClr val="000000"/>
                  </a:solidFill>
                  <a:latin typeface="Arial"/>
                  <a:ea typeface="Arial"/>
                  <a:cs typeface="Arial"/>
                </a:defRPr>
              </a:lvl3pPr>
              <a:lvl4pPr algn="ctr">
                <a:defRPr sz="1538" b="0">
                  <a:solidFill>
                    <a:srgbClr val="000000"/>
                  </a:solidFill>
                  <a:latin typeface="Arial"/>
                  <a:ea typeface="Arial"/>
                  <a:cs typeface="Arial"/>
                </a:defRPr>
              </a:lvl4pPr>
              <a:lvl5pPr algn="ctr">
                <a:defRPr sz="1538" b="0">
                  <a:solidFill>
                    <a:srgbClr val="000000"/>
                  </a:solidFill>
                  <a:latin typeface="Arial"/>
                  <a:ea typeface="Arial"/>
                  <a:cs typeface="Arial"/>
                </a:defRPr>
              </a:lvl5pPr>
              <a:lvl6pPr algn="ctr">
                <a:defRPr sz="1538" b="0">
                  <a:solidFill>
                    <a:srgbClr val="000000"/>
                  </a:solidFill>
                  <a:latin typeface="Arial"/>
                  <a:ea typeface="Arial"/>
                  <a:cs typeface="Arial"/>
                </a:defRPr>
              </a:lvl6pPr>
              <a:lvl7pPr algn="ctr">
                <a:defRPr sz="1538" b="0">
                  <a:solidFill>
                    <a:srgbClr val="000000"/>
                  </a:solidFill>
                  <a:latin typeface="Arial"/>
                  <a:ea typeface="Arial"/>
                  <a:cs typeface="Arial"/>
                </a:defRPr>
              </a:lvl7pPr>
              <a:lvl8pPr algn="ctr">
                <a:defRPr sz="1538" b="0">
                  <a:solidFill>
                    <a:srgbClr val="000000"/>
                  </a:solidFill>
                  <a:latin typeface="Arial"/>
                  <a:ea typeface="Arial"/>
                  <a:cs typeface="Arial"/>
                </a:defRPr>
              </a:lvl8pPr>
              <a:lvl9pPr algn="ctr">
                <a:defRPr sz="1538" b="0">
                  <a:solidFill>
                    <a:srgbClr val="000000"/>
                  </a:solidFill>
                  <a:latin typeface="Arial"/>
                  <a:ea typeface="Arial"/>
                  <a:cs typeface="Arial"/>
                </a:defRPr>
              </a:lvl9pPr>
            </a:lstStyle>
            <a:p>
              <a:pPr algn="ctr">
                <a:defRPr sz="1538" b="0">
                  <a:solidFill>
                    <a:srgbClr val="000000"/>
                  </a:solidFill>
                  <a:latin typeface="Arial"/>
                  <a:ea typeface="Arial"/>
                  <a:cs typeface="Arial"/>
                </a:defRPr>
              </a:pPr>
              <a:r>
                <a:rPr sz="1538" b="0">
                  <a:solidFill>
                    <a:srgbClr val="000000"/>
                  </a:solidFill>
                  <a:latin typeface="Arial"/>
                  <a:ea typeface="Arial"/>
                  <a:cs typeface="Arial"/>
                </a:rPr>
                <a:t>Time</a:t>
              </a:r>
            </a:p>
          </p:txBody>
        </p:sp>
        <p:sp>
          <p:nvSpPr>
            <p:cNvPr id="184" name="(c) ST-MTM">
              <a:extLst>
                <a:ext uri="{FF2B5EF4-FFF2-40B4-BE49-F238E27FC236}">
                  <ns2:creationId id="{8C4550DD-5CA0-4029-8E84-853E0BE44392}"/>
                </a:ext>
              </a:extLst>
            </p:cNvPr>
            <p:cNvSpPr>
              <a:spLocks noGrp="1"/>
            </p:cNvSpPr>
            <p:nvPr/>
          </p:nvSpPr>
          <p:spPr>
            <a:xfrm>
              <a:off x="4695825" y="3067050"/>
              <a:ext cx="3143250" cy="276225"/>
            </a:xfrm>
            <a:prstGeom prst="rect">
              <a:avLst/>
            </a:prstGeom>
            <a:noFill/>
            <a:ln w="0">
              <a:noFill/>
            </a:ln>
          </p:spPr>
          <p:txBody>
            <a:bodyPr wrap="none" lIns="0" tIns="0" rIns="0" bIns="0" anchor="ctr">
              <a:noAutofit/>
            </a:bodyPr>
            <a:lstStyle>
              <a:defPPr algn="l">
                <a:defRPr sz="1769" b="1">
                  <a:solidFill>
                    <a:srgbClr val="000000"/>
                  </a:solidFill>
                  <a:latin typeface="Arial"/>
                  <a:ea typeface="Arial"/>
                  <a:cs typeface="Arial"/>
                </a:defRPr>
              </a:defPPr>
              <a:lvl1pPr algn="l">
                <a:defRPr sz="1769" b="1">
                  <a:solidFill>
                    <a:srgbClr val="000000"/>
                  </a:solidFill>
                  <a:latin typeface="Arial"/>
                  <a:ea typeface="Arial"/>
                  <a:cs typeface="Arial"/>
                </a:defRPr>
              </a:lvl1pPr>
              <a:lvl2pPr algn="l">
                <a:defRPr sz="1769" b="1">
                  <a:solidFill>
                    <a:srgbClr val="000000"/>
                  </a:solidFill>
                  <a:latin typeface="Arial"/>
                  <a:ea typeface="Arial"/>
                  <a:cs typeface="Arial"/>
                </a:defRPr>
              </a:lvl2pPr>
              <a:lvl3pPr algn="l">
                <a:defRPr sz="1769" b="1">
                  <a:solidFill>
                    <a:srgbClr val="000000"/>
                  </a:solidFill>
                  <a:latin typeface="Arial"/>
                  <a:ea typeface="Arial"/>
                  <a:cs typeface="Arial"/>
                </a:defRPr>
              </a:lvl3pPr>
              <a:lvl4pPr algn="l">
                <a:defRPr sz="1769" b="1">
                  <a:solidFill>
                    <a:srgbClr val="000000"/>
                  </a:solidFill>
                  <a:latin typeface="Arial"/>
                  <a:ea typeface="Arial"/>
                  <a:cs typeface="Arial"/>
                </a:defRPr>
              </a:lvl4pPr>
              <a:lvl5pPr algn="l">
                <a:defRPr sz="1769" b="1">
                  <a:solidFill>
                    <a:srgbClr val="000000"/>
                  </a:solidFill>
                  <a:latin typeface="Arial"/>
                  <a:ea typeface="Arial"/>
                  <a:cs typeface="Arial"/>
                </a:defRPr>
              </a:lvl5pPr>
              <a:lvl6pPr algn="l">
                <a:defRPr sz="1769" b="1">
                  <a:solidFill>
                    <a:srgbClr val="000000"/>
                  </a:solidFill>
                  <a:latin typeface="Arial"/>
                  <a:ea typeface="Arial"/>
                  <a:cs typeface="Arial"/>
                </a:defRPr>
              </a:lvl6pPr>
              <a:lvl7pPr algn="l">
                <a:defRPr sz="1769" b="1">
                  <a:solidFill>
                    <a:srgbClr val="000000"/>
                  </a:solidFill>
                  <a:latin typeface="Arial"/>
                  <a:ea typeface="Arial"/>
                  <a:cs typeface="Arial"/>
                </a:defRPr>
              </a:lvl7pPr>
              <a:lvl8pPr algn="l">
                <a:defRPr sz="1769" b="1">
                  <a:solidFill>
                    <a:srgbClr val="000000"/>
                  </a:solidFill>
                  <a:latin typeface="Arial"/>
                  <a:ea typeface="Arial"/>
                  <a:cs typeface="Arial"/>
                </a:defRPr>
              </a:lvl8pPr>
              <a:lvl9pPr algn="l">
                <a:defRPr sz="1769" b="1">
                  <a:solidFill>
                    <a:srgbClr val="000000"/>
                  </a:solidFill>
                  <a:latin typeface="Arial"/>
                  <a:ea typeface="Arial"/>
                  <a:cs typeface="Arial"/>
                </a:defRPr>
              </a:lvl9pPr>
            </a:lstStyle>
            <a:p>
              <a:pPr algn="l">
                <a:defRPr sz="1769" b="1">
                  <a:solidFill>
                    <a:srgbClr val="000000"/>
                  </a:solidFill>
                  <a:latin typeface="Arial"/>
                  <a:ea typeface="Arial"/>
                  <a:cs typeface="Arial"/>
                </a:defRPr>
              </a:pPr>
              <a:r>
                <a:rPr sz="1769" b="1">
                  <a:solidFill>
                    <a:srgbClr val="000000"/>
                  </a:solidFill>
                  <a:latin typeface="Arial"/>
                  <a:ea typeface="Arial"/>
                  <a:cs typeface="Arial"/>
                </a:rPr>
                <a:t>(c) ST-MTM</a:t>
              </a:r>
            </a:p>
          </p:txBody>
        </p:sp>
        <p:sp>
          <p:nvSpPr>
            <p:cNvPr id="185" name="Native map coordinate">
              <a:extLst>
                <a:ext uri="{FF2B5EF4-FFF2-40B4-BE49-F238E27FC236}">
                  <ns2:creationId id="{3AB2284A-2BCE-46BD-A6B8-3D2FCEF325EB}"/>
                </a:ext>
              </a:extLst>
            </p:cNvPr>
            <p:cNvSpPr>
              <a:spLocks noGrp="1"/>
            </p:cNvSpPr>
            <p:nvPr/>
          </p:nvSpPr>
          <p:spPr>
            <a:xfrm>
              <a:off x="4695825" y="3324225"/>
              <a:ext cx="3143250" cy="219075"/>
            </a:xfrm>
            <a:prstGeom prst="rect">
              <a:avLst/>
            </a:prstGeom>
            <a:noFill/>
            <a:ln w="0">
              <a:noFill/>
            </a:ln>
          </p:spPr>
          <p:txBody>
            <a:bodyPr wrap="none" lIns="0" tIns="0" rIns="0" bIns="0" anchor="ctr">
              <a:noAutofit/>
            </a:bodyPr>
            <a:lstStyle>
              <a:defPPr algn="l">
                <a:defRPr sz="1385" b="0">
                  <a:solidFill>
                    <a:srgbClr val="000000"/>
                  </a:solidFill>
                  <a:latin typeface="Arial"/>
                  <a:ea typeface="Arial"/>
                  <a:cs typeface="Arial"/>
                </a:defRPr>
              </a:defPPr>
              <a:lvl1pPr algn="l">
                <a:defRPr sz="1385" b="0">
                  <a:solidFill>
                    <a:srgbClr val="000000"/>
                  </a:solidFill>
                  <a:latin typeface="Arial"/>
                  <a:ea typeface="Arial"/>
                  <a:cs typeface="Arial"/>
                </a:defRPr>
              </a:lvl1pPr>
              <a:lvl2pPr algn="l">
                <a:defRPr sz="1385" b="0">
                  <a:solidFill>
                    <a:srgbClr val="000000"/>
                  </a:solidFill>
                  <a:latin typeface="Arial"/>
                  <a:ea typeface="Arial"/>
                  <a:cs typeface="Arial"/>
                </a:defRPr>
              </a:lvl2pPr>
              <a:lvl3pPr algn="l">
                <a:defRPr sz="1385" b="0">
                  <a:solidFill>
                    <a:srgbClr val="000000"/>
                  </a:solidFill>
                  <a:latin typeface="Arial"/>
                  <a:ea typeface="Arial"/>
                  <a:cs typeface="Arial"/>
                </a:defRPr>
              </a:lvl3pPr>
              <a:lvl4pPr algn="l">
                <a:defRPr sz="1385" b="0">
                  <a:solidFill>
                    <a:srgbClr val="000000"/>
                  </a:solidFill>
                  <a:latin typeface="Arial"/>
                  <a:ea typeface="Arial"/>
                  <a:cs typeface="Arial"/>
                </a:defRPr>
              </a:lvl4pPr>
              <a:lvl5pPr algn="l">
                <a:defRPr sz="1385" b="0">
                  <a:solidFill>
                    <a:srgbClr val="000000"/>
                  </a:solidFill>
                  <a:latin typeface="Arial"/>
                  <a:ea typeface="Arial"/>
                  <a:cs typeface="Arial"/>
                </a:defRPr>
              </a:lvl5pPr>
              <a:lvl6pPr algn="l">
                <a:defRPr sz="1385" b="0">
                  <a:solidFill>
                    <a:srgbClr val="000000"/>
                  </a:solidFill>
                  <a:latin typeface="Arial"/>
                  <a:ea typeface="Arial"/>
                  <a:cs typeface="Arial"/>
                </a:defRPr>
              </a:lvl6pPr>
              <a:lvl7pPr algn="l">
                <a:defRPr sz="1385" b="0">
                  <a:solidFill>
                    <a:srgbClr val="000000"/>
                  </a:solidFill>
                  <a:latin typeface="Arial"/>
                  <a:ea typeface="Arial"/>
                  <a:cs typeface="Arial"/>
                </a:defRPr>
              </a:lvl7pPr>
              <a:lvl8pPr algn="l">
                <a:defRPr sz="1385" b="0">
                  <a:solidFill>
                    <a:srgbClr val="000000"/>
                  </a:solidFill>
                  <a:latin typeface="Arial"/>
                  <a:ea typeface="Arial"/>
                  <a:cs typeface="Arial"/>
                </a:defRPr>
              </a:lvl8pPr>
              <a:lvl9pPr algn="l">
                <a:defRPr sz="1385" b="0">
                  <a:solidFill>
                    <a:srgbClr val="000000"/>
                  </a:solidFill>
                  <a:latin typeface="Arial"/>
                  <a:ea typeface="Arial"/>
                  <a:cs typeface="Arial"/>
                </a:defRPr>
              </a:lvl9pPr>
            </a:lstStyle>
            <a:p>
              <a:pPr algn="l">
                <a:defRPr sz="1385" b="0">
                  <a:solidFill>
                    <a:srgbClr val="000000"/>
                  </a:solidFill>
                  <a:latin typeface="Arial"/>
                  <a:ea typeface="Arial"/>
                  <a:cs typeface="Arial"/>
                </a:defRPr>
              </a:pPr>
              <a:r>
                <a:rPr sz="1385" b="0">
                  <a:solidFill>
                    <a:srgbClr val="000000"/>
                  </a:solidFill>
                  <a:latin typeface="Arial"/>
                  <a:ea typeface="Arial"/>
                  <a:cs typeface="Arial"/>
                </a:rPr>
                <a:t>Native map coordinate</a:t>
              </a:r>
            </a:p>
          </p:txBody>
        </p:sp>
        <p:pic>
          <p:nvPicPr>
            <p:cNvPr id="186" name="">
              <a:extLst>
                <a:ext uri="{FF2B5EF4-FFF2-40B4-BE49-F238E27FC236}">
                  <ns2:creationId id="{6BB98AEC-E73D-4393-91D7-B4999AA36395}"/>
                </a:ext>
              </a:extLst>
            </p:cNvPr>
            <p:cNvPicPr>
              <a:picLocks noChangeAspect="1"/>
            </p:cNvPicPr>
            <p:nvPr/>
          </p:nvPicPr>
          <p:blipFill>
            <a:blip r:embed="R4eaf2762797f40fe"/>
            <a:stretch/>
          </p:blipFill>
          <p:spPr>
            <a:xfrm>
              <a:off x="4695825" y="3552825"/>
              <a:ext cx="3143250" cy="1809750"/>
            </a:xfrm>
            <a:prstGeom prst="rect">
              <a:avLst/>
            </a:prstGeom>
          </p:spPr>
        </p:pic>
        <p:sp>
          <p:nvSpPr>
            <p:cNvPr id="187" name="Snapshot time guide 12">
              <a:extLst>
                <a:ext uri="{FF2B5EF4-FFF2-40B4-BE49-F238E27FC236}">
                  <ns2:creationId id="{78A146D8-14CA-4B02-ACE9-C250C8C52A45}"/>
                </a:ext>
              </a:extLst>
            </p:cNvPr>
            <p:cNvSpPr>
              <a:spLocks noGrp="1"/>
            </p:cNvSpPr>
            <p:nvPr/>
          </p:nvSpPr>
          <p:spPr>
            <a:xfrm>
              <a:off x="5294539" y="3552825"/>
              <a:ext cx="95" cy="1809750"/>
            </a:xfrm>
            <a:custGeom>
              <a:pathLst>
                <a:path w="95" h="1809750">
                  <a:moveTo>
                    <a:pt x="0" y="1809750"/>
                  </a:moveTo>
                  <a:lnTo>
                    <a:pt x="0" y="0"/>
                  </a:lnTo>
                </a:path>
              </a:pathLst>
            </a:custGeom>
            <a:noFill/>
            <a:ln w="5862">
              <a:solidFill>
                <a:srgbClr val="91ADB2"/>
              </a:solidFill>
              <a:prstDash val="dash"/>
            </a:ln>
          </p:spPr>
        </p:sp>
        <p:sp>
          <p:nvSpPr>
            <p:cNvPr id="188" name="Snapshot time guide 25">
              <a:extLst>
                <a:ext uri="{FF2B5EF4-FFF2-40B4-BE49-F238E27FC236}">
                  <ns2:creationId id="{49FB7E6B-B5A0-4FA2-8018-93DB647FBE6A}"/>
                </a:ext>
              </a:extLst>
            </p:cNvPr>
            <p:cNvSpPr>
              <a:spLocks noGrp="1"/>
            </p:cNvSpPr>
            <p:nvPr/>
          </p:nvSpPr>
          <p:spPr>
            <a:xfrm>
              <a:off x="5943146" y="3552825"/>
              <a:ext cx="95" cy="1809750"/>
            </a:xfrm>
            <a:custGeom>
              <a:pathLst>
                <a:path w="95" h="1809750">
                  <a:moveTo>
                    <a:pt x="0" y="1809750"/>
                  </a:moveTo>
                  <a:lnTo>
                    <a:pt x="0" y="0"/>
                  </a:lnTo>
                </a:path>
              </a:pathLst>
            </a:custGeom>
            <a:noFill/>
            <a:ln w="5862">
              <a:solidFill>
                <a:srgbClr val="91ADB2"/>
              </a:solidFill>
              <a:prstDash val="dash"/>
            </a:ln>
          </p:spPr>
        </p:sp>
        <p:sp>
          <p:nvSpPr>
            <p:cNvPr id="189" name="Snapshot time guide 38">
              <a:extLst>
                <a:ext uri="{FF2B5EF4-FFF2-40B4-BE49-F238E27FC236}">
                  <ns2:creationId id="{C2ADC6E1-E5FC-4A44-915F-328608DE5BE2}"/>
                </a:ext>
              </a:extLst>
            </p:cNvPr>
            <p:cNvSpPr>
              <a:spLocks noGrp="1"/>
            </p:cNvSpPr>
            <p:nvPr/>
          </p:nvSpPr>
          <p:spPr>
            <a:xfrm>
              <a:off x="6591754" y="3552825"/>
              <a:ext cx="95" cy="1809750"/>
            </a:xfrm>
            <a:custGeom>
              <a:pathLst>
                <a:path w="95" h="1809750">
                  <a:moveTo>
                    <a:pt x="0" y="1809750"/>
                  </a:moveTo>
                  <a:lnTo>
                    <a:pt x="0" y="0"/>
                  </a:lnTo>
                </a:path>
              </a:pathLst>
            </a:custGeom>
            <a:noFill/>
            <a:ln w="5862">
              <a:solidFill>
                <a:srgbClr val="91ADB2"/>
              </a:solidFill>
              <a:prstDash val="dash"/>
            </a:ln>
          </p:spPr>
        </p:sp>
        <p:sp>
          <p:nvSpPr>
            <p:cNvPr id="190" name="Snapshot time guide 51">
              <a:extLst>
                <a:ext uri="{FF2B5EF4-FFF2-40B4-BE49-F238E27FC236}">
                  <ns2:creationId id="{74E9B14E-C044-46B1-AEB2-7EC7C11703D7}"/>
                </a:ext>
              </a:extLst>
            </p:cNvPr>
            <p:cNvSpPr>
              <a:spLocks noGrp="1"/>
            </p:cNvSpPr>
            <p:nvPr/>
          </p:nvSpPr>
          <p:spPr>
            <a:xfrm>
              <a:off x="7240361" y="3552825"/>
              <a:ext cx="95" cy="1809750"/>
            </a:xfrm>
            <a:custGeom>
              <a:pathLst>
                <a:path w="95" h="1809750">
                  <a:moveTo>
                    <a:pt x="0" y="1809750"/>
                  </a:moveTo>
                  <a:lnTo>
                    <a:pt x="0" y="0"/>
                  </a:lnTo>
                </a:path>
              </a:pathLst>
            </a:custGeom>
            <a:noFill/>
            <a:ln w="5862">
              <a:solidFill>
                <a:srgbClr val="91ADB2"/>
              </a:solidFill>
              <a:prstDash val="dash"/>
            </a:ln>
          </p:spPr>
        </p:sp>
        <p:sp>
          <p:nvSpPr>
            <p:cNvPr id="191" name="ST-MTM A black label">
              <a:extLst>
                <a:ext uri="{FF2B5EF4-FFF2-40B4-BE49-F238E27FC236}">
                  <ns2:creationId id="{42CAA9F5-CEF1-4255-80F6-B000103DFB20}"/>
                </a:ext>
              </a:extLst>
            </p:cNvPr>
            <p:cNvSpPr>
              <a:spLocks noGrp="1"/>
            </p:cNvSpPr>
            <p:nvPr/>
          </p:nvSpPr>
          <p:spPr>
            <a:xfrm>
              <a:off x="7915275" y="4814486"/>
              <a:ext cx="257175" cy="247650"/>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A</a:t>
              </a:r>
            </a:p>
          </p:txBody>
        </p:sp>
        <p:sp>
          <p:nvSpPr>
            <p:cNvPr id="192" name="ST-MTM B black label">
              <a:extLst>
                <a:ext uri="{FF2B5EF4-FFF2-40B4-BE49-F238E27FC236}">
                  <ns2:creationId id="{2ECAE6C3-5C87-4AAD-8BB5-4A899CC099F7}"/>
                </a:ext>
              </a:extLst>
            </p:cNvPr>
            <p:cNvSpPr>
              <a:spLocks noGrp="1"/>
            </p:cNvSpPr>
            <p:nvPr/>
          </p:nvSpPr>
          <p:spPr>
            <a:xfrm>
              <a:off x="7915275" y="4334096"/>
              <a:ext cx="257175" cy="247650"/>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B</a:t>
              </a:r>
            </a:p>
          </p:txBody>
        </p:sp>
        <p:sp>
          <p:nvSpPr>
            <p:cNvPr id="193" name="ST-MTM C black label">
              <a:extLst>
                <a:ext uri="{FF2B5EF4-FFF2-40B4-BE49-F238E27FC236}">
                  <ns2:creationId id="{F2E7D2AB-6EE1-4A40-98C3-3EB6CEBDEF0A}"/>
                </a:ext>
              </a:extLst>
            </p:cNvPr>
            <p:cNvSpPr>
              <a:spLocks noGrp="1"/>
            </p:cNvSpPr>
            <p:nvPr/>
          </p:nvSpPr>
          <p:spPr>
            <a:xfrm>
              <a:off x="7915275" y="3853264"/>
              <a:ext cx="257175" cy="247650"/>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C</a:t>
              </a:r>
            </a:p>
          </p:txBody>
        </p:sp>
        <p:sp>
          <p:nvSpPr>
            <p:cNvPr id="194" name="Scientific domain frame">
              <a:extLst>
                <a:ext uri="{FF2B5EF4-FFF2-40B4-BE49-F238E27FC236}">
                  <ns2:creationId id="{68070EFC-5A46-4C15-8F02-0010E21179C2}"/>
                </a:ext>
              </a:extLst>
            </p:cNvPr>
            <p:cNvSpPr>
              <a:spLocks noGrp="1"/>
            </p:cNvSpPr>
            <p:nvPr/>
          </p:nvSpPr>
          <p:spPr>
            <a:xfrm>
              <a:off x="4695825" y="3552825"/>
              <a:ext cx="3143250" cy="1809750"/>
            </a:xfrm>
            <a:prstGeom prst="rect">
              <a:avLst/>
            </a:prstGeom>
            <a:noFill/>
            <a:ln w="7815">
              <a:solidFill>
                <a:srgbClr val="000000"/>
              </a:solidFill>
            </a:ln>
          </p:spPr>
        </p:sp>
        <p:sp>
          <p:nvSpPr>
            <p:cNvPr id="195" name="Scientific line">
              <a:extLst>
                <a:ext uri="{FF2B5EF4-FFF2-40B4-BE49-F238E27FC236}">
                  <ns2:creationId id="{039E5F5B-E276-4429-AB53-A7CB96494E3F}"/>
                </a:ext>
              </a:extLst>
            </p:cNvPr>
            <p:cNvSpPr>
              <a:spLocks noGrp="1"/>
            </p:cNvSpPr>
            <p:nvPr/>
          </p:nvSpPr>
          <p:spPr>
            <a:xfrm>
              <a:off x="4695825" y="5362575"/>
              <a:ext cx="95" cy="47625"/>
            </a:xfrm>
            <a:custGeom>
              <a:pathLst>
                <a:path w="95" h="47625">
                  <a:moveTo>
                    <a:pt x="0" y="0"/>
                  </a:moveTo>
                  <a:lnTo>
                    <a:pt x="0" y="47625"/>
                  </a:lnTo>
                </a:path>
              </a:pathLst>
            </a:custGeom>
            <a:noFill/>
            <a:ln w="9769">
              <a:solidFill>
                <a:srgbClr val="000000"/>
              </a:solidFill>
              <a:prstDash val="solid"/>
            </a:ln>
          </p:spPr>
        </p:sp>
        <p:sp>
          <p:nvSpPr>
            <p:cNvPr id="196" name="0">
              <a:extLst>
                <a:ext uri="{FF2B5EF4-FFF2-40B4-BE49-F238E27FC236}">
                  <ns2:creationId id="{5A9116ED-4450-4BA4-9298-434E17827B32}"/>
                </a:ext>
              </a:extLst>
            </p:cNvPr>
            <p:cNvSpPr>
              <a:spLocks noGrp="1"/>
            </p:cNvSpPr>
            <p:nvPr/>
          </p:nvSpPr>
          <p:spPr>
            <a:xfrm>
              <a:off x="4486275" y="5419725"/>
              <a:ext cx="419100" cy="228600"/>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0</a:t>
              </a:r>
            </a:p>
          </p:txBody>
        </p:sp>
        <p:sp>
          <p:nvSpPr>
            <p:cNvPr id="197" name="Scientific line">
              <a:extLst>
                <a:ext uri="{FF2B5EF4-FFF2-40B4-BE49-F238E27FC236}">
                  <ns2:creationId id="{48D0A0EE-039A-40D3-B250-1F93248F8780}"/>
                </a:ext>
              </a:extLst>
            </p:cNvPr>
            <p:cNvSpPr>
              <a:spLocks noGrp="1"/>
            </p:cNvSpPr>
            <p:nvPr/>
          </p:nvSpPr>
          <p:spPr>
            <a:xfrm>
              <a:off x="5294539" y="5362575"/>
              <a:ext cx="95" cy="47625"/>
            </a:xfrm>
            <a:custGeom>
              <a:pathLst>
                <a:path w="95" h="47625">
                  <a:moveTo>
                    <a:pt x="0" y="0"/>
                  </a:moveTo>
                  <a:lnTo>
                    <a:pt x="0" y="47625"/>
                  </a:lnTo>
                </a:path>
              </a:pathLst>
            </a:custGeom>
            <a:noFill/>
            <a:ln w="9769">
              <a:solidFill>
                <a:srgbClr val="000000"/>
              </a:solidFill>
              <a:prstDash val="solid"/>
            </a:ln>
          </p:spPr>
        </p:sp>
        <p:sp>
          <p:nvSpPr>
            <p:cNvPr id="198" name="12">
              <a:extLst>
                <a:ext uri="{FF2B5EF4-FFF2-40B4-BE49-F238E27FC236}">
                  <ns2:creationId id="{FF457A76-B1FA-4975-849B-162F1C2FCF99}"/>
                </a:ext>
              </a:extLst>
            </p:cNvPr>
            <p:cNvSpPr>
              <a:spLocks noGrp="1"/>
            </p:cNvSpPr>
            <p:nvPr/>
          </p:nvSpPr>
          <p:spPr>
            <a:xfrm>
              <a:off x="5084989" y="5419725"/>
              <a:ext cx="419100" cy="228600"/>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12</a:t>
              </a:r>
            </a:p>
          </p:txBody>
        </p:sp>
        <p:sp>
          <p:nvSpPr>
            <p:cNvPr id="199" name="Scientific line">
              <a:extLst>
                <a:ext uri="{FF2B5EF4-FFF2-40B4-BE49-F238E27FC236}">
                  <ns2:creationId id="{44905527-18FC-4FB5-9126-F5F0E03E9178}"/>
                </a:ext>
              </a:extLst>
            </p:cNvPr>
            <p:cNvSpPr>
              <a:spLocks noGrp="1"/>
            </p:cNvSpPr>
            <p:nvPr/>
          </p:nvSpPr>
          <p:spPr>
            <a:xfrm>
              <a:off x="5943146" y="5362575"/>
              <a:ext cx="95" cy="47625"/>
            </a:xfrm>
            <a:custGeom>
              <a:pathLst>
                <a:path w="95" h="47625">
                  <a:moveTo>
                    <a:pt x="0" y="0"/>
                  </a:moveTo>
                  <a:lnTo>
                    <a:pt x="0" y="47625"/>
                  </a:lnTo>
                </a:path>
              </a:pathLst>
            </a:custGeom>
            <a:noFill/>
            <a:ln w="9769">
              <a:solidFill>
                <a:srgbClr val="000000"/>
              </a:solidFill>
              <a:prstDash val="solid"/>
            </a:ln>
          </p:spPr>
        </p:sp>
        <p:sp>
          <p:nvSpPr>
            <p:cNvPr id="200" name="25">
              <a:extLst>
                <a:ext uri="{FF2B5EF4-FFF2-40B4-BE49-F238E27FC236}">
                  <ns2:creationId id="{CC5D6FFA-568E-4E96-8532-C171D09508BF}"/>
                </a:ext>
              </a:extLst>
            </p:cNvPr>
            <p:cNvSpPr>
              <a:spLocks noGrp="1"/>
            </p:cNvSpPr>
            <p:nvPr/>
          </p:nvSpPr>
          <p:spPr>
            <a:xfrm>
              <a:off x="5733596" y="5419725"/>
              <a:ext cx="419100" cy="228600"/>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25</a:t>
              </a:r>
            </a:p>
          </p:txBody>
        </p:sp>
        <p:sp>
          <p:nvSpPr>
            <p:cNvPr id="201" name="Scientific line">
              <a:extLst>
                <a:ext uri="{FF2B5EF4-FFF2-40B4-BE49-F238E27FC236}">
                  <ns2:creationId id="{BF078587-5D81-459F-ACA7-347456CFAD58}"/>
                </a:ext>
              </a:extLst>
            </p:cNvPr>
            <p:cNvSpPr>
              <a:spLocks noGrp="1"/>
            </p:cNvSpPr>
            <p:nvPr/>
          </p:nvSpPr>
          <p:spPr>
            <a:xfrm>
              <a:off x="6591754" y="5362575"/>
              <a:ext cx="95" cy="47625"/>
            </a:xfrm>
            <a:custGeom>
              <a:pathLst>
                <a:path w="95" h="47625">
                  <a:moveTo>
                    <a:pt x="0" y="0"/>
                  </a:moveTo>
                  <a:lnTo>
                    <a:pt x="0" y="47625"/>
                  </a:lnTo>
                </a:path>
              </a:pathLst>
            </a:custGeom>
            <a:noFill/>
            <a:ln w="9769">
              <a:solidFill>
                <a:srgbClr val="000000"/>
              </a:solidFill>
              <a:prstDash val="solid"/>
            </a:ln>
          </p:spPr>
        </p:sp>
        <p:sp>
          <p:nvSpPr>
            <p:cNvPr id="202" name="38">
              <a:extLst>
                <a:ext uri="{FF2B5EF4-FFF2-40B4-BE49-F238E27FC236}">
                  <ns2:creationId id="{3A25F213-3FA5-436B-94B2-6462B96CB8E7}"/>
                </a:ext>
              </a:extLst>
            </p:cNvPr>
            <p:cNvSpPr>
              <a:spLocks noGrp="1"/>
            </p:cNvSpPr>
            <p:nvPr/>
          </p:nvSpPr>
          <p:spPr>
            <a:xfrm>
              <a:off x="6382204" y="5419725"/>
              <a:ext cx="419100" cy="228600"/>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38</a:t>
              </a:r>
            </a:p>
          </p:txBody>
        </p:sp>
        <p:sp>
          <p:nvSpPr>
            <p:cNvPr id="203" name="Scientific line">
              <a:extLst>
                <a:ext uri="{FF2B5EF4-FFF2-40B4-BE49-F238E27FC236}">
                  <ns2:creationId id="{CDF41C0B-0FEC-46BD-A984-A7431010A5B7}"/>
                </a:ext>
              </a:extLst>
            </p:cNvPr>
            <p:cNvSpPr>
              <a:spLocks noGrp="1"/>
            </p:cNvSpPr>
            <p:nvPr/>
          </p:nvSpPr>
          <p:spPr>
            <a:xfrm>
              <a:off x="7240361" y="5362575"/>
              <a:ext cx="95" cy="47625"/>
            </a:xfrm>
            <a:custGeom>
              <a:pathLst>
                <a:path w="95" h="47625">
                  <a:moveTo>
                    <a:pt x="0" y="0"/>
                  </a:moveTo>
                  <a:lnTo>
                    <a:pt x="0" y="47625"/>
                  </a:lnTo>
                </a:path>
              </a:pathLst>
            </a:custGeom>
            <a:noFill/>
            <a:ln w="9769">
              <a:solidFill>
                <a:srgbClr val="000000"/>
              </a:solidFill>
              <a:prstDash val="solid"/>
            </a:ln>
          </p:spPr>
        </p:sp>
        <p:sp>
          <p:nvSpPr>
            <p:cNvPr id="204" name="51">
              <a:extLst>
                <a:ext uri="{FF2B5EF4-FFF2-40B4-BE49-F238E27FC236}">
                  <ns2:creationId id="{7B3C2B9B-EDE1-484F-A354-FBCD8EEA6F85}"/>
                </a:ext>
              </a:extLst>
            </p:cNvPr>
            <p:cNvSpPr>
              <a:spLocks noGrp="1"/>
            </p:cNvSpPr>
            <p:nvPr/>
          </p:nvSpPr>
          <p:spPr>
            <a:xfrm>
              <a:off x="7030811" y="5419725"/>
              <a:ext cx="419100" cy="228600"/>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51</a:t>
              </a:r>
            </a:p>
          </p:txBody>
        </p:sp>
        <p:sp>
          <p:nvSpPr>
            <p:cNvPr id="205" name="Scientific line">
              <a:extLst>
                <a:ext uri="{FF2B5EF4-FFF2-40B4-BE49-F238E27FC236}">
                  <ns2:creationId id="{D4130770-0111-4394-99CC-E3EC42E8D6D5}"/>
                </a:ext>
              </a:extLst>
            </p:cNvPr>
            <p:cNvSpPr>
              <a:spLocks noGrp="1"/>
            </p:cNvSpPr>
            <p:nvPr/>
          </p:nvSpPr>
          <p:spPr>
            <a:xfrm>
              <a:off x="7839075" y="5362575"/>
              <a:ext cx="95" cy="47625"/>
            </a:xfrm>
            <a:custGeom>
              <a:pathLst>
                <a:path w="95" h="47625">
                  <a:moveTo>
                    <a:pt x="0" y="0"/>
                  </a:moveTo>
                  <a:lnTo>
                    <a:pt x="0" y="47625"/>
                  </a:lnTo>
                </a:path>
              </a:pathLst>
            </a:custGeom>
            <a:noFill/>
            <a:ln w="9769">
              <a:solidFill>
                <a:srgbClr val="000000"/>
              </a:solidFill>
              <a:prstDash val="solid"/>
            </a:ln>
          </p:spPr>
        </p:sp>
        <p:sp>
          <p:nvSpPr>
            <p:cNvPr id="206" name="63">
              <a:extLst>
                <a:ext uri="{FF2B5EF4-FFF2-40B4-BE49-F238E27FC236}">
                  <ns2:creationId id="{4F003B66-8E44-4688-B2D5-FBADBCF4E91C}"/>
                </a:ext>
              </a:extLst>
            </p:cNvPr>
            <p:cNvSpPr>
              <a:spLocks noGrp="1"/>
            </p:cNvSpPr>
            <p:nvPr/>
          </p:nvSpPr>
          <p:spPr>
            <a:xfrm>
              <a:off x="7629525" y="5419725"/>
              <a:ext cx="419100" cy="228600"/>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63</a:t>
              </a:r>
            </a:p>
          </p:txBody>
        </p:sp>
        <p:sp>
          <p:nvSpPr>
            <p:cNvPr id="207" name="Scientific line">
              <a:extLst>
                <a:ext uri="{FF2B5EF4-FFF2-40B4-BE49-F238E27FC236}">
                  <ns2:creationId id="{6A67CEB4-22BC-41EF-A35C-171BBA795E1D}"/>
                </a:ext>
              </a:extLst>
            </p:cNvPr>
            <p:cNvSpPr>
              <a:spLocks noGrp="1"/>
            </p:cNvSpPr>
            <p:nvPr/>
          </p:nvSpPr>
          <p:spPr>
            <a:xfrm>
              <a:off x="4648200" y="5362575"/>
              <a:ext cx="47625" cy="95"/>
            </a:xfrm>
            <a:custGeom>
              <a:pathLst>
                <a:path w="47625" h="95">
                  <a:moveTo>
                    <a:pt x="0" y="0"/>
                  </a:moveTo>
                  <a:lnTo>
                    <a:pt x="47625" y="0"/>
                  </a:lnTo>
                </a:path>
              </a:pathLst>
            </a:custGeom>
            <a:noFill/>
            <a:ln w="9769">
              <a:solidFill>
                <a:srgbClr val="000000"/>
              </a:solidFill>
              <a:prstDash val="solid"/>
            </a:ln>
          </p:spPr>
        </p:sp>
        <p:sp>
          <p:nvSpPr>
            <p:cNvPr id="208" name="0.0">
              <a:extLst>
                <a:ext uri="{FF2B5EF4-FFF2-40B4-BE49-F238E27FC236}">
                  <ns2:creationId id="{F60D66B2-D809-4689-A15E-903255DFB445}"/>
                </a:ext>
              </a:extLst>
            </p:cNvPr>
            <p:cNvSpPr>
              <a:spLocks noGrp="1"/>
            </p:cNvSpPr>
            <p:nvPr/>
          </p:nvSpPr>
          <p:spPr>
            <a:xfrm>
              <a:off x="4124325" y="5248275"/>
              <a:ext cx="476250" cy="228600"/>
            </a:xfrm>
            <a:prstGeom prst="rect">
              <a:avLst/>
            </a:prstGeom>
            <a:noFill/>
            <a:ln w="0">
              <a:noFill/>
            </a:ln>
          </p:spPr>
          <p:txBody>
            <a:bodyPr wrap="none" lIns="0" tIns="0" rIns="0" bIns="0" anchor="ctr">
              <a:noAutofit/>
            </a:bodyPr>
            <a:lstStyle>
              <a:defPPr algn="r">
                <a:defRPr sz="1385" b="0">
                  <a:solidFill>
                    <a:srgbClr val="000000"/>
                  </a:solidFill>
                  <a:latin typeface="Arial"/>
                  <a:ea typeface="Arial"/>
                  <a:cs typeface="Arial"/>
                </a:defRPr>
              </a:defPPr>
              <a:lvl1pPr algn="r">
                <a:defRPr sz="1385" b="0">
                  <a:solidFill>
                    <a:srgbClr val="000000"/>
                  </a:solidFill>
                  <a:latin typeface="Arial"/>
                  <a:ea typeface="Arial"/>
                  <a:cs typeface="Arial"/>
                </a:defRPr>
              </a:lvl1pPr>
              <a:lvl2pPr algn="r">
                <a:defRPr sz="1385" b="0">
                  <a:solidFill>
                    <a:srgbClr val="000000"/>
                  </a:solidFill>
                  <a:latin typeface="Arial"/>
                  <a:ea typeface="Arial"/>
                  <a:cs typeface="Arial"/>
                </a:defRPr>
              </a:lvl2pPr>
              <a:lvl3pPr algn="r">
                <a:defRPr sz="1385" b="0">
                  <a:solidFill>
                    <a:srgbClr val="000000"/>
                  </a:solidFill>
                  <a:latin typeface="Arial"/>
                  <a:ea typeface="Arial"/>
                  <a:cs typeface="Arial"/>
                </a:defRPr>
              </a:lvl3pPr>
              <a:lvl4pPr algn="r">
                <a:defRPr sz="1385" b="0">
                  <a:solidFill>
                    <a:srgbClr val="000000"/>
                  </a:solidFill>
                  <a:latin typeface="Arial"/>
                  <a:ea typeface="Arial"/>
                  <a:cs typeface="Arial"/>
                </a:defRPr>
              </a:lvl4pPr>
              <a:lvl5pPr algn="r">
                <a:defRPr sz="1385" b="0">
                  <a:solidFill>
                    <a:srgbClr val="000000"/>
                  </a:solidFill>
                  <a:latin typeface="Arial"/>
                  <a:ea typeface="Arial"/>
                  <a:cs typeface="Arial"/>
                </a:defRPr>
              </a:lvl5pPr>
              <a:lvl6pPr algn="r">
                <a:defRPr sz="1385" b="0">
                  <a:solidFill>
                    <a:srgbClr val="000000"/>
                  </a:solidFill>
                  <a:latin typeface="Arial"/>
                  <a:ea typeface="Arial"/>
                  <a:cs typeface="Arial"/>
                </a:defRPr>
              </a:lvl6pPr>
              <a:lvl7pPr algn="r">
                <a:defRPr sz="1385" b="0">
                  <a:solidFill>
                    <a:srgbClr val="000000"/>
                  </a:solidFill>
                  <a:latin typeface="Arial"/>
                  <a:ea typeface="Arial"/>
                  <a:cs typeface="Arial"/>
                </a:defRPr>
              </a:lvl7pPr>
              <a:lvl8pPr algn="r">
                <a:defRPr sz="1385" b="0">
                  <a:solidFill>
                    <a:srgbClr val="000000"/>
                  </a:solidFill>
                  <a:latin typeface="Arial"/>
                  <a:ea typeface="Arial"/>
                  <a:cs typeface="Arial"/>
                </a:defRPr>
              </a:lvl8pPr>
              <a:lvl9pPr algn="r">
                <a:defRPr sz="1385" b="0">
                  <a:solidFill>
                    <a:srgbClr val="000000"/>
                  </a:solidFill>
                  <a:latin typeface="Arial"/>
                  <a:ea typeface="Arial"/>
                  <a:cs typeface="Arial"/>
                </a:defRPr>
              </a:lvl9pPr>
            </a:lstStyle>
            <a:p>
              <a:pPr algn="r">
                <a:defRPr sz="1385" b="0">
                  <a:solidFill>
                    <a:srgbClr val="000000"/>
                  </a:solidFill>
                  <a:latin typeface="Arial"/>
                  <a:ea typeface="Arial"/>
                  <a:cs typeface="Arial"/>
                </a:defRPr>
              </a:pPr>
              <a:r>
                <a:rPr sz="1385" b="0">
                  <a:solidFill>
                    <a:srgbClr val="000000"/>
                  </a:solidFill>
                  <a:latin typeface="Arial"/>
                  <a:ea typeface="Arial"/>
                  <a:cs typeface="Arial"/>
                </a:rPr>
                <a:t>0.0</a:t>
              </a:r>
            </a:p>
          </p:txBody>
        </p:sp>
        <p:sp>
          <p:nvSpPr>
            <p:cNvPr id="209" name="Scientific line">
              <a:extLst>
                <a:ext uri="{FF2B5EF4-FFF2-40B4-BE49-F238E27FC236}">
                  <ns2:creationId id="{473A8B5B-0881-43E6-AE14-2B8A9167C88E}"/>
                </a:ext>
              </a:extLst>
            </p:cNvPr>
            <p:cNvSpPr>
              <a:spLocks noGrp="1"/>
            </p:cNvSpPr>
            <p:nvPr/>
          </p:nvSpPr>
          <p:spPr>
            <a:xfrm>
              <a:off x="4648200" y="4457700"/>
              <a:ext cx="47625" cy="95"/>
            </a:xfrm>
            <a:custGeom>
              <a:pathLst>
                <a:path w="47625" h="95">
                  <a:moveTo>
                    <a:pt x="0" y="0"/>
                  </a:moveTo>
                  <a:lnTo>
                    <a:pt x="47625" y="0"/>
                  </a:lnTo>
                </a:path>
              </a:pathLst>
            </a:custGeom>
            <a:noFill/>
            <a:ln w="9769">
              <a:solidFill>
                <a:srgbClr val="000000"/>
              </a:solidFill>
              <a:prstDash val="solid"/>
            </a:ln>
          </p:spPr>
        </p:sp>
        <p:sp>
          <p:nvSpPr>
            <p:cNvPr id="210" name="0.5">
              <a:extLst>
                <a:ext uri="{FF2B5EF4-FFF2-40B4-BE49-F238E27FC236}">
                  <ns2:creationId id="{DADF3633-3879-4722-B107-21B888330D6B}"/>
                </a:ext>
              </a:extLst>
            </p:cNvPr>
            <p:cNvSpPr>
              <a:spLocks noGrp="1"/>
            </p:cNvSpPr>
            <p:nvPr/>
          </p:nvSpPr>
          <p:spPr>
            <a:xfrm>
              <a:off x="4124325" y="4343400"/>
              <a:ext cx="476250" cy="228600"/>
            </a:xfrm>
            <a:prstGeom prst="rect">
              <a:avLst/>
            </a:prstGeom>
            <a:noFill/>
            <a:ln w="0">
              <a:noFill/>
            </a:ln>
          </p:spPr>
          <p:txBody>
            <a:bodyPr wrap="none" lIns="0" tIns="0" rIns="0" bIns="0" anchor="ctr">
              <a:noAutofit/>
            </a:bodyPr>
            <a:lstStyle>
              <a:defPPr algn="r">
                <a:defRPr sz="1385" b="0">
                  <a:solidFill>
                    <a:srgbClr val="000000"/>
                  </a:solidFill>
                  <a:latin typeface="Arial"/>
                  <a:ea typeface="Arial"/>
                  <a:cs typeface="Arial"/>
                </a:defRPr>
              </a:defPPr>
              <a:lvl1pPr algn="r">
                <a:defRPr sz="1385" b="0">
                  <a:solidFill>
                    <a:srgbClr val="000000"/>
                  </a:solidFill>
                  <a:latin typeface="Arial"/>
                  <a:ea typeface="Arial"/>
                  <a:cs typeface="Arial"/>
                </a:defRPr>
              </a:lvl1pPr>
              <a:lvl2pPr algn="r">
                <a:defRPr sz="1385" b="0">
                  <a:solidFill>
                    <a:srgbClr val="000000"/>
                  </a:solidFill>
                  <a:latin typeface="Arial"/>
                  <a:ea typeface="Arial"/>
                  <a:cs typeface="Arial"/>
                </a:defRPr>
              </a:lvl2pPr>
              <a:lvl3pPr algn="r">
                <a:defRPr sz="1385" b="0">
                  <a:solidFill>
                    <a:srgbClr val="000000"/>
                  </a:solidFill>
                  <a:latin typeface="Arial"/>
                  <a:ea typeface="Arial"/>
                  <a:cs typeface="Arial"/>
                </a:defRPr>
              </a:lvl3pPr>
              <a:lvl4pPr algn="r">
                <a:defRPr sz="1385" b="0">
                  <a:solidFill>
                    <a:srgbClr val="000000"/>
                  </a:solidFill>
                  <a:latin typeface="Arial"/>
                  <a:ea typeface="Arial"/>
                  <a:cs typeface="Arial"/>
                </a:defRPr>
              </a:lvl4pPr>
              <a:lvl5pPr algn="r">
                <a:defRPr sz="1385" b="0">
                  <a:solidFill>
                    <a:srgbClr val="000000"/>
                  </a:solidFill>
                  <a:latin typeface="Arial"/>
                  <a:ea typeface="Arial"/>
                  <a:cs typeface="Arial"/>
                </a:defRPr>
              </a:lvl5pPr>
              <a:lvl6pPr algn="r">
                <a:defRPr sz="1385" b="0">
                  <a:solidFill>
                    <a:srgbClr val="000000"/>
                  </a:solidFill>
                  <a:latin typeface="Arial"/>
                  <a:ea typeface="Arial"/>
                  <a:cs typeface="Arial"/>
                </a:defRPr>
              </a:lvl6pPr>
              <a:lvl7pPr algn="r">
                <a:defRPr sz="1385" b="0">
                  <a:solidFill>
                    <a:srgbClr val="000000"/>
                  </a:solidFill>
                  <a:latin typeface="Arial"/>
                  <a:ea typeface="Arial"/>
                  <a:cs typeface="Arial"/>
                </a:defRPr>
              </a:lvl7pPr>
              <a:lvl8pPr algn="r">
                <a:defRPr sz="1385" b="0">
                  <a:solidFill>
                    <a:srgbClr val="000000"/>
                  </a:solidFill>
                  <a:latin typeface="Arial"/>
                  <a:ea typeface="Arial"/>
                  <a:cs typeface="Arial"/>
                </a:defRPr>
              </a:lvl8pPr>
              <a:lvl9pPr algn="r">
                <a:defRPr sz="1385" b="0">
                  <a:solidFill>
                    <a:srgbClr val="000000"/>
                  </a:solidFill>
                  <a:latin typeface="Arial"/>
                  <a:ea typeface="Arial"/>
                  <a:cs typeface="Arial"/>
                </a:defRPr>
              </a:lvl9pPr>
            </a:lstStyle>
            <a:p>
              <a:pPr algn="r">
                <a:defRPr sz="1385" b="0">
                  <a:solidFill>
                    <a:srgbClr val="000000"/>
                  </a:solidFill>
                  <a:latin typeface="Arial"/>
                  <a:ea typeface="Arial"/>
                  <a:cs typeface="Arial"/>
                </a:defRPr>
              </a:pPr>
              <a:r>
                <a:rPr sz="1385" b="0">
                  <a:solidFill>
                    <a:srgbClr val="000000"/>
                  </a:solidFill>
                  <a:latin typeface="Arial"/>
                  <a:ea typeface="Arial"/>
                  <a:cs typeface="Arial"/>
                </a:rPr>
                <a:t>0.5</a:t>
              </a:r>
            </a:p>
          </p:txBody>
        </p:sp>
        <p:sp>
          <p:nvSpPr>
            <p:cNvPr id="211" name="Scientific line">
              <a:extLst>
                <a:ext uri="{FF2B5EF4-FFF2-40B4-BE49-F238E27FC236}">
                  <ns2:creationId id="{AA13E681-BB68-43D4-B926-989A84EFC67E}"/>
                </a:ext>
              </a:extLst>
            </p:cNvPr>
            <p:cNvSpPr>
              <a:spLocks noGrp="1"/>
            </p:cNvSpPr>
            <p:nvPr/>
          </p:nvSpPr>
          <p:spPr>
            <a:xfrm>
              <a:off x="4648200" y="3552825"/>
              <a:ext cx="47625" cy="95"/>
            </a:xfrm>
            <a:custGeom>
              <a:pathLst>
                <a:path w="47625" h="95">
                  <a:moveTo>
                    <a:pt x="0" y="0"/>
                  </a:moveTo>
                  <a:lnTo>
                    <a:pt x="47625" y="0"/>
                  </a:lnTo>
                </a:path>
              </a:pathLst>
            </a:custGeom>
            <a:noFill/>
            <a:ln w="9769">
              <a:solidFill>
                <a:srgbClr val="000000"/>
              </a:solidFill>
              <a:prstDash val="solid"/>
            </a:ln>
          </p:spPr>
        </p:sp>
        <p:sp>
          <p:nvSpPr>
            <p:cNvPr id="212" name="1.0">
              <a:extLst>
                <a:ext uri="{FF2B5EF4-FFF2-40B4-BE49-F238E27FC236}">
                  <ns2:creationId id="{BBC53668-96E3-4416-83BF-DF1EC800EAF5}"/>
                </a:ext>
              </a:extLst>
            </p:cNvPr>
            <p:cNvSpPr>
              <a:spLocks noGrp="1"/>
            </p:cNvSpPr>
            <p:nvPr/>
          </p:nvSpPr>
          <p:spPr>
            <a:xfrm>
              <a:off x="4124325" y="3438525"/>
              <a:ext cx="476250" cy="228600"/>
            </a:xfrm>
            <a:prstGeom prst="rect">
              <a:avLst/>
            </a:prstGeom>
            <a:noFill/>
            <a:ln w="0">
              <a:noFill/>
            </a:ln>
          </p:spPr>
          <p:txBody>
            <a:bodyPr wrap="none" lIns="0" tIns="0" rIns="0" bIns="0" anchor="ctr">
              <a:noAutofit/>
            </a:bodyPr>
            <a:lstStyle>
              <a:defPPr algn="r">
                <a:defRPr sz="1385" b="0">
                  <a:solidFill>
                    <a:srgbClr val="000000"/>
                  </a:solidFill>
                  <a:latin typeface="Arial"/>
                  <a:ea typeface="Arial"/>
                  <a:cs typeface="Arial"/>
                </a:defRPr>
              </a:defPPr>
              <a:lvl1pPr algn="r">
                <a:defRPr sz="1385" b="0">
                  <a:solidFill>
                    <a:srgbClr val="000000"/>
                  </a:solidFill>
                  <a:latin typeface="Arial"/>
                  <a:ea typeface="Arial"/>
                  <a:cs typeface="Arial"/>
                </a:defRPr>
              </a:lvl1pPr>
              <a:lvl2pPr algn="r">
                <a:defRPr sz="1385" b="0">
                  <a:solidFill>
                    <a:srgbClr val="000000"/>
                  </a:solidFill>
                  <a:latin typeface="Arial"/>
                  <a:ea typeface="Arial"/>
                  <a:cs typeface="Arial"/>
                </a:defRPr>
              </a:lvl2pPr>
              <a:lvl3pPr algn="r">
                <a:defRPr sz="1385" b="0">
                  <a:solidFill>
                    <a:srgbClr val="000000"/>
                  </a:solidFill>
                  <a:latin typeface="Arial"/>
                  <a:ea typeface="Arial"/>
                  <a:cs typeface="Arial"/>
                </a:defRPr>
              </a:lvl3pPr>
              <a:lvl4pPr algn="r">
                <a:defRPr sz="1385" b="0">
                  <a:solidFill>
                    <a:srgbClr val="000000"/>
                  </a:solidFill>
                  <a:latin typeface="Arial"/>
                  <a:ea typeface="Arial"/>
                  <a:cs typeface="Arial"/>
                </a:defRPr>
              </a:lvl4pPr>
              <a:lvl5pPr algn="r">
                <a:defRPr sz="1385" b="0">
                  <a:solidFill>
                    <a:srgbClr val="000000"/>
                  </a:solidFill>
                  <a:latin typeface="Arial"/>
                  <a:ea typeface="Arial"/>
                  <a:cs typeface="Arial"/>
                </a:defRPr>
              </a:lvl5pPr>
              <a:lvl6pPr algn="r">
                <a:defRPr sz="1385" b="0">
                  <a:solidFill>
                    <a:srgbClr val="000000"/>
                  </a:solidFill>
                  <a:latin typeface="Arial"/>
                  <a:ea typeface="Arial"/>
                  <a:cs typeface="Arial"/>
                </a:defRPr>
              </a:lvl6pPr>
              <a:lvl7pPr algn="r">
                <a:defRPr sz="1385" b="0">
                  <a:solidFill>
                    <a:srgbClr val="000000"/>
                  </a:solidFill>
                  <a:latin typeface="Arial"/>
                  <a:ea typeface="Arial"/>
                  <a:cs typeface="Arial"/>
                </a:defRPr>
              </a:lvl7pPr>
              <a:lvl8pPr algn="r">
                <a:defRPr sz="1385" b="0">
                  <a:solidFill>
                    <a:srgbClr val="000000"/>
                  </a:solidFill>
                  <a:latin typeface="Arial"/>
                  <a:ea typeface="Arial"/>
                  <a:cs typeface="Arial"/>
                </a:defRPr>
              </a:lvl8pPr>
              <a:lvl9pPr algn="r">
                <a:defRPr sz="1385" b="0">
                  <a:solidFill>
                    <a:srgbClr val="000000"/>
                  </a:solidFill>
                  <a:latin typeface="Arial"/>
                  <a:ea typeface="Arial"/>
                  <a:cs typeface="Arial"/>
                </a:defRPr>
              </a:lvl9pPr>
            </a:lstStyle>
            <a:p>
              <a:pPr algn="r">
                <a:defRPr sz="1385" b="0">
                  <a:solidFill>
                    <a:srgbClr val="000000"/>
                  </a:solidFill>
                  <a:latin typeface="Arial"/>
                  <a:ea typeface="Arial"/>
                  <a:cs typeface="Arial"/>
                </a:defRPr>
              </a:pPr>
              <a:r>
                <a:rPr sz="1385" b="0">
                  <a:solidFill>
                    <a:srgbClr val="000000"/>
                  </a:solidFill>
                  <a:latin typeface="Arial"/>
                  <a:ea typeface="Arial"/>
                  <a:cs typeface="Arial"/>
                </a:rPr>
                <a:t>1.0</a:t>
              </a:r>
            </a:p>
          </p:txBody>
        </p:sp>
        <p:sp>
          <p:nvSpPr>
            <p:cNvPr id="213" name="Time">
              <a:extLst>
                <a:ext uri="{FF2B5EF4-FFF2-40B4-BE49-F238E27FC236}">
                  <ns2:creationId id="{C8A610E6-7042-4639-92E7-C8D213C7F8F4}"/>
                </a:ext>
              </a:extLst>
            </p:cNvPr>
            <p:cNvSpPr>
              <a:spLocks noGrp="1"/>
            </p:cNvSpPr>
            <p:nvPr/>
          </p:nvSpPr>
          <p:spPr>
            <a:xfrm>
              <a:off x="4695825" y="5667375"/>
              <a:ext cx="3143250" cy="247650"/>
            </a:xfrm>
            <a:prstGeom prst="rect">
              <a:avLst/>
            </a:prstGeom>
            <a:noFill/>
            <a:ln w="0">
              <a:noFill/>
            </a:ln>
          </p:spPr>
          <p:txBody>
            <a:bodyPr wrap="none" lIns="0" tIns="0" rIns="0" bIns="0" anchor="ctr">
              <a:noAutofit/>
            </a:bodyPr>
            <a:lstStyle>
              <a:defPPr algn="ctr">
                <a:defRPr sz="1538" b="0">
                  <a:solidFill>
                    <a:srgbClr val="000000"/>
                  </a:solidFill>
                  <a:latin typeface="Arial"/>
                  <a:ea typeface="Arial"/>
                  <a:cs typeface="Arial"/>
                </a:defRPr>
              </a:defPPr>
              <a:lvl1pPr algn="ctr">
                <a:defRPr sz="1538" b="0">
                  <a:solidFill>
                    <a:srgbClr val="000000"/>
                  </a:solidFill>
                  <a:latin typeface="Arial"/>
                  <a:ea typeface="Arial"/>
                  <a:cs typeface="Arial"/>
                </a:defRPr>
              </a:lvl1pPr>
              <a:lvl2pPr algn="ctr">
                <a:defRPr sz="1538" b="0">
                  <a:solidFill>
                    <a:srgbClr val="000000"/>
                  </a:solidFill>
                  <a:latin typeface="Arial"/>
                  <a:ea typeface="Arial"/>
                  <a:cs typeface="Arial"/>
                </a:defRPr>
              </a:lvl2pPr>
              <a:lvl3pPr algn="ctr">
                <a:defRPr sz="1538" b="0">
                  <a:solidFill>
                    <a:srgbClr val="000000"/>
                  </a:solidFill>
                  <a:latin typeface="Arial"/>
                  <a:ea typeface="Arial"/>
                  <a:cs typeface="Arial"/>
                </a:defRPr>
              </a:lvl3pPr>
              <a:lvl4pPr algn="ctr">
                <a:defRPr sz="1538" b="0">
                  <a:solidFill>
                    <a:srgbClr val="000000"/>
                  </a:solidFill>
                  <a:latin typeface="Arial"/>
                  <a:ea typeface="Arial"/>
                  <a:cs typeface="Arial"/>
                </a:defRPr>
              </a:lvl4pPr>
              <a:lvl5pPr algn="ctr">
                <a:defRPr sz="1538" b="0">
                  <a:solidFill>
                    <a:srgbClr val="000000"/>
                  </a:solidFill>
                  <a:latin typeface="Arial"/>
                  <a:ea typeface="Arial"/>
                  <a:cs typeface="Arial"/>
                </a:defRPr>
              </a:lvl5pPr>
              <a:lvl6pPr algn="ctr">
                <a:defRPr sz="1538" b="0">
                  <a:solidFill>
                    <a:srgbClr val="000000"/>
                  </a:solidFill>
                  <a:latin typeface="Arial"/>
                  <a:ea typeface="Arial"/>
                  <a:cs typeface="Arial"/>
                </a:defRPr>
              </a:lvl6pPr>
              <a:lvl7pPr algn="ctr">
                <a:defRPr sz="1538" b="0">
                  <a:solidFill>
                    <a:srgbClr val="000000"/>
                  </a:solidFill>
                  <a:latin typeface="Arial"/>
                  <a:ea typeface="Arial"/>
                  <a:cs typeface="Arial"/>
                </a:defRPr>
              </a:lvl7pPr>
              <a:lvl8pPr algn="ctr">
                <a:defRPr sz="1538" b="0">
                  <a:solidFill>
                    <a:srgbClr val="000000"/>
                  </a:solidFill>
                  <a:latin typeface="Arial"/>
                  <a:ea typeface="Arial"/>
                  <a:cs typeface="Arial"/>
                </a:defRPr>
              </a:lvl8pPr>
              <a:lvl9pPr algn="ctr">
                <a:defRPr sz="1538" b="0">
                  <a:solidFill>
                    <a:srgbClr val="000000"/>
                  </a:solidFill>
                  <a:latin typeface="Arial"/>
                  <a:ea typeface="Arial"/>
                  <a:cs typeface="Arial"/>
                </a:defRPr>
              </a:lvl9pPr>
            </a:lstStyle>
            <a:p>
              <a:pPr algn="ctr">
                <a:defRPr sz="1538" b="0">
                  <a:solidFill>
                    <a:srgbClr val="000000"/>
                  </a:solidFill>
                  <a:latin typeface="Arial"/>
                  <a:ea typeface="Arial"/>
                  <a:cs typeface="Arial"/>
                </a:defRPr>
              </a:pPr>
              <a:r>
                <a:rPr sz="1538" b="0">
                  <a:solidFill>
                    <a:srgbClr val="000000"/>
                  </a:solidFill>
                  <a:latin typeface="Arial"/>
                  <a:ea typeface="Arial"/>
                  <a:cs typeface="Arial"/>
                </a:rPr>
                <a:t>Time</a:t>
              </a:r>
            </a:p>
          </p:txBody>
        </p:sp>
        <p:sp>
          <p:nvSpPr>
            <p:cNvPr id="214" name="(d) RG-MTM-R">
              <a:extLst>
                <a:ext uri="{FF2B5EF4-FFF2-40B4-BE49-F238E27FC236}">
                  <ns2:creationId id="{60D8A493-C588-4861-8712-C7AF9AA7000B}"/>
                </a:ext>
              </a:extLst>
            </p:cNvPr>
            <p:cNvSpPr>
              <a:spLocks noGrp="1"/>
            </p:cNvSpPr>
            <p:nvPr/>
          </p:nvSpPr>
          <p:spPr>
            <a:xfrm>
              <a:off x="8782050" y="3067050"/>
              <a:ext cx="3143250" cy="276225"/>
            </a:xfrm>
            <a:prstGeom prst="rect">
              <a:avLst/>
            </a:prstGeom>
            <a:noFill/>
            <a:ln w="0">
              <a:noFill/>
            </a:ln>
          </p:spPr>
          <p:txBody>
            <a:bodyPr wrap="none" lIns="0" tIns="0" rIns="0" bIns="0" anchor="ctr">
              <a:noAutofit/>
            </a:bodyPr>
            <a:lstStyle>
              <a:defPPr algn="l">
                <a:defRPr sz="1769" b="1">
                  <a:solidFill>
                    <a:srgbClr val="000000"/>
                  </a:solidFill>
                  <a:latin typeface="Arial"/>
                  <a:ea typeface="Arial"/>
                  <a:cs typeface="Arial"/>
                </a:defRPr>
              </a:defPPr>
              <a:lvl1pPr algn="l">
                <a:defRPr sz="1769" b="1">
                  <a:solidFill>
                    <a:srgbClr val="000000"/>
                  </a:solidFill>
                  <a:latin typeface="Arial"/>
                  <a:ea typeface="Arial"/>
                  <a:cs typeface="Arial"/>
                </a:defRPr>
              </a:lvl1pPr>
              <a:lvl2pPr algn="l">
                <a:defRPr sz="1769" b="1">
                  <a:solidFill>
                    <a:srgbClr val="000000"/>
                  </a:solidFill>
                  <a:latin typeface="Arial"/>
                  <a:ea typeface="Arial"/>
                  <a:cs typeface="Arial"/>
                </a:defRPr>
              </a:lvl2pPr>
              <a:lvl3pPr algn="l">
                <a:defRPr sz="1769" b="1">
                  <a:solidFill>
                    <a:srgbClr val="000000"/>
                  </a:solidFill>
                  <a:latin typeface="Arial"/>
                  <a:ea typeface="Arial"/>
                  <a:cs typeface="Arial"/>
                </a:defRPr>
              </a:lvl3pPr>
              <a:lvl4pPr algn="l">
                <a:defRPr sz="1769" b="1">
                  <a:solidFill>
                    <a:srgbClr val="000000"/>
                  </a:solidFill>
                  <a:latin typeface="Arial"/>
                  <a:ea typeface="Arial"/>
                  <a:cs typeface="Arial"/>
                </a:defRPr>
              </a:lvl4pPr>
              <a:lvl5pPr algn="l">
                <a:defRPr sz="1769" b="1">
                  <a:solidFill>
                    <a:srgbClr val="000000"/>
                  </a:solidFill>
                  <a:latin typeface="Arial"/>
                  <a:ea typeface="Arial"/>
                  <a:cs typeface="Arial"/>
                </a:defRPr>
              </a:lvl5pPr>
              <a:lvl6pPr algn="l">
                <a:defRPr sz="1769" b="1">
                  <a:solidFill>
                    <a:srgbClr val="000000"/>
                  </a:solidFill>
                  <a:latin typeface="Arial"/>
                  <a:ea typeface="Arial"/>
                  <a:cs typeface="Arial"/>
                </a:defRPr>
              </a:lvl6pPr>
              <a:lvl7pPr algn="l">
                <a:defRPr sz="1769" b="1">
                  <a:solidFill>
                    <a:srgbClr val="000000"/>
                  </a:solidFill>
                  <a:latin typeface="Arial"/>
                  <a:ea typeface="Arial"/>
                  <a:cs typeface="Arial"/>
                </a:defRPr>
              </a:lvl7pPr>
              <a:lvl8pPr algn="l">
                <a:defRPr sz="1769" b="1">
                  <a:solidFill>
                    <a:srgbClr val="000000"/>
                  </a:solidFill>
                  <a:latin typeface="Arial"/>
                  <a:ea typeface="Arial"/>
                  <a:cs typeface="Arial"/>
                </a:defRPr>
              </a:lvl8pPr>
              <a:lvl9pPr algn="l">
                <a:defRPr sz="1769" b="1">
                  <a:solidFill>
                    <a:srgbClr val="000000"/>
                  </a:solidFill>
                  <a:latin typeface="Arial"/>
                  <a:ea typeface="Arial"/>
                  <a:cs typeface="Arial"/>
                </a:defRPr>
              </a:lvl9pPr>
            </a:lstStyle>
            <a:p>
              <a:pPr algn="l">
                <a:defRPr sz="1769" b="1">
                  <a:solidFill>
                    <a:srgbClr val="000000"/>
                  </a:solidFill>
                  <a:latin typeface="Arial"/>
                  <a:ea typeface="Arial"/>
                  <a:cs typeface="Arial"/>
                </a:defRPr>
              </a:pPr>
              <a:r>
                <a:rPr sz="1769" b="1">
                  <a:solidFill>
                    <a:srgbClr val="000000"/>
                  </a:solidFill>
                  <a:latin typeface="Arial"/>
                  <a:ea typeface="Arial"/>
                  <a:cs typeface="Arial"/>
                </a:rPr>
                <a:t>(d) RG-MTM-R</a:t>
              </a:r>
            </a:p>
          </p:txBody>
        </p:sp>
        <p:sp>
          <p:nvSpPr>
            <p:cNvPr id="215" name="Source x">
              <a:extLst>
                <a:ext uri="{FF2B5EF4-FFF2-40B4-BE49-F238E27FC236}">
                  <ns2:creationId id="{2FA3B432-8946-4492-9AAB-C0B49F6CE34A}"/>
                </a:ext>
              </a:extLst>
            </p:cNvPr>
            <p:cNvSpPr>
              <a:spLocks noGrp="1"/>
            </p:cNvSpPr>
            <p:nvPr/>
          </p:nvSpPr>
          <p:spPr>
            <a:xfrm>
              <a:off x="8782050" y="3324225"/>
              <a:ext cx="3143250" cy="219075"/>
            </a:xfrm>
            <a:prstGeom prst="rect">
              <a:avLst/>
            </a:prstGeom>
            <a:noFill/>
            <a:ln w="0">
              <a:noFill/>
            </a:ln>
          </p:spPr>
          <p:txBody>
            <a:bodyPr wrap="none" lIns="0" tIns="0" rIns="0" bIns="0" anchor="ctr">
              <a:noAutofit/>
            </a:bodyPr>
            <a:lstStyle>
              <a:defPPr algn="l">
                <a:defRPr sz="1385" b="0">
                  <a:solidFill>
                    <a:srgbClr val="000000"/>
                  </a:solidFill>
                  <a:latin typeface="Arial"/>
                  <a:ea typeface="Arial"/>
                  <a:cs typeface="Arial"/>
                </a:defRPr>
              </a:defPPr>
              <a:lvl1pPr algn="l">
                <a:defRPr sz="1385" b="0">
                  <a:solidFill>
                    <a:srgbClr val="000000"/>
                  </a:solidFill>
                  <a:latin typeface="Arial"/>
                  <a:ea typeface="Arial"/>
                  <a:cs typeface="Arial"/>
                </a:defRPr>
              </a:lvl1pPr>
              <a:lvl2pPr algn="l">
                <a:defRPr sz="1385" b="0">
                  <a:solidFill>
                    <a:srgbClr val="000000"/>
                  </a:solidFill>
                  <a:latin typeface="Arial"/>
                  <a:ea typeface="Arial"/>
                  <a:cs typeface="Arial"/>
                </a:defRPr>
              </a:lvl2pPr>
              <a:lvl3pPr algn="l">
                <a:defRPr sz="1385" b="0">
                  <a:solidFill>
                    <a:srgbClr val="000000"/>
                  </a:solidFill>
                  <a:latin typeface="Arial"/>
                  <a:ea typeface="Arial"/>
                  <a:cs typeface="Arial"/>
                </a:defRPr>
              </a:lvl3pPr>
              <a:lvl4pPr algn="l">
                <a:defRPr sz="1385" b="0">
                  <a:solidFill>
                    <a:srgbClr val="000000"/>
                  </a:solidFill>
                  <a:latin typeface="Arial"/>
                  <a:ea typeface="Arial"/>
                  <a:cs typeface="Arial"/>
                </a:defRPr>
              </a:lvl4pPr>
              <a:lvl5pPr algn="l">
                <a:defRPr sz="1385" b="0">
                  <a:solidFill>
                    <a:srgbClr val="000000"/>
                  </a:solidFill>
                  <a:latin typeface="Arial"/>
                  <a:ea typeface="Arial"/>
                  <a:cs typeface="Arial"/>
                </a:defRPr>
              </a:lvl5pPr>
              <a:lvl6pPr algn="l">
                <a:defRPr sz="1385" b="0">
                  <a:solidFill>
                    <a:srgbClr val="000000"/>
                  </a:solidFill>
                  <a:latin typeface="Arial"/>
                  <a:ea typeface="Arial"/>
                  <a:cs typeface="Arial"/>
                </a:defRPr>
              </a:lvl6pPr>
              <a:lvl7pPr algn="l">
                <a:defRPr sz="1385" b="0">
                  <a:solidFill>
                    <a:srgbClr val="000000"/>
                  </a:solidFill>
                  <a:latin typeface="Arial"/>
                  <a:ea typeface="Arial"/>
                  <a:cs typeface="Arial"/>
                </a:defRPr>
              </a:lvl7pPr>
              <a:lvl8pPr algn="l">
                <a:defRPr sz="1385" b="0">
                  <a:solidFill>
                    <a:srgbClr val="000000"/>
                  </a:solidFill>
                  <a:latin typeface="Arial"/>
                  <a:ea typeface="Arial"/>
                  <a:cs typeface="Arial"/>
                </a:defRPr>
              </a:lvl8pPr>
              <a:lvl9pPr algn="l">
                <a:defRPr sz="1385" b="0">
                  <a:solidFill>
                    <a:srgbClr val="000000"/>
                  </a:solidFill>
                  <a:latin typeface="Arial"/>
                  <a:ea typeface="Arial"/>
                  <a:cs typeface="Arial"/>
                </a:defRPr>
              </a:lvl9pPr>
            </a:lstStyle>
            <a:p>
              <a:pPr algn="l">
                <a:defRPr sz="1385" b="0">
                  <a:solidFill>
                    <a:srgbClr val="000000"/>
                  </a:solidFill>
                  <a:latin typeface="Arial"/>
                  <a:ea typeface="Arial"/>
                  <a:cs typeface="Arial"/>
                </a:defRPr>
              </a:pPr>
              <a:r>
                <a:rPr sz="1385" b="0">
                  <a:solidFill>
                    <a:srgbClr val="000000"/>
                  </a:solidFill>
                  <a:latin typeface="Arial"/>
                  <a:ea typeface="Arial"/>
                  <a:cs typeface="Arial"/>
                </a:rPr>
                <a:t>Source x</a:t>
              </a:r>
            </a:p>
          </p:txBody>
        </p:sp>
        <p:pic>
          <p:nvPicPr>
            <p:cNvPr id="216" name="">
              <a:extLst>
                <a:ext uri="{FF2B5EF4-FFF2-40B4-BE49-F238E27FC236}">
                  <ns2:creationId id="{8C4D08A5-160E-4598-A6DF-1444AEF37E8C}"/>
                </a:ext>
              </a:extLst>
            </p:cNvPr>
            <p:cNvPicPr>
              <a:picLocks noChangeAspect="1"/>
            </p:cNvPicPr>
            <p:nvPr/>
          </p:nvPicPr>
          <p:blipFill>
            <a:blip r:embed="Rb3fbfaa126e04a30"/>
            <a:stretch/>
          </p:blipFill>
          <p:spPr>
            <a:xfrm>
              <a:off x="8782050" y="3552825"/>
              <a:ext cx="3143250" cy="1809750"/>
            </a:xfrm>
            <a:prstGeom prst="rect">
              <a:avLst/>
            </a:prstGeom>
          </p:spPr>
        </p:pic>
        <p:sp>
          <p:nvSpPr>
            <p:cNvPr id="217" name="Snapshot time guide 12">
              <a:extLst>
                <a:ext uri="{FF2B5EF4-FFF2-40B4-BE49-F238E27FC236}">
                  <ns2:creationId id="{7DE8B550-BEE5-4050-9529-6F8311420218}"/>
                </a:ext>
              </a:extLst>
            </p:cNvPr>
            <p:cNvSpPr>
              <a:spLocks noGrp="1"/>
            </p:cNvSpPr>
            <p:nvPr/>
          </p:nvSpPr>
          <p:spPr>
            <a:xfrm>
              <a:off x="9380764" y="3552825"/>
              <a:ext cx="95" cy="1809750"/>
            </a:xfrm>
            <a:custGeom>
              <a:pathLst>
                <a:path w="95" h="1809750">
                  <a:moveTo>
                    <a:pt x="0" y="1809750"/>
                  </a:moveTo>
                  <a:lnTo>
                    <a:pt x="0" y="0"/>
                  </a:lnTo>
                </a:path>
              </a:pathLst>
            </a:custGeom>
            <a:noFill/>
            <a:ln w="5862">
              <a:solidFill>
                <a:srgbClr val="91ADB2"/>
              </a:solidFill>
              <a:prstDash val="dash"/>
            </a:ln>
          </p:spPr>
        </p:sp>
        <p:sp>
          <p:nvSpPr>
            <p:cNvPr id="218" name="Snapshot time guide 25">
              <a:extLst>
                <a:ext uri="{FF2B5EF4-FFF2-40B4-BE49-F238E27FC236}">
                  <ns2:creationId id="{E300E3F7-7F08-4709-AA8A-1749062C1DE2}"/>
                </a:ext>
              </a:extLst>
            </p:cNvPr>
            <p:cNvSpPr>
              <a:spLocks noGrp="1"/>
            </p:cNvSpPr>
            <p:nvPr/>
          </p:nvSpPr>
          <p:spPr>
            <a:xfrm>
              <a:off x="10029371" y="3552825"/>
              <a:ext cx="95" cy="1809750"/>
            </a:xfrm>
            <a:custGeom>
              <a:pathLst>
                <a:path w="95" h="1809750">
                  <a:moveTo>
                    <a:pt x="0" y="1809750"/>
                  </a:moveTo>
                  <a:lnTo>
                    <a:pt x="0" y="0"/>
                  </a:lnTo>
                </a:path>
              </a:pathLst>
            </a:custGeom>
            <a:noFill/>
            <a:ln w="5862">
              <a:solidFill>
                <a:srgbClr val="91ADB2"/>
              </a:solidFill>
              <a:prstDash val="dash"/>
            </a:ln>
          </p:spPr>
        </p:sp>
        <p:sp>
          <p:nvSpPr>
            <p:cNvPr id="219" name="Snapshot time guide 38">
              <a:extLst>
                <a:ext uri="{FF2B5EF4-FFF2-40B4-BE49-F238E27FC236}">
                  <ns2:creationId id="{CE2A910B-F098-492B-9DC3-79B2FE5231B4}"/>
                </a:ext>
              </a:extLst>
            </p:cNvPr>
            <p:cNvSpPr>
              <a:spLocks noGrp="1"/>
            </p:cNvSpPr>
            <p:nvPr/>
          </p:nvSpPr>
          <p:spPr>
            <a:xfrm>
              <a:off x="10677979" y="3552825"/>
              <a:ext cx="95" cy="1809750"/>
            </a:xfrm>
            <a:custGeom>
              <a:pathLst>
                <a:path w="95" h="1809750">
                  <a:moveTo>
                    <a:pt x="0" y="1809750"/>
                  </a:moveTo>
                  <a:lnTo>
                    <a:pt x="0" y="0"/>
                  </a:lnTo>
                </a:path>
              </a:pathLst>
            </a:custGeom>
            <a:noFill/>
            <a:ln w="5862">
              <a:solidFill>
                <a:srgbClr val="91ADB2"/>
              </a:solidFill>
              <a:prstDash val="dash"/>
            </a:ln>
          </p:spPr>
        </p:sp>
        <p:sp>
          <p:nvSpPr>
            <p:cNvPr id="220" name="Snapshot time guide 51">
              <a:extLst>
                <a:ext uri="{FF2B5EF4-FFF2-40B4-BE49-F238E27FC236}">
                  <ns2:creationId id="{42CBEA66-E729-465C-8A69-70AAD759E0A2}"/>
                </a:ext>
              </a:extLst>
            </p:cNvPr>
            <p:cNvSpPr>
              <a:spLocks noGrp="1"/>
            </p:cNvSpPr>
            <p:nvPr/>
          </p:nvSpPr>
          <p:spPr>
            <a:xfrm>
              <a:off x="11326586" y="3552825"/>
              <a:ext cx="95" cy="1809750"/>
            </a:xfrm>
            <a:custGeom>
              <a:pathLst>
                <a:path w="95" h="1809750">
                  <a:moveTo>
                    <a:pt x="0" y="1809750"/>
                  </a:moveTo>
                  <a:lnTo>
                    <a:pt x="0" y="0"/>
                  </a:lnTo>
                </a:path>
              </a:pathLst>
            </a:custGeom>
            <a:noFill/>
            <a:ln w="5862">
              <a:solidFill>
                <a:srgbClr val="91ADB2"/>
              </a:solidFill>
              <a:prstDash val="dash"/>
            </a:ln>
          </p:spPr>
        </p:sp>
        <p:sp>
          <p:nvSpPr>
            <p:cNvPr id="221" name="A fixed source-x reference">
              <a:extLst>
                <a:ext uri="{FF2B5EF4-FFF2-40B4-BE49-F238E27FC236}">
                  <ns2:creationId id="{AF1A9A92-607B-4CB4-A925-7B39730E0E73}"/>
                </a:ext>
              </a:extLst>
            </p:cNvPr>
            <p:cNvSpPr>
              <a:spLocks noGrp="1"/>
            </p:cNvSpPr>
            <p:nvPr/>
          </p:nvSpPr>
          <p:spPr>
            <a:xfrm>
              <a:off x="8782050" y="5060950"/>
              <a:ext cx="3143250" cy="95"/>
            </a:xfrm>
            <a:custGeom>
              <a:pathLst>
                <a:path w="3143250" h="95">
                  <a:moveTo>
                    <a:pt x="0" y="0"/>
                  </a:moveTo>
                  <a:lnTo>
                    <a:pt x="3143250" y="0"/>
                  </a:lnTo>
                </a:path>
              </a:pathLst>
            </a:custGeom>
            <a:noFill/>
            <a:ln w="7815">
              <a:solidFill>
                <a:srgbClr val="D5E5E7"/>
              </a:solidFill>
              <a:prstDash val="dash"/>
            </a:ln>
          </p:spPr>
        </p:sp>
        <p:sp>
          <p:nvSpPr>
            <p:cNvPr id="222" name="C fixed source-x reference">
              <a:extLst>
                <a:ext uri="{FF2B5EF4-FFF2-40B4-BE49-F238E27FC236}">
                  <ns2:creationId id="{6A685DB6-3212-41E1-B7FA-1F0AF9DA3E92}"/>
                </a:ext>
              </a:extLst>
            </p:cNvPr>
            <p:cNvSpPr>
              <a:spLocks noGrp="1"/>
            </p:cNvSpPr>
            <p:nvPr/>
          </p:nvSpPr>
          <p:spPr>
            <a:xfrm>
              <a:off x="8782050" y="3854450"/>
              <a:ext cx="3143250" cy="95"/>
            </a:xfrm>
            <a:custGeom>
              <a:pathLst>
                <a:path w="3143250" h="95">
                  <a:moveTo>
                    <a:pt x="0" y="0"/>
                  </a:moveTo>
                  <a:lnTo>
                    <a:pt x="3143250" y="0"/>
                  </a:lnTo>
                </a:path>
              </a:pathLst>
            </a:custGeom>
            <a:noFill/>
            <a:ln w="7815">
              <a:solidFill>
                <a:srgbClr val="D5E5E7"/>
              </a:solidFill>
              <a:prstDash val="dash"/>
            </a:ln>
          </p:spPr>
        </p:sp>
        <p:sp>
          <p:nvSpPr>
            <p:cNvPr id="223" name="RG-MTM-R A black label">
              <a:extLst>
                <a:ext uri="{FF2B5EF4-FFF2-40B4-BE49-F238E27FC236}">
                  <ns2:creationId id="{22B4FA1A-26DE-4D27-8B3B-72F14B614596}"/>
                </a:ext>
              </a:extLst>
            </p:cNvPr>
            <p:cNvSpPr>
              <a:spLocks noGrp="1"/>
            </p:cNvSpPr>
            <p:nvPr/>
          </p:nvSpPr>
          <p:spPr>
            <a:xfrm>
              <a:off x="12001500" y="4952372"/>
              <a:ext cx="257175" cy="247650"/>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A</a:t>
              </a:r>
            </a:p>
          </p:txBody>
        </p:sp>
        <p:sp>
          <p:nvSpPr>
            <p:cNvPr id="224" name="RG-MTM-R B black label">
              <a:extLst>
                <a:ext uri="{FF2B5EF4-FFF2-40B4-BE49-F238E27FC236}">
                  <ns2:creationId id="{F5712D55-CA6B-4256-8A5E-040766543E83}"/>
                </a:ext>
              </a:extLst>
            </p:cNvPr>
            <p:cNvSpPr>
              <a:spLocks noGrp="1"/>
            </p:cNvSpPr>
            <p:nvPr/>
          </p:nvSpPr>
          <p:spPr>
            <a:xfrm>
              <a:off x="12001500" y="4047276"/>
              <a:ext cx="257175" cy="247650"/>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B</a:t>
              </a:r>
            </a:p>
          </p:txBody>
        </p:sp>
        <p:sp>
          <p:nvSpPr>
            <p:cNvPr id="225" name="RG-MTM-R C black label">
              <a:extLst>
                <a:ext uri="{FF2B5EF4-FFF2-40B4-BE49-F238E27FC236}">
                  <ns2:creationId id="{56DC61F4-BE6C-4682-AD76-6EFB791E78A2}"/>
                </a:ext>
              </a:extLst>
            </p:cNvPr>
            <p:cNvSpPr>
              <a:spLocks noGrp="1"/>
            </p:cNvSpPr>
            <p:nvPr/>
          </p:nvSpPr>
          <p:spPr>
            <a:xfrm>
              <a:off x="12001500" y="3715378"/>
              <a:ext cx="257175" cy="247650"/>
            </a:xfrm>
            <a:prstGeom prst="rect">
              <a:avLst/>
            </a:prstGeom>
            <a:noFill/>
            <a:ln w="0">
              <a:noFill/>
            </a:ln>
          </p:spPr>
          <p:txBody>
            <a:bodyPr wrap="none" lIns="0" tIns="0" rIns="0" bIns="0" anchor="ctr">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C</a:t>
              </a:r>
            </a:p>
          </p:txBody>
        </p:sp>
        <p:sp>
          <p:nvSpPr>
            <p:cNvPr id="226" name="Scientific domain frame">
              <a:extLst>
                <a:ext uri="{FF2B5EF4-FFF2-40B4-BE49-F238E27FC236}">
                  <ns2:creationId id="{DBDB5F33-4500-40C8-A86C-FE3E78570C26}"/>
                </a:ext>
              </a:extLst>
            </p:cNvPr>
            <p:cNvSpPr>
              <a:spLocks noGrp="1"/>
            </p:cNvSpPr>
            <p:nvPr/>
          </p:nvSpPr>
          <p:spPr>
            <a:xfrm>
              <a:off x="8782050" y="3552825"/>
              <a:ext cx="3143250" cy="1809750"/>
            </a:xfrm>
            <a:prstGeom prst="rect">
              <a:avLst/>
            </a:prstGeom>
            <a:noFill/>
            <a:ln w="7815">
              <a:solidFill>
                <a:srgbClr val="000000"/>
              </a:solidFill>
            </a:ln>
          </p:spPr>
        </p:sp>
        <p:sp>
          <p:nvSpPr>
            <p:cNvPr id="227" name="Scientific line">
              <a:extLst>
                <a:ext uri="{FF2B5EF4-FFF2-40B4-BE49-F238E27FC236}">
                  <ns2:creationId id="{B253335D-28A1-4E48-863B-B70812F37572}"/>
                </a:ext>
              </a:extLst>
            </p:cNvPr>
            <p:cNvSpPr>
              <a:spLocks noGrp="1"/>
            </p:cNvSpPr>
            <p:nvPr/>
          </p:nvSpPr>
          <p:spPr>
            <a:xfrm>
              <a:off x="8782050" y="5362575"/>
              <a:ext cx="95" cy="47625"/>
            </a:xfrm>
            <a:custGeom>
              <a:pathLst>
                <a:path w="95" h="47625">
                  <a:moveTo>
                    <a:pt x="0" y="0"/>
                  </a:moveTo>
                  <a:lnTo>
                    <a:pt x="0" y="47625"/>
                  </a:lnTo>
                </a:path>
              </a:pathLst>
            </a:custGeom>
            <a:noFill/>
            <a:ln w="9769">
              <a:solidFill>
                <a:srgbClr val="000000"/>
              </a:solidFill>
              <a:prstDash val="solid"/>
            </a:ln>
          </p:spPr>
        </p:sp>
        <p:sp>
          <p:nvSpPr>
            <p:cNvPr id="228" name="0">
              <a:extLst>
                <a:ext uri="{FF2B5EF4-FFF2-40B4-BE49-F238E27FC236}">
                  <ns2:creationId id="{B75FE6CD-127D-4FF6-89FB-9920BA24D11A}"/>
                </a:ext>
              </a:extLst>
            </p:cNvPr>
            <p:cNvSpPr>
              <a:spLocks noGrp="1"/>
            </p:cNvSpPr>
            <p:nvPr/>
          </p:nvSpPr>
          <p:spPr>
            <a:xfrm>
              <a:off x="8572500" y="5419725"/>
              <a:ext cx="419100" cy="228600"/>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0</a:t>
              </a:r>
            </a:p>
          </p:txBody>
        </p:sp>
        <p:sp>
          <p:nvSpPr>
            <p:cNvPr id="229" name="Scientific line">
              <a:extLst>
                <a:ext uri="{FF2B5EF4-FFF2-40B4-BE49-F238E27FC236}">
                  <ns2:creationId id="{617601DE-DC65-4498-A97A-19AD8ED0D82B}"/>
                </a:ext>
              </a:extLst>
            </p:cNvPr>
            <p:cNvSpPr>
              <a:spLocks noGrp="1"/>
            </p:cNvSpPr>
            <p:nvPr/>
          </p:nvSpPr>
          <p:spPr>
            <a:xfrm>
              <a:off x="9380764" y="5362575"/>
              <a:ext cx="95" cy="47625"/>
            </a:xfrm>
            <a:custGeom>
              <a:pathLst>
                <a:path w="95" h="47625">
                  <a:moveTo>
                    <a:pt x="0" y="0"/>
                  </a:moveTo>
                  <a:lnTo>
                    <a:pt x="0" y="47625"/>
                  </a:lnTo>
                </a:path>
              </a:pathLst>
            </a:custGeom>
            <a:noFill/>
            <a:ln w="9769">
              <a:solidFill>
                <a:srgbClr val="000000"/>
              </a:solidFill>
              <a:prstDash val="solid"/>
            </a:ln>
          </p:spPr>
        </p:sp>
        <p:sp>
          <p:nvSpPr>
            <p:cNvPr id="230" name="12">
              <a:extLst>
                <a:ext uri="{FF2B5EF4-FFF2-40B4-BE49-F238E27FC236}">
                  <ns2:creationId id="{FCDC8B3B-BEE5-428F-BBEC-5A2E67558E20}"/>
                </a:ext>
              </a:extLst>
            </p:cNvPr>
            <p:cNvSpPr>
              <a:spLocks noGrp="1"/>
            </p:cNvSpPr>
            <p:nvPr/>
          </p:nvSpPr>
          <p:spPr>
            <a:xfrm>
              <a:off x="9171214" y="5419725"/>
              <a:ext cx="419100" cy="228600"/>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12</a:t>
              </a:r>
            </a:p>
          </p:txBody>
        </p:sp>
        <p:sp>
          <p:nvSpPr>
            <p:cNvPr id="231" name="Scientific line">
              <a:extLst>
                <a:ext uri="{FF2B5EF4-FFF2-40B4-BE49-F238E27FC236}">
                  <ns2:creationId id="{02AC8854-0B30-490A-AD9A-FF336CBA67DC}"/>
                </a:ext>
              </a:extLst>
            </p:cNvPr>
            <p:cNvSpPr>
              <a:spLocks noGrp="1"/>
            </p:cNvSpPr>
            <p:nvPr/>
          </p:nvSpPr>
          <p:spPr>
            <a:xfrm>
              <a:off x="10029371" y="5362575"/>
              <a:ext cx="95" cy="47625"/>
            </a:xfrm>
            <a:custGeom>
              <a:pathLst>
                <a:path w="95" h="47625">
                  <a:moveTo>
                    <a:pt x="0" y="0"/>
                  </a:moveTo>
                  <a:lnTo>
                    <a:pt x="0" y="47625"/>
                  </a:lnTo>
                </a:path>
              </a:pathLst>
            </a:custGeom>
            <a:noFill/>
            <a:ln w="9769">
              <a:solidFill>
                <a:srgbClr val="000000"/>
              </a:solidFill>
              <a:prstDash val="solid"/>
            </a:ln>
          </p:spPr>
        </p:sp>
        <p:sp>
          <p:nvSpPr>
            <p:cNvPr id="232" name="25">
              <a:extLst>
                <a:ext uri="{FF2B5EF4-FFF2-40B4-BE49-F238E27FC236}">
                  <ns2:creationId id="{07E645B6-054E-4421-8C2B-3DB845946ABD}"/>
                </a:ext>
              </a:extLst>
            </p:cNvPr>
            <p:cNvSpPr>
              <a:spLocks noGrp="1"/>
            </p:cNvSpPr>
            <p:nvPr/>
          </p:nvSpPr>
          <p:spPr>
            <a:xfrm>
              <a:off x="9819821" y="5419725"/>
              <a:ext cx="419100" cy="228600"/>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25</a:t>
              </a:r>
            </a:p>
          </p:txBody>
        </p:sp>
        <p:sp>
          <p:nvSpPr>
            <p:cNvPr id="233" name="Scientific line">
              <a:extLst>
                <a:ext uri="{FF2B5EF4-FFF2-40B4-BE49-F238E27FC236}">
                  <ns2:creationId id="{2582A8B6-F5F2-43F3-9F6B-CEC1EB9AB5FE}"/>
                </a:ext>
              </a:extLst>
            </p:cNvPr>
            <p:cNvSpPr>
              <a:spLocks noGrp="1"/>
            </p:cNvSpPr>
            <p:nvPr/>
          </p:nvSpPr>
          <p:spPr>
            <a:xfrm>
              <a:off x="10677979" y="5362575"/>
              <a:ext cx="95" cy="47625"/>
            </a:xfrm>
            <a:custGeom>
              <a:pathLst>
                <a:path w="95" h="47625">
                  <a:moveTo>
                    <a:pt x="0" y="0"/>
                  </a:moveTo>
                  <a:lnTo>
                    <a:pt x="0" y="47625"/>
                  </a:lnTo>
                </a:path>
              </a:pathLst>
            </a:custGeom>
            <a:noFill/>
            <a:ln w="9769">
              <a:solidFill>
                <a:srgbClr val="000000"/>
              </a:solidFill>
              <a:prstDash val="solid"/>
            </a:ln>
          </p:spPr>
        </p:sp>
        <p:sp>
          <p:nvSpPr>
            <p:cNvPr id="234" name="38">
              <a:extLst>
                <a:ext uri="{FF2B5EF4-FFF2-40B4-BE49-F238E27FC236}">
                  <ns2:creationId id="{8E424F05-ED7A-4608-80FD-E43BD3057010}"/>
                </a:ext>
              </a:extLst>
            </p:cNvPr>
            <p:cNvSpPr>
              <a:spLocks noGrp="1"/>
            </p:cNvSpPr>
            <p:nvPr/>
          </p:nvSpPr>
          <p:spPr>
            <a:xfrm>
              <a:off x="10468429" y="5419725"/>
              <a:ext cx="419100" cy="228600"/>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38</a:t>
              </a:r>
            </a:p>
          </p:txBody>
        </p:sp>
        <p:sp>
          <p:nvSpPr>
            <p:cNvPr id="235" name="Scientific line">
              <a:extLst>
                <a:ext uri="{FF2B5EF4-FFF2-40B4-BE49-F238E27FC236}">
                  <ns2:creationId id="{57B6EC74-DC52-46A8-8CA1-B3206C387012}"/>
                </a:ext>
              </a:extLst>
            </p:cNvPr>
            <p:cNvSpPr>
              <a:spLocks noGrp="1"/>
            </p:cNvSpPr>
            <p:nvPr/>
          </p:nvSpPr>
          <p:spPr>
            <a:xfrm>
              <a:off x="11326586" y="5362575"/>
              <a:ext cx="95" cy="47625"/>
            </a:xfrm>
            <a:custGeom>
              <a:pathLst>
                <a:path w="95" h="47625">
                  <a:moveTo>
                    <a:pt x="0" y="0"/>
                  </a:moveTo>
                  <a:lnTo>
                    <a:pt x="0" y="47625"/>
                  </a:lnTo>
                </a:path>
              </a:pathLst>
            </a:custGeom>
            <a:noFill/>
            <a:ln w="9769">
              <a:solidFill>
                <a:srgbClr val="000000"/>
              </a:solidFill>
              <a:prstDash val="solid"/>
            </a:ln>
          </p:spPr>
        </p:sp>
        <p:sp>
          <p:nvSpPr>
            <p:cNvPr id="236" name="51">
              <a:extLst>
                <a:ext uri="{FF2B5EF4-FFF2-40B4-BE49-F238E27FC236}">
                  <ns2:creationId id="{7D09DA47-F9C2-4434-8391-4C6FB1C1BA5C}"/>
                </a:ext>
              </a:extLst>
            </p:cNvPr>
            <p:cNvSpPr>
              <a:spLocks noGrp="1"/>
            </p:cNvSpPr>
            <p:nvPr/>
          </p:nvSpPr>
          <p:spPr>
            <a:xfrm>
              <a:off x="11117036" y="5419725"/>
              <a:ext cx="419100" cy="228600"/>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51</a:t>
              </a:r>
            </a:p>
          </p:txBody>
        </p:sp>
        <p:sp>
          <p:nvSpPr>
            <p:cNvPr id="237" name="Scientific line">
              <a:extLst>
                <a:ext uri="{FF2B5EF4-FFF2-40B4-BE49-F238E27FC236}">
                  <ns2:creationId id="{E2F7DC48-8D9A-4337-ADC5-861334D6B2CF}"/>
                </a:ext>
              </a:extLst>
            </p:cNvPr>
            <p:cNvSpPr>
              <a:spLocks noGrp="1"/>
            </p:cNvSpPr>
            <p:nvPr/>
          </p:nvSpPr>
          <p:spPr>
            <a:xfrm>
              <a:off x="11925300" y="5362575"/>
              <a:ext cx="95" cy="47625"/>
            </a:xfrm>
            <a:custGeom>
              <a:pathLst>
                <a:path w="95" h="47625">
                  <a:moveTo>
                    <a:pt x="0" y="0"/>
                  </a:moveTo>
                  <a:lnTo>
                    <a:pt x="0" y="47625"/>
                  </a:lnTo>
                </a:path>
              </a:pathLst>
            </a:custGeom>
            <a:noFill/>
            <a:ln w="9769">
              <a:solidFill>
                <a:srgbClr val="000000"/>
              </a:solidFill>
              <a:prstDash val="solid"/>
            </a:ln>
          </p:spPr>
        </p:sp>
        <p:sp>
          <p:nvSpPr>
            <p:cNvPr id="238" name="63">
              <a:extLst>
                <a:ext uri="{FF2B5EF4-FFF2-40B4-BE49-F238E27FC236}">
                  <ns2:creationId id="{0B8189E1-9B57-4C16-B528-0D117ACA69A5}"/>
                </a:ext>
              </a:extLst>
            </p:cNvPr>
            <p:cNvSpPr>
              <a:spLocks noGrp="1"/>
            </p:cNvSpPr>
            <p:nvPr/>
          </p:nvSpPr>
          <p:spPr>
            <a:xfrm>
              <a:off x="11715750" y="5419725"/>
              <a:ext cx="419100" cy="228600"/>
            </a:xfrm>
            <a:prstGeom prst="rect">
              <a:avLst/>
            </a:prstGeom>
            <a:noFill/>
            <a:ln w="0">
              <a:noFill/>
            </a:ln>
          </p:spPr>
          <p:txBody>
            <a:bodyPr wrap="none" lIns="0" tIns="0" rIns="0" bIns="0" anchor="ctr">
              <a:noAutofit/>
            </a:bodyPr>
            <a:lstStyle>
              <a:defPPr algn="ctr">
                <a:defRPr sz="1385" b="0">
                  <a:solidFill>
                    <a:srgbClr val="000000"/>
                  </a:solidFill>
                  <a:latin typeface="Arial"/>
                  <a:ea typeface="Arial"/>
                  <a:cs typeface="Arial"/>
                </a:defRPr>
              </a:defPPr>
              <a:lvl1pPr algn="ctr">
                <a:defRPr sz="1385" b="0">
                  <a:solidFill>
                    <a:srgbClr val="000000"/>
                  </a:solidFill>
                  <a:latin typeface="Arial"/>
                  <a:ea typeface="Arial"/>
                  <a:cs typeface="Arial"/>
                </a:defRPr>
              </a:lvl1pPr>
              <a:lvl2pPr algn="ctr">
                <a:defRPr sz="1385" b="0">
                  <a:solidFill>
                    <a:srgbClr val="000000"/>
                  </a:solidFill>
                  <a:latin typeface="Arial"/>
                  <a:ea typeface="Arial"/>
                  <a:cs typeface="Arial"/>
                </a:defRPr>
              </a:lvl2pPr>
              <a:lvl3pPr algn="ctr">
                <a:defRPr sz="1385" b="0">
                  <a:solidFill>
                    <a:srgbClr val="000000"/>
                  </a:solidFill>
                  <a:latin typeface="Arial"/>
                  <a:ea typeface="Arial"/>
                  <a:cs typeface="Arial"/>
                </a:defRPr>
              </a:lvl3pPr>
              <a:lvl4pPr algn="ctr">
                <a:defRPr sz="1385" b="0">
                  <a:solidFill>
                    <a:srgbClr val="000000"/>
                  </a:solidFill>
                  <a:latin typeface="Arial"/>
                  <a:ea typeface="Arial"/>
                  <a:cs typeface="Arial"/>
                </a:defRPr>
              </a:lvl4pPr>
              <a:lvl5pPr algn="ctr">
                <a:defRPr sz="1385" b="0">
                  <a:solidFill>
                    <a:srgbClr val="000000"/>
                  </a:solidFill>
                  <a:latin typeface="Arial"/>
                  <a:ea typeface="Arial"/>
                  <a:cs typeface="Arial"/>
                </a:defRPr>
              </a:lvl5pPr>
              <a:lvl6pPr algn="ctr">
                <a:defRPr sz="1385" b="0">
                  <a:solidFill>
                    <a:srgbClr val="000000"/>
                  </a:solidFill>
                  <a:latin typeface="Arial"/>
                  <a:ea typeface="Arial"/>
                  <a:cs typeface="Arial"/>
                </a:defRPr>
              </a:lvl6pPr>
              <a:lvl7pPr algn="ctr">
                <a:defRPr sz="1385" b="0">
                  <a:solidFill>
                    <a:srgbClr val="000000"/>
                  </a:solidFill>
                  <a:latin typeface="Arial"/>
                  <a:ea typeface="Arial"/>
                  <a:cs typeface="Arial"/>
                </a:defRPr>
              </a:lvl7pPr>
              <a:lvl8pPr algn="ctr">
                <a:defRPr sz="1385" b="0">
                  <a:solidFill>
                    <a:srgbClr val="000000"/>
                  </a:solidFill>
                  <a:latin typeface="Arial"/>
                  <a:ea typeface="Arial"/>
                  <a:cs typeface="Arial"/>
                </a:defRPr>
              </a:lvl8pPr>
              <a:lvl9pPr algn="ctr">
                <a:defRPr sz="1385" b="0">
                  <a:solidFill>
                    <a:srgbClr val="000000"/>
                  </a:solidFill>
                  <a:latin typeface="Arial"/>
                  <a:ea typeface="Arial"/>
                  <a:cs typeface="Arial"/>
                </a:defRPr>
              </a:lvl9pPr>
            </a:lstStyle>
            <a:p>
              <a:pPr algn="ctr">
                <a:defRPr sz="1385" b="0">
                  <a:solidFill>
                    <a:srgbClr val="000000"/>
                  </a:solidFill>
                  <a:latin typeface="Arial"/>
                  <a:ea typeface="Arial"/>
                  <a:cs typeface="Arial"/>
                </a:defRPr>
              </a:pPr>
              <a:r>
                <a:rPr sz="1385" b="0">
                  <a:solidFill>
                    <a:srgbClr val="000000"/>
                  </a:solidFill>
                  <a:latin typeface="Arial"/>
                  <a:ea typeface="Arial"/>
                  <a:cs typeface="Arial"/>
                </a:rPr>
                <a:t>63</a:t>
              </a:r>
            </a:p>
          </p:txBody>
        </p:sp>
        <p:sp>
          <p:nvSpPr>
            <p:cNvPr id="239" name="Scientific line">
              <a:extLst>
                <a:ext uri="{FF2B5EF4-FFF2-40B4-BE49-F238E27FC236}">
                  <ns2:creationId id="{F8CBF0F4-E59F-4C5F-AC54-30988121017E}"/>
                </a:ext>
              </a:extLst>
            </p:cNvPr>
            <p:cNvSpPr>
              <a:spLocks noGrp="1"/>
            </p:cNvSpPr>
            <p:nvPr/>
          </p:nvSpPr>
          <p:spPr>
            <a:xfrm>
              <a:off x="8734425" y="5362575"/>
              <a:ext cx="47625" cy="95"/>
            </a:xfrm>
            <a:custGeom>
              <a:pathLst>
                <a:path w="47625" h="95">
                  <a:moveTo>
                    <a:pt x="0" y="0"/>
                  </a:moveTo>
                  <a:lnTo>
                    <a:pt x="47625" y="0"/>
                  </a:lnTo>
                </a:path>
              </a:pathLst>
            </a:custGeom>
            <a:noFill/>
            <a:ln w="9769">
              <a:solidFill>
                <a:srgbClr val="000000"/>
              </a:solidFill>
              <a:prstDash val="solid"/>
            </a:ln>
          </p:spPr>
        </p:sp>
        <p:sp>
          <p:nvSpPr>
            <p:cNvPr id="240" name="0">
              <a:extLst>
                <a:ext uri="{FF2B5EF4-FFF2-40B4-BE49-F238E27FC236}">
                  <ns2:creationId id="{7B96E30F-6307-4940-9DBF-C01F641628FC}"/>
                </a:ext>
              </a:extLst>
            </p:cNvPr>
            <p:cNvSpPr>
              <a:spLocks noGrp="1"/>
            </p:cNvSpPr>
            <p:nvPr/>
          </p:nvSpPr>
          <p:spPr>
            <a:xfrm>
              <a:off x="8210550" y="5248275"/>
              <a:ext cx="476250" cy="228600"/>
            </a:xfrm>
            <a:prstGeom prst="rect">
              <a:avLst/>
            </a:prstGeom>
            <a:noFill/>
            <a:ln w="0">
              <a:noFill/>
            </a:ln>
          </p:spPr>
          <p:txBody>
            <a:bodyPr wrap="none" lIns="0" tIns="0" rIns="0" bIns="0" anchor="ctr">
              <a:noAutofit/>
            </a:bodyPr>
            <a:lstStyle>
              <a:defPPr algn="r">
                <a:defRPr sz="1385" b="0">
                  <a:solidFill>
                    <a:srgbClr val="000000"/>
                  </a:solidFill>
                  <a:latin typeface="Arial"/>
                  <a:ea typeface="Arial"/>
                  <a:cs typeface="Arial"/>
                </a:defRPr>
              </a:defPPr>
              <a:lvl1pPr algn="r">
                <a:defRPr sz="1385" b="0">
                  <a:solidFill>
                    <a:srgbClr val="000000"/>
                  </a:solidFill>
                  <a:latin typeface="Arial"/>
                  <a:ea typeface="Arial"/>
                  <a:cs typeface="Arial"/>
                </a:defRPr>
              </a:lvl1pPr>
              <a:lvl2pPr algn="r">
                <a:defRPr sz="1385" b="0">
                  <a:solidFill>
                    <a:srgbClr val="000000"/>
                  </a:solidFill>
                  <a:latin typeface="Arial"/>
                  <a:ea typeface="Arial"/>
                  <a:cs typeface="Arial"/>
                </a:defRPr>
              </a:lvl2pPr>
              <a:lvl3pPr algn="r">
                <a:defRPr sz="1385" b="0">
                  <a:solidFill>
                    <a:srgbClr val="000000"/>
                  </a:solidFill>
                  <a:latin typeface="Arial"/>
                  <a:ea typeface="Arial"/>
                  <a:cs typeface="Arial"/>
                </a:defRPr>
              </a:lvl3pPr>
              <a:lvl4pPr algn="r">
                <a:defRPr sz="1385" b="0">
                  <a:solidFill>
                    <a:srgbClr val="000000"/>
                  </a:solidFill>
                  <a:latin typeface="Arial"/>
                  <a:ea typeface="Arial"/>
                  <a:cs typeface="Arial"/>
                </a:defRPr>
              </a:lvl4pPr>
              <a:lvl5pPr algn="r">
                <a:defRPr sz="1385" b="0">
                  <a:solidFill>
                    <a:srgbClr val="000000"/>
                  </a:solidFill>
                  <a:latin typeface="Arial"/>
                  <a:ea typeface="Arial"/>
                  <a:cs typeface="Arial"/>
                </a:defRPr>
              </a:lvl5pPr>
              <a:lvl6pPr algn="r">
                <a:defRPr sz="1385" b="0">
                  <a:solidFill>
                    <a:srgbClr val="000000"/>
                  </a:solidFill>
                  <a:latin typeface="Arial"/>
                  <a:ea typeface="Arial"/>
                  <a:cs typeface="Arial"/>
                </a:defRPr>
              </a:lvl6pPr>
              <a:lvl7pPr algn="r">
                <a:defRPr sz="1385" b="0">
                  <a:solidFill>
                    <a:srgbClr val="000000"/>
                  </a:solidFill>
                  <a:latin typeface="Arial"/>
                  <a:ea typeface="Arial"/>
                  <a:cs typeface="Arial"/>
                </a:defRPr>
              </a:lvl7pPr>
              <a:lvl8pPr algn="r">
                <a:defRPr sz="1385" b="0">
                  <a:solidFill>
                    <a:srgbClr val="000000"/>
                  </a:solidFill>
                  <a:latin typeface="Arial"/>
                  <a:ea typeface="Arial"/>
                  <a:cs typeface="Arial"/>
                </a:defRPr>
              </a:lvl8pPr>
              <a:lvl9pPr algn="r">
                <a:defRPr sz="1385" b="0">
                  <a:solidFill>
                    <a:srgbClr val="000000"/>
                  </a:solidFill>
                  <a:latin typeface="Arial"/>
                  <a:ea typeface="Arial"/>
                  <a:cs typeface="Arial"/>
                </a:defRPr>
              </a:lvl9pPr>
            </a:lstStyle>
            <a:p>
              <a:pPr algn="r">
                <a:defRPr sz="1385" b="0">
                  <a:solidFill>
                    <a:srgbClr val="000000"/>
                  </a:solidFill>
                  <a:latin typeface="Arial"/>
                  <a:ea typeface="Arial"/>
                  <a:cs typeface="Arial"/>
                </a:defRPr>
              </a:pPr>
              <a:r>
                <a:rPr sz="1385" b="0">
                  <a:solidFill>
                    <a:srgbClr val="000000"/>
                  </a:solidFill>
                  <a:latin typeface="Arial"/>
                  <a:ea typeface="Arial"/>
                  <a:cs typeface="Arial"/>
                </a:rPr>
                <a:t>0</a:t>
              </a:r>
            </a:p>
          </p:txBody>
        </p:sp>
        <p:sp>
          <p:nvSpPr>
            <p:cNvPr id="241" name="Scientific line">
              <a:extLst>
                <a:ext uri="{FF2B5EF4-FFF2-40B4-BE49-F238E27FC236}">
                  <ns2:creationId id="{62190CA1-5801-41C7-AAD5-1980FBD23346}"/>
                </a:ext>
              </a:extLst>
            </p:cNvPr>
            <p:cNvSpPr>
              <a:spLocks noGrp="1"/>
            </p:cNvSpPr>
            <p:nvPr/>
          </p:nvSpPr>
          <p:spPr>
            <a:xfrm>
              <a:off x="8734425" y="4759325"/>
              <a:ext cx="47625" cy="95"/>
            </a:xfrm>
            <a:custGeom>
              <a:pathLst>
                <a:path w="47625" h="95">
                  <a:moveTo>
                    <a:pt x="0" y="0"/>
                  </a:moveTo>
                  <a:lnTo>
                    <a:pt x="47625" y="0"/>
                  </a:lnTo>
                </a:path>
              </a:pathLst>
            </a:custGeom>
            <a:noFill/>
            <a:ln w="9769">
              <a:solidFill>
                <a:srgbClr val="000000"/>
              </a:solidFill>
              <a:prstDash val="solid"/>
            </a:ln>
          </p:spPr>
        </p:sp>
        <p:sp>
          <p:nvSpPr>
            <p:cNvPr id="242" name="40">
              <a:extLst>
                <a:ext uri="{FF2B5EF4-FFF2-40B4-BE49-F238E27FC236}">
                  <ns2:creationId id="{CBF4E3B7-2345-4E44-83E1-B9A14627928F}"/>
                </a:ext>
              </a:extLst>
            </p:cNvPr>
            <p:cNvSpPr>
              <a:spLocks noGrp="1"/>
            </p:cNvSpPr>
            <p:nvPr/>
          </p:nvSpPr>
          <p:spPr>
            <a:xfrm>
              <a:off x="8210550" y="4645025"/>
              <a:ext cx="476250" cy="228600"/>
            </a:xfrm>
            <a:prstGeom prst="rect">
              <a:avLst/>
            </a:prstGeom>
            <a:noFill/>
            <a:ln w="0">
              <a:noFill/>
            </a:ln>
          </p:spPr>
          <p:txBody>
            <a:bodyPr wrap="none" lIns="0" tIns="0" rIns="0" bIns="0" anchor="ctr">
              <a:noAutofit/>
            </a:bodyPr>
            <a:lstStyle>
              <a:defPPr algn="r">
                <a:defRPr sz="1385" b="0">
                  <a:solidFill>
                    <a:srgbClr val="000000"/>
                  </a:solidFill>
                  <a:latin typeface="Arial"/>
                  <a:ea typeface="Arial"/>
                  <a:cs typeface="Arial"/>
                </a:defRPr>
              </a:defPPr>
              <a:lvl1pPr algn="r">
                <a:defRPr sz="1385" b="0">
                  <a:solidFill>
                    <a:srgbClr val="000000"/>
                  </a:solidFill>
                  <a:latin typeface="Arial"/>
                  <a:ea typeface="Arial"/>
                  <a:cs typeface="Arial"/>
                </a:defRPr>
              </a:lvl1pPr>
              <a:lvl2pPr algn="r">
                <a:defRPr sz="1385" b="0">
                  <a:solidFill>
                    <a:srgbClr val="000000"/>
                  </a:solidFill>
                  <a:latin typeface="Arial"/>
                  <a:ea typeface="Arial"/>
                  <a:cs typeface="Arial"/>
                </a:defRPr>
              </a:lvl2pPr>
              <a:lvl3pPr algn="r">
                <a:defRPr sz="1385" b="0">
                  <a:solidFill>
                    <a:srgbClr val="000000"/>
                  </a:solidFill>
                  <a:latin typeface="Arial"/>
                  <a:ea typeface="Arial"/>
                  <a:cs typeface="Arial"/>
                </a:defRPr>
              </a:lvl3pPr>
              <a:lvl4pPr algn="r">
                <a:defRPr sz="1385" b="0">
                  <a:solidFill>
                    <a:srgbClr val="000000"/>
                  </a:solidFill>
                  <a:latin typeface="Arial"/>
                  <a:ea typeface="Arial"/>
                  <a:cs typeface="Arial"/>
                </a:defRPr>
              </a:lvl4pPr>
              <a:lvl5pPr algn="r">
                <a:defRPr sz="1385" b="0">
                  <a:solidFill>
                    <a:srgbClr val="000000"/>
                  </a:solidFill>
                  <a:latin typeface="Arial"/>
                  <a:ea typeface="Arial"/>
                  <a:cs typeface="Arial"/>
                </a:defRPr>
              </a:lvl5pPr>
              <a:lvl6pPr algn="r">
                <a:defRPr sz="1385" b="0">
                  <a:solidFill>
                    <a:srgbClr val="000000"/>
                  </a:solidFill>
                  <a:latin typeface="Arial"/>
                  <a:ea typeface="Arial"/>
                  <a:cs typeface="Arial"/>
                </a:defRPr>
              </a:lvl6pPr>
              <a:lvl7pPr algn="r">
                <a:defRPr sz="1385" b="0">
                  <a:solidFill>
                    <a:srgbClr val="000000"/>
                  </a:solidFill>
                  <a:latin typeface="Arial"/>
                  <a:ea typeface="Arial"/>
                  <a:cs typeface="Arial"/>
                </a:defRPr>
              </a:lvl7pPr>
              <a:lvl8pPr algn="r">
                <a:defRPr sz="1385" b="0">
                  <a:solidFill>
                    <a:srgbClr val="000000"/>
                  </a:solidFill>
                  <a:latin typeface="Arial"/>
                  <a:ea typeface="Arial"/>
                  <a:cs typeface="Arial"/>
                </a:defRPr>
              </a:lvl8pPr>
              <a:lvl9pPr algn="r">
                <a:defRPr sz="1385" b="0">
                  <a:solidFill>
                    <a:srgbClr val="000000"/>
                  </a:solidFill>
                  <a:latin typeface="Arial"/>
                  <a:ea typeface="Arial"/>
                  <a:cs typeface="Arial"/>
                </a:defRPr>
              </a:lvl9pPr>
            </a:lstStyle>
            <a:p>
              <a:pPr algn="r">
                <a:defRPr sz="1385" b="0">
                  <a:solidFill>
                    <a:srgbClr val="000000"/>
                  </a:solidFill>
                  <a:latin typeface="Arial"/>
                  <a:ea typeface="Arial"/>
                  <a:cs typeface="Arial"/>
                </a:defRPr>
              </a:pPr>
              <a:r>
                <a:rPr sz="1385" b="0">
                  <a:solidFill>
                    <a:srgbClr val="000000"/>
                  </a:solidFill>
                  <a:latin typeface="Arial"/>
                  <a:ea typeface="Arial"/>
                  <a:cs typeface="Arial"/>
                </a:rPr>
                <a:t>40</a:t>
              </a:r>
            </a:p>
          </p:txBody>
        </p:sp>
        <p:sp>
          <p:nvSpPr>
            <p:cNvPr id="243" name="Scientific line">
              <a:extLst>
                <a:ext uri="{FF2B5EF4-FFF2-40B4-BE49-F238E27FC236}">
                  <ns2:creationId id="{94262B0A-7215-4612-BC88-918A02CBDC1C}"/>
                </a:ext>
              </a:extLst>
            </p:cNvPr>
            <p:cNvSpPr>
              <a:spLocks noGrp="1"/>
            </p:cNvSpPr>
            <p:nvPr/>
          </p:nvSpPr>
          <p:spPr>
            <a:xfrm>
              <a:off x="8734425" y="4156075"/>
              <a:ext cx="47625" cy="95"/>
            </a:xfrm>
            <a:custGeom>
              <a:pathLst>
                <a:path w="47625" h="95">
                  <a:moveTo>
                    <a:pt x="0" y="0"/>
                  </a:moveTo>
                  <a:lnTo>
                    <a:pt x="47625" y="0"/>
                  </a:lnTo>
                </a:path>
              </a:pathLst>
            </a:custGeom>
            <a:noFill/>
            <a:ln w="9769">
              <a:solidFill>
                <a:srgbClr val="000000"/>
              </a:solidFill>
              <a:prstDash val="solid"/>
            </a:ln>
          </p:spPr>
        </p:sp>
        <p:sp>
          <p:nvSpPr>
            <p:cNvPr id="244" name="80">
              <a:extLst>
                <a:ext uri="{FF2B5EF4-FFF2-40B4-BE49-F238E27FC236}">
                  <ns2:creationId id="{03C88EDF-D262-43B0-96A0-A33B2C1B2A37}"/>
                </a:ext>
              </a:extLst>
            </p:cNvPr>
            <p:cNvSpPr>
              <a:spLocks noGrp="1"/>
            </p:cNvSpPr>
            <p:nvPr/>
          </p:nvSpPr>
          <p:spPr>
            <a:xfrm>
              <a:off x="8210550" y="4041775"/>
              <a:ext cx="476250" cy="228600"/>
            </a:xfrm>
            <a:prstGeom prst="rect">
              <a:avLst/>
            </a:prstGeom>
            <a:noFill/>
            <a:ln w="0">
              <a:noFill/>
            </a:ln>
          </p:spPr>
          <p:txBody>
            <a:bodyPr wrap="none" lIns="0" tIns="0" rIns="0" bIns="0" anchor="ctr">
              <a:noAutofit/>
            </a:bodyPr>
            <a:lstStyle>
              <a:defPPr algn="r">
                <a:defRPr sz="1385" b="0">
                  <a:solidFill>
                    <a:srgbClr val="000000"/>
                  </a:solidFill>
                  <a:latin typeface="Arial"/>
                  <a:ea typeface="Arial"/>
                  <a:cs typeface="Arial"/>
                </a:defRPr>
              </a:defPPr>
              <a:lvl1pPr algn="r">
                <a:defRPr sz="1385" b="0">
                  <a:solidFill>
                    <a:srgbClr val="000000"/>
                  </a:solidFill>
                  <a:latin typeface="Arial"/>
                  <a:ea typeface="Arial"/>
                  <a:cs typeface="Arial"/>
                </a:defRPr>
              </a:lvl1pPr>
              <a:lvl2pPr algn="r">
                <a:defRPr sz="1385" b="0">
                  <a:solidFill>
                    <a:srgbClr val="000000"/>
                  </a:solidFill>
                  <a:latin typeface="Arial"/>
                  <a:ea typeface="Arial"/>
                  <a:cs typeface="Arial"/>
                </a:defRPr>
              </a:lvl2pPr>
              <a:lvl3pPr algn="r">
                <a:defRPr sz="1385" b="0">
                  <a:solidFill>
                    <a:srgbClr val="000000"/>
                  </a:solidFill>
                  <a:latin typeface="Arial"/>
                  <a:ea typeface="Arial"/>
                  <a:cs typeface="Arial"/>
                </a:defRPr>
              </a:lvl3pPr>
              <a:lvl4pPr algn="r">
                <a:defRPr sz="1385" b="0">
                  <a:solidFill>
                    <a:srgbClr val="000000"/>
                  </a:solidFill>
                  <a:latin typeface="Arial"/>
                  <a:ea typeface="Arial"/>
                  <a:cs typeface="Arial"/>
                </a:defRPr>
              </a:lvl4pPr>
              <a:lvl5pPr algn="r">
                <a:defRPr sz="1385" b="0">
                  <a:solidFill>
                    <a:srgbClr val="000000"/>
                  </a:solidFill>
                  <a:latin typeface="Arial"/>
                  <a:ea typeface="Arial"/>
                  <a:cs typeface="Arial"/>
                </a:defRPr>
              </a:lvl5pPr>
              <a:lvl6pPr algn="r">
                <a:defRPr sz="1385" b="0">
                  <a:solidFill>
                    <a:srgbClr val="000000"/>
                  </a:solidFill>
                  <a:latin typeface="Arial"/>
                  <a:ea typeface="Arial"/>
                  <a:cs typeface="Arial"/>
                </a:defRPr>
              </a:lvl6pPr>
              <a:lvl7pPr algn="r">
                <a:defRPr sz="1385" b="0">
                  <a:solidFill>
                    <a:srgbClr val="000000"/>
                  </a:solidFill>
                  <a:latin typeface="Arial"/>
                  <a:ea typeface="Arial"/>
                  <a:cs typeface="Arial"/>
                </a:defRPr>
              </a:lvl7pPr>
              <a:lvl8pPr algn="r">
                <a:defRPr sz="1385" b="0">
                  <a:solidFill>
                    <a:srgbClr val="000000"/>
                  </a:solidFill>
                  <a:latin typeface="Arial"/>
                  <a:ea typeface="Arial"/>
                  <a:cs typeface="Arial"/>
                </a:defRPr>
              </a:lvl8pPr>
              <a:lvl9pPr algn="r">
                <a:defRPr sz="1385" b="0">
                  <a:solidFill>
                    <a:srgbClr val="000000"/>
                  </a:solidFill>
                  <a:latin typeface="Arial"/>
                  <a:ea typeface="Arial"/>
                  <a:cs typeface="Arial"/>
                </a:defRPr>
              </a:lvl9pPr>
            </a:lstStyle>
            <a:p>
              <a:pPr algn="r">
                <a:defRPr sz="1385" b="0">
                  <a:solidFill>
                    <a:srgbClr val="000000"/>
                  </a:solidFill>
                  <a:latin typeface="Arial"/>
                  <a:ea typeface="Arial"/>
                  <a:cs typeface="Arial"/>
                </a:defRPr>
              </a:pPr>
              <a:r>
                <a:rPr sz="1385" b="0">
                  <a:solidFill>
                    <a:srgbClr val="000000"/>
                  </a:solidFill>
                  <a:latin typeface="Arial"/>
                  <a:ea typeface="Arial"/>
                  <a:cs typeface="Arial"/>
                </a:rPr>
                <a:t>80</a:t>
              </a:r>
            </a:p>
          </p:txBody>
        </p:sp>
        <p:sp>
          <p:nvSpPr>
            <p:cNvPr id="245" name="Scientific line">
              <a:extLst>
                <a:ext uri="{FF2B5EF4-FFF2-40B4-BE49-F238E27FC236}">
                  <ns2:creationId id="{96D0EA47-47C9-4BF3-9261-FFE32C0EEC24}"/>
                </a:ext>
              </a:extLst>
            </p:cNvPr>
            <p:cNvSpPr>
              <a:spLocks noGrp="1"/>
            </p:cNvSpPr>
            <p:nvPr/>
          </p:nvSpPr>
          <p:spPr>
            <a:xfrm>
              <a:off x="8734425" y="3552825"/>
              <a:ext cx="47625" cy="95"/>
            </a:xfrm>
            <a:custGeom>
              <a:pathLst>
                <a:path w="47625" h="95">
                  <a:moveTo>
                    <a:pt x="0" y="0"/>
                  </a:moveTo>
                  <a:lnTo>
                    <a:pt x="47625" y="0"/>
                  </a:lnTo>
                </a:path>
              </a:pathLst>
            </a:custGeom>
            <a:noFill/>
            <a:ln w="9769">
              <a:solidFill>
                <a:srgbClr val="000000"/>
              </a:solidFill>
              <a:prstDash val="solid"/>
            </a:ln>
          </p:spPr>
        </p:sp>
        <p:sp>
          <p:nvSpPr>
            <p:cNvPr id="246" name="120">
              <a:extLst>
                <a:ext uri="{FF2B5EF4-FFF2-40B4-BE49-F238E27FC236}">
                  <ns2:creationId id="{C0782F1F-8A84-4554-A6D7-73996CC326BB}"/>
                </a:ext>
              </a:extLst>
            </p:cNvPr>
            <p:cNvSpPr>
              <a:spLocks noGrp="1"/>
            </p:cNvSpPr>
            <p:nvPr/>
          </p:nvSpPr>
          <p:spPr>
            <a:xfrm>
              <a:off x="8210550" y="3438525"/>
              <a:ext cx="476250" cy="228600"/>
            </a:xfrm>
            <a:prstGeom prst="rect">
              <a:avLst/>
            </a:prstGeom>
            <a:noFill/>
            <a:ln w="0">
              <a:noFill/>
            </a:ln>
          </p:spPr>
          <p:txBody>
            <a:bodyPr wrap="none" lIns="0" tIns="0" rIns="0" bIns="0" anchor="ctr">
              <a:noAutofit/>
            </a:bodyPr>
            <a:lstStyle>
              <a:defPPr algn="r">
                <a:defRPr sz="1385" b="0">
                  <a:solidFill>
                    <a:srgbClr val="000000"/>
                  </a:solidFill>
                  <a:latin typeface="Arial"/>
                  <a:ea typeface="Arial"/>
                  <a:cs typeface="Arial"/>
                </a:defRPr>
              </a:defPPr>
              <a:lvl1pPr algn="r">
                <a:defRPr sz="1385" b="0">
                  <a:solidFill>
                    <a:srgbClr val="000000"/>
                  </a:solidFill>
                  <a:latin typeface="Arial"/>
                  <a:ea typeface="Arial"/>
                  <a:cs typeface="Arial"/>
                </a:defRPr>
              </a:lvl1pPr>
              <a:lvl2pPr algn="r">
                <a:defRPr sz="1385" b="0">
                  <a:solidFill>
                    <a:srgbClr val="000000"/>
                  </a:solidFill>
                  <a:latin typeface="Arial"/>
                  <a:ea typeface="Arial"/>
                  <a:cs typeface="Arial"/>
                </a:defRPr>
              </a:lvl2pPr>
              <a:lvl3pPr algn="r">
                <a:defRPr sz="1385" b="0">
                  <a:solidFill>
                    <a:srgbClr val="000000"/>
                  </a:solidFill>
                  <a:latin typeface="Arial"/>
                  <a:ea typeface="Arial"/>
                  <a:cs typeface="Arial"/>
                </a:defRPr>
              </a:lvl3pPr>
              <a:lvl4pPr algn="r">
                <a:defRPr sz="1385" b="0">
                  <a:solidFill>
                    <a:srgbClr val="000000"/>
                  </a:solidFill>
                  <a:latin typeface="Arial"/>
                  <a:ea typeface="Arial"/>
                  <a:cs typeface="Arial"/>
                </a:defRPr>
              </a:lvl4pPr>
              <a:lvl5pPr algn="r">
                <a:defRPr sz="1385" b="0">
                  <a:solidFill>
                    <a:srgbClr val="000000"/>
                  </a:solidFill>
                  <a:latin typeface="Arial"/>
                  <a:ea typeface="Arial"/>
                  <a:cs typeface="Arial"/>
                </a:defRPr>
              </a:lvl5pPr>
              <a:lvl6pPr algn="r">
                <a:defRPr sz="1385" b="0">
                  <a:solidFill>
                    <a:srgbClr val="000000"/>
                  </a:solidFill>
                  <a:latin typeface="Arial"/>
                  <a:ea typeface="Arial"/>
                  <a:cs typeface="Arial"/>
                </a:defRPr>
              </a:lvl6pPr>
              <a:lvl7pPr algn="r">
                <a:defRPr sz="1385" b="0">
                  <a:solidFill>
                    <a:srgbClr val="000000"/>
                  </a:solidFill>
                  <a:latin typeface="Arial"/>
                  <a:ea typeface="Arial"/>
                  <a:cs typeface="Arial"/>
                </a:defRPr>
              </a:lvl7pPr>
              <a:lvl8pPr algn="r">
                <a:defRPr sz="1385" b="0">
                  <a:solidFill>
                    <a:srgbClr val="000000"/>
                  </a:solidFill>
                  <a:latin typeface="Arial"/>
                  <a:ea typeface="Arial"/>
                  <a:cs typeface="Arial"/>
                </a:defRPr>
              </a:lvl8pPr>
              <a:lvl9pPr algn="r">
                <a:defRPr sz="1385" b="0">
                  <a:solidFill>
                    <a:srgbClr val="000000"/>
                  </a:solidFill>
                  <a:latin typeface="Arial"/>
                  <a:ea typeface="Arial"/>
                  <a:cs typeface="Arial"/>
                </a:defRPr>
              </a:lvl9pPr>
            </a:lstStyle>
            <a:p>
              <a:pPr algn="r">
                <a:defRPr sz="1385" b="0">
                  <a:solidFill>
                    <a:srgbClr val="000000"/>
                  </a:solidFill>
                  <a:latin typeface="Arial"/>
                  <a:ea typeface="Arial"/>
                  <a:cs typeface="Arial"/>
                </a:defRPr>
              </a:pPr>
              <a:r>
                <a:rPr sz="1385" b="0">
                  <a:solidFill>
                    <a:srgbClr val="000000"/>
                  </a:solidFill>
                  <a:latin typeface="Arial"/>
                  <a:ea typeface="Arial"/>
                  <a:cs typeface="Arial"/>
                </a:rPr>
                <a:t>120</a:t>
              </a:r>
            </a:p>
          </p:txBody>
        </p:sp>
        <p:sp>
          <p:nvSpPr>
            <p:cNvPr id="247" name="Time">
              <a:extLst>
                <a:ext uri="{FF2B5EF4-FFF2-40B4-BE49-F238E27FC236}">
                  <ns2:creationId id="{02445804-66B7-4182-90CD-22DFEC9F9DBB}"/>
                </a:ext>
              </a:extLst>
            </p:cNvPr>
            <p:cNvSpPr>
              <a:spLocks noGrp="1"/>
            </p:cNvSpPr>
            <p:nvPr/>
          </p:nvSpPr>
          <p:spPr>
            <a:xfrm>
              <a:off x="8782050" y="5667375"/>
              <a:ext cx="3143250" cy="247650"/>
            </a:xfrm>
            <a:prstGeom prst="rect">
              <a:avLst/>
            </a:prstGeom>
            <a:noFill/>
            <a:ln w="0">
              <a:noFill/>
            </a:ln>
          </p:spPr>
          <p:txBody>
            <a:bodyPr wrap="none" lIns="0" tIns="0" rIns="0" bIns="0" anchor="ctr">
              <a:noAutofit/>
            </a:bodyPr>
            <a:lstStyle>
              <a:defPPr algn="ctr">
                <a:defRPr sz="1538" b="0">
                  <a:solidFill>
                    <a:srgbClr val="000000"/>
                  </a:solidFill>
                  <a:latin typeface="Arial"/>
                  <a:ea typeface="Arial"/>
                  <a:cs typeface="Arial"/>
                </a:defRPr>
              </a:defPPr>
              <a:lvl1pPr algn="ctr">
                <a:defRPr sz="1538" b="0">
                  <a:solidFill>
                    <a:srgbClr val="000000"/>
                  </a:solidFill>
                  <a:latin typeface="Arial"/>
                  <a:ea typeface="Arial"/>
                  <a:cs typeface="Arial"/>
                </a:defRPr>
              </a:lvl1pPr>
              <a:lvl2pPr algn="ctr">
                <a:defRPr sz="1538" b="0">
                  <a:solidFill>
                    <a:srgbClr val="000000"/>
                  </a:solidFill>
                  <a:latin typeface="Arial"/>
                  <a:ea typeface="Arial"/>
                  <a:cs typeface="Arial"/>
                </a:defRPr>
              </a:lvl2pPr>
              <a:lvl3pPr algn="ctr">
                <a:defRPr sz="1538" b="0">
                  <a:solidFill>
                    <a:srgbClr val="000000"/>
                  </a:solidFill>
                  <a:latin typeface="Arial"/>
                  <a:ea typeface="Arial"/>
                  <a:cs typeface="Arial"/>
                </a:defRPr>
              </a:lvl3pPr>
              <a:lvl4pPr algn="ctr">
                <a:defRPr sz="1538" b="0">
                  <a:solidFill>
                    <a:srgbClr val="000000"/>
                  </a:solidFill>
                  <a:latin typeface="Arial"/>
                  <a:ea typeface="Arial"/>
                  <a:cs typeface="Arial"/>
                </a:defRPr>
              </a:lvl4pPr>
              <a:lvl5pPr algn="ctr">
                <a:defRPr sz="1538" b="0">
                  <a:solidFill>
                    <a:srgbClr val="000000"/>
                  </a:solidFill>
                  <a:latin typeface="Arial"/>
                  <a:ea typeface="Arial"/>
                  <a:cs typeface="Arial"/>
                </a:defRPr>
              </a:lvl5pPr>
              <a:lvl6pPr algn="ctr">
                <a:defRPr sz="1538" b="0">
                  <a:solidFill>
                    <a:srgbClr val="000000"/>
                  </a:solidFill>
                  <a:latin typeface="Arial"/>
                  <a:ea typeface="Arial"/>
                  <a:cs typeface="Arial"/>
                </a:defRPr>
              </a:lvl6pPr>
              <a:lvl7pPr algn="ctr">
                <a:defRPr sz="1538" b="0">
                  <a:solidFill>
                    <a:srgbClr val="000000"/>
                  </a:solidFill>
                  <a:latin typeface="Arial"/>
                  <a:ea typeface="Arial"/>
                  <a:cs typeface="Arial"/>
                </a:defRPr>
              </a:lvl7pPr>
              <a:lvl8pPr algn="ctr">
                <a:defRPr sz="1538" b="0">
                  <a:solidFill>
                    <a:srgbClr val="000000"/>
                  </a:solidFill>
                  <a:latin typeface="Arial"/>
                  <a:ea typeface="Arial"/>
                  <a:cs typeface="Arial"/>
                </a:defRPr>
              </a:lvl8pPr>
              <a:lvl9pPr algn="ctr">
                <a:defRPr sz="1538" b="0">
                  <a:solidFill>
                    <a:srgbClr val="000000"/>
                  </a:solidFill>
                  <a:latin typeface="Arial"/>
                  <a:ea typeface="Arial"/>
                  <a:cs typeface="Arial"/>
                </a:defRPr>
              </a:lvl9pPr>
            </a:lstStyle>
            <a:p>
              <a:pPr algn="ctr">
                <a:defRPr sz="1538" b="0">
                  <a:solidFill>
                    <a:srgbClr val="000000"/>
                  </a:solidFill>
                  <a:latin typeface="Arial"/>
                  <a:ea typeface="Arial"/>
                  <a:cs typeface="Arial"/>
                </a:defRPr>
              </a:pPr>
              <a:r>
                <a:rPr sz="1538" b="0">
                  <a:solidFill>
                    <a:srgbClr val="000000"/>
                  </a:solidFill>
                  <a:latin typeface="Arial"/>
                  <a:ea typeface="Arial"/>
                  <a:cs typeface="Arial"/>
                </a:rPr>
                <a:t>Time</a:t>
              </a:r>
            </a:p>
          </p:txBody>
        </p:sp>
      </p:grpSp>
    </p:spTree>
    <p:extLst>
      <p:ext uri="{BB962C8B-B14F-4D97-AF65-F5344CB8AC3E}">
        <ns4:creationId val="1169612716"/>
      </p:ext>
    </p:extLst>
  </p:cSld>
</p:sld>
</file>

<file path=ppt/slides/slide7.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grpSp>
        <p:nvGrpSpPr>
          <p:cNvPr id="301" name="Manuscript Figure 7: Wildfires: actual FRP cell geometry, analysis input and measured layout trade-off"/>
          <p:cNvGrpSpPr/>
          <p:nvPr/>
        </p:nvGrpSpPr>
        <p:grpSpPr>
          <a:xfrm>
            <a:off x="2612994" y="0"/>
            <a:ext cx="7575612" cy="6096000"/>
            <a:chOff x="0" y="0"/>
            <a:chExt cx="12192000" cy="9810750"/>
          </a:xfrm>
        </p:grpSpPr>
        <p:sp>
          <p:nvSpPr>
            <p:cNvPr id="224" name="text_000">
              <a:extLst>
                <a:ext uri="{FF2B5EF4-FFF2-40B4-BE49-F238E27FC236}">
                  <ns2:creationId id="{79F9ACDB-08FE-4559-8C03-013CECEDAFFB}"/>
                </a:ext>
              </a:extLst>
            </p:cNvPr>
            <p:cNvSpPr>
              <a:spLocks noGrp="1"/>
            </p:cNvSpPr>
            <p:nvPr/>
          </p:nvSpPr>
          <p:spPr>
            <a:xfrm rot="0">
              <a:off x="171450" y="2305050"/>
              <a:ext cx="8191500" cy="295275"/>
            </a:xfrm>
            <a:prstGeom prst="rect">
              <a:avLst/>
            </a:prstGeom>
            <a:noFill/>
            <a:ln w="0">
              <a:noFill/>
              <a:prstDash val="solid"/>
            </a:ln>
          </p:spPr>
          <p:txBody>
            <a:bodyPr wrap="none" lIns="0" tIns="0" rIns="0" bIns="0" anchor="t">
              <a:noAutofit/>
            </a:bodyPr>
            <a:lstStyle>
              <a:defPPr algn="l">
                <a:defRPr sz="1072" b="1">
                  <a:solidFill>
                    <a:srgbClr val="000000"/>
                  </a:solidFill>
                  <a:latin typeface="Arial"/>
                  <a:ea typeface="Arial"/>
                  <a:cs typeface="Arial"/>
                </a:defRPr>
              </a:defPPr>
              <a:lvl1pPr algn="l">
                <a:defRPr sz="1072" b="1">
                  <a:solidFill>
                    <a:srgbClr val="000000"/>
                  </a:solidFill>
                  <a:latin typeface="Arial"/>
                  <a:ea typeface="Arial"/>
                  <a:cs typeface="Arial"/>
                </a:defRPr>
              </a:lvl1pPr>
              <a:lvl2pPr algn="l">
                <a:defRPr sz="1072" b="1">
                  <a:solidFill>
                    <a:srgbClr val="000000"/>
                  </a:solidFill>
                  <a:latin typeface="Arial"/>
                  <a:ea typeface="Arial"/>
                  <a:cs typeface="Arial"/>
                </a:defRPr>
              </a:lvl2pPr>
              <a:lvl3pPr algn="l">
                <a:defRPr sz="1072" b="1">
                  <a:solidFill>
                    <a:srgbClr val="000000"/>
                  </a:solidFill>
                  <a:latin typeface="Arial"/>
                  <a:ea typeface="Arial"/>
                  <a:cs typeface="Arial"/>
                </a:defRPr>
              </a:lvl3pPr>
              <a:lvl4pPr algn="l">
                <a:defRPr sz="1072" b="1">
                  <a:solidFill>
                    <a:srgbClr val="000000"/>
                  </a:solidFill>
                  <a:latin typeface="Arial"/>
                  <a:ea typeface="Arial"/>
                  <a:cs typeface="Arial"/>
                </a:defRPr>
              </a:lvl4pPr>
              <a:lvl5pPr algn="l">
                <a:defRPr sz="1072" b="1">
                  <a:solidFill>
                    <a:srgbClr val="000000"/>
                  </a:solidFill>
                  <a:latin typeface="Arial"/>
                  <a:ea typeface="Arial"/>
                  <a:cs typeface="Arial"/>
                </a:defRPr>
              </a:lvl5pPr>
              <a:lvl6pPr algn="l">
                <a:defRPr sz="1072" b="1">
                  <a:solidFill>
                    <a:srgbClr val="000000"/>
                  </a:solidFill>
                  <a:latin typeface="Arial"/>
                  <a:ea typeface="Arial"/>
                  <a:cs typeface="Arial"/>
                </a:defRPr>
              </a:lvl6pPr>
              <a:lvl7pPr algn="l">
                <a:defRPr sz="1072" b="1">
                  <a:solidFill>
                    <a:srgbClr val="000000"/>
                  </a:solidFill>
                  <a:latin typeface="Arial"/>
                  <a:ea typeface="Arial"/>
                  <a:cs typeface="Arial"/>
                </a:defRPr>
              </a:lvl7pPr>
              <a:lvl8pPr algn="l">
                <a:defRPr sz="1072" b="1">
                  <a:solidFill>
                    <a:srgbClr val="000000"/>
                  </a:solidFill>
                  <a:latin typeface="Arial"/>
                  <a:ea typeface="Arial"/>
                  <a:cs typeface="Arial"/>
                </a:defRPr>
              </a:lvl8pPr>
              <a:lvl9pPr algn="l">
                <a:defRPr sz="1072" b="1">
                  <a:solidFill>
                    <a:srgbClr val="000000"/>
                  </a:solidFill>
                  <a:latin typeface="Arial"/>
                  <a:ea typeface="Arial"/>
                  <a:cs typeface="Arial"/>
                </a:defRPr>
              </a:lvl9pPr>
            </a:lstStyle>
            <a:p>
              <a:pPr algn="l">
                <a:defRPr sz="1072" b="1">
                  <a:solidFill>
                    <a:srgbClr val="000000"/>
                  </a:solidFill>
                  <a:latin typeface="Arial"/>
                  <a:ea typeface="Arial"/>
                  <a:cs typeface="Arial"/>
                </a:defRPr>
              </a:pPr>
              <a:r>
                <a:rPr sz="1072" b="1">
                  <a:solidFill>
                    <a:srgbClr val="000000"/>
                  </a:solidFill>
                  <a:latin typeface="Arial"/>
                  <a:ea typeface="Arial"/>
                  <a:cs typeface="Arial"/>
                </a:rPr>
                <a:t>(c) Actual FRP records and corresponding analysis fields</a:t>
              </a:r>
            </a:p>
          </p:txBody>
        </p:sp>
        <p:sp>
          <p:nvSpPr>
            <p:cNvPr id="2" name="text_001">
              <a:extLst>
                <a:ext uri="{FF2B5EF4-FFF2-40B4-BE49-F238E27FC236}">
                  <ns2:creationId id="{39A48F0A-74F3-46F5-8654-5CF936DF39C4}"/>
                </a:ext>
              </a:extLst>
            </p:cNvPr>
            <p:cNvSpPr>
              <a:spLocks noGrp="1"/>
            </p:cNvSpPr>
            <p:nvPr/>
          </p:nvSpPr>
          <p:spPr>
            <a:xfrm rot="0">
              <a:off x="571500" y="2657475"/>
              <a:ext cx="7620000" cy="247650"/>
            </a:xfrm>
            <a:prstGeom prst="rect">
              <a:avLst/>
            </a:prstGeom>
            <a:noFill/>
            <a:ln w="0">
              <a:noFill/>
              <a:prstDash val="solid"/>
            </a:ln>
          </p:spPr>
          <p:txBody>
            <a:bodyPr wrap="none" lIns="0" tIns="0" rIns="0" bIns="0" anchor="t">
              <a:noAutofit/>
            </a:bodyPr>
            <a:lstStyle>
              <a:defPPr algn="l">
                <a:defRPr sz="932" b="1">
                  <a:solidFill>
                    <a:srgbClr val="000000"/>
                  </a:solidFill>
                  <a:latin typeface="Arial"/>
                  <a:ea typeface="Arial"/>
                  <a:cs typeface="Arial"/>
                </a:defRPr>
              </a:defPPr>
              <a:lvl1pPr algn="l">
                <a:defRPr sz="932" b="1">
                  <a:solidFill>
                    <a:srgbClr val="000000"/>
                  </a:solidFill>
                  <a:latin typeface="Arial"/>
                  <a:ea typeface="Arial"/>
                  <a:cs typeface="Arial"/>
                </a:defRPr>
              </a:lvl1pPr>
              <a:lvl2pPr algn="l">
                <a:defRPr sz="932" b="1">
                  <a:solidFill>
                    <a:srgbClr val="000000"/>
                  </a:solidFill>
                  <a:latin typeface="Arial"/>
                  <a:ea typeface="Arial"/>
                  <a:cs typeface="Arial"/>
                </a:defRPr>
              </a:lvl2pPr>
              <a:lvl3pPr algn="l">
                <a:defRPr sz="932" b="1">
                  <a:solidFill>
                    <a:srgbClr val="000000"/>
                  </a:solidFill>
                  <a:latin typeface="Arial"/>
                  <a:ea typeface="Arial"/>
                  <a:cs typeface="Arial"/>
                </a:defRPr>
              </a:lvl3pPr>
              <a:lvl4pPr algn="l">
                <a:defRPr sz="932" b="1">
                  <a:solidFill>
                    <a:srgbClr val="000000"/>
                  </a:solidFill>
                  <a:latin typeface="Arial"/>
                  <a:ea typeface="Arial"/>
                  <a:cs typeface="Arial"/>
                </a:defRPr>
              </a:lvl4pPr>
              <a:lvl5pPr algn="l">
                <a:defRPr sz="932" b="1">
                  <a:solidFill>
                    <a:srgbClr val="000000"/>
                  </a:solidFill>
                  <a:latin typeface="Arial"/>
                  <a:ea typeface="Arial"/>
                  <a:cs typeface="Arial"/>
                </a:defRPr>
              </a:lvl5pPr>
              <a:lvl6pPr algn="l">
                <a:defRPr sz="932" b="1">
                  <a:solidFill>
                    <a:srgbClr val="000000"/>
                  </a:solidFill>
                  <a:latin typeface="Arial"/>
                  <a:ea typeface="Arial"/>
                  <a:cs typeface="Arial"/>
                </a:defRPr>
              </a:lvl6pPr>
              <a:lvl7pPr algn="l">
                <a:defRPr sz="932" b="1">
                  <a:solidFill>
                    <a:srgbClr val="000000"/>
                  </a:solidFill>
                  <a:latin typeface="Arial"/>
                  <a:ea typeface="Arial"/>
                  <a:cs typeface="Arial"/>
                </a:defRPr>
              </a:lvl7pPr>
              <a:lvl8pPr algn="l">
                <a:defRPr sz="932" b="1">
                  <a:solidFill>
                    <a:srgbClr val="000000"/>
                  </a:solidFill>
                  <a:latin typeface="Arial"/>
                  <a:ea typeface="Arial"/>
                  <a:cs typeface="Arial"/>
                </a:defRPr>
              </a:lvl8pPr>
              <a:lvl9pPr algn="l">
                <a:defRPr sz="932" b="1">
                  <a:solidFill>
                    <a:srgbClr val="000000"/>
                  </a:solidFill>
                  <a:latin typeface="Arial"/>
                  <a:ea typeface="Arial"/>
                  <a:cs typeface="Arial"/>
                </a:defRPr>
              </a:lvl9pPr>
            </a:lstStyle>
            <a:p>
              <a:pPr algn="l">
                <a:defRPr sz="932" b="1">
                  <a:solidFill>
                    <a:srgbClr val="000000"/>
                  </a:solidFill>
                  <a:latin typeface="Arial"/>
                  <a:ea typeface="Arial"/>
                  <a:cs typeface="Arial"/>
                </a:defRPr>
              </a:pPr>
              <a:r>
                <a:rPr sz="932" b="1">
                  <a:solidFill>
                    <a:srgbClr val="000000"/>
                  </a:solidFill>
                  <a:latin typeface="Arial"/>
                  <a:ea typeface="Arial"/>
                  <a:cs typeface="Arial"/>
                </a:rPr>
                <a:t>Supplied 10 km cells: two-date FRP sums</a:t>
              </a:r>
            </a:p>
          </p:txBody>
        </p:sp>
        <p:sp>
          <p:nvSpPr>
            <p:cNvPr id="3" name="text_002">
              <a:extLst>
                <a:ext uri="{FF2B5EF4-FFF2-40B4-BE49-F238E27FC236}">
                  <ns2:creationId id="{BC836EA2-9223-4B06-8D4A-A73FD92FC1FB}"/>
                </a:ext>
              </a:extLst>
            </p:cNvPr>
            <p:cNvSpPr>
              <a:spLocks noGrp="1"/>
            </p:cNvSpPr>
            <p:nvPr/>
          </p:nvSpPr>
          <p:spPr>
            <a:xfrm rot="0">
              <a:off x="495300" y="2914650"/>
              <a:ext cx="2266950" cy="238125"/>
            </a:xfrm>
            <a:prstGeom prst="rect">
              <a:avLst/>
            </a:prstGeom>
            <a:noFill/>
            <a:ln w="0">
              <a:noFill/>
              <a:prstDash val="solid"/>
            </a:ln>
          </p:spPr>
          <p:txBody>
            <a:bodyPr wrap="none" lIns="0" tIns="0" rIns="0" bIns="0" anchor="t">
              <a:noAutofit/>
            </a:bodyPr>
            <a:lstStyle>
              <a:defPPr algn="ctr">
                <a:defRPr sz="839" b="1">
                  <a:solidFill>
                    <a:srgbClr val="000000"/>
                  </a:solidFill>
                  <a:latin typeface="Arial"/>
                  <a:ea typeface="Arial"/>
                  <a:cs typeface="Arial"/>
                </a:defRPr>
              </a:defPPr>
              <a:lvl1pPr algn="ctr">
                <a:defRPr sz="839" b="1">
                  <a:solidFill>
                    <a:srgbClr val="000000"/>
                  </a:solidFill>
                  <a:latin typeface="Arial"/>
                  <a:ea typeface="Arial"/>
                  <a:cs typeface="Arial"/>
                </a:defRPr>
              </a:lvl1pPr>
              <a:lvl2pPr algn="ctr">
                <a:defRPr sz="839" b="1">
                  <a:solidFill>
                    <a:srgbClr val="000000"/>
                  </a:solidFill>
                  <a:latin typeface="Arial"/>
                  <a:ea typeface="Arial"/>
                  <a:cs typeface="Arial"/>
                </a:defRPr>
              </a:lvl2pPr>
              <a:lvl3pPr algn="ctr">
                <a:defRPr sz="839" b="1">
                  <a:solidFill>
                    <a:srgbClr val="000000"/>
                  </a:solidFill>
                  <a:latin typeface="Arial"/>
                  <a:ea typeface="Arial"/>
                  <a:cs typeface="Arial"/>
                </a:defRPr>
              </a:lvl3pPr>
              <a:lvl4pPr algn="ctr">
                <a:defRPr sz="839" b="1">
                  <a:solidFill>
                    <a:srgbClr val="000000"/>
                  </a:solidFill>
                  <a:latin typeface="Arial"/>
                  <a:ea typeface="Arial"/>
                  <a:cs typeface="Arial"/>
                </a:defRPr>
              </a:lvl4pPr>
              <a:lvl5pPr algn="ctr">
                <a:defRPr sz="839" b="1">
                  <a:solidFill>
                    <a:srgbClr val="000000"/>
                  </a:solidFill>
                  <a:latin typeface="Arial"/>
                  <a:ea typeface="Arial"/>
                  <a:cs typeface="Arial"/>
                </a:defRPr>
              </a:lvl5pPr>
              <a:lvl6pPr algn="ctr">
                <a:defRPr sz="839" b="1">
                  <a:solidFill>
                    <a:srgbClr val="000000"/>
                  </a:solidFill>
                  <a:latin typeface="Arial"/>
                  <a:ea typeface="Arial"/>
                  <a:cs typeface="Arial"/>
                </a:defRPr>
              </a:lvl6pPr>
              <a:lvl7pPr algn="ctr">
                <a:defRPr sz="839" b="1">
                  <a:solidFill>
                    <a:srgbClr val="000000"/>
                  </a:solidFill>
                  <a:latin typeface="Arial"/>
                  <a:ea typeface="Arial"/>
                  <a:cs typeface="Arial"/>
                </a:defRPr>
              </a:lvl7pPr>
              <a:lvl8pPr algn="ctr">
                <a:defRPr sz="839" b="1">
                  <a:solidFill>
                    <a:srgbClr val="000000"/>
                  </a:solidFill>
                  <a:latin typeface="Arial"/>
                  <a:ea typeface="Arial"/>
                  <a:cs typeface="Arial"/>
                </a:defRPr>
              </a:lvl8pPr>
              <a:lvl9pPr algn="ctr">
                <a:defRPr sz="839" b="1">
                  <a:solidFill>
                    <a:srgbClr val="000000"/>
                  </a:solidFill>
                  <a:latin typeface="Arial"/>
                  <a:ea typeface="Arial"/>
                  <a:cs typeface="Arial"/>
                </a:defRPr>
              </a:lvl9pPr>
            </a:lstStyle>
            <a:p>
              <a:pPr algn="ctr">
                <a:defRPr sz="839" b="1">
                  <a:solidFill>
                    <a:srgbClr val="000000"/>
                  </a:solidFill>
                  <a:latin typeface="Arial"/>
                  <a:ea typeface="Arial"/>
                  <a:cs typeface="Arial"/>
                </a:defRPr>
              </a:pPr>
              <a:r>
                <a:rPr sz="839" b="1">
                  <a:solidFill>
                    <a:srgbClr val="000000"/>
                  </a:solidFill>
                  <a:latin typeface="Arial"/>
                  <a:ea typeface="Arial"/>
                  <a:cs typeface="Arial"/>
                </a:rPr>
                <a:t>f17: 12-05 to 12-06</a:t>
              </a:r>
            </a:p>
          </p:txBody>
        </p:sp>
        <p:pic>
          <p:nvPicPr>
            <p:cNvPr id="4" name="">
              <a:extLst>
                <a:ext uri="{FF2B5EF4-FFF2-40B4-BE49-F238E27FC236}">
                  <ns2:creationId id="{C1DC5738-C74E-4AF2-AD40-52E3154A0D32}"/>
                </a:ext>
              </a:extLst>
            </p:cNvPr>
            <p:cNvPicPr>
              <a:picLocks noChangeAspect="1"/>
            </p:cNvPicPr>
            <p:nvPr/>
          </p:nvPicPr>
          <p:blipFill>
            <a:blip r:embed="R253f900e88144a64"/>
            <a:stretch/>
          </p:blipFill>
          <p:spPr>
            <a:xfrm>
              <a:off x="571500" y="3190875"/>
              <a:ext cx="2095500" cy="2095500"/>
            </a:xfrm>
            <a:prstGeom prst="rect">
              <a:avLst/>
            </a:prstGeom>
          </p:spPr>
        </p:pic>
        <p:sp>
          <p:nvSpPr>
            <p:cNvPr id="5" name="rect_004">
              <a:extLst>
                <a:ext uri="{FF2B5EF4-FFF2-40B4-BE49-F238E27FC236}">
                  <ns2:creationId id="{07FFFC5C-6F76-41FB-AD8D-D2D6AE2B11D2}"/>
                </a:ext>
              </a:extLst>
            </p:cNvPr>
            <p:cNvSpPr>
              <a:spLocks noGrp="1"/>
            </p:cNvSpPr>
            <p:nvPr/>
          </p:nvSpPr>
          <p:spPr>
            <a:xfrm rot="0">
              <a:off x="571500" y="3190875"/>
              <a:ext cx="2095500" cy="2095500"/>
            </a:xfrm>
            <a:prstGeom prst="rect">
              <a:avLst/>
            </a:prstGeom>
            <a:noFill/>
            <a:ln w="4143">
              <a:solidFill>
                <a:srgbClr val="65727C"/>
              </a:solidFill>
              <a:prstDash val="solid"/>
            </a:ln>
          </p:spPr>
        </p:sp>
        <p:sp>
          <p:nvSpPr>
            <p:cNvPr id="6" name="line_005">
              <a:extLst>
                <a:ext uri="{FF2B5EF4-FFF2-40B4-BE49-F238E27FC236}">
                  <ns2:creationId id="{B410D7BA-B290-472C-93D4-30ABE94ACD38}"/>
                </a:ext>
              </a:extLst>
            </p:cNvPr>
            <p:cNvSpPr>
              <a:spLocks noGrp="1"/>
            </p:cNvSpPr>
            <p:nvPr/>
          </p:nvSpPr>
          <p:spPr>
            <a:xfrm>
              <a:off x="833399" y="5286375"/>
              <a:ext cx="95" cy="38100"/>
            </a:xfrm>
            <a:custGeom>
              <a:pathLst>
                <a:path w="95" h="38100">
                  <a:moveTo>
                    <a:pt x="0" y="0"/>
                  </a:moveTo>
                  <a:lnTo>
                    <a:pt x="0" y="38100"/>
                  </a:lnTo>
                </a:path>
              </a:pathLst>
            </a:custGeom>
            <a:noFill/>
            <a:ln w="4735">
              <a:solidFill>
                <a:srgbClr val="65727C"/>
              </a:solidFill>
              <a:prstDash val="solid"/>
            </a:ln>
          </p:spPr>
        </p:sp>
        <p:sp>
          <p:nvSpPr>
            <p:cNvPr id="7" name="text_006">
              <a:extLst>
                <a:ext uri="{FF2B5EF4-FFF2-40B4-BE49-F238E27FC236}">
                  <ns2:creationId id="{54DA675A-BAF6-4E5C-BBCA-9D5B23CFD5D3}"/>
                </a:ext>
              </a:extLst>
            </p:cNvPr>
            <p:cNvSpPr>
              <a:spLocks noGrp="1"/>
            </p:cNvSpPr>
            <p:nvPr/>
          </p:nvSpPr>
          <p:spPr>
            <a:xfrm rot="0">
              <a:off x="623849" y="5343525"/>
              <a:ext cx="419100" cy="219075"/>
            </a:xfrm>
            <a:prstGeom prst="rect">
              <a:avLst/>
            </a:prstGeom>
            <a:noFill/>
            <a:ln w="0">
              <a:noFill/>
              <a:prstDash val="solid"/>
            </a:ln>
          </p:spPr>
          <p:txBody>
            <a:bodyPr wrap="none" lIns="0" tIns="0" rIns="0" bIns="0" anchor="t">
              <a:noAutofit/>
            </a:bodyPr>
            <a:lstStyle>
              <a:defPPr algn="ctr">
                <a:defRPr sz="699" b="0">
                  <a:solidFill>
                    <a:srgbClr val="000000"/>
                  </a:solidFill>
                  <a:latin typeface="Arial"/>
                  <a:ea typeface="Arial"/>
                  <a:cs typeface="Arial"/>
                </a:defRPr>
              </a:defPPr>
              <a:lvl1pPr algn="ctr">
                <a:defRPr sz="699" b="0">
                  <a:solidFill>
                    <a:srgbClr val="000000"/>
                  </a:solidFill>
                  <a:latin typeface="Arial"/>
                  <a:ea typeface="Arial"/>
                  <a:cs typeface="Arial"/>
                </a:defRPr>
              </a:lvl1pPr>
              <a:lvl2pPr algn="ctr">
                <a:defRPr sz="699" b="0">
                  <a:solidFill>
                    <a:srgbClr val="000000"/>
                  </a:solidFill>
                  <a:latin typeface="Arial"/>
                  <a:ea typeface="Arial"/>
                  <a:cs typeface="Arial"/>
                </a:defRPr>
              </a:lvl2pPr>
              <a:lvl3pPr algn="ctr">
                <a:defRPr sz="699" b="0">
                  <a:solidFill>
                    <a:srgbClr val="000000"/>
                  </a:solidFill>
                  <a:latin typeface="Arial"/>
                  <a:ea typeface="Arial"/>
                  <a:cs typeface="Arial"/>
                </a:defRPr>
              </a:lvl3pPr>
              <a:lvl4pPr algn="ctr">
                <a:defRPr sz="699" b="0">
                  <a:solidFill>
                    <a:srgbClr val="000000"/>
                  </a:solidFill>
                  <a:latin typeface="Arial"/>
                  <a:ea typeface="Arial"/>
                  <a:cs typeface="Arial"/>
                </a:defRPr>
              </a:lvl4pPr>
              <a:lvl5pPr algn="ctr">
                <a:defRPr sz="699" b="0">
                  <a:solidFill>
                    <a:srgbClr val="000000"/>
                  </a:solidFill>
                  <a:latin typeface="Arial"/>
                  <a:ea typeface="Arial"/>
                  <a:cs typeface="Arial"/>
                </a:defRPr>
              </a:lvl5pPr>
              <a:lvl6pPr algn="ctr">
                <a:defRPr sz="699" b="0">
                  <a:solidFill>
                    <a:srgbClr val="000000"/>
                  </a:solidFill>
                  <a:latin typeface="Arial"/>
                  <a:ea typeface="Arial"/>
                  <a:cs typeface="Arial"/>
                </a:defRPr>
              </a:lvl6pPr>
              <a:lvl7pPr algn="ctr">
                <a:defRPr sz="699" b="0">
                  <a:solidFill>
                    <a:srgbClr val="000000"/>
                  </a:solidFill>
                  <a:latin typeface="Arial"/>
                  <a:ea typeface="Arial"/>
                  <a:cs typeface="Arial"/>
                </a:defRPr>
              </a:lvl7pPr>
              <a:lvl8pPr algn="ctr">
                <a:defRPr sz="699" b="0">
                  <a:solidFill>
                    <a:srgbClr val="000000"/>
                  </a:solidFill>
                  <a:latin typeface="Arial"/>
                  <a:ea typeface="Arial"/>
                  <a:cs typeface="Arial"/>
                </a:defRPr>
              </a:lvl8pPr>
              <a:lvl9pPr algn="ctr">
                <a:defRPr sz="699" b="0">
                  <a:solidFill>
                    <a:srgbClr val="000000"/>
                  </a:solidFill>
                  <a:latin typeface="Arial"/>
                  <a:ea typeface="Arial"/>
                  <a:cs typeface="Arial"/>
                </a:defRPr>
              </a:lvl9pPr>
            </a:lstStyle>
            <a:p>
              <a:pPr algn="ctr">
                <a:defRPr sz="699" b="0">
                  <a:solidFill>
                    <a:srgbClr val="000000"/>
                  </a:solidFill>
                  <a:latin typeface="Arial"/>
                  <a:ea typeface="Arial"/>
                  <a:cs typeface="Arial"/>
                </a:defRPr>
              </a:pPr>
              <a:r>
                <a:rPr sz="699" b="0">
                  <a:solidFill>
                    <a:srgbClr val="000000"/>
                  </a:solidFill>
                  <a:latin typeface="Arial"/>
                  <a:ea typeface="Arial"/>
                  <a:cs typeface="Arial"/>
                </a:rPr>
                <a:t>142 E</a:t>
              </a:r>
            </a:p>
          </p:txBody>
        </p:sp>
        <p:sp>
          <p:nvSpPr>
            <p:cNvPr id="8" name="line_007">
              <a:extLst>
                <a:ext uri="{FF2B5EF4-FFF2-40B4-BE49-F238E27FC236}">
                  <ns2:creationId id="{CCDC9C11-F682-4EDC-BBE0-DF039D237CC4}"/>
                </a:ext>
              </a:extLst>
            </p:cNvPr>
            <p:cNvSpPr>
              <a:spLocks noGrp="1"/>
            </p:cNvSpPr>
            <p:nvPr/>
          </p:nvSpPr>
          <p:spPr>
            <a:xfrm>
              <a:off x="1741988" y="5286375"/>
              <a:ext cx="95" cy="38100"/>
            </a:xfrm>
            <a:custGeom>
              <a:pathLst>
                <a:path w="95" h="38100">
                  <a:moveTo>
                    <a:pt x="0" y="0"/>
                  </a:moveTo>
                  <a:lnTo>
                    <a:pt x="0" y="38100"/>
                  </a:lnTo>
                </a:path>
              </a:pathLst>
            </a:custGeom>
            <a:noFill/>
            <a:ln w="4735">
              <a:solidFill>
                <a:srgbClr val="65727C"/>
              </a:solidFill>
              <a:prstDash val="solid"/>
            </a:ln>
          </p:spPr>
        </p:sp>
        <p:sp>
          <p:nvSpPr>
            <p:cNvPr id="9" name="text_008">
              <a:extLst>
                <a:ext uri="{FF2B5EF4-FFF2-40B4-BE49-F238E27FC236}">
                  <ns2:creationId id="{5FDEE8B6-D880-4A81-BE78-1D3FFB10BAE6}"/>
                </a:ext>
              </a:extLst>
            </p:cNvPr>
            <p:cNvSpPr>
              <a:spLocks noGrp="1"/>
            </p:cNvSpPr>
            <p:nvPr/>
          </p:nvSpPr>
          <p:spPr>
            <a:xfrm rot="0">
              <a:off x="1532438" y="5343525"/>
              <a:ext cx="419100" cy="219075"/>
            </a:xfrm>
            <a:prstGeom prst="rect">
              <a:avLst/>
            </a:prstGeom>
            <a:noFill/>
            <a:ln w="0">
              <a:noFill/>
              <a:prstDash val="solid"/>
            </a:ln>
          </p:spPr>
          <p:txBody>
            <a:bodyPr wrap="none" lIns="0" tIns="0" rIns="0" bIns="0" anchor="t">
              <a:noAutofit/>
            </a:bodyPr>
            <a:lstStyle>
              <a:defPPr algn="ctr">
                <a:defRPr sz="699" b="0">
                  <a:solidFill>
                    <a:srgbClr val="000000"/>
                  </a:solidFill>
                  <a:latin typeface="Arial"/>
                  <a:ea typeface="Arial"/>
                  <a:cs typeface="Arial"/>
                </a:defRPr>
              </a:defPPr>
              <a:lvl1pPr algn="ctr">
                <a:defRPr sz="699" b="0">
                  <a:solidFill>
                    <a:srgbClr val="000000"/>
                  </a:solidFill>
                  <a:latin typeface="Arial"/>
                  <a:ea typeface="Arial"/>
                  <a:cs typeface="Arial"/>
                </a:defRPr>
              </a:lvl1pPr>
              <a:lvl2pPr algn="ctr">
                <a:defRPr sz="699" b="0">
                  <a:solidFill>
                    <a:srgbClr val="000000"/>
                  </a:solidFill>
                  <a:latin typeface="Arial"/>
                  <a:ea typeface="Arial"/>
                  <a:cs typeface="Arial"/>
                </a:defRPr>
              </a:lvl2pPr>
              <a:lvl3pPr algn="ctr">
                <a:defRPr sz="699" b="0">
                  <a:solidFill>
                    <a:srgbClr val="000000"/>
                  </a:solidFill>
                  <a:latin typeface="Arial"/>
                  <a:ea typeface="Arial"/>
                  <a:cs typeface="Arial"/>
                </a:defRPr>
              </a:lvl3pPr>
              <a:lvl4pPr algn="ctr">
                <a:defRPr sz="699" b="0">
                  <a:solidFill>
                    <a:srgbClr val="000000"/>
                  </a:solidFill>
                  <a:latin typeface="Arial"/>
                  <a:ea typeface="Arial"/>
                  <a:cs typeface="Arial"/>
                </a:defRPr>
              </a:lvl4pPr>
              <a:lvl5pPr algn="ctr">
                <a:defRPr sz="699" b="0">
                  <a:solidFill>
                    <a:srgbClr val="000000"/>
                  </a:solidFill>
                  <a:latin typeface="Arial"/>
                  <a:ea typeface="Arial"/>
                  <a:cs typeface="Arial"/>
                </a:defRPr>
              </a:lvl5pPr>
              <a:lvl6pPr algn="ctr">
                <a:defRPr sz="699" b="0">
                  <a:solidFill>
                    <a:srgbClr val="000000"/>
                  </a:solidFill>
                  <a:latin typeface="Arial"/>
                  <a:ea typeface="Arial"/>
                  <a:cs typeface="Arial"/>
                </a:defRPr>
              </a:lvl6pPr>
              <a:lvl7pPr algn="ctr">
                <a:defRPr sz="699" b="0">
                  <a:solidFill>
                    <a:srgbClr val="000000"/>
                  </a:solidFill>
                  <a:latin typeface="Arial"/>
                  <a:ea typeface="Arial"/>
                  <a:cs typeface="Arial"/>
                </a:defRPr>
              </a:lvl7pPr>
              <a:lvl8pPr algn="ctr">
                <a:defRPr sz="699" b="0">
                  <a:solidFill>
                    <a:srgbClr val="000000"/>
                  </a:solidFill>
                  <a:latin typeface="Arial"/>
                  <a:ea typeface="Arial"/>
                  <a:cs typeface="Arial"/>
                </a:defRPr>
              </a:lvl8pPr>
              <a:lvl9pPr algn="ctr">
                <a:defRPr sz="699" b="0">
                  <a:solidFill>
                    <a:srgbClr val="000000"/>
                  </a:solidFill>
                  <a:latin typeface="Arial"/>
                  <a:ea typeface="Arial"/>
                  <a:cs typeface="Arial"/>
                </a:defRPr>
              </a:lvl9pPr>
            </a:lstStyle>
            <a:p>
              <a:pPr algn="ctr">
                <a:defRPr sz="699" b="0">
                  <a:solidFill>
                    <a:srgbClr val="000000"/>
                  </a:solidFill>
                  <a:latin typeface="Arial"/>
                  <a:ea typeface="Arial"/>
                  <a:cs typeface="Arial"/>
                </a:defRPr>
              </a:pPr>
              <a:r>
                <a:rPr sz="699" b="0">
                  <a:solidFill>
                    <a:srgbClr val="000000"/>
                  </a:solidFill>
                  <a:latin typeface="Arial"/>
                  <a:ea typeface="Arial"/>
                  <a:cs typeface="Arial"/>
                </a:rPr>
                <a:t>148 E</a:t>
              </a:r>
            </a:p>
          </p:txBody>
        </p:sp>
        <p:sp>
          <p:nvSpPr>
            <p:cNvPr id="10" name="line_009">
              <a:extLst>
                <a:ext uri="{FF2B5EF4-FFF2-40B4-BE49-F238E27FC236}">
                  <ns2:creationId id="{3D0E2A87-26FB-4A9B-ADE3-7D907EB11967}"/>
                </a:ext>
              </a:extLst>
            </p:cNvPr>
            <p:cNvSpPr>
              <a:spLocks noGrp="1"/>
            </p:cNvSpPr>
            <p:nvPr/>
          </p:nvSpPr>
          <p:spPr>
            <a:xfrm>
              <a:off x="2650576" y="5286375"/>
              <a:ext cx="95" cy="38100"/>
            </a:xfrm>
            <a:custGeom>
              <a:pathLst>
                <a:path w="95" h="38100">
                  <a:moveTo>
                    <a:pt x="0" y="0"/>
                  </a:moveTo>
                  <a:lnTo>
                    <a:pt x="0" y="38100"/>
                  </a:lnTo>
                </a:path>
              </a:pathLst>
            </a:custGeom>
            <a:noFill/>
            <a:ln w="4735">
              <a:solidFill>
                <a:srgbClr val="65727C"/>
              </a:solidFill>
              <a:prstDash val="solid"/>
            </a:ln>
          </p:spPr>
        </p:sp>
        <p:sp>
          <p:nvSpPr>
            <p:cNvPr id="11" name="text_010">
              <a:extLst>
                <a:ext uri="{FF2B5EF4-FFF2-40B4-BE49-F238E27FC236}">
                  <ns2:creationId id="{0CE2196A-F001-469B-8CB4-38D456B5F27F}"/>
                </a:ext>
              </a:extLst>
            </p:cNvPr>
            <p:cNvSpPr>
              <a:spLocks noGrp="1"/>
            </p:cNvSpPr>
            <p:nvPr/>
          </p:nvSpPr>
          <p:spPr>
            <a:xfrm rot="0">
              <a:off x="2441026" y="5343525"/>
              <a:ext cx="419100" cy="219075"/>
            </a:xfrm>
            <a:prstGeom prst="rect">
              <a:avLst/>
            </a:prstGeom>
            <a:noFill/>
            <a:ln w="0">
              <a:noFill/>
              <a:prstDash val="solid"/>
            </a:ln>
          </p:spPr>
          <p:txBody>
            <a:bodyPr wrap="none" lIns="0" tIns="0" rIns="0" bIns="0" anchor="t">
              <a:noAutofit/>
            </a:bodyPr>
            <a:lstStyle>
              <a:defPPr algn="ctr">
                <a:defRPr sz="699" b="0">
                  <a:solidFill>
                    <a:srgbClr val="000000"/>
                  </a:solidFill>
                  <a:latin typeface="Arial"/>
                  <a:ea typeface="Arial"/>
                  <a:cs typeface="Arial"/>
                </a:defRPr>
              </a:defPPr>
              <a:lvl1pPr algn="ctr">
                <a:defRPr sz="699" b="0">
                  <a:solidFill>
                    <a:srgbClr val="000000"/>
                  </a:solidFill>
                  <a:latin typeface="Arial"/>
                  <a:ea typeface="Arial"/>
                  <a:cs typeface="Arial"/>
                </a:defRPr>
              </a:lvl1pPr>
              <a:lvl2pPr algn="ctr">
                <a:defRPr sz="699" b="0">
                  <a:solidFill>
                    <a:srgbClr val="000000"/>
                  </a:solidFill>
                  <a:latin typeface="Arial"/>
                  <a:ea typeface="Arial"/>
                  <a:cs typeface="Arial"/>
                </a:defRPr>
              </a:lvl2pPr>
              <a:lvl3pPr algn="ctr">
                <a:defRPr sz="699" b="0">
                  <a:solidFill>
                    <a:srgbClr val="000000"/>
                  </a:solidFill>
                  <a:latin typeface="Arial"/>
                  <a:ea typeface="Arial"/>
                  <a:cs typeface="Arial"/>
                </a:defRPr>
              </a:lvl3pPr>
              <a:lvl4pPr algn="ctr">
                <a:defRPr sz="699" b="0">
                  <a:solidFill>
                    <a:srgbClr val="000000"/>
                  </a:solidFill>
                  <a:latin typeface="Arial"/>
                  <a:ea typeface="Arial"/>
                  <a:cs typeface="Arial"/>
                </a:defRPr>
              </a:lvl4pPr>
              <a:lvl5pPr algn="ctr">
                <a:defRPr sz="699" b="0">
                  <a:solidFill>
                    <a:srgbClr val="000000"/>
                  </a:solidFill>
                  <a:latin typeface="Arial"/>
                  <a:ea typeface="Arial"/>
                  <a:cs typeface="Arial"/>
                </a:defRPr>
              </a:lvl5pPr>
              <a:lvl6pPr algn="ctr">
                <a:defRPr sz="699" b="0">
                  <a:solidFill>
                    <a:srgbClr val="000000"/>
                  </a:solidFill>
                  <a:latin typeface="Arial"/>
                  <a:ea typeface="Arial"/>
                  <a:cs typeface="Arial"/>
                </a:defRPr>
              </a:lvl6pPr>
              <a:lvl7pPr algn="ctr">
                <a:defRPr sz="699" b="0">
                  <a:solidFill>
                    <a:srgbClr val="000000"/>
                  </a:solidFill>
                  <a:latin typeface="Arial"/>
                  <a:ea typeface="Arial"/>
                  <a:cs typeface="Arial"/>
                </a:defRPr>
              </a:lvl7pPr>
              <a:lvl8pPr algn="ctr">
                <a:defRPr sz="699" b="0">
                  <a:solidFill>
                    <a:srgbClr val="000000"/>
                  </a:solidFill>
                  <a:latin typeface="Arial"/>
                  <a:ea typeface="Arial"/>
                  <a:cs typeface="Arial"/>
                </a:defRPr>
              </a:lvl8pPr>
              <a:lvl9pPr algn="ctr">
                <a:defRPr sz="699" b="0">
                  <a:solidFill>
                    <a:srgbClr val="000000"/>
                  </a:solidFill>
                  <a:latin typeface="Arial"/>
                  <a:ea typeface="Arial"/>
                  <a:cs typeface="Arial"/>
                </a:defRPr>
              </a:lvl9pPr>
            </a:lstStyle>
            <a:p>
              <a:pPr algn="ctr">
                <a:defRPr sz="699" b="0">
                  <a:solidFill>
                    <a:srgbClr val="000000"/>
                  </a:solidFill>
                  <a:latin typeface="Arial"/>
                  <a:ea typeface="Arial"/>
                  <a:cs typeface="Arial"/>
                </a:defRPr>
              </a:pPr>
              <a:r>
                <a:rPr sz="699" b="0">
                  <a:solidFill>
                    <a:srgbClr val="000000"/>
                  </a:solidFill>
                  <a:latin typeface="Arial"/>
                  <a:ea typeface="Arial"/>
                  <a:cs typeface="Arial"/>
                </a:rPr>
                <a:t>154 E</a:t>
              </a:r>
            </a:p>
          </p:txBody>
        </p:sp>
        <p:sp>
          <p:nvSpPr>
            <p:cNvPr id="12" name="line_011">
              <a:extLst>
                <a:ext uri="{FF2B5EF4-FFF2-40B4-BE49-F238E27FC236}">
                  <ns2:creationId id="{55D2B453-CE0C-48C6-AC99-B6204C7B70A8}"/>
                </a:ext>
              </a:extLst>
            </p:cNvPr>
            <p:cNvSpPr>
              <a:spLocks noGrp="1"/>
            </p:cNvSpPr>
            <p:nvPr/>
          </p:nvSpPr>
          <p:spPr>
            <a:xfrm>
              <a:off x="533400" y="3383778"/>
              <a:ext cx="38100" cy="95"/>
            </a:xfrm>
            <a:custGeom>
              <a:pathLst>
                <a:path w="38100" h="95">
                  <a:moveTo>
                    <a:pt x="0" y="0"/>
                  </a:moveTo>
                  <a:lnTo>
                    <a:pt x="38100" y="0"/>
                  </a:lnTo>
                </a:path>
              </a:pathLst>
            </a:custGeom>
            <a:noFill/>
            <a:ln w="4735">
              <a:solidFill>
                <a:srgbClr val="65727C"/>
              </a:solidFill>
              <a:prstDash val="solid"/>
            </a:ln>
          </p:spPr>
        </p:sp>
        <p:sp>
          <p:nvSpPr>
            <p:cNvPr id="13" name="text_012">
              <a:extLst>
                <a:ext uri="{FF2B5EF4-FFF2-40B4-BE49-F238E27FC236}">
                  <ns2:creationId id="{AD71C903-79AD-4CC3-8B0C-6062113ABF6B}"/>
                </a:ext>
              </a:extLst>
            </p:cNvPr>
            <p:cNvSpPr>
              <a:spLocks noGrp="1"/>
            </p:cNvSpPr>
            <p:nvPr/>
          </p:nvSpPr>
          <p:spPr>
            <a:xfrm rot="0">
              <a:off x="104775" y="3298053"/>
              <a:ext cx="381000" cy="219075"/>
            </a:xfrm>
            <a:prstGeom prst="rect">
              <a:avLst/>
            </a:prstGeom>
            <a:noFill/>
            <a:ln w="0">
              <a:noFill/>
              <a:prstDash val="solid"/>
            </a:ln>
          </p:spPr>
          <p:txBody>
            <a:bodyPr wrap="none" lIns="0" tIns="0" rIns="0" bIns="0" anchor="t">
              <a:noAutofit/>
            </a:bodyPr>
            <a:lstStyle>
              <a:defPPr algn="r">
                <a:defRPr sz="699" b="0">
                  <a:solidFill>
                    <a:srgbClr val="000000"/>
                  </a:solidFill>
                  <a:latin typeface="Arial"/>
                  <a:ea typeface="Arial"/>
                  <a:cs typeface="Arial"/>
                </a:defRPr>
              </a:defPPr>
              <a:lvl1pPr algn="r">
                <a:defRPr sz="699" b="0">
                  <a:solidFill>
                    <a:srgbClr val="000000"/>
                  </a:solidFill>
                  <a:latin typeface="Arial"/>
                  <a:ea typeface="Arial"/>
                  <a:cs typeface="Arial"/>
                </a:defRPr>
              </a:lvl1pPr>
              <a:lvl2pPr algn="r">
                <a:defRPr sz="699" b="0">
                  <a:solidFill>
                    <a:srgbClr val="000000"/>
                  </a:solidFill>
                  <a:latin typeface="Arial"/>
                  <a:ea typeface="Arial"/>
                  <a:cs typeface="Arial"/>
                </a:defRPr>
              </a:lvl2pPr>
              <a:lvl3pPr algn="r">
                <a:defRPr sz="699" b="0">
                  <a:solidFill>
                    <a:srgbClr val="000000"/>
                  </a:solidFill>
                  <a:latin typeface="Arial"/>
                  <a:ea typeface="Arial"/>
                  <a:cs typeface="Arial"/>
                </a:defRPr>
              </a:lvl3pPr>
              <a:lvl4pPr algn="r">
                <a:defRPr sz="699" b="0">
                  <a:solidFill>
                    <a:srgbClr val="000000"/>
                  </a:solidFill>
                  <a:latin typeface="Arial"/>
                  <a:ea typeface="Arial"/>
                  <a:cs typeface="Arial"/>
                </a:defRPr>
              </a:lvl4pPr>
              <a:lvl5pPr algn="r">
                <a:defRPr sz="699" b="0">
                  <a:solidFill>
                    <a:srgbClr val="000000"/>
                  </a:solidFill>
                  <a:latin typeface="Arial"/>
                  <a:ea typeface="Arial"/>
                  <a:cs typeface="Arial"/>
                </a:defRPr>
              </a:lvl5pPr>
              <a:lvl6pPr algn="r">
                <a:defRPr sz="699" b="0">
                  <a:solidFill>
                    <a:srgbClr val="000000"/>
                  </a:solidFill>
                  <a:latin typeface="Arial"/>
                  <a:ea typeface="Arial"/>
                  <a:cs typeface="Arial"/>
                </a:defRPr>
              </a:lvl6pPr>
              <a:lvl7pPr algn="r">
                <a:defRPr sz="699" b="0">
                  <a:solidFill>
                    <a:srgbClr val="000000"/>
                  </a:solidFill>
                  <a:latin typeface="Arial"/>
                  <a:ea typeface="Arial"/>
                  <a:cs typeface="Arial"/>
                </a:defRPr>
              </a:lvl7pPr>
              <a:lvl8pPr algn="r">
                <a:defRPr sz="699" b="0">
                  <a:solidFill>
                    <a:srgbClr val="000000"/>
                  </a:solidFill>
                  <a:latin typeface="Arial"/>
                  <a:ea typeface="Arial"/>
                  <a:cs typeface="Arial"/>
                </a:defRPr>
              </a:lvl8pPr>
              <a:lvl9pPr algn="r">
                <a:defRPr sz="699" b="0">
                  <a:solidFill>
                    <a:srgbClr val="000000"/>
                  </a:solidFill>
                  <a:latin typeface="Arial"/>
                  <a:ea typeface="Arial"/>
                  <a:cs typeface="Arial"/>
                </a:defRPr>
              </a:lvl9pPr>
            </a:lstStyle>
            <a:p>
              <a:pPr algn="r">
                <a:defRPr sz="699" b="0">
                  <a:solidFill>
                    <a:srgbClr val="000000"/>
                  </a:solidFill>
                  <a:latin typeface="Arial"/>
                  <a:ea typeface="Arial"/>
                  <a:cs typeface="Arial"/>
                </a:defRPr>
              </a:pPr>
              <a:r>
                <a:rPr sz="699" b="0">
                  <a:solidFill>
                    <a:srgbClr val="000000"/>
                  </a:solidFill>
                  <a:latin typeface="Arial"/>
                  <a:ea typeface="Arial"/>
                  <a:cs typeface="Arial"/>
                </a:rPr>
                <a:t>28 S</a:t>
              </a:r>
            </a:p>
          </p:txBody>
        </p:sp>
        <p:sp>
          <p:nvSpPr>
            <p:cNvPr id="14" name="line_013">
              <a:extLst>
                <a:ext uri="{FF2B5EF4-FFF2-40B4-BE49-F238E27FC236}">
                  <ns2:creationId id="{A85FE3A4-F936-4248-92A4-EEA84B18BDC4}"/>
                </a:ext>
              </a:extLst>
            </p:cNvPr>
            <p:cNvSpPr>
              <a:spLocks noGrp="1"/>
            </p:cNvSpPr>
            <p:nvPr/>
          </p:nvSpPr>
          <p:spPr>
            <a:xfrm>
              <a:off x="533400" y="4097604"/>
              <a:ext cx="38100" cy="95"/>
            </a:xfrm>
            <a:custGeom>
              <a:pathLst>
                <a:path w="38100" h="95">
                  <a:moveTo>
                    <a:pt x="0" y="0"/>
                  </a:moveTo>
                  <a:lnTo>
                    <a:pt x="38100" y="0"/>
                  </a:lnTo>
                </a:path>
              </a:pathLst>
            </a:custGeom>
            <a:noFill/>
            <a:ln w="4735">
              <a:solidFill>
                <a:srgbClr val="65727C"/>
              </a:solidFill>
              <a:prstDash val="solid"/>
            </a:ln>
          </p:spPr>
        </p:sp>
        <p:sp>
          <p:nvSpPr>
            <p:cNvPr id="15" name="text_014">
              <a:extLst>
                <a:ext uri="{FF2B5EF4-FFF2-40B4-BE49-F238E27FC236}">
                  <ns2:creationId id="{82DB9AFD-64AF-4AE9-8528-6F08F1BCCC6F}"/>
                </a:ext>
              </a:extLst>
            </p:cNvPr>
            <p:cNvSpPr>
              <a:spLocks noGrp="1"/>
            </p:cNvSpPr>
            <p:nvPr/>
          </p:nvSpPr>
          <p:spPr>
            <a:xfrm rot="0">
              <a:off x="104775" y="4011879"/>
              <a:ext cx="381000" cy="219075"/>
            </a:xfrm>
            <a:prstGeom prst="rect">
              <a:avLst/>
            </a:prstGeom>
            <a:noFill/>
            <a:ln w="0">
              <a:noFill/>
              <a:prstDash val="solid"/>
            </a:ln>
          </p:spPr>
          <p:txBody>
            <a:bodyPr wrap="none" lIns="0" tIns="0" rIns="0" bIns="0" anchor="t">
              <a:noAutofit/>
            </a:bodyPr>
            <a:lstStyle>
              <a:defPPr algn="r">
                <a:defRPr sz="699" b="0">
                  <a:solidFill>
                    <a:srgbClr val="000000"/>
                  </a:solidFill>
                  <a:latin typeface="Arial"/>
                  <a:ea typeface="Arial"/>
                  <a:cs typeface="Arial"/>
                </a:defRPr>
              </a:defPPr>
              <a:lvl1pPr algn="r">
                <a:defRPr sz="699" b="0">
                  <a:solidFill>
                    <a:srgbClr val="000000"/>
                  </a:solidFill>
                  <a:latin typeface="Arial"/>
                  <a:ea typeface="Arial"/>
                  <a:cs typeface="Arial"/>
                </a:defRPr>
              </a:lvl1pPr>
              <a:lvl2pPr algn="r">
                <a:defRPr sz="699" b="0">
                  <a:solidFill>
                    <a:srgbClr val="000000"/>
                  </a:solidFill>
                  <a:latin typeface="Arial"/>
                  <a:ea typeface="Arial"/>
                  <a:cs typeface="Arial"/>
                </a:defRPr>
              </a:lvl2pPr>
              <a:lvl3pPr algn="r">
                <a:defRPr sz="699" b="0">
                  <a:solidFill>
                    <a:srgbClr val="000000"/>
                  </a:solidFill>
                  <a:latin typeface="Arial"/>
                  <a:ea typeface="Arial"/>
                  <a:cs typeface="Arial"/>
                </a:defRPr>
              </a:lvl3pPr>
              <a:lvl4pPr algn="r">
                <a:defRPr sz="699" b="0">
                  <a:solidFill>
                    <a:srgbClr val="000000"/>
                  </a:solidFill>
                  <a:latin typeface="Arial"/>
                  <a:ea typeface="Arial"/>
                  <a:cs typeface="Arial"/>
                </a:defRPr>
              </a:lvl4pPr>
              <a:lvl5pPr algn="r">
                <a:defRPr sz="699" b="0">
                  <a:solidFill>
                    <a:srgbClr val="000000"/>
                  </a:solidFill>
                  <a:latin typeface="Arial"/>
                  <a:ea typeface="Arial"/>
                  <a:cs typeface="Arial"/>
                </a:defRPr>
              </a:lvl5pPr>
              <a:lvl6pPr algn="r">
                <a:defRPr sz="699" b="0">
                  <a:solidFill>
                    <a:srgbClr val="000000"/>
                  </a:solidFill>
                  <a:latin typeface="Arial"/>
                  <a:ea typeface="Arial"/>
                  <a:cs typeface="Arial"/>
                </a:defRPr>
              </a:lvl6pPr>
              <a:lvl7pPr algn="r">
                <a:defRPr sz="699" b="0">
                  <a:solidFill>
                    <a:srgbClr val="000000"/>
                  </a:solidFill>
                  <a:latin typeface="Arial"/>
                  <a:ea typeface="Arial"/>
                  <a:cs typeface="Arial"/>
                </a:defRPr>
              </a:lvl7pPr>
              <a:lvl8pPr algn="r">
                <a:defRPr sz="699" b="0">
                  <a:solidFill>
                    <a:srgbClr val="000000"/>
                  </a:solidFill>
                  <a:latin typeface="Arial"/>
                  <a:ea typeface="Arial"/>
                  <a:cs typeface="Arial"/>
                </a:defRPr>
              </a:lvl8pPr>
              <a:lvl9pPr algn="r">
                <a:defRPr sz="699" b="0">
                  <a:solidFill>
                    <a:srgbClr val="000000"/>
                  </a:solidFill>
                  <a:latin typeface="Arial"/>
                  <a:ea typeface="Arial"/>
                  <a:cs typeface="Arial"/>
                </a:defRPr>
              </a:lvl9pPr>
            </a:lstStyle>
            <a:p>
              <a:pPr algn="r">
                <a:defRPr sz="699" b="0">
                  <a:solidFill>
                    <a:srgbClr val="000000"/>
                  </a:solidFill>
                  <a:latin typeface="Arial"/>
                  <a:ea typeface="Arial"/>
                  <a:cs typeface="Arial"/>
                </a:defRPr>
              </a:pPr>
              <a:r>
                <a:rPr sz="699" b="0">
                  <a:solidFill>
                    <a:srgbClr val="000000"/>
                  </a:solidFill>
                  <a:latin typeface="Arial"/>
                  <a:ea typeface="Arial"/>
                  <a:cs typeface="Arial"/>
                </a:rPr>
                <a:t>32 S</a:t>
              </a:r>
            </a:p>
          </p:txBody>
        </p:sp>
        <p:sp>
          <p:nvSpPr>
            <p:cNvPr id="16" name="line_015">
              <a:extLst>
                <a:ext uri="{FF2B5EF4-FFF2-40B4-BE49-F238E27FC236}">
                  <ns2:creationId id="{4CFF94A2-42EB-41E6-928E-8CBE0F469782}"/>
                </a:ext>
              </a:extLst>
            </p:cNvPr>
            <p:cNvSpPr>
              <a:spLocks noGrp="1"/>
            </p:cNvSpPr>
            <p:nvPr/>
          </p:nvSpPr>
          <p:spPr>
            <a:xfrm>
              <a:off x="533400" y="4811430"/>
              <a:ext cx="38100" cy="95"/>
            </a:xfrm>
            <a:custGeom>
              <a:pathLst>
                <a:path w="38100" h="95">
                  <a:moveTo>
                    <a:pt x="0" y="0"/>
                  </a:moveTo>
                  <a:lnTo>
                    <a:pt x="38100" y="0"/>
                  </a:lnTo>
                </a:path>
              </a:pathLst>
            </a:custGeom>
            <a:noFill/>
            <a:ln w="4735">
              <a:solidFill>
                <a:srgbClr val="65727C"/>
              </a:solidFill>
              <a:prstDash val="solid"/>
            </a:ln>
          </p:spPr>
        </p:sp>
        <p:sp>
          <p:nvSpPr>
            <p:cNvPr id="17" name="text_016">
              <a:extLst>
                <a:ext uri="{FF2B5EF4-FFF2-40B4-BE49-F238E27FC236}">
                  <ns2:creationId id="{98F42BE9-0FC9-4D86-8A82-6C70566EA49E}"/>
                </a:ext>
              </a:extLst>
            </p:cNvPr>
            <p:cNvSpPr>
              <a:spLocks noGrp="1"/>
            </p:cNvSpPr>
            <p:nvPr/>
          </p:nvSpPr>
          <p:spPr>
            <a:xfrm rot="0">
              <a:off x="104775" y="4725705"/>
              <a:ext cx="381000" cy="219075"/>
            </a:xfrm>
            <a:prstGeom prst="rect">
              <a:avLst/>
            </a:prstGeom>
            <a:noFill/>
            <a:ln w="0">
              <a:noFill/>
              <a:prstDash val="solid"/>
            </a:ln>
          </p:spPr>
          <p:txBody>
            <a:bodyPr wrap="none" lIns="0" tIns="0" rIns="0" bIns="0" anchor="t">
              <a:noAutofit/>
            </a:bodyPr>
            <a:lstStyle>
              <a:defPPr algn="r">
                <a:defRPr sz="699" b="0">
                  <a:solidFill>
                    <a:srgbClr val="000000"/>
                  </a:solidFill>
                  <a:latin typeface="Arial"/>
                  <a:ea typeface="Arial"/>
                  <a:cs typeface="Arial"/>
                </a:defRPr>
              </a:defPPr>
              <a:lvl1pPr algn="r">
                <a:defRPr sz="699" b="0">
                  <a:solidFill>
                    <a:srgbClr val="000000"/>
                  </a:solidFill>
                  <a:latin typeface="Arial"/>
                  <a:ea typeface="Arial"/>
                  <a:cs typeface="Arial"/>
                </a:defRPr>
              </a:lvl1pPr>
              <a:lvl2pPr algn="r">
                <a:defRPr sz="699" b="0">
                  <a:solidFill>
                    <a:srgbClr val="000000"/>
                  </a:solidFill>
                  <a:latin typeface="Arial"/>
                  <a:ea typeface="Arial"/>
                  <a:cs typeface="Arial"/>
                </a:defRPr>
              </a:lvl2pPr>
              <a:lvl3pPr algn="r">
                <a:defRPr sz="699" b="0">
                  <a:solidFill>
                    <a:srgbClr val="000000"/>
                  </a:solidFill>
                  <a:latin typeface="Arial"/>
                  <a:ea typeface="Arial"/>
                  <a:cs typeface="Arial"/>
                </a:defRPr>
              </a:lvl3pPr>
              <a:lvl4pPr algn="r">
                <a:defRPr sz="699" b="0">
                  <a:solidFill>
                    <a:srgbClr val="000000"/>
                  </a:solidFill>
                  <a:latin typeface="Arial"/>
                  <a:ea typeface="Arial"/>
                  <a:cs typeface="Arial"/>
                </a:defRPr>
              </a:lvl4pPr>
              <a:lvl5pPr algn="r">
                <a:defRPr sz="699" b="0">
                  <a:solidFill>
                    <a:srgbClr val="000000"/>
                  </a:solidFill>
                  <a:latin typeface="Arial"/>
                  <a:ea typeface="Arial"/>
                  <a:cs typeface="Arial"/>
                </a:defRPr>
              </a:lvl5pPr>
              <a:lvl6pPr algn="r">
                <a:defRPr sz="699" b="0">
                  <a:solidFill>
                    <a:srgbClr val="000000"/>
                  </a:solidFill>
                  <a:latin typeface="Arial"/>
                  <a:ea typeface="Arial"/>
                  <a:cs typeface="Arial"/>
                </a:defRPr>
              </a:lvl6pPr>
              <a:lvl7pPr algn="r">
                <a:defRPr sz="699" b="0">
                  <a:solidFill>
                    <a:srgbClr val="000000"/>
                  </a:solidFill>
                  <a:latin typeface="Arial"/>
                  <a:ea typeface="Arial"/>
                  <a:cs typeface="Arial"/>
                </a:defRPr>
              </a:lvl7pPr>
              <a:lvl8pPr algn="r">
                <a:defRPr sz="699" b="0">
                  <a:solidFill>
                    <a:srgbClr val="000000"/>
                  </a:solidFill>
                  <a:latin typeface="Arial"/>
                  <a:ea typeface="Arial"/>
                  <a:cs typeface="Arial"/>
                </a:defRPr>
              </a:lvl8pPr>
              <a:lvl9pPr algn="r">
                <a:defRPr sz="699" b="0">
                  <a:solidFill>
                    <a:srgbClr val="000000"/>
                  </a:solidFill>
                  <a:latin typeface="Arial"/>
                  <a:ea typeface="Arial"/>
                  <a:cs typeface="Arial"/>
                </a:defRPr>
              </a:lvl9pPr>
            </a:lstStyle>
            <a:p>
              <a:pPr algn="r">
                <a:defRPr sz="699" b="0">
                  <a:solidFill>
                    <a:srgbClr val="000000"/>
                  </a:solidFill>
                  <a:latin typeface="Arial"/>
                  <a:ea typeface="Arial"/>
                  <a:cs typeface="Arial"/>
                </a:defRPr>
              </a:pPr>
              <a:r>
                <a:rPr sz="699" b="0">
                  <a:solidFill>
                    <a:srgbClr val="000000"/>
                  </a:solidFill>
                  <a:latin typeface="Arial"/>
                  <a:ea typeface="Arial"/>
                  <a:cs typeface="Arial"/>
                </a:rPr>
                <a:t>36 S</a:t>
              </a:r>
            </a:p>
          </p:txBody>
        </p:sp>
        <p:sp>
          <p:nvSpPr>
            <p:cNvPr id="18" name="text_017">
              <a:extLst>
                <a:ext uri="{FF2B5EF4-FFF2-40B4-BE49-F238E27FC236}">
                  <ns2:creationId id="{F886DA29-D44B-4EB1-A564-85053622C463}"/>
                </a:ext>
              </a:extLst>
            </p:cNvPr>
            <p:cNvSpPr>
              <a:spLocks noGrp="1"/>
            </p:cNvSpPr>
            <p:nvPr/>
          </p:nvSpPr>
          <p:spPr>
            <a:xfrm rot="0">
              <a:off x="919383" y="3377756"/>
              <a:ext cx="428625" cy="190500"/>
            </a:xfrm>
            <a:prstGeom prst="rect">
              <a:avLst/>
            </a:prstGeom>
            <a:noFill/>
            <a:ln w="0">
              <a:noFill/>
              <a:prstDash val="solid"/>
            </a:ln>
          </p:spPr>
          <p:txBody>
            <a:bodyPr wrap="none" lIns="0" tIns="0" rIns="0" bIns="0" anchor="t">
              <a:noAutofit/>
            </a:bodyPr>
            <a:lstStyle>
              <a:defPPr algn="l">
                <a:defRPr sz="559" b="0">
                  <a:solidFill>
                    <a:srgbClr val="65727C"/>
                  </a:solidFill>
                  <a:latin typeface="Arial"/>
                  <a:ea typeface="Arial"/>
                  <a:cs typeface="Arial"/>
                </a:defRPr>
              </a:defPPr>
              <a:lvl1pPr algn="l">
                <a:defRPr sz="559" b="0">
                  <a:solidFill>
                    <a:srgbClr val="65727C"/>
                  </a:solidFill>
                  <a:latin typeface="Arial"/>
                  <a:ea typeface="Arial"/>
                  <a:cs typeface="Arial"/>
                </a:defRPr>
              </a:lvl1pPr>
              <a:lvl2pPr algn="l">
                <a:defRPr sz="559" b="0">
                  <a:solidFill>
                    <a:srgbClr val="65727C"/>
                  </a:solidFill>
                  <a:latin typeface="Arial"/>
                  <a:ea typeface="Arial"/>
                  <a:cs typeface="Arial"/>
                </a:defRPr>
              </a:lvl2pPr>
              <a:lvl3pPr algn="l">
                <a:defRPr sz="559" b="0">
                  <a:solidFill>
                    <a:srgbClr val="65727C"/>
                  </a:solidFill>
                  <a:latin typeface="Arial"/>
                  <a:ea typeface="Arial"/>
                  <a:cs typeface="Arial"/>
                </a:defRPr>
              </a:lvl3pPr>
              <a:lvl4pPr algn="l">
                <a:defRPr sz="559" b="0">
                  <a:solidFill>
                    <a:srgbClr val="65727C"/>
                  </a:solidFill>
                  <a:latin typeface="Arial"/>
                  <a:ea typeface="Arial"/>
                  <a:cs typeface="Arial"/>
                </a:defRPr>
              </a:lvl4pPr>
              <a:lvl5pPr algn="l">
                <a:defRPr sz="559" b="0">
                  <a:solidFill>
                    <a:srgbClr val="65727C"/>
                  </a:solidFill>
                  <a:latin typeface="Arial"/>
                  <a:ea typeface="Arial"/>
                  <a:cs typeface="Arial"/>
                </a:defRPr>
              </a:lvl5pPr>
              <a:lvl6pPr algn="l">
                <a:defRPr sz="559" b="0">
                  <a:solidFill>
                    <a:srgbClr val="65727C"/>
                  </a:solidFill>
                  <a:latin typeface="Arial"/>
                  <a:ea typeface="Arial"/>
                  <a:cs typeface="Arial"/>
                </a:defRPr>
              </a:lvl6pPr>
              <a:lvl7pPr algn="l">
                <a:defRPr sz="559" b="0">
                  <a:solidFill>
                    <a:srgbClr val="65727C"/>
                  </a:solidFill>
                  <a:latin typeface="Arial"/>
                  <a:ea typeface="Arial"/>
                  <a:cs typeface="Arial"/>
                </a:defRPr>
              </a:lvl7pPr>
              <a:lvl8pPr algn="l">
                <a:defRPr sz="559" b="0">
                  <a:solidFill>
                    <a:srgbClr val="65727C"/>
                  </a:solidFill>
                  <a:latin typeface="Arial"/>
                  <a:ea typeface="Arial"/>
                  <a:cs typeface="Arial"/>
                </a:defRPr>
              </a:lvl8pPr>
              <a:lvl9pPr algn="l">
                <a:defRPr sz="559" b="0">
                  <a:solidFill>
                    <a:srgbClr val="65727C"/>
                  </a:solidFill>
                  <a:latin typeface="Arial"/>
                  <a:ea typeface="Arial"/>
                  <a:cs typeface="Arial"/>
                </a:defRPr>
              </a:lvl9pPr>
            </a:lstStyle>
            <a:p>
              <a:pPr algn="l">
                <a:defRPr sz="559" b="0">
                  <a:solidFill>
                    <a:srgbClr val="65727C"/>
                  </a:solidFill>
                  <a:latin typeface="Arial"/>
                  <a:ea typeface="Arial"/>
                  <a:cs typeface="Arial"/>
                </a:defRPr>
              </a:pPr>
              <a:r>
                <a:rPr sz="559" b="0">
                  <a:solidFill>
                    <a:srgbClr val="65727C"/>
                  </a:solidFill>
                  <a:latin typeface="Arial"/>
                  <a:ea typeface="Arial"/>
                  <a:cs typeface="Arial"/>
                </a:rPr>
                <a:t>QLD</a:t>
              </a:r>
            </a:p>
          </p:txBody>
        </p:sp>
        <p:sp>
          <p:nvSpPr>
            <p:cNvPr id="19" name="text_018">
              <a:extLst>
                <a:ext uri="{FF2B5EF4-FFF2-40B4-BE49-F238E27FC236}">
                  <ns2:creationId id="{380B95C5-2139-45F6-AEB2-D0BA8CB7B382}"/>
                </a:ext>
              </a:extLst>
            </p:cNvPr>
            <p:cNvSpPr>
              <a:spLocks noGrp="1"/>
            </p:cNvSpPr>
            <p:nvPr/>
          </p:nvSpPr>
          <p:spPr>
            <a:xfrm rot="0">
              <a:off x="919383" y="4234347"/>
              <a:ext cx="428625" cy="190500"/>
            </a:xfrm>
            <a:prstGeom prst="rect">
              <a:avLst/>
            </a:prstGeom>
            <a:noFill/>
            <a:ln w="0">
              <a:noFill/>
              <a:prstDash val="solid"/>
            </a:ln>
          </p:spPr>
          <p:txBody>
            <a:bodyPr wrap="none" lIns="0" tIns="0" rIns="0" bIns="0" anchor="t">
              <a:noAutofit/>
            </a:bodyPr>
            <a:lstStyle>
              <a:defPPr algn="l">
                <a:defRPr sz="559" b="0">
                  <a:solidFill>
                    <a:srgbClr val="65727C"/>
                  </a:solidFill>
                  <a:latin typeface="Arial"/>
                  <a:ea typeface="Arial"/>
                  <a:cs typeface="Arial"/>
                </a:defRPr>
              </a:defPPr>
              <a:lvl1pPr algn="l">
                <a:defRPr sz="559" b="0">
                  <a:solidFill>
                    <a:srgbClr val="65727C"/>
                  </a:solidFill>
                  <a:latin typeface="Arial"/>
                  <a:ea typeface="Arial"/>
                  <a:cs typeface="Arial"/>
                </a:defRPr>
              </a:lvl1pPr>
              <a:lvl2pPr algn="l">
                <a:defRPr sz="559" b="0">
                  <a:solidFill>
                    <a:srgbClr val="65727C"/>
                  </a:solidFill>
                  <a:latin typeface="Arial"/>
                  <a:ea typeface="Arial"/>
                  <a:cs typeface="Arial"/>
                </a:defRPr>
              </a:lvl2pPr>
              <a:lvl3pPr algn="l">
                <a:defRPr sz="559" b="0">
                  <a:solidFill>
                    <a:srgbClr val="65727C"/>
                  </a:solidFill>
                  <a:latin typeface="Arial"/>
                  <a:ea typeface="Arial"/>
                  <a:cs typeface="Arial"/>
                </a:defRPr>
              </a:lvl3pPr>
              <a:lvl4pPr algn="l">
                <a:defRPr sz="559" b="0">
                  <a:solidFill>
                    <a:srgbClr val="65727C"/>
                  </a:solidFill>
                  <a:latin typeface="Arial"/>
                  <a:ea typeface="Arial"/>
                  <a:cs typeface="Arial"/>
                </a:defRPr>
              </a:lvl4pPr>
              <a:lvl5pPr algn="l">
                <a:defRPr sz="559" b="0">
                  <a:solidFill>
                    <a:srgbClr val="65727C"/>
                  </a:solidFill>
                  <a:latin typeface="Arial"/>
                  <a:ea typeface="Arial"/>
                  <a:cs typeface="Arial"/>
                </a:defRPr>
              </a:lvl5pPr>
              <a:lvl6pPr algn="l">
                <a:defRPr sz="559" b="0">
                  <a:solidFill>
                    <a:srgbClr val="65727C"/>
                  </a:solidFill>
                  <a:latin typeface="Arial"/>
                  <a:ea typeface="Arial"/>
                  <a:cs typeface="Arial"/>
                </a:defRPr>
              </a:lvl6pPr>
              <a:lvl7pPr algn="l">
                <a:defRPr sz="559" b="0">
                  <a:solidFill>
                    <a:srgbClr val="65727C"/>
                  </a:solidFill>
                  <a:latin typeface="Arial"/>
                  <a:ea typeface="Arial"/>
                  <a:cs typeface="Arial"/>
                </a:defRPr>
              </a:lvl7pPr>
              <a:lvl8pPr algn="l">
                <a:defRPr sz="559" b="0">
                  <a:solidFill>
                    <a:srgbClr val="65727C"/>
                  </a:solidFill>
                  <a:latin typeface="Arial"/>
                  <a:ea typeface="Arial"/>
                  <a:cs typeface="Arial"/>
                </a:defRPr>
              </a:lvl8pPr>
              <a:lvl9pPr algn="l">
                <a:defRPr sz="559" b="0">
                  <a:solidFill>
                    <a:srgbClr val="65727C"/>
                  </a:solidFill>
                  <a:latin typeface="Arial"/>
                  <a:ea typeface="Arial"/>
                  <a:cs typeface="Arial"/>
                </a:defRPr>
              </a:lvl9pPr>
            </a:lstStyle>
            <a:p>
              <a:pPr algn="l">
                <a:defRPr sz="559" b="0">
                  <a:solidFill>
                    <a:srgbClr val="65727C"/>
                  </a:solidFill>
                  <a:latin typeface="Arial"/>
                  <a:ea typeface="Arial"/>
                  <a:cs typeface="Arial"/>
                </a:defRPr>
              </a:pPr>
              <a:r>
                <a:rPr sz="559" b="0">
                  <a:solidFill>
                    <a:srgbClr val="65727C"/>
                  </a:solidFill>
                  <a:latin typeface="Arial"/>
                  <a:ea typeface="Arial"/>
                  <a:cs typeface="Arial"/>
                </a:rPr>
                <a:t>NSW</a:t>
              </a:r>
            </a:p>
          </p:txBody>
        </p:sp>
        <p:sp>
          <p:nvSpPr>
            <p:cNvPr id="20" name="text_019">
              <a:extLst>
                <a:ext uri="{FF2B5EF4-FFF2-40B4-BE49-F238E27FC236}">
                  <ns2:creationId id="{BA9DCC3F-F407-4830-BC4C-15B624D5B660}"/>
                </a:ext>
              </a:extLst>
            </p:cNvPr>
            <p:cNvSpPr>
              <a:spLocks noGrp="1"/>
            </p:cNvSpPr>
            <p:nvPr/>
          </p:nvSpPr>
          <p:spPr>
            <a:xfrm rot="0">
              <a:off x="783095" y="4966019"/>
              <a:ext cx="428625" cy="190500"/>
            </a:xfrm>
            <a:prstGeom prst="rect">
              <a:avLst/>
            </a:prstGeom>
            <a:noFill/>
            <a:ln w="0">
              <a:noFill/>
              <a:prstDash val="solid"/>
            </a:ln>
          </p:spPr>
          <p:txBody>
            <a:bodyPr wrap="none" lIns="0" tIns="0" rIns="0" bIns="0" anchor="t">
              <a:noAutofit/>
            </a:bodyPr>
            <a:lstStyle>
              <a:defPPr algn="l">
                <a:defRPr sz="559" b="0">
                  <a:solidFill>
                    <a:srgbClr val="65727C"/>
                  </a:solidFill>
                  <a:latin typeface="Arial"/>
                  <a:ea typeface="Arial"/>
                  <a:cs typeface="Arial"/>
                </a:defRPr>
              </a:defPPr>
              <a:lvl1pPr algn="l">
                <a:defRPr sz="559" b="0">
                  <a:solidFill>
                    <a:srgbClr val="65727C"/>
                  </a:solidFill>
                  <a:latin typeface="Arial"/>
                  <a:ea typeface="Arial"/>
                  <a:cs typeface="Arial"/>
                </a:defRPr>
              </a:lvl1pPr>
              <a:lvl2pPr algn="l">
                <a:defRPr sz="559" b="0">
                  <a:solidFill>
                    <a:srgbClr val="65727C"/>
                  </a:solidFill>
                  <a:latin typeface="Arial"/>
                  <a:ea typeface="Arial"/>
                  <a:cs typeface="Arial"/>
                </a:defRPr>
              </a:lvl2pPr>
              <a:lvl3pPr algn="l">
                <a:defRPr sz="559" b="0">
                  <a:solidFill>
                    <a:srgbClr val="65727C"/>
                  </a:solidFill>
                  <a:latin typeface="Arial"/>
                  <a:ea typeface="Arial"/>
                  <a:cs typeface="Arial"/>
                </a:defRPr>
              </a:lvl3pPr>
              <a:lvl4pPr algn="l">
                <a:defRPr sz="559" b="0">
                  <a:solidFill>
                    <a:srgbClr val="65727C"/>
                  </a:solidFill>
                  <a:latin typeface="Arial"/>
                  <a:ea typeface="Arial"/>
                  <a:cs typeface="Arial"/>
                </a:defRPr>
              </a:lvl4pPr>
              <a:lvl5pPr algn="l">
                <a:defRPr sz="559" b="0">
                  <a:solidFill>
                    <a:srgbClr val="65727C"/>
                  </a:solidFill>
                  <a:latin typeface="Arial"/>
                  <a:ea typeface="Arial"/>
                  <a:cs typeface="Arial"/>
                </a:defRPr>
              </a:lvl5pPr>
              <a:lvl6pPr algn="l">
                <a:defRPr sz="559" b="0">
                  <a:solidFill>
                    <a:srgbClr val="65727C"/>
                  </a:solidFill>
                  <a:latin typeface="Arial"/>
                  <a:ea typeface="Arial"/>
                  <a:cs typeface="Arial"/>
                </a:defRPr>
              </a:lvl6pPr>
              <a:lvl7pPr algn="l">
                <a:defRPr sz="559" b="0">
                  <a:solidFill>
                    <a:srgbClr val="65727C"/>
                  </a:solidFill>
                  <a:latin typeface="Arial"/>
                  <a:ea typeface="Arial"/>
                  <a:cs typeface="Arial"/>
                </a:defRPr>
              </a:lvl7pPr>
              <a:lvl8pPr algn="l">
                <a:defRPr sz="559" b="0">
                  <a:solidFill>
                    <a:srgbClr val="65727C"/>
                  </a:solidFill>
                  <a:latin typeface="Arial"/>
                  <a:ea typeface="Arial"/>
                  <a:cs typeface="Arial"/>
                </a:defRPr>
              </a:lvl8pPr>
              <a:lvl9pPr algn="l">
                <a:defRPr sz="559" b="0">
                  <a:solidFill>
                    <a:srgbClr val="65727C"/>
                  </a:solidFill>
                  <a:latin typeface="Arial"/>
                  <a:ea typeface="Arial"/>
                  <a:cs typeface="Arial"/>
                </a:defRPr>
              </a:lvl9pPr>
            </a:lstStyle>
            <a:p>
              <a:pPr algn="l">
                <a:defRPr sz="559" b="0">
                  <a:solidFill>
                    <a:srgbClr val="65727C"/>
                  </a:solidFill>
                  <a:latin typeface="Arial"/>
                  <a:ea typeface="Arial"/>
                  <a:cs typeface="Arial"/>
                </a:defRPr>
              </a:pPr>
              <a:r>
                <a:rPr sz="559" b="0">
                  <a:solidFill>
                    <a:srgbClr val="65727C"/>
                  </a:solidFill>
                  <a:latin typeface="Arial"/>
                  <a:ea typeface="Arial"/>
                  <a:cs typeface="Arial"/>
                </a:rPr>
                <a:t>VIC</a:t>
              </a:r>
            </a:p>
          </p:txBody>
        </p:sp>
        <p:sp>
          <p:nvSpPr>
            <p:cNvPr id="21" name="line_020">
              <a:extLst>
                <a:ext uri="{FF2B5EF4-FFF2-40B4-BE49-F238E27FC236}">
                  <ns2:creationId id="{DF09E98B-5AEE-48FB-97FC-DFD244A8F318}"/>
                </a:ext>
              </a:extLst>
            </p:cNvPr>
            <p:cNvSpPr>
              <a:spLocks noGrp="1"/>
            </p:cNvSpPr>
            <p:nvPr/>
          </p:nvSpPr>
          <p:spPr>
            <a:xfrm>
              <a:off x="2229906" y="5143500"/>
              <a:ext cx="322794" cy="95"/>
            </a:xfrm>
            <a:custGeom>
              <a:pathLst>
                <a:path w="322794" h="95">
                  <a:moveTo>
                    <a:pt x="0" y="0"/>
                  </a:moveTo>
                  <a:lnTo>
                    <a:pt x="322794" y="0"/>
                  </a:lnTo>
                </a:path>
              </a:pathLst>
            </a:custGeom>
            <a:noFill/>
            <a:ln w="9470">
              <a:solidFill>
                <a:srgbClr val="000000"/>
              </a:solidFill>
              <a:prstDash val="solid"/>
            </a:ln>
          </p:spPr>
        </p:sp>
        <p:sp>
          <p:nvSpPr>
            <p:cNvPr id="22" name="line_021">
              <a:extLst>
                <a:ext uri="{FF2B5EF4-FFF2-40B4-BE49-F238E27FC236}">
                  <ns2:creationId id="{211A2BD8-381A-4EF3-9A18-237BD5E52557}"/>
                </a:ext>
              </a:extLst>
            </p:cNvPr>
            <p:cNvSpPr>
              <a:spLocks noGrp="1"/>
            </p:cNvSpPr>
            <p:nvPr/>
          </p:nvSpPr>
          <p:spPr>
            <a:xfrm>
              <a:off x="2229906" y="5114925"/>
              <a:ext cx="95" cy="57150"/>
            </a:xfrm>
            <a:custGeom>
              <a:pathLst>
                <a:path w="95" h="57150">
                  <a:moveTo>
                    <a:pt x="0" y="0"/>
                  </a:moveTo>
                  <a:lnTo>
                    <a:pt x="0" y="57150"/>
                  </a:lnTo>
                </a:path>
              </a:pathLst>
            </a:custGeom>
            <a:noFill/>
            <a:ln w="7694">
              <a:solidFill>
                <a:srgbClr val="000000"/>
              </a:solidFill>
              <a:prstDash val="solid"/>
            </a:ln>
          </p:spPr>
        </p:sp>
        <p:sp>
          <p:nvSpPr>
            <p:cNvPr id="23" name="line_022">
              <a:extLst>
                <a:ext uri="{FF2B5EF4-FFF2-40B4-BE49-F238E27FC236}">
                  <ns2:creationId id="{88ED6B44-1482-4F52-A47A-FA08EF2D810B}"/>
                </a:ext>
              </a:extLst>
            </p:cNvPr>
            <p:cNvSpPr>
              <a:spLocks noGrp="1"/>
            </p:cNvSpPr>
            <p:nvPr/>
          </p:nvSpPr>
          <p:spPr>
            <a:xfrm>
              <a:off x="2552700" y="5114925"/>
              <a:ext cx="95" cy="57150"/>
            </a:xfrm>
            <a:custGeom>
              <a:pathLst>
                <a:path w="95" h="57150">
                  <a:moveTo>
                    <a:pt x="0" y="0"/>
                  </a:moveTo>
                  <a:lnTo>
                    <a:pt x="0" y="57150"/>
                  </a:lnTo>
                </a:path>
              </a:pathLst>
            </a:custGeom>
            <a:noFill/>
            <a:ln w="7694">
              <a:solidFill>
                <a:srgbClr val="000000"/>
              </a:solidFill>
              <a:prstDash val="solid"/>
            </a:ln>
          </p:spPr>
        </p:sp>
        <p:sp>
          <p:nvSpPr>
            <p:cNvPr id="24" name="text_023">
              <a:extLst>
                <a:ext uri="{FF2B5EF4-FFF2-40B4-BE49-F238E27FC236}">
                  <ns2:creationId id="{D9719C74-EA56-4701-A5A2-F741C99ADB4A}"/>
                </a:ext>
              </a:extLst>
            </p:cNvPr>
            <p:cNvSpPr>
              <a:spLocks noGrp="1"/>
            </p:cNvSpPr>
            <p:nvPr/>
          </p:nvSpPr>
          <p:spPr>
            <a:xfrm rot="0">
              <a:off x="2163231" y="4943475"/>
              <a:ext cx="456144" cy="200025"/>
            </a:xfrm>
            <a:prstGeom prst="rect">
              <a:avLst/>
            </a:prstGeom>
            <a:noFill/>
            <a:ln w="0">
              <a:noFill/>
              <a:prstDash val="solid"/>
            </a:ln>
          </p:spPr>
          <p:txBody>
            <a:bodyPr wrap="none" lIns="0" tIns="0" rIns="0" bIns="0" anchor="t">
              <a:noAutofit/>
            </a:bodyPr>
            <a:lstStyle>
              <a:defPPr algn="ctr">
                <a:defRPr sz="559" b="0">
                  <a:solidFill>
                    <a:srgbClr val="000000"/>
                  </a:solidFill>
                  <a:latin typeface="Arial"/>
                  <a:ea typeface="Arial"/>
                  <a:cs typeface="Arial"/>
                </a:defRPr>
              </a:defPPr>
              <a:lvl1pPr algn="ctr">
                <a:defRPr sz="559" b="0">
                  <a:solidFill>
                    <a:srgbClr val="000000"/>
                  </a:solidFill>
                  <a:latin typeface="Arial"/>
                  <a:ea typeface="Arial"/>
                  <a:cs typeface="Arial"/>
                </a:defRPr>
              </a:lvl1pPr>
              <a:lvl2pPr algn="ctr">
                <a:defRPr sz="559" b="0">
                  <a:solidFill>
                    <a:srgbClr val="000000"/>
                  </a:solidFill>
                  <a:latin typeface="Arial"/>
                  <a:ea typeface="Arial"/>
                  <a:cs typeface="Arial"/>
                </a:defRPr>
              </a:lvl2pPr>
              <a:lvl3pPr algn="ctr">
                <a:defRPr sz="559" b="0">
                  <a:solidFill>
                    <a:srgbClr val="000000"/>
                  </a:solidFill>
                  <a:latin typeface="Arial"/>
                  <a:ea typeface="Arial"/>
                  <a:cs typeface="Arial"/>
                </a:defRPr>
              </a:lvl3pPr>
              <a:lvl4pPr algn="ctr">
                <a:defRPr sz="559" b="0">
                  <a:solidFill>
                    <a:srgbClr val="000000"/>
                  </a:solidFill>
                  <a:latin typeface="Arial"/>
                  <a:ea typeface="Arial"/>
                  <a:cs typeface="Arial"/>
                </a:defRPr>
              </a:lvl4pPr>
              <a:lvl5pPr algn="ctr">
                <a:defRPr sz="559" b="0">
                  <a:solidFill>
                    <a:srgbClr val="000000"/>
                  </a:solidFill>
                  <a:latin typeface="Arial"/>
                  <a:ea typeface="Arial"/>
                  <a:cs typeface="Arial"/>
                </a:defRPr>
              </a:lvl5pPr>
              <a:lvl6pPr algn="ctr">
                <a:defRPr sz="559" b="0">
                  <a:solidFill>
                    <a:srgbClr val="000000"/>
                  </a:solidFill>
                  <a:latin typeface="Arial"/>
                  <a:ea typeface="Arial"/>
                  <a:cs typeface="Arial"/>
                </a:defRPr>
              </a:lvl6pPr>
              <a:lvl7pPr algn="ctr">
                <a:defRPr sz="559" b="0">
                  <a:solidFill>
                    <a:srgbClr val="000000"/>
                  </a:solidFill>
                  <a:latin typeface="Arial"/>
                  <a:ea typeface="Arial"/>
                  <a:cs typeface="Arial"/>
                </a:defRPr>
              </a:lvl7pPr>
              <a:lvl8pPr algn="ctr">
                <a:defRPr sz="559" b="0">
                  <a:solidFill>
                    <a:srgbClr val="000000"/>
                  </a:solidFill>
                  <a:latin typeface="Arial"/>
                  <a:ea typeface="Arial"/>
                  <a:cs typeface="Arial"/>
                </a:defRPr>
              </a:lvl8pPr>
              <a:lvl9pPr algn="ctr">
                <a:defRPr sz="559" b="0">
                  <a:solidFill>
                    <a:srgbClr val="000000"/>
                  </a:solidFill>
                  <a:latin typeface="Arial"/>
                  <a:ea typeface="Arial"/>
                  <a:cs typeface="Arial"/>
                </a:defRPr>
              </a:lvl9pPr>
            </a:lstStyle>
            <a:p>
              <a:pPr algn="ctr">
                <a:defRPr sz="559" b="0">
                  <a:solidFill>
                    <a:srgbClr val="000000"/>
                  </a:solidFill>
                  <a:latin typeface="Arial"/>
                  <a:ea typeface="Arial"/>
                  <a:cs typeface="Arial"/>
                </a:defRPr>
              </a:pPr>
              <a:r>
                <a:rPr sz="559" b="0">
                  <a:solidFill>
                    <a:srgbClr val="000000"/>
                  </a:solidFill>
                  <a:latin typeface="Arial"/>
                  <a:ea typeface="Arial"/>
                  <a:cs typeface="Arial"/>
                </a:rPr>
                <a:t>200 km</a:t>
              </a:r>
            </a:p>
          </p:txBody>
        </p:sp>
        <p:sp>
          <p:nvSpPr>
            <p:cNvPr id="25" name="ellipse_024">
              <a:extLst>
                <a:ext uri="{FF2B5EF4-FFF2-40B4-BE49-F238E27FC236}">
                  <ns2:creationId id="{746D2A9F-4EB2-4F60-9408-4718BF30B153}"/>
                </a:ext>
              </a:extLst>
            </p:cNvPr>
            <p:cNvSpPr>
              <a:spLocks noGrp="1"/>
            </p:cNvSpPr>
            <p:nvPr/>
          </p:nvSpPr>
          <p:spPr>
            <a:xfrm rot="0">
              <a:off x="2365236" y="3642181"/>
              <a:ext cx="112395" cy="112395"/>
            </a:xfrm>
            <a:prstGeom prst="ellipse">
              <a:avLst/>
            </a:prstGeom>
            <a:solidFill>
              <a:srgbClr val="FFFFFF"/>
            </a:solidFill>
            <a:ln w="10653">
              <a:solidFill>
                <a:srgbClr val="FFFFFF"/>
              </a:solidFill>
              <a:prstDash val="solid"/>
            </a:ln>
          </p:spPr>
        </p:sp>
        <p:sp>
          <p:nvSpPr>
            <p:cNvPr id="26" name="A_f17_False">
              <a:extLst>
                <a:ext uri="{FF2B5EF4-FFF2-40B4-BE49-F238E27FC236}">
                  <ns2:creationId id="{8B1397F8-A2D6-459C-9CA4-773682C15D43}"/>
                </a:ext>
              </a:extLst>
            </p:cNvPr>
            <p:cNvSpPr>
              <a:spLocks noGrp="1"/>
            </p:cNvSpPr>
            <p:nvPr/>
          </p:nvSpPr>
          <p:spPr>
            <a:xfrm rot="0">
              <a:off x="2382381" y="3659326"/>
              <a:ext cx="78105" cy="78105"/>
            </a:xfrm>
            <a:prstGeom prst="ellipse">
              <a:avLst/>
            </a:prstGeom>
            <a:solidFill>
              <a:srgbClr val="FFFFFF"/>
            </a:solidFill>
            <a:ln w="10653">
              <a:solidFill>
                <a:srgbClr val="0072B2"/>
              </a:solidFill>
              <a:prstDash val="solid"/>
            </a:ln>
          </p:spPr>
        </p:sp>
        <p:sp>
          <p:nvSpPr>
            <p:cNvPr id="27" name="text_026">
              <a:extLst>
                <a:ext uri="{FF2B5EF4-FFF2-40B4-BE49-F238E27FC236}">
                  <ns2:creationId id="{823984C7-3630-483E-A8AC-D46981D49DA9}"/>
                </a:ext>
              </a:extLst>
            </p:cNvPr>
            <p:cNvSpPr>
              <a:spLocks noGrp="1"/>
            </p:cNvSpPr>
            <p:nvPr/>
          </p:nvSpPr>
          <p:spPr>
            <a:xfrm rot="0">
              <a:off x="2164259" y="3469779"/>
              <a:ext cx="266700" cy="247650"/>
            </a:xfrm>
            <a:prstGeom prst="rect">
              <a:avLst/>
            </a:prstGeom>
            <a:noFill/>
            <a:ln w="0">
              <a:noFill/>
              <a:prstDash val="solid"/>
            </a:ln>
          </p:spPr>
          <p:txBody>
            <a:bodyPr wrap="none" lIns="0" tIns="0" rIns="0" bIns="0" anchor="t">
              <a:noAutofit/>
            </a:bodyPr>
            <a:lstStyle>
              <a:defPPr algn="l">
                <a:defRPr sz="932" b="1">
                  <a:solidFill>
                    <a:srgbClr val="0072B2"/>
                  </a:solidFill>
                  <a:latin typeface="Arial"/>
                  <a:ea typeface="Arial"/>
                  <a:cs typeface="Arial"/>
                </a:defRPr>
              </a:defPPr>
              <a:lvl1pPr algn="l">
                <a:defRPr sz="932" b="1">
                  <a:solidFill>
                    <a:srgbClr val="0072B2"/>
                  </a:solidFill>
                  <a:latin typeface="Arial"/>
                  <a:ea typeface="Arial"/>
                  <a:cs typeface="Arial"/>
                </a:defRPr>
              </a:lvl1pPr>
              <a:lvl2pPr algn="l">
                <a:defRPr sz="932" b="1">
                  <a:solidFill>
                    <a:srgbClr val="0072B2"/>
                  </a:solidFill>
                  <a:latin typeface="Arial"/>
                  <a:ea typeface="Arial"/>
                  <a:cs typeface="Arial"/>
                </a:defRPr>
              </a:lvl2pPr>
              <a:lvl3pPr algn="l">
                <a:defRPr sz="932" b="1">
                  <a:solidFill>
                    <a:srgbClr val="0072B2"/>
                  </a:solidFill>
                  <a:latin typeface="Arial"/>
                  <a:ea typeface="Arial"/>
                  <a:cs typeface="Arial"/>
                </a:defRPr>
              </a:lvl3pPr>
              <a:lvl4pPr algn="l">
                <a:defRPr sz="932" b="1">
                  <a:solidFill>
                    <a:srgbClr val="0072B2"/>
                  </a:solidFill>
                  <a:latin typeface="Arial"/>
                  <a:ea typeface="Arial"/>
                  <a:cs typeface="Arial"/>
                </a:defRPr>
              </a:lvl4pPr>
              <a:lvl5pPr algn="l">
                <a:defRPr sz="932" b="1">
                  <a:solidFill>
                    <a:srgbClr val="0072B2"/>
                  </a:solidFill>
                  <a:latin typeface="Arial"/>
                  <a:ea typeface="Arial"/>
                  <a:cs typeface="Arial"/>
                </a:defRPr>
              </a:lvl5pPr>
              <a:lvl6pPr algn="l">
                <a:defRPr sz="932" b="1">
                  <a:solidFill>
                    <a:srgbClr val="0072B2"/>
                  </a:solidFill>
                  <a:latin typeface="Arial"/>
                  <a:ea typeface="Arial"/>
                  <a:cs typeface="Arial"/>
                </a:defRPr>
              </a:lvl6pPr>
              <a:lvl7pPr algn="l">
                <a:defRPr sz="932" b="1">
                  <a:solidFill>
                    <a:srgbClr val="0072B2"/>
                  </a:solidFill>
                  <a:latin typeface="Arial"/>
                  <a:ea typeface="Arial"/>
                  <a:cs typeface="Arial"/>
                </a:defRPr>
              </a:lvl7pPr>
              <a:lvl8pPr algn="l">
                <a:defRPr sz="932" b="1">
                  <a:solidFill>
                    <a:srgbClr val="0072B2"/>
                  </a:solidFill>
                  <a:latin typeface="Arial"/>
                  <a:ea typeface="Arial"/>
                  <a:cs typeface="Arial"/>
                </a:defRPr>
              </a:lvl8pPr>
              <a:lvl9pPr algn="l">
                <a:defRPr sz="932" b="1">
                  <a:solidFill>
                    <a:srgbClr val="0072B2"/>
                  </a:solidFill>
                  <a:latin typeface="Arial"/>
                  <a:ea typeface="Arial"/>
                  <a:cs typeface="Arial"/>
                </a:defRPr>
              </a:lvl9pPr>
            </a:lstStyle>
            <a:p>
              <a:pPr algn="l">
                <a:defRPr sz="932" b="1">
                  <a:solidFill>
                    <a:srgbClr val="0072B2"/>
                  </a:solidFill>
                  <a:latin typeface="Arial"/>
                  <a:ea typeface="Arial"/>
                  <a:cs typeface="Arial"/>
                </a:defRPr>
              </a:pPr>
              <a:r>
                <a:rPr sz="932" b="1">
                  <a:solidFill>
                    <a:srgbClr val="0072B2"/>
                  </a:solidFill>
                  <a:latin typeface="Arial"/>
                  <a:ea typeface="Arial"/>
                  <a:cs typeface="Arial"/>
                </a:rPr>
                <a:t>A</a:t>
              </a:r>
            </a:p>
          </p:txBody>
        </p:sp>
        <p:sp>
          <p:nvSpPr>
            <p:cNvPr id="28" name="ellipse_027">
              <a:extLst>
                <a:ext uri="{FF2B5EF4-FFF2-40B4-BE49-F238E27FC236}">
                  <ns2:creationId id="{FBA479B3-3AB8-4229-A44E-2E720E4A45E4}"/>
                </a:ext>
              </a:extLst>
            </p:cNvPr>
            <p:cNvSpPr>
              <a:spLocks noGrp="1"/>
            </p:cNvSpPr>
            <p:nvPr/>
          </p:nvSpPr>
          <p:spPr>
            <a:xfrm rot="0">
              <a:off x="1677650" y="5017353"/>
              <a:ext cx="112395" cy="112395"/>
            </a:xfrm>
            <a:prstGeom prst="ellipse">
              <a:avLst/>
            </a:prstGeom>
            <a:solidFill>
              <a:srgbClr val="FFFFFF"/>
            </a:solidFill>
            <a:ln w="10653">
              <a:solidFill>
                <a:srgbClr val="FFFFFF"/>
              </a:solidFill>
              <a:prstDash val="solid"/>
            </a:ln>
          </p:spPr>
        </p:sp>
        <p:sp>
          <p:nvSpPr>
            <p:cNvPr id="29" name="B_f17_False">
              <a:extLst>
                <a:ext uri="{FF2B5EF4-FFF2-40B4-BE49-F238E27FC236}">
                  <ns2:creationId id="{8D95D539-10EA-4B68-8B1D-EB10230BF4B0}"/>
                </a:ext>
              </a:extLst>
            </p:cNvPr>
            <p:cNvSpPr>
              <a:spLocks noGrp="1"/>
            </p:cNvSpPr>
            <p:nvPr/>
          </p:nvSpPr>
          <p:spPr>
            <a:xfrm rot="0">
              <a:off x="1694795" y="5034498"/>
              <a:ext cx="78105" cy="78105"/>
            </a:xfrm>
            <a:prstGeom prst="ellipse">
              <a:avLst/>
            </a:prstGeom>
            <a:solidFill>
              <a:srgbClr val="FFFFFF"/>
            </a:solidFill>
            <a:ln w="10653">
              <a:solidFill>
                <a:srgbClr val="D55E00"/>
              </a:solidFill>
              <a:prstDash val="solid"/>
            </a:ln>
          </p:spPr>
        </p:sp>
        <p:sp>
          <p:nvSpPr>
            <p:cNvPr id="30" name="text_029">
              <a:extLst>
                <a:ext uri="{FF2B5EF4-FFF2-40B4-BE49-F238E27FC236}">
                  <ns2:creationId id="{59C221D0-A406-4E23-85F9-3C0FC4D5EA71}"/>
                </a:ext>
              </a:extLst>
            </p:cNvPr>
            <p:cNvSpPr>
              <a:spLocks noGrp="1"/>
            </p:cNvSpPr>
            <p:nvPr/>
          </p:nvSpPr>
          <p:spPr>
            <a:xfrm rot="0">
              <a:off x="1810048" y="4844951"/>
              <a:ext cx="266700" cy="247650"/>
            </a:xfrm>
            <a:prstGeom prst="rect">
              <a:avLst/>
            </a:prstGeom>
            <a:noFill/>
            <a:ln w="0">
              <a:noFill/>
              <a:prstDash val="solid"/>
            </a:ln>
          </p:spPr>
          <p:txBody>
            <a:bodyPr wrap="none" lIns="0" tIns="0" rIns="0" bIns="0" anchor="t">
              <a:noAutofit/>
            </a:bodyPr>
            <a:lstStyle>
              <a:defPPr algn="l">
                <a:defRPr sz="932" b="1">
                  <a:solidFill>
                    <a:srgbClr val="D55E00"/>
                  </a:solidFill>
                  <a:latin typeface="Arial"/>
                  <a:ea typeface="Arial"/>
                  <a:cs typeface="Arial"/>
                </a:defRPr>
              </a:defPPr>
              <a:lvl1pPr algn="l">
                <a:defRPr sz="932" b="1">
                  <a:solidFill>
                    <a:srgbClr val="D55E00"/>
                  </a:solidFill>
                  <a:latin typeface="Arial"/>
                  <a:ea typeface="Arial"/>
                  <a:cs typeface="Arial"/>
                </a:defRPr>
              </a:lvl1pPr>
              <a:lvl2pPr algn="l">
                <a:defRPr sz="932" b="1">
                  <a:solidFill>
                    <a:srgbClr val="D55E00"/>
                  </a:solidFill>
                  <a:latin typeface="Arial"/>
                  <a:ea typeface="Arial"/>
                  <a:cs typeface="Arial"/>
                </a:defRPr>
              </a:lvl2pPr>
              <a:lvl3pPr algn="l">
                <a:defRPr sz="932" b="1">
                  <a:solidFill>
                    <a:srgbClr val="D55E00"/>
                  </a:solidFill>
                  <a:latin typeface="Arial"/>
                  <a:ea typeface="Arial"/>
                  <a:cs typeface="Arial"/>
                </a:defRPr>
              </a:lvl3pPr>
              <a:lvl4pPr algn="l">
                <a:defRPr sz="932" b="1">
                  <a:solidFill>
                    <a:srgbClr val="D55E00"/>
                  </a:solidFill>
                  <a:latin typeface="Arial"/>
                  <a:ea typeface="Arial"/>
                  <a:cs typeface="Arial"/>
                </a:defRPr>
              </a:lvl4pPr>
              <a:lvl5pPr algn="l">
                <a:defRPr sz="932" b="1">
                  <a:solidFill>
                    <a:srgbClr val="D55E00"/>
                  </a:solidFill>
                  <a:latin typeface="Arial"/>
                  <a:ea typeface="Arial"/>
                  <a:cs typeface="Arial"/>
                </a:defRPr>
              </a:lvl5pPr>
              <a:lvl6pPr algn="l">
                <a:defRPr sz="932" b="1">
                  <a:solidFill>
                    <a:srgbClr val="D55E00"/>
                  </a:solidFill>
                  <a:latin typeface="Arial"/>
                  <a:ea typeface="Arial"/>
                  <a:cs typeface="Arial"/>
                </a:defRPr>
              </a:lvl6pPr>
              <a:lvl7pPr algn="l">
                <a:defRPr sz="932" b="1">
                  <a:solidFill>
                    <a:srgbClr val="D55E00"/>
                  </a:solidFill>
                  <a:latin typeface="Arial"/>
                  <a:ea typeface="Arial"/>
                  <a:cs typeface="Arial"/>
                </a:defRPr>
              </a:lvl7pPr>
              <a:lvl8pPr algn="l">
                <a:defRPr sz="932" b="1">
                  <a:solidFill>
                    <a:srgbClr val="D55E00"/>
                  </a:solidFill>
                  <a:latin typeface="Arial"/>
                  <a:ea typeface="Arial"/>
                  <a:cs typeface="Arial"/>
                </a:defRPr>
              </a:lvl8pPr>
              <a:lvl9pPr algn="l">
                <a:defRPr sz="932" b="1">
                  <a:solidFill>
                    <a:srgbClr val="D55E00"/>
                  </a:solidFill>
                  <a:latin typeface="Arial"/>
                  <a:ea typeface="Arial"/>
                  <a:cs typeface="Arial"/>
                </a:defRPr>
              </a:lvl9pPr>
            </a:lstStyle>
            <a:p>
              <a:pPr algn="l">
                <a:defRPr sz="932" b="1">
                  <a:solidFill>
                    <a:srgbClr val="D55E00"/>
                  </a:solidFill>
                  <a:latin typeface="Arial"/>
                  <a:ea typeface="Arial"/>
                  <a:cs typeface="Arial"/>
                </a:defRPr>
              </a:pPr>
              <a:r>
                <a:rPr sz="932" b="1">
                  <a:solidFill>
                    <a:srgbClr val="D55E00"/>
                  </a:solidFill>
                  <a:latin typeface="Arial"/>
                  <a:ea typeface="Arial"/>
                  <a:cs typeface="Arial"/>
                </a:rPr>
                <a:t>B</a:t>
              </a:r>
            </a:p>
          </p:txBody>
        </p:sp>
        <p:sp>
          <p:nvSpPr>
            <p:cNvPr id="31" name="ellipse_030">
              <a:extLst>
                <a:ext uri="{FF2B5EF4-FFF2-40B4-BE49-F238E27FC236}">
                  <ns2:creationId id="{716EB3A6-5718-41EE-B57A-7B9E1D11698D}"/>
                </a:ext>
              </a:extLst>
            </p:cNvPr>
            <p:cNvSpPr>
              <a:spLocks noGrp="1"/>
            </p:cNvSpPr>
            <p:nvPr/>
          </p:nvSpPr>
          <p:spPr>
            <a:xfrm rot="0">
              <a:off x="1219260" y="3543955"/>
              <a:ext cx="112395" cy="112395"/>
            </a:xfrm>
            <a:prstGeom prst="ellipse">
              <a:avLst/>
            </a:prstGeom>
            <a:solidFill>
              <a:srgbClr val="FFFFFF"/>
            </a:solidFill>
            <a:ln w="10653">
              <a:solidFill>
                <a:srgbClr val="FFFFFF"/>
              </a:solidFill>
              <a:prstDash val="solid"/>
            </a:ln>
          </p:spPr>
        </p:sp>
        <p:sp>
          <p:nvSpPr>
            <p:cNvPr id="32" name="C_f17_False">
              <a:extLst>
                <a:ext uri="{FF2B5EF4-FFF2-40B4-BE49-F238E27FC236}">
                  <ns2:creationId id="{DC3C5F37-4C60-4A71-9CA1-65676059934A}"/>
                </a:ext>
              </a:extLst>
            </p:cNvPr>
            <p:cNvSpPr>
              <a:spLocks noGrp="1"/>
            </p:cNvSpPr>
            <p:nvPr/>
          </p:nvSpPr>
          <p:spPr>
            <a:xfrm rot="0">
              <a:off x="1236405" y="3561100"/>
              <a:ext cx="78105" cy="78105"/>
            </a:xfrm>
            <a:prstGeom prst="ellipse">
              <a:avLst/>
            </a:prstGeom>
            <a:solidFill>
              <a:srgbClr val="FFFFFF"/>
            </a:solidFill>
            <a:ln w="10653">
              <a:solidFill>
                <a:srgbClr val="009E73"/>
              </a:solidFill>
              <a:prstDash val="solid"/>
            </a:ln>
          </p:spPr>
        </p:sp>
        <p:sp>
          <p:nvSpPr>
            <p:cNvPr id="33" name="text_032">
              <a:extLst>
                <a:ext uri="{FF2B5EF4-FFF2-40B4-BE49-F238E27FC236}">
                  <ns2:creationId id="{13C9D1A2-0C9D-4778-A163-1CB5F2D49951}"/>
                </a:ext>
              </a:extLst>
            </p:cNvPr>
            <p:cNvSpPr>
              <a:spLocks noGrp="1"/>
            </p:cNvSpPr>
            <p:nvPr/>
          </p:nvSpPr>
          <p:spPr>
            <a:xfrm rot="0">
              <a:off x="1351657" y="3371552"/>
              <a:ext cx="266700" cy="247650"/>
            </a:xfrm>
            <a:prstGeom prst="rect">
              <a:avLst/>
            </a:prstGeom>
            <a:noFill/>
            <a:ln w="0">
              <a:noFill/>
              <a:prstDash val="solid"/>
            </a:ln>
          </p:spPr>
          <p:txBody>
            <a:bodyPr wrap="none" lIns="0" tIns="0" rIns="0" bIns="0" anchor="t">
              <a:noAutofit/>
            </a:bodyPr>
            <a:lstStyle>
              <a:defPPr algn="l">
                <a:defRPr sz="932" b="1">
                  <a:solidFill>
                    <a:srgbClr val="009E73"/>
                  </a:solidFill>
                  <a:latin typeface="Arial"/>
                  <a:ea typeface="Arial"/>
                  <a:cs typeface="Arial"/>
                </a:defRPr>
              </a:defPPr>
              <a:lvl1pPr algn="l">
                <a:defRPr sz="932" b="1">
                  <a:solidFill>
                    <a:srgbClr val="009E73"/>
                  </a:solidFill>
                  <a:latin typeface="Arial"/>
                  <a:ea typeface="Arial"/>
                  <a:cs typeface="Arial"/>
                </a:defRPr>
              </a:lvl1pPr>
              <a:lvl2pPr algn="l">
                <a:defRPr sz="932" b="1">
                  <a:solidFill>
                    <a:srgbClr val="009E73"/>
                  </a:solidFill>
                  <a:latin typeface="Arial"/>
                  <a:ea typeface="Arial"/>
                  <a:cs typeface="Arial"/>
                </a:defRPr>
              </a:lvl2pPr>
              <a:lvl3pPr algn="l">
                <a:defRPr sz="932" b="1">
                  <a:solidFill>
                    <a:srgbClr val="009E73"/>
                  </a:solidFill>
                  <a:latin typeface="Arial"/>
                  <a:ea typeface="Arial"/>
                  <a:cs typeface="Arial"/>
                </a:defRPr>
              </a:lvl3pPr>
              <a:lvl4pPr algn="l">
                <a:defRPr sz="932" b="1">
                  <a:solidFill>
                    <a:srgbClr val="009E73"/>
                  </a:solidFill>
                  <a:latin typeface="Arial"/>
                  <a:ea typeface="Arial"/>
                  <a:cs typeface="Arial"/>
                </a:defRPr>
              </a:lvl4pPr>
              <a:lvl5pPr algn="l">
                <a:defRPr sz="932" b="1">
                  <a:solidFill>
                    <a:srgbClr val="009E73"/>
                  </a:solidFill>
                  <a:latin typeface="Arial"/>
                  <a:ea typeface="Arial"/>
                  <a:cs typeface="Arial"/>
                </a:defRPr>
              </a:lvl5pPr>
              <a:lvl6pPr algn="l">
                <a:defRPr sz="932" b="1">
                  <a:solidFill>
                    <a:srgbClr val="009E73"/>
                  </a:solidFill>
                  <a:latin typeface="Arial"/>
                  <a:ea typeface="Arial"/>
                  <a:cs typeface="Arial"/>
                </a:defRPr>
              </a:lvl6pPr>
              <a:lvl7pPr algn="l">
                <a:defRPr sz="932" b="1">
                  <a:solidFill>
                    <a:srgbClr val="009E73"/>
                  </a:solidFill>
                  <a:latin typeface="Arial"/>
                  <a:ea typeface="Arial"/>
                  <a:cs typeface="Arial"/>
                </a:defRPr>
              </a:lvl7pPr>
              <a:lvl8pPr algn="l">
                <a:defRPr sz="932" b="1">
                  <a:solidFill>
                    <a:srgbClr val="009E73"/>
                  </a:solidFill>
                  <a:latin typeface="Arial"/>
                  <a:ea typeface="Arial"/>
                  <a:cs typeface="Arial"/>
                </a:defRPr>
              </a:lvl8pPr>
              <a:lvl9pPr algn="l">
                <a:defRPr sz="932" b="1">
                  <a:solidFill>
                    <a:srgbClr val="009E73"/>
                  </a:solidFill>
                  <a:latin typeface="Arial"/>
                  <a:ea typeface="Arial"/>
                  <a:cs typeface="Arial"/>
                </a:defRPr>
              </a:lvl9pPr>
            </a:lstStyle>
            <a:p>
              <a:pPr algn="l">
                <a:defRPr sz="932" b="1">
                  <a:solidFill>
                    <a:srgbClr val="009E73"/>
                  </a:solidFill>
                  <a:latin typeface="Arial"/>
                  <a:ea typeface="Arial"/>
                  <a:cs typeface="Arial"/>
                </a:defRPr>
              </a:pPr>
              <a:r>
                <a:rPr sz="932" b="1">
                  <a:solidFill>
                    <a:srgbClr val="009E73"/>
                  </a:solidFill>
                  <a:latin typeface="Arial"/>
                  <a:ea typeface="Arial"/>
                  <a:cs typeface="Arial"/>
                </a:rPr>
                <a:t>C</a:t>
              </a:r>
            </a:p>
          </p:txBody>
        </p:sp>
        <p:sp>
          <p:nvSpPr>
            <p:cNvPr id="34" name="text_033">
              <a:extLst>
                <a:ext uri="{FF2B5EF4-FFF2-40B4-BE49-F238E27FC236}">
                  <ns2:creationId id="{C85EFFF4-3274-4979-8811-E97528F33647}"/>
                </a:ext>
              </a:extLst>
            </p:cNvPr>
            <p:cNvSpPr>
              <a:spLocks noGrp="1"/>
            </p:cNvSpPr>
            <p:nvPr/>
          </p:nvSpPr>
          <p:spPr>
            <a:xfrm rot="0">
              <a:off x="457200" y="5600700"/>
              <a:ext cx="2324100" cy="228600"/>
            </a:xfrm>
            <a:prstGeom prst="rect">
              <a:avLst/>
            </a:prstGeom>
            <a:noFill/>
            <a:ln w="0">
              <a:noFill/>
              <a:prstDash val="solid"/>
            </a:ln>
          </p:spPr>
          <p:txBody>
            <a:bodyPr wrap="none" lIns="0" tIns="0" rIns="0" bIns="0" anchor="t">
              <a:noAutofit/>
            </a:bodyPr>
            <a:lstStyle>
              <a:defPPr algn="ctr">
                <a:defRPr sz="746" b="0">
                  <a:solidFill>
                    <a:srgbClr val="000000"/>
                  </a:solidFill>
                  <a:latin typeface="Arial"/>
                  <a:ea typeface="Arial"/>
                  <a:cs typeface="Arial"/>
                </a:defRPr>
              </a:defPPr>
              <a:lvl1pPr algn="ctr">
                <a:defRPr sz="746" b="0">
                  <a:solidFill>
                    <a:srgbClr val="000000"/>
                  </a:solidFill>
                  <a:latin typeface="Arial"/>
                  <a:ea typeface="Arial"/>
                  <a:cs typeface="Arial"/>
                </a:defRPr>
              </a:lvl1pPr>
              <a:lvl2pPr algn="ctr">
                <a:defRPr sz="746" b="0">
                  <a:solidFill>
                    <a:srgbClr val="000000"/>
                  </a:solidFill>
                  <a:latin typeface="Arial"/>
                  <a:ea typeface="Arial"/>
                  <a:cs typeface="Arial"/>
                </a:defRPr>
              </a:lvl2pPr>
              <a:lvl3pPr algn="ctr">
                <a:defRPr sz="746" b="0">
                  <a:solidFill>
                    <a:srgbClr val="000000"/>
                  </a:solidFill>
                  <a:latin typeface="Arial"/>
                  <a:ea typeface="Arial"/>
                  <a:cs typeface="Arial"/>
                </a:defRPr>
              </a:lvl3pPr>
              <a:lvl4pPr algn="ctr">
                <a:defRPr sz="746" b="0">
                  <a:solidFill>
                    <a:srgbClr val="000000"/>
                  </a:solidFill>
                  <a:latin typeface="Arial"/>
                  <a:ea typeface="Arial"/>
                  <a:cs typeface="Arial"/>
                </a:defRPr>
              </a:lvl4pPr>
              <a:lvl5pPr algn="ctr">
                <a:defRPr sz="746" b="0">
                  <a:solidFill>
                    <a:srgbClr val="000000"/>
                  </a:solidFill>
                  <a:latin typeface="Arial"/>
                  <a:ea typeface="Arial"/>
                  <a:cs typeface="Arial"/>
                </a:defRPr>
              </a:lvl5pPr>
              <a:lvl6pPr algn="ctr">
                <a:defRPr sz="746" b="0">
                  <a:solidFill>
                    <a:srgbClr val="000000"/>
                  </a:solidFill>
                  <a:latin typeface="Arial"/>
                  <a:ea typeface="Arial"/>
                  <a:cs typeface="Arial"/>
                </a:defRPr>
              </a:lvl6pPr>
              <a:lvl7pPr algn="ctr">
                <a:defRPr sz="746" b="0">
                  <a:solidFill>
                    <a:srgbClr val="000000"/>
                  </a:solidFill>
                  <a:latin typeface="Arial"/>
                  <a:ea typeface="Arial"/>
                  <a:cs typeface="Arial"/>
                </a:defRPr>
              </a:lvl7pPr>
              <a:lvl8pPr algn="ctr">
                <a:defRPr sz="746" b="0">
                  <a:solidFill>
                    <a:srgbClr val="000000"/>
                  </a:solidFill>
                  <a:latin typeface="Arial"/>
                  <a:ea typeface="Arial"/>
                  <a:cs typeface="Arial"/>
                </a:defRPr>
              </a:lvl8pPr>
              <a:lvl9pPr algn="ctr">
                <a:defRPr sz="746" b="0">
                  <a:solidFill>
                    <a:srgbClr val="000000"/>
                  </a:solidFill>
                  <a:latin typeface="Arial"/>
                  <a:ea typeface="Arial"/>
                  <a:cs typeface="Arial"/>
                </a:defRPr>
              </a:lvl9pPr>
            </a:lstStyle>
            <a:p>
              <a:pPr algn="ctr">
                <a:defRPr sz="746" b="0">
                  <a:solidFill>
                    <a:srgbClr val="000000"/>
                  </a:solidFill>
                  <a:latin typeface="Arial"/>
                  <a:ea typeface="Arial"/>
                  <a:cs typeface="Arial"/>
                </a:defRPr>
              </a:pPr>
              <a:r>
                <a:rPr sz="746" b="0">
                  <a:solidFill>
                    <a:srgbClr val="000000"/>
                  </a:solidFill>
                  <a:latin typeface="Arial"/>
                  <a:ea typeface="Arial"/>
                  <a:cs typeface="Arial"/>
                </a:rPr>
                <a:t>283 cells with positive FRP</a:t>
              </a:r>
            </a:p>
          </p:txBody>
        </p:sp>
        <p:sp>
          <p:nvSpPr>
            <p:cNvPr id="35" name="text_034">
              <a:extLst>
                <a:ext uri="{FF2B5EF4-FFF2-40B4-BE49-F238E27FC236}">
                  <ns2:creationId id="{E75DFCD4-7B55-4AAD-8C20-9ABC6D4D1781}"/>
                </a:ext>
              </a:extLst>
            </p:cNvPr>
            <p:cNvSpPr>
              <a:spLocks noGrp="1"/>
            </p:cNvSpPr>
            <p:nvPr/>
          </p:nvSpPr>
          <p:spPr>
            <a:xfrm rot="0">
              <a:off x="3190875" y="2914650"/>
              <a:ext cx="2266950" cy="238125"/>
            </a:xfrm>
            <a:prstGeom prst="rect">
              <a:avLst/>
            </a:prstGeom>
            <a:noFill/>
            <a:ln w="0">
              <a:noFill/>
              <a:prstDash val="solid"/>
            </a:ln>
          </p:spPr>
          <p:txBody>
            <a:bodyPr wrap="none" lIns="0" tIns="0" rIns="0" bIns="0" anchor="t">
              <a:noAutofit/>
            </a:bodyPr>
            <a:lstStyle>
              <a:defPPr algn="ctr">
                <a:defRPr sz="839" b="1">
                  <a:solidFill>
                    <a:srgbClr val="000000"/>
                  </a:solidFill>
                  <a:latin typeface="Arial"/>
                  <a:ea typeface="Arial"/>
                  <a:cs typeface="Arial"/>
                </a:defRPr>
              </a:defPPr>
              <a:lvl1pPr algn="ctr">
                <a:defRPr sz="839" b="1">
                  <a:solidFill>
                    <a:srgbClr val="000000"/>
                  </a:solidFill>
                  <a:latin typeface="Arial"/>
                  <a:ea typeface="Arial"/>
                  <a:cs typeface="Arial"/>
                </a:defRPr>
              </a:lvl1pPr>
              <a:lvl2pPr algn="ctr">
                <a:defRPr sz="839" b="1">
                  <a:solidFill>
                    <a:srgbClr val="000000"/>
                  </a:solidFill>
                  <a:latin typeface="Arial"/>
                  <a:ea typeface="Arial"/>
                  <a:cs typeface="Arial"/>
                </a:defRPr>
              </a:lvl2pPr>
              <a:lvl3pPr algn="ctr">
                <a:defRPr sz="839" b="1">
                  <a:solidFill>
                    <a:srgbClr val="000000"/>
                  </a:solidFill>
                  <a:latin typeface="Arial"/>
                  <a:ea typeface="Arial"/>
                  <a:cs typeface="Arial"/>
                </a:defRPr>
              </a:lvl3pPr>
              <a:lvl4pPr algn="ctr">
                <a:defRPr sz="839" b="1">
                  <a:solidFill>
                    <a:srgbClr val="000000"/>
                  </a:solidFill>
                  <a:latin typeface="Arial"/>
                  <a:ea typeface="Arial"/>
                  <a:cs typeface="Arial"/>
                </a:defRPr>
              </a:lvl4pPr>
              <a:lvl5pPr algn="ctr">
                <a:defRPr sz="839" b="1">
                  <a:solidFill>
                    <a:srgbClr val="000000"/>
                  </a:solidFill>
                  <a:latin typeface="Arial"/>
                  <a:ea typeface="Arial"/>
                  <a:cs typeface="Arial"/>
                </a:defRPr>
              </a:lvl5pPr>
              <a:lvl6pPr algn="ctr">
                <a:defRPr sz="839" b="1">
                  <a:solidFill>
                    <a:srgbClr val="000000"/>
                  </a:solidFill>
                  <a:latin typeface="Arial"/>
                  <a:ea typeface="Arial"/>
                  <a:cs typeface="Arial"/>
                </a:defRPr>
              </a:lvl6pPr>
              <a:lvl7pPr algn="ctr">
                <a:defRPr sz="839" b="1">
                  <a:solidFill>
                    <a:srgbClr val="000000"/>
                  </a:solidFill>
                  <a:latin typeface="Arial"/>
                  <a:ea typeface="Arial"/>
                  <a:cs typeface="Arial"/>
                </a:defRPr>
              </a:lvl7pPr>
              <a:lvl8pPr algn="ctr">
                <a:defRPr sz="839" b="1">
                  <a:solidFill>
                    <a:srgbClr val="000000"/>
                  </a:solidFill>
                  <a:latin typeface="Arial"/>
                  <a:ea typeface="Arial"/>
                  <a:cs typeface="Arial"/>
                </a:defRPr>
              </a:lvl8pPr>
              <a:lvl9pPr algn="ctr">
                <a:defRPr sz="839" b="1">
                  <a:solidFill>
                    <a:srgbClr val="000000"/>
                  </a:solidFill>
                  <a:latin typeface="Arial"/>
                  <a:ea typeface="Arial"/>
                  <a:cs typeface="Arial"/>
                </a:defRPr>
              </a:lvl9pPr>
            </a:lstStyle>
            <a:p>
              <a:pPr algn="ctr">
                <a:defRPr sz="839" b="1">
                  <a:solidFill>
                    <a:srgbClr val="000000"/>
                  </a:solidFill>
                  <a:latin typeface="Arial"/>
                  <a:ea typeface="Arial"/>
                  <a:cs typeface="Arial"/>
                </a:defRPr>
              </a:pPr>
              <a:r>
                <a:rPr sz="839" b="1">
                  <a:solidFill>
                    <a:srgbClr val="000000"/>
                  </a:solidFill>
                  <a:latin typeface="Arial"/>
                  <a:ea typeface="Arial"/>
                  <a:cs typeface="Arial"/>
                </a:rPr>
                <a:t>f18: 12-07 to 12-08</a:t>
              </a:r>
            </a:p>
          </p:txBody>
        </p:sp>
        <p:pic>
          <p:nvPicPr>
            <p:cNvPr id="36" name="">
              <a:extLst>
                <a:ext uri="{FF2B5EF4-FFF2-40B4-BE49-F238E27FC236}">
                  <ns2:creationId id="{FE1124F4-5274-4C98-A201-22973EA189BA}"/>
                </a:ext>
              </a:extLst>
            </p:cNvPr>
            <p:cNvPicPr>
              <a:picLocks noChangeAspect="1"/>
            </p:cNvPicPr>
            <p:nvPr/>
          </p:nvPicPr>
          <p:blipFill>
            <a:blip r:embed="R3f9694ddd87042f0"/>
            <a:stretch/>
          </p:blipFill>
          <p:spPr>
            <a:xfrm>
              <a:off x="3267075" y="3190875"/>
              <a:ext cx="2095500" cy="2095500"/>
            </a:xfrm>
            <a:prstGeom prst="rect">
              <a:avLst/>
            </a:prstGeom>
          </p:spPr>
        </p:pic>
        <p:sp>
          <p:nvSpPr>
            <p:cNvPr id="37" name="rect_036">
              <a:extLst>
                <a:ext uri="{FF2B5EF4-FFF2-40B4-BE49-F238E27FC236}">
                  <ns2:creationId id="{2AB0F5DC-9319-4BAD-8025-66BF4C0351B5}"/>
                </a:ext>
              </a:extLst>
            </p:cNvPr>
            <p:cNvSpPr>
              <a:spLocks noGrp="1"/>
            </p:cNvSpPr>
            <p:nvPr/>
          </p:nvSpPr>
          <p:spPr>
            <a:xfrm rot="0">
              <a:off x="3267075" y="3190875"/>
              <a:ext cx="2095500" cy="2095500"/>
            </a:xfrm>
            <a:prstGeom prst="rect">
              <a:avLst/>
            </a:prstGeom>
            <a:noFill/>
            <a:ln w="4143">
              <a:solidFill>
                <a:srgbClr val="65727C"/>
              </a:solidFill>
              <a:prstDash val="solid"/>
            </a:ln>
          </p:spPr>
        </p:sp>
        <p:sp>
          <p:nvSpPr>
            <p:cNvPr id="38" name="line_037">
              <a:extLst>
                <a:ext uri="{FF2B5EF4-FFF2-40B4-BE49-F238E27FC236}">
                  <ns2:creationId id="{2EAC6AE0-FFFD-41D2-BD14-6423A33FE28D}"/>
                </a:ext>
              </a:extLst>
            </p:cNvPr>
            <p:cNvSpPr>
              <a:spLocks noGrp="1"/>
            </p:cNvSpPr>
            <p:nvPr/>
          </p:nvSpPr>
          <p:spPr>
            <a:xfrm>
              <a:off x="3528974" y="5286375"/>
              <a:ext cx="95" cy="38100"/>
            </a:xfrm>
            <a:custGeom>
              <a:pathLst>
                <a:path w="95" h="38100">
                  <a:moveTo>
                    <a:pt x="0" y="0"/>
                  </a:moveTo>
                  <a:lnTo>
                    <a:pt x="0" y="38100"/>
                  </a:lnTo>
                </a:path>
              </a:pathLst>
            </a:custGeom>
            <a:noFill/>
            <a:ln w="4735">
              <a:solidFill>
                <a:srgbClr val="65727C"/>
              </a:solidFill>
              <a:prstDash val="solid"/>
            </a:ln>
          </p:spPr>
        </p:sp>
        <p:sp>
          <p:nvSpPr>
            <p:cNvPr id="39" name="text_038">
              <a:extLst>
                <a:ext uri="{FF2B5EF4-FFF2-40B4-BE49-F238E27FC236}">
                  <ns2:creationId id="{F3176332-7CB5-4969-9A4D-4FBC1DBE6018}"/>
                </a:ext>
              </a:extLst>
            </p:cNvPr>
            <p:cNvSpPr>
              <a:spLocks noGrp="1"/>
            </p:cNvSpPr>
            <p:nvPr/>
          </p:nvSpPr>
          <p:spPr>
            <a:xfrm rot="0">
              <a:off x="3319424" y="5343525"/>
              <a:ext cx="419100" cy="219075"/>
            </a:xfrm>
            <a:prstGeom prst="rect">
              <a:avLst/>
            </a:prstGeom>
            <a:noFill/>
            <a:ln w="0">
              <a:noFill/>
              <a:prstDash val="solid"/>
            </a:ln>
          </p:spPr>
          <p:txBody>
            <a:bodyPr wrap="none" lIns="0" tIns="0" rIns="0" bIns="0" anchor="t">
              <a:noAutofit/>
            </a:bodyPr>
            <a:lstStyle>
              <a:defPPr algn="ctr">
                <a:defRPr sz="699" b="0">
                  <a:solidFill>
                    <a:srgbClr val="000000"/>
                  </a:solidFill>
                  <a:latin typeface="Arial"/>
                  <a:ea typeface="Arial"/>
                  <a:cs typeface="Arial"/>
                </a:defRPr>
              </a:defPPr>
              <a:lvl1pPr algn="ctr">
                <a:defRPr sz="699" b="0">
                  <a:solidFill>
                    <a:srgbClr val="000000"/>
                  </a:solidFill>
                  <a:latin typeface="Arial"/>
                  <a:ea typeface="Arial"/>
                  <a:cs typeface="Arial"/>
                </a:defRPr>
              </a:lvl1pPr>
              <a:lvl2pPr algn="ctr">
                <a:defRPr sz="699" b="0">
                  <a:solidFill>
                    <a:srgbClr val="000000"/>
                  </a:solidFill>
                  <a:latin typeface="Arial"/>
                  <a:ea typeface="Arial"/>
                  <a:cs typeface="Arial"/>
                </a:defRPr>
              </a:lvl2pPr>
              <a:lvl3pPr algn="ctr">
                <a:defRPr sz="699" b="0">
                  <a:solidFill>
                    <a:srgbClr val="000000"/>
                  </a:solidFill>
                  <a:latin typeface="Arial"/>
                  <a:ea typeface="Arial"/>
                  <a:cs typeface="Arial"/>
                </a:defRPr>
              </a:lvl3pPr>
              <a:lvl4pPr algn="ctr">
                <a:defRPr sz="699" b="0">
                  <a:solidFill>
                    <a:srgbClr val="000000"/>
                  </a:solidFill>
                  <a:latin typeface="Arial"/>
                  <a:ea typeface="Arial"/>
                  <a:cs typeface="Arial"/>
                </a:defRPr>
              </a:lvl4pPr>
              <a:lvl5pPr algn="ctr">
                <a:defRPr sz="699" b="0">
                  <a:solidFill>
                    <a:srgbClr val="000000"/>
                  </a:solidFill>
                  <a:latin typeface="Arial"/>
                  <a:ea typeface="Arial"/>
                  <a:cs typeface="Arial"/>
                </a:defRPr>
              </a:lvl5pPr>
              <a:lvl6pPr algn="ctr">
                <a:defRPr sz="699" b="0">
                  <a:solidFill>
                    <a:srgbClr val="000000"/>
                  </a:solidFill>
                  <a:latin typeface="Arial"/>
                  <a:ea typeface="Arial"/>
                  <a:cs typeface="Arial"/>
                </a:defRPr>
              </a:lvl6pPr>
              <a:lvl7pPr algn="ctr">
                <a:defRPr sz="699" b="0">
                  <a:solidFill>
                    <a:srgbClr val="000000"/>
                  </a:solidFill>
                  <a:latin typeface="Arial"/>
                  <a:ea typeface="Arial"/>
                  <a:cs typeface="Arial"/>
                </a:defRPr>
              </a:lvl7pPr>
              <a:lvl8pPr algn="ctr">
                <a:defRPr sz="699" b="0">
                  <a:solidFill>
                    <a:srgbClr val="000000"/>
                  </a:solidFill>
                  <a:latin typeface="Arial"/>
                  <a:ea typeface="Arial"/>
                  <a:cs typeface="Arial"/>
                </a:defRPr>
              </a:lvl8pPr>
              <a:lvl9pPr algn="ctr">
                <a:defRPr sz="699" b="0">
                  <a:solidFill>
                    <a:srgbClr val="000000"/>
                  </a:solidFill>
                  <a:latin typeface="Arial"/>
                  <a:ea typeface="Arial"/>
                  <a:cs typeface="Arial"/>
                </a:defRPr>
              </a:lvl9pPr>
            </a:lstStyle>
            <a:p>
              <a:pPr algn="ctr">
                <a:defRPr sz="699" b="0">
                  <a:solidFill>
                    <a:srgbClr val="000000"/>
                  </a:solidFill>
                  <a:latin typeface="Arial"/>
                  <a:ea typeface="Arial"/>
                  <a:cs typeface="Arial"/>
                </a:defRPr>
              </a:pPr>
              <a:r>
                <a:rPr sz="699" b="0">
                  <a:solidFill>
                    <a:srgbClr val="000000"/>
                  </a:solidFill>
                  <a:latin typeface="Arial"/>
                  <a:ea typeface="Arial"/>
                  <a:cs typeface="Arial"/>
                </a:rPr>
                <a:t>142 E</a:t>
              </a:r>
            </a:p>
          </p:txBody>
        </p:sp>
        <p:sp>
          <p:nvSpPr>
            <p:cNvPr id="40" name="line_039">
              <a:extLst>
                <a:ext uri="{FF2B5EF4-FFF2-40B4-BE49-F238E27FC236}">
                  <ns2:creationId id="{12295CFA-56B4-42CB-8E2E-A188076984EF}"/>
                </a:ext>
              </a:extLst>
            </p:cNvPr>
            <p:cNvSpPr>
              <a:spLocks noGrp="1"/>
            </p:cNvSpPr>
            <p:nvPr/>
          </p:nvSpPr>
          <p:spPr>
            <a:xfrm>
              <a:off x="4437563" y="5286375"/>
              <a:ext cx="95" cy="38100"/>
            </a:xfrm>
            <a:custGeom>
              <a:pathLst>
                <a:path w="95" h="38100">
                  <a:moveTo>
                    <a:pt x="0" y="0"/>
                  </a:moveTo>
                  <a:lnTo>
                    <a:pt x="0" y="38100"/>
                  </a:lnTo>
                </a:path>
              </a:pathLst>
            </a:custGeom>
            <a:noFill/>
            <a:ln w="4735">
              <a:solidFill>
                <a:srgbClr val="65727C"/>
              </a:solidFill>
              <a:prstDash val="solid"/>
            </a:ln>
          </p:spPr>
        </p:sp>
        <p:sp>
          <p:nvSpPr>
            <p:cNvPr id="41" name="text_040">
              <a:extLst>
                <a:ext uri="{FF2B5EF4-FFF2-40B4-BE49-F238E27FC236}">
                  <ns2:creationId id="{57BC7822-983C-4A26-AB03-B9FFF2FAF364}"/>
                </a:ext>
              </a:extLst>
            </p:cNvPr>
            <p:cNvSpPr>
              <a:spLocks noGrp="1"/>
            </p:cNvSpPr>
            <p:nvPr/>
          </p:nvSpPr>
          <p:spPr>
            <a:xfrm rot="0">
              <a:off x="4228013" y="5343525"/>
              <a:ext cx="419100" cy="219075"/>
            </a:xfrm>
            <a:prstGeom prst="rect">
              <a:avLst/>
            </a:prstGeom>
            <a:noFill/>
            <a:ln w="0">
              <a:noFill/>
              <a:prstDash val="solid"/>
            </a:ln>
          </p:spPr>
          <p:txBody>
            <a:bodyPr wrap="none" lIns="0" tIns="0" rIns="0" bIns="0" anchor="t">
              <a:noAutofit/>
            </a:bodyPr>
            <a:lstStyle>
              <a:defPPr algn="ctr">
                <a:defRPr sz="699" b="0">
                  <a:solidFill>
                    <a:srgbClr val="000000"/>
                  </a:solidFill>
                  <a:latin typeface="Arial"/>
                  <a:ea typeface="Arial"/>
                  <a:cs typeface="Arial"/>
                </a:defRPr>
              </a:defPPr>
              <a:lvl1pPr algn="ctr">
                <a:defRPr sz="699" b="0">
                  <a:solidFill>
                    <a:srgbClr val="000000"/>
                  </a:solidFill>
                  <a:latin typeface="Arial"/>
                  <a:ea typeface="Arial"/>
                  <a:cs typeface="Arial"/>
                </a:defRPr>
              </a:lvl1pPr>
              <a:lvl2pPr algn="ctr">
                <a:defRPr sz="699" b="0">
                  <a:solidFill>
                    <a:srgbClr val="000000"/>
                  </a:solidFill>
                  <a:latin typeface="Arial"/>
                  <a:ea typeface="Arial"/>
                  <a:cs typeface="Arial"/>
                </a:defRPr>
              </a:lvl2pPr>
              <a:lvl3pPr algn="ctr">
                <a:defRPr sz="699" b="0">
                  <a:solidFill>
                    <a:srgbClr val="000000"/>
                  </a:solidFill>
                  <a:latin typeface="Arial"/>
                  <a:ea typeface="Arial"/>
                  <a:cs typeface="Arial"/>
                </a:defRPr>
              </a:lvl3pPr>
              <a:lvl4pPr algn="ctr">
                <a:defRPr sz="699" b="0">
                  <a:solidFill>
                    <a:srgbClr val="000000"/>
                  </a:solidFill>
                  <a:latin typeface="Arial"/>
                  <a:ea typeface="Arial"/>
                  <a:cs typeface="Arial"/>
                </a:defRPr>
              </a:lvl4pPr>
              <a:lvl5pPr algn="ctr">
                <a:defRPr sz="699" b="0">
                  <a:solidFill>
                    <a:srgbClr val="000000"/>
                  </a:solidFill>
                  <a:latin typeface="Arial"/>
                  <a:ea typeface="Arial"/>
                  <a:cs typeface="Arial"/>
                </a:defRPr>
              </a:lvl5pPr>
              <a:lvl6pPr algn="ctr">
                <a:defRPr sz="699" b="0">
                  <a:solidFill>
                    <a:srgbClr val="000000"/>
                  </a:solidFill>
                  <a:latin typeface="Arial"/>
                  <a:ea typeface="Arial"/>
                  <a:cs typeface="Arial"/>
                </a:defRPr>
              </a:lvl6pPr>
              <a:lvl7pPr algn="ctr">
                <a:defRPr sz="699" b="0">
                  <a:solidFill>
                    <a:srgbClr val="000000"/>
                  </a:solidFill>
                  <a:latin typeface="Arial"/>
                  <a:ea typeface="Arial"/>
                  <a:cs typeface="Arial"/>
                </a:defRPr>
              </a:lvl7pPr>
              <a:lvl8pPr algn="ctr">
                <a:defRPr sz="699" b="0">
                  <a:solidFill>
                    <a:srgbClr val="000000"/>
                  </a:solidFill>
                  <a:latin typeface="Arial"/>
                  <a:ea typeface="Arial"/>
                  <a:cs typeface="Arial"/>
                </a:defRPr>
              </a:lvl8pPr>
              <a:lvl9pPr algn="ctr">
                <a:defRPr sz="699" b="0">
                  <a:solidFill>
                    <a:srgbClr val="000000"/>
                  </a:solidFill>
                  <a:latin typeface="Arial"/>
                  <a:ea typeface="Arial"/>
                  <a:cs typeface="Arial"/>
                </a:defRPr>
              </a:lvl9pPr>
            </a:lstStyle>
            <a:p>
              <a:pPr algn="ctr">
                <a:defRPr sz="699" b="0">
                  <a:solidFill>
                    <a:srgbClr val="000000"/>
                  </a:solidFill>
                  <a:latin typeface="Arial"/>
                  <a:ea typeface="Arial"/>
                  <a:cs typeface="Arial"/>
                </a:defRPr>
              </a:pPr>
              <a:r>
                <a:rPr sz="699" b="0">
                  <a:solidFill>
                    <a:srgbClr val="000000"/>
                  </a:solidFill>
                  <a:latin typeface="Arial"/>
                  <a:ea typeface="Arial"/>
                  <a:cs typeface="Arial"/>
                </a:rPr>
                <a:t>148 E</a:t>
              </a:r>
            </a:p>
          </p:txBody>
        </p:sp>
        <p:sp>
          <p:nvSpPr>
            <p:cNvPr id="42" name="line_041">
              <a:extLst>
                <a:ext uri="{FF2B5EF4-FFF2-40B4-BE49-F238E27FC236}">
                  <ns2:creationId id="{106B9885-09B5-4534-B33A-43C5D845537A}"/>
                </a:ext>
              </a:extLst>
            </p:cNvPr>
            <p:cNvSpPr>
              <a:spLocks noGrp="1"/>
            </p:cNvSpPr>
            <p:nvPr/>
          </p:nvSpPr>
          <p:spPr>
            <a:xfrm>
              <a:off x="5346151" y="5286375"/>
              <a:ext cx="95" cy="38100"/>
            </a:xfrm>
            <a:custGeom>
              <a:pathLst>
                <a:path w="95" h="38100">
                  <a:moveTo>
                    <a:pt x="0" y="0"/>
                  </a:moveTo>
                  <a:lnTo>
                    <a:pt x="0" y="38100"/>
                  </a:lnTo>
                </a:path>
              </a:pathLst>
            </a:custGeom>
            <a:noFill/>
            <a:ln w="4735">
              <a:solidFill>
                <a:srgbClr val="65727C"/>
              </a:solidFill>
              <a:prstDash val="solid"/>
            </a:ln>
          </p:spPr>
        </p:sp>
        <p:sp>
          <p:nvSpPr>
            <p:cNvPr id="43" name="text_042">
              <a:extLst>
                <a:ext uri="{FF2B5EF4-FFF2-40B4-BE49-F238E27FC236}">
                  <ns2:creationId id="{8552EF2B-6299-41C5-8E36-7FB5928EE1ED}"/>
                </a:ext>
              </a:extLst>
            </p:cNvPr>
            <p:cNvSpPr>
              <a:spLocks noGrp="1"/>
            </p:cNvSpPr>
            <p:nvPr/>
          </p:nvSpPr>
          <p:spPr>
            <a:xfrm rot="0">
              <a:off x="5136601" y="5343525"/>
              <a:ext cx="419100" cy="219075"/>
            </a:xfrm>
            <a:prstGeom prst="rect">
              <a:avLst/>
            </a:prstGeom>
            <a:noFill/>
            <a:ln w="0">
              <a:noFill/>
              <a:prstDash val="solid"/>
            </a:ln>
          </p:spPr>
          <p:txBody>
            <a:bodyPr wrap="none" lIns="0" tIns="0" rIns="0" bIns="0" anchor="t">
              <a:noAutofit/>
            </a:bodyPr>
            <a:lstStyle>
              <a:defPPr algn="ctr">
                <a:defRPr sz="699" b="0">
                  <a:solidFill>
                    <a:srgbClr val="000000"/>
                  </a:solidFill>
                  <a:latin typeface="Arial"/>
                  <a:ea typeface="Arial"/>
                  <a:cs typeface="Arial"/>
                </a:defRPr>
              </a:defPPr>
              <a:lvl1pPr algn="ctr">
                <a:defRPr sz="699" b="0">
                  <a:solidFill>
                    <a:srgbClr val="000000"/>
                  </a:solidFill>
                  <a:latin typeface="Arial"/>
                  <a:ea typeface="Arial"/>
                  <a:cs typeface="Arial"/>
                </a:defRPr>
              </a:lvl1pPr>
              <a:lvl2pPr algn="ctr">
                <a:defRPr sz="699" b="0">
                  <a:solidFill>
                    <a:srgbClr val="000000"/>
                  </a:solidFill>
                  <a:latin typeface="Arial"/>
                  <a:ea typeface="Arial"/>
                  <a:cs typeface="Arial"/>
                </a:defRPr>
              </a:lvl2pPr>
              <a:lvl3pPr algn="ctr">
                <a:defRPr sz="699" b="0">
                  <a:solidFill>
                    <a:srgbClr val="000000"/>
                  </a:solidFill>
                  <a:latin typeface="Arial"/>
                  <a:ea typeface="Arial"/>
                  <a:cs typeface="Arial"/>
                </a:defRPr>
              </a:lvl3pPr>
              <a:lvl4pPr algn="ctr">
                <a:defRPr sz="699" b="0">
                  <a:solidFill>
                    <a:srgbClr val="000000"/>
                  </a:solidFill>
                  <a:latin typeface="Arial"/>
                  <a:ea typeface="Arial"/>
                  <a:cs typeface="Arial"/>
                </a:defRPr>
              </a:lvl4pPr>
              <a:lvl5pPr algn="ctr">
                <a:defRPr sz="699" b="0">
                  <a:solidFill>
                    <a:srgbClr val="000000"/>
                  </a:solidFill>
                  <a:latin typeface="Arial"/>
                  <a:ea typeface="Arial"/>
                  <a:cs typeface="Arial"/>
                </a:defRPr>
              </a:lvl5pPr>
              <a:lvl6pPr algn="ctr">
                <a:defRPr sz="699" b="0">
                  <a:solidFill>
                    <a:srgbClr val="000000"/>
                  </a:solidFill>
                  <a:latin typeface="Arial"/>
                  <a:ea typeface="Arial"/>
                  <a:cs typeface="Arial"/>
                </a:defRPr>
              </a:lvl6pPr>
              <a:lvl7pPr algn="ctr">
                <a:defRPr sz="699" b="0">
                  <a:solidFill>
                    <a:srgbClr val="000000"/>
                  </a:solidFill>
                  <a:latin typeface="Arial"/>
                  <a:ea typeface="Arial"/>
                  <a:cs typeface="Arial"/>
                </a:defRPr>
              </a:lvl7pPr>
              <a:lvl8pPr algn="ctr">
                <a:defRPr sz="699" b="0">
                  <a:solidFill>
                    <a:srgbClr val="000000"/>
                  </a:solidFill>
                  <a:latin typeface="Arial"/>
                  <a:ea typeface="Arial"/>
                  <a:cs typeface="Arial"/>
                </a:defRPr>
              </a:lvl8pPr>
              <a:lvl9pPr algn="ctr">
                <a:defRPr sz="699" b="0">
                  <a:solidFill>
                    <a:srgbClr val="000000"/>
                  </a:solidFill>
                  <a:latin typeface="Arial"/>
                  <a:ea typeface="Arial"/>
                  <a:cs typeface="Arial"/>
                </a:defRPr>
              </a:lvl9pPr>
            </a:lstStyle>
            <a:p>
              <a:pPr algn="ctr">
                <a:defRPr sz="699" b="0">
                  <a:solidFill>
                    <a:srgbClr val="000000"/>
                  </a:solidFill>
                  <a:latin typeface="Arial"/>
                  <a:ea typeface="Arial"/>
                  <a:cs typeface="Arial"/>
                </a:defRPr>
              </a:pPr>
              <a:r>
                <a:rPr sz="699" b="0">
                  <a:solidFill>
                    <a:srgbClr val="000000"/>
                  </a:solidFill>
                  <a:latin typeface="Arial"/>
                  <a:ea typeface="Arial"/>
                  <a:cs typeface="Arial"/>
                </a:rPr>
                <a:t>154 E</a:t>
              </a:r>
            </a:p>
          </p:txBody>
        </p:sp>
        <p:sp>
          <p:nvSpPr>
            <p:cNvPr id="44" name="text_043">
              <a:extLst>
                <a:ext uri="{FF2B5EF4-FFF2-40B4-BE49-F238E27FC236}">
                  <ns2:creationId id="{4B46D6DD-8256-400D-AF0B-AEB465A4EBBE}"/>
                </a:ext>
              </a:extLst>
            </p:cNvPr>
            <p:cNvSpPr>
              <a:spLocks noGrp="1"/>
            </p:cNvSpPr>
            <p:nvPr/>
          </p:nvSpPr>
          <p:spPr>
            <a:xfrm rot="0">
              <a:off x="3614958" y="3377756"/>
              <a:ext cx="428625" cy="190500"/>
            </a:xfrm>
            <a:prstGeom prst="rect">
              <a:avLst/>
            </a:prstGeom>
            <a:noFill/>
            <a:ln w="0">
              <a:noFill/>
              <a:prstDash val="solid"/>
            </a:ln>
          </p:spPr>
          <p:txBody>
            <a:bodyPr wrap="none" lIns="0" tIns="0" rIns="0" bIns="0" anchor="t">
              <a:noAutofit/>
            </a:bodyPr>
            <a:lstStyle>
              <a:defPPr algn="l">
                <a:defRPr sz="559" b="0">
                  <a:solidFill>
                    <a:srgbClr val="65727C"/>
                  </a:solidFill>
                  <a:latin typeface="Arial"/>
                  <a:ea typeface="Arial"/>
                  <a:cs typeface="Arial"/>
                </a:defRPr>
              </a:defPPr>
              <a:lvl1pPr algn="l">
                <a:defRPr sz="559" b="0">
                  <a:solidFill>
                    <a:srgbClr val="65727C"/>
                  </a:solidFill>
                  <a:latin typeface="Arial"/>
                  <a:ea typeface="Arial"/>
                  <a:cs typeface="Arial"/>
                </a:defRPr>
              </a:lvl1pPr>
              <a:lvl2pPr algn="l">
                <a:defRPr sz="559" b="0">
                  <a:solidFill>
                    <a:srgbClr val="65727C"/>
                  </a:solidFill>
                  <a:latin typeface="Arial"/>
                  <a:ea typeface="Arial"/>
                  <a:cs typeface="Arial"/>
                </a:defRPr>
              </a:lvl2pPr>
              <a:lvl3pPr algn="l">
                <a:defRPr sz="559" b="0">
                  <a:solidFill>
                    <a:srgbClr val="65727C"/>
                  </a:solidFill>
                  <a:latin typeface="Arial"/>
                  <a:ea typeface="Arial"/>
                  <a:cs typeface="Arial"/>
                </a:defRPr>
              </a:lvl3pPr>
              <a:lvl4pPr algn="l">
                <a:defRPr sz="559" b="0">
                  <a:solidFill>
                    <a:srgbClr val="65727C"/>
                  </a:solidFill>
                  <a:latin typeface="Arial"/>
                  <a:ea typeface="Arial"/>
                  <a:cs typeface="Arial"/>
                </a:defRPr>
              </a:lvl4pPr>
              <a:lvl5pPr algn="l">
                <a:defRPr sz="559" b="0">
                  <a:solidFill>
                    <a:srgbClr val="65727C"/>
                  </a:solidFill>
                  <a:latin typeface="Arial"/>
                  <a:ea typeface="Arial"/>
                  <a:cs typeface="Arial"/>
                </a:defRPr>
              </a:lvl5pPr>
              <a:lvl6pPr algn="l">
                <a:defRPr sz="559" b="0">
                  <a:solidFill>
                    <a:srgbClr val="65727C"/>
                  </a:solidFill>
                  <a:latin typeface="Arial"/>
                  <a:ea typeface="Arial"/>
                  <a:cs typeface="Arial"/>
                </a:defRPr>
              </a:lvl6pPr>
              <a:lvl7pPr algn="l">
                <a:defRPr sz="559" b="0">
                  <a:solidFill>
                    <a:srgbClr val="65727C"/>
                  </a:solidFill>
                  <a:latin typeface="Arial"/>
                  <a:ea typeface="Arial"/>
                  <a:cs typeface="Arial"/>
                </a:defRPr>
              </a:lvl7pPr>
              <a:lvl8pPr algn="l">
                <a:defRPr sz="559" b="0">
                  <a:solidFill>
                    <a:srgbClr val="65727C"/>
                  </a:solidFill>
                  <a:latin typeface="Arial"/>
                  <a:ea typeface="Arial"/>
                  <a:cs typeface="Arial"/>
                </a:defRPr>
              </a:lvl8pPr>
              <a:lvl9pPr algn="l">
                <a:defRPr sz="559" b="0">
                  <a:solidFill>
                    <a:srgbClr val="65727C"/>
                  </a:solidFill>
                  <a:latin typeface="Arial"/>
                  <a:ea typeface="Arial"/>
                  <a:cs typeface="Arial"/>
                </a:defRPr>
              </a:lvl9pPr>
            </a:lstStyle>
            <a:p>
              <a:pPr algn="l">
                <a:defRPr sz="559" b="0">
                  <a:solidFill>
                    <a:srgbClr val="65727C"/>
                  </a:solidFill>
                  <a:latin typeface="Arial"/>
                  <a:ea typeface="Arial"/>
                  <a:cs typeface="Arial"/>
                </a:defRPr>
              </a:pPr>
              <a:r>
                <a:rPr sz="559" b="0">
                  <a:solidFill>
                    <a:srgbClr val="65727C"/>
                  </a:solidFill>
                  <a:latin typeface="Arial"/>
                  <a:ea typeface="Arial"/>
                  <a:cs typeface="Arial"/>
                </a:rPr>
                <a:t>QLD</a:t>
              </a:r>
            </a:p>
          </p:txBody>
        </p:sp>
        <p:sp>
          <p:nvSpPr>
            <p:cNvPr id="45" name="text_044">
              <a:extLst>
                <a:ext uri="{FF2B5EF4-FFF2-40B4-BE49-F238E27FC236}">
                  <ns2:creationId id="{C1953BB8-309A-4DCA-AEC5-C8CAE1185F06}"/>
                </a:ext>
              </a:extLst>
            </p:cNvPr>
            <p:cNvSpPr>
              <a:spLocks noGrp="1"/>
            </p:cNvSpPr>
            <p:nvPr/>
          </p:nvSpPr>
          <p:spPr>
            <a:xfrm rot="0">
              <a:off x="3614958" y="4234347"/>
              <a:ext cx="428625" cy="190500"/>
            </a:xfrm>
            <a:prstGeom prst="rect">
              <a:avLst/>
            </a:prstGeom>
            <a:noFill/>
            <a:ln w="0">
              <a:noFill/>
              <a:prstDash val="solid"/>
            </a:ln>
          </p:spPr>
          <p:txBody>
            <a:bodyPr wrap="none" lIns="0" tIns="0" rIns="0" bIns="0" anchor="t">
              <a:noAutofit/>
            </a:bodyPr>
            <a:lstStyle>
              <a:defPPr algn="l">
                <a:defRPr sz="559" b="0">
                  <a:solidFill>
                    <a:srgbClr val="65727C"/>
                  </a:solidFill>
                  <a:latin typeface="Arial"/>
                  <a:ea typeface="Arial"/>
                  <a:cs typeface="Arial"/>
                </a:defRPr>
              </a:defPPr>
              <a:lvl1pPr algn="l">
                <a:defRPr sz="559" b="0">
                  <a:solidFill>
                    <a:srgbClr val="65727C"/>
                  </a:solidFill>
                  <a:latin typeface="Arial"/>
                  <a:ea typeface="Arial"/>
                  <a:cs typeface="Arial"/>
                </a:defRPr>
              </a:lvl1pPr>
              <a:lvl2pPr algn="l">
                <a:defRPr sz="559" b="0">
                  <a:solidFill>
                    <a:srgbClr val="65727C"/>
                  </a:solidFill>
                  <a:latin typeface="Arial"/>
                  <a:ea typeface="Arial"/>
                  <a:cs typeface="Arial"/>
                </a:defRPr>
              </a:lvl2pPr>
              <a:lvl3pPr algn="l">
                <a:defRPr sz="559" b="0">
                  <a:solidFill>
                    <a:srgbClr val="65727C"/>
                  </a:solidFill>
                  <a:latin typeface="Arial"/>
                  <a:ea typeface="Arial"/>
                  <a:cs typeface="Arial"/>
                </a:defRPr>
              </a:lvl3pPr>
              <a:lvl4pPr algn="l">
                <a:defRPr sz="559" b="0">
                  <a:solidFill>
                    <a:srgbClr val="65727C"/>
                  </a:solidFill>
                  <a:latin typeface="Arial"/>
                  <a:ea typeface="Arial"/>
                  <a:cs typeface="Arial"/>
                </a:defRPr>
              </a:lvl4pPr>
              <a:lvl5pPr algn="l">
                <a:defRPr sz="559" b="0">
                  <a:solidFill>
                    <a:srgbClr val="65727C"/>
                  </a:solidFill>
                  <a:latin typeface="Arial"/>
                  <a:ea typeface="Arial"/>
                  <a:cs typeface="Arial"/>
                </a:defRPr>
              </a:lvl5pPr>
              <a:lvl6pPr algn="l">
                <a:defRPr sz="559" b="0">
                  <a:solidFill>
                    <a:srgbClr val="65727C"/>
                  </a:solidFill>
                  <a:latin typeface="Arial"/>
                  <a:ea typeface="Arial"/>
                  <a:cs typeface="Arial"/>
                </a:defRPr>
              </a:lvl6pPr>
              <a:lvl7pPr algn="l">
                <a:defRPr sz="559" b="0">
                  <a:solidFill>
                    <a:srgbClr val="65727C"/>
                  </a:solidFill>
                  <a:latin typeface="Arial"/>
                  <a:ea typeface="Arial"/>
                  <a:cs typeface="Arial"/>
                </a:defRPr>
              </a:lvl7pPr>
              <a:lvl8pPr algn="l">
                <a:defRPr sz="559" b="0">
                  <a:solidFill>
                    <a:srgbClr val="65727C"/>
                  </a:solidFill>
                  <a:latin typeface="Arial"/>
                  <a:ea typeface="Arial"/>
                  <a:cs typeface="Arial"/>
                </a:defRPr>
              </a:lvl8pPr>
              <a:lvl9pPr algn="l">
                <a:defRPr sz="559" b="0">
                  <a:solidFill>
                    <a:srgbClr val="65727C"/>
                  </a:solidFill>
                  <a:latin typeface="Arial"/>
                  <a:ea typeface="Arial"/>
                  <a:cs typeface="Arial"/>
                </a:defRPr>
              </a:lvl9pPr>
            </a:lstStyle>
            <a:p>
              <a:pPr algn="l">
                <a:defRPr sz="559" b="0">
                  <a:solidFill>
                    <a:srgbClr val="65727C"/>
                  </a:solidFill>
                  <a:latin typeface="Arial"/>
                  <a:ea typeface="Arial"/>
                  <a:cs typeface="Arial"/>
                </a:defRPr>
              </a:pPr>
              <a:r>
                <a:rPr sz="559" b="0">
                  <a:solidFill>
                    <a:srgbClr val="65727C"/>
                  </a:solidFill>
                  <a:latin typeface="Arial"/>
                  <a:ea typeface="Arial"/>
                  <a:cs typeface="Arial"/>
                </a:rPr>
                <a:t>NSW</a:t>
              </a:r>
            </a:p>
          </p:txBody>
        </p:sp>
        <p:sp>
          <p:nvSpPr>
            <p:cNvPr id="46" name="text_045">
              <a:extLst>
                <a:ext uri="{FF2B5EF4-FFF2-40B4-BE49-F238E27FC236}">
                  <ns2:creationId id="{1BF6A72E-BFDF-4A9A-B063-A0622A85D8E0}"/>
                </a:ext>
              </a:extLst>
            </p:cNvPr>
            <p:cNvSpPr>
              <a:spLocks noGrp="1"/>
            </p:cNvSpPr>
            <p:nvPr/>
          </p:nvSpPr>
          <p:spPr>
            <a:xfrm rot="0">
              <a:off x="3478670" y="4966019"/>
              <a:ext cx="428625" cy="190500"/>
            </a:xfrm>
            <a:prstGeom prst="rect">
              <a:avLst/>
            </a:prstGeom>
            <a:noFill/>
            <a:ln w="0">
              <a:noFill/>
              <a:prstDash val="solid"/>
            </a:ln>
          </p:spPr>
          <p:txBody>
            <a:bodyPr wrap="none" lIns="0" tIns="0" rIns="0" bIns="0" anchor="t">
              <a:noAutofit/>
            </a:bodyPr>
            <a:lstStyle>
              <a:defPPr algn="l">
                <a:defRPr sz="559" b="0">
                  <a:solidFill>
                    <a:srgbClr val="65727C"/>
                  </a:solidFill>
                  <a:latin typeface="Arial"/>
                  <a:ea typeface="Arial"/>
                  <a:cs typeface="Arial"/>
                </a:defRPr>
              </a:defPPr>
              <a:lvl1pPr algn="l">
                <a:defRPr sz="559" b="0">
                  <a:solidFill>
                    <a:srgbClr val="65727C"/>
                  </a:solidFill>
                  <a:latin typeface="Arial"/>
                  <a:ea typeface="Arial"/>
                  <a:cs typeface="Arial"/>
                </a:defRPr>
              </a:lvl1pPr>
              <a:lvl2pPr algn="l">
                <a:defRPr sz="559" b="0">
                  <a:solidFill>
                    <a:srgbClr val="65727C"/>
                  </a:solidFill>
                  <a:latin typeface="Arial"/>
                  <a:ea typeface="Arial"/>
                  <a:cs typeface="Arial"/>
                </a:defRPr>
              </a:lvl2pPr>
              <a:lvl3pPr algn="l">
                <a:defRPr sz="559" b="0">
                  <a:solidFill>
                    <a:srgbClr val="65727C"/>
                  </a:solidFill>
                  <a:latin typeface="Arial"/>
                  <a:ea typeface="Arial"/>
                  <a:cs typeface="Arial"/>
                </a:defRPr>
              </a:lvl3pPr>
              <a:lvl4pPr algn="l">
                <a:defRPr sz="559" b="0">
                  <a:solidFill>
                    <a:srgbClr val="65727C"/>
                  </a:solidFill>
                  <a:latin typeface="Arial"/>
                  <a:ea typeface="Arial"/>
                  <a:cs typeface="Arial"/>
                </a:defRPr>
              </a:lvl4pPr>
              <a:lvl5pPr algn="l">
                <a:defRPr sz="559" b="0">
                  <a:solidFill>
                    <a:srgbClr val="65727C"/>
                  </a:solidFill>
                  <a:latin typeface="Arial"/>
                  <a:ea typeface="Arial"/>
                  <a:cs typeface="Arial"/>
                </a:defRPr>
              </a:lvl5pPr>
              <a:lvl6pPr algn="l">
                <a:defRPr sz="559" b="0">
                  <a:solidFill>
                    <a:srgbClr val="65727C"/>
                  </a:solidFill>
                  <a:latin typeface="Arial"/>
                  <a:ea typeface="Arial"/>
                  <a:cs typeface="Arial"/>
                </a:defRPr>
              </a:lvl6pPr>
              <a:lvl7pPr algn="l">
                <a:defRPr sz="559" b="0">
                  <a:solidFill>
                    <a:srgbClr val="65727C"/>
                  </a:solidFill>
                  <a:latin typeface="Arial"/>
                  <a:ea typeface="Arial"/>
                  <a:cs typeface="Arial"/>
                </a:defRPr>
              </a:lvl7pPr>
              <a:lvl8pPr algn="l">
                <a:defRPr sz="559" b="0">
                  <a:solidFill>
                    <a:srgbClr val="65727C"/>
                  </a:solidFill>
                  <a:latin typeface="Arial"/>
                  <a:ea typeface="Arial"/>
                  <a:cs typeface="Arial"/>
                </a:defRPr>
              </a:lvl8pPr>
              <a:lvl9pPr algn="l">
                <a:defRPr sz="559" b="0">
                  <a:solidFill>
                    <a:srgbClr val="65727C"/>
                  </a:solidFill>
                  <a:latin typeface="Arial"/>
                  <a:ea typeface="Arial"/>
                  <a:cs typeface="Arial"/>
                </a:defRPr>
              </a:lvl9pPr>
            </a:lstStyle>
            <a:p>
              <a:pPr algn="l">
                <a:defRPr sz="559" b="0">
                  <a:solidFill>
                    <a:srgbClr val="65727C"/>
                  </a:solidFill>
                  <a:latin typeface="Arial"/>
                  <a:ea typeface="Arial"/>
                  <a:cs typeface="Arial"/>
                </a:defRPr>
              </a:pPr>
              <a:r>
                <a:rPr sz="559" b="0">
                  <a:solidFill>
                    <a:srgbClr val="65727C"/>
                  </a:solidFill>
                  <a:latin typeface="Arial"/>
                  <a:ea typeface="Arial"/>
                  <a:cs typeface="Arial"/>
                </a:rPr>
                <a:t>VIC</a:t>
              </a:r>
            </a:p>
          </p:txBody>
        </p:sp>
        <p:sp>
          <p:nvSpPr>
            <p:cNvPr id="47" name="line_046">
              <a:extLst>
                <a:ext uri="{FF2B5EF4-FFF2-40B4-BE49-F238E27FC236}">
                  <ns2:creationId id="{404C9B2B-BD85-4A7B-80BB-B908C8D87CB4}"/>
                </a:ext>
              </a:extLst>
            </p:cNvPr>
            <p:cNvSpPr>
              <a:spLocks noGrp="1"/>
            </p:cNvSpPr>
            <p:nvPr/>
          </p:nvSpPr>
          <p:spPr>
            <a:xfrm>
              <a:off x="4925481" y="5143500"/>
              <a:ext cx="322794" cy="95"/>
            </a:xfrm>
            <a:custGeom>
              <a:pathLst>
                <a:path w="322794" h="95">
                  <a:moveTo>
                    <a:pt x="0" y="0"/>
                  </a:moveTo>
                  <a:lnTo>
                    <a:pt x="322794" y="0"/>
                  </a:lnTo>
                </a:path>
              </a:pathLst>
            </a:custGeom>
            <a:noFill/>
            <a:ln w="9470">
              <a:solidFill>
                <a:srgbClr val="000000"/>
              </a:solidFill>
              <a:prstDash val="solid"/>
            </a:ln>
          </p:spPr>
        </p:sp>
        <p:sp>
          <p:nvSpPr>
            <p:cNvPr id="48" name="line_047">
              <a:extLst>
                <a:ext uri="{FF2B5EF4-FFF2-40B4-BE49-F238E27FC236}">
                  <ns2:creationId id="{3D2D9FF3-B4EB-473D-A8A1-FBF5BCC28E50}"/>
                </a:ext>
              </a:extLst>
            </p:cNvPr>
            <p:cNvSpPr>
              <a:spLocks noGrp="1"/>
            </p:cNvSpPr>
            <p:nvPr/>
          </p:nvSpPr>
          <p:spPr>
            <a:xfrm>
              <a:off x="4925481" y="5114925"/>
              <a:ext cx="95" cy="57150"/>
            </a:xfrm>
            <a:custGeom>
              <a:pathLst>
                <a:path w="95" h="57150">
                  <a:moveTo>
                    <a:pt x="0" y="0"/>
                  </a:moveTo>
                  <a:lnTo>
                    <a:pt x="0" y="57150"/>
                  </a:lnTo>
                </a:path>
              </a:pathLst>
            </a:custGeom>
            <a:noFill/>
            <a:ln w="7694">
              <a:solidFill>
                <a:srgbClr val="000000"/>
              </a:solidFill>
              <a:prstDash val="solid"/>
            </a:ln>
          </p:spPr>
        </p:sp>
        <p:sp>
          <p:nvSpPr>
            <p:cNvPr id="49" name="line_048">
              <a:extLst>
                <a:ext uri="{FF2B5EF4-FFF2-40B4-BE49-F238E27FC236}">
                  <ns2:creationId id="{447D6A89-310C-4359-823C-8171D3B282BA}"/>
                </a:ext>
              </a:extLst>
            </p:cNvPr>
            <p:cNvSpPr>
              <a:spLocks noGrp="1"/>
            </p:cNvSpPr>
            <p:nvPr/>
          </p:nvSpPr>
          <p:spPr>
            <a:xfrm>
              <a:off x="5248275" y="5114925"/>
              <a:ext cx="95" cy="57150"/>
            </a:xfrm>
            <a:custGeom>
              <a:pathLst>
                <a:path w="95" h="57150">
                  <a:moveTo>
                    <a:pt x="0" y="0"/>
                  </a:moveTo>
                  <a:lnTo>
                    <a:pt x="0" y="57150"/>
                  </a:lnTo>
                </a:path>
              </a:pathLst>
            </a:custGeom>
            <a:noFill/>
            <a:ln w="7694">
              <a:solidFill>
                <a:srgbClr val="000000"/>
              </a:solidFill>
              <a:prstDash val="solid"/>
            </a:ln>
          </p:spPr>
        </p:sp>
        <p:sp>
          <p:nvSpPr>
            <p:cNvPr id="50" name="text_049">
              <a:extLst>
                <a:ext uri="{FF2B5EF4-FFF2-40B4-BE49-F238E27FC236}">
                  <ns2:creationId id="{3A168DA3-1307-426A-9AC2-5740754BF94B}"/>
                </a:ext>
              </a:extLst>
            </p:cNvPr>
            <p:cNvSpPr>
              <a:spLocks noGrp="1"/>
            </p:cNvSpPr>
            <p:nvPr/>
          </p:nvSpPr>
          <p:spPr>
            <a:xfrm rot="0">
              <a:off x="4858806" y="4943475"/>
              <a:ext cx="456144" cy="200025"/>
            </a:xfrm>
            <a:prstGeom prst="rect">
              <a:avLst/>
            </a:prstGeom>
            <a:noFill/>
            <a:ln w="0">
              <a:noFill/>
              <a:prstDash val="solid"/>
            </a:ln>
          </p:spPr>
          <p:txBody>
            <a:bodyPr wrap="none" lIns="0" tIns="0" rIns="0" bIns="0" anchor="t">
              <a:noAutofit/>
            </a:bodyPr>
            <a:lstStyle>
              <a:defPPr algn="ctr">
                <a:defRPr sz="559" b="0">
                  <a:solidFill>
                    <a:srgbClr val="000000"/>
                  </a:solidFill>
                  <a:latin typeface="Arial"/>
                  <a:ea typeface="Arial"/>
                  <a:cs typeface="Arial"/>
                </a:defRPr>
              </a:defPPr>
              <a:lvl1pPr algn="ctr">
                <a:defRPr sz="559" b="0">
                  <a:solidFill>
                    <a:srgbClr val="000000"/>
                  </a:solidFill>
                  <a:latin typeface="Arial"/>
                  <a:ea typeface="Arial"/>
                  <a:cs typeface="Arial"/>
                </a:defRPr>
              </a:lvl1pPr>
              <a:lvl2pPr algn="ctr">
                <a:defRPr sz="559" b="0">
                  <a:solidFill>
                    <a:srgbClr val="000000"/>
                  </a:solidFill>
                  <a:latin typeface="Arial"/>
                  <a:ea typeface="Arial"/>
                  <a:cs typeface="Arial"/>
                </a:defRPr>
              </a:lvl2pPr>
              <a:lvl3pPr algn="ctr">
                <a:defRPr sz="559" b="0">
                  <a:solidFill>
                    <a:srgbClr val="000000"/>
                  </a:solidFill>
                  <a:latin typeface="Arial"/>
                  <a:ea typeface="Arial"/>
                  <a:cs typeface="Arial"/>
                </a:defRPr>
              </a:lvl3pPr>
              <a:lvl4pPr algn="ctr">
                <a:defRPr sz="559" b="0">
                  <a:solidFill>
                    <a:srgbClr val="000000"/>
                  </a:solidFill>
                  <a:latin typeface="Arial"/>
                  <a:ea typeface="Arial"/>
                  <a:cs typeface="Arial"/>
                </a:defRPr>
              </a:lvl4pPr>
              <a:lvl5pPr algn="ctr">
                <a:defRPr sz="559" b="0">
                  <a:solidFill>
                    <a:srgbClr val="000000"/>
                  </a:solidFill>
                  <a:latin typeface="Arial"/>
                  <a:ea typeface="Arial"/>
                  <a:cs typeface="Arial"/>
                </a:defRPr>
              </a:lvl5pPr>
              <a:lvl6pPr algn="ctr">
                <a:defRPr sz="559" b="0">
                  <a:solidFill>
                    <a:srgbClr val="000000"/>
                  </a:solidFill>
                  <a:latin typeface="Arial"/>
                  <a:ea typeface="Arial"/>
                  <a:cs typeface="Arial"/>
                </a:defRPr>
              </a:lvl6pPr>
              <a:lvl7pPr algn="ctr">
                <a:defRPr sz="559" b="0">
                  <a:solidFill>
                    <a:srgbClr val="000000"/>
                  </a:solidFill>
                  <a:latin typeface="Arial"/>
                  <a:ea typeface="Arial"/>
                  <a:cs typeface="Arial"/>
                </a:defRPr>
              </a:lvl7pPr>
              <a:lvl8pPr algn="ctr">
                <a:defRPr sz="559" b="0">
                  <a:solidFill>
                    <a:srgbClr val="000000"/>
                  </a:solidFill>
                  <a:latin typeface="Arial"/>
                  <a:ea typeface="Arial"/>
                  <a:cs typeface="Arial"/>
                </a:defRPr>
              </a:lvl8pPr>
              <a:lvl9pPr algn="ctr">
                <a:defRPr sz="559" b="0">
                  <a:solidFill>
                    <a:srgbClr val="000000"/>
                  </a:solidFill>
                  <a:latin typeface="Arial"/>
                  <a:ea typeface="Arial"/>
                  <a:cs typeface="Arial"/>
                </a:defRPr>
              </a:lvl9pPr>
            </a:lstStyle>
            <a:p>
              <a:pPr algn="ctr">
                <a:defRPr sz="559" b="0">
                  <a:solidFill>
                    <a:srgbClr val="000000"/>
                  </a:solidFill>
                  <a:latin typeface="Arial"/>
                  <a:ea typeface="Arial"/>
                  <a:cs typeface="Arial"/>
                </a:defRPr>
              </a:pPr>
              <a:r>
                <a:rPr sz="559" b="0">
                  <a:solidFill>
                    <a:srgbClr val="000000"/>
                  </a:solidFill>
                  <a:latin typeface="Arial"/>
                  <a:ea typeface="Arial"/>
                  <a:cs typeface="Arial"/>
                </a:rPr>
                <a:t>200 km</a:t>
              </a:r>
            </a:p>
          </p:txBody>
        </p:sp>
        <p:sp>
          <p:nvSpPr>
            <p:cNvPr id="51" name="ellipse_050">
              <a:extLst>
                <a:ext uri="{FF2B5EF4-FFF2-40B4-BE49-F238E27FC236}">
                  <ns2:creationId id="{4C56DDDC-D208-4991-9F59-6ECD29F15659}"/>
                </a:ext>
              </a:extLst>
            </p:cNvPr>
            <p:cNvSpPr>
              <a:spLocks noGrp="1"/>
            </p:cNvSpPr>
            <p:nvPr/>
          </p:nvSpPr>
          <p:spPr>
            <a:xfrm rot="0">
              <a:off x="5060811" y="3609439"/>
              <a:ext cx="112395" cy="112395"/>
            </a:xfrm>
            <a:prstGeom prst="ellipse">
              <a:avLst/>
            </a:prstGeom>
            <a:solidFill>
              <a:srgbClr val="FFFFFF"/>
            </a:solidFill>
            <a:ln w="10653">
              <a:solidFill>
                <a:srgbClr val="FFFFFF"/>
              </a:solidFill>
              <a:prstDash val="solid"/>
            </a:ln>
          </p:spPr>
        </p:sp>
        <p:sp>
          <p:nvSpPr>
            <p:cNvPr id="52" name="A_f18_False">
              <a:extLst>
                <a:ext uri="{FF2B5EF4-FFF2-40B4-BE49-F238E27FC236}">
                  <ns2:creationId id="{4B49C7CC-49CE-4DB2-93EB-CEE3BD4BE8D6}"/>
                </a:ext>
              </a:extLst>
            </p:cNvPr>
            <p:cNvSpPr>
              <a:spLocks noGrp="1"/>
            </p:cNvSpPr>
            <p:nvPr/>
          </p:nvSpPr>
          <p:spPr>
            <a:xfrm rot="0">
              <a:off x="5077956" y="3626584"/>
              <a:ext cx="78105" cy="78105"/>
            </a:xfrm>
            <a:prstGeom prst="ellipse">
              <a:avLst/>
            </a:prstGeom>
            <a:solidFill>
              <a:srgbClr val="FFFFFF"/>
            </a:solidFill>
            <a:ln w="10653">
              <a:solidFill>
                <a:srgbClr val="0072B2"/>
              </a:solidFill>
              <a:prstDash val="solid"/>
            </a:ln>
          </p:spPr>
        </p:sp>
        <p:sp>
          <p:nvSpPr>
            <p:cNvPr id="53" name="text_052">
              <a:extLst>
                <a:ext uri="{FF2B5EF4-FFF2-40B4-BE49-F238E27FC236}">
                  <ns2:creationId id="{8B947249-2F73-456C-A0EC-6B18D6055A1C}"/>
                </a:ext>
              </a:extLst>
            </p:cNvPr>
            <p:cNvSpPr>
              <a:spLocks noGrp="1"/>
            </p:cNvSpPr>
            <p:nvPr/>
          </p:nvSpPr>
          <p:spPr>
            <a:xfrm rot="0">
              <a:off x="4859834" y="3437037"/>
              <a:ext cx="266700" cy="247650"/>
            </a:xfrm>
            <a:prstGeom prst="rect">
              <a:avLst/>
            </a:prstGeom>
            <a:noFill/>
            <a:ln w="0">
              <a:noFill/>
              <a:prstDash val="solid"/>
            </a:ln>
          </p:spPr>
          <p:txBody>
            <a:bodyPr wrap="none" lIns="0" tIns="0" rIns="0" bIns="0" anchor="t">
              <a:noAutofit/>
            </a:bodyPr>
            <a:lstStyle>
              <a:defPPr algn="l">
                <a:defRPr sz="932" b="1">
                  <a:solidFill>
                    <a:srgbClr val="0072B2"/>
                  </a:solidFill>
                  <a:latin typeface="Arial"/>
                  <a:ea typeface="Arial"/>
                  <a:cs typeface="Arial"/>
                </a:defRPr>
              </a:defPPr>
              <a:lvl1pPr algn="l">
                <a:defRPr sz="932" b="1">
                  <a:solidFill>
                    <a:srgbClr val="0072B2"/>
                  </a:solidFill>
                  <a:latin typeface="Arial"/>
                  <a:ea typeface="Arial"/>
                  <a:cs typeface="Arial"/>
                </a:defRPr>
              </a:lvl1pPr>
              <a:lvl2pPr algn="l">
                <a:defRPr sz="932" b="1">
                  <a:solidFill>
                    <a:srgbClr val="0072B2"/>
                  </a:solidFill>
                  <a:latin typeface="Arial"/>
                  <a:ea typeface="Arial"/>
                  <a:cs typeface="Arial"/>
                </a:defRPr>
              </a:lvl2pPr>
              <a:lvl3pPr algn="l">
                <a:defRPr sz="932" b="1">
                  <a:solidFill>
                    <a:srgbClr val="0072B2"/>
                  </a:solidFill>
                  <a:latin typeface="Arial"/>
                  <a:ea typeface="Arial"/>
                  <a:cs typeface="Arial"/>
                </a:defRPr>
              </a:lvl3pPr>
              <a:lvl4pPr algn="l">
                <a:defRPr sz="932" b="1">
                  <a:solidFill>
                    <a:srgbClr val="0072B2"/>
                  </a:solidFill>
                  <a:latin typeface="Arial"/>
                  <a:ea typeface="Arial"/>
                  <a:cs typeface="Arial"/>
                </a:defRPr>
              </a:lvl4pPr>
              <a:lvl5pPr algn="l">
                <a:defRPr sz="932" b="1">
                  <a:solidFill>
                    <a:srgbClr val="0072B2"/>
                  </a:solidFill>
                  <a:latin typeface="Arial"/>
                  <a:ea typeface="Arial"/>
                  <a:cs typeface="Arial"/>
                </a:defRPr>
              </a:lvl5pPr>
              <a:lvl6pPr algn="l">
                <a:defRPr sz="932" b="1">
                  <a:solidFill>
                    <a:srgbClr val="0072B2"/>
                  </a:solidFill>
                  <a:latin typeface="Arial"/>
                  <a:ea typeface="Arial"/>
                  <a:cs typeface="Arial"/>
                </a:defRPr>
              </a:lvl6pPr>
              <a:lvl7pPr algn="l">
                <a:defRPr sz="932" b="1">
                  <a:solidFill>
                    <a:srgbClr val="0072B2"/>
                  </a:solidFill>
                  <a:latin typeface="Arial"/>
                  <a:ea typeface="Arial"/>
                  <a:cs typeface="Arial"/>
                </a:defRPr>
              </a:lvl7pPr>
              <a:lvl8pPr algn="l">
                <a:defRPr sz="932" b="1">
                  <a:solidFill>
                    <a:srgbClr val="0072B2"/>
                  </a:solidFill>
                  <a:latin typeface="Arial"/>
                  <a:ea typeface="Arial"/>
                  <a:cs typeface="Arial"/>
                </a:defRPr>
              </a:lvl8pPr>
              <a:lvl9pPr algn="l">
                <a:defRPr sz="932" b="1">
                  <a:solidFill>
                    <a:srgbClr val="0072B2"/>
                  </a:solidFill>
                  <a:latin typeface="Arial"/>
                  <a:ea typeface="Arial"/>
                  <a:cs typeface="Arial"/>
                </a:defRPr>
              </a:lvl9pPr>
            </a:lstStyle>
            <a:p>
              <a:pPr algn="l">
                <a:defRPr sz="932" b="1">
                  <a:solidFill>
                    <a:srgbClr val="0072B2"/>
                  </a:solidFill>
                  <a:latin typeface="Arial"/>
                  <a:ea typeface="Arial"/>
                  <a:cs typeface="Arial"/>
                </a:defRPr>
              </a:pPr>
              <a:r>
                <a:rPr sz="932" b="1">
                  <a:solidFill>
                    <a:srgbClr val="0072B2"/>
                  </a:solidFill>
                  <a:latin typeface="Arial"/>
                  <a:ea typeface="Arial"/>
                  <a:cs typeface="Arial"/>
                </a:rPr>
                <a:t>A</a:t>
              </a:r>
            </a:p>
          </p:txBody>
        </p:sp>
        <p:sp>
          <p:nvSpPr>
            <p:cNvPr id="54" name="ellipse_053">
              <a:extLst>
                <a:ext uri="{FF2B5EF4-FFF2-40B4-BE49-F238E27FC236}">
                  <ns2:creationId id="{5471A0FB-FD1E-47A2-8E79-87C32E3484FF}"/>
                </a:ext>
              </a:extLst>
            </p:cNvPr>
            <p:cNvSpPr>
              <a:spLocks noGrp="1"/>
            </p:cNvSpPr>
            <p:nvPr/>
          </p:nvSpPr>
          <p:spPr>
            <a:xfrm rot="0">
              <a:off x="4373225" y="5017353"/>
              <a:ext cx="112395" cy="112395"/>
            </a:xfrm>
            <a:prstGeom prst="ellipse">
              <a:avLst/>
            </a:prstGeom>
            <a:solidFill>
              <a:srgbClr val="FFFFFF"/>
            </a:solidFill>
            <a:ln w="10653">
              <a:solidFill>
                <a:srgbClr val="FFFFFF"/>
              </a:solidFill>
              <a:prstDash val="solid"/>
            </a:ln>
          </p:spPr>
        </p:sp>
        <p:sp>
          <p:nvSpPr>
            <p:cNvPr id="55" name="B_f18_False">
              <a:extLst>
                <a:ext uri="{FF2B5EF4-FFF2-40B4-BE49-F238E27FC236}">
                  <ns2:creationId id="{2615423B-3CDA-422A-AD78-1FE30A876D6D}"/>
                </a:ext>
              </a:extLst>
            </p:cNvPr>
            <p:cNvSpPr>
              <a:spLocks noGrp="1"/>
            </p:cNvSpPr>
            <p:nvPr/>
          </p:nvSpPr>
          <p:spPr>
            <a:xfrm rot="0">
              <a:off x="4390370" y="5034498"/>
              <a:ext cx="78105" cy="78105"/>
            </a:xfrm>
            <a:prstGeom prst="ellipse">
              <a:avLst/>
            </a:prstGeom>
            <a:solidFill>
              <a:srgbClr val="FFFFFF"/>
            </a:solidFill>
            <a:ln w="10653">
              <a:solidFill>
                <a:srgbClr val="D55E00"/>
              </a:solidFill>
              <a:prstDash val="solid"/>
            </a:ln>
          </p:spPr>
        </p:sp>
        <p:sp>
          <p:nvSpPr>
            <p:cNvPr id="56" name="text_055">
              <a:extLst>
                <a:ext uri="{FF2B5EF4-FFF2-40B4-BE49-F238E27FC236}">
                  <ns2:creationId id="{77848339-EAA3-44AB-A5EF-312FC52BA537}"/>
                </a:ext>
              </a:extLst>
            </p:cNvPr>
            <p:cNvSpPr>
              <a:spLocks noGrp="1"/>
            </p:cNvSpPr>
            <p:nvPr/>
          </p:nvSpPr>
          <p:spPr>
            <a:xfrm rot="0">
              <a:off x="4505623" y="4844951"/>
              <a:ext cx="266700" cy="247650"/>
            </a:xfrm>
            <a:prstGeom prst="rect">
              <a:avLst/>
            </a:prstGeom>
            <a:noFill/>
            <a:ln w="0">
              <a:noFill/>
              <a:prstDash val="solid"/>
            </a:ln>
          </p:spPr>
          <p:txBody>
            <a:bodyPr wrap="none" lIns="0" tIns="0" rIns="0" bIns="0" anchor="t">
              <a:noAutofit/>
            </a:bodyPr>
            <a:lstStyle>
              <a:defPPr algn="l">
                <a:defRPr sz="932" b="1">
                  <a:solidFill>
                    <a:srgbClr val="D55E00"/>
                  </a:solidFill>
                  <a:latin typeface="Arial"/>
                  <a:ea typeface="Arial"/>
                  <a:cs typeface="Arial"/>
                </a:defRPr>
              </a:defPPr>
              <a:lvl1pPr algn="l">
                <a:defRPr sz="932" b="1">
                  <a:solidFill>
                    <a:srgbClr val="D55E00"/>
                  </a:solidFill>
                  <a:latin typeface="Arial"/>
                  <a:ea typeface="Arial"/>
                  <a:cs typeface="Arial"/>
                </a:defRPr>
              </a:lvl1pPr>
              <a:lvl2pPr algn="l">
                <a:defRPr sz="932" b="1">
                  <a:solidFill>
                    <a:srgbClr val="D55E00"/>
                  </a:solidFill>
                  <a:latin typeface="Arial"/>
                  <a:ea typeface="Arial"/>
                  <a:cs typeface="Arial"/>
                </a:defRPr>
              </a:lvl2pPr>
              <a:lvl3pPr algn="l">
                <a:defRPr sz="932" b="1">
                  <a:solidFill>
                    <a:srgbClr val="D55E00"/>
                  </a:solidFill>
                  <a:latin typeface="Arial"/>
                  <a:ea typeface="Arial"/>
                  <a:cs typeface="Arial"/>
                </a:defRPr>
              </a:lvl3pPr>
              <a:lvl4pPr algn="l">
                <a:defRPr sz="932" b="1">
                  <a:solidFill>
                    <a:srgbClr val="D55E00"/>
                  </a:solidFill>
                  <a:latin typeface="Arial"/>
                  <a:ea typeface="Arial"/>
                  <a:cs typeface="Arial"/>
                </a:defRPr>
              </a:lvl4pPr>
              <a:lvl5pPr algn="l">
                <a:defRPr sz="932" b="1">
                  <a:solidFill>
                    <a:srgbClr val="D55E00"/>
                  </a:solidFill>
                  <a:latin typeface="Arial"/>
                  <a:ea typeface="Arial"/>
                  <a:cs typeface="Arial"/>
                </a:defRPr>
              </a:lvl5pPr>
              <a:lvl6pPr algn="l">
                <a:defRPr sz="932" b="1">
                  <a:solidFill>
                    <a:srgbClr val="D55E00"/>
                  </a:solidFill>
                  <a:latin typeface="Arial"/>
                  <a:ea typeface="Arial"/>
                  <a:cs typeface="Arial"/>
                </a:defRPr>
              </a:lvl6pPr>
              <a:lvl7pPr algn="l">
                <a:defRPr sz="932" b="1">
                  <a:solidFill>
                    <a:srgbClr val="D55E00"/>
                  </a:solidFill>
                  <a:latin typeface="Arial"/>
                  <a:ea typeface="Arial"/>
                  <a:cs typeface="Arial"/>
                </a:defRPr>
              </a:lvl7pPr>
              <a:lvl8pPr algn="l">
                <a:defRPr sz="932" b="1">
                  <a:solidFill>
                    <a:srgbClr val="D55E00"/>
                  </a:solidFill>
                  <a:latin typeface="Arial"/>
                  <a:ea typeface="Arial"/>
                  <a:cs typeface="Arial"/>
                </a:defRPr>
              </a:lvl8pPr>
              <a:lvl9pPr algn="l">
                <a:defRPr sz="932" b="1">
                  <a:solidFill>
                    <a:srgbClr val="D55E00"/>
                  </a:solidFill>
                  <a:latin typeface="Arial"/>
                  <a:ea typeface="Arial"/>
                  <a:cs typeface="Arial"/>
                </a:defRPr>
              </a:lvl9pPr>
            </a:lstStyle>
            <a:p>
              <a:pPr algn="l">
                <a:defRPr sz="932" b="1">
                  <a:solidFill>
                    <a:srgbClr val="D55E00"/>
                  </a:solidFill>
                  <a:latin typeface="Arial"/>
                  <a:ea typeface="Arial"/>
                  <a:cs typeface="Arial"/>
                </a:defRPr>
              </a:pPr>
              <a:r>
                <a:rPr sz="932" b="1">
                  <a:solidFill>
                    <a:srgbClr val="D55E00"/>
                  </a:solidFill>
                  <a:latin typeface="Arial"/>
                  <a:ea typeface="Arial"/>
                  <a:cs typeface="Arial"/>
                </a:rPr>
                <a:t>B</a:t>
              </a:r>
            </a:p>
          </p:txBody>
        </p:sp>
        <p:sp>
          <p:nvSpPr>
            <p:cNvPr id="57" name="ellipse_056">
              <a:extLst>
                <a:ext uri="{FF2B5EF4-FFF2-40B4-BE49-F238E27FC236}">
                  <ns2:creationId id="{641E697B-62F4-449B-9FEA-7151278695E4}"/>
                </a:ext>
              </a:extLst>
            </p:cNvPr>
            <p:cNvSpPr>
              <a:spLocks noGrp="1"/>
            </p:cNvSpPr>
            <p:nvPr/>
          </p:nvSpPr>
          <p:spPr>
            <a:xfrm rot="0">
              <a:off x="3914835" y="3543955"/>
              <a:ext cx="112395" cy="112395"/>
            </a:xfrm>
            <a:prstGeom prst="ellipse">
              <a:avLst/>
            </a:prstGeom>
            <a:solidFill>
              <a:srgbClr val="FFFFFF"/>
            </a:solidFill>
            <a:ln w="10653">
              <a:solidFill>
                <a:srgbClr val="FFFFFF"/>
              </a:solidFill>
              <a:prstDash val="solid"/>
            </a:ln>
          </p:spPr>
        </p:sp>
        <p:sp>
          <p:nvSpPr>
            <p:cNvPr id="58" name="C_f18_False">
              <a:extLst>
                <a:ext uri="{FF2B5EF4-FFF2-40B4-BE49-F238E27FC236}">
                  <ns2:creationId id="{68A6C6C8-688D-454C-86EA-F594DB0ECCC4}"/>
                </a:ext>
              </a:extLst>
            </p:cNvPr>
            <p:cNvSpPr>
              <a:spLocks noGrp="1"/>
            </p:cNvSpPr>
            <p:nvPr/>
          </p:nvSpPr>
          <p:spPr>
            <a:xfrm rot="0">
              <a:off x="3931980" y="3561100"/>
              <a:ext cx="78105" cy="78105"/>
            </a:xfrm>
            <a:prstGeom prst="ellipse">
              <a:avLst/>
            </a:prstGeom>
            <a:solidFill>
              <a:srgbClr val="FFFFFF"/>
            </a:solidFill>
            <a:ln w="10653">
              <a:solidFill>
                <a:srgbClr val="009E73"/>
              </a:solidFill>
              <a:prstDash val="solid"/>
            </a:ln>
          </p:spPr>
        </p:sp>
        <p:sp>
          <p:nvSpPr>
            <p:cNvPr id="59" name="text_058">
              <a:extLst>
                <a:ext uri="{FF2B5EF4-FFF2-40B4-BE49-F238E27FC236}">
                  <ns2:creationId id="{F5ECBBE3-2576-4BF1-BE5D-75BC6BD1C411}"/>
                </a:ext>
              </a:extLst>
            </p:cNvPr>
            <p:cNvSpPr>
              <a:spLocks noGrp="1"/>
            </p:cNvSpPr>
            <p:nvPr/>
          </p:nvSpPr>
          <p:spPr>
            <a:xfrm rot="0">
              <a:off x="4047232" y="3371552"/>
              <a:ext cx="266700" cy="247650"/>
            </a:xfrm>
            <a:prstGeom prst="rect">
              <a:avLst/>
            </a:prstGeom>
            <a:noFill/>
            <a:ln w="0">
              <a:noFill/>
              <a:prstDash val="solid"/>
            </a:ln>
          </p:spPr>
          <p:txBody>
            <a:bodyPr wrap="none" lIns="0" tIns="0" rIns="0" bIns="0" anchor="t">
              <a:noAutofit/>
            </a:bodyPr>
            <a:lstStyle>
              <a:defPPr algn="l">
                <a:defRPr sz="932" b="1">
                  <a:solidFill>
                    <a:srgbClr val="009E73"/>
                  </a:solidFill>
                  <a:latin typeface="Arial"/>
                  <a:ea typeface="Arial"/>
                  <a:cs typeface="Arial"/>
                </a:defRPr>
              </a:defPPr>
              <a:lvl1pPr algn="l">
                <a:defRPr sz="932" b="1">
                  <a:solidFill>
                    <a:srgbClr val="009E73"/>
                  </a:solidFill>
                  <a:latin typeface="Arial"/>
                  <a:ea typeface="Arial"/>
                  <a:cs typeface="Arial"/>
                </a:defRPr>
              </a:lvl1pPr>
              <a:lvl2pPr algn="l">
                <a:defRPr sz="932" b="1">
                  <a:solidFill>
                    <a:srgbClr val="009E73"/>
                  </a:solidFill>
                  <a:latin typeface="Arial"/>
                  <a:ea typeface="Arial"/>
                  <a:cs typeface="Arial"/>
                </a:defRPr>
              </a:lvl2pPr>
              <a:lvl3pPr algn="l">
                <a:defRPr sz="932" b="1">
                  <a:solidFill>
                    <a:srgbClr val="009E73"/>
                  </a:solidFill>
                  <a:latin typeface="Arial"/>
                  <a:ea typeface="Arial"/>
                  <a:cs typeface="Arial"/>
                </a:defRPr>
              </a:lvl3pPr>
              <a:lvl4pPr algn="l">
                <a:defRPr sz="932" b="1">
                  <a:solidFill>
                    <a:srgbClr val="009E73"/>
                  </a:solidFill>
                  <a:latin typeface="Arial"/>
                  <a:ea typeface="Arial"/>
                  <a:cs typeface="Arial"/>
                </a:defRPr>
              </a:lvl4pPr>
              <a:lvl5pPr algn="l">
                <a:defRPr sz="932" b="1">
                  <a:solidFill>
                    <a:srgbClr val="009E73"/>
                  </a:solidFill>
                  <a:latin typeface="Arial"/>
                  <a:ea typeface="Arial"/>
                  <a:cs typeface="Arial"/>
                </a:defRPr>
              </a:lvl5pPr>
              <a:lvl6pPr algn="l">
                <a:defRPr sz="932" b="1">
                  <a:solidFill>
                    <a:srgbClr val="009E73"/>
                  </a:solidFill>
                  <a:latin typeface="Arial"/>
                  <a:ea typeface="Arial"/>
                  <a:cs typeface="Arial"/>
                </a:defRPr>
              </a:lvl6pPr>
              <a:lvl7pPr algn="l">
                <a:defRPr sz="932" b="1">
                  <a:solidFill>
                    <a:srgbClr val="009E73"/>
                  </a:solidFill>
                  <a:latin typeface="Arial"/>
                  <a:ea typeface="Arial"/>
                  <a:cs typeface="Arial"/>
                </a:defRPr>
              </a:lvl7pPr>
              <a:lvl8pPr algn="l">
                <a:defRPr sz="932" b="1">
                  <a:solidFill>
                    <a:srgbClr val="009E73"/>
                  </a:solidFill>
                  <a:latin typeface="Arial"/>
                  <a:ea typeface="Arial"/>
                  <a:cs typeface="Arial"/>
                </a:defRPr>
              </a:lvl8pPr>
              <a:lvl9pPr algn="l">
                <a:defRPr sz="932" b="1">
                  <a:solidFill>
                    <a:srgbClr val="009E73"/>
                  </a:solidFill>
                  <a:latin typeface="Arial"/>
                  <a:ea typeface="Arial"/>
                  <a:cs typeface="Arial"/>
                </a:defRPr>
              </a:lvl9pPr>
            </a:lstStyle>
            <a:p>
              <a:pPr algn="l">
                <a:defRPr sz="932" b="1">
                  <a:solidFill>
                    <a:srgbClr val="009E73"/>
                  </a:solidFill>
                  <a:latin typeface="Arial"/>
                  <a:ea typeface="Arial"/>
                  <a:cs typeface="Arial"/>
                </a:defRPr>
              </a:pPr>
              <a:r>
                <a:rPr sz="932" b="1">
                  <a:solidFill>
                    <a:srgbClr val="009E73"/>
                  </a:solidFill>
                  <a:latin typeface="Arial"/>
                  <a:ea typeface="Arial"/>
                  <a:cs typeface="Arial"/>
                </a:rPr>
                <a:t>C</a:t>
              </a:r>
            </a:p>
          </p:txBody>
        </p:sp>
        <p:sp>
          <p:nvSpPr>
            <p:cNvPr id="60" name="text_059">
              <a:extLst>
                <a:ext uri="{FF2B5EF4-FFF2-40B4-BE49-F238E27FC236}">
                  <ns2:creationId id="{B185908D-5018-44C3-AF50-E351DDAE4F3F}"/>
                </a:ext>
              </a:extLst>
            </p:cNvPr>
            <p:cNvSpPr>
              <a:spLocks noGrp="1"/>
            </p:cNvSpPr>
            <p:nvPr/>
          </p:nvSpPr>
          <p:spPr>
            <a:xfrm rot="0">
              <a:off x="3152775" y="5600700"/>
              <a:ext cx="2324100" cy="228600"/>
            </a:xfrm>
            <a:prstGeom prst="rect">
              <a:avLst/>
            </a:prstGeom>
            <a:noFill/>
            <a:ln w="0">
              <a:noFill/>
              <a:prstDash val="solid"/>
            </a:ln>
          </p:spPr>
          <p:txBody>
            <a:bodyPr wrap="none" lIns="0" tIns="0" rIns="0" bIns="0" anchor="t">
              <a:noAutofit/>
            </a:bodyPr>
            <a:lstStyle>
              <a:defPPr algn="ctr">
                <a:defRPr sz="746" b="0">
                  <a:solidFill>
                    <a:srgbClr val="000000"/>
                  </a:solidFill>
                  <a:latin typeface="Arial"/>
                  <a:ea typeface="Arial"/>
                  <a:cs typeface="Arial"/>
                </a:defRPr>
              </a:defPPr>
              <a:lvl1pPr algn="ctr">
                <a:defRPr sz="746" b="0">
                  <a:solidFill>
                    <a:srgbClr val="000000"/>
                  </a:solidFill>
                  <a:latin typeface="Arial"/>
                  <a:ea typeface="Arial"/>
                  <a:cs typeface="Arial"/>
                </a:defRPr>
              </a:lvl1pPr>
              <a:lvl2pPr algn="ctr">
                <a:defRPr sz="746" b="0">
                  <a:solidFill>
                    <a:srgbClr val="000000"/>
                  </a:solidFill>
                  <a:latin typeface="Arial"/>
                  <a:ea typeface="Arial"/>
                  <a:cs typeface="Arial"/>
                </a:defRPr>
              </a:lvl2pPr>
              <a:lvl3pPr algn="ctr">
                <a:defRPr sz="746" b="0">
                  <a:solidFill>
                    <a:srgbClr val="000000"/>
                  </a:solidFill>
                  <a:latin typeface="Arial"/>
                  <a:ea typeface="Arial"/>
                  <a:cs typeface="Arial"/>
                </a:defRPr>
              </a:lvl3pPr>
              <a:lvl4pPr algn="ctr">
                <a:defRPr sz="746" b="0">
                  <a:solidFill>
                    <a:srgbClr val="000000"/>
                  </a:solidFill>
                  <a:latin typeface="Arial"/>
                  <a:ea typeface="Arial"/>
                  <a:cs typeface="Arial"/>
                </a:defRPr>
              </a:lvl4pPr>
              <a:lvl5pPr algn="ctr">
                <a:defRPr sz="746" b="0">
                  <a:solidFill>
                    <a:srgbClr val="000000"/>
                  </a:solidFill>
                  <a:latin typeface="Arial"/>
                  <a:ea typeface="Arial"/>
                  <a:cs typeface="Arial"/>
                </a:defRPr>
              </a:lvl5pPr>
              <a:lvl6pPr algn="ctr">
                <a:defRPr sz="746" b="0">
                  <a:solidFill>
                    <a:srgbClr val="000000"/>
                  </a:solidFill>
                  <a:latin typeface="Arial"/>
                  <a:ea typeface="Arial"/>
                  <a:cs typeface="Arial"/>
                </a:defRPr>
              </a:lvl6pPr>
              <a:lvl7pPr algn="ctr">
                <a:defRPr sz="746" b="0">
                  <a:solidFill>
                    <a:srgbClr val="000000"/>
                  </a:solidFill>
                  <a:latin typeface="Arial"/>
                  <a:ea typeface="Arial"/>
                  <a:cs typeface="Arial"/>
                </a:defRPr>
              </a:lvl7pPr>
              <a:lvl8pPr algn="ctr">
                <a:defRPr sz="746" b="0">
                  <a:solidFill>
                    <a:srgbClr val="000000"/>
                  </a:solidFill>
                  <a:latin typeface="Arial"/>
                  <a:ea typeface="Arial"/>
                  <a:cs typeface="Arial"/>
                </a:defRPr>
              </a:lvl8pPr>
              <a:lvl9pPr algn="ctr">
                <a:defRPr sz="746" b="0">
                  <a:solidFill>
                    <a:srgbClr val="000000"/>
                  </a:solidFill>
                  <a:latin typeface="Arial"/>
                  <a:ea typeface="Arial"/>
                  <a:cs typeface="Arial"/>
                </a:defRPr>
              </a:lvl9pPr>
            </a:lstStyle>
            <a:p>
              <a:pPr algn="ctr">
                <a:defRPr sz="746" b="0">
                  <a:solidFill>
                    <a:srgbClr val="000000"/>
                  </a:solidFill>
                  <a:latin typeface="Arial"/>
                  <a:ea typeface="Arial"/>
                  <a:cs typeface="Arial"/>
                </a:defRPr>
              </a:pPr>
              <a:r>
                <a:rPr sz="746" b="0">
                  <a:solidFill>
                    <a:srgbClr val="000000"/>
                  </a:solidFill>
                  <a:latin typeface="Arial"/>
                  <a:ea typeface="Arial"/>
                  <a:cs typeface="Arial"/>
                </a:rPr>
                <a:t>221 cells with positive FRP</a:t>
              </a:r>
            </a:p>
          </p:txBody>
        </p:sp>
        <p:sp>
          <p:nvSpPr>
            <p:cNvPr id="61" name="text_060">
              <a:extLst>
                <a:ext uri="{FF2B5EF4-FFF2-40B4-BE49-F238E27FC236}">
                  <ns2:creationId id="{43DD710A-1269-4426-9591-3AC6C1113691}"/>
                </a:ext>
              </a:extLst>
            </p:cNvPr>
            <p:cNvSpPr>
              <a:spLocks noGrp="1"/>
            </p:cNvSpPr>
            <p:nvPr/>
          </p:nvSpPr>
          <p:spPr>
            <a:xfrm rot="0">
              <a:off x="5886450" y="2914650"/>
              <a:ext cx="2266950" cy="238125"/>
            </a:xfrm>
            <a:prstGeom prst="rect">
              <a:avLst/>
            </a:prstGeom>
            <a:noFill/>
            <a:ln w="0">
              <a:noFill/>
              <a:prstDash val="solid"/>
            </a:ln>
          </p:spPr>
          <p:txBody>
            <a:bodyPr wrap="none" lIns="0" tIns="0" rIns="0" bIns="0" anchor="t">
              <a:noAutofit/>
            </a:bodyPr>
            <a:lstStyle>
              <a:defPPr algn="ctr">
                <a:defRPr sz="839" b="1">
                  <a:solidFill>
                    <a:srgbClr val="000000"/>
                  </a:solidFill>
                  <a:latin typeface="Arial"/>
                  <a:ea typeface="Arial"/>
                  <a:cs typeface="Arial"/>
                </a:defRPr>
              </a:defPPr>
              <a:lvl1pPr algn="ctr">
                <a:defRPr sz="839" b="1">
                  <a:solidFill>
                    <a:srgbClr val="000000"/>
                  </a:solidFill>
                  <a:latin typeface="Arial"/>
                  <a:ea typeface="Arial"/>
                  <a:cs typeface="Arial"/>
                </a:defRPr>
              </a:lvl1pPr>
              <a:lvl2pPr algn="ctr">
                <a:defRPr sz="839" b="1">
                  <a:solidFill>
                    <a:srgbClr val="000000"/>
                  </a:solidFill>
                  <a:latin typeface="Arial"/>
                  <a:ea typeface="Arial"/>
                  <a:cs typeface="Arial"/>
                </a:defRPr>
              </a:lvl2pPr>
              <a:lvl3pPr algn="ctr">
                <a:defRPr sz="839" b="1">
                  <a:solidFill>
                    <a:srgbClr val="000000"/>
                  </a:solidFill>
                  <a:latin typeface="Arial"/>
                  <a:ea typeface="Arial"/>
                  <a:cs typeface="Arial"/>
                </a:defRPr>
              </a:lvl3pPr>
              <a:lvl4pPr algn="ctr">
                <a:defRPr sz="839" b="1">
                  <a:solidFill>
                    <a:srgbClr val="000000"/>
                  </a:solidFill>
                  <a:latin typeface="Arial"/>
                  <a:ea typeface="Arial"/>
                  <a:cs typeface="Arial"/>
                </a:defRPr>
              </a:lvl4pPr>
              <a:lvl5pPr algn="ctr">
                <a:defRPr sz="839" b="1">
                  <a:solidFill>
                    <a:srgbClr val="000000"/>
                  </a:solidFill>
                  <a:latin typeface="Arial"/>
                  <a:ea typeface="Arial"/>
                  <a:cs typeface="Arial"/>
                </a:defRPr>
              </a:lvl5pPr>
              <a:lvl6pPr algn="ctr">
                <a:defRPr sz="839" b="1">
                  <a:solidFill>
                    <a:srgbClr val="000000"/>
                  </a:solidFill>
                  <a:latin typeface="Arial"/>
                  <a:ea typeface="Arial"/>
                  <a:cs typeface="Arial"/>
                </a:defRPr>
              </a:lvl6pPr>
              <a:lvl7pPr algn="ctr">
                <a:defRPr sz="839" b="1">
                  <a:solidFill>
                    <a:srgbClr val="000000"/>
                  </a:solidFill>
                  <a:latin typeface="Arial"/>
                  <a:ea typeface="Arial"/>
                  <a:cs typeface="Arial"/>
                </a:defRPr>
              </a:lvl7pPr>
              <a:lvl8pPr algn="ctr">
                <a:defRPr sz="839" b="1">
                  <a:solidFill>
                    <a:srgbClr val="000000"/>
                  </a:solidFill>
                  <a:latin typeface="Arial"/>
                  <a:ea typeface="Arial"/>
                  <a:cs typeface="Arial"/>
                </a:defRPr>
              </a:lvl8pPr>
              <a:lvl9pPr algn="ctr">
                <a:defRPr sz="839" b="1">
                  <a:solidFill>
                    <a:srgbClr val="000000"/>
                  </a:solidFill>
                  <a:latin typeface="Arial"/>
                  <a:ea typeface="Arial"/>
                  <a:cs typeface="Arial"/>
                </a:defRPr>
              </a:lvl9pPr>
            </a:lstStyle>
            <a:p>
              <a:pPr algn="ctr">
                <a:defRPr sz="839" b="1">
                  <a:solidFill>
                    <a:srgbClr val="000000"/>
                  </a:solidFill>
                  <a:latin typeface="Arial"/>
                  <a:ea typeface="Arial"/>
                  <a:cs typeface="Arial"/>
                </a:defRPr>
              </a:pPr>
              <a:r>
                <a:rPr sz="839" b="1">
                  <a:solidFill>
                    <a:srgbClr val="000000"/>
                  </a:solidFill>
                  <a:latin typeface="Arial"/>
                  <a:ea typeface="Arial"/>
                  <a:cs typeface="Arial"/>
                </a:rPr>
                <a:t>f19: 12-09 to 12-10</a:t>
              </a:r>
            </a:p>
          </p:txBody>
        </p:sp>
        <p:pic>
          <p:nvPicPr>
            <p:cNvPr id="62" name="">
              <a:extLst>
                <a:ext uri="{FF2B5EF4-FFF2-40B4-BE49-F238E27FC236}">
                  <ns2:creationId id="{F46C2190-FDFF-476F-B2C1-53F2D7FB1CCF}"/>
                </a:ext>
              </a:extLst>
            </p:cNvPr>
            <p:cNvPicPr>
              <a:picLocks noChangeAspect="1"/>
            </p:cNvPicPr>
            <p:nvPr/>
          </p:nvPicPr>
          <p:blipFill>
            <a:blip r:embed="R842c093534944c0a"/>
            <a:stretch/>
          </p:blipFill>
          <p:spPr>
            <a:xfrm>
              <a:off x="5962650" y="3190875"/>
              <a:ext cx="2095500" cy="2095500"/>
            </a:xfrm>
            <a:prstGeom prst="rect">
              <a:avLst/>
            </a:prstGeom>
          </p:spPr>
        </p:pic>
        <p:sp>
          <p:nvSpPr>
            <p:cNvPr id="63" name="rect_062">
              <a:extLst>
                <a:ext uri="{FF2B5EF4-FFF2-40B4-BE49-F238E27FC236}">
                  <ns2:creationId id="{AC82321A-3555-46F3-A32F-5FDC78ACCA88}"/>
                </a:ext>
              </a:extLst>
            </p:cNvPr>
            <p:cNvSpPr>
              <a:spLocks noGrp="1"/>
            </p:cNvSpPr>
            <p:nvPr/>
          </p:nvSpPr>
          <p:spPr>
            <a:xfrm rot="0">
              <a:off x="5962650" y="3190875"/>
              <a:ext cx="2095500" cy="2095500"/>
            </a:xfrm>
            <a:prstGeom prst="rect">
              <a:avLst/>
            </a:prstGeom>
            <a:noFill/>
            <a:ln w="4143">
              <a:solidFill>
                <a:srgbClr val="65727C"/>
              </a:solidFill>
              <a:prstDash val="solid"/>
            </a:ln>
          </p:spPr>
        </p:sp>
        <p:sp>
          <p:nvSpPr>
            <p:cNvPr id="64" name="line_063">
              <a:extLst>
                <a:ext uri="{FF2B5EF4-FFF2-40B4-BE49-F238E27FC236}">
                  <ns2:creationId id="{9BA6430E-0CC8-44B8-B160-A7D1D198C270}"/>
                </a:ext>
              </a:extLst>
            </p:cNvPr>
            <p:cNvSpPr>
              <a:spLocks noGrp="1"/>
            </p:cNvSpPr>
            <p:nvPr/>
          </p:nvSpPr>
          <p:spPr>
            <a:xfrm>
              <a:off x="6224549" y="5286375"/>
              <a:ext cx="95" cy="38100"/>
            </a:xfrm>
            <a:custGeom>
              <a:pathLst>
                <a:path w="95" h="38100">
                  <a:moveTo>
                    <a:pt x="0" y="0"/>
                  </a:moveTo>
                  <a:lnTo>
                    <a:pt x="0" y="38100"/>
                  </a:lnTo>
                </a:path>
              </a:pathLst>
            </a:custGeom>
            <a:noFill/>
            <a:ln w="4735">
              <a:solidFill>
                <a:srgbClr val="65727C"/>
              </a:solidFill>
              <a:prstDash val="solid"/>
            </a:ln>
          </p:spPr>
        </p:sp>
        <p:sp>
          <p:nvSpPr>
            <p:cNvPr id="65" name="text_064">
              <a:extLst>
                <a:ext uri="{FF2B5EF4-FFF2-40B4-BE49-F238E27FC236}">
                  <ns2:creationId id="{03F40931-E86D-4784-8B19-A4BD556F6C4B}"/>
                </a:ext>
              </a:extLst>
            </p:cNvPr>
            <p:cNvSpPr>
              <a:spLocks noGrp="1"/>
            </p:cNvSpPr>
            <p:nvPr/>
          </p:nvSpPr>
          <p:spPr>
            <a:xfrm rot="0">
              <a:off x="6014999" y="5343525"/>
              <a:ext cx="419100" cy="219075"/>
            </a:xfrm>
            <a:prstGeom prst="rect">
              <a:avLst/>
            </a:prstGeom>
            <a:noFill/>
            <a:ln w="0">
              <a:noFill/>
              <a:prstDash val="solid"/>
            </a:ln>
          </p:spPr>
          <p:txBody>
            <a:bodyPr wrap="none" lIns="0" tIns="0" rIns="0" bIns="0" anchor="t">
              <a:noAutofit/>
            </a:bodyPr>
            <a:lstStyle>
              <a:defPPr algn="ctr">
                <a:defRPr sz="699" b="0">
                  <a:solidFill>
                    <a:srgbClr val="000000"/>
                  </a:solidFill>
                  <a:latin typeface="Arial"/>
                  <a:ea typeface="Arial"/>
                  <a:cs typeface="Arial"/>
                </a:defRPr>
              </a:defPPr>
              <a:lvl1pPr algn="ctr">
                <a:defRPr sz="699" b="0">
                  <a:solidFill>
                    <a:srgbClr val="000000"/>
                  </a:solidFill>
                  <a:latin typeface="Arial"/>
                  <a:ea typeface="Arial"/>
                  <a:cs typeface="Arial"/>
                </a:defRPr>
              </a:lvl1pPr>
              <a:lvl2pPr algn="ctr">
                <a:defRPr sz="699" b="0">
                  <a:solidFill>
                    <a:srgbClr val="000000"/>
                  </a:solidFill>
                  <a:latin typeface="Arial"/>
                  <a:ea typeface="Arial"/>
                  <a:cs typeface="Arial"/>
                </a:defRPr>
              </a:lvl2pPr>
              <a:lvl3pPr algn="ctr">
                <a:defRPr sz="699" b="0">
                  <a:solidFill>
                    <a:srgbClr val="000000"/>
                  </a:solidFill>
                  <a:latin typeface="Arial"/>
                  <a:ea typeface="Arial"/>
                  <a:cs typeface="Arial"/>
                </a:defRPr>
              </a:lvl3pPr>
              <a:lvl4pPr algn="ctr">
                <a:defRPr sz="699" b="0">
                  <a:solidFill>
                    <a:srgbClr val="000000"/>
                  </a:solidFill>
                  <a:latin typeface="Arial"/>
                  <a:ea typeface="Arial"/>
                  <a:cs typeface="Arial"/>
                </a:defRPr>
              </a:lvl4pPr>
              <a:lvl5pPr algn="ctr">
                <a:defRPr sz="699" b="0">
                  <a:solidFill>
                    <a:srgbClr val="000000"/>
                  </a:solidFill>
                  <a:latin typeface="Arial"/>
                  <a:ea typeface="Arial"/>
                  <a:cs typeface="Arial"/>
                </a:defRPr>
              </a:lvl5pPr>
              <a:lvl6pPr algn="ctr">
                <a:defRPr sz="699" b="0">
                  <a:solidFill>
                    <a:srgbClr val="000000"/>
                  </a:solidFill>
                  <a:latin typeface="Arial"/>
                  <a:ea typeface="Arial"/>
                  <a:cs typeface="Arial"/>
                </a:defRPr>
              </a:lvl6pPr>
              <a:lvl7pPr algn="ctr">
                <a:defRPr sz="699" b="0">
                  <a:solidFill>
                    <a:srgbClr val="000000"/>
                  </a:solidFill>
                  <a:latin typeface="Arial"/>
                  <a:ea typeface="Arial"/>
                  <a:cs typeface="Arial"/>
                </a:defRPr>
              </a:lvl7pPr>
              <a:lvl8pPr algn="ctr">
                <a:defRPr sz="699" b="0">
                  <a:solidFill>
                    <a:srgbClr val="000000"/>
                  </a:solidFill>
                  <a:latin typeface="Arial"/>
                  <a:ea typeface="Arial"/>
                  <a:cs typeface="Arial"/>
                </a:defRPr>
              </a:lvl8pPr>
              <a:lvl9pPr algn="ctr">
                <a:defRPr sz="699" b="0">
                  <a:solidFill>
                    <a:srgbClr val="000000"/>
                  </a:solidFill>
                  <a:latin typeface="Arial"/>
                  <a:ea typeface="Arial"/>
                  <a:cs typeface="Arial"/>
                </a:defRPr>
              </a:lvl9pPr>
            </a:lstStyle>
            <a:p>
              <a:pPr algn="ctr">
                <a:defRPr sz="699" b="0">
                  <a:solidFill>
                    <a:srgbClr val="000000"/>
                  </a:solidFill>
                  <a:latin typeface="Arial"/>
                  <a:ea typeface="Arial"/>
                  <a:cs typeface="Arial"/>
                </a:defRPr>
              </a:pPr>
              <a:r>
                <a:rPr sz="699" b="0">
                  <a:solidFill>
                    <a:srgbClr val="000000"/>
                  </a:solidFill>
                  <a:latin typeface="Arial"/>
                  <a:ea typeface="Arial"/>
                  <a:cs typeface="Arial"/>
                </a:rPr>
                <a:t>142 E</a:t>
              </a:r>
            </a:p>
          </p:txBody>
        </p:sp>
        <p:sp>
          <p:nvSpPr>
            <p:cNvPr id="66" name="line_065">
              <a:extLst>
                <a:ext uri="{FF2B5EF4-FFF2-40B4-BE49-F238E27FC236}">
                  <ns2:creationId id="{94A28221-86B9-4BED-AD50-39D4F90190DD}"/>
                </a:ext>
              </a:extLst>
            </p:cNvPr>
            <p:cNvSpPr>
              <a:spLocks noGrp="1"/>
            </p:cNvSpPr>
            <p:nvPr/>
          </p:nvSpPr>
          <p:spPr>
            <a:xfrm>
              <a:off x="7133138" y="5286375"/>
              <a:ext cx="95" cy="38100"/>
            </a:xfrm>
            <a:custGeom>
              <a:pathLst>
                <a:path w="95" h="38100">
                  <a:moveTo>
                    <a:pt x="0" y="0"/>
                  </a:moveTo>
                  <a:lnTo>
                    <a:pt x="0" y="38100"/>
                  </a:lnTo>
                </a:path>
              </a:pathLst>
            </a:custGeom>
            <a:noFill/>
            <a:ln w="4735">
              <a:solidFill>
                <a:srgbClr val="65727C"/>
              </a:solidFill>
              <a:prstDash val="solid"/>
            </a:ln>
          </p:spPr>
        </p:sp>
        <p:sp>
          <p:nvSpPr>
            <p:cNvPr id="67" name="text_066">
              <a:extLst>
                <a:ext uri="{FF2B5EF4-FFF2-40B4-BE49-F238E27FC236}">
                  <ns2:creationId id="{7FDD3581-D755-4984-B77C-234ADD2061F9}"/>
                </a:ext>
              </a:extLst>
            </p:cNvPr>
            <p:cNvSpPr>
              <a:spLocks noGrp="1"/>
            </p:cNvSpPr>
            <p:nvPr/>
          </p:nvSpPr>
          <p:spPr>
            <a:xfrm rot="0">
              <a:off x="6923588" y="5343525"/>
              <a:ext cx="419100" cy="219075"/>
            </a:xfrm>
            <a:prstGeom prst="rect">
              <a:avLst/>
            </a:prstGeom>
            <a:noFill/>
            <a:ln w="0">
              <a:noFill/>
              <a:prstDash val="solid"/>
            </a:ln>
          </p:spPr>
          <p:txBody>
            <a:bodyPr wrap="none" lIns="0" tIns="0" rIns="0" bIns="0" anchor="t">
              <a:noAutofit/>
            </a:bodyPr>
            <a:lstStyle>
              <a:defPPr algn="ctr">
                <a:defRPr sz="699" b="0">
                  <a:solidFill>
                    <a:srgbClr val="000000"/>
                  </a:solidFill>
                  <a:latin typeface="Arial"/>
                  <a:ea typeface="Arial"/>
                  <a:cs typeface="Arial"/>
                </a:defRPr>
              </a:defPPr>
              <a:lvl1pPr algn="ctr">
                <a:defRPr sz="699" b="0">
                  <a:solidFill>
                    <a:srgbClr val="000000"/>
                  </a:solidFill>
                  <a:latin typeface="Arial"/>
                  <a:ea typeface="Arial"/>
                  <a:cs typeface="Arial"/>
                </a:defRPr>
              </a:lvl1pPr>
              <a:lvl2pPr algn="ctr">
                <a:defRPr sz="699" b="0">
                  <a:solidFill>
                    <a:srgbClr val="000000"/>
                  </a:solidFill>
                  <a:latin typeface="Arial"/>
                  <a:ea typeface="Arial"/>
                  <a:cs typeface="Arial"/>
                </a:defRPr>
              </a:lvl2pPr>
              <a:lvl3pPr algn="ctr">
                <a:defRPr sz="699" b="0">
                  <a:solidFill>
                    <a:srgbClr val="000000"/>
                  </a:solidFill>
                  <a:latin typeface="Arial"/>
                  <a:ea typeface="Arial"/>
                  <a:cs typeface="Arial"/>
                </a:defRPr>
              </a:lvl3pPr>
              <a:lvl4pPr algn="ctr">
                <a:defRPr sz="699" b="0">
                  <a:solidFill>
                    <a:srgbClr val="000000"/>
                  </a:solidFill>
                  <a:latin typeface="Arial"/>
                  <a:ea typeface="Arial"/>
                  <a:cs typeface="Arial"/>
                </a:defRPr>
              </a:lvl4pPr>
              <a:lvl5pPr algn="ctr">
                <a:defRPr sz="699" b="0">
                  <a:solidFill>
                    <a:srgbClr val="000000"/>
                  </a:solidFill>
                  <a:latin typeface="Arial"/>
                  <a:ea typeface="Arial"/>
                  <a:cs typeface="Arial"/>
                </a:defRPr>
              </a:lvl5pPr>
              <a:lvl6pPr algn="ctr">
                <a:defRPr sz="699" b="0">
                  <a:solidFill>
                    <a:srgbClr val="000000"/>
                  </a:solidFill>
                  <a:latin typeface="Arial"/>
                  <a:ea typeface="Arial"/>
                  <a:cs typeface="Arial"/>
                </a:defRPr>
              </a:lvl6pPr>
              <a:lvl7pPr algn="ctr">
                <a:defRPr sz="699" b="0">
                  <a:solidFill>
                    <a:srgbClr val="000000"/>
                  </a:solidFill>
                  <a:latin typeface="Arial"/>
                  <a:ea typeface="Arial"/>
                  <a:cs typeface="Arial"/>
                </a:defRPr>
              </a:lvl7pPr>
              <a:lvl8pPr algn="ctr">
                <a:defRPr sz="699" b="0">
                  <a:solidFill>
                    <a:srgbClr val="000000"/>
                  </a:solidFill>
                  <a:latin typeface="Arial"/>
                  <a:ea typeface="Arial"/>
                  <a:cs typeface="Arial"/>
                </a:defRPr>
              </a:lvl8pPr>
              <a:lvl9pPr algn="ctr">
                <a:defRPr sz="699" b="0">
                  <a:solidFill>
                    <a:srgbClr val="000000"/>
                  </a:solidFill>
                  <a:latin typeface="Arial"/>
                  <a:ea typeface="Arial"/>
                  <a:cs typeface="Arial"/>
                </a:defRPr>
              </a:lvl9pPr>
            </a:lstStyle>
            <a:p>
              <a:pPr algn="ctr">
                <a:defRPr sz="699" b="0">
                  <a:solidFill>
                    <a:srgbClr val="000000"/>
                  </a:solidFill>
                  <a:latin typeface="Arial"/>
                  <a:ea typeface="Arial"/>
                  <a:cs typeface="Arial"/>
                </a:defRPr>
              </a:pPr>
              <a:r>
                <a:rPr sz="699" b="0">
                  <a:solidFill>
                    <a:srgbClr val="000000"/>
                  </a:solidFill>
                  <a:latin typeface="Arial"/>
                  <a:ea typeface="Arial"/>
                  <a:cs typeface="Arial"/>
                </a:rPr>
                <a:t>148 E</a:t>
              </a:r>
            </a:p>
          </p:txBody>
        </p:sp>
        <p:sp>
          <p:nvSpPr>
            <p:cNvPr id="68" name="line_067">
              <a:extLst>
                <a:ext uri="{FF2B5EF4-FFF2-40B4-BE49-F238E27FC236}">
                  <ns2:creationId id="{45DCB70A-D32E-4E7C-8827-B460A122CFE5}"/>
                </a:ext>
              </a:extLst>
            </p:cNvPr>
            <p:cNvSpPr>
              <a:spLocks noGrp="1"/>
            </p:cNvSpPr>
            <p:nvPr/>
          </p:nvSpPr>
          <p:spPr>
            <a:xfrm>
              <a:off x="8041726" y="5286375"/>
              <a:ext cx="95" cy="38100"/>
            </a:xfrm>
            <a:custGeom>
              <a:pathLst>
                <a:path w="95" h="38100">
                  <a:moveTo>
                    <a:pt x="0" y="0"/>
                  </a:moveTo>
                  <a:lnTo>
                    <a:pt x="0" y="38100"/>
                  </a:lnTo>
                </a:path>
              </a:pathLst>
            </a:custGeom>
            <a:noFill/>
            <a:ln w="4735">
              <a:solidFill>
                <a:srgbClr val="65727C"/>
              </a:solidFill>
              <a:prstDash val="solid"/>
            </a:ln>
          </p:spPr>
        </p:sp>
        <p:sp>
          <p:nvSpPr>
            <p:cNvPr id="69" name="text_068">
              <a:extLst>
                <a:ext uri="{FF2B5EF4-FFF2-40B4-BE49-F238E27FC236}">
                  <ns2:creationId id="{83709D06-7FE4-498B-BE06-96F761200894}"/>
                </a:ext>
              </a:extLst>
            </p:cNvPr>
            <p:cNvSpPr>
              <a:spLocks noGrp="1"/>
            </p:cNvSpPr>
            <p:nvPr/>
          </p:nvSpPr>
          <p:spPr>
            <a:xfrm rot="0">
              <a:off x="7832176" y="5343525"/>
              <a:ext cx="419100" cy="219075"/>
            </a:xfrm>
            <a:prstGeom prst="rect">
              <a:avLst/>
            </a:prstGeom>
            <a:noFill/>
            <a:ln w="0">
              <a:noFill/>
              <a:prstDash val="solid"/>
            </a:ln>
          </p:spPr>
          <p:txBody>
            <a:bodyPr wrap="none" lIns="0" tIns="0" rIns="0" bIns="0" anchor="t">
              <a:noAutofit/>
            </a:bodyPr>
            <a:lstStyle>
              <a:defPPr algn="ctr">
                <a:defRPr sz="699" b="0">
                  <a:solidFill>
                    <a:srgbClr val="000000"/>
                  </a:solidFill>
                  <a:latin typeface="Arial"/>
                  <a:ea typeface="Arial"/>
                  <a:cs typeface="Arial"/>
                </a:defRPr>
              </a:defPPr>
              <a:lvl1pPr algn="ctr">
                <a:defRPr sz="699" b="0">
                  <a:solidFill>
                    <a:srgbClr val="000000"/>
                  </a:solidFill>
                  <a:latin typeface="Arial"/>
                  <a:ea typeface="Arial"/>
                  <a:cs typeface="Arial"/>
                </a:defRPr>
              </a:lvl1pPr>
              <a:lvl2pPr algn="ctr">
                <a:defRPr sz="699" b="0">
                  <a:solidFill>
                    <a:srgbClr val="000000"/>
                  </a:solidFill>
                  <a:latin typeface="Arial"/>
                  <a:ea typeface="Arial"/>
                  <a:cs typeface="Arial"/>
                </a:defRPr>
              </a:lvl2pPr>
              <a:lvl3pPr algn="ctr">
                <a:defRPr sz="699" b="0">
                  <a:solidFill>
                    <a:srgbClr val="000000"/>
                  </a:solidFill>
                  <a:latin typeface="Arial"/>
                  <a:ea typeface="Arial"/>
                  <a:cs typeface="Arial"/>
                </a:defRPr>
              </a:lvl3pPr>
              <a:lvl4pPr algn="ctr">
                <a:defRPr sz="699" b="0">
                  <a:solidFill>
                    <a:srgbClr val="000000"/>
                  </a:solidFill>
                  <a:latin typeface="Arial"/>
                  <a:ea typeface="Arial"/>
                  <a:cs typeface="Arial"/>
                </a:defRPr>
              </a:lvl4pPr>
              <a:lvl5pPr algn="ctr">
                <a:defRPr sz="699" b="0">
                  <a:solidFill>
                    <a:srgbClr val="000000"/>
                  </a:solidFill>
                  <a:latin typeface="Arial"/>
                  <a:ea typeface="Arial"/>
                  <a:cs typeface="Arial"/>
                </a:defRPr>
              </a:lvl5pPr>
              <a:lvl6pPr algn="ctr">
                <a:defRPr sz="699" b="0">
                  <a:solidFill>
                    <a:srgbClr val="000000"/>
                  </a:solidFill>
                  <a:latin typeface="Arial"/>
                  <a:ea typeface="Arial"/>
                  <a:cs typeface="Arial"/>
                </a:defRPr>
              </a:lvl6pPr>
              <a:lvl7pPr algn="ctr">
                <a:defRPr sz="699" b="0">
                  <a:solidFill>
                    <a:srgbClr val="000000"/>
                  </a:solidFill>
                  <a:latin typeface="Arial"/>
                  <a:ea typeface="Arial"/>
                  <a:cs typeface="Arial"/>
                </a:defRPr>
              </a:lvl7pPr>
              <a:lvl8pPr algn="ctr">
                <a:defRPr sz="699" b="0">
                  <a:solidFill>
                    <a:srgbClr val="000000"/>
                  </a:solidFill>
                  <a:latin typeface="Arial"/>
                  <a:ea typeface="Arial"/>
                  <a:cs typeface="Arial"/>
                </a:defRPr>
              </a:lvl8pPr>
              <a:lvl9pPr algn="ctr">
                <a:defRPr sz="699" b="0">
                  <a:solidFill>
                    <a:srgbClr val="000000"/>
                  </a:solidFill>
                  <a:latin typeface="Arial"/>
                  <a:ea typeface="Arial"/>
                  <a:cs typeface="Arial"/>
                </a:defRPr>
              </a:lvl9pPr>
            </a:lstStyle>
            <a:p>
              <a:pPr algn="ctr">
                <a:defRPr sz="699" b="0">
                  <a:solidFill>
                    <a:srgbClr val="000000"/>
                  </a:solidFill>
                  <a:latin typeface="Arial"/>
                  <a:ea typeface="Arial"/>
                  <a:cs typeface="Arial"/>
                </a:defRPr>
              </a:pPr>
              <a:r>
                <a:rPr sz="699" b="0">
                  <a:solidFill>
                    <a:srgbClr val="000000"/>
                  </a:solidFill>
                  <a:latin typeface="Arial"/>
                  <a:ea typeface="Arial"/>
                  <a:cs typeface="Arial"/>
                </a:rPr>
                <a:t>154 E</a:t>
              </a:r>
            </a:p>
          </p:txBody>
        </p:sp>
        <p:sp>
          <p:nvSpPr>
            <p:cNvPr id="70" name="text_069">
              <a:extLst>
                <a:ext uri="{FF2B5EF4-FFF2-40B4-BE49-F238E27FC236}">
                  <ns2:creationId id="{704583AD-B69E-475C-BFE3-761A8E2F9418}"/>
                </a:ext>
              </a:extLst>
            </p:cNvPr>
            <p:cNvSpPr>
              <a:spLocks noGrp="1"/>
            </p:cNvSpPr>
            <p:nvPr/>
          </p:nvSpPr>
          <p:spPr>
            <a:xfrm rot="0">
              <a:off x="6310533" y="3377756"/>
              <a:ext cx="428625" cy="190500"/>
            </a:xfrm>
            <a:prstGeom prst="rect">
              <a:avLst/>
            </a:prstGeom>
            <a:noFill/>
            <a:ln w="0">
              <a:noFill/>
              <a:prstDash val="solid"/>
            </a:ln>
          </p:spPr>
          <p:txBody>
            <a:bodyPr wrap="none" lIns="0" tIns="0" rIns="0" bIns="0" anchor="t">
              <a:noAutofit/>
            </a:bodyPr>
            <a:lstStyle>
              <a:defPPr algn="l">
                <a:defRPr sz="559" b="0">
                  <a:solidFill>
                    <a:srgbClr val="65727C"/>
                  </a:solidFill>
                  <a:latin typeface="Arial"/>
                  <a:ea typeface="Arial"/>
                  <a:cs typeface="Arial"/>
                </a:defRPr>
              </a:defPPr>
              <a:lvl1pPr algn="l">
                <a:defRPr sz="559" b="0">
                  <a:solidFill>
                    <a:srgbClr val="65727C"/>
                  </a:solidFill>
                  <a:latin typeface="Arial"/>
                  <a:ea typeface="Arial"/>
                  <a:cs typeface="Arial"/>
                </a:defRPr>
              </a:lvl1pPr>
              <a:lvl2pPr algn="l">
                <a:defRPr sz="559" b="0">
                  <a:solidFill>
                    <a:srgbClr val="65727C"/>
                  </a:solidFill>
                  <a:latin typeface="Arial"/>
                  <a:ea typeface="Arial"/>
                  <a:cs typeface="Arial"/>
                </a:defRPr>
              </a:lvl2pPr>
              <a:lvl3pPr algn="l">
                <a:defRPr sz="559" b="0">
                  <a:solidFill>
                    <a:srgbClr val="65727C"/>
                  </a:solidFill>
                  <a:latin typeface="Arial"/>
                  <a:ea typeface="Arial"/>
                  <a:cs typeface="Arial"/>
                </a:defRPr>
              </a:lvl3pPr>
              <a:lvl4pPr algn="l">
                <a:defRPr sz="559" b="0">
                  <a:solidFill>
                    <a:srgbClr val="65727C"/>
                  </a:solidFill>
                  <a:latin typeface="Arial"/>
                  <a:ea typeface="Arial"/>
                  <a:cs typeface="Arial"/>
                </a:defRPr>
              </a:lvl4pPr>
              <a:lvl5pPr algn="l">
                <a:defRPr sz="559" b="0">
                  <a:solidFill>
                    <a:srgbClr val="65727C"/>
                  </a:solidFill>
                  <a:latin typeface="Arial"/>
                  <a:ea typeface="Arial"/>
                  <a:cs typeface="Arial"/>
                </a:defRPr>
              </a:lvl5pPr>
              <a:lvl6pPr algn="l">
                <a:defRPr sz="559" b="0">
                  <a:solidFill>
                    <a:srgbClr val="65727C"/>
                  </a:solidFill>
                  <a:latin typeface="Arial"/>
                  <a:ea typeface="Arial"/>
                  <a:cs typeface="Arial"/>
                </a:defRPr>
              </a:lvl6pPr>
              <a:lvl7pPr algn="l">
                <a:defRPr sz="559" b="0">
                  <a:solidFill>
                    <a:srgbClr val="65727C"/>
                  </a:solidFill>
                  <a:latin typeface="Arial"/>
                  <a:ea typeface="Arial"/>
                  <a:cs typeface="Arial"/>
                </a:defRPr>
              </a:lvl7pPr>
              <a:lvl8pPr algn="l">
                <a:defRPr sz="559" b="0">
                  <a:solidFill>
                    <a:srgbClr val="65727C"/>
                  </a:solidFill>
                  <a:latin typeface="Arial"/>
                  <a:ea typeface="Arial"/>
                  <a:cs typeface="Arial"/>
                </a:defRPr>
              </a:lvl8pPr>
              <a:lvl9pPr algn="l">
                <a:defRPr sz="559" b="0">
                  <a:solidFill>
                    <a:srgbClr val="65727C"/>
                  </a:solidFill>
                  <a:latin typeface="Arial"/>
                  <a:ea typeface="Arial"/>
                  <a:cs typeface="Arial"/>
                </a:defRPr>
              </a:lvl9pPr>
            </a:lstStyle>
            <a:p>
              <a:pPr algn="l">
                <a:defRPr sz="559" b="0">
                  <a:solidFill>
                    <a:srgbClr val="65727C"/>
                  </a:solidFill>
                  <a:latin typeface="Arial"/>
                  <a:ea typeface="Arial"/>
                  <a:cs typeface="Arial"/>
                </a:defRPr>
              </a:pPr>
              <a:r>
                <a:rPr sz="559" b="0">
                  <a:solidFill>
                    <a:srgbClr val="65727C"/>
                  </a:solidFill>
                  <a:latin typeface="Arial"/>
                  <a:ea typeface="Arial"/>
                  <a:cs typeface="Arial"/>
                </a:rPr>
                <a:t>QLD</a:t>
              </a:r>
            </a:p>
          </p:txBody>
        </p:sp>
        <p:sp>
          <p:nvSpPr>
            <p:cNvPr id="71" name="text_070">
              <a:extLst>
                <a:ext uri="{FF2B5EF4-FFF2-40B4-BE49-F238E27FC236}">
                  <ns2:creationId id="{09B7F374-D4D6-42EB-8307-B938B30CE65D}"/>
                </a:ext>
              </a:extLst>
            </p:cNvPr>
            <p:cNvSpPr>
              <a:spLocks noGrp="1"/>
            </p:cNvSpPr>
            <p:nvPr/>
          </p:nvSpPr>
          <p:spPr>
            <a:xfrm rot="0">
              <a:off x="6310533" y="4234347"/>
              <a:ext cx="428625" cy="190500"/>
            </a:xfrm>
            <a:prstGeom prst="rect">
              <a:avLst/>
            </a:prstGeom>
            <a:noFill/>
            <a:ln w="0">
              <a:noFill/>
              <a:prstDash val="solid"/>
            </a:ln>
          </p:spPr>
          <p:txBody>
            <a:bodyPr wrap="none" lIns="0" tIns="0" rIns="0" bIns="0" anchor="t">
              <a:noAutofit/>
            </a:bodyPr>
            <a:lstStyle>
              <a:defPPr algn="l">
                <a:defRPr sz="559" b="0">
                  <a:solidFill>
                    <a:srgbClr val="65727C"/>
                  </a:solidFill>
                  <a:latin typeface="Arial"/>
                  <a:ea typeface="Arial"/>
                  <a:cs typeface="Arial"/>
                </a:defRPr>
              </a:defPPr>
              <a:lvl1pPr algn="l">
                <a:defRPr sz="559" b="0">
                  <a:solidFill>
                    <a:srgbClr val="65727C"/>
                  </a:solidFill>
                  <a:latin typeface="Arial"/>
                  <a:ea typeface="Arial"/>
                  <a:cs typeface="Arial"/>
                </a:defRPr>
              </a:lvl1pPr>
              <a:lvl2pPr algn="l">
                <a:defRPr sz="559" b="0">
                  <a:solidFill>
                    <a:srgbClr val="65727C"/>
                  </a:solidFill>
                  <a:latin typeface="Arial"/>
                  <a:ea typeface="Arial"/>
                  <a:cs typeface="Arial"/>
                </a:defRPr>
              </a:lvl2pPr>
              <a:lvl3pPr algn="l">
                <a:defRPr sz="559" b="0">
                  <a:solidFill>
                    <a:srgbClr val="65727C"/>
                  </a:solidFill>
                  <a:latin typeface="Arial"/>
                  <a:ea typeface="Arial"/>
                  <a:cs typeface="Arial"/>
                </a:defRPr>
              </a:lvl3pPr>
              <a:lvl4pPr algn="l">
                <a:defRPr sz="559" b="0">
                  <a:solidFill>
                    <a:srgbClr val="65727C"/>
                  </a:solidFill>
                  <a:latin typeface="Arial"/>
                  <a:ea typeface="Arial"/>
                  <a:cs typeface="Arial"/>
                </a:defRPr>
              </a:lvl4pPr>
              <a:lvl5pPr algn="l">
                <a:defRPr sz="559" b="0">
                  <a:solidFill>
                    <a:srgbClr val="65727C"/>
                  </a:solidFill>
                  <a:latin typeface="Arial"/>
                  <a:ea typeface="Arial"/>
                  <a:cs typeface="Arial"/>
                </a:defRPr>
              </a:lvl5pPr>
              <a:lvl6pPr algn="l">
                <a:defRPr sz="559" b="0">
                  <a:solidFill>
                    <a:srgbClr val="65727C"/>
                  </a:solidFill>
                  <a:latin typeface="Arial"/>
                  <a:ea typeface="Arial"/>
                  <a:cs typeface="Arial"/>
                </a:defRPr>
              </a:lvl6pPr>
              <a:lvl7pPr algn="l">
                <a:defRPr sz="559" b="0">
                  <a:solidFill>
                    <a:srgbClr val="65727C"/>
                  </a:solidFill>
                  <a:latin typeface="Arial"/>
                  <a:ea typeface="Arial"/>
                  <a:cs typeface="Arial"/>
                </a:defRPr>
              </a:lvl7pPr>
              <a:lvl8pPr algn="l">
                <a:defRPr sz="559" b="0">
                  <a:solidFill>
                    <a:srgbClr val="65727C"/>
                  </a:solidFill>
                  <a:latin typeface="Arial"/>
                  <a:ea typeface="Arial"/>
                  <a:cs typeface="Arial"/>
                </a:defRPr>
              </a:lvl8pPr>
              <a:lvl9pPr algn="l">
                <a:defRPr sz="559" b="0">
                  <a:solidFill>
                    <a:srgbClr val="65727C"/>
                  </a:solidFill>
                  <a:latin typeface="Arial"/>
                  <a:ea typeface="Arial"/>
                  <a:cs typeface="Arial"/>
                </a:defRPr>
              </a:lvl9pPr>
            </a:lstStyle>
            <a:p>
              <a:pPr algn="l">
                <a:defRPr sz="559" b="0">
                  <a:solidFill>
                    <a:srgbClr val="65727C"/>
                  </a:solidFill>
                  <a:latin typeface="Arial"/>
                  <a:ea typeface="Arial"/>
                  <a:cs typeface="Arial"/>
                </a:defRPr>
              </a:pPr>
              <a:r>
                <a:rPr sz="559" b="0">
                  <a:solidFill>
                    <a:srgbClr val="65727C"/>
                  </a:solidFill>
                  <a:latin typeface="Arial"/>
                  <a:ea typeface="Arial"/>
                  <a:cs typeface="Arial"/>
                </a:rPr>
                <a:t>NSW</a:t>
              </a:r>
            </a:p>
          </p:txBody>
        </p:sp>
        <p:sp>
          <p:nvSpPr>
            <p:cNvPr id="72" name="text_071">
              <a:extLst>
                <a:ext uri="{FF2B5EF4-FFF2-40B4-BE49-F238E27FC236}">
                  <ns2:creationId id="{E8B9FC9B-3262-4ADC-A3AB-08EBDAB3BDBB}"/>
                </a:ext>
              </a:extLst>
            </p:cNvPr>
            <p:cNvSpPr>
              <a:spLocks noGrp="1"/>
            </p:cNvSpPr>
            <p:nvPr/>
          </p:nvSpPr>
          <p:spPr>
            <a:xfrm rot="0">
              <a:off x="6174245" y="4966019"/>
              <a:ext cx="428625" cy="190500"/>
            </a:xfrm>
            <a:prstGeom prst="rect">
              <a:avLst/>
            </a:prstGeom>
            <a:noFill/>
            <a:ln w="0">
              <a:noFill/>
              <a:prstDash val="solid"/>
            </a:ln>
          </p:spPr>
          <p:txBody>
            <a:bodyPr wrap="none" lIns="0" tIns="0" rIns="0" bIns="0" anchor="t">
              <a:noAutofit/>
            </a:bodyPr>
            <a:lstStyle>
              <a:defPPr algn="l">
                <a:defRPr sz="559" b="0">
                  <a:solidFill>
                    <a:srgbClr val="65727C"/>
                  </a:solidFill>
                  <a:latin typeface="Arial"/>
                  <a:ea typeface="Arial"/>
                  <a:cs typeface="Arial"/>
                </a:defRPr>
              </a:defPPr>
              <a:lvl1pPr algn="l">
                <a:defRPr sz="559" b="0">
                  <a:solidFill>
                    <a:srgbClr val="65727C"/>
                  </a:solidFill>
                  <a:latin typeface="Arial"/>
                  <a:ea typeface="Arial"/>
                  <a:cs typeface="Arial"/>
                </a:defRPr>
              </a:lvl1pPr>
              <a:lvl2pPr algn="l">
                <a:defRPr sz="559" b="0">
                  <a:solidFill>
                    <a:srgbClr val="65727C"/>
                  </a:solidFill>
                  <a:latin typeface="Arial"/>
                  <a:ea typeface="Arial"/>
                  <a:cs typeface="Arial"/>
                </a:defRPr>
              </a:lvl2pPr>
              <a:lvl3pPr algn="l">
                <a:defRPr sz="559" b="0">
                  <a:solidFill>
                    <a:srgbClr val="65727C"/>
                  </a:solidFill>
                  <a:latin typeface="Arial"/>
                  <a:ea typeface="Arial"/>
                  <a:cs typeface="Arial"/>
                </a:defRPr>
              </a:lvl3pPr>
              <a:lvl4pPr algn="l">
                <a:defRPr sz="559" b="0">
                  <a:solidFill>
                    <a:srgbClr val="65727C"/>
                  </a:solidFill>
                  <a:latin typeface="Arial"/>
                  <a:ea typeface="Arial"/>
                  <a:cs typeface="Arial"/>
                </a:defRPr>
              </a:lvl4pPr>
              <a:lvl5pPr algn="l">
                <a:defRPr sz="559" b="0">
                  <a:solidFill>
                    <a:srgbClr val="65727C"/>
                  </a:solidFill>
                  <a:latin typeface="Arial"/>
                  <a:ea typeface="Arial"/>
                  <a:cs typeface="Arial"/>
                </a:defRPr>
              </a:lvl5pPr>
              <a:lvl6pPr algn="l">
                <a:defRPr sz="559" b="0">
                  <a:solidFill>
                    <a:srgbClr val="65727C"/>
                  </a:solidFill>
                  <a:latin typeface="Arial"/>
                  <a:ea typeface="Arial"/>
                  <a:cs typeface="Arial"/>
                </a:defRPr>
              </a:lvl6pPr>
              <a:lvl7pPr algn="l">
                <a:defRPr sz="559" b="0">
                  <a:solidFill>
                    <a:srgbClr val="65727C"/>
                  </a:solidFill>
                  <a:latin typeface="Arial"/>
                  <a:ea typeface="Arial"/>
                  <a:cs typeface="Arial"/>
                </a:defRPr>
              </a:lvl7pPr>
              <a:lvl8pPr algn="l">
                <a:defRPr sz="559" b="0">
                  <a:solidFill>
                    <a:srgbClr val="65727C"/>
                  </a:solidFill>
                  <a:latin typeface="Arial"/>
                  <a:ea typeface="Arial"/>
                  <a:cs typeface="Arial"/>
                </a:defRPr>
              </a:lvl8pPr>
              <a:lvl9pPr algn="l">
                <a:defRPr sz="559" b="0">
                  <a:solidFill>
                    <a:srgbClr val="65727C"/>
                  </a:solidFill>
                  <a:latin typeface="Arial"/>
                  <a:ea typeface="Arial"/>
                  <a:cs typeface="Arial"/>
                </a:defRPr>
              </a:lvl9pPr>
            </a:lstStyle>
            <a:p>
              <a:pPr algn="l">
                <a:defRPr sz="559" b="0">
                  <a:solidFill>
                    <a:srgbClr val="65727C"/>
                  </a:solidFill>
                  <a:latin typeface="Arial"/>
                  <a:ea typeface="Arial"/>
                  <a:cs typeface="Arial"/>
                </a:defRPr>
              </a:pPr>
              <a:r>
                <a:rPr sz="559" b="0">
                  <a:solidFill>
                    <a:srgbClr val="65727C"/>
                  </a:solidFill>
                  <a:latin typeface="Arial"/>
                  <a:ea typeface="Arial"/>
                  <a:cs typeface="Arial"/>
                </a:rPr>
                <a:t>VIC</a:t>
              </a:r>
            </a:p>
          </p:txBody>
        </p:sp>
        <p:sp>
          <p:nvSpPr>
            <p:cNvPr id="73" name="line_072">
              <a:extLst>
                <a:ext uri="{FF2B5EF4-FFF2-40B4-BE49-F238E27FC236}">
                  <ns2:creationId id="{86263711-0F6B-4F73-A907-50D3ED114E01}"/>
                </a:ext>
              </a:extLst>
            </p:cNvPr>
            <p:cNvSpPr>
              <a:spLocks noGrp="1"/>
            </p:cNvSpPr>
            <p:nvPr/>
          </p:nvSpPr>
          <p:spPr>
            <a:xfrm>
              <a:off x="7621056" y="5143500"/>
              <a:ext cx="322794" cy="95"/>
            </a:xfrm>
            <a:custGeom>
              <a:pathLst>
                <a:path w="322794" h="95">
                  <a:moveTo>
                    <a:pt x="0" y="0"/>
                  </a:moveTo>
                  <a:lnTo>
                    <a:pt x="322794" y="0"/>
                  </a:lnTo>
                </a:path>
              </a:pathLst>
            </a:custGeom>
            <a:noFill/>
            <a:ln w="9470">
              <a:solidFill>
                <a:srgbClr val="000000"/>
              </a:solidFill>
              <a:prstDash val="solid"/>
            </a:ln>
          </p:spPr>
        </p:sp>
        <p:sp>
          <p:nvSpPr>
            <p:cNvPr id="74" name="line_073">
              <a:extLst>
                <a:ext uri="{FF2B5EF4-FFF2-40B4-BE49-F238E27FC236}">
                  <ns2:creationId id="{F82D8BB2-03B6-4212-8654-9EDC69EC6507}"/>
                </a:ext>
              </a:extLst>
            </p:cNvPr>
            <p:cNvSpPr>
              <a:spLocks noGrp="1"/>
            </p:cNvSpPr>
            <p:nvPr/>
          </p:nvSpPr>
          <p:spPr>
            <a:xfrm>
              <a:off x="7621056" y="5114925"/>
              <a:ext cx="95" cy="57150"/>
            </a:xfrm>
            <a:custGeom>
              <a:pathLst>
                <a:path w="95" h="57150">
                  <a:moveTo>
                    <a:pt x="0" y="0"/>
                  </a:moveTo>
                  <a:lnTo>
                    <a:pt x="0" y="57150"/>
                  </a:lnTo>
                </a:path>
              </a:pathLst>
            </a:custGeom>
            <a:noFill/>
            <a:ln w="7694">
              <a:solidFill>
                <a:srgbClr val="000000"/>
              </a:solidFill>
              <a:prstDash val="solid"/>
            </a:ln>
          </p:spPr>
        </p:sp>
        <p:sp>
          <p:nvSpPr>
            <p:cNvPr id="75" name="line_074">
              <a:extLst>
                <a:ext uri="{FF2B5EF4-FFF2-40B4-BE49-F238E27FC236}">
                  <ns2:creationId id="{7A309D35-A411-48B2-A3A4-33721BD76428}"/>
                </a:ext>
              </a:extLst>
            </p:cNvPr>
            <p:cNvSpPr>
              <a:spLocks noGrp="1"/>
            </p:cNvSpPr>
            <p:nvPr/>
          </p:nvSpPr>
          <p:spPr>
            <a:xfrm>
              <a:off x="7943850" y="5114925"/>
              <a:ext cx="95" cy="57150"/>
            </a:xfrm>
            <a:custGeom>
              <a:pathLst>
                <a:path w="95" h="57150">
                  <a:moveTo>
                    <a:pt x="0" y="0"/>
                  </a:moveTo>
                  <a:lnTo>
                    <a:pt x="0" y="57150"/>
                  </a:lnTo>
                </a:path>
              </a:pathLst>
            </a:custGeom>
            <a:noFill/>
            <a:ln w="7694">
              <a:solidFill>
                <a:srgbClr val="000000"/>
              </a:solidFill>
              <a:prstDash val="solid"/>
            </a:ln>
          </p:spPr>
        </p:sp>
        <p:sp>
          <p:nvSpPr>
            <p:cNvPr id="76" name="text_075">
              <a:extLst>
                <a:ext uri="{FF2B5EF4-FFF2-40B4-BE49-F238E27FC236}">
                  <ns2:creationId id="{768E0BB7-5799-459D-88BC-4B0F2FBFF244}"/>
                </a:ext>
              </a:extLst>
            </p:cNvPr>
            <p:cNvSpPr>
              <a:spLocks noGrp="1"/>
            </p:cNvSpPr>
            <p:nvPr/>
          </p:nvSpPr>
          <p:spPr>
            <a:xfrm rot="0">
              <a:off x="7554381" y="4943475"/>
              <a:ext cx="456144" cy="200025"/>
            </a:xfrm>
            <a:prstGeom prst="rect">
              <a:avLst/>
            </a:prstGeom>
            <a:noFill/>
            <a:ln w="0">
              <a:noFill/>
              <a:prstDash val="solid"/>
            </a:ln>
          </p:spPr>
          <p:txBody>
            <a:bodyPr wrap="none" lIns="0" tIns="0" rIns="0" bIns="0" anchor="t">
              <a:noAutofit/>
            </a:bodyPr>
            <a:lstStyle>
              <a:defPPr algn="ctr">
                <a:defRPr sz="559" b="0">
                  <a:solidFill>
                    <a:srgbClr val="000000"/>
                  </a:solidFill>
                  <a:latin typeface="Arial"/>
                  <a:ea typeface="Arial"/>
                  <a:cs typeface="Arial"/>
                </a:defRPr>
              </a:defPPr>
              <a:lvl1pPr algn="ctr">
                <a:defRPr sz="559" b="0">
                  <a:solidFill>
                    <a:srgbClr val="000000"/>
                  </a:solidFill>
                  <a:latin typeface="Arial"/>
                  <a:ea typeface="Arial"/>
                  <a:cs typeface="Arial"/>
                </a:defRPr>
              </a:lvl1pPr>
              <a:lvl2pPr algn="ctr">
                <a:defRPr sz="559" b="0">
                  <a:solidFill>
                    <a:srgbClr val="000000"/>
                  </a:solidFill>
                  <a:latin typeface="Arial"/>
                  <a:ea typeface="Arial"/>
                  <a:cs typeface="Arial"/>
                </a:defRPr>
              </a:lvl2pPr>
              <a:lvl3pPr algn="ctr">
                <a:defRPr sz="559" b="0">
                  <a:solidFill>
                    <a:srgbClr val="000000"/>
                  </a:solidFill>
                  <a:latin typeface="Arial"/>
                  <a:ea typeface="Arial"/>
                  <a:cs typeface="Arial"/>
                </a:defRPr>
              </a:lvl3pPr>
              <a:lvl4pPr algn="ctr">
                <a:defRPr sz="559" b="0">
                  <a:solidFill>
                    <a:srgbClr val="000000"/>
                  </a:solidFill>
                  <a:latin typeface="Arial"/>
                  <a:ea typeface="Arial"/>
                  <a:cs typeface="Arial"/>
                </a:defRPr>
              </a:lvl4pPr>
              <a:lvl5pPr algn="ctr">
                <a:defRPr sz="559" b="0">
                  <a:solidFill>
                    <a:srgbClr val="000000"/>
                  </a:solidFill>
                  <a:latin typeface="Arial"/>
                  <a:ea typeface="Arial"/>
                  <a:cs typeface="Arial"/>
                </a:defRPr>
              </a:lvl5pPr>
              <a:lvl6pPr algn="ctr">
                <a:defRPr sz="559" b="0">
                  <a:solidFill>
                    <a:srgbClr val="000000"/>
                  </a:solidFill>
                  <a:latin typeface="Arial"/>
                  <a:ea typeface="Arial"/>
                  <a:cs typeface="Arial"/>
                </a:defRPr>
              </a:lvl6pPr>
              <a:lvl7pPr algn="ctr">
                <a:defRPr sz="559" b="0">
                  <a:solidFill>
                    <a:srgbClr val="000000"/>
                  </a:solidFill>
                  <a:latin typeface="Arial"/>
                  <a:ea typeface="Arial"/>
                  <a:cs typeface="Arial"/>
                </a:defRPr>
              </a:lvl7pPr>
              <a:lvl8pPr algn="ctr">
                <a:defRPr sz="559" b="0">
                  <a:solidFill>
                    <a:srgbClr val="000000"/>
                  </a:solidFill>
                  <a:latin typeface="Arial"/>
                  <a:ea typeface="Arial"/>
                  <a:cs typeface="Arial"/>
                </a:defRPr>
              </a:lvl8pPr>
              <a:lvl9pPr algn="ctr">
                <a:defRPr sz="559" b="0">
                  <a:solidFill>
                    <a:srgbClr val="000000"/>
                  </a:solidFill>
                  <a:latin typeface="Arial"/>
                  <a:ea typeface="Arial"/>
                  <a:cs typeface="Arial"/>
                </a:defRPr>
              </a:lvl9pPr>
            </a:lstStyle>
            <a:p>
              <a:pPr algn="ctr">
                <a:defRPr sz="559" b="0">
                  <a:solidFill>
                    <a:srgbClr val="000000"/>
                  </a:solidFill>
                  <a:latin typeface="Arial"/>
                  <a:ea typeface="Arial"/>
                  <a:cs typeface="Arial"/>
                </a:defRPr>
              </a:pPr>
              <a:r>
                <a:rPr sz="559" b="0">
                  <a:solidFill>
                    <a:srgbClr val="000000"/>
                  </a:solidFill>
                  <a:latin typeface="Arial"/>
                  <a:ea typeface="Arial"/>
                  <a:cs typeface="Arial"/>
                </a:rPr>
                <a:t>200 km</a:t>
              </a:r>
            </a:p>
          </p:txBody>
        </p:sp>
        <p:sp>
          <p:nvSpPr>
            <p:cNvPr id="77" name="ellipse_076">
              <a:extLst>
                <a:ext uri="{FF2B5EF4-FFF2-40B4-BE49-F238E27FC236}">
                  <ns2:creationId id="{DF0AB7D5-99BA-451A-9FAC-FA668E831FFD}"/>
                </a:ext>
              </a:extLst>
            </p:cNvPr>
            <p:cNvSpPr>
              <a:spLocks noGrp="1"/>
            </p:cNvSpPr>
            <p:nvPr/>
          </p:nvSpPr>
          <p:spPr>
            <a:xfrm rot="0">
              <a:off x="7690902" y="3871377"/>
              <a:ext cx="112395" cy="112395"/>
            </a:xfrm>
            <a:prstGeom prst="ellipse">
              <a:avLst/>
            </a:prstGeom>
            <a:solidFill>
              <a:srgbClr val="FFFFFF"/>
            </a:solidFill>
            <a:ln w="10653">
              <a:solidFill>
                <a:srgbClr val="FFFFFF"/>
              </a:solidFill>
              <a:prstDash val="solid"/>
            </a:ln>
          </p:spPr>
        </p:sp>
        <p:sp>
          <p:nvSpPr>
            <p:cNvPr id="78" name="A_f19_False">
              <a:extLst>
                <a:ext uri="{FF2B5EF4-FFF2-40B4-BE49-F238E27FC236}">
                  <ns2:creationId id="{9D010B4B-D810-450F-8C95-5455912FCA77}"/>
                </a:ext>
              </a:extLst>
            </p:cNvPr>
            <p:cNvSpPr>
              <a:spLocks noGrp="1"/>
            </p:cNvSpPr>
            <p:nvPr/>
          </p:nvSpPr>
          <p:spPr>
            <a:xfrm rot="0">
              <a:off x="7708047" y="3888522"/>
              <a:ext cx="78105" cy="78105"/>
            </a:xfrm>
            <a:prstGeom prst="ellipse">
              <a:avLst/>
            </a:prstGeom>
            <a:solidFill>
              <a:srgbClr val="FFFFFF"/>
            </a:solidFill>
            <a:ln w="10653">
              <a:solidFill>
                <a:srgbClr val="0072B2"/>
              </a:solidFill>
              <a:prstDash val="solid"/>
            </a:ln>
          </p:spPr>
        </p:sp>
        <p:sp>
          <p:nvSpPr>
            <p:cNvPr id="79" name="text_078">
              <a:extLst>
                <a:ext uri="{FF2B5EF4-FFF2-40B4-BE49-F238E27FC236}">
                  <ns2:creationId id="{5755E82D-6710-4EE7-8F8C-4C11F08A60B7}"/>
                </a:ext>
              </a:extLst>
            </p:cNvPr>
            <p:cNvSpPr>
              <a:spLocks noGrp="1"/>
            </p:cNvSpPr>
            <p:nvPr/>
          </p:nvSpPr>
          <p:spPr>
            <a:xfrm rot="0">
              <a:off x="7823299" y="3698974"/>
              <a:ext cx="266700" cy="247650"/>
            </a:xfrm>
            <a:prstGeom prst="rect">
              <a:avLst/>
            </a:prstGeom>
            <a:noFill/>
            <a:ln w="0">
              <a:noFill/>
              <a:prstDash val="solid"/>
            </a:ln>
          </p:spPr>
          <p:txBody>
            <a:bodyPr wrap="none" lIns="0" tIns="0" rIns="0" bIns="0" anchor="t">
              <a:noAutofit/>
            </a:bodyPr>
            <a:lstStyle>
              <a:defPPr algn="l">
                <a:defRPr sz="932" b="1">
                  <a:solidFill>
                    <a:srgbClr val="0072B2"/>
                  </a:solidFill>
                  <a:latin typeface="Arial"/>
                  <a:ea typeface="Arial"/>
                  <a:cs typeface="Arial"/>
                </a:defRPr>
              </a:defPPr>
              <a:lvl1pPr algn="l">
                <a:defRPr sz="932" b="1">
                  <a:solidFill>
                    <a:srgbClr val="0072B2"/>
                  </a:solidFill>
                  <a:latin typeface="Arial"/>
                  <a:ea typeface="Arial"/>
                  <a:cs typeface="Arial"/>
                </a:defRPr>
              </a:lvl1pPr>
              <a:lvl2pPr algn="l">
                <a:defRPr sz="932" b="1">
                  <a:solidFill>
                    <a:srgbClr val="0072B2"/>
                  </a:solidFill>
                  <a:latin typeface="Arial"/>
                  <a:ea typeface="Arial"/>
                  <a:cs typeface="Arial"/>
                </a:defRPr>
              </a:lvl2pPr>
              <a:lvl3pPr algn="l">
                <a:defRPr sz="932" b="1">
                  <a:solidFill>
                    <a:srgbClr val="0072B2"/>
                  </a:solidFill>
                  <a:latin typeface="Arial"/>
                  <a:ea typeface="Arial"/>
                  <a:cs typeface="Arial"/>
                </a:defRPr>
              </a:lvl3pPr>
              <a:lvl4pPr algn="l">
                <a:defRPr sz="932" b="1">
                  <a:solidFill>
                    <a:srgbClr val="0072B2"/>
                  </a:solidFill>
                  <a:latin typeface="Arial"/>
                  <a:ea typeface="Arial"/>
                  <a:cs typeface="Arial"/>
                </a:defRPr>
              </a:lvl4pPr>
              <a:lvl5pPr algn="l">
                <a:defRPr sz="932" b="1">
                  <a:solidFill>
                    <a:srgbClr val="0072B2"/>
                  </a:solidFill>
                  <a:latin typeface="Arial"/>
                  <a:ea typeface="Arial"/>
                  <a:cs typeface="Arial"/>
                </a:defRPr>
              </a:lvl5pPr>
              <a:lvl6pPr algn="l">
                <a:defRPr sz="932" b="1">
                  <a:solidFill>
                    <a:srgbClr val="0072B2"/>
                  </a:solidFill>
                  <a:latin typeface="Arial"/>
                  <a:ea typeface="Arial"/>
                  <a:cs typeface="Arial"/>
                </a:defRPr>
              </a:lvl6pPr>
              <a:lvl7pPr algn="l">
                <a:defRPr sz="932" b="1">
                  <a:solidFill>
                    <a:srgbClr val="0072B2"/>
                  </a:solidFill>
                  <a:latin typeface="Arial"/>
                  <a:ea typeface="Arial"/>
                  <a:cs typeface="Arial"/>
                </a:defRPr>
              </a:lvl7pPr>
              <a:lvl8pPr algn="l">
                <a:defRPr sz="932" b="1">
                  <a:solidFill>
                    <a:srgbClr val="0072B2"/>
                  </a:solidFill>
                  <a:latin typeface="Arial"/>
                  <a:ea typeface="Arial"/>
                  <a:cs typeface="Arial"/>
                </a:defRPr>
              </a:lvl8pPr>
              <a:lvl9pPr algn="l">
                <a:defRPr sz="932" b="1">
                  <a:solidFill>
                    <a:srgbClr val="0072B2"/>
                  </a:solidFill>
                  <a:latin typeface="Arial"/>
                  <a:ea typeface="Arial"/>
                  <a:cs typeface="Arial"/>
                </a:defRPr>
              </a:lvl9pPr>
            </a:lstStyle>
            <a:p>
              <a:pPr algn="l">
                <a:defRPr sz="932" b="1">
                  <a:solidFill>
                    <a:srgbClr val="0072B2"/>
                  </a:solidFill>
                  <a:latin typeface="Arial"/>
                  <a:ea typeface="Arial"/>
                  <a:cs typeface="Arial"/>
                </a:defRPr>
              </a:pPr>
              <a:r>
                <a:rPr sz="932" b="1">
                  <a:solidFill>
                    <a:srgbClr val="0072B2"/>
                  </a:solidFill>
                  <a:latin typeface="Arial"/>
                  <a:ea typeface="Arial"/>
                  <a:cs typeface="Arial"/>
                </a:rPr>
                <a:t>A</a:t>
              </a:r>
            </a:p>
          </p:txBody>
        </p:sp>
        <p:sp>
          <p:nvSpPr>
            <p:cNvPr id="80" name="ellipse_079">
              <a:extLst>
                <a:ext uri="{FF2B5EF4-FFF2-40B4-BE49-F238E27FC236}">
                  <ns2:creationId id="{4BE1DE8B-EC57-4BBF-A50E-D07DCD89866E}"/>
                </a:ext>
              </a:extLst>
            </p:cNvPr>
            <p:cNvSpPr>
              <a:spLocks noGrp="1"/>
            </p:cNvSpPr>
            <p:nvPr/>
          </p:nvSpPr>
          <p:spPr>
            <a:xfrm rot="0">
              <a:off x="7068800" y="5017353"/>
              <a:ext cx="112395" cy="112395"/>
            </a:xfrm>
            <a:prstGeom prst="ellipse">
              <a:avLst/>
            </a:prstGeom>
            <a:solidFill>
              <a:srgbClr val="FFFFFF"/>
            </a:solidFill>
            <a:ln w="10653">
              <a:solidFill>
                <a:srgbClr val="FFFFFF"/>
              </a:solidFill>
              <a:prstDash val="solid"/>
            </a:ln>
          </p:spPr>
        </p:sp>
        <p:sp>
          <p:nvSpPr>
            <p:cNvPr id="81" name="B_f19_False">
              <a:extLst>
                <a:ext uri="{FF2B5EF4-FFF2-40B4-BE49-F238E27FC236}">
                  <ns2:creationId id="{AE68B025-A123-4274-B12E-DBA4E7F06B6A}"/>
                </a:ext>
              </a:extLst>
            </p:cNvPr>
            <p:cNvSpPr>
              <a:spLocks noGrp="1"/>
            </p:cNvSpPr>
            <p:nvPr/>
          </p:nvSpPr>
          <p:spPr>
            <a:xfrm rot="0">
              <a:off x="7085945" y="5034498"/>
              <a:ext cx="78105" cy="78105"/>
            </a:xfrm>
            <a:prstGeom prst="ellipse">
              <a:avLst/>
            </a:prstGeom>
            <a:solidFill>
              <a:srgbClr val="FFFFFF"/>
            </a:solidFill>
            <a:ln w="10653">
              <a:solidFill>
                <a:srgbClr val="D55E00"/>
              </a:solidFill>
              <a:prstDash val="solid"/>
            </a:ln>
          </p:spPr>
        </p:sp>
        <p:sp>
          <p:nvSpPr>
            <p:cNvPr id="82" name="text_081">
              <a:extLst>
                <a:ext uri="{FF2B5EF4-FFF2-40B4-BE49-F238E27FC236}">
                  <ns2:creationId id="{B282A654-AA3A-4C36-92B8-F59041D33E48}"/>
                </a:ext>
              </a:extLst>
            </p:cNvPr>
            <p:cNvSpPr>
              <a:spLocks noGrp="1"/>
            </p:cNvSpPr>
            <p:nvPr/>
          </p:nvSpPr>
          <p:spPr>
            <a:xfrm rot="0">
              <a:off x="7201198" y="4844951"/>
              <a:ext cx="266700" cy="247650"/>
            </a:xfrm>
            <a:prstGeom prst="rect">
              <a:avLst/>
            </a:prstGeom>
            <a:noFill/>
            <a:ln w="0">
              <a:noFill/>
              <a:prstDash val="solid"/>
            </a:ln>
          </p:spPr>
          <p:txBody>
            <a:bodyPr wrap="none" lIns="0" tIns="0" rIns="0" bIns="0" anchor="t">
              <a:noAutofit/>
            </a:bodyPr>
            <a:lstStyle>
              <a:defPPr algn="l">
                <a:defRPr sz="932" b="1">
                  <a:solidFill>
                    <a:srgbClr val="D55E00"/>
                  </a:solidFill>
                  <a:latin typeface="Arial"/>
                  <a:ea typeface="Arial"/>
                  <a:cs typeface="Arial"/>
                </a:defRPr>
              </a:defPPr>
              <a:lvl1pPr algn="l">
                <a:defRPr sz="932" b="1">
                  <a:solidFill>
                    <a:srgbClr val="D55E00"/>
                  </a:solidFill>
                  <a:latin typeface="Arial"/>
                  <a:ea typeface="Arial"/>
                  <a:cs typeface="Arial"/>
                </a:defRPr>
              </a:lvl1pPr>
              <a:lvl2pPr algn="l">
                <a:defRPr sz="932" b="1">
                  <a:solidFill>
                    <a:srgbClr val="D55E00"/>
                  </a:solidFill>
                  <a:latin typeface="Arial"/>
                  <a:ea typeface="Arial"/>
                  <a:cs typeface="Arial"/>
                </a:defRPr>
              </a:lvl2pPr>
              <a:lvl3pPr algn="l">
                <a:defRPr sz="932" b="1">
                  <a:solidFill>
                    <a:srgbClr val="D55E00"/>
                  </a:solidFill>
                  <a:latin typeface="Arial"/>
                  <a:ea typeface="Arial"/>
                  <a:cs typeface="Arial"/>
                </a:defRPr>
              </a:lvl3pPr>
              <a:lvl4pPr algn="l">
                <a:defRPr sz="932" b="1">
                  <a:solidFill>
                    <a:srgbClr val="D55E00"/>
                  </a:solidFill>
                  <a:latin typeface="Arial"/>
                  <a:ea typeface="Arial"/>
                  <a:cs typeface="Arial"/>
                </a:defRPr>
              </a:lvl4pPr>
              <a:lvl5pPr algn="l">
                <a:defRPr sz="932" b="1">
                  <a:solidFill>
                    <a:srgbClr val="D55E00"/>
                  </a:solidFill>
                  <a:latin typeface="Arial"/>
                  <a:ea typeface="Arial"/>
                  <a:cs typeface="Arial"/>
                </a:defRPr>
              </a:lvl5pPr>
              <a:lvl6pPr algn="l">
                <a:defRPr sz="932" b="1">
                  <a:solidFill>
                    <a:srgbClr val="D55E00"/>
                  </a:solidFill>
                  <a:latin typeface="Arial"/>
                  <a:ea typeface="Arial"/>
                  <a:cs typeface="Arial"/>
                </a:defRPr>
              </a:lvl6pPr>
              <a:lvl7pPr algn="l">
                <a:defRPr sz="932" b="1">
                  <a:solidFill>
                    <a:srgbClr val="D55E00"/>
                  </a:solidFill>
                  <a:latin typeface="Arial"/>
                  <a:ea typeface="Arial"/>
                  <a:cs typeface="Arial"/>
                </a:defRPr>
              </a:lvl7pPr>
              <a:lvl8pPr algn="l">
                <a:defRPr sz="932" b="1">
                  <a:solidFill>
                    <a:srgbClr val="D55E00"/>
                  </a:solidFill>
                  <a:latin typeface="Arial"/>
                  <a:ea typeface="Arial"/>
                  <a:cs typeface="Arial"/>
                </a:defRPr>
              </a:lvl8pPr>
              <a:lvl9pPr algn="l">
                <a:defRPr sz="932" b="1">
                  <a:solidFill>
                    <a:srgbClr val="D55E00"/>
                  </a:solidFill>
                  <a:latin typeface="Arial"/>
                  <a:ea typeface="Arial"/>
                  <a:cs typeface="Arial"/>
                </a:defRPr>
              </a:lvl9pPr>
            </a:lstStyle>
            <a:p>
              <a:pPr algn="l">
                <a:defRPr sz="932" b="1">
                  <a:solidFill>
                    <a:srgbClr val="D55E00"/>
                  </a:solidFill>
                  <a:latin typeface="Arial"/>
                  <a:ea typeface="Arial"/>
                  <a:cs typeface="Arial"/>
                </a:defRPr>
              </a:pPr>
              <a:r>
                <a:rPr sz="932" b="1">
                  <a:solidFill>
                    <a:srgbClr val="D55E00"/>
                  </a:solidFill>
                  <a:latin typeface="Arial"/>
                  <a:ea typeface="Arial"/>
                  <a:cs typeface="Arial"/>
                </a:rPr>
                <a:t>B</a:t>
              </a:r>
            </a:p>
          </p:txBody>
        </p:sp>
        <p:sp>
          <p:nvSpPr>
            <p:cNvPr id="83" name="ellipse_082">
              <a:extLst>
                <a:ext uri="{FF2B5EF4-FFF2-40B4-BE49-F238E27FC236}">
                  <ns2:creationId id="{3292BD8F-8286-4F6E-923E-773A4AE50E90}"/>
                </a:ext>
              </a:extLst>
            </p:cNvPr>
            <p:cNvSpPr>
              <a:spLocks noGrp="1"/>
            </p:cNvSpPr>
            <p:nvPr/>
          </p:nvSpPr>
          <p:spPr>
            <a:xfrm rot="0">
              <a:off x="6610410" y="3543955"/>
              <a:ext cx="112395" cy="112395"/>
            </a:xfrm>
            <a:prstGeom prst="ellipse">
              <a:avLst/>
            </a:prstGeom>
            <a:solidFill>
              <a:srgbClr val="FFFFFF"/>
            </a:solidFill>
            <a:ln w="10653">
              <a:solidFill>
                <a:srgbClr val="FFFFFF"/>
              </a:solidFill>
              <a:prstDash val="solid"/>
            </a:ln>
          </p:spPr>
        </p:sp>
        <p:sp>
          <p:nvSpPr>
            <p:cNvPr id="84" name="C_f19_False">
              <a:extLst>
                <a:ext uri="{FF2B5EF4-FFF2-40B4-BE49-F238E27FC236}">
                  <ns2:creationId id="{404A449F-0537-4991-B360-5A70E48A26AC}"/>
                </a:ext>
              </a:extLst>
            </p:cNvPr>
            <p:cNvSpPr>
              <a:spLocks noGrp="1"/>
            </p:cNvSpPr>
            <p:nvPr/>
          </p:nvSpPr>
          <p:spPr>
            <a:xfrm rot="0">
              <a:off x="6627555" y="3561100"/>
              <a:ext cx="78105" cy="78105"/>
            </a:xfrm>
            <a:prstGeom prst="ellipse">
              <a:avLst/>
            </a:prstGeom>
            <a:solidFill>
              <a:srgbClr val="FFFFFF"/>
            </a:solidFill>
            <a:ln w="10653">
              <a:solidFill>
                <a:srgbClr val="009E73"/>
              </a:solidFill>
              <a:prstDash val="solid"/>
            </a:ln>
          </p:spPr>
        </p:sp>
        <p:sp>
          <p:nvSpPr>
            <p:cNvPr id="85" name="text_084">
              <a:extLst>
                <a:ext uri="{FF2B5EF4-FFF2-40B4-BE49-F238E27FC236}">
                  <ns2:creationId id="{D32BCD0E-9A2B-47E8-8D21-C40B32815D16}"/>
                </a:ext>
              </a:extLst>
            </p:cNvPr>
            <p:cNvSpPr>
              <a:spLocks noGrp="1"/>
            </p:cNvSpPr>
            <p:nvPr/>
          </p:nvSpPr>
          <p:spPr>
            <a:xfrm rot="0">
              <a:off x="6742807" y="3371552"/>
              <a:ext cx="266700" cy="247650"/>
            </a:xfrm>
            <a:prstGeom prst="rect">
              <a:avLst/>
            </a:prstGeom>
            <a:noFill/>
            <a:ln w="0">
              <a:noFill/>
              <a:prstDash val="solid"/>
            </a:ln>
          </p:spPr>
          <p:txBody>
            <a:bodyPr wrap="none" lIns="0" tIns="0" rIns="0" bIns="0" anchor="t">
              <a:noAutofit/>
            </a:bodyPr>
            <a:lstStyle>
              <a:defPPr algn="l">
                <a:defRPr sz="932" b="1">
                  <a:solidFill>
                    <a:srgbClr val="009E73"/>
                  </a:solidFill>
                  <a:latin typeface="Arial"/>
                  <a:ea typeface="Arial"/>
                  <a:cs typeface="Arial"/>
                </a:defRPr>
              </a:defPPr>
              <a:lvl1pPr algn="l">
                <a:defRPr sz="932" b="1">
                  <a:solidFill>
                    <a:srgbClr val="009E73"/>
                  </a:solidFill>
                  <a:latin typeface="Arial"/>
                  <a:ea typeface="Arial"/>
                  <a:cs typeface="Arial"/>
                </a:defRPr>
              </a:lvl1pPr>
              <a:lvl2pPr algn="l">
                <a:defRPr sz="932" b="1">
                  <a:solidFill>
                    <a:srgbClr val="009E73"/>
                  </a:solidFill>
                  <a:latin typeface="Arial"/>
                  <a:ea typeface="Arial"/>
                  <a:cs typeface="Arial"/>
                </a:defRPr>
              </a:lvl2pPr>
              <a:lvl3pPr algn="l">
                <a:defRPr sz="932" b="1">
                  <a:solidFill>
                    <a:srgbClr val="009E73"/>
                  </a:solidFill>
                  <a:latin typeface="Arial"/>
                  <a:ea typeface="Arial"/>
                  <a:cs typeface="Arial"/>
                </a:defRPr>
              </a:lvl3pPr>
              <a:lvl4pPr algn="l">
                <a:defRPr sz="932" b="1">
                  <a:solidFill>
                    <a:srgbClr val="009E73"/>
                  </a:solidFill>
                  <a:latin typeface="Arial"/>
                  <a:ea typeface="Arial"/>
                  <a:cs typeface="Arial"/>
                </a:defRPr>
              </a:lvl4pPr>
              <a:lvl5pPr algn="l">
                <a:defRPr sz="932" b="1">
                  <a:solidFill>
                    <a:srgbClr val="009E73"/>
                  </a:solidFill>
                  <a:latin typeface="Arial"/>
                  <a:ea typeface="Arial"/>
                  <a:cs typeface="Arial"/>
                </a:defRPr>
              </a:lvl5pPr>
              <a:lvl6pPr algn="l">
                <a:defRPr sz="932" b="1">
                  <a:solidFill>
                    <a:srgbClr val="009E73"/>
                  </a:solidFill>
                  <a:latin typeface="Arial"/>
                  <a:ea typeface="Arial"/>
                  <a:cs typeface="Arial"/>
                </a:defRPr>
              </a:lvl6pPr>
              <a:lvl7pPr algn="l">
                <a:defRPr sz="932" b="1">
                  <a:solidFill>
                    <a:srgbClr val="009E73"/>
                  </a:solidFill>
                  <a:latin typeface="Arial"/>
                  <a:ea typeface="Arial"/>
                  <a:cs typeface="Arial"/>
                </a:defRPr>
              </a:lvl7pPr>
              <a:lvl8pPr algn="l">
                <a:defRPr sz="932" b="1">
                  <a:solidFill>
                    <a:srgbClr val="009E73"/>
                  </a:solidFill>
                  <a:latin typeface="Arial"/>
                  <a:ea typeface="Arial"/>
                  <a:cs typeface="Arial"/>
                </a:defRPr>
              </a:lvl8pPr>
              <a:lvl9pPr algn="l">
                <a:defRPr sz="932" b="1">
                  <a:solidFill>
                    <a:srgbClr val="009E73"/>
                  </a:solidFill>
                  <a:latin typeface="Arial"/>
                  <a:ea typeface="Arial"/>
                  <a:cs typeface="Arial"/>
                </a:defRPr>
              </a:lvl9pPr>
            </a:lstStyle>
            <a:p>
              <a:pPr algn="l">
                <a:defRPr sz="932" b="1">
                  <a:solidFill>
                    <a:srgbClr val="009E73"/>
                  </a:solidFill>
                  <a:latin typeface="Arial"/>
                  <a:ea typeface="Arial"/>
                  <a:cs typeface="Arial"/>
                </a:defRPr>
              </a:pPr>
              <a:r>
                <a:rPr sz="932" b="1">
                  <a:solidFill>
                    <a:srgbClr val="009E73"/>
                  </a:solidFill>
                  <a:latin typeface="Arial"/>
                  <a:ea typeface="Arial"/>
                  <a:cs typeface="Arial"/>
                </a:rPr>
                <a:t>C</a:t>
              </a:r>
            </a:p>
          </p:txBody>
        </p:sp>
        <p:sp>
          <p:nvSpPr>
            <p:cNvPr id="86" name="text_085">
              <a:extLst>
                <a:ext uri="{FF2B5EF4-FFF2-40B4-BE49-F238E27FC236}">
                  <ns2:creationId id="{154F820A-80E5-411E-A96F-3CB3F5485559}"/>
                </a:ext>
              </a:extLst>
            </p:cNvPr>
            <p:cNvSpPr>
              <a:spLocks noGrp="1"/>
            </p:cNvSpPr>
            <p:nvPr/>
          </p:nvSpPr>
          <p:spPr>
            <a:xfrm rot="0">
              <a:off x="5848350" y="5600700"/>
              <a:ext cx="2324100" cy="228600"/>
            </a:xfrm>
            <a:prstGeom prst="rect">
              <a:avLst/>
            </a:prstGeom>
            <a:noFill/>
            <a:ln w="0">
              <a:noFill/>
              <a:prstDash val="solid"/>
            </a:ln>
          </p:spPr>
          <p:txBody>
            <a:bodyPr wrap="none" lIns="0" tIns="0" rIns="0" bIns="0" anchor="t">
              <a:noAutofit/>
            </a:bodyPr>
            <a:lstStyle>
              <a:defPPr algn="ctr">
                <a:defRPr sz="746" b="0">
                  <a:solidFill>
                    <a:srgbClr val="000000"/>
                  </a:solidFill>
                  <a:latin typeface="Arial"/>
                  <a:ea typeface="Arial"/>
                  <a:cs typeface="Arial"/>
                </a:defRPr>
              </a:defPPr>
              <a:lvl1pPr algn="ctr">
                <a:defRPr sz="746" b="0">
                  <a:solidFill>
                    <a:srgbClr val="000000"/>
                  </a:solidFill>
                  <a:latin typeface="Arial"/>
                  <a:ea typeface="Arial"/>
                  <a:cs typeface="Arial"/>
                </a:defRPr>
              </a:lvl1pPr>
              <a:lvl2pPr algn="ctr">
                <a:defRPr sz="746" b="0">
                  <a:solidFill>
                    <a:srgbClr val="000000"/>
                  </a:solidFill>
                  <a:latin typeface="Arial"/>
                  <a:ea typeface="Arial"/>
                  <a:cs typeface="Arial"/>
                </a:defRPr>
              </a:lvl2pPr>
              <a:lvl3pPr algn="ctr">
                <a:defRPr sz="746" b="0">
                  <a:solidFill>
                    <a:srgbClr val="000000"/>
                  </a:solidFill>
                  <a:latin typeface="Arial"/>
                  <a:ea typeface="Arial"/>
                  <a:cs typeface="Arial"/>
                </a:defRPr>
              </a:lvl3pPr>
              <a:lvl4pPr algn="ctr">
                <a:defRPr sz="746" b="0">
                  <a:solidFill>
                    <a:srgbClr val="000000"/>
                  </a:solidFill>
                  <a:latin typeface="Arial"/>
                  <a:ea typeface="Arial"/>
                  <a:cs typeface="Arial"/>
                </a:defRPr>
              </a:lvl4pPr>
              <a:lvl5pPr algn="ctr">
                <a:defRPr sz="746" b="0">
                  <a:solidFill>
                    <a:srgbClr val="000000"/>
                  </a:solidFill>
                  <a:latin typeface="Arial"/>
                  <a:ea typeface="Arial"/>
                  <a:cs typeface="Arial"/>
                </a:defRPr>
              </a:lvl5pPr>
              <a:lvl6pPr algn="ctr">
                <a:defRPr sz="746" b="0">
                  <a:solidFill>
                    <a:srgbClr val="000000"/>
                  </a:solidFill>
                  <a:latin typeface="Arial"/>
                  <a:ea typeface="Arial"/>
                  <a:cs typeface="Arial"/>
                </a:defRPr>
              </a:lvl6pPr>
              <a:lvl7pPr algn="ctr">
                <a:defRPr sz="746" b="0">
                  <a:solidFill>
                    <a:srgbClr val="000000"/>
                  </a:solidFill>
                  <a:latin typeface="Arial"/>
                  <a:ea typeface="Arial"/>
                  <a:cs typeface="Arial"/>
                </a:defRPr>
              </a:lvl7pPr>
              <a:lvl8pPr algn="ctr">
                <a:defRPr sz="746" b="0">
                  <a:solidFill>
                    <a:srgbClr val="000000"/>
                  </a:solidFill>
                  <a:latin typeface="Arial"/>
                  <a:ea typeface="Arial"/>
                  <a:cs typeface="Arial"/>
                </a:defRPr>
              </a:lvl8pPr>
              <a:lvl9pPr algn="ctr">
                <a:defRPr sz="746" b="0">
                  <a:solidFill>
                    <a:srgbClr val="000000"/>
                  </a:solidFill>
                  <a:latin typeface="Arial"/>
                  <a:ea typeface="Arial"/>
                  <a:cs typeface="Arial"/>
                </a:defRPr>
              </a:lvl9pPr>
            </a:lstStyle>
            <a:p>
              <a:pPr algn="ctr">
                <a:defRPr sz="746" b="0">
                  <a:solidFill>
                    <a:srgbClr val="000000"/>
                  </a:solidFill>
                  <a:latin typeface="Arial"/>
                  <a:ea typeface="Arial"/>
                  <a:cs typeface="Arial"/>
                </a:defRPr>
              </a:pPr>
              <a:r>
                <a:rPr sz="746" b="0">
                  <a:solidFill>
                    <a:srgbClr val="000000"/>
                  </a:solidFill>
                  <a:latin typeface="Arial"/>
                  <a:ea typeface="Arial"/>
                  <a:cs typeface="Arial"/>
                </a:rPr>
                <a:t>206 cells with positive FRP</a:t>
              </a:r>
            </a:p>
          </p:txBody>
        </p:sp>
        <p:sp>
          <p:nvSpPr>
            <p:cNvPr id="87" name="text_086">
              <a:extLst>
                <a:ext uri="{FF2B5EF4-FFF2-40B4-BE49-F238E27FC236}">
                  <ns2:creationId id="{A57B1E5D-0024-4E48-9254-A72A79F48BD9}"/>
                </a:ext>
              </a:extLst>
            </p:cNvPr>
            <p:cNvSpPr>
              <a:spLocks noGrp="1"/>
            </p:cNvSpPr>
            <p:nvPr/>
          </p:nvSpPr>
          <p:spPr>
            <a:xfrm rot="0">
              <a:off x="571500" y="6096000"/>
              <a:ext cx="7810500" cy="247650"/>
            </a:xfrm>
            <a:prstGeom prst="rect">
              <a:avLst/>
            </a:prstGeom>
            <a:noFill/>
            <a:ln w="0">
              <a:noFill/>
              <a:prstDash val="solid"/>
            </a:ln>
          </p:spPr>
          <p:txBody>
            <a:bodyPr wrap="none" lIns="0" tIns="0" rIns="0" bIns="0" anchor="t">
              <a:noAutofit/>
            </a:bodyPr>
            <a:lstStyle>
              <a:defPPr algn="l">
                <a:defRPr sz="932" b="1">
                  <a:solidFill>
                    <a:srgbClr val="000000"/>
                  </a:solidFill>
                  <a:latin typeface="Arial"/>
                  <a:ea typeface="Arial"/>
                  <a:cs typeface="Arial"/>
                </a:defRPr>
              </a:defPPr>
              <a:lvl1pPr algn="l">
                <a:defRPr sz="932" b="1">
                  <a:solidFill>
                    <a:srgbClr val="000000"/>
                  </a:solidFill>
                  <a:latin typeface="Arial"/>
                  <a:ea typeface="Arial"/>
                  <a:cs typeface="Arial"/>
                </a:defRPr>
              </a:lvl1pPr>
              <a:lvl2pPr algn="l">
                <a:defRPr sz="932" b="1">
                  <a:solidFill>
                    <a:srgbClr val="000000"/>
                  </a:solidFill>
                  <a:latin typeface="Arial"/>
                  <a:ea typeface="Arial"/>
                  <a:cs typeface="Arial"/>
                </a:defRPr>
              </a:lvl2pPr>
              <a:lvl3pPr algn="l">
                <a:defRPr sz="932" b="1">
                  <a:solidFill>
                    <a:srgbClr val="000000"/>
                  </a:solidFill>
                  <a:latin typeface="Arial"/>
                  <a:ea typeface="Arial"/>
                  <a:cs typeface="Arial"/>
                </a:defRPr>
              </a:lvl3pPr>
              <a:lvl4pPr algn="l">
                <a:defRPr sz="932" b="1">
                  <a:solidFill>
                    <a:srgbClr val="000000"/>
                  </a:solidFill>
                  <a:latin typeface="Arial"/>
                  <a:ea typeface="Arial"/>
                  <a:cs typeface="Arial"/>
                </a:defRPr>
              </a:lvl4pPr>
              <a:lvl5pPr algn="l">
                <a:defRPr sz="932" b="1">
                  <a:solidFill>
                    <a:srgbClr val="000000"/>
                  </a:solidFill>
                  <a:latin typeface="Arial"/>
                  <a:ea typeface="Arial"/>
                  <a:cs typeface="Arial"/>
                </a:defRPr>
              </a:lvl5pPr>
              <a:lvl6pPr algn="l">
                <a:defRPr sz="932" b="1">
                  <a:solidFill>
                    <a:srgbClr val="000000"/>
                  </a:solidFill>
                  <a:latin typeface="Arial"/>
                  <a:ea typeface="Arial"/>
                  <a:cs typeface="Arial"/>
                </a:defRPr>
              </a:lvl6pPr>
              <a:lvl7pPr algn="l">
                <a:defRPr sz="932" b="1">
                  <a:solidFill>
                    <a:srgbClr val="000000"/>
                  </a:solidFill>
                  <a:latin typeface="Arial"/>
                  <a:ea typeface="Arial"/>
                  <a:cs typeface="Arial"/>
                </a:defRPr>
              </a:lvl7pPr>
              <a:lvl8pPr algn="l">
                <a:defRPr sz="932" b="1">
                  <a:solidFill>
                    <a:srgbClr val="000000"/>
                  </a:solidFill>
                  <a:latin typeface="Arial"/>
                  <a:ea typeface="Arial"/>
                  <a:cs typeface="Arial"/>
                </a:defRPr>
              </a:lvl8pPr>
              <a:lvl9pPr algn="l">
                <a:defRPr sz="932" b="1">
                  <a:solidFill>
                    <a:srgbClr val="000000"/>
                  </a:solidFill>
                  <a:latin typeface="Arial"/>
                  <a:ea typeface="Arial"/>
                  <a:cs typeface="Arial"/>
                </a:defRPr>
              </a:lvl9pPr>
            </a:lstStyle>
            <a:p>
              <a:pPr algn="l">
                <a:defRPr sz="932" b="1">
                  <a:solidFill>
                    <a:srgbClr val="000000"/>
                  </a:solidFill>
                  <a:latin typeface="Arial"/>
                  <a:ea typeface="Arial"/>
                  <a:cs typeface="Arial"/>
                </a:defRPr>
              </a:pPr>
              <a:r>
                <a:rPr sz="932" b="1">
                  <a:solidFill>
                    <a:srgbClr val="000000"/>
                  </a:solidFill>
                  <a:latin typeface="Arial"/>
                  <a:ea typeface="Arial"/>
                  <a:cs typeface="Arial"/>
                </a:rPr>
                <a:t>Analysis input: 64 x 64 grid, 50.7 km Gaussian smoothing</a:t>
              </a:r>
            </a:p>
          </p:txBody>
        </p:sp>
        <p:pic>
          <p:nvPicPr>
            <p:cNvPr id="88" name="">
              <a:extLst>
                <a:ext uri="{FF2B5EF4-FFF2-40B4-BE49-F238E27FC236}">
                  <ns2:creationId id="{51EC8641-EF0F-47DC-B13C-9FEFCD07960A}"/>
                </a:ext>
              </a:extLst>
            </p:cNvPr>
            <p:cNvPicPr>
              <a:picLocks noChangeAspect="1"/>
            </p:cNvPicPr>
            <p:nvPr/>
          </p:nvPicPr>
          <p:blipFill>
            <a:blip r:embed="R4c9786d88bc04978"/>
            <a:stretch/>
          </p:blipFill>
          <p:spPr>
            <a:xfrm>
              <a:off x="571500" y="6477000"/>
              <a:ext cx="2095500" cy="2095500"/>
            </a:xfrm>
            <a:prstGeom prst="rect">
              <a:avLst/>
            </a:prstGeom>
          </p:spPr>
        </p:pic>
        <p:sp>
          <p:nvSpPr>
            <p:cNvPr id="89" name="rect_088">
              <a:extLst>
                <a:ext uri="{FF2B5EF4-FFF2-40B4-BE49-F238E27FC236}">
                  <ns2:creationId id="{A6B7663E-2639-4662-AB22-78113E5D414F}"/>
                </a:ext>
              </a:extLst>
            </p:cNvPr>
            <p:cNvSpPr>
              <a:spLocks noGrp="1"/>
            </p:cNvSpPr>
            <p:nvPr/>
          </p:nvSpPr>
          <p:spPr>
            <a:xfrm rot="0">
              <a:off x="571500" y="6477000"/>
              <a:ext cx="2095500" cy="2095500"/>
            </a:xfrm>
            <a:prstGeom prst="rect">
              <a:avLst/>
            </a:prstGeom>
            <a:noFill/>
            <a:ln w="4143">
              <a:solidFill>
                <a:srgbClr val="65727C"/>
              </a:solidFill>
              <a:prstDash val="solid"/>
            </a:ln>
          </p:spPr>
        </p:sp>
        <p:sp>
          <p:nvSpPr>
            <p:cNvPr id="90" name="line_089">
              <a:extLst>
                <a:ext uri="{FF2B5EF4-FFF2-40B4-BE49-F238E27FC236}">
                  <ns2:creationId id="{B4509646-2E11-4FD6-8456-1ABC8E8253EE}"/>
                </a:ext>
              </a:extLst>
            </p:cNvPr>
            <p:cNvSpPr>
              <a:spLocks noGrp="1"/>
            </p:cNvSpPr>
            <p:nvPr/>
          </p:nvSpPr>
          <p:spPr>
            <a:xfrm>
              <a:off x="833399" y="8572500"/>
              <a:ext cx="95" cy="38100"/>
            </a:xfrm>
            <a:custGeom>
              <a:pathLst>
                <a:path w="95" h="38100">
                  <a:moveTo>
                    <a:pt x="0" y="0"/>
                  </a:moveTo>
                  <a:lnTo>
                    <a:pt x="0" y="38100"/>
                  </a:lnTo>
                </a:path>
              </a:pathLst>
            </a:custGeom>
            <a:noFill/>
            <a:ln w="4735">
              <a:solidFill>
                <a:srgbClr val="65727C"/>
              </a:solidFill>
              <a:prstDash val="solid"/>
            </a:ln>
          </p:spPr>
        </p:sp>
        <p:sp>
          <p:nvSpPr>
            <p:cNvPr id="91" name="text_090">
              <a:extLst>
                <a:ext uri="{FF2B5EF4-FFF2-40B4-BE49-F238E27FC236}">
                  <ns2:creationId id="{6F941235-AF41-4038-9CB7-57DAC79695D9}"/>
                </a:ext>
              </a:extLst>
            </p:cNvPr>
            <p:cNvSpPr>
              <a:spLocks noGrp="1"/>
            </p:cNvSpPr>
            <p:nvPr/>
          </p:nvSpPr>
          <p:spPr>
            <a:xfrm rot="0">
              <a:off x="623849" y="8629650"/>
              <a:ext cx="419100" cy="219075"/>
            </a:xfrm>
            <a:prstGeom prst="rect">
              <a:avLst/>
            </a:prstGeom>
            <a:noFill/>
            <a:ln w="0">
              <a:noFill/>
              <a:prstDash val="solid"/>
            </a:ln>
          </p:spPr>
          <p:txBody>
            <a:bodyPr wrap="none" lIns="0" tIns="0" rIns="0" bIns="0" anchor="t">
              <a:noAutofit/>
            </a:bodyPr>
            <a:lstStyle>
              <a:defPPr algn="ctr">
                <a:defRPr sz="699" b="0">
                  <a:solidFill>
                    <a:srgbClr val="000000"/>
                  </a:solidFill>
                  <a:latin typeface="Arial"/>
                  <a:ea typeface="Arial"/>
                  <a:cs typeface="Arial"/>
                </a:defRPr>
              </a:defPPr>
              <a:lvl1pPr algn="ctr">
                <a:defRPr sz="699" b="0">
                  <a:solidFill>
                    <a:srgbClr val="000000"/>
                  </a:solidFill>
                  <a:latin typeface="Arial"/>
                  <a:ea typeface="Arial"/>
                  <a:cs typeface="Arial"/>
                </a:defRPr>
              </a:lvl1pPr>
              <a:lvl2pPr algn="ctr">
                <a:defRPr sz="699" b="0">
                  <a:solidFill>
                    <a:srgbClr val="000000"/>
                  </a:solidFill>
                  <a:latin typeface="Arial"/>
                  <a:ea typeface="Arial"/>
                  <a:cs typeface="Arial"/>
                </a:defRPr>
              </a:lvl2pPr>
              <a:lvl3pPr algn="ctr">
                <a:defRPr sz="699" b="0">
                  <a:solidFill>
                    <a:srgbClr val="000000"/>
                  </a:solidFill>
                  <a:latin typeface="Arial"/>
                  <a:ea typeface="Arial"/>
                  <a:cs typeface="Arial"/>
                </a:defRPr>
              </a:lvl3pPr>
              <a:lvl4pPr algn="ctr">
                <a:defRPr sz="699" b="0">
                  <a:solidFill>
                    <a:srgbClr val="000000"/>
                  </a:solidFill>
                  <a:latin typeface="Arial"/>
                  <a:ea typeface="Arial"/>
                  <a:cs typeface="Arial"/>
                </a:defRPr>
              </a:lvl4pPr>
              <a:lvl5pPr algn="ctr">
                <a:defRPr sz="699" b="0">
                  <a:solidFill>
                    <a:srgbClr val="000000"/>
                  </a:solidFill>
                  <a:latin typeface="Arial"/>
                  <a:ea typeface="Arial"/>
                  <a:cs typeface="Arial"/>
                </a:defRPr>
              </a:lvl5pPr>
              <a:lvl6pPr algn="ctr">
                <a:defRPr sz="699" b="0">
                  <a:solidFill>
                    <a:srgbClr val="000000"/>
                  </a:solidFill>
                  <a:latin typeface="Arial"/>
                  <a:ea typeface="Arial"/>
                  <a:cs typeface="Arial"/>
                </a:defRPr>
              </a:lvl6pPr>
              <a:lvl7pPr algn="ctr">
                <a:defRPr sz="699" b="0">
                  <a:solidFill>
                    <a:srgbClr val="000000"/>
                  </a:solidFill>
                  <a:latin typeface="Arial"/>
                  <a:ea typeface="Arial"/>
                  <a:cs typeface="Arial"/>
                </a:defRPr>
              </a:lvl7pPr>
              <a:lvl8pPr algn="ctr">
                <a:defRPr sz="699" b="0">
                  <a:solidFill>
                    <a:srgbClr val="000000"/>
                  </a:solidFill>
                  <a:latin typeface="Arial"/>
                  <a:ea typeface="Arial"/>
                  <a:cs typeface="Arial"/>
                </a:defRPr>
              </a:lvl8pPr>
              <a:lvl9pPr algn="ctr">
                <a:defRPr sz="699" b="0">
                  <a:solidFill>
                    <a:srgbClr val="000000"/>
                  </a:solidFill>
                  <a:latin typeface="Arial"/>
                  <a:ea typeface="Arial"/>
                  <a:cs typeface="Arial"/>
                </a:defRPr>
              </a:lvl9pPr>
            </a:lstStyle>
            <a:p>
              <a:pPr algn="ctr">
                <a:defRPr sz="699" b="0">
                  <a:solidFill>
                    <a:srgbClr val="000000"/>
                  </a:solidFill>
                  <a:latin typeface="Arial"/>
                  <a:ea typeface="Arial"/>
                  <a:cs typeface="Arial"/>
                </a:defRPr>
              </a:pPr>
              <a:r>
                <a:rPr sz="699" b="0">
                  <a:solidFill>
                    <a:srgbClr val="000000"/>
                  </a:solidFill>
                  <a:latin typeface="Arial"/>
                  <a:ea typeface="Arial"/>
                  <a:cs typeface="Arial"/>
                </a:rPr>
                <a:t>142 E</a:t>
              </a:r>
            </a:p>
          </p:txBody>
        </p:sp>
        <p:sp>
          <p:nvSpPr>
            <p:cNvPr id="92" name="line_091">
              <a:extLst>
                <a:ext uri="{FF2B5EF4-FFF2-40B4-BE49-F238E27FC236}">
                  <ns2:creationId id="{7FD3AC53-D90B-4185-A8D3-E010D3041E1A}"/>
                </a:ext>
              </a:extLst>
            </p:cNvPr>
            <p:cNvSpPr>
              <a:spLocks noGrp="1"/>
            </p:cNvSpPr>
            <p:nvPr/>
          </p:nvSpPr>
          <p:spPr>
            <a:xfrm>
              <a:off x="1741988" y="8572500"/>
              <a:ext cx="95" cy="38100"/>
            </a:xfrm>
            <a:custGeom>
              <a:pathLst>
                <a:path w="95" h="38100">
                  <a:moveTo>
                    <a:pt x="0" y="0"/>
                  </a:moveTo>
                  <a:lnTo>
                    <a:pt x="0" y="38100"/>
                  </a:lnTo>
                </a:path>
              </a:pathLst>
            </a:custGeom>
            <a:noFill/>
            <a:ln w="4735">
              <a:solidFill>
                <a:srgbClr val="65727C"/>
              </a:solidFill>
              <a:prstDash val="solid"/>
            </a:ln>
          </p:spPr>
        </p:sp>
        <p:sp>
          <p:nvSpPr>
            <p:cNvPr id="93" name="text_092">
              <a:extLst>
                <a:ext uri="{FF2B5EF4-FFF2-40B4-BE49-F238E27FC236}">
                  <ns2:creationId id="{1F99F016-0C13-4967-B0FF-6B35016B9088}"/>
                </a:ext>
              </a:extLst>
            </p:cNvPr>
            <p:cNvSpPr>
              <a:spLocks noGrp="1"/>
            </p:cNvSpPr>
            <p:nvPr/>
          </p:nvSpPr>
          <p:spPr>
            <a:xfrm rot="0">
              <a:off x="1532438" y="8629650"/>
              <a:ext cx="419100" cy="219075"/>
            </a:xfrm>
            <a:prstGeom prst="rect">
              <a:avLst/>
            </a:prstGeom>
            <a:noFill/>
            <a:ln w="0">
              <a:noFill/>
              <a:prstDash val="solid"/>
            </a:ln>
          </p:spPr>
          <p:txBody>
            <a:bodyPr wrap="none" lIns="0" tIns="0" rIns="0" bIns="0" anchor="t">
              <a:noAutofit/>
            </a:bodyPr>
            <a:lstStyle>
              <a:defPPr algn="ctr">
                <a:defRPr sz="699" b="0">
                  <a:solidFill>
                    <a:srgbClr val="000000"/>
                  </a:solidFill>
                  <a:latin typeface="Arial"/>
                  <a:ea typeface="Arial"/>
                  <a:cs typeface="Arial"/>
                </a:defRPr>
              </a:defPPr>
              <a:lvl1pPr algn="ctr">
                <a:defRPr sz="699" b="0">
                  <a:solidFill>
                    <a:srgbClr val="000000"/>
                  </a:solidFill>
                  <a:latin typeface="Arial"/>
                  <a:ea typeface="Arial"/>
                  <a:cs typeface="Arial"/>
                </a:defRPr>
              </a:lvl1pPr>
              <a:lvl2pPr algn="ctr">
                <a:defRPr sz="699" b="0">
                  <a:solidFill>
                    <a:srgbClr val="000000"/>
                  </a:solidFill>
                  <a:latin typeface="Arial"/>
                  <a:ea typeface="Arial"/>
                  <a:cs typeface="Arial"/>
                </a:defRPr>
              </a:lvl2pPr>
              <a:lvl3pPr algn="ctr">
                <a:defRPr sz="699" b="0">
                  <a:solidFill>
                    <a:srgbClr val="000000"/>
                  </a:solidFill>
                  <a:latin typeface="Arial"/>
                  <a:ea typeface="Arial"/>
                  <a:cs typeface="Arial"/>
                </a:defRPr>
              </a:lvl3pPr>
              <a:lvl4pPr algn="ctr">
                <a:defRPr sz="699" b="0">
                  <a:solidFill>
                    <a:srgbClr val="000000"/>
                  </a:solidFill>
                  <a:latin typeface="Arial"/>
                  <a:ea typeface="Arial"/>
                  <a:cs typeface="Arial"/>
                </a:defRPr>
              </a:lvl4pPr>
              <a:lvl5pPr algn="ctr">
                <a:defRPr sz="699" b="0">
                  <a:solidFill>
                    <a:srgbClr val="000000"/>
                  </a:solidFill>
                  <a:latin typeface="Arial"/>
                  <a:ea typeface="Arial"/>
                  <a:cs typeface="Arial"/>
                </a:defRPr>
              </a:lvl5pPr>
              <a:lvl6pPr algn="ctr">
                <a:defRPr sz="699" b="0">
                  <a:solidFill>
                    <a:srgbClr val="000000"/>
                  </a:solidFill>
                  <a:latin typeface="Arial"/>
                  <a:ea typeface="Arial"/>
                  <a:cs typeface="Arial"/>
                </a:defRPr>
              </a:lvl6pPr>
              <a:lvl7pPr algn="ctr">
                <a:defRPr sz="699" b="0">
                  <a:solidFill>
                    <a:srgbClr val="000000"/>
                  </a:solidFill>
                  <a:latin typeface="Arial"/>
                  <a:ea typeface="Arial"/>
                  <a:cs typeface="Arial"/>
                </a:defRPr>
              </a:lvl7pPr>
              <a:lvl8pPr algn="ctr">
                <a:defRPr sz="699" b="0">
                  <a:solidFill>
                    <a:srgbClr val="000000"/>
                  </a:solidFill>
                  <a:latin typeface="Arial"/>
                  <a:ea typeface="Arial"/>
                  <a:cs typeface="Arial"/>
                </a:defRPr>
              </a:lvl8pPr>
              <a:lvl9pPr algn="ctr">
                <a:defRPr sz="699" b="0">
                  <a:solidFill>
                    <a:srgbClr val="000000"/>
                  </a:solidFill>
                  <a:latin typeface="Arial"/>
                  <a:ea typeface="Arial"/>
                  <a:cs typeface="Arial"/>
                </a:defRPr>
              </a:lvl9pPr>
            </a:lstStyle>
            <a:p>
              <a:pPr algn="ctr">
                <a:defRPr sz="699" b="0">
                  <a:solidFill>
                    <a:srgbClr val="000000"/>
                  </a:solidFill>
                  <a:latin typeface="Arial"/>
                  <a:ea typeface="Arial"/>
                  <a:cs typeface="Arial"/>
                </a:defRPr>
              </a:pPr>
              <a:r>
                <a:rPr sz="699" b="0">
                  <a:solidFill>
                    <a:srgbClr val="000000"/>
                  </a:solidFill>
                  <a:latin typeface="Arial"/>
                  <a:ea typeface="Arial"/>
                  <a:cs typeface="Arial"/>
                </a:rPr>
                <a:t>148 E</a:t>
              </a:r>
            </a:p>
          </p:txBody>
        </p:sp>
        <p:sp>
          <p:nvSpPr>
            <p:cNvPr id="94" name="line_093">
              <a:extLst>
                <a:ext uri="{FF2B5EF4-FFF2-40B4-BE49-F238E27FC236}">
                  <ns2:creationId id="{21CE2611-4175-4FCD-A00B-DA7DC9AF0132}"/>
                </a:ext>
              </a:extLst>
            </p:cNvPr>
            <p:cNvSpPr>
              <a:spLocks noGrp="1"/>
            </p:cNvSpPr>
            <p:nvPr/>
          </p:nvSpPr>
          <p:spPr>
            <a:xfrm>
              <a:off x="2650576" y="8572500"/>
              <a:ext cx="95" cy="38100"/>
            </a:xfrm>
            <a:custGeom>
              <a:pathLst>
                <a:path w="95" h="38100">
                  <a:moveTo>
                    <a:pt x="0" y="0"/>
                  </a:moveTo>
                  <a:lnTo>
                    <a:pt x="0" y="38100"/>
                  </a:lnTo>
                </a:path>
              </a:pathLst>
            </a:custGeom>
            <a:noFill/>
            <a:ln w="4735">
              <a:solidFill>
                <a:srgbClr val="65727C"/>
              </a:solidFill>
              <a:prstDash val="solid"/>
            </a:ln>
          </p:spPr>
        </p:sp>
        <p:sp>
          <p:nvSpPr>
            <p:cNvPr id="95" name="text_094">
              <a:extLst>
                <a:ext uri="{FF2B5EF4-FFF2-40B4-BE49-F238E27FC236}">
                  <ns2:creationId id="{F72C05F6-A581-49DA-B785-5B2AB74F2ED7}"/>
                </a:ext>
              </a:extLst>
            </p:cNvPr>
            <p:cNvSpPr>
              <a:spLocks noGrp="1"/>
            </p:cNvSpPr>
            <p:nvPr/>
          </p:nvSpPr>
          <p:spPr>
            <a:xfrm rot="0">
              <a:off x="2441026" y="8629650"/>
              <a:ext cx="419100" cy="219075"/>
            </a:xfrm>
            <a:prstGeom prst="rect">
              <a:avLst/>
            </a:prstGeom>
            <a:noFill/>
            <a:ln w="0">
              <a:noFill/>
              <a:prstDash val="solid"/>
            </a:ln>
          </p:spPr>
          <p:txBody>
            <a:bodyPr wrap="none" lIns="0" tIns="0" rIns="0" bIns="0" anchor="t">
              <a:noAutofit/>
            </a:bodyPr>
            <a:lstStyle>
              <a:defPPr algn="ctr">
                <a:defRPr sz="699" b="0">
                  <a:solidFill>
                    <a:srgbClr val="000000"/>
                  </a:solidFill>
                  <a:latin typeface="Arial"/>
                  <a:ea typeface="Arial"/>
                  <a:cs typeface="Arial"/>
                </a:defRPr>
              </a:defPPr>
              <a:lvl1pPr algn="ctr">
                <a:defRPr sz="699" b="0">
                  <a:solidFill>
                    <a:srgbClr val="000000"/>
                  </a:solidFill>
                  <a:latin typeface="Arial"/>
                  <a:ea typeface="Arial"/>
                  <a:cs typeface="Arial"/>
                </a:defRPr>
              </a:lvl1pPr>
              <a:lvl2pPr algn="ctr">
                <a:defRPr sz="699" b="0">
                  <a:solidFill>
                    <a:srgbClr val="000000"/>
                  </a:solidFill>
                  <a:latin typeface="Arial"/>
                  <a:ea typeface="Arial"/>
                  <a:cs typeface="Arial"/>
                </a:defRPr>
              </a:lvl2pPr>
              <a:lvl3pPr algn="ctr">
                <a:defRPr sz="699" b="0">
                  <a:solidFill>
                    <a:srgbClr val="000000"/>
                  </a:solidFill>
                  <a:latin typeface="Arial"/>
                  <a:ea typeface="Arial"/>
                  <a:cs typeface="Arial"/>
                </a:defRPr>
              </a:lvl3pPr>
              <a:lvl4pPr algn="ctr">
                <a:defRPr sz="699" b="0">
                  <a:solidFill>
                    <a:srgbClr val="000000"/>
                  </a:solidFill>
                  <a:latin typeface="Arial"/>
                  <a:ea typeface="Arial"/>
                  <a:cs typeface="Arial"/>
                </a:defRPr>
              </a:lvl4pPr>
              <a:lvl5pPr algn="ctr">
                <a:defRPr sz="699" b="0">
                  <a:solidFill>
                    <a:srgbClr val="000000"/>
                  </a:solidFill>
                  <a:latin typeface="Arial"/>
                  <a:ea typeface="Arial"/>
                  <a:cs typeface="Arial"/>
                </a:defRPr>
              </a:lvl5pPr>
              <a:lvl6pPr algn="ctr">
                <a:defRPr sz="699" b="0">
                  <a:solidFill>
                    <a:srgbClr val="000000"/>
                  </a:solidFill>
                  <a:latin typeface="Arial"/>
                  <a:ea typeface="Arial"/>
                  <a:cs typeface="Arial"/>
                </a:defRPr>
              </a:lvl6pPr>
              <a:lvl7pPr algn="ctr">
                <a:defRPr sz="699" b="0">
                  <a:solidFill>
                    <a:srgbClr val="000000"/>
                  </a:solidFill>
                  <a:latin typeface="Arial"/>
                  <a:ea typeface="Arial"/>
                  <a:cs typeface="Arial"/>
                </a:defRPr>
              </a:lvl7pPr>
              <a:lvl8pPr algn="ctr">
                <a:defRPr sz="699" b="0">
                  <a:solidFill>
                    <a:srgbClr val="000000"/>
                  </a:solidFill>
                  <a:latin typeface="Arial"/>
                  <a:ea typeface="Arial"/>
                  <a:cs typeface="Arial"/>
                </a:defRPr>
              </a:lvl8pPr>
              <a:lvl9pPr algn="ctr">
                <a:defRPr sz="699" b="0">
                  <a:solidFill>
                    <a:srgbClr val="000000"/>
                  </a:solidFill>
                  <a:latin typeface="Arial"/>
                  <a:ea typeface="Arial"/>
                  <a:cs typeface="Arial"/>
                </a:defRPr>
              </a:lvl9pPr>
            </a:lstStyle>
            <a:p>
              <a:pPr algn="ctr">
                <a:defRPr sz="699" b="0">
                  <a:solidFill>
                    <a:srgbClr val="000000"/>
                  </a:solidFill>
                  <a:latin typeface="Arial"/>
                  <a:ea typeface="Arial"/>
                  <a:cs typeface="Arial"/>
                </a:defRPr>
              </a:pPr>
              <a:r>
                <a:rPr sz="699" b="0">
                  <a:solidFill>
                    <a:srgbClr val="000000"/>
                  </a:solidFill>
                  <a:latin typeface="Arial"/>
                  <a:ea typeface="Arial"/>
                  <a:cs typeface="Arial"/>
                </a:rPr>
                <a:t>154 E</a:t>
              </a:r>
            </a:p>
          </p:txBody>
        </p:sp>
        <p:sp>
          <p:nvSpPr>
            <p:cNvPr id="96" name="line_095">
              <a:extLst>
                <a:ext uri="{FF2B5EF4-FFF2-40B4-BE49-F238E27FC236}">
                  <ns2:creationId id="{7CDDDBA0-4161-4042-97A8-DECD5A330A58}"/>
                </a:ext>
              </a:extLst>
            </p:cNvPr>
            <p:cNvSpPr>
              <a:spLocks noGrp="1"/>
            </p:cNvSpPr>
            <p:nvPr/>
          </p:nvSpPr>
          <p:spPr>
            <a:xfrm>
              <a:off x="533400" y="6669903"/>
              <a:ext cx="38100" cy="95"/>
            </a:xfrm>
            <a:custGeom>
              <a:pathLst>
                <a:path w="38100" h="95">
                  <a:moveTo>
                    <a:pt x="0" y="0"/>
                  </a:moveTo>
                  <a:lnTo>
                    <a:pt x="38100" y="0"/>
                  </a:lnTo>
                </a:path>
              </a:pathLst>
            </a:custGeom>
            <a:noFill/>
            <a:ln w="4735">
              <a:solidFill>
                <a:srgbClr val="65727C"/>
              </a:solidFill>
              <a:prstDash val="solid"/>
            </a:ln>
          </p:spPr>
        </p:sp>
        <p:sp>
          <p:nvSpPr>
            <p:cNvPr id="97" name="text_096">
              <a:extLst>
                <a:ext uri="{FF2B5EF4-FFF2-40B4-BE49-F238E27FC236}">
                  <ns2:creationId id="{D351394E-8AD1-408A-8A5B-38D26A5DF88C}"/>
                </a:ext>
              </a:extLst>
            </p:cNvPr>
            <p:cNvSpPr>
              <a:spLocks noGrp="1"/>
            </p:cNvSpPr>
            <p:nvPr/>
          </p:nvSpPr>
          <p:spPr>
            <a:xfrm rot="0">
              <a:off x="104775" y="6584178"/>
              <a:ext cx="381000" cy="219075"/>
            </a:xfrm>
            <a:prstGeom prst="rect">
              <a:avLst/>
            </a:prstGeom>
            <a:noFill/>
            <a:ln w="0">
              <a:noFill/>
              <a:prstDash val="solid"/>
            </a:ln>
          </p:spPr>
          <p:txBody>
            <a:bodyPr wrap="none" lIns="0" tIns="0" rIns="0" bIns="0" anchor="t">
              <a:noAutofit/>
            </a:bodyPr>
            <a:lstStyle>
              <a:defPPr algn="r">
                <a:defRPr sz="699" b="0">
                  <a:solidFill>
                    <a:srgbClr val="000000"/>
                  </a:solidFill>
                  <a:latin typeface="Arial"/>
                  <a:ea typeface="Arial"/>
                  <a:cs typeface="Arial"/>
                </a:defRPr>
              </a:defPPr>
              <a:lvl1pPr algn="r">
                <a:defRPr sz="699" b="0">
                  <a:solidFill>
                    <a:srgbClr val="000000"/>
                  </a:solidFill>
                  <a:latin typeface="Arial"/>
                  <a:ea typeface="Arial"/>
                  <a:cs typeface="Arial"/>
                </a:defRPr>
              </a:lvl1pPr>
              <a:lvl2pPr algn="r">
                <a:defRPr sz="699" b="0">
                  <a:solidFill>
                    <a:srgbClr val="000000"/>
                  </a:solidFill>
                  <a:latin typeface="Arial"/>
                  <a:ea typeface="Arial"/>
                  <a:cs typeface="Arial"/>
                </a:defRPr>
              </a:lvl2pPr>
              <a:lvl3pPr algn="r">
                <a:defRPr sz="699" b="0">
                  <a:solidFill>
                    <a:srgbClr val="000000"/>
                  </a:solidFill>
                  <a:latin typeface="Arial"/>
                  <a:ea typeface="Arial"/>
                  <a:cs typeface="Arial"/>
                </a:defRPr>
              </a:lvl3pPr>
              <a:lvl4pPr algn="r">
                <a:defRPr sz="699" b="0">
                  <a:solidFill>
                    <a:srgbClr val="000000"/>
                  </a:solidFill>
                  <a:latin typeface="Arial"/>
                  <a:ea typeface="Arial"/>
                  <a:cs typeface="Arial"/>
                </a:defRPr>
              </a:lvl4pPr>
              <a:lvl5pPr algn="r">
                <a:defRPr sz="699" b="0">
                  <a:solidFill>
                    <a:srgbClr val="000000"/>
                  </a:solidFill>
                  <a:latin typeface="Arial"/>
                  <a:ea typeface="Arial"/>
                  <a:cs typeface="Arial"/>
                </a:defRPr>
              </a:lvl5pPr>
              <a:lvl6pPr algn="r">
                <a:defRPr sz="699" b="0">
                  <a:solidFill>
                    <a:srgbClr val="000000"/>
                  </a:solidFill>
                  <a:latin typeface="Arial"/>
                  <a:ea typeface="Arial"/>
                  <a:cs typeface="Arial"/>
                </a:defRPr>
              </a:lvl6pPr>
              <a:lvl7pPr algn="r">
                <a:defRPr sz="699" b="0">
                  <a:solidFill>
                    <a:srgbClr val="000000"/>
                  </a:solidFill>
                  <a:latin typeface="Arial"/>
                  <a:ea typeface="Arial"/>
                  <a:cs typeface="Arial"/>
                </a:defRPr>
              </a:lvl7pPr>
              <a:lvl8pPr algn="r">
                <a:defRPr sz="699" b="0">
                  <a:solidFill>
                    <a:srgbClr val="000000"/>
                  </a:solidFill>
                  <a:latin typeface="Arial"/>
                  <a:ea typeface="Arial"/>
                  <a:cs typeface="Arial"/>
                </a:defRPr>
              </a:lvl8pPr>
              <a:lvl9pPr algn="r">
                <a:defRPr sz="699" b="0">
                  <a:solidFill>
                    <a:srgbClr val="000000"/>
                  </a:solidFill>
                  <a:latin typeface="Arial"/>
                  <a:ea typeface="Arial"/>
                  <a:cs typeface="Arial"/>
                </a:defRPr>
              </a:lvl9pPr>
            </a:lstStyle>
            <a:p>
              <a:pPr algn="r">
                <a:defRPr sz="699" b="0">
                  <a:solidFill>
                    <a:srgbClr val="000000"/>
                  </a:solidFill>
                  <a:latin typeface="Arial"/>
                  <a:ea typeface="Arial"/>
                  <a:cs typeface="Arial"/>
                </a:defRPr>
              </a:pPr>
              <a:r>
                <a:rPr sz="699" b="0">
                  <a:solidFill>
                    <a:srgbClr val="000000"/>
                  </a:solidFill>
                  <a:latin typeface="Arial"/>
                  <a:ea typeface="Arial"/>
                  <a:cs typeface="Arial"/>
                </a:rPr>
                <a:t>28 S</a:t>
              </a:r>
            </a:p>
          </p:txBody>
        </p:sp>
        <p:sp>
          <p:nvSpPr>
            <p:cNvPr id="98" name="line_097">
              <a:extLst>
                <a:ext uri="{FF2B5EF4-FFF2-40B4-BE49-F238E27FC236}">
                  <ns2:creationId id="{20BB03FE-B5F9-40F1-AA02-830C3871DE1B}"/>
                </a:ext>
              </a:extLst>
            </p:cNvPr>
            <p:cNvSpPr>
              <a:spLocks noGrp="1"/>
            </p:cNvSpPr>
            <p:nvPr/>
          </p:nvSpPr>
          <p:spPr>
            <a:xfrm>
              <a:off x="533400" y="7383729"/>
              <a:ext cx="38100" cy="95"/>
            </a:xfrm>
            <a:custGeom>
              <a:pathLst>
                <a:path w="38100" h="95">
                  <a:moveTo>
                    <a:pt x="0" y="0"/>
                  </a:moveTo>
                  <a:lnTo>
                    <a:pt x="38100" y="0"/>
                  </a:lnTo>
                </a:path>
              </a:pathLst>
            </a:custGeom>
            <a:noFill/>
            <a:ln w="4735">
              <a:solidFill>
                <a:srgbClr val="65727C"/>
              </a:solidFill>
              <a:prstDash val="solid"/>
            </a:ln>
          </p:spPr>
        </p:sp>
        <p:sp>
          <p:nvSpPr>
            <p:cNvPr id="99" name="text_098">
              <a:extLst>
                <a:ext uri="{FF2B5EF4-FFF2-40B4-BE49-F238E27FC236}">
                  <ns2:creationId id="{A38B5177-9BF4-4BAC-9BD8-DFC6E125E35A}"/>
                </a:ext>
              </a:extLst>
            </p:cNvPr>
            <p:cNvSpPr>
              <a:spLocks noGrp="1"/>
            </p:cNvSpPr>
            <p:nvPr/>
          </p:nvSpPr>
          <p:spPr>
            <a:xfrm rot="0">
              <a:off x="104775" y="7298004"/>
              <a:ext cx="381000" cy="219075"/>
            </a:xfrm>
            <a:prstGeom prst="rect">
              <a:avLst/>
            </a:prstGeom>
            <a:noFill/>
            <a:ln w="0">
              <a:noFill/>
              <a:prstDash val="solid"/>
            </a:ln>
          </p:spPr>
          <p:txBody>
            <a:bodyPr wrap="none" lIns="0" tIns="0" rIns="0" bIns="0" anchor="t">
              <a:noAutofit/>
            </a:bodyPr>
            <a:lstStyle>
              <a:defPPr algn="r">
                <a:defRPr sz="699" b="0">
                  <a:solidFill>
                    <a:srgbClr val="000000"/>
                  </a:solidFill>
                  <a:latin typeface="Arial"/>
                  <a:ea typeface="Arial"/>
                  <a:cs typeface="Arial"/>
                </a:defRPr>
              </a:defPPr>
              <a:lvl1pPr algn="r">
                <a:defRPr sz="699" b="0">
                  <a:solidFill>
                    <a:srgbClr val="000000"/>
                  </a:solidFill>
                  <a:latin typeface="Arial"/>
                  <a:ea typeface="Arial"/>
                  <a:cs typeface="Arial"/>
                </a:defRPr>
              </a:lvl1pPr>
              <a:lvl2pPr algn="r">
                <a:defRPr sz="699" b="0">
                  <a:solidFill>
                    <a:srgbClr val="000000"/>
                  </a:solidFill>
                  <a:latin typeface="Arial"/>
                  <a:ea typeface="Arial"/>
                  <a:cs typeface="Arial"/>
                </a:defRPr>
              </a:lvl2pPr>
              <a:lvl3pPr algn="r">
                <a:defRPr sz="699" b="0">
                  <a:solidFill>
                    <a:srgbClr val="000000"/>
                  </a:solidFill>
                  <a:latin typeface="Arial"/>
                  <a:ea typeface="Arial"/>
                  <a:cs typeface="Arial"/>
                </a:defRPr>
              </a:lvl3pPr>
              <a:lvl4pPr algn="r">
                <a:defRPr sz="699" b="0">
                  <a:solidFill>
                    <a:srgbClr val="000000"/>
                  </a:solidFill>
                  <a:latin typeface="Arial"/>
                  <a:ea typeface="Arial"/>
                  <a:cs typeface="Arial"/>
                </a:defRPr>
              </a:lvl4pPr>
              <a:lvl5pPr algn="r">
                <a:defRPr sz="699" b="0">
                  <a:solidFill>
                    <a:srgbClr val="000000"/>
                  </a:solidFill>
                  <a:latin typeface="Arial"/>
                  <a:ea typeface="Arial"/>
                  <a:cs typeface="Arial"/>
                </a:defRPr>
              </a:lvl5pPr>
              <a:lvl6pPr algn="r">
                <a:defRPr sz="699" b="0">
                  <a:solidFill>
                    <a:srgbClr val="000000"/>
                  </a:solidFill>
                  <a:latin typeface="Arial"/>
                  <a:ea typeface="Arial"/>
                  <a:cs typeface="Arial"/>
                </a:defRPr>
              </a:lvl6pPr>
              <a:lvl7pPr algn="r">
                <a:defRPr sz="699" b="0">
                  <a:solidFill>
                    <a:srgbClr val="000000"/>
                  </a:solidFill>
                  <a:latin typeface="Arial"/>
                  <a:ea typeface="Arial"/>
                  <a:cs typeface="Arial"/>
                </a:defRPr>
              </a:lvl7pPr>
              <a:lvl8pPr algn="r">
                <a:defRPr sz="699" b="0">
                  <a:solidFill>
                    <a:srgbClr val="000000"/>
                  </a:solidFill>
                  <a:latin typeface="Arial"/>
                  <a:ea typeface="Arial"/>
                  <a:cs typeface="Arial"/>
                </a:defRPr>
              </a:lvl8pPr>
              <a:lvl9pPr algn="r">
                <a:defRPr sz="699" b="0">
                  <a:solidFill>
                    <a:srgbClr val="000000"/>
                  </a:solidFill>
                  <a:latin typeface="Arial"/>
                  <a:ea typeface="Arial"/>
                  <a:cs typeface="Arial"/>
                </a:defRPr>
              </a:lvl9pPr>
            </a:lstStyle>
            <a:p>
              <a:pPr algn="r">
                <a:defRPr sz="699" b="0">
                  <a:solidFill>
                    <a:srgbClr val="000000"/>
                  </a:solidFill>
                  <a:latin typeface="Arial"/>
                  <a:ea typeface="Arial"/>
                  <a:cs typeface="Arial"/>
                </a:defRPr>
              </a:pPr>
              <a:r>
                <a:rPr sz="699" b="0">
                  <a:solidFill>
                    <a:srgbClr val="000000"/>
                  </a:solidFill>
                  <a:latin typeface="Arial"/>
                  <a:ea typeface="Arial"/>
                  <a:cs typeface="Arial"/>
                </a:rPr>
                <a:t>32 S</a:t>
              </a:r>
            </a:p>
          </p:txBody>
        </p:sp>
        <p:sp>
          <p:nvSpPr>
            <p:cNvPr id="100" name="line_099">
              <a:extLst>
                <a:ext uri="{FF2B5EF4-FFF2-40B4-BE49-F238E27FC236}">
                  <ns2:creationId id="{FFF6D975-BFE8-4164-AB27-0D534004B179}"/>
                </a:ext>
              </a:extLst>
            </p:cNvPr>
            <p:cNvSpPr>
              <a:spLocks noGrp="1"/>
            </p:cNvSpPr>
            <p:nvPr/>
          </p:nvSpPr>
          <p:spPr>
            <a:xfrm>
              <a:off x="533400" y="8097555"/>
              <a:ext cx="38100" cy="95"/>
            </a:xfrm>
            <a:custGeom>
              <a:pathLst>
                <a:path w="38100" h="95">
                  <a:moveTo>
                    <a:pt x="0" y="0"/>
                  </a:moveTo>
                  <a:lnTo>
                    <a:pt x="38100" y="0"/>
                  </a:lnTo>
                </a:path>
              </a:pathLst>
            </a:custGeom>
            <a:noFill/>
            <a:ln w="4735">
              <a:solidFill>
                <a:srgbClr val="65727C"/>
              </a:solidFill>
              <a:prstDash val="solid"/>
            </a:ln>
          </p:spPr>
        </p:sp>
        <p:sp>
          <p:nvSpPr>
            <p:cNvPr id="101" name="text_100">
              <a:extLst>
                <a:ext uri="{FF2B5EF4-FFF2-40B4-BE49-F238E27FC236}">
                  <ns2:creationId id="{B9D32C2B-BF10-4DB7-8DB1-F3896FB51772}"/>
                </a:ext>
              </a:extLst>
            </p:cNvPr>
            <p:cNvSpPr>
              <a:spLocks noGrp="1"/>
            </p:cNvSpPr>
            <p:nvPr/>
          </p:nvSpPr>
          <p:spPr>
            <a:xfrm rot="0">
              <a:off x="104775" y="8011830"/>
              <a:ext cx="381000" cy="219075"/>
            </a:xfrm>
            <a:prstGeom prst="rect">
              <a:avLst/>
            </a:prstGeom>
            <a:noFill/>
            <a:ln w="0">
              <a:noFill/>
              <a:prstDash val="solid"/>
            </a:ln>
          </p:spPr>
          <p:txBody>
            <a:bodyPr wrap="none" lIns="0" tIns="0" rIns="0" bIns="0" anchor="t">
              <a:noAutofit/>
            </a:bodyPr>
            <a:lstStyle>
              <a:defPPr algn="r">
                <a:defRPr sz="699" b="0">
                  <a:solidFill>
                    <a:srgbClr val="000000"/>
                  </a:solidFill>
                  <a:latin typeface="Arial"/>
                  <a:ea typeface="Arial"/>
                  <a:cs typeface="Arial"/>
                </a:defRPr>
              </a:defPPr>
              <a:lvl1pPr algn="r">
                <a:defRPr sz="699" b="0">
                  <a:solidFill>
                    <a:srgbClr val="000000"/>
                  </a:solidFill>
                  <a:latin typeface="Arial"/>
                  <a:ea typeface="Arial"/>
                  <a:cs typeface="Arial"/>
                </a:defRPr>
              </a:lvl1pPr>
              <a:lvl2pPr algn="r">
                <a:defRPr sz="699" b="0">
                  <a:solidFill>
                    <a:srgbClr val="000000"/>
                  </a:solidFill>
                  <a:latin typeface="Arial"/>
                  <a:ea typeface="Arial"/>
                  <a:cs typeface="Arial"/>
                </a:defRPr>
              </a:lvl2pPr>
              <a:lvl3pPr algn="r">
                <a:defRPr sz="699" b="0">
                  <a:solidFill>
                    <a:srgbClr val="000000"/>
                  </a:solidFill>
                  <a:latin typeface="Arial"/>
                  <a:ea typeface="Arial"/>
                  <a:cs typeface="Arial"/>
                </a:defRPr>
              </a:lvl3pPr>
              <a:lvl4pPr algn="r">
                <a:defRPr sz="699" b="0">
                  <a:solidFill>
                    <a:srgbClr val="000000"/>
                  </a:solidFill>
                  <a:latin typeface="Arial"/>
                  <a:ea typeface="Arial"/>
                  <a:cs typeface="Arial"/>
                </a:defRPr>
              </a:lvl4pPr>
              <a:lvl5pPr algn="r">
                <a:defRPr sz="699" b="0">
                  <a:solidFill>
                    <a:srgbClr val="000000"/>
                  </a:solidFill>
                  <a:latin typeface="Arial"/>
                  <a:ea typeface="Arial"/>
                  <a:cs typeface="Arial"/>
                </a:defRPr>
              </a:lvl5pPr>
              <a:lvl6pPr algn="r">
                <a:defRPr sz="699" b="0">
                  <a:solidFill>
                    <a:srgbClr val="000000"/>
                  </a:solidFill>
                  <a:latin typeface="Arial"/>
                  <a:ea typeface="Arial"/>
                  <a:cs typeface="Arial"/>
                </a:defRPr>
              </a:lvl6pPr>
              <a:lvl7pPr algn="r">
                <a:defRPr sz="699" b="0">
                  <a:solidFill>
                    <a:srgbClr val="000000"/>
                  </a:solidFill>
                  <a:latin typeface="Arial"/>
                  <a:ea typeface="Arial"/>
                  <a:cs typeface="Arial"/>
                </a:defRPr>
              </a:lvl7pPr>
              <a:lvl8pPr algn="r">
                <a:defRPr sz="699" b="0">
                  <a:solidFill>
                    <a:srgbClr val="000000"/>
                  </a:solidFill>
                  <a:latin typeface="Arial"/>
                  <a:ea typeface="Arial"/>
                  <a:cs typeface="Arial"/>
                </a:defRPr>
              </a:lvl8pPr>
              <a:lvl9pPr algn="r">
                <a:defRPr sz="699" b="0">
                  <a:solidFill>
                    <a:srgbClr val="000000"/>
                  </a:solidFill>
                  <a:latin typeface="Arial"/>
                  <a:ea typeface="Arial"/>
                  <a:cs typeface="Arial"/>
                </a:defRPr>
              </a:lvl9pPr>
            </a:lstStyle>
            <a:p>
              <a:pPr algn="r">
                <a:defRPr sz="699" b="0">
                  <a:solidFill>
                    <a:srgbClr val="000000"/>
                  </a:solidFill>
                  <a:latin typeface="Arial"/>
                  <a:ea typeface="Arial"/>
                  <a:cs typeface="Arial"/>
                </a:defRPr>
              </a:pPr>
              <a:r>
                <a:rPr sz="699" b="0">
                  <a:solidFill>
                    <a:srgbClr val="000000"/>
                  </a:solidFill>
                  <a:latin typeface="Arial"/>
                  <a:ea typeface="Arial"/>
                  <a:cs typeface="Arial"/>
                </a:rPr>
                <a:t>36 S</a:t>
              </a:r>
            </a:p>
          </p:txBody>
        </p:sp>
        <p:sp>
          <p:nvSpPr>
            <p:cNvPr id="102" name="text_101">
              <a:extLst>
                <a:ext uri="{FF2B5EF4-FFF2-40B4-BE49-F238E27FC236}">
                  <ns2:creationId id="{292F8474-EA6D-4330-90A2-9BD8E06F9B8F}"/>
                </a:ext>
              </a:extLst>
            </p:cNvPr>
            <p:cNvSpPr>
              <a:spLocks noGrp="1"/>
            </p:cNvSpPr>
            <p:nvPr/>
          </p:nvSpPr>
          <p:spPr>
            <a:xfrm rot="0">
              <a:off x="919383" y="6663881"/>
              <a:ext cx="428625" cy="190500"/>
            </a:xfrm>
            <a:prstGeom prst="rect">
              <a:avLst/>
            </a:prstGeom>
            <a:noFill/>
            <a:ln w="0">
              <a:noFill/>
              <a:prstDash val="solid"/>
            </a:ln>
          </p:spPr>
          <p:txBody>
            <a:bodyPr wrap="none" lIns="0" tIns="0" rIns="0" bIns="0" anchor="t">
              <a:noAutofit/>
            </a:bodyPr>
            <a:lstStyle>
              <a:defPPr algn="l">
                <a:defRPr sz="559" b="0">
                  <a:solidFill>
                    <a:srgbClr val="65727C"/>
                  </a:solidFill>
                  <a:latin typeface="Arial"/>
                  <a:ea typeface="Arial"/>
                  <a:cs typeface="Arial"/>
                </a:defRPr>
              </a:defPPr>
              <a:lvl1pPr algn="l">
                <a:defRPr sz="559" b="0">
                  <a:solidFill>
                    <a:srgbClr val="65727C"/>
                  </a:solidFill>
                  <a:latin typeface="Arial"/>
                  <a:ea typeface="Arial"/>
                  <a:cs typeface="Arial"/>
                </a:defRPr>
              </a:lvl1pPr>
              <a:lvl2pPr algn="l">
                <a:defRPr sz="559" b="0">
                  <a:solidFill>
                    <a:srgbClr val="65727C"/>
                  </a:solidFill>
                  <a:latin typeface="Arial"/>
                  <a:ea typeface="Arial"/>
                  <a:cs typeface="Arial"/>
                </a:defRPr>
              </a:lvl2pPr>
              <a:lvl3pPr algn="l">
                <a:defRPr sz="559" b="0">
                  <a:solidFill>
                    <a:srgbClr val="65727C"/>
                  </a:solidFill>
                  <a:latin typeface="Arial"/>
                  <a:ea typeface="Arial"/>
                  <a:cs typeface="Arial"/>
                </a:defRPr>
              </a:lvl3pPr>
              <a:lvl4pPr algn="l">
                <a:defRPr sz="559" b="0">
                  <a:solidFill>
                    <a:srgbClr val="65727C"/>
                  </a:solidFill>
                  <a:latin typeface="Arial"/>
                  <a:ea typeface="Arial"/>
                  <a:cs typeface="Arial"/>
                </a:defRPr>
              </a:lvl4pPr>
              <a:lvl5pPr algn="l">
                <a:defRPr sz="559" b="0">
                  <a:solidFill>
                    <a:srgbClr val="65727C"/>
                  </a:solidFill>
                  <a:latin typeface="Arial"/>
                  <a:ea typeface="Arial"/>
                  <a:cs typeface="Arial"/>
                </a:defRPr>
              </a:lvl5pPr>
              <a:lvl6pPr algn="l">
                <a:defRPr sz="559" b="0">
                  <a:solidFill>
                    <a:srgbClr val="65727C"/>
                  </a:solidFill>
                  <a:latin typeface="Arial"/>
                  <a:ea typeface="Arial"/>
                  <a:cs typeface="Arial"/>
                </a:defRPr>
              </a:lvl6pPr>
              <a:lvl7pPr algn="l">
                <a:defRPr sz="559" b="0">
                  <a:solidFill>
                    <a:srgbClr val="65727C"/>
                  </a:solidFill>
                  <a:latin typeface="Arial"/>
                  <a:ea typeface="Arial"/>
                  <a:cs typeface="Arial"/>
                </a:defRPr>
              </a:lvl7pPr>
              <a:lvl8pPr algn="l">
                <a:defRPr sz="559" b="0">
                  <a:solidFill>
                    <a:srgbClr val="65727C"/>
                  </a:solidFill>
                  <a:latin typeface="Arial"/>
                  <a:ea typeface="Arial"/>
                  <a:cs typeface="Arial"/>
                </a:defRPr>
              </a:lvl8pPr>
              <a:lvl9pPr algn="l">
                <a:defRPr sz="559" b="0">
                  <a:solidFill>
                    <a:srgbClr val="65727C"/>
                  </a:solidFill>
                  <a:latin typeface="Arial"/>
                  <a:ea typeface="Arial"/>
                  <a:cs typeface="Arial"/>
                </a:defRPr>
              </a:lvl9pPr>
            </a:lstStyle>
            <a:p>
              <a:pPr algn="l">
                <a:defRPr sz="559" b="0">
                  <a:solidFill>
                    <a:srgbClr val="65727C"/>
                  </a:solidFill>
                  <a:latin typeface="Arial"/>
                  <a:ea typeface="Arial"/>
                  <a:cs typeface="Arial"/>
                </a:defRPr>
              </a:pPr>
              <a:r>
                <a:rPr sz="559" b="0">
                  <a:solidFill>
                    <a:srgbClr val="65727C"/>
                  </a:solidFill>
                  <a:latin typeface="Arial"/>
                  <a:ea typeface="Arial"/>
                  <a:cs typeface="Arial"/>
                </a:rPr>
                <a:t>QLD</a:t>
              </a:r>
            </a:p>
          </p:txBody>
        </p:sp>
        <p:sp>
          <p:nvSpPr>
            <p:cNvPr id="103" name="text_102">
              <a:extLst>
                <a:ext uri="{FF2B5EF4-FFF2-40B4-BE49-F238E27FC236}">
                  <ns2:creationId id="{474EE3DB-A9D8-4CCB-B780-CE86C1DB4C13}"/>
                </a:ext>
              </a:extLst>
            </p:cNvPr>
            <p:cNvSpPr>
              <a:spLocks noGrp="1"/>
            </p:cNvSpPr>
            <p:nvPr/>
          </p:nvSpPr>
          <p:spPr>
            <a:xfrm rot="0">
              <a:off x="919383" y="7520472"/>
              <a:ext cx="428625" cy="190500"/>
            </a:xfrm>
            <a:prstGeom prst="rect">
              <a:avLst/>
            </a:prstGeom>
            <a:noFill/>
            <a:ln w="0">
              <a:noFill/>
              <a:prstDash val="solid"/>
            </a:ln>
          </p:spPr>
          <p:txBody>
            <a:bodyPr wrap="none" lIns="0" tIns="0" rIns="0" bIns="0" anchor="t">
              <a:noAutofit/>
            </a:bodyPr>
            <a:lstStyle>
              <a:defPPr algn="l">
                <a:defRPr sz="559" b="0">
                  <a:solidFill>
                    <a:srgbClr val="65727C"/>
                  </a:solidFill>
                  <a:latin typeface="Arial"/>
                  <a:ea typeface="Arial"/>
                  <a:cs typeface="Arial"/>
                </a:defRPr>
              </a:defPPr>
              <a:lvl1pPr algn="l">
                <a:defRPr sz="559" b="0">
                  <a:solidFill>
                    <a:srgbClr val="65727C"/>
                  </a:solidFill>
                  <a:latin typeface="Arial"/>
                  <a:ea typeface="Arial"/>
                  <a:cs typeface="Arial"/>
                </a:defRPr>
              </a:lvl1pPr>
              <a:lvl2pPr algn="l">
                <a:defRPr sz="559" b="0">
                  <a:solidFill>
                    <a:srgbClr val="65727C"/>
                  </a:solidFill>
                  <a:latin typeface="Arial"/>
                  <a:ea typeface="Arial"/>
                  <a:cs typeface="Arial"/>
                </a:defRPr>
              </a:lvl2pPr>
              <a:lvl3pPr algn="l">
                <a:defRPr sz="559" b="0">
                  <a:solidFill>
                    <a:srgbClr val="65727C"/>
                  </a:solidFill>
                  <a:latin typeface="Arial"/>
                  <a:ea typeface="Arial"/>
                  <a:cs typeface="Arial"/>
                </a:defRPr>
              </a:lvl3pPr>
              <a:lvl4pPr algn="l">
                <a:defRPr sz="559" b="0">
                  <a:solidFill>
                    <a:srgbClr val="65727C"/>
                  </a:solidFill>
                  <a:latin typeface="Arial"/>
                  <a:ea typeface="Arial"/>
                  <a:cs typeface="Arial"/>
                </a:defRPr>
              </a:lvl4pPr>
              <a:lvl5pPr algn="l">
                <a:defRPr sz="559" b="0">
                  <a:solidFill>
                    <a:srgbClr val="65727C"/>
                  </a:solidFill>
                  <a:latin typeface="Arial"/>
                  <a:ea typeface="Arial"/>
                  <a:cs typeface="Arial"/>
                </a:defRPr>
              </a:lvl5pPr>
              <a:lvl6pPr algn="l">
                <a:defRPr sz="559" b="0">
                  <a:solidFill>
                    <a:srgbClr val="65727C"/>
                  </a:solidFill>
                  <a:latin typeface="Arial"/>
                  <a:ea typeface="Arial"/>
                  <a:cs typeface="Arial"/>
                </a:defRPr>
              </a:lvl6pPr>
              <a:lvl7pPr algn="l">
                <a:defRPr sz="559" b="0">
                  <a:solidFill>
                    <a:srgbClr val="65727C"/>
                  </a:solidFill>
                  <a:latin typeface="Arial"/>
                  <a:ea typeface="Arial"/>
                  <a:cs typeface="Arial"/>
                </a:defRPr>
              </a:lvl7pPr>
              <a:lvl8pPr algn="l">
                <a:defRPr sz="559" b="0">
                  <a:solidFill>
                    <a:srgbClr val="65727C"/>
                  </a:solidFill>
                  <a:latin typeface="Arial"/>
                  <a:ea typeface="Arial"/>
                  <a:cs typeface="Arial"/>
                </a:defRPr>
              </a:lvl8pPr>
              <a:lvl9pPr algn="l">
                <a:defRPr sz="559" b="0">
                  <a:solidFill>
                    <a:srgbClr val="65727C"/>
                  </a:solidFill>
                  <a:latin typeface="Arial"/>
                  <a:ea typeface="Arial"/>
                  <a:cs typeface="Arial"/>
                </a:defRPr>
              </a:lvl9pPr>
            </a:lstStyle>
            <a:p>
              <a:pPr algn="l">
                <a:defRPr sz="559" b="0">
                  <a:solidFill>
                    <a:srgbClr val="65727C"/>
                  </a:solidFill>
                  <a:latin typeface="Arial"/>
                  <a:ea typeface="Arial"/>
                  <a:cs typeface="Arial"/>
                </a:defRPr>
              </a:pPr>
              <a:r>
                <a:rPr sz="559" b="0">
                  <a:solidFill>
                    <a:srgbClr val="65727C"/>
                  </a:solidFill>
                  <a:latin typeface="Arial"/>
                  <a:ea typeface="Arial"/>
                  <a:cs typeface="Arial"/>
                </a:rPr>
                <a:t>NSW</a:t>
              </a:r>
            </a:p>
          </p:txBody>
        </p:sp>
        <p:sp>
          <p:nvSpPr>
            <p:cNvPr id="104" name="text_103">
              <a:extLst>
                <a:ext uri="{FF2B5EF4-FFF2-40B4-BE49-F238E27FC236}">
                  <ns2:creationId id="{89699D6B-B19D-47DB-9091-F8022FD48CA3}"/>
                </a:ext>
              </a:extLst>
            </p:cNvPr>
            <p:cNvSpPr>
              <a:spLocks noGrp="1"/>
            </p:cNvSpPr>
            <p:nvPr/>
          </p:nvSpPr>
          <p:spPr>
            <a:xfrm rot="0">
              <a:off x="783095" y="8252144"/>
              <a:ext cx="428625" cy="190500"/>
            </a:xfrm>
            <a:prstGeom prst="rect">
              <a:avLst/>
            </a:prstGeom>
            <a:noFill/>
            <a:ln w="0">
              <a:noFill/>
              <a:prstDash val="solid"/>
            </a:ln>
          </p:spPr>
          <p:txBody>
            <a:bodyPr wrap="none" lIns="0" tIns="0" rIns="0" bIns="0" anchor="t">
              <a:noAutofit/>
            </a:bodyPr>
            <a:lstStyle>
              <a:defPPr algn="l">
                <a:defRPr sz="559" b="0">
                  <a:solidFill>
                    <a:srgbClr val="65727C"/>
                  </a:solidFill>
                  <a:latin typeface="Arial"/>
                  <a:ea typeface="Arial"/>
                  <a:cs typeface="Arial"/>
                </a:defRPr>
              </a:defPPr>
              <a:lvl1pPr algn="l">
                <a:defRPr sz="559" b="0">
                  <a:solidFill>
                    <a:srgbClr val="65727C"/>
                  </a:solidFill>
                  <a:latin typeface="Arial"/>
                  <a:ea typeface="Arial"/>
                  <a:cs typeface="Arial"/>
                </a:defRPr>
              </a:lvl1pPr>
              <a:lvl2pPr algn="l">
                <a:defRPr sz="559" b="0">
                  <a:solidFill>
                    <a:srgbClr val="65727C"/>
                  </a:solidFill>
                  <a:latin typeface="Arial"/>
                  <a:ea typeface="Arial"/>
                  <a:cs typeface="Arial"/>
                </a:defRPr>
              </a:lvl2pPr>
              <a:lvl3pPr algn="l">
                <a:defRPr sz="559" b="0">
                  <a:solidFill>
                    <a:srgbClr val="65727C"/>
                  </a:solidFill>
                  <a:latin typeface="Arial"/>
                  <a:ea typeface="Arial"/>
                  <a:cs typeface="Arial"/>
                </a:defRPr>
              </a:lvl3pPr>
              <a:lvl4pPr algn="l">
                <a:defRPr sz="559" b="0">
                  <a:solidFill>
                    <a:srgbClr val="65727C"/>
                  </a:solidFill>
                  <a:latin typeface="Arial"/>
                  <a:ea typeface="Arial"/>
                  <a:cs typeface="Arial"/>
                </a:defRPr>
              </a:lvl4pPr>
              <a:lvl5pPr algn="l">
                <a:defRPr sz="559" b="0">
                  <a:solidFill>
                    <a:srgbClr val="65727C"/>
                  </a:solidFill>
                  <a:latin typeface="Arial"/>
                  <a:ea typeface="Arial"/>
                  <a:cs typeface="Arial"/>
                </a:defRPr>
              </a:lvl5pPr>
              <a:lvl6pPr algn="l">
                <a:defRPr sz="559" b="0">
                  <a:solidFill>
                    <a:srgbClr val="65727C"/>
                  </a:solidFill>
                  <a:latin typeface="Arial"/>
                  <a:ea typeface="Arial"/>
                  <a:cs typeface="Arial"/>
                </a:defRPr>
              </a:lvl6pPr>
              <a:lvl7pPr algn="l">
                <a:defRPr sz="559" b="0">
                  <a:solidFill>
                    <a:srgbClr val="65727C"/>
                  </a:solidFill>
                  <a:latin typeface="Arial"/>
                  <a:ea typeface="Arial"/>
                  <a:cs typeface="Arial"/>
                </a:defRPr>
              </a:lvl7pPr>
              <a:lvl8pPr algn="l">
                <a:defRPr sz="559" b="0">
                  <a:solidFill>
                    <a:srgbClr val="65727C"/>
                  </a:solidFill>
                  <a:latin typeface="Arial"/>
                  <a:ea typeface="Arial"/>
                  <a:cs typeface="Arial"/>
                </a:defRPr>
              </a:lvl8pPr>
              <a:lvl9pPr algn="l">
                <a:defRPr sz="559" b="0">
                  <a:solidFill>
                    <a:srgbClr val="65727C"/>
                  </a:solidFill>
                  <a:latin typeface="Arial"/>
                  <a:ea typeface="Arial"/>
                  <a:cs typeface="Arial"/>
                </a:defRPr>
              </a:lvl9pPr>
            </a:lstStyle>
            <a:p>
              <a:pPr algn="l">
                <a:defRPr sz="559" b="0">
                  <a:solidFill>
                    <a:srgbClr val="65727C"/>
                  </a:solidFill>
                  <a:latin typeface="Arial"/>
                  <a:ea typeface="Arial"/>
                  <a:cs typeface="Arial"/>
                </a:defRPr>
              </a:pPr>
              <a:r>
                <a:rPr sz="559" b="0">
                  <a:solidFill>
                    <a:srgbClr val="65727C"/>
                  </a:solidFill>
                  <a:latin typeface="Arial"/>
                  <a:ea typeface="Arial"/>
                  <a:cs typeface="Arial"/>
                </a:rPr>
                <a:t>VIC</a:t>
              </a:r>
            </a:p>
          </p:txBody>
        </p:sp>
        <p:sp>
          <p:nvSpPr>
            <p:cNvPr id="105" name="line_104">
              <a:extLst>
                <a:ext uri="{FF2B5EF4-FFF2-40B4-BE49-F238E27FC236}">
                  <ns2:creationId id="{6CEDE038-005D-4DEA-B67B-ECE2E99BDB93}"/>
                </a:ext>
              </a:extLst>
            </p:cNvPr>
            <p:cNvSpPr>
              <a:spLocks noGrp="1"/>
            </p:cNvSpPr>
            <p:nvPr/>
          </p:nvSpPr>
          <p:spPr>
            <a:xfrm>
              <a:off x="2229906" y="8429625"/>
              <a:ext cx="322794" cy="95"/>
            </a:xfrm>
            <a:custGeom>
              <a:pathLst>
                <a:path w="322794" h="95">
                  <a:moveTo>
                    <a:pt x="0" y="0"/>
                  </a:moveTo>
                  <a:lnTo>
                    <a:pt x="322794" y="0"/>
                  </a:lnTo>
                </a:path>
              </a:pathLst>
            </a:custGeom>
            <a:noFill/>
            <a:ln w="9470">
              <a:solidFill>
                <a:srgbClr val="000000"/>
              </a:solidFill>
              <a:prstDash val="solid"/>
            </a:ln>
          </p:spPr>
        </p:sp>
        <p:sp>
          <p:nvSpPr>
            <p:cNvPr id="106" name="line_105">
              <a:extLst>
                <a:ext uri="{FF2B5EF4-FFF2-40B4-BE49-F238E27FC236}">
                  <ns2:creationId id="{17B74B16-5D8D-4CD7-8F2D-2ECDD654323A}"/>
                </a:ext>
              </a:extLst>
            </p:cNvPr>
            <p:cNvSpPr>
              <a:spLocks noGrp="1"/>
            </p:cNvSpPr>
            <p:nvPr/>
          </p:nvSpPr>
          <p:spPr>
            <a:xfrm>
              <a:off x="2229906" y="8401050"/>
              <a:ext cx="95" cy="57150"/>
            </a:xfrm>
            <a:custGeom>
              <a:pathLst>
                <a:path w="95" h="57150">
                  <a:moveTo>
                    <a:pt x="0" y="0"/>
                  </a:moveTo>
                  <a:lnTo>
                    <a:pt x="0" y="57150"/>
                  </a:lnTo>
                </a:path>
              </a:pathLst>
            </a:custGeom>
            <a:noFill/>
            <a:ln w="7694">
              <a:solidFill>
                <a:srgbClr val="000000"/>
              </a:solidFill>
              <a:prstDash val="solid"/>
            </a:ln>
          </p:spPr>
        </p:sp>
        <p:sp>
          <p:nvSpPr>
            <p:cNvPr id="107" name="line_106">
              <a:extLst>
                <a:ext uri="{FF2B5EF4-FFF2-40B4-BE49-F238E27FC236}">
                  <ns2:creationId id="{93297108-060D-4980-A48F-F4C06DA3C0B7}"/>
                </a:ext>
              </a:extLst>
            </p:cNvPr>
            <p:cNvSpPr>
              <a:spLocks noGrp="1"/>
            </p:cNvSpPr>
            <p:nvPr/>
          </p:nvSpPr>
          <p:spPr>
            <a:xfrm>
              <a:off x="2552700" y="8401050"/>
              <a:ext cx="95" cy="57150"/>
            </a:xfrm>
            <a:custGeom>
              <a:pathLst>
                <a:path w="95" h="57150">
                  <a:moveTo>
                    <a:pt x="0" y="0"/>
                  </a:moveTo>
                  <a:lnTo>
                    <a:pt x="0" y="57150"/>
                  </a:lnTo>
                </a:path>
              </a:pathLst>
            </a:custGeom>
            <a:noFill/>
            <a:ln w="7694">
              <a:solidFill>
                <a:srgbClr val="000000"/>
              </a:solidFill>
              <a:prstDash val="solid"/>
            </a:ln>
          </p:spPr>
        </p:sp>
        <p:sp>
          <p:nvSpPr>
            <p:cNvPr id="108" name="text_107">
              <a:extLst>
                <a:ext uri="{FF2B5EF4-FFF2-40B4-BE49-F238E27FC236}">
                  <ns2:creationId id="{C609B6DF-1B5A-420F-BAA9-877632B12B89}"/>
                </a:ext>
              </a:extLst>
            </p:cNvPr>
            <p:cNvSpPr>
              <a:spLocks noGrp="1"/>
            </p:cNvSpPr>
            <p:nvPr/>
          </p:nvSpPr>
          <p:spPr>
            <a:xfrm rot="0">
              <a:off x="2163231" y="8229600"/>
              <a:ext cx="456144" cy="200025"/>
            </a:xfrm>
            <a:prstGeom prst="rect">
              <a:avLst/>
            </a:prstGeom>
            <a:noFill/>
            <a:ln w="0">
              <a:noFill/>
              <a:prstDash val="solid"/>
            </a:ln>
          </p:spPr>
          <p:txBody>
            <a:bodyPr wrap="none" lIns="0" tIns="0" rIns="0" bIns="0" anchor="t">
              <a:noAutofit/>
            </a:bodyPr>
            <a:lstStyle>
              <a:defPPr algn="ctr">
                <a:defRPr sz="559" b="0">
                  <a:solidFill>
                    <a:srgbClr val="000000"/>
                  </a:solidFill>
                  <a:latin typeface="Arial"/>
                  <a:ea typeface="Arial"/>
                  <a:cs typeface="Arial"/>
                </a:defRPr>
              </a:defPPr>
              <a:lvl1pPr algn="ctr">
                <a:defRPr sz="559" b="0">
                  <a:solidFill>
                    <a:srgbClr val="000000"/>
                  </a:solidFill>
                  <a:latin typeface="Arial"/>
                  <a:ea typeface="Arial"/>
                  <a:cs typeface="Arial"/>
                </a:defRPr>
              </a:lvl1pPr>
              <a:lvl2pPr algn="ctr">
                <a:defRPr sz="559" b="0">
                  <a:solidFill>
                    <a:srgbClr val="000000"/>
                  </a:solidFill>
                  <a:latin typeface="Arial"/>
                  <a:ea typeface="Arial"/>
                  <a:cs typeface="Arial"/>
                </a:defRPr>
              </a:lvl2pPr>
              <a:lvl3pPr algn="ctr">
                <a:defRPr sz="559" b="0">
                  <a:solidFill>
                    <a:srgbClr val="000000"/>
                  </a:solidFill>
                  <a:latin typeface="Arial"/>
                  <a:ea typeface="Arial"/>
                  <a:cs typeface="Arial"/>
                </a:defRPr>
              </a:lvl3pPr>
              <a:lvl4pPr algn="ctr">
                <a:defRPr sz="559" b="0">
                  <a:solidFill>
                    <a:srgbClr val="000000"/>
                  </a:solidFill>
                  <a:latin typeface="Arial"/>
                  <a:ea typeface="Arial"/>
                  <a:cs typeface="Arial"/>
                </a:defRPr>
              </a:lvl4pPr>
              <a:lvl5pPr algn="ctr">
                <a:defRPr sz="559" b="0">
                  <a:solidFill>
                    <a:srgbClr val="000000"/>
                  </a:solidFill>
                  <a:latin typeface="Arial"/>
                  <a:ea typeface="Arial"/>
                  <a:cs typeface="Arial"/>
                </a:defRPr>
              </a:lvl5pPr>
              <a:lvl6pPr algn="ctr">
                <a:defRPr sz="559" b="0">
                  <a:solidFill>
                    <a:srgbClr val="000000"/>
                  </a:solidFill>
                  <a:latin typeface="Arial"/>
                  <a:ea typeface="Arial"/>
                  <a:cs typeface="Arial"/>
                </a:defRPr>
              </a:lvl6pPr>
              <a:lvl7pPr algn="ctr">
                <a:defRPr sz="559" b="0">
                  <a:solidFill>
                    <a:srgbClr val="000000"/>
                  </a:solidFill>
                  <a:latin typeface="Arial"/>
                  <a:ea typeface="Arial"/>
                  <a:cs typeface="Arial"/>
                </a:defRPr>
              </a:lvl7pPr>
              <a:lvl8pPr algn="ctr">
                <a:defRPr sz="559" b="0">
                  <a:solidFill>
                    <a:srgbClr val="000000"/>
                  </a:solidFill>
                  <a:latin typeface="Arial"/>
                  <a:ea typeface="Arial"/>
                  <a:cs typeface="Arial"/>
                </a:defRPr>
              </a:lvl8pPr>
              <a:lvl9pPr algn="ctr">
                <a:defRPr sz="559" b="0">
                  <a:solidFill>
                    <a:srgbClr val="000000"/>
                  </a:solidFill>
                  <a:latin typeface="Arial"/>
                  <a:ea typeface="Arial"/>
                  <a:cs typeface="Arial"/>
                </a:defRPr>
              </a:lvl9pPr>
            </a:lstStyle>
            <a:p>
              <a:pPr algn="ctr">
                <a:defRPr sz="559" b="0">
                  <a:solidFill>
                    <a:srgbClr val="000000"/>
                  </a:solidFill>
                  <a:latin typeface="Arial"/>
                  <a:ea typeface="Arial"/>
                  <a:cs typeface="Arial"/>
                </a:defRPr>
              </a:pPr>
              <a:r>
                <a:rPr sz="559" b="0">
                  <a:solidFill>
                    <a:srgbClr val="000000"/>
                  </a:solidFill>
                  <a:latin typeface="Arial"/>
                  <a:ea typeface="Arial"/>
                  <a:cs typeface="Arial"/>
                </a:rPr>
                <a:t>200 km</a:t>
              </a:r>
            </a:p>
          </p:txBody>
        </p:sp>
        <p:sp>
          <p:nvSpPr>
            <p:cNvPr id="109" name="ellipse_108">
              <a:extLst>
                <a:ext uri="{FF2B5EF4-FFF2-40B4-BE49-F238E27FC236}">
                  <ns2:creationId id="{E16FD1E6-E573-4174-ACD0-4A3A869C67AA}"/>
                </a:ext>
              </a:extLst>
            </p:cNvPr>
            <p:cNvSpPr>
              <a:spLocks noGrp="1"/>
            </p:cNvSpPr>
            <p:nvPr/>
          </p:nvSpPr>
          <p:spPr>
            <a:xfrm rot="0">
              <a:off x="2365236" y="6928306"/>
              <a:ext cx="112395" cy="112395"/>
            </a:xfrm>
            <a:prstGeom prst="ellipse">
              <a:avLst/>
            </a:prstGeom>
            <a:solidFill>
              <a:srgbClr val="FFFFFF"/>
            </a:solidFill>
            <a:ln w="10653">
              <a:solidFill>
                <a:srgbClr val="FFFFFF"/>
              </a:solidFill>
              <a:prstDash val="solid"/>
            </a:ln>
          </p:spPr>
        </p:sp>
        <p:sp>
          <p:nvSpPr>
            <p:cNvPr id="110" name="A_f17_True">
              <a:extLst>
                <a:ext uri="{FF2B5EF4-FFF2-40B4-BE49-F238E27FC236}">
                  <ns2:creationId id="{AF214C3F-3942-465A-AC59-D3679E591FDA}"/>
                </a:ext>
              </a:extLst>
            </p:cNvPr>
            <p:cNvSpPr>
              <a:spLocks noGrp="1"/>
            </p:cNvSpPr>
            <p:nvPr/>
          </p:nvSpPr>
          <p:spPr>
            <a:xfrm rot="0">
              <a:off x="2382381" y="6945451"/>
              <a:ext cx="78105" cy="78105"/>
            </a:xfrm>
            <a:prstGeom prst="ellipse">
              <a:avLst/>
            </a:prstGeom>
            <a:solidFill>
              <a:srgbClr val="FFFFFF"/>
            </a:solidFill>
            <a:ln w="10653">
              <a:solidFill>
                <a:srgbClr val="0072B2"/>
              </a:solidFill>
              <a:prstDash val="solid"/>
            </a:ln>
          </p:spPr>
        </p:sp>
        <p:sp>
          <p:nvSpPr>
            <p:cNvPr id="111" name="text_110">
              <a:extLst>
                <a:ext uri="{FF2B5EF4-FFF2-40B4-BE49-F238E27FC236}">
                  <ns2:creationId id="{F44FF205-A55A-4FC9-AD78-450B78B2B530}"/>
                </a:ext>
              </a:extLst>
            </p:cNvPr>
            <p:cNvSpPr>
              <a:spLocks noGrp="1"/>
            </p:cNvSpPr>
            <p:nvPr/>
          </p:nvSpPr>
          <p:spPr>
            <a:xfrm rot="0">
              <a:off x="2164259" y="6755904"/>
              <a:ext cx="266700" cy="247650"/>
            </a:xfrm>
            <a:prstGeom prst="rect">
              <a:avLst/>
            </a:prstGeom>
            <a:noFill/>
            <a:ln w="0">
              <a:noFill/>
              <a:prstDash val="solid"/>
            </a:ln>
          </p:spPr>
          <p:txBody>
            <a:bodyPr wrap="none" lIns="0" tIns="0" rIns="0" bIns="0" anchor="t">
              <a:noAutofit/>
            </a:bodyPr>
            <a:lstStyle>
              <a:defPPr algn="l">
                <a:defRPr sz="932" b="1">
                  <a:solidFill>
                    <a:srgbClr val="0072B2"/>
                  </a:solidFill>
                  <a:latin typeface="Arial"/>
                  <a:ea typeface="Arial"/>
                  <a:cs typeface="Arial"/>
                </a:defRPr>
              </a:defPPr>
              <a:lvl1pPr algn="l">
                <a:defRPr sz="932" b="1">
                  <a:solidFill>
                    <a:srgbClr val="0072B2"/>
                  </a:solidFill>
                  <a:latin typeface="Arial"/>
                  <a:ea typeface="Arial"/>
                  <a:cs typeface="Arial"/>
                </a:defRPr>
              </a:lvl1pPr>
              <a:lvl2pPr algn="l">
                <a:defRPr sz="932" b="1">
                  <a:solidFill>
                    <a:srgbClr val="0072B2"/>
                  </a:solidFill>
                  <a:latin typeface="Arial"/>
                  <a:ea typeface="Arial"/>
                  <a:cs typeface="Arial"/>
                </a:defRPr>
              </a:lvl2pPr>
              <a:lvl3pPr algn="l">
                <a:defRPr sz="932" b="1">
                  <a:solidFill>
                    <a:srgbClr val="0072B2"/>
                  </a:solidFill>
                  <a:latin typeface="Arial"/>
                  <a:ea typeface="Arial"/>
                  <a:cs typeface="Arial"/>
                </a:defRPr>
              </a:lvl3pPr>
              <a:lvl4pPr algn="l">
                <a:defRPr sz="932" b="1">
                  <a:solidFill>
                    <a:srgbClr val="0072B2"/>
                  </a:solidFill>
                  <a:latin typeface="Arial"/>
                  <a:ea typeface="Arial"/>
                  <a:cs typeface="Arial"/>
                </a:defRPr>
              </a:lvl4pPr>
              <a:lvl5pPr algn="l">
                <a:defRPr sz="932" b="1">
                  <a:solidFill>
                    <a:srgbClr val="0072B2"/>
                  </a:solidFill>
                  <a:latin typeface="Arial"/>
                  <a:ea typeface="Arial"/>
                  <a:cs typeface="Arial"/>
                </a:defRPr>
              </a:lvl5pPr>
              <a:lvl6pPr algn="l">
                <a:defRPr sz="932" b="1">
                  <a:solidFill>
                    <a:srgbClr val="0072B2"/>
                  </a:solidFill>
                  <a:latin typeface="Arial"/>
                  <a:ea typeface="Arial"/>
                  <a:cs typeface="Arial"/>
                </a:defRPr>
              </a:lvl6pPr>
              <a:lvl7pPr algn="l">
                <a:defRPr sz="932" b="1">
                  <a:solidFill>
                    <a:srgbClr val="0072B2"/>
                  </a:solidFill>
                  <a:latin typeface="Arial"/>
                  <a:ea typeface="Arial"/>
                  <a:cs typeface="Arial"/>
                </a:defRPr>
              </a:lvl7pPr>
              <a:lvl8pPr algn="l">
                <a:defRPr sz="932" b="1">
                  <a:solidFill>
                    <a:srgbClr val="0072B2"/>
                  </a:solidFill>
                  <a:latin typeface="Arial"/>
                  <a:ea typeface="Arial"/>
                  <a:cs typeface="Arial"/>
                </a:defRPr>
              </a:lvl8pPr>
              <a:lvl9pPr algn="l">
                <a:defRPr sz="932" b="1">
                  <a:solidFill>
                    <a:srgbClr val="0072B2"/>
                  </a:solidFill>
                  <a:latin typeface="Arial"/>
                  <a:ea typeface="Arial"/>
                  <a:cs typeface="Arial"/>
                </a:defRPr>
              </a:lvl9pPr>
            </a:lstStyle>
            <a:p>
              <a:pPr algn="l">
                <a:defRPr sz="932" b="1">
                  <a:solidFill>
                    <a:srgbClr val="0072B2"/>
                  </a:solidFill>
                  <a:latin typeface="Arial"/>
                  <a:ea typeface="Arial"/>
                  <a:cs typeface="Arial"/>
                </a:defRPr>
              </a:pPr>
              <a:r>
                <a:rPr sz="932" b="1">
                  <a:solidFill>
                    <a:srgbClr val="0072B2"/>
                  </a:solidFill>
                  <a:latin typeface="Arial"/>
                  <a:ea typeface="Arial"/>
                  <a:cs typeface="Arial"/>
                </a:rPr>
                <a:t>A</a:t>
              </a:r>
            </a:p>
          </p:txBody>
        </p:sp>
        <p:sp>
          <p:nvSpPr>
            <p:cNvPr id="112" name="ellipse_111">
              <a:extLst>
                <a:ext uri="{FF2B5EF4-FFF2-40B4-BE49-F238E27FC236}">
                  <ns2:creationId id="{02E360F4-1AE8-4AA7-80F7-DF0DCA30E5B4}"/>
                </a:ext>
              </a:extLst>
            </p:cNvPr>
            <p:cNvSpPr>
              <a:spLocks noGrp="1"/>
            </p:cNvSpPr>
            <p:nvPr/>
          </p:nvSpPr>
          <p:spPr>
            <a:xfrm rot="0">
              <a:off x="1677650" y="8303478"/>
              <a:ext cx="112395" cy="112395"/>
            </a:xfrm>
            <a:prstGeom prst="ellipse">
              <a:avLst/>
            </a:prstGeom>
            <a:solidFill>
              <a:srgbClr val="FFFFFF"/>
            </a:solidFill>
            <a:ln w="10653">
              <a:solidFill>
                <a:srgbClr val="FFFFFF"/>
              </a:solidFill>
              <a:prstDash val="solid"/>
            </a:ln>
          </p:spPr>
        </p:sp>
        <p:sp>
          <p:nvSpPr>
            <p:cNvPr id="113" name="B_f17_True">
              <a:extLst>
                <a:ext uri="{FF2B5EF4-FFF2-40B4-BE49-F238E27FC236}">
                  <ns2:creationId id="{19407B4C-4161-49EA-A49D-C0E6C3ED264D}"/>
                </a:ext>
              </a:extLst>
            </p:cNvPr>
            <p:cNvSpPr>
              <a:spLocks noGrp="1"/>
            </p:cNvSpPr>
            <p:nvPr/>
          </p:nvSpPr>
          <p:spPr>
            <a:xfrm rot="0">
              <a:off x="1694795" y="8320623"/>
              <a:ext cx="78105" cy="78105"/>
            </a:xfrm>
            <a:prstGeom prst="ellipse">
              <a:avLst/>
            </a:prstGeom>
            <a:solidFill>
              <a:srgbClr val="FFFFFF"/>
            </a:solidFill>
            <a:ln w="10653">
              <a:solidFill>
                <a:srgbClr val="D55E00"/>
              </a:solidFill>
              <a:prstDash val="solid"/>
            </a:ln>
          </p:spPr>
        </p:sp>
        <p:sp>
          <p:nvSpPr>
            <p:cNvPr id="114" name="text_113">
              <a:extLst>
                <a:ext uri="{FF2B5EF4-FFF2-40B4-BE49-F238E27FC236}">
                  <ns2:creationId id="{C5EC20E5-1509-444A-AAFD-BDFC08156365}"/>
                </a:ext>
              </a:extLst>
            </p:cNvPr>
            <p:cNvSpPr>
              <a:spLocks noGrp="1"/>
            </p:cNvSpPr>
            <p:nvPr/>
          </p:nvSpPr>
          <p:spPr>
            <a:xfrm rot="0">
              <a:off x="1810048" y="8131076"/>
              <a:ext cx="266700" cy="247650"/>
            </a:xfrm>
            <a:prstGeom prst="rect">
              <a:avLst/>
            </a:prstGeom>
            <a:noFill/>
            <a:ln w="0">
              <a:noFill/>
              <a:prstDash val="solid"/>
            </a:ln>
          </p:spPr>
          <p:txBody>
            <a:bodyPr wrap="none" lIns="0" tIns="0" rIns="0" bIns="0" anchor="t">
              <a:noAutofit/>
            </a:bodyPr>
            <a:lstStyle>
              <a:defPPr algn="l">
                <a:defRPr sz="932" b="1">
                  <a:solidFill>
                    <a:srgbClr val="D55E00"/>
                  </a:solidFill>
                  <a:latin typeface="Arial"/>
                  <a:ea typeface="Arial"/>
                  <a:cs typeface="Arial"/>
                </a:defRPr>
              </a:defPPr>
              <a:lvl1pPr algn="l">
                <a:defRPr sz="932" b="1">
                  <a:solidFill>
                    <a:srgbClr val="D55E00"/>
                  </a:solidFill>
                  <a:latin typeface="Arial"/>
                  <a:ea typeface="Arial"/>
                  <a:cs typeface="Arial"/>
                </a:defRPr>
              </a:lvl1pPr>
              <a:lvl2pPr algn="l">
                <a:defRPr sz="932" b="1">
                  <a:solidFill>
                    <a:srgbClr val="D55E00"/>
                  </a:solidFill>
                  <a:latin typeface="Arial"/>
                  <a:ea typeface="Arial"/>
                  <a:cs typeface="Arial"/>
                </a:defRPr>
              </a:lvl2pPr>
              <a:lvl3pPr algn="l">
                <a:defRPr sz="932" b="1">
                  <a:solidFill>
                    <a:srgbClr val="D55E00"/>
                  </a:solidFill>
                  <a:latin typeface="Arial"/>
                  <a:ea typeface="Arial"/>
                  <a:cs typeface="Arial"/>
                </a:defRPr>
              </a:lvl3pPr>
              <a:lvl4pPr algn="l">
                <a:defRPr sz="932" b="1">
                  <a:solidFill>
                    <a:srgbClr val="D55E00"/>
                  </a:solidFill>
                  <a:latin typeface="Arial"/>
                  <a:ea typeface="Arial"/>
                  <a:cs typeface="Arial"/>
                </a:defRPr>
              </a:lvl4pPr>
              <a:lvl5pPr algn="l">
                <a:defRPr sz="932" b="1">
                  <a:solidFill>
                    <a:srgbClr val="D55E00"/>
                  </a:solidFill>
                  <a:latin typeface="Arial"/>
                  <a:ea typeface="Arial"/>
                  <a:cs typeface="Arial"/>
                </a:defRPr>
              </a:lvl5pPr>
              <a:lvl6pPr algn="l">
                <a:defRPr sz="932" b="1">
                  <a:solidFill>
                    <a:srgbClr val="D55E00"/>
                  </a:solidFill>
                  <a:latin typeface="Arial"/>
                  <a:ea typeface="Arial"/>
                  <a:cs typeface="Arial"/>
                </a:defRPr>
              </a:lvl6pPr>
              <a:lvl7pPr algn="l">
                <a:defRPr sz="932" b="1">
                  <a:solidFill>
                    <a:srgbClr val="D55E00"/>
                  </a:solidFill>
                  <a:latin typeface="Arial"/>
                  <a:ea typeface="Arial"/>
                  <a:cs typeface="Arial"/>
                </a:defRPr>
              </a:lvl7pPr>
              <a:lvl8pPr algn="l">
                <a:defRPr sz="932" b="1">
                  <a:solidFill>
                    <a:srgbClr val="D55E00"/>
                  </a:solidFill>
                  <a:latin typeface="Arial"/>
                  <a:ea typeface="Arial"/>
                  <a:cs typeface="Arial"/>
                </a:defRPr>
              </a:lvl8pPr>
              <a:lvl9pPr algn="l">
                <a:defRPr sz="932" b="1">
                  <a:solidFill>
                    <a:srgbClr val="D55E00"/>
                  </a:solidFill>
                  <a:latin typeface="Arial"/>
                  <a:ea typeface="Arial"/>
                  <a:cs typeface="Arial"/>
                </a:defRPr>
              </a:lvl9pPr>
            </a:lstStyle>
            <a:p>
              <a:pPr algn="l">
                <a:defRPr sz="932" b="1">
                  <a:solidFill>
                    <a:srgbClr val="D55E00"/>
                  </a:solidFill>
                  <a:latin typeface="Arial"/>
                  <a:ea typeface="Arial"/>
                  <a:cs typeface="Arial"/>
                </a:defRPr>
              </a:pPr>
              <a:r>
                <a:rPr sz="932" b="1">
                  <a:solidFill>
                    <a:srgbClr val="D55E00"/>
                  </a:solidFill>
                  <a:latin typeface="Arial"/>
                  <a:ea typeface="Arial"/>
                  <a:cs typeface="Arial"/>
                </a:rPr>
                <a:t>B</a:t>
              </a:r>
            </a:p>
          </p:txBody>
        </p:sp>
        <p:sp>
          <p:nvSpPr>
            <p:cNvPr id="115" name="ellipse_114">
              <a:extLst>
                <a:ext uri="{FF2B5EF4-FFF2-40B4-BE49-F238E27FC236}">
                  <ns2:creationId id="{2D0B4EB7-5737-446A-92F8-A274BDAEC480}"/>
                </a:ext>
              </a:extLst>
            </p:cNvPr>
            <p:cNvSpPr>
              <a:spLocks noGrp="1"/>
            </p:cNvSpPr>
            <p:nvPr/>
          </p:nvSpPr>
          <p:spPr>
            <a:xfrm rot="0">
              <a:off x="1219260" y="6830080"/>
              <a:ext cx="112395" cy="112395"/>
            </a:xfrm>
            <a:prstGeom prst="ellipse">
              <a:avLst/>
            </a:prstGeom>
            <a:solidFill>
              <a:srgbClr val="FFFFFF"/>
            </a:solidFill>
            <a:ln w="10653">
              <a:solidFill>
                <a:srgbClr val="FFFFFF"/>
              </a:solidFill>
              <a:prstDash val="solid"/>
            </a:ln>
          </p:spPr>
        </p:sp>
        <p:sp>
          <p:nvSpPr>
            <p:cNvPr id="116" name="C_f17_True">
              <a:extLst>
                <a:ext uri="{FF2B5EF4-FFF2-40B4-BE49-F238E27FC236}">
                  <ns2:creationId id="{D251CFA4-1FEB-4ACF-853E-2C80DF895EE4}"/>
                </a:ext>
              </a:extLst>
            </p:cNvPr>
            <p:cNvSpPr>
              <a:spLocks noGrp="1"/>
            </p:cNvSpPr>
            <p:nvPr/>
          </p:nvSpPr>
          <p:spPr>
            <a:xfrm rot="0">
              <a:off x="1236405" y="6847225"/>
              <a:ext cx="78105" cy="78105"/>
            </a:xfrm>
            <a:prstGeom prst="ellipse">
              <a:avLst/>
            </a:prstGeom>
            <a:solidFill>
              <a:srgbClr val="FFFFFF"/>
            </a:solidFill>
            <a:ln w="10653">
              <a:solidFill>
                <a:srgbClr val="009E73"/>
              </a:solidFill>
              <a:prstDash val="solid"/>
            </a:ln>
          </p:spPr>
        </p:sp>
        <p:sp>
          <p:nvSpPr>
            <p:cNvPr id="117" name="text_116">
              <a:extLst>
                <a:ext uri="{FF2B5EF4-FFF2-40B4-BE49-F238E27FC236}">
                  <ns2:creationId id="{0EAD6CE3-75BD-42AA-9A0B-F94C43157997}"/>
                </a:ext>
              </a:extLst>
            </p:cNvPr>
            <p:cNvSpPr>
              <a:spLocks noGrp="1"/>
            </p:cNvSpPr>
            <p:nvPr/>
          </p:nvSpPr>
          <p:spPr>
            <a:xfrm rot="0">
              <a:off x="1351657" y="6657677"/>
              <a:ext cx="266700" cy="247650"/>
            </a:xfrm>
            <a:prstGeom prst="rect">
              <a:avLst/>
            </a:prstGeom>
            <a:noFill/>
            <a:ln w="0">
              <a:noFill/>
              <a:prstDash val="solid"/>
            </a:ln>
          </p:spPr>
          <p:txBody>
            <a:bodyPr wrap="none" lIns="0" tIns="0" rIns="0" bIns="0" anchor="t">
              <a:noAutofit/>
            </a:bodyPr>
            <a:lstStyle>
              <a:defPPr algn="l">
                <a:defRPr sz="932" b="1">
                  <a:solidFill>
                    <a:srgbClr val="009E73"/>
                  </a:solidFill>
                  <a:latin typeface="Arial"/>
                  <a:ea typeface="Arial"/>
                  <a:cs typeface="Arial"/>
                </a:defRPr>
              </a:defPPr>
              <a:lvl1pPr algn="l">
                <a:defRPr sz="932" b="1">
                  <a:solidFill>
                    <a:srgbClr val="009E73"/>
                  </a:solidFill>
                  <a:latin typeface="Arial"/>
                  <a:ea typeface="Arial"/>
                  <a:cs typeface="Arial"/>
                </a:defRPr>
              </a:lvl1pPr>
              <a:lvl2pPr algn="l">
                <a:defRPr sz="932" b="1">
                  <a:solidFill>
                    <a:srgbClr val="009E73"/>
                  </a:solidFill>
                  <a:latin typeface="Arial"/>
                  <a:ea typeface="Arial"/>
                  <a:cs typeface="Arial"/>
                </a:defRPr>
              </a:lvl2pPr>
              <a:lvl3pPr algn="l">
                <a:defRPr sz="932" b="1">
                  <a:solidFill>
                    <a:srgbClr val="009E73"/>
                  </a:solidFill>
                  <a:latin typeface="Arial"/>
                  <a:ea typeface="Arial"/>
                  <a:cs typeface="Arial"/>
                </a:defRPr>
              </a:lvl3pPr>
              <a:lvl4pPr algn="l">
                <a:defRPr sz="932" b="1">
                  <a:solidFill>
                    <a:srgbClr val="009E73"/>
                  </a:solidFill>
                  <a:latin typeface="Arial"/>
                  <a:ea typeface="Arial"/>
                  <a:cs typeface="Arial"/>
                </a:defRPr>
              </a:lvl4pPr>
              <a:lvl5pPr algn="l">
                <a:defRPr sz="932" b="1">
                  <a:solidFill>
                    <a:srgbClr val="009E73"/>
                  </a:solidFill>
                  <a:latin typeface="Arial"/>
                  <a:ea typeface="Arial"/>
                  <a:cs typeface="Arial"/>
                </a:defRPr>
              </a:lvl5pPr>
              <a:lvl6pPr algn="l">
                <a:defRPr sz="932" b="1">
                  <a:solidFill>
                    <a:srgbClr val="009E73"/>
                  </a:solidFill>
                  <a:latin typeface="Arial"/>
                  <a:ea typeface="Arial"/>
                  <a:cs typeface="Arial"/>
                </a:defRPr>
              </a:lvl6pPr>
              <a:lvl7pPr algn="l">
                <a:defRPr sz="932" b="1">
                  <a:solidFill>
                    <a:srgbClr val="009E73"/>
                  </a:solidFill>
                  <a:latin typeface="Arial"/>
                  <a:ea typeface="Arial"/>
                  <a:cs typeface="Arial"/>
                </a:defRPr>
              </a:lvl7pPr>
              <a:lvl8pPr algn="l">
                <a:defRPr sz="932" b="1">
                  <a:solidFill>
                    <a:srgbClr val="009E73"/>
                  </a:solidFill>
                  <a:latin typeface="Arial"/>
                  <a:ea typeface="Arial"/>
                  <a:cs typeface="Arial"/>
                </a:defRPr>
              </a:lvl8pPr>
              <a:lvl9pPr algn="l">
                <a:defRPr sz="932" b="1">
                  <a:solidFill>
                    <a:srgbClr val="009E73"/>
                  </a:solidFill>
                  <a:latin typeface="Arial"/>
                  <a:ea typeface="Arial"/>
                  <a:cs typeface="Arial"/>
                </a:defRPr>
              </a:lvl9pPr>
            </a:lstStyle>
            <a:p>
              <a:pPr algn="l">
                <a:defRPr sz="932" b="1">
                  <a:solidFill>
                    <a:srgbClr val="009E73"/>
                  </a:solidFill>
                  <a:latin typeface="Arial"/>
                  <a:ea typeface="Arial"/>
                  <a:cs typeface="Arial"/>
                </a:defRPr>
              </a:pPr>
              <a:r>
                <a:rPr sz="932" b="1">
                  <a:solidFill>
                    <a:srgbClr val="009E73"/>
                  </a:solidFill>
                  <a:latin typeface="Arial"/>
                  <a:ea typeface="Arial"/>
                  <a:cs typeface="Arial"/>
                </a:rPr>
                <a:t>C</a:t>
              </a:r>
            </a:p>
          </p:txBody>
        </p:sp>
        <p:pic>
          <p:nvPicPr>
            <p:cNvPr id="118" name="">
              <a:extLst>
                <a:ext uri="{FF2B5EF4-FFF2-40B4-BE49-F238E27FC236}">
                  <ns2:creationId id="{E061E859-F4A3-4F85-8B2D-6EB9D70CCBCD}"/>
                </a:ext>
              </a:extLst>
            </p:cNvPr>
            <p:cNvPicPr>
              <a:picLocks noChangeAspect="1"/>
            </p:cNvPicPr>
            <p:nvPr/>
          </p:nvPicPr>
          <p:blipFill>
            <a:blip r:embed="R02134ba4bcbe44da"/>
            <a:stretch/>
          </p:blipFill>
          <p:spPr>
            <a:xfrm>
              <a:off x="3267075" y="6477000"/>
              <a:ext cx="2095500" cy="2095500"/>
            </a:xfrm>
            <a:prstGeom prst="rect">
              <a:avLst/>
            </a:prstGeom>
          </p:spPr>
        </p:pic>
        <p:sp>
          <p:nvSpPr>
            <p:cNvPr id="119" name="rect_118">
              <a:extLst>
                <a:ext uri="{FF2B5EF4-FFF2-40B4-BE49-F238E27FC236}">
                  <ns2:creationId id="{87DC1A6F-C77E-4700-BCDE-91A2842B641C}"/>
                </a:ext>
              </a:extLst>
            </p:cNvPr>
            <p:cNvSpPr>
              <a:spLocks noGrp="1"/>
            </p:cNvSpPr>
            <p:nvPr/>
          </p:nvSpPr>
          <p:spPr>
            <a:xfrm rot="0">
              <a:off x="3267075" y="6477000"/>
              <a:ext cx="2095500" cy="2095500"/>
            </a:xfrm>
            <a:prstGeom prst="rect">
              <a:avLst/>
            </a:prstGeom>
            <a:noFill/>
            <a:ln w="4143">
              <a:solidFill>
                <a:srgbClr val="65727C"/>
              </a:solidFill>
              <a:prstDash val="solid"/>
            </a:ln>
          </p:spPr>
        </p:sp>
        <p:sp>
          <p:nvSpPr>
            <p:cNvPr id="120" name="line_119">
              <a:extLst>
                <a:ext uri="{FF2B5EF4-FFF2-40B4-BE49-F238E27FC236}">
                  <ns2:creationId id="{3748D290-8E99-4DF5-B2CC-10F7174DBB22}"/>
                </a:ext>
              </a:extLst>
            </p:cNvPr>
            <p:cNvSpPr>
              <a:spLocks noGrp="1"/>
            </p:cNvSpPr>
            <p:nvPr/>
          </p:nvSpPr>
          <p:spPr>
            <a:xfrm>
              <a:off x="3528974" y="8572500"/>
              <a:ext cx="95" cy="38100"/>
            </a:xfrm>
            <a:custGeom>
              <a:pathLst>
                <a:path w="95" h="38100">
                  <a:moveTo>
                    <a:pt x="0" y="0"/>
                  </a:moveTo>
                  <a:lnTo>
                    <a:pt x="0" y="38100"/>
                  </a:lnTo>
                </a:path>
              </a:pathLst>
            </a:custGeom>
            <a:noFill/>
            <a:ln w="4735">
              <a:solidFill>
                <a:srgbClr val="65727C"/>
              </a:solidFill>
              <a:prstDash val="solid"/>
            </a:ln>
          </p:spPr>
        </p:sp>
        <p:sp>
          <p:nvSpPr>
            <p:cNvPr id="121" name="text_120">
              <a:extLst>
                <a:ext uri="{FF2B5EF4-FFF2-40B4-BE49-F238E27FC236}">
                  <ns2:creationId id="{7B9555E9-D400-471F-B6F1-1E85BAF69623}"/>
                </a:ext>
              </a:extLst>
            </p:cNvPr>
            <p:cNvSpPr>
              <a:spLocks noGrp="1"/>
            </p:cNvSpPr>
            <p:nvPr/>
          </p:nvSpPr>
          <p:spPr>
            <a:xfrm rot="0">
              <a:off x="3319424" y="8629650"/>
              <a:ext cx="419100" cy="219075"/>
            </a:xfrm>
            <a:prstGeom prst="rect">
              <a:avLst/>
            </a:prstGeom>
            <a:noFill/>
            <a:ln w="0">
              <a:noFill/>
              <a:prstDash val="solid"/>
            </a:ln>
          </p:spPr>
          <p:txBody>
            <a:bodyPr wrap="none" lIns="0" tIns="0" rIns="0" bIns="0" anchor="t">
              <a:noAutofit/>
            </a:bodyPr>
            <a:lstStyle>
              <a:defPPr algn="ctr">
                <a:defRPr sz="699" b="0">
                  <a:solidFill>
                    <a:srgbClr val="000000"/>
                  </a:solidFill>
                  <a:latin typeface="Arial"/>
                  <a:ea typeface="Arial"/>
                  <a:cs typeface="Arial"/>
                </a:defRPr>
              </a:defPPr>
              <a:lvl1pPr algn="ctr">
                <a:defRPr sz="699" b="0">
                  <a:solidFill>
                    <a:srgbClr val="000000"/>
                  </a:solidFill>
                  <a:latin typeface="Arial"/>
                  <a:ea typeface="Arial"/>
                  <a:cs typeface="Arial"/>
                </a:defRPr>
              </a:lvl1pPr>
              <a:lvl2pPr algn="ctr">
                <a:defRPr sz="699" b="0">
                  <a:solidFill>
                    <a:srgbClr val="000000"/>
                  </a:solidFill>
                  <a:latin typeface="Arial"/>
                  <a:ea typeface="Arial"/>
                  <a:cs typeface="Arial"/>
                </a:defRPr>
              </a:lvl2pPr>
              <a:lvl3pPr algn="ctr">
                <a:defRPr sz="699" b="0">
                  <a:solidFill>
                    <a:srgbClr val="000000"/>
                  </a:solidFill>
                  <a:latin typeface="Arial"/>
                  <a:ea typeface="Arial"/>
                  <a:cs typeface="Arial"/>
                </a:defRPr>
              </a:lvl3pPr>
              <a:lvl4pPr algn="ctr">
                <a:defRPr sz="699" b="0">
                  <a:solidFill>
                    <a:srgbClr val="000000"/>
                  </a:solidFill>
                  <a:latin typeface="Arial"/>
                  <a:ea typeface="Arial"/>
                  <a:cs typeface="Arial"/>
                </a:defRPr>
              </a:lvl4pPr>
              <a:lvl5pPr algn="ctr">
                <a:defRPr sz="699" b="0">
                  <a:solidFill>
                    <a:srgbClr val="000000"/>
                  </a:solidFill>
                  <a:latin typeface="Arial"/>
                  <a:ea typeface="Arial"/>
                  <a:cs typeface="Arial"/>
                </a:defRPr>
              </a:lvl5pPr>
              <a:lvl6pPr algn="ctr">
                <a:defRPr sz="699" b="0">
                  <a:solidFill>
                    <a:srgbClr val="000000"/>
                  </a:solidFill>
                  <a:latin typeface="Arial"/>
                  <a:ea typeface="Arial"/>
                  <a:cs typeface="Arial"/>
                </a:defRPr>
              </a:lvl6pPr>
              <a:lvl7pPr algn="ctr">
                <a:defRPr sz="699" b="0">
                  <a:solidFill>
                    <a:srgbClr val="000000"/>
                  </a:solidFill>
                  <a:latin typeface="Arial"/>
                  <a:ea typeface="Arial"/>
                  <a:cs typeface="Arial"/>
                </a:defRPr>
              </a:lvl7pPr>
              <a:lvl8pPr algn="ctr">
                <a:defRPr sz="699" b="0">
                  <a:solidFill>
                    <a:srgbClr val="000000"/>
                  </a:solidFill>
                  <a:latin typeface="Arial"/>
                  <a:ea typeface="Arial"/>
                  <a:cs typeface="Arial"/>
                </a:defRPr>
              </a:lvl8pPr>
              <a:lvl9pPr algn="ctr">
                <a:defRPr sz="699" b="0">
                  <a:solidFill>
                    <a:srgbClr val="000000"/>
                  </a:solidFill>
                  <a:latin typeface="Arial"/>
                  <a:ea typeface="Arial"/>
                  <a:cs typeface="Arial"/>
                </a:defRPr>
              </a:lvl9pPr>
            </a:lstStyle>
            <a:p>
              <a:pPr algn="ctr">
                <a:defRPr sz="699" b="0">
                  <a:solidFill>
                    <a:srgbClr val="000000"/>
                  </a:solidFill>
                  <a:latin typeface="Arial"/>
                  <a:ea typeface="Arial"/>
                  <a:cs typeface="Arial"/>
                </a:defRPr>
              </a:pPr>
              <a:r>
                <a:rPr sz="699" b="0">
                  <a:solidFill>
                    <a:srgbClr val="000000"/>
                  </a:solidFill>
                  <a:latin typeface="Arial"/>
                  <a:ea typeface="Arial"/>
                  <a:cs typeface="Arial"/>
                </a:rPr>
                <a:t>142 E</a:t>
              </a:r>
            </a:p>
          </p:txBody>
        </p:sp>
        <p:sp>
          <p:nvSpPr>
            <p:cNvPr id="122" name="line_121">
              <a:extLst>
                <a:ext uri="{FF2B5EF4-FFF2-40B4-BE49-F238E27FC236}">
                  <ns2:creationId id="{9D74359C-F3C6-46ED-AE24-C6207F111641}"/>
                </a:ext>
              </a:extLst>
            </p:cNvPr>
            <p:cNvSpPr>
              <a:spLocks noGrp="1"/>
            </p:cNvSpPr>
            <p:nvPr/>
          </p:nvSpPr>
          <p:spPr>
            <a:xfrm>
              <a:off x="4437563" y="8572500"/>
              <a:ext cx="95" cy="38100"/>
            </a:xfrm>
            <a:custGeom>
              <a:pathLst>
                <a:path w="95" h="38100">
                  <a:moveTo>
                    <a:pt x="0" y="0"/>
                  </a:moveTo>
                  <a:lnTo>
                    <a:pt x="0" y="38100"/>
                  </a:lnTo>
                </a:path>
              </a:pathLst>
            </a:custGeom>
            <a:noFill/>
            <a:ln w="4735">
              <a:solidFill>
                <a:srgbClr val="65727C"/>
              </a:solidFill>
              <a:prstDash val="solid"/>
            </a:ln>
          </p:spPr>
        </p:sp>
        <p:sp>
          <p:nvSpPr>
            <p:cNvPr id="123" name="text_122">
              <a:extLst>
                <a:ext uri="{FF2B5EF4-FFF2-40B4-BE49-F238E27FC236}">
                  <ns2:creationId id="{1E430D7E-51C9-4E9E-BDC9-F7708B8B394A}"/>
                </a:ext>
              </a:extLst>
            </p:cNvPr>
            <p:cNvSpPr>
              <a:spLocks noGrp="1"/>
            </p:cNvSpPr>
            <p:nvPr/>
          </p:nvSpPr>
          <p:spPr>
            <a:xfrm rot="0">
              <a:off x="4228013" y="8629650"/>
              <a:ext cx="419100" cy="219075"/>
            </a:xfrm>
            <a:prstGeom prst="rect">
              <a:avLst/>
            </a:prstGeom>
            <a:noFill/>
            <a:ln w="0">
              <a:noFill/>
              <a:prstDash val="solid"/>
            </a:ln>
          </p:spPr>
          <p:txBody>
            <a:bodyPr wrap="none" lIns="0" tIns="0" rIns="0" bIns="0" anchor="t">
              <a:noAutofit/>
            </a:bodyPr>
            <a:lstStyle>
              <a:defPPr algn="ctr">
                <a:defRPr sz="699" b="0">
                  <a:solidFill>
                    <a:srgbClr val="000000"/>
                  </a:solidFill>
                  <a:latin typeface="Arial"/>
                  <a:ea typeface="Arial"/>
                  <a:cs typeface="Arial"/>
                </a:defRPr>
              </a:defPPr>
              <a:lvl1pPr algn="ctr">
                <a:defRPr sz="699" b="0">
                  <a:solidFill>
                    <a:srgbClr val="000000"/>
                  </a:solidFill>
                  <a:latin typeface="Arial"/>
                  <a:ea typeface="Arial"/>
                  <a:cs typeface="Arial"/>
                </a:defRPr>
              </a:lvl1pPr>
              <a:lvl2pPr algn="ctr">
                <a:defRPr sz="699" b="0">
                  <a:solidFill>
                    <a:srgbClr val="000000"/>
                  </a:solidFill>
                  <a:latin typeface="Arial"/>
                  <a:ea typeface="Arial"/>
                  <a:cs typeface="Arial"/>
                </a:defRPr>
              </a:lvl2pPr>
              <a:lvl3pPr algn="ctr">
                <a:defRPr sz="699" b="0">
                  <a:solidFill>
                    <a:srgbClr val="000000"/>
                  </a:solidFill>
                  <a:latin typeface="Arial"/>
                  <a:ea typeface="Arial"/>
                  <a:cs typeface="Arial"/>
                </a:defRPr>
              </a:lvl3pPr>
              <a:lvl4pPr algn="ctr">
                <a:defRPr sz="699" b="0">
                  <a:solidFill>
                    <a:srgbClr val="000000"/>
                  </a:solidFill>
                  <a:latin typeface="Arial"/>
                  <a:ea typeface="Arial"/>
                  <a:cs typeface="Arial"/>
                </a:defRPr>
              </a:lvl4pPr>
              <a:lvl5pPr algn="ctr">
                <a:defRPr sz="699" b="0">
                  <a:solidFill>
                    <a:srgbClr val="000000"/>
                  </a:solidFill>
                  <a:latin typeface="Arial"/>
                  <a:ea typeface="Arial"/>
                  <a:cs typeface="Arial"/>
                </a:defRPr>
              </a:lvl5pPr>
              <a:lvl6pPr algn="ctr">
                <a:defRPr sz="699" b="0">
                  <a:solidFill>
                    <a:srgbClr val="000000"/>
                  </a:solidFill>
                  <a:latin typeface="Arial"/>
                  <a:ea typeface="Arial"/>
                  <a:cs typeface="Arial"/>
                </a:defRPr>
              </a:lvl6pPr>
              <a:lvl7pPr algn="ctr">
                <a:defRPr sz="699" b="0">
                  <a:solidFill>
                    <a:srgbClr val="000000"/>
                  </a:solidFill>
                  <a:latin typeface="Arial"/>
                  <a:ea typeface="Arial"/>
                  <a:cs typeface="Arial"/>
                </a:defRPr>
              </a:lvl7pPr>
              <a:lvl8pPr algn="ctr">
                <a:defRPr sz="699" b="0">
                  <a:solidFill>
                    <a:srgbClr val="000000"/>
                  </a:solidFill>
                  <a:latin typeface="Arial"/>
                  <a:ea typeface="Arial"/>
                  <a:cs typeface="Arial"/>
                </a:defRPr>
              </a:lvl8pPr>
              <a:lvl9pPr algn="ctr">
                <a:defRPr sz="699" b="0">
                  <a:solidFill>
                    <a:srgbClr val="000000"/>
                  </a:solidFill>
                  <a:latin typeface="Arial"/>
                  <a:ea typeface="Arial"/>
                  <a:cs typeface="Arial"/>
                </a:defRPr>
              </a:lvl9pPr>
            </a:lstStyle>
            <a:p>
              <a:pPr algn="ctr">
                <a:defRPr sz="699" b="0">
                  <a:solidFill>
                    <a:srgbClr val="000000"/>
                  </a:solidFill>
                  <a:latin typeface="Arial"/>
                  <a:ea typeface="Arial"/>
                  <a:cs typeface="Arial"/>
                </a:defRPr>
              </a:pPr>
              <a:r>
                <a:rPr sz="699" b="0">
                  <a:solidFill>
                    <a:srgbClr val="000000"/>
                  </a:solidFill>
                  <a:latin typeface="Arial"/>
                  <a:ea typeface="Arial"/>
                  <a:cs typeface="Arial"/>
                </a:rPr>
                <a:t>148 E</a:t>
              </a:r>
            </a:p>
          </p:txBody>
        </p:sp>
        <p:sp>
          <p:nvSpPr>
            <p:cNvPr id="124" name="line_123">
              <a:extLst>
                <a:ext uri="{FF2B5EF4-FFF2-40B4-BE49-F238E27FC236}">
                  <ns2:creationId id="{4CE16485-A795-4512-B43E-C0DB49292E97}"/>
                </a:ext>
              </a:extLst>
            </p:cNvPr>
            <p:cNvSpPr>
              <a:spLocks noGrp="1"/>
            </p:cNvSpPr>
            <p:nvPr/>
          </p:nvSpPr>
          <p:spPr>
            <a:xfrm>
              <a:off x="5346151" y="8572500"/>
              <a:ext cx="95" cy="38100"/>
            </a:xfrm>
            <a:custGeom>
              <a:pathLst>
                <a:path w="95" h="38100">
                  <a:moveTo>
                    <a:pt x="0" y="0"/>
                  </a:moveTo>
                  <a:lnTo>
                    <a:pt x="0" y="38100"/>
                  </a:lnTo>
                </a:path>
              </a:pathLst>
            </a:custGeom>
            <a:noFill/>
            <a:ln w="4735">
              <a:solidFill>
                <a:srgbClr val="65727C"/>
              </a:solidFill>
              <a:prstDash val="solid"/>
            </a:ln>
          </p:spPr>
        </p:sp>
        <p:sp>
          <p:nvSpPr>
            <p:cNvPr id="125" name="text_124">
              <a:extLst>
                <a:ext uri="{FF2B5EF4-FFF2-40B4-BE49-F238E27FC236}">
                  <ns2:creationId id="{94D1B1AA-1701-40F2-BE4D-0B2B7EEC069A}"/>
                </a:ext>
              </a:extLst>
            </p:cNvPr>
            <p:cNvSpPr>
              <a:spLocks noGrp="1"/>
            </p:cNvSpPr>
            <p:nvPr/>
          </p:nvSpPr>
          <p:spPr>
            <a:xfrm rot="0">
              <a:off x="5136601" y="8629650"/>
              <a:ext cx="419100" cy="219075"/>
            </a:xfrm>
            <a:prstGeom prst="rect">
              <a:avLst/>
            </a:prstGeom>
            <a:noFill/>
            <a:ln w="0">
              <a:noFill/>
              <a:prstDash val="solid"/>
            </a:ln>
          </p:spPr>
          <p:txBody>
            <a:bodyPr wrap="none" lIns="0" tIns="0" rIns="0" bIns="0" anchor="t">
              <a:noAutofit/>
            </a:bodyPr>
            <a:lstStyle>
              <a:defPPr algn="ctr">
                <a:defRPr sz="699" b="0">
                  <a:solidFill>
                    <a:srgbClr val="000000"/>
                  </a:solidFill>
                  <a:latin typeface="Arial"/>
                  <a:ea typeface="Arial"/>
                  <a:cs typeface="Arial"/>
                </a:defRPr>
              </a:defPPr>
              <a:lvl1pPr algn="ctr">
                <a:defRPr sz="699" b="0">
                  <a:solidFill>
                    <a:srgbClr val="000000"/>
                  </a:solidFill>
                  <a:latin typeface="Arial"/>
                  <a:ea typeface="Arial"/>
                  <a:cs typeface="Arial"/>
                </a:defRPr>
              </a:lvl1pPr>
              <a:lvl2pPr algn="ctr">
                <a:defRPr sz="699" b="0">
                  <a:solidFill>
                    <a:srgbClr val="000000"/>
                  </a:solidFill>
                  <a:latin typeface="Arial"/>
                  <a:ea typeface="Arial"/>
                  <a:cs typeface="Arial"/>
                </a:defRPr>
              </a:lvl2pPr>
              <a:lvl3pPr algn="ctr">
                <a:defRPr sz="699" b="0">
                  <a:solidFill>
                    <a:srgbClr val="000000"/>
                  </a:solidFill>
                  <a:latin typeface="Arial"/>
                  <a:ea typeface="Arial"/>
                  <a:cs typeface="Arial"/>
                </a:defRPr>
              </a:lvl3pPr>
              <a:lvl4pPr algn="ctr">
                <a:defRPr sz="699" b="0">
                  <a:solidFill>
                    <a:srgbClr val="000000"/>
                  </a:solidFill>
                  <a:latin typeface="Arial"/>
                  <a:ea typeface="Arial"/>
                  <a:cs typeface="Arial"/>
                </a:defRPr>
              </a:lvl4pPr>
              <a:lvl5pPr algn="ctr">
                <a:defRPr sz="699" b="0">
                  <a:solidFill>
                    <a:srgbClr val="000000"/>
                  </a:solidFill>
                  <a:latin typeface="Arial"/>
                  <a:ea typeface="Arial"/>
                  <a:cs typeface="Arial"/>
                </a:defRPr>
              </a:lvl5pPr>
              <a:lvl6pPr algn="ctr">
                <a:defRPr sz="699" b="0">
                  <a:solidFill>
                    <a:srgbClr val="000000"/>
                  </a:solidFill>
                  <a:latin typeface="Arial"/>
                  <a:ea typeface="Arial"/>
                  <a:cs typeface="Arial"/>
                </a:defRPr>
              </a:lvl6pPr>
              <a:lvl7pPr algn="ctr">
                <a:defRPr sz="699" b="0">
                  <a:solidFill>
                    <a:srgbClr val="000000"/>
                  </a:solidFill>
                  <a:latin typeface="Arial"/>
                  <a:ea typeface="Arial"/>
                  <a:cs typeface="Arial"/>
                </a:defRPr>
              </a:lvl7pPr>
              <a:lvl8pPr algn="ctr">
                <a:defRPr sz="699" b="0">
                  <a:solidFill>
                    <a:srgbClr val="000000"/>
                  </a:solidFill>
                  <a:latin typeface="Arial"/>
                  <a:ea typeface="Arial"/>
                  <a:cs typeface="Arial"/>
                </a:defRPr>
              </a:lvl8pPr>
              <a:lvl9pPr algn="ctr">
                <a:defRPr sz="699" b="0">
                  <a:solidFill>
                    <a:srgbClr val="000000"/>
                  </a:solidFill>
                  <a:latin typeface="Arial"/>
                  <a:ea typeface="Arial"/>
                  <a:cs typeface="Arial"/>
                </a:defRPr>
              </a:lvl9pPr>
            </a:lstStyle>
            <a:p>
              <a:pPr algn="ctr">
                <a:defRPr sz="699" b="0">
                  <a:solidFill>
                    <a:srgbClr val="000000"/>
                  </a:solidFill>
                  <a:latin typeface="Arial"/>
                  <a:ea typeface="Arial"/>
                  <a:cs typeface="Arial"/>
                </a:defRPr>
              </a:pPr>
              <a:r>
                <a:rPr sz="699" b="0">
                  <a:solidFill>
                    <a:srgbClr val="000000"/>
                  </a:solidFill>
                  <a:latin typeface="Arial"/>
                  <a:ea typeface="Arial"/>
                  <a:cs typeface="Arial"/>
                </a:rPr>
                <a:t>154 E</a:t>
              </a:r>
            </a:p>
          </p:txBody>
        </p:sp>
        <p:sp>
          <p:nvSpPr>
            <p:cNvPr id="126" name="text_125">
              <a:extLst>
                <a:ext uri="{FF2B5EF4-FFF2-40B4-BE49-F238E27FC236}">
                  <ns2:creationId id="{97719A44-B855-42FF-BDA8-488BF4A356BD}"/>
                </a:ext>
              </a:extLst>
            </p:cNvPr>
            <p:cNvSpPr>
              <a:spLocks noGrp="1"/>
            </p:cNvSpPr>
            <p:nvPr/>
          </p:nvSpPr>
          <p:spPr>
            <a:xfrm rot="0">
              <a:off x="3614958" y="6663881"/>
              <a:ext cx="428625" cy="190500"/>
            </a:xfrm>
            <a:prstGeom prst="rect">
              <a:avLst/>
            </a:prstGeom>
            <a:noFill/>
            <a:ln w="0">
              <a:noFill/>
              <a:prstDash val="solid"/>
            </a:ln>
          </p:spPr>
          <p:txBody>
            <a:bodyPr wrap="none" lIns="0" tIns="0" rIns="0" bIns="0" anchor="t">
              <a:noAutofit/>
            </a:bodyPr>
            <a:lstStyle>
              <a:defPPr algn="l">
                <a:defRPr sz="559" b="0">
                  <a:solidFill>
                    <a:srgbClr val="65727C"/>
                  </a:solidFill>
                  <a:latin typeface="Arial"/>
                  <a:ea typeface="Arial"/>
                  <a:cs typeface="Arial"/>
                </a:defRPr>
              </a:defPPr>
              <a:lvl1pPr algn="l">
                <a:defRPr sz="559" b="0">
                  <a:solidFill>
                    <a:srgbClr val="65727C"/>
                  </a:solidFill>
                  <a:latin typeface="Arial"/>
                  <a:ea typeface="Arial"/>
                  <a:cs typeface="Arial"/>
                </a:defRPr>
              </a:lvl1pPr>
              <a:lvl2pPr algn="l">
                <a:defRPr sz="559" b="0">
                  <a:solidFill>
                    <a:srgbClr val="65727C"/>
                  </a:solidFill>
                  <a:latin typeface="Arial"/>
                  <a:ea typeface="Arial"/>
                  <a:cs typeface="Arial"/>
                </a:defRPr>
              </a:lvl2pPr>
              <a:lvl3pPr algn="l">
                <a:defRPr sz="559" b="0">
                  <a:solidFill>
                    <a:srgbClr val="65727C"/>
                  </a:solidFill>
                  <a:latin typeface="Arial"/>
                  <a:ea typeface="Arial"/>
                  <a:cs typeface="Arial"/>
                </a:defRPr>
              </a:lvl3pPr>
              <a:lvl4pPr algn="l">
                <a:defRPr sz="559" b="0">
                  <a:solidFill>
                    <a:srgbClr val="65727C"/>
                  </a:solidFill>
                  <a:latin typeface="Arial"/>
                  <a:ea typeface="Arial"/>
                  <a:cs typeface="Arial"/>
                </a:defRPr>
              </a:lvl4pPr>
              <a:lvl5pPr algn="l">
                <a:defRPr sz="559" b="0">
                  <a:solidFill>
                    <a:srgbClr val="65727C"/>
                  </a:solidFill>
                  <a:latin typeface="Arial"/>
                  <a:ea typeface="Arial"/>
                  <a:cs typeface="Arial"/>
                </a:defRPr>
              </a:lvl5pPr>
              <a:lvl6pPr algn="l">
                <a:defRPr sz="559" b="0">
                  <a:solidFill>
                    <a:srgbClr val="65727C"/>
                  </a:solidFill>
                  <a:latin typeface="Arial"/>
                  <a:ea typeface="Arial"/>
                  <a:cs typeface="Arial"/>
                </a:defRPr>
              </a:lvl6pPr>
              <a:lvl7pPr algn="l">
                <a:defRPr sz="559" b="0">
                  <a:solidFill>
                    <a:srgbClr val="65727C"/>
                  </a:solidFill>
                  <a:latin typeface="Arial"/>
                  <a:ea typeface="Arial"/>
                  <a:cs typeface="Arial"/>
                </a:defRPr>
              </a:lvl7pPr>
              <a:lvl8pPr algn="l">
                <a:defRPr sz="559" b="0">
                  <a:solidFill>
                    <a:srgbClr val="65727C"/>
                  </a:solidFill>
                  <a:latin typeface="Arial"/>
                  <a:ea typeface="Arial"/>
                  <a:cs typeface="Arial"/>
                </a:defRPr>
              </a:lvl8pPr>
              <a:lvl9pPr algn="l">
                <a:defRPr sz="559" b="0">
                  <a:solidFill>
                    <a:srgbClr val="65727C"/>
                  </a:solidFill>
                  <a:latin typeface="Arial"/>
                  <a:ea typeface="Arial"/>
                  <a:cs typeface="Arial"/>
                </a:defRPr>
              </a:lvl9pPr>
            </a:lstStyle>
            <a:p>
              <a:pPr algn="l">
                <a:defRPr sz="559" b="0">
                  <a:solidFill>
                    <a:srgbClr val="65727C"/>
                  </a:solidFill>
                  <a:latin typeface="Arial"/>
                  <a:ea typeface="Arial"/>
                  <a:cs typeface="Arial"/>
                </a:defRPr>
              </a:pPr>
              <a:r>
                <a:rPr sz="559" b="0">
                  <a:solidFill>
                    <a:srgbClr val="65727C"/>
                  </a:solidFill>
                  <a:latin typeface="Arial"/>
                  <a:ea typeface="Arial"/>
                  <a:cs typeface="Arial"/>
                </a:rPr>
                <a:t>QLD</a:t>
              </a:r>
            </a:p>
          </p:txBody>
        </p:sp>
        <p:sp>
          <p:nvSpPr>
            <p:cNvPr id="127" name="text_126">
              <a:extLst>
                <a:ext uri="{FF2B5EF4-FFF2-40B4-BE49-F238E27FC236}">
                  <ns2:creationId id="{DD767DB6-8599-49E9-B3A3-53A6C6547C5F}"/>
                </a:ext>
              </a:extLst>
            </p:cNvPr>
            <p:cNvSpPr>
              <a:spLocks noGrp="1"/>
            </p:cNvSpPr>
            <p:nvPr/>
          </p:nvSpPr>
          <p:spPr>
            <a:xfrm rot="0">
              <a:off x="3614958" y="7520472"/>
              <a:ext cx="428625" cy="190500"/>
            </a:xfrm>
            <a:prstGeom prst="rect">
              <a:avLst/>
            </a:prstGeom>
            <a:noFill/>
            <a:ln w="0">
              <a:noFill/>
              <a:prstDash val="solid"/>
            </a:ln>
          </p:spPr>
          <p:txBody>
            <a:bodyPr wrap="none" lIns="0" tIns="0" rIns="0" bIns="0" anchor="t">
              <a:noAutofit/>
            </a:bodyPr>
            <a:lstStyle>
              <a:defPPr algn="l">
                <a:defRPr sz="559" b="0">
                  <a:solidFill>
                    <a:srgbClr val="65727C"/>
                  </a:solidFill>
                  <a:latin typeface="Arial"/>
                  <a:ea typeface="Arial"/>
                  <a:cs typeface="Arial"/>
                </a:defRPr>
              </a:defPPr>
              <a:lvl1pPr algn="l">
                <a:defRPr sz="559" b="0">
                  <a:solidFill>
                    <a:srgbClr val="65727C"/>
                  </a:solidFill>
                  <a:latin typeface="Arial"/>
                  <a:ea typeface="Arial"/>
                  <a:cs typeface="Arial"/>
                </a:defRPr>
              </a:lvl1pPr>
              <a:lvl2pPr algn="l">
                <a:defRPr sz="559" b="0">
                  <a:solidFill>
                    <a:srgbClr val="65727C"/>
                  </a:solidFill>
                  <a:latin typeface="Arial"/>
                  <a:ea typeface="Arial"/>
                  <a:cs typeface="Arial"/>
                </a:defRPr>
              </a:lvl2pPr>
              <a:lvl3pPr algn="l">
                <a:defRPr sz="559" b="0">
                  <a:solidFill>
                    <a:srgbClr val="65727C"/>
                  </a:solidFill>
                  <a:latin typeface="Arial"/>
                  <a:ea typeface="Arial"/>
                  <a:cs typeface="Arial"/>
                </a:defRPr>
              </a:lvl3pPr>
              <a:lvl4pPr algn="l">
                <a:defRPr sz="559" b="0">
                  <a:solidFill>
                    <a:srgbClr val="65727C"/>
                  </a:solidFill>
                  <a:latin typeface="Arial"/>
                  <a:ea typeface="Arial"/>
                  <a:cs typeface="Arial"/>
                </a:defRPr>
              </a:lvl4pPr>
              <a:lvl5pPr algn="l">
                <a:defRPr sz="559" b="0">
                  <a:solidFill>
                    <a:srgbClr val="65727C"/>
                  </a:solidFill>
                  <a:latin typeface="Arial"/>
                  <a:ea typeface="Arial"/>
                  <a:cs typeface="Arial"/>
                </a:defRPr>
              </a:lvl5pPr>
              <a:lvl6pPr algn="l">
                <a:defRPr sz="559" b="0">
                  <a:solidFill>
                    <a:srgbClr val="65727C"/>
                  </a:solidFill>
                  <a:latin typeface="Arial"/>
                  <a:ea typeface="Arial"/>
                  <a:cs typeface="Arial"/>
                </a:defRPr>
              </a:lvl6pPr>
              <a:lvl7pPr algn="l">
                <a:defRPr sz="559" b="0">
                  <a:solidFill>
                    <a:srgbClr val="65727C"/>
                  </a:solidFill>
                  <a:latin typeface="Arial"/>
                  <a:ea typeface="Arial"/>
                  <a:cs typeface="Arial"/>
                </a:defRPr>
              </a:lvl7pPr>
              <a:lvl8pPr algn="l">
                <a:defRPr sz="559" b="0">
                  <a:solidFill>
                    <a:srgbClr val="65727C"/>
                  </a:solidFill>
                  <a:latin typeface="Arial"/>
                  <a:ea typeface="Arial"/>
                  <a:cs typeface="Arial"/>
                </a:defRPr>
              </a:lvl8pPr>
              <a:lvl9pPr algn="l">
                <a:defRPr sz="559" b="0">
                  <a:solidFill>
                    <a:srgbClr val="65727C"/>
                  </a:solidFill>
                  <a:latin typeface="Arial"/>
                  <a:ea typeface="Arial"/>
                  <a:cs typeface="Arial"/>
                </a:defRPr>
              </a:lvl9pPr>
            </a:lstStyle>
            <a:p>
              <a:pPr algn="l">
                <a:defRPr sz="559" b="0">
                  <a:solidFill>
                    <a:srgbClr val="65727C"/>
                  </a:solidFill>
                  <a:latin typeface="Arial"/>
                  <a:ea typeface="Arial"/>
                  <a:cs typeface="Arial"/>
                </a:defRPr>
              </a:pPr>
              <a:r>
                <a:rPr sz="559" b="0">
                  <a:solidFill>
                    <a:srgbClr val="65727C"/>
                  </a:solidFill>
                  <a:latin typeface="Arial"/>
                  <a:ea typeface="Arial"/>
                  <a:cs typeface="Arial"/>
                </a:rPr>
                <a:t>NSW</a:t>
              </a:r>
            </a:p>
          </p:txBody>
        </p:sp>
        <p:sp>
          <p:nvSpPr>
            <p:cNvPr id="128" name="text_127">
              <a:extLst>
                <a:ext uri="{FF2B5EF4-FFF2-40B4-BE49-F238E27FC236}">
                  <ns2:creationId id="{C591B963-96AD-4499-B113-FA2529E2CE11}"/>
                </a:ext>
              </a:extLst>
            </p:cNvPr>
            <p:cNvSpPr>
              <a:spLocks noGrp="1"/>
            </p:cNvSpPr>
            <p:nvPr/>
          </p:nvSpPr>
          <p:spPr>
            <a:xfrm rot="0">
              <a:off x="3478670" y="8252144"/>
              <a:ext cx="428625" cy="190500"/>
            </a:xfrm>
            <a:prstGeom prst="rect">
              <a:avLst/>
            </a:prstGeom>
            <a:noFill/>
            <a:ln w="0">
              <a:noFill/>
              <a:prstDash val="solid"/>
            </a:ln>
          </p:spPr>
          <p:txBody>
            <a:bodyPr wrap="none" lIns="0" tIns="0" rIns="0" bIns="0" anchor="t">
              <a:noAutofit/>
            </a:bodyPr>
            <a:lstStyle>
              <a:defPPr algn="l">
                <a:defRPr sz="559" b="0">
                  <a:solidFill>
                    <a:srgbClr val="65727C"/>
                  </a:solidFill>
                  <a:latin typeface="Arial"/>
                  <a:ea typeface="Arial"/>
                  <a:cs typeface="Arial"/>
                </a:defRPr>
              </a:defPPr>
              <a:lvl1pPr algn="l">
                <a:defRPr sz="559" b="0">
                  <a:solidFill>
                    <a:srgbClr val="65727C"/>
                  </a:solidFill>
                  <a:latin typeface="Arial"/>
                  <a:ea typeface="Arial"/>
                  <a:cs typeface="Arial"/>
                </a:defRPr>
              </a:lvl1pPr>
              <a:lvl2pPr algn="l">
                <a:defRPr sz="559" b="0">
                  <a:solidFill>
                    <a:srgbClr val="65727C"/>
                  </a:solidFill>
                  <a:latin typeface="Arial"/>
                  <a:ea typeface="Arial"/>
                  <a:cs typeface="Arial"/>
                </a:defRPr>
              </a:lvl2pPr>
              <a:lvl3pPr algn="l">
                <a:defRPr sz="559" b="0">
                  <a:solidFill>
                    <a:srgbClr val="65727C"/>
                  </a:solidFill>
                  <a:latin typeface="Arial"/>
                  <a:ea typeface="Arial"/>
                  <a:cs typeface="Arial"/>
                </a:defRPr>
              </a:lvl3pPr>
              <a:lvl4pPr algn="l">
                <a:defRPr sz="559" b="0">
                  <a:solidFill>
                    <a:srgbClr val="65727C"/>
                  </a:solidFill>
                  <a:latin typeface="Arial"/>
                  <a:ea typeface="Arial"/>
                  <a:cs typeface="Arial"/>
                </a:defRPr>
              </a:lvl4pPr>
              <a:lvl5pPr algn="l">
                <a:defRPr sz="559" b="0">
                  <a:solidFill>
                    <a:srgbClr val="65727C"/>
                  </a:solidFill>
                  <a:latin typeface="Arial"/>
                  <a:ea typeface="Arial"/>
                  <a:cs typeface="Arial"/>
                </a:defRPr>
              </a:lvl5pPr>
              <a:lvl6pPr algn="l">
                <a:defRPr sz="559" b="0">
                  <a:solidFill>
                    <a:srgbClr val="65727C"/>
                  </a:solidFill>
                  <a:latin typeface="Arial"/>
                  <a:ea typeface="Arial"/>
                  <a:cs typeface="Arial"/>
                </a:defRPr>
              </a:lvl6pPr>
              <a:lvl7pPr algn="l">
                <a:defRPr sz="559" b="0">
                  <a:solidFill>
                    <a:srgbClr val="65727C"/>
                  </a:solidFill>
                  <a:latin typeface="Arial"/>
                  <a:ea typeface="Arial"/>
                  <a:cs typeface="Arial"/>
                </a:defRPr>
              </a:lvl7pPr>
              <a:lvl8pPr algn="l">
                <a:defRPr sz="559" b="0">
                  <a:solidFill>
                    <a:srgbClr val="65727C"/>
                  </a:solidFill>
                  <a:latin typeface="Arial"/>
                  <a:ea typeface="Arial"/>
                  <a:cs typeface="Arial"/>
                </a:defRPr>
              </a:lvl8pPr>
              <a:lvl9pPr algn="l">
                <a:defRPr sz="559" b="0">
                  <a:solidFill>
                    <a:srgbClr val="65727C"/>
                  </a:solidFill>
                  <a:latin typeface="Arial"/>
                  <a:ea typeface="Arial"/>
                  <a:cs typeface="Arial"/>
                </a:defRPr>
              </a:lvl9pPr>
            </a:lstStyle>
            <a:p>
              <a:pPr algn="l">
                <a:defRPr sz="559" b="0">
                  <a:solidFill>
                    <a:srgbClr val="65727C"/>
                  </a:solidFill>
                  <a:latin typeface="Arial"/>
                  <a:ea typeface="Arial"/>
                  <a:cs typeface="Arial"/>
                </a:defRPr>
              </a:pPr>
              <a:r>
                <a:rPr sz="559" b="0">
                  <a:solidFill>
                    <a:srgbClr val="65727C"/>
                  </a:solidFill>
                  <a:latin typeface="Arial"/>
                  <a:ea typeface="Arial"/>
                  <a:cs typeface="Arial"/>
                </a:rPr>
                <a:t>VIC</a:t>
              </a:r>
            </a:p>
          </p:txBody>
        </p:sp>
        <p:sp>
          <p:nvSpPr>
            <p:cNvPr id="129" name="line_128">
              <a:extLst>
                <a:ext uri="{FF2B5EF4-FFF2-40B4-BE49-F238E27FC236}">
                  <ns2:creationId id="{F1B74BA2-8A94-4589-949D-66AAA4B03498}"/>
                </a:ext>
              </a:extLst>
            </p:cNvPr>
            <p:cNvSpPr>
              <a:spLocks noGrp="1"/>
            </p:cNvSpPr>
            <p:nvPr/>
          </p:nvSpPr>
          <p:spPr>
            <a:xfrm>
              <a:off x="4925481" y="8429625"/>
              <a:ext cx="322794" cy="95"/>
            </a:xfrm>
            <a:custGeom>
              <a:pathLst>
                <a:path w="322794" h="95">
                  <a:moveTo>
                    <a:pt x="0" y="0"/>
                  </a:moveTo>
                  <a:lnTo>
                    <a:pt x="322794" y="0"/>
                  </a:lnTo>
                </a:path>
              </a:pathLst>
            </a:custGeom>
            <a:noFill/>
            <a:ln w="9470">
              <a:solidFill>
                <a:srgbClr val="000000"/>
              </a:solidFill>
              <a:prstDash val="solid"/>
            </a:ln>
          </p:spPr>
        </p:sp>
        <p:sp>
          <p:nvSpPr>
            <p:cNvPr id="130" name="line_129">
              <a:extLst>
                <a:ext uri="{FF2B5EF4-FFF2-40B4-BE49-F238E27FC236}">
                  <ns2:creationId id="{93C01116-D179-4757-8FF6-F108B375BA7A}"/>
                </a:ext>
              </a:extLst>
            </p:cNvPr>
            <p:cNvSpPr>
              <a:spLocks noGrp="1"/>
            </p:cNvSpPr>
            <p:nvPr/>
          </p:nvSpPr>
          <p:spPr>
            <a:xfrm>
              <a:off x="4925481" y="8401050"/>
              <a:ext cx="95" cy="57150"/>
            </a:xfrm>
            <a:custGeom>
              <a:pathLst>
                <a:path w="95" h="57150">
                  <a:moveTo>
                    <a:pt x="0" y="0"/>
                  </a:moveTo>
                  <a:lnTo>
                    <a:pt x="0" y="57150"/>
                  </a:lnTo>
                </a:path>
              </a:pathLst>
            </a:custGeom>
            <a:noFill/>
            <a:ln w="7694">
              <a:solidFill>
                <a:srgbClr val="000000"/>
              </a:solidFill>
              <a:prstDash val="solid"/>
            </a:ln>
          </p:spPr>
        </p:sp>
        <p:sp>
          <p:nvSpPr>
            <p:cNvPr id="131" name="line_130">
              <a:extLst>
                <a:ext uri="{FF2B5EF4-FFF2-40B4-BE49-F238E27FC236}">
                  <ns2:creationId id="{E9AD0C92-B4F0-42A7-92AC-D464826A7E4B}"/>
                </a:ext>
              </a:extLst>
            </p:cNvPr>
            <p:cNvSpPr>
              <a:spLocks noGrp="1"/>
            </p:cNvSpPr>
            <p:nvPr/>
          </p:nvSpPr>
          <p:spPr>
            <a:xfrm>
              <a:off x="5248275" y="8401050"/>
              <a:ext cx="95" cy="57150"/>
            </a:xfrm>
            <a:custGeom>
              <a:pathLst>
                <a:path w="95" h="57150">
                  <a:moveTo>
                    <a:pt x="0" y="0"/>
                  </a:moveTo>
                  <a:lnTo>
                    <a:pt x="0" y="57150"/>
                  </a:lnTo>
                </a:path>
              </a:pathLst>
            </a:custGeom>
            <a:noFill/>
            <a:ln w="7694">
              <a:solidFill>
                <a:srgbClr val="000000"/>
              </a:solidFill>
              <a:prstDash val="solid"/>
            </a:ln>
          </p:spPr>
        </p:sp>
        <p:sp>
          <p:nvSpPr>
            <p:cNvPr id="132" name="text_131">
              <a:extLst>
                <a:ext uri="{FF2B5EF4-FFF2-40B4-BE49-F238E27FC236}">
                  <ns2:creationId id="{AB438660-CBF5-4F95-AD52-E8197B02CA72}"/>
                </a:ext>
              </a:extLst>
            </p:cNvPr>
            <p:cNvSpPr>
              <a:spLocks noGrp="1"/>
            </p:cNvSpPr>
            <p:nvPr/>
          </p:nvSpPr>
          <p:spPr>
            <a:xfrm rot="0">
              <a:off x="4858806" y="8229600"/>
              <a:ext cx="456144" cy="200025"/>
            </a:xfrm>
            <a:prstGeom prst="rect">
              <a:avLst/>
            </a:prstGeom>
            <a:noFill/>
            <a:ln w="0">
              <a:noFill/>
              <a:prstDash val="solid"/>
            </a:ln>
          </p:spPr>
          <p:txBody>
            <a:bodyPr wrap="none" lIns="0" tIns="0" rIns="0" bIns="0" anchor="t">
              <a:noAutofit/>
            </a:bodyPr>
            <a:lstStyle>
              <a:defPPr algn="ctr">
                <a:defRPr sz="559" b="0">
                  <a:solidFill>
                    <a:srgbClr val="000000"/>
                  </a:solidFill>
                  <a:latin typeface="Arial"/>
                  <a:ea typeface="Arial"/>
                  <a:cs typeface="Arial"/>
                </a:defRPr>
              </a:defPPr>
              <a:lvl1pPr algn="ctr">
                <a:defRPr sz="559" b="0">
                  <a:solidFill>
                    <a:srgbClr val="000000"/>
                  </a:solidFill>
                  <a:latin typeface="Arial"/>
                  <a:ea typeface="Arial"/>
                  <a:cs typeface="Arial"/>
                </a:defRPr>
              </a:lvl1pPr>
              <a:lvl2pPr algn="ctr">
                <a:defRPr sz="559" b="0">
                  <a:solidFill>
                    <a:srgbClr val="000000"/>
                  </a:solidFill>
                  <a:latin typeface="Arial"/>
                  <a:ea typeface="Arial"/>
                  <a:cs typeface="Arial"/>
                </a:defRPr>
              </a:lvl2pPr>
              <a:lvl3pPr algn="ctr">
                <a:defRPr sz="559" b="0">
                  <a:solidFill>
                    <a:srgbClr val="000000"/>
                  </a:solidFill>
                  <a:latin typeface="Arial"/>
                  <a:ea typeface="Arial"/>
                  <a:cs typeface="Arial"/>
                </a:defRPr>
              </a:lvl3pPr>
              <a:lvl4pPr algn="ctr">
                <a:defRPr sz="559" b="0">
                  <a:solidFill>
                    <a:srgbClr val="000000"/>
                  </a:solidFill>
                  <a:latin typeface="Arial"/>
                  <a:ea typeface="Arial"/>
                  <a:cs typeface="Arial"/>
                </a:defRPr>
              </a:lvl4pPr>
              <a:lvl5pPr algn="ctr">
                <a:defRPr sz="559" b="0">
                  <a:solidFill>
                    <a:srgbClr val="000000"/>
                  </a:solidFill>
                  <a:latin typeface="Arial"/>
                  <a:ea typeface="Arial"/>
                  <a:cs typeface="Arial"/>
                </a:defRPr>
              </a:lvl5pPr>
              <a:lvl6pPr algn="ctr">
                <a:defRPr sz="559" b="0">
                  <a:solidFill>
                    <a:srgbClr val="000000"/>
                  </a:solidFill>
                  <a:latin typeface="Arial"/>
                  <a:ea typeface="Arial"/>
                  <a:cs typeface="Arial"/>
                </a:defRPr>
              </a:lvl6pPr>
              <a:lvl7pPr algn="ctr">
                <a:defRPr sz="559" b="0">
                  <a:solidFill>
                    <a:srgbClr val="000000"/>
                  </a:solidFill>
                  <a:latin typeface="Arial"/>
                  <a:ea typeface="Arial"/>
                  <a:cs typeface="Arial"/>
                </a:defRPr>
              </a:lvl7pPr>
              <a:lvl8pPr algn="ctr">
                <a:defRPr sz="559" b="0">
                  <a:solidFill>
                    <a:srgbClr val="000000"/>
                  </a:solidFill>
                  <a:latin typeface="Arial"/>
                  <a:ea typeface="Arial"/>
                  <a:cs typeface="Arial"/>
                </a:defRPr>
              </a:lvl8pPr>
              <a:lvl9pPr algn="ctr">
                <a:defRPr sz="559" b="0">
                  <a:solidFill>
                    <a:srgbClr val="000000"/>
                  </a:solidFill>
                  <a:latin typeface="Arial"/>
                  <a:ea typeface="Arial"/>
                  <a:cs typeface="Arial"/>
                </a:defRPr>
              </a:lvl9pPr>
            </a:lstStyle>
            <a:p>
              <a:pPr algn="ctr">
                <a:defRPr sz="559" b="0">
                  <a:solidFill>
                    <a:srgbClr val="000000"/>
                  </a:solidFill>
                  <a:latin typeface="Arial"/>
                  <a:ea typeface="Arial"/>
                  <a:cs typeface="Arial"/>
                </a:defRPr>
              </a:pPr>
              <a:r>
                <a:rPr sz="559" b="0">
                  <a:solidFill>
                    <a:srgbClr val="000000"/>
                  </a:solidFill>
                  <a:latin typeface="Arial"/>
                  <a:ea typeface="Arial"/>
                  <a:cs typeface="Arial"/>
                </a:rPr>
                <a:t>200 km</a:t>
              </a:r>
            </a:p>
          </p:txBody>
        </p:sp>
        <p:sp>
          <p:nvSpPr>
            <p:cNvPr id="133" name="ellipse_132">
              <a:extLst>
                <a:ext uri="{FF2B5EF4-FFF2-40B4-BE49-F238E27FC236}">
                  <ns2:creationId id="{88838E96-7D35-4736-BFAC-AEF09809A92F}"/>
                </a:ext>
              </a:extLst>
            </p:cNvPr>
            <p:cNvSpPr>
              <a:spLocks noGrp="1"/>
            </p:cNvSpPr>
            <p:nvPr/>
          </p:nvSpPr>
          <p:spPr>
            <a:xfrm rot="0">
              <a:off x="5060811" y="6895564"/>
              <a:ext cx="112395" cy="112395"/>
            </a:xfrm>
            <a:prstGeom prst="ellipse">
              <a:avLst/>
            </a:prstGeom>
            <a:solidFill>
              <a:srgbClr val="FFFFFF"/>
            </a:solidFill>
            <a:ln w="10653">
              <a:solidFill>
                <a:srgbClr val="FFFFFF"/>
              </a:solidFill>
              <a:prstDash val="solid"/>
            </a:ln>
          </p:spPr>
        </p:sp>
        <p:sp>
          <p:nvSpPr>
            <p:cNvPr id="134" name="A_f18_True">
              <a:extLst>
                <a:ext uri="{FF2B5EF4-FFF2-40B4-BE49-F238E27FC236}">
                  <ns2:creationId id="{6ACEE4AF-6533-4518-87CF-5198A3380D33}"/>
                </a:ext>
              </a:extLst>
            </p:cNvPr>
            <p:cNvSpPr>
              <a:spLocks noGrp="1"/>
            </p:cNvSpPr>
            <p:nvPr/>
          </p:nvSpPr>
          <p:spPr>
            <a:xfrm rot="0">
              <a:off x="5077956" y="6912709"/>
              <a:ext cx="78105" cy="78105"/>
            </a:xfrm>
            <a:prstGeom prst="ellipse">
              <a:avLst/>
            </a:prstGeom>
            <a:solidFill>
              <a:srgbClr val="FFFFFF"/>
            </a:solidFill>
            <a:ln w="10653">
              <a:solidFill>
                <a:srgbClr val="0072B2"/>
              </a:solidFill>
              <a:prstDash val="solid"/>
            </a:ln>
          </p:spPr>
        </p:sp>
        <p:sp>
          <p:nvSpPr>
            <p:cNvPr id="135" name="text_134">
              <a:extLst>
                <a:ext uri="{FF2B5EF4-FFF2-40B4-BE49-F238E27FC236}">
                  <ns2:creationId id="{A66FD0AE-4854-4424-AC98-8A048C2AF490}"/>
                </a:ext>
              </a:extLst>
            </p:cNvPr>
            <p:cNvSpPr>
              <a:spLocks noGrp="1"/>
            </p:cNvSpPr>
            <p:nvPr/>
          </p:nvSpPr>
          <p:spPr>
            <a:xfrm rot="0">
              <a:off x="4859834" y="6723162"/>
              <a:ext cx="266700" cy="247650"/>
            </a:xfrm>
            <a:prstGeom prst="rect">
              <a:avLst/>
            </a:prstGeom>
            <a:noFill/>
            <a:ln w="0">
              <a:noFill/>
              <a:prstDash val="solid"/>
            </a:ln>
          </p:spPr>
          <p:txBody>
            <a:bodyPr wrap="none" lIns="0" tIns="0" rIns="0" bIns="0" anchor="t">
              <a:noAutofit/>
            </a:bodyPr>
            <a:lstStyle>
              <a:defPPr algn="l">
                <a:defRPr sz="932" b="1">
                  <a:solidFill>
                    <a:srgbClr val="0072B2"/>
                  </a:solidFill>
                  <a:latin typeface="Arial"/>
                  <a:ea typeface="Arial"/>
                  <a:cs typeface="Arial"/>
                </a:defRPr>
              </a:defPPr>
              <a:lvl1pPr algn="l">
                <a:defRPr sz="932" b="1">
                  <a:solidFill>
                    <a:srgbClr val="0072B2"/>
                  </a:solidFill>
                  <a:latin typeface="Arial"/>
                  <a:ea typeface="Arial"/>
                  <a:cs typeface="Arial"/>
                </a:defRPr>
              </a:lvl1pPr>
              <a:lvl2pPr algn="l">
                <a:defRPr sz="932" b="1">
                  <a:solidFill>
                    <a:srgbClr val="0072B2"/>
                  </a:solidFill>
                  <a:latin typeface="Arial"/>
                  <a:ea typeface="Arial"/>
                  <a:cs typeface="Arial"/>
                </a:defRPr>
              </a:lvl2pPr>
              <a:lvl3pPr algn="l">
                <a:defRPr sz="932" b="1">
                  <a:solidFill>
                    <a:srgbClr val="0072B2"/>
                  </a:solidFill>
                  <a:latin typeface="Arial"/>
                  <a:ea typeface="Arial"/>
                  <a:cs typeface="Arial"/>
                </a:defRPr>
              </a:lvl3pPr>
              <a:lvl4pPr algn="l">
                <a:defRPr sz="932" b="1">
                  <a:solidFill>
                    <a:srgbClr val="0072B2"/>
                  </a:solidFill>
                  <a:latin typeface="Arial"/>
                  <a:ea typeface="Arial"/>
                  <a:cs typeface="Arial"/>
                </a:defRPr>
              </a:lvl4pPr>
              <a:lvl5pPr algn="l">
                <a:defRPr sz="932" b="1">
                  <a:solidFill>
                    <a:srgbClr val="0072B2"/>
                  </a:solidFill>
                  <a:latin typeface="Arial"/>
                  <a:ea typeface="Arial"/>
                  <a:cs typeface="Arial"/>
                </a:defRPr>
              </a:lvl5pPr>
              <a:lvl6pPr algn="l">
                <a:defRPr sz="932" b="1">
                  <a:solidFill>
                    <a:srgbClr val="0072B2"/>
                  </a:solidFill>
                  <a:latin typeface="Arial"/>
                  <a:ea typeface="Arial"/>
                  <a:cs typeface="Arial"/>
                </a:defRPr>
              </a:lvl6pPr>
              <a:lvl7pPr algn="l">
                <a:defRPr sz="932" b="1">
                  <a:solidFill>
                    <a:srgbClr val="0072B2"/>
                  </a:solidFill>
                  <a:latin typeface="Arial"/>
                  <a:ea typeface="Arial"/>
                  <a:cs typeface="Arial"/>
                </a:defRPr>
              </a:lvl7pPr>
              <a:lvl8pPr algn="l">
                <a:defRPr sz="932" b="1">
                  <a:solidFill>
                    <a:srgbClr val="0072B2"/>
                  </a:solidFill>
                  <a:latin typeface="Arial"/>
                  <a:ea typeface="Arial"/>
                  <a:cs typeface="Arial"/>
                </a:defRPr>
              </a:lvl8pPr>
              <a:lvl9pPr algn="l">
                <a:defRPr sz="932" b="1">
                  <a:solidFill>
                    <a:srgbClr val="0072B2"/>
                  </a:solidFill>
                  <a:latin typeface="Arial"/>
                  <a:ea typeface="Arial"/>
                  <a:cs typeface="Arial"/>
                </a:defRPr>
              </a:lvl9pPr>
            </a:lstStyle>
            <a:p>
              <a:pPr algn="l">
                <a:defRPr sz="932" b="1">
                  <a:solidFill>
                    <a:srgbClr val="0072B2"/>
                  </a:solidFill>
                  <a:latin typeface="Arial"/>
                  <a:ea typeface="Arial"/>
                  <a:cs typeface="Arial"/>
                </a:defRPr>
              </a:pPr>
              <a:r>
                <a:rPr sz="932" b="1">
                  <a:solidFill>
                    <a:srgbClr val="0072B2"/>
                  </a:solidFill>
                  <a:latin typeface="Arial"/>
                  <a:ea typeface="Arial"/>
                  <a:cs typeface="Arial"/>
                </a:rPr>
                <a:t>A</a:t>
              </a:r>
            </a:p>
          </p:txBody>
        </p:sp>
        <p:sp>
          <p:nvSpPr>
            <p:cNvPr id="136" name="ellipse_135">
              <a:extLst>
                <a:ext uri="{FF2B5EF4-FFF2-40B4-BE49-F238E27FC236}">
                  <ns2:creationId id="{03109C50-306A-4CAE-8456-FAB6BB02E563}"/>
                </a:ext>
              </a:extLst>
            </p:cNvPr>
            <p:cNvSpPr>
              <a:spLocks noGrp="1"/>
            </p:cNvSpPr>
            <p:nvPr/>
          </p:nvSpPr>
          <p:spPr>
            <a:xfrm rot="0">
              <a:off x="4373225" y="8303478"/>
              <a:ext cx="112395" cy="112395"/>
            </a:xfrm>
            <a:prstGeom prst="ellipse">
              <a:avLst/>
            </a:prstGeom>
            <a:solidFill>
              <a:srgbClr val="FFFFFF"/>
            </a:solidFill>
            <a:ln w="10653">
              <a:solidFill>
                <a:srgbClr val="FFFFFF"/>
              </a:solidFill>
              <a:prstDash val="solid"/>
            </a:ln>
          </p:spPr>
        </p:sp>
        <p:sp>
          <p:nvSpPr>
            <p:cNvPr id="137" name="B_f18_True">
              <a:extLst>
                <a:ext uri="{FF2B5EF4-FFF2-40B4-BE49-F238E27FC236}">
                  <ns2:creationId id="{2CD5CC33-F7D8-44C6-BB70-2D8310D4880A}"/>
                </a:ext>
              </a:extLst>
            </p:cNvPr>
            <p:cNvSpPr>
              <a:spLocks noGrp="1"/>
            </p:cNvSpPr>
            <p:nvPr/>
          </p:nvSpPr>
          <p:spPr>
            <a:xfrm rot="0">
              <a:off x="4390370" y="8320623"/>
              <a:ext cx="78105" cy="78105"/>
            </a:xfrm>
            <a:prstGeom prst="ellipse">
              <a:avLst/>
            </a:prstGeom>
            <a:solidFill>
              <a:srgbClr val="FFFFFF"/>
            </a:solidFill>
            <a:ln w="10653">
              <a:solidFill>
                <a:srgbClr val="D55E00"/>
              </a:solidFill>
              <a:prstDash val="solid"/>
            </a:ln>
          </p:spPr>
        </p:sp>
        <p:sp>
          <p:nvSpPr>
            <p:cNvPr id="138" name="text_137">
              <a:extLst>
                <a:ext uri="{FF2B5EF4-FFF2-40B4-BE49-F238E27FC236}">
                  <ns2:creationId id="{0E1DD1A7-97D1-459C-9725-F423311C4572}"/>
                </a:ext>
              </a:extLst>
            </p:cNvPr>
            <p:cNvSpPr>
              <a:spLocks noGrp="1"/>
            </p:cNvSpPr>
            <p:nvPr/>
          </p:nvSpPr>
          <p:spPr>
            <a:xfrm rot="0">
              <a:off x="4505623" y="8131076"/>
              <a:ext cx="266700" cy="247650"/>
            </a:xfrm>
            <a:prstGeom prst="rect">
              <a:avLst/>
            </a:prstGeom>
            <a:noFill/>
            <a:ln w="0">
              <a:noFill/>
              <a:prstDash val="solid"/>
            </a:ln>
          </p:spPr>
          <p:txBody>
            <a:bodyPr wrap="none" lIns="0" tIns="0" rIns="0" bIns="0" anchor="t">
              <a:noAutofit/>
            </a:bodyPr>
            <a:lstStyle>
              <a:defPPr algn="l">
                <a:defRPr sz="932" b="1">
                  <a:solidFill>
                    <a:srgbClr val="D55E00"/>
                  </a:solidFill>
                  <a:latin typeface="Arial"/>
                  <a:ea typeface="Arial"/>
                  <a:cs typeface="Arial"/>
                </a:defRPr>
              </a:defPPr>
              <a:lvl1pPr algn="l">
                <a:defRPr sz="932" b="1">
                  <a:solidFill>
                    <a:srgbClr val="D55E00"/>
                  </a:solidFill>
                  <a:latin typeface="Arial"/>
                  <a:ea typeface="Arial"/>
                  <a:cs typeface="Arial"/>
                </a:defRPr>
              </a:lvl1pPr>
              <a:lvl2pPr algn="l">
                <a:defRPr sz="932" b="1">
                  <a:solidFill>
                    <a:srgbClr val="D55E00"/>
                  </a:solidFill>
                  <a:latin typeface="Arial"/>
                  <a:ea typeface="Arial"/>
                  <a:cs typeface="Arial"/>
                </a:defRPr>
              </a:lvl2pPr>
              <a:lvl3pPr algn="l">
                <a:defRPr sz="932" b="1">
                  <a:solidFill>
                    <a:srgbClr val="D55E00"/>
                  </a:solidFill>
                  <a:latin typeface="Arial"/>
                  <a:ea typeface="Arial"/>
                  <a:cs typeface="Arial"/>
                </a:defRPr>
              </a:lvl3pPr>
              <a:lvl4pPr algn="l">
                <a:defRPr sz="932" b="1">
                  <a:solidFill>
                    <a:srgbClr val="D55E00"/>
                  </a:solidFill>
                  <a:latin typeface="Arial"/>
                  <a:ea typeface="Arial"/>
                  <a:cs typeface="Arial"/>
                </a:defRPr>
              </a:lvl4pPr>
              <a:lvl5pPr algn="l">
                <a:defRPr sz="932" b="1">
                  <a:solidFill>
                    <a:srgbClr val="D55E00"/>
                  </a:solidFill>
                  <a:latin typeface="Arial"/>
                  <a:ea typeface="Arial"/>
                  <a:cs typeface="Arial"/>
                </a:defRPr>
              </a:lvl5pPr>
              <a:lvl6pPr algn="l">
                <a:defRPr sz="932" b="1">
                  <a:solidFill>
                    <a:srgbClr val="D55E00"/>
                  </a:solidFill>
                  <a:latin typeface="Arial"/>
                  <a:ea typeface="Arial"/>
                  <a:cs typeface="Arial"/>
                </a:defRPr>
              </a:lvl6pPr>
              <a:lvl7pPr algn="l">
                <a:defRPr sz="932" b="1">
                  <a:solidFill>
                    <a:srgbClr val="D55E00"/>
                  </a:solidFill>
                  <a:latin typeface="Arial"/>
                  <a:ea typeface="Arial"/>
                  <a:cs typeface="Arial"/>
                </a:defRPr>
              </a:lvl7pPr>
              <a:lvl8pPr algn="l">
                <a:defRPr sz="932" b="1">
                  <a:solidFill>
                    <a:srgbClr val="D55E00"/>
                  </a:solidFill>
                  <a:latin typeface="Arial"/>
                  <a:ea typeface="Arial"/>
                  <a:cs typeface="Arial"/>
                </a:defRPr>
              </a:lvl8pPr>
              <a:lvl9pPr algn="l">
                <a:defRPr sz="932" b="1">
                  <a:solidFill>
                    <a:srgbClr val="D55E00"/>
                  </a:solidFill>
                  <a:latin typeface="Arial"/>
                  <a:ea typeface="Arial"/>
                  <a:cs typeface="Arial"/>
                </a:defRPr>
              </a:lvl9pPr>
            </a:lstStyle>
            <a:p>
              <a:pPr algn="l">
                <a:defRPr sz="932" b="1">
                  <a:solidFill>
                    <a:srgbClr val="D55E00"/>
                  </a:solidFill>
                  <a:latin typeface="Arial"/>
                  <a:ea typeface="Arial"/>
                  <a:cs typeface="Arial"/>
                </a:defRPr>
              </a:pPr>
              <a:r>
                <a:rPr sz="932" b="1">
                  <a:solidFill>
                    <a:srgbClr val="D55E00"/>
                  </a:solidFill>
                  <a:latin typeface="Arial"/>
                  <a:ea typeface="Arial"/>
                  <a:cs typeface="Arial"/>
                </a:rPr>
                <a:t>B</a:t>
              </a:r>
            </a:p>
          </p:txBody>
        </p:sp>
        <p:sp>
          <p:nvSpPr>
            <p:cNvPr id="139" name="ellipse_138">
              <a:extLst>
                <a:ext uri="{FF2B5EF4-FFF2-40B4-BE49-F238E27FC236}">
                  <ns2:creationId id="{7E0BF7B8-FE92-4BDC-B39D-8404B4A47CF4}"/>
                </a:ext>
              </a:extLst>
            </p:cNvPr>
            <p:cNvSpPr>
              <a:spLocks noGrp="1"/>
            </p:cNvSpPr>
            <p:nvPr/>
          </p:nvSpPr>
          <p:spPr>
            <a:xfrm rot="0">
              <a:off x="3914835" y="6830080"/>
              <a:ext cx="112395" cy="112395"/>
            </a:xfrm>
            <a:prstGeom prst="ellipse">
              <a:avLst/>
            </a:prstGeom>
            <a:solidFill>
              <a:srgbClr val="FFFFFF"/>
            </a:solidFill>
            <a:ln w="10653">
              <a:solidFill>
                <a:srgbClr val="FFFFFF"/>
              </a:solidFill>
              <a:prstDash val="solid"/>
            </a:ln>
          </p:spPr>
        </p:sp>
        <p:sp>
          <p:nvSpPr>
            <p:cNvPr id="140" name="C_f18_True">
              <a:extLst>
                <a:ext uri="{FF2B5EF4-FFF2-40B4-BE49-F238E27FC236}">
                  <ns2:creationId id="{E66680FA-C01A-4B0A-AB6D-94D50BECA8E3}"/>
                </a:ext>
              </a:extLst>
            </p:cNvPr>
            <p:cNvSpPr>
              <a:spLocks noGrp="1"/>
            </p:cNvSpPr>
            <p:nvPr/>
          </p:nvSpPr>
          <p:spPr>
            <a:xfrm rot="0">
              <a:off x="3931980" y="6847225"/>
              <a:ext cx="78105" cy="78105"/>
            </a:xfrm>
            <a:prstGeom prst="ellipse">
              <a:avLst/>
            </a:prstGeom>
            <a:solidFill>
              <a:srgbClr val="FFFFFF"/>
            </a:solidFill>
            <a:ln w="10653">
              <a:solidFill>
                <a:srgbClr val="009E73"/>
              </a:solidFill>
              <a:prstDash val="solid"/>
            </a:ln>
          </p:spPr>
        </p:sp>
        <p:sp>
          <p:nvSpPr>
            <p:cNvPr id="141" name="text_140">
              <a:extLst>
                <a:ext uri="{FF2B5EF4-FFF2-40B4-BE49-F238E27FC236}">
                  <ns2:creationId id="{EEB25C82-7419-457A-BE1F-0AC76E2035A7}"/>
                </a:ext>
              </a:extLst>
            </p:cNvPr>
            <p:cNvSpPr>
              <a:spLocks noGrp="1"/>
            </p:cNvSpPr>
            <p:nvPr/>
          </p:nvSpPr>
          <p:spPr>
            <a:xfrm rot="0">
              <a:off x="4047232" y="6657677"/>
              <a:ext cx="266700" cy="247650"/>
            </a:xfrm>
            <a:prstGeom prst="rect">
              <a:avLst/>
            </a:prstGeom>
            <a:noFill/>
            <a:ln w="0">
              <a:noFill/>
              <a:prstDash val="solid"/>
            </a:ln>
          </p:spPr>
          <p:txBody>
            <a:bodyPr wrap="none" lIns="0" tIns="0" rIns="0" bIns="0" anchor="t">
              <a:noAutofit/>
            </a:bodyPr>
            <a:lstStyle>
              <a:defPPr algn="l">
                <a:defRPr sz="932" b="1">
                  <a:solidFill>
                    <a:srgbClr val="009E73"/>
                  </a:solidFill>
                  <a:latin typeface="Arial"/>
                  <a:ea typeface="Arial"/>
                  <a:cs typeface="Arial"/>
                </a:defRPr>
              </a:defPPr>
              <a:lvl1pPr algn="l">
                <a:defRPr sz="932" b="1">
                  <a:solidFill>
                    <a:srgbClr val="009E73"/>
                  </a:solidFill>
                  <a:latin typeface="Arial"/>
                  <a:ea typeface="Arial"/>
                  <a:cs typeface="Arial"/>
                </a:defRPr>
              </a:lvl1pPr>
              <a:lvl2pPr algn="l">
                <a:defRPr sz="932" b="1">
                  <a:solidFill>
                    <a:srgbClr val="009E73"/>
                  </a:solidFill>
                  <a:latin typeface="Arial"/>
                  <a:ea typeface="Arial"/>
                  <a:cs typeface="Arial"/>
                </a:defRPr>
              </a:lvl2pPr>
              <a:lvl3pPr algn="l">
                <a:defRPr sz="932" b="1">
                  <a:solidFill>
                    <a:srgbClr val="009E73"/>
                  </a:solidFill>
                  <a:latin typeface="Arial"/>
                  <a:ea typeface="Arial"/>
                  <a:cs typeface="Arial"/>
                </a:defRPr>
              </a:lvl3pPr>
              <a:lvl4pPr algn="l">
                <a:defRPr sz="932" b="1">
                  <a:solidFill>
                    <a:srgbClr val="009E73"/>
                  </a:solidFill>
                  <a:latin typeface="Arial"/>
                  <a:ea typeface="Arial"/>
                  <a:cs typeface="Arial"/>
                </a:defRPr>
              </a:lvl4pPr>
              <a:lvl5pPr algn="l">
                <a:defRPr sz="932" b="1">
                  <a:solidFill>
                    <a:srgbClr val="009E73"/>
                  </a:solidFill>
                  <a:latin typeface="Arial"/>
                  <a:ea typeface="Arial"/>
                  <a:cs typeface="Arial"/>
                </a:defRPr>
              </a:lvl5pPr>
              <a:lvl6pPr algn="l">
                <a:defRPr sz="932" b="1">
                  <a:solidFill>
                    <a:srgbClr val="009E73"/>
                  </a:solidFill>
                  <a:latin typeface="Arial"/>
                  <a:ea typeface="Arial"/>
                  <a:cs typeface="Arial"/>
                </a:defRPr>
              </a:lvl6pPr>
              <a:lvl7pPr algn="l">
                <a:defRPr sz="932" b="1">
                  <a:solidFill>
                    <a:srgbClr val="009E73"/>
                  </a:solidFill>
                  <a:latin typeface="Arial"/>
                  <a:ea typeface="Arial"/>
                  <a:cs typeface="Arial"/>
                </a:defRPr>
              </a:lvl7pPr>
              <a:lvl8pPr algn="l">
                <a:defRPr sz="932" b="1">
                  <a:solidFill>
                    <a:srgbClr val="009E73"/>
                  </a:solidFill>
                  <a:latin typeface="Arial"/>
                  <a:ea typeface="Arial"/>
                  <a:cs typeface="Arial"/>
                </a:defRPr>
              </a:lvl8pPr>
              <a:lvl9pPr algn="l">
                <a:defRPr sz="932" b="1">
                  <a:solidFill>
                    <a:srgbClr val="009E73"/>
                  </a:solidFill>
                  <a:latin typeface="Arial"/>
                  <a:ea typeface="Arial"/>
                  <a:cs typeface="Arial"/>
                </a:defRPr>
              </a:lvl9pPr>
            </a:lstStyle>
            <a:p>
              <a:pPr algn="l">
                <a:defRPr sz="932" b="1">
                  <a:solidFill>
                    <a:srgbClr val="009E73"/>
                  </a:solidFill>
                  <a:latin typeface="Arial"/>
                  <a:ea typeface="Arial"/>
                  <a:cs typeface="Arial"/>
                </a:defRPr>
              </a:pPr>
              <a:r>
                <a:rPr sz="932" b="1">
                  <a:solidFill>
                    <a:srgbClr val="009E73"/>
                  </a:solidFill>
                  <a:latin typeface="Arial"/>
                  <a:ea typeface="Arial"/>
                  <a:cs typeface="Arial"/>
                </a:rPr>
                <a:t>C</a:t>
              </a:r>
            </a:p>
          </p:txBody>
        </p:sp>
        <p:pic>
          <p:nvPicPr>
            <p:cNvPr id="142" name="">
              <a:extLst>
                <a:ext uri="{FF2B5EF4-FFF2-40B4-BE49-F238E27FC236}">
                  <ns2:creationId id="{E0470E6C-2C1D-44EE-A0E8-936B55901516}"/>
                </a:ext>
              </a:extLst>
            </p:cNvPr>
            <p:cNvPicPr>
              <a:picLocks noChangeAspect="1"/>
            </p:cNvPicPr>
            <p:nvPr/>
          </p:nvPicPr>
          <p:blipFill>
            <a:blip r:embed="Rf7d9d49a9e9648f9"/>
            <a:stretch/>
          </p:blipFill>
          <p:spPr>
            <a:xfrm>
              <a:off x="5962650" y="6477000"/>
              <a:ext cx="2095500" cy="2095500"/>
            </a:xfrm>
            <a:prstGeom prst="rect">
              <a:avLst/>
            </a:prstGeom>
          </p:spPr>
        </p:pic>
        <p:sp>
          <p:nvSpPr>
            <p:cNvPr id="143" name="rect_142">
              <a:extLst>
                <a:ext uri="{FF2B5EF4-FFF2-40B4-BE49-F238E27FC236}">
                  <ns2:creationId id="{408FD929-7EA5-4BF6-B640-E9E456DC4B8F}"/>
                </a:ext>
              </a:extLst>
            </p:cNvPr>
            <p:cNvSpPr>
              <a:spLocks noGrp="1"/>
            </p:cNvSpPr>
            <p:nvPr/>
          </p:nvSpPr>
          <p:spPr>
            <a:xfrm rot="0">
              <a:off x="5962650" y="6477000"/>
              <a:ext cx="2095500" cy="2095500"/>
            </a:xfrm>
            <a:prstGeom prst="rect">
              <a:avLst/>
            </a:prstGeom>
            <a:noFill/>
            <a:ln w="4143">
              <a:solidFill>
                <a:srgbClr val="65727C"/>
              </a:solidFill>
              <a:prstDash val="solid"/>
            </a:ln>
          </p:spPr>
        </p:sp>
        <p:sp>
          <p:nvSpPr>
            <p:cNvPr id="144" name="line_143">
              <a:extLst>
                <a:ext uri="{FF2B5EF4-FFF2-40B4-BE49-F238E27FC236}">
                  <ns2:creationId id="{5AA2EA29-F3AE-42C8-A157-89E1F0A958AA}"/>
                </a:ext>
              </a:extLst>
            </p:cNvPr>
            <p:cNvSpPr>
              <a:spLocks noGrp="1"/>
            </p:cNvSpPr>
            <p:nvPr/>
          </p:nvSpPr>
          <p:spPr>
            <a:xfrm>
              <a:off x="6224549" y="8572500"/>
              <a:ext cx="95" cy="38100"/>
            </a:xfrm>
            <a:custGeom>
              <a:pathLst>
                <a:path w="95" h="38100">
                  <a:moveTo>
                    <a:pt x="0" y="0"/>
                  </a:moveTo>
                  <a:lnTo>
                    <a:pt x="0" y="38100"/>
                  </a:lnTo>
                </a:path>
              </a:pathLst>
            </a:custGeom>
            <a:noFill/>
            <a:ln w="4735">
              <a:solidFill>
                <a:srgbClr val="65727C"/>
              </a:solidFill>
              <a:prstDash val="solid"/>
            </a:ln>
          </p:spPr>
        </p:sp>
        <p:sp>
          <p:nvSpPr>
            <p:cNvPr id="145" name="text_144">
              <a:extLst>
                <a:ext uri="{FF2B5EF4-FFF2-40B4-BE49-F238E27FC236}">
                  <ns2:creationId id="{87585F79-7F7B-4AC7-BFEE-39EE0C7FC927}"/>
                </a:ext>
              </a:extLst>
            </p:cNvPr>
            <p:cNvSpPr>
              <a:spLocks noGrp="1"/>
            </p:cNvSpPr>
            <p:nvPr/>
          </p:nvSpPr>
          <p:spPr>
            <a:xfrm rot="0">
              <a:off x="6014999" y="8629650"/>
              <a:ext cx="419100" cy="219075"/>
            </a:xfrm>
            <a:prstGeom prst="rect">
              <a:avLst/>
            </a:prstGeom>
            <a:noFill/>
            <a:ln w="0">
              <a:noFill/>
              <a:prstDash val="solid"/>
            </a:ln>
          </p:spPr>
          <p:txBody>
            <a:bodyPr wrap="none" lIns="0" tIns="0" rIns="0" bIns="0" anchor="t">
              <a:noAutofit/>
            </a:bodyPr>
            <a:lstStyle>
              <a:defPPr algn="ctr">
                <a:defRPr sz="699" b="0">
                  <a:solidFill>
                    <a:srgbClr val="000000"/>
                  </a:solidFill>
                  <a:latin typeface="Arial"/>
                  <a:ea typeface="Arial"/>
                  <a:cs typeface="Arial"/>
                </a:defRPr>
              </a:defPPr>
              <a:lvl1pPr algn="ctr">
                <a:defRPr sz="699" b="0">
                  <a:solidFill>
                    <a:srgbClr val="000000"/>
                  </a:solidFill>
                  <a:latin typeface="Arial"/>
                  <a:ea typeface="Arial"/>
                  <a:cs typeface="Arial"/>
                </a:defRPr>
              </a:lvl1pPr>
              <a:lvl2pPr algn="ctr">
                <a:defRPr sz="699" b="0">
                  <a:solidFill>
                    <a:srgbClr val="000000"/>
                  </a:solidFill>
                  <a:latin typeface="Arial"/>
                  <a:ea typeface="Arial"/>
                  <a:cs typeface="Arial"/>
                </a:defRPr>
              </a:lvl2pPr>
              <a:lvl3pPr algn="ctr">
                <a:defRPr sz="699" b="0">
                  <a:solidFill>
                    <a:srgbClr val="000000"/>
                  </a:solidFill>
                  <a:latin typeface="Arial"/>
                  <a:ea typeface="Arial"/>
                  <a:cs typeface="Arial"/>
                </a:defRPr>
              </a:lvl3pPr>
              <a:lvl4pPr algn="ctr">
                <a:defRPr sz="699" b="0">
                  <a:solidFill>
                    <a:srgbClr val="000000"/>
                  </a:solidFill>
                  <a:latin typeface="Arial"/>
                  <a:ea typeface="Arial"/>
                  <a:cs typeface="Arial"/>
                </a:defRPr>
              </a:lvl4pPr>
              <a:lvl5pPr algn="ctr">
                <a:defRPr sz="699" b="0">
                  <a:solidFill>
                    <a:srgbClr val="000000"/>
                  </a:solidFill>
                  <a:latin typeface="Arial"/>
                  <a:ea typeface="Arial"/>
                  <a:cs typeface="Arial"/>
                </a:defRPr>
              </a:lvl5pPr>
              <a:lvl6pPr algn="ctr">
                <a:defRPr sz="699" b="0">
                  <a:solidFill>
                    <a:srgbClr val="000000"/>
                  </a:solidFill>
                  <a:latin typeface="Arial"/>
                  <a:ea typeface="Arial"/>
                  <a:cs typeface="Arial"/>
                </a:defRPr>
              </a:lvl6pPr>
              <a:lvl7pPr algn="ctr">
                <a:defRPr sz="699" b="0">
                  <a:solidFill>
                    <a:srgbClr val="000000"/>
                  </a:solidFill>
                  <a:latin typeface="Arial"/>
                  <a:ea typeface="Arial"/>
                  <a:cs typeface="Arial"/>
                </a:defRPr>
              </a:lvl7pPr>
              <a:lvl8pPr algn="ctr">
                <a:defRPr sz="699" b="0">
                  <a:solidFill>
                    <a:srgbClr val="000000"/>
                  </a:solidFill>
                  <a:latin typeface="Arial"/>
                  <a:ea typeface="Arial"/>
                  <a:cs typeface="Arial"/>
                </a:defRPr>
              </a:lvl8pPr>
              <a:lvl9pPr algn="ctr">
                <a:defRPr sz="699" b="0">
                  <a:solidFill>
                    <a:srgbClr val="000000"/>
                  </a:solidFill>
                  <a:latin typeface="Arial"/>
                  <a:ea typeface="Arial"/>
                  <a:cs typeface="Arial"/>
                </a:defRPr>
              </a:lvl9pPr>
            </a:lstStyle>
            <a:p>
              <a:pPr algn="ctr">
                <a:defRPr sz="699" b="0">
                  <a:solidFill>
                    <a:srgbClr val="000000"/>
                  </a:solidFill>
                  <a:latin typeface="Arial"/>
                  <a:ea typeface="Arial"/>
                  <a:cs typeface="Arial"/>
                </a:defRPr>
              </a:pPr>
              <a:r>
                <a:rPr sz="699" b="0">
                  <a:solidFill>
                    <a:srgbClr val="000000"/>
                  </a:solidFill>
                  <a:latin typeface="Arial"/>
                  <a:ea typeface="Arial"/>
                  <a:cs typeface="Arial"/>
                </a:rPr>
                <a:t>142 E</a:t>
              </a:r>
            </a:p>
          </p:txBody>
        </p:sp>
        <p:sp>
          <p:nvSpPr>
            <p:cNvPr id="146" name="line_145">
              <a:extLst>
                <a:ext uri="{FF2B5EF4-FFF2-40B4-BE49-F238E27FC236}">
                  <ns2:creationId id="{F0A2E3C8-372C-4DE5-85C4-DDC7673C32D2}"/>
                </a:ext>
              </a:extLst>
            </p:cNvPr>
            <p:cNvSpPr>
              <a:spLocks noGrp="1"/>
            </p:cNvSpPr>
            <p:nvPr/>
          </p:nvSpPr>
          <p:spPr>
            <a:xfrm>
              <a:off x="7133138" y="8572500"/>
              <a:ext cx="95" cy="38100"/>
            </a:xfrm>
            <a:custGeom>
              <a:pathLst>
                <a:path w="95" h="38100">
                  <a:moveTo>
                    <a:pt x="0" y="0"/>
                  </a:moveTo>
                  <a:lnTo>
                    <a:pt x="0" y="38100"/>
                  </a:lnTo>
                </a:path>
              </a:pathLst>
            </a:custGeom>
            <a:noFill/>
            <a:ln w="4735">
              <a:solidFill>
                <a:srgbClr val="65727C"/>
              </a:solidFill>
              <a:prstDash val="solid"/>
            </a:ln>
          </p:spPr>
        </p:sp>
        <p:sp>
          <p:nvSpPr>
            <p:cNvPr id="147" name="text_146">
              <a:extLst>
                <a:ext uri="{FF2B5EF4-FFF2-40B4-BE49-F238E27FC236}">
                  <ns2:creationId id="{08FC488F-D3F5-42C6-9EA1-4FED038692E8}"/>
                </a:ext>
              </a:extLst>
            </p:cNvPr>
            <p:cNvSpPr>
              <a:spLocks noGrp="1"/>
            </p:cNvSpPr>
            <p:nvPr/>
          </p:nvSpPr>
          <p:spPr>
            <a:xfrm rot="0">
              <a:off x="6923588" y="8629650"/>
              <a:ext cx="419100" cy="219075"/>
            </a:xfrm>
            <a:prstGeom prst="rect">
              <a:avLst/>
            </a:prstGeom>
            <a:noFill/>
            <a:ln w="0">
              <a:noFill/>
              <a:prstDash val="solid"/>
            </a:ln>
          </p:spPr>
          <p:txBody>
            <a:bodyPr wrap="none" lIns="0" tIns="0" rIns="0" bIns="0" anchor="t">
              <a:noAutofit/>
            </a:bodyPr>
            <a:lstStyle>
              <a:defPPr algn="ctr">
                <a:defRPr sz="699" b="0">
                  <a:solidFill>
                    <a:srgbClr val="000000"/>
                  </a:solidFill>
                  <a:latin typeface="Arial"/>
                  <a:ea typeface="Arial"/>
                  <a:cs typeface="Arial"/>
                </a:defRPr>
              </a:defPPr>
              <a:lvl1pPr algn="ctr">
                <a:defRPr sz="699" b="0">
                  <a:solidFill>
                    <a:srgbClr val="000000"/>
                  </a:solidFill>
                  <a:latin typeface="Arial"/>
                  <a:ea typeface="Arial"/>
                  <a:cs typeface="Arial"/>
                </a:defRPr>
              </a:lvl1pPr>
              <a:lvl2pPr algn="ctr">
                <a:defRPr sz="699" b="0">
                  <a:solidFill>
                    <a:srgbClr val="000000"/>
                  </a:solidFill>
                  <a:latin typeface="Arial"/>
                  <a:ea typeface="Arial"/>
                  <a:cs typeface="Arial"/>
                </a:defRPr>
              </a:lvl2pPr>
              <a:lvl3pPr algn="ctr">
                <a:defRPr sz="699" b="0">
                  <a:solidFill>
                    <a:srgbClr val="000000"/>
                  </a:solidFill>
                  <a:latin typeface="Arial"/>
                  <a:ea typeface="Arial"/>
                  <a:cs typeface="Arial"/>
                </a:defRPr>
              </a:lvl3pPr>
              <a:lvl4pPr algn="ctr">
                <a:defRPr sz="699" b="0">
                  <a:solidFill>
                    <a:srgbClr val="000000"/>
                  </a:solidFill>
                  <a:latin typeface="Arial"/>
                  <a:ea typeface="Arial"/>
                  <a:cs typeface="Arial"/>
                </a:defRPr>
              </a:lvl4pPr>
              <a:lvl5pPr algn="ctr">
                <a:defRPr sz="699" b="0">
                  <a:solidFill>
                    <a:srgbClr val="000000"/>
                  </a:solidFill>
                  <a:latin typeface="Arial"/>
                  <a:ea typeface="Arial"/>
                  <a:cs typeface="Arial"/>
                </a:defRPr>
              </a:lvl5pPr>
              <a:lvl6pPr algn="ctr">
                <a:defRPr sz="699" b="0">
                  <a:solidFill>
                    <a:srgbClr val="000000"/>
                  </a:solidFill>
                  <a:latin typeface="Arial"/>
                  <a:ea typeface="Arial"/>
                  <a:cs typeface="Arial"/>
                </a:defRPr>
              </a:lvl6pPr>
              <a:lvl7pPr algn="ctr">
                <a:defRPr sz="699" b="0">
                  <a:solidFill>
                    <a:srgbClr val="000000"/>
                  </a:solidFill>
                  <a:latin typeface="Arial"/>
                  <a:ea typeface="Arial"/>
                  <a:cs typeface="Arial"/>
                </a:defRPr>
              </a:lvl7pPr>
              <a:lvl8pPr algn="ctr">
                <a:defRPr sz="699" b="0">
                  <a:solidFill>
                    <a:srgbClr val="000000"/>
                  </a:solidFill>
                  <a:latin typeface="Arial"/>
                  <a:ea typeface="Arial"/>
                  <a:cs typeface="Arial"/>
                </a:defRPr>
              </a:lvl8pPr>
              <a:lvl9pPr algn="ctr">
                <a:defRPr sz="699" b="0">
                  <a:solidFill>
                    <a:srgbClr val="000000"/>
                  </a:solidFill>
                  <a:latin typeface="Arial"/>
                  <a:ea typeface="Arial"/>
                  <a:cs typeface="Arial"/>
                </a:defRPr>
              </a:lvl9pPr>
            </a:lstStyle>
            <a:p>
              <a:pPr algn="ctr">
                <a:defRPr sz="699" b="0">
                  <a:solidFill>
                    <a:srgbClr val="000000"/>
                  </a:solidFill>
                  <a:latin typeface="Arial"/>
                  <a:ea typeface="Arial"/>
                  <a:cs typeface="Arial"/>
                </a:defRPr>
              </a:pPr>
              <a:r>
                <a:rPr sz="699" b="0">
                  <a:solidFill>
                    <a:srgbClr val="000000"/>
                  </a:solidFill>
                  <a:latin typeface="Arial"/>
                  <a:ea typeface="Arial"/>
                  <a:cs typeface="Arial"/>
                </a:rPr>
                <a:t>148 E</a:t>
              </a:r>
            </a:p>
          </p:txBody>
        </p:sp>
        <p:sp>
          <p:nvSpPr>
            <p:cNvPr id="148" name="line_147">
              <a:extLst>
                <a:ext uri="{FF2B5EF4-FFF2-40B4-BE49-F238E27FC236}">
                  <ns2:creationId id="{0AF71C88-6BFC-45C3-AA7D-95592D91ADB3}"/>
                </a:ext>
              </a:extLst>
            </p:cNvPr>
            <p:cNvSpPr>
              <a:spLocks noGrp="1"/>
            </p:cNvSpPr>
            <p:nvPr/>
          </p:nvSpPr>
          <p:spPr>
            <a:xfrm>
              <a:off x="8041726" y="8572500"/>
              <a:ext cx="95" cy="38100"/>
            </a:xfrm>
            <a:custGeom>
              <a:pathLst>
                <a:path w="95" h="38100">
                  <a:moveTo>
                    <a:pt x="0" y="0"/>
                  </a:moveTo>
                  <a:lnTo>
                    <a:pt x="0" y="38100"/>
                  </a:lnTo>
                </a:path>
              </a:pathLst>
            </a:custGeom>
            <a:noFill/>
            <a:ln w="4735">
              <a:solidFill>
                <a:srgbClr val="65727C"/>
              </a:solidFill>
              <a:prstDash val="solid"/>
            </a:ln>
          </p:spPr>
        </p:sp>
        <p:sp>
          <p:nvSpPr>
            <p:cNvPr id="149" name="text_148">
              <a:extLst>
                <a:ext uri="{FF2B5EF4-FFF2-40B4-BE49-F238E27FC236}">
                  <ns2:creationId id="{FD0F55EC-E66C-4608-9079-55C017B6859C}"/>
                </a:ext>
              </a:extLst>
            </p:cNvPr>
            <p:cNvSpPr>
              <a:spLocks noGrp="1"/>
            </p:cNvSpPr>
            <p:nvPr/>
          </p:nvSpPr>
          <p:spPr>
            <a:xfrm rot="0">
              <a:off x="7832176" y="8629650"/>
              <a:ext cx="419100" cy="219075"/>
            </a:xfrm>
            <a:prstGeom prst="rect">
              <a:avLst/>
            </a:prstGeom>
            <a:noFill/>
            <a:ln w="0">
              <a:noFill/>
              <a:prstDash val="solid"/>
            </a:ln>
          </p:spPr>
          <p:txBody>
            <a:bodyPr wrap="none" lIns="0" tIns="0" rIns="0" bIns="0" anchor="t">
              <a:noAutofit/>
            </a:bodyPr>
            <a:lstStyle>
              <a:defPPr algn="ctr">
                <a:defRPr sz="699" b="0">
                  <a:solidFill>
                    <a:srgbClr val="000000"/>
                  </a:solidFill>
                  <a:latin typeface="Arial"/>
                  <a:ea typeface="Arial"/>
                  <a:cs typeface="Arial"/>
                </a:defRPr>
              </a:defPPr>
              <a:lvl1pPr algn="ctr">
                <a:defRPr sz="699" b="0">
                  <a:solidFill>
                    <a:srgbClr val="000000"/>
                  </a:solidFill>
                  <a:latin typeface="Arial"/>
                  <a:ea typeface="Arial"/>
                  <a:cs typeface="Arial"/>
                </a:defRPr>
              </a:lvl1pPr>
              <a:lvl2pPr algn="ctr">
                <a:defRPr sz="699" b="0">
                  <a:solidFill>
                    <a:srgbClr val="000000"/>
                  </a:solidFill>
                  <a:latin typeface="Arial"/>
                  <a:ea typeface="Arial"/>
                  <a:cs typeface="Arial"/>
                </a:defRPr>
              </a:lvl2pPr>
              <a:lvl3pPr algn="ctr">
                <a:defRPr sz="699" b="0">
                  <a:solidFill>
                    <a:srgbClr val="000000"/>
                  </a:solidFill>
                  <a:latin typeface="Arial"/>
                  <a:ea typeface="Arial"/>
                  <a:cs typeface="Arial"/>
                </a:defRPr>
              </a:lvl3pPr>
              <a:lvl4pPr algn="ctr">
                <a:defRPr sz="699" b="0">
                  <a:solidFill>
                    <a:srgbClr val="000000"/>
                  </a:solidFill>
                  <a:latin typeface="Arial"/>
                  <a:ea typeface="Arial"/>
                  <a:cs typeface="Arial"/>
                </a:defRPr>
              </a:lvl4pPr>
              <a:lvl5pPr algn="ctr">
                <a:defRPr sz="699" b="0">
                  <a:solidFill>
                    <a:srgbClr val="000000"/>
                  </a:solidFill>
                  <a:latin typeface="Arial"/>
                  <a:ea typeface="Arial"/>
                  <a:cs typeface="Arial"/>
                </a:defRPr>
              </a:lvl5pPr>
              <a:lvl6pPr algn="ctr">
                <a:defRPr sz="699" b="0">
                  <a:solidFill>
                    <a:srgbClr val="000000"/>
                  </a:solidFill>
                  <a:latin typeface="Arial"/>
                  <a:ea typeface="Arial"/>
                  <a:cs typeface="Arial"/>
                </a:defRPr>
              </a:lvl6pPr>
              <a:lvl7pPr algn="ctr">
                <a:defRPr sz="699" b="0">
                  <a:solidFill>
                    <a:srgbClr val="000000"/>
                  </a:solidFill>
                  <a:latin typeface="Arial"/>
                  <a:ea typeface="Arial"/>
                  <a:cs typeface="Arial"/>
                </a:defRPr>
              </a:lvl7pPr>
              <a:lvl8pPr algn="ctr">
                <a:defRPr sz="699" b="0">
                  <a:solidFill>
                    <a:srgbClr val="000000"/>
                  </a:solidFill>
                  <a:latin typeface="Arial"/>
                  <a:ea typeface="Arial"/>
                  <a:cs typeface="Arial"/>
                </a:defRPr>
              </a:lvl8pPr>
              <a:lvl9pPr algn="ctr">
                <a:defRPr sz="699" b="0">
                  <a:solidFill>
                    <a:srgbClr val="000000"/>
                  </a:solidFill>
                  <a:latin typeface="Arial"/>
                  <a:ea typeface="Arial"/>
                  <a:cs typeface="Arial"/>
                </a:defRPr>
              </a:lvl9pPr>
            </a:lstStyle>
            <a:p>
              <a:pPr algn="ctr">
                <a:defRPr sz="699" b="0">
                  <a:solidFill>
                    <a:srgbClr val="000000"/>
                  </a:solidFill>
                  <a:latin typeface="Arial"/>
                  <a:ea typeface="Arial"/>
                  <a:cs typeface="Arial"/>
                </a:defRPr>
              </a:pPr>
              <a:r>
                <a:rPr sz="699" b="0">
                  <a:solidFill>
                    <a:srgbClr val="000000"/>
                  </a:solidFill>
                  <a:latin typeface="Arial"/>
                  <a:ea typeface="Arial"/>
                  <a:cs typeface="Arial"/>
                </a:rPr>
                <a:t>154 E</a:t>
              </a:r>
            </a:p>
          </p:txBody>
        </p:sp>
        <p:sp>
          <p:nvSpPr>
            <p:cNvPr id="150" name="text_149">
              <a:extLst>
                <a:ext uri="{FF2B5EF4-FFF2-40B4-BE49-F238E27FC236}">
                  <ns2:creationId id="{AF457AA2-4495-41EC-8571-079A1397B9C9}"/>
                </a:ext>
              </a:extLst>
            </p:cNvPr>
            <p:cNvSpPr>
              <a:spLocks noGrp="1"/>
            </p:cNvSpPr>
            <p:nvPr/>
          </p:nvSpPr>
          <p:spPr>
            <a:xfrm rot="0">
              <a:off x="6310533" y="6663881"/>
              <a:ext cx="428625" cy="190500"/>
            </a:xfrm>
            <a:prstGeom prst="rect">
              <a:avLst/>
            </a:prstGeom>
            <a:noFill/>
            <a:ln w="0">
              <a:noFill/>
              <a:prstDash val="solid"/>
            </a:ln>
          </p:spPr>
          <p:txBody>
            <a:bodyPr wrap="none" lIns="0" tIns="0" rIns="0" bIns="0" anchor="t">
              <a:noAutofit/>
            </a:bodyPr>
            <a:lstStyle>
              <a:defPPr algn="l">
                <a:defRPr sz="559" b="0">
                  <a:solidFill>
                    <a:srgbClr val="65727C"/>
                  </a:solidFill>
                  <a:latin typeface="Arial"/>
                  <a:ea typeface="Arial"/>
                  <a:cs typeface="Arial"/>
                </a:defRPr>
              </a:defPPr>
              <a:lvl1pPr algn="l">
                <a:defRPr sz="559" b="0">
                  <a:solidFill>
                    <a:srgbClr val="65727C"/>
                  </a:solidFill>
                  <a:latin typeface="Arial"/>
                  <a:ea typeface="Arial"/>
                  <a:cs typeface="Arial"/>
                </a:defRPr>
              </a:lvl1pPr>
              <a:lvl2pPr algn="l">
                <a:defRPr sz="559" b="0">
                  <a:solidFill>
                    <a:srgbClr val="65727C"/>
                  </a:solidFill>
                  <a:latin typeface="Arial"/>
                  <a:ea typeface="Arial"/>
                  <a:cs typeface="Arial"/>
                </a:defRPr>
              </a:lvl2pPr>
              <a:lvl3pPr algn="l">
                <a:defRPr sz="559" b="0">
                  <a:solidFill>
                    <a:srgbClr val="65727C"/>
                  </a:solidFill>
                  <a:latin typeface="Arial"/>
                  <a:ea typeface="Arial"/>
                  <a:cs typeface="Arial"/>
                </a:defRPr>
              </a:lvl3pPr>
              <a:lvl4pPr algn="l">
                <a:defRPr sz="559" b="0">
                  <a:solidFill>
                    <a:srgbClr val="65727C"/>
                  </a:solidFill>
                  <a:latin typeface="Arial"/>
                  <a:ea typeface="Arial"/>
                  <a:cs typeface="Arial"/>
                </a:defRPr>
              </a:lvl4pPr>
              <a:lvl5pPr algn="l">
                <a:defRPr sz="559" b="0">
                  <a:solidFill>
                    <a:srgbClr val="65727C"/>
                  </a:solidFill>
                  <a:latin typeface="Arial"/>
                  <a:ea typeface="Arial"/>
                  <a:cs typeface="Arial"/>
                </a:defRPr>
              </a:lvl5pPr>
              <a:lvl6pPr algn="l">
                <a:defRPr sz="559" b="0">
                  <a:solidFill>
                    <a:srgbClr val="65727C"/>
                  </a:solidFill>
                  <a:latin typeface="Arial"/>
                  <a:ea typeface="Arial"/>
                  <a:cs typeface="Arial"/>
                </a:defRPr>
              </a:lvl6pPr>
              <a:lvl7pPr algn="l">
                <a:defRPr sz="559" b="0">
                  <a:solidFill>
                    <a:srgbClr val="65727C"/>
                  </a:solidFill>
                  <a:latin typeface="Arial"/>
                  <a:ea typeface="Arial"/>
                  <a:cs typeface="Arial"/>
                </a:defRPr>
              </a:lvl7pPr>
              <a:lvl8pPr algn="l">
                <a:defRPr sz="559" b="0">
                  <a:solidFill>
                    <a:srgbClr val="65727C"/>
                  </a:solidFill>
                  <a:latin typeface="Arial"/>
                  <a:ea typeface="Arial"/>
                  <a:cs typeface="Arial"/>
                </a:defRPr>
              </a:lvl8pPr>
              <a:lvl9pPr algn="l">
                <a:defRPr sz="559" b="0">
                  <a:solidFill>
                    <a:srgbClr val="65727C"/>
                  </a:solidFill>
                  <a:latin typeface="Arial"/>
                  <a:ea typeface="Arial"/>
                  <a:cs typeface="Arial"/>
                </a:defRPr>
              </a:lvl9pPr>
            </a:lstStyle>
            <a:p>
              <a:pPr algn="l">
                <a:defRPr sz="559" b="0">
                  <a:solidFill>
                    <a:srgbClr val="65727C"/>
                  </a:solidFill>
                  <a:latin typeface="Arial"/>
                  <a:ea typeface="Arial"/>
                  <a:cs typeface="Arial"/>
                </a:defRPr>
              </a:pPr>
              <a:r>
                <a:rPr sz="559" b="0">
                  <a:solidFill>
                    <a:srgbClr val="65727C"/>
                  </a:solidFill>
                  <a:latin typeface="Arial"/>
                  <a:ea typeface="Arial"/>
                  <a:cs typeface="Arial"/>
                </a:rPr>
                <a:t>QLD</a:t>
              </a:r>
            </a:p>
          </p:txBody>
        </p:sp>
        <p:sp>
          <p:nvSpPr>
            <p:cNvPr id="151" name="text_150">
              <a:extLst>
                <a:ext uri="{FF2B5EF4-FFF2-40B4-BE49-F238E27FC236}">
                  <ns2:creationId id="{6F8F17C2-0096-4006-B285-E05CDB20202B}"/>
                </a:ext>
              </a:extLst>
            </p:cNvPr>
            <p:cNvSpPr>
              <a:spLocks noGrp="1"/>
            </p:cNvSpPr>
            <p:nvPr/>
          </p:nvSpPr>
          <p:spPr>
            <a:xfrm rot="0">
              <a:off x="6310533" y="7520472"/>
              <a:ext cx="428625" cy="190500"/>
            </a:xfrm>
            <a:prstGeom prst="rect">
              <a:avLst/>
            </a:prstGeom>
            <a:noFill/>
            <a:ln w="0">
              <a:noFill/>
              <a:prstDash val="solid"/>
            </a:ln>
          </p:spPr>
          <p:txBody>
            <a:bodyPr wrap="none" lIns="0" tIns="0" rIns="0" bIns="0" anchor="t">
              <a:noAutofit/>
            </a:bodyPr>
            <a:lstStyle>
              <a:defPPr algn="l">
                <a:defRPr sz="559" b="0">
                  <a:solidFill>
                    <a:srgbClr val="65727C"/>
                  </a:solidFill>
                  <a:latin typeface="Arial"/>
                  <a:ea typeface="Arial"/>
                  <a:cs typeface="Arial"/>
                </a:defRPr>
              </a:defPPr>
              <a:lvl1pPr algn="l">
                <a:defRPr sz="559" b="0">
                  <a:solidFill>
                    <a:srgbClr val="65727C"/>
                  </a:solidFill>
                  <a:latin typeface="Arial"/>
                  <a:ea typeface="Arial"/>
                  <a:cs typeface="Arial"/>
                </a:defRPr>
              </a:lvl1pPr>
              <a:lvl2pPr algn="l">
                <a:defRPr sz="559" b="0">
                  <a:solidFill>
                    <a:srgbClr val="65727C"/>
                  </a:solidFill>
                  <a:latin typeface="Arial"/>
                  <a:ea typeface="Arial"/>
                  <a:cs typeface="Arial"/>
                </a:defRPr>
              </a:lvl2pPr>
              <a:lvl3pPr algn="l">
                <a:defRPr sz="559" b="0">
                  <a:solidFill>
                    <a:srgbClr val="65727C"/>
                  </a:solidFill>
                  <a:latin typeface="Arial"/>
                  <a:ea typeface="Arial"/>
                  <a:cs typeface="Arial"/>
                </a:defRPr>
              </a:lvl3pPr>
              <a:lvl4pPr algn="l">
                <a:defRPr sz="559" b="0">
                  <a:solidFill>
                    <a:srgbClr val="65727C"/>
                  </a:solidFill>
                  <a:latin typeface="Arial"/>
                  <a:ea typeface="Arial"/>
                  <a:cs typeface="Arial"/>
                </a:defRPr>
              </a:lvl4pPr>
              <a:lvl5pPr algn="l">
                <a:defRPr sz="559" b="0">
                  <a:solidFill>
                    <a:srgbClr val="65727C"/>
                  </a:solidFill>
                  <a:latin typeface="Arial"/>
                  <a:ea typeface="Arial"/>
                  <a:cs typeface="Arial"/>
                </a:defRPr>
              </a:lvl5pPr>
              <a:lvl6pPr algn="l">
                <a:defRPr sz="559" b="0">
                  <a:solidFill>
                    <a:srgbClr val="65727C"/>
                  </a:solidFill>
                  <a:latin typeface="Arial"/>
                  <a:ea typeface="Arial"/>
                  <a:cs typeface="Arial"/>
                </a:defRPr>
              </a:lvl6pPr>
              <a:lvl7pPr algn="l">
                <a:defRPr sz="559" b="0">
                  <a:solidFill>
                    <a:srgbClr val="65727C"/>
                  </a:solidFill>
                  <a:latin typeface="Arial"/>
                  <a:ea typeface="Arial"/>
                  <a:cs typeface="Arial"/>
                </a:defRPr>
              </a:lvl7pPr>
              <a:lvl8pPr algn="l">
                <a:defRPr sz="559" b="0">
                  <a:solidFill>
                    <a:srgbClr val="65727C"/>
                  </a:solidFill>
                  <a:latin typeface="Arial"/>
                  <a:ea typeface="Arial"/>
                  <a:cs typeface="Arial"/>
                </a:defRPr>
              </a:lvl8pPr>
              <a:lvl9pPr algn="l">
                <a:defRPr sz="559" b="0">
                  <a:solidFill>
                    <a:srgbClr val="65727C"/>
                  </a:solidFill>
                  <a:latin typeface="Arial"/>
                  <a:ea typeface="Arial"/>
                  <a:cs typeface="Arial"/>
                </a:defRPr>
              </a:lvl9pPr>
            </a:lstStyle>
            <a:p>
              <a:pPr algn="l">
                <a:defRPr sz="559" b="0">
                  <a:solidFill>
                    <a:srgbClr val="65727C"/>
                  </a:solidFill>
                  <a:latin typeface="Arial"/>
                  <a:ea typeface="Arial"/>
                  <a:cs typeface="Arial"/>
                </a:defRPr>
              </a:pPr>
              <a:r>
                <a:rPr sz="559" b="0">
                  <a:solidFill>
                    <a:srgbClr val="65727C"/>
                  </a:solidFill>
                  <a:latin typeface="Arial"/>
                  <a:ea typeface="Arial"/>
                  <a:cs typeface="Arial"/>
                </a:rPr>
                <a:t>NSW</a:t>
              </a:r>
            </a:p>
          </p:txBody>
        </p:sp>
        <p:sp>
          <p:nvSpPr>
            <p:cNvPr id="152" name="text_151">
              <a:extLst>
                <a:ext uri="{FF2B5EF4-FFF2-40B4-BE49-F238E27FC236}">
                  <ns2:creationId id="{86C00508-D5E8-449D-AB15-DEE5912FFF6F}"/>
                </a:ext>
              </a:extLst>
            </p:cNvPr>
            <p:cNvSpPr>
              <a:spLocks noGrp="1"/>
            </p:cNvSpPr>
            <p:nvPr/>
          </p:nvSpPr>
          <p:spPr>
            <a:xfrm rot="0">
              <a:off x="6174245" y="8252144"/>
              <a:ext cx="428625" cy="190500"/>
            </a:xfrm>
            <a:prstGeom prst="rect">
              <a:avLst/>
            </a:prstGeom>
            <a:noFill/>
            <a:ln w="0">
              <a:noFill/>
              <a:prstDash val="solid"/>
            </a:ln>
          </p:spPr>
          <p:txBody>
            <a:bodyPr wrap="none" lIns="0" tIns="0" rIns="0" bIns="0" anchor="t">
              <a:noAutofit/>
            </a:bodyPr>
            <a:lstStyle>
              <a:defPPr algn="l">
                <a:defRPr sz="559" b="0">
                  <a:solidFill>
                    <a:srgbClr val="65727C"/>
                  </a:solidFill>
                  <a:latin typeface="Arial"/>
                  <a:ea typeface="Arial"/>
                  <a:cs typeface="Arial"/>
                </a:defRPr>
              </a:defPPr>
              <a:lvl1pPr algn="l">
                <a:defRPr sz="559" b="0">
                  <a:solidFill>
                    <a:srgbClr val="65727C"/>
                  </a:solidFill>
                  <a:latin typeface="Arial"/>
                  <a:ea typeface="Arial"/>
                  <a:cs typeface="Arial"/>
                </a:defRPr>
              </a:lvl1pPr>
              <a:lvl2pPr algn="l">
                <a:defRPr sz="559" b="0">
                  <a:solidFill>
                    <a:srgbClr val="65727C"/>
                  </a:solidFill>
                  <a:latin typeface="Arial"/>
                  <a:ea typeface="Arial"/>
                  <a:cs typeface="Arial"/>
                </a:defRPr>
              </a:lvl2pPr>
              <a:lvl3pPr algn="l">
                <a:defRPr sz="559" b="0">
                  <a:solidFill>
                    <a:srgbClr val="65727C"/>
                  </a:solidFill>
                  <a:latin typeface="Arial"/>
                  <a:ea typeface="Arial"/>
                  <a:cs typeface="Arial"/>
                </a:defRPr>
              </a:lvl3pPr>
              <a:lvl4pPr algn="l">
                <a:defRPr sz="559" b="0">
                  <a:solidFill>
                    <a:srgbClr val="65727C"/>
                  </a:solidFill>
                  <a:latin typeface="Arial"/>
                  <a:ea typeface="Arial"/>
                  <a:cs typeface="Arial"/>
                </a:defRPr>
              </a:lvl4pPr>
              <a:lvl5pPr algn="l">
                <a:defRPr sz="559" b="0">
                  <a:solidFill>
                    <a:srgbClr val="65727C"/>
                  </a:solidFill>
                  <a:latin typeface="Arial"/>
                  <a:ea typeface="Arial"/>
                  <a:cs typeface="Arial"/>
                </a:defRPr>
              </a:lvl5pPr>
              <a:lvl6pPr algn="l">
                <a:defRPr sz="559" b="0">
                  <a:solidFill>
                    <a:srgbClr val="65727C"/>
                  </a:solidFill>
                  <a:latin typeface="Arial"/>
                  <a:ea typeface="Arial"/>
                  <a:cs typeface="Arial"/>
                </a:defRPr>
              </a:lvl6pPr>
              <a:lvl7pPr algn="l">
                <a:defRPr sz="559" b="0">
                  <a:solidFill>
                    <a:srgbClr val="65727C"/>
                  </a:solidFill>
                  <a:latin typeface="Arial"/>
                  <a:ea typeface="Arial"/>
                  <a:cs typeface="Arial"/>
                </a:defRPr>
              </a:lvl7pPr>
              <a:lvl8pPr algn="l">
                <a:defRPr sz="559" b="0">
                  <a:solidFill>
                    <a:srgbClr val="65727C"/>
                  </a:solidFill>
                  <a:latin typeface="Arial"/>
                  <a:ea typeface="Arial"/>
                  <a:cs typeface="Arial"/>
                </a:defRPr>
              </a:lvl8pPr>
              <a:lvl9pPr algn="l">
                <a:defRPr sz="559" b="0">
                  <a:solidFill>
                    <a:srgbClr val="65727C"/>
                  </a:solidFill>
                  <a:latin typeface="Arial"/>
                  <a:ea typeface="Arial"/>
                  <a:cs typeface="Arial"/>
                </a:defRPr>
              </a:lvl9pPr>
            </a:lstStyle>
            <a:p>
              <a:pPr algn="l">
                <a:defRPr sz="559" b="0">
                  <a:solidFill>
                    <a:srgbClr val="65727C"/>
                  </a:solidFill>
                  <a:latin typeface="Arial"/>
                  <a:ea typeface="Arial"/>
                  <a:cs typeface="Arial"/>
                </a:defRPr>
              </a:pPr>
              <a:r>
                <a:rPr sz="559" b="0">
                  <a:solidFill>
                    <a:srgbClr val="65727C"/>
                  </a:solidFill>
                  <a:latin typeface="Arial"/>
                  <a:ea typeface="Arial"/>
                  <a:cs typeface="Arial"/>
                </a:rPr>
                <a:t>VIC</a:t>
              </a:r>
            </a:p>
          </p:txBody>
        </p:sp>
        <p:sp>
          <p:nvSpPr>
            <p:cNvPr id="153" name="line_152">
              <a:extLst>
                <a:ext uri="{FF2B5EF4-FFF2-40B4-BE49-F238E27FC236}">
                  <ns2:creationId id="{BFB64A88-19B1-4C53-AA30-85481B1BEB81}"/>
                </a:ext>
              </a:extLst>
            </p:cNvPr>
            <p:cNvSpPr>
              <a:spLocks noGrp="1"/>
            </p:cNvSpPr>
            <p:nvPr/>
          </p:nvSpPr>
          <p:spPr>
            <a:xfrm>
              <a:off x="7621056" y="8429625"/>
              <a:ext cx="322794" cy="95"/>
            </a:xfrm>
            <a:custGeom>
              <a:pathLst>
                <a:path w="322794" h="95">
                  <a:moveTo>
                    <a:pt x="0" y="0"/>
                  </a:moveTo>
                  <a:lnTo>
                    <a:pt x="322794" y="0"/>
                  </a:lnTo>
                </a:path>
              </a:pathLst>
            </a:custGeom>
            <a:noFill/>
            <a:ln w="9470">
              <a:solidFill>
                <a:srgbClr val="000000"/>
              </a:solidFill>
              <a:prstDash val="solid"/>
            </a:ln>
          </p:spPr>
        </p:sp>
        <p:sp>
          <p:nvSpPr>
            <p:cNvPr id="154" name="line_153">
              <a:extLst>
                <a:ext uri="{FF2B5EF4-FFF2-40B4-BE49-F238E27FC236}">
                  <ns2:creationId id="{9C14AE55-B9FF-4237-A646-2140EC1975C0}"/>
                </a:ext>
              </a:extLst>
            </p:cNvPr>
            <p:cNvSpPr>
              <a:spLocks noGrp="1"/>
            </p:cNvSpPr>
            <p:nvPr/>
          </p:nvSpPr>
          <p:spPr>
            <a:xfrm>
              <a:off x="7621056" y="8401050"/>
              <a:ext cx="95" cy="57150"/>
            </a:xfrm>
            <a:custGeom>
              <a:pathLst>
                <a:path w="95" h="57150">
                  <a:moveTo>
                    <a:pt x="0" y="0"/>
                  </a:moveTo>
                  <a:lnTo>
                    <a:pt x="0" y="57150"/>
                  </a:lnTo>
                </a:path>
              </a:pathLst>
            </a:custGeom>
            <a:noFill/>
            <a:ln w="7694">
              <a:solidFill>
                <a:srgbClr val="000000"/>
              </a:solidFill>
              <a:prstDash val="solid"/>
            </a:ln>
          </p:spPr>
        </p:sp>
        <p:sp>
          <p:nvSpPr>
            <p:cNvPr id="155" name="line_154">
              <a:extLst>
                <a:ext uri="{FF2B5EF4-FFF2-40B4-BE49-F238E27FC236}">
                  <ns2:creationId id="{37AF3FA2-8C9C-4540-BDD0-C9C885BE2154}"/>
                </a:ext>
              </a:extLst>
            </p:cNvPr>
            <p:cNvSpPr>
              <a:spLocks noGrp="1"/>
            </p:cNvSpPr>
            <p:nvPr/>
          </p:nvSpPr>
          <p:spPr>
            <a:xfrm>
              <a:off x="7943850" y="8401050"/>
              <a:ext cx="95" cy="57150"/>
            </a:xfrm>
            <a:custGeom>
              <a:pathLst>
                <a:path w="95" h="57150">
                  <a:moveTo>
                    <a:pt x="0" y="0"/>
                  </a:moveTo>
                  <a:lnTo>
                    <a:pt x="0" y="57150"/>
                  </a:lnTo>
                </a:path>
              </a:pathLst>
            </a:custGeom>
            <a:noFill/>
            <a:ln w="7694">
              <a:solidFill>
                <a:srgbClr val="000000"/>
              </a:solidFill>
              <a:prstDash val="solid"/>
            </a:ln>
          </p:spPr>
        </p:sp>
        <p:sp>
          <p:nvSpPr>
            <p:cNvPr id="156" name="text_155">
              <a:extLst>
                <a:ext uri="{FF2B5EF4-FFF2-40B4-BE49-F238E27FC236}">
                  <ns2:creationId id="{67D1DF7B-336A-47C0-B6C5-E9407E75F989}"/>
                </a:ext>
              </a:extLst>
            </p:cNvPr>
            <p:cNvSpPr>
              <a:spLocks noGrp="1"/>
            </p:cNvSpPr>
            <p:nvPr/>
          </p:nvSpPr>
          <p:spPr>
            <a:xfrm rot="0">
              <a:off x="7554381" y="8229600"/>
              <a:ext cx="456144" cy="200025"/>
            </a:xfrm>
            <a:prstGeom prst="rect">
              <a:avLst/>
            </a:prstGeom>
            <a:noFill/>
            <a:ln w="0">
              <a:noFill/>
              <a:prstDash val="solid"/>
            </a:ln>
          </p:spPr>
          <p:txBody>
            <a:bodyPr wrap="none" lIns="0" tIns="0" rIns="0" bIns="0" anchor="t">
              <a:noAutofit/>
            </a:bodyPr>
            <a:lstStyle>
              <a:defPPr algn="ctr">
                <a:defRPr sz="559" b="0">
                  <a:solidFill>
                    <a:srgbClr val="000000"/>
                  </a:solidFill>
                  <a:latin typeface="Arial"/>
                  <a:ea typeface="Arial"/>
                  <a:cs typeface="Arial"/>
                </a:defRPr>
              </a:defPPr>
              <a:lvl1pPr algn="ctr">
                <a:defRPr sz="559" b="0">
                  <a:solidFill>
                    <a:srgbClr val="000000"/>
                  </a:solidFill>
                  <a:latin typeface="Arial"/>
                  <a:ea typeface="Arial"/>
                  <a:cs typeface="Arial"/>
                </a:defRPr>
              </a:lvl1pPr>
              <a:lvl2pPr algn="ctr">
                <a:defRPr sz="559" b="0">
                  <a:solidFill>
                    <a:srgbClr val="000000"/>
                  </a:solidFill>
                  <a:latin typeface="Arial"/>
                  <a:ea typeface="Arial"/>
                  <a:cs typeface="Arial"/>
                </a:defRPr>
              </a:lvl2pPr>
              <a:lvl3pPr algn="ctr">
                <a:defRPr sz="559" b="0">
                  <a:solidFill>
                    <a:srgbClr val="000000"/>
                  </a:solidFill>
                  <a:latin typeface="Arial"/>
                  <a:ea typeface="Arial"/>
                  <a:cs typeface="Arial"/>
                </a:defRPr>
              </a:lvl3pPr>
              <a:lvl4pPr algn="ctr">
                <a:defRPr sz="559" b="0">
                  <a:solidFill>
                    <a:srgbClr val="000000"/>
                  </a:solidFill>
                  <a:latin typeface="Arial"/>
                  <a:ea typeface="Arial"/>
                  <a:cs typeface="Arial"/>
                </a:defRPr>
              </a:lvl4pPr>
              <a:lvl5pPr algn="ctr">
                <a:defRPr sz="559" b="0">
                  <a:solidFill>
                    <a:srgbClr val="000000"/>
                  </a:solidFill>
                  <a:latin typeface="Arial"/>
                  <a:ea typeface="Arial"/>
                  <a:cs typeface="Arial"/>
                </a:defRPr>
              </a:lvl5pPr>
              <a:lvl6pPr algn="ctr">
                <a:defRPr sz="559" b="0">
                  <a:solidFill>
                    <a:srgbClr val="000000"/>
                  </a:solidFill>
                  <a:latin typeface="Arial"/>
                  <a:ea typeface="Arial"/>
                  <a:cs typeface="Arial"/>
                </a:defRPr>
              </a:lvl6pPr>
              <a:lvl7pPr algn="ctr">
                <a:defRPr sz="559" b="0">
                  <a:solidFill>
                    <a:srgbClr val="000000"/>
                  </a:solidFill>
                  <a:latin typeface="Arial"/>
                  <a:ea typeface="Arial"/>
                  <a:cs typeface="Arial"/>
                </a:defRPr>
              </a:lvl7pPr>
              <a:lvl8pPr algn="ctr">
                <a:defRPr sz="559" b="0">
                  <a:solidFill>
                    <a:srgbClr val="000000"/>
                  </a:solidFill>
                  <a:latin typeface="Arial"/>
                  <a:ea typeface="Arial"/>
                  <a:cs typeface="Arial"/>
                </a:defRPr>
              </a:lvl8pPr>
              <a:lvl9pPr algn="ctr">
                <a:defRPr sz="559" b="0">
                  <a:solidFill>
                    <a:srgbClr val="000000"/>
                  </a:solidFill>
                  <a:latin typeface="Arial"/>
                  <a:ea typeface="Arial"/>
                  <a:cs typeface="Arial"/>
                </a:defRPr>
              </a:lvl9pPr>
            </a:lstStyle>
            <a:p>
              <a:pPr algn="ctr">
                <a:defRPr sz="559" b="0">
                  <a:solidFill>
                    <a:srgbClr val="000000"/>
                  </a:solidFill>
                  <a:latin typeface="Arial"/>
                  <a:ea typeface="Arial"/>
                  <a:cs typeface="Arial"/>
                </a:defRPr>
              </a:pPr>
              <a:r>
                <a:rPr sz="559" b="0">
                  <a:solidFill>
                    <a:srgbClr val="000000"/>
                  </a:solidFill>
                  <a:latin typeface="Arial"/>
                  <a:ea typeface="Arial"/>
                  <a:cs typeface="Arial"/>
                </a:rPr>
                <a:t>200 km</a:t>
              </a:r>
            </a:p>
          </p:txBody>
        </p:sp>
        <p:sp>
          <p:nvSpPr>
            <p:cNvPr id="157" name="ellipse_156">
              <a:extLst>
                <a:ext uri="{FF2B5EF4-FFF2-40B4-BE49-F238E27FC236}">
                  <ns2:creationId id="{01BAD419-DE66-4677-9F5E-2C28137D728F}"/>
                </a:ext>
              </a:extLst>
            </p:cNvPr>
            <p:cNvSpPr>
              <a:spLocks noGrp="1"/>
            </p:cNvSpPr>
            <p:nvPr/>
          </p:nvSpPr>
          <p:spPr>
            <a:xfrm rot="0">
              <a:off x="7690902" y="7157502"/>
              <a:ext cx="112395" cy="112395"/>
            </a:xfrm>
            <a:prstGeom prst="ellipse">
              <a:avLst/>
            </a:prstGeom>
            <a:solidFill>
              <a:srgbClr val="FFFFFF"/>
            </a:solidFill>
            <a:ln w="10653">
              <a:solidFill>
                <a:srgbClr val="FFFFFF"/>
              </a:solidFill>
              <a:prstDash val="solid"/>
            </a:ln>
          </p:spPr>
        </p:sp>
        <p:sp>
          <p:nvSpPr>
            <p:cNvPr id="158" name="A_f19_True">
              <a:extLst>
                <a:ext uri="{FF2B5EF4-FFF2-40B4-BE49-F238E27FC236}">
                  <ns2:creationId id="{3840C2BC-A1B1-4BF4-8BEA-7D65915A37A1}"/>
                </a:ext>
              </a:extLst>
            </p:cNvPr>
            <p:cNvSpPr>
              <a:spLocks noGrp="1"/>
            </p:cNvSpPr>
            <p:nvPr/>
          </p:nvSpPr>
          <p:spPr>
            <a:xfrm rot="0">
              <a:off x="7708047" y="7174647"/>
              <a:ext cx="78105" cy="78105"/>
            </a:xfrm>
            <a:prstGeom prst="ellipse">
              <a:avLst/>
            </a:prstGeom>
            <a:solidFill>
              <a:srgbClr val="FFFFFF"/>
            </a:solidFill>
            <a:ln w="10653">
              <a:solidFill>
                <a:srgbClr val="0072B2"/>
              </a:solidFill>
              <a:prstDash val="solid"/>
            </a:ln>
          </p:spPr>
        </p:sp>
        <p:sp>
          <p:nvSpPr>
            <p:cNvPr id="159" name="text_158">
              <a:extLst>
                <a:ext uri="{FF2B5EF4-FFF2-40B4-BE49-F238E27FC236}">
                  <ns2:creationId id="{53B3ABF3-7A5D-4B9A-81D9-1C9125032B14}"/>
                </a:ext>
              </a:extLst>
            </p:cNvPr>
            <p:cNvSpPr>
              <a:spLocks noGrp="1"/>
            </p:cNvSpPr>
            <p:nvPr/>
          </p:nvSpPr>
          <p:spPr>
            <a:xfrm rot="0">
              <a:off x="7823299" y="6985099"/>
              <a:ext cx="266700" cy="247650"/>
            </a:xfrm>
            <a:prstGeom prst="rect">
              <a:avLst/>
            </a:prstGeom>
            <a:noFill/>
            <a:ln w="0">
              <a:noFill/>
              <a:prstDash val="solid"/>
            </a:ln>
          </p:spPr>
          <p:txBody>
            <a:bodyPr wrap="none" lIns="0" tIns="0" rIns="0" bIns="0" anchor="t">
              <a:noAutofit/>
            </a:bodyPr>
            <a:lstStyle>
              <a:defPPr algn="l">
                <a:defRPr sz="932" b="1">
                  <a:solidFill>
                    <a:srgbClr val="0072B2"/>
                  </a:solidFill>
                  <a:latin typeface="Arial"/>
                  <a:ea typeface="Arial"/>
                  <a:cs typeface="Arial"/>
                </a:defRPr>
              </a:defPPr>
              <a:lvl1pPr algn="l">
                <a:defRPr sz="932" b="1">
                  <a:solidFill>
                    <a:srgbClr val="0072B2"/>
                  </a:solidFill>
                  <a:latin typeface="Arial"/>
                  <a:ea typeface="Arial"/>
                  <a:cs typeface="Arial"/>
                </a:defRPr>
              </a:lvl1pPr>
              <a:lvl2pPr algn="l">
                <a:defRPr sz="932" b="1">
                  <a:solidFill>
                    <a:srgbClr val="0072B2"/>
                  </a:solidFill>
                  <a:latin typeface="Arial"/>
                  <a:ea typeface="Arial"/>
                  <a:cs typeface="Arial"/>
                </a:defRPr>
              </a:lvl2pPr>
              <a:lvl3pPr algn="l">
                <a:defRPr sz="932" b="1">
                  <a:solidFill>
                    <a:srgbClr val="0072B2"/>
                  </a:solidFill>
                  <a:latin typeface="Arial"/>
                  <a:ea typeface="Arial"/>
                  <a:cs typeface="Arial"/>
                </a:defRPr>
              </a:lvl3pPr>
              <a:lvl4pPr algn="l">
                <a:defRPr sz="932" b="1">
                  <a:solidFill>
                    <a:srgbClr val="0072B2"/>
                  </a:solidFill>
                  <a:latin typeface="Arial"/>
                  <a:ea typeface="Arial"/>
                  <a:cs typeface="Arial"/>
                </a:defRPr>
              </a:lvl4pPr>
              <a:lvl5pPr algn="l">
                <a:defRPr sz="932" b="1">
                  <a:solidFill>
                    <a:srgbClr val="0072B2"/>
                  </a:solidFill>
                  <a:latin typeface="Arial"/>
                  <a:ea typeface="Arial"/>
                  <a:cs typeface="Arial"/>
                </a:defRPr>
              </a:lvl5pPr>
              <a:lvl6pPr algn="l">
                <a:defRPr sz="932" b="1">
                  <a:solidFill>
                    <a:srgbClr val="0072B2"/>
                  </a:solidFill>
                  <a:latin typeface="Arial"/>
                  <a:ea typeface="Arial"/>
                  <a:cs typeface="Arial"/>
                </a:defRPr>
              </a:lvl6pPr>
              <a:lvl7pPr algn="l">
                <a:defRPr sz="932" b="1">
                  <a:solidFill>
                    <a:srgbClr val="0072B2"/>
                  </a:solidFill>
                  <a:latin typeface="Arial"/>
                  <a:ea typeface="Arial"/>
                  <a:cs typeface="Arial"/>
                </a:defRPr>
              </a:lvl7pPr>
              <a:lvl8pPr algn="l">
                <a:defRPr sz="932" b="1">
                  <a:solidFill>
                    <a:srgbClr val="0072B2"/>
                  </a:solidFill>
                  <a:latin typeface="Arial"/>
                  <a:ea typeface="Arial"/>
                  <a:cs typeface="Arial"/>
                </a:defRPr>
              </a:lvl8pPr>
              <a:lvl9pPr algn="l">
                <a:defRPr sz="932" b="1">
                  <a:solidFill>
                    <a:srgbClr val="0072B2"/>
                  </a:solidFill>
                  <a:latin typeface="Arial"/>
                  <a:ea typeface="Arial"/>
                  <a:cs typeface="Arial"/>
                </a:defRPr>
              </a:lvl9pPr>
            </a:lstStyle>
            <a:p>
              <a:pPr algn="l">
                <a:defRPr sz="932" b="1">
                  <a:solidFill>
                    <a:srgbClr val="0072B2"/>
                  </a:solidFill>
                  <a:latin typeface="Arial"/>
                  <a:ea typeface="Arial"/>
                  <a:cs typeface="Arial"/>
                </a:defRPr>
              </a:pPr>
              <a:r>
                <a:rPr sz="932" b="1">
                  <a:solidFill>
                    <a:srgbClr val="0072B2"/>
                  </a:solidFill>
                  <a:latin typeface="Arial"/>
                  <a:ea typeface="Arial"/>
                  <a:cs typeface="Arial"/>
                </a:rPr>
                <a:t>A</a:t>
              </a:r>
            </a:p>
          </p:txBody>
        </p:sp>
        <p:sp>
          <p:nvSpPr>
            <p:cNvPr id="160" name="ellipse_159">
              <a:extLst>
                <a:ext uri="{FF2B5EF4-FFF2-40B4-BE49-F238E27FC236}">
                  <ns2:creationId id="{8CDAE30D-F069-4178-AB3C-16D84237A8F6}"/>
                </a:ext>
              </a:extLst>
            </p:cNvPr>
            <p:cNvSpPr>
              <a:spLocks noGrp="1"/>
            </p:cNvSpPr>
            <p:nvPr/>
          </p:nvSpPr>
          <p:spPr>
            <a:xfrm rot="0">
              <a:off x="7068800" y="8303478"/>
              <a:ext cx="112395" cy="112395"/>
            </a:xfrm>
            <a:prstGeom prst="ellipse">
              <a:avLst/>
            </a:prstGeom>
            <a:solidFill>
              <a:srgbClr val="FFFFFF"/>
            </a:solidFill>
            <a:ln w="10653">
              <a:solidFill>
                <a:srgbClr val="FFFFFF"/>
              </a:solidFill>
              <a:prstDash val="solid"/>
            </a:ln>
          </p:spPr>
        </p:sp>
        <p:sp>
          <p:nvSpPr>
            <p:cNvPr id="161" name="B_f19_True">
              <a:extLst>
                <a:ext uri="{FF2B5EF4-FFF2-40B4-BE49-F238E27FC236}">
                  <ns2:creationId id="{F1DDCF57-1A39-47B5-BED4-D05A4CC9722A}"/>
                </a:ext>
              </a:extLst>
            </p:cNvPr>
            <p:cNvSpPr>
              <a:spLocks noGrp="1"/>
            </p:cNvSpPr>
            <p:nvPr/>
          </p:nvSpPr>
          <p:spPr>
            <a:xfrm rot="0">
              <a:off x="7085945" y="8320623"/>
              <a:ext cx="78105" cy="78105"/>
            </a:xfrm>
            <a:prstGeom prst="ellipse">
              <a:avLst/>
            </a:prstGeom>
            <a:solidFill>
              <a:srgbClr val="FFFFFF"/>
            </a:solidFill>
            <a:ln w="10653">
              <a:solidFill>
                <a:srgbClr val="D55E00"/>
              </a:solidFill>
              <a:prstDash val="solid"/>
            </a:ln>
          </p:spPr>
        </p:sp>
        <p:sp>
          <p:nvSpPr>
            <p:cNvPr id="162" name="text_161">
              <a:extLst>
                <a:ext uri="{FF2B5EF4-FFF2-40B4-BE49-F238E27FC236}">
                  <ns2:creationId id="{AD23DF08-6F5D-41BA-AAEB-81725102788E}"/>
                </a:ext>
              </a:extLst>
            </p:cNvPr>
            <p:cNvSpPr>
              <a:spLocks noGrp="1"/>
            </p:cNvSpPr>
            <p:nvPr/>
          </p:nvSpPr>
          <p:spPr>
            <a:xfrm rot="0">
              <a:off x="7201198" y="8131076"/>
              <a:ext cx="266700" cy="247650"/>
            </a:xfrm>
            <a:prstGeom prst="rect">
              <a:avLst/>
            </a:prstGeom>
            <a:noFill/>
            <a:ln w="0">
              <a:noFill/>
              <a:prstDash val="solid"/>
            </a:ln>
          </p:spPr>
          <p:txBody>
            <a:bodyPr wrap="none" lIns="0" tIns="0" rIns="0" bIns="0" anchor="t">
              <a:noAutofit/>
            </a:bodyPr>
            <a:lstStyle>
              <a:defPPr algn="l">
                <a:defRPr sz="932" b="1">
                  <a:solidFill>
                    <a:srgbClr val="D55E00"/>
                  </a:solidFill>
                  <a:latin typeface="Arial"/>
                  <a:ea typeface="Arial"/>
                  <a:cs typeface="Arial"/>
                </a:defRPr>
              </a:defPPr>
              <a:lvl1pPr algn="l">
                <a:defRPr sz="932" b="1">
                  <a:solidFill>
                    <a:srgbClr val="D55E00"/>
                  </a:solidFill>
                  <a:latin typeface="Arial"/>
                  <a:ea typeface="Arial"/>
                  <a:cs typeface="Arial"/>
                </a:defRPr>
              </a:lvl1pPr>
              <a:lvl2pPr algn="l">
                <a:defRPr sz="932" b="1">
                  <a:solidFill>
                    <a:srgbClr val="D55E00"/>
                  </a:solidFill>
                  <a:latin typeface="Arial"/>
                  <a:ea typeface="Arial"/>
                  <a:cs typeface="Arial"/>
                </a:defRPr>
              </a:lvl2pPr>
              <a:lvl3pPr algn="l">
                <a:defRPr sz="932" b="1">
                  <a:solidFill>
                    <a:srgbClr val="D55E00"/>
                  </a:solidFill>
                  <a:latin typeface="Arial"/>
                  <a:ea typeface="Arial"/>
                  <a:cs typeface="Arial"/>
                </a:defRPr>
              </a:lvl3pPr>
              <a:lvl4pPr algn="l">
                <a:defRPr sz="932" b="1">
                  <a:solidFill>
                    <a:srgbClr val="D55E00"/>
                  </a:solidFill>
                  <a:latin typeface="Arial"/>
                  <a:ea typeface="Arial"/>
                  <a:cs typeface="Arial"/>
                </a:defRPr>
              </a:lvl4pPr>
              <a:lvl5pPr algn="l">
                <a:defRPr sz="932" b="1">
                  <a:solidFill>
                    <a:srgbClr val="D55E00"/>
                  </a:solidFill>
                  <a:latin typeface="Arial"/>
                  <a:ea typeface="Arial"/>
                  <a:cs typeface="Arial"/>
                </a:defRPr>
              </a:lvl5pPr>
              <a:lvl6pPr algn="l">
                <a:defRPr sz="932" b="1">
                  <a:solidFill>
                    <a:srgbClr val="D55E00"/>
                  </a:solidFill>
                  <a:latin typeface="Arial"/>
                  <a:ea typeface="Arial"/>
                  <a:cs typeface="Arial"/>
                </a:defRPr>
              </a:lvl6pPr>
              <a:lvl7pPr algn="l">
                <a:defRPr sz="932" b="1">
                  <a:solidFill>
                    <a:srgbClr val="D55E00"/>
                  </a:solidFill>
                  <a:latin typeface="Arial"/>
                  <a:ea typeface="Arial"/>
                  <a:cs typeface="Arial"/>
                </a:defRPr>
              </a:lvl7pPr>
              <a:lvl8pPr algn="l">
                <a:defRPr sz="932" b="1">
                  <a:solidFill>
                    <a:srgbClr val="D55E00"/>
                  </a:solidFill>
                  <a:latin typeface="Arial"/>
                  <a:ea typeface="Arial"/>
                  <a:cs typeface="Arial"/>
                </a:defRPr>
              </a:lvl8pPr>
              <a:lvl9pPr algn="l">
                <a:defRPr sz="932" b="1">
                  <a:solidFill>
                    <a:srgbClr val="D55E00"/>
                  </a:solidFill>
                  <a:latin typeface="Arial"/>
                  <a:ea typeface="Arial"/>
                  <a:cs typeface="Arial"/>
                </a:defRPr>
              </a:lvl9pPr>
            </a:lstStyle>
            <a:p>
              <a:pPr algn="l">
                <a:defRPr sz="932" b="1">
                  <a:solidFill>
                    <a:srgbClr val="D55E00"/>
                  </a:solidFill>
                  <a:latin typeface="Arial"/>
                  <a:ea typeface="Arial"/>
                  <a:cs typeface="Arial"/>
                </a:defRPr>
              </a:pPr>
              <a:r>
                <a:rPr sz="932" b="1">
                  <a:solidFill>
                    <a:srgbClr val="D55E00"/>
                  </a:solidFill>
                  <a:latin typeface="Arial"/>
                  <a:ea typeface="Arial"/>
                  <a:cs typeface="Arial"/>
                </a:rPr>
                <a:t>B</a:t>
              </a:r>
            </a:p>
          </p:txBody>
        </p:sp>
        <p:sp>
          <p:nvSpPr>
            <p:cNvPr id="163" name="ellipse_162">
              <a:extLst>
                <a:ext uri="{FF2B5EF4-FFF2-40B4-BE49-F238E27FC236}">
                  <ns2:creationId id="{6D287420-15F8-4629-8055-2CF2A9ED71ED}"/>
                </a:ext>
              </a:extLst>
            </p:cNvPr>
            <p:cNvSpPr>
              <a:spLocks noGrp="1"/>
            </p:cNvSpPr>
            <p:nvPr/>
          </p:nvSpPr>
          <p:spPr>
            <a:xfrm rot="0">
              <a:off x="6610410" y="6830080"/>
              <a:ext cx="112395" cy="112395"/>
            </a:xfrm>
            <a:prstGeom prst="ellipse">
              <a:avLst/>
            </a:prstGeom>
            <a:solidFill>
              <a:srgbClr val="FFFFFF"/>
            </a:solidFill>
            <a:ln w="10653">
              <a:solidFill>
                <a:srgbClr val="FFFFFF"/>
              </a:solidFill>
              <a:prstDash val="solid"/>
            </a:ln>
          </p:spPr>
        </p:sp>
        <p:sp>
          <p:nvSpPr>
            <p:cNvPr id="164" name="C_f19_True">
              <a:extLst>
                <a:ext uri="{FF2B5EF4-FFF2-40B4-BE49-F238E27FC236}">
                  <ns2:creationId id="{AD06BA79-BE9A-45F9-AA78-BE43E3AAF3E4}"/>
                </a:ext>
              </a:extLst>
            </p:cNvPr>
            <p:cNvSpPr>
              <a:spLocks noGrp="1"/>
            </p:cNvSpPr>
            <p:nvPr/>
          </p:nvSpPr>
          <p:spPr>
            <a:xfrm rot="0">
              <a:off x="6627555" y="6847225"/>
              <a:ext cx="78105" cy="78105"/>
            </a:xfrm>
            <a:prstGeom prst="ellipse">
              <a:avLst/>
            </a:prstGeom>
            <a:solidFill>
              <a:srgbClr val="FFFFFF"/>
            </a:solidFill>
            <a:ln w="10653">
              <a:solidFill>
                <a:srgbClr val="009E73"/>
              </a:solidFill>
              <a:prstDash val="solid"/>
            </a:ln>
          </p:spPr>
        </p:sp>
        <p:sp>
          <p:nvSpPr>
            <p:cNvPr id="165" name="text_164">
              <a:extLst>
                <a:ext uri="{FF2B5EF4-FFF2-40B4-BE49-F238E27FC236}">
                  <ns2:creationId id="{A747BAD3-CD9C-4414-94C6-7F14B16762E4}"/>
                </a:ext>
              </a:extLst>
            </p:cNvPr>
            <p:cNvSpPr>
              <a:spLocks noGrp="1"/>
            </p:cNvSpPr>
            <p:nvPr/>
          </p:nvSpPr>
          <p:spPr>
            <a:xfrm rot="0">
              <a:off x="6742807" y="6657677"/>
              <a:ext cx="266700" cy="247650"/>
            </a:xfrm>
            <a:prstGeom prst="rect">
              <a:avLst/>
            </a:prstGeom>
            <a:noFill/>
            <a:ln w="0">
              <a:noFill/>
              <a:prstDash val="solid"/>
            </a:ln>
          </p:spPr>
          <p:txBody>
            <a:bodyPr wrap="none" lIns="0" tIns="0" rIns="0" bIns="0" anchor="t">
              <a:noAutofit/>
            </a:bodyPr>
            <a:lstStyle>
              <a:defPPr algn="l">
                <a:defRPr sz="932" b="1">
                  <a:solidFill>
                    <a:srgbClr val="009E73"/>
                  </a:solidFill>
                  <a:latin typeface="Arial"/>
                  <a:ea typeface="Arial"/>
                  <a:cs typeface="Arial"/>
                </a:defRPr>
              </a:defPPr>
              <a:lvl1pPr algn="l">
                <a:defRPr sz="932" b="1">
                  <a:solidFill>
                    <a:srgbClr val="009E73"/>
                  </a:solidFill>
                  <a:latin typeface="Arial"/>
                  <a:ea typeface="Arial"/>
                  <a:cs typeface="Arial"/>
                </a:defRPr>
              </a:lvl1pPr>
              <a:lvl2pPr algn="l">
                <a:defRPr sz="932" b="1">
                  <a:solidFill>
                    <a:srgbClr val="009E73"/>
                  </a:solidFill>
                  <a:latin typeface="Arial"/>
                  <a:ea typeface="Arial"/>
                  <a:cs typeface="Arial"/>
                </a:defRPr>
              </a:lvl2pPr>
              <a:lvl3pPr algn="l">
                <a:defRPr sz="932" b="1">
                  <a:solidFill>
                    <a:srgbClr val="009E73"/>
                  </a:solidFill>
                  <a:latin typeface="Arial"/>
                  <a:ea typeface="Arial"/>
                  <a:cs typeface="Arial"/>
                </a:defRPr>
              </a:lvl3pPr>
              <a:lvl4pPr algn="l">
                <a:defRPr sz="932" b="1">
                  <a:solidFill>
                    <a:srgbClr val="009E73"/>
                  </a:solidFill>
                  <a:latin typeface="Arial"/>
                  <a:ea typeface="Arial"/>
                  <a:cs typeface="Arial"/>
                </a:defRPr>
              </a:lvl4pPr>
              <a:lvl5pPr algn="l">
                <a:defRPr sz="932" b="1">
                  <a:solidFill>
                    <a:srgbClr val="009E73"/>
                  </a:solidFill>
                  <a:latin typeface="Arial"/>
                  <a:ea typeface="Arial"/>
                  <a:cs typeface="Arial"/>
                </a:defRPr>
              </a:lvl5pPr>
              <a:lvl6pPr algn="l">
                <a:defRPr sz="932" b="1">
                  <a:solidFill>
                    <a:srgbClr val="009E73"/>
                  </a:solidFill>
                  <a:latin typeface="Arial"/>
                  <a:ea typeface="Arial"/>
                  <a:cs typeface="Arial"/>
                </a:defRPr>
              </a:lvl6pPr>
              <a:lvl7pPr algn="l">
                <a:defRPr sz="932" b="1">
                  <a:solidFill>
                    <a:srgbClr val="009E73"/>
                  </a:solidFill>
                  <a:latin typeface="Arial"/>
                  <a:ea typeface="Arial"/>
                  <a:cs typeface="Arial"/>
                </a:defRPr>
              </a:lvl7pPr>
              <a:lvl8pPr algn="l">
                <a:defRPr sz="932" b="1">
                  <a:solidFill>
                    <a:srgbClr val="009E73"/>
                  </a:solidFill>
                  <a:latin typeface="Arial"/>
                  <a:ea typeface="Arial"/>
                  <a:cs typeface="Arial"/>
                </a:defRPr>
              </a:lvl8pPr>
              <a:lvl9pPr algn="l">
                <a:defRPr sz="932" b="1">
                  <a:solidFill>
                    <a:srgbClr val="009E73"/>
                  </a:solidFill>
                  <a:latin typeface="Arial"/>
                  <a:ea typeface="Arial"/>
                  <a:cs typeface="Arial"/>
                </a:defRPr>
              </a:lvl9pPr>
            </a:lstStyle>
            <a:p>
              <a:pPr algn="l">
                <a:defRPr sz="932" b="1">
                  <a:solidFill>
                    <a:srgbClr val="009E73"/>
                  </a:solidFill>
                  <a:latin typeface="Arial"/>
                  <a:ea typeface="Arial"/>
                  <a:cs typeface="Arial"/>
                </a:defRPr>
              </a:pPr>
              <a:r>
                <a:rPr sz="932" b="1">
                  <a:solidFill>
                    <a:srgbClr val="009E73"/>
                  </a:solidFill>
                  <a:latin typeface="Arial"/>
                  <a:ea typeface="Arial"/>
                  <a:cs typeface="Arial"/>
                </a:rPr>
                <a:t>C</a:t>
              </a:r>
            </a:p>
          </p:txBody>
        </p:sp>
        <p:pic>
          <p:nvPicPr>
            <p:cNvPr id="166" name="">
              <a:extLst>
                <a:ext uri="{FF2B5EF4-FFF2-40B4-BE49-F238E27FC236}">
                  <ns2:creationId id="{67C205EA-EAD6-4B64-8E39-ACB18F8FFAEC}"/>
                </a:ext>
              </a:extLst>
            </p:cNvPr>
            <p:cNvPicPr>
              <a:picLocks noChangeAspect="1"/>
            </p:cNvPicPr>
            <p:nvPr/>
          </p:nvPicPr>
          <p:blipFill>
            <a:blip r:embed="R670ed4927ad74cb9"/>
            <a:stretch/>
          </p:blipFill>
          <p:spPr>
            <a:xfrm>
              <a:off x="3905250" y="5886450"/>
              <a:ext cx="3238500" cy="95250"/>
            </a:xfrm>
            <a:prstGeom prst="rect">
              <a:avLst/>
            </a:prstGeom>
          </p:spPr>
        </p:pic>
        <p:sp>
          <p:nvSpPr>
            <p:cNvPr id="167" name="text_166">
              <a:extLst>
                <a:ext uri="{FF2B5EF4-FFF2-40B4-BE49-F238E27FC236}">
                  <ns2:creationId id="{8E8A771E-77B9-4A49-94A9-88015CC9BAFF}"/>
                </a:ext>
              </a:extLst>
            </p:cNvPr>
            <p:cNvSpPr>
              <a:spLocks noGrp="1"/>
            </p:cNvSpPr>
            <p:nvPr/>
          </p:nvSpPr>
          <p:spPr>
            <a:xfrm rot="0">
              <a:off x="571500" y="5829300"/>
              <a:ext cx="3143250" cy="228600"/>
            </a:xfrm>
            <a:prstGeom prst="rect">
              <a:avLst/>
            </a:prstGeom>
            <a:noFill/>
            <a:ln w="0">
              <a:noFill/>
              <a:prstDash val="solid"/>
            </a:ln>
          </p:spPr>
          <p:txBody>
            <a:bodyPr wrap="none" lIns="0" tIns="0" rIns="0" bIns="0" anchor="t">
              <a:noAutofit/>
            </a:bodyPr>
            <a:lstStyle>
              <a:defPPr algn="l">
                <a:defRPr sz="792" b="0">
                  <a:solidFill>
                    <a:srgbClr val="000000"/>
                  </a:solidFill>
                  <a:latin typeface="Arial"/>
                  <a:ea typeface="Arial"/>
                  <a:cs typeface="Arial"/>
                </a:defRPr>
              </a:defPPr>
              <a:lvl1pPr algn="l">
                <a:defRPr sz="792" b="0">
                  <a:solidFill>
                    <a:srgbClr val="000000"/>
                  </a:solidFill>
                  <a:latin typeface="Arial"/>
                  <a:ea typeface="Arial"/>
                  <a:cs typeface="Arial"/>
                </a:defRPr>
              </a:lvl1pPr>
              <a:lvl2pPr algn="l">
                <a:defRPr sz="792" b="0">
                  <a:solidFill>
                    <a:srgbClr val="000000"/>
                  </a:solidFill>
                  <a:latin typeface="Arial"/>
                  <a:ea typeface="Arial"/>
                  <a:cs typeface="Arial"/>
                </a:defRPr>
              </a:lvl2pPr>
              <a:lvl3pPr algn="l">
                <a:defRPr sz="792" b="0">
                  <a:solidFill>
                    <a:srgbClr val="000000"/>
                  </a:solidFill>
                  <a:latin typeface="Arial"/>
                  <a:ea typeface="Arial"/>
                  <a:cs typeface="Arial"/>
                </a:defRPr>
              </a:lvl3pPr>
              <a:lvl4pPr algn="l">
                <a:defRPr sz="792" b="0">
                  <a:solidFill>
                    <a:srgbClr val="000000"/>
                  </a:solidFill>
                  <a:latin typeface="Arial"/>
                  <a:ea typeface="Arial"/>
                  <a:cs typeface="Arial"/>
                </a:defRPr>
              </a:lvl4pPr>
              <a:lvl5pPr algn="l">
                <a:defRPr sz="792" b="0">
                  <a:solidFill>
                    <a:srgbClr val="000000"/>
                  </a:solidFill>
                  <a:latin typeface="Arial"/>
                  <a:ea typeface="Arial"/>
                  <a:cs typeface="Arial"/>
                </a:defRPr>
              </a:lvl5pPr>
              <a:lvl6pPr algn="l">
                <a:defRPr sz="792" b="0">
                  <a:solidFill>
                    <a:srgbClr val="000000"/>
                  </a:solidFill>
                  <a:latin typeface="Arial"/>
                  <a:ea typeface="Arial"/>
                  <a:cs typeface="Arial"/>
                </a:defRPr>
              </a:lvl6pPr>
              <a:lvl7pPr algn="l">
                <a:defRPr sz="792" b="0">
                  <a:solidFill>
                    <a:srgbClr val="000000"/>
                  </a:solidFill>
                  <a:latin typeface="Arial"/>
                  <a:ea typeface="Arial"/>
                  <a:cs typeface="Arial"/>
                </a:defRPr>
              </a:lvl7pPr>
              <a:lvl8pPr algn="l">
                <a:defRPr sz="792" b="0">
                  <a:solidFill>
                    <a:srgbClr val="000000"/>
                  </a:solidFill>
                  <a:latin typeface="Arial"/>
                  <a:ea typeface="Arial"/>
                  <a:cs typeface="Arial"/>
                </a:defRPr>
              </a:lvl8pPr>
              <a:lvl9pPr algn="l">
                <a:defRPr sz="792" b="0">
                  <a:solidFill>
                    <a:srgbClr val="000000"/>
                  </a:solidFill>
                  <a:latin typeface="Arial"/>
                  <a:ea typeface="Arial"/>
                  <a:cs typeface="Arial"/>
                </a:defRPr>
              </a:lvl9pPr>
            </a:lstStyle>
            <a:p>
              <a:pPr algn="l">
                <a:defRPr sz="792" b="0">
                  <a:solidFill>
                    <a:srgbClr val="000000"/>
                  </a:solidFill>
                  <a:latin typeface="Arial"/>
                  <a:ea typeface="Arial"/>
                  <a:cs typeface="Arial"/>
                </a:defRPr>
              </a:pPr>
              <a:r>
                <a:rPr sz="792" b="0">
                  <a:solidFill>
                    <a:srgbClr val="000000"/>
                  </a:solidFill>
                  <a:latin typeface="Arial"/>
                  <a:ea typeface="Arial"/>
                  <a:cs typeface="Arial"/>
                </a:rPr>
                <a:t>log(1 + FRP sum / MW)</a:t>
              </a:r>
            </a:p>
          </p:txBody>
        </p:sp>
        <p:sp>
          <p:nvSpPr>
            <p:cNvPr id="168" name="text_167">
              <a:extLst>
                <a:ext uri="{FF2B5EF4-FFF2-40B4-BE49-F238E27FC236}">
                  <ns2:creationId id="{E822886D-8193-440D-A9D1-D5F620879F8C}"/>
                </a:ext>
              </a:extLst>
            </p:cNvPr>
            <p:cNvSpPr>
              <a:spLocks noGrp="1"/>
            </p:cNvSpPr>
            <p:nvPr/>
          </p:nvSpPr>
          <p:spPr>
            <a:xfrm rot="0">
              <a:off x="3648075" y="5829300"/>
              <a:ext cx="209550" cy="219075"/>
            </a:xfrm>
            <a:prstGeom prst="rect">
              <a:avLst/>
            </a:prstGeom>
            <a:noFill/>
            <a:ln w="0">
              <a:noFill/>
              <a:prstDash val="solid"/>
            </a:ln>
          </p:spPr>
          <p:txBody>
            <a:bodyPr wrap="none" lIns="0" tIns="0" rIns="0" bIns="0" anchor="t">
              <a:noAutofit/>
            </a:bodyPr>
            <a:lstStyle>
              <a:defPPr algn="r">
                <a:defRPr sz="699" b="0">
                  <a:solidFill>
                    <a:srgbClr val="000000"/>
                  </a:solidFill>
                  <a:latin typeface="Arial"/>
                  <a:ea typeface="Arial"/>
                  <a:cs typeface="Arial"/>
                </a:defRPr>
              </a:defPPr>
              <a:lvl1pPr algn="r">
                <a:defRPr sz="699" b="0">
                  <a:solidFill>
                    <a:srgbClr val="000000"/>
                  </a:solidFill>
                  <a:latin typeface="Arial"/>
                  <a:ea typeface="Arial"/>
                  <a:cs typeface="Arial"/>
                </a:defRPr>
              </a:lvl1pPr>
              <a:lvl2pPr algn="r">
                <a:defRPr sz="699" b="0">
                  <a:solidFill>
                    <a:srgbClr val="000000"/>
                  </a:solidFill>
                  <a:latin typeface="Arial"/>
                  <a:ea typeface="Arial"/>
                  <a:cs typeface="Arial"/>
                </a:defRPr>
              </a:lvl2pPr>
              <a:lvl3pPr algn="r">
                <a:defRPr sz="699" b="0">
                  <a:solidFill>
                    <a:srgbClr val="000000"/>
                  </a:solidFill>
                  <a:latin typeface="Arial"/>
                  <a:ea typeface="Arial"/>
                  <a:cs typeface="Arial"/>
                </a:defRPr>
              </a:lvl3pPr>
              <a:lvl4pPr algn="r">
                <a:defRPr sz="699" b="0">
                  <a:solidFill>
                    <a:srgbClr val="000000"/>
                  </a:solidFill>
                  <a:latin typeface="Arial"/>
                  <a:ea typeface="Arial"/>
                  <a:cs typeface="Arial"/>
                </a:defRPr>
              </a:lvl4pPr>
              <a:lvl5pPr algn="r">
                <a:defRPr sz="699" b="0">
                  <a:solidFill>
                    <a:srgbClr val="000000"/>
                  </a:solidFill>
                  <a:latin typeface="Arial"/>
                  <a:ea typeface="Arial"/>
                  <a:cs typeface="Arial"/>
                </a:defRPr>
              </a:lvl5pPr>
              <a:lvl6pPr algn="r">
                <a:defRPr sz="699" b="0">
                  <a:solidFill>
                    <a:srgbClr val="000000"/>
                  </a:solidFill>
                  <a:latin typeface="Arial"/>
                  <a:ea typeface="Arial"/>
                  <a:cs typeface="Arial"/>
                </a:defRPr>
              </a:lvl6pPr>
              <a:lvl7pPr algn="r">
                <a:defRPr sz="699" b="0">
                  <a:solidFill>
                    <a:srgbClr val="000000"/>
                  </a:solidFill>
                  <a:latin typeface="Arial"/>
                  <a:ea typeface="Arial"/>
                  <a:cs typeface="Arial"/>
                </a:defRPr>
              </a:lvl7pPr>
              <a:lvl8pPr algn="r">
                <a:defRPr sz="699" b="0">
                  <a:solidFill>
                    <a:srgbClr val="000000"/>
                  </a:solidFill>
                  <a:latin typeface="Arial"/>
                  <a:ea typeface="Arial"/>
                  <a:cs typeface="Arial"/>
                </a:defRPr>
              </a:lvl8pPr>
              <a:lvl9pPr algn="r">
                <a:defRPr sz="699" b="0">
                  <a:solidFill>
                    <a:srgbClr val="000000"/>
                  </a:solidFill>
                  <a:latin typeface="Arial"/>
                  <a:ea typeface="Arial"/>
                  <a:cs typeface="Arial"/>
                </a:defRPr>
              </a:lvl9pPr>
            </a:lstStyle>
            <a:p>
              <a:pPr algn="r">
                <a:defRPr sz="699" b="0">
                  <a:solidFill>
                    <a:srgbClr val="000000"/>
                  </a:solidFill>
                  <a:latin typeface="Arial"/>
                  <a:ea typeface="Arial"/>
                  <a:cs typeface="Arial"/>
                </a:defRPr>
              </a:pPr>
              <a:r>
                <a:rPr sz="699" b="0">
                  <a:solidFill>
                    <a:srgbClr val="000000"/>
                  </a:solidFill>
                  <a:latin typeface="Arial"/>
                  <a:ea typeface="Arial"/>
                  <a:cs typeface="Arial"/>
                </a:rPr>
                <a:t>0</a:t>
              </a:r>
            </a:p>
          </p:txBody>
        </p:sp>
        <p:sp>
          <p:nvSpPr>
            <p:cNvPr id="169" name="text_168">
              <a:extLst>
                <a:ext uri="{FF2B5EF4-FFF2-40B4-BE49-F238E27FC236}">
                  <ns2:creationId id="{211871FF-6336-4AE3-A66B-BEE5E1800E5E}"/>
                </a:ext>
              </a:extLst>
            </p:cNvPr>
            <p:cNvSpPr>
              <a:spLocks noGrp="1"/>
            </p:cNvSpPr>
            <p:nvPr/>
          </p:nvSpPr>
          <p:spPr>
            <a:xfrm rot="0">
              <a:off x="7229475" y="5829300"/>
              <a:ext cx="723900" cy="219075"/>
            </a:xfrm>
            <a:prstGeom prst="rect">
              <a:avLst/>
            </a:prstGeom>
            <a:noFill/>
            <a:ln w="0">
              <a:noFill/>
              <a:prstDash val="solid"/>
            </a:ln>
          </p:spPr>
          <p:txBody>
            <a:bodyPr wrap="none" lIns="0" tIns="0" rIns="0" bIns="0" anchor="t">
              <a:noAutofit/>
            </a:bodyPr>
            <a:lstStyle>
              <a:defPPr algn="l">
                <a:defRPr sz="699" b="0">
                  <a:solidFill>
                    <a:srgbClr val="000000"/>
                  </a:solidFill>
                  <a:latin typeface="Arial"/>
                  <a:ea typeface="Arial"/>
                  <a:cs typeface="Arial"/>
                </a:defRPr>
              </a:defPPr>
              <a:lvl1pPr algn="l">
                <a:defRPr sz="699" b="0">
                  <a:solidFill>
                    <a:srgbClr val="000000"/>
                  </a:solidFill>
                  <a:latin typeface="Arial"/>
                  <a:ea typeface="Arial"/>
                  <a:cs typeface="Arial"/>
                </a:defRPr>
              </a:lvl1pPr>
              <a:lvl2pPr algn="l">
                <a:defRPr sz="699" b="0">
                  <a:solidFill>
                    <a:srgbClr val="000000"/>
                  </a:solidFill>
                  <a:latin typeface="Arial"/>
                  <a:ea typeface="Arial"/>
                  <a:cs typeface="Arial"/>
                </a:defRPr>
              </a:lvl2pPr>
              <a:lvl3pPr algn="l">
                <a:defRPr sz="699" b="0">
                  <a:solidFill>
                    <a:srgbClr val="000000"/>
                  </a:solidFill>
                  <a:latin typeface="Arial"/>
                  <a:ea typeface="Arial"/>
                  <a:cs typeface="Arial"/>
                </a:defRPr>
              </a:lvl3pPr>
              <a:lvl4pPr algn="l">
                <a:defRPr sz="699" b="0">
                  <a:solidFill>
                    <a:srgbClr val="000000"/>
                  </a:solidFill>
                  <a:latin typeface="Arial"/>
                  <a:ea typeface="Arial"/>
                  <a:cs typeface="Arial"/>
                </a:defRPr>
              </a:lvl4pPr>
              <a:lvl5pPr algn="l">
                <a:defRPr sz="699" b="0">
                  <a:solidFill>
                    <a:srgbClr val="000000"/>
                  </a:solidFill>
                  <a:latin typeface="Arial"/>
                  <a:ea typeface="Arial"/>
                  <a:cs typeface="Arial"/>
                </a:defRPr>
              </a:lvl5pPr>
              <a:lvl6pPr algn="l">
                <a:defRPr sz="699" b="0">
                  <a:solidFill>
                    <a:srgbClr val="000000"/>
                  </a:solidFill>
                  <a:latin typeface="Arial"/>
                  <a:ea typeface="Arial"/>
                  <a:cs typeface="Arial"/>
                </a:defRPr>
              </a:lvl6pPr>
              <a:lvl7pPr algn="l">
                <a:defRPr sz="699" b="0">
                  <a:solidFill>
                    <a:srgbClr val="000000"/>
                  </a:solidFill>
                  <a:latin typeface="Arial"/>
                  <a:ea typeface="Arial"/>
                  <a:cs typeface="Arial"/>
                </a:defRPr>
              </a:lvl7pPr>
              <a:lvl8pPr algn="l">
                <a:defRPr sz="699" b="0">
                  <a:solidFill>
                    <a:srgbClr val="000000"/>
                  </a:solidFill>
                  <a:latin typeface="Arial"/>
                  <a:ea typeface="Arial"/>
                  <a:cs typeface="Arial"/>
                </a:defRPr>
              </a:lvl8pPr>
              <a:lvl9pPr algn="l">
                <a:defRPr sz="699" b="0">
                  <a:solidFill>
                    <a:srgbClr val="000000"/>
                  </a:solidFill>
                  <a:latin typeface="Arial"/>
                  <a:ea typeface="Arial"/>
                  <a:cs typeface="Arial"/>
                </a:defRPr>
              </a:lvl9pPr>
            </a:lstStyle>
            <a:p>
              <a:pPr algn="l">
                <a:defRPr sz="699" b="0">
                  <a:solidFill>
                    <a:srgbClr val="000000"/>
                  </a:solidFill>
                  <a:latin typeface="Arial"/>
                  <a:ea typeface="Arial"/>
                  <a:cs typeface="Arial"/>
                </a:defRPr>
              </a:pPr>
              <a:r>
                <a:rPr sz="699" b="0">
                  <a:solidFill>
                    <a:srgbClr val="000000"/>
                  </a:solidFill>
                  <a:latin typeface="Arial"/>
                  <a:ea typeface="Arial"/>
                  <a:cs typeface="Arial"/>
                </a:rPr>
                <a:t>12.05</a:t>
              </a:r>
            </a:p>
          </p:txBody>
        </p:sp>
        <p:pic>
          <p:nvPicPr>
            <p:cNvPr id="170" name="">
              <a:extLst>
                <a:ext uri="{FF2B5EF4-FFF2-40B4-BE49-F238E27FC236}">
                  <ns2:creationId id="{7095E76E-5C62-47AD-9C13-0BA40C7BDCBC}"/>
                </a:ext>
              </a:extLst>
            </p:cNvPr>
            <p:cNvPicPr>
              <a:picLocks noChangeAspect="1"/>
            </p:cNvPicPr>
            <p:nvPr/>
          </p:nvPicPr>
          <p:blipFill>
            <a:blip r:embed="R8aa60bd01a5540b4"/>
            <a:stretch/>
          </p:blipFill>
          <p:spPr>
            <a:xfrm>
              <a:off x="3905250" y="9096375"/>
              <a:ext cx="3238500" cy="95250"/>
            </a:xfrm>
            <a:prstGeom prst="rect">
              <a:avLst/>
            </a:prstGeom>
          </p:spPr>
        </p:pic>
        <p:sp>
          <p:nvSpPr>
            <p:cNvPr id="171" name="text_170">
              <a:extLst>
                <a:ext uri="{FF2B5EF4-FFF2-40B4-BE49-F238E27FC236}">
                  <ns2:creationId id="{E58A746B-C7DA-49E9-AB45-81FFBB9FD71E}"/>
                </a:ext>
              </a:extLst>
            </p:cNvPr>
            <p:cNvSpPr>
              <a:spLocks noGrp="1"/>
            </p:cNvSpPr>
            <p:nvPr/>
          </p:nvSpPr>
          <p:spPr>
            <a:xfrm rot="0">
              <a:off x="571500" y="9039225"/>
              <a:ext cx="3143250" cy="228600"/>
            </a:xfrm>
            <a:prstGeom prst="rect">
              <a:avLst/>
            </a:prstGeom>
            <a:noFill/>
            <a:ln w="0">
              <a:noFill/>
              <a:prstDash val="solid"/>
            </a:ln>
          </p:spPr>
          <p:txBody>
            <a:bodyPr wrap="none" lIns="0" tIns="0" rIns="0" bIns="0" anchor="t">
              <a:noAutofit/>
            </a:bodyPr>
            <a:lstStyle>
              <a:defPPr algn="l">
                <a:defRPr sz="792" b="0">
                  <a:solidFill>
                    <a:srgbClr val="000000"/>
                  </a:solidFill>
                  <a:latin typeface="Arial"/>
                  <a:ea typeface="Arial"/>
                  <a:cs typeface="Arial"/>
                </a:defRPr>
              </a:defPPr>
              <a:lvl1pPr algn="l">
                <a:defRPr sz="792" b="0">
                  <a:solidFill>
                    <a:srgbClr val="000000"/>
                  </a:solidFill>
                  <a:latin typeface="Arial"/>
                  <a:ea typeface="Arial"/>
                  <a:cs typeface="Arial"/>
                </a:defRPr>
              </a:lvl1pPr>
              <a:lvl2pPr algn="l">
                <a:defRPr sz="792" b="0">
                  <a:solidFill>
                    <a:srgbClr val="000000"/>
                  </a:solidFill>
                  <a:latin typeface="Arial"/>
                  <a:ea typeface="Arial"/>
                  <a:cs typeface="Arial"/>
                </a:defRPr>
              </a:lvl2pPr>
              <a:lvl3pPr algn="l">
                <a:defRPr sz="792" b="0">
                  <a:solidFill>
                    <a:srgbClr val="000000"/>
                  </a:solidFill>
                  <a:latin typeface="Arial"/>
                  <a:ea typeface="Arial"/>
                  <a:cs typeface="Arial"/>
                </a:defRPr>
              </a:lvl3pPr>
              <a:lvl4pPr algn="l">
                <a:defRPr sz="792" b="0">
                  <a:solidFill>
                    <a:srgbClr val="000000"/>
                  </a:solidFill>
                  <a:latin typeface="Arial"/>
                  <a:ea typeface="Arial"/>
                  <a:cs typeface="Arial"/>
                </a:defRPr>
              </a:lvl4pPr>
              <a:lvl5pPr algn="l">
                <a:defRPr sz="792" b="0">
                  <a:solidFill>
                    <a:srgbClr val="000000"/>
                  </a:solidFill>
                  <a:latin typeface="Arial"/>
                  <a:ea typeface="Arial"/>
                  <a:cs typeface="Arial"/>
                </a:defRPr>
              </a:lvl5pPr>
              <a:lvl6pPr algn="l">
                <a:defRPr sz="792" b="0">
                  <a:solidFill>
                    <a:srgbClr val="000000"/>
                  </a:solidFill>
                  <a:latin typeface="Arial"/>
                  <a:ea typeface="Arial"/>
                  <a:cs typeface="Arial"/>
                </a:defRPr>
              </a:lvl6pPr>
              <a:lvl7pPr algn="l">
                <a:defRPr sz="792" b="0">
                  <a:solidFill>
                    <a:srgbClr val="000000"/>
                  </a:solidFill>
                  <a:latin typeface="Arial"/>
                  <a:ea typeface="Arial"/>
                  <a:cs typeface="Arial"/>
                </a:defRPr>
              </a:lvl7pPr>
              <a:lvl8pPr algn="l">
                <a:defRPr sz="792" b="0">
                  <a:solidFill>
                    <a:srgbClr val="000000"/>
                  </a:solidFill>
                  <a:latin typeface="Arial"/>
                  <a:ea typeface="Arial"/>
                  <a:cs typeface="Arial"/>
                </a:defRPr>
              </a:lvl8pPr>
              <a:lvl9pPr algn="l">
                <a:defRPr sz="792" b="0">
                  <a:solidFill>
                    <a:srgbClr val="000000"/>
                  </a:solidFill>
                  <a:latin typeface="Arial"/>
                  <a:ea typeface="Arial"/>
                  <a:cs typeface="Arial"/>
                </a:defRPr>
              </a:lvl9pPr>
            </a:lstStyle>
            <a:p>
              <a:pPr algn="l">
                <a:defRPr sz="792" b="0">
                  <a:solidFill>
                    <a:srgbClr val="000000"/>
                  </a:solidFill>
                  <a:latin typeface="Arial"/>
                  <a:ea typeface="Arial"/>
                  <a:cs typeface="Arial"/>
                </a:defRPr>
              </a:pPr>
              <a:r>
                <a:rPr sz="792" b="0">
                  <a:solidFill>
                    <a:srgbClr val="000000"/>
                  </a:solidFill>
                  <a:latin typeface="Arial"/>
                  <a:ea typeface="Arial"/>
                  <a:cs typeface="Arial"/>
                </a:rPr>
                <a:t>Processed log-FRP</a:t>
              </a:r>
            </a:p>
          </p:txBody>
        </p:sp>
        <p:sp>
          <p:nvSpPr>
            <p:cNvPr id="172" name="text_171">
              <a:extLst>
                <a:ext uri="{FF2B5EF4-FFF2-40B4-BE49-F238E27FC236}">
                  <ns2:creationId id="{0E051558-C936-42B4-9883-12EC4CD343A1}"/>
                </a:ext>
              </a:extLst>
            </p:cNvPr>
            <p:cNvSpPr>
              <a:spLocks noGrp="1"/>
            </p:cNvSpPr>
            <p:nvPr/>
          </p:nvSpPr>
          <p:spPr>
            <a:xfrm rot="0">
              <a:off x="3648075" y="9039225"/>
              <a:ext cx="209550" cy="219075"/>
            </a:xfrm>
            <a:prstGeom prst="rect">
              <a:avLst/>
            </a:prstGeom>
            <a:noFill/>
            <a:ln w="0">
              <a:noFill/>
              <a:prstDash val="solid"/>
            </a:ln>
          </p:spPr>
          <p:txBody>
            <a:bodyPr wrap="none" lIns="0" tIns="0" rIns="0" bIns="0" anchor="t">
              <a:noAutofit/>
            </a:bodyPr>
            <a:lstStyle>
              <a:defPPr algn="r">
                <a:defRPr sz="699" b="0">
                  <a:solidFill>
                    <a:srgbClr val="000000"/>
                  </a:solidFill>
                  <a:latin typeface="Arial"/>
                  <a:ea typeface="Arial"/>
                  <a:cs typeface="Arial"/>
                </a:defRPr>
              </a:defPPr>
              <a:lvl1pPr algn="r">
                <a:defRPr sz="699" b="0">
                  <a:solidFill>
                    <a:srgbClr val="000000"/>
                  </a:solidFill>
                  <a:latin typeface="Arial"/>
                  <a:ea typeface="Arial"/>
                  <a:cs typeface="Arial"/>
                </a:defRPr>
              </a:lvl1pPr>
              <a:lvl2pPr algn="r">
                <a:defRPr sz="699" b="0">
                  <a:solidFill>
                    <a:srgbClr val="000000"/>
                  </a:solidFill>
                  <a:latin typeface="Arial"/>
                  <a:ea typeface="Arial"/>
                  <a:cs typeface="Arial"/>
                </a:defRPr>
              </a:lvl2pPr>
              <a:lvl3pPr algn="r">
                <a:defRPr sz="699" b="0">
                  <a:solidFill>
                    <a:srgbClr val="000000"/>
                  </a:solidFill>
                  <a:latin typeface="Arial"/>
                  <a:ea typeface="Arial"/>
                  <a:cs typeface="Arial"/>
                </a:defRPr>
              </a:lvl3pPr>
              <a:lvl4pPr algn="r">
                <a:defRPr sz="699" b="0">
                  <a:solidFill>
                    <a:srgbClr val="000000"/>
                  </a:solidFill>
                  <a:latin typeface="Arial"/>
                  <a:ea typeface="Arial"/>
                  <a:cs typeface="Arial"/>
                </a:defRPr>
              </a:lvl4pPr>
              <a:lvl5pPr algn="r">
                <a:defRPr sz="699" b="0">
                  <a:solidFill>
                    <a:srgbClr val="000000"/>
                  </a:solidFill>
                  <a:latin typeface="Arial"/>
                  <a:ea typeface="Arial"/>
                  <a:cs typeface="Arial"/>
                </a:defRPr>
              </a:lvl5pPr>
              <a:lvl6pPr algn="r">
                <a:defRPr sz="699" b="0">
                  <a:solidFill>
                    <a:srgbClr val="000000"/>
                  </a:solidFill>
                  <a:latin typeface="Arial"/>
                  <a:ea typeface="Arial"/>
                  <a:cs typeface="Arial"/>
                </a:defRPr>
              </a:lvl6pPr>
              <a:lvl7pPr algn="r">
                <a:defRPr sz="699" b="0">
                  <a:solidFill>
                    <a:srgbClr val="000000"/>
                  </a:solidFill>
                  <a:latin typeface="Arial"/>
                  <a:ea typeface="Arial"/>
                  <a:cs typeface="Arial"/>
                </a:defRPr>
              </a:lvl7pPr>
              <a:lvl8pPr algn="r">
                <a:defRPr sz="699" b="0">
                  <a:solidFill>
                    <a:srgbClr val="000000"/>
                  </a:solidFill>
                  <a:latin typeface="Arial"/>
                  <a:ea typeface="Arial"/>
                  <a:cs typeface="Arial"/>
                </a:defRPr>
              </a:lvl8pPr>
              <a:lvl9pPr algn="r">
                <a:defRPr sz="699" b="0">
                  <a:solidFill>
                    <a:srgbClr val="000000"/>
                  </a:solidFill>
                  <a:latin typeface="Arial"/>
                  <a:ea typeface="Arial"/>
                  <a:cs typeface="Arial"/>
                </a:defRPr>
              </a:lvl9pPr>
            </a:lstStyle>
            <a:p>
              <a:pPr algn="r">
                <a:defRPr sz="699" b="0">
                  <a:solidFill>
                    <a:srgbClr val="000000"/>
                  </a:solidFill>
                  <a:latin typeface="Arial"/>
                  <a:ea typeface="Arial"/>
                  <a:cs typeface="Arial"/>
                </a:defRPr>
              </a:pPr>
              <a:r>
                <a:rPr sz="699" b="0">
                  <a:solidFill>
                    <a:srgbClr val="000000"/>
                  </a:solidFill>
                  <a:latin typeface="Arial"/>
                  <a:ea typeface="Arial"/>
                  <a:cs typeface="Arial"/>
                </a:rPr>
                <a:t>0</a:t>
              </a:r>
            </a:p>
          </p:txBody>
        </p:sp>
        <p:sp>
          <p:nvSpPr>
            <p:cNvPr id="173" name="text_172">
              <a:extLst>
                <a:ext uri="{FF2B5EF4-FFF2-40B4-BE49-F238E27FC236}">
                  <ns2:creationId id="{6A230775-3626-400A-B0C2-7C66A472A305}"/>
                </a:ext>
              </a:extLst>
            </p:cNvPr>
            <p:cNvSpPr>
              <a:spLocks noGrp="1"/>
            </p:cNvSpPr>
            <p:nvPr/>
          </p:nvSpPr>
          <p:spPr>
            <a:xfrm rot="0">
              <a:off x="7229475" y="9039225"/>
              <a:ext cx="723900" cy="219075"/>
            </a:xfrm>
            <a:prstGeom prst="rect">
              <a:avLst/>
            </a:prstGeom>
            <a:noFill/>
            <a:ln w="0">
              <a:noFill/>
              <a:prstDash val="solid"/>
            </a:ln>
          </p:spPr>
          <p:txBody>
            <a:bodyPr wrap="none" lIns="0" tIns="0" rIns="0" bIns="0" anchor="t">
              <a:noAutofit/>
            </a:bodyPr>
            <a:lstStyle>
              <a:defPPr algn="l">
                <a:defRPr sz="699" b="0">
                  <a:solidFill>
                    <a:srgbClr val="000000"/>
                  </a:solidFill>
                  <a:latin typeface="Arial"/>
                  <a:ea typeface="Arial"/>
                  <a:cs typeface="Arial"/>
                </a:defRPr>
              </a:defPPr>
              <a:lvl1pPr algn="l">
                <a:defRPr sz="699" b="0">
                  <a:solidFill>
                    <a:srgbClr val="000000"/>
                  </a:solidFill>
                  <a:latin typeface="Arial"/>
                  <a:ea typeface="Arial"/>
                  <a:cs typeface="Arial"/>
                </a:defRPr>
              </a:lvl1pPr>
              <a:lvl2pPr algn="l">
                <a:defRPr sz="699" b="0">
                  <a:solidFill>
                    <a:srgbClr val="000000"/>
                  </a:solidFill>
                  <a:latin typeface="Arial"/>
                  <a:ea typeface="Arial"/>
                  <a:cs typeface="Arial"/>
                </a:defRPr>
              </a:lvl2pPr>
              <a:lvl3pPr algn="l">
                <a:defRPr sz="699" b="0">
                  <a:solidFill>
                    <a:srgbClr val="000000"/>
                  </a:solidFill>
                  <a:latin typeface="Arial"/>
                  <a:ea typeface="Arial"/>
                  <a:cs typeface="Arial"/>
                </a:defRPr>
              </a:lvl3pPr>
              <a:lvl4pPr algn="l">
                <a:defRPr sz="699" b="0">
                  <a:solidFill>
                    <a:srgbClr val="000000"/>
                  </a:solidFill>
                  <a:latin typeface="Arial"/>
                  <a:ea typeface="Arial"/>
                  <a:cs typeface="Arial"/>
                </a:defRPr>
              </a:lvl4pPr>
              <a:lvl5pPr algn="l">
                <a:defRPr sz="699" b="0">
                  <a:solidFill>
                    <a:srgbClr val="000000"/>
                  </a:solidFill>
                  <a:latin typeface="Arial"/>
                  <a:ea typeface="Arial"/>
                  <a:cs typeface="Arial"/>
                </a:defRPr>
              </a:lvl5pPr>
              <a:lvl6pPr algn="l">
                <a:defRPr sz="699" b="0">
                  <a:solidFill>
                    <a:srgbClr val="000000"/>
                  </a:solidFill>
                  <a:latin typeface="Arial"/>
                  <a:ea typeface="Arial"/>
                  <a:cs typeface="Arial"/>
                </a:defRPr>
              </a:lvl6pPr>
              <a:lvl7pPr algn="l">
                <a:defRPr sz="699" b="0">
                  <a:solidFill>
                    <a:srgbClr val="000000"/>
                  </a:solidFill>
                  <a:latin typeface="Arial"/>
                  <a:ea typeface="Arial"/>
                  <a:cs typeface="Arial"/>
                </a:defRPr>
              </a:lvl7pPr>
              <a:lvl8pPr algn="l">
                <a:defRPr sz="699" b="0">
                  <a:solidFill>
                    <a:srgbClr val="000000"/>
                  </a:solidFill>
                  <a:latin typeface="Arial"/>
                  <a:ea typeface="Arial"/>
                  <a:cs typeface="Arial"/>
                </a:defRPr>
              </a:lvl8pPr>
              <a:lvl9pPr algn="l">
                <a:defRPr sz="699" b="0">
                  <a:solidFill>
                    <a:srgbClr val="000000"/>
                  </a:solidFill>
                  <a:latin typeface="Arial"/>
                  <a:ea typeface="Arial"/>
                  <a:cs typeface="Arial"/>
                </a:defRPr>
              </a:lvl9pPr>
            </a:lstStyle>
            <a:p>
              <a:pPr algn="l">
                <a:defRPr sz="699" b="0">
                  <a:solidFill>
                    <a:srgbClr val="000000"/>
                  </a:solidFill>
                  <a:latin typeface="Arial"/>
                  <a:ea typeface="Arial"/>
                  <a:cs typeface="Arial"/>
                </a:defRPr>
              </a:pPr>
              <a:r>
                <a:rPr sz="699" b="0">
                  <a:solidFill>
                    <a:srgbClr val="000000"/>
                  </a:solidFill>
                  <a:latin typeface="Arial"/>
                  <a:ea typeface="Arial"/>
                  <a:cs typeface="Arial"/>
                </a:rPr>
                <a:t>4.21</a:t>
              </a:r>
            </a:p>
          </p:txBody>
        </p:sp>
        <p:sp>
          <p:nvSpPr>
            <p:cNvPr id="174" name="text_173">
              <a:extLst>
                <a:ext uri="{FF2B5EF4-FFF2-40B4-BE49-F238E27FC236}">
                  <ns2:creationId id="{34AD4E28-47C8-41C9-8D87-061E1E40BCBA}"/>
                </a:ext>
              </a:extLst>
            </p:cNvPr>
            <p:cNvSpPr>
              <a:spLocks noGrp="1"/>
            </p:cNvSpPr>
            <p:nvPr/>
          </p:nvSpPr>
          <p:spPr>
            <a:xfrm rot="0">
              <a:off x="8553450" y="2343150"/>
              <a:ext cx="3524250" cy="276225"/>
            </a:xfrm>
            <a:prstGeom prst="rect">
              <a:avLst/>
            </a:prstGeom>
            <a:noFill/>
            <a:ln w="0">
              <a:noFill/>
              <a:prstDash val="solid"/>
            </a:ln>
          </p:spPr>
          <p:txBody>
            <a:bodyPr wrap="none" lIns="0" tIns="0" rIns="0" bIns="0" anchor="t">
              <a:noAutofit/>
            </a:bodyPr>
            <a:lstStyle>
              <a:defPPr algn="l">
                <a:defRPr sz="1025" b="1">
                  <a:solidFill>
                    <a:srgbClr val="000000"/>
                  </a:solidFill>
                  <a:latin typeface="Arial"/>
                  <a:ea typeface="Arial"/>
                  <a:cs typeface="Arial"/>
                </a:defRPr>
              </a:defPPr>
              <a:lvl1pPr algn="l">
                <a:defRPr sz="1025" b="1">
                  <a:solidFill>
                    <a:srgbClr val="000000"/>
                  </a:solidFill>
                  <a:latin typeface="Arial"/>
                  <a:ea typeface="Arial"/>
                  <a:cs typeface="Arial"/>
                </a:defRPr>
              </a:lvl1pPr>
              <a:lvl2pPr algn="l">
                <a:defRPr sz="1025" b="1">
                  <a:solidFill>
                    <a:srgbClr val="000000"/>
                  </a:solidFill>
                  <a:latin typeface="Arial"/>
                  <a:ea typeface="Arial"/>
                  <a:cs typeface="Arial"/>
                </a:defRPr>
              </a:lvl2pPr>
              <a:lvl3pPr algn="l">
                <a:defRPr sz="1025" b="1">
                  <a:solidFill>
                    <a:srgbClr val="000000"/>
                  </a:solidFill>
                  <a:latin typeface="Arial"/>
                  <a:ea typeface="Arial"/>
                  <a:cs typeface="Arial"/>
                </a:defRPr>
              </a:lvl3pPr>
              <a:lvl4pPr algn="l">
                <a:defRPr sz="1025" b="1">
                  <a:solidFill>
                    <a:srgbClr val="000000"/>
                  </a:solidFill>
                  <a:latin typeface="Arial"/>
                  <a:ea typeface="Arial"/>
                  <a:cs typeface="Arial"/>
                </a:defRPr>
              </a:lvl4pPr>
              <a:lvl5pPr algn="l">
                <a:defRPr sz="1025" b="1">
                  <a:solidFill>
                    <a:srgbClr val="000000"/>
                  </a:solidFill>
                  <a:latin typeface="Arial"/>
                  <a:ea typeface="Arial"/>
                  <a:cs typeface="Arial"/>
                </a:defRPr>
              </a:lvl5pPr>
              <a:lvl6pPr algn="l">
                <a:defRPr sz="1025" b="1">
                  <a:solidFill>
                    <a:srgbClr val="000000"/>
                  </a:solidFill>
                  <a:latin typeface="Arial"/>
                  <a:ea typeface="Arial"/>
                  <a:cs typeface="Arial"/>
                </a:defRPr>
              </a:lvl6pPr>
              <a:lvl7pPr algn="l">
                <a:defRPr sz="1025" b="1">
                  <a:solidFill>
                    <a:srgbClr val="000000"/>
                  </a:solidFill>
                  <a:latin typeface="Arial"/>
                  <a:ea typeface="Arial"/>
                  <a:cs typeface="Arial"/>
                </a:defRPr>
              </a:lvl7pPr>
              <a:lvl8pPr algn="l">
                <a:defRPr sz="1025" b="1">
                  <a:solidFill>
                    <a:srgbClr val="000000"/>
                  </a:solidFill>
                  <a:latin typeface="Arial"/>
                  <a:ea typeface="Arial"/>
                  <a:cs typeface="Arial"/>
                </a:defRPr>
              </a:lvl8pPr>
              <a:lvl9pPr algn="l">
                <a:defRPr sz="1025" b="1">
                  <a:solidFill>
                    <a:srgbClr val="000000"/>
                  </a:solidFill>
                  <a:latin typeface="Arial"/>
                  <a:ea typeface="Arial"/>
                  <a:cs typeface="Arial"/>
                </a:defRPr>
              </a:lvl9pPr>
            </a:lstStyle>
            <a:p>
              <a:pPr algn="l">
                <a:defRPr sz="1025" b="1">
                  <a:solidFill>
                    <a:srgbClr val="000000"/>
                  </a:solidFill>
                  <a:latin typeface="Arial"/>
                  <a:ea typeface="Arial"/>
                  <a:cs typeface="Arial"/>
                </a:defRPr>
              </a:pPr>
              <a:r>
                <a:rPr sz="1025" b="1">
                  <a:solidFill>
                    <a:srgbClr val="000000"/>
                  </a:solidFill>
                  <a:latin typeface="Arial"/>
                  <a:ea typeface="Arial"/>
                  <a:cs typeface="Arial"/>
                </a:rPr>
                <a:t>(d) Frame 18: saved profiles</a:t>
              </a:r>
            </a:p>
          </p:txBody>
        </p:sp>
        <p:sp>
          <p:nvSpPr>
            <p:cNvPr id="175" name="text_174">
              <a:extLst>
                <a:ext uri="{FF2B5EF4-FFF2-40B4-BE49-F238E27FC236}">
                  <ns2:creationId id="{FDB7C550-E6EB-44EF-AA20-A82C3CB66D96}"/>
                </a:ext>
              </a:extLst>
            </p:cNvPr>
            <p:cNvSpPr>
              <a:spLocks noGrp="1"/>
            </p:cNvSpPr>
            <p:nvPr/>
          </p:nvSpPr>
          <p:spPr>
            <a:xfrm rot="0">
              <a:off x="8905875" y="2790825"/>
              <a:ext cx="3048000" cy="228600"/>
            </a:xfrm>
            <a:prstGeom prst="rect">
              <a:avLst/>
            </a:prstGeom>
            <a:noFill/>
            <a:ln w="0">
              <a:noFill/>
              <a:prstDash val="solid"/>
            </a:ln>
          </p:spPr>
          <p:txBody>
            <a:bodyPr wrap="none" lIns="0" tIns="0" rIns="0" bIns="0" anchor="t">
              <a:noAutofit/>
            </a:bodyPr>
            <a:lstStyle>
              <a:defPPr algn="l">
                <a:defRPr sz="792" b="0">
                  <a:solidFill>
                    <a:srgbClr val="000000"/>
                  </a:solidFill>
                  <a:latin typeface="Arial"/>
                  <a:ea typeface="Arial"/>
                  <a:cs typeface="Arial"/>
                </a:defRPr>
              </a:defPPr>
              <a:lvl1pPr algn="l">
                <a:defRPr sz="792" b="0">
                  <a:solidFill>
                    <a:srgbClr val="000000"/>
                  </a:solidFill>
                  <a:latin typeface="Arial"/>
                  <a:ea typeface="Arial"/>
                  <a:cs typeface="Arial"/>
                </a:defRPr>
              </a:lvl1pPr>
              <a:lvl2pPr algn="l">
                <a:defRPr sz="792" b="0">
                  <a:solidFill>
                    <a:srgbClr val="000000"/>
                  </a:solidFill>
                  <a:latin typeface="Arial"/>
                  <a:ea typeface="Arial"/>
                  <a:cs typeface="Arial"/>
                </a:defRPr>
              </a:lvl2pPr>
              <a:lvl3pPr algn="l">
                <a:defRPr sz="792" b="0">
                  <a:solidFill>
                    <a:srgbClr val="000000"/>
                  </a:solidFill>
                  <a:latin typeface="Arial"/>
                  <a:ea typeface="Arial"/>
                  <a:cs typeface="Arial"/>
                </a:defRPr>
              </a:lvl3pPr>
              <a:lvl4pPr algn="l">
                <a:defRPr sz="792" b="0">
                  <a:solidFill>
                    <a:srgbClr val="000000"/>
                  </a:solidFill>
                  <a:latin typeface="Arial"/>
                  <a:ea typeface="Arial"/>
                  <a:cs typeface="Arial"/>
                </a:defRPr>
              </a:lvl4pPr>
              <a:lvl5pPr algn="l">
                <a:defRPr sz="792" b="0">
                  <a:solidFill>
                    <a:srgbClr val="000000"/>
                  </a:solidFill>
                  <a:latin typeface="Arial"/>
                  <a:ea typeface="Arial"/>
                  <a:cs typeface="Arial"/>
                </a:defRPr>
              </a:lvl5pPr>
              <a:lvl6pPr algn="l">
                <a:defRPr sz="792" b="0">
                  <a:solidFill>
                    <a:srgbClr val="000000"/>
                  </a:solidFill>
                  <a:latin typeface="Arial"/>
                  <a:ea typeface="Arial"/>
                  <a:cs typeface="Arial"/>
                </a:defRPr>
              </a:lvl6pPr>
              <a:lvl7pPr algn="l">
                <a:defRPr sz="792" b="0">
                  <a:solidFill>
                    <a:srgbClr val="000000"/>
                  </a:solidFill>
                  <a:latin typeface="Arial"/>
                  <a:ea typeface="Arial"/>
                  <a:cs typeface="Arial"/>
                </a:defRPr>
              </a:lvl7pPr>
              <a:lvl8pPr algn="l">
                <a:defRPr sz="792" b="0">
                  <a:solidFill>
                    <a:srgbClr val="000000"/>
                  </a:solidFill>
                  <a:latin typeface="Arial"/>
                  <a:ea typeface="Arial"/>
                  <a:cs typeface="Arial"/>
                </a:defRPr>
              </a:lvl8pPr>
              <a:lvl9pPr algn="l">
                <a:defRPr sz="792" b="0">
                  <a:solidFill>
                    <a:srgbClr val="000000"/>
                  </a:solidFill>
                  <a:latin typeface="Arial"/>
                  <a:ea typeface="Arial"/>
                  <a:cs typeface="Arial"/>
                </a:defRPr>
              </a:lvl9pPr>
            </a:lstStyle>
            <a:p>
              <a:pPr algn="l">
                <a:defRPr sz="792" b="0">
                  <a:solidFill>
                    <a:srgbClr val="000000"/>
                  </a:solidFill>
                  <a:latin typeface="Arial"/>
                  <a:ea typeface="Arial"/>
                  <a:cs typeface="Arial"/>
                </a:defRPr>
              </a:pPr>
              <a:r>
                <a:rPr sz="792" b="0">
                  <a:solidFill>
                    <a:srgbClr val="000000"/>
                  </a:solidFill>
                  <a:latin typeface="Arial"/>
                  <a:ea typeface="Arial"/>
                  <a:cs typeface="Arial"/>
                </a:rPr>
                <a:t>Processed log-FRP</a:t>
              </a:r>
            </a:p>
          </p:txBody>
        </p:sp>
        <p:sp>
          <p:nvSpPr>
            <p:cNvPr id="176" name="line_175">
              <a:extLst>
                <a:ext uri="{FF2B5EF4-FFF2-40B4-BE49-F238E27FC236}">
                  <ns2:creationId id="{1D7E4962-F845-48B1-A6B6-41DA91B296AE}"/>
                </a:ext>
              </a:extLst>
            </p:cNvPr>
            <p:cNvSpPr>
              <a:spLocks noGrp="1"/>
            </p:cNvSpPr>
            <p:nvPr/>
          </p:nvSpPr>
          <p:spPr>
            <a:xfrm>
              <a:off x="8905875" y="4668012"/>
              <a:ext cx="2971800" cy="95"/>
            </a:xfrm>
            <a:custGeom>
              <a:pathLst>
                <a:path w="2971800" h="95">
                  <a:moveTo>
                    <a:pt x="0" y="0"/>
                  </a:moveTo>
                  <a:lnTo>
                    <a:pt x="2971800" y="0"/>
                  </a:lnTo>
                </a:path>
              </a:pathLst>
            </a:custGeom>
            <a:noFill/>
            <a:ln w="3551">
              <a:solidFill>
                <a:srgbClr val="DEE3E7"/>
              </a:solidFill>
              <a:prstDash val="solid"/>
            </a:ln>
          </p:spPr>
        </p:sp>
        <p:sp>
          <p:nvSpPr>
            <p:cNvPr id="177" name="text_176">
              <a:extLst>
                <a:ext uri="{FF2B5EF4-FFF2-40B4-BE49-F238E27FC236}">
                  <ns2:creationId id="{554488CA-3356-474E-A427-B95CF18AB462}"/>
                </a:ext>
              </a:extLst>
            </p:cNvPr>
            <p:cNvSpPr>
              <a:spLocks noGrp="1"/>
            </p:cNvSpPr>
            <p:nvPr/>
          </p:nvSpPr>
          <p:spPr>
            <a:xfrm rot="0">
              <a:off x="8572500" y="4572762"/>
              <a:ext cx="257175" cy="228600"/>
            </a:xfrm>
            <a:prstGeom prst="rect">
              <a:avLst/>
            </a:prstGeom>
            <a:noFill/>
            <a:ln w="0">
              <a:noFill/>
              <a:prstDash val="solid"/>
            </a:ln>
          </p:spPr>
          <p:txBody>
            <a:bodyPr wrap="none" lIns="0" tIns="0" rIns="0" bIns="0" anchor="t">
              <a:noAutofit/>
            </a:bodyPr>
            <a:lstStyle>
              <a:defPPr algn="r">
                <a:defRPr sz="746" b="0">
                  <a:solidFill>
                    <a:srgbClr val="000000"/>
                  </a:solidFill>
                  <a:latin typeface="Arial"/>
                  <a:ea typeface="Arial"/>
                  <a:cs typeface="Arial"/>
                </a:defRPr>
              </a:defPPr>
              <a:lvl1pPr algn="r">
                <a:defRPr sz="746" b="0">
                  <a:solidFill>
                    <a:srgbClr val="000000"/>
                  </a:solidFill>
                  <a:latin typeface="Arial"/>
                  <a:ea typeface="Arial"/>
                  <a:cs typeface="Arial"/>
                </a:defRPr>
              </a:lvl1pPr>
              <a:lvl2pPr algn="r">
                <a:defRPr sz="746" b="0">
                  <a:solidFill>
                    <a:srgbClr val="000000"/>
                  </a:solidFill>
                  <a:latin typeface="Arial"/>
                  <a:ea typeface="Arial"/>
                  <a:cs typeface="Arial"/>
                </a:defRPr>
              </a:lvl2pPr>
              <a:lvl3pPr algn="r">
                <a:defRPr sz="746" b="0">
                  <a:solidFill>
                    <a:srgbClr val="000000"/>
                  </a:solidFill>
                  <a:latin typeface="Arial"/>
                  <a:ea typeface="Arial"/>
                  <a:cs typeface="Arial"/>
                </a:defRPr>
              </a:lvl3pPr>
              <a:lvl4pPr algn="r">
                <a:defRPr sz="746" b="0">
                  <a:solidFill>
                    <a:srgbClr val="000000"/>
                  </a:solidFill>
                  <a:latin typeface="Arial"/>
                  <a:ea typeface="Arial"/>
                  <a:cs typeface="Arial"/>
                </a:defRPr>
              </a:lvl4pPr>
              <a:lvl5pPr algn="r">
                <a:defRPr sz="746" b="0">
                  <a:solidFill>
                    <a:srgbClr val="000000"/>
                  </a:solidFill>
                  <a:latin typeface="Arial"/>
                  <a:ea typeface="Arial"/>
                  <a:cs typeface="Arial"/>
                </a:defRPr>
              </a:lvl5pPr>
              <a:lvl6pPr algn="r">
                <a:defRPr sz="746" b="0">
                  <a:solidFill>
                    <a:srgbClr val="000000"/>
                  </a:solidFill>
                  <a:latin typeface="Arial"/>
                  <a:ea typeface="Arial"/>
                  <a:cs typeface="Arial"/>
                </a:defRPr>
              </a:lvl6pPr>
              <a:lvl7pPr algn="r">
                <a:defRPr sz="746" b="0">
                  <a:solidFill>
                    <a:srgbClr val="000000"/>
                  </a:solidFill>
                  <a:latin typeface="Arial"/>
                  <a:ea typeface="Arial"/>
                  <a:cs typeface="Arial"/>
                </a:defRPr>
              </a:lvl7pPr>
              <a:lvl8pPr algn="r">
                <a:defRPr sz="746" b="0">
                  <a:solidFill>
                    <a:srgbClr val="000000"/>
                  </a:solidFill>
                  <a:latin typeface="Arial"/>
                  <a:ea typeface="Arial"/>
                  <a:cs typeface="Arial"/>
                </a:defRPr>
              </a:lvl8pPr>
              <a:lvl9pPr algn="r">
                <a:defRPr sz="746" b="0">
                  <a:solidFill>
                    <a:srgbClr val="000000"/>
                  </a:solidFill>
                  <a:latin typeface="Arial"/>
                  <a:ea typeface="Arial"/>
                  <a:cs typeface="Arial"/>
                </a:defRPr>
              </a:lvl9pPr>
            </a:lstStyle>
            <a:p>
              <a:pPr algn="r">
                <a:defRPr sz="746" b="0">
                  <a:solidFill>
                    <a:srgbClr val="000000"/>
                  </a:solidFill>
                  <a:latin typeface="Arial"/>
                  <a:ea typeface="Arial"/>
                  <a:cs typeface="Arial"/>
                </a:defRPr>
              </a:pPr>
              <a:r>
                <a:rPr sz="746" b="0">
                  <a:solidFill>
                    <a:srgbClr val="000000"/>
                  </a:solidFill>
                  <a:latin typeface="Arial"/>
                  <a:ea typeface="Arial"/>
                  <a:cs typeface="Arial"/>
                </a:rPr>
                <a:t>0</a:t>
              </a:r>
            </a:p>
          </p:txBody>
        </p:sp>
        <p:sp>
          <p:nvSpPr>
            <p:cNvPr id="178" name="line_177">
              <a:extLst>
                <a:ext uri="{FF2B5EF4-FFF2-40B4-BE49-F238E27FC236}">
                  <ns2:creationId id="{5F10A5EB-3311-45D1-8E4C-5377BA6EBE43}"/>
                </a:ext>
              </a:extLst>
            </p:cNvPr>
            <p:cNvSpPr>
              <a:spLocks noGrp="1"/>
            </p:cNvSpPr>
            <p:nvPr/>
          </p:nvSpPr>
          <p:spPr>
            <a:xfrm>
              <a:off x="8905875" y="3989832"/>
              <a:ext cx="2971800" cy="95"/>
            </a:xfrm>
            <a:custGeom>
              <a:pathLst>
                <a:path w="2971800" h="95">
                  <a:moveTo>
                    <a:pt x="0" y="0"/>
                  </a:moveTo>
                  <a:lnTo>
                    <a:pt x="2971800" y="0"/>
                  </a:lnTo>
                </a:path>
              </a:pathLst>
            </a:custGeom>
            <a:noFill/>
            <a:ln w="3551">
              <a:solidFill>
                <a:srgbClr val="DEE3E7"/>
              </a:solidFill>
              <a:prstDash val="solid"/>
            </a:ln>
          </p:spPr>
        </p:sp>
        <p:sp>
          <p:nvSpPr>
            <p:cNvPr id="179" name="text_178">
              <a:extLst>
                <a:ext uri="{FF2B5EF4-FFF2-40B4-BE49-F238E27FC236}">
                  <ns2:creationId id="{7120484F-369E-4F85-8CA0-B8C7387341CD}"/>
                </a:ext>
              </a:extLst>
            </p:cNvPr>
            <p:cNvSpPr>
              <a:spLocks noGrp="1"/>
            </p:cNvSpPr>
            <p:nvPr/>
          </p:nvSpPr>
          <p:spPr>
            <a:xfrm rot="0">
              <a:off x="8572500" y="3894582"/>
              <a:ext cx="257175" cy="228600"/>
            </a:xfrm>
            <a:prstGeom prst="rect">
              <a:avLst/>
            </a:prstGeom>
            <a:noFill/>
            <a:ln w="0">
              <a:noFill/>
              <a:prstDash val="solid"/>
            </a:ln>
          </p:spPr>
          <p:txBody>
            <a:bodyPr wrap="none" lIns="0" tIns="0" rIns="0" bIns="0" anchor="t">
              <a:noAutofit/>
            </a:bodyPr>
            <a:lstStyle>
              <a:defPPr algn="r">
                <a:defRPr sz="746" b="0">
                  <a:solidFill>
                    <a:srgbClr val="000000"/>
                  </a:solidFill>
                  <a:latin typeface="Arial"/>
                  <a:ea typeface="Arial"/>
                  <a:cs typeface="Arial"/>
                </a:defRPr>
              </a:defPPr>
              <a:lvl1pPr algn="r">
                <a:defRPr sz="746" b="0">
                  <a:solidFill>
                    <a:srgbClr val="000000"/>
                  </a:solidFill>
                  <a:latin typeface="Arial"/>
                  <a:ea typeface="Arial"/>
                  <a:cs typeface="Arial"/>
                </a:defRPr>
              </a:lvl1pPr>
              <a:lvl2pPr algn="r">
                <a:defRPr sz="746" b="0">
                  <a:solidFill>
                    <a:srgbClr val="000000"/>
                  </a:solidFill>
                  <a:latin typeface="Arial"/>
                  <a:ea typeface="Arial"/>
                  <a:cs typeface="Arial"/>
                </a:defRPr>
              </a:lvl2pPr>
              <a:lvl3pPr algn="r">
                <a:defRPr sz="746" b="0">
                  <a:solidFill>
                    <a:srgbClr val="000000"/>
                  </a:solidFill>
                  <a:latin typeface="Arial"/>
                  <a:ea typeface="Arial"/>
                  <a:cs typeface="Arial"/>
                </a:defRPr>
              </a:lvl3pPr>
              <a:lvl4pPr algn="r">
                <a:defRPr sz="746" b="0">
                  <a:solidFill>
                    <a:srgbClr val="000000"/>
                  </a:solidFill>
                  <a:latin typeface="Arial"/>
                  <a:ea typeface="Arial"/>
                  <a:cs typeface="Arial"/>
                </a:defRPr>
              </a:lvl4pPr>
              <a:lvl5pPr algn="r">
                <a:defRPr sz="746" b="0">
                  <a:solidFill>
                    <a:srgbClr val="000000"/>
                  </a:solidFill>
                  <a:latin typeface="Arial"/>
                  <a:ea typeface="Arial"/>
                  <a:cs typeface="Arial"/>
                </a:defRPr>
              </a:lvl5pPr>
              <a:lvl6pPr algn="r">
                <a:defRPr sz="746" b="0">
                  <a:solidFill>
                    <a:srgbClr val="000000"/>
                  </a:solidFill>
                  <a:latin typeface="Arial"/>
                  <a:ea typeface="Arial"/>
                  <a:cs typeface="Arial"/>
                </a:defRPr>
              </a:lvl6pPr>
              <a:lvl7pPr algn="r">
                <a:defRPr sz="746" b="0">
                  <a:solidFill>
                    <a:srgbClr val="000000"/>
                  </a:solidFill>
                  <a:latin typeface="Arial"/>
                  <a:ea typeface="Arial"/>
                  <a:cs typeface="Arial"/>
                </a:defRPr>
              </a:lvl7pPr>
              <a:lvl8pPr algn="r">
                <a:defRPr sz="746" b="0">
                  <a:solidFill>
                    <a:srgbClr val="000000"/>
                  </a:solidFill>
                  <a:latin typeface="Arial"/>
                  <a:ea typeface="Arial"/>
                  <a:cs typeface="Arial"/>
                </a:defRPr>
              </a:lvl8pPr>
              <a:lvl9pPr algn="r">
                <a:defRPr sz="746" b="0">
                  <a:solidFill>
                    <a:srgbClr val="000000"/>
                  </a:solidFill>
                  <a:latin typeface="Arial"/>
                  <a:ea typeface="Arial"/>
                  <a:cs typeface="Arial"/>
                </a:defRPr>
              </a:lvl9pPr>
            </a:lstStyle>
            <a:p>
              <a:pPr algn="r">
                <a:defRPr sz="746" b="0">
                  <a:solidFill>
                    <a:srgbClr val="000000"/>
                  </a:solidFill>
                  <a:latin typeface="Arial"/>
                  <a:ea typeface="Arial"/>
                  <a:cs typeface="Arial"/>
                </a:defRPr>
              </a:pPr>
              <a:r>
                <a:rPr sz="746" b="0">
                  <a:solidFill>
                    <a:srgbClr val="000000"/>
                  </a:solidFill>
                  <a:latin typeface="Arial"/>
                  <a:ea typeface="Arial"/>
                  <a:cs typeface="Arial"/>
                </a:rPr>
                <a:t>2</a:t>
              </a:r>
            </a:p>
          </p:txBody>
        </p:sp>
        <p:sp>
          <p:nvSpPr>
            <p:cNvPr id="180" name="line_179">
              <a:extLst>
                <a:ext uri="{FF2B5EF4-FFF2-40B4-BE49-F238E27FC236}">
                  <ns2:creationId id="{696D717B-E63A-4DDD-8AFA-FB051E46A1E2}"/>
                </a:ext>
              </a:extLst>
            </p:cNvPr>
            <p:cNvSpPr>
              <a:spLocks noGrp="1"/>
            </p:cNvSpPr>
            <p:nvPr/>
          </p:nvSpPr>
          <p:spPr>
            <a:xfrm>
              <a:off x="8905875" y="3311652"/>
              <a:ext cx="2971800" cy="95"/>
            </a:xfrm>
            <a:custGeom>
              <a:pathLst>
                <a:path w="2971800" h="95">
                  <a:moveTo>
                    <a:pt x="0" y="0"/>
                  </a:moveTo>
                  <a:lnTo>
                    <a:pt x="2971800" y="0"/>
                  </a:lnTo>
                </a:path>
              </a:pathLst>
            </a:custGeom>
            <a:noFill/>
            <a:ln w="3551">
              <a:solidFill>
                <a:srgbClr val="DEE3E7"/>
              </a:solidFill>
              <a:prstDash val="solid"/>
            </a:ln>
          </p:spPr>
        </p:sp>
        <p:sp>
          <p:nvSpPr>
            <p:cNvPr id="181" name="text_180">
              <a:extLst>
                <a:ext uri="{FF2B5EF4-FFF2-40B4-BE49-F238E27FC236}">
                  <ns2:creationId id="{248997C0-DA06-4377-8A29-6014DBA4FCC4}"/>
                </a:ext>
              </a:extLst>
            </p:cNvPr>
            <p:cNvSpPr>
              <a:spLocks noGrp="1"/>
            </p:cNvSpPr>
            <p:nvPr/>
          </p:nvSpPr>
          <p:spPr>
            <a:xfrm rot="0">
              <a:off x="8572500" y="3216402"/>
              <a:ext cx="257175" cy="228600"/>
            </a:xfrm>
            <a:prstGeom prst="rect">
              <a:avLst/>
            </a:prstGeom>
            <a:noFill/>
            <a:ln w="0">
              <a:noFill/>
              <a:prstDash val="solid"/>
            </a:ln>
          </p:spPr>
          <p:txBody>
            <a:bodyPr wrap="none" lIns="0" tIns="0" rIns="0" bIns="0" anchor="t">
              <a:noAutofit/>
            </a:bodyPr>
            <a:lstStyle>
              <a:defPPr algn="r">
                <a:defRPr sz="746" b="0">
                  <a:solidFill>
                    <a:srgbClr val="000000"/>
                  </a:solidFill>
                  <a:latin typeface="Arial"/>
                  <a:ea typeface="Arial"/>
                  <a:cs typeface="Arial"/>
                </a:defRPr>
              </a:defPPr>
              <a:lvl1pPr algn="r">
                <a:defRPr sz="746" b="0">
                  <a:solidFill>
                    <a:srgbClr val="000000"/>
                  </a:solidFill>
                  <a:latin typeface="Arial"/>
                  <a:ea typeface="Arial"/>
                  <a:cs typeface="Arial"/>
                </a:defRPr>
              </a:lvl1pPr>
              <a:lvl2pPr algn="r">
                <a:defRPr sz="746" b="0">
                  <a:solidFill>
                    <a:srgbClr val="000000"/>
                  </a:solidFill>
                  <a:latin typeface="Arial"/>
                  <a:ea typeface="Arial"/>
                  <a:cs typeface="Arial"/>
                </a:defRPr>
              </a:lvl2pPr>
              <a:lvl3pPr algn="r">
                <a:defRPr sz="746" b="0">
                  <a:solidFill>
                    <a:srgbClr val="000000"/>
                  </a:solidFill>
                  <a:latin typeface="Arial"/>
                  <a:ea typeface="Arial"/>
                  <a:cs typeface="Arial"/>
                </a:defRPr>
              </a:lvl3pPr>
              <a:lvl4pPr algn="r">
                <a:defRPr sz="746" b="0">
                  <a:solidFill>
                    <a:srgbClr val="000000"/>
                  </a:solidFill>
                  <a:latin typeface="Arial"/>
                  <a:ea typeface="Arial"/>
                  <a:cs typeface="Arial"/>
                </a:defRPr>
              </a:lvl4pPr>
              <a:lvl5pPr algn="r">
                <a:defRPr sz="746" b="0">
                  <a:solidFill>
                    <a:srgbClr val="000000"/>
                  </a:solidFill>
                  <a:latin typeface="Arial"/>
                  <a:ea typeface="Arial"/>
                  <a:cs typeface="Arial"/>
                </a:defRPr>
              </a:lvl5pPr>
              <a:lvl6pPr algn="r">
                <a:defRPr sz="746" b="0">
                  <a:solidFill>
                    <a:srgbClr val="000000"/>
                  </a:solidFill>
                  <a:latin typeface="Arial"/>
                  <a:ea typeface="Arial"/>
                  <a:cs typeface="Arial"/>
                </a:defRPr>
              </a:lvl6pPr>
              <a:lvl7pPr algn="r">
                <a:defRPr sz="746" b="0">
                  <a:solidFill>
                    <a:srgbClr val="000000"/>
                  </a:solidFill>
                  <a:latin typeface="Arial"/>
                  <a:ea typeface="Arial"/>
                  <a:cs typeface="Arial"/>
                </a:defRPr>
              </a:lvl7pPr>
              <a:lvl8pPr algn="r">
                <a:defRPr sz="746" b="0">
                  <a:solidFill>
                    <a:srgbClr val="000000"/>
                  </a:solidFill>
                  <a:latin typeface="Arial"/>
                  <a:ea typeface="Arial"/>
                  <a:cs typeface="Arial"/>
                </a:defRPr>
              </a:lvl8pPr>
              <a:lvl9pPr algn="r">
                <a:defRPr sz="746" b="0">
                  <a:solidFill>
                    <a:srgbClr val="000000"/>
                  </a:solidFill>
                  <a:latin typeface="Arial"/>
                  <a:ea typeface="Arial"/>
                  <a:cs typeface="Arial"/>
                </a:defRPr>
              </a:lvl9pPr>
            </a:lstStyle>
            <a:p>
              <a:pPr algn="r">
                <a:defRPr sz="746" b="0">
                  <a:solidFill>
                    <a:srgbClr val="000000"/>
                  </a:solidFill>
                  <a:latin typeface="Arial"/>
                  <a:ea typeface="Arial"/>
                  <a:cs typeface="Arial"/>
                </a:defRPr>
              </a:pPr>
              <a:r>
                <a:rPr sz="746" b="0">
                  <a:solidFill>
                    <a:srgbClr val="000000"/>
                  </a:solidFill>
                  <a:latin typeface="Arial"/>
                  <a:ea typeface="Arial"/>
                  <a:cs typeface="Arial"/>
                </a:rPr>
                <a:t>4</a:t>
              </a:r>
            </a:p>
          </p:txBody>
        </p:sp>
        <p:sp>
          <p:nvSpPr>
            <p:cNvPr id="182" name="text_181">
              <a:extLst>
                <a:ext uri="{FF2B5EF4-FFF2-40B4-BE49-F238E27FC236}">
                  <ns2:creationId id="{B002ABA5-A76F-45D5-8E99-6D1CF87B33D7}"/>
                </a:ext>
              </a:extLst>
            </p:cNvPr>
            <p:cNvSpPr>
              <a:spLocks noGrp="1"/>
            </p:cNvSpPr>
            <p:nvPr/>
          </p:nvSpPr>
          <p:spPr>
            <a:xfrm rot="0">
              <a:off x="8715375" y="4962525"/>
              <a:ext cx="381000" cy="228600"/>
            </a:xfrm>
            <a:prstGeom prst="rect">
              <a:avLst/>
            </a:prstGeom>
            <a:noFill/>
            <a:ln w="0">
              <a:noFill/>
              <a:prstDash val="solid"/>
            </a:ln>
          </p:spPr>
          <p:txBody>
            <a:bodyPr wrap="none" lIns="0" tIns="0" rIns="0" bIns="0" anchor="t">
              <a:noAutofit/>
            </a:bodyPr>
            <a:lstStyle>
              <a:defPPr algn="ctr">
                <a:defRPr sz="746" b="0">
                  <a:solidFill>
                    <a:srgbClr val="000000"/>
                  </a:solidFill>
                  <a:latin typeface="Arial"/>
                  <a:ea typeface="Arial"/>
                  <a:cs typeface="Arial"/>
                </a:defRPr>
              </a:defPPr>
              <a:lvl1pPr algn="ctr">
                <a:defRPr sz="746" b="0">
                  <a:solidFill>
                    <a:srgbClr val="000000"/>
                  </a:solidFill>
                  <a:latin typeface="Arial"/>
                  <a:ea typeface="Arial"/>
                  <a:cs typeface="Arial"/>
                </a:defRPr>
              </a:lvl1pPr>
              <a:lvl2pPr algn="ctr">
                <a:defRPr sz="746" b="0">
                  <a:solidFill>
                    <a:srgbClr val="000000"/>
                  </a:solidFill>
                  <a:latin typeface="Arial"/>
                  <a:ea typeface="Arial"/>
                  <a:cs typeface="Arial"/>
                </a:defRPr>
              </a:lvl2pPr>
              <a:lvl3pPr algn="ctr">
                <a:defRPr sz="746" b="0">
                  <a:solidFill>
                    <a:srgbClr val="000000"/>
                  </a:solidFill>
                  <a:latin typeface="Arial"/>
                  <a:ea typeface="Arial"/>
                  <a:cs typeface="Arial"/>
                </a:defRPr>
              </a:lvl3pPr>
              <a:lvl4pPr algn="ctr">
                <a:defRPr sz="746" b="0">
                  <a:solidFill>
                    <a:srgbClr val="000000"/>
                  </a:solidFill>
                  <a:latin typeface="Arial"/>
                  <a:ea typeface="Arial"/>
                  <a:cs typeface="Arial"/>
                </a:defRPr>
              </a:lvl4pPr>
              <a:lvl5pPr algn="ctr">
                <a:defRPr sz="746" b="0">
                  <a:solidFill>
                    <a:srgbClr val="000000"/>
                  </a:solidFill>
                  <a:latin typeface="Arial"/>
                  <a:ea typeface="Arial"/>
                  <a:cs typeface="Arial"/>
                </a:defRPr>
              </a:lvl5pPr>
              <a:lvl6pPr algn="ctr">
                <a:defRPr sz="746" b="0">
                  <a:solidFill>
                    <a:srgbClr val="000000"/>
                  </a:solidFill>
                  <a:latin typeface="Arial"/>
                  <a:ea typeface="Arial"/>
                  <a:cs typeface="Arial"/>
                </a:defRPr>
              </a:lvl6pPr>
              <a:lvl7pPr algn="ctr">
                <a:defRPr sz="746" b="0">
                  <a:solidFill>
                    <a:srgbClr val="000000"/>
                  </a:solidFill>
                  <a:latin typeface="Arial"/>
                  <a:ea typeface="Arial"/>
                  <a:cs typeface="Arial"/>
                </a:defRPr>
              </a:lvl7pPr>
              <a:lvl8pPr algn="ctr">
                <a:defRPr sz="746" b="0">
                  <a:solidFill>
                    <a:srgbClr val="000000"/>
                  </a:solidFill>
                  <a:latin typeface="Arial"/>
                  <a:ea typeface="Arial"/>
                  <a:cs typeface="Arial"/>
                </a:defRPr>
              </a:lvl8pPr>
              <a:lvl9pPr algn="ctr">
                <a:defRPr sz="746" b="0">
                  <a:solidFill>
                    <a:srgbClr val="000000"/>
                  </a:solidFill>
                  <a:latin typeface="Arial"/>
                  <a:ea typeface="Arial"/>
                  <a:cs typeface="Arial"/>
                </a:defRPr>
              </a:lvl9pPr>
            </a:lstStyle>
            <a:p>
              <a:pPr algn="ctr">
                <a:defRPr sz="746" b="0">
                  <a:solidFill>
                    <a:srgbClr val="000000"/>
                  </a:solidFill>
                  <a:latin typeface="Arial"/>
                  <a:ea typeface="Arial"/>
                  <a:cs typeface="Arial"/>
                </a:defRPr>
              </a:pPr>
              <a:r>
                <a:rPr sz="746" b="0">
                  <a:solidFill>
                    <a:srgbClr val="000000"/>
                  </a:solidFill>
                  <a:latin typeface="Arial"/>
                  <a:ea typeface="Arial"/>
                  <a:cs typeface="Arial"/>
                </a:rPr>
                <a:t>0</a:t>
              </a:r>
            </a:p>
          </p:txBody>
        </p:sp>
        <p:sp>
          <p:nvSpPr>
            <p:cNvPr id="183" name="text_182">
              <a:extLst>
                <a:ext uri="{FF2B5EF4-FFF2-40B4-BE49-F238E27FC236}">
                  <ns2:creationId id="{6BF6578A-BC20-46BE-83EC-F5C1477CE57C}"/>
                </a:ext>
              </a:extLst>
            </p:cNvPr>
            <p:cNvSpPr>
              <a:spLocks noGrp="1"/>
            </p:cNvSpPr>
            <p:nvPr/>
          </p:nvSpPr>
          <p:spPr>
            <a:xfrm rot="0">
              <a:off x="10201275" y="4962525"/>
              <a:ext cx="381000" cy="228600"/>
            </a:xfrm>
            <a:prstGeom prst="rect">
              <a:avLst/>
            </a:prstGeom>
            <a:noFill/>
            <a:ln w="0">
              <a:noFill/>
              <a:prstDash val="solid"/>
            </a:ln>
          </p:spPr>
          <p:txBody>
            <a:bodyPr wrap="none" lIns="0" tIns="0" rIns="0" bIns="0" anchor="t">
              <a:noAutofit/>
            </a:bodyPr>
            <a:lstStyle>
              <a:defPPr algn="ctr">
                <a:defRPr sz="746" b="0">
                  <a:solidFill>
                    <a:srgbClr val="000000"/>
                  </a:solidFill>
                  <a:latin typeface="Arial"/>
                  <a:ea typeface="Arial"/>
                  <a:cs typeface="Arial"/>
                </a:defRPr>
              </a:defPPr>
              <a:lvl1pPr algn="ctr">
                <a:defRPr sz="746" b="0">
                  <a:solidFill>
                    <a:srgbClr val="000000"/>
                  </a:solidFill>
                  <a:latin typeface="Arial"/>
                  <a:ea typeface="Arial"/>
                  <a:cs typeface="Arial"/>
                </a:defRPr>
              </a:lvl1pPr>
              <a:lvl2pPr algn="ctr">
                <a:defRPr sz="746" b="0">
                  <a:solidFill>
                    <a:srgbClr val="000000"/>
                  </a:solidFill>
                  <a:latin typeface="Arial"/>
                  <a:ea typeface="Arial"/>
                  <a:cs typeface="Arial"/>
                </a:defRPr>
              </a:lvl2pPr>
              <a:lvl3pPr algn="ctr">
                <a:defRPr sz="746" b="0">
                  <a:solidFill>
                    <a:srgbClr val="000000"/>
                  </a:solidFill>
                  <a:latin typeface="Arial"/>
                  <a:ea typeface="Arial"/>
                  <a:cs typeface="Arial"/>
                </a:defRPr>
              </a:lvl3pPr>
              <a:lvl4pPr algn="ctr">
                <a:defRPr sz="746" b="0">
                  <a:solidFill>
                    <a:srgbClr val="000000"/>
                  </a:solidFill>
                  <a:latin typeface="Arial"/>
                  <a:ea typeface="Arial"/>
                  <a:cs typeface="Arial"/>
                </a:defRPr>
              </a:lvl4pPr>
              <a:lvl5pPr algn="ctr">
                <a:defRPr sz="746" b="0">
                  <a:solidFill>
                    <a:srgbClr val="000000"/>
                  </a:solidFill>
                  <a:latin typeface="Arial"/>
                  <a:ea typeface="Arial"/>
                  <a:cs typeface="Arial"/>
                </a:defRPr>
              </a:lvl5pPr>
              <a:lvl6pPr algn="ctr">
                <a:defRPr sz="746" b="0">
                  <a:solidFill>
                    <a:srgbClr val="000000"/>
                  </a:solidFill>
                  <a:latin typeface="Arial"/>
                  <a:ea typeface="Arial"/>
                  <a:cs typeface="Arial"/>
                </a:defRPr>
              </a:lvl6pPr>
              <a:lvl7pPr algn="ctr">
                <a:defRPr sz="746" b="0">
                  <a:solidFill>
                    <a:srgbClr val="000000"/>
                  </a:solidFill>
                  <a:latin typeface="Arial"/>
                  <a:ea typeface="Arial"/>
                  <a:cs typeface="Arial"/>
                </a:defRPr>
              </a:lvl7pPr>
              <a:lvl8pPr algn="ctr">
                <a:defRPr sz="746" b="0">
                  <a:solidFill>
                    <a:srgbClr val="000000"/>
                  </a:solidFill>
                  <a:latin typeface="Arial"/>
                  <a:ea typeface="Arial"/>
                  <a:cs typeface="Arial"/>
                </a:defRPr>
              </a:lvl8pPr>
              <a:lvl9pPr algn="ctr">
                <a:defRPr sz="746" b="0">
                  <a:solidFill>
                    <a:srgbClr val="000000"/>
                  </a:solidFill>
                  <a:latin typeface="Arial"/>
                  <a:ea typeface="Arial"/>
                  <a:cs typeface="Arial"/>
                </a:defRPr>
              </a:lvl9pPr>
            </a:lstStyle>
            <a:p>
              <a:pPr algn="ctr">
                <a:defRPr sz="746" b="0">
                  <a:solidFill>
                    <a:srgbClr val="000000"/>
                  </a:solidFill>
                  <a:latin typeface="Arial"/>
                  <a:ea typeface="Arial"/>
                  <a:cs typeface="Arial"/>
                </a:defRPr>
              </a:pPr>
              <a:r>
                <a:rPr sz="746" b="0">
                  <a:solidFill>
                    <a:srgbClr val="000000"/>
                  </a:solidFill>
                  <a:latin typeface="Arial"/>
                  <a:ea typeface="Arial"/>
                  <a:cs typeface="Arial"/>
                </a:rPr>
                <a:t>0.5</a:t>
              </a:r>
            </a:p>
          </p:txBody>
        </p:sp>
        <p:sp>
          <p:nvSpPr>
            <p:cNvPr id="184" name="text_183">
              <a:extLst>
                <a:ext uri="{FF2B5EF4-FFF2-40B4-BE49-F238E27FC236}">
                  <ns2:creationId id="{CA38C34E-8D5C-475C-A6F9-67CF71FC70F3}"/>
                </a:ext>
              </a:extLst>
            </p:cNvPr>
            <p:cNvSpPr>
              <a:spLocks noGrp="1"/>
            </p:cNvSpPr>
            <p:nvPr/>
          </p:nvSpPr>
          <p:spPr>
            <a:xfrm rot="0">
              <a:off x="11687175" y="4962525"/>
              <a:ext cx="381000" cy="228600"/>
            </a:xfrm>
            <a:prstGeom prst="rect">
              <a:avLst/>
            </a:prstGeom>
            <a:noFill/>
            <a:ln w="0">
              <a:noFill/>
              <a:prstDash val="solid"/>
            </a:ln>
          </p:spPr>
          <p:txBody>
            <a:bodyPr wrap="none" lIns="0" tIns="0" rIns="0" bIns="0" anchor="t">
              <a:noAutofit/>
            </a:bodyPr>
            <a:lstStyle>
              <a:defPPr algn="ctr">
                <a:defRPr sz="746" b="0">
                  <a:solidFill>
                    <a:srgbClr val="000000"/>
                  </a:solidFill>
                  <a:latin typeface="Arial"/>
                  <a:ea typeface="Arial"/>
                  <a:cs typeface="Arial"/>
                </a:defRPr>
              </a:defPPr>
              <a:lvl1pPr algn="ctr">
                <a:defRPr sz="746" b="0">
                  <a:solidFill>
                    <a:srgbClr val="000000"/>
                  </a:solidFill>
                  <a:latin typeface="Arial"/>
                  <a:ea typeface="Arial"/>
                  <a:cs typeface="Arial"/>
                </a:defRPr>
              </a:lvl1pPr>
              <a:lvl2pPr algn="ctr">
                <a:defRPr sz="746" b="0">
                  <a:solidFill>
                    <a:srgbClr val="000000"/>
                  </a:solidFill>
                  <a:latin typeface="Arial"/>
                  <a:ea typeface="Arial"/>
                  <a:cs typeface="Arial"/>
                </a:defRPr>
              </a:lvl2pPr>
              <a:lvl3pPr algn="ctr">
                <a:defRPr sz="746" b="0">
                  <a:solidFill>
                    <a:srgbClr val="000000"/>
                  </a:solidFill>
                  <a:latin typeface="Arial"/>
                  <a:ea typeface="Arial"/>
                  <a:cs typeface="Arial"/>
                </a:defRPr>
              </a:lvl3pPr>
              <a:lvl4pPr algn="ctr">
                <a:defRPr sz="746" b="0">
                  <a:solidFill>
                    <a:srgbClr val="000000"/>
                  </a:solidFill>
                  <a:latin typeface="Arial"/>
                  <a:ea typeface="Arial"/>
                  <a:cs typeface="Arial"/>
                </a:defRPr>
              </a:lvl4pPr>
              <a:lvl5pPr algn="ctr">
                <a:defRPr sz="746" b="0">
                  <a:solidFill>
                    <a:srgbClr val="000000"/>
                  </a:solidFill>
                  <a:latin typeface="Arial"/>
                  <a:ea typeface="Arial"/>
                  <a:cs typeface="Arial"/>
                </a:defRPr>
              </a:lvl5pPr>
              <a:lvl6pPr algn="ctr">
                <a:defRPr sz="746" b="0">
                  <a:solidFill>
                    <a:srgbClr val="000000"/>
                  </a:solidFill>
                  <a:latin typeface="Arial"/>
                  <a:ea typeface="Arial"/>
                  <a:cs typeface="Arial"/>
                </a:defRPr>
              </a:lvl6pPr>
              <a:lvl7pPr algn="ctr">
                <a:defRPr sz="746" b="0">
                  <a:solidFill>
                    <a:srgbClr val="000000"/>
                  </a:solidFill>
                  <a:latin typeface="Arial"/>
                  <a:ea typeface="Arial"/>
                  <a:cs typeface="Arial"/>
                </a:defRPr>
              </a:lvl7pPr>
              <a:lvl8pPr algn="ctr">
                <a:defRPr sz="746" b="0">
                  <a:solidFill>
                    <a:srgbClr val="000000"/>
                  </a:solidFill>
                  <a:latin typeface="Arial"/>
                  <a:ea typeface="Arial"/>
                  <a:cs typeface="Arial"/>
                </a:defRPr>
              </a:lvl8pPr>
              <a:lvl9pPr algn="ctr">
                <a:defRPr sz="746" b="0">
                  <a:solidFill>
                    <a:srgbClr val="000000"/>
                  </a:solidFill>
                  <a:latin typeface="Arial"/>
                  <a:ea typeface="Arial"/>
                  <a:cs typeface="Arial"/>
                </a:defRPr>
              </a:lvl9pPr>
            </a:lstStyle>
            <a:p>
              <a:pPr algn="ctr">
                <a:defRPr sz="746" b="0">
                  <a:solidFill>
                    <a:srgbClr val="000000"/>
                  </a:solidFill>
                  <a:latin typeface="Arial"/>
                  <a:ea typeface="Arial"/>
                  <a:cs typeface="Arial"/>
                </a:defRPr>
              </a:pPr>
              <a:r>
                <a:rPr sz="746" b="0">
                  <a:solidFill>
                    <a:srgbClr val="000000"/>
                  </a:solidFill>
                  <a:latin typeface="Arial"/>
                  <a:ea typeface="Arial"/>
                  <a:cs typeface="Arial"/>
                </a:rPr>
                <a:t>1</a:t>
              </a:r>
            </a:p>
          </p:txBody>
        </p:sp>
        <p:sp>
          <p:nvSpPr>
            <p:cNvPr id="185" name="rect_184">
              <a:extLst>
                <a:ext uri="{FF2B5EF4-FFF2-40B4-BE49-F238E27FC236}">
                  <ns2:creationId id="{236ACB6C-794D-4A5E-984F-601C8E613E85}"/>
                </a:ext>
              </a:extLst>
            </p:cNvPr>
            <p:cNvSpPr>
              <a:spLocks noGrp="1"/>
            </p:cNvSpPr>
            <p:nvPr/>
          </p:nvSpPr>
          <p:spPr>
            <a:xfrm rot="0">
              <a:off x="8905875" y="3209925"/>
              <a:ext cx="2971800" cy="1695450"/>
            </a:xfrm>
            <a:prstGeom prst="rect">
              <a:avLst/>
            </a:prstGeom>
            <a:noFill/>
            <a:ln w="4143">
              <a:solidFill>
                <a:srgbClr val="65727C"/>
              </a:solidFill>
              <a:prstDash val="solid"/>
            </a:ln>
          </p:spPr>
        </p:sp>
        <p:sp>
          <p:nvSpPr>
            <p:cNvPr id="186" name="complete_saved_P_profile">
              <a:extLst>
                <a:ext uri="{FF2B5EF4-FFF2-40B4-BE49-F238E27FC236}">
                  <ns2:creationId id="{88E86F9D-5F21-4D8F-A0C1-B143A3FD9E2C}"/>
                </a:ext>
              </a:extLst>
            </p:cNvPr>
            <p:cNvSpPr>
              <a:spLocks noGrp="1"/>
            </p:cNvSpPr>
            <p:nvPr/>
          </p:nvSpPr>
          <p:spPr>
            <a:xfrm>
              <a:off x="8905875" y="3612720"/>
              <a:ext cx="2971800" cy="1055271"/>
            </a:xfrm>
            <a:custGeom>
              <a:pathLst>
                <a:path w="2971800" h="1055271">
                  <a:moveTo>
                    <a:pt x="0" y="1055271"/>
                  </a:moveTo>
                  <a:lnTo>
                    <a:pt x="1452" y="1055270"/>
                  </a:lnTo>
                  <a:lnTo>
                    <a:pt x="2904" y="1055270"/>
                  </a:lnTo>
                  <a:lnTo>
                    <a:pt x="4355" y="1055270"/>
                  </a:lnTo>
                  <a:lnTo>
                    <a:pt x="5807" y="1055269"/>
                  </a:lnTo>
                  <a:lnTo>
                    <a:pt x="7259" y="1055269"/>
                  </a:lnTo>
                  <a:lnTo>
                    <a:pt x="8711" y="1055268"/>
                  </a:lnTo>
                  <a:lnTo>
                    <a:pt x="10162" y="1055268"/>
                  </a:lnTo>
                  <a:lnTo>
                    <a:pt x="11614" y="1055268"/>
                  </a:lnTo>
                  <a:lnTo>
                    <a:pt x="13066" y="1055267"/>
                  </a:lnTo>
                  <a:lnTo>
                    <a:pt x="14518" y="1055267"/>
                  </a:lnTo>
                  <a:lnTo>
                    <a:pt x="15970" y="1055267"/>
                  </a:lnTo>
                  <a:lnTo>
                    <a:pt x="17421" y="1055267"/>
                  </a:lnTo>
                  <a:lnTo>
                    <a:pt x="18873" y="1055266"/>
                  </a:lnTo>
                  <a:lnTo>
                    <a:pt x="20325" y="1055266"/>
                  </a:lnTo>
                  <a:lnTo>
                    <a:pt x="21777" y="1055266"/>
                  </a:lnTo>
                  <a:lnTo>
                    <a:pt x="23229" y="1055266"/>
                  </a:lnTo>
                  <a:lnTo>
                    <a:pt x="24680" y="1055265"/>
                  </a:lnTo>
                  <a:lnTo>
                    <a:pt x="26132" y="1055265"/>
                  </a:lnTo>
                  <a:lnTo>
                    <a:pt x="27584" y="1055265"/>
                  </a:lnTo>
                  <a:lnTo>
                    <a:pt x="29036" y="1055265"/>
                  </a:lnTo>
                  <a:lnTo>
                    <a:pt x="30487" y="1055265"/>
                  </a:lnTo>
                  <a:lnTo>
                    <a:pt x="31939" y="1055264"/>
                  </a:lnTo>
                  <a:lnTo>
                    <a:pt x="33391" y="1055264"/>
                  </a:lnTo>
                  <a:lnTo>
                    <a:pt x="34843" y="1055264"/>
                  </a:lnTo>
                  <a:lnTo>
                    <a:pt x="36295" y="1055264"/>
                  </a:lnTo>
                  <a:lnTo>
                    <a:pt x="37746" y="1055264"/>
                  </a:lnTo>
                  <a:lnTo>
                    <a:pt x="39198" y="1055263"/>
                  </a:lnTo>
                  <a:lnTo>
                    <a:pt x="40650" y="1055263"/>
                  </a:lnTo>
                  <a:lnTo>
                    <a:pt x="42102" y="1055263"/>
                  </a:lnTo>
                  <a:lnTo>
                    <a:pt x="43553" y="1055263"/>
                  </a:lnTo>
                  <a:lnTo>
                    <a:pt x="45005" y="1055262"/>
                  </a:lnTo>
                  <a:lnTo>
                    <a:pt x="46457" y="1055262"/>
                  </a:lnTo>
                  <a:lnTo>
                    <a:pt x="47909" y="1055262"/>
                  </a:lnTo>
                  <a:lnTo>
                    <a:pt x="49361" y="1055262"/>
                  </a:lnTo>
                  <a:lnTo>
                    <a:pt x="50812" y="1055262"/>
                  </a:lnTo>
                  <a:lnTo>
                    <a:pt x="52264" y="1055261"/>
                  </a:lnTo>
                  <a:lnTo>
                    <a:pt x="53716" y="1055261"/>
                  </a:lnTo>
                  <a:lnTo>
                    <a:pt x="55168" y="1055261"/>
                  </a:lnTo>
                  <a:lnTo>
                    <a:pt x="56620" y="1055260"/>
                  </a:lnTo>
                  <a:lnTo>
                    <a:pt x="58071" y="1055260"/>
                  </a:lnTo>
                  <a:lnTo>
                    <a:pt x="59523" y="1055260"/>
                  </a:lnTo>
                  <a:lnTo>
                    <a:pt x="60975" y="1055260"/>
                  </a:lnTo>
                  <a:lnTo>
                    <a:pt x="62427" y="1055259"/>
                  </a:lnTo>
                  <a:lnTo>
                    <a:pt x="63878" y="1055259"/>
                  </a:lnTo>
                  <a:lnTo>
                    <a:pt x="65330" y="1055259"/>
                  </a:lnTo>
                  <a:lnTo>
                    <a:pt x="66782" y="1055258"/>
                  </a:lnTo>
                  <a:lnTo>
                    <a:pt x="68234" y="1055258"/>
                  </a:lnTo>
                  <a:lnTo>
                    <a:pt x="69686" y="1055258"/>
                  </a:lnTo>
                  <a:lnTo>
                    <a:pt x="71137" y="1055257"/>
                  </a:lnTo>
                  <a:lnTo>
                    <a:pt x="72589" y="1055257"/>
                  </a:lnTo>
                  <a:lnTo>
                    <a:pt x="74041" y="1055256"/>
                  </a:lnTo>
                  <a:lnTo>
                    <a:pt x="75493" y="1055256"/>
                  </a:lnTo>
                  <a:lnTo>
                    <a:pt x="76945" y="1055256"/>
                  </a:lnTo>
                  <a:lnTo>
                    <a:pt x="78396" y="1055255"/>
                  </a:lnTo>
                  <a:lnTo>
                    <a:pt x="79848" y="1055255"/>
                  </a:lnTo>
                  <a:lnTo>
                    <a:pt x="81300" y="1055254"/>
                  </a:lnTo>
                  <a:lnTo>
                    <a:pt x="82752" y="1055254"/>
                  </a:lnTo>
                  <a:lnTo>
                    <a:pt x="84203" y="1055253"/>
                  </a:lnTo>
                  <a:lnTo>
                    <a:pt x="85655" y="1055253"/>
                  </a:lnTo>
                  <a:lnTo>
                    <a:pt x="87107" y="1055252"/>
                  </a:lnTo>
                  <a:lnTo>
                    <a:pt x="88559" y="1055252"/>
                  </a:lnTo>
                  <a:lnTo>
                    <a:pt x="90011" y="1055251"/>
                  </a:lnTo>
                  <a:lnTo>
                    <a:pt x="91462" y="1055251"/>
                  </a:lnTo>
                  <a:lnTo>
                    <a:pt x="92914" y="1055250"/>
                  </a:lnTo>
                  <a:lnTo>
                    <a:pt x="94366" y="1055250"/>
                  </a:lnTo>
                  <a:lnTo>
                    <a:pt x="95818" y="1055249"/>
                  </a:lnTo>
                  <a:lnTo>
                    <a:pt x="97269" y="1055249"/>
                  </a:lnTo>
                  <a:lnTo>
                    <a:pt x="98721" y="1055248"/>
                  </a:lnTo>
                  <a:lnTo>
                    <a:pt x="100173" y="1055247"/>
                  </a:lnTo>
                  <a:lnTo>
                    <a:pt x="101625" y="1055247"/>
                  </a:lnTo>
                  <a:lnTo>
                    <a:pt x="103077" y="1055246"/>
                  </a:lnTo>
                  <a:lnTo>
                    <a:pt x="104528" y="1055246"/>
                  </a:lnTo>
                  <a:lnTo>
                    <a:pt x="105980" y="1055245"/>
                  </a:lnTo>
                  <a:lnTo>
                    <a:pt x="107432" y="1055244"/>
                  </a:lnTo>
                  <a:lnTo>
                    <a:pt x="108884" y="1055243"/>
                  </a:lnTo>
                  <a:lnTo>
                    <a:pt x="110336" y="1055242"/>
                  </a:lnTo>
                  <a:lnTo>
                    <a:pt x="111787" y="1055242"/>
                  </a:lnTo>
                  <a:lnTo>
                    <a:pt x="113239" y="1055241"/>
                  </a:lnTo>
                  <a:lnTo>
                    <a:pt x="114691" y="1055240"/>
                  </a:lnTo>
                  <a:lnTo>
                    <a:pt x="116143" y="1055238"/>
                  </a:lnTo>
                  <a:lnTo>
                    <a:pt x="117594" y="1055238"/>
                  </a:lnTo>
                  <a:lnTo>
                    <a:pt x="119046" y="1055237"/>
                  </a:lnTo>
                  <a:lnTo>
                    <a:pt x="120498" y="1055237"/>
                  </a:lnTo>
                  <a:lnTo>
                    <a:pt x="121950" y="1055236"/>
                  </a:lnTo>
                  <a:lnTo>
                    <a:pt x="123402" y="1055235"/>
                  </a:lnTo>
                  <a:lnTo>
                    <a:pt x="124853" y="1055233"/>
                  </a:lnTo>
                  <a:lnTo>
                    <a:pt x="126305" y="1055232"/>
                  </a:lnTo>
                  <a:lnTo>
                    <a:pt x="127757" y="1055232"/>
                  </a:lnTo>
                  <a:lnTo>
                    <a:pt x="129209" y="1055231"/>
                  </a:lnTo>
                  <a:lnTo>
                    <a:pt x="130660" y="1055230"/>
                  </a:lnTo>
                  <a:lnTo>
                    <a:pt x="132112" y="1055229"/>
                  </a:lnTo>
                  <a:lnTo>
                    <a:pt x="133564" y="1055227"/>
                  </a:lnTo>
                  <a:lnTo>
                    <a:pt x="135016" y="1055226"/>
                  </a:lnTo>
                  <a:lnTo>
                    <a:pt x="136468" y="1055226"/>
                  </a:lnTo>
                  <a:lnTo>
                    <a:pt x="137919" y="1055225"/>
                  </a:lnTo>
                  <a:lnTo>
                    <a:pt x="139371" y="1055225"/>
                  </a:lnTo>
                  <a:lnTo>
                    <a:pt x="140823" y="1055223"/>
                  </a:lnTo>
                  <a:lnTo>
                    <a:pt x="142275" y="1055221"/>
                  </a:lnTo>
                  <a:lnTo>
                    <a:pt x="143727" y="1055220"/>
                  </a:lnTo>
                  <a:lnTo>
                    <a:pt x="145178" y="1055219"/>
                  </a:lnTo>
                  <a:lnTo>
                    <a:pt x="146630" y="1055218"/>
                  </a:lnTo>
                  <a:lnTo>
                    <a:pt x="148082" y="1055217"/>
                  </a:lnTo>
                  <a:lnTo>
                    <a:pt x="149534" y="1055216"/>
                  </a:lnTo>
                  <a:lnTo>
                    <a:pt x="150985" y="1055214"/>
                  </a:lnTo>
                  <a:lnTo>
                    <a:pt x="152437" y="1055213"/>
                  </a:lnTo>
                  <a:lnTo>
                    <a:pt x="153889" y="1055211"/>
                  </a:lnTo>
                  <a:lnTo>
                    <a:pt x="155341" y="1055210"/>
                  </a:lnTo>
                  <a:lnTo>
                    <a:pt x="156793" y="1055209"/>
                  </a:lnTo>
                  <a:lnTo>
                    <a:pt x="158244" y="1055209"/>
                  </a:lnTo>
                  <a:lnTo>
                    <a:pt x="159696" y="1055207"/>
                  </a:lnTo>
                  <a:lnTo>
                    <a:pt x="161148" y="1055205"/>
                  </a:lnTo>
                  <a:lnTo>
                    <a:pt x="162600" y="1055204"/>
                  </a:lnTo>
                  <a:lnTo>
                    <a:pt x="164051" y="1055202"/>
                  </a:lnTo>
                  <a:lnTo>
                    <a:pt x="165503" y="1055201"/>
                  </a:lnTo>
                  <a:lnTo>
                    <a:pt x="166955" y="1055201"/>
                  </a:lnTo>
                  <a:lnTo>
                    <a:pt x="168407" y="1055200"/>
                  </a:lnTo>
                  <a:lnTo>
                    <a:pt x="169859" y="1055200"/>
                  </a:lnTo>
                  <a:lnTo>
                    <a:pt x="171310" y="1055199"/>
                  </a:lnTo>
                  <a:lnTo>
                    <a:pt x="172762" y="1055199"/>
                  </a:lnTo>
                  <a:lnTo>
                    <a:pt x="174214" y="1055197"/>
                  </a:lnTo>
                  <a:lnTo>
                    <a:pt x="175666" y="1055195"/>
                  </a:lnTo>
                  <a:lnTo>
                    <a:pt x="177118" y="1055193"/>
                  </a:lnTo>
                  <a:lnTo>
                    <a:pt x="178569" y="1055192"/>
                  </a:lnTo>
                  <a:lnTo>
                    <a:pt x="180021" y="1055191"/>
                  </a:lnTo>
                  <a:lnTo>
                    <a:pt x="181473" y="1055190"/>
                  </a:lnTo>
                  <a:lnTo>
                    <a:pt x="182925" y="1055190"/>
                  </a:lnTo>
                  <a:lnTo>
                    <a:pt x="184376" y="1055188"/>
                  </a:lnTo>
                  <a:lnTo>
                    <a:pt x="185828" y="1055186"/>
                  </a:lnTo>
                  <a:lnTo>
                    <a:pt x="187280" y="1055185"/>
                  </a:lnTo>
                  <a:lnTo>
                    <a:pt x="188732" y="1055183"/>
                  </a:lnTo>
                  <a:lnTo>
                    <a:pt x="190184" y="1055182"/>
                  </a:lnTo>
                  <a:lnTo>
                    <a:pt x="191635" y="1055180"/>
                  </a:lnTo>
                  <a:lnTo>
                    <a:pt x="193087" y="1055178"/>
                  </a:lnTo>
                  <a:lnTo>
                    <a:pt x="194539" y="1055177"/>
                  </a:lnTo>
                  <a:lnTo>
                    <a:pt x="195991" y="1055175"/>
                  </a:lnTo>
                  <a:lnTo>
                    <a:pt x="197443" y="1055173"/>
                  </a:lnTo>
                  <a:lnTo>
                    <a:pt x="198894" y="1055171"/>
                  </a:lnTo>
                  <a:lnTo>
                    <a:pt x="200346" y="1055170"/>
                  </a:lnTo>
                  <a:lnTo>
                    <a:pt x="201798" y="1055169"/>
                  </a:lnTo>
                  <a:lnTo>
                    <a:pt x="203250" y="1055168"/>
                  </a:lnTo>
                  <a:lnTo>
                    <a:pt x="204701" y="1055165"/>
                  </a:lnTo>
                  <a:lnTo>
                    <a:pt x="206153" y="1055163"/>
                  </a:lnTo>
                  <a:lnTo>
                    <a:pt x="207605" y="1055161"/>
                  </a:lnTo>
                  <a:lnTo>
                    <a:pt x="209057" y="1055159"/>
                  </a:lnTo>
                  <a:lnTo>
                    <a:pt x="210509" y="1055157"/>
                  </a:lnTo>
                  <a:lnTo>
                    <a:pt x="211960" y="1055155"/>
                  </a:lnTo>
                  <a:lnTo>
                    <a:pt x="213412" y="1055151"/>
                  </a:lnTo>
                  <a:lnTo>
                    <a:pt x="214864" y="1055148"/>
                  </a:lnTo>
                  <a:lnTo>
                    <a:pt x="216316" y="1055147"/>
                  </a:lnTo>
                  <a:lnTo>
                    <a:pt x="217767" y="1055142"/>
                  </a:lnTo>
                  <a:lnTo>
                    <a:pt x="219219" y="1055138"/>
                  </a:lnTo>
                  <a:lnTo>
                    <a:pt x="220671" y="1055135"/>
                  </a:lnTo>
                  <a:lnTo>
                    <a:pt x="222123" y="1055134"/>
                  </a:lnTo>
                  <a:lnTo>
                    <a:pt x="223575" y="1055130"/>
                  </a:lnTo>
                  <a:lnTo>
                    <a:pt x="225026" y="1055128"/>
                  </a:lnTo>
                  <a:lnTo>
                    <a:pt x="226478" y="1055124"/>
                  </a:lnTo>
                  <a:lnTo>
                    <a:pt x="227930" y="1055120"/>
                  </a:lnTo>
                  <a:lnTo>
                    <a:pt x="229382" y="1055113"/>
                  </a:lnTo>
                  <a:lnTo>
                    <a:pt x="230834" y="1055108"/>
                  </a:lnTo>
                  <a:lnTo>
                    <a:pt x="232285" y="1055101"/>
                  </a:lnTo>
                  <a:lnTo>
                    <a:pt x="233737" y="1055096"/>
                  </a:lnTo>
                  <a:lnTo>
                    <a:pt x="235189" y="1055091"/>
                  </a:lnTo>
                  <a:lnTo>
                    <a:pt x="236641" y="1055081"/>
                  </a:lnTo>
                  <a:lnTo>
                    <a:pt x="238092" y="1055077"/>
                  </a:lnTo>
                  <a:lnTo>
                    <a:pt x="239544" y="1055073"/>
                  </a:lnTo>
                  <a:lnTo>
                    <a:pt x="240996" y="1055065"/>
                  </a:lnTo>
                  <a:lnTo>
                    <a:pt x="242448" y="1055056"/>
                  </a:lnTo>
                  <a:lnTo>
                    <a:pt x="243900" y="1055048"/>
                  </a:lnTo>
                  <a:lnTo>
                    <a:pt x="245351" y="1055046"/>
                  </a:lnTo>
                  <a:lnTo>
                    <a:pt x="246803" y="1055044"/>
                  </a:lnTo>
                  <a:lnTo>
                    <a:pt x="248255" y="1055042"/>
                  </a:lnTo>
                  <a:lnTo>
                    <a:pt x="249707" y="1055039"/>
                  </a:lnTo>
                  <a:lnTo>
                    <a:pt x="251158" y="1055037"/>
                  </a:lnTo>
                  <a:lnTo>
                    <a:pt x="252610" y="1055035"/>
                  </a:lnTo>
                  <a:lnTo>
                    <a:pt x="254062" y="1055032"/>
                  </a:lnTo>
                  <a:lnTo>
                    <a:pt x="255514" y="1055030"/>
                  </a:lnTo>
                  <a:lnTo>
                    <a:pt x="256966" y="1055028"/>
                  </a:lnTo>
                  <a:lnTo>
                    <a:pt x="258417" y="1055026"/>
                  </a:lnTo>
                  <a:lnTo>
                    <a:pt x="259869" y="1055025"/>
                  </a:lnTo>
                  <a:lnTo>
                    <a:pt x="261321" y="1055023"/>
                  </a:lnTo>
                  <a:lnTo>
                    <a:pt x="262773" y="1055021"/>
                  </a:lnTo>
                  <a:lnTo>
                    <a:pt x="264225" y="1055020"/>
                  </a:lnTo>
                  <a:lnTo>
                    <a:pt x="265676" y="1055019"/>
                  </a:lnTo>
                  <a:lnTo>
                    <a:pt x="267128" y="1055017"/>
                  </a:lnTo>
                  <a:lnTo>
                    <a:pt x="268580" y="1055016"/>
                  </a:lnTo>
                  <a:lnTo>
                    <a:pt x="270032" y="1055014"/>
                  </a:lnTo>
                  <a:lnTo>
                    <a:pt x="271483" y="1055010"/>
                  </a:lnTo>
                  <a:lnTo>
                    <a:pt x="272935" y="1055009"/>
                  </a:lnTo>
                  <a:lnTo>
                    <a:pt x="274387" y="1055007"/>
                  </a:lnTo>
                  <a:lnTo>
                    <a:pt x="275839" y="1055005"/>
                  </a:lnTo>
                  <a:lnTo>
                    <a:pt x="277291" y="1055001"/>
                  </a:lnTo>
                  <a:lnTo>
                    <a:pt x="278742" y="1054998"/>
                  </a:lnTo>
                  <a:lnTo>
                    <a:pt x="280194" y="1054996"/>
                  </a:lnTo>
                  <a:lnTo>
                    <a:pt x="281646" y="1054993"/>
                  </a:lnTo>
                  <a:lnTo>
                    <a:pt x="283098" y="1054992"/>
                  </a:lnTo>
                  <a:lnTo>
                    <a:pt x="284549" y="1054990"/>
                  </a:lnTo>
                  <a:lnTo>
                    <a:pt x="286001" y="1054987"/>
                  </a:lnTo>
                  <a:lnTo>
                    <a:pt x="287453" y="1054983"/>
                  </a:lnTo>
                  <a:lnTo>
                    <a:pt x="288905" y="1054981"/>
                  </a:lnTo>
                  <a:lnTo>
                    <a:pt x="290357" y="1054978"/>
                  </a:lnTo>
                  <a:lnTo>
                    <a:pt x="291808" y="1054973"/>
                  </a:lnTo>
                  <a:lnTo>
                    <a:pt x="293260" y="1054969"/>
                  </a:lnTo>
                  <a:lnTo>
                    <a:pt x="294712" y="1054967"/>
                  </a:lnTo>
                  <a:lnTo>
                    <a:pt x="296164" y="1054964"/>
                  </a:lnTo>
                  <a:lnTo>
                    <a:pt x="297616" y="1054960"/>
                  </a:lnTo>
                  <a:lnTo>
                    <a:pt x="299067" y="1054957"/>
                  </a:lnTo>
                  <a:lnTo>
                    <a:pt x="300519" y="1054952"/>
                  </a:lnTo>
                  <a:lnTo>
                    <a:pt x="301971" y="1054950"/>
                  </a:lnTo>
                  <a:lnTo>
                    <a:pt x="303423" y="1054947"/>
                  </a:lnTo>
                  <a:lnTo>
                    <a:pt x="304874" y="1054943"/>
                  </a:lnTo>
                  <a:lnTo>
                    <a:pt x="306326" y="1054939"/>
                  </a:lnTo>
                  <a:lnTo>
                    <a:pt x="307778" y="1054932"/>
                  </a:lnTo>
                  <a:lnTo>
                    <a:pt x="309230" y="1054930"/>
                  </a:lnTo>
                  <a:lnTo>
                    <a:pt x="310682" y="1054928"/>
                  </a:lnTo>
                  <a:lnTo>
                    <a:pt x="312133" y="1054919"/>
                  </a:lnTo>
                  <a:lnTo>
                    <a:pt x="313585" y="1054914"/>
                  </a:lnTo>
                  <a:lnTo>
                    <a:pt x="315037" y="1054911"/>
                  </a:lnTo>
                  <a:lnTo>
                    <a:pt x="316489" y="1054907"/>
                  </a:lnTo>
                  <a:lnTo>
                    <a:pt x="317940" y="1054902"/>
                  </a:lnTo>
                  <a:lnTo>
                    <a:pt x="319392" y="1054894"/>
                  </a:lnTo>
                  <a:lnTo>
                    <a:pt x="320844" y="1054890"/>
                  </a:lnTo>
                  <a:lnTo>
                    <a:pt x="322296" y="1054887"/>
                  </a:lnTo>
                  <a:lnTo>
                    <a:pt x="323748" y="1054880"/>
                  </a:lnTo>
                  <a:lnTo>
                    <a:pt x="325199" y="1054872"/>
                  </a:lnTo>
                  <a:lnTo>
                    <a:pt x="326651" y="1054869"/>
                  </a:lnTo>
                  <a:lnTo>
                    <a:pt x="328103" y="1054867"/>
                  </a:lnTo>
                  <a:lnTo>
                    <a:pt x="329555" y="1054863"/>
                  </a:lnTo>
                  <a:lnTo>
                    <a:pt x="331007" y="1054853"/>
                  </a:lnTo>
                  <a:lnTo>
                    <a:pt x="332458" y="1054848"/>
                  </a:lnTo>
                  <a:lnTo>
                    <a:pt x="333910" y="1054843"/>
                  </a:lnTo>
                  <a:lnTo>
                    <a:pt x="335362" y="1054838"/>
                  </a:lnTo>
                  <a:lnTo>
                    <a:pt x="336814" y="1054827"/>
                  </a:lnTo>
                  <a:lnTo>
                    <a:pt x="338265" y="1054819"/>
                  </a:lnTo>
                  <a:lnTo>
                    <a:pt x="339717" y="1054813"/>
                  </a:lnTo>
                  <a:lnTo>
                    <a:pt x="341169" y="1054804"/>
                  </a:lnTo>
                  <a:lnTo>
                    <a:pt x="342621" y="1054794"/>
                  </a:lnTo>
                  <a:lnTo>
                    <a:pt x="344073" y="1054788"/>
                  </a:lnTo>
                  <a:lnTo>
                    <a:pt x="345524" y="1054770"/>
                  </a:lnTo>
                  <a:lnTo>
                    <a:pt x="346976" y="1054766"/>
                  </a:lnTo>
                  <a:lnTo>
                    <a:pt x="348428" y="1054754"/>
                  </a:lnTo>
                  <a:lnTo>
                    <a:pt x="349880" y="1054741"/>
                  </a:lnTo>
                  <a:lnTo>
                    <a:pt x="351332" y="1054734"/>
                  </a:lnTo>
                  <a:lnTo>
                    <a:pt x="352783" y="1054724"/>
                  </a:lnTo>
                  <a:lnTo>
                    <a:pt x="354235" y="1054714"/>
                  </a:lnTo>
                  <a:lnTo>
                    <a:pt x="355687" y="1054709"/>
                  </a:lnTo>
                  <a:lnTo>
                    <a:pt x="357139" y="1054700"/>
                  </a:lnTo>
                  <a:lnTo>
                    <a:pt x="358590" y="1054690"/>
                  </a:lnTo>
                  <a:lnTo>
                    <a:pt x="360042" y="1054683"/>
                  </a:lnTo>
                  <a:lnTo>
                    <a:pt x="361494" y="1054666"/>
                  </a:lnTo>
                  <a:lnTo>
                    <a:pt x="362946" y="1054657"/>
                  </a:lnTo>
                  <a:lnTo>
                    <a:pt x="364398" y="1054651"/>
                  </a:lnTo>
                  <a:lnTo>
                    <a:pt x="365849" y="1054635"/>
                  </a:lnTo>
                  <a:lnTo>
                    <a:pt x="367301" y="1054629"/>
                  </a:lnTo>
                  <a:lnTo>
                    <a:pt x="368753" y="1054620"/>
                  </a:lnTo>
                  <a:lnTo>
                    <a:pt x="370205" y="1054603"/>
                  </a:lnTo>
                  <a:lnTo>
                    <a:pt x="371656" y="1054597"/>
                  </a:lnTo>
                  <a:lnTo>
                    <a:pt x="373108" y="1054587"/>
                  </a:lnTo>
                  <a:lnTo>
                    <a:pt x="374560" y="1054572"/>
                  </a:lnTo>
                  <a:lnTo>
                    <a:pt x="376012" y="1054556"/>
                  </a:lnTo>
                  <a:lnTo>
                    <a:pt x="377464" y="1054542"/>
                  </a:lnTo>
                  <a:lnTo>
                    <a:pt x="378915" y="1054517"/>
                  </a:lnTo>
                  <a:lnTo>
                    <a:pt x="380367" y="1054502"/>
                  </a:lnTo>
                  <a:lnTo>
                    <a:pt x="381819" y="1054491"/>
                  </a:lnTo>
                  <a:lnTo>
                    <a:pt x="383271" y="1054474"/>
                  </a:lnTo>
                  <a:lnTo>
                    <a:pt x="384723" y="1054466"/>
                  </a:lnTo>
                  <a:lnTo>
                    <a:pt x="386174" y="1054451"/>
                  </a:lnTo>
                  <a:lnTo>
                    <a:pt x="387626" y="1054437"/>
                  </a:lnTo>
                  <a:lnTo>
                    <a:pt x="389078" y="1054420"/>
                  </a:lnTo>
                  <a:lnTo>
                    <a:pt x="390530" y="1054393"/>
                  </a:lnTo>
                  <a:lnTo>
                    <a:pt x="391981" y="1054364"/>
                  </a:lnTo>
                  <a:lnTo>
                    <a:pt x="393433" y="1054341"/>
                  </a:lnTo>
                  <a:lnTo>
                    <a:pt x="394885" y="1054307"/>
                  </a:lnTo>
                  <a:lnTo>
                    <a:pt x="396337" y="1054283"/>
                  </a:lnTo>
                  <a:lnTo>
                    <a:pt x="397789" y="1054263"/>
                  </a:lnTo>
                  <a:lnTo>
                    <a:pt x="399240" y="1054250"/>
                  </a:lnTo>
                  <a:lnTo>
                    <a:pt x="400692" y="1054201"/>
                  </a:lnTo>
                  <a:lnTo>
                    <a:pt x="402144" y="1054192"/>
                  </a:lnTo>
                  <a:lnTo>
                    <a:pt x="403596" y="1054169"/>
                  </a:lnTo>
                  <a:lnTo>
                    <a:pt x="405047" y="1054139"/>
                  </a:lnTo>
                  <a:lnTo>
                    <a:pt x="406499" y="1054126"/>
                  </a:lnTo>
                  <a:lnTo>
                    <a:pt x="407951" y="1054100"/>
                  </a:lnTo>
                  <a:lnTo>
                    <a:pt x="409403" y="1054068"/>
                  </a:lnTo>
                  <a:lnTo>
                    <a:pt x="410855" y="1054062"/>
                  </a:lnTo>
                  <a:lnTo>
                    <a:pt x="412306" y="1053984"/>
                  </a:lnTo>
                  <a:lnTo>
                    <a:pt x="413758" y="1053959"/>
                  </a:lnTo>
                  <a:lnTo>
                    <a:pt x="415210" y="1053910"/>
                  </a:lnTo>
                  <a:lnTo>
                    <a:pt x="416662" y="1053826"/>
                  </a:lnTo>
                  <a:lnTo>
                    <a:pt x="418114" y="1053777"/>
                  </a:lnTo>
                  <a:lnTo>
                    <a:pt x="419565" y="1053725"/>
                  </a:lnTo>
                  <a:lnTo>
                    <a:pt x="421017" y="1053636"/>
                  </a:lnTo>
                  <a:lnTo>
                    <a:pt x="422469" y="1053562"/>
                  </a:lnTo>
                  <a:lnTo>
                    <a:pt x="423921" y="1053468"/>
                  </a:lnTo>
                  <a:lnTo>
                    <a:pt x="425372" y="1053358"/>
                  </a:lnTo>
                  <a:lnTo>
                    <a:pt x="426824" y="1053259"/>
                  </a:lnTo>
                  <a:lnTo>
                    <a:pt x="428276" y="1053158"/>
                  </a:lnTo>
                  <a:lnTo>
                    <a:pt x="429728" y="1053060"/>
                  </a:lnTo>
                  <a:lnTo>
                    <a:pt x="431180" y="1052923"/>
                  </a:lnTo>
                  <a:lnTo>
                    <a:pt x="432631" y="1052877"/>
                  </a:lnTo>
                  <a:lnTo>
                    <a:pt x="434083" y="1052739"/>
                  </a:lnTo>
                  <a:lnTo>
                    <a:pt x="435535" y="1052649"/>
                  </a:lnTo>
                  <a:lnTo>
                    <a:pt x="436987" y="1052512"/>
                  </a:lnTo>
                  <a:lnTo>
                    <a:pt x="438438" y="1052293"/>
                  </a:lnTo>
                  <a:lnTo>
                    <a:pt x="439890" y="1052185"/>
                  </a:lnTo>
                  <a:lnTo>
                    <a:pt x="441342" y="1051985"/>
                  </a:lnTo>
                  <a:lnTo>
                    <a:pt x="442794" y="1051880"/>
                  </a:lnTo>
                  <a:lnTo>
                    <a:pt x="444246" y="1051688"/>
                  </a:lnTo>
                  <a:lnTo>
                    <a:pt x="445697" y="1051501"/>
                  </a:lnTo>
                  <a:lnTo>
                    <a:pt x="447149" y="1051381"/>
                  </a:lnTo>
                  <a:lnTo>
                    <a:pt x="448601" y="1051215"/>
                  </a:lnTo>
                  <a:lnTo>
                    <a:pt x="450053" y="1051044"/>
                  </a:lnTo>
                  <a:lnTo>
                    <a:pt x="451505" y="1050967"/>
                  </a:lnTo>
                  <a:lnTo>
                    <a:pt x="452956" y="1050612"/>
                  </a:lnTo>
                  <a:lnTo>
                    <a:pt x="454408" y="1050339"/>
                  </a:lnTo>
                  <a:lnTo>
                    <a:pt x="455860" y="1050119"/>
                  </a:lnTo>
                  <a:lnTo>
                    <a:pt x="457312" y="1049948"/>
                  </a:lnTo>
                  <a:lnTo>
                    <a:pt x="458763" y="1049730"/>
                  </a:lnTo>
                  <a:lnTo>
                    <a:pt x="460215" y="1049577"/>
                  </a:lnTo>
                  <a:lnTo>
                    <a:pt x="461667" y="1049248"/>
                  </a:lnTo>
                  <a:lnTo>
                    <a:pt x="463119" y="1048927"/>
                  </a:lnTo>
                  <a:lnTo>
                    <a:pt x="464571" y="1048627"/>
                  </a:lnTo>
                  <a:lnTo>
                    <a:pt x="466022" y="1048203"/>
                  </a:lnTo>
                  <a:lnTo>
                    <a:pt x="467474" y="1047790"/>
                  </a:lnTo>
                  <a:lnTo>
                    <a:pt x="468926" y="1047631"/>
                  </a:lnTo>
                  <a:lnTo>
                    <a:pt x="470378" y="1047400"/>
                  </a:lnTo>
                  <a:lnTo>
                    <a:pt x="471830" y="1047182"/>
                  </a:lnTo>
                  <a:lnTo>
                    <a:pt x="473281" y="1046874"/>
                  </a:lnTo>
                  <a:lnTo>
                    <a:pt x="474733" y="1046630"/>
                  </a:lnTo>
                  <a:lnTo>
                    <a:pt x="476185" y="1046312"/>
                  </a:lnTo>
                  <a:lnTo>
                    <a:pt x="477637" y="1045606"/>
                  </a:lnTo>
                  <a:lnTo>
                    <a:pt x="479088" y="1045149"/>
                  </a:lnTo>
                  <a:lnTo>
                    <a:pt x="480540" y="1044718"/>
                  </a:lnTo>
                  <a:lnTo>
                    <a:pt x="481992" y="1044500"/>
                  </a:lnTo>
                  <a:lnTo>
                    <a:pt x="483444" y="1043907"/>
                  </a:lnTo>
                  <a:lnTo>
                    <a:pt x="484896" y="1043549"/>
                  </a:lnTo>
                  <a:lnTo>
                    <a:pt x="486347" y="1043254"/>
                  </a:lnTo>
                  <a:lnTo>
                    <a:pt x="487799" y="1042875"/>
                  </a:lnTo>
                  <a:lnTo>
                    <a:pt x="489251" y="1042667"/>
                  </a:lnTo>
                  <a:lnTo>
                    <a:pt x="490703" y="1042008"/>
                  </a:lnTo>
                  <a:lnTo>
                    <a:pt x="492154" y="1041729"/>
                  </a:lnTo>
                  <a:lnTo>
                    <a:pt x="493606" y="1041038"/>
                  </a:lnTo>
                  <a:lnTo>
                    <a:pt x="495058" y="1040581"/>
                  </a:lnTo>
                  <a:lnTo>
                    <a:pt x="496510" y="1040249"/>
                  </a:lnTo>
                  <a:lnTo>
                    <a:pt x="497962" y="1039658"/>
                  </a:lnTo>
                  <a:lnTo>
                    <a:pt x="499413" y="1039155"/>
                  </a:lnTo>
                  <a:lnTo>
                    <a:pt x="500865" y="1038520"/>
                  </a:lnTo>
                  <a:lnTo>
                    <a:pt x="502317" y="1037633"/>
                  </a:lnTo>
                  <a:lnTo>
                    <a:pt x="503769" y="1037143"/>
                  </a:lnTo>
                  <a:lnTo>
                    <a:pt x="505221" y="1036741"/>
                  </a:lnTo>
                  <a:lnTo>
                    <a:pt x="506672" y="1036198"/>
                  </a:lnTo>
                  <a:lnTo>
                    <a:pt x="508124" y="1035781"/>
                  </a:lnTo>
                  <a:lnTo>
                    <a:pt x="509576" y="1035236"/>
                  </a:lnTo>
                  <a:lnTo>
                    <a:pt x="511028" y="1034734"/>
                  </a:lnTo>
                  <a:lnTo>
                    <a:pt x="512479" y="1034207"/>
                  </a:lnTo>
                  <a:lnTo>
                    <a:pt x="513931" y="1032607"/>
                  </a:lnTo>
                  <a:lnTo>
                    <a:pt x="515383" y="1031195"/>
                  </a:lnTo>
                  <a:lnTo>
                    <a:pt x="516835" y="1030274"/>
                  </a:lnTo>
                  <a:lnTo>
                    <a:pt x="518287" y="1029230"/>
                  </a:lnTo>
                  <a:lnTo>
                    <a:pt x="519738" y="1028497"/>
                  </a:lnTo>
                  <a:lnTo>
                    <a:pt x="521190" y="1027804"/>
                  </a:lnTo>
                  <a:lnTo>
                    <a:pt x="522642" y="1026483"/>
                  </a:lnTo>
                  <a:lnTo>
                    <a:pt x="524094" y="1025693"/>
                  </a:lnTo>
                  <a:lnTo>
                    <a:pt x="525545" y="1024508"/>
                  </a:lnTo>
                  <a:lnTo>
                    <a:pt x="526997" y="1024043"/>
                  </a:lnTo>
                  <a:lnTo>
                    <a:pt x="528449" y="1022698"/>
                  </a:lnTo>
                  <a:lnTo>
                    <a:pt x="529901" y="1020779"/>
                  </a:lnTo>
                  <a:lnTo>
                    <a:pt x="531353" y="1018981"/>
                  </a:lnTo>
                  <a:lnTo>
                    <a:pt x="532804" y="1017764"/>
                  </a:lnTo>
                  <a:lnTo>
                    <a:pt x="534256" y="1016256"/>
                  </a:lnTo>
                  <a:lnTo>
                    <a:pt x="535708" y="1015247"/>
                  </a:lnTo>
                  <a:lnTo>
                    <a:pt x="537160" y="1013560"/>
                  </a:lnTo>
                  <a:lnTo>
                    <a:pt x="538612" y="1011600"/>
                  </a:lnTo>
                  <a:lnTo>
                    <a:pt x="540063" y="1009612"/>
                  </a:lnTo>
                  <a:lnTo>
                    <a:pt x="541515" y="1008356"/>
                  </a:lnTo>
                  <a:lnTo>
                    <a:pt x="542967" y="1007059"/>
                  </a:lnTo>
                  <a:lnTo>
                    <a:pt x="544419" y="1005209"/>
                  </a:lnTo>
                  <a:lnTo>
                    <a:pt x="545870" y="1002834"/>
                  </a:lnTo>
                  <a:lnTo>
                    <a:pt x="547322" y="1001142"/>
                  </a:lnTo>
                  <a:lnTo>
                    <a:pt x="548774" y="999782"/>
                  </a:lnTo>
                  <a:lnTo>
                    <a:pt x="550226" y="998364"/>
                  </a:lnTo>
                  <a:lnTo>
                    <a:pt x="551678" y="997113"/>
                  </a:lnTo>
                  <a:lnTo>
                    <a:pt x="553129" y="996260"/>
                  </a:lnTo>
                  <a:lnTo>
                    <a:pt x="554581" y="994203"/>
                  </a:lnTo>
                  <a:lnTo>
                    <a:pt x="556033" y="992290"/>
                  </a:lnTo>
                  <a:lnTo>
                    <a:pt x="557485" y="991324"/>
                  </a:lnTo>
                  <a:lnTo>
                    <a:pt x="558936" y="990449"/>
                  </a:lnTo>
                  <a:lnTo>
                    <a:pt x="560388" y="991780"/>
                  </a:lnTo>
                  <a:lnTo>
                    <a:pt x="561840" y="991624"/>
                  </a:lnTo>
                  <a:lnTo>
                    <a:pt x="563292" y="937742"/>
                  </a:lnTo>
                  <a:lnTo>
                    <a:pt x="564744" y="840246"/>
                  </a:lnTo>
                  <a:lnTo>
                    <a:pt x="566195" y="839079"/>
                  </a:lnTo>
                  <a:lnTo>
                    <a:pt x="567647" y="774971"/>
                  </a:lnTo>
                  <a:lnTo>
                    <a:pt x="569099" y="445478"/>
                  </a:lnTo>
                  <a:lnTo>
                    <a:pt x="570551" y="369861"/>
                  </a:lnTo>
                  <a:lnTo>
                    <a:pt x="572003" y="298157"/>
                  </a:lnTo>
                  <a:lnTo>
                    <a:pt x="573454" y="246017"/>
                  </a:lnTo>
                  <a:lnTo>
                    <a:pt x="574906" y="238711"/>
                  </a:lnTo>
                  <a:lnTo>
                    <a:pt x="576358" y="281096"/>
                  </a:lnTo>
                  <a:lnTo>
                    <a:pt x="577810" y="339053"/>
                  </a:lnTo>
                  <a:lnTo>
                    <a:pt x="579261" y="388339"/>
                  </a:lnTo>
                  <a:lnTo>
                    <a:pt x="580713" y="411927"/>
                  </a:lnTo>
                  <a:lnTo>
                    <a:pt x="582165" y="428912"/>
                  </a:lnTo>
                  <a:lnTo>
                    <a:pt x="583617" y="441300"/>
                  </a:lnTo>
                  <a:lnTo>
                    <a:pt x="585069" y="441302"/>
                  </a:lnTo>
                  <a:lnTo>
                    <a:pt x="586520" y="441306"/>
                  </a:lnTo>
                  <a:lnTo>
                    <a:pt x="587972" y="441314"/>
                  </a:lnTo>
                  <a:lnTo>
                    <a:pt x="589424" y="441324"/>
                  </a:lnTo>
                  <a:lnTo>
                    <a:pt x="590876" y="441337"/>
                  </a:lnTo>
                  <a:lnTo>
                    <a:pt x="592328" y="441353"/>
                  </a:lnTo>
                  <a:lnTo>
                    <a:pt x="593779" y="441372"/>
                  </a:lnTo>
                  <a:lnTo>
                    <a:pt x="595231" y="441394"/>
                  </a:lnTo>
                  <a:lnTo>
                    <a:pt x="596683" y="441419"/>
                  </a:lnTo>
                  <a:lnTo>
                    <a:pt x="598135" y="441446"/>
                  </a:lnTo>
                  <a:lnTo>
                    <a:pt x="599586" y="441477"/>
                  </a:lnTo>
                  <a:lnTo>
                    <a:pt x="601038" y="441510"/>
                  </a:lnTo>
                  <a:lnTo>
                    <a:pt x="602490" y="441547"/>
                  </a:lnTo>
                  <a:lnTo>
                    <a:pt x="603942" y="441586"/>
                  </a:lnTo>
                  <a:lnTo>
                    <a:pt x="605394" y="441629"/>
                  </a:lnTo>
                  <a:lnTo>
                    <a:pt x="606845" y="441674"/>
                  </a:lnTo>
                  <a:lnTo>
                    <a:pt x="608297" y="441722"/>
                  </a:lnTo>
                  <a:lnTo>
                    <a:pt x="609749" y="441773"/>
                  </a:lnTo>
                  <a:lnTo>
                    <a:pt x="611201" y="441827"/>
                  </a:lnTo>
                  <a:lnTo>
                    <a:pt x="612652" y="441884"/>
                  </a:lnTo>
                  <a:lnTo>
                    <a:pt x="614104" y="441943"/>
                  </a:lnTo>
                  <a:lnTo>
                    <a:pt x="615556" y="442006"/>
                  </a:lnTo>
                  <a:lnTo>
                    <a:pt x="617008" y="442072"/>
                  </a:lnTo>
                  <a:lnTo>
                    <a:pt x="618460" y="442140"/>
                  </a:lnTo>
                  <a:lnTo>
                    <a:pt x="619911" y="442212"/>
                  </a:lnTo>
                  <a:lnTo>
                    <a:pt x="621363" y="442286"/>
                  </a:lnTo>
                  <a:lnTo>
                    <a:pt x="622815" y="442363"/>
                  </a:lnTo>
                  <a:lnTo>
                    <a:pt x="624267" y="442444"/>
                  </a:lnTo>
                  <a:lnTo>
                    <a:pt x="625719" y="442527"/>
                  </a:lnTo>
                  <a:lnTo>
                    <a:pt x="627170" y="442613"/>
                  </a:lnTo>
                  <a:lnTo>
                    <a:pt x="628622" y="442702"/>
                  </a:lnTo>
                  <a:lnTo>
                    <a:pt x="630074" y="442794"/>
                  </a:lnTo>
                  <a:lnTo>
                    <a:pt x="631526" y="442888"/>
                  </a:lnTo>
                  <a:lnTo>
                    <a:pt x="632977" y="442986"/>
                  </a:lnTo>
                  <a:lnTo>
                    <a:pt x="634429" y="443087"/>
                  </a:lnTo>
                  <a:lnTo>
                    <a:pt x="635881" y="443190"/>
                  </a:lnTo>
                  <a:lnTo>
                    <a:pt x="637333" y="443297"/>
                  </a:lnTo>
                  <a:lnTo>
                    <a:pt x="638785" y="443406"/>
                  </a:lnTo>
                  <a:lnTo>
                    <a:pt x="640236" y="443518"/>
                  </a:lnTo>
                  <a:lnTo>
                    <a:pt x="641688" y="443633"/>
                  </a:lnTo>
                  <a:lnTo>
                    <a:pt x="643140" y="443752"/>
                  </a:lnTo>
                  <a:lnTo>
                    <a:pt x="644592" y="443873"/>
                  </a:lnTo>
                  <a:lnTo>
                    <a:pt x="646043" y="443996"/>
                  </a:lnTo>
                  <a:lnTo>
                    <a:pt x="647495" y="444123"/>
                  </a:lnTo>
                  <a:lnTo>
                    <a:pt x="648947" y="444253"/>
                  </a:lnTo>
                  <a:lnTo>
                    <a:pt x="650399" y="444386"/>
                  </a:lnTo>
                  <a:lnTo>
                    <a:pt x="651851" y="444521"/>
                  </a:lnTo>
                  <a:lnTo>
                    <a:pt x="653302" y="444660"/>
                  </a:lnTo>
                  <a:lnTo>
                    <a:pt x="654754" y="444801"/>
                  </a:lnTo>
                  <a:lnTo>
                    <a:pt x="656206" y="444946"/>
                  </a:lnTo>
                  <a:lnTo>
                    <a:pt x="657658" y="445093"/>
                  </a:lnTo>
                  <a:lnTo>
                    <a:pt x="659110" y="445243"/>
                  </a:lnTo>
                  <a:lnTo>
                    <a:pt x="660561" y="445088"/>
                  </a:lnTo>
                  <a:lnTo>
                    <a:pt x="662013" y="444937"/>
                  </a:lnTo>
                  <a:lnTo>
                    <a:pt x="663465" y="444788"/>
                  </a:lnTo>
                  <a:lnTo>
                    <a:pt x="664917" y="444642"/>
                  </a:lnTo>
                  <a:lnTo>
                    <a:pt x="666368" y="444499"/>
                  </a:lnTo>
                  <a:lnTo>
                    <a:pt x="667820" y="444360"/>
                  </a:lnTo>
                  <a:lnTo>
                    <a:pt x="669272" y="444223"/>
                  </a:lnTo>
                  <a:lnTo>
                    <a:pt x="670724" y="444090"/>
                  </a:lnTo>
                  <a:lnTo>
                    <a:pt x="672176" y="443960"/>
                  </a:lnTo>
                  <a:lnTo>
                    <a:pt x="673627" y="443832"/>
                  </a:lnTo>
                  <a:lnTo>
                    <a:pt x="675079" y="443708"/>
                  </a:lnTo>
                  <a:lnTo>
                    <a:pt x="676531" y="443587"/>
                  </a:lnTo>
                  <a:lnTo>
                    <a:pt x="677983" y="443469"/>
                  </a:lnTo>
                  <a:lnTo>
                    <a:pt x="679434" y="443354"/>
                  </a:lnTo>
                  <a:lnTo>
                    <a:pt x="680886" y="443242"/>
                  </a:lnTo>
                  <a:lnTo>
                    <a:pt x="682338" y="443133"/>
                  </a:lnTo>
                  <a:lnTo>
                    <a:pt x="683790" y="443027"/>
                  </a:lnTo>
                  <a:lnTo>
                    <a:pt x="685242" y="442925"/>
                  </a:lnTo>
                  <a:lnTo>
                    <a:pt x="686693" y="442825"/>
                  </a:lnTo>
                  <a:lnTo>
                    <a:pt x="688145" y="442728"/>
                  </a:lnTo>
                  <a:lnTo>
                    <a:pt x="689597" y="442635"/>
                  </a:lnTo>
                  <a:lnTo>
                    <a:pt x="691049" y="442544"/>
                  </a:lnTo>
                  <a:lnTo>
                    <a:pt x="692501" y="442457"/>
                  </a:lnTo>
                  <a:lnTo>
                    <a:pt x="693952" y="442373"/>
                  </a:lnTo>
                  <a:lnTo>
                    <a:pt x="695404" y="442291"/>
                  </a:lnTo>
                  <a:lnTo>
                    <a:pt x="696856" y="442213"/>
                  </a:lnTo>
                  <a:lnTo>
                    <a:pt x="698308" y="442138"/>
                  </a:lnTo>
                  <a:lnTo>
                    <a:pt x="699759" y="442066"/>
                  </a:lnTo>
                  <a:lnTo>
                    <a:pt x="701211" y="441997"/>
                  </a:lnTo>
                  <a:lnTo>
                    <a:pt x="702663" y="441931"/>
                  </a:lnTo>
                  <a:lnTo>
                    <a:pt x="704115" y="441868"/>
                  </a:lnTo>
                  <a:lnTo>
                    <a:pt x="705567" y="441808"/>
                  </a:lnTo>
                  <a:lnTo>
                    <a:pt x="707018" y="441752"/>
                  </a:lnTo>
                  <a:lnTo>
                    <a:pt x="708470" y="441698"/>
                  </a:lnTo>
                  <a:lnTo>
                    <a:pt x="709922" y="441647"/>
                  </a:lnTo>
                  <a:lnTo>
                    <a:pt x="711374" y="441600"/>
                  </a:lnTo>
                  <a:lnTo>
                    <a:pt x="712826" y="441555"/>
                  </a:lnTo>
                  <a:lnTo>
                    <a:pt x="714277" y="441514"/>
                  </a:lnTo>
                  <a:lnTo>
                    <a:pt x="715729" y="441476"/>
                  </a:lnTo>
                  <a:lnTo>
                    <a:pt x="717181" y="441440"/>
                  </a:lnTo>
                  <a:lnTo>
                    <a:pt x="718633" y="441408"/>
                  </a:lnTo>
                  <a:lnTo>
                    <a:pt x="720084" y="441379"/>
                  </a:lnTo>
                  <a:lnTo>
                    <a:pt x="721536" y="441353"/>
                  </a:lnTo>
                  <a:lnTo>
                    <a:pt x="722988" y="441330"/>
                  </a:lnTo>
                  <a:lnTo>
                    <a:pt x="724440" y="441310"/>
                  </a:lnTo>
                  <a:lnTo>
                    <a:pt x="725892" y="441293"/>
                  </a:lnTo>
                  <a:lnTo>
                    <a:pt x="727343" y="441279"/>
                  </a:lnTo>
                  <a:lnTo>
                    <a:pt x="728795" y="441269"/>
                  </a:lnTo>
                  <a:lnTo>
                    <a:pt x="730247" y="441261"/>
                  </a:lnTo>
                  <a:lnTo>
                    <a:pt x="731699" y="441256"/>
                  </a:lnTo>
                  <a:lnTo>
                    <a:pt x="733150" y="441255"/>
                  </a:lnTo>
                  <a:lnTo>
                    <a:pt x="734602" y="445478"/>
                  </a:lnTo>
                  <a:lnTo>
                    <a:pt x="736054" y="447128"/>
                  </a:lnTo>
                  <a:lnTo>
                    <a:pt x="737506" y="447128"/>
                  </a:lnTo>
                  <a:lnTo>
                    <a:pt x="738958" y="448957"/>
                  </a:lnTo>
                  <a:lnTo>
                    <a:pt x="740409" y="448957"/>
                  </a:lnTo>
                  <a:lnTo>
                    <a:pt x="741861" y="451065"/>
                  </a:lnTo>
                  <a:lnTo>
                    <a:pt x="743313" y="451065"/>
                  </a:lnTo>
                  <a:lnTo>
                    <a:pt x="744765" y="453557"/>
                  </a:lnTo>
                  <a:lnTo>
                    <a:pt x="746217" y="453557"/>
                  </a:lnTo>
                  <a:lnTo>
                    <a:pt x="747668" y="455240"/>
                  </a:lnTo>
                  <a:lnTo>
                    <a:pt x="749120" y="455240"/>
                  </a:lnTo>
                  <a:lnTo>
                    <a:pt x="750572" y="456262"/>
                  </a:lnTo>
                  <a:lnTo>
                    <a:pt x="752024" y="456262"/>
                  </a:lnTo>
                  <a:lnTo>
                    <a:pt x="753475" y="459469"/>
                  </a:lnTo>
                  <a:lnTo>
                    <a:pt x="754927" y="459469"/>
                  </a:lnTo>
                  <a:lnTo>
                    <a:pt x="756379" y="463979"/>
                  </a:lnTo>
                  <a:lnTo>
                    <a:pt x="757831" y="463979"/>
                  </a:lnTo>
                  <a:lnTo>
                    <a:pt x="759283" y="466072"/>
                  </a:lnTo>
                  <a:lnTo>
                    <a:pt x="760734" y="466072"/>
                  </a:lnTo>
                  <a:lnTo>
                    <a:pt x="762186" y="472577"/>
                  </a:lnTo>
                  <a:lnTo>
                    <a:pt x="763638" y="472577"/>
                  </a:lnTo>
                  <a:lnTo>
                    <a:pt x="765090" y="479117"/>
                  </a:lnTo>
                  <a:lnTo>
                    <a:pt x="766541" y="479117"/>
                  </a:lnTo>
                  <a:lnTo>
                    <a:pt x="767993" y="481193"/>
                  </a:lnTo>
                  <a:lnTo>
                    <a:pt x="769445" y="481193"/>
                  </a:lnTo>
                  <a:lnTo>
                    <a:pt x="770897" y="482308"/>
                  </a:lnTo>
                  <a:lnTo>
                    <a:pt x="772349" y="482308"/>
                  </a:lnTo>
                  <a:lnTo>
                    <a:pt x="773800" y="486994"/>
                  </a:lnTo>
                  <a:lnTo>
                    <a:pt x="775252" y="486994"/>
                  </a:lnTo>
                  <a:lnTo>
                    <a:pt x="776704" y="493198"/>
                  </a:lnTo>
                  <a:lnTo>
                    <a:pt x="778156" y="493198"/>
                  </a:lnTo>
                  <a:lnTo>
                    <a:pt x="779608" y="493748"/>
                  </a:lnTo>
                  <a:lnTo>
                    <a:pt x="781059" y="493748"/>
                  </a:lnTo>
                  <a:lnTo>
                    <a:pt x="782511" y="496188"/>
                  </a:lnTo>
                  <a:lnTo>
                    <a:pt x="783963" y="496188"/>
                  </a:lnTo>
                  <a:lnTo>
                    <a:pt x="785415" y="497826"/>
                  </a:lnTo>
                  <a:lnTo>
                    <a:pt x="786866" y="497826"/>
                  </a:lnTo>
                  <a:lnTo>
                    <a:pt x="788318" y="498582"/>
                  </a:lnTo>
                  <a:lnTo>
                    <a:pt x="789770" y="498582"/>
                  </a:lnTo>
                  <a:lnTo>
                    <a:pt x="791222" y="501098"/>
                  </a:lnTo>
                  <a:lnTo>
                    <a:pt x="792674" y="501098"/>
                  </a:lnTo>
                  <a:lnTo>
                    <a:pt x="794125" y="503124"/>
                  </a:lnTo>
                  <a:lnTo>
                    <a:pt x="795577" y="503124"/>
                  </a:lnTo>
                  <a:lnTo>
                    <a:pt x="797029" y="506581"/>
                  </a:lnTo>
                  <a:lnTo>
                    <a:pt x="798481" y="506581"/>
                  </a:lnTo>
                  <a:lnTo>
                    <a:pt x="799932" y="507511"/>
                  </a:lnTo>
                  <a:lnTo>
                    <a:pt x="801384" y="510424"/>
                  </a:lnTo>
                  <a:lnTo>
                    <a:pt x="802836" y="510424"/>
                  </a:lnTo>
                  <a:lnTo>
                    <a:pt x="804288" y="512400"/>
                  </a:lnTo>
                  <a:lnTo>
                    <a:pt x="805740" y="512400"/>
                  </a:lnTo>
                  <a:lnTo>
                    <a:pt x="807191" y="513228"/>
                  </a:lnTo>
                  <a:lnTo>
                    <a:pt x="808643" y="513228"/>
                  </a:lnTo>
                  <a:lnTo>
                    <a:pt x="810095" y="514259"/>
                  </a:lnTo>
                  <a:lnTo>
                    <a:pt x="811547" y="514259"/>
                  </a:lnTo>
                  <a:lnTo>
                    <a:pt x="812999" y="518682"/>
                  </a:lnTo>
                  <a:lnTo>
                    <a:pt x="814450" y="518682"/>
                  </a:lnTo>
                  <a:lnTo>
                    <a:pt x="815902" y="522846"/>
                  </a:lnTo>
                  <a:lnTo>
                    <a:pt x="817354" y="522846"/>
                  </a:lnTo>
                  <a:lnTo>
                    <a:pt x="818806" y="525523"/>
                  </a:lnTo>
                  <a:lnTo>
                    <a:pt x="820257" y="525523"/>
                  </a:lnTo>
                  <a:lnTo>
                    <a:pt x="821709" y="530570"/>
                  </a:lnTo>
                  <a:lnTo>
                    <a:pt x="823161" y="530570"/>
                  </a:lnTo>
                  <a:lnTo>
                    <a:pt x="824613" y="533118"/>
                  </a:lnTo>
                  <a:lnTo>
                    <a:pt x="826065" y="533118"/>
                  </a:lnTo>
                  <a:lnTo>
                    <a:pt x="827516" y="543497"/>
                  </a:lnTo>
                  <a:lnTo>
                    <a:pt x="828968" y="543497"/>
                  </a:lnTo>
                  <a:lnTo>
                    <a:pt x="830420" y="545006"/>
                  </a:lnTo>
                  <a:lnTo>
                    <a:pt x="831872" y="545006"/>
                  </a:lnTo>
                  <a:lnTo>
                    <a:pt x="833323" y="546265"/>
                  </a:lnTo>
                  <a:lnTo>
                    <a:pt x="834775" y="546265"/>
                  </a:lnTo>
                  <a:lnTo>
                    <a:pt x="836227" y="559605"/>
                  </a:lnTo>
                  <a:lnTo>
                    <a:pt x="837679" y="559605"/>
                  </a:lnTo>
                  <a:lnTo>
                    <a:pt x="839131" y="563921"/>
                  </a:lnTo>
                  <a:lnTo>
                    <a:pt x="840582" y="563921"/>
                  </a:lnTo>
                  <a:lnTo>
                    <a:pt x="842034" y="565164"/>
                  </a:lnTo>
                  <a:lnTo>
                    <a:pt x="843486" y="565164"/>
                  </a:lnTo>
                  <a:lnTo>
                    <a:pt x="844938" y="567556"/>
                  </a:lnTo>
                  <a:lnTo>
                    <a:pt x="846390" y="567556"/>
                  </a:lnTo>
                  <a:lnTo>
                    <a:pt x="847841" y="569133"/>
                  </a:lnTo>
                  <a:lnTo>
                    <a:pt x="849293" y="569133"/>
                  </a:lnTo>
                  <a:lnTo>
                    <a:pt x="850745" y="571005"/>
                  </a:lnTo>
                  <a:lnTo>
                    <a:pt x="852197" y="571005"/>
                  </a:lnTo>
                  <a:lnTo>
                    <a:pt x="853648" y="573658"/>
                  </a:lnTo>
                  <a:lnTo>
                    <a:pt x="855100" y="573658"/>
                  </a:lnTo>
                  <a:lnTo>
                    <a:pt x="856552" y="574741"/>
                  </a:lnTo>
                  <a:lnTo>
                    <a:pt x="858004" y="574741"/>
                  </a:lnTo>
                  <a:lnTo>
                    <a:pt x="859456" y="582093"/>
                  </a:lnTo>
                  <a:lnTo>
                    <a:pt x="860907" y="582093"/>
                  </a:lnTo>
                  <a:lnTo>
                    <a:pt x="862359" y="582110"/>
                  </a:lnTo>
                  <a:lnTo>
                    <a:pt x="863811" y="584355"/>
                  </a:lnTo>
                  <a:lnTo>
                    <a:pt x="865263" y="584355"/>
                  </a:lnTo>
                  <a:lnTo>
                    <a:pt x="866715" y="586192"/>
                  </a:lnTo>
                  <a:lnTo>
                    <a:pt x="868166" y="586192"/>
                  </a:lnTo>
                  <a:lnTo>
                    <a:pt x="869618" y="586519"/>
                  </a:lnTo>
                  <a:lnTo>
                    <a:pt x="871070" y="586519"/>
                  </a:lnTo>
                  <a:lnTo>
                    <a:pt x="872522" y="588149"/>
                  </a:lnTo>
                  <a:lnTo>
                    <a:pt x="873973" y="588149"/>
                  </a:lnTo>
                  <a:lnTo>
                    <a:pt x="875425" y="594954"/>
                  </a:lnTo>
                  <a:lnTo>
                    <a:pt x="876877" y="594954"/>
                  </a:lnTo>
                  <a:lnTo>
                    <a:pt x="878329" y="596167"/>
                  </a:lnTo>
                  <a:lnTo>
                    <a:pt x="879781" y="596167"/>
                  </a:lnTo>
                  <a:lnTo>
                    <a:pt x="881232" y="597909"/>
                  </a:lnTo>
                  <a:lnTo>
                    <a:pt x="882684" y="597909"/>
                  </a:lnTo>
                  <a:lnTo>
                    <a:pt x="884136" y="598479"/>
                  </a:lnTo>
                  <a:lnTo>
                    <a:pt x="885588" y="598479"/>
                  </a:lnTo>
                  <a:lnTo>
                    <a:pt x="887039" y="599344"/>
                  </a:lnTo>
                  <a:lnTo>
                    <a:pt x="888491" y="599344"/>
                  </a:lnTo>
                  <a:lnTo>
                    <a:pt x="889943" y="601876"/>
                  </a:lnTo>
                  <a:lnTo>
                    <a:pt x="891395" y="601876"/>
                  </a:lnTo>
                  <a:lnTo>
                    <a:pt x="892847" y="603184"/>
                  </a:lnTo>
                  <a:lnTo>
                    <a:pt x="894298" y="603184"/>
                  </a:lnTo>
                  <a:lnTo>
                    <a:pt x="895750" y="606517"/>
                  </a:lnTo>
                  <a:lnTo>
                    <a:pt x="897202" y="606517"/>
                  </a:lnTo>
                  <a:lnTo>
                    <a:pt x="898654" y="606653"/>
                  </a:lnTo>
                  <a:lnTo>
                    <a:pt x="900106" y="606653"/>
                  </a:lnTo>
                  <a:lnTo>
                    <a:pt x="901557" y="609432"/>
                  </a:lnTo>
                  <a:lnTo>
                    <a:pt x="903009" y="609432"/>
                  </a:lnTo>
                  <a:lnTo>
                    <a:pt x="904461" y="613924"/>
                  </a:lnTo>
                  <a:lnTo>
                    <a:pt x="905913" y="613924"/>
                  </a:lnTo>
                  <a:lnTo>
                    <a:pt x="907364" y="614999"/>
                  </a:lnTo>
                  <a:lnTo>
                    <a:pt x="908816" y="614999"/>
                  </a:lnTo>
                  <a:lnTo>
                    <a:pt x="910268" y="619599"/>
                  </a:lnTo>
                  <a:lnTo>
                    <a:pt x="911720" y="619599"/>
                  </a:lnTo>
                  <a:lnTo>
                    <a:pt x="913172" y="622398"/>
                  </a:lnTo>
                  <a:lnTo>
                    <a:pt x="914623" y="622398"/>
                  </a:lnTo>
                  <a:lnTo>
                    <a:pt x="916075" y="625006"/>
                  </a:lnTo>
                  <a:lnTo>
                    <a:pt x="917527" y="625006"/>
                  </a:lnTo>
                  <a:lnTo>
                    <a:pt x="918979" y="626684"/>
                  </a:lnTo>
                  <a:lnTo>
                    <a:pt x="920430" y="626684"/>
                  </a:lnTo>
                  <a:lnTo>
                    <a:pt x="921882" y="636543"/>
                  </a:lnTo>
                  <a:lnTo>
                    <a:pt x="923334" y="636543"/>
                  </a:lnTo>
                  <a:lnTo>
                    <a:pt x="924786" y="640108"/>
                  </a:lnTo>
                  <a:lnTo>
                    <a:pt x="926238" y="640939"/>
                  </a:lnTo>
                  <a:lnTo>
                    <a:pt x="927689" y="640939"/>
                  </a:lnTo>
                  <a:lnTo>
                    <a:pt x="929141" y="641885"/>
                  </a:lnTo>
                  <a:lnTo>
                    <a:pt x="930593" y="641885"/>
                  </a:lnTo>
                  <a:lnTo>
                    <a:pt x="932045" y="643177"/>
                  </a:lnTo>
                  <a:lnTo>
                    <a:pt x="933497" y="643177"/>
                  </a:lnTo>
                  <a:lnTo>
                    <a:pt x="934948" y="644497"/>
                  </a:lnTo>
                  <a:lnTo>
                    <a:pt x="936400" y="644497"/>
                  </a:lnTo>
                  <a:lnTo>
                    <a:pt x="937852" y="653265"/>
                  </a:lnTo>
                  <a:lnTo>
                    <a:pt x="939304" y="653265"/>
                  </a:lnTo>
                  <a:lnTo>
                    <a:pt x="940755" y="657059"/>
                  </a:lnTo>
                  <a:lnTo>
                    <a:pt x="942207" y="657059"/>
                  </a:lnTo>
                  <a:lnTo>
                    <a:pt x="943659" y="662585"/>
                  </a:lnTo>
                  <a:lnTo>
                    <a:pt x="945111" y="662585"/>
                  </a:lnTo>
                  <a:lnTo>
                    <a:pt x="946563" y="665773"/>
                  </a:lnTo>
                  <a:lnTo>
                    <a:pt x="948014" y="665773"/>
                  </a:lnTo>
                  <a:lnTo>
                    <a:pt x="949466" y="668258"/>
                  </a:lnTo>
                  <a:lnTo>
                    <a:pt x="950918" y="668258"/>
                  </a:lnTo>
                  <a:lnTo>
                    <a:pt x="952370" y="668767"/>
                  </a:lnTo>
                  <a:lnTo>
                    <a:pt x="953821" y="668767"/>
                  </a:lnTo>
                  <a:lnTo>
                    <a:pt x="955273" y="671556"/>
                  </a:lnTo>
                  <a:lnTo>
                    <a:pt x="956725" y="671556"/>
                  </a:lnTo>
                  <a:lnTo>
                    <a:pt x="958177" y="672487"/>
                  </a:lnTo>
                  <a:lnTo>
                    <a:pt x="959629" y="672487"/>
                  </a:lnTo>
                  <a:lnTo>
                    <a:pt x="961080" y="674537"/>
                  </a:lnTo>
                  <a:lnTo>
                    <a:pt x="962532" y="674537"/>
                  </a:lnTo>
                  <a:lnTo>
                    <a:pt x="963984" y="678178"/>
                  </a:lnTo>
                  <a:lnTo>
                    <a:pt x="965436" y="678178"/>
                  </a:lnTo>
                  <a:lnTo>
                    <a:pt x="966888" y="681148"/>
                  </a:lnTo>
                  <a:lnTo>
                    <a:pt x="968339" y="681148"/>
                  </a:lnTo>
                  <a:lnTo>
                    <a:pt x="969791" y="684248"/>
                  </a:lnTo>
                  <a:lnTo>
                    <a:pt x="971243" y="684248"/>
                  </a:lnTo>
                  <a:lnTo>
                    <a:pt x="972695" y="685202"/>
                  </a:lnTo>
                  <a:lnTo>
                    <a:pt x="974146" y="685202"/>
                  </a:lnTo>
                  <a:lnTo>
                    <a:pt x="975598" y="685573"/>
                  </a:lnTo>
                  <a:lnTo>
                    <a:pt x="977050" y="685573"/>
                  </a:lnTo>
                  <a:lnTo>
                    <a:pt x="978502" y="687468"/>
                  </a:lnTo>
                  <a:lnTo>
                    <a:pt x="979954" y="687468"/>
                  </a:lnTo>
                  <a:lnTo>
                    <a:pt x="981405" y="687482"/>
                  </a:lnTo>
                  <a:lnTo>
                    <a:pt x="982857" y="687482"/>
                  </a:lnTo>
                  <a:lnTo>
                    <a:pt x="984309" y="688991"/>
                  </a:lnTo>
                  <a:lnTo>
                    <a:pt x="985761" y="688991"/>
                  </a:lnTo>
                  <a:lnTo>
                    <a:pt x="987213" y="689443"/>
                  </a:lnTo>
                  <a:lnTo>
                    <a:pt x="988664" y="689443"/>
                  </a:lnTo>
                  <a:lnTo>
                    <a:pt x="990116" y="689488"/>
                  </a:lnTo>
                  <a:lnTo>
                    <a:pt x="991568" y="692551"/>
                  </a:lnTo>
                  <a:lnTo>
                    <a:pt x="993020" y="692551"/>
                  </a:lnTo>
                  <a:lnTo>
                    <a:pt x="994471" y="699844"/>
                  </a:lnTo>
                  <a:lnTo>
                    <a:pt x="995923" y="699844"/>
                  </a:lnTo>
                  <a:lnTo>
                    <a:pt x="997375" y="700332"/>
                  </a:lnTo>
                  <a:lnTo>
                    <a:pt x="998827" y="700332"/>
                  </a:lnTo>
                  <a:lnTo>
                    <a:pt x="1000279" y="701195"/>
                  </a:lnTo>
                  <a:lnTo>
                    <a:pt x="1001730" y="701195"/>
                  </a:lnTo>
                  <a:lnTo>
                    <a:pt x="1003182" y="702765"/>
                  </a:lnTo>
                  <a:lnTo>
                    <a:pt x="1004634" y="702765"/>
                  </a:lnTo>
                  <a:lnTo>
                    <a:pt x="1006086" y="704717"/>
                  </a:lnTo>
                  <a:lnTo>
                    <a:pt x="1007537" y="704717"/>
                  </a:lnTo>
                  <a:lnTo>
                    <a:pt x="1008989" y="706763"/>
                  </a:lnTo>
                  <a:lnTo>
                    <a:pt x="1010441" y="706763"/>
                  </a:lnTo>
                  <a:lnTo>
                    <a:pt x="1011893" y="713237"/>
                  </a:lnTo>
                  <a:lnTo>
                    <a:pt x="1013345" y="713237"/>
                  </a:lnTo>
                  <a:lnTo>
                    <a:pt x="1014796" y="714031"/>
                  </a:lnTo>
                  <a:lnTo>
                    <a:pt x="1016248" y="714031"/>
                  </a:lnTo>
                  <a:lnTo>
                    <a:pt x="1017700" y="714824"/>
                  </a:lnTo>
                  <a:lnTo>
                    <a:pt x="1019152" y="714824"/>
                  </a:lnTo>
                  <a:lnTo>
                    <a:pt x="1020604" y="717304"/>
                  </a:lnTo>
                  <a:lnTo>
                    <a:pt x="1022055" y="717304"/>
                  </a:lnTo>
                  <a:lnTo>
                    <a:pt x="1023507" y="720494"/>
                  </a:lnTo>
                  <a:lnTo>
                    <a:pt x="1024959" y="720494"/>
                  </a:lnTo>
                  <a:lnTo>
                    <a:pt x="1026411" y="720895"/>
                  </a:lnTo>
                  <a:lnTo>
                    <a:pt x="1027862" y="720895"/>
                  </a:lnTo>
                  <a:lnTo>
                    <a:pt x="1029314" y="721750"/>
                  </a:lnTo>
                  <a:lnTo>
                    <a:pt x="1030766" y="721750"/>
                  </a:lnTo>
                  <a:lnTo>
                    <a:pt x="1032218" y="723580"/>
                  </a:lnTo>
                  <a:lnTo>
                    <a:pt x="1033670" y="723580"/>
                  </a:lnTo>
                  <a:lnTo>
                    <a:pt x="1035121" y="726017"/>
                  </a:lnTo>
                  <a:lnTo>
                    <a:pt x="1036573" y="726017"/>
                  </a:lnTo>
                  <a:lnTo>
                    <a:pt x="1038025" y="729837"/>
                  </a:lnTo>
                  <a:lnTo>
                    <a:pt x="1039477" y="729837"/>
                  </a:lnTo>
                  <a:lnTo>
                    <a:pt x="1040928" y="730991"/>
                  </a:lnTo>
                  <a:lnTo>
                    <a:pt x="1042380" y="730991"/>
                  </a:lnTo>
                  <a:lnTo>
                    <a:pt x="1043832" y="734028"/>
                  </a:lnTo>
                  <a:lnTo>
                    <a:pt x="1045284" y="734028"/>
                  </a:lnTo>
                  <a:lnTo>
                    <a:pt x="1046736" y="736569"/>
                  </a:lnTo>
                  <a:lnTo>
                    <a:pt x="1048187" y="736569"/>
                  </a:lnTo>
                  <a:lnTo>
                    <a:pt x="1049639" y="737385"/>
                  </a:lnTo>
                  <a:lnTo>
                    <a:pt x="1051091" y="737385"/>
                  </a:lnTo>
                  <a:lnTo>
                    <a:pt x="1052543" y="740767"/>
                  </a:lnTo>
                  <a:lnTo>
                    <a:pt x="1053995" y="740767"/>
                  </a:lnTo>
                  <a:lnTo>
                    <a:pt x="1055446" y="742687"/>
                  </a:lnTo>
                  <a:lnTo>
                    <a:pt x="1056898" y="742801"/>
                  </a:lnTo>
                  <a:lnTo>
                    <a:pt x="1058350" y="742801"/>
                  </a:lnTo>
                  <a:lnTo>
                    <a:pt x="1059802" y="745272"/>
                  </a:lnTo>
                  <a:lnTo>
                    <a:pt x="1061253" y="745272"/>
                  </a:lnTo>
                  <a:lnTo>
                    <a:pt x="1062705" y="746793"/>
                  </a:lnTo>
                  <a:lnTo>
                    <a:pt x="1064157" y="746793"/>
                  </a:lnTo>
                  <a:lnTo>
                    <a:pt x="1065609" y="747192"/>
                  </a:lnTo>
                  <a:lnTo>
                    <a:pt x="1067061" y="747192"/>
                  </a:lnTo>
                  <a:lnTo>
                    <a:pt x="1068512" y="747222"/>
                  </a:lnTo>
                  <a:lnTo>
                    <a:pt x="1069964" y="747222"/>
                  </a:lnTo>
                  <a:lnTo>
                    <a:pt x="1071416" y="747705"/>
                  </a:lnTo>
                  <a:lnTo>
                    <a:pt x="1072868" y="747705"/>
                  </a:lnTo>
                  <a:lnTo>
                    <a:pt x="1074319" y="749643"/>
                  </a:lnTo>
                  <a:lnTo>
                    <a:pt x="1075771" y="749643"/>
                  </a:lnTo>
                  <a:lnTo>
                    <a:pt x="1077223" y="752176"/>
                  </a:lnTo>
                  <a:lnTo>
                    <a:pt x="1078675" y="752176"/>
                  </a:lnTo>
                  <a:lnTo>
                    <a:pt x="1080127" y="752501"/>
                  </a:lnTo>
                  <a:lnTo>
                    <a:pt x="1081578" y="752501"/>
                  </a:lnTo>
                  <a:lnTo>
                    <a:pt x="1083030" y="753036"/>
                  </a:lnTo>
                  <a:lnTo>
                    <a:pt x="1084482" y="753036"/>
                  </a:lnTo>
                  <a:lnTo>
                    <a:pt x="1085934" y="757123"/>
                  </a:lnTo>
                  <a:lnTo>
                    <a:pt x="1087386" y="757123"/>
                  </a:lnTo>
                  <a:lnTo>
                    <a:pt x="1088837" y="757685"/>
                  </a:lnTo>
                  <a:lnTo>
                    <a:pt x="1090289" y="757685"/>
                  </a:lnTo>
                  <a:lnTo>
                    <a:pt x="1091741" y="758625"/>
                  </a:lnTo>
                  <a:lnTo>
                    <a:pt x="1093193" y="758625"/>
                  </a:lnTo>
                  <a:lnTo>
                    <a:pt x="1094644" y="764968"/>
                  </a:lnTo>
                  <a:lnTo>
                    <a:pt x="1096096" y="764968"/>
                  </a:lnTo>
                  <a:lnTo>
                    <a:pt x="1097548" y="769345"/>
                  </a:lnTo>
                  <a:lnTo>
                    <a:pt x="1099000" y="769345"/>
                  </a:lnTo>
                  <a:lnTo>
                    <a:pt x="1100452" y="771280"/>
                  </a:lnTo>
                  <a:lnTo>
                    <a:pt x="1101903" y="771280"/>
                  </a:lnTo>
                  <a:lnTo>
                    <a:pt x="1103355" y="772402"/>
                  </a:lnTo>
                  <a:lnTo>
                    <a:pt x="1104807" y="772402"/>
                  </a:lnTo>
                  <a:lnTo>
                    <a:pt x="1106259" y="773622"/>
                  </a:lnTo>
                  <a:lnTo>
                    <a:pt x="1107711" y="773622"/>
                  </a:lnTo>
                  <a:lnTo>
                    <a:pt x="1109162" y="773768"/>
                  </a:lnTo>
                  <a:lnTo>
                    <a:pt x="1110614" y="773768"/>
                  </a:lnTo>
                  <a:lnTo>
                    <a:pt x="1112066" y="774762"/>
                  </a:lnTo>
                  <a:lnTo>
                    <a:pt x="1113518" y="774762"/>
                  </a:lnTo>
                  <a:lnTo>
                    <a:pt x="1114969" y="774887"/>
                  </a:lnTo>
                  <a:lnTo>
                    <a:pt x="1116421" y="774887"/>
                  </a:lnTo>
                  <a:lnTo>
                    <a:pt x="1117873" y="774971"/>
                  </a:lnTo>
                  <a:lnTo>
                    <a:pt x="1119325" y="775106"/>
                  </a:lnTo>
                  <a:lnTo>
                    <a:pt x="1120777" y="774775"/>
                  </a:lnTo>
                  <a:lnTo>
                    <a:pt x="1122228" y="753197"/>
                  </a:lnTo>
                  <a:lnTo>
                    <a:pt x="1123680" y="707342"/>
                  </a:lnTo>
                  <a:lnTo>
                    <a:pt x="1125132" y="671103"/>
                  </a:lnTo>
                  <a:lnTo>
                    <a:pt x="1126584" y="643418"/>
                  </a:lnTo>
                  <a:lnTo>
                    <a:pt x="1128035" y="602199"/>
                  </a:lnTo>
                  <a:lnTo>
                    <a:pt x="1129487" y="543031"/>
                  </a:lnTo>
                  <a:lnTo>
                    <a:pt x="1130939" y="490990"/>
                  </a:lnTo>
                  <a:lnTo>
                    <a:pt x="1132391" y="429362"/>
                  </a:lnTo>
                  <a:lnTo>
                    <a:pt x="1133843" y="392797"/>
                  </a:lnTo>
                  <a:lnTo>
                    <a:pt x="1135294" y="301446"/>
                  </a:lnTo>
                  <a:lnTo>
                    <a:pt x="1136746" y="216524"/>
                  </a:lnTo>
                  <a:lnTo>
                    <a:pt x="1138198" y="125824"/>
                  </a:lnTo>
                  <a:lnTo>
                    <a:pt x="1139650" y="11081"/>
                  </a:lnTo>
                  <a:lnTo>
                    <a:pt x="1141102" y="0"/>
                  </a:lnTo>
                  <a:lnTo>
                    <a:pt x="1142553" y="71067"/>
                  </a:lnTo>
                  <a:lnTo>
                    <a:pt x="1144005" y="167510"/>
                  </a:lnTo>
                  <a:lnTo>
                    <a:pt x="1145457" y="260368"/>
                  </a:lnTo>
                  <a:lnTo>
                    <a:pt x="1146909" y="331459"/>
                  </a:lnTo>
                  <a:lnTo>
                    <a:pt x="1148360" y="412125"/>
                  </a:lnTo>
                  <a:lnTo>
                    <a:pt x="1149812" y="452709"/>
                  </a:lnTo>
                  <a:lnTo>
                    <a:pt x="1151264" y="532219"/>
                  </a:lnTo>
                  <a:lnTo>
                    <a:pt x="1152716" y="568645"/>
                  </a:lnTo>
                  <a:lnTo>
                    <a:pt x="1154168" y="617649"/>
                  </a:lnTo>
                  <a:lnTo>
                    <a:pt x="1155619" y="656146"/>
                  </a:lnTo>
                  <a:lnTo>
                    <a:pt x="1157071" y="694577"/>
                  </a:lnTo>
                  <a:lnTo>
                    <a:pt x="1158523" y="740197"/>
                  </a:lnTo>
                  <a:lnTo>
                    <a:pt x="1159975" y="760756"/>
                  </a:lnTo>
                  <a:lnTo>
                    <a:pt x="1161426" y="775724"/>
                  </a:lnTo>
                  <a:lnTo>
                    <a:pt x="1162878" y="775724"/>
                  </a:lnTo>
                  <a:lnTo>
                    <a:pt x="1164330" y="777020"/>
                  </a:lnTo>
                  <a:lnTo>
                    <a:pt x="1165782" y="777020"/>
                  </a:lnTo>
                  <a:lnTo>
                    <a:pt x="1167234" y="777020"/>
                  </a:lnTo>
                  <a:lnTo>
                    <a:pt x="1168685" y="777631"/>
                  </a:lnTo>
                  <a:lnTo>
                    <a:pt x="1170137" y="777631"/>
                  </a:lnTo>
                  <a:lnTo>
                    <a:pt x="1171589" y="777631"/>
                  </a:lnTo>
                  <a:lnTo>
                    <a:pt x="1173041" y="777631"/>
                  </a:lnTo>
                  <a:lnTo>
                    <a:pt x="1174493" y="778368"/>
                  </a:lnTo>
                  <a:lnTo>
                    <a:pt x="1175944" y="778368"/>
                  </a:lnTo>
                  <a:lnTo>
                    <a:pt x="1177396" y="778368"/>
                  </a:lnTo>
                  <a:lnTo>
                    <a:pt x="1178848" y="779815"/>
                  </a:lnTo>
                  <a:lnTo>
                    <a:pt x="1180300" y="779815"/>
                  </a:lnTo>
                  <a:lnTo>
                    <a:pt x="1181751" y="779815"/>
                  </a:lnTo>
                  <a:lnTo>
                    <a:pt x="1183203" y="780264"/>
                  </a:lnTo>
                  <a:lnTo>
                    <a:pt x="1184655" y="780264"/>
                  </a:lnTo>
                  <a:lnTo>
                    <a:pt x="1186107" y="780264"/>
                  </a:lnTo>
                  <a:lnTo>
                    <a:pt x="1187559" y="781706"/>
                  </a:lnTo>
                  <a:lnTo>
                    <a:pt x="1189010" y="781706"/>
                  </a:lnTo>
                  <a:lnTo>
                    <a:pt x="1190462" y="781706"/>
                  </a:lnTo>
                  <a:lnTo>
                    <a:pt x="1191914" y="781706"/>
                  </a:lnTo>
                  <a:lnTo>
                    <a:pt x="1193366" y="781905"/>
                  </a:lnTo>
                  <a:lnTo>
                    <a:pt x="1194817" y="781905"/>
                  </a:lnTo>
                  <a:lnTo>
                    <a:pt x="1196269" y="781905"/>
                  </a:lnTo>
                  <a:lnTo>
                    <a:pt x="1197721" y="783757"/>
                  </a:lnTo>
                  <a:lnTo>
                    <a:pt x="1199173" y="783757"/>
                  </a:lnTo>
                  <a:lnTo>
                    <a:pt x="1200625" y="783757"/>
                  </a:lnTo>
                  <a:lnTo>
                    <a:pt x="1202076" y="786462"/>
                  </a:lnTo>
                  <a:lnTo>
                    <a:pt x="1203528" y="786462"/>
                  </a:lnTo>
                  <a:lnTo>
                    <a:pt x="1204980" y="786462"/>
                  </a:lnTo>
                  <a:lnTo>
                    <a:pt x="1206432" y="787361"/>
                  </a:lnTo>
                  <a:lnTo>
                    <a:pt x="1207884" y="787361"/>
                  </a:lnTo>
                  <a:lnTo>
                    <a:pt x="1209335" y="787361"/>
                  </a:lnTo>
                  <a:lnTo>
                    <a:pt x="1210787" y="787361"/>
                  </a:lnTo>
                  <a:lnTo>
                    <a:pt x="1212239" y="787422"/>
                  </a:lnTo>
                  <a:lnTo>
                    <a:pt x="1213691" y="787422"/>
                  </a:lnTo>
                  <a:lnTo>
                    <a:pt x="1215142" y="787422"/>
                  </a:lnTo>
                  <a:lnTo>
                    <a:pt x="1216594" y="788194"/>
                  </a:lnTo>
                  <a:lnTo>
                    <a:pt x="1218046" y="788194"/>
                  </a:lnTo>
                  <a:lnTo>
                    <a:pt x="1219498" y="788194"/>
                  </a:lnTo>
                  <a:lnTo>
                    <a:pt x="1220950" y="789942"/>
                  </a:lnTo>
                  <a:lnTo>
                    <a:pt x="1222401" y="789942"/>
                  </a:lnTo>
                  <a:lnTo>
                    <a:pt x="1223853" y="789942"/>
                  </a:lnTo>
                  <a:lnTo>
                    <a:pt x="1225305" y="790361"/>
                  </a:lnTo>
                  <a:lnTo>
                    <a:pt x="1226757" y="790361"/>
                  </a:lnTo>
                  <a:lnTo>
                    <a:pt x="1228209" y="790361"/>
                  </a:lnTo>
                  <a:lnTo>
                    <a:pt x="1229660" y="790361"/>
                  </a:lnTo>
                  <a:lnTo>
                    <a:pt x="1231112" y="790453"/>
                  </a:lnTo>
                  <a:lnTo>
                    <a:pt x="1232564" y="790453"/>
                  </a:lnTo>
                  <a:lnTo>
                    <a:pt x="1234016" y="790453"/>
                  </a:lnTo>
                  <a:lnTo>
                    <a:pt x="1235467" y="790458"/>
                  </a:lnTo>
                  <a:lnTo>
                    <a:pt x="1236919" y="790458"/>
                  </a:lnTo>
                  <a:lnTo>
                    <a:pt x="1238371" y="790458"/>
                  </a:lnTo>
                  <a:lnTo>
                    <a:pt x="1239823" y="790996"/>
                  </a:lnTo>
                  <a:lnTo>
                    <a:pt x="1241275" y="790996"/>
                  </a:lnTo>
                  <a:lnTo>
                    <a:pt x="1242726" y="790996"/>
                  </a:lnTo>
                  <a:lnTo>
                    <a:pt x="1244178" y="791789"/>
                  </a:lnTo>
                  <a:lnTo>
                    <a:pt x="1245630" y="791789"/>
                  </a:lnTo>
                  <a:lnTo>
                    <a:pt x="1247082" y="791789"/>
                  </a:lnTo>
                  <a:lnTo>
                    <a:pt x="1248533" y="791789"/>
                  </a:lnTo>
                  <a:lnTo>
                    <a:pt x="1249985" y="792521"/>
                  </a:lnTo>
                  <a:lnTo>
                    <a:pt x="1251437" y="792521"/>
                  </a:lnTo>
                  <a:lnTo>
                    <a:pt x="1252889" y="792521"/>
                  </a:lnTo>
                  <a:lnTo>
                    <a:pt x="1254341" y="792935"/>
                  </a:lnTo>
                  <a:lnTo>
                    <a:pt x="1255792" y="792935"/>
                  </a:lnTo>
                  <a:lnTo>
                    <a:pt x="1257244" y="792935"/>
                  </a:lnTo>
                  <a:lnTo>
                    <a:pt x="1258696" y="793350"/>
                  </a:lnTo>
                  <a:lnTo>
                    <a:pt x="1260148" y="793350"/>
                  </a:lnTo>
                  <a:lnTo>
                    <a:pt x="1261600" y="793350"/>
                  </a:lnTo>
                  <a:lnTo>
                    <a:pt x="1263051" y="795397"/>
                  </a:lnTo>
                  <a:lnTo>
                    <a:pt x="1264503" y="795397"/>
                  </a:lnTo>
                  <a:lnTo>
                    <a:pt x="1265955" y="795397"/>
                  </a:lnTo>
                  <a:lnTo>
                    <a:pt x="1267407" y="795397"/>
                  </a:lnTo>
                  <a:lnTo>
                    <a:pt x="1268858" y="796842"/>
                  </a:lnTo>
                  <a:lnTo>
                    <a:pt x="1270310" y="796842"/>
                  </a:lnTo>
                  <a:lnTo>
                    <a:pt x="1271762" y="796842"/>
                  </a:lnTo>
                  <a:lnTo>
                    <a:pt x="1273214" y="797108"/>
                  </a:lnTo>
                  <a:lnTo>
                    <a:pt x="1274666" y="797108"/>
                  </a:lnTo>
                  <a:lnTo>
                    <a:pt x="1276117" y="797108"/>
                  </a:lnTo>
                  <a:lnTo>
                    <a:pt x="1277569" y="800173"/>
                  </a:lnTo>
                  <a:lnTo>
                    <a:pt x="1279021" y="800173"/>
                  </a:lnTo>
                  <a:lnTo>
                    <a:pt x="1280473" y="800173"/>
                  </a:lnTo>
                  <a:lnTo>
                    <a:pt x="1281924" y="800948"/>
                  </a:lnTo>
                  <a:lnTo>
                    <a:pt x="1283376" y="800948"/>
                  </a:lnTo>
                  <a:lnTo>
                    <a:pt x="1284828" y="800948"/>
                  </a:lnTo>
                  <a:lnTo>
                    <a:pt x="1286280" y="800948"/>
                  </a:lnTo>
                  <a:lnTo>
                    <a:pt x="1287732" y="801513"/>
                  </a:lnTo>
                  <a:lnTo>
                    <a:pt x="1289183" y="801513"/>
                  </a:lnTo>
                  <a:lnTo>
                    <a:pt x="1290635" y="801513"/>
                  </a:lnTo>
                  <a:lnTo>
                    <a:pt x="1292087" y="801977"/>
                  </a:lnTo>
                  <a:lnTo>
                    <a:pt x="1293539" y="801977"/>
                  </a:lnTo>
                  <a:lnTo>
                    <a:pt x="1294991" y="801977"/>
                  </a:lnTo>
                  <a:lnTo>
                    <a:pt x="1296442" y="804295"/>
                  </a:lnTo>
                  <a:lnTo>
                    <a:pt x="1297894" y="804295"/>
                  </a:lnTo>
                  <a:lnTo>
                    <a:pt x="1299346" y="804295"/>
                  </a:lnTo>
                  <a:lnTo>
                    <a:pt x="1300798" y="805165"/>
                  </a:lnTo>
                  <a:lnTo>
                    <a:pt x="1302249" y="805165"/>
                  </a:lnTo>
                  <a:lnTo>
                    <a:pt x="1303701" y="805165"/>
                  </a:lnTo>
                  <a:lnTo>
                    <a:pt x="1305153" y="805165"/>
                  </a:lnTo>
                  <a:lnTo>
                    <a:pt x="1306605" y="806405"/>
                  </a:lnTo>
                  <a:lnTo>
                    <a:pt x="1308057" y="806405"/>
                  </a:lnTo>
                  <a:lnTo>
                    <a:pt x="1309508" y="806405"/>
                  </a:lnTo>
                  <a:lnTo>
                    <a:pt x="1310960" y="807737"/>
                  </a:lnTo>
                  <a:lnTo>
                    <a:pt x="1312412" y="807737"/>
                  </a:lnTo>
                  <a:lnTo>
                    <a:pt x="1313864" y="807737"/>
                  </a:lnTo>
                  <a:lnTo>
                    <a:pt x="1315315" y="807838"/>
                  </a:lnTo>
                  <a:lnTo>
                    <a:pt x="1316767" y="807838"/>
                  </a:lnTo>
                  <a:lnTo>
                    <a:pt x="1318219" y="807838"/>
                  </a:lnTo>
                  <a:lnTo>
                    <a:pt x="1319671" y="807970"/>
                  </a:lnTo>
                  <a:lnTo>
                    <a:pt x="1321123" y="807970"/>
                  </a:lnTo>
                  <a:lnTo>
                    <a:pt x="1322574" y="807970"/>
                  </a:lnTo>
                  <a:lnTo>
                    <a:pt x="1324026" y="807970"/>
                  </a:lnTo>
                  <a:lnTo>
                    <a:pt x="1325478" y="808261"/>
                  </a:lnTo>
                  <a:lnTo>
                    <a:pt x="1326930" y="808261"/>
                  </a:lnTo>
                  <a:lnTo>
                    <a:pt x="1328382" y="808261"/>
                  </a:lnTo>
                  <a:lnTo>
                    <a:pt x="1329833" y="811520"/>
                  </a:lnTo>
                  <a:lnTo>
                    <a:pt x="1331285" y="811520"/>
                  </a:lnTo>
                  <a:lnTo>
                    <a:pt x="1332737" y="811520"/>
                  </a:lnTo>
                  <a:lnTo>
                    <a:pt x="1334189" y="812119"/>
                  </a:lnTo>
                  <a:lnTo>
                    <a:pt x="1335640" y="812119"/>
                  </a:lnTo>
                  <a:lnTo>
                    <a:pt x="1337092" y="812119"/>
                  </a:lnTo>
                  <a:lnTo>
                    <a:pt x="1338544" y="813210"/>
                  </a:lnTo>
                  <a:lnTo>
                    <a:pt x="1339996" y="813210"/>
                  </a:lnTo>
                  <a:lnTo>
                    <a:pt x="1341448" y="813210"/>
                  </a:lnTo>
                  <a:lnTo>
                    <a:pt x="1342899" y="813210"/>
                  </a:lnTo>
                  <a:lnTo>
                    <a:pt x="1344351" y="815082"/>
                  </a:lnTo>
                  <a:lnTo>
                    <a:pt x="1345803" y="815082"/>
                  </a:lnTo>
                  <a:lnTo>
                    <a:pt x="1347255" y="815082"/>
                  </a:lnTo>
                  <a:lnTo>
                    <a:pt x="1348706" y="816998"/>
                  </a:lnTo>
                  <a:lnTo>
                    <a:pt x="1350158" y="816998"/>
                  </a:lnTo>
                  <a:lnTo>
                    <a:pt x="1351610" y="816998"/>
                  </a:lnTo>
                  <a:lnTo>
                    <a:pt x="1353062" y="818979"/>
                  </a:lnTo>
                  <a:lnTo>
                    <a:pt x="1354514" y="818979"/>
                  </a:lnTo>
                  <a:lnTo>
                    <a:pt x="1355965" y="818979"/>
                  </a:lnTo>
                  <a:lnTo>
                    <a:pt x="1357417" y="819216"/>
                  </a:lnTo>
                  <a:lnTo>
                    <a:pt x="1358869" y="819216"/>
                  </a:lnTo>
                  <a:lnTo>
                    <a:pt x="1360321" y="819216"/>
                  </a:lnTo>
                  <a:lnTo>
                    <a:pt x="1361773" y="819216"/>
                  </a:lnTo>
                  <a:lnTo>
                    <a:pt x="1363224" y="819250"/>
                  </a:lnTo>
                  <a:lnTo>
                    <a:pt x="1364676" y="819250"/>
                  </a:lnTo>
                  <a:lnTo>
                    <a:pt x="1366128" y="819250"/>
                  </a:lnTo>
                  <a:lnTo>
                    <a:pt x="1367580" y="820026"/>
                  </a:lnTo>
                  <a:lnTo>
                    <a:pt x="1369031" y="820026"/>
                  </a:lnTo>
                  <a:lnTo>
                    <a:pt x="1370483" y="820026"/>
                  </a:lnTo>
                  <a:lnTo>
                    <a:pt x="1371935" y="820441"/>
                  </a:lnTo>
                  <a:lnTo>
                    <a:pt x="1373387" y="820441"/>
                  </a:lnTo>
                  <a:lnTo>
                    <a:pt x="1374839" y="820441"/>
                  </a:lnTo>
                  <a:lnTo>
                    <a:pt x="1376290" y="824980"/>
                  </a:lnTo>
                  <a:lnTo>
                    <a:pt x="1377742" y="824980"/>
                  </a:lnTo>
                  <a:lnTo>
                    <a:pt x="1379194" y="824980"/>
                  </a:lnTo>
                  <a:lnTo>
                    <a:pt x="1380646" y="824980"/>
                  </a:lnTo>
                  <a:lnTo>
                    <a:pt x="1382098" y="826244"/>
                  </a:lnTo>
                  <a:lnTo>
                    <a:pt x="1383549" y="826244"/>
                  </a:lnTo>
                  <a:lnTo>
                    <a:pt x="1385001" y="826244"/>
                  </a:lnTo>
                  <a:lnTo>
                    <a:pt x="1386453" y="827941"/>
                  </a:lnTo>
                  <a:lnTo>
                    <a:pt x="1387905" y="827941"/>
                  </a:lnTo>
                  <a:lnTo>
                    <a:pt x="1389356" y="827941"/>
                  </a:lnTo>
                  <a:lnTo>
                    <a:pt x="1390808" y="828492"/>
                  </a:lnTo>
                  <a:lnTo>
                    <a:pt x="1392260" y="828492"/>
                  </a:lnTo>
                  <a:lnTo>
                    <a:pt x="1393712" y="828492"/>
                  </a:lnTo>
                  <a:lnTo>
                    <a:pt x="1395164" y="829011"/>
                  </a:lnTo>
                  <a:lnTo>
                    <a:pt x="1396615" y="829011"/>
                  </a:lnTo>
                  <a:lnTo>
                    <a:pt x="1398067" y="829011"/>
                  </a:lnTo>
                  <a:lnTo>
                    <a:pt x="1399519" y="829011"/>
                  </a:lnTo>
                  <a:lnTo>
                    <a:pt x="1400971" y="829105"/>
                  </a:lnTo>
                  <a:lnTo>
                    <a:pt x="1402422" y="829105"/>
                  </a:lnTo>
                  <a:lnTo>
                    <a:pt x="1403874" y="829105"/>
                  </a:lnTo>
                  <a:lnTo>
                    <a:pt x="1405326" y="829596"/>
                  </a:lnTo>
                  <a:lnTo>
                    <a:pt x="1406778" y="829596"/>
                  </a:lnTo>
                  <a:lnTo>
                    <a:pt x="1408230" y="829596"/>
                  </a:lnTo>
                  <a:lnTo>
                    <a:pt x="1409681" y="829932"/>
                  </a:lnTo>
                  <a:lnTo>
                    <a:pt x="1411133" y="829932"/>
                  </a:lnTo>
                  <a:lnTo>
                    <a:pt x="1412585" y="829932"/>
                  </a:lnTo>
                  <a:lnTo>
                    <a:pt x="1414037" y="831167"/>
                  </a:lnTo>
                  <a:lnTo>
                    <a:pt x="1415489" y="831167"/>
                  </a:lnTo>
                  <a:lnTo>
                    <a:pt x="1416940" y="831167"/>
                  </a:lnTo>
                  <a:lnTo>
                    <a:pt x="1418392" y="831167"/>
                  </a:lnTo>
                  <a:lnTo>
                    <a:pt x="1419844" y="831475"/>
                  </a:lnTo>
                  <a:lnTo>
                    <a:pt x="1421296" y="831475"/>
                  </a:lnTo>
                  <a:lnTo>
                    <a:pt x="1422747" y="831475"/>
                  </a:lnTo>
                  <a:lnTo>
                    <a:pt x="1424199" y="833818"/>
                  </a:lnTo>
                  <a:lnTo>
                    <a:pt x="1425651" y="833818"/>
                  </a:lnTo>
                  <a:lnTo>
                    <a:pt x="1427103" y="833818"/>
                  </a:lnTo>
                  <a:lnTo>
                    <a:pt x="1428555" y="834105"/>
                  </a:lnTo>
                  <a:lnTo>
                    <a:pt x="1430006" y="834105"/>
                  </a:lnTo>
                  <a:lnTo>
                    <a:pt x="1431458" y="834105"/>
                  </a:lnTo>
                  <a:lnTo>
                    <a:pt x="1432910" y="835753"/>
                  </a:lnTo>
                  <a:lnTo>
                    <a:pt x="1434362" y="835753"/>
                  </a:lnTo>
                  <a:lnTo>
                    <a:pt x="1435813" y="835753"/>
                  </a:lnTo>
                  <a:lnTo>
                    <a:pt x="1437265" y="835753"/>
                  </a:lnTo>
                  <a:lnTo>
                    <a:pt x="1438717" y="836492"/>
                  </a:lnTo>
                  <a:lnTo>
                    <a:pt x="1440169" y="836492"/>
                  </a:lnTo>
                  <a:lnTo>
                    <a:pt x="1441621" y="836492"/>
                  </a:lnTo>
                  <a:lnTo>
                    <a:pt x="1443072" y="837210"/>
                  </a:lnTo>
                  <a:lnTo>
                    <a:pt x="1444524" y="837210"/>
                  </a:lnTo>
                  <a:lnTo>
                    <a:pt x="1445976" y="837210"/>
                  </a:lnTo>
                  <a:lnTo>
                    <a:pt x="1447428" y="837258"/>
                  </a:lnTo>
                  <a:lnTo>
                    <a:pt x="1448880" y="837258"/>
                  </a:lnTo>
                  <a:lnTo>
                    <a:pt x="1450331" y="837258"/>
                  </a:lnTo>
                  <a:lnTo>
                    <a:pt x="1451783" y="837367"/>
                  </a:lnTo>
                  <a:lnTo>
                    <a:pt x="1453235" y="837367"/>
                  </a:lnTo>
                  <a:lnTo>
                    <a:pt x="1454687" y="837367"/>
                  </a:lnTo>
                  <a:lnTo>
                    <a:pt x="1456138" y="837367"/>
                  </a:lnTo>
                  <a:lnTo>
                    <a:pt x="1457590" y="837742"/>
                  </a:lnTo>
                  <a:lnTo>
                    <a:pt x="1459042" y="837742"/>
                  </a:lnTo>
                  <a:lnTo>
                    <a:pt x="1460494" y="837742"/>
                  </a:lnTo>
                  <a:lnTo>
                    <a:pt x="1461946" y="839079"/>
                  </a:lnTo>
                  <a:lnTo>
                    <a:pt x="1463397" y="839079"/>
                  </a:lnTo>
                  <a:lnTo>
                    <a:pt x="1464849" y="839561"/>
                  </a:lnTo>
                  <a:lnTo>
                    <a:pt x="1466301" y="807100"/>
                  </a:lnTo>
                  <a:lnTo>
                    <a:pt x="1467753" y="803555"/>
                  </a:lnTo>
                  <a:lnTo>
                    <a:pt x="1469204" y="830450"/>
                  </a:lnTo>
                  <a:lnTo>
                    <a:pt x="1470656" y="840246"/>
                  </a:lnTo>
                  <a:lnTo>
                    <a:pt x="1472108" y="848720"/>
                  </a:lnTo>
                  <a:lnTo>
                    <a:pt x="1473560" y="851352"/>
                  </a:lnTo>
                  <a:lnTo>
                    <a:pt x="1475012" y="857232"/>
                  </a:lnTo>
                  <a:lnTo>
                    <a:pt x="1476463" y="862628"/>
                  </a:lnTo>
                  <a:lnTo>
                    <a:pt x="1477915" y="870703"/>
                  </a:lnTo>
                  <a:lnTo>
                    <a:pt x="1479367" y="879834"/>
                  </a:lnTo>
                  <a:lnTo>
                    <a:pt x="1480819" y="883492"/>
                  </a:lnTo>
                  <a:lnTo>
                    <a:pt x="1482271" y="891993"/>
                  </a:lnTo>
                  <a:lnTo>
                    <a:pt x="1483722" y="896508"/>
                  </a:lnTo>
                  <a:lnTo>
                    <a:pt x="1485174" y="902029"/>
                  </a:lnTo>
                  <a:lnTo>
                    <a:pt x="1486626" y="906065"/>
                  </a:lnTo>
                  <a:lnTo>
                    <a:pt x="1488078" y="912240"/>
                  </a:lnTo>
                  <a:lnTo>
                    <a:pt x="1489529" y="915504"/>
                  </a:lnTo>
                  <a:lnTo>
                    <a:pt x="1490981" y="923191"/>
                  </a:lnTo>
                  <a:lnTo>
                    <a:pt x="1492433" y="928249"/>
                  </a:lnTo>
                  <a:lnTo>
                    <a:pt x="1493885" y="932330"/>
                  </a:lnTo>
                  <a:lnTo>
                    <a:pt x="1495337" y="937742"/>
                  </a:lnTo>
                  <a:lnTo>
                    <a:pt x="1496788" y="942371"/>
                  </a:lnTo>
                  <a:lnTo>
                    <a:pt x="1498240" y="945125"/>
                  </a:lnTo>
                  <a:lnTo>
                    <a:pt x="1499692" y="950114"/>
                  </a:lnTo>
                  <a:lnTo>
                    <a:pt x="1501144" y="953928"/>
                  </a:lnTo>
                  <a:lnTo>
                    <a:pt x="1502596" y="957375"/>
                  </a:lnTo>
                  <a:lnTo>
                    <a:pt x="1504047" y="960601"/>
                  </a:lnTo>
                  <a:lnTo>
                    <a:pt x="1505499" y="964299"/>
                  </a:lnTo>
                  <a:lnTo>
                    <a:pt x="1506951" y="970484"/>
                  </a:lnTo>
                  <a:lnTo>
                    <a:pt x="1508403" y="971843"/>
                  </a:lnTo>
                  <a:lnTo>
                    <a:pt x="1509854" y="975172"/>
                  </a:lnTo>
                  <a:lnTo>
                    <a:pt x="1511306" y="979370"/>
                  </a:lnTo>
                  <a:lnTo>
                    <a:pt x="1512758" y="981019"/>
                  </a:lnTo>
                  <a:lnTo>
                    <a:pt x="1514210" y="984348"/>
                  </a:lnTo>
                  <a:lnTo>
                    <a:pt x="1515662" y="985561"/>
                  </a:lnTo>
                  <a:lnTo>
                    <a:pt x="1517113" y="987530"/>
                  </a:lnTo>
                  <a:lnTo>
                    <a:pt x="1518565" y="989841"/>
                  </a:lnTo>
                  <a:lnTo>
                    <a:pt x="1520017" y="991624"/>
                  </a:lnTo>
                  <a:lnTo>
                    <a:pt x="1521469" y="992290"/>
                  </a:lnTo>
                  <a:lnTo>
                    <a:pt x="1522920" y="994770"/>
                  </a:lnTo>
                  <a:lnTo>
                    <a:pt x="1524372" y="996592"/>
                  </a:lnTo>
                  <a:lnTo>
                    <a:pt x="1525824" y="998222"/>
                  </a:lnTo>
                  <a:lnTo>
                    <a:pt x="1527276" y="999926"/>
                  </a:lnTo>
                  <a:lnTo>
                    <a:pt x="1528728" y="1001142"/>
                  </a:lnTo>
                  <a:lnTo>
                    <a:pt x="1530179" y="1004361"/>
                  </a:lnTo>
                  <a:lnTo>
                    <a:pt x="1531631" y="1006422"/>
                  </a:lnTo>
                  <a:lnTo>
                    <a:pt x="1533083" y="1008356"/>
                  </a:lnTo>
                  <a:lnTo>
                    <a:pt x="1534535" y="1009809"/>
                  </a:lnTo>
                  <a:lnTo>
                    <a:pt x="1535987" y="1013351"/>
                  </a:lnTo>
                  <a:lnTo>
                    <a:pt x="1537438" y="1014991"/>
                  </a:lnTo>
                  <a:lnTo>
                    <a:pt x="1538890" y="1016217"/>
                  </a:lnTo>
                  <a:lnTo>
                    <a:pt x="1540342" y="1018115"/>
                  </a:lnTo>
                  <a:lnTo>
                    <a:pt x="1541794" y="1019347"/>
                  </a:lnTo>
                  <a:lnTo>
                    <a:pt x="1543245" y="1022433"/>
                  </a:lnTo>
                  <a:lnTo>
                    <a:pt x="1544697" y="1024043"/>
                  </a:lnTo>
                  <a:lnTo>
                    <a:pt x="1546149" y="1025092"/>
                  </a:lnTo>
                  <a:lnTo>
                    <a:pt x="1547601" y="1026133"/>
                  </a:lnTo>
                  <a:lnTo>
                    <a:pt x="1549053" y="1027793"/>
                  </a:lnTo>
                  <a:lnTo>
                    <a:pt x="1550504" y="1028527"/>
                  </a:lnTo>
                  <a:lnTo>
                    <a:pt x="1551956" y="1029399"/>
                  </a:lnTo>
                  <a:lnTo>
                    <a:pt x="1553408" y="1030573"/>
                  </a:lnTo>
                  <a:lnTo>
                    <a:pt x="1554860" y="1032317"/>
                  </a:lnTo>
                  <a:lnTo>
                    <a:pt x="1556311" y="1034207"/>
                  </a:lnTo>
                  <a:lnTo>
                    <a:pt x="1557763" y="1034676"/>
                  </a:lnTo>
                  <a:lnTo>
                    <a:pt x="1559215" y="1034467"/>
                  </a:lnTo>
                  <a:lnTo>
                    <a:pt x="1560667" y="1032111"/>
                  </a:lnTo>
                  <a:lnTo>
                    <a:pt x="1562119" y="1031171"/>
                  </a:lnTo>
                  <a:lnTo>
                    <a:pt x="1563570" y="1030635"/>
                  </a:lnTo>
                  <a:lnTo>
                    <a:pt x="1565022" y="1028520"/>
                  </a:lnTo>
                  <a:lnTo>
                    <a:pt x="1566474" y="1026681"/>
                  </a:lnTo>
                  <a:lnTo>
                    <a:pt x="1567926" y="1024218"/>
                  </a:lnTo>
                  <a:lnTo>
                    <a:pt x="1569378" y="1021556"/>
                  </a:lnTo>
                  <a:lnTo>
                    <a:pt x="1570829" y="1020909"/>
                  </a:lnTo>
                  <a:lnTo>
                    <a:pt x="1572281" y="1017220"/>
                  </a:lnTo>
                  <a:lnTo>
                    <a:pt x="1573733" y="1013483"/>
                  </a:lnTo>
                  <a:lnTo>
                    <a:pt x="1575185" y="1011320"/>
                  </a:lnTo>
                  <a:lnTo>
                    <a:pt x="1576636" y="1006783"/>
                  </a:lnTo>
                  <a:lnTo>
                    <a:pt x="1578088" y="1005449"/>
                  </a:lnTo>
                  <a:lnTo>
                    <a:pt x="1579540" y="1001470"/>
                  </a:lnTo>
                  <a:lnTo>
                    <a:pt x="1580992" y="996529"/>
                  </a:lnTo>
                  <a:lnTo>
                    <a:pt x="1582444" y="988681"/>
                  </a:lnTo>
                  <a:lnTo>
                    <a:pt x="1583895" y="972217"/>
                  </a:lnTo>
                  <a:lnTo>
                    <a:pt x="1585347" y="962911"/>
                  </a:lnTo>
                  <a:lnTo>
                    <a:pt x="1586799" y="947043"/>
                  </a:lnTo>
                  <a:lnTo>
                    <a:pt x="1588251" y="925950"/>
                  </a:lnTo>
                  <a:lnTo>
                    <a:pt x="1589702" y="906238"/>
                  </a:lnTo>
                  <a:lnTo>
                    <a:pt x="1591154" y="880266"/>
                  </a:lnTo>
                  <a:lnTo>
                    <a:pt x="1592606" y="843347"/>
                  </a:lnTo>
                  <a:lnTo>
                    <a:pt x="1594058" y="800003"/>
                  </a:lnTo>
                  <a:lnTo>
                    <a:pt x="1595510" y="795766"/>
                  </a:lnTo>
                  <a:lnTo>
                    <a:pt x="1596961" y="816434"/>
                  </a:lnTo>
                  <a:lnTo>
                    <a:pt x="1598413" y="854990"/>
                  </a:lnTo>
                  <a:lnTo>
                    <a:pt x="1599865" y="888535"/>
                  </a:lnTo>
                  <a:lnTo>
                    <a:pt x="1601317" y="916019"/>
                  </a:lnTo>
                  <a:lnTo>
                    <a:pt x="1602769" y="939494"/>
                  </a:lnTo>
                  <a:lnTo>
                    <a:pt x="1604220" y="953305"/>
                  </a:lnTo>
                  <a:lnTo>
                    <a:pt x="1605672" y="966829"/>
                  </a:lnTo>
                  <a:lnTo>
                    <a:pt x="1607124" y="980220"/>
                  </a:lnTo>
                  <a:lnTo>
                    <a:pt x="1608576" y="994216"/>
                  </a:lnTo>
                  <a:lnTo>
                    <a:pt x="1610027" y="1034734"/>
                  </a:lnTo>
                  <a:lnTo>
                    <a:pt x="1611479" y="1043392"/>
                  </a:lnTo>
                  <a:lnTo>
                    <a:pt x="1612931" y="1049442"/>
                  </a:lnTo>
                  <a:lnTo>
                    <a:pt x="1614383" y="1052610"/>
                  </a:lnTo>
                  <a:lnTo>
                    <a:pt x="1615835" y="1054062"/>
                  </a:lnTo>
                  <a:lnTo>
                    <a:pt x="1617286" y="1054066"/>
                  </a:lnTo>
                  <a:lnTo>
                    <a:pt x="1618738" y="1054065"/>
                  </a:lnTo>
                  <a:lnTo>
                    <a:pt x="1620190" y="1039572"/>
                  </a:lnTo>
                  <a:lnTo>
                    <a:pt x="1621642" y="1038308"/>
                  </a:lnTo>
                  <a:lnTo>
                    <a:pt x="1623094" y="1032061"/>
                  </a:lnTo>
                  <a:lnTo>
                    <a:pt x="1624545" y="1025779"/>
                  </a:lnTo>
                  <a:lnTo>
                    <a:pt x="1625997" y="1023284"/>
                  </a:lnTo>
                  <a:lnTo>
                    <a:pt x="1627449" y="1011328"/>
                  </a:lnTo>
                  <a:lnTo>
                    <a:pt x="1628901" y="1007642"/>
                  </a:lnTo>
                  <a:lnTo>
                    <a:pt x="1630352" y="994775"/>
                  </a:lnTo>
                  <a:lnTo>
                    <a:pt x="1631804" y="989760"/>
                  </a:lnTo>
                  <a:lnTo>
                    <a:pt x="1633256" y="999413"/>
                  </a:lnTo>
                  <a:lnTo>
                    <a:pt x="1634708" y="1011290"/>
                  </a:lnTo>
                  <a:lnTo>
                    <a:pt x="1636160" y="1020638"/>
                  </a:lnTo>
                  <a:lnTo>
                    <a:pt x="1637611" y="1025726"/>
                  </a:lnTo>
                  <a:lnTo>
                    <a:pt x="1639063" y="1031985"/>
                  </a:lnTo>
                  <a:lnTo>
                    <a:pt x="1640515" y="1036918"/>
                  </a:lnTo>
                  <a:lnTo>
                    <a:pt x="1641967" y="1038376"/>
                  </a:lnTo>
                  <a:lnTo>
                    <a:pt x="1643418" y="1041859"/>
                  </a:lnTo>
                  <a:lnTo>
                    <a:pt x="1644870" y="1041971"/>
                  </a:lnTo>
                  <a:lnTo>
                    <a:pt x="1646322" y="1046113"/>
                  </a:lnTo>
                  <a:lnTo>
                    <a:pt x="1647774" y="1046279"/>
                  </a:lnTo>
                  <a:lnTo>
                    <a:pt x="1649226" y="1046348"/>
                  </a:lnTo>
                  <a:lnTo>
                    <a:pt x="1650677" y="1046902"/>
                  </a:lnTo>
                  <a:lnTo>
                    <a:pt x="1652129" y="1046990"/>
                  </a:lnTo>
                  <a:lnTo>
                    <a:pt x="1653581" y="1048519"/>
                  </a:lnTo>
                  <a:lnTo>
                    <a:pt x="1655033" y="1048745"/>
                  </a:lnTo>
                  <a:lnTo>
                    <a:pt x="1656485" y="1049742"/>
                  </a:lnTo>
                  <a:lnTo>
                    <a:pt x="1657936" y="1050378"/>
                  </a:lnTo>
                  <a:lnTo>
                    <a:pt x="1659388" y="1050877"/>
                  </a:lnTo>
                  <a:lnTo>
                    <a:pt x="1660840" y="1051394"/>
                  </a:lnTo>
                  <a:lnTo>
                    <a:pt x="1662292" y="1051588"/>
                  </a:lnTo>
                  <a:lnTo>
                    <a:pt x="1663743" y="1051770"/>
                  </a:lnTo>
                  <a:lnTo>
                    <a:pt x="1665195" y="1051833"/>
                  </a:lnTo>
                  <a:lnTo>
                    <a:pt x="1666647" y="1051900"/>
                  </a:lnTo>
                  <a:lnTo>
                    <a:pt x="1668099" y="1051880"/>
                  </a:lnTo>
                  <a:lnTo>
                    <a:pt x="1669551" y="1050421"/>
                  </a:lnTo>
                  <a:lnTo>
                    <a:pt x="1671002" y="1047724"/>
                  </a:lnTo>
                  <a:lnTo>
                    <a:pt x="1672454" y="1043167"/>
                  </a:lnTo>
                  <a:lnTo>
                    <a:pt x="1673906" y="1038089"/>
                  </a:lnTo>
                  <a:lnTo>
                    <a:pt x="1675358" y="1031528"/>
                  </a:lnTo>
                  <a:lnTo>
                    <a:pt x="1676809" y="1008037"/>
                  </a:lnTo>
                  <a:lnTo>
                    <a:pt x="1678261" y="997701"/>
                  </a:lnTo>
                  <a:lnTo>
                    <a:pt x="1679713" y="984367"/>
                  </a:lnTo>
                  <a:lnTo>
                    <a:pt x="1681165" y="970403"/>
                  </a:lnTo>
                  <a:lnTo>
                    <a:pt x="1682617" y="967421"/>
                  </a:lnTo>
                  <a:lnTo>
                    <a:pt x="1684068" y="976890"/>
                  </a:lnTo>
                  <a:lnTo>
                    <a:pt x="1685520" y="991391"/>
                  </a:lnTo>
                  <a:lnTo>
                    <a:pt x="1686972" y="1003658"/>
                  </a:lnTo>
                  <a:lnTo>
                    <a:pt x="1688424" y="1012320"/>
                  </a:lnTo>
                  <a:lnTo>
                    <a:pt x="1689876" y="1013853"/>
                  </a:lnTo>
                  <a:lnTo>
                    <a:pt x="1691327" y="1016778"/>
                  </a:lnTo>
                  <a:lnTo>
                    <a:pt x="1692779" y="1020668"/>
                  </a:lnTo>
                  <a:lnTo>
                    <a:pt x="1694231" y="1024494"/>
                  </a:lnTo>
                  <a:lnTo>
                    <a:pt x="1695683" y="1025846"/>
                  </a:lnTo>
                  <a:lnTo>
                    <a:pt x="1697134" y="1030148"/>
                  </a:lnTo>
                  <a:lnTo>
                    <a:pt x="1698586" y="1031368"/>
                  </a:lnTo>
                  <a:lnTo>
                    <a:pt x="1700038" y="1031372"/>
                  </a:lnTo>
                  <a:lnTo>
                    <a:pt x="1701490" y="1031382"/>
                  </a:lnTo>
                  <a:lnTo>
                    <a:pt x="1702942" y="1031399"/>
                  </a:lnTo>
                  <a:lnTo>
                    <a:pt x="1704393" y="1031424"/>
                  </a:lnTo>
                  <a:lnTo>
                    <a:pt x="1705845" y="1031455"/>
                  </a:lnTo>
                  <a:lnTo>
                    <a:pt x="1707297" y="1029731"/>
                  </a:lnTo>
                  <a:lnTo>
                    <a:pt x="1708749" y="1028500"/>
                  </a:lnTo>
                  <a:lnTo>
                    <a:pt x="1710200" y="1027761"/>
                  </a:lnTo>
                  <a:lnTo>
                    <a:pt x="1711652" y="1027515"/>
                  </a:lnTo>
                  <a:lnTo>
                    <a:pt x="1713104" y="1026274"/>
                  </a:lnTo>
                  <a:lnTo>
                    <a:pt x="1714556" y="1029127"/>
                  </a:lnTo>
                  <a:lnTo>
                    <a:pt x="1716008" y="1031339"/>
                  </a:lnTo>
                  <a:lnTo>
                    <a:pt x="1717459" y="1031528"/>
                  </a:lnTo>
                  <a:lnTo>
                    <a:pt x="1718911" y="1031993"/>
                  </a:lnTo>
                  <a:lnTo>
                    <a:pt x="1720363" y="1032727"/>
                  </a:lnTo>
                  <a:lnTo>
                    <a:pt x="1721815" y="1033109"/>
                  </a:lnTo>
                  <a:lnTo>
                    <a:pt x="1723267" y="1033596"/>
                  </a:lnTo>
                  <a:lnTo>
                    <a:pt x="1724718" y="1034105"/>
                  </a:lnTo>
                  <a:lnTo>
                    <a:pt x="1726170" y="1034444"/>
                  </a:lnTo>
                  <a:lnTo>
                    <a:pt x="1727622" y="1034973"/>
                  </a:lnTo>
                  <a:lnTo>
                    <a:pt x="1729074" y="1035423"/>
                  </a:lnTo>
                  <a:lnTo>
                    <a:pt x="1730525" y="1035735"/>
                  </a:lnTo>
                  <a:lnTo>
                    <a:pt x="1731977" y="1035996"/>
                  </a:lnTo>
                  <a:lnTo>
                    <a:pt x="1733429" y="1036053"/>
                  </a:lnTo>
                  <a:lnTo>
                    <a:pt x="1734881" y="1036614"/>
                  </a:lnTo>
                  <a:lnTo>
                    <a:pt x="1736333" y="1037420"/>
                  </a:lnTo>
                  <a:lnTo>
                    <a:pt x="1737784" y="1038089"/>
                  </a:lnTo>
                  <a:lnTo>
                    <a:pt x="1739236" y="1039370"/>
                  </a:lnTo>
                  <a:lnTo>
                    <a:pt x="1740688" y="1039532"/>
                  </a:lnTo>
                  <a:lnTo>
                    <a:pt x="1742140" y="1040019"/>
                  </a:lnTo>
                  <a:lnTo>
                    <a:pt x="1743591" y="1040260"/>
                  </a:lnTo>
                  <a:lnTo>
                    <a:pt x="1745043" y="1040611"/>
                  </a:lnTo>
                  <a:lnTo>
                    <a:pt x="1746495" y="1040896"/>
                  </a:lnTo>
                  <a:lnTo>
                    <a:pt x="1747947" y="1041219"/>
                  </a:lnTo>
                  <a:lnTo>
                    <a:pt x="1749399" y="1041795"/>
                  </a:lnTo>
                  <a:lnTo>
                    <a:pt x="1750850" y="1042103"/>
                  </a:lnTo>
                  <a:lnTo>
                    <a:pt x="1752302" y="1042324"/>
                  </a:lnTo>
                  <a:lnTo>
                    <a:pt x="1753754" y="1042437"/>
                  </a:lnTo>
                  <a:lnTo>
                    <a:pt x="1755206" y="1042674"/>
                  </a:lnTo>
                  <a:lnTo>
                    <a:pt x="1756658" y="1042835"/>
                  </a:lnTo>
                  <a:lnTo>
                    <a:pt x="1758109" y="1043167"/>
                  </a:lnTo>
                  <a:lnTo>
                    <a:pt x="1759561" y="1043413"/>
                  </a:lnTo>
                  <a:lnTo>
                    <a:pt x="1761013" y="1044229"/>
                  </a:lnTo>
                  <a:lnTo>
                    <a:pt x="1762465" y="1044386"/>
                  </a:lnTo>
                  <a:lnTo>
                    <a:pt x="1763916" y="1044974"/>
                  </a:lnTo>
                  <a:lnTo>
                    <a:pt x="1765368" y="1045071"/>
                  </a:lnTo>
                  <a:lnTo>
                    <a:pt x="1766820" y="1045516"/>
                  </a:lnTo>
                  <a:lnTo>
                    <a:pt x="1768272" y="1046101"/>
                  </a:lnTo>
                  <a:lnTo>
                    <a:pt x="1769724" y="1046179"/>
                  </a:lnTo>
                  <a:lnTo>
                    <a:pt x="1771175" y="1046615"/>
                  </a:lnTo>
                  <a:lnTo>
                    <a:pt x="1772627" y="1046658"/>
                  </a:lnTo>
                  <a:lnTo>
                    <a:pt x="1774079" y="1046784"/>
                  </a:lnTo>
                  <a:lnTo>
                    <a:pt x="1775531" y="1047191"/>
                  </a:lnTo>
                  <a:lnTo>
                    <a:pt x="1776983" y="1047327"/>
                  </a:lnTo>
                  <a:lnTo>
                    <a:pt x="1778434" y="1047724"/>
                  </a:lnTo>
                  <a:lnTo>
                    <a:pt x="1779886" y="1047743"/>
                  </a:lnTo>
                  <a:lnTo>
                    <a:pt x="1781338" y="1047782"/>
                  </a:lnTo>
                  <a:lnTo>
                    <a:pt x="1782790" y="1047822"/>
                  </a:lnTo>
                  <a:lnTo>
                    <a:pt x="1784241" y="1047970"/>
                  </a:lnTo>
                  <a:lnTo>
                    <a:pt x="1785693" y="1048155"/>
                  </a:lnTo>
                  <a:lnTo>
                    <a:pt x="1787145" y="1048374"/>
                  </a:lnTo>
                  <a:lnTo>
                    <a:pt x="1788597" y="1049194"/>
                  </a:lnTo>
                  <a:lnTo>
                    <a:pt x="1790049" y="1049272"/>
                  </a:lnTo>
                  <a:lnTo>
                    <a:pt x="1791500" y="1049306"/>
                  </a:lnTo>
                  <a:lnTo>
                    <a:pt x="1792952" y="1049380"/>
                  </a:lnTo>
                  <a:lnTo>
                    <a:pt x="1794404" y="1049907"/>
                  </a:lnTo>
                  <a:lnTo>
                    <a:pt x="1795856" y="1050073"/>
                  </a:lnTo>
                  <a:lnTo>
                    <a:pt x="1797307" y="1050194"/>
                  </a:lnTo>
                  <a:lnTo>
                    <a:pt x="1798759" y="1050421"/>
                  </a:lnTo>
                  <a:lnTo>
                    <a:pt x="1800211" y="1050555"/>
                  </a:lnTo>
                  <a:lnTo>
                    <a:pt x="1801663" y="1050606"/>
                  </a:lnTo>
                  <a:lnTo>
                    <a:pt x="1803115" y="1050777"/>
                  </a:lnTo>
                  <a:lnTo>
                    <a:pt x="1804566" y="1050840"/>
                  </a:lnTo>
                  <a:lnTo>
                    <a:pt x="1806018" y="1051105"/>
                  </a:lnTo>
                  <a:lnTo>
                    <a:pt x="1807470" y="1051135"/>
                  </a:lnTo>
                  <a:lnTo>
                    <a:pt x="1808922" y="1051199"/>
                  </a:lnTo>
                  <a:lnTo>
                    <a:pt x="1810374" y="1051262"/>
                  </a:lnTo>
                  <a:lnTo>
                    <a:pt x="1811825" y="1051269"/>
                  </a:lnTo>
                  <a:lnTo>
                    <a:pt x="1813277" y="1051404"/>
                  </a:lnTo>
                  <a:lnTo>
                    <a:pt x="1814729" y="1051512"/>
                  </a:lnTo>
                  <a:lnTo>
                    <a:pt x="1816181" y="1051537"/>
                  </a:lnTo>
                  <a:lnTo>
                    <a:pt x="1817632" y="1051593"/>
                  </a:lnTo>
                  <a:lnTo>
                    <a:pt x="1819084" y="1051880"/>
                  </a:lnTo>
                  <a:lnTo>
                    <a:pt x="1820536" y="1051967"/>
                  </a:lnTo>
                  <a:lnTo>
                    <a:pt x="1821988" y="1052016"/>
                  </a:lnTo>
                  <a:lnTo>
                    <a:pt x="1823440" y="1052113"/>
                  </a:lnTo>
                  <a:lnTo>
                    <a:pt x="1824891" y="1052177"/>
                  </a:lnTo>
                  <a:lnTo>
                    <a:pt x="1826343" y="1052209"/>
                  </a:lnTo>
                  <a:lnTo>
                    <a:pt x="1827795" y="1052260"/>
                  </a:lnTo>
                  <a:lnTo>
                    <a:pt x="1829247" y="1052310"/>
                  </a:lnTo>
                  <a:lnTo>
                    <a:pt x="1830698" y="1052330"/>
                  </a:lnTo>
                  <a:lnTo>
                    <a:pt x="1832150" y="1052374"/>
                  </a:lnTo>
                  <a:lnTo>
                    <a:pt x="1833602" y="1052483"/>
                  </a:lnTo>
                  <a:lnTo>
                    <a:pt x="1835054" y="1052505"/>
                  </a:lnTo>
                  <a:lnTo>
                    <a:pt x="1836506" y="1052552"/>
                  </a:lnTo>
                  <a:lnTo>
                    <a:pt x="1837957" y="1052577"/>
                  </a:lnTo>
                  <a:lnTo>
                    <a:pt x="1839409" y="1052656"/>
                  </a:lnTo>
                  <a:lnTo>
                    <a:pt x="1840861" y="1052734"/>
                  </a:lnTo>
                  <a:lnTo>
                    <a:pt x="1842313" y="1052745"/>
                  </a:lnTo>
                  <a:lnTo>
                    <a:pt x="1843765" y="1052756"/>
                  </a:lnTo>
                  <a:lnTo>
                    <a:pt x="1845216" y="1052883"/>
                  </a:lnTo>
                  <a:lnTo>
                    <a:pt x="1846668" y="1052983"/>
                  </a:lnTo>
                  <a:lnTo>
                    <a:pt x="1848120" y="1053039"/>
                  </a:lnTo>
                  <a:lnTo>
                    <a:pt x="1849572" y="1053050"/>
                  </a:lnTo>
                  <a:lnTo>
                    <a:pt x="1851023" y="1053052"/>
                  </a:lnTo>
                  <a:lnTo>
                    <a:pt x="1852475" y="1053105"/>
                  </a:lnTo>
                  <a:lnTo>
                    <a:pt x="1853927" y="1053204"/>
                  </a:lnTo>
                  <a:lnTo>
                    <a:pt x="1855379" y="1053222"/>
                  </a:lnTo>
                  <a:lnTo>
                    <a:pt x="1856831" y="1053273"/>
                  </a:lnTo>
                  <a:lnTo>
                    <a:pt x="1858282" y="1053348"/>
                  </a:lnTo>
                  <a:lnTo>
                    <a:pt x="1859734" y="1053371"/>
                  </a:lnTo>
                  <a:lnTo>
                    <a:pt x="1861186" y="1053396"/>
                  </a:lnTo>
                  <a:lnTo>
                    <a:pt x="1862638" y="1053427"/>
                  </a:lnTo>
                  <a:lnTo>
                    <a:pt x="1864089" y="1053434"/>
                  </a:lnTo>
                  <a:lnTo>
                    <a:pt x="1865541" y="1053437"/>
                  </a:lnTo>
                  <a:lnTo>
                    <a:pt x="1866993" y="1053488"/>
                  </a:lnTo>
                  <a:lnTo>
                    <a:pt x="1868445" y="1053534"/>
                  </a:lnTo>
                  <a:lnTo>
                    <a:pt x="1869897" y="1053582"/>
                  </a:lnTo>
                  <a:lnTo>
                    <a:pt x="1871348" y="1053595"/>
                  </a:lnTo>
                  <a:lnTo>
                    <a:pt x="1872800" y="1053659"/>
                  </a:lnTo>
                  <a:lnTo>
                    <a:pt x="1874252" y="1053700"/>
                  </a:lnTo>
                  <a:lnTo>
                    <a:pt x="1875704" y="1053725"/>
                  </a:lnTo>
                  <a:lnTo>
                    <a:pt x="1877156" y="1053747"/>
                  </a:lnTo>
                  <a:lnTo>
                    <a:pt x="1878607" y="1053771"/>
                  </a:lnTo>
                  <a:lnTo>
                    <a:pt x="1880059" y="1053817"/>
                  </a:lnTo>
                  <a:lnTo>
                    <a:pt x="1881511" y="1053841"/>
                  </a:lnTo>
                  <a:lnTo>
                    <a:pt x="1882963" y="1053857"/>
                  </a:lnTo>
                  <a:lnTo>
                    <a:pt x="1884414" y="1053870"/>
                  </a:lnTo>
                  <a:lnTo>
                    <a:pt x="1885866" y="1053878"/>
                  </a:lnTo>
                  <a:lnTo>
                    <a:pt x="1887318" y="1053903"/>
                  </a:lnTo>
                  <a:lnTo>
                    <a:pt x="1888770" y="1053930"/>
                  </a:lnTo>
                  <a:lnTo>
                    <a:pt x="1890222" y="1053942"/>
                  </a:lnTo>
                  <a:lnTo>
                    <a:pt x="1891673" y="1053973"/>
                  </a:lnTo>
                  <a:lnTo>
                    <a:pt x="1893125" y="1053995"/>
                  </a:lnTo>
                  <a:lnTo>
                    <a:pt x="1894577" y="1054021"/>
                  </a:lnTo>
                  <a:lnTo>
                    <a:pt x="1896029" y="1054026"/>
                  </a:lnTo>
                  <a:lnTo>
                    <a:pt x="1897481" y="1054031"/>
                  </a:lnTo>
                  <a:lnTo>
                    <a:pt x="1898932" y="1054035"/>
                  </a:lnTo>
                  <a:lnTo>
                    <a:pt x="1900384" y="1054049"/>
                  </a:lnTo>
                  <a:lnTo>
                    <a:pt x="1901836" y="1054065"/>
                  </a:lnTo>
                  <a:lnTo>
                    <a:pt x="1903288" y="1054068"/>
                  </a:lnTo>
                  <a:lnTo>
                    <a:pt x="1904739" y="1054075"/>
                  </a:lnTo>
                  <a:lnTo>
                    <a:pt x="1906191" y="1054090"/>
                  </a:lnTo>
                  <a:lnTo>
                    <a:pt x="1907643" y="1054099"/>
                  </a:lnTo>
                  <a:lnTo>
                    <a:pt x="1909095" y="1054107"/>
                  </a:lnTo>
                  <a:lnTo>
                    <a:pt x="1910547" y="1054119"/>
                  </a:lnTo>
                  <a:lnTo>
                    <a:pt x="1911998" y="1054122"/>
                  </a:lnTo>
                  <a:lnTo>
                    <a:pt x="1913450" y="1054126"/>
                  </a:lnTo>
                  <a:lnTo>
                    <a:pt x="1914902" y="1054131"/>
                  </a:lnTo>
                  <a:lnTo>
                    <a:pt x="1916354" y="1054138"/>
                  </a:lnTo>
                  <a:lnTo>
                    <a:pt x="1917805" y="1054138"/>
                  </a:lnTo>
                  <a:lnTo>
                    <a:pt x="1919257" y="1054143"/>
                  </a:lnTo>
                  <a:lnTo>
                    <a:pt x="1920709" y="1054154"/>
                  </a:lnTo>
                  <a:lnTo>
                    <a:pt x="1922161" y="1054165"/>
                  </a:lnTo>
                  <a:lnTo>
                    <a:pt x="1923613" y="1054169"/>
                  </a:lnTo>
                  <a:lnTo>
                    <a:pt x="1925064" y="1054171"/>
                  </a:lnTo>
                  <a:lnTo>
                    <a:pt x="1926516" y="1054177"/>
                  </a:lnTo>
                  <a:lnTo>
                    <a:pt x="1927968" y="1054191"/>
                  </a:lnTo>
                  <a:lnTo>
                    <a:pt x="1929420" y="1054194"/>
                  </a:lnTo>
                  <a:lnTo>
                    <a:pt x="1930872" y="1054195"/>
                  </a:lnTo>
                  <a:lnTo>
                    <a:pt x="1932323" y="1054198"/>
                  </a:lnTo>
                  <a:lnTo>
                    <a:pt x="1933775" y="1054201"/>
                  </a:lnTo>
                  <a:lnTo>
                    <a:pt x="1935227" y="1054209"/>
                  </a:lnTo>
                  <a:lnTo>
                    <a:pt x="1936679" y="1054219"/>
                  </a:lnTo>
                  <a:lnTo>
                    <a:pt x="1938130" y="1054233"/>
                  </a:lnTo>
                  <a:lnTo>
                    <a:pt x="1939582" y="1054252"/>
                  </a:lnTo>
                  <a:lnTo>
                    <a:pt x="1941034" y="1054253"/>
                  </a:lnTo>
                  <a:lnTo>
                    <a:pt x="1942486" y="1054256"/>
                  </a:lnTo>
                  <a:lnTo>
                    <a:pt x="1943938" y="1054263"/>
                  </a:lnTo>
                  <a:lnTo>
                    <a:pt x="1945389" y="1054265"/>
                  </a:lnTo>
                  <a:lnTo>
                    <a:pt x="1946841" y="1054270"/>
                  </a:lnTo>
                  <a:lnTo>
                    <a:pt x="1948293" y="1054283"/>
                  </a:lnTo>
                  <a:lnTo>
                    <a:pt x="1949745" y="1054283"/>
                  </a:lnTo>
                  <a:lnTo>
                    <a:pt x="1951196" y="1054283"/>
                  </a:lnTo>
                  <a:lnTo>
                    <a:pt x="1952648" y="1054299"/>
                  </a:lnTo>
                  <a:lnTo>
                    <a:pt x="1954100" y="1054302"/>
                  </a:lnTo>
                  <a:lnTo>
                    <a:pt x="1955552" y="1054312"/>
                  </a:lnTo>
                  <a:lnTo>
                    <a:pt x="1957004" y="1054318"/>
                  </a:lnTo>
                  <a:lnTo>
                    <a:pt x="1958455" y="1054327"/>
                  </a:lnTo>
                  <a:lnTo>
                    <a:pt x="1959907" y="1054341"/>
                  </a:lnTo>
                  <a:lnTo>
                    <a:pt x="1961359" y="1054350"/>
                  </a:lnTo>
                  <a:lnTo>
                    <a:pt x="1962811" y="1054354"/>
                  </a:lnTo>
                  <a:lnTo>
                    <a:pt x="1964263" y="1054363"/>
                  </a:lnTo>
                  <a:lnTo>
                    <a:pt x="1965714" y="1054366"/>
                  </a:lnTo>
                  <a:lnTo>
                    <a:pt x="1967166" y="1054379"/>
                  </a:lnTo>
                  <a:lnTo>
                    <a:pt x="1968618" y="1054387"/>
                  </a:lnTo>
                  <a:lnTo>
                    <a:pt x="1970070" y="1054393"/>
                  </a:lnTo>
                  <a:lnTo>
                    <a:pt x="1971521" y="1054397"/>
                  </a:lnTo>
                  <a:lnTo>
                    <a:pt x="1972973" y="1054409"/>
                  </a:lnTo>
                  <a:lnTo>
                    <a:pt x="1974425" y="1054419"/>
                  </a:lnTo>
                  <a:lnTo>
                    <a:pt x="1975877" y="1054423"/>
                  </a:lnTo>
                  <a:lnTo>
                    <a:pt x="1977329" y="1054426"/>
                  </a:lnTo>
                  <a:lnTo>
                    <a:pt x="1978780" y="1054427"/>
                  </a:lnTo>
                  <a:lnTo>
                    <a:pt x="1980232" y="1054437"/>
                  </a:lnTo>
                  <a:lnTo>
                    <a:pt x="1981684" y="1054443"/>
                  </a:lnTo>
                  <a:lnTo>
                    <a:pt x="1983136" y="1054448"/>
                  </a:lnTo>
                  <a:lnTo>
                    <a:pt x="1984587" y="1054449"/>
                  </a:lnTo>
                  <a:lnTo>
                    <a:pt x="1986039" y="1054451"/>
                  </a:lnTo>
                  <a:lnTo>
                    <a:pt x="1987491" y="1054458"/>
                  </a:lnTo>
                  <a:lnTo>
                    <a:pt x="1988943" y="1054462"/>
                  </a:lnTo>
                  <a:lnTo>
                    <a:pt x="1990395" y="1054466"/>
                  </a:lnTo>
                  <a:lnTo>
                    <a:pt x="1991846" y="1054466"/>
                  </a:lnTo>
                  <a:lnTo>
                    <a:pt x="1993298" y="1054468"/>
                  </a:lnTo>
                  <a:lnTo>
                    <a:pt x="1994750" y="1054473"/>
                  </a:lnTo>
                  <a:lnTo>
                    <a:pt x="1996202" y="1054475"/>
                  </a:lnTo>
                  <a:lnTo>
                    <a:pt x="1997654" y="1054478"/>
                  </a:lnTo>
                  <a:lnTo>
                    <a:pt x="1999105" y="1054479"/>
                  </a:lnTo>
                  <a:lnTo>
                    <a:pt x="2000557" y="1054491"/>
                  </a:lnTo>
                  <a:lnTo>
                    <a:pt x="2002009" y="1054492"/>
                  </a:lnTo>
                  <a:lnTo>
                    <a:pt x="2003461" y="1054498"/>
                  </a:lnTo>
                  <a:lnTo>
                    <a:pt x="2004912" y="1054500"/>
                  </a:lnTo>
                  <a:lnTo>
                    <a:pt x="2006364" y="1054505"/>
                  </a:lnTo>
                  <a:lnTo>
                    <a:pt x="2007816" y="1054512"/>
                  </a:lnTo>
                  <a:lnTo>
                    <a:pt x="2009268" y="1054514"/>
                  </a:lnTo>
                  <a:lnTo>
                    <a:pt x="2010720" y="1054517"/>
                  </a:lnTo>
                  <a:lnTo>
                    <a:pt x="2012171" y="1054529"/>
                  </a:lnTo>
                  <a:lnTo>
                    <a:pt x="2013623" y="1054536"/>
                  </a:lnTo>
                  <a:lnTo>
                    <a:pt x="2015075" y="1054541"/>
                  </a:lnTo>
                  <a:lnTo>
                    <a:pt x="2016527" y="1054542"/>
                  </a:lnTo>
                  <a:lnTo>
                    <a:pt x="2017979" y="1054543"/>
                  </a:lnTo>
                  <a:lnTo>
                    <a:pt x="2019430" y="1054549"/>
                  </a:lnTo>
                  <a:lnTo>
                    <a:pt x="2020882" y="1054556"/>
                  </a:lnTo>
                  <a:lnTo>
                    <a:pt x="2022334" y="1054561"/>
                  </a:lnTo>
                  <a:lnTo>
                    <a:pt x="2023786" y="1054564"/>
                  </a:lnTo>
                  <a:lnTo>
                    <a:pt x="2025237" y="1054571"/>
                  </a:lnTo>
                  <a:lnTo>
                    <a:pt x="2026689" y="1054572"/>
                  </a:lnTo>
                  <a:lnTo>
                    <a:pt x="2028141" y="1054578"/>
                  </a:lnTo>
                  <a:lnTo>
                    <a:pt x="2029593" y="1054583"/>
                  </a:lnTo>
                  <a:lnTo>
                    <a:pt x="2031045" y="1054587"/>
                  </a:lnTo>
                  <a:lnTo>
                    <a:pt x="2032496" y="1054590"/>
                  </a:lnTo>
                  <a:lnTo>
                    <a:pt x="2033948" y="1054592"/>
                  </a:lnTo>
                  <a:lnTo>
                    <a:pt x="2035400" y="1054597"/>
                  </a:lnTo>
                  <a:lnTo>
                    <a:pt x="2036852" y="1054599"/>
                  </a:lnTo>
                  <a:lnTo>
                    <a:pt x="2038303" y="1054600"/>
                  </a:lnTo>
                  <a:lnTo>
                    <a:pt x="2039755" y="1054600"/>
                  </a:lnTo>
                  <a:lnTo>
                    <a:pt x="2041207" y="1054603"/>
                  </a:lnTo>
                  <a:lnTo>
                    <a:pt x="2042659" y="1054607"/>
                  </a:lnTo>
                  <a:lnTo>
                    <a:pt x="2044111" y="1054612"/>
                  </a:lnTo>
                  <a:lnTo>
                    <a:pt x="2045562" y="1054616"/>
                  </a:lnTo>
                  <a:lnTo>
                    <a:pt x="2047014" y="1054620"/>
                  </a:lnTo>
                  <a:lnTo>
                    <a:pt x="2048466" y="1054624"/>
                  </a:lnTo>
                  <a:lnTo>
                    <a:pt x="2049918" y="1054627"/>
                  </a:lnTo>
                  <a:lnTo>
                    <a:pt x="2051370" y="1054628"/>
                  </a:lnTo>
                  <a:lnTo>
                    <a:pt x="2052821" y="1054629"/>
                  </a:lnTo>
                  <a:lnTo>
                    <a:pt x="2054273" y="1054630"/>
                  </a:lnTo>
                  <a:lnTo>
                    <a:pt x="2055725" y="1054633"/>
                  </a:lnTo>
                  <a:lnTo>
                    <a:pt x="2057177" y="1054635"/>
                  </a:lnTo>
                  <a:lnTo>
                    <a:pt x="2058628" y="1054636"/>
                  </a:lnTo>
                  <a:lnTo>
                    <a:pt x="2060080" y="1054640"/>
                  </a:lnTo>
                  <a:lnTo>
                    <a:pt x="2061532" y="1054645"/>
                  </a:lnTo>
                  <a:lnTo>
                    <a:pt x="2062984" y="1054652"/>
                  </a:lnTo>
                  <a:lnTo>
                    <a:pt x="2064436" y="1054656"/>
                  </a:lnTo>
                  <a:lnTo>
                    <a:pt x="2065887" y="1054657"/>
                  </a:lnTo>
                  <a:lnTo>
                    <a:pt x="2067339" y="1054657"/>
                  </a:lnTo>
                  <a:lnTo>
                    <a:pt x="2068791" y="1054660"/>
                  </a:lnTo>
                  <a:lnTo>
                    <a:pt x="2070243" y="1054663"/>
                  </a:lnTo>
                  <a:lnTo>
                    <a:pt x="2071694" y="1054664"/>
                  </a:lnTo>
                  <a:lnTo>
                    <a:pt x="2073146" y="1054668"/>
                  </a:lnTo>
                  <a:lnTo>
                    <a:pt x="2074598" y="1054672"/>
                  </a:lnTo>
                  <a:lnTo>
                    <a:pt x="2076050" y="1054679"/>
                  </a:lnTo>
                  <a:lnTo>
                    <a:pt x="2077502" y="1054683"/>
                  </a:lnTo>
                  <a:lnTo>
                    <a:pt x="2078953" y="1054685"/>
                  </a:lnTo>
                  <a:lnTo>
                    <a:pt x="2080405" y="1054686"/>
                  </a:lnTo>
                  <a:lnTo>
                    <a:pt x="2081857" y="1054687"/>
                  </a:lnTo>
                  <a:lnTo>
                    <a:pt x="2083309" y="1054690"/>
                  </a:lnTo>
                  <a:lnTo>
                    <a:pt x="2084761" y="1054692"/>
                  </a:lnTo>
                  <a:lnTo>
                    <a:pt x="2086212" y="1054694"/>
                  </a:lnTo>
                  <a:lnTo>
                    <a:pt x="2087664" y="1054700"/>
                  </a:lnTo>
                  <a:lnTo>
                    <a:pt x="2089116" y="1054706"/>
                  </a:lnTo>
                  <a:lnTo>
                    <a:pt x="2090568" y="1054707"/>
                  </a:lnTo>
                  <a:lnTo>
                    <a:pt x="2092019" y="1054709"/>
                  </a:lnTo>
                  <a:lnTo>
                    <a:pt x="2093471" y="1054710"/>
                  </a:lnTo>
                  <a:lnTo>
                    <a:pt x="2094923" y="1054713"/>
                  </a:lnTo>
                  <a:lnTo>
                    <a:pt x="2096375" y="1054713"/>
                  </a:lnTo>
                  <a:lnTo>
                    <a:pt x="2097827" y="1054714"/>
                  </a:lnTo>
                  <a:lnTo>
                    <a:pt x="2099278" y="1054716"/>
                  </a:lnTo>
                  <a:lnTo>
                    <a:pt x="2100730" y="1054718"/>
                  </a:lnTo>
                  <a:lnTo>
                    <a:pt x="2102182" y="1054723"/>
                  </a:lnTo>
                  <a:lnTo>
                    <a:pt x="2103634" y="1054724"/>
                  </a:lnTo>
                  <a:lnTo>
                    <a:pt x="2105085" y="1054728"/>
                  </a:lnTo>
                  <a:lnTo>
                    <a:pt x="2106537" y="1054730"/>
                  </a:lnTo>
                  <a:lnTo>
                    <a:pt x="2107989" y="1054734"/>
                  </a:lnTo>
                  <a:lnTo>
                    <a:pt x="2109441" y="1054736"/>
                  </a:lnTo>
                  <a:lnTo>
                    <a:pt x="2110893" y="1054739"/>
                  </a:lnTo>
                  <a:lnTo>
                    <a:pt x="2112344" y="1054740"/>
                  </a:lnTo>
                  <a:lnTo>
                    <a:pt x="2113796" y="1054741"/>
                  </a:lnTo>
                  <a:lnTo>
                    <a:pt x="2115248" y="1054746"/>
                  </a:lnTo>
                  <a:lnTo>
                    <a:pt x="2116700" y="1054749"/>
                  </a:lnTo>
                  <a:lnTo>
                    <a:pt x="2118152" y="1054754"/>
                  </a:lnTo>
                  <a:lnTo>
                    <a:pt x="2119603" y="1054756"/>
                  </a:lnTo>
                  <a:lnTo>
                    <a:pt x="2121055" y="1054761"/>
                  </a:lnTo>
                  <a:lnTo>
                    <a:pt x="2122507" y="1054766"/>
                  </a:lnTo>
                  <a:lnTo>
                    <a:pt x="2123959" y="1054767"/>
                  </a:lnTo>
                  <a:lnTo>
                    <a:pt x="2125410" y="1054767"/>
                  </a:lnTo>
                  <a:lnTo>
                    <a:pt x="2126862" y="1054767"/>
                  </a:lnTo>
                  <a:lnTo>
                    <a:pt x="2128314" y="1054770"/>
                  </a:lnTo>
                  <a:lnTo>
                    <a:pt x="2129766" y="1054772"/>
                  </a:lnTo>
                  <a:lnTo>
                    <a:pt x="2131218" y="1054773"/>
                  </a:lnTo>
                  <a:lnTo>
                    <a:pt x="2132669" y="1054786"/>
                  </a:lnTo>
                  <a:lnTo>
                    <a:pt x="2134121" y="1054790"/>
                  </a:lnTo>
                  <a:lnTo>
                    <a:pt x="2135573" y="1054790"/>
                  </a:lnTo>
                  <a:lnTo>
                    <a:pt x="2137025" y="1054792"/>
                  </a:lnTo>
                  <a:lnTo>
                    <a:pt x="2138477" y="1054794"/>
                  </a:lnTo>
                  <a:lnTo>
                    <a:pt x="2139928" y="1054794"/>
                  </a:lnTo>
                  <a:lnTo>
                    <a:pt x="2141380" y="1054799"/>
                  </a:lnTo>
                  <a:lnTo>
                    <a:pt x="2142832" y="1054804"/>
                  </a:lnTo>
                  <a:lnTo>
                    <a:pt x="2144284" y="1054804"/>
                  </a:lnTo>
                  <a:lnTo>
                    <a:pt x="2145735" y="1054806"/>
                  </a:lnTo>
                  <a:lnTo>
                    <a:pt x="2147187" y="1054808"/>
                  </a:lnTo>
                  <a:lnTo>
                    <a:pt x="2148639" y="1054812"/>
                  </a:lnTo>
                  <a:lnTo>
                    <a:pt x="2150091" y="1054814"/>
                  </a:lnTo>
                  <a:lnTo>
                    <a:pt x="2151543" y="1054817"/>
                  </a:lnTo>
                  <a:lnTo>
                    <a:pt x="2152994" y="1054819"/>
                  </a:lnTo>
                  <a:lnTo>
                    <a:pt x="2154446" y="1054819"/>
                  </a:lnTo>
                  <a:lnTo>
                    <a:pt x="2155898" y="1054821"/>
                  </a:lnTo>
                  <a:lnTo>
                    <a:pt x="2157350" y="1054821"/>
                  </a:lnTo>
                  <a:lnTo>
                    <a:pt x="2158801" y="1054826"/>
                  </a:lnTo>
                  <a:lnTo>
                    <a:pt x="2160253" y="1054830"/>
                  </a:lnTo>
                  <a:lnTo>
                    <a:pt x="2161705" y="1054832"/>
                  </a:lnTo>
                  <a:lnTo>
                    <a:pt x="2163157" y="1054836"/>
                  </a:lnTo>
                  <a:lnTo>
                    <a:pt x="2164609" y="1054838"/>
                  </a:lnTo>
                  <a:lnTo>
                    <a:pt x="2166060" y="1054841"/>
                  </a:lnTo>
                  <a:lnTo>
                    <a:pt x="2167512" y="1054843"/>
                  </a:lnTo>
                  <a:lnTo>
                    <a:pt x="2168964" y="1054843"/>
                  </a:lnTo>
                  <a:lnTo>
                    <a:pt x="2170416" y="1054844"/>
                  </a:lnTo>
                  <a:lnTo>
                    <a:pt x="2171868" y="1054844"/>
                  </a:lnTo>
                  <a:lnTo>
                    <a:pt x="2173319" y="1054846"/>
                  </a:lnTo>
                  <a:lnTo>
                    <a:pt x="2174771" y="1054848"/>
                  </a:lnTo>
                  <a:lnTo>
                    <a:pt x="2176223" y="1054850"/>
                  </a:lnTo>
                  <a:lnTo>
                    <a:pt x="2177675" y="1054851"/>
                  </a:lnTo>
                  <a:lnTo>
                    <a:pt x="2179126" y="1054852"/>
                  </a:lnTo>
                  <a:lnTo>
                    <a:pt x="2180578" y="1054853"/>
                  </a:lnTo>
                  <a:lnTo>
                    <a:pt x="2182030" y="1054856"/>
                  </a:lnTo>
                  <a:lnTo>
                    <a:pt x="2183482" y="1054862"/>
                  </a:lnTo>
                  <a:lnTo>
                    <a:pt x="2184934" y="1054863"/>
                  </a:lnTo>
                  <a:lnTo>
                    <a:pt x="2186385" y="1054864"/>
                  </a:lnTo>
                  <a:lnTo>
                    <a:pt x="2187837" y="1054866"/>
                  </a:lnTo>
                  <a:lnTo>
                    <a:pt x="2189289" y="1054866"/>
                  </a:lnTo>
                  <a:lnTo>
                    <a:pt x="2190741" y="1054867"/>
                  </a:lnTo>
                  <a:lnTo>
                    <a:pt x="2192192" y="1054867"/>
                  </a:lnTo>
                  <a:lnTo>
                    <a:pt x="2193644" y="1054867"/>
                  </a:lnTo>
                  <a:lnTo>
                    <a:pt x="2195096" y="1054869"/>
                  </a:lnTo>
                  <a:lnTo>
                    <a:pt x="2196548" y="1054870"/>
                  </a:lnTo>
                  <a:lnTo>
                    <a:pt x="2198000" y="1054871"/>
                  </a:lnTo>
                  <a:lnTo>
                    <a:pt x="2199451" y="1054872"/>
                  </a:lnTo>
                  <a:lnTo>
                    <a:pt x="2200903" y="1054873"/>
                  </a:lnTo>
                  <a:lnTo>
                    <a:pt x="2202355" y="1054876"/>
                  </a:lnTo>
                  <a:lnTo>
                    <a:pt x="2203807" y="1054880"/>
                  </a:lnTo>
                  <a:lnTo>
                    <a:pt x="2205259" y="1054880"/>
                  </a:lnTo>
                  <a:lnTo>
                    <a:pt x="2206710" y="1054881"/>
                  </a:lnTo>
                  <a:lnTo>
                    <a:pt x="2208162" y="1054883"/>
                  </a:lnTo>
                  <a:lnTo>
                    <a:pt x="2209614" y="1054887"/>
                  </a:lnTo>
                  <a:lnTo>
                    <a:pt x="2211066" y="1054888"/>
                  </a:lnTo>
                  <a:lnTo>
                    <a:pt x="2212517" y="1054889"/>
                  </a:lnTo>
                  <a:lnTo>
                    <a:pt x="2213969" y="1054889"/>
                  </a:lnTo>
                  <a:lnTo>
                    <a:pt x="2215421" y="1054890"/>
                  </a:lnTo>
                  <a:lnTo>
                    <a:pt x="2216873" y="1054890"/>
                  </a:lnTo>
                  <a:lnTo>
                    <a:pt x="2218325" y="1054892"/>
                  </a:lnTo>
                  <a:lnTo>
                    <a:pt x="2219776" y="1054894"/>
                  </a:lnTo>
                  <a:lnTo>
                    <a:pt x="2221228" y="1054896"/>
                  </a:lnTo>
                  <a:lnTo>
                    <a:pt x="2222680" y="1054898"/>
                  </a:lnTo>
                  <a:lnTo>
                    <a:pt x="2224132" y="1054901"/>
                  </a:lnTo>
                  <a:lnTo>
                    <a:pt x="2225583" y="1054902"/>
                  </a:lnTo>
                  <a:lnTo>
                    <a:pt x="2227035" y="1054902"/>
                  </a:lnTo>
                  <a:lnTo>
                    <a:pt x="2228487" y="1054902"/>
                  </a:lnTo>
                  <a:lnTo>
                    <a:pt x="2229939" y="1054904"/>
                  </a:lnTo>
                  <a:lnTo>
                    <a:pt x="2231391" y="1054907"/>
                  </a:lnTo>
                  <a:lnTo>
                    <a:pt x="2232842" y="1054908"/>
                  </a:lnTo>
                  <a:lnTo>
                    <a:pt x="2234294" y="1054910"/>
                  </a:lnTo>
                  <a:lnTo>
                    <a:pt x="2235746" y="1054911"/>
                  </a:lnTo>
                  <a:lnTo>
                    <a:pt x="2237198" y="1054912"/>
                  </a:lnTo>
                  <a:lnTo>
                    <a:pt x="2238650" y="1054912"/>
                  </a:lnTo>
                  <a:lnTo>
                    <a:pt x="2240101" y="1054914"/>
                  </a:lnTo>
                  <a:lnTo>
                    <a:pt x="2241553" y="1054914"/>
                  </a:lnTo>
                  <a:lnTo>
                    <a:pt x="2243005" y="1054915"/>
                  </a:lnTo>
                  <a:lnTo>
                    <a:pt x="2244457" y="1054918"/>
                  </a:lnTo>
                  <a:lnTo>
                    <a:pt x="2245908" y="1054919"/>
                  </a:lnTo>
                  <a:lnTo>
                    <a:pt x="2247360" y="1054920"/>
                  </a:lnTo>
                  <a:lnTo>
                    <a:pt x="2248812" y="1054923"/>
                  </a:lnTo>
                  <a:lnTo>
                    <a:pt x="2250264" y="1054926"/>
                  </a:lnTo>
                  <a:lnTo>
                    <a:pt x="2251716" y="1054928"/>
                  </a:lnTo>
                  <a:lnTo>
                    <a:pt x="2253167" y="1054928"/>
                  </a:lnTo>
                  <a:lnTo>
                    <a:pt x="2254619" y="1054929"/>
                  </a:lnTo>
                  <a:lnTo>
                    <a:pt x="2256071" y="1054930"/>
                  </a:lnTo>
                  <a:lnTo>
                    <a:pt x="2257523" y="1054930"/>
                  </a:lnTo>
                  <a:lnTo>
                    <a:pt x="2258974" y="1054931"/>
                  </a:lnTo>
                  <a:lnTo>
                    <a:pt x="2260426" y="1054931"/>
                  </a:lnTo>
                  <a:lnTo>
                    <a:pt x="2261878" y="1054932"/>
                  </a:lnTo>
                  <a:lnTo>
                    <a:pt x="2263330" y="1054933"/>
                  </a:lnTo>
                  <a:lnTo>
                    <a:pt x="2264782" y="1054937"/>
                  </a:lnTo>
                  <a:lnTo>
                    <a:pt x="2266233" y="1054938"/>
                  </a:lnTo>
                  <a:lnTo>
                    <a:pt x="2267685" y="1054940"/>
                  </a:lnTo>
                  <a:lnTo>
                    <a:pt x="2269137" y="1054942"/>
                  </a:lnTo>
                  <a:lnTo>
                    <a:pt x="2270589" y="1054942"/>
                  </a:lnTo>
                  <a:lnTo>
                    <a:pt x="2272041" y="1054943"/>
                  </a:lnTo>
                  <a:lnTo>
                    <a:pt x="2273492" y="1054944"/>
                  </a:lnTo>
                  <a:lnTo>
                    <a:pt x="2274944" y="1054945"/>
                  </a:lnTo>
                  <a:lnTo>
                    <a:pt x="2276396" y="1054946"/>
                  </a:lnTo>
                  <a:lnTo>
                    <a:pt x="2277848" y="1054947"/>
                  </a:lnTo>
                  <a:lnTo>
                    <a:pt x="2279299" y="1054948"/>
                  </a:lnTo>
                  <a:lnTo>
                    <a:pt x="2280751" y="1054948"/>
                  </a:lnTo>
                  <a:lnTo>
                    <a:pt x="2282203" y="1054950"/>
                  </a:lnTo>
                  <a:lnTo>
                    <a:pt x="2283655" y="1054950"/>
                  </a:lnTo>
                  <a:lnTo>
                    <a:pt x="2285107" y="1054950"/>
                  </a:lnTo>
                  <a:lnTo>
                    <a:pt x="2286558" y="1054951"/>
                  </a:lnTo>
                  <a:lnTo>
                    <a:pt x="2288010" y="1054952"/>
                  </a:lnTo>
                  <a:lnTo>
                    <a:pt x="2289462" y="1054952"/>
                  </a:lnTo>
                  <a:lnTo>
                    <a:pt x="2290914" y="1054954"/>
                  </a:lnTo>
                  <a:lnTo>
                    <a:pt x="2292366" y="1054957"/>
                  </a:lnTo>
                  <a:lnTo>
                    <a:pt x="2293817" y="1054958"/>
                  </a:lnTo>
                  <a:lnTo>
                    <a:pt x="2295269" y="1054958"/>
                  </a:lnTo>
                  <a:lnTo>
                    <a:pt x="2296721" y="1054960"/>
                  </a:lnTo>
                  <a:lnTo>
                    <a:pt x="2298173" y="1054961"/>
                  </a:lnTo>
                  <a:lnTo>
                    <a:pt x="2299624" y="1054962"/>
                  </a:lnTo>
                  <a:lnTo>
                    <a:pt x="2301076" y="1054963"/>
                  </a:lnTo>
                  <a:lnTo>
                    <a:pt x="2302528" y="1054964"/>
                  </a:lnTo>
                  <a:lnTo>
                    <a:pt x="2303980" y="1054965"/>
                  </a:lnTo>
                  <a:lnTo>
                    <a:pt x="2305432" y="1054965"/>
                  </a:lnTo>
                  <a:lnTo>
                    <a:pt x="2306883" y="1054966"/>
                  </a:lnTo>
                  <a:lnTo>
                    <a:pt x="2308335" y="1054967"/>
                  </a:lnTo>
                  <a:lnTo>
                    <a:pt x="2309787" y="1054968"/>
                  </a:lnTo>
                  <a:lnTo>
                    <a:pt x="2311239" y="1054968"/>
                  </a:lnTo>
                  <a:lnTo>
                    <a:pt x="2312690" y="1054969"/>
                  </a:lnTo>
                  <a:lnTo>
                    <a:pt x="2314142" y="1054970"/>
                  </a:lnTo>
                  <a:lnTo>
                    <a:pt x="2315594" y="1054972"/>
                  </a:lnTo>
                  <a:lnTo>
                    <a:pt x="2317046" y="1054973"/>
                  </a:lnTo>
                  <a:lnTo>
                    <a:pt x="2318498" y="1054973"/>
                  </a:lnTo>
                  <a:lnTo>
                    <a:pt x="2319949" y="1054975"/>
                  </a:lnTo>
                  <a:lnTo>
                    <a:pt x="2321401" y="1054976"/>
                  </a:lnTo>
                  <a:lnTo>
                    <a:pt x="2322853" y="1054977"/>
                  </a:lnTo>
                  <a:lnTo>
                    <a:pt x="2324305" y="1054978"/>
                  </a:lnTo>
                  <a:lnTo>
                    <a:pt x="2325757" y="1054979"/>
                  </a:lnTo>
                  <a:lnTo>
                    <a:pt x="2327208" y="1054980"/>
                  </a:lnTo>
                  <a:lnTo>
                    <a:pt x="2328660" y="1054981"/>
                  </a:lnTo>
                  <a:lnTo>
                    <a:pt x="2330112" y="1054982"/>
                  </a:lnTo>
                  <a:lnTo>
                    <a:pt x="2331564" y="1054982"/>
                  </a:lnTo>
                  <a:lnTo>
                    <a:pt x="2333015" y="1054983"/>
                  </a:lnTo>
                  <a:lnTo>
                    <a:pt x="2334467" y="1054983"/>
                  </a:lnTo>
                  <a:lnTo>
                    <a:pt x="2335919" y="1054985"/>
                  </a:lnTo>
                  <a:lnTo>
                    <a:pt x="2337371" y="1054986"/>
                  </a:lnTo>
                  <a:lnTo>
                    <a:pt x="2338823" y="1054987"/>
                  </a:lnTo>
                  <a:lnTo>
                    <a:pt x="2340274" y="1054988"/>
                  </a:lnTo>
                  <a:lnTo>
                    <a:pt x="2341726" y="1054989"/>
                  </a:lnTo>
                  <a:lnTo>
                    <a:pt x="2343178" y="1054990"/>
                  </a:lnTo>
                  <a:lnTo>
                    <a:pt x="2344630" y="1054991"/>
                  </a:lnTo>
                  <a:lnTo>
                    <a:pt x="2346081" y="1054991"/>
                  </a:lnTo>
                  <a:lnTo>
                    <a:pt x="2347533" y="1054991"/>
                  </a:lnTo>
                  <a:lnTo>
                    <a:pt x="2348985" y="1054992"/>
                  </a:lnTo>
                  <a:lnTo>
                    <a:pt x="2350437" y="1054992"/>
                  </a:lnTo>
                  <a:lnTo>
                    <a:pt x="2351889" y="1054993"/>
                  </a:lnTo>
                  <a:lnTo>
                    <a:pt x="2353340" y="1054993"/>
                  </a:lnTo>
                  <a:lnTo>
                    <a:pt x="2354792" y="1054994"/>
                  </a:lnTo>
                  <a:lnTo>
                    <a:pt x="2356244" y="1054995"/>
                  </a:lnTo>
                  <a:lnTo>
                    <a:pt x="2357696" y="1054995"/>
                  </a:lnTo>
                  <a:lnTo>
                    <a:pt x="2359148" y="1054996"/>
                  </a:lnTo>
                  <a:lnTo>
                    <a:pt x="2360599" y="1054997"/>
                  </a:lnTo>
                  <a:lnTo>
                    <a:pt x="2362051" y="1054998"/>
                  </a:lnTo>
                  <a:lnTo>
                    <a:pt x="2363503" y="1054998"/>
                  </a:lnTo>
                  <a:lnTo>
                    <a:pt x="2364955" y="1054999"/>
                  </a:lnTo>
                  <a:lnTo>
                    <a:pt x="2366406" y="1055000"/>
                  </a:lnTo>
                  <a:lnTo>
                    <a:pt x="2367858" y="1055001"/>
                  </a:lnTo>
                  <a:lnTo>
                    <a:pt x="2369310" y="1055001"/>
                  </a:lnTo>
                  <a:lnTo>
                    <a:pt x="2370762" y="1055002"/>
                  </a:lnTo>
                  <a:lnTo>
                    <a:pt x="2372214" y="1055003"/>
                  </a:lnTo>
                  <a:lnTo>
                    <a:pt x="2373665" y="1055004"/>
                  </a:lnTo>
                  <a:lnTo>
                    <a:pt x="2375117" y="1055005"/>
                  </a:lnTo>
                  <a:lnTo>
                    <a:pt x="2376569" y="1055006"/>
                  </a:lnTo>
                  <a:lnTo>
                    <a:pt x="2378021" y="1055007"/>
                  </a:lnTo>
                  <a:lnTo>
                    <a:pt x="2379472" y="1055007"/>
                  </a:lnTo>
                  <a:lnTo>
                    <a:pt x="2380924" y="1055008"/>
                  </a:lnTo>
                  <a:lnTo>
                    <a:pt x="2382376" y="1055008"/>
                  </a:lnTo>
                  <a:lnTo>
                    <a:pt x="2383828" y="1055009"/>
                  </a:lnTo>
                  <a:lnTo>
                    <a:pt x="2385280" y="1055009"/>
                  </a:lnTo>
                  <a:lnTo>
                    <a:pt x="2386731" y="1055010"/>
                  </a:lnTo>
                  <a:lnTo>
                    <a:pt x="2388183" y="1055010"/>
                  </a:lnTo>
                  <a:lnTo>
                    <a:pt x="2389635" y="1055010"/>
                  </a:lnTo>
                  <a:lnTo>
                    <a:pt x="2391087" y="1055012"/>
                  </a:lnTo>
                  <a:lnTo>
                    <a:pt x="2392539" y="1055013"/>
                  </a:lnTo>
                  <a:lnTo>
                    <a:pt x="2393990" y="1055014"/>
                  </a:lnTo>
                  <a:lnTo>
                    <a:pt x="2395442" y="1055014"/>
                  </a:lnTo>
                  <a:lnTo>
                    <a:pt x="2396894" y="1055015"/>
                  </a:lnTo>
                  <a:lnTo>
                    <a:pt x="2398346" y="1055015"/>
                  </a:lnTo>
                  <a:lnTo>
                    <a:pt x="2399797" y="1055016"/>
                  </a:lnTo>
                  <a:lnTo>
                    <a:pt x="2401249" y="1055016"/>
                  </a:lnTo>
                  <a:lnTo>
                    <a:pt x="2402701" y="1055016"/>
                  </a:lnTo>
                  <a:lnTo>
                    <a:pt x="2404153" y="1055017"/>
                  </a:lnTo>
                  <a:lnTo>
                    <a:pt x="2405605" y="1055017"/>
                  </a:lnTo>
                  <a:lnTo>
                    <a:pt x="2407056" y="1055018"/>
                  </a:lnTo>
                  <a:lnTo>
                    <a:pt x="2408508" y="1055019"/>
                  </a:lnTo>
                  <a:lnTo>
                    <a:pt x="2409960" y="1055019"/>
                  </a:lnTo>
                  <a:lnTo>
                    <a:pt x="2411412" y="1055019"/>
                  </a:lnTo>
                  <a:lnTo>
                    <a:pt x="2412864" y="1055019"/>
                  </a:lnTo>
                  <a:lnTo>
                    <a:pt x="2414315" y="1055019"/>
                  </a:lnTo>
                  <a:lnTo>
                    <a:pt x="2415767" y="1055020"/>
                  </a:lnTo>
                  <a:lnTo>
                    <a:pt x="2417219" y="1055020"/>
                  </a:lnTo>
                  <a:lnTo>
                    <a:pt x="2418671" y="1055021"/>
                  </a:lnTo>
                  <a:lnTo>
                    <a:pt x="2420122" y="1055021"/>
                  </a:lnTo>
                  <a:lnTo>
                    <a:pt x="2421574" y="1055021"/>
                  </a:lnTo>
                  <a:lnTo>
                    <a:pt x="2423026" y="1055022"/>
                  </a:lnTo>
                  <a:lnTo>
                    <a:pt x="2424478" y="1055022"/>
                  </a:lnTo>
                  <a:lnTo>
                    <a:pt x="2425930" y="1055023"/>
                  </a:lnTo>
                  <a:lnTo>
                    <a:pt x="2427381" y="1055024"/>
                  </a:lnTo>
                  <a:lnTo>
                    <a:pt x="2428833" y="1055024"/>
                  </a:lnTo>
                  <a:lnTo>
                    <a:pt x="2430285" y="1055024"/>
                  </a:lnTo>
                  <a:lnTo>
                    <a:pt x="2431737" y="1055025"/>
                  </a:lnTo>
                  <a:lnTo>
                    <a:pt x="2433188" y="1055025"/>
                  </a:lnTo>
                  <a:lnTo>
                    <a:pt x="2434640" y="1055026"/>
                  </a:lnTo>
                  <a:lnTo>
                    <a:pt x="2436092" y="1055026"/>
                  </a:lnTo>
                  <a:lnTo>
                    <a:pt x="2437544" y="1055027"/>
                  </a:lnTo>
                  <a:lnTo>
                    <a:pt x="2438996" y="1055027"/>
                  </a:lnTo>
                  <a:lnTo>
                    <a:pt x="2440447" y="1055028"/>
                  </a:lnTo>
                  <a:lnTo>
                    <a:pt x="2441899" y="1055029"/>
                  </a:lnTo>
                  <a:lnTo>
                    <a:pt x="2443351" y="1055029"/>
                  </a:lnTo>
                  <a:lnTo>
                    <a:pt x="2444803" y="1055030"/>
                  </a:lnTo>
                  <a:lnTo>
                    <a:pt x="2446255" y="1055030"/>
                  </a:lnTo>
                  <a:lnTo>
                    <a:pt x="2447706" y="1055031"/>
                  </a:lnTo>
                  <a:lnTo>
                    <a:pt x="2449158" y="1055031"/>
                  </a:lnTo>
                  <a:lnTo>
                    <a:pt x="2450610" y="1055032"/>
                  </a:lnTo>
                  <a:lnTo>
                    <a:pt x="2452062" y="1055032"/>
                  </a:lnTo>
                  <a:lnTo>
                    <a:pt x="2453513" y="1055033"/>
                  </a:lnTo>
                  <a:lnTo>
                    <a:pt x="2454965" y="1055034"/>
                  </a:lnTo>
                  <a:lnTo>
                    <a:pt x="2456417" y="1055035"/>
                  </a:lnTo>
                  <a:lnTo>
                    <a:pt x="2457869" y="1055036"/>
                  </a:lnTo>
                  <a:lnTo>
                    <a:pt x="2459321" y="1055036"/>
                  </a:lnTo>
                  <a:lnTo>
                    <a:pt x="2460772" y="1055036"/>
                  </a:lnTo>
                  <a:lnTo>
                    <a:pt x="2462224" y="1055037"/>
                  </a:lnTo>
                  <a:lnTo>
                    <a:pt x="2463676" y="1055037"/>
                  </a:lnTo>
                  <a:lnTo>
                    <a:pt x="2465128" y="1055038"/>
                  </a:lnTo>
                  <a:lnTo>
                    <a:pt x="2466579" y="1055039"/>
                  </a:lnTo>
                  <a:lnTo>
                    <a:pt x="2468031" y="1055040"/>
                  </a:lnTo>
                  <a:lnTo>
                    <a:pt x="2469483" y="1055041"/>
                  </a:lnTo>
                  <a:lnTo>
                    <a:pt x="2470935" y="1055042"/>
                  </a:lnTo>
                  <a:lnTo>
                    <a:pt x="2472387" y="1055042"/>
                  </a:lnTo>
                  <a:lnTo>
                    <a:pt x="2473838" y="1055042"/>
                  </a:lnTo>
                  <a:lnTo>
                    <a:pt x="2475290" y="1055043"/>
                  </a:lnTo>
                  <a:lnTo>
                    <a:pt x="2476742" y="1055044"/>
                  </a:lnTo>
                  <a:lnTo>
                    <a:pt x="2478194" y="1055044"/>
                  </a:lnTo>
                  <a:lnTo>
                    <a:pt x="2479646" y="1055045"/>
                  </a:lnTo>
                  <a:lnTo>
                    <a:pt x="2481097" y="1055046"/>
                  </a:lnTo>
                  <a:lnTo>
                    <a:pt x="2482549" y="1055046"/>
                  </a:lnTo>
                  <a:lnTo>
                    <a:pt x="2484001" y="1055046"/>
                  </a:lnTo>
                  <a:lnTo>
                    <a:pt x="2485453" y="1055047"/>
                  </a:lnTo>
                  <a:lnTo>
                    <a:pt x="2486904" y="1055048"/>
                  </a:lnTo>
                  <a:lnTo>
                    <a:pt x="2488356" y="1055051"/>
                  </a:lnTo>
                  <a:lnTo>
                    <a:pt x="2489808" y="1055054"/>
                  </a:lnTo>
                  <a:lnTo>
                    <a:pt x="2491260" y="1055055"/>
                  </a:lnTo>
                  <a:lnTo>
                    <a:pt x="2492712" y="1055057"/>
                  </a:lnTo>
                  <a:lnTo>
                    <a:pt x="2494163" y="1055058"/>
                  </a:lnTo>
                  <a:lnTo>
                    <a:pt x="2495615" y="1055059"/>
                  </a:lnTo>
                  <a:lnTo>
                    <a:pt x="2497067" y="1055065"/>
                  </a:lnTo>
                  <a:lnTo>
                    <a:pt x="2498519" y="1055069"/>
                  </a:lnTo>
                  <a:lnTo>
                    <a:pt x="2499970" y="1055072"/>
                  </a:lnTo>
                  <a:lnTo>
                    <a:pt x="2501422" y="1055073"/>
                  </a:lnTo>
                  <a:lnTo>
                    <a:pt x="2502874" y="1055073"/>
                  </a:lnTo>
                  <a:lnTo>
                    <a:pt x="2504326" y="1055075"/>
                  </a:lnTo>
                  <a:lnTo>
                    <a:pt x="2505778" y="1055076"/>
                  </a:lnTo>
                  <a:lnTo>
                    <a:pt x="2507229" y="1055076"/>
                  </a:lnTo>
                  <a:lnTo>
                    <a:pt x="2508681" y="1055077"/>
                  </a:lnTo>
                  <a:lnTo>
                    <a:pt x="2510133" y="1055078"/>
                  </a:lnTo>
                  <a:lnTo>
                    <a:pt x="2511585" y="1055079"/>
                  </a:lnTo>
                  <a:lnTo>
                    <a:pt x="2513037" y="1055081"/>
                  </a:lnTo>
                  <a:lnTo>
                    <a:pt x="2514488" y="1055083"/>
                  </a:lnTo>
                  <a:lnTo>
                    <a:pt x="2515940" y="1055087"/>
                  </a:lnTo>
                  <a:lnTo>
                    <a:pt x="2517392" y="1055089"/>
                  </a:lnTo>
                  <a:lnTo>
                    <a:pt x="2518844" y="1055091"/>
                  </a:lnTo>
                  <a:lnTo>
                    <a:pt x="2520295" y="1055095"/>
                  </a:lnTo>
                  <a:lnTo>
                    <a:pt x="2521747" y="1055095"/>
                  </a:lnTo>
                  <a:lnTo>
                    <a:pt x="2523199" y="1055096"/>
                  </a:lnTo>
                  <a:lnTo>
                    <a:pt x="2524651" y="1055097"/>
                  </a:lnTo>
                  <a:lnTo>
                    <a:pt x="2526103" y="1055099"/>
                  </a:lnTo>
                  <a:lnTo>
                    <a:pt x="2527554" y="1055100"/>
                  </a:lnTo>
                  <a:lnTo>
                    <a:pt x="2529006" y="1055101"/>
                  </a:lnTo>
                  <a:lnTo>
                    <a:pt x="2530458" y="1055102"/>
                  </a:lnTo>
                  <a:lnTo>
                    <a:pt x="2531910" y="1055106"/>
                  </a:lnTo>
                  <a:lnTo>
                    <a:pt x="2533362" y="1055108"/>
                  </a:lnTo>
                  <a:lnTo>
                    <a:pt x="2534813" y="1055109"/>
                  </a:lnTo>
                  <a:lnTo>
                    <a:pt x="2536265" y="1055111"/>
                  </a:lnTo>
                  <a:lnTo>
                    <a:pt x="2537717" y="1055113"/>
                  </a:lnTo>
                  <a:lnTo>
                    <a:pt x="2539169" y="1055114"/>
                  </a:lnTo>
                  <a:lnTo>
                    <a:pt x="2540620" y="1055116"/>
                  </a:lnTo>
                  <a:lnTo>
                    <a:pt x="2542072" y="1055117"/>
                  </a:lnTo>
                  <a:lnTo>
                    <a:pt x="2543524" y="1055120"/>
                  </a:lnTo>
                  <a:lnTo>
                    <a:pt x="2544976" y="1055120"/>
                  </a:lnTo>
                  <a:lnTo>
                    <a:pt x="2546428" y="1055123"/>
                  </a:lnTo>
                  <a:lnTo>
                    <a:pt x="2547879" y="1055124"/>
                  </a:lnTo>
                  <a:lnTo>
                    <a:pt x="2549331" y="1055125"/>
                  </a:lnTo>
                  <a:lnTo>
                    <a:pt x="2550783" y="1055127"/>
                  </a:lnTo>
                  <a:lnTo>
                    <a:pt x="2552235" y="1055127"/>
                  </a:lnTo>
                  <a:lnTo>
                    <a:pt x="2553686" y="1055128"/>
                  </a:lnTo>
                  <a:lnTo>
                    <a:pt x="2555138" y="1055129"/>
                  </a:lnTo>
                  <a:lnTo>
                    <a:pt x="2556590" y="1055129"/>
                  </a:lnTo>
                  <a:lnTo>
                    <a:pt x="2558042" y="1055130"/>
                  </a:lnTo>
                  <a:lnTo>
                    <a:pt x="2559494" y="1055131"/>
                  </a:lnTo>
                  <a:lnTo>
                    <a:pt x="2560945" y="1055132"/>
                  </a:lnTo>
                  <a:lnTo>
                    <a:pt x="2562397" y="1055133"/>
                  </a:lnTo>
                  <a:lnTo>
                    <a:pt x="2563849" y="1055134"/>
                  </a:lnTo>
                  <a:lnTo>
                    <a:pt x="2565301" y="1055134"/>
                  </a:lnTo>
                  <a:lnTo>
                    <a:pt x="2566753" y="1055135"/>
                  </a:lnTo>
                  <a:lnTo>
                    <a:pt x="2568204" y="1055135"/>
                  </a:lnTo>
                  <a:lnTo>
                    <a:pt x="2569656" y="1055136"/>
                  </a:lnTo>
                  <a:lnTo>
                    <a:pt x="2571108" y="1055137"/>
                  </a:lnTo>
                  <a:lnTo>
                    <a:pt x="2572560" y="1055137"/>
                  </a:lnTo>
                  <a:lnTo>
                    <a:pt x="2574011" y="1055138"/>
                  </a:lnTo>
                  <a:lnTo>
                    <a:pt x="2575463" y="1055139"/>
                  </a:lnTo>
                  <a:lnTo>
                    <a:pt x="2576915" y="1055142"/>
                  </a:lnTo>
                  <a:lnTo>
                    <a:pt x="2578367" y="1055142"/>
                  </a:lnTo>
                  <a:lnTo>
                    <a:pt x="2579819" y="1055143"/>
                  </a:lnTo>
                  <a:lnTo>
                    <a:pt x="2581270" y="1055144"/>
                  </a:lnTo>
                  <a:lnTo>
                    <a:pt x="2582722" y="1055146"/>
                  </a:lnTo>
                  <a:lnTo>
                    <a:pt x="2584174" y="1055147"/>
                  </a:lnTo>
                  <a:lnTo>
                    <a:pt x="2585626" y="1055147"/>
                  </a:lnTo>
                  <a:lnTo>
                    <a:pt x="2587077" y="1055147"/>
                  </a:lnTo>
                  <a:lnTo>
                    <a:pt x="2588529" y="1055148"/>
                  </a:lnTo>
                  <a:lnTo>
                    <a:pt x="2589981" y="1055148"/>
                  </a:lnTo>
                  <a:lnTo>
                    <a:pt x="2591433" y="1055150"/>
                  </a:lnTo>
                  <a:lnTo>
                    <a:pt x="2592885" y="1055150"/>
                  </a:lnTo>
                  <a:lnTo>
                    <a:pt x="2594336" y="1055151"/>
                  </a:lnTo>
                  <a:lnTo>
                    <a:pt x="2595788" y="1055152"/>
                  </a:lnTo>
                  <a:lnTo>
                    <a:pt x="2597240" y="1055154"/>
                  </a:lnTo>
                  <a:lnTo>
                    <a:pt x="2598692" y="1055155"/>
                  </a:lnTo>
                  <a:lnTo>
                    <a:pt x="2600144" y="1055155"/>
                  </a:lnTo>
                  <a:lnTo>
                    <a:pt x="2601595" y="1055156"/>
                  </a:lnTo>
                  <a:lnTo>
                    <a:pt x="2603047" y="1055156"/>
                  </a:lnTo>
                  <a:lnTo>
                    <a:pt x="2604499" y="1055157"/>
                  </a:lnTo>
                  <a:lnTo>
                    <a:pt x="2605951" y="1055157"/>
                  </a:lnTo>
                  <a:lnTo>
                    <a:pt x="2607402" y="1055158"/>
                  </a:lnTo>
                  <a:lnTo>
                    <a:pt x="2608854" y="1055159"/>
                  </a:lnTo>
                  <a:lnTo>
                    <a:pt x="2610306" y="1055159"/>
                  </a:lnTo>
                  <a:lnTo>
                    <a:pt x="2611758" y="1055160"/>
                  </a:lnTo>
                  <a:lnTo>
                    <a:pt x="2613210" y="1055161"/>
                  </a:lnTo>
                  <a:lnTo>
                    <a:pt x="2614661" y="1055161"/>
                  </a:lnTo>
                  <a:lnTo>
                    <a:pt x="2616113" y="1055161"/>
                  </a:lnTo>
                  <a:lnTo>
                    <a:pt x="2617565" y="1055161"/>
                  </a:lnTo>
                  <a:lnTo>
                    <a:pt x="2619017" y="1055163"/>
                  </a:lnTo>
                  <a:lnTo>
                    <a:pt x="2620468" y="1055163"/>
                  </a:lnTo>
                  <a:lnTo>
                    <a:pt x="2621920" y="1055164"/>
                  </a:lnTo>
                  <a:lnTo>
                    <a:pt x="2623372" y="1055164"/>
                  </a:lnTo>
                  <a:lnTo>
                    <a:pt x="2624824" y="1055165"/>
                  </a:lnTo>
                  <a:lnTo>
                    <a:pt x="2626276" y="1055165"/>
                  </a:lnTo>
                  <a:lnTo>
                    <a:pt x="2627727" y="1055166"/>
                  </a:lnTo>
                  <a:lnTo>
                    <a:pt x="2629179" y="1055167"/>
                  </a:lnTo>
                  <a:lnTo>
                    <a:pt x="2630631" y="1055168"/>
                  </a:lnTo>
                  <a:lnTo>
                    <a:pt x="2632083" y="1055168"/>
                  </a:lnTo>
                  <a:lnTo>
                    <a:pt x="2633535" y="1055168"/>
                  </a:lnTo>
                  <a:lnTo>
                    <a:pt x="2634986" y="1055168"/>
                  </a:lnTo>
                  <a:lnTo>
                    <a:pt x="2636438" y="1055169"/>
                  </a:lnTo>
                  <a:lnTo>
                    <a:pt x="2637890" y="1055169"/>
                  </a:lnTo>
                  <a:lnTo>
                    <a:pt x="2639342" y="1055169"/>
                  </a:lnTo>
                  <a:lnTo>
                    <a:pt x="2640793" y="1055170"/>
                  </a:lnTo>
                  <a:lnTo>
                    <a:pt x="2642245" y="1055170"/>
                  </a:lnTo>
                  <a:lnTo>
                    <a:pt x="2643697" y="1055171"/>
                  </a:lnTo>
                  <a:lnTo>
                    <a:pt x="2645149" y="1055171"/>
                  </a:lnTo>
                  <a:lnTo>
                    <a:pt x="2646601" y="1055172"/>
                  </a:lnTo>
                  <a:lnTo>
                    <a:pt x="2648052" y="1055172"/>
                  </a:lnTo>
                  <a:lnTo>
                    <a:pt x="2649504" y="1055173"/>
                  </a:lnTo>
                  <a:lnTo>
                    <a:pt x="2650956" y="1055173"/>
                  </a:lnTo>
                  <a:lnTo>
                    <a:pt x="2652408" y="1055174"/>
                  </a:lnTo>
                  <a:lnTo>
                    <a:pt x="2653860" y="1055174"/>
                  </a:lnTo>
                  <a:lnTo>
                    <a:pt x="2655311" y="1055175"/>
                  </a:lnTo>
                  <a:lnTo>
                    <a:pt x="2656763" y="1055175"/>
                  </a:lnTo>
                  <a:lnTo>
                    <a:pt x="2658215" y="1055176"/>
                  </a:lnTo>
                  <a:lnTo>
                    <a:pt x="2659667" y="1055176"/>
                  </a:lnTo>
                  <a:lnTo>
                    <a:pt x="2661118" y="1055177"/>
                  </a:lnTo>
                  <a:lnTo>
                    <a:pt x="2662570" y="1055177"/>
                  </a:lnTo>
                  <a:lnTo>
                    <a:pt x="2664022" y="1055177"/>
                  </a:lnTo>
                  <a:lnTo>
                    <a:pt x="2665474" y="1055178"/>
                  </a:lnTo>
                  <a:lnTo>
                    <a:pt x="2666926" y="1055178"/>
                  </a:lnTo>
                  <a:lnTo>
                    <a:pt x="2668377" y="1055179"/>
                  </a:lnTo>
                  <a:lnTo>
                    <a:pt x="2669829" y="1055180"/>
                  </a:lnTo>
                  <a:lnTo>
                    <a:pt x="2671281" y="1055180"/>
                  </a:lnTo>
                  <a:lnTo>
                    <a:pt x="2672733" y="1055180"/>
                  </a:lnTo>
                  <a:lnTo>
                    <a:pt x="2674184" y="1055181"/>
                  </a:lnTo>
                  <a:lnTo>
                    <a:pt x="2675636" y="1055181"/>
                  </a:lnTo>
                  <a:lnTo>
                    <a:pt x="2677088" y="1055182"/>
                  </a:lnTo>
                  <a:lnTo>
                    <a:pt x="2678540" y="1055182"/>
                  </a:lnTo>
                  <a:lnTo>
                    <a:pt x="2679992" y="1055183"/>
                  </a:lnTo>
                  <a:lnTo>
                    <a:pt x="2681443" y="1055183"/>
                  </a:lnTo>
                  <a:lnTo>
                    <a:pt x="2682895" y="1055184"/>
                  </a:lnTo>
                  <a:lnTo>
                    <a:pt x="2684347" y="1055184"/>
                  </a:lnTo>
                  <a:lnTo>
                    <a:pt x="2685799" y="1055184"/>
                  </a:lnTo>
                  <a:lnTo>
                    <a:pt x="2687251" y="1055185"/>
                  </a:lnTo>
                  <a:lnTo>
                    <a:pt x="2688702" y="1055185"/>
                  </a:lnTo>
                  <a:lnTo>
                    <a:pt x="2690154" y="1055185"/>
                  </a:lnTo>
                  <a:lnTo>
                    <a:pt x="2691606" y="1055186"/>
                  </a:lnTo>
                  <a:lnTo>
                    <a:pt x="2693058" y="1055186"/>
                  </a:lnTo>
                  <a:lnTo>
                    <a:pt x="2694509" y="1055187"/>
                  </a:lnTo>
                  <a:lnTo>
                    <a:pt x="2695961" y="1055188"/>
                  </a:lnTo>
                  <a:lnTo>
                    <a:pt x="2697413" y="1055188"/>
                  </a:lnTo>
                  <a:lnTo>
                    <a:pt x="2698865" y="1055188"/>
                  </a:lnTo>
                  <a:lnTo>
                    <a:pt x="2700317" y="1055189"/>
                  </a:lnTo>
                  <a:lnTo>
                    <a:pt x="2701768" y="1055190"/>
                  </a:lnTo>
                  <a:lnTo>
                    <a:pt x="2703220" y="1055190"/>
                  </a:lnTo>
                  <a:lnTo>
                    <a:pt x="2704672" y="1055190"/>
                  </a:lnTo>
                  <a:lnTo>
                    <a:pt x="2706124" y="1055190"/>
                  </a:lnTo>
                  <a:lnTo>
                    <a:pt x="2707575" y="1055190"/>
                  </a:lnTo>
                  <a:lnTo>
                    <a:pt x="2709027" y="1055191"/>
                  </a:lnTo>
                  <a:lnTo>
                    <a:pt x="2710479" y="1055191"/>
                  </a:lnTo>
                  <a:lnTo>
                    <a:pt x="2711931" y="1055191"/>
                  </a:lnTo>
                  <a:lnTo>
                    <a:pt x="2713383" y="1055191"/>
                  </a:lnTo>
                  <a:lnTo>
                    <a:pt x="2714834" y="1055192"/>
                  </a:lnTo>
                  <a:lnTo>
                    <a:pt x="2716286" y="1055192"/>
                  </a:lnTo>
                  <a:lnTo>
                    <a:pt x="2717738" y="1055192"/>
                  </a:lnTo>
                  <a:lnTo>
                    <a:pt x="2719190" y="1055192"/>
                  </a:lnTo>
                  <a:lnTo>
                    <a:pt x="2720642" y="1055193"/>
                  </a:lnTo>
                  <a:lnTo>
                    <a:pt x="2722093" y="1055193"/>
                  </a:lnTo>
                  <a:lnTo>
                    <a:pt x="2723545" y="1055194"/>
                  </a:lnTo>
                  <a:lnTo>
                    <a:pt x="2724997" y="1055194"/>
                  </a:lnTo>
                  <a:lnTo>
                    <a:pt x="2726449" y="1055195"/>
                  </a:lnTo>
                  <a:lnTo>
                    <a:pt x="2727900" y="1055195"/>
                  </a:lnTo>
                  <a:lnTo>
                    <a:pt x="2729352" y="1055195"/>
                  </a:lnTo>
                  <a:lnTo>
                    <a:pt x="2730804" y="1055196"/>
                  </a:lnTo>
                  <a:lnTo>
                    <a:pt x="2732256" y="1055197"/>
                  </a:lnTo>
                  <a:lnTo>
                    <a:pt x="2733708" y="1055197"/>
                  </a:lnTo>
                  <a:lnTo>
                    <a:pt x="2735159" y="1055198"/>
                  </a:lnTo>
                  <a:lnTo>
                    <a:pt x="2736611" y="1055198"/>
                  </a:lnTo>
                  <a:lnTo>
                    <a:pt x="2738063" y="1055199"/>
                  </a:lnTo>
                  <a:lnTo>
                    <a:pt x="2739515" y="1055199"/>
                  </a:lnTo>
                  <a:lnTo>
                    <a:pt x="2740966" y="1055181"/>
                  </a:lnTo>
                  <a:lnTo>
                    <a:pt x="2742418" y="1055150"/>
                  </a:lnTo>
                  <a:lnTo>
                    <a:pt x="2743870" y="1055114"/>
                  </a:lnTo>
                  <a:lnTo>
                    <a:pt x="2745322" y="1055057"/>
                  </a:lnTo>
                  <a:lnTo>
                    <a:pt x="2746774" y="1054925"/>
                  </a:lnTo>
                  <a:lnTo>
                    <a:pt x="2748225" y="1054860"/>
                  </a:lnTo>
                  <a:lnTo>
                    <a:pt x="2749677" y="1054513"/>
                  </a:lnTo>
                  <a:lnTo>
                    <a:pt x="2751129" y="1054276"/>
                  </a:lnTo>
                  <a:lnTo>
                    <a:pt x="2752581" y="1054100"/>
                  </a:lnTo>
                  <a:lnTo>
                    <a:pt x="2754033" y="1053732"/>
                  </a:lnTo>
                  <a:lnTo>
                    <a:pt x="2755484" y="1053128"/>
                  </a:lnTo>
                  <a:lnTo>
                    <a:pt x="2756936" y="1052588"/>
                  </a:lnTo>
                  <a:lnTo>
                    <a:pt x="2758388" y="1051276"/>
                  </a:lnTo>
                  <a:lnTo>
                    <a:pt x="2759840" y="1050517"/>
                  </a:lnTo>
                  <a:lnTo>
                    <a:pt x="2761291" y="1049772"/>
                  </a:lnTo>
                  <a:lnTo>
                    <a:pt x="2762743" y="1047905"/>
                  </a:lnTo>
                  <a:lnTo>
                    <a:pt x="2764195" y="1045847"/>
                  </a:lnTo>
                  <a:lnTo>
                    <a:pt x="2765647" y="1042926"/>
                  </a:lnTo>
                  <a:lnTo>
                    <a:pt x="2767099" y="1041240"/>
                  </a:lnTo>
                  <a:lnTo>
                    <a:pt x="2768550" y="1038350"/>
                  </a:lnTo>
                  <a:lnTo>
                    <a:pt x="2770002" y="1035951"/>
                  </a:lnTo>
                  <a:lnTo>
                    <a:pt x="2771454" y="1035151"/>
                  </a:lnTo>
                  <a:lnTo>
                    <a:pt x="2772906" y="1037432"/>
                  </a:lnTo>
                  <a:lnTo>
                    <a:pt x="2774357" y="1040649"/>
                  </a:lnTo>
                  <a:lnTo>
                    <a:pt x="2775809" y="1041958"/>
                  </a:lnTo>
                  <a:lnTo>
                    <a:pt x="2777261" y="1044841"/>
                  </a:lnTo>
                  <a:lnTo>
                    <a:pt x="2778713" y="1046387"/>
                  </a:lnTo>
                  <a:lnTo>
                    <a:pt x="2780165" y="1048274"/>
                  </a:lnTo>
                  <a:lnTo>
                    <a:pt x="2781616" y="1050146"/>
                  </a:lnTo>
                  <a:lnTo>
                    <a:pt x="2783068" y="1051047"/>
                  </a:lnTo>
                  <a:lnTo>
                    <a:pt x="2784520" y="1052569"/>
                  </a:lnTo>
                  <a:lnTo>
                    <a:pt x="2785972" y="1052786"/>
                  </a:lnTo>
                  <a:lnTo>
                    <a:pt x="2787424" y="1053309"/>
                  </a:lnTo>
                  <a:lnTo>
                    <a:pt x="2788875" y="1053934"/>
                  </a:lnTo>
                  <a:lnTo>
                    <a:pt x="2790327" y="1054169"/>
                  </a:lnTo>
                  <a:lnTo>
                    <a:pt x="2791779" y="1054453"/>
                  </a:lnTo>
                  <a:lnTo>
                    <a:pt x="2793231" y="1054719"/>
                  </a:lnTo>
                  <a:lnTo>
                    <a:pt x="2794682" y="1054887"/>
                  </a:lnTo>
                  <a:lnTo>
                    <a:pt x="2796134" y="1054962"/>
                  </a:lnTo>
                  <a:lnTo>
                    <a:pt x="2797586" y="1055098"/>
                  </a:lnTo>
                  <a:lnTo>
                    <a:pt x="2799038" y="1055132"/>
                  </a:lnTo>
                  <a:lnTo>
                    <a:pt x="2800490" y="1055170"/>
                  </a:lnTo>
                  <a:lnTo>
                    <a:pt x="2801941" y="1055185"/>
                  </a:lnTo>
                  <a:lnTo>
                    <a:pt x="2803393" y="1055196"/>
                  </a:lnTo>
                  <a:lnTo>
                    <a:pt x="2804845" y="1055199"/>
                  </a:lnTo>
                  <a:lnTo>
                    <a:pt x="2806297" y="1055200"/>
                  </a:lnTo>
                  <a:lnTo>
                    <a:pt x="2807749" y="1055200"/>
                  </a:lnTo>
                  <a:lnTo>
                    <a:pt x="2809200" y="1055201"/>
                  </a:lnTo>
                  <a:lnTo>
                    <a:pt x="2810652" y="1055202"/>
                  </a:lnTo>
                  <a:lnTo>
                    <a:pt x="2812104" y="1055202"/>
                  </a:lnTo>
                  <a:lnTo>
                    <a:pt x="2813556" y="1055204"/>
                  </a:lnTo>
                  <a:lnTo>
                    <a:pt x="2815007" y="1055206"/>
                  </a:lnTo>
                  <a:lnTo>
                    <a:pt x="2816459" y="1055207"/>
                  </a:lnTo>
                  <a:lnTo>
                    <a:pt x="2817911" y="1055209"/>
                  </a:lnTo>
                  <a:lnTo>
                    <a:pt x="2819363" y="1055209"/>
                  </a:lnTo>
                  <a:lnTo>
                    <a:pt x="2820815" y="1055210"/>
                  </a:lnTo>
                  <a:lnTo>
                    <a:pt x="2822266" y="1055211"/>
                  </a:lnTo>
                  <a:lnTo>
                    <a:pt x="2823718" y="1055213"/>
                  </a:lnTo>
                  <a:lnTo>
                    <a:pt x="2825170" y="1055215"/>
                  </a:lnTo>
                  <a:lnTo>
                    <a:pt x="2826622" y="1055217"/>
                  </a:lnTo>
                  <a:lnTo>
                    <a:pt x="2828073" y="1055217"/>
                  </a:lnTo>
                  <a:lnTo>
                    <a:pt x="2829525" y="1055218"/>
                  </a:lnTo>
                  <a:lnTo>
                    <a:pt x="2830977" y="1055220"/>
                  </a:lnTo>
                  <a:lnTo>
                    <a:pt x="2832429" y="1055221"/>
                  </a:lnTo>
                  <a:lnTo>
                    <a:pt x="2833881" y="1055222"/>
                  </a:lnTo>
                  <a:lnTo>
                    <a:pt x="2835332" y="1055224"/>
                  </a:lnTo>
                  <a:lnTo>
                    <a:pt x="2836784" y="1055225"/>
                  </a:lnTo>
                  <a:lnTo>
                    <a:pt x="2838236" y="1055225"/>
                  </a:lnTo>
                  <a:lnTo>
                    <a:pt x="2839688" y="1055226"/>
                  </a:lnTo>
                  <a:lnTo>
                    <a:pt x="2841140" y="1055227"/>
                  </a:lnTo>
                  <a:lnTo>
                    <a:pt x="2842591" y="1055228"/>
                  </a:lnTo>
                  <a:lnTo>
                    <a:pt x="2844043" y="1055230"/>
                  </a:lnTo>
                  <a:lnTo>
                    <a:pt x="2845495" y="1055231"/>
                  </a:lnTo>
                  <a:lnTo>
                    <a:pt x="2846947" y="1055231"/>
                  </a:lnTo>
                  <a:lnTo>
                    <a:pt x="2848398" y="1055232"/>
                  </a:lnTo>
                  <a:lnTo>
                    <a:pt x="2849850" y="1055232"/>
                  </a:lnTo>
                  <a:lnTo>
                    <a:pt x="2851302" y="1055235"/>
                  </a:lnTo>
                  <a:lnTo>
                    <a:pt x="2852754" y="1055236"/>
                  </a:lnTo>
                  <a:lnTo>
                    <a:pt x="2854206" y="1055237"/>
                  </a:lnTo>
                  <a:lnTo>
                    <a:pt x="2855657" y="1055237"/>
                  </a:lnTo>
                  <a:lnTo>
                    <a:pt x="2857109" y="1055238"/>
                  </a:lnTo>
                  <a:lnTo>
                    <a:pt x="2858561" y="1055238"/>
                  </a:lnTo>
                  <a:lnTo>
                    <a:pt x="2860013" y="1055240"/>
                  </a:lnTo>
                  <a:lnTo>
                    <a:pt x="2861464" y="1055241"/>
                  </a:lnTo>
                  <a:lnTo>
                    <a:pt x="2862916" y="1055242"/>
                  </a:lnTo>
                  <a:lnTo>
                    <a:pt x="2864368" y="1055242"/>
                  </a:lnTo>
                  <a:lnTo>
                    <a:pt x="2865820" y="1055243"/>
                  </a:lnTo>
                  <a:lnTo>
                    <a:pt x="2867272" y="1055244"/>
                  </a:lnTo>
                  <a:lnTo>
                    <a:pt x="2868723" y="1055245"/>
                  </a:lnTo>
                  <a:lnTo>
                    <a:pt x="2870175" y="1055246"/>
                  </a:lnTo>
                  <a:lnTo>
                    <a:pt x="2871627" y="1055247"/>
                  </a:lnTo>
                  <a:lnTo>
                    <a:pt x="2873079" y="1055247"/>
                  </a:lnTo>
                  <a:lnTo>
                    <a:pt x="2874531" y="1055247"/>
                  </a:lnTo>
                  <a:lnTo>
                    <a:pt x="2875982" y="1055248"/>
                  </a:lnTo>
                  <a:lnTo>
                    <a:pt x="2877434" y="1055249"/>
                  </a:lnTo>
                  <a:lnTo>
                    <a:pt x="2878886" y="1055250"/>
                  </a:lnTo>
                  <a:lnTo>
                    <a:pt x="2880338" y="1055250"/>
                  </a:lnTo>
                  <a:lnTo>
                    <a:pt x="2881789" y="1055251"/>
                  </a:lnTo>
                  <a:lnTo>
                    <a:pt x="2883241" y="1055251"/>
                  </a:lnTo>
                  <a:lnTo>
                    <a:pt x="2884693" y="1055251"/>
                  </a:lnTo>
                  <a:lnTo>
                    <a:pt x="2886145" y="1055252"/>
                  </a:lnTo>
                  <a:lnTo>
                    <a:pt x="2887597" y="1055253"/>
                  </a:lnTo>
                  <a:lnTo>
                    <a:pt x="2889048" y="1055253"/>
                  </a:lnTo>
                  <a:lnTo>
                    <a:pt x="2890500" y="1055254"/>
                  </a:lnTo>
                  <a:lnTo>
                    <a:pt x="2891952" y="1055254"/>
                  </a:lnTo>
                  <a:lnTo>
                    <a:pt x="2893404" y="1055254"/>
                  </a:lnTo>
                  <a:lnTo>
                    <a:pt x="2894855" y="1055255"/>
                  </a:lnTo>
                  <a:lnTo>
                    <a:pt x="2896307" y="1055256"/>
                  </a:lnTo>
                  <a:lnTo>
                    <a:pt x="2897759" y="1055256"/>
                  </a:lnTo>
                  <a:lnTo>
                    <a:pt x="2899211" y="1055256"/>
                  </a:lnTo>
                  <a:lnTo>
                    <a:pt x="2900663" y="1055257"/>
                  </a:lnTo>
                  <a:lnTo>
                    <a:pt x="2902114" y="1055257"/>
                  </a:lnTo>
                  <a:lnTo>
                    <a:pt x="2903566" y="1055257"/>
                  </a:lnTo>
                  <a:lnTo>
                    <a:pt x="2905018" y="1055258"/>
                  </a:lnTo>
                  <a:lnTo>
                    <a:pt x="2906470" y="1055258"/>
                  </a:lnTo>
                  <a:lnTo>
                    <a:pt x="2907922" y="1055259"/>
                  </a:lnTo>
                  <a:lnTo>
                    <a:pt x="2909373" y="1055259"/>
                  </a:lnTo>
                  <a:lnTo>
                    <a:pt x="2910825" y="1055259"/>
                  </a:lnTo>
                  <a:lnTo>
                    <a:pt x="2912277" y="1055260"/>
                  </a:lnTo>
                  <a:lnTo>
                    <a:pt x="2913729" y="1055260"/>
                  </a:lnTo>
                  <a:lnTo>
                    <a:pt x="2915180" y="1055260"/>
                  </a:lnTo>
                  <a:lnTo>
                    <a:pt x="2916632" y="1055260"/>
                  </a:lnTo>
                  <a:lnTo>
                    <a:pt x="2918084" y="1055261"/>
                  </a:lnTo>
                  <a:lnTo>
                    <a:pt x="2919536" y="1055261"/>
                  </a:lnTo>
                  <a:lnTo>
                    <a:pt x="2920988" y="1055261"/>
                  </a:lnTo>
                  <a:lnTo>
                    <a:pt x="2922439" y="1055262"/>
                  </a:lnTo>
                  <a:lnTo>
                    <a:pt x="2923891" y="1055262"/>
                  </a:lnTo>
                  <a:lnTo>
                    <a:pt x="2925343" y="1055262"/>
                  </a:lnTo>
                  <a:lnTo>
                    <a:pt x="2926795" y="1055262"/>
                  </a:lnTo>
                  <a:lnTo>
                    <a:pt x="2928247" y="1055262"/>
                  </a:lnTo>
                  <a:lnTo>
                    <a:pt x="2929698" y="1055263"/>
                  </a:lnTo>
                  <a:lnTo>
                    <a:pt x="2931150" y="1055263"/>
                  </a:lnTo>
                  <a:lnTo>
                    <a:pt x="2932602" y="1055263"/>
                  </a:lnTo>
                  <a:lnTo>
                    <a:pt x="2934054" y="1055263"/>
                  </a:lnTo>
                  <a:lnTo>
                    <a:pt x="2935505" y="1055264"/>
                  </a:lnTo>
                  <a:lnTo>
                    <a:pt x="2936957" y="1055264"/>
                  </a:lnTo>
                  <a:lnTo>
                    <a:pt x="2938409" y="1055264"/>
                  </a:lnTo>
                  <a:lnTo>
                    <a:pt x="2939861" y="1055264"/>
                  </a:lnTo>
                  <a:lnTo>
                    <a:pt x="2941313" y="1055264"/>
                  </a:lnTo>
                  <a:lnTo>
                    <a:pt x="2942764" y="1055265"/>
                  </a:lnTo>
                  <a:lnTo>
                    <a:pt x="2944216" y="1055265"/>
                  </a:lnTo>
                  <a:lnTo>
                    <a:pt x="2945668" y="1055265"/>
                  </a:lnTo>
                  <a:lnTo>
                    <a:pt x="2947120" y="1055265"/>
                  </a:lnTo>
                  <a:lnTo>
                    <a:pt x="2948571" y="1055265"/>
                  </a:lnTo>
                  <a:lnTo>
                    <a:pt x="2950023" y="1055266"/>
                  </a:lnTo>
                  <a:lnTo>
                    <a:pt x="2951475" y="1055266"/>
                  </a:lnTo>
                  <a:lnTo>
                    <a:pt x="2952927" y="1055266"/>
                  </a:lnTo>
                  <a:lnTo>
                    <a:pt x="2954379" y="1055266"/>
                  </a:lnTo>
                  <a:lnTo>
                    <a:pt x="2955830" y="1055267"/>
                  </a:lnTo>
                  <a:lnTo>
                    <a:pt x="2957282" y="1055267"/>
                  </a:lnTo>
                  <a:lnTo>
                    <a:pt x="2958734" y="1055267"/>
                  </a:lnTo>
                  <a:lnTo>
                    <a:pt x="2960186" y="1055268"/>
                  </a:lnTo>
                  <a:lnTo>
                    <a:pt x="2961638" y="1055268"/>
                  </a:lnTo>
                  <a:lnTo>
                    <a:pt x="2963089" y="1055268"/>
                  </a:lnTo>
                  <a:lnTo>
                    <a:pt x="2964541" y="1055269"/>
                  </a:lnTo>
                  <a:lnTo>
                    <a:pt x="2965993" y="1055269"/>
                  </a:lnTo>
                  <a:lnTo>
                    <a:pt x="2967445" y="1055270"/>
                  </a:lnTo>
                  <a:lnTo>
                    <a:pt x="2968896" y="1055270"/>
                  </a:lnTo>
                  <a:lnTo>
                    <a:pt x="2970348" y="1055270"/>
                  </a:lnTo>
                  <a:lnTo>
                    <a:pt x="2971800" y="1055271"/>
                  </a:lnTo>
                </a:path>
              </a:pathLst>
            </a:custGeom>
            <a:noFill/>
            <a:ln w="9470">
              <a:solidFill>
                <a:srgbClr val="0072B2"/>
              </a:solidFill>
              <a:prstDash val="dash"/>
            </a:ln>
          </p:spPr>
        </p:sp>
        <p:sp>
          <p:nvSpPr>
            <p:cNvPr id="187" name="ellipse_186">
              <a:extLst>
                <a:ext uri="{FF2B5EF4-FFF2-40B4-BE49-F238E27FC236}">
                  <ns2:creationId id="{3F3554DD-630A-4A41-95EB-340B583D919C}"/>
                </a:ext>
              </a:extLst>
            </p:cNvPr>
            <p:cNvSpPr>
              <a:spLocks noGrp="1"/>
            </p:cNvSpPr>
            <p:nvPr/>
          </p:nvSpPr>
          <p:spPr>
            <a:xfrm rot="0">
              <a:off x="9447007" y="3818093"/>
              <a:ext cx="66675" cy="66675"/>
            </a:xfrm>
            <a:prstGeom prst="ellipse">
              <a:avLst/>
            </a:prstGeom>
            <a:solidFill>
              <a:srgbClr val="FFFFFF"/>
            </a:solidFill>
            <a:ln w="10653">
              <a:solidFill>
                <a:srgbClr val="0072B2"/>
              </a:solidFill>
              <a:prstDash val="solid"/>
            </a:ln>
          </p:spPr>
        </p:sp>
        <p:sp>
          <p:nvSpPr>
            <p:cNvPr id="188" name="text_187">
              <a:extLst>
                <a:ext uri="{FF2B5EF4-FFF2-40B4-BE49-F238E27FC236}">
                  <ns2:creationId id="{A9D5E1D9-4974-473B-A143-F8AC2AD27DDC}"/>
                </a:ext>
              </a:extLst>
            </p:cNvPr>
            <p:cNvSpPr>
              <a:spLocks noGrp="1"/>
            </p:cNvSpPr>
            <p:nvPr/>
          </p:nvSpPr>
          <p:spPr>
            <a:xfrm rot="0">
              <a:off x="9527970" y="3641881"/>
              <a:ext cx="219075" cy="219075"/>
            </a:xfrm>
            <a:prstGeom prst="rect">
              <a:avLst/>
            </a:prstGeom>
            <a:noFill/>
            <a:ln w="0">
              <a:noFill/>
              <a:prstDash val="solid"/>
            </a:ln>
          </p:spPr>
          <p:txBody>
            <a:bodyPr wrap="none" lIns="0" tIns="0" rIns="0" bIns="0" anchor="t">
              <a:noAutofit/>
            </a:bodyPr>
            <a:lstStyle>
              <a:defPPr algn="l">
                <a:defRPr sz="746" b="1">
                  <a:solidFill>
                    <a:srgbClr val="0072B2"/>
                  </a:solidFill>
                  <a:latin typeface="Arial"/>
                  <a:ea typeface="Arial"/>
                  <a:cs typeface="Arial"/>
                </a:defRPr>
              </a:defPPr>
              <a:lvl1pPr algn="l">
                <a:defRPr sz="746" b="1">
                  <a:solidFill>
                    <a:srgbClr val="0072B2"/>
                  </a:solidFill>
                  <a:latin typeface="Arial"/>
                  <a:ea typeface="Arial"/>
                  <a:cs typeface="Arial"/>
                </a:defRPr>
              </a:lvl1pPr>
              <a:lvl2pPr algn="l">
                <a:defRPr sz="746" b="1">
                  <a:solidFill>
                    <a:srgbClr val="0072B2"/>
                  </a:solidFill>
                  <a:latin typeface="Arial"/>
                  <a:ea typeface="Arial"/>
                  <a:cs typeface="Arial"/>
                </a:defRPr>
              </a:lvl2pPr>
              <a:lvl3pPr algn="l">
                <a:defRPr sz="746" b="1">
                  <a:solidFill>
                    <a:srgbClr val="0072B2"/>
                  </a:solidFill>
                  <a:latin typeface="Arial"/>
                  <a:ea typeface="Arial"/>
                  <a:cs typeface="Arial"/>
                </a:defRPr>
              </a:lvl3pPr>
              <a:lvl4pPr algn="l">
                <a:defRPr sz="746" b="1">
                  <a:solidFill>
                    <a:srgbClr val="0072B2"/>
                  </a:solidFill>
                  <a:latin typeface="Arial"/>
                  <a:ea typeface="Arial"/>
                  <a:cs typeface="Arial"/>
                </a:defRPr>
              </a:lvl4pPr>
              <a:lvl5pPr algn="l">
                <a:defRPr sz="746" b="1">
                  <a:solidFill>
                    <a:srgbClr val="0072B2"/>
                  </a:solidFill>
                  <a:latin typeface="Arial"/>
                  <a:ea typeface="Arial"/>
                  <a:cs typeface="Arial"/>
                </a:defRPr>
              </a:lvl5pPr>
              <a:lvl6pPr algn="l">
                <a:defRPr sz="746" b="1">
                  <a:solidFill>
                    <a:srgbClr val="0072B2"/>
                  </a:solidFill>
                  <a:latin typeface="Arial"/>
                  <a:ea typeface="Arial"/>
                  <a:cs typeface="Arial"/>
                </a:defRPr>
              </a:lvl6pPr>
              <a:lvl7pPr algn="l">
                <a:defRPr sz="746" b="1">
                  <a:solidFill>
                    <a:srgbClr val="0072B2"/>
                  </a:solidFill>
                  <a:latin typeface="Arial"/>
                  <a:ea typeface="Arial"/>
                  <a:cs typeface="Arial"/>
                </a:defRPr>
              </a:lvl7pPr>
              <a:lvl8pPr algn="l">
                <a:defRPr sz="746" b="1">
                  <a:solidFill>
                    <a:srgbClr val="0072B2"/>
                  </a:solidFill>
                  <a:latin typeface="Arial"/>
                  <a:ea typeface="Arial"/>
                  <a:cs typeface="Arial"/>
                </a:defRPr>
              </a:lvl8pPr>
              <a:lvl9pPr algn="l">
                <a:defRPr sz="746" b="1">
                  <a:solidFill>
                    <a:srgbClr val="0072B2"/>
                  </a:solidFill>
                  <a:latin typeface="Arial"/>
                  <a:ea typeface="Arial"/>
                  <a:cs typeface="Arial"/>
                </a:defRPr>
              </a:lvl9pPr>
            </a:lstStyle>
            <a:p>
              <a:pPr algn="l">
                <a:defRPr sz="746" b="1">
                  <a:solidFill>
                    <a:srgbClr val="0072B2"/>
                  </a:solidFill>
                  <a:latin typeface="Arial"/>
                  <a:ea typeface="Arial"/>
                  <a:cs typeface="Arial"/>
                </a:defRPr>
              </a:pPr>
              <a:r>
                <a:rPr sz="746" b="1">
                  <a:solidFill>
                    <a:srgbClr val="0072B2"/>
                  </a:solidFill>
                  <a:latin typeface="Arial"/>
                  <a:ea typeface="Arial"/>
                  <a:cs typeface="Arial"/>
                </a:rPr>
                <a:t>A</a:t>
              </a:r>
            </a:p>
          </p:txBody>
        </p:sp>
        <p:sp>
          <p:nvSpPr>
            <p:cNvPr id="189" name="ellipse_188">
              <a:extLst>
                <a:ext uri="{FF2B5EF4-FFF2-40B4-BE49-F238E27FC236}">
                  <ns2:creationId id="{5C1AD8EC-26D7-45A3-BF97-0F9926290B7D}"/>
                </a:ext>
              </a:extLst>
            </p:cNvPr>
            <p:cNvSpPr>
              <a:spLocks noGrp="1"/>
            </p:cNvSpPr>
            <p:nvPr/>
          </p:nvSpPr>
          <p:spPr>
            <a:xfrm rot="0">
              <a:off x="10468532" y="4375148"/>
              <a:ext cx="66675" cy="66675"/>
            </a:xfrm>
            <a:prstGeom prst="ellipse">
              <a:avLst/>
            </a:prstGeom>
            <a:solidFill>
              <a:srgbClr val="FFFFFF"/>
            </a:solidFill>
            <a:ln w="10653">
              <a:solidFill>
                <a:srgbClr val="D55E00"/>
              </a:solidFill>
              <a:prstDash val="solid"/>
            </a:ln>
          </p:spPr>
        </p:sp>
        <p:sp>
          <p:nvSpPr>
            <p:cNvPr id="190" name="text_189">
              <a:extLst>
                <a:ext uri="{FF2B5EF4-FFF2-40B4-BE49-F238E27FC236}">
                  <ns2:creationId id="{B377E3F1-493C-4C6F-AB69-4C6DAC6FDB7C}"/>
                </a:ext>
              </a:extLst>
            </p:cNvPr>
            <p:cNvSpPr>
              <a:spLocks noGrp="1"/>
            </p:cNvSpPr>
            <p:nvPr/>
          </p:nvSpPr>
          <p:spPr>
            <a:xfrm rot="0">
              <a:off x="10549494" y="4198935"/>
              <a:ext cx="219075" cy="219075"/>
            </a:xfrm>
            <a:prstGeom prst="rect">
              <a:avLst/>
            </a:prstGeom>
            <a:noFill/>
            <a:ln w="0">
              <a:noFill/>
              <a:prstDash val="solid"/>
            </a:ln>
          </p:spPr>
          <p:txBody>
            <a:bodyPr wrap="none" lIns="0" tIns="0" rIns="0" bIns="0" anchor="t">
              <a:noAutofit/>
            </a:bodyPr>
            <a:lstStyle>
              <a:defPPr algn="l">
                <a:defRPr sz="746" b="1">
                  <a:solidFill>
                    <a:srgbClr val="D55E00"/>
                  </a:solidFill>
                  <a:latin typeface="Arial"/>
                  <a:ea typeface="Arial"/>
                  <a:cs typeface="Arial"/>
                </a:defRPr>
              </a:defPPr>
              <a:lvl1pPr algn="l">
                <a:defRPr sz="746" b="1">
                  <a:solidFill>
                    <a:srgbClr val="D55E00"/>
                  </a:solidFill>
                  <a:latin typeface="Arial"/>
                  <a:ea typeface="Arial"/>
                  <a:cs typeface="Arial"/>
                </a:defRPr>
              </a:lvl1pPr>
              <a:lvl2pPr algn="l">
                <a:defRPr sz="746" b="1">
                  <a:solidFill>
                    <a:srgbClr val="D55E00"/>
                  </a:solidFill>
                  <a:latin typeface="Arial"/>
                  <a:ea typeface="Arial"/>
                  <a:cs typeface="Arial"/>
                </a:defRPr>
              </a:lvl2pPr>
              <a:lvl3pPr algn="l">
                <a:defRPr sz="746" b="1">
                  <a:solidFill>
                    <a:srgbClr val="D55E00"/>
                  </a:solidFill>
                  <a:latin typeface="Arial"/>
                  <a:ea typeface="Arial"/>
                  <a:cs typeface="Arial"/>
                </a:defRPr>
              </a:lvl3pPr>
              <a:lvl4pPr algn="l">
                <a:defRPr sz="746" b="1">
                  <a:solidFill>
                    <a:srgbClr val="D55E00"/>
                  </a:solidFill>
                  <a:latin typeface="Arial"/>
                  <a:ea typeface="Arial"/>
                  <a:cs typeface="Arial"/>
                </a:defRPr>
              </a:lvl4pPr>
              <a:lvl5pPr algn="l">
                <a:defRPr sz="746" b="1">
                  <a:solidFill>
                    <a:srgbClr val="D55E00"/>
                  </a:solidFill>
                  <a:latin typeface="Arial"/>
                  <a:ea typeface="Arial"/>
                  <a:cs typeface="Arial"/>
                </a:defRPr>
              </a:lvl5pPr>
              <a:lvl6pPr algn="l">
                <a:defRPr sz="746" b="1">
                  <a:solidFill>
                    <a:srgbClr val="D55E00"/>
                  </a:solidFill>
                  <a:latin typeface="Arial"/>
                  <a:ea typeface="Arial"/>
                  <a:cs typeface="Arial"/>
                </a:defRPr>
              </a:lvl6pPr>
              <a:lvl7pPr algn="l">
                <a:defRPr sz="746" b="1">
                  <a:solidFill>
                    <a:srgbClr val="D55E00"/>
                  </a:solidFill>
                  <a:latin typeface="Arial"/>
                  <a:ea typeface="Arial"/>
                  <a:cs typeface="Arial"/>
                </a:defRPr>
              </a:lvl7pPr>
              <a:lvl8pPr algn="l">
                <a:defRPr sz="746" b="1">
                  <a:solidFill>
                    <a:srgbClr val="D55E00"/>
                  </a:solidFill>
                  <a:latin typeface="Arial"/>
                  <a:ea typeface="Arial"/>
                  <a:cs typeface="Arial"/>
                </a:defRPr>
              </a:lvl8pPr>
              <a:lvl9pPr algn="l">
                <a:defRPr sz="746" b="1">
                  <a:solidFill>
                    <a:srgbClr val="D55E00"/>
                  </a:solidFill>
                  <a:latin typeface="Arial"/>
                  <a:ea typeface="Arial"/>
                  <a:cs typeface="Arial"/>
                </a:defRPr>
              </a:lvl9pPr>
            </a:lstStyle>
            <a:p>
              <a:pPr algn="l">
                <a:defRPr sz="746" b="1">
                  <a:solidFill>
                    <a:srgbClr val="D55E00"/>
                  </a:solidFill>
                  <a:latin typeface="Arial"/>
                  <a:ea typeface="Arial"/>
                  <a:cs typeface="Arial"/>
                </a:defRPr>
              </a:pPr>
              <a:r>
                <a:rPr sz="746" b="1">
                  <a:solidFill>
                    <a:srgbClr val="D55E00"/>
                  </a:solidFill>
                  <a:latin typeface="Arial"/>
                  <a:ea typeface="Arial"/>
                  <a:cs typeface="Arial"/>
                </a:rPr>
                <a:t>B</a:t>
              </a:r>
            </a:p>
          </p:txBody>
        </p:sp>
        <p:sp>
          <p:nvSpPr>
            <p:cNvPr id="191" name="ellipse_190">
              <a:extLst>
                <a:ext uri="{FF2B5EF4-FFF2-40B4-BE49-F238E27FC236}">
                  <ns2:creationId id="{5D71BD4C-8C28-4C7F-B8D4-345EDFF4842B}"/>
                </a:ext>
              </a:extLst>
            </p:cNvPr>
            <p:cNvSpPr>
              <a:spLocks noGrp="1"/>
            </p:cNvSpPr>
            <p:nvPr/>
          </p:nvSpPr>
          <p:spPr>
            <a:xfrm rot="0">
              <a:off x="10504404" y="4569142"/>
              <a:ext cx="66675" cy="66675"/>
            </a:xfrm>
            <a:prstGeom prst="ellipse">
              <a:avLst/>
            </a:prstGeom>
            <a:solidFill>
              <a:srgbClr val="FFFFFF"/>
            </a:solidFill>
            <a:ln w="10653">
              <a:solidFill>
                <a:srgbClr val="009E73"/>
              </a:solidFill>
              <a:prstDash val="solid"/>
            </a:ln>
          </p:spPr>
        </p:sp>
        <p:sp>
          <p:nvSpPr>
            <p:cNvPr id="192" name="text_191">
              <a:extLst>
                <a:ext uri="{FF2B5EF4-FFF2-40B4-BE49-F238E27FC236}">
                  <ns2:creationId id="{6F973F7C-EB24-4A97-918A-CD6BB98FD21E}"/>
                </a:ext>
              </a:extLst>
            </p:cNvPr>
            <p:cNvSpPr>
              <a:spLocks noGrp="1"/>
            </p:cNvSpPr>
            <p:nvPr/>
          </p:nvSpPr>
          <p:spPr>
            <a:xfrm rot="0">
              <a:off x="10585366" y="4392929"/>
              <a:ext cx="219075" cy="219075"/>
            </a:xfrm>
            <a:prstGeom prst="rect">
              <a:avLst/>
            </a:prstGeom>
            <a:noFill/>
            <a:ln w="0">
              <a:noFill/>
              <a:prstDash val="solid"/>
            </a:ln>
          </p:spPr>
          <p:txBody>
            <a:bodyPr wrap="none" lIns="0" tIns="0" rIns="0" bIns="0" anchor="t">
              <a:noAutofit/>
            </a:bodyPr>
            <a:lstStyle>
              <a:defPPr algn="l">
                <a:defRPr sz="746" b="1">
                  <a:solidFill>
                    <a:srgbClr val="009E73"/>
                  </a:solidFill>
                  <a:latin typeface="Arial"/>
                  <a:ea typeface="Arial"/>
                  <a:cs typeface="Arial"/>
                </a:defRPr>
              </a:defPPr>
              <a:lvl1pPr algn="l">
                <a:defRPr sz="746" b="1">
                  <a:solidFill>
                    <a:srgbClr val="009E73"/>
                  </a:solidFill>
                  <a:latin typeface="Arial"/>
                  <a:ea typeface="Arial"/>
                  <a:cs typeface="Arial"/>
                </a:defRPr>
              </a:lvl1pPr>
              <a:lvl2pPr algn="l">
                <a:defRPr sz="746" b="1">
                  <a:solidFill>
                    <a:srgbClr val="009E73"/>
                  </a:solidFill>
                  <a:latin typeface="Arial"/>
                  <a:ea typeface="Arial"/>
                  <a:cs typeface="Arial"/>
                </a:defRPr>
              </a:lvl2pPr>
              <a:lvl3pPr algn="l">
                <a:defRPr sz="746" b="1">
                  <a:solidFill>
                    <a:srgbClr val="009E73"/>
                  </a:solidFill>
                  <a:latin typeface="Arial"/>
                  <a:ea typeface="Arial"/>
                  <a:cs typeface="Arial"/>
                </a:defRPr>
              </a:lvl3pPr>
              <a:lvl4pPr algn="l">
                <a:defRPr sz="746" b="1">
                  <a:solidFill>
                    <a:srgbClr val="009E73"/>
                  </a:solidFill>
                  <a:latin typeface="Arial"/>
                  <a:ea typeface="Arial"/>
                  <a:cs typeface="Arial"/>
                </a:defRPr>
              </a:lvl4pPr>
              <a:lvl5pPr algn="l">
                <a:defRPr sz="746" b="1">
                  <a:solidFill>
                    <a:srgbClr val="009E73"/>
                  </a:solidFill>
                  <a:latin typeface="Arial"/>
                  <a:ea typeface="Arial"/>
                  <a:cs typeface="Arial"/>
                </a:defRPr>
              </a:lvl5pPr>
              <a:lvl6pPr algn="l">
                <a:defRPr sz="746" b="1">
                  <a:solidFill>
                    <a:srgbClr val="009E73"/>
                  </a:solidFill>
                  <a:latin typeface="Arial"/>
                  <a:ea typeface="Arial"/>
                  <a:cs typeface="Arial"/>
                </a:defRPr>
              </a:lvl6pPr>
              <a:lvl7pPr algn="l">
                <a:defRPr sz="746" b="1">
                  <a:solidFill>
                    <a:srgbClr val="009E73"/>
                  </a:solidFill>
                  <a:latin typeface="Arial"/>
                  <a:ea typeface="Arial"/>
                  <a:cs typeface="Arial"/>
                </a:defRPr>
              </a:lvl7pPr>
              <a:lvl8pPr algn="l">
                <a:defRPr sz="746" b="1">
                  <a:solidFill>
                    <a:srgbClr val="009E73"/>
                  </a:solidFill>
                  <a:latin typeface="Arial"/>
                  <a:ea typeface="Arial"/>
                  <a:cs typeface="Arial"/>
                </a:defRPr>
              </a:lvl8pPr>
              <a:lvl9pPr algn="l">
                <a:defRPr sz="746" b="1">
                  <a:solidFill>
                    <a:srgbClr val="009E73"/>
                  </a:solidFill>
                  <a:latin typeface="Arial"/>
                  <a:ea typeface="Arial"/>
                  <a:cs typeface="Arial"/>
                </a:defRPr>
              </a:lvl9pPr>
            </a:lstStyle>
            <a:p>
              <a:pPr algn="l">
                <a:defRPr sz="746" b="1">
                  <a:solidFill>
                    <a:srgbClr val="009E73"/>
                  </a:solidFill>
                  <a:latin typeface="Arial"/>
                  <a:ea typeface="Arial"/>
                  <a:cs typeface="Arial"/>
                </a:defRPr>
              </a:pPr>
              <a:r>
                <a:rPr sz="746" b="1">
                  <a:solidFill>
                    <a:srgbClr val="009E73"/>
                  </a:solidFill>
                  <a:latin typeface="Arial"/>
                  <a:ea typeface="Arial"/>
                  <a:cs typeface="Arial"/>
                </a:rPr>
                <a:t>C</a:t>
              </a:r>
            </a:p>
          </p:txBody>
        </p:sp>
        <p:sp>
          <p:nvSpPr>
            <p:cNvPr id="193" name="complete_saved_R_profile">
              <a:extLst>
                <a:ext uri="{FF2B5EF4-FFF2-40B4-BE49-F238E27FC236}">
                  <ns2:creationId id="{5206719B-78C1-44E3-AAC5-B3A89BBFDFF0}"/>
                </a:ext>
              </a:extLst>
            </p:cNvPr>
            <p:cNvSpPr>
              <a:spLocks noGrp="1"/>
            </p:cNvSpPr>
            <p:nvPr/>
          </p:nvSpPr>
          <p:spPr>
            <a:xfrm>
              <a:off x="8905875" y="3612720"/>
              <a:ext cx="2971800" cy="1270542"/>
            </a:xfrm>
            <a:custGeom>
              <a:pathLst>
                <a:path w="2971800" h="1270542">
                  <a:moveTo>
                    <a:pt x="0" y="1055271"/>
                  </a:moveTo>
                  <a:lnTo>
                    <a:pt x="1452" y="1055270"/>
                  </a:lnTo>
                  <a:lnTo>
                    <a:pt x="2904" y="1055270"/>
                  </a:lnTo>
                  <a:lnTo>
                    <a:pt x="4355" y="1055269"/>
                  </a:lnTo>
                  <a:lnTo>
                    <a:pt x="5807" y="1055269"/>
                  </a:lnTo>
                  <a:lnTo>
                    <a:pt x="7259" y="1055268"/>
                  </a:lnTo>
                  <a:lnTo>
                    <a:pt x="8711" y="1055268"/>
                  </a:lnTo>
                  <a:lnTo>
                    <a:pt x="10162" y="1055267"/>
                  </a:lnTo>
                  <a:lnTo>
                    <a:pt x="11614" y="1055267"/>
                  </a:lnTo>
                  <a:lnTo>
                    <a:pt x="13066" y="1055266"/>
                  </a:lnTo>
                  <a:lnTo>
                    <a:pt x="14518" y="1055266"/>
                  </a:lnTo>
                  <a:lnTo>
                    <a:pt x="15970" y="1055266"/>
                  </a:lnTo>
                  <a:lnTo>
                    <a:pt x="17421" y="1055266"/>
                  </a:lnTo>
                  <a:lnTo>
                    <a:pt x="18873" y="1055265"/>
                  </a:lnTo>
                  <a:lnTo>
                    <a:pt x="20325" y="1055265"/>
                  </a:lnTo>
                  <a:lnTo>
                    <a:pt x="21777" y="1055265"/>
                  </a:lnTo>
                  <a:lnTo>
                    <a:pt x="23229" y="1055264"/>
                  </a:lnTo>
                  <a:lnTo>
                    <a:pt x="24680" y="1055264"/>
                  </a:lnTo>
                  <a:lnTo>
                    <a:pt x="26132" y="1055264"/>
                  </a:lnTo>
                  <a:lnTo>
                    <a:pt x="27584" y="1055264"/>
                  </a:lnTo>
                  <a:lnTo>
                    <a:pt x="29036" y="1055263"/>
                  </a:lnTo>
                  <a:lnTo>
                    <a:pt x="30487" y="1055263"/>
                  </a:lnTo>
                  <a:lnTo>
                    <a:pt x="31939" y="1055263"/>
                  </a:lnTo>
                  <a:lnTo>
                    <a:pt x="33391" y="1055262"/>
                  </a:lnTo>
                  <a:lnTo>
                    <a:pt x="34843" y="1055262"/>
                  </a:lnTo>
                  <a:lnTo>
                    <a:pt x="36295" y="1055262"/>
                  </a:lnTo>
                  <a:lnTo>
                    <a:pt x="37746" y="1055261"/>
                  </a:lnTo>
                  <a:lnTo>
                    <a:pt x="39198" y="1055261"/>
                  </a:lnTo>
                  <a:lnTo>
                    <a:pt x="40650" y="1055261"/>
                  </a:lnTo>
                  <a:lnTo>
                    <a:pt x="42102" y="1055260"/>
                  </a:lnTo>
                  <a:lnTo>
                    <a:pt x="43553" y="1055260"/>
                  </a:lnTo>
                  <a:lnTo>
                    <a:pt x="45005" y="1055260"/>
                  </a:lnTo>
                  <a:lnTo>
                    <a:pt x="46457" y="1055259"/>
                  </a:lnTo>
                  <a:lnTo>
                    <a:pt x="47909" y="1055259"/>
                  </a:lnTo>
                  <a:lnTo>
                    <a:pt x="49361" y="1055258"/>
                  </a:lnTo>
                  <a:lnTo>
                    <a:pt x="50812" y="1055258"/>
                  </a:lnTo>
                  <a:lnTo>
                    <a:pt x="52264" y="1055257"/>
                  </a:lnTo>
                  <a:lnTo>
                    <a:pt x="53716" y="1055257"/>
                  </a:lnTo>
                  <a:lnTo>
                    <a:pt x="55168" y="1055256"/>
                  </a:lnTo>
                  <a:lnTo>
                    <a:pt x="56620" y="1055256"/>
                  </a:lnTo>
                  <a:lnTo>
                    <a:pt x="58071" y="1055255"/>
                  </a:lnTo>
                  <a:lnTo>
                    <a:pt x="59523" y="1055254"/>
                  </a:lnTo>
                  <a:lnTo>
                    <a:pt x="60975" y="1055254"/>
                  </a:lnTo>
                  <a:lnTo>
                    <a:pt x="62427" y="1055253"/>
                  </a:lnTo>
                  <a:lnTo>
                    <a:pt x="63878" y="1055252"/>
                  </a:lnTo>
                  <a:lnTo>
                    <a:pt x="65330" y="1055252"/>
                  </a:lnTo>
                  <a:lnTo>
                    <a:pt x="66782" y="1055251"/>
                  </a:lnTo>
                  <a:lnTo>
                    <a:pt x="68234" y="1055251"/>
                  </a:lnTo>
                  <a:lnTo>
                    <a:pt x="69686" y="1055250"/>
                  </a:lnTo>
                  <a:lnTo>
                    <a:pt x="71137" y="1055249"/>
                  </a:lnTo>
                  <a:lnTo>
                    <a:pt x="72589" y="1055248"/>
                  </a:lnTo>
                  <a:lnTo>
                    <a:pt x="74041" y="1055247"/>
                  </a:lnTo>
                  <a:lnTo>
                    <a:pt x="75493" y="1055247"/>
                  </a:lnTo>
                  <a:lnTo>
                    <a:pt x="76945" y="1055246"/>
                  </a:lnTo>
                  <a:lnTo>
                    <a:pt x="78396" y="1055245"/>
                  </a:lnTo>
                  <a:lnTo>
                    <a:pt x="79848" y="1055243"/>
                  </a:lnTo>
                  <a:lnTo>
                    <a:pt x="81300" y="1055242"/>
                  </a:lnTo>
                  <a:lnTo>
                    <a:pt x="82752" y="1055242"/>
                  </a:lnTo>
                  <a:lnTo>
                    <a:pt x="84203" y="1055241"/>
                  </a:lnTo>
                  <a:lnTo>
                    <a:pt x="85655" y="1055238"/>
                  </a:lnTo>
                  <a:lnTo>
                    <a:pt x="87107" y="1055238"/>
                  </a:lnTo>
                  <a:lnTo>
                    <a:pt x="88559" y="1055237"/>
                  </a:lnTo>
                  <a:lnTo>
                    <a:pt x="90011" y="1055236"/>
                  </a:lnTo>
                  <a:lnTo>
                    <a:pt x="91462" y="1055234"/>
                  </a:lnTo>
                  <a:lnTo>
                    <a:pt x="92914" y="1055232"/>
                  </a:lnTo>
                  <a:lnTo>
                    <a:pt x="94366" y="1055231"/>
                  </a:lnTo>
                  <a:lnTo>
                    <a:pt x="95818" y="1055231"/>
                  </a:lnTo>
                  <a:lnTo>
                    <a:pt x="97269" y="1055229"/>
                  </a:lnTo>
                  <a:lnTo>
                    <a:pt x="98721" y="1055227"/>
                  </a:lnTo>
                  <a:lnTo>
                    <a:pt x="100173" y="1055226"/>
                  </a:lnTo>
                  <a:lnTo>
                    <a:pt x="101625" y="1055225"/>
                  </a:lnTo>
                  <a:lnTo>
                    <a:pt x="103077" y="1055224"/>
                  </a:lnTo>
                  <a:lnTo>
                    <a:pt x="104528" y="1055221"/>
                  </a:lnTo>
                  <a:lnTo>
                    <a:pt x="105980" y="1055220"/>
                  </a:lnTo>
                  <a:lnTo>
                    <a:pt x="107432" y="1055219"/>
                  </a:lnTo>
                  <a:lnTo>
                    <a:pt x="108884" y="1055217"/>
                  </a:lnTo>
                  <a:lnTo>
                    <a:pt x="110336" y="1055215"/>
                  </a:lnTo>
                  <a:lnTo>
                    <a:pt x="111787" y="1055214"/>
                  </a:lnTo>
                  <a:lnTo>
                    <a:pt x="113239" y="1055211"/>
                  </a:lnTo>
                  <a:lnTo>
                    <a:pt x="114691" y="1055210"/>
                  </a:lnTo>
                  <a:lnTo>
                    <a:pt x="116143" y="1055209"/>
                  </a:lnTo>
                  <a:lnTo>
                    <a:pt x="117594" y="1055207"/>
                  </a:lnTo>
                  <a:lnTo>
                    <a:pt x="119046" y="1055205"/>
                  </a:lnTo>
                  <a:lnTo>
                    <a:pt x="120498" y="1055203"/>
                  </a:lnTo>
                  <a:lnTo>
                    <a:pt x="121950" y="1055202"/>
                  </a:lnTo>
                  <a:lnTo>
                    <a:pt x="123402" y="1055201"/>
                  </a:lnTo>
                  <a:lnTo>
                    <a:pt x="124853" y="1055200"/>
                  </a:lnTo>
                  <a:lnTo>
                    <a:pt x="126305" y="1055199"/>
                  </a:lnTo>
                  <a:lnTo>
                    <a:pt x="127757" y="1055199"/>
                  </a:lnTo>
                  <a:lnTo>
                    <a:pt x="129209" y="1055196"/>
                  </a:lnTo>
                  <a:lnTo>
                    <a:pt x="130660" y="1055194"/>
                  </a:lnTo>
                  <a:lnTo>
                    <a:pt x="132112" y="1055192"/>
                  </a:lnTo>
                  <a:lnTo>
                    <a:pt x="133564" y="1055191"/>
                  </a:lnTo>
                  <a:lnTo>
                    <a:pt x="135016" y="1055190"/>
                  </a:lnTo>
                  <a:lnTo>
                    <a:pt x="136468" y="1055188"/>
                  </a:lnTo>
                  <a:lnTo>
                    <a:pt x="137919" y="1055185"/>
                  </a:lnTo>
                  <a:lnTo>
                    <a:pt x="139371" y="1055183"/>
                  </a:lnTo>
                  <a:lnTo>
                    <a:pt x="140823" y="1055181"/>
                  </a:lnTo>
                  <a:lnTo>
                    <a:pt x="142275" y="1055179"/>
                  </a:lnTo>
                  <a:lnTo>
                    <a:pt x="143727" y="1055177"/>
                  </a:lnTo>
                  <a:lnTo>
                    <a:pt x="145178" y="1055175"/>
                  </a:lnTo>
                  <a:lnTo>
                    <a:pt x="146630" y="1055172"/>
                  </a:lnTo>
                  <a:lnTo>
                    <a:pt x="148082" y="1055170"/>
                  </a:lnTo>
                  <a:lnTo>
                    <a:pt x="149534" y="1055168"/>
                  </a:lnTo>
                  <a:lnTo>
                    <a:pt x="150985" y="1055166"/>
                  </a:lnTo>
                  <a:lnTo>
                    <a:pt x="152437" y="1055163"/>
                  </a:lnTo>
                  <a:lnTo>
                    <a:pt x="153889" y="1055161"/>
                  </a:lnTo>
                  <a:lnTo>
                    <a:pt x="155341" y="1055157"/>
                  </a:lnTo>
                  <a:lnTo>
                    <a:pt x="156793" y="1055155"/>
                  </a:lnTo>
                  <a:lnTo>
                    <a:pt x="158244" y="1055150"/>
                  </a:lnTo>
                  <a:lnTo>
                    <a:pt x="159696" y="1055147"/>
                  </a:lnTo>
                  <a:lnTo>
                    <a:pt x="161148" y="1055142"/>
                  </a:lnTo>
                  <a:lnTo>
                    <a:pt x="162600" y="1055137"/>
                  </a:lnTo>
                  <a:lnTo>
                    <a:pt x="164051" y="1055134"/>
                  </a:lnTo>
                  <a:lnTo>
                    <a:pt x="165503" y="1055130"/>
                  </a:lnTo>
                  <a:lnTo>
                    <a:pt x="166955" y="1055126"/>
                  </a:lnTo>
                  <a:lnTo>
                    <a:pt x="168407" y="1055120"/>
                  </a:lnTo>
                  <a:lnTo>
                    <a:pt x="169859" y="1055111"/>
                  </a:lnTo>
                  <a:lnTo>
                    <a:pt x="171310" y="1055101"/>
                  </a:lnTo>
                  <a:lnTo>
                    <a:pt x="172762" y="1055096"/>
                  </a:lnTo>
                  <a:lnTo>
                    <a:pt x="174214" y="1055087"/>
                  </a:lnTo>
                  <a:lnTo>
                    <a:pt x="175666" y="1055077"/>
                  </a:lnTo>
                  <a:lnTo>
                    <a:pt x="177118" y="1055073"/>
                  </a:lnTo>
                  <a:lnTo>
                    <a:pt x="178569" y="1055058"/>
                  </a:lnTo>
                  <a:lnTo>
                    <a:pt x="180021" y="1055049"/>
                  </a:lnTo>
                  <a:lnTo>
                    <a:pt x="181473" y="1055045"/>
                  </a:lnTo>
                  <a:lnTo>
                    <a:pt x="182925" y="1055042"/>
                  </a:lnTo>
                  <a:lnTo>
                    <a:pt x="184376" y="1055039"/>
                  </a:lnTo>
                  <a:lnTo>
                    <a:pt x="185828" y="1055036"/>
                  </a:lnTo>
                  <a:lnTo>
                    <a:pt x="187280" y="1055033"/>
                  </a:lnTo>
                  <a:lnTo>
                    <a:pt x="188732" y="1055030"/>
                  </a:lnTo>
                  <a:lnTo>
                    <a:pt x="190184" y="1055027"/>
                  </a:lnTo>
                  <a:lnTo>
                    <a:pt x="191635" y="1055025"/>
                  </a:lnTo>
                  <a:lnTo>
                    <a:pt x="193087" y="1055022"/>
                  </a:lnTo>
                  <a:lnTo>
                    <a:pt x="194539" y="1055021"/>
                  </a:lnTo>
                  <a:lnTo>
                    <a:pt x="195991" y="1055019"/>
                  </a:lnTo>
                  <a:lnTo>
                    <a:pt x="197443" y="1055017"/>
                  </a:lnTo>
                  <a:lnTo>
                    <a:pt x="198894" y="1055015"/>
                  </a:lnTo>
                  <a:lnTo>
                    <a:pt x="200346" y="1055011"/>
                  </a:lnTo>
                  <a:lnTo>
                    <a:pt x="201798" y="1055009"/>
                  </a:lnTo>
                  <a:lnTo>
                    <a:pt x="203250" y="1055006"/>
                  </a:lnTo>
                  <a:lnTo>
                    <a:pt x="204701" y="1055001"/>
                  </a:lnTo>
                  <a:lnTo>
                    <a:pt x="206153" y="1054998"/>
                  </a:lnTo>
                  <a:lnTo>
                    <a:pt x="207605" y="1054995"/>
                  </a:lnTo>
                  <a:lnTo>
                    <a:pt x="209057" y="1054992"/>
                  </a:lnTo>
                  <a:lnTo>
                    <a:pt x="210509" y="1054989"/>
                  </a:lnTo>
                  <a:lnTo>
                    <a:pt x="211960" y="1054985"/>
                  </a:lnTo>
                  <a:lnTo>
                    <a:pt x="213412" y="1054981"/>
                  </a:lnTo>
                  <a:lnTo>
                    <a:pt x="214864" y="1054976"/>
                  </a:lnTo>
                  <a:lnTo>
                    <a:pt x="216316" y="1054970"/>
                  </a:lnTo>
                  <a:lnTo>
                    <a:pt x="217767" y="1054965"/>
                  </a:lnTo>
                  <a:lnTo>
                    <a:pt x="219219" y="1054962"/>
                  </a:lnTo>
                  <a:lnTo>
                    <a:pt x="220671" y="1054957"/>
                  </a:lnTo>
                  <a:lnTo>
                    <a:pt x="222123" y="1054951"/>
                  </a:lnTo>
                  <a:lnTo>
                    <a:pt x="223575" y="1054948"/>
                  </a:lnTo>
                  <a:lnTo>
                    <a:pt x="225026" y="1054943"/>
                  </a:lnTo>
                  <a:lnTo>
                    <a:pt x="226478" y="1054937"/>
                  </a:lnTo>
                  <a:lnTo>
                    <a:pt x="227930" y="1054930"/>
                  </a:lnTo>
                  <a:lnTo>
                    <a:pt x="229382" y="1054927"/>
                  </a:lnTo>
                  <a:lnTo>
                    <a:pt x="230834" y="1054918"/>
                  </a:lnTo>
                  <a:lnTo>
                    <a:pt x="232285" y="1054912"/>
                  </a:lnTo>
                  <a:lnTo>
                    <a:pt x="233737" y="1054907"/>
                  </a:lnTo>
                  <a:lnTo>
                    <a:pt x="235189" y="1054898"/>
                  </a:lnTo>
                  <a:lnTo>
                    <a:pt x="236641" y="1054890"/>
                  </a:lnTo>
                  <a:lnTo>
                    <a:pt x="238092" y="1054886"/>
                  </a:lnTo>
                  <a:lnTo>
                    <a:pt x="239544" y="1054876"/>
                  </a:lnTo>
                  <a:lnTo>
                    <a:pt x="240996" y="1054869"/>
                  </a:lnTo>
                  <a:lnTo>
                    <a:pt x="242448" y="1054866"/>
                  </a:lnTo>
                  <a:lnTo>
                    <a:pt x="243900" y="1054856"/>
                  </a:lnTo>
                  <a:lnTo>
                    <a:pt x="245351" y="1054848"/>
                  </a:lnTo>
                  <a:lnTo>
                    <a:pt x="246803" y="1054843"/>
                  </a:lnTo>
                  <a:lnTo>
                    <a:pt x="248255" y="1054831"/>
                  </a:lnTo>
                  <a:lnTo>
                    <a:pt x="249707" y="1054819"/>
                  </a:lnTo>
                  <a:lnTo>
                    <a:pt x="251158" y="1054808"/>
                  </a:lnTo>
                  <a:lnTo>
                    <a:pt x="252610" y="1054794"/>
                  </a:lnTo>
                  <a:lnTo>
                    <a:pt x="254062" y="1054786"/>
                  </a:lnTo>
                  <a:lnTo>
                    <a:pt x="255514" y="1054767"/>
                  </a:lnTo>
                  <a:lnTo>
                    <a:pt x="256966" y="1054755"/>
                  </a:lnTo>
                  <a:lnTo>
                    <a:pt x="258417" y="1054740"/>
                  </a:lnTo>
                  <a:lnTo>
                    <a:pt x="259869" y="1054728"/>
                  </a:lnTo>
                  <a:lnTo>
                    <a:pt x="261321" y="1054714"/>
                  </a:lnTo>
                  <a:lnTo>
                    <a:pt x="262773" y="1054708"/>
                  </a:lnTo>
                  <a:lnTo>
                    <a:pt x="264225" y="1054692"/>
                  </a:lnTo>
                  <a:lnTo>
                    <a:pt x="265676" y="1054683"/>
                  </a:lnTo>
                  <a:lnTo>
                    <a:pt x="267128" y="1054663"/>
                  </a:lnTo>
                  <a:lnTo>
                    <a:pt x="268580" y="1054656"/>
                  </a:lnTo>
                  <a:lnTo>
                    <a:pt x="270032" y="1054635"/>
                  </a:lnTo>
                  <a:lnTo>
                    <a:pt x="271483" y="1054627"/>
                  </a:lnTo>
                  <a:lnTo>
                    <a:pt x="272935" y="1054607"/>
                  </a:lnTo>
                  <a:lnTo>
                    <a:pt x="274387" y="1054597"/>
                  </a:lnTo>
                  <a:lnTo>
                    <a:pt x="275839" y="1054578"/>
                  </a:lnTo>
                  <a:lnTo>
                    <a:pt x="277291" y="1054559"/>
                  </a:lnTo>
                  <a:lnTo>
                    <a:pt x="278742" y="1054540"/>
                  </a:lnTo>
                  <a:lnTo>
                    <a:pt x="280194" y="1054512"/>
                  </a:lnTo>
                  <a:lnTo>
                    <a:pt x="281646" y="1054491"/>
                  </a:lnTo>
                  <a:lnTo>
                    <a:pt x="283098" y="1054470"/>
                  </a:lnTo>
                  <a:lnTo>
                    <a:pt x="284549" y="1054455"/>
                  </a:lnTo>
                  <a:lnTo>
                    <a:pt x="286001" y="1054437"/>
                  </a:lnTo>
                  <a:lnTo>
                    <a:pt x="287453" y="1054409"/>
                  </a:lnTo>
                  <a:lnTo>
                    <a:pt x="288905" y="1054376"/>
                  </a:lnTo>
                  <a:lnTo>
                    <a:pt x="290357" y="1054328"/>
                  </a:lnTo>
                  <a:lnTo>
                    <a:pt x="291808" y="1054299"/>
                  </a:lnTo>
                  <a:lnTo>
                    <a:pt x="293260" y="1054264"/>
                  </a:lnTo>
                  <a:lnTo>
                    <a:pt x="294712" y="1054233"/>
                  </a:lnTo>
                  <a:lnTo>
                    <a:pt x="296164" y="1054195"/>
                  </a:lnTo>
                  <a:lnTo>
                    <a:pt x="297616" y="1054169"/>
                  </a:lnTo>
                  <a:lnTo>
                    <a:pt x="299067" y="1054138"/>
                  </a:lnTo>
                  <a:lnTo>
                    <a:pt x="300519" y="1054119"/>
                  </a:lnTo>
                  <a:lnTo>
                    <a:pt x="301971" y="1054068"/>
                  </a:lnTo>
                  <a:lnTo>
                    <a:pt x="303423" y="1054062"/>
                  </a:lnTo>
                  <a:lnTo>
                    <a:pt x="304874" y="1053970"/>
                  </a:lnTo>
                  <a:lnTo>
                    <a:pt x="306326" y="1053916"/>
                  </a:lnTo>
                  <a:lnTo>
                    <a:pt x="307778" y="1053822"/>
                  </a:lnTo>
                  <a:lnTo>
                    <a:pt x="309230" y="1053756"/>
                  </a:lnTo>
                  <a:lnTo>
                    <a:pt x="310682" y="1053636"/>
                  </a:lnTo>
                  <a:lnTo>
                    <a:pt x="312133" y="1053520"/>
                  </a:lnTo>
                  <a:lnTo>
                    <a:pt x="313585" y="1053382"/>
                  </a:lnTo>
                  <a:lnTo>
                    <a:pt x="315037" y="1053259"/>
                  </a:lnTo>
                  <a:lnTo>
                    <a:pt x="316489" y="1053141"/>
                  </a:lnTo>
                  <a:lnTo>
                    <a:pt x="317940" y="1052974"/>
                  </a:lnTo>
                  <a:lnTo>
                    <a:pt x="319392" y="1052850"/>
                  </a:lnTo>
                  <a:lnTo>
                    <a:pt x="320844" y="1052673"/>
                  </a:lnTo>
                  <a:lnTo>
                    <a:pt x="322296" y="1052516"/>
                  </a:lnTo>
                  <a:lnTo>
                    <a:pt x="323748" y="1052269"/>
                  </a:lnTo>
                  <a:lnTo>
                    <a:pt x="325199" y="1052091"/>
                  </a:lnTo>
                  <a:lnTo>
                    <a:pt x="326651" y="1051873"/>
                  </a:lnTo>
                  <a:lnTo>
                    <a:pt x="328103" y="1051641"/>
                  </a:lnTo>
                  <a:lnTo>
                    <a:pt x="329555" y="1051408"/>
                  </a:lnTo>
                  <a:lnTo>
                    <a:pt x="331007" y="1051173"/>
                  </a:lnTo>
                  <a:lnTo>
                    <a:pt x="332458" y="1051010"/>
                  </a:lnTo>
                  <a:lnTo>
                    <a:pt x="333910" y="1050612"/>
                  </a:lnTo>
                  <a:lnTo>
                    <a:pt x="335362" y="1050267"/>
                  </a:lnTo>
                  <a:lnTo>
                    <a:pt x="336814" y="1049976"/>
                  </a:lnTo>
                  <a:lnTo>
                    <a:pt x="338265" y="1049730"/>
                  </a:lnTo>
                  <a:lnTo>
                    <a:pt x="339717" y="1049442"/>
                  </a:lnTo>
                  <a:lnTo>
                    <a:pt x="341169" y="1048938"/>
                  </a:lnTo>
                  <a:lnTo>
                    <a:pt x="342621" y="1048528"/>
                  </a:lnTo>
                  <a:lnTo>
                    <a:pt x="344073" y="1047862"/>
                  </a:lnTo>
                  <a:lnTo>
                    <a:pt x="345524" y="1047631"/>
                  </a:lnTo>
                  <a:lnTo>
                    <a:pt x="346976" y="1047328"/>
                  </a:lnTo>
                  <a:lnTo>
                    <a:pt x="348428" y="1046992"/>
                  </a:lnTo>
                  <a:lnTo>
                    <a:pt x="349880" y="1046565"/>
                  </a:lnTo>
                  <a:lnTo>
                    <a:pt x="351332" y="1045847"/>
                  </a:lnTo>
                  <a:lnTo>
                    <a:pt x="352783" y="1045193"/>
                  </a:lnTo>
                  <a:lnTo>
                    <a:pt x="354235" y="1044668"/>
                  </a:lnTo>
                  <a:lnTo>
                    <a:pt x="355687" y="1044026"/>
                  </a:lnTo>
                  <a:lnTo>
                    <a:pt x="357139" y="1043489"/>
                  </a:lnTo>
                  <a:lnTo>
                    <a:pt x="358590" y="1043153"/>
                  </a:lnTo>
                  <a:lnTo>
                    <a:pt x="360042" y="1042712"/>
                  </a:lnTo>
                  <a:lnTo>
                    <a:pt x="361494" y="1041930"/>
                  </a:lnTo>
                  <a:lnTo>
                    <a:pt x="362946" y="1041189"/>
                  </a:lnTo>
                  <a:lnTo>
                    <a:pt x="364398" y="1040647"/>
                  </a:lnTo>
                  <a:lnTo>
                    <a:pt x="365849" y="1040177"/>
                  </a:lnTo>
                  <a:lnTo>
                    <a:pt x="367301" y="1039366"/>
                  </a:lnTo>
                  <a:lnTo>
                    <a:pt x="368753" y="1038520"/>
                  </a:lnTo>
                  <a:lnTo>
                    <a:pt x="370205" y="1037290"/>
                  </a:lnTo>
                  <a:lnTo>
                    <a:pt x="371656" y="1036766"/>
                  </a:lnTo>
                  <a:lnTo>
                    <a:pt x="373108" y="1036139"/>
                  </a:lnTo>
                  <a:lnTo>
                    <a:pt x="374560" y="1035612"/>
                  </a:lnTo>
                  <a:lnTo>
                    <a:pt x="376012" y="1034734"/>
                  </a:lnTo>
                  <a:lnTo>
                    <a:pt x="377464" y="1034207"/>
                  </a:lnTo>
                  <a:lnTo>
                    <a:pt x="378915" y="1031985"/>
                  </a:lnTo>
                  <a:lnTo>
                    <a:pt x="380367" y="1030554"/>
                  </a:lnTo>
                  <a:lnTo>
                    <a:pt x="381819" y="1029200"/>
                  </a:lnTo>
                  <a:lnTo>
                    <a:pt x="383271" y="1028178"/>
                  </a:lnTo>
                  <a:lnTo>
                    <a:pt x="384723" y="1026843"/>
                  </a:lnTo>
                  <a:lnTo>
                    <a:pt x="386174" y="1025496"/>
                  </a:lnTo>
                  <a:lnTo>
                    <a:pt x="387626" y="1024243"/>
                  </a:lnTo>
                  <a:lnTo>
                    <a:pt x="389078" y="1022827"/>
                  </a:lnTo>
                  <a:lnTo>
                    <a:pt x="390530" y="1019960"/>
                  </a:lnTo>
                  <a:lnTo>
                    <a:pt x="391981" y="1018213"/>
                  </a:lnTo>
                  <a:lnTo>
                    <a:pt x="393433" y="1016256"/>
                  </a:lnTo>
                  <a:lnTo>
                    <a:pt x="394885" y="1014799"/>
                  </a:lnTo>
                  <a:lnTo>
                    <a:pt x="396337" y="1012813"/>
                  </a:lnTo>
                  <a:lnTo>
                    <a:pt x="397789" y="1009448"/>
                  </a:lnTo>
                  <a:lnTo>
                    <a:pt x="399240" y="1007796"/>
                  </a:lnTo>
                  <a:lnTo>
                    <a:pt x="400692" y="1005267"/>
                  </a:lnTo>
                  <a:lnTo>
                    <a:pt x="402144" y="1002494"/>
                  </a:lnTo>
                  <a:lnTo>
                    <a:pt x="403596" y="1000473"/>
                  </a:lnTo>
                  <a:lnTo>
                    <a:pt x="405047" y="998549"/>
                  </a:lnTo>
                  <a:lnTo>
                    <a:pt x="406499" y="996630"/>
                  </a:lnTo>
                  <a:lnTo>
                    <a:pt x="407951" y="995426"/>
                  </a:lnTo>
                  <a:lnTo>
                    <a:pt x="409403" y="992290"/>
                  </a:lnTo>
                  <a:lnTo>
                    <a:pt x="410855" y="991624"/>
                  </a:lnTo>
                  <a:lnTo>
                    <a:pt x="412306" y="989421"/>
                  </a:lnTo>
                  <a:lnTo>
                    <a:pt x="413758" y="987271"/>
                  </a:lnTo>
                  <a:lnTo>
                    <a:pt x="415210" y="984884"/>
                  </a:lnTo>
                  <a:lnTo>
                    <a:pt x="416662" y="983479"/>
                  </a:lnTo>
                  <a:lnTo>
                    <a:pt x="418114" y="979928"/>
                  </a:lnTo>
                  <a:lnTo>
                    <a:pt x="419565" y="975977"/>
                  </a:lnTo>
                  <a:lnTo>
                    <a:pt x="421017" y="973601"/>
                  </a:lnTo>
                  <a:lnTo>
                    <a:pt x="422469" y="970624"/>
                  </a:lnTo>
                  <a:lnTo>
                    <a:pt x="423921" y="964523"/>
                  </a:lnTo>
                  <a:lnTo>
                    <a:pt x="425372" y="960601"/>
                  </a:lnTo>
                  <a:lnTo>
                    <a:pt x="426824" y="957375"/>
                  </a:lnTo>
                  <a:lnTo>
                    <a:pt x="428276" y="953876"/>
                  </a:lnTo>
                  <a:lnTo>
                    <a:pt x="429728" y="948657"/>
                  </a:lnTo>
                  <a:lnTo>
                    <a:pt x="431180" y="944039"/>
                  </a:lnTo>
                  <a:lnTo>
                    <a:pt x="432631" y="940211"/>
                  </a:lnTo>
                  <a:lnTo>
                    <a:pt x="434083" y="933504"/>
                  </a:lnTo>
                  <a:lnTo>
                    <a:pt x="435535" y="930665"/>
                  </a:lnTo>
                  <a:lnTo>
                    <a:pt x="436987" y="923594"/>
                  </a:lnTo>
                  <a:lnTo>
                    <a:pt x="438438" y="916401"/>
                  </a:lnTo>
                  <a:lnTo>
                    <a:pt x="439890" y="912240"/>
                  </a:lnTo>
                  <a:lnTo>
                    <a:pt x="441342" y="906065"/>
                  </a:lnTo>
                  <a:lnTo>
                    <a:pt x="442794" y="900710"/>
                  </a:lnTo>
                  <a:lnTo>
                    <a:pt x="444246" y="895619"/>
                  </a:lnTo>
                  <a:lnTo>
                    <a:pt x="445697" y="890632"/>
                  </a:lnTo>
                  <a:lnTo>
                    <a:pt x="447149" y="881099"/>
                  </a:lnTo>
                  <a:lnTo>
                    <a:pt x="448601" y="874296"/>
                  </a:lnTo>
                  <a:lnTo>
                    <a:pt x="450053" y="866115"/>
                  </a:lnTo>
                  <a:lnTo>
                    <a:pt x="451505" y="859211"/>
                  </a:lnTo>
                  <a:lnTo>
                    <a:pt x="452956" y="851390"/>
                  </a:lnTo>
                  <a:lnTo>
                    <a:pt x="454408" y="849522"/>
                  </a:lnTo>
                  <a:lnTo>
                    <a:pt x="455860" y="840246"/>
                  </a:lnTo>
                  <a:lnTo>
                    <a:pt x="457312" y="839079"/>
                  </a:lnTo>
                  <a:lnTo>
                    <a:pt x="458763" y="829932"/>
                  </a:lnTo>
                  <a:lnTo>
                    <a:pt x="460215" y="819250"/>
                  </a:lnTo>
                  <a:lnTo>
                    <a:pt x="461667" y="807737"/>
                  </a:lnTo>
                  <a:lnTo>
                    <a:pt x="463119" y="793350"/>
                  </a:lnTo>
                  <a:lnTo>
                    <a:pt x="464571" y="787422"/>
                  </a:lnTo>
                  <a:lnTo>
                    <a:pt x="466022" y="775724"/>
                  </a:lnTo>
                  <a:lnTo>
                    <a:pt x="467474" y="774971"/>
                  </a:lnTo>
                  <a:lnTo>
                    <a:pt x="468926" y="757685"/>
                  </a:lnTo>
                  <a:lnTo>
                    <a:pt x="470378" y="742801"/>
                  </a:lnTo>
                  <a:lnTo>
                    <a:pt x="471830" y="721750"/>
                  </a:lnTo>
                  <a:lnTo>
                    <a:pt x="473281" y="700332"/>
                  </a:lnTo>
                  <a:lnTo>
                    <a:pt x="474733" y="684248"/>
                  </a:lnTo>
                  <a:lnTo>
                    <a:pt x="476185" y="657059"/>
                  </a:lnTo>
                  <a:lnTo>
                    <a:pt x="477637" y="619599"/>
                  </a:lnTo>
                  <a:lnTo>
                    <a:pt x="479088" y="597909"/>
                  </a:lnTo>
                  <a:lnTo>
                    <a:pt x="480540" y="573658"/>
                  </a:lnTo>
                  <a:lnTo>
                    <a:pt x="481992" y="530570"/>
                  </a:lnTo>
                  <a:lnTo>
                    <a:pt x="483444" y="503124"/>
                  </a:lnTo>
                  <a:lnTo>
                    <a:pt x="484896" y="472577"/>
                  </a:lnTo>
                  <a:lnTo>
                    <a:pt x="486347" y="445478"/>
                  </a:lnTo>
                  <a:lnTo>
                    <a:pt x="487799" y="411927"/>
                  </a:lnTo>
                  <a:lnTo>
                    <a:pt x="489251" y="369861"/>
                  </a:lnTo>
                  <a:lnTo>
                    <a:pt x="490703" y="298157"/>
                  </a:lnTo>
                  <a:lnTo>
                    <a:pt x="492154" y="246017"/>
                  </a:lnTo>
                  <a:lnTo>
                    <a:pt x="493606" y="238711"/>
                  </a:lnTo>
                  <a:lnTo>
                    <a:pt x="495058" y="281096"/>
                  </a:lnTo>
                  <a:lnTo>
                    <a:pt x="496510" y="339053"/>
                  </a:lnTo>
                  <a:lnTo>
                    <a:pt x="497962" y="388339"/>
                  </a:lnTo>
                  <a:lnTo>
                    <a:pt x="499413" y="428912"/>
                  </a:lnTo>
                  <a:lnTo>
                    <a:pt x="500865" y="441300"/>
                  </a:lnTo>
                  <a:lnTo>
                    <a:pt x="502317" y="441302"/>
                  </a:lnTo>
                  <a:lnTo>
                    <a:pt x="503769" y="441305"/>
                  </a:lnTo>
                  <a:lnTo>
                    <a:pt x="505221" y="441311"/>
                  </a:lnTo>
                  <a:lnTo>
                    <a:pt x="506672" y="441320"/>
                  </a:lnTo>
                  <a:lnTo>
                    <a:pt x="508124" y="441331"/>
                  </a:lnTo>
                  <a:lnTo>
                    <a:pt x="509576" y="441344"/>
                  </a:lnTo>
                  <a:lnTo>
                    <a:pt x="511028" y="441360"/>
                  </a:lnTo>
                  <a:lnTo>
                    <a:pt x="512479" y="441378"/>
                  </a:lnTo>
                  <a:lnTo>
                    <a:pt x="513931" y="441399"/>
                  </a:lnTo>
                  <a:lnTo>
                    <a:pt x="515383" y="441422"/>
                  </a:lnTo>
                  <a:lnTo>
                    <a:pt x="516835" y="441447"/>
                  </a:lnTo>
                  <a:lnTo>
                    <a:pt x="518287" y="441475"/>
                  </a:lnTo>
                  <a:lnTo>
                    <a:pt x="519738" y="441506"/>
                  </a:lnTo>
                  <a:lnTo>
                    <a:pt x="521190" y="441538"/>
                  </a:lnTo>
                  <a:lnTo>
                    <a:pt x="522642" y="441573"/>
                  </a:lnTo>
                  <a:lnTo>
                    <a:pt x="524094" y="441611"/>
                  </a:lnTo>
                  <a:lnTo>
                    <a:pt x="525545" y="441651"/>
                  </a:lnTo>
                  <a:lnTo>
                    <a:pt x="526997" y="441694"/>
                  </a:lnTo>
                  <a:lnTo>
                    <a:pt x="528449" y="441739"/>
                  </a:lnTo>
                  <a:lnTo>
                    <a:pt x="529901" y="441786"/>
                  </a:lnTo>
                  <a:lnTo>
                    <a:pt x="531353" y="441836"/>
                  </a:lnTo>
                  <a:lnTo>
                    <a:pt x="532804" y="441888"/>
                  </a:lnTo>
                  <a:lnTo>
                    <a:pt x="534256" y="441942"/>
                  </a:lnTo>
                  <a:lnTo>
                    <a:pt x="535708" y="441999"/>
                  </a:lnTo>
                  <a:lnTo>
                    <a:pt x="537160" y="442059"/>
                  </a:lnTo>
                  <a:lnTo>
                    <a:pt x="538612" y="442121"/>
                  </a:lnTo>
                  <a:lnTo>
                    <a:pt x="540063" y="442185"/>
                  </a:lnTo>
                  <a:lnTo>
                    <a:pt x="541515" y="442252"/>
                  </a:lnTo>
                  <a:lnTo>
                    <a:pt x="542967" y="442321"/>
                  </a:lnTo>
                  <a:lnTo>
                    <a:pt x="544419" y="442393"/>
                  </a:lnTo>
                  <a:lnTo>
                    <a:pt x="545870" y="442467"/>
                  </a:lnTo>
                  <a:lnTo>
                    <a:pt x="547322" y="442543"/>
                  </a:lnTo>
                  <a:lnTo>
                    <a:pt x="548774" y="442622"/>
                  </a:lnTo>
                  <a:lnTo>
                    <a:pt x="550226" y="442703"/>
                  </a:lnTo>
                  <a:lnTo>
                    <a:pt x="551678" y="442787"/>
                  </a:lnTo>
                  <a:lnTo>
                    <a:pt x="553129" y="442873"/>
                  </a:lnTo>
                  <a:lnTo>
                    <a:pt x="554581" y="442962"/>
                  </a:lnTo>
                  <a:lnTo>
                    <a:pt x="556033" y="443053"/>
                  </a:lnTo>
                  <a:lnTo>
                    <a:pt x="557485" y="443146"/>
                  </a:lnTo>
                  <a:lnTo>
                    <a:pt x="558936" y="443242"/>
                  </a:lnTo>
                  <a:lnTo>
                    <a:pt x="560388" y="443340"/>
                  </a:lnTo>
                  <a:lnTo>
                    <a:pt x="561840" y="443441"/>
                  </a:lnTo>
                  <a:lnTo>
                    <a:pt x="563292" y="443544"/>
                  </a:lnTo>
                  <a:lnTo>
                    <a:pt x="564744" y="443650"/>
                  </a:lnTo>
                  <a:lnTo>
                    <a:pt x="566195" y="443758"/>
                  </a:lnTo>
                  <a:lnTo>
                    <a:pt x="567647" y="443868"/>
                  </a:lnTo>
                  <a:lnTo>
                    <a:pt x="569099" y="443981"/>
                  </a:lnTo>
                  <a:lnTo>
                    <a:pt x="570551" y="444096"/>
                  </a:lnTo>
                  <a:lnTo>
                    <a:pt x="572003" y="444214"/>
                  </a:lnTo>
                  <a:lnTo>
                    <a:pt x="573454" y="444334"/>
                  </a:lnTo>
                  <a:lnTo>
                    <a:pt x="574906" y="444457"/>
                  </a:lnTo>
                  <a:lnTo>
                    <a:pt x="576358" y="444582"/>
                  </a:lnTo>
                  <a:lnTo>
                    <a:pt x="577810" y="444709"/>
                  </a:lnTo>
                  <a:lnTo>
                    <a:pt x="579261" y="444839"/>
                  </a:lnTo>
                  <a:lnTo>
                    <a:pt x="580713" y="444971"/>
                  </a:lnTo>
                  <a:lnTo>
                    <a:pt x="582165" y="445106"/>
                  </a:lnTo>
                  <a:lnTo>
                    <a:pt x="583617" y="660586"/>
                  </a:lnTo>
                  <a:lnTo>
                    <a:pt x="585069" y="445104"/>
                  </a:lnTo>
                  <a:lnTo>
                    <a:pt x="586520" y="444968"/>
                  </a:lnTo>
                  <a:lnTo>
                    <a:pt x="587972" y="444834"/>
                  </a:lnTo>
                  <a:lnTo>
                    <a:pt x="589424" y="444703"/>
                  </a:lnTo>
                  <a:lnTo>
                    <a:pt x="590876" y="444574"/>
                  </a:lnTo>
                  <a:lnTo>
                    <a:pt x="592328" y="444448"/>
                  </a:lnTo>
                  <a:lnTo>
                    <a:pt x="593779" y="444324"/>
                  </a:lnTo>
                  <a:lnTo>
                    <a:pt x="595231" y="444202"/>
                  </a:lnTo>
                  <a:lnTo>
                    <a:pt x="596683" y="444083"/>
                  </a:lnTo>
                  <a:lnTo>
                    <a:pt x="598135" y="443966"/>
                  </a:lnTo>
                  <a:lnTo>
                    <a:pt x="599586" y="443852"/>
                  </a:lnTo>
                  <a:lnTo>
                    <a:pt x="601038" y="443741"/>
                  </a:lnTo>
                  <a:lnTo>
                    <a:pt x="602490" y="443631"/>
                  </a:lnTo>
                  <a:lnTo>
                    <a:pt x="603942" y="443525"/>
                  </a:lnTo>
                  <a:lnTo>
                    <a:pt x="605394" y="443420"/>
                  </a:lnTo>
                  <a:lnTo>
                    <a:pt x="606845" y="443318"/>
                  </a:lnTo>
                  <a:lnTo>
                    <a:pt x="608297" y="443219"/>
                  </a:lnTo>
                  <a:lnTo>
                    <a:pt x="609749" y="443122"/>
                  </a:lnTo>
                  <a:lnTo>
                    <a:pt x="611201" y="443027"/>
                  </a:lnTo>
                  <a:lnTo>
                    <a:pt x="612652" y="442935"/>
                  </a:lnTo>
                  <a:lnTo>
                    <a:pt x="614104" y="442846"/>
                  </a:lnTo>
                  <a:lnTo>
                    <a:pt x="615556" y="442759"/>
                  </a:lnTo>
                  <a:lnTo>
                    <a:pt x="617008" y="442674"/>
                  </a:lnTo>
                  <a:lnTo>
                    <a:pt x="618460" y="442592"/>
                  </a:lnTo>
                  <a:lnTo>
                    <a:pt x="619911" y="442512"/>
                  </a:lnTo>
                  <a:lnTo>
                    <a:pt x="621363" y="442434"/>
                  </a:lnTo>
                  <a:lnTo>
                    <a:pt x="622815" y="442360"/>
                  </a:lnTo>
                  <a:lnTo>
                    <a:pt x="624267" y="442287"/>
                  </a:lnTo>
                  <a:lnTo>
                    <a:pt x="625719" y="442217"/>
                  </a:lnTo>
                  <a:lnTo>
                    <a:pt x="627170" y="442150"/>
                  </a:lnTo>
                  <a:lnTo>
                    <a:pt x="628622" y="442085"/>
                  </a:lnTo>
                  <a:lnTo>
                    <a:pt x="630074" y="442022"/>
                  </a:lnTo>
                  <a:lnTo>
                    <a:pt x="631526" y="441962"/>
                  </a:lnTo>
                  <a:lnTo>
                    <a:pt x="632977" y="441904"/>
                  </a:lnTo>
                  <a:lnTo>
                    <a:pt x="634429" y="441849"/>
                  </a:lnTo>
                  <a:lnTo>
                    <a:pt x="635881" y="441796"/>
                  </a:lnTo>
                  <a:lnTo>
                    <a:pt x="637333" y="441746"/>
                  </a:lnTo>
                  <a:lnTo>
                    <a:pt x="638785" y="441698"/>
                  </a:lnTo>
                  <a:lnTo>
                    <a:pt x="640236" y="441652"/>
                  </a:lnTo>
                  <a:lnTo>
                    <a:pt x="641688" y="441610"/>
                  </a:lnTo>
                  <a:lnTo>
                    <a:pt x="643140" y="441569"/>
                  </a:lnTo>
                  <a:lnTo>
                    <a:pt x="644592" y="441531"/>
                  </a:lnTo>
                  <a:lnTo>
                    <a:pt x="646043" y="441495"/>
                  </a:lnTo>
                  <a:lnTo>
                    <a:pt x="647495" y="441462"/>
                  </a:lnTo>
                  <a:lnTo>
                    <a:pt x="648947" y="441432"/>
                  </a:lnTo>
                  <a:lnTo>
                    <a:pt x="650399" y="441403"/>
                  </a:lnTo>
                  <a:lnTo>
                    <a:pt x="651851" y="441377"/>
                  </a:lnTo>
                  <a:lnTo>
                    <a:pt x="653302" y="441354"/>
                  </a:lnTo>
                  <a:lnTo>
                    <a:pt x="654754" y="441333"/>
                  </a:lnTo>
                  <a:lnTo>
                    <a:pt x="656206" y="441315"/>
                  </a:lnTo>
                  <a:lnTo>
                    <a:pt x="657658" y="441299"/>
                  </a:lnTo>
                  <a:lnTo>
                    <a:pt x="659110" y="441285"/>
                  </a:lnTo>
                  <a:lnTo>
                    <a:pt x="660561" y="441274"/>
                  </a:lnTo>
                  <a:lnTo>
                    <a:pt x="662013" y="441266"/>
                  </a:lnTo>
                  <a:lnTo>
                    <a:pt x="663465" y="441260"/>
                  </a:lnTo>
                  <a:lnTo>
                    <a:pt x="664917" y="441256"/>
                  </a:lnTo>
                  <a:lnTo>
                    <a:pt x="666368" y="441255"/>
                  </a:lnTo>
                  <a:lnTo>
                    <a:pt x="667820" y="445478"/>
                  </a:lnTo>
                  <a:lnTo>
                    <a:pt x="669272" y="774971"/>
                  </a:lnTo>
                  <a:lnTo>
                    <a:pt x="670724" y="775724"/>
                  </a:lnTo>
                  <a:lnTo>
                    <a:pt x="672176" y="840246"/>
                  </a:lnTo>
                  <a:lnTo>
                    <a:pt x="673627" y="937742"/>
                  </a:lnTo>
                  <a:lnTo>
                    <a:pt x="675079" y="990449"/>
                  </a:lnTo>
                  <a:lnTo>
                    <a:pt x="676531" y="990449"/>
                  </a:lnTo>
                  <a:lnTo>
                    <a:pt x="677983" y="990449"/>
                  </a:lnTo>
                  <a:lnTo>
                    <a:pt x="679434" y="990449"/>
                  </a:lnTo>
                  <a:lnTo>
                    <a:pt x="680886" y="990449"/>
                  </a:lnTo>
                  <a:lnTo>
                    <a:pt x="682338" y="990449"/>
                  </a:lnTo>
                  <a:lnTo>
                    <a:pt x="683790" y="990449"/>
                  </a:lnTo>
                  <a:lnTo>
                    <a:pt x="685242" y="990449"/>
                  </a:lnTo>
                  <a:lnTo>
                    <a:pt x="686693" y="990249"/>
                  </a:lnTo>
                  <a:lnTo>
                    <a:pt x="688145" y="990209"/>
                  </a:lnTo>
                  <a:lnTo>
                    <a:pt x="689597" y="990200"/>
                  </a:lnTo>
                  <a:lnTo>
                    <a:pt x="691049" y="989971"/>
                  </a:lnTo>
                  <a:lnTo>
                    <a:pt x="692501" y="989841"/>
                  </a:lnTo>
                  <a:lnTo>
                    <a:pt x="693952" y="989421"/>
                  </a:lnTo>
                  <a:lnTo>
                    <a:pt x="695404" y="989421"/>
                  </a:lnTo>
                  <a:lnTo>
                    <a:pt x="696856" y="989191"/>
                  </a:lnTo>
                  <a:lnTo>
                    <a:pt x="698308" y="988594"/>
                  </a:lnTo>
                  <a:lnTo>
                    <a:pt x="699759" y="988563"/>
                  </a:lnTo>
                  <a:lnTo>
                    <a:pt x="701211" y="987901"/>
                  </a:lnTo>
                  <a:lnTo>
                    <a:pt x="702663" y="987530"/>
                  </a:lnTo>
                  <a:lnTo>
                    <a:pt x="704115" y="987271"/>
                  </a:lnTo>
                  <a:lnTo>
                    <a:pt x="705567" y="987038"/>
                  </a:lnTo>
                  <a:lnTo>
                    <a:pt x="707018" y="986379"/>
                  </a:lnTo>
                  <a:lnTo>
                    <a:pt x="708470" y="986041"/>
                  </a:lnTo>
                  <a:lnTo>
                    <a:pt x="709922" y="985780"/>
                  </a:lnTo>
                  <a:lnTo>
                    <a:pt x="711374" y="985604"/>
                  </a:lnTo>
                  <a:lnTo>
                    <a:pt x="712826" y="985561"/>
                  </a:lnTo>
                  <a:lnTo>
                    <a:pt x="714277" y="984977"/>
                  </a:lnTo>
                  <a:lnTo>
                    <a:pt x="715729" y="984884"/>
                  </a:lnTo>
                  <a:lnTo>
                    <a:pt x="717181" y="984787"/>
                  </a:lnTo>
                  <a:lnTo>
                    <a:pt x="718633" y="984781"/>
                  </a:lnTo>
                  <a:lnTo>
                    <a:pt x="720084" y="984383"/>
                  </a:lnTo>
                  <a:lnTo>
                    <a:pt x="721536" y="984364"/>
                  </a:lnTo>
                  <a:lnTo>
                    <a:pt x="722988" y="984348"/>
                  </a:lnTo>
                  <a:lnTo>
                    <a:pt x="724440" y="984301"/>
                  </a:lnTo>
                  <a:lnTo>
                    <a:pt x="725892" y="984159"/>
                  </a:lnTo>
                  <a:lnTo>
                    <a:pt x="727343" y="983479"/>
                  </a:lnTo>
                  <a:lnTo>
                    <a:pt x="728795" y="983275"/>
                  </a:lnTo>
                  <a:lnTo>
                    <a:pt x="730247" y="982936"/>
                  </a:lnTo>
                  <a:lnTo>
                    <a:pt x="731699" y="982118"/>
                  </a:lnTo>
                  <a:lnTo>
                    <a:pt x="733150" y="981019"/>
                  </a:lnTo>
                  <a:lnTo>
                    <a:pt x="734602" y="980773"/>
                  </a:lnTo>
                  <a:lnTo>
                    <a:pt x="736054" y="980201"/>
                  </a:lnTo>
                  <a:lnTo>
                    <a:pt x="737506" y="979928"/>
                  </a:lnTo>
                  <a:lnTo>
                    <a:pt x="738958" y="979899"/>
                  </a:lnTo>
                  <a:lnTo>
                    <a:pt x="740409" y="979671"/>
                  </a:lnTo>
                  <a:lnTo>
                    <a:pt x="741861" y="979652"/>
                  </a:lnTo>
                  <a:lnTo>
                    <a:pt x="743313" y="979370"/>
                  </a:lnTo>
                  <a:lnTo>
                    <a:pt x="744765" y="978870"/>
                  </a:lnTo>
                  <a:lnTo>
                    <a:pt x="746217" y="978296"/>
                  </a:lnTo>
                  <a:lnTo>
                    <a:pt x="747668" y="977289"/>
                  </a:lnTo>
                  <a:lnTo>
                    <a:pt x="749120" y="975977"/>
                  </a:lnTo>
                  <a:lnTo>
                    <a:pt x="750572" y="975588"/>
                  </a:lnTo>
                  <a:lnTo>
                    <a:pt x="752024" y="975425"/>
                  </a:lnTo>
                  <a:lnTo>
                    <a:pt x="753475" y="975172"/>
                  </a:lnTo>
                  <a:lnTo>
                    <a:pt x="754927" y="974516"/>
                  </a:lnTo>
                  <a:lnTo>
                    <a:pt x="756379" y="974460"/>
                  </a:lnTo>
                  <a:lnTo>
                    <a:pt x="757831" y="974258"/>
                  </a:lnTo>
                  <a:lnTo>
                    <a:pt x="759283" y="973678"/>
                  </a:lnTo>
                  <a:lnTo>
                    <a:pt x="760734" y="973601"/>
                  </a:lnTo>
                  <a:lnTo>
                    <a:pt x="762186" y="973513"/>
                  </a:lnTo>
                  <a:lnTo>
                    <a:pt x="763638" y="972245"/>
                  </a:lnTo>
                  <a:lnTo>
                    <a:pt x="765090" y="971506"/>
                  </a:lnTo>
                  <a:lnTo>
                    <a:pt x="766541" y="971206"/>
                  </a:lnTo>
                  <a:lnTo>
                    <a:pt x="767993" y="970968"/>
                  </a:lnTo>
                  <a:lnTo>
                    <a:pt x="769445" y="970870"/>
                  </a:lnTo>
                  <a:lnTo>
                    <a:pt x="770897" y="970624"/>
                  </a:lnTo>
                  <a:lnTo>
                    <a:pt x="772349" y="970564"/>
                  </a:lnTo>
                  <a:lnTo>
                    <a:pt x="773800" y="970484"/>
                  </a:lnTo>
                  <a:lnTo>
                    <a:pt x="775252" y="969510"/>
                  </a:lnTo>
                  <a:lnTo>
                    <a:pt x="776704" y="966835"/>
                  </a:lnTo>
                  <a:lnTo>
                    <a:pt x="778156" y="966750"/>
                  </a:lnTo>
                  <a:lnTo>
                    <a:pt x="779608" y="966505"/>
                  </a:lnTo>
                  <a:lnTo>
                    <a:pt x="781059" y="965863"/>
                  </a:lnTo>
                  <a:lnTo>
                    <a:pt x="782511" y="964523"/>
                  </a:lnTo>
                  <a:lnTo>
                    <a:pt x="783963" y="964299"/>
                  </a:lnTo>
                  <a:lnTo>
                    <a:pt x="785415" y="963898"/>
                  </a:lnTo>
                  <a:lnTo>
                    <a:pt x="786866" y="962817"/>
                  </a:lnTo>
                  <a:lnTo>
                    <a:pt x="788318" y="962533"/>
                  </a:lnTo>
                  <a:lnTo>
                    <a:pt x="789770" y="962415"/>
                  </a:lnTo>
                  <a:lnTo>
                    <a:pt x="791222" y="961944"/>
                  </a:lnTo>
                  <a:lnTo>
                    <a:pt x="792674" y="961873"/>
                  </a:lnTo>
                  <a:lnTo>
                    <a:pt x="794125" y="960601"/>
                  </a:lnTo>
                  <a:lnTo>
                    <a:pt x="795577" y="960562"/>
                  </a:lnTo>
                  <a:lnTo>
                    <a:pt x="797029" y="960502"/>
                  </a:lnTo>
                  <a:lnTo>
                    <a:pt x="798481" y="960062"/>
                  </a:lnTo>
                  <a:lnTo>
                    <a:pt x="799932" y="957833"/>
                  </a:lnTo>
                  <a:lnTo>
                    <a:pt x="801384" y="957783"/>
                  </a:lnTo>
                  <a:lnTo>
                    <a:pt x="802836" y="957649"/>
                  </a:lnTo>
                  <a:lnTo>
                    <a:pt x="804288" y="957487"/>
                  </a:lnTo>
                  <a:lnTo>
                    <a:pt x="805740" y="956693"/>
                  </a:lnTo>
                  <a:lnTo>
                    <a:pt x="807191" y="956171"/>
                  </a:lnTo>
                  <a:lnTo>
                    <a:pt x="808643" y="955861"/>
                  </a:lnTo>
                  <a:lnTo>
                    <a:pt x="810095" y="955374"/>
                  </a:lnTo>
                  <a:lnTo>
                    <a:pt x="811547" y="954854"/>
                  </a:lnTo>
                  <a:lnTo>
                    <a:pt x="812999" y="954559"/>
                  </a:lnTo>
                  <a:lnTo>
                    <a:pt x="814450" y="954138"/>
                  </a:lnTo>
                  <a:lnTo>
                    <a:pt x="815902" y="953928"/>
                  </a:lnTo>
                  <a:lnTo>
                    <a:pt x="817354" y="952741"/>
                  </a:lnTo>
                  <a:lnTo>
                    <a:pt x="818806" y="952394"/>
                  </a:lnTo>
                  <a:lnTo>
                    <a:pt x="820257" y="952219"/>
                  </a:lnTo>
                  <a:lnTo>
                    <a:pt x="821709" y="951187"/>
                  </a:lnTo>
                  <a:lnTo>
                    <a:pt x="823161" y="950843"/>
                  </a:lnTo>
                  <a:lnTo>
                    <a:pt x="824613" y="950135"/>
                  </a:lnTo>
                  <a:lnTo>
                    <a:pt x="826065" y="950114"/>
                  </a:lnTo>
                  <a:lnTo>
                    <a:pt x="827516" y="948657"/>
                  </a:lnTo>
                  <a:lnTo>
                    <a:pt x="828968" y="948198"/>
                  </a:lnTo>
                  <a:lnTo>
                    <a:pt x="830420" y="946631"/>
                  </a:lnTo>
                  <a:lnTo>
                    <a:pt x="831872" y="946203"/>
                  </a:lnTo>
                  <a:lnTo>
                    <a:pt x="833323" y="945499"/>
                  </a:lnTo>
                  <a:lnTo>
                    <a:pt x="834775" y="945125"/>
                  </a:lnTo>
                  <a:lnTo>
                    <a:pt x="836227" y="944987"/>
                  </a:lnTo>
                  <a:lnTo>
                    <a:pt x="837679" y="944492"/>
                  </a:lnTo>
                  <a:lnTo>
                    <a:pt x="839131" y="943736"/>
                  </a:lnTo>
                  <a:lnTo>
                    <a:pt x="840582" y="942631"/>
                  </a:lnTo>
                  <a:lnTo>
                    <a:pt x="842034" y="942629"/>
                  </a:lnTo>
                  <a:lnTo>
                    <a:pt x="843486" y="942471"/>
                  </a:lnTo>
                  <a:lnTo>
                    <a:pt x="844938" y="942371"/>
                  </a:lnTo>
                  <a:lnTo>
                    <a:pt x="846390" y="941993"/>
                  </a:lnTo>
                  <a:lnTo>
                    <a:pt x="847841" y="941366"/>
                  </a:lnTo>
                  <a:lnTo>
                    <a:pt x="849293" y="941204"/>
                  </a:lnTo>
                  <a:lnTo>
                    <a:pt x="850745" y="940174"/>
                  </a:lnTo>
                  <a:lnTo>
                    <a:pt x="852197" y="940015"/>
                  </a:lnTo>
                  <a:lnTo>
                    <a:pt x="853648" y="939715"/>
                  </a:lnTo>
                  <a:lnTo>
                    <a:pt x="855100" y="939368"/>
                  </a:lnTo>
                  <a:lnTo>
                    <a:pt x="856552" y="937289"/>
                  </a:lnTo>
                  <a:lnTo>
                    <a:pt x="858004" y="937210"/>
                  </a:lnTo>
                  <a:lnTo>
                    <a:pt x="859456" y="936402"/>
                  </a:lnTo>
                  <a:lnTo>
                    <a:pt x="860907" y="934389"/>
                  </a:lnTo>
                  <a:lnTo>
                    <a:pt x="862359" y="933349"/>
                  </a:lnTo>
                  <a:lnTo>
                    <a:pt x="863811" y="933271"/>
                  </a:lnTo>
                  <a:lnTo>
                    <a:pt x="865263" y="932895"/>
                  </a:lnTo>
                  <a:lnTo>
                    <a:pt x="866715" y="932330"/>
                  </a:lnTo>
                  <a:lnTo>
                    <a:pt x="868166" y="931773"/>
                  </a:lnTo>
                  <a:lnTo>
                    <a:pt x="869618" y="931717"/>
                  </a:lnTo>
                  <a:lnTo>
                    <a:pt x="871070" y="931534"/>
                  </a:lnTo>
                  <a:lnTo>
                    <a:pt x="872522" y="931417"/>
                  </a:lnTo>
                  <a:lnTo>
                    <a:pt x="873973" y="930540"/>
                  </a:lnTo>
                  <a:lnTo>
                    <a:pt x="875425" y="928703"/>
                  </a:lnTo>
                  <a:lnTo>
                    <a:pt x="876877" y="928249"/>
                  </a:lnTo>
                  <a:lnTo>
                    <a:pt x="878329" y="928087"/>
                  </a:lnTo>
                  <a:lnTo>
                    <a:pt x="879781" y="926335"/>
                  </a:lnTo>
                  <a:lnTo>
                    <a:pt x="881232" y="926070"/>
                  </a:lnTo>
                  <a:lnTo>
                    <a:pt x="882684" y="924623"/>
                  </a:lnTo>
                  <a:lnTo>
                    <a:pt x="884136" y="923594"/>
                  </a:lnTo>
                  <a:lnTo>
                    <a:pt x="885588" y="923191"/>
                  </a:lnTo>
                  <a:lnTo>
                    <a:pt x="887039" y="923087"/>
                  </a:lnTo>
                  <a:lnTo>
                    <a:pt x="888491" y="922957"/>
                  </a:lnTo>
                  <a:lnTo>
                    <a:pt x="889943" y="922292"/>
                  </a:lnTo>
                  <a:lnTo>
                    <a:pt x="891395" y="920655"/>
                  </a:lnTo>
                  <a:lnTo>
                    <a:pt x="892847" y="918878"/>
                  </a:lnTo>
                  <a:lnTo>
                    <a:pt x="894298" y="916494"/>
                  </a:lnTo>
                  <a:lnTo>
                    <a:pt x="895750" y="915504"/>
                  </a:lnTo>
                  <a:lnTo>
                    <a:pt x="897202" y="915111"/>
                  </a:lnTo>
                  <a:lnTo>
                    <a:pt x="898654" y="914662"/>
                  </a:lnTo>
                  <a:lnTo>
                    <a:pt x="900106" y="914586"/>
                  </a:lnTo>
                  <a:lnTo>
                    <a:pt x="901557" y="914351"/>
                  </a:lnTo>
                  <a:lnTo>
                    <a:pt x="903009" y="914209"/>
                  </a:lnTo>
                  <a:lnTo>
                    <a:pt x="904461" y="912551"/>
                  </a:lnTo>
                  <a:lnTo>
                    <a:pt x="905913" y="912364"/>
                  </a:lnTo>
                  <a:lnTo>
                    <a:pt x="907364" y="910768"/>
                  </a:lnTo>
                  <a:lnTo>
                    <a:pt x="908816" y="909947"/>
                  </a:lnTo>
                  <a:lnTo>
                    <a:pt x="910268" y="909539"/>
                  </a:lnTo>
                  <a:lnTo>
                    <a:pt x="911720" y="908470"/>
                  </a:lnTo>
                  <a:lnTo>
                    <a:pt x="913172" y="907826"/>
                  </a:lnTo>
                  <a:lnTo>
                    <a:pt x="914623" y="907590"/>
                  </a:lnTo>
                  <a:lnTo>
                    <a:pt x="916075" y="907571"/>
                  </a:lnTo>
                  <a:lnTo>
                    <a:pt x="917527" y="906065"/>
                  </a:lnTo>
                  <a:lnTo>
                    <a:pt x="918979" y="905453"/>
                  </a:lnTo>
                  <a:lnTo>
                    <a:pt x="920430" y="904455"/>
                  </a:lnTo>
                  <a:lnTo>
                    <a:pt x="921882" y="904248"/>
                  </a:lnTo>
                  <a:lnTo>
                    <a:pt x="923334" y="903944"/>
                  </a:lnTo>
                  <a:lnTo>
                    <a:pt x="924786" y="903198"/>
                  </a:lnTo>
                  <a:lnTo>
                    <a:pt x="926238" y="902447"/>
                  </a:lnTo>
                  <a:lnTo>
                    <a:pt x="927689" y="902029"/>
                  </a:lnTo>
                  <a:lnTo>
                    <a:pt x="929141" y="900710"/>
                  </a:lnTo>
                  <a:lnTo>
                    <a:pt x="930593" y="900334"/>
                  </a:lnTo>
                  <a:lnTo>
                    <a:pt x="932045" y="900245"/>
                  </a:lnTo>
                  <a:lnTo>
                    <a:pt x="933497" y="899220"/>
                  </a:lnTo>
                  <a:lnTo>
                    <a:pt x="934948" y="897988"/>
                  </a:lnTo>
                  <a:lnTo>
                    <a:pt x="936400" y="897111"/>
                  </a:lnTo>
                  <a:lnTo>
                    <a:pt x="937852" y="896508"/>
                  </a:lnTo>
                  <a:lnTo>
                    <a:pt x="939304" y="895676"/>
                  </a:lnTo>
                  <a:lnTo>
                    <a:pt x="940755" y="895619"/>
                  </a:lnTo>
                  <a:lnTo>
                    <a:pt x="942207" y="894495"/>
                  </a:lnTo>
                  <a:lnTo>
                    <a:pt x="943659" y="894276"/>
                  </a:lnTo>
                  <a:lnTo>
                    <a:pt x="945111" y="894105"/>
                  </a:lnTo>
                  <a:lnTo>
                    <a:pt x="946563" y="892768"/>
                  </a:lnTo>
                  <a:lnTo>
                    <a:pt x="948014" y="890973"/>
                  </a:lnTo>
                  <a:lnTo>
                    <a:pt x="949466" y="890914"/>
                  </a:lnTo>
                  <a:lnTo>
                    <a:pt x="950918" y="890632"/>
                  </a:lnTo>
                  <a:lnTo>
                    <a:pt x="952370" y="890465"/>
                  </a:lnTo>
                  <a:lnTo>
                    <a:pt x="953821" y="887493"/>
                  </a:lnTo>
                  <a:lnTo>
                    <a:pt x="955273" y="887270"/>
                  </a:lnTo>
                  <a:lnTo>
                    <a:pt x="956725" y="885342"/>
                  </a:lnTo>
                  <a:lnTo>
                    <a:pt x="958177" y="883492"/>
                  </a:lnTo>
                  <a:lnTo>
                    <a:pt x="959629" y="883064"/>
                  </a:lnTo>
                  <a:lnTo>
                    <a:pt x="961080" y="882415"/>
                  </a:lnTo>
                  <a:lnTo>
                    <a:pt x="962532" y="881099"/>
                  </a:lnTo>
                  <a:lnTo>
                    <a:pt x="963984" y="880540"/>
                  </a:lnTo>
                  <a:lnTo>
                    <a:pt x="965436" y="880404"/>
                  </a:lnTo>
                  <a:lnTo>
                    <a:pt x="966888" y="879893"/>
                  </a:lnTo>
                  <a:lnTo>
                    <a:pt x="968339" y="879834"/>
                  </a:lnTo>
                  <a:lnTo>
                    <a:pt x="969791" y="877367"/>
                  </a:lnTo>
                  <a:lnTo>
                    <a:pt x="971243" y="876940"/>
                  </a:lnTo>
                  <a:lnTo>
                    <a:pt x="972695" y="875018"/>
                  </a:lnTo>
                  <a:lnTo>
                    <a:pt x="974146" y="874296"/>
                  </a:lnTo>
                  <a:lnTo>
                    <a:pt x="975598" y="872372"/>
                  </a:lnTo>
                  <a:lnTo>
                    <a:pt x="977050" y="870798"/>
                  </a:lnTo>
                  <a:lnTo>
                    <a:pt x="978502" y="870703"/>
                  </a:lnTo>
                  <a:lnTo>
                    <a:pt x="979954" y="870415"/>
                  </a:lnTo>
                  <a:lnTo>
                    <a:pt x="981405" y="867772"/>
                  </a:lnTo>
                  <a:lnTo>
                    <a:pt x="982857" y="866227"/>
                  </a:lnTo>
                  <a:lnTo>
                    <a:pt x="984309" y="866115"/>
                  </a:lnTo>
                  <a:lnTo>
                    <a:pt x="985761" y="864966"/>
                  </a:lnTo>
                  <a:lnTo>
                    <a:pt x="987213" y="863426"/>
                  </a:lnTo>
                  <a:lnTo>
                    <a:pt x="988664" y="862628"/>
                  </a:lnTo>
                  <a:lnTo>
                    <a:pt x="990116" y="862183"/>
                  </a:lnTo>
                  <a:lnTo>
                    <a:pt x="991568" y="862051"/>
                  </a:lnTo>
                  <a:lnTo>
                    <a:pt x="993020" y="860139"/>
                  </a:lnTo>
                  <a:lnTo>
                    <a:pt x="994471" y="859293"/>
                  </a:lnTo>
                  <a:lnTo>
                    <a:pt x="995923" y="859211"/>
                  </a:lnTo>
                  <a:lnTo>
                    <a:pt x="997375" y="858789"/>
                  </a:lnTo>
                  <a:lnTo>
                    <a:pt x="998827" y="857232"/>
                  </a:lnTo>
                  <a:lnTo>
                    <a:pt x="1000279" y="856812"/>
                  </a:lnTo>
                  <a:lnTo>
                    <a:pt x="1001730" y="856462"/>
                  </a:lnTo>
                  <a:lnTo>
                    <a:pt x="1003182" y="855102"/>
                  </a:lnTo>
                  <a:lnTo>
                    <a:pt x="1004634" y="853655"/>
                  </a:lnTo>
                  <a:lnTo>
                    <a:pt x="1006086" y="852369"/>
                  </a:lnTo>
                  <a:lnTo>
                    <a:pt x="1007537" y="851390"/>
                  </a:lnTo>
                  <a:lnTo>
                    <a:pt x="1008989" y="851352"/>
                  </a:lnTo>
                  <a:lnTo>
                    <a:pt x="1010441" y="850370"/>
                  </a:lnTo>
                  <a:lnTo>
                    <a:pt x="1011893" y="850203"/>
                  </a:lnTo>
                  <a:lnTo>
                    <a:pt x="1013345" y="849991"/>
                  </a:lnTo>
                  <a:lnTo>
                    <a:pt x="1014796" y="849920"/>
                  </a:lnTo>
                  <a:lnTo>
                    <a:pt x="1016248" y="849847"/>
                  </a:lnTo>
                  <a:lnTo>
                    <a:pt x="1017700" y="849522"/>
                  </a:lnTo>
                  <a:lnTo>
                    <a:pt x="1019152" y="848720"/>
                  </a:lnTo>
                  <a:lnTo>
                    <a:pt x="1020604" y="847653"/>
                  </a:lnTo>
                  <a:lnTo>
                    <a:pt x="1022055" y="845892"/>
                  </a:lnTo>
                  <a:lnTo>
                    <a:pt x="1023507" y="844588"/>
                  </a:lnTo>
                  <a:lnTo>
                    <a:pt x="1024959" y="844213"/>
                  </a:lnTo>
                  <a:lnTo>
                    <a:pt x="1026411" y="842775"/>
                  </a:lnTo>
                  <a:lnTo>
                    <a:pt x="1027862" y="841507"/>
                  </a:lnTo>
                  <a:lnTo>
                    <a:pt x="1029314" y="840246"/>
                  </a:lnTo>
                  <a:lnTo>
                    <a:pt x="1030766" y="839079"/>
                  </a:lnTo>
                  <a:lnTo>
                    <a:pt x="1032218" y="837742"/>
                  </a:lnTo>
                  <a:lnTo>
                    <a:pt x="1033670" y="837258"/>
                  </a:lnTo>
                  <a:lnTo>
                    <a:pt x="1035121" y="837210"/>
                  </a:lnTo>
                  <a:lnTo>
                    <a:pt x="1036573" y="836492"/>
                  </a:lnTo>
                  <a:lnTo>
                    <a:pt x="1038025" y="835753"/>
                  </a:lnTo>
                  <a:lnTo>
                    <a:pt x="1039477" y="833818"/>
                  </a:lnTo>
                  <a:lnTo>
                    <a:pt x="1040928" y="831475"/>
                  </a:lnTo>
                  <a:lnTo>
                    <a:pt x="1042380" y="831167"/>
                  </a:lnTo>
                  <a:lnTo>
                    <a:pt x="1043832" y="829932"/>
                  </a:lnTo>
                  <a:lnTo>
                    <a:pt x="1045284" y="829105"/>
                  </a:lnTo>
                  <a:lnTo>
                    <a:pt x="1046736" y="829011"/>
                  </a:lnTo>
                  <a:lnTo>
                    <a:pt x="1048187" y="828492"/>
                  </a:lnTo>
                  <a:lnTo>
                    <a:pt x="1049639" y="827941"/>
                  </a:lnTo>
                  <a:lnTo>
                    <a:pt x="1051091" y="824980"/>
                  </a:lnTo>
                  <a:lnTo>
                    <a:pt x="1052543" y="820441"/>
                  </a:lnTo>
                  <a:lnTo>
                    <a:pt x="1053995" y="820026"/>
                  </a:lnTo>
                  <a:lnTo>
                    <a:pt x="1055446" y="819250"/>
                  </a:lnTo>
                  <a:lnTo>
                    <a:pt x="1056898" y="818979"/>
                  </a:lnTo>
                  <a:lnTo>
                    <a:pt x="1058350" y="816998"/>
                  </a:lnTo>
                  <a:lnTo>
                    <a:pt x="1059802" y="815082"/>
                  </a:lnTo>
                  <a:lnTo>
                    <a:pt x="1061253" y="813210"/>
                  </a:lnTo>
                  <a:lnTo>
                    <a:pt x="1062705" y="811520"/>
                  </a:lnTo>
                  <a:lnTo>
                    <a:pt x="1064157" y="808261"/>
                  </a:lnTo>
                  <a:lnTo>
                    <a:pt x="1065609" y="807970"/>
                  </a:lnTo>
                  <a:lnTo>
                    <a:pt x="1067061" y="807838"/>
                  </a:lnTo>
                  <a:lnTo>
                    <a:pt x="1068512" y="806405"/>
                  </a:lnTo>
                  <a:lnTo>
                    <a:pt x="1069964" y="805165"/>
                  </a:lnTo>
                  <a:lnTo>
                    <a:pt x="1071416" y="804295"/>
                  </a:lnTo>
                  <a:lnTo>
                    <a:pt x="1072868" y="801977"/>
                  </a:lnTo>
                  <a:lnTo>
                    <a:pt x="1074319" y="800948"/>
                  </a:lnTo>
                  <a:lnTo>
                    <a:pt x="1075771" y="800173"/>
                  </a:lnTo>
                  <a:lnTo>
                    <a:pt x="1077223" y="797108"/>
                  </a:lnTo>
                  <a:lnTo>
                    <a:pt x="1078675" y="796842"/>
                  </a:lnTo>
                  <a:lnTo>
                    <a:pt x="1080127" y="793350"/>
                  </a:lnTo>
                  <a:lnTo>
                    <a:pt x="1081578" y="792935"/>
                  </a:lnTo>
                  <a:lnTo>
                    <a:pt x="1083030" y="792521"/>
                  </a:lnTo>
                  <a:lnTo>
                    <a:pt x="1084482" y="791789"/>
                  </a:lnTo>
                  <a:lnTo>
                    <a:pt x="1085934" y="790458"/>
                  </a:lnTo>
                  <a:lnTo>
                    <a:pt x="1087386" y="790453"/>
                  </a:lnTo>
                  <a:lnTo>
                    <a:pt x="1088837" y="790361"/>
                  </a:lnTo>
                  <a:lnTo>
                    <a:pt x="1090289" y="789942"/>
                  </a:lnTo>
                  <a:lnTo>
                    <a:pt x="1091741" y="787422"/>
                  </a:lnTo>
                  <a:lnTo>
                    <a:pt x="1093193" y="787361"/>
                  </a:lnTo>
                  <a:lnTo>
                    <a:pt x="1094644" y="786462"/>
                  </a:lnTo>
                  <a:lnTo>
                    <a:pt x="1096096" y="783757"/>
                  </a:lnTo>
                  <a:lnTo>
                    <a:pt x="1097548" y="781706"/>
                  </a:lnTo>
                  <a:lnTo>
                    <a:pt x="1099000" y="780264"/>
                  </a:lnTo>
                  <a:lnTo>
                    <a:pt x="1100452" y="779815"/>
                  </a:lnTo>
                  <a:lnTo>
                    <a:pt x="1101903" y="778368"/>
                  </a:lnTo>
                  <a:lnTo>
                    <a:pt x="1103355" y="777020"/>
                  </a:lnTo>
                  <a:lnTo>
                    <a:pt x="1104807" y="775724"/>
                  </a:lnTo>
                  <a:lnTo>
                    <a:pt x="1106259" y="760756"/>
                  </a:lnTo>
                  <a:lnTo>
                    <a:pt x="1107711" y="740197"/>
                  </a:lnTo>
                  <a:lnTo>
                    <a:pt x="1109162" y="695141"/>
                  </a:lnTo>
                  <a:lnTo>
                    <a:pt x="1110614" y="659490"/>
                  </a:lnTo>
                  <a:lnTo>
                    <a:pt x="1112066" y="627574"/>
                  </a:lnTo>
                  <a:lnTo>
                    <a:pt x="1113518" y="589975"/>
                  </a:lnTo>
                  <a:lnTo>
                    <a:pt x="1114969" y="539477"/>
                  </a:lnTo>
                  <a:lnTo>
                    <a:pt x="1116421" y="479284"/>
                  </a:lnTo>
                  <a:lnTo>
                    <a:pt x="1117873" y="424945"/>
                  </a:lnTo>
                  <a:lnTo>
                    <a:pt x="1119325" y="367806"/>
                  </a:lnTo>
                  <a:lnTo>
                    <a:pt x="1120777" y="287097"/>
                  </a:lnTo>
                  <a:lnTo>
                    <a:pt x="1122228" y="211267"/>
                  </a:lnTo>
                  <a:lnTo>
                    <a:pt x="1123680" y="125824"/>
                  </a:lnTo>
                  <a:lnTo>
                    <a:pt x="1125132" y="11081"/>
                  </a:lnTo>
                  <a:lnTo>
                    <a:pt x="1126584" y="0"/>
                  </a:lnTo>
                  <a:lnTo>
                    <a:pt x="1128035" y="71067"/>
                  </a:lnTo>
                  <a:lnTo>
                    <a:pt x="1129487" y="167510"/>
                  </a:lnTo>
                  <a:lnTo>
                    <a:pt x="1130939" y="247203"/>
                  </a:lnTo>
                  <a:lnTo>
                    <a:pt x="1132391" y="326315"/>
                  </a:lnTo>
                  <a:lnTo>
                    <a:pt x="1133843" y="409597"/>
                  </a:lnTo>
                  <a:lnTo>
                    <a:pt x="1135294" y="445849"/>
                  </a:lnTo>
                  <a:lnTo>
                    <a:pt x="1136746" y="524550"/>
                  </a:lnTo>
                  <a:lnTo>
                    <a:pt x="1138198" y="546466"/>
                  </a:lnTo>
                  <a:lnTo>
                    <a:pt x="1139650" y="612848"/>
                  </a:lnTo>
                  <a:lnTo>
                    <a:pt x="1141102" y="645496"/>
                  </a:lnTo>
                  <a:lnTo>
                    <a:pt x="1142553" y="675513"/>
                  </a:lnTo>
                  <a:lnTo>
                    <a:pt x="1144005" y="713503"/>
                  </a:lnTo>
                  <a:lnTo>
                    <a:pt x="1145457" y="753197"/>
                  </a:lnTo>
                  <a:lnTo>
                    <a:pt x="1146909" y="774775"/>
                  </a:lnTo>
                  <a:lnTo>
                    <a:pt x="1148360" y="775724"/>
                  </a:lnTo>
                  <a:lnTo>
                    <a:pt x="1149812" y="807737"/>
                  </a:lnTo>
                  <a:lnTo>
                    <a:pt x="1151264" y="839079"/>
                  </a:lnTo>
                  <a:lnTo>
                    <a:pt x="1152716" y="840246"/>
                  </a:lnTo>
                  <a:lnTo>
                    <a:pt x="1154168" y="853655"/>
                  </a:lnTo>
                  <a:lnTo>
                    <a:pt x="1155619" y="870415"/>
                  </a:lnTo>
                  <a:lnTo>
                    <a:pt x="1157071" y="887270"/>
                  </a:lnTo>
                  <a:lnTo>
                    <a:pt x="1158523" y="900676"/>
                  </a:lnTo>
                  <a:lnTo>
                    <a:pt x="1159975" y="912364"/>
                  </a:lnTo>
                  <a:lnTo>
                    <a:pt x="1161426" y="926335"/>
                  </a:lnTo>
                  <a:lnTo>
                    <a:pt x="1162878" y="937742"/>
                  </a:lnTo>
                  <a:lnTo>
                    <a:pt x="1164330" y="946203"/>
                  </a:lnTo>
                  <a:lnTo>
                    <a:pt x="1165782" y="956693"/>
                  </a:lnTo>
                  <a:lnTo>
                    <a:pt x="1167234" y="965242"/>
                  </a:lnTo>
                  <a:lnTo>
                    <a:pt x="1168685" y="974460"/>
                  </a:lnTo>
                  <a:lnTo>
                    <a:pt x="1170137" y="982118"/>
                  </a:lnTo>
                  <a:lnTo>
                    <a:pt x="1171589" y="986379"/>
                  </a:lnTo>
                  <a:lnTo>
                    <a:pt x="1173041" y="991624"/>
                  </a:lnTo>
                  <a:lnTo>
                    <a:pt x="1174493" y="992290"/>
                  </a:lnTo>
                  <a:lnTo>
                    <a:pt x="1175944" y="997808"/>
                  </a:lnTo>
                  <a:lnTo>
                    <a:pt x="1177396" y="1002437"/>
                  </a:lnTo>
                  <a:lnTo>
                    <a:pt x="1178848" y="1008356"/>
                  </a:lnTo>
                  <a:lnTo>
                    <a:pt x="1180300" y="1014160"/>
                  </a:lnTo>
                  <a:lnTo>
                    <a:pt x="1181751" y="1018448"/>
                  </a:lnTo>
                  <a:lnTo>
                    <a:pt x="1183203" y="1024043"/>
                  </a:lnTo>
                  <a:lnTo>
                    <a:pt x="1184655" y="1027206"/>
                  </a:lnTo>
                  <a:lnTo>
                    <a:pt x="1186107" y="1029556"/>
                  </a:lnTo>
                  <a:lnTo>
                    <a:pt x="1187559" y="1034207"/>
                  </a:lnTo>
                  <a:lnTo>
                    <a:pt x="1189010" y="1034734"/>
                  </a:lnTo>
                  <a:lnTo>
                    <a:pt x="1190462" y="1036208"/>
                  </a:lnTo>
                  <a:lnTo>
                    <a:pt x="1191914" y="1037998"/>
                  </a:lnTo>
                  <a:lnTo>
                    <a:pt x="1193366" y="1039959"/>
                  </a:lnTo>
                  <a:lnTo>
                    <a:pt x="1194817" y="1041304"/>
                  </a:lnTo>
                  <a:lnTo>
                    <a:pt x="1196269" y="1042785"/>
                  </a:lnTo>
                  <a:lnTo>
                    <a:pt x="1197721" y="1043874"/>
                  </a:lnTo>
                  <a:lnTo>
                    <a:pt x="1199173" y="1045149"/>
                  </a:lnTo>
                  <a:lnTo>
                    <a:pt x="1200625" y="1046644"/>
                  </a:lnTo>
                  <a:lnTo>
                    <a:pt x="1202076" y="1047476"/>
                  </a:lnTo>
                  <a:lnTo>
                    <a:pt x="1203528" y="1048365"/>
                  </a:lnTo>
                  <a:lnTo>
                    <a:pt x="1204980" y="1049442"/>
                  </a:lnTo>
                  <a:lnTo>
                    <a:pt x="1206432" y="1050058"/>
                  </a:lnTo>
                  <a:lnTo>
                    <a:pt x="1207884" y="1050894"/>
                  </a:lnTo>
                  <a:lnTo>
                    <a:pt x="1209335" y="1051381"/>
                  </a:lnTo>
                  <a:lnTo>
                    <a:pt x="1210787" y="1051880"/>
                  </a:lnTo>
                  <a:lnTo>
                    <a:pt x="1212239" y="1052320"/>
                  </a:lnTo>
                  <a:lnTo>
                    <a:pt x="1213691" y="1052791"/>
                  </a:lnTo>
                  <a:lnTo>
                    <a:pt x="1215142" y="1053122"/>
                  </a:lnTo>
                  <a:lnTo>
                    <a:pt x="1216594" y="1053399"/>
                  </a:lnTo>
                  <a:lnTo>
                    <a:pt x="1218046" y="1053705"/>
                  </a:lnTo>
                  <a:lnTo>
                    <a:pt x="1219498" y="1053907"/>
                  </a:lnTo>
                  <a:lnTo>
                    <a:pt x="1220950" y="1054062"/>
                  </a:lnTo>
                  <a:lnTo>
                    <a:pt x="1222401" y="1054904"/>
                  </a:lnTo>
                  <a:lnTo>
                    <a:pt x="1223853" y="1054065"/>
                  </a:lnTo>
                  <a:lnTo>
                    <a:pt x="1225305" y="1053841"/>
                  </a:lnTo>
                  <a:lnTo>
                    <a:pt x="1226757" y="1053396"/>
                  </a:lnTo>
                  <a:lnTo>
                    <a:pt x="1228209" y="1052734"/>
                  </a:lnTo>
                  <a:lnTo>
                    <a:pt x="1229660" y="1051967"/>
                  </a:lnTo>
                  <a:lnTo>
                    <a:pt x="1231112" y="1051833"/>
                  </a:lnTo>
                  <a:lnTo>
                    <a:pt x="1232564" y="1051588"/>
                  </a:lnTo>
                  <a:lnTo>
                    <a:pt x="1234016" y="1050877"/>
                  </a:lnTo>
                  <a:lnTo>
                    <a:pt x="1235467" y="1049742"/>
                  </a:lnTo>
                  <a:lnTo>
                    <a:pt x="1236919" y="1048519"/>
                  </a:lnTo>
                  <a:lnTo>
                    <a:pt x="1238371" y="1046902"/>
                  </a:lnTo>
                  <a:lnTo>
                    <a:pt x="1239823" y="1046279"/>
                  </a:lnTo>
                  <a:lnTo>
                    <a:pt x="1241275" y="1041971"/>
                  </a:lnTo>
                  <a:lnTo>
                    <a:pt x="1242726" y="1039572"/>
                  </a:lnTo>
                  <a:lnTo>
                    <a:pt x="1244178" y="1038308"/>
                  </a:lnTo>
                  <a:lnTo>
                    <a:pt x="1245630" y="1032061"/>
                  </a:lnTo>
                  <a:lnTo>
                    <a:pt x="1247082" y="1025779"/>
                  </a:lnTo>
                  <a:lnTo>
                    <a:pt x="1248533" y="1023284"/>
                  </a:lnTo>
                  <a:lnTo>
                    <a:pt x="1249985" y="1011328"/>
                  </a:lnTo>
                  <a:lnTo>
                    <a:pt x="1251437" y="1007642"/>
                  </a:lnTo>
                  <a:lnTo>
                    <a:pt x="1252889" y="994775"/>
                  </a:lnTo>
                  <a:lnTo>
                    <a:pt x="1254341" y="989760"/>
                  </a:lnTo>
                  <a:lnTo>
                    <a:pt x="1255792" y="999413"/>
                  </a:lnTo>
                  <a:lnTo>
                    <a:pt x="1257244" y="1011290"/>
                  </a:lnTo>
                  <a:lnTo>
                    <a:pt x="1258696" y="1020638"/>
                  </a:lnTo>
                  <a:lnTo>
                    <a:pt x="1260148" y="1025726"/>
                  </a:lnTo>
                  <a:lnTo>
                    <a:pt x="1261600" y="1031985"/>
                  </a:lnTo>
                  <a:lnTo>
                    <a:pt x="1263051" y="1036918"/>
                  </a:lnTo>
                  <a:lnTo>
                    <a:pt x="1264503" y="1038376"/>
                  </a:lnTo>
                  <a:lnTo>
                    <a:pt x="1265955" y="1041859"/>
                  </a:lnTo>
                  <a:lnTo>
                    <a:pt x="1267407" y="1046113"/>
                  </a:lnTo>
                  <a:lnTo>
                    <a:pt x="1268858" y="1046348"/>
                  </a:lnTo>
                  <a:lnTo>
                    <a:pt x="1270310" y="1046990"/>
                  </a:lnTo>
                  <a:lnTo>
                    <a:pt x="1271762" y="1048745"/>
                  </a:lnTo>
                  <a:lnTo>
                    <a:pt x="1273214" y="1050378"/>
                  </a:lnTo>
                  <a:lnTo>
                    <a:pt x="1274666" y="1051394"/>
                  </a:lnTo>
                  <a:lnTo>
                    <a:pt x="1276117" y="1051770"/>
                  </a:lnTo>
                  <a:lnTo>
                    <a:pt x="1277569" y="1054904"/>
                  </a:lnTo>
                  <a:lnTo>
                    <a:pt x="1279021" y="1051880"/>
                  </a:lnTo>
                  <a:lnTo>
                    <a:pt x="1280473" y="1051593"/>
                  </a:lnTo>
                  <a:lnTo>
                    <a:pt x="1281924" y="1051519"/>
                  </a:lnTo>
                  <a:lnTo>
                    <a:pt x="1283376" y="1051474"/>
                  </a:lnTo>
                  <a:lnTo>
                    <a:pt x="1284828" y="1051269"/>
                  </a:lnTo>
                  <a:lnTo>
                    <a:pt x="1286280" y="1051262"/>
                  </a:lnTo>
                  <a:lnTo>
                    <a:pt x="1287732" y="1051199"/>
                  </a:lnTo>
                  <a:lnTo>
                    <a:pt x="1289183" y="1051122"/>
                  </a:lnTo>
                  <a:lnTo>
                    <a:pt x="1290635" y="1050858"/>
                  </a:lnTo>
                  <a:lnTo>
                    <a:pt x="1292087" y="1050777"/>
                  </a:lnTo>
                  <a:lnTo>
                    <a:pt x="1293539" y="1050606"/>
                  </a:lnTo>
                  <a:lnTo>
                    <a:pt x="1294991" y="1050442"/>
                  </a:lnTo>
                  <a:lnTo>
                    <a:pt x="1296442" y="1050344"/>
                  </a:lnTo>
                  <a:lnTo>
                    <a:pt x="1297894" y="1050145"/>
                  </a:lnTo>
                  <a:lnTo>
                    <a:pt x="1299346" y="1049907"/>
                  </a:lnTo>
                  <a:lnTo>
                    <a:pt x="1300798" y="1049380"/>
                  </a:lnTo>
                  <a:lnTo>
                    <a:pt x="1302249" y="1049295"/>
                  </a:lnTo>
                  <a:lnTo>
                    <a:pt x="1303701" y="1049194"/>
                  </a:lnTo>
                  <a:lnTo>
                    <a:pt x="1305153" y="1049095"/>
                  </a:lnTo>
                  <a:lnTo>
                    <a:pt x="1306605" y="1048155"/>
                  </a:lnTo>
                  <a:lnTo>
                    <a:pt x="1308057" y="1047970"/>
                  </a:lnTo>
                  <a:lnTo>
                    <a:pt x="1309508" y="1047796"/>
                  </a:lnTo>
                  <a:lnTo>
                    <a:pt x="1310960" y="1047775"/>
                  </a:lnTo>
                  <a:lnTo>
                    <a:pt x="1312412" y="1047724"/>
                  </a:lnTo>
                  <a:lnTo>
                    <a:pt x="1313864" y="1047327"/>
                  </a:lnTo>
                  <a:lnTo>
                    <a:pt x="1315315" y="1047191"/>
                  </a:lnTo>
                  <a:lnTo>
                    <a:pt x="1316767" y="1046694"/>
                  </a:lnTo>
                  <a:lnTo>
                    <a:pt x="1318219" y="1046634"/>
                  </a:lnTo>
                  <a:lnTo>
                    <a:pt x="1319671" y="1046179"/>
                  </a:lnTo>
                  <a:lnTo>
                    <a:pt x="1321123" y="1046101"/>
                  </a:lnTo>
                  <a:lnTo>
                    <a:pt x="1322574" y="1045516"/>
                  </a:lnTo>
                  <a:lnTo>
                    <a:pt x="1324026" y="1045058"/>
                  </a:lnTo>
                  <a:lnTo>
                    <a:pt x="1325478" y="1044920"/>
                  </a:lnTo>
                  <a:lnTo>
                    <a:pt x="1326930" y="1044229"/>
                  </a:lnTo>
                  <a:lnTo>
                    <a:pt x="1328382" y="1043413"/>
                  </a:lnTo>
                  <a:lnTo>
                    <a:pt x="1329833" y="1043167"/>
                  </a:lnTo>
                  <a:lnTo>
                    <a:pt x="1331285" y="1042695"/>
                  </a:lnTo>
                  <a:lnTo>
                    <a:pt x="1332737" y="1042580"/>
                  </a:lnTo>
                  <a:lnTo>
                    <a:pt x="1334189" y="1042324"/>
                  </a:lnTo>
                  <a:lnTo>
                    <a:pt x="1335640" y="1042103"/>
                  </a:lnTo>
                  <a:lnTo>
                    <a:pt x="1337092" y="1041245"/>
                  </a:lnTo>
                  <a:lnTo>
                    <a:pt x="1338544" y="1041034"/>
                  </a:lnTo>
                  <a:lnTo>
                    <a:pt x="1339996" y="1040736"/>
                  </a:lnTo>
                  <a:lnTo>
                    <a:pt x="1341448" y="1040260"/>
                  </a:lnTo>
                  <a:lnTo>
                    <a:pt x="1342899" y="1040019"/>
                  </a:lnTo>
                  <a:lnTo>
                    <a:pt x="1344351" y="1039393"/>
                  </a:lnTo>
                  <a:lnTo>
                    <a:pt x="1345803" y="1038724"/>
                  </a:lnTo>
                  <a:lnTo>
                    <a:pt x="1347255" y="1037978"/>
                  </a:lnTo>
                  <a:lnTo>
                    <a:pt x="1348706" y="1036614"/>
                  </a:lnTo>
                  <a:lnTo>
                    <a:pt x="1350158" y="1036053"/>
                  </a:lnTo>
                  <a:lnTo>
                    <a:pt x="1351610" y="1035837"/>
                  </a:lnTo>
                  <a:lnTo>
                    <a:pt x="1353062" y="1035560"/>
                  </a:lnTo>
                  <a:lnTo>
                    <a:pt x="1354514" y="1034973"/>
                  </a:lnTo>
                  <a:lnTo>
                    <a:pt x="1355965" y="1034444"/>
                  </a:lnTo>
                  <a:lnTo>
                    <a:pt x="1357417" y="1034105"/>
                  </a:lnTo>
                  <a:lnTo>
                    <a:pt x="1358869" y="1033244"/>
                  </a:lnTo>
                  <a:lnTo>
                    <a:pt x="1360321" y="1032922"/>
                  </a:lnTo>
                  <a:lnTo>
                    <a:pt x="1361773" y="1031993"/>
                  </a:lnTo>
                  <a:lnTo>
                    <a:pt x="1363224" y="1031528"/>
                  </a:lnTo>
                  <a:lnTo>
                    <a:pt x="1364676" y="1030148"/>
                  </a:lnTo>
                  <a:lnTo>
                    <a:pt x="1366128" y="1024154"/>
                  </a:lnTo>
                  <a:lnTo>
                    <a:pt x="1367580" y="1016477"/>
                  </a:lnTo>
                  <a:lnTo>
                    <a:pt x="1369031" y="1009542"/>
                  </a:lnTo>
                  <a:lnTo>
                    <a:pt x="1370483" y="997737"/>
                  </a:lnTo>
                  <a:lnTo>
                    <a:pt x="1371935" y="984367"/>
                  </a:lnTo>
                  <a:lnTo>
                    <a:pt x="1373387" y="970403"/>
                  </a:lnTo>
                  <a:lnTo>
                    <a:pt x="1374839" y="967421"/>
                  </a:lnTo>
                  <a:lnTo>
                    <a:pt x="1376290" y="976890"/>
                  </a:lnTo>
                  <a:lnTo>
                    <a:pt x="1377742" y="993380"/>
                  </a:lnTo>
                  <a:lnTo>
                    <a:pt x="1379194" y="1003744"/>
                  </a:lnTo>
                  <a:lnTo>
                    <a:pt x="1380646" y="1013746"/>
                  </a:lnTo>
                  <a:lnTo>
                    <a:pt x="1382098" y="1020537"/>
                  </a:lnTo>
                  <a:lnTo>
                    <a:pt x="1383549" y="1025846"/>
                  </a:lnTo>
                  <a:lnTo>
                    <a:pt x="1385001" y="1031368"/>
                  </a:lnTo>
                  <a:lnTo>
                    <a:pt x="1386453" y="1031368"/>
                  </a:lnTo>
                  <a:lnTo>
                    <a:pt x="1387905" y="1031368"/>
                  </a:lnTo>
                  <a:lnTo>
                    <a:pt x="1389356" y="1031368"/>
                  </a:lnTo>
                  <a:lnTo>
                    <a:pt x="1390808" y="1031368"/>
                  </a:lnTo>
                  <a:lnTo>
                    <a:pt x="1392260" y="1031369"/>
                  </a:lnTo>
                  <a:lnTo>
                    <a:pt x="1393712" y="1031369"/>
                  </a:lnTo>
                  <a:lnTo>
                    <a:pt x="1395164" y="1031369"/>
                  </a:lnTo>
                  <a:lnTo>
                    <a:pt x="1396615" y="1031369"/>
                  </a:lnTo>
                  <a:lnTo>
                    <a:pt x="1398067" y="1031369"/>
                  </a:lnTo>
                  <a:lnTo>
                    <a:pt x="1399519" y="1031370"/>
                  </a:lnTo>
                  <a:lnTo>
                    <a:pt x="1400971" y="1031370"/>
                  </a:lnTo>
                  <a:lnTo>
                    <a:pt x="1402422" y="1031371"/>
                  </a:lnTo>
                  <a:lnTo>
                    <a:pt x="1403874" y="1031371"/>
                  </a:lnTo>
                  <a:lnTo>
                    <a:pt x="1405326" y="1031371"/>
                  </a:lnTo>
                  <a:lnTo>
                    <a:pt x="1406778" y="1031372"/>
                  </a:lnTo>
                  <a:lnTo>
                    <a:pt x="1408230" y="1031373"/>
                  </a:lnTo>
                  <a:lnTo>
                    <a:pt x="1409681" y="1031373"/>
                  </a:lnTo>
                  <a:lnTo>
                    <a:pt x="1411133" y="1031374"/>
                  </a:lnTo>
                  <a:lnTo>
                    <a:pt x="1412585" y="1031374"/>
                  </a:lnTo>
                  <a:lnTo>
                    <a:pt x="1414037" y="1031375"/>
                  </a:lnTo>
                  <a:lnTo>
                    <a:pt x="1415489" y="1031376"/>
                  </a:lnTo>
                  <a:lnTo>
                    <a:pt x="1416940" y="1031376"/>
                  </a:lnTo>
                  <a:lnTo>
                    <a:pt x="1418392" y="1031377"/>
                  </a:lnTo>
                  <a:lnTo>
                    <a:pt x="1419844" y="1031378"/>
                  </a:lnTo>
                  <a:lnTo>
                    <a:pt x="1421296" y="1031379"/>
                  </a:lnTo>
                  <a:lnTo>
                    <a:pt x="1422747" y="1031380"/>
                  </a:lnTo>
                  <a:lnTo>
                    <a:pt x="1424199" y="1031381"/>
                  </a:lnTo>
                  <a:lnTo>
                    <a:pt x="1425651" y="1031382"/>
                  </a:lnTo>
                  <a:lnTo>
                    <a:pt x="1427103" y="1031383"/>
                  </a:lnTo>
                  <a:lnTo>
                    <a:pt x="1428555" y="1031384"/>
                  </a:lnTo>
                  <a:lnTo>
                    <a:pt x="1430006" y="1031385"/>
                  </a:lnTo>
                  <a:lnTo>
                    <a:pt x="1431458" y="1031386"/>
                  </a:lnTo>
                  <a:lnTo>
                    <a:pt x="1432910" y="1031387"/>
                  </a:lnTo>
                  <a:lnTo>
                    <a:pt x="1434362" y="1031388"/>
                  </a:lnTo>
                  <a:lnTo>
                    <a:pt x="1435813" y="1031389"/>
                  </a:lnTo>
                  <a:lnTo>
                    <a:pt x="1437265" y="1031390"/>
                  </a:lnTo>
                  <a:lnTo>
                    <a:pt x="1438717" y="1031392"/>
                  </a:lnTo>
                  <a:lnTo>
                    <a:pt x="1440169" y="1031393"/>
                  </a:lnTo>
                  <a:lnTo>
                    <a:pt x="1441621" y="1031394"/>
                  </a:lnTo>
                  <a:lnTo>
                    <a:pt x="1443072" y="1031396"/>
                  </a:lnTo>
                  <a:lnTo>
                    <a:pt x="1444524" y="1031397"/>
                  </a:lnTo>
                  <a:lnTo>
                    <a:pt x="1445976" y="1031399"/>
                  </a:lnTo>
                  <a:lnTo>
                    <a:pt x="1447428" y="1031400"/>
                  </a:lnTo>
                  <a:lnTo>
                    <a:pt x="1448880" y="1031402"/>
                  </a:lnTo>
                  <a:lnTo>
                    <a:pt x="1450331" y="1031403"/>
                  </a:lnTo>
                  <a:lnTo>
                    <a:pt x="1451783" y="1031405"/>
                  </a:lnTo>
                  <a:lnTo>
                    <a:pt x="1453235" y="1031406"/>
                  </a:lnTo>
                  <a:lnTo>
                    <a:pt x="1454687" y="1031408"/>
                  </a:lnTo>
                  <a:lnTo>
                    <a:pt x="1456138" y="1031410"/>
                  </a:lnTo>
                  <a:lnTo>
                    <a:pt x="1457590" y="1031411"/>
                  </a:lnTo>
                  <a:lnTo>
                    <a:pt x="1459042" y="1031413"/>
                  </a:lnTo>
                  <a:lnTo>
                    <a:pt x="1460494" y="1031415"/>
                  </a:lnTo>
                  <a:lnTo>
                    <a:pt x="1461946" y="1031417"/>
                  </a:lnTo>
                  <a:lnTo>
                    <a:pt x="1463397" y="1031418"/>
                  </a:lnTo>
                  <a:lnTo>
                    <a:pt x="1464849" y="1031420"/>
                  </a:lnTo>
                  <a:lnTo>
                    <a:pt x="1466301" y="1031422"/>
                  </a:lnTo>
                  <a:lnTo>
                    <a:pt x="1467753" y="1031424"/>
                  </a:lnTo>
                  <a:lnTo>
                    <a:pt x="1469204" y="1031426"/>
                  </a:lnTo>
                  <a:lnTo>
                    <a:pt x="1470656" y="1031428"/>
                  </a:lnTo>
                  <a:lnTo>
                    <a:pt x="1472108" y="1031430"/>
                  </a:lnTo>
                  <a:lnTo>
                    <a:pt x="1473560" y="1031432"/>
                  </a:lnTo>
                  <a:lnTo>
                    <a:pt x="1475012" y="1031434"/>
                  </a:lnTo>
                  <a:lnTo>
                    <a:pt x="1476463" y="1031437"/>
                  </a:lnTo>
                  <a:lnTo>
                    <a:pt x="1477915" y="1031439"/>
                  </a:lnTo>
                  <a:lnTo>
                    <a:pt x="1479367" y="1031441"/>
                  </a:lnTo>
                  <a:lnTo>
                    <a:pt x="1480819" y="1031443"/>
                  </a:lnTo>
                  <a:lnTo>
                    <a:pt x="1482271" y="1031446"/>
                  </a:lnTo>
                  <a:lnTo>
                    <a:pt x="1483722" y="1031448"/>
                  </a:lnTo>
                  <a:lnTo>
                    <a:pt x="1485174" y="1031450"/>
                  </a:lnTo>
                  <a:lnTo>
                    <a:pt x="1486626" y="1031453"/>
                  </a:lnTo>
                  <a:lnTo>
                    <a:pt x="1488078" y="1054904"/>
                  </a:lnTo>
                  <a:lnTo>
                    <a:pt x="1489529" y="1031345"/>
                  </a:lnTo>
                  <a:lnTo>
                    <a:pt x="1490981" y="1031236"/>
                  </a:lnTo>
                  <a:lnTo>
                    <a:pt x="1492433" y="1031129"/>
                  </a:lnTo>
                  <a:lnTo>
                    <a:pt x="1493885" y="1031024"/>
                  </a:lnTo>
                  <a:lnTo>
                    <a:pt x="1495337" y="1030920"/>
                  </a:lnTo>
                  <a:lnTo>
                    <a:pt x="1496788" y="1030817"/>
                  </a:lnTo>
                  <a:lnTo>
                    <a:pt x="1498240" y="1030716"/>
                  </a:lnTo>
                  <a:lnTo>
                    <a:pt x="1499692" y="1030617"/>
                  </a:lnTo>
                  <a:lnTo>
                    <a:pt x="1501144" y="1030519"/>
                  </a:lnTo>
                  <a:lnTo>
                    <a:pt x="1502596" y="1030423"/>
                  </a:lnTo>
                  <a:lnTo>
                    <a:pt x="1504047" y="1030329"/>
                  </a:lnTo>
                  <a:lnTo>
                    <a:pt x="1505499" y="1030236"/>
                  </a:lnTo>
                  <a:lnTo>
                    <a:pt x="1506951" y="1030144"/>
                  </a:lnTo>
                  <a:lnTo>
                    <a:pt x="1508403" y="1030054"/>
                  </a:lnTo>
                  <a:lnTo>
                    <a:pt x="1509854" y="1029966"/>
                  </a:lnTo>
                  <a:lnTo>
                    <a:pt x="1511306" y="1029879"/>
                  </a:lnTo>
                  <a:lnTo>
                    <a:pt x="1512758" y="1029794"/>
                  </a:lnTo>
                  <a:lnTo>
                    <a:pt x="1514210" y="1029710"/>
                  </a:lnTo>
                  <a:lnTo>
                    <a:pt x="1515662" y="1029628"/>
                  </a:lnTo>
                  <a:lnTo>
                    <a:pt x="1517113" y="1029548"/>
                  </a:lnTo>
                  <a:lnTo>
                    <a:pt x="1518565" y="1029469"/>
                  </a:lnTo>
                  <a:lnTo>
                    <a:pt x="1520017" y="1029391"/>
                  </a:lnTo>
                  <a:lnTo>
                    <a:pt x="1521469" y="1029316"/>
                  </a:lnTo>
                  <a:lnTo>
                    <a:pt x="1522920" y="1029241"/>
                  </a:lnTo>
                  <a:lnTo>
                    <a:pt x="1524372" y="1029169"/>
                  </a:lnTo>
                  <a:lnTo>
                    <a:pt x="1525824" y="1029097"/>
                  </a:lnTo>
                  <a:lnTo>
                    <a:pt x="1527276" y="1029028"/>
                  </a:lnTo>
                  <a:lnTo>
                    <a:pt x="1528728" y="1028960"/>
                  </a:lnTo>
                  <a:lnTo>
                    <a:pt x="1530179" y="1028893"/>
                  </a:lnTo>
                  <a:lnTo>
                    <a:pt x="1531631" y="1028829"/>
                  </a:lnTo>
                  <a:lnTo>
                    <a:pt x="1533083" y="1028765"/>
                  </a:lnTo>
                  <a:lnTo>
                    <a:pt x="1534535" y="1028704"/>
                  </a:lnTo>
                  <a:lnTo>
                    <a:pt x="1535987" y="1028643"/>
                  </a:lnTo>
                  <a:lnTo>
                    <a:pt x="1537438" y="1028585"/>
                  </a:lnTo>
                  <a:lnTo>
                    <a:pt x="1538890" y="1028528"/>
                  </a:lnTo>
                  <a:lnTo>
                    <a:pt x="1540342" y="1028472"/>
                  </a:lnTo>
                  <a:lnTo>
                    <a:pt x="1541794" y="1028418"/>
                  </a:lnTo>
                  <a:lnTo>
                    <a:pt x="1543245" y="1028366"/>
                  </a:lnTo>
                  <a:lnTo>
                    <a:pt x="1544697" y="1028315"/>
                  </a:lnTo>
                  <a:lnTo>
                    <a:pt x="1546149" y="1028266"/>
                  </a:lnTo>
                  <a:lnTo>
                    <a:pt x="1547601" y="1028218"/>
                  </a:lnTo>
                  <a:lnTo>
                    <a:pt x="1549053" y="1028172"/>
                  </a:lnTo>
                  <a:lnTo>
                    <a:pt x="1550504" y="1028127"/>
                  </a:lnTo>
                  <a:lnTo>
                    <a:pt x="1551956" y="1028084"/>
                  </a:lnTo>
                  <a:lnTo>
                    <a:pt x="1553408" y="1028043"/>
                  </a:lnTo>
                  <a:lnTo>
                    <a:pt x="1554860" y="1028003"/>
                  </a:lnTo>
                  <a:lnTo>
                    <a:pt x="1556311" y="1027965"/>
                  </a:lnTo>
                  <a:lnTo>
                    <a:pt x="1557763" y="1027928"/>
                  </a:lnTo>
                  <a:lnTo>
                    <a:pt x="1559215" y="1027893"/>
                  </a:lnTo>
                  <a:lnTo>
                    <a:pt x="1560667" y="1027859"/>
                  </a:lnTo>
                  <a:lnTo>
                    <a:pt x="1562119" y="1027827"/>
                  </a:lnTo>
                  <a:lnTo>
                    <a:pt x="1563570" y="1027797"/>
                  </a:lnTo>
                  <a:lnTo>
                    <a:pt x="1565022" y="1027768"/>
                  </a:lnTo>
                  <a:lnTo>
                    <a:pt x="1566474" y="1027740"/>
                  </a:lnTo>
                  <a:lnTo>
                    <a:pt x="1567926" y="1027715"/>
                  </a:lnTo>
                  <a:lnTo>
                    <a:pt x="1569378" y="1027690"/>
                  </a:lnTo>
                  <a:lnTo>
                    <a:pt x="1570829" y="1027668"/>
                  </a:lnTo>
                  <a:lnTo>
                    <a:pt x="1572281" y="1027647"/>
                  </a:lnTo>
                  <a:lnTo>
                    <a:pt x="1573733" y="1027627"/>
                  </a:lnTo>
                  <a:lnTo>
                    <a:pt x="1575185" y="1027609"/>
                  </a:lnTo>
                  <a:lnTo>
                    <a:pt x="1576636" y="1027593"/>
                  </a:lnTo>
                  <a:lnTo>
                    <a:pt x="1578088" y="1027578"/>
                  </a:lnTo>
                  <a:lnTo>
                    <a:pt x="1579540" y="1027565"/>
                  </a:lnTo>
                  <a:lnTo>
                    <a:pt x="1580992" y="1027553"/>
                  </a:lnTo>
                  <a:lnTo>
                    <a:pt x="1582444" y="1027543"/>
                  </a:lnTo>
                  <a:lnTo>
                    <a:pt x="1583895" y="1027534"/>
                  </a:lnTo>
                  <a:lnTo>
                    <a:pt x="1585347" y="1027527"/>
                  </a:lnTo>
                  <a:lnTo>
                    <a:pt x="1586799" y="1027522"/>
                  </a:lnTo>
                  <a:lnTo>
                    <a:pt x="1588251" y="1027518"/>
                  </a:lnTo>
                  <a:lnTo>
                    <a:pt x="1589702" y="1027515"/>
                  </a:lnTo>
                  <a:lnTo>
                    <a:pt x="1591154" y="1027515"/>
                  </a:lnTo>
                  <a:lnTo>
                    <a:pt x="1592606" y="1026274"/>
                  </a:lnTo>
                  <a:lnTo>
                    <a:pt x="1594058" y="1029127"/>
                  </a:lnTo>
                  <a:lnTo>
                    <a:pt x="1595510" y="1031339"/>
                  </a:lnTo>
                  <a:lnTo>
                    <a:pt x="1596961" y="1031528"/>
                  </a:lnTo>
                  <a:lnTo>
                    <a:pt x="1598413" y="1051880"/>
                  </a:lnTo>
                  <a:lnTo>
                    <a:pt x="1599865" y="1051967"/>
                  </a:lnTo>
                  <a:lnTo>
                    <a:pt x="1601317" y="1054065"/>
                  </a:lnTo>
                  <a:lnTo>
                    <a:pt x="1602769" y="1054904"/>
                  </a:lnTo>
                  <a:lnTo>
                    <a:pt x="1604220" y="1054062"/>
                  </a:lnTo>
                  <a:lnTo>
                    <a:pt x="1605672" y="1053206"/>
                  </a:lnTo>
                  <a:lnTo>
                    <a:pt x="1607124" y="1051688"/>
                  </a:lnTo>
                  <a:lnTo>
                    <a:pt x="1608576" y="1049442"/>
                  </a:lnTo>
                  <a:lnTo>
                    <a:pt x="1610027" y="1045606"/>
                  </a:lnTo>
                  <a:lnTo>
                    <a:pt x="1611479" y="1040847"/>
                  </a:lnTo>
                  <a:lnTo>
                    <a:pt x="1612931" y="1034734"/>
                  </a:lnTo>
                  <a:lnTo>
                    <a:pt x="1614383" y="1034207"/>
                  </a:lnTo>
                  <a:lnTo>
                    <a:pt x="1615835" y="1016256"/>
                  </a:lnTo>
                  <a:lnTo>
                    <a:pt x="1617286" y="992290"/>
                  </a:lnTo>
                  <a:lnTo>
                    <a:pt x="1618738" y="991624"/>
                  </a:lnTo>
                  <a:lnTo>
                    <a:pt x="1620190" y="970870"/>
                  </a:lnTo>
                  <a:lnTo>
                    <a:pt x="1621642" y="937742"/>
                  </a:lnTo>
                  <a:lnTo>
                    <a:pt x="1623094" y="894495"/>
                  </a:lnTo>
                  <a:lnTo>
                    <a:pt x="1624545" y="840246"/>
                  </a:lnTo>
                  <a:lnTo>
                    <a:pt x="1625997" y="807100"/>
                  </a:lnTo>
                  <a:lnTo>
                    <a:pt x="1627449" y="803555"/>
                  </a:lnTo>
                  <a:lnTo>
                    <a:pt x="1628901" y="830450"/>
                  </a:lnTo>
                  <a:lnTo>
                    <a:pt x="1630352" y="840246"/>
                  </a:lnTo>
                  <a:lnTo>
                    <a:pt x="1631804" y="841585"/>
                  </a:lnTo>
                  <a:lnTo>
                    <a:pt x="1633256" y="842775"/>
                  </a:lnTo>
                  <a:lnTo>
                    <a:pt x="1634708" y="844588"/>
                  </a:lnTo>
                  <a:lnTo>
                    <a:pt x="1636160" y="847141"/>
                  </a:lnTo>
                  <a:lnTo>
                    <a:pt x="1637611" y="848720"/>
                  </a:lnTo>
                  <a:lnTo>
                    <a:pt x="1639063" y="849522"/>
                  </a:lnTo>
                  <a:lnTo>
                    <a:pt x="1640515" y="849898"/>
                  </a:lnTo>
                  <a:lnTo>
                    <a:pt x="1641967" y="849991"/>
                  </a:lnTo>
                  <a:lnTo>
                    <a:pt x="1643418" y="850203"/>
                  </a:lnTo>
                  <a:lnTo>
                    <a:pt x="1644870" y="851272"/>
                  </a:lnTo>
                  <a:lnTo>
                    <a:pt x="1646322" y="851390"/>
                  </a:lnTo>
                  <a:lnTo>
                    <a:pt x="1647774" y="853655"/>
                  </a:lnTo>
                  <a:lnTo>
                    <a:pt x="1649226" y="854438"/>
                  </a:lnTo>
                  <a:lnTo>
                    <a:pt x="1650677" y="856462"/>
                  </a:lnTo>
                  <a:lnTo>
                    <a:pt x="1652129" y="857232"/>
                  </a:lnTo>
                  <a:lnTo>
                    <a:pt x="1653581" y="857254"/>
                  </a:lnTo>
                  <a:lnTo>
                    <a:pt x="1655033" y="859211"/>
                  </a:lnTo>
                  <a:lnTo>
                    <a:pt x="1656485" y="860139"/>
                  </a:lnTo>
                  <a:lnTo>
                    <a:pt x="1657936" y="862051"/>
                  </a:lnTo>
                  <a:lnTo>
                    <a:pt x="1659388" y="862183"/>
                  </a:lnTo>
                  <a:lnTo>
                    <a:pt x="1660840" y="863426"/>
                  </a:lnTo>
                  <a:lnTo>
                    <a:pt x="1662292" y="864966"/>
                  </a:lnTo>
                  <a:lnTo>
                    <a:pt x="1663743" y="866115"/>
                  </a:lnTo>
                  <a:lnTo>
                    <a:pt x="1665195" y="867772"/>
                  </a:lnTo>
                  <a:lnTo>
                    <a:pt x="1666647" y="870415"/>
                  </a:lnTo>
                  <a:lnTo>
                    <a:pt x="1668099" y="870798"/>
                  </a:lnTo>
                  <a:lnTo>
                    <a:pt x="1669551" y="872372"/>
                  </a:lnTo>
                  <a:lnTo>
                    <a:pt x="1671002" y="874296"/>
                  </a:lnTo>
                  <a:lnTo>
                    <a:pt x="1672454" y="876940"/>
                  </a:lnTo>
                  <a:lnTo>
                    <a:pt x="1673906" y="877367"/>
                  </a:lnTo>
                  <a:lnTo>
                    <a:pt x="1675358" y="879834"/>
                  </a:lnTo>
                  <a:lnTo>
                    <a:pt x="1676809" y="880404"/>
                  </a:lnTo>
                  <a:lnTo>
                    <a:pt x="1678261" y="880645"/>
                  </a:lnTo>
                  <a:lnTo>
                    <a:pt x="1679713" y="881099"/>
                  </a:lnTo>
                  <a:lnTo>
                    <a:pt x="1681165" y="883064"/>
                  </a:lnTo>
                  <a:lnTo>
                    <a:pt x="1682617" y="883492"/>
                  </a:lnTo>
                  <a:lnTo>
                    <a:pt x="1684068" y="885342"/>
                  </a:lnTo>
                  <a:lnTo>
                    <a:pt x="1685520" y="887493"/>
                  </a:lnTo>
                  <a:lnTo>
                    <a:pt x="1686972" y="890465"/>
                  </a:lnTo>
                  <a:lnTo>
                    <a:pt x="1688424" y="890914"/>
                  </a:lnTo>
                  <a:lnTo>
                    <a:pt x="1689876" y="890973"/>
                  </a:lnTo>
                  <a:lnTo>
                    <a:pt x="1691327" y="892768"/>
                  </a:lnTo>
                  <a:lnTo>
                    <a:pt x="1692779" y="894276"/>
                  </a:lnTo>
                  <a:lnTo>
                    <a:pt x="1694231" y="894495"/>
                  </a:lnTo>
                  <a:lnTo>
                    <a:pt x="1695683" y="895619"/>
                  </a:lnTo>
                  <a:lnTo>
                    <a:pt x="1697134" y="896508"/>
                  </a:lnTo>
                  <a:lnTo>
                    <a:pt x="1698586" y="897585"/>
                  </a:lnTo>
                  <a:lnTo>
                    <a:pt x="1700038" y="897988"/>
                  </a:lnTo>
                  <a:lnTo>
                    <a:pt x="1701490" y="900245"/>
                  </a:lnTo>
                  <a:lnTo>
                    <a:pt x="1702942" y="900676"/>
                  </a:lnTo>
                  <a:lnTo>
                    <a:pt x="1704393" y="900710"/>
                  </a:lnTo>
                  <a:lnTo>
                    <a:pt x="1705845" y="902447"/>
                  </a:lnTo>
                  <a:lnTo>
                    <a:pt x="1707297" y="903504"/>
                  </a:lnTo>
                  <a:lnTo>
                    <a:pt x="1708749" y="904248"/>
                  </a:lnTo>
                  <a:lnTo>
                    <a:pt x="1710200" y="904455"/>
                  </a:lnTo>
                  <a:lnTo>
                    <a:pt x="1711652" y="905940"/>
                  </a:lnTo>
                  <a:lnTo>
                    <a:pt x="1713104" y="907571"/>
                  </a:lnTo>
                  <a:lnTo>
                    <a:pt x="1714556" y="907590"/>
                  </a:lnTo>
                  <a:lnTo>
                    <a:pt x="1716008" y="907840"/>
                  </a:lnTo>
                  <a:lnTo>
                    <a:pt x="1717459" y="909539"/>
                  </a:lnTo>
                  <a:lnTo>
                    <a:pt x="1718911" y="910768"/>
                  </a:lnTo>
                  <a:lnTo>
                    <a:pt x="1720363" y="912240"/>
                  </a:lnTo>
                  <a:lnTo>
                    <a:pt x="1721815" y="912551"/>
                  </a:lnTo>
                  <a:lnTo>
                    <a:pt x="1723267" y="914351"/>
                  </a:lnTo>
                  <a:lnTo>
                    <a:pt x="1724718" y="914516"/>
                  </a:lnTo>
                  <a:lnTo>
                    <a:pt x="1726170" y="914662"/>
                  </a:lnTo>
                  <a:lnTo>
                    <a:pt x="1727622" y="915504"/>
                  </a:lnTo>
                  <a:lnTo>
                    <a:pt x="1729074" y="916494"/>
                  </a:lnTo>
                  <a:lnTo>
                    <a:pt x="1730525" y="918878"/>
                  </a:lnTo>
                  <a:lnTo>
                    <a:pt x="1731977" y="921781"/>
                  </a:lnTo>
                  <a:lnTo>
                    <a:pt x="1733429" y="922957"/>
                  </a:lnTo>
                  <a:lnTo>
                    <a:pt x="1734881" y="923087"/>
                  </a:lnTo>
                  <a:lnTo>
                    <a:pt x="1736333" y="923320"/>
                  </a:lnTo>
                  <a:lnTo>
                    <a:pt x="1737784" y="924623"/>
                  </a:lnTo>
                  <a:lnTo>
                    <a:pt x="1739236" y="926335"/>
                  </a:lnTo>
                  <a:lnTo>
                    <a:pt x="1740688" y="927703"/>
                  </a:lnTo>
                  <a:lnTo>
                    <a:pt x="1742140" y="928249"/>
                  </a:lnTo>
                  <a:lnTo>
                    <a:pt x="1743591" y="930540"/>
                  </a:lnTo>
                  <a:lnTo>
                    <a:pt x="1745043" y="930665"/>
                  </a:lnTo>
                  <a:lnTo>
                    <a:pt x="1746495" y="931534"/>
                  </a:lnTo>
                  <a:lnTo>
                    <a:pt x="1747947" y="931773"/>
                  </a:lnTo>
                  <a:lnTo>
                    <a:pt x="1749399" y="932330"/>
                  </a:lnTo>
                  <a:lnTo>
                    <a:pt x="1750850" y="932895"/>
                  </a:lnTo>
                  <a:lnTo>
                    <a:pt x="1752302" y="933349"/>
                  </a:lnTo>
                  <a:lnTo>
                    <a:pt x="1753754" y="934389"/>
                  </a:lnTo>
                  <a:lnTo>
                    <a:pt x="1755206" y="936402"/>
                  </a:lnTo>
                  <a:lnTo>
                    <a:pt x="1756658" y="937289"/>
                  </a:lnTo>
                  <a:lnTo>
                    <a:pt x="1758109" y="939368"/>
                  </a:lnTo>
                  <a:lnTo>
                    <a:pt x="1759561" y="940015"/>
                  </a:lnTo>
                  <a:lnTo>
                    <a:pt x="1761013" y="940174"/>
                  </a:lnTo>
                  <a:lnTo>
                    <a:pt x="1762465" y="941204"/>
                  </a:lnTo>
                  <a:lnTo>
                    <a:pt x="1763916" y="941993"/>
                  </a:lnTo>
                  <a:lnTo>
                    <a:pt x="1765368" y="942371"/>
                  </a:lnTo>
                  <a:lnTo>
                    <a:pt x="1766820" y="942471"/>
                  </a:lnTo>
                  <a:lnTo>
                    <a:pt x="1768272" y="942631"/>
                  </a:lnTo>
                  <a:lnTo>
                    <a:pt x="1769724" y="944039"/>
                  </a:lnTo>
                  <a:lnTo>
                    <a:pt x="1771175" y="944492"/>
                  </a:lnTo>
                  <a:lnTo>
                    <a:pt x="1772627" y="945125"/>
                  </a:lnTo>
                  <a:lnTo>
                    <a:pt x="1774079" y="945691"/>
                  </a:lnTo>
                  <a:lnTo>
                    <a:pt x="1775531" y="946203"/>
                  </a:lnTo>
                  <a:lnTo>
                    <a:pt x="1776983" y="948198"/>
                  </a:lnTo>
                  <a:lnTo>
                    <a:pt x="1778434" y="949580"/>
                  </a:lnTo>
                  <a:lnTo>
                    <a:pt x="1779886" y="950135"/>
                  </a:lnTo>
                  <a:lnTo>
                    <a:pt x="1781338" y="950843"/>
                  </a:lnTo>
                  <a:lnTo>
                    <a:pt x="1782790" y="951815"/>
                  </a:lnTo>
                  <a:lnTo>
                    <a:pt x="1784241" y="952394"/>
                  </a:lnTo>
                  <a:lnTo>
                    <a:pt x="1785693" y="952741"/>
                  </a:lnTo>
                  <a:lnTo>
                    <a:pt x="1787145" y="953928"/>
                  </a:lnTo>
                  <a:lnTo>
                    <a:pt x="1788597" y="954559"/>
                  </a:lnTo>
                  <a:lnTo>
                    <a:pt x="1790049" y="955370"/>
                  </a:lnTo>
                  <a:lnTo>
                    <a:pt x="1791500" y="955374"/>
                  </a:lnTo>
                  <a:lnTo>
                    <a:pt x="1792952" y="956171"/>
                  </a:lnTo>
                  <a:lnTo>
                    <a:pt x="1794404" y="957375"/>
                  </a:lnTo>
                  <a:lnTo>
                    <a:pt x="1795856" y="957487"/>
                  </a:lnTo>
                  <a:lnTo>
                    <a:pt x="1797307" y="957783"/>
                  </a:lnTo>
                  <a:lnTo>
                    <a:pt x="1798759" y="959369"/>
                  </a:lnTo>
                  <a:lnTo>
                    <a:pt x="1800211" y="960502"/>
                  </a:lnTo>
                  <a:lnTo>
                    <a:pt x="1801663" y="960562"/>
                  </a:lnTo>
                  <a:lnTo>
                    <a:pt x="1803115" y="961493"/>
                  </a:lnTo>
                  <a:lnTo>
                    <a:pt x="1804566" y="961944"/>
                  </a:lnTo>
                  <a:lnTo>
                    <a:pt x="1806018" y="962415"/>
                  </a:lnTo>
                  <a:lnTo>
                    <a:pt x="1807470" y="962656"/>
                  </a:lnTo>
                  <a:lnTo>
                    <a:pt x="1808922" y="963898"/>
                  </a:lnTo>
                  <a:lnTo>
                    <a:pt x="1810374" y="964523"/>
                  </a:lnTo>
                  <a:lnTo>
                    <a:pt x="1811825" y="965242"/>
                  </a:lnTo>
                  <a:lnTo>
                    <a:pt x="1813277" y="966505"/>
                  </a:lnTo>
                  <a:lnTo>
                    <a:pt x="1814729" y="966835"/>
                  </a:lnTo>
                  <a:lnTo>
                    <a:pt x="1816181" y="969196"/>
                  </a:lnTo>
                  <a:lnTo>
                    <a:pt x="1817632" y="970484"/>
                  </a:lnTo>
                  <a:lnTo>
                    <a:pt x="1819084" y="970624"/>
                  </a:lnTo>
                  <a:lnTo>
                    <a:pt x="1820536" y="970870"/>
                  </a:lnTo>
                  <a:lnTo>
                    <a:pt x="1821988" y="970968"/>
                  </a:lnTo>
                  <a:lnTo>
                    <a:pt x="1823440" y="971506"/>
                  </a:lnTo>
                  <a:lnTo>
                    <a:pt x="1824891" y="972245"/>
                  </a:lnTo>
                  <a:lnTo>
                    <a:pt x="1826343" y="973513"/>
                  </a:lnTo>
                  <a:lnTo>
                    <a:pt x="1827795" y="973678"/>
                  </a:lnTo>
                  <a:lnTo>
                    <a:pt x="1829247" y="974258"/>
                  </a:lnTo>
                  <a:lnTo>
                    <a:pt x="1830698" y="974516"/>
                  </a:lnTo>
                  <a:lnTo>
                    <a:pt x="1832150" y="975172"/>
                  </a:lnTo>
                  <a:lnTo>
                    <a:pt x="1833602" y="975425"/>
                  </a:lnTo>
                  <a:lnTo>
                    <a:pt x="1835054" y="975977"/>
                  </a:lnTo>
                  <a:lnTo>
                    <a:pt x="1836506" y="976250"/>
                  </a:lnTo>
                  <a:lnTo>
                    <a:pt x="1837957" y="978296"/>
                  </a:lnTo>
                  <a:lnTo>
                    <a:pt x="1839409" y="979370"/>
                  </a:lnTo>
                  <a:lnTo>
                    <a:pt x="1840861" y="979652"/>
                  </a:lnTo>
                  <a:lnTo>
                    <a:pt x="1842313" y="979671"/>
                  </a:lnTo>
                  <a:lnTo>
                    <a:pt x="1843765" y="979928"/>
                  </a:lnTo>
                  <a:lnTo>
                    <a:pt x="1845216" y="980201"/>
                  </a:lnTo>
                  <a:lnTo>
                    <a:pt x="1846668" y="980773"/>
                  </a:lnTo>
                  <a:lnTo>
                    <a:pt x="1848120" y="982118"/>
                  </a:lnTo>
                  <a:lnTo>
                    <a:pt x="1849572" y="982936"/>
                  </a:lnTo>
                  <a:lnTo>
                    <a:pt x="1851023" y="983479"/>
                  </a:lnTo>
                  <a:lnTo>
                    <a:pt x="1852475" y="984159"/>
                  </a:lnTo>
                  <a:lnTo>
                    <a:pt x="1853927" y="984301"/>
                  </a:lnTo>
                  <a:lnTo>
                    <a:pt x="1855379" y="984364"/>
                  </a:lnTo>
                  <a:lnTo>
                    <a:pt x="1856831" y="984383"/>
                  </a:lnTo>
                  <a:lnTo>
                    <a:pt x="1858282" y="984781"/>
                  </a:lnTo>
                  <a:lnTo>
                    <a:pt x="1859734" y="984884"/>
                  </a:lnTo>
                  <a:lnTo>
                    <a:pt x="1861186" y="985486"/>
                  </a:lnTo>
                  <a:lnTo>
                    <a:pt x="1862638" y="985561"/>
                  </a:lnTo>
                  <a:lnTo>
                    <a:pt x="1864089" y="985780"/>
                  </a:lnTo>
                  <a:lnTo>
                    <a:pt x="1865541" y="986300"/>
                  </a:lnTo>
                  <a:lnTo>
                    <a:pt x="1866993" y="986379"/>
                  </a:lnTo>
                  <a:lnTo>
                    <a:pt x="1868445" y="987271"/>
                  </a:lnTo>
                  <a:lnTo>
                    <a:pt x="1869897" y="987544"/>
                  </a:lnTo>
                  <a:lnTo>
                    <a:pt x="1871348" y="988563"/>
                  </a:lnTo>
                  <a:lnTo>
                    <a:pt x="1872800" y="988594"/>
                  </a:lnTo>
                  <a:lnTo>
                    <a:pt x="1874252" y="989326"/>
                  </a:lnTo>
                  <a:lnTo>
                    <a:pt x="1875704" y="989421"/>
                  </a:lnTo>
                  <a:lnTo>
                    <a:pt x="1877156" y="989841"/>
                  </a:lnTo>
                  <a:lnTo>
                    <a:pt x="1878607" y="990179"/>
                  </a:lnTo>
                  <a:lnTo>
                    <a:pt x="1880059" y="990209"/>
                  </a:lnTo>
                  <a:lnTo>
                    <a:pt x="1881511" y="990756"/>
                  </a:lnTo>
                  <a:lnTo>
                    <a:pt x="1882963" y="990771"/>
                  </a:lnTo>
                  <a:lnTo>
                    <a:pt x="1884414" y="991624"/>
                  </a:lnTo>
                  <a:lnTo>
                    <a:pt x="1885866" y="992290"/>
                  </a:lnTo>
                  <a:lnTo>
                    <a:pt x="1887318" y="993106"/>
                  </a:lnTo>
                  <a:lnTo>
                    <a:pt x="1888770" y="993369"/>
                  </a:lnTo>
                  <a:lnTo>
                    <a:pt x="1890222" y="993670"/>
                  </a:lnTo>
                  <a:lnTo>
                    <a:pt x="1891673" y="994203"/>
                  </a:lnTo>
                  <a:lnTo>
                    <a:pt x="1893125" y="994770"/>
                  </a:lnTo>
                  <a:lnTo>
                    <a:pt x="1894577" y="995426"/>
                  </a:lnTo>
                  <a:lnTo>
                    <a:pt x="1896029" y="995916"/>
                  </a:lnTo>
                  <a:lnTo>
                    <a:pt x="1897481" y="996260"/>
                  </a:lnTo>
                  <a:lnTo>
                    <a:pt x="1898932" y="996459"/>
                  </a:lnTo>
                  <a:lnTo>
                    <a:pt x="1900384" y="996531"/>
                  </a:lnTo>
                  <a:lnTo>
                    <a:pt x="1901836" y="996630"/>
                  </a:lnTo>
                  <a:lnTo>
                    <a:pt x="1903288" y="997113"/>
                  </a:lnTo>
                  <a:lnTo>
                    <a:pt x="1904739" y="997282"/>
                  </a:lnTo>
                  <a:lnTo>
                    <a:pt x="1906191" y="997808"/>
                  </a:lnTo>
                  <a:lnTo>
                    <a:pt x="1907643" y="998020"/>
                  </a:lnTo>
                  <a:lnTo>
                    <a:pt x="1909095" y="998222"/>
                  </a:lnTo>
                  <a:lnTo>
                    <a:pt x="1910547" y="998549"/>
                  </a:lnTo>
                  <a:lnTo>
                    <a:pt x="1911998" y="998688"/>
                  </a:lnTo>
                  <a:lnTo>
                    <a:pt x="1913450" y="999551"/>
                  </a:lnTo>
                  <a:lnTo>
                    <a:pt x="1914902" y="999733"/>
                  </a:lnTo>
                  <a:lnTo>
                    <a:pt x="1916354" y="999926"/>
                  </a:lnTo>
                  <a:lnTo>
                    <a:pt x="1917805" y="1000273"/>
                  </a:lnTo>
                  <a:lnTo>
                    <a:pt x="1919257" y="1000615"/>
                  </a:lnTo>
                  <a:lnTo>
                    <a:pt x="1920709" y="1000858"/>
                  </a:lnTo>
                  <a:lnTo>
                    <a:pt x="1922161" y="1001142"/>
                  </a:lnTo>
                  <a:lnTo>
                    <a:pt x="1923613" y="1002085"/>
                  </a:lnTo>
                  <a:lnTo>
                    <a:pt x="1925064" y="1002104"/>
                  </a:lnTo>
                  <a:lnTo>
                    <a:pt x="1926516" y="1002494"/>
                  </a:lnTo>
                  <a:lnTo>
                    <a:pt x="1927968" y="1002834"/>
                  </a:lnTo>
                  <a:lnTo>
                    <a:pt x="1929420" y="1003437"/>
                  </a:lnTo>
                  <a:lnTo>
                    <a:pt x="1930872" y="1004361"/>
                  </a:lnTo>
                  <a:lnTo>
                    <a:pt x="1932323" y="1004466"/>
                  </a:lnTo>
                  <a:lnTo>
                    <a:pt x="1933775" y="1005209"/>
                  </a:lnTo>
                  <a:lnTo>
                    <a:pt x="1935227" y="1005267"/>
                  </a:lnTo>
                  <a:lnTo>
                    <a:pt x="1936679" y="1005587"/>
                  </a:lnTo>
                  <a:lnTo>
                    <a:pt x="1938130" y="1006422"/>
                  </a:lnTo>
                  <a:lnTo>
                    <a:pt x="1939582" y="1007059"/>
                  </a:lnTo>
                  <a:lnTo>
                    <a:pt x="1941034" y="1007175"/>
                  </a:lnTo>
                  <a:lnTo>
                    <a:pt x="1942486" y="1007766"/>
                  </a:lnTo>
                  <a:lnTo>
                    <a:pt x="1943938" y="1007930"/>
                  </a:lnTo>
                  <a:lnTo>
                    <a:pt x="1945389" y="1007978"/>
                  </a:lnTo>
                  <a:lnTo>
                    <a:pt x="1946841" y="1008389"/>
                  </a:lnTo>
                  <a:lnTo>
                    <a:pt x="1948293" y="1008443"/>
                  </a:lnTo>
                  <a:lnTo>
                    <a:pt x="1949745" y="1008980"/>
                  </a:lnTo>
                  <a:lnTo>
                    <a:pt x="1951196" y="1009448"/>
                  </a:lnTo>
                  <a:lnTo>
                    <a:pt x="1952648" y="1009787"/>
                  </a:lnTo>
                  <a:lnTo>
                    <a:pt x="1954100" y="1009955"/>
                  </a:lnTo>
                  <a:lnTo>
                    <a:pt x="1955552" y="1010182"/>
                  </a:lnTo>
                  <a:lnTo>
                    <a:pt x="1957004" y="1011119"/>
                  </a:lnTo>
                  <a:lnTo>
                    <a:pt x="1958455" y="1011832"/>
                  </a:lnTo>
                  <a:lnTo>
                    <a:pt x="1959907" y="1013049"/>
                  </a:lnTo>
                  <a:lnTo>
                    <a:pt x="1961359" y="1013351"/>
                  </a:lnTo>
                  <a:lnTo>
                    <a:pt x="1962811" y="1013525"/>
                  </a:lnTo>
                  <a:lnTo>
                    <a:pt x="1964263" y="1013982"/>
                  </a:lnTo>
                  <a:lnTo>
                    <a:pt x="1965714" y="1014015"/>
                  </a:lnTo>
                  <a:lnTo>
                    <a:pt x="1967166" y="1014366"/>
                  </a:lnTo>
                  <a:lnTo>
                    <a:pt x="1968618" y="1014991"/>
                  </a:lnTo>
                  <a:lnTo>
                    <a:pt x="1970070" y="1015329"/>
                  </a:lnTo>
                  <a:lnTo>
                    <a:pt x="1971521" y="1015402"/>
                  </a:lnTo>
                  <a:lnTo>
                    <a:pt x="1972973" y="1015865"/>
                  </a:lnTo>
                  <a:lnTo>
                    <a:pt x="1974425" y="1016114"/>
                  </a:lnTo>
                  <a:lnTo>
                    <a:pt x="1975877" y="1016217"/>
                  </a:lnTo>
                  <a:lnTo>
                    <a:pt x="1977329" y="1016272"/>
                  </a:lnTo>
                  <a:lnTo>
                    <a:pt x="1978780" y="1016734"/>
                  </a:lnTo>
                  <a:lnTo>
                    <a:pt x="1980232" y="1017192"/>
                  </a:lnTo>
                  <a:lnTo>
                    <a:pt x="1981684" y="1017317"/>
                  </a:lnTo>
                  <a:lnTo>
                    <a:pt x="1983136" y="1018115"/>
                  </a:lnTo>
                  <a:lnTo>
                    <a:pt x="1984587" y="1018219"/>
                  </a:lnTo>
                  <a:lnTo>
                    <a:pt x="1986039" y="1018704"/>
                  </a:lnTo>
                  <a:lnTo>
                    <a:pt x="1987491" y="1018772"/>
                  </a:lnTo>
                  <a:lnTo>
                    <a:pt x="1988943" y="1019011"/>
                  </a:lnTo>
                  <a:lnTo>
                    <a:pt x="1990395" y="1019347"/>
                  </a:lnTo>
                  <a:lnTo>
                    <a:pt x="1991846" y="1019523"/>
                  </a:lnTo>
                  <a:lnTo>
                    <a:pt x="1993298" y="1020509"/>
                  </a:lnTo>
                  <a:lnTo>
                    <a:pt x="1994750" y="1021506"/>
                  </a:lnTo>
                  <a:lnTo>
                    <a:pt x="1996202" y="1022196"/>
                  </a:lnTo>
                  <a:lnTo>
                    <a:pt x="1997654" y="1022216"/>
                  </a:lnTo>
                  <a:lnTo>
                    <a:pt x="1999105" y="1022546"/>
                  </a:lnTo>
                  <a:lnTo>
                    <a:pt x="2000557" y="1022827"/>
                  </a:lnTo>
                  <a:lnTo>
                    <a:pt x="2002009" y="1023060"/>
                  </a:lnTo>
                  <a:lnTo>
                    <a:pt x="2003461" y="1023554"/>
                  </a:lnTo>
                  <a:lnTo>
                    <a:pt x="2004912" y="1024006"/>
                  </a:lnTo>
                  <a:lnTo>
                    <a:pt x="2006364" y="1024141"/>
                  </a:lnTo>
                  <a:lnTo>
                    <a:pt x="2007816" y="1024177"/>
                  </a:lnTo>
                  <a:lnTo>
                    <a:pt x="2009268" y="1024356"/>
                  </a:lnTo>
                  <a:lnTo>
                    <a:pt x="2010720" y="1024479"/>
                  </a:lnTo>
                  <a:lnTo>
                    <a:pt x="2012171" y="1024508"/>
                  </a:lnTo>
                  <a:lnTo>
                    <a:pt x="2013623" y="1025092"/>
                  </a:lnTo>
                  <a:lnTo>
                    <a:pt x="2015075" y="1025204"/>
                  </a:lnTo>
                  <a:lnTo>
                    <a:pt x="2016527" y="1025496"/>
                  </a:lnTo>
                  <a:lnTo>
                    <a:pt x="2017979" y="1025693"/>
                  </a:lnTo>
                  <a:lnTo>
                    <a:pt x="2019430" y="1025864"/>
                  </a:lnTo>
                  <a:lnTo>
                    <a:pt x="2020882" y="1026133"/>
                  </a:lnTo>
                  <a:lnTo>
                    <a:pt x="2022334" y="1026148"/>
                  </a:lnTo>
                  <a:lnTo>
                    <a:pt x="2023786" y="1026483"/>
                  </a:lnTo>
                  <a:lnTo>
                    <a:pt x="2025237" y="1026843"/>
                  </a:lnTo>
                  <a:lnTo>
                    <a:pt x="2026689" y="1027492"/>
                  </a:lnTo>
                  <a:lnTo>
                    <a:pt x="2028141" y="1027540"/>
                  </a:lnTo>
                  <a:lnTo>
                    <a:pt x="2029593" y="1027804"/>
                  </a:lnTo>
                  <a:lnTo>
                    <a:pt x="2031045" y="1028111"/>
                  </a:lnTo>
                  <a:lnTo>
                    <a:pt x="2032496" y="1028150"/>
                  </a:lnTo>
                  <a:lnTo>
                    <a:pt x="2033948" y="1028327"/>
                  </a:lnTo>
                  <a:lnTo>
                    <a:pt x="2035400" y="1028497"/>
                  </a:lnTo>
                  <a:lnTo>
                    <a:pt x="2036852" y="1028641"/>
                  </a:lnTo>
                  <a:lnTo>
                    <a:pt x="2038303" y="1028693"/>
                  </a:lnTo>
                  <a:lnTo>
                    <a:pt x="2039755" y="1028989"/>
                  </a:lnTo>
                  <a:lnTo>
                    <a:pt x="2041207" y="1029200"/>
                  </a:lnTo>
                  <a:lnTo>
                    <a:pt x="2042659" y="1029399"/>
                  </a:lnTo>
                  <a:lnTo>
                    <a:pt x="2044111" y="1029452"/>
                  </a:lnTo>
                  <a:lnTo>
                    <a:pt x="2045562" y="1029556"/>
                  </a:lnTo>
                  <a:lnTo>
                    <a:pt x="2047014" y="1030068"/>
                  </a:lnTo>
                  <a:lnTo>
                    <a:pt x="2048466" y="1030274"/>
                  </a:lnTo>
                  <a:lnTo>
                    <a:pt x="2049918" y="1030554"/>
                  </a:lnTo>
                  <a:lnTo>
                    <a:pt x="2051370" y="1030771"/>
                  </a:lnTo>
                  <a:lnTo>
                    <a:pt x="2052821" y="1030921"/>
                  </a:lnTo>
                  <a:lnTo>
                    <a:pt x="2054273" y="1031195"/>
                  </a:lnTo>
                  <a:lnTo>
                    <a:pt x="2055725" y="1031656"/>
                  </a:lnTo>
                  <a:lnTo>
                    <a:pt x="2057177" y="1031985"/>
                  </a:lnTo>
                  <a:lnTo>
                    <a:pt x="2058628" y="1032317"/>
                  </a:lnTo>
                  <a:lnTo>
                    <a:pt x="2060080" y="1032607"/>
                  </a:lnTo>
                  <a:lnTo>
                    <a:pt x="2061532" y="1032805"/>
                  </a:lnTo>
                  <a:lnTo>
                    <a:pt x="2062984" y="1033358"/>
                  </a:lnTo>
                  <a:lnTo>
                    <a:pt x="2064436" y="1033369"/>
                  </a:lnTo>
                  <a:lnTo>
                    <a:pt x="2065887" y="1034207"/>
                  </a:lnTo>
                  <a:lnTo>
                    <a:pt x="2067339" y="1250019"/>
                  </a:lnTo>
                  <a:lnTo>
                    <a:pt x="2068791" y="1032111"/>
                  </a:lnTo>
                  <a:lnTo>
                    <a:pt x="2070243" y="1030635"/>
                  </a:lnTo>
                  <a:lnTo>
                    <a:pt x="2071694" y="1026681"/>
                  </a:lnTo>
                  <a:lnTo>
                    <a:pt x="2073146" y="1021556"/>
                  </a:lnTo>
                  <a:lnTo>
                    <a:pt x="2074598" y="1017220"/>
                  </a:lnTo>
                  <a:lnTo>
                    <a:pt x="2076050" y="1011320"/>
                  </a:lnTo>
                  <a:lnTo>
                    <a:pt x="2077502" y="1005449"/>
                  </a:lnTo>
                  <a:lnTo>
                    <a:pt x="2078953" y="996529"/>
                  </a:lnTo>
                  <a:lnTo>
                    <a:pt x="2080405" y="988681"/>
                  </a:lnTo>
                  <a:lnTo>
                    <a:pt x="2081857" y="972217"/>
                  </a:lnTo>
                  <a:lnTo>
                    <a:pt x="2083309" y="962911"/>
                  </a:lnTo>
                  <a:lnTo>
                    <a:pt x="2084761" y="947043"/>
                  </a:lnTo>
                  <a:lnTo>
                    <a:pt x="2086212" y="925950"/>
                  </a:lnTo>
                  <a:lnTo>
                    <a:pt x="2087664" y="906238"/>
                  </a:lnTo>
                  <a:lnTo>
                    <a:pt x="2089116" y="880266"/>
                  </a:lnTo>
                  <a:lnTo>
                    <a:pt x="2090568" y="843347"/>
                  </a:lnTo>
                  <a:lnTo>
                    <a:pt x="2092019" y="800003"/>
                  </a:lnTo>
                  <a:lnTo>
                    <a:pt x="2093471" y="795766"/>
                  </a:lnTo>
                  <a:lnTo>
                    <a:pt x="2094923" y="816434"/>
                  </a:lnTo>
                  <a:lnTo>
                    <a:pt x="2096375" y="854990"/>
                  </a:lnTo>
                  <a:lnTo>
                    <a:pt x="2097827" y="888535"/>
                  </a:lnTo>
                  <a:lnTo>
                    <a:pt x="2099278" y="916019"/>
                  </a:lnTo>
                  <a:lnTo>
                    <a:pt x="2100730" y="939494"/>
                  </a:lnTo>
                  <a:lnTo>
                    <a:pt x="2102182" y="953305"/>
                  </a:lnTo>
                  <a:lnTo>
                    <a:pt x="2103634" y="966829"/>
                  </a:lnTo>
                  <a:lnTo>
                    <a:pt x="2105085" y="980220"/>
                  </a:lnTo>
                  <a:lnTo>
                    <a:pt x="2106537" y="994216"/>
                  </a:lnTo>
                  <a:lnTo>
                    <a:pt x="2107989" y="1001470"/>
                  </a:lnTo>
                  <a:lnTo>
                    <a:pt x="2109441" y="1006783"/>
                  </a:lnTo>
                  <a:lnTo>
                    <a:pt x="2110893" y="1013483"/>
                  </a:lnTo>
                  <a:lnTo>
                    <a:pt x="2112344" y="1020909"/>
                  </a:lnTo>
                  <a:lnTo>
                    <a:pt x="2113796" y="1024218"/>
                  </a:lnTo>
                  <a:lnTo>
                    <a:pt x="2115248" y="1028520"/>
                  </a:lnTo>
                  <a:lnTo>
                    <a:pt x="2116700" y="1031171"/>
                  </a:lnTo>
                  <a:lnTo>
                    <a:pt x="2118152" y="1034467"/>
                  </a:lnTo>
                  <a:lnTo>
                    <a:pt x="2119603" y="1034734"/>
                  </a:lnTo>
                  <a:lnTo>
                    <a:pt x="2121055" y="1035129"/>
                  </a:lnTo>
                  <a:lnTo>
                    <a:pt x="2122507" y="1035302"/>
                  </a:lnTo>
                  <a:lnTo>
                    <a:pt x="2123959" y="1035633"/>
                  </a:lnTo>
                  <a:lnTo>
                    <a:pt x="2125410" y="1035948"/>
                  </a:lnTo>
                  <a:lnTo>
                    <a:pt x="2126862" y="1036139"/>
                  </a:lnTo>
                  <a:lnTo>
                    <a:pt x="2128314" y="1036226"/>
                  </a:lnTo>
                  <a:lnTo>
                    <a:pt x="2129766" y="1036610"/>
                  </a:lnTo>
                  <a:lnTo>
                    <a:pt x="2131218" y="1036920"/>
                  </a:lnTo>
                  <a:lnTo>
                    <a:pt x="2132669" y="1037143"/>
                  </a:lnTo>
                  <a:lnTo>
                    <a:pt x="2134121" y="1037290"/>
                  </a:lnTo>
                  <a:lnTo>
                    <a:pt x="2135573" y="1037867"/>
                  </a:lnTo>
                  <a:lnTo>
                    <a:pt x="2137025" y="1038493"/>
                  </a:lnTo>
                  <a:lnTo>
                    <a:pt x="2138477" y="1038684"/>
                  </a:lnTo>
                  <a:lnTo>
                    <a:pt x="2139928" y="1039055"/>
                  </a:lnTo>
                  <a:lnTo>
                    <a:pt x="2141380" y="1039366"/>
                  </a:lnTo>
                  <a:lnTo>
                    <a:pt x="2142832" y="1039547"/>
                  </a:lnTo>
                  <a:lnTo>
                    <a:pt x="2144284" y="1039959"/>
                  </a:lnTo>
                  <a:lnTo>
                    <a:pt x="2145735" y="1040249"/>
                  </a:lnTo>
                  <a:lnTo>
                    <a:pt x="2147187" y="1040501"/>
                  </a:lnTo>
                  <a:lnTo>
                    <a:pt x="2148639" y="1040647"/>
                  </a:lnTo>
                  <a:lnTo>
                    <a:pt x="2150091" y="1040877"/>
                  </a:lnTo>
                  <a:lnTo>
                    <a:pt x="2151543" y="1041051"/>
                  </a:lnTo>
                  <a:lnTo>
                    <a:pt x="2152994" y="1041381"/>
                  </a:lnTo>
                  <a:lnTo>
                    <a:pt x="2154446" y="1041740"/>
                  </a:lnTo>
                  <a:lnTo>
                    <a:pt x="2155898" y="1041930"/>
                  </a:lnTo>
                  <a:lnTo>
                    <a:pt x="2157350" y="1042082"/>
                  </a:lnTo>
                  <a:lnTo>
                    <a:pt x="2158801" y="1042505"/>
                  </a:lnTo>
                  <a:lnTo>
                    <a:pt x="2160253" y="1042748"/>
                  </a:lnTo>
                  <a:lnTo>
                    <a:pt x="2161705" y="1042875"/>
                  </a:lnTo>
                  <a:lnTo>
                    <a:pt x="2163157" y="1043153"/>
                  </a:lnTo>
                  <a:lnTo>
                    <a:pt x="2164609" y="1043258"/>
                  </a:lnTo>
                  <a:lnTo>
                    <a:pt x="2166060" y="1043476"/>
                  </a:lnTo>
                  <a:lnTo>
                    <a:pt x="2167512" y="1043646"/>
                  </a:lnTo>
                  <a:lnTo>
                    <a:pt x="2168964" y="1043841"/>
                  </a:lnTo>
                  <a:lnTo>
                    <a:pt x="2170416" y="1044026"/>
                  </a:lnTo>
                  <a:lnTo>
                    <a:pt x="2171868" y="1044471"/>
                  </a:lnTo>
                  <a:lnTo>
                    <a:pt x="2173319" y="1044622"/>
                  </a:lnTo>
                  <a:lnTo>
                    <a:pt x="2174771" y="1044718"/>
                  </a:lnTo>
                  <a:lnTo>
                    <a:pt x="2176223" y="1044952"/>
                  </a:lnTo>
                  <a:lnTo>
                    <a:pt x="2177675" y="1045193"/>
                  </a:lnTo>
                  <a:lnTo>
                    <a:pt x="2179126" y="1045315"/>
                  </a:lnTo>
                  <a:lnTo>
                    <a:pt x="2180578" y="1045772"/>
                  </a:lnTo>
                  <a:lnTo>
                    <a:pt x="2182030" y="1046017"/>
                  </a:lnTo>
                  <a:lnTo>
                    <a:pt x="2183482" y="1046439"/>
                  </a:lnTo>
                  <a:lnTo>
                    <a:pt x="2184934" y="1046565"/>
                  </a:lnTo>
                  <a:lnTo>
                    <a:pt x="2186385" y="1046678"/>
                  </a:lnTo>
                  <a:lnTo>
                    <a:pt x="2187837" y="1046874"/>
                  </a:lnTo>
                  <a:lnTo>
                    <a:pt x="2189289" y="1047037"/>
                  </a:lnTo>
                  <a:lnTo>
                    <a:pt x="2190741" y="1047312"/>
                  </a:lnTo>
                  <a:lnTo>
                    <a:pt x="2192192" y="1047328"/>
                  </a:lnTo>
                  <a:lnTo>
                    <a:pt x="2193644" y="1047471"/>
                  </a:lnTo>
                  <a:lnTo>
                    <a:pt x="2195096" y="1047514"/>
                  </a:lnTo>
                  <a:lnTo>
                    <a:pt x="2196548" y="1047697"/>
                  </a:lnTo>
                  <a:lnTo>
                    <a:pt x="2198000" y="1047760"/>
                  </a:lnTo>
                  <a:lnTo>
                    <a:pt x="2199451" y="1047862"/>
                  </a:lnTo>
                  <a:lnTo>
                    <a:pt x="2200903" y="1048203"/>
                  </a:lnTo>
                  <a:lnTo>
                    <a:pt x="2202355" y="1048371"/>
                  </a:lnTo>
                  <a:lnTo>
                    <a:pt x="2203807" y="1048634"/>
                  </a:lnTo>
                  <a:lnTo>
                    <a:pt x="2205259" y="1048790"/>
                  </a:lnTo>
                  <a:lnTo>
                    <a:pt x="2206710" y="1048938"/>
                  </a:lnTo>
                  <a:lnTo>
                    <a:pt x="2208162" y="1049063"/>
                  </a:lnTo>
                  <a:lnTo>
                    <a:pt x="2209614" y="1049336"/>
                  </a:lnTo>
                  <a:lnTo>
                    <a:pt x="2211066" y="1049450"/>
                  </a:lnTo>
                  <a:lnTo>
                    <a:pt x="2212517" y="1049648"/>
                  </a:lnTo>
                  <a:lnTo>
                    <a:pt x="2213969" y="1049730"/>
                  </a:lnTo>
                  <a:lnTo>
                    <a:pt x="2215421" y="1049841"/>
                  </a:lnTo>
                  <a:lnTo>
                    <a:pt x="2216873" y="1049934"/>
                  </a:lnTo>
                  <a:lnTo>
                    <a:pt x="2218325" y="1050011"/>
                  </a:lnTo>
                  <a:lnTo>
                    <a:pt x="2219776" y="1050119"/>
                  </a:lnTo>
                  <a:lnTo>
                    <a:pt x="2221228" y="1050267"/>
                  </a:lnTo>
                  <a:lnTo>
                    <a:pt x="2222680" y="1050347"/>
                  </a:lnTo>
                  <a:lnTo>
                    <a:pt x="2224132" y="1050423"/>
                  </a:lnTo>
                  <a:lnTo>
                    <a:pt x="2225583" y="1050769"/>
                  </a:lnTo>
                  <a:lnTo>
                    <a:pt x="2227035" y="1050967"/>
                  </a:lnTo>
                  <a:lnTo>
                    <a:pt x="2228487" y="1051010"/>
                  </a:lnTo>
                  <a:lnTo>
                    <a:pt x="2229939" y="1051026"/>
                  </a:lnTo>
                  <a:lnTo>
                    <a:pt x="2231391" y="1051112"/>
                  </a:lnTo>
                  <a:lnTo>
                    <a:pt x="2232842" y="1051215"/>
                  </a:lnTo>
                  <a:lnTo>
                    <a:pt x="2234294" y="1051307"/>
                  </a:lnTo>
                  <a:lnTo>
                    <a:pt x="2235746" y="1051408"/>
                  </a:lnTo>
                  <a:lnTo>
                    <a:pt x="2237198" y="1051477"/>
                  </a:lnTo>
                  <a:lnTo>
                    <a:pt x="2238650" y="1051517"/>
                  </a:lnTo>
                  <a:lnTo>
                    <a:pt x="2240101" y="1051686"/>
                  </a:lnTo>
                  <a:lnTo>
                    <a:pt x="2241553" y="1051822"/>
                  </a:lnTo>
                  <a:lnTo>
                    <a:pt x="2243005" y="1051873"/>
                  </a:lnTo>
                  <a:lnTo>
                    <a:pt x="2244457" y="1051932"/>
                  </a:lnTo>
                  <a:lnTo>
                    <a:pt x="2245908" y="1051985"/>
                  </a:lnTo>
                  <a:lnTo>
                    <a:pt x="2247360" y="1052118"/>
                  </a:lnTo>
                  <a:lnTo>
                    <a:pt x="2248812" y="1052218"/>
                  </a:lnTo>
                  <a:lnTo>
                    <a:pt x="2250264" y="1052269"/>
                  </a:lnTo>
                  <a:lnTo>
                    <a:pt x="2251716" y="1052323"/>
                  </a:lnTo>
                  <a:lnTo>
                    <a:pt x="2253167" y="1052353"/>
                  </a:lnTo>
                  <a:lnTo>
                    <a:pt x="2254619" y="1052596"/>
                  </a:lnTo>
                  <a:lnTo>
                    <a:pt x="2256071" y="1052619"/>
                  </a:lnTo>
                  <a:lnTo>
                    <a:pt x="2257523" y="1052673"/>
                  </a:lnTo>
                  <a:lnTo>
                    <a:pt x="2258974" y="1052739"/>
                  </a:lnTo>
                  <a:lnTo>
                    <a:pt x="2260426" y="1052794"/>
                  </a:lnTo>
                  <a:lnTo>
                    <a:pt x="2261878" y="1052889"/>
                  </a:lnTo>
                  <a:lnTo>
                    <a:pt x="2263330" y="1052907"/>
                  </a:lnTo>
                  <a:lnTo>
                    <a:pt x="2264782" y="1052974"/>
                  </a:lnTo>
                  <a:lnTo>
                    <a:pt x="2266233" y="1053040"/>
                  </a:lnTo>
                  <a:lnTo>
                    <a:pt x="2267685" y="1053108"/>
                  </a:lnTo>
                  <a:lnTo>
                    <a:pt x="2269137" y="1053142"/>
                  </a:lnTo>
                  <a:lnTo>
                    <a:pt x="2270589" y="1053196"/>
                  </a:lnTo>
                  <a:lnTo>
                    <a:pt x="2272041" y="1053259"/>
                  </a:lnTo>
                  <a:lnTo>
                    <a:pt x="2273492" y="1053316"/>
                  </a:lnTo>
                  <a:lnTo>
                    <a:pt x="2274944" y="1053358"/>
                  </a:lnTo>
                  <a:lnTo>
                    <a:pt x="2276396" y="1053399"/>
                  </a:lnTo>
                  <a:lnTo>
                    <a:pt x="2277848" y="1053470"/>
                  </a:lnTo>
                  <a:lnTo>
                    <a:pt x="2279299" y="1053520"/>
                  </a:lnTo>
                  <a:lnTo>
                    <a:pt x="2280751" y="1053588"/>
                  </a:lnTo>
                  <a:lnTo>
                    <a:pt x="2282203" y="1053617"/>
                  </a:lnTo>
                  <a:lnTo>
                    <a:pt x="2283655" y="1053659"/>
                  </a:lnTo>
                  <a:lnTo>
                    <a:pt x="2285107" y="1053708"/>
                  </a:lnTo>
                  <a:lnTo>
                    <a:pt x="2286558" y="1053756"/>
                  </a:lnTo>
                  <a:lnTo>
                    <a:pt x="2288010" y="1053777"/>
                  </a:lnTo>
                  <a:lnTo>
                    <a:pt x="2289462" y="1053802"/>
                  </a:lnTo>
                  <a:lnTo>
                    <a:pt x="2290914" y="1053840"/>
                  </a:lnTo>
                  <a:lnTo>
                    <a:pt x="2292366" y="1053899"/>
                  </a:lnTo>
                  <a:lnTo>
                    <a:pt x="2293817" y="1053916"/>
                  </a:lnTo>
                  <a:lnTo>
                    <a:pt x="2295269" y="1053926"/>
                  </a:lnTo>
                  <a:lnTo>
                    <a:pt x="2296721" y="1053965"/>
                  </a:lnTo>
                  <a:lnTo>
                    <a:pt x="2298173" y="1053982"/>
                  </a:lnTo>
                  <a:lnTo>
                    <a:pt x="2299624" y="1054015"/>
                  </a:lnTo>
                  <a:lnTo>
                    <a:pt x="2301076" y="1054062"/>
                  </a:lnTo>
                  <a:lnTo>
                    <a:pt x="2302528" y="1054068"/>
                  </a:lnTo>
                  <a:lnTo>
                    <a:pt x="2303980" y="1054090"/>
                  </a:lnTo>
                  <a:lnTo>
                    <a:pt x="2305432" y="1054107"/>
                  </a:lnTo>
                  <a:lnTo>
                    <a:pt x="2306883" y="1054122"/>
                  </a:lnTo>
                  <a:lnTo>
                    <a:pt x="2308335" y="1054131"/>
                  </a:lnTo>
                  <a:lnTo>
                    <a:pt x="2309787" y="1054138"/>
                  </a:lnTo>
                  <a:lnTo>
                    <a:pt x="2311239" y="1054144"/>
                  </a:lnTo>
                  <a:lnTo>
                    <a:pt x="2312690" y="1054168"/>
                  </a:lnTo>
                  <a:lnTo>
                    <a:pt x="2314142" y="1054173"/>
                  </a:lnTo>
                  <a:lnTo>
                    <a:pt x="2315594" y="1054192"/>
                  </a:lnTo>
                  <a:lnTo>
                    <a:pt x="2317046" y="1054197"/>
                  </a:lnTo>
                  <a:lnTo>
                    <a:pt x="2318498" y="1054205"/>
                  </a:lnTo>
                  <a:lnTo>
                    <a:pt x="2319949" y="1054219"/>
                  </a:lnTo>
                  <a:lnTo>
                    <a:pt x="2321401" y="1054252"/>
                  </a:lnTo>
                  <a:lnTo>
                    <a:pt x="2322853" y="1054256"/>
                  </a:lnTo>
                  <a:lnTo>
                    <a:pt x="2324305" y="1054265"/>
                  </a:lnTo>
                  <a:lnTo>
                    <a:pt x="2325757" y="1054283"/>
                  </a:lnTo>
                  <a:lnTo>
                    <a:pt x="2327208" y="1054287"/>
                  </a:lnTo>
                  <a:lnTo>
                    <a:pt x="2328660" y="1054307"/>
                  </a:lnTo>
                  <a:lnTo>
                    <a:pt x="2330112" y="1054318"/>
                  </a:lnTo>
                  <a:lnTo>
                    <a:pt x="2331564" y="1054341"/>
                  </a:lnTo>
                  <a:lnTo>
                    <a:pt x="2333015" y="1054354"/>
                  </a:lnTo>
                  <a:lnTo>
                    <a:pt x="2334467" y="1054366"/>
                  </a:lnTo>
                  <a:lnTo>
                    <a:pt x="2335919" y="1054387"/>
                  </a:lnTo>
                  <a:lnTo>
                    <a:pt x="2337371" y="1054397"/>
                  </a:lnTo>
                  <a:lnTo>
                    <a:pt x="2338823" y="1054419"/>
                  </a:lnTo>
                  <a:lnTo>
                    <a:pt x="2340274" y="1054426"/>
                  </a:lnTo>
                  <a:lnTo>
                    <a:pt x="2341726" y="1054430"/>
                  </a:lnTo>
                  <a:lnTo>
                    <a:pt x="2343178" y="1054447"/>
                  </a:lnTo>
                  <a:lnTo>
                    <a:pt x="2344630" y="1054451"/>
                  </a:lnTo>
                  <a:lnTo>
                    <a:pt x="2346081" y="1054458"/>
                  </a:lnTo>
                  <a:lnTo>
                    <a:pt x="2347533" y="1054466"/>
                  </a:lnTo>
                  <a:lnTo>
                    <a:pt x="2348985" y="1054470"/>
                  </a:lnTo>
                  <a:lnTo>
                    <a:pt x="2350437" y="1054475"/>
                  </a:lnTo>
                  <a:lnTo>
                    <a:pt x="2351889" y="1054489"/>
                  </a:lnTo>
                  <a:lnTo>
                    <a:pt x="2353340" y="1054492"/>
                  </a:lnTo>
                  <a:lnTo>
                    <a:pt x="2354792" y="1054500"/>
                  </a:lnTo>
                  <a:lnTo>
                    <a:pt x="2356244" y="1054512"/>
                  </a:lnTo>
                  <a:lnTo>
                    <a:pt x="2357696" y="1054517"/>
                  </a:lnTo>
                  <a:lnTo>
                    <a:pt x="2359148" y="1054536"/>
                  </a:lnTo>
                  <a:lnTo>
                    <a:pt x="2360599" y="1054542"/>
                  </a:lnTo>
                  <a:lnTo>
                    <a:pt x="2362051" y="1054549"/>
                  </a:lnTo>
                  <a:lnTo>
                    <a:pt x="2363503" y="1054559"/>
                  </a:lnTo>
                  <a:lnTo>
                    <a:pt x="2364955" y="1054569"/>
                  </a:lnTo>
                  <a:lnTo>
                    <a:pt x="2366406" y="1054574"/>
                  </a:lnTo>
                  <a:lnTo>
                    <a:pt x="2367858" y="1054586"/>
                  </a:lnTo>
                  <a:lnTo>
                    <a:pt x="2369310" y="1054591"/>
                  </a:lnTo>
                  <a:lnTo>
                    <a:pt x="2370762" y="1054597"/>
                  </a:lnTo>
                  <a:lnTo>
                    <a:pt x="2372214" y="1054600"/>
                  </a:lnTo>
                  <a:lnTo>
                    <a:pt x="2373665" y="1054607"/>
                  </a:lnTo>
                  <a:lnTo>
                    <a:pt x="2375117" y="1054616"/>
                  </a:lnTo>
                  <a:lnTo>
                    <a:pt x="2376569" y="1054623"/>
                  </a:lnTo>
                  <a:lnTo>
                    <a:pt x="2378021" y="1054627"/>
                  </a:lnTo>
                  <a:lnTo>
                    <a:pt x="2379472" y="1054629"/>
                  </a:lnTo>
                  <a:lnTo>
                    <a:pt x="2380924" y="1054635"/>
                  </a:lnTo>
                  <a:lnTo>
                    <a:pt x="2382376" y="1054637"/>
                  </a:lnTo>
                  <a:lnTo>
                    <a:pt x="2383828" y="1054651"/>
                  </a:lnTo>
                  <a:lnTo>
                    <a:pt x="2385280" y="1054656"/>
                  </a:lnTo>
                  <a:lnTo>
                    <a:pt x="2386731" y="1054657"/>
                  </a:lnTo>
                  <a:lnTo>
                    <a:pt x="2388183" y="1054663"/>
                  </a:lnTo>
                  <a:lnTo>
                    <a:pt x="2389635" y="1054668"/>
                  </a:lnTo>
                  <a:lnTo>
                    <a:pt x="2391087" y="1054679"/>
                  </a:lnTo>
                  <a:lnTo>
                    <a:pt x="2392539" y="1054685"/>
                  </a:lnTo>
                  <a:lnTo>
                    <a:pt x="2393990" y="1054687"/>
                  </a:lnTo>
                  <a:lnTo>
                    <a:pt x="2395442" y="1054692"/>
                  </a:lnTo>
                  <a:lnTo>
                    <a:pt x="2396894" y="1054697"/>
                  </a:lnTo>
                  <a:lnTo>
                    <a:pt x="2398346" y="1054706"/>
                  </a:lnTo>
                  <a:lnTo>
                    <a:pt x="2399797" y="1054709"/>
                  </a:lnTo>
                  <a:lnTo>
                    <a:pt x="2401249" y="1054713"/>
                  </a:lnTo>
                  <a:lnTo>
                    <a:pt x="2402701" y="1054715"/>
                  </a:lnTo>
                  <a:lnTo>
                    <a:pt x="2404153" y="1054721"/>
                  </a:lnTo>
                  <a:lnTo>
                    <a:pt x="2405605" y="1054726"/>
                  </a:lnTo>
                  <a:lnTo>
                    <a:pt x="2407056" y="1054730"/>
                  </a:lnTo>
                  <a:lnTo>
                    <a:pt x="2408508" y="1054736"/>
                  </a:lnTo>
                  <a:lnTo>
                    <a:pt x="2409960" y="1054740"/>
                  </a:lnTo>
                  <a:lnTo>
                    <a:pt x="2411412" y="1054746"/>
                  </a:lnTo>
                  <a:lnTo>
                    <a:pt x="2412864" y="1054754"/>
                  </a:lnTo>
                  <a:lnTo>
                    <a:pt x="2414315" y="1054761"/>
                  </a:lnTo>
                  <a:lnTo>
                    <a:pt x="2415767" y="1054767"/>
                  </a:lnTo>
                  <a:lnTo>
                    <a:pt x="2417219" y="1054767"/>
                  </a:lnTo>
                  <a:lnTo>
                    <a:pt x="2418671" y="1054771"/>
                  </a:lnTo>
                  <a:lnTo>
                    <a:pt x="2420122" y="1054780"/>
                  </a:lnTo>
                  <a:lnTo>
                    <a:pt x="2421574" y="1054790"/>
                  </a:lnTo>
                  <a:lnTo>
                    <a:pt x="2423026" y="1054794"/>
                  </a:lnTo>
                  <a:lnTo>
                    <a:pt x="2424478" y="1054799"/>
                  </a:lnTo>
                  <a:lnTo>
                    <a:pt x="2425930" y="1054804"/>
                  </a:lnTo>
                  <a:lnTo>
                    <a:pt x="2427381" y="1054808"/>
                  </a:lnTo>
                  <a:lnTo>
                    <a:pt x="2428833" y="1054813"/>
                  </a:lnTo>
                  <a:lnTo>
                    <a:pt x="2430285" y="1054819"/>
                  </a:lnTo>
                  <a:lnTo>
                    <a:pt x="2431737" y="1054819"/>
                  </a:lnTo>
                  <a:lnTo>
                    <a:pt x="2433188" y="1054821"/>
                  </a:lnTo>
                  <a:lnTo>
                    <a:pt x="2434640" y="1054831"/>
                  </a:lnTo>
                  <a:lnTo>
                    <a:pt x="2436092" y="1054838"/>
                  </a:lnTo>
                  <a:lnTo>
                    <a:pt x="2437544" y="1054842"/>
                  </a:lnTo>
                  <a:lnTo>
                    <a:pt x="2438996" y="1054843"/>
                  </a:lnTo>
                  <a:lnTo>
                    <a:pt x="2440447" y="1054844"/>
                  </a:lnTo>
                  <a:lnTo>
                    <a:pt x="2441899" y="1054848"/>
                  </a:lnTo>
                  <a:lnTo>
                    <a:pt x="2443351" y="1054851"/>
                  </a:lnTo>
                  <a:lnTo>
                    <a:pt x="2444803" y="1054853"/>
                  </a:lnTo>
                  <a:lnTo>
                    <a:pt x="2446255" y="1054862"/>
                  </a:lnTo>
                  <a:lnTo>
                    <a:pt x="2447706" y="1054864"/>
                  </a:lnTo>
                  <a:lnTo>
                    <a:pt x="2449158" y="1054866"/>
                  </a:lnTo>
                  <a:lnTo>
                    <a:pt x="2450610" y="1054867"/>
                  </a:lnTo>
                  <a:lnTo>
                    <a:pt x="2452062" y="1054868"/>
                  </a:lnTo>
                  <a:lnTo>
                    <a:pt x="2453513" y="1054871"/>
                  </a:lnTo>
                  <a:lnTo>
                    <a:pt x="2454965" y="1054872"/>
                  </a:lnTo>
                  <a:lnTo>
                    <a:pt x="2456417" y="1054877"/>
                  </a:lnTo>
                  <a:lnTo>
                    <a:pt x="2457869" y="1054881"/>
                  </a:lnTo>
                  <a:lnTo>
                    <a:pt x="2459321" y="1054886"/>
                  </a:lnTo>
                  <a:lnTo>
                    <a:pt x="2460772" y="1054888"/>
                  </a:lnTo>
                  <a:lnTo>
                    <a:pt x="2462224" y="1054889"/>
                  </a:lnTo>
                  <a:lnTo>
                    <a:pt x="2463676" y="1054890"/>
                  </a:lnTo>
                  <a:lnTo>
                    <a:pt x="2465128" y="1054894"/>
                  </a:lnTo>
                  <a:lnTo>
                    <a:pt x="2466579" y="1054898"/>
                  </a:lnTo>
                  <a:lnTo>
                    <a:pt x="2468031" y="1054902"/>
                  </a:lnTo>
                  <a:lnTo>
                    <a:pt x="2469483" y="1054903"/>
                  </a:lnTo>
                  <a:lnTo>
                    <a:pt x="2470935" y="1054907"/>
                  </a:lnTo>
                  <a:lnTo>
                    <a:pt x="2472387" y="1054910"/>
                  </a:lnTo>
                  <a:lnTo>
                    <a:pt x="2473838" y="1054912"/>
                  </a:lnTo>
                  <a:lnTo>
                    <a:pt x="2475290" y="1054914"/>
                  </a:lnTo>
                  <a:lnTo>
                    <a:pt x="2476742" y="1054915"/>
                  </a:lnTo>
                  <a:lnTo>
                    <a:pt x="2478194" y="1054919"/>
                  </a:lnTo>
                  <a:lnTo>
                    <a:pt x="2479646" y="1054923"/>
                  </a:lnTo>
                  <a:lnTo>
                    <a:pt x="2481097" y="1054928"/>
                  </a:lnTo>
                  <a:lnTo>
                    <a:pt x="2482549" y="1054929"/>
                  </a:lnTo>
                  <a:lnTo>
                    <a:pt x="2484001" y="1054930"/>
                  </a:lnTo>
                  <a:lnTo>
                    <a:pt x="2485453" y="1054931"/>
                  </a:lnTo>
                  <a:lnTo>
                    <a:pt x="2486904" y="1054932"/>
                  </a:lnTo>
                  <a:lnTo>
                    <a:pt x="2488356" y="1054938"/>
                  </a:lnTo>
                  <a:lnTo>
                    <a:pt x="2489808" y="1054942"/>
                  </a:lnTo>
                  <a:lnTo>
                    <a:pt x="2491260" y="1054943"/>
                  </a:lnTo>
                  <a:lnTo>
                    <a:pt x="2492712" y="1054945"/>
                  </a:lnTo>
                  <a:lnTo>
                    <a:pt x="2494163" y="1054947"/>
                  </a:lnTo>
                  <a:lnTo>
                    <a:pt x="2495615" y="1054948"/>
                  </a:lnTo>
                  <a:lnTo>
                    <a:pt x="2497067" y="1054950"/>
                  </a:lnTo>
                  <a:lnTo>
                    <a:pt x="2498519" y="1054950"/>
                  </a:lnTo>
                  <a:lnTo>
                    <a:pt x="2499970" y="1054952"/>
                  </a:lnTo>
                  <a:lnTo>
                    <a:pt x="2501422" y="1054954"/>
                  </a:lnTo>
                  <a:lnTo>
                    <a:pt x="2502874" y="1054958"/>
                  </a:lnTo>
                  <a:lnTo>
                    <a:pt x="2504326" y="1054960"/>
                  </a:lnTo>
                  <a:lnTo>
                    <a:pt x="2505778" y="1054962"/>
                  </a:lnTo>
                  <a:lnTo>
                    <a:pt x="2507229" y="1054964"/>
                  </a:lnTo>
                  <a:lnTo>
                    <a:pt x="2508681" y="1054965"/>
                  </a:lnTo>
                  <a:lnTo>
                    <a:pt x="2510133" y="1054967"/>
                  </a:lnTo>
                  <a:lnTo>
                    <a:pt x="2511585" y="1054968"/>
                  </a:lnTo>
                  <a:lnTo>
                    <a:pt x="2513037" y="1054970"/>
                  </a:lnTo>
                  <a:lnTo>
                    <a:pt x="2514488" y="1054973"/>
                  </a:lnTo>
                  <a:lnTo>
                    <a:pt x="2515940" y="1054974"/>
                  </a:lnTo>
                  <a:lnTo>
                    <a:pt x="2517392" y="1054976"/>
                  </a:lnTo>
                  <a:lnTo>
                    <a:pt x="2518844" y="1054978"/>
                  </a:lnTo>
                  <a:lnTo>
                    <a:pt x="2520295" y="1054981"/>
                  </a:lnTo>
                  <a:lnTo>
                    <a:pt x="2521747" y="1054982"/>
                  </a:lnTo>
                  <a:lnTo>
                    <a:pt x="2523199" y="1054983"/>
                  </a:lnTo>
                  <a:lnTo>
                    <a:pt x="2524651" y="1054985"/>
                  </a:lnTo>
                  <a:lnTo>
                    <a:pt x="2526103" y="1054988"/>
                  </a:lnTo>
                  <a:lnTo>
                    <a:pt x="2527554" y="1054989"/>
                  </a:lnTo>
                  <a:lnTo>
                    <a:pt x="2529006" y="1054991"/>
                  </a:lnTo>
                  <a:lnTo>
                    <a:pt x="2530458" y="1054991"/>
                  </a:lnTo>
                  <a:lnTo>
                    <a:pt x="2531910" y="1054992"/>
                  </a:lnTo>
                  <a:lnTo>
                    <a:pt x="2533362" y="1054993"/>
                  </a:lnTo>
                  <a:lnTo>
                    <a:pt x="2534813" y="1054995"/>
                  </a:lnTo>
                  <a:lnTo>
                    <a:pt x="2536265" y="1054996"/>
                  </a:lnTo>
                  <a:lnTo>
                    <a:pt x="2537717" y="1054998"/>
                  </a:lnTo>
                  <a:lnTo>
                    <a:pt x="2539169" y="1054998"/>
                  </a:lnTo>
                  <a:lnTo>
                    <a:pt x="2540620" y="1055000"/>
                  </a:lnTo>
                  <a:lnTo>
                    <a:pt x="2542072" y="1055001"/>
                  </a:lnTo>
                  <a:lnTo>
                    <a:pt x="2543524" y="1055003"/>
                  </a:lnTo>
                  <a:lnTo>
                    <a:pt x="2544976" y="1055006"/>
                  </a:lnTo>
                  <a:lnTo>
                    <a:pt x="2546428" y="1055007"/>
                  </a:lnTo>
                  <a:lnTo>
                    <a:pt x="2547879" y="1055008"/>
                  </a:lnTo>
                  <a:lnTo>
                    <a:pt x="2549331" y="1055009"/>
                  </a:lnTo>
                  <a:lnTo>
                    <a:pt x="2550783" y="1055010"/>
                  </a:lnTo>
                  <a:lnTo>
                    <a:pt x="2552235" y="1055010"/>
                  </a:lnTo>
                  <a:lnTo>
                    <a:pt x="2553686" y="1055013"/>
                  </a:lnTo>
                  <a:lnTo>
                    <a:pt x="2555138" y="1055014"/>
                  </a:lnTo>
                  <a:lnTo>
                    <a:pt x="2556590" y="1055015"/>
                  </a:lnTo>
                  <a:lnTo>
                    <a:pt x="2558042" y="1055016"/>
                  </a:lnTo>
                  <a:lnTo>
                    <a:pt x="2559494" y="1055017"/>
                  </a:lnTo>
                  <a:lnTo>
                    <a:pt x="2560945" y="1055018"/>
                  </a:lnTo>
                  <a:lnTo>
                    <a:pt x="2562397" y="1055019"/>
                  </a:lnTo>
                  <a:lnTo>
                    <a:pt x="2563849" y="1055019"/>
                  </a:lnTo>
                  <a:lnTo>
                    <a:pt x="2565301" y="1055020"/>
                  </a:lnTo>
                  <a:lnTo>
                    <a:pt x="2566753" y="1055021"/>
                  </a:lnTo>
                  <a:lnTo>
                    <a:pt x="2568204" y="1055021"/>
                  </a:lnTo>
                  <a:lnTo>
                    <a:pt x="2569656" y="1055022"/>
                  </a:lnTo>
                  <a:lnTo>
                    <a:pt x="2571108" y="1055024"/>
                  </a:lnTo>
                  <a:lnTo>
                    <a:pt x="2572560" y="1055024"/>
                  </a:lnTo>
                  <a:lnTo>
                    <a:pt x="2574011" y="1055025"/>
                  </a:lnTo>
                  <a:lnTo>
                    <a:pt x="2575463" y="1055026"/>
                  </a:lnTo>
                  <a:lnTo>
                    <a:pt x="2576915" y="1055027"/>
                  </a:lnTo>
                  <a:lnTo>
                    <a:pt x="2578367" y="1055028"/>
                  </a:lnTo>
                  <a:lnTo>
                    <a:pt x="2579819" y="1055030"/>
                  </a:lnTo>
                  <a:lnTo>
                    <a:pt x="2581270" y="1055031"/>
                  </a:lnTo>
                  <a:lnTo>
                    <a:pt x="2582722" y="1055031"/>
                  </a:lnTo>
                  <a:lnTo>
                    <a:pt x="2584174" y="1055032"/>
                  </a:lnTo>
                  <a:lnTo>
                    <a:pt x="2585626" y="1055034"/>
                  </a:lnTo>
                  <a:lnTo>
                    <a:pt x="2587077" y="1055036"/>
                  </a:lnTo>
                  <a:lnTo>
                    <a:pt x="2588529" y="1055036"/>
                  </a:lnTo>
                  <a:lnTo>
                    <a:pt x="2589981" y="1055037"/>
                  </a:lnTo>
                  <a:lnTo>
                    <a:pt x="2591433" y="1055039"/>
                  </a:lnTo>
                  <a:lnTo>
                    <a:pt x="2592885" y="1055041"/>
                  </a:lnTo>
                  <a:lnTo>
                    <a:pt x="2594336" y="1055042"/>
                  </a:lnTo>
                  <a:lnTo>
                    <a:pt x="2595788" y="1055042"/>
                  </a:lnTo>
                  <a:lnTo>
                    <a:pt x="2597240" y="1055044"/>
                  </a:lnTo>
                  <a:lnTo>
                    <a:pt x="2598692" y="1055045"/>
                  </a:lnTo>
                  <a:lnTo>
                    <a:pt x="2600144" y="1055046"/>
                  </a:lnTo>
                  <a:lnTo>
                    <a:pt x="2601595" y="1055047"/>
                  </a:lnTo>
                  <a:lnTo>
                    <a:pt x="2603047" y="1055052"/>
                  </a:lnTo>
                  <a:lnTo>
                    <a:pt x="2604499" y="1055056"/>
                  </a:lnTo>
                  <a:lnTo>
                    <a:pt x="2605951" y="1055058"/>
                  </a:lnTo>
                  <a:lnTo>
                    <a:pt x="2607402" y="1055065"/>
                  </a:lnTo>
                  <a:lnTo>
                    <a:pt x="2608854" y="1055072"/>
                  </a:lnTo>
                  <a:lnTo>
                    <a:pt x="2610306" y="1055073"/>
                  </a:lnTo>
                  <a:lnTo>
                    <a:pt x="2611758" y="1055076"/>
                  </a:lnTo>
                  <a:lnTo>
                    <a:pt x="2613210" y="1055077"/>
                  </a:lnTo>
                  <a:lnTo>
                    <a:pt x="2614661" y="1055081"/>
                  </a:lnTo>
                  <a:lnTo>
                    <a:pt x="2616113" y="1055083"/>
                  </a:lnTo>
                  <a:lnTo>
                    <a:pt x="2617565" y="1055089"/>
                  </a:lnTo>
                  <a:lnTo>
                    <a:pt x="2619017" y="1055095"/>
                  </a:lnTo>
                  <a:lnTo>
                    <a:pt x="2620468" y="1055096"/>
                  </a:lnTo>
                  <a:lnTo>
                    <a:pt x="2621920" y="1055099"/>
                  </a:lnTo>
                  <a:lnTo>
                    <a:pt x="2623372" y="1055101"/>
                  </a:lnTo>
                  <a:lnTo>
                    <a:pt x="2624824" y="1055106"/>
                  </a:lnTo>
                  <a:lnTo>
                    <a:pt x="2626276" y="1055109"/>
                  </a:lnTo>
                  <a:lnTo>
                    <a:pt x="2627727" y="1055112"/>
                  </a:lnTo>
                  <a:lnTo>
                    <a:pt x="2629179" y="1055116"/>
                  </a:lnTo>
                  <a:lnTo>
                    <a:pt x="2630631" y="1055118"/>
                  </a:lnTo>
                  <a:lnTo>
                    <a:pt x="2632083" y="1055121"/>
                  </a:lnTo>
                  <a:lnTo>
                    <a:pt x="2633535" y="1055124"/>
                  </a:lnTo>
                  <a:lnTo>
                    <a:pt x="2634986" y="1055127"/>
                  </a:lnTo>
                  <a:lnTo>
                    <a:pt x="2636438" y="1055128"/>
                  </a:lnTo>
                  <a:lnTo>
                    <a:pt x="2637890" y="1055129"/>
                  </a:lnTo>
                  <a:lnTo>
                    <a:pt x="2639342" y="1055131"/>
                  </a:lnTo>
                  <a:lnTo>
                    <a:pt x="2640793" y="1055133"/>
                  </a:lnTo>
                  <a:lnTo>
                    <a:pt x="2642245" y="1055134"/>
                  </a:lnTo>
                  <a:lnTo>
                    <a:pt x="2643697" y="1055135"/>
                  </a:lnTo>
                  <a:lnTo>
                    <a:pt x="2645149" y="1055137"/>
                  </a:lnTo>
                  <a:lnTo>
                    <a:pt x="2646601" y="1055138"/>
                  </a:lnTo>
                  <a:lnTo>
                    <a:pt x="2648052" y="1055142"/>
                  </a:lnTo>
                  <a:lnTo>
                    <a:pt x="2649504" y="1055142"/>
                  </a:lnTo>
                  <a:lnTo>
                    <a:pt x="2650956" y="1055146"/>
                  </a:lnTo>
                  <a:lnTo>
                    <a:pt x="2652408" y="1055147"/>
                  </a:lnTo>
                  <a:lnTo>
                    <a:pt x="2653860" y="1055147"/>
                  </a:lnTo>
                  <a:lnTo>
                    <a:pt x="2655311" y="1055148"/>
                  </a:lnTo>
                  <a:lnTo>
                    <a:pt x="2656763" y="1055151"/>
                  </a:lnTo>
                  <a:lnTo>
                    <a:pt x="2658215" y="1055154"/>
                  </a:lnTo>
                  <a:lnTo>
                    <a:pt x="2659667" y="1055155"/>
                  </a:lnTo>
                  <a:lnTo>
                    <a:pt x="2661118" y="1055156"/>
                  </a:lnTo>
                  <a:lnTo>
                    <a:pt x="2662570" y="1055157"/>
                  </a:lnTo>
                  <a:lnTo>
                    <a:pt x="2664022" y="1055158"/>
                  </a:lnTo>
                  <a:lnTo>
                    <a:pt x="2665474" y="1055160"/>
                  </a:lnTo>
                  <a:lnTo>
                    <a:pt x="2666926" y="1055161"/>
                  </a:lnTo>
                  <a:lnTo>
                    <a:pt x="2668377" y="1055161"/>
                  </a:lnTo>
                  <a:lnTo>
                    <a:pt x="2669829" y="1055163"/>
                  </a:lnTo>
                  <a:lnTo>
                    <a:pt x="2671281" y="1055164"/>
                  </a:lnTo>
                  <a:lnTo>
                    <a:pt x="2672733" y="1055165"/>
                  </a:lnTo>
                  <a:lnTo>
                    <a:pt x="2674184" y="1055166"/>
                  </a:lnTo>
                  <a:lnTo>
                    <a:pt x="2675636" y="1055168"/>
                  </a:lnTo>
                  <a:lnTo>
                    <a:pt x="2677088" y="1055168"/>
                  </a:lnTo>
                  <a:lnTo>
                    <a:pt x="2678540" y="1055169"/>
                  </a:lnTo>
                  <a:lnTo>
                    <a:pt x="2679992" y="1055169"/>
                  </a:lnTo>
                  <a:lnTo>
                    <a:pt x="2681443" y="1055170"/>
                  </a:lnTo>
                  <a:lnTo>
                    <a:pt x="2682895" y="1055171"/>
                  </a:lnTo>
                  <a:lnTo>
                    <a:pt x="2684347" y="1055172"/>
                  </a:lnTo>
                  <a:lnTo>
                    <a:pt x="2685799" y="1055173"/>
                  </a:lnTo>
                  <a:lnTo>
                    <a:pt x="2687251" y="1055174"/>
                  </a:lnTo>
                  <a:lnTo>
                    <a:pt x="2688702" y="1055175"/>
                  </a:lnTo>
                  <a:lnTo>
                    <a:pt x="2690154" y="1055176"/>
                  </a:lnTo>
                  <a:lnTo>
                    <a:pt x="2691606" y="1055177"/>
                  </a:lnTo>
                  <a:lnTo>
                    <a:pt x="2693058" y="1055177"/>
                  </a:lnTo>
                  <a:lnTo>
                    <a:pt x="2694509" y="1055178"/>
                  </a:lnTo>
                  <a:lnTo>
                    <a:pt x="2695961" y="1055180"/>
                  </a:lnTo>
                  <a:lnTo>
                    <a:pt x="2697413" y="1055180"/>
                  </a:lnTo>
                  <a:lnTo>
                    <a:pt x="2698865" y="1055181"/>
                  </a:lnTo>
                  <a:lnTo>
                    <a:pt x="2700317" y="1055182"/>
                  </a:lnTo>
                  <a:lnTo>
                    <a:pt x="2701768" y="1055183"/>
                  </a:lnTo>
                  <a:lnTo>
                    <a:pt x="2703220" y="1055184"/>
                  </a:lnTo>
                  <a:lnTo>
                    <a:pt x="2704672" y="1055185"/>
                  </a:lnTo>
                  <a:lnTo>
                    <a:pt x="2706124" y="1055185"/>
                  </a:lnTo>
                  <a:lnTo>
                    <a:pt x="2707575" y="1055186"/>
                  </a:lnTo>
                  <a:lnTo>
                    <a:pt x="2709027" y="1055188"/>
                  </a:lnTo>
                  <a:lnTo>
                    <a:pt x="2710479" y="1055188"/>
                  </a:lnTo>
                  <a:lnTo>
                    <a:pt x="2711931" y="1055190"/>
                  </a:lnTo>
                  <a:lnTo>
                    <a:pt x="2713383" y="1055190"/>
                  </a:lnTo>
                  <a:lnTo>
                    <a:pt x="2714834" y="1055190"/>
                  </a:lnTo>
                  <a:lnTo>
                    <a:pt x="2716286" y="1055191"/>
                  </a:lnTo>
                  <a:lnTo>
                    <a:pt x="2717738" y="1055191"/>
                  </a:lnTo>
                  <a:lnTo>
                    <a:pt x="2719190" y="1055192"/>
                  </a:lnTo>
                  <a:lnTo>
                    <a:pt x="2720642" y="1055192"/>
                  </a:lnTo>
                  <a:lnTo>
                    <a:pt x="2722093" y="1055193"/>
                  </a:lnTo>
                  <a:lnTo>
                    <a:pt x="2723545" y="1055194"/>
                  </a:lnTo>
                  <a:lnTo>
                    <a:pt x="2724997" y="1055195"/>
                  </a:lnTo>
                  <a:lnTo>
                    <a:pt x="2726449" y="1055195"/>
                  </a:lnTo>
                  <a:lnTo>
                    <a:pt x="2727900" y="1055197"/>
                  </a:lnTo>
                  <a:lnTo>
                    <a:pt x="2729352" y="1055198"/>
                  </a:lnTo>
                  <a:lnTo>
                    <a:pt x="2730804" y="1055199"/>
                  </a:lnTo>
                  <a:lnTo>
                    <a:pt x="2732256" y="1270542"/>
                  </a:lnTo>
                  <a:lnTo>
                    <a:pt x="2733708" y="1055196"/>
                  </a:lnTo>
                  <a:lnTo>
                    <a:pt x="2735159" y="1055181"/>
                  </a:lnTo>
                  <a:lnTo>
                    <a:pt x="2736611" y="1055150"/>
                  </a:lnTo>
                  <a:lnTo>
                    <a:pt x="2738063" y="1055114"/>
                  </a:lnTo>
                  <a:lnTo>
                    <a:pt x="2739515" y="1055057"/>
                  </a:lnTo>
                  <a:lnTo>
                    <a:pt x="2740966" y="1054925"/>
                  </a:lnTo>
                  <a:lnTo>
                    <a:pt x="2742418" y="1054860"/>
                  </a:lnTo>
                  <a:lnTo>
                    <a:pt x="2743870" y="1054513"/>
                  </a:lnTo>
                  <a:lnTo>
                    <a:pt x="2745322" y="1054276"/>
                  </a:lnTo>
                  <a:lnTo>
                    <a:pt x="2746774" y="1054100"/>
                  </a:lnTo>
                  <a:lnTo>
                    <a:pt x="2748225" y="1053732"/>
                  </a:lnTo>
                  <a:lnTo>
                    <a:pt x="2749677" y="1053128"/>
                  </a:lnTo>
                  <a:lnTo>
                    <a:pt x="2751129" y="1052588"/>
                  </a:lnTo>
                  <a:lnTo>
                    <a:pt x="2752581" y="1051276"/>
                  </a:lnTo>
                  <a:lnTo>
                    <a:pt x="2754033" y="1050517"/>
                  </a:lnTo>
                  <a:lnTo>
                    <a:pt x="2755484" y="1049772"/>
                  </a:lnTo>
                  <a:lnTo>
                    <a:pt x="2756936" y="1047905"/>
                  </a:lnTo>
                  <a:lnTo>
                    <a:pt x="2758388" y="1045847"/>
                  </a:lnTo>
                  <a:lnTo>
                    <a:pt x="2759840" y="1042926"/>
                  </a:lnTo>
                  <a:lnTo>
                    <a:pt x="2761291" y="1041240"/>
                  </a:lnTo>
                  <a:lnTo>
                    <a:pt x="2762743" y="1038350"/>
                  </a:lnTo>
                  <a:lnTo>
                    <a:pt x="2764195" y="1035951"/>
                  </a:lnTo>
                  <a:lnTo>
                    <a:pt x="2765647" y="1035151"/>
                  </a:lnTo>
                  <a:lnTo>
                    <a:pt x="2767099" y="1037432"/>
                  </a:lnTo>
                  <a:lnTo>
                    <a:pt x="2768550" y="1040649"/>
                  </a:lnTo>
                  <a:lnTo>
                    <a:pt x="2770002" y="1041958"/>
                  </a:lnTo>
                  <a:lnTo>
                    <a:pt x="2771454" y="1044841"/>
                  </a:lnTo>
                  <a:lnTo>
                    <a:pt x="2772906" y="1046387"/>
                  </a:lnTo>
                  <a:lnTo>
                    <a:pt x="2774357" y="1048274"/>
                  </a:lnTo>
                  <a:lnTo>
                    <a:pt x="2775809" y="1050146"/>
                  </a:lnTo>
                  <a:lnTo>
                    <a:pt x="2777261" y="1051047"/>
                  </a:lnTo>
                  <a:lnTo>
                    <a:pt x="2778713" y="1052569"/>
                  </a:lnTo>
                  <a:lnTo>
                    <a:pt x="2780165" y="1052786"/>
                  </a:lnTo>
                  <a:lnTo>
                    <a:pt x="2781616" y="1053309"/>
                  </a:lnTo>
                  <a:lnTo>
                    <a:pt x="2783068" y="1053934"/>
                  </a:lnTo>
                  <a:lnTo>
                    <a:pt x="2784520" y="1054169"/>
                  </a:lnTo>
                  <a:lnTo>
                    <a:pt x="2785972" y="1054453"/>
                  </a:lnTo>
                  <a:lnTo>
                    <a:pt x="2787424" y="1054719"/>
                  </a:lnTo>
                  <a:lnTo>
                    <a:pt x="2788875" y="1054887"/>
                  </a:lnTo>
                  <a:lnTo>
                    <a:pt x="2790327" y="1054962"/>
                  </a:lnTo>
                  <a:lnTo>
                    <a:pt x="2791779" y="1055098"/>
                  </a:lnTo>
                  <a:lnTo>
                    <a:pt x="2793231" y="1055132"/>
                  </a:lnTo>
                  <a:lnTo>
                    <a:pt x="2794682" y="1055170"/>
                  </a:lnTo>
                  <a:lnTo>
                    <a:pt x="2796134" y="1055185"/>
                  </a:lnTo>
                  <a:lnTo>
                    <a:pt x="2797586" y="1055199"/>
                  </a:lnTo>
                  <a:lnTo>
                    <a:pt x="2799038" y="1055200"/>
                  </a:lnTo>
                  <a:lnTo>
                    <a:pt x="2800490" y="1055200"/>
                  </a:lnTo>
                  <a:lnTo>
                    <a:pt x="2801941" y="1055201"/>
                  </a:lnTo>
                  <a:lnTo>
                    <a:pt x="2803393" y="1055201"/>
                  </a:lnTo>
                  <a:lnTo>
                    <a:pt x="2804845" y="1055202"/>
                  </a:lnTo>
                  <a:lnTo>
                    <a:pt x="2806297" y="1055204"/>
                  </a:lnTo>
                  <a:lnTo>
                    <a:pt x="2807749" y="1055205"/>
                  </a:lnTo>
                  <a:lnTo>
                    <a:pt x="2809200" y="1055207"/>
                  </a:lnTo>
                  <a:lnTo>
                    <a:pt x="2810652" y="1055208"/>
                  </a:lnTo>
                  <a:lnTo>
                    <a:pt x="2812104" y="1055209"/>
                  </a:lnTo>
                  <a:lnTo>
                    <a:pt x="2813556" y="1055210"/>
                  </a:lnTo>
                  <a:lnTo>
                    <a:pt x="2815007" y="1055210"/>
                  </a:lnTo>
                  <a:lnTo>
                    <a:pt x="2816459" y="1055212"/>
                  </a:lnTo>
                  <a:lnTo>
                    <a:pt x="2817911" y="1055214"/>
                  </a:lnTo>
                  <a:lnTo>
                    <a:pt x="2819363" y="1055215"/>
                  </a:lnTo>
                  <a:lnTo>
                    <a:pt x="2820815" y="1055217"/>
                  </a:lnTo>
                  <a:lnTo>
                    <a:pt x="2822266" y="1055218"/>
                  </a:lnTo>
                  <a:lnTo>
                    <a:pt x="2823718" y="1055219"/>
                  </a:lnTo>
                  <a:lnTo>
                    <a:pt x="2825170" y="1055220"/>
                  </a:lnTo>
                  <a:lnTo>
                    <a:pt x="2826622" y="1055221"/>
                  </a:lnTo>
                  <a:lnTo>
                    <a:pt x="2828073" y="1055222"/>
                  </a:lnTo>
                  <a:lnTo>
                    <a:pt x="2829525" y="1055224"/>
                  </a:lnTo>
                  <a:lnTo>
                    <a:pt x="2830977" y="1055225"/>
                  </a:lnTo>
                  <a:lnTo>
                    <a:pt x="2832429" y="1055225"/>
                  </a:lnTo>
                  <a:lnTo>
                    <a:pt x="2833881" y="1055226"/>
                  </a:lnTo>
                  <a:lnTo>
                    <a:pt x="2835332" y="1055227"/>
                  </a:lnTo>
                  <a:lnTo>
                    <a:pt x="2836784" y="1055228"/>
                  </a:lnTo>
                  <a:lnTo>
                    <a:pt x="2838236" y="1055230"/>
                  </a:lnTo>
                  <a:lnTo>
                    <a:pt x="2839688" y="1055231"/>
                  </a:lnTo>
                  <a:lnTo>
                    <a:pt x="2841140" y="1055231"/>
                  </a:lnTo>
                  <a:lnTo>
                    <a:pt x="2842591" y="1055232"/>
                  </a:lnTo>
                  <a:lnTo>
                    <a:pt x="2844043" y="1055232"/>
                  </a:lnTo>
                  <a:lnTo>
                    <a:pt x="2845495" y="1055233"/>
                  </a:lnTo>
                  <a:lnTo>
                    <a:pt x="2846947" y="1055235"/>
                  </a:lnTo>
                  <a:lnTo>
                    <a:pt x="2848398" y="1055237"/>
                  </a:lnTo>
                  <a:lnTo>
                    <a:pt x="2849850" y="1055237"/>
                  </a:lnTo>
                  <a:lnTo>
                    <a:pt x="2851302" y="1055238"/>
                  </a:lnTo>
                  <a:lnTo>
                    <a:pt x="2852754" y="1055238"/>
                  </a:lnTo>
                  <a:lnTo>
                    <a:pt x="2854206" y="1055239"/>
                  </a:lnTo>
                  <a:lnTo>
                    <a:pt x="2855657" y="1055241"/>
                  </a:lnTo>
                  <a:lnTo>
                    <a:pt x="2857109" y="1055242"/>
                  </a:lnTo>
                  <a:lnTo>
                    <a:pt x="2858561" y="1055242"/>
                  </a:lnTo>
                  <a:lnTo>
                    <a:pt x="2860013" y="1055242"/>
                  </a:lnTo>
                  <a:lnTo>
                    <a:pt x="2861464" y="1055243"/>
                  </a:lnTo>
                  <a:lnTo>
                    <a:pt x="2862916" y="1055244"/>
                  </a:lnTo>
                  <a:lnTo>
                    <a:pt x="2864368" y="1055245"/>
                  </a:lnTo>
                  <a:lnTo>
                    <a:pt x="2865820" y="1055246"/>
                  </a:lnTo>
                  <a:lnTo>
                    <a:pt x="2867272" y="1055247"/>
                  </a:lnTo>
                  <a:lnTo>
                    <a:pt x="2868723" y="1055247"/>
                  </a:lnTo>
                  <a:lnTo>
                    <a:pt x="2870175" y="1055247"/>
                  </a:lnTo>
                  <a:lnTo>
                    <a:pt x="2871627" y="1055248"/>
                  </a:lnTo>
                  <a:lnTo>
                    <a:pt x="2873079" y="1055249"/>
                  </a:lnTo>
                  <a:lnTo>
                    <a:pt x="2874531" y="1055249"/>
                  </a:lnTo>
                  <a:lnTo>
                    <a:pt x="2875982" y="1055250"/>
                  </a:lnTo>
                  <a:lnTo>
                    <a:pt x="2877434" y="1055250"/>
                  </a:lnTo>
                  <a:lnTo>
                    <a:pt x="2878886" y="1055251"/>
                  </a:lnTo>
                  <a:lnTo>
                    <a:pt x="2880338" y="1055251"/>
                  </a:lnTo>
                  <a:lnTo>
                    <a:pt x="2881789" y="1055252"/>
                  </a:lnTo>
                  <a:lnTo>
                    <a:pt x="2883241" y="1055252"/>
                  </a:lnTo>
                  <a:lnTo>
                    <a:pt x="2884693" y="1055253"/>
                  </a:lnTo>
                  <a:lnTo>
                    <a:pt x="2886145" y="1055253"/>
                  </a:lnTo>
                  <a:lnTo>
                    <a:pt x="2887597" y="1055254"/>
                  </a:lnTo>
                  <a:lnTo>
                    <a:pt x="2889048" y="1055254"/>
                  </a:lnTo>
                  <a:lnTo>
                    <a:pt x="2890500" y="1055255"/>
                  </a:lnTo>
                  <a:lnTo>
                    <a:pt x="2891952" y="1055255"/>
                  </a:lnTo>
                  <a:lnTo>
                    <a:pt x="2893404" y="1055256"/>
                  </a:lnTo>
                  <a:lnTo>
                    <a:pt x="2894855" y="1055256"/>
                  </a:lnTo>
                  <a:lnTo>
                    <a:pt x="2896307" y="1055256"/>
                  </a:lnTo>
                  <a:lnTo>
                    <a:pt x="2897759" y="1055257"/>
                  </a:lnTo>
                  <a:lnTo>
                    <a:pt x="2899211" y="1055257"/>
                  </a:lnTo>
                  <a:lnTo>
                    <a:pt x="2900663" y="1055257"/>
                  </a:lnTo>
                  <a:lnTo>
                    <a:pt x="2902114" y="1055258"/>
                  </a:lnTo>
                  <a:lnTo>
                    <a:pt x="2903566" y="1055258"/>
                  </a:lnTo>
                  <a:lnTo>
                    <a:pt x="2905018" y="1055258"/>
                  </a:lnTo>
                  <a:lnTo>
                    <a:pt x="2906470" y="1055259"/>
                  </a:lnTo>
                  <a:lnTo>
                    <a:pt x="2907922" y="1055259"/>
                  </a:lnTo>
                  <a:lnTo>
                    <a:pt x="2909373" y="1055259"/>
                  </a:lnTo>
                  <a:lnTo>
                    <a:pt x="2910825" y="1055260"/>
                  </a:lnTo>
                  <a:lnTo>
                    <a:pt x="2912277" y="1055260"/>
                  </a:lnTo>
                  <a:lnTo>
                    <a:pt x="2913729" y="1055260"/>
                  </a:lnTo>
                  <a:lnTo>
                    <a:pt x="2915180" y="1055261"/>
                  </a:lnTo>
                  <a:lnTo>
                    <a:pt x="2916632" y="1055261"/>
                  </a:lnTo>
                  <a:lnTo>
                    <a:pt x="2918084" y="1055261"/>
                  </a:lnTo>
                  <a:lnTo>
                    <a:pt x="2919536" y="1055261"/>
                  </a:lnTo>
                  <a:lnTo>
                    <a:pt x="2920988" y="1055262"/>
                  </a:lnTo>
                  <a:lnTo>
                    <a:pt x="2922439" y="1055262"/>
                  </a:lnTo>
                  <a:lnTo>
                    <a:pt x="2923891" y="1055262"/>
                  </a:lnTo>
                  <a:lnTo>
                    <a:pt x="2925343" y="1055262"/>
                  </a:lnTo>
                  <a:lnTo>
                    <a:pt x="2926795" y="1055263"/>
                  </a:lnTo>
                  <a:lnTo>
                    <a:pt x="2928247" y="1055263"/>
                  </a:lnTo>
                  <a:lnTo>
                    <a:pt x="2929698" y="1055263"/>
                  </a:lnTo>
                  <a:lnTo>
                    <a:pt x="2931150" y="1055263"/>
                  </a:lnTo>
                  <a:lnTo>
                    <a:pt x="2932602" y="1055263"/>
                  </a:lnTo>
                  <a:lnTo>
                    <a:pt x="2934054" y="1055264"/>
                  </a:lnTo>
                  <a:lnTo>
                    <a:pt x="2935505" y="1055264"/>
                  </a:lnTo>
                  <a:lnTo>
                    <a:pt x="2936957" y="1055264"/>
                  </a:lnTo>
                  <a:lnTo>
                    <a:pt x="2938409" y="1055264"/>
                  </a:lnTo>
                  <a:lnTo>
                    <a:pt x="2939861" y="1055264"/>
                  </a:lnTo>
                  <a:lnTo>
                    <a:pt x="2941313" y="1055265"/>
                  </a:lnTo>
                  <a:lnTo>
                    <a:pt x="2942764" y="1055265"/>
                  </a:lnTo>
                  <a:lnTo>
                    <a:pt x="2944216" y="1055265"/>
                  </a:lnTo>
                  <a:lnTo>
                    <a:pt x="2945668" y="1055265"/>
                  </a:lnTo>
                  <a:lnTo>
                    <a:pt x="2947120" y="1055265"/>
                  </a:lnTo>
                  <a:lnTo>
                    <a:pt x="2948571" y="1055266"/>
                  </a:lnTo>
                  <a:lnTo>
                    <a:pt x="2950023" y="1055266"/>
                  </a:lnTo>
                  <a:lnTo>
                    <a:pt x="2951475" y="1055266"/>
                  </a:lnTo>
                  <a:lnTo>
                    <a:pt x="2952927" y="1055266"/>
                  </a:lnTo>
                  <a:lnTo>
                    <a:pt x="2954379" y="1055267"/>
                  </a:lnTo>
                  <a:lnTo>
                    <a:pt x="2955830" y="1055267"/>
                  </a:lnTo>
                  <a:lnTo>
                    <a:pt x="2957282" y="1055267"/>
                  </a:lnTo>
                  <a:lnTo>
                    <a:pt x="2958734" y="1055268"/>
                  </a:lnTo>
                  <a:lnTo>
                    <a:pt x="2960186" y="1055268"/>
                  </a:lnTo>
                  <a:lnTo>
                    <a:pt x="2961638" y="1055268"/>
                  </a:lnTo>
                  <a:lnTo>
                    <a:pt x="2963089" y="1055268"/>
                  </a:lnTo>
                  <a:lnTo>
                    <a:pt x="2964541" y="1055269"/>
                  </a:lnTo>
                  <a:lnTo>
                    <a:pt x="2965993" y="1055269"/>
                  </a:lnTo>
                  <a:lnTo>
                    <a:pt x="2967445" y="1055270"/>
                  </a:lnTo>
                  <a:lnTo>
                    <a:pt x="2968896" y="1055270"/>
                  </a:lnTo>
                  <a:lnTo>
                    <a:pt x="2970348" y="1055270"/>
                  </a:lnTo>
                  <a:lnTo>
                    <a:pt x="2971800" y="1055271"/>
                  </a:lnTo>
                </a:path>
              </a:pathLst>
            </a:custGeom>
            <a:noFill/>
            <a:ln w="9470">
              <a:solidFill>
                <a:srgbClr val="009E73"/>
              </a:solidFill>
              <a:prstDash val="solid"/>
            </a:ln>
          </p:spPr>
        </p:sp>
        <p:sp>
          <p:nvSpPr>
            <p:cNvPr id="194" name="ellipse_193">
              <a:extLst>
                <a:ext uri="{FF2B5EF4-FFF2-40B4-BE49-F238E27FC236}">
                  <ns2:creationId id="{293396A8-5B5E-420E-AFB7-0F2CB3270075}"/>
                </a:ext>
              </a:extLst>
            </p:cNvPr>
            <p:cNvSpPr>
              <a:spLocks noGrp="1"/>
            </p:cNvSpPr>
            <p:nvPr/>
          </p:nvSpPr>
          <p:spPr>
            <a:xfrm rot="0">
              <a:off x="9366250" y="3818093"/>
              <a:ext cx="66675" cy="66675"/>
            </a:xfrm>
            <a:prstGeom prst="ellipse">
              <a:avLst/>
            </a:prstGeom>
            <a:solidFill>
              <a:srgbClr val="FFFFFF"/>
            </a:solidFill>
            <a:ln w="10653">
              <a:solidFill>
                <a:srgbClr val="0072B2"/>
              </a:solidFill>
              <a:prstDash val="solid"/>
            </a:ln>
          </p:spPr>
        </p:sp>
        <p:sp>
          <p:nvSpPr>
            <p:cNvPr id="195" name="text_194">
              <a:extLst>
                <a:ext uri="{FF2B5EF4-FFF2-40B4-BE49-F238E27FC236}">
                  <ns2:creationId id="{24D02948-CF2C-494C-B195-A3E714E092A3}"/>
                </a:ext>
              </a:extLst>
            </p:cNvPr>
            <p:cNvSpPr>
              <a:spLocks noGrp="1"/>
            </p:cNvSpPr>
            <p:nvPr/>
          </p:nvSpPr>
          <p:spPr>
            <a:xfrm rot="0">
              <a:off x="9180513" y="3641881"/>
              <a:ext cx="219075" cy="219075"/>
            </a:xfrm>
            <a:prstGeom prst="rect">
              <a:avLst/>
            </a:prstGeom>
            <a:noFill/>
            <a:ln w="0">
              <a:noFill/>
              <a:prstDash val="solid"/>
            </a:ln>
          </p:spPr>
          <p:txBody>
            <a:bodyPr wrap="none" lIns="0" tIns="0" rIns="0" bIns="0" anchor="t">
              <a:noAutofit/>
            </a:bodyPr>
            <a:lstStyle>
              <a:defPPr algn="l">
                <a:defRPr sz="746" b="1">
                  <a:solidFill>
                    <a:srgbClr val="0072B2"/>
                  </a:solidFill>
                  <a:latin typeface="Arial"/>
                  <a:ea typeface="Arial"/>
                  <a:cs typeface="Arial"/>
                </a:defRPr>
              </a:defPPr>
              <a:lvl1pPr algn="l">
                <a:defRPr sz="746" b="1">
                  <a:solidFill>
                    <a:srgbClr val="0072B2"/>
                  </a:solidFill>
                  <a:latin typeface="Arial"/>
                  <a:ea typeface="Arial"/>
                  <a:cs typeface="Arial"/>
                </a:defRPr>
              </a:lvl1pPr>
              <a:lvl2pPr algn="l">
                <a:defRPr sz="746" b="1">
                  <a:solidFill>
                    <a:srgbClr val="0072B2"/>
                  </a:solidFill>
                  <a:latin typeface="Arial"/>
                  <a:ea typeface="Arial"/>
                  <a:cs typeface="Arial"/>
                </a:defRPr>
              </a:lvl2pPr>
              <a:lvl3pPr algn="l">
                <a:defRPr sz="746" b="1">
                  <a:solidFill>
                    <a:srgbClr val="0072B2"/>
                  </a:solidFill>
                  <a:latin typeface="Arial"/>
                  <a:ea typeface="Arial"/>
                  <a:cs typeface="Arial"/>
                </a:defRPr>
              </a:lvl3pPr>
              <a:lvl4pPr algn="l">
                <a:defRPr sz="746" b="1">
                  <a:solidFill>
                    <a:srgbClr val="0072B2"/>
                  </a:solidFill>
                  <a:latin typeface="Arial"/>
                  <a:ea typeface="Arial"/>
                  <a:cs typeface="Arial"/>
                </a:defRPr>
              </a:lvl4pPr>
              <a:lvl5pPr algn="l">
                <a:defRPr sz="746" b="1">
                  <a:solidFill>
                    <a:srgbClr val="0072B2"/>
                  </a:solidFill>
                  <a:latin typeface="Arial"/>
                  <a:ea typeface="Arial"/>
                  <a:cs typeface="Arial"/>
                </a:defRPr>
              </a:lvl5pPr>
              <a:lvl6pPr algn="l">
                <a:defRPr sz="746" b="1">
                  <a:solidFill>
                    <a:srgbClr val="0072B2"/>
                  </a:solidFill>
                  <a:latin typeface="Arial"/>
                  <a:ea typeface="Arial"/>
                  <a:cs typeface="Arial"/>
                </a:defRPr>
              </a:lvl6pPr>
              <a:lvl7pPr algn="l">
                <a:defRPr sz="746" b="1">
                  <a:solidFill>
                    <a:srgbClr val="0072B2"/>
                  </a:solidFill>
                  <a:latin typeface="Arial"/>
                  <a:ea typeface="Arial"/>
                  <a:cs typeface="Arial"/>
                </a:defRPr>
              </a:lvl7pPr>
              <a:lvl8pPr algn="l">
                <a:defRPr sz="746" b="1">
                  <a:solidFill>
                    <a:srgbClr val="0072B2"/>
                  </a:solidFill>
                  <a:latin typeface="Arial"/>
                  <a:ea typeface="Arial"/>
                  <a:cs typeface="Arial"/>
                </a:defRPr>
              </a:lvl8pPr>
              <a:lvl9pPr algn="l">
                <a:defRPr sz="746" b="1">
                  <a:solidFill>
                    <a:srgbClr val="0072B2"/>
                  </a:solidFill>
                  <a:latin typeface="Arial"/>
                  <a:ea typeface="Arial"/>
                  <a:cs typeface="Arial"/>
                </a:defRPr>
              </a:lvl9pPr>
            </a:lstStyle>
            <a:p>
              <a:pPr algn="l">
                <a:defRPr sz="746" b="1">
                  <a:solidFill>
                    <a:srgbClr val="0072B2"/>
                  </a:solidFill>
                  <a:latin typeface="Arial"/>
                  <a:ea typeface="Arial"/>
                  <a:cs typeface="Arial"/>
                </a:defRPr>
              </a:pPr>
              <a:r>
                <a:rPr sz="746" b="1">
                  <a:solidFill>
                    <a:srgbClr val="0072B2"/>
                  </a:solidFill>
                  <a:latin typeface="Arial"/>
                  <a:ea typeface="Arial"/>
                  <a:cs typeface="Arial"/>
                </a:rPr>
                <a:t>A</a:t>
              </a:r>
            </a:p>
          </p:txBody>
        </p:sp>
        <p:sp>
          <p:nvSpPr>
            <p:cNvPr id="196" name="ellipse_195">
              <a:extLst>
                <a:ext uri="{FF2B5EF4-FFF2-40B4-BE49-F238E27FC236}">
                  <ns2:creationId id="{5FB314AD-FB37-4443-AB82-E317177EA37D}"/>
                </a:ext>
              </a:extLst>
            </p:cNvPr>
            <p:cNvSpPr>
              <a:spLocks noGrp="1"/>
            </p:cNvSpPr>
            <p:nvPr/>
          </p:nvSpPr>
          <p:spPr>
            <a:xfrm rot="0">
              <a:off x="10966405" y="4375148"/>
              <a:ext cx="66675" cy="66675"/>
            </a:xfrm>
            <a:prstGeom prst="ellipse">
              <a:avLst/>
            </a:prstGeom>
            <a:solidFill>
              <a:srgbClr val="FFFFFF"/>
            </a:solidFill>
            <a:ln w="10653">
              <a:solidFill>
                <a:srgbClr val="D55E00"/>
              </a:solidFill>
              <a:prstDash val="solid"/>
            </a:ln>
          </p:spPr>
        </p:sp>
        <p:sp>
          <p:nvSpPr>
            <p:cNvPr id="197" name="text_196">
              <a:extLst>
                <a:ext uri="{FF2B5EF4-FFF2-40B4-BE49-F238E27FC236}">
                  <ns2:creationId id="{F317290C-2197-48D4-BC4A-B88DA100F043}"/>
                </a:ext>
              </a:extLst>
            </p:cNvPr>
            <p:cNvSpPr>
              <a:spLocks noGrp="1"/>
            </p:cNvSpPr>
            <p:nvPr/>
          </p:nvSpPr>
          <p:spPr>
            <a:xfrm rot="0">
              <a:off x="11047367" y="4198935"/>
              <a:ext cx="219075" cy="219075"/>
            </a:xfrm>
            <a:prstGeom prst="rect">
              <a:avLst/>
            </a:prstGeom>
            <a:noFill/>
            <a:ln w="0">
              <a:noFill/>
              <a:prstDash val="solid"/>
            </a:ln>
          </p:spPr>
          <p:txBody>
            <a:bodyPr wrap="none" lIns="0" tIns="0" rIns="0" bIns="0" anchor="t">
              <a:noAutofit/>
            </a:bodyPr>
            <a:lstStyle>
              <a:defPPr algn="l">
                <a:defRPr sz="746" b="1">
                  <a:solidFill>
                    <a:srgbClr val="D55E00"/>
                  </a:solidFill>
                  <a:latin typeface="Arial"/>
                  <a:ea typeface="Arial"/>
                  <a:cs typeface="Arial"/>
                </a:defRPr>
              </a:defPPr>
              <a:lvl1pPr algn="l">
                <a:defRPr sz="746" b="1">
                  <a:solidFill>
                    <a:srgbClr val="D55E00"/>
                  </a:solidFill>
                  <a:latin typeface="Arial"/>
                  <a:ea typeface="Arial"/>
                  <a:cs typeface="Arial"/>
                </a:defRPr>
              </a:lvl1pPr>
              <a:lvl2pPr algn="l">
                <a:defRPr sz="746" b="1">
                  <a:solidFill>
                    <a:srgbClr val="D55E00"/>
                  </a:solidFill>
                  <a:latin typeface="Arial"/>
                  <a:ea typeface="Arial"/>
                  <a:cs typeface="Arial"/>
                </a:defRPr>
              </a:lvl2pPr>
              <a:lvl3pPr algn="l">
                <a:defRPr sz="746" b="1">
                  <a:solidFill>
                    <a:srgbClr val="D55E00"/>
                  </a:solidFill>
                  <a:latin typeface="Arial"/>
                  <a:ea typeface="Arial"/>
                  <a:cs typeface="Arial"/>
                </a:defRPr>
              </a:lvl3pPr>
              <a:lvl4pPr algn="l">
                <a:defRPr sz="746" b="1">
                  <a:solidFill>
                    <a:srgbClr val="D55E00"/>
                  </a:solidFill>
                  <a:latin typeface="Arial"/>
                  <a:ea typeface="Arial"/>
                  <a:cs typeface="Arial"/>
                </a:defRPr>
              </a:lvl4pPr>
              <a:lvl5pPr algn="l">
                <a:defRPr sz="746" b="1">
                  <a:solidFill>
                    <a:srgbClr val="D55E00"/>
                  </a:solidFill>
                  <a:latin typeface="Arial"/>
                  <a:ea typeface="Arial"/>
                  <a:cs typeface="Arial"/>
                </a:defRPr>
              </a:lvl5pPr>
              <a:lvl6pPr algn="l">
                <a:defRPr sz="746" b="1">
                  <a:solidFill>
                    <a:srgbClr val="D55E00"/>
                  </a:solidFill>
                  <a:latin typeface="Arial"/>
                  <a:ea typeface="Arial"/>
                  <a:cs typeface="Arial"/>
                </a:defRPr>
              </a:lvl6pPr>
              <a:lvl7pPr algn="l">
                <a:defRPr sz="746" b="1">
                  <a:solidFill>
                    <a:srgbClr val="D55E00"/>
                  </a:solidFill>
                  <a:latin typeface="Arial"/>
                  <a:ea typeface="Arial"/>
                  <a:cs typeface="Arial"/>
                </a:defRPr>
              </a:lvl7pPr>
              <a:lvl8pPr algn="l">
                <a:defRPr sz="746" b="1">
                  <a:solidFill>
                    <a:srgbClr val="D55E00"/>
                  </a:solidFill>
                  <a:latin typeface="Arial"/>
                  <a:ea typeface="Arial"/>
                  <a:cs typeface="Arial"/>
                </a:defRPr>
              </a:lvl8pPr>
              <a:lvl9pPr algn="l">
                <a:defRPr sz="746" b="1">
                  <a:solidFill>
                    <a:srgbClr val="D55E00"/>
                  </a:solidFill>
                  <a:latin typeface="Arial"/>
                  <a:ea typeface="Arial"/>
                  <a:cs typeface="Arial"/>
                </a:defRPr>
              </a:lvl9pPr>
            </a:lstStyle>
            <a:p>
              <a:pPr algn="l">
                <a:defRPr sz="746" b="1">
                  <a:solidFill>
                    <a:srgbClr val="D55E00"/>
                  </a:solidFill>
                  <a:latin typeface="Arial"/>
                  <a:ea typeface="Arial"/>
                  <a:cs typeface="Arial"/>
                </a:defRPr>
              </a:pPr>
              <a:r>
                <a:rPr sz="746" b="1">
                  <a:solidFill>
                    <a:srgbClr val="D55E00"/>
                  </a:solidFill>
                  <a:latin typeface="Arial"/>
                  <a:ea typeface="Arial"/>
                  <a:cs typeface="Arial"/>
                </a:rPr>
                <a:t>B</a:t>
              </a:r>
            </a:p>
          </p:txBody>
        </p:sp>
        <p:sp>
          <p:nvSpPr>
            <p:cNvPr id="198" name="ellipse_197">
              <a:extLst>
                <a:ext uri="{FF2B5EF4-FFF2-40B4-BE49-F238E27FC236}">
                  <ns2:creationId id="{5F0BE903-D4A6-4C3E-A401-278754BF7C78}"/>
                </a:ext>
              </a:extLst>
            </p:cNvPr>
            <p:cNvSpPr>
              <a:spLocks noGrp="1"/>
            </p:cNvSpPr>
            <p:nvPr/>
          </p:nvSpPr>
          <p:spPr>
            <a:xfrm rot="0">
              <a:off x="10126228" y="4569142"/>
              <a:ext cx="66675" cy="66675"/>
            </a:xfrm>
            <a:prstGeom prst="ellipse">
              <a:avLst/>
            </a:prstGeom>
            <a:solidFill>
              <a:srgbClr val="FFFFFF"/>
            </a:solidFill>
            <a:ln w="10653">
              <a:solidFill>
                <a:srgbClr val="009E73"/>
              </a:solidFill>
              <a:prstDash val="solid"/>
            </a:ln>
          </p:spPr>
        </p:sp>
        <p:sp>
          <p:nvSpPr>
            <p:cNvPr id="199" name="text_198">
              <a:extLst>
                <a:ext uri="{FF2B5EF4-FFF2-40B4-BE49-F238E27FC236}">
                  <ns2:creationId id="{D13E7DAE-DED4-434C-BB36-CD020AE1A788}"/>
                </a:ext>
              </a:extLst>
            </p:cNvPr>
            <p:cNvSpPr>
              <a:spLocks noGrp="1"/>
            </p:cNvSpPr>
            <p:nvPr/>
          </p:nvSpPr>
          <p:spPr>
            <a:xfrm rot="0">
              <a:off x="10207190" y="4392929"/>
              <a:ext cx="219075" cy="219075"/>
            </a:xfrm>
            <a:prstGeom prst="rect">
              <a:avLst/>
            </a:prstGeom>
            <a:noFill/>
            <a:ln w="0">
              <a:noFill/>
              <a:prstDash val="solid"/>
            </a:ln>
          </p:spPr>
          <p:txBody>
            <a:bodyPr wrap="none" lIns="0" tIns="0" rIns="0" bIns="0" anchor="t">
              <a:noAutofit/>
            </a:bodyPr>
            <a:lstStyle>
              <a:defPPr algn="l">
                <a:defRPr sz="746" b="1">
                  <a:solidFill>
                    <a:srgbClr val="009E73"/>
                  </a:solidFill>
                  <a:latin typeface="Arial"/>
                  <a:ea typeface="Arial"/>
                  <a:cs typeface="Arial"/>
                </a:defRPr>
              </a:defPPr>
              <a:lvl1pPr algn="l">
                <a:defRPr sz="746" b="1">
                  <a:solidFill>
                    <a:srgbClr val="009E73"/>
                  </a:solidFill>
                  <a:latin typeface="Arial"/>
                  <a:ea typeface="Arial"/>
                  <a:cs typeface="Arial"/>
                </a:defRPr>
              </a:lvl1pPr>
              <a:lvl2pPr algn="l">
                <a:defRPr sz="746" b="1">
                  <a:solidFill>
                    <a:srgbClr val="009E73"/>
                  </a:solidFill>
                  <a:latin typeface="Arial"/>
                  <a:ea typeface="Arial"/>
                  <a:cs typeface="Arial"/>
                </a:defRPr>
              </a:lvl2pPr>
              <a:lvl3pPr algn="l">
                <a:defRPr sz="746" b="1">
                  <a:solidFill>
                    <a:srgbClr val="009E73"/>
                  </a:solidFill>
                  <a:latin typeface="Arial"/>
                  <a:ea typeface="Arial"/>
                  <a:cs typeface="Arial"/>
                </a:defRPr>
              </a:lvl3pPr>
              <a:lvl4pPr algn="l">
                <a:defRPr sz="746" b="1">
                  <a:solidFill>
                    <a:srgbClr val="009E73"/>
                  </a:solidFill>
                  <a:latin typeface="Arial"/>
                  <a:ea typeface="Arial"/>
                  <a:cs typeface="Arial"/>
                </a:defRPr>
              </a:lvl4pPr>
              <a:lvl5pPr algn="l">
                <a:defRPr sz="746" b="1">
                  <a:solidFill>
                    <a:srgbClr val="009E73"/>
                  </a:solidFill>
                  <a:latin typeface="Arial"/>
                  <a:ea typeface="Arial"/>
                  <a:cs typeface="Arial"/>
                </a:defRPr>
              </a:lvl5pPr>
              <a:lvl6pPr algn="l">
                <a:defRPr sz="746" b="1">
                  <a:solidFill>
                    <a:srgbClr val="009E73"/>
                  </a:solidFill>
                  <a:latin typeface="Arial"/>
                  <a:ea typeface="Arial"/>
                  <a:cs typeface="Arial"/>
                </a:defRPr>
              </a:lvl6pPr>
              <a:lvl7pPr algn="l">
                <a:defRPr sz="746" b="1">
                  <a:solidFill>
                    <a:srgbClr val="009E73"/>
                  </a:solidFill>
                  <a:latin typeface="Arial"/>
                  <a:ea typeface="Arial"/>
                  <a:cs typeface="Arial"/>
                </a:defRPr>
              </a:lvl7pPr>
              <a:lvl8pPr algn="l">
                <a:defRPr sz="746" b="1">
                  <a:solidFill>
                    <a:srgbClr val="009E73"/>
                  </a:solidFill>
                  <a:latin typeface="Arial"/>
                  <a:ea typeface="Arial"/>
                  <a:cs typeface="Arial"/>
                </a:defRPr>
              </a:lvl8pPr>
              <a:lvl9pPr algn="l">
                <a:defRPr sz="746" b="1">
                  <a:solidFill>
                    <a:srgbClr val="009E73"/>
                  </a:solidFill>
                  <a:latin typeface="Arial"/>
                  <a:ea typeface="Arial"/>
                  <a:cs typeface="Arial"/>
                </a:defRPr>
              </a:lvl9pPr>
            </a:lstStyle>
            <a:p>
              <a:pPr algn="l">
                <a:defRPr sz="746" b="1">
                  <a:solidFill>
                    <a:srgbClr val="009E73"/>
                  </a:solidFill>
                  <a:latin typeface="Arial"/>
                  <a:ea typeface="Arial"/>
                  <a:cs typeface="Arial"/>
                </a:defRPr>
              </a:pPr>
              <a:r>
                <a:rPr sz="746" b="1">
                  <a:solidFill>
                    <a:srgbClr val="009E73"/>
                  </a:solidFill>
                  <a:latin typeface="Arial"/>
                  <a:ea typeface="Arial"/>
                  <a:cs typeface="Arial"/>
                </a:rPr>
                <a:t>C</a:t>
              </a:r>
            </a:p>
          </p:txBody>
        </p:sp>
        <p:sp>
          <p:nvSpPr>
            <p:cNvPr id="200" name="text_199">
              <a:extLst>
                <a:ext uri="{FF2B5EF4-FFF2-40B4-BE49-F238E27FC236}">
                  <ns2:creationId id="{F1A48117-7817-42BE-866C-FB3412915444}"/>
                </a:ext>
              </a:extLst>
            </p:cNvPr>
            <p:cNvSpPr>
              <a:spLocks noGrp="1"/>
            </p:cNvSpPr>
            <p:nvPr/>
          </p:nvSpPr>
          <p:spPr>
            <a:xfrm rot="0">
              <a:off x="8810625" y="5305425"/>
              <a:ext cx="3238500" cy="219075"/>
            </a:xfrm>
            <a:prstGeom prst="rect">
              <a:avLst/>
            </a:prstGeom>
            <a:noFill/>
            <a:ln w="0">
              <a:noFill/>
              <a:prstDash val="solid"/>
            </a:ln>
          </p:spPr>
          <p:txBody>
            <a:bodyPr wrap="none" lIns="0" tIns="0" rIns="0" bIns="0" anchor="t">
              <a:noAutofit/>
            </a:bodyPr>
            <a:lstStyle>
              <a:defPPr algn="ctr">
                <a:defRPr sz="746" b="0">
                  <a:solidFill>
                    <a:srgbClr val="000000"/>
                  </a:solidFill>
                  <a:latin typeface="Arial"/>
                  <a:ea typeface="Arial"/>
                  <a:cs typeface="Arial"/>
                </a:defRPr>
              </a:defPPr>
              <a:lvl1pPr algn="ctr">
                <a:defRPr sz="746" b="0">
                  <a:solidFill>
                    <a:srgbClr val="000000"/>
                  </a:solidFill>
                  <a:latin typeface="Arial"/>
                  <a:ea typeface="Arial"/>
                  <a:cs typeface="Arial"/>
                </a:defRPr>
              </a:lvl1pPr>
              <a:lvl2pPr algn="ctr">
                <a:defRPr sz="746" b="0">
                  <a:solidFill>
                    <a:srgbClr val="000000"/>
                  </a:solidFill>
                  <a:latin typeface="Arial"/>
                  <a:ea typeface="Arial"/>
                  <a:cs typeface="Arial"/>
                </a:defRPr>
              </a:lvl2pPr>
              <a:lvl3pPr algn="ctr">
                <a:defRPr sz="746" b="0">
                  <a:solidFill>
                    <a:srgbClr val="000000"/>
                  </a:solidFill>
                  <a:latin typeface="Arial"/>
                  <a:ea typeface="Arial"/>
                  <a:cs typeface="Arial"/>
                </a:defRPr>
              </a:lvl3pPr>
              <a:lvl4pPr algn="ctr">
                <a:defRPr sz="746" b="0">
                  <a:solidFill>
                    <a:srgbClr val="000000"/>
                  </a:solidFill>
                  <a:latin typeface="Arial"/>
                  <a:ea typeface="Arial"/>
                  <a:cs typeface="Arial"/>
                </a:defRPr>
              </a:lvl4pPr>
              <a:lvl5pPr algn="ctr">
                <a:defRPr sz="746" b="0">
                  <a:solidFill>
                    <a:srgbClr val="000000"/>
                  </a:solidFill>
                  <a:latin typeface="Arial"/>
                  <a:ea typeface="Arial"/>
                  <a:cs typeface="Arial"/>
                </a:defRPr>
              </a:lvl5pPr>
              <a:lvl6pPr algn="ctr">
                <a:defRPr sz="746" b="0">
                  <a:solidFill>
                    <a:srgbClr val="000000"/>
                  </a:solidFill>
                  <a:latin typeface="Arial"/>
                  <a:ea typeface="Arial"/>
                  <a:cs typeface="Arial"/>
                </a:defRPr>
              </a:lvl6pPr>
              <a:lvl7pPr algn="ctr">
                <a:defRPr sz="746" b="0">
                  <a:solidFill>
                    <a:srgbClr val="000000"/>
                  </a:solidFill>
                  <a:latin typeface="Arial"/>
                  <a:ea typeface="Arial"/>
                  <a:cs typeface="Arial"/>
                </a:defRPr>
              </a:lvl7pPr>
              <a:lvl8pPr algn="ctr">
                <a:defRPr sz="746" b="0">
                  <a:solidFill>
                    <a:srgbClr val="000000"/>
                  </a:solidFill>
                  <a:latin typeface="Arial"/>
                  <a:ea typeface="Arial"/>
                  <a:cs typeface="Arial"/>
                </a:defRPr>
              </a:lvl8pPr>
              <a:lvl9pPr algn="ctr">
                <a:defRPr sz="746" b="0">
                  <a:solidFill>
                    <a:srgbClr val="000000"/>
                  </a:solidFill>
                  <a:latin typeface="Arial"/>
                  <a:ea typeface="Arial"/>
                  <a:cs typeface="Arial"/>
                </a:defRPr>
              </a:lvl9pPr>
            </a:lstStyle>
            <a:p>
              <a:pPr algn="ctr">
                <a:defRPr sz="746" b="0">
                  <a:solidFill>
                    <a:srgbClr val="000000"/>
                  </a:solidFill>
                  <a:latin typeface="Arial"/>
                  <a:ea typeface="Arial"/>
                  <a:cs typeface="Arial"/>
                </a:defRPr>
              </a:pPr>
              <a:r>
                <a:rPr sz="746" b="0">
                  <a:solidFill>
                    <a:srgbClr val="000000"/>
                  </a:solidFill>
                  <a:latin typeface="Arial"/>
                  <a:ea typeface="Arial"/>
                  <a:cs typeface="Arial"/>
                </a:rPr>
                <a:t>Normalized reference coordinate</a:t>
              </a:r>
            </a:p>
          </p:txBody>
        </p:sp>
        <p:sp>
          <p:nvSpPr>
            <p:cNvPr id="201" name="line_200">
              <a:extLst>
                <a:ext uri="{FF2B5EF4-FFF2-40B4-BE49-F238E27FC236}">
                  <ns2:creationId id="{FF1C1433-DE9C-4744-A7E1-CD1E7C6F70E1}"/>
                </a:ext>
              </a:extLst>
            </p:cNvPr>
            <p:cNvSpPr>
              <a:spLocks noGrp="1"/>
            </p:cNvSpPr>
            <p:nvPr/>
          </p:nvSpPr>
          <p:spPr>
            <a:xfrm>
              <a:off x="9048750" y="5724525"/>
              <a:ext cx="295275" cy="95"/>
            </a:xfrm>
            <a:custGeom>
              <a:pathLst>
                <a:path w="295275" h="95">
                  <a:moveTo>
                    <a:pt x="0" y="0"/>
                  </a:moveTo>
                  <a:lnTo>
                    <a:pt x="295275" y="0"/>
                  </a:lnTo>
                </a:path>
              </a:pathLst>
            </a:custGeom>
            <a:noFill/>
            <a:ln w="10653">
              <a:solidFill>
                <a:srgbClr val="0072B2"/>
              </a:solidFill>
              <a:prstDash val="dash"/>
            </a:ln>
          </p:spPr>
        </p:sp>
        <p:sp>
          <p:nvSpPr>
            <p:cNvPr id="202" name="text_201">
              <a:extLst>
                <a:ext uri="{FF2B5EF4-FFF2-40B4-BE49-F238E27FC236}">
                  <ns2:creationId id="{D704F683-F35F-4B0F-AEE3-EC1C2F0D8131}"/>
                </a:ext>
              </a:extLst>
            </p:cNvPr>
            <p:cNvSpPr>
              <a:spLocks noGrp="1"/>
            </p:cNvSpPr>
            <p:nvPr/>
          </p:nvSpPr>
          <p:spPr>
            <a:xfrm rot="0">
              <a:off x="9429750" y="5610225"/>
              <a:ext cx="428625" cy="228600"/>
            </a:xfrm>
            <a:prstGeom prst="rect">
              <a:avLst/>
            </a:prstGeom>
            <a:noFill/>
            <a:ln w="0">
              <a:noFill/>
              <a:prstDash val="solid"/>
            </a:ln>
          </p:spPr>
          <p:txBody>
            <a:bodyPr wrap="none" lIns="0" tIns="0" rIns="0" bIns="0" anchor="t">
              <a:noAutofit/>
            </a:bodyPr>
            <a:lstStyle>
              <a:defPPr algn="l">
                <a:defRPr sz="839" b="0">
                  <a:solidFill>
                    <a:srgbClr val="000000"/>
                  </a:solidFill>
                  <a:latin typeface="Arial"/>
                  <a:ea typeface="Arial"/>
                  <a:cs typeface="Arial"/>
                </a:defRPr>
              </a:defPPr>
              <a:lvl1pPr algn="l">
                <a:defRPr sz="839" b="0">
                  <a:solidFill>
                    <a:srgbClr val="000000"/>
                  </a:solidFill>
                  <a:latin typeface="Arial"/>
                  <a:ea typeface="Arial"/>
                  <a:cs typeface="Arial"/>
                </a:defRPr>
              </a:lvl1pPr>
              <a:lvl2pPr algn="l">
                <a:defRPr sz="839" b="0">
                  <a:solidFill>
                    <a:srgbClr val="000000"/>
                  </a:solidFill>
                  <a:latin typeface="Arial"/>
                  <a:ea typeface="Arial"/>
                  <a:cs typeface="Arial"/>
                </a:defRPr>
              </a:lvl2pPr>
              <a:lvl3pPr algn="l">
                <a:defRPr sz="839" b="0">
                  <a:solidFill>
                    <a:srgbClr val="000000"/>
                  </a:solidFill>
                  <a:latin typeface="Arial"/>
                  <a:ea typeface="Arial"/>
                  <a:cs typeface="Arial"/>
                </a:defRPr>
              </a:lvl3pPr>
              <a:lvl4pPr algn="l">
                <a:defRPr sz="839" b="0">
                  <a:solidFill>
                    <a:srgbClr val="000000"/>
                  </a:solidFill>
                  <a:latin typeface="Arial"/>
                  <a:ea typeface="Arial"/>
                  <a:cs typeface="Arial"/>
                </a:defRPr>
              </a:lvl4pPr>
              <a:lvl5pPr algn="l">
                <a:defRPr sz="839" b="0">
                  <a:solidFill>
                    <a:srgbClr val="000000"/>
                  </a:solidFill>
                  <a:latin typeface="Arial"/>
                  <a:ea typeface="Arial"/>
                  <a:cs typeface="Arial"/>
                </a:defRPr>
              </a:lvl5pPr>
              <a:lvl6pPr algn="l">
                <a:defRPr sz="839" b="0">
                  <a:solidFill>
                    <a:srgbClr val="000000"/>
                  </a:solidFill>
                  <a:latin typeface="Arial"/>
                  <a:ea typeface="Arial"/>
                  <a:cs typeface="Arial"/>
                </a:defRPr>
              </a:lvl6pPr>
              <a:lvl7pPr algn="l">
                <a:defRPr sz="839" b="0">
                  <a:solidFill>
                    <a:srgbClr val="000000"/>
                  </a:solidFill>
                  <a:latin typeface="Arial"/>
                  <a:ea typeface="Arial"/>
                  <a:cs typeface="Arial"/>
                </a:defRPr>
              </a:lvl7pPr>
              <a:lvl8pPr algn="l">
                <a:defRPr sz="839" b="0">
                  <a:solidFill>
                    <a:srgbClr val="000000"/>
                  </a:solidFill>
                  <a:latin typeface="Arial"/>
                  <a:ea typeface="Arial"/>
                  <a:cs typeface="Arial"/>
                </a:defRPr>
              </a:lvl8pPr>
              <a:lvl9pPr algn="l">
                <a:defRPr sz="839" b="0">
                  <a:solidFill>
                    <a:srgbClr val="000000"/>
                  </a:solidFill>
                  <a:latin typeface="Arial"/>
                  <a:ea typeface="Arial"/>
                  <a:cs typeface="Arial"/>
                </a:defRPr>
              </a:lvl9pPr>
            </a:lstStyle>
            <a:p>
              <a:pPr algn="l">
                <a:defRPr sz="839" b="0">
                  <a:solidFill>
                    <a:srgbClr val="000000"/>
                  </a:solidFill>
                  <a:latin typeface="Arial"/>
                  <a:ea typeface="Arial"/>
                  <a:cs typeface="Arial"/>
                </a:defRPr>
              </a:pPr>
              <a:r>
                <a:rPr sz="839" b="0">
                  <a:solidFill>
                    <a:srgbClr val="000000"/>
                  </a:solidFill>
                  <a:latin typeface="Arial"/>
                  <a:ea typeface="Arial"/>
                  <a:cs typeface="Arial"/>
                </a:rPr>
                <a:t>P</a:t>
              </a:r>
            </a:p>
          </p:txBody>
        </p:sp>
        <p:sp>
          <p:nvSpPr>
            <p:cNvPr id="203" name="line_202">
              <a:extLst>
                <a:ext uri="{FF2B5EF4-FFF2-40B4-BE49-F238E27FC236}">
                  <ns2:creationId id="{0008262C-8313-4420-9DFD-CF54774C3627}"/>
                </a:ext>
              </a:extLst>
            </p:cNvPr>
            <p:cNvSpPr>
              <a:spLocks noGrp="1"/>
            </p:cNvSpPr>
            <p:nvPr/>
          </p:nvSpPr>
          <p:spPr>
            <a:xfrm>
              <a:off x="10287000" y="5724525"/>
              <a:ext cx="295275" cy="95"/>
            </a:xfrm>
            <a:custGeom>
              <a:pathLst>
                <a:path w="295275" h="95">
                  <a:moveTo>
                    <a:pt x="0" y="0"/>
                  </a:moveTo>
                  <a:lnTo>
                    <a:pt x="295275" y="0"/>
                  </a:lnTo>
                </a:path>
              </a:pathLst>
            </a:custGeom>
            <a:noFill/>
            <a:ln w="10653">
              <a:solidFill>
                <a:srgbClr val="009E73"/>
              </a:solidFill>
              <a:prstDash val="solid"/>
            </a:ln>
          </p:spPr>
        </p:sp>
        <p:sp>
          <p:nvSpPr>
            <p:cNvPr id="204" name="text_203">
              <a:extLst>
                <a:ext uri="{FF2B5EF4-FFF2-40B4-BE49-F238E27FC236}">
                  <ns2:creationId id="{921D1B50-C1BD-4611-AE67-CCD1606EE27E}"/>
                </a:ext>
              </a:extLst>
            </p:cNvPr>
            <p:cNvSpPr>
              <a:spLocks noGrp="1"/>
            </p:cNvSpPr>
            <p:nvPr/>
          </p:nvSpPr>
          <p:spPr>
            <a:xfrm rot="0">
              <a:off x="10668000" y="5610225"/>
              <a:ext cx="952500" cy="228600"/>
            </a:xfrm>
            <a:prstGeom prst="rect">
              <a:avLst/>
            </a:prstGeom>
            <a:noFill/>
            <a:ln w="0">
              <a:noFill/>
              <a:prstDash val="solid"/>
            </a:ln>
          </p:spPr>
          <p:txBody>
            <a:bodyPr wrap="none" lIns="0" tIns="0" rIns="0" bIns="0" anchor="t">
              <a:noAutofit/>
            </a:bodyPr>
            <a:lstStyle>
              <a:defPPr algn="l">
                <a:defRPr sz="839" b="0">
                  <a:solidFill>
                    <a:srgbClr val="000000"/>
                  </a:solidFill>
                  <a:latin typeface="Arial"/>
                  <a:ea typeface="Arial"/>
                  <a:cs typeface="Arial"/>
                </a:defRPr>
              </a:defPPr>
              <a:lvl1pPr algn="l">
                <a:defRPr sz="839" b="0">
                  <a:solidFill>
                    <a:srgbClr val="000000"/>
                  </a:solidFill>
                  <a:latin typeface="Arial"/>
                  <a:ea typeface="Arial"/>
                  <a:cs typeface="Arial"/>
                </a:defRPr>
              </a:lvl1pPr>
              <a:lvl2pPr algn="l">
                <a:defRPr sz="839" b="0">
                  <a:solidFill>
                    <a:srgbClr val="000000"/>
                  </a:solidFill>
                  <a:latin typeface="Arial"/>
                  <a:ea typeface="Arial"/>
                  <a:cs typeface="Arial"/>
                </a:defRPr>
              </a:lvl2pPr>
              <a:lvl3pPr algn="l">
                <a:defRPr sz="839" b="0">
                  <a:solidFill>
                    <a:srgbClr val="000000"/>
                  </a:solidFill>
                  <a:latin typeface="Arial"/>
                  <a:ea typeface="Arial"/>
                  <a:cs typeface="Arial"/>
                </a:defRPr>
              </a:lvl3pPr>
              <a:lvl4pPr algn="l">
                <a:defRPr sz="839" b="0">
                  <a:solidFill>
                    <a:srgbClr val="000000"/>
                  </a:solidFill>
                  <a:latin typeface="Arial"/>
                  <a:ea typeface="Arial"/>
                  <a:cs typeface="Arial"/>
                </a:defRPr>
              </a:lvl4pPr>
              <a:lvl5pPr algn="l">
                <a:defRPr sz="839" b="0">
                  <a:solidFill>
                    <a:srgbClr val="000000"/>
                  </a:solidFill>
                  <a:latin typeface="Arial"/>
                  <a:ea typeface="Arial"/>
                  <a:cs typeface="Arial"/>
                </a:defRPr>
              </a:lvl5pPr>
              <a:lvl6pPr algn="l">
                <a:defRPr sz="839" b="0">
                  <a:solidFill>
                    <a:srgbClr val="000000"/>
                  </a:solidFill>
                  <a:latin typeface="Arial"/>
                  <a:ea typeface="Arial"/>
                  <a:cs typeface="Arial"/>
                </a:defRPr>
              </a:lvl6pPr>
              <a:lvl7pPr algn="l">
                <a:defRPr sz="839" b="0">
                  <a:solidFill>
                    <a:srgbClr val="000000"/>
                  </a:solidFill>
                  <a:latin typeface="Arial"/>
                  <a:ea typeface="Arial"/>
                  <a:cs typeface="Arial"/>
                </a:defRPr>
              </a:lvl7pPr>
              <a:lvl8pPr algn="l">
                <a:defRPr sz="839" b="0">
                  <a:solidFill>
                    <a:srgbClr val="000000"/>
                  </a:solidFill>
                  <a:latin typeface="Arial"/>
                  <a:ea typeface="Arial"/>
                  <a:cs typeface="Arial"/>
                </a:defRPr>
              </a:lvl8pPr>
              <a:lvl9pPr algn="l">
                <a:defRPr sz="839" b="0">
                  <a:solidFill>
                    <a:srgbClr val="000000"/>
                  </a:solidFill>
                  <a:latin typeface="Arial"/>
                  <a:ea typeface="Arial"/>
                  <a:cs typeface="Arial"/>
                </a:defRPr>
              </a:lvl9pPr>
            </a:lstStyle>
            <a:p>
              <a:pPr algn="l">
                <a:defRPr sz="839" b="0">
                  <a:solidFill>
                    <a:srgbClr val="000000"/>
                  </a:solidFill>
                  <a:latin typeface="Arial"/>
                  <a:ea typeface="Arial"/>
                  <a:cs typeface="Arial"/>
                </a:defRPr>
              </a:pPr>
              <a:r>
                <a:rPr sz="839" b="0">
                  <a:solidFill>
                    <a:srgbClr val="000000"/>
                  </a:solidFill>
                  <a:latin typeface="Arial"/>
                  <a:ea typeface="Arial"/>
                  <a:cs typeface="Arial"/>
                </a:rPr>
                <a:t>R20</a:t>
              </a:r>
            </a:p>
          </p:txBody>
        </p:sp>
        <p:sp>
          <p:nvSpPr>
            <p:cNvPr id="205" name="text_204">
              <a:extLst>
                <a:ext uri="{FF2B5EF4-FFF2-40B4-BE49-F238E27FC236}">
                  <ns2:creationId id="{09782504-11B6-47FD-B769-234821A02166}"/>
                </a:ext>
              </a:extLst>
            </p:cNvPr>
            <p:cNvSpPr>
              <a:spLocks noGrp="1"/>
            </p:cNvSpPr>
            <p:nvPr/>
          </p:nvSpPr>
          <p:spPr>
            <a:xfrm rot="0">
              <a:off x="8553450" y="6105525"/>
              <a:ext cx="3524250" cy="276225"/>
            </a:xfrm>
            <a:prstGeom prst="rect">
              <a:avLst/>
            </a:prstGeom>
            <a:noFill/>
            <a:ln w="0">
              <a:noFill/>
              <a:prstDash val="solid"/>
            </a:ln>
          </p:spPr>
          <p:txBody>
            <a:bodyPr wrap="none" lIns="0" tIns="0" rIns="0" bIns="0" anchor="t">
              <a:noAutofit/>
            </a:bodyPr>
            <a:lstStyle>
              <a:defPPr algn="l">
                <a:defRPr sz="1025" b="1">
                  <a:solidFill>
                    <a:srgbClr val="000000"/>
                  </a:solidFill>
                  <a:latin typeface="Arial"/>
                  <a:ea typeface="Arial"/>
                  <a:cs typeface="Arial"/>
                </a:defRPr>
              </a:defPPr>
              <a:lvl1pPr algn="l">
                <a:defRPr sz="1025" b="1">
                  <a:solidFill>
                    <a:srgbClr val="000000"/>
                  </a:solidFill>
                  <a:latin typeface="Arial"/>
                  <a:ea typeface="Arial"/>
                  <a:cs typeface="Arial"/>
                </a:defRPr>
              </a:lvl1pPr>
              <a:lvl2pPr algn="l">
                <a:defRPr sz="1025" b="1">
                  <a:solidFill>
                    <a:srgbClr val="000000"/>
                  </a:solidFill>
                  <a:latin typeface="Arial"/>
                  <a:ea typeface="Arial"/>
                  <a:cs typeface="Arial"/>
                </a:defRPr>
              </a:lvl2pPr>
              <a:lvl3pPr algn="l">
                <a:defRPr sz="1025" b="1">
                  <a:solidFill>
                    <a:srgbClr val="000000"/>
                  </a:solidFill>
                  <a:latin typeface="Arial"/>
                  <a:ea typeface="Arial"/>
                  <a:cs typeface="Arial"/>
                </a:defRPr>
              </a:lvl3pPr>
              <a:lvl4pPr algn="l">
                <a:defRPr sz="1025" b="1">
                  <a:solidFill>
                    <a:srgbClr val="000000"/>
                  </a:solidFill>
                  <a:latin typeface="Arial"/>
                  <a:ea typeface="Arial"/>
                  <a:cs typeface="Arial"/>
                </a:defRPr>
              </a:lvl4pPr>
              <a:lvl5pPr algn="l">
                <a:defRPr sz="1025" b="1">
                  <a:solidFill>
                    <a:srgbClr val="000000"/>
                  </a:solidFill>
                  <a:latin typeface="Arial"/>
                  <a:ea typeface="Arial"/>
                  <a:cs typeface="Arial"/>
                </a:defRPr>
              </a:lvl5pPr>
              <a:lvl6pPr algn="l">
                <a:defRPr sz="1025" b="1">
                  <a:solidFill>
                    <a:srgbClr val="000000"/>
                  </a:solidFill>
                  <a:latin typeface="Arial"/>
                  <a:ea typeface="Arial"/>
                  <a:cs typeface="Arial"/>
                </a:defRPr>
              </a:lvl6pPr>
              <a:lvl7pPr algn="l">
                <a:defRPr sz="1025" b="1">
                  <a:solidFill>
                    <a:srgbClr val="000000"/>
                  </a:solidFill>
                  <a:latin typeface="Arial"/>
                  <a:ea typeface="Arial"/>
                  <a:cs typeface="Arial"/>
                </a:defRPr>
              </a:lvl7pPr>
              <a:lvl8pPr algn="l">
                <a:defRPr sz="1025" b="1">
                  <a:solidFill>
                    <a:srgbClr val="000000"/>
                  </a:solidFill>
                  <a:latin typeface="Arial"/>
                  <a:ea typeface="Arial"/>
                  <a:cs typeface="Arial"/>
                </a:defRPr>
              </a:lvl8pPr>
              <a:lvl9pPr algn="l">
                <a:defRPr sz="1025" b="1">
                  <a:solidFill>
                    <a:srgbClr val="000000"/>
                  </a:solidFill>
                  <a:latin typeface="Arial"/>
                  <a:ea typeface="Arial"/>
                  <a:cs typeface="Arial"/>
                </a:defRPr>
              </a:lvl9pPr>
            </a:lstStyle>
            <a:p>
              <a:pPr algn="l">
                <a:defRPr sz="1025" b="1">
                  <a:solidFill>
                    <a:srgbClr val="000000"/>
                  </a:solidFill>
                  <a:latin typeface="Arial"/>
                  <a:ea typeface="Arial"/>
                  <a:cs typeface="Arial"/>
                </a:defRPr>
              </a:pPr>
              <a:r>
                <a:rPr sz="1025" b="1">
                  <a:solidFill>
                    <a:srgbClr val="000000"/>
                  </a:solidFill>
                  <a:latin typeface="Arial"/>
                  <a:ea typeface="Arial"/>
                  <a:cs typeface="Arial"/>
                </a:rPr>
                <a:t>(e) Pair merge levels, frame 18</a:t>
              </a:r>
            </a:p>
          </p:txBody>
        </p:sp>
        <p:sp>
          <p:nvSpPr>
            <p:cNvPr id="206" name="text_205">
              <a:extLst>
                <a:ext uri="{FF2B5EF4-FFF2-40B4-BE49-F238E27FC236}">
                  <ns2:creationId id="{F7959572-69FC-4F39-8B27-68B6FF0C4880}"/>
                </a:ext>
              </a:extLst>
            </p:cNvPr>
            <p:cNvSpPr>
              <a:spLocks noGrp="1"/>
            </p:cNvSpPr>
            <p:nvPr/>
          </p:nvSpPr>
          <p:spPr>
            <a:xfrm rot="0">
              <a:off x="8572500" y="6562725"/>
              <a:ext cx="571500" cy="228600"/>
            </a:xfrm>
            <a:prstGeom prst="rect">
              <a:avLst/>
            </a:prstGeom>
            <a:noFill/>
            <a:ln w="0">
              <a:noFill/>
              <a:prstDash val="solid"/>
            </a:ln>
          </p:spPr>
          <p:txBody>
            <a:bodyPr wrap="none" lIns="0" tIns="0" rIns="0" bIns="0" anchor="t">
              <a:noAutofit/>
            </a:bodyPr>
            <a:lstStyle>
              <a:defPPr algn="l">
                <a:defRPr sz="839" b="1">
                  <a:solidFill>
                    <a:srgbClr val="000000"/>
                  </a:solidFill>
                  <a:latin typeface="Arial"/>
                  <a:ea typeface="Arial"/>
                  <a:cs typeface="Arial"/>
                </a:defRPr>
              </a:defPPr>
              <a:lvl1pPr algn="l">
                <a:defRPr sz="839" b="1">
                  <a:solidFill>
                    <a:srgbClr val="000000"/>
                  </a:solidFill>
                  <a:latin typeface="Arial"/>
                  <a:ea typeface="Arial"/>
                  <a:cs typeface="Arial"/>
                </a:defRPr>
              </a:lvl1pPr>
              <a:lvl2pPr algn="l">
                <a:defRPr sz="839" b="1">
                  <a:solidFill>
                    <a:srgbClr val="000000"/>
                  </a:solidFill>
                  <a:latin typeface="Arial"/>
                  <a:ea typeface="Arial"/>
                  <a:cs typeface="Arial"/>
                </a:defRPr>
              </a:lvl2pPr>
              <a:lvl3pPr algn="l">
                <a:defRPr sz="839" b="1">
                  <a:solidFill>
                    <a:srgbClr val="000000"/>
                  </a:solidFill>
                  <a:latin typeface="Arial"/>
                  <a:ea typeface="Arial"/>
                  <a:cs typeface="Arial"/>
                </a:defRPr>
              </a:lvl3pPr>
              <a:lvl4pPr algn="l">
                <a:defRPr sz="839" b="1">
                  <a:solidFill>
                    <a:srgbClr val="000000"/>
                  </a:solidFill>
                  <a:latin typeface="Arial"/>
                  <a:ea typeface="Arial"/>
                  <a:cs typeface="Arial"/>
                </a:defRPr>
              </a:lvl4pPr>
              <a:lvl5pPr algn="l">
                <a:defRPr sz="839" b="1">
                  <a:solidFill>
                    <a:srgbClr val="000000"/>
                  </a:solidFill>
                  <a:latin typeface="Arial"/>
                  <a:ea typeface="Arial"/>
                  <a:cs typeface="Arial"/>
                </a:defRPr>
              </a:lvl5pPr>
              <a:lvl6pPr algn="l">
                <a:defRPr sz="839" b="1">
                  <a:solidFill>
                    <a:srgbClr val="000000"/>
                  </a:solidFill>
                  <a:latin typeface="Arial"/>
                  <a:ea typeface="Arial"/>
                  <a:cs typeface="Arial"/>
                </a:defRPr>
              </a:lvl6pPr>
              <a:lvl7pPr algn="l">
                <a:defRPr sz="839" b="1">
                  <a:solidFill>
                    <a:srgbClr val="000000"/>
                  </a:solidFill>
                  <a:latin typeface="Arial"/>
                  <a:ea typeface="Arial"/>
                  <a:cs typeface="Arial"/>
                </a:defRPr>
              </a:lvl7pPr>
              <a:lvl8pPr algn="l">
                <a:defRPr sz="839" b="1">
                  <a:solidFill>
                    <a:srgbClr val="000000"/>
                  </a:solidFill>
                  <a:latin typeface="Arial"/>
                  <a:ea typeface="Arial"/>
                  <a:cs typeface="Arial"/>
                </a:defRPr>
              </a:lvl8pPr>
              <a:lvl9pPr algn="l">
                <a:defRPr sz="839" b="1">
                  <a:solidFill>
                    <a:srgbClr val="000000"/>
                  </a:solidFill>
                  <a:latin typeface="Arial"/>
                  <a:ea typeface="Arial"/>
                  <a:cs typeface="Arial"/>
                </a:defRPr>
              </a:lvl9pPr>
            </a:lstStyle>
            <a:p>
              <a:pPr algn="l">
                <a:defRPr sz="839" b="1">
                  <a:solidFill>
                    <a:srgbClr val="000000"/>
                  </a:solidFill>
                  <a:latin typeface="Arial"/>
                  <a:ea typeface="Arial"/>
                  <a:cs typeface="Arial"/>
                </a:defRPr>
              </a:pPr>
              <a:r>
                <a:rPr sz="839" b="1">
                  <a:solidFill>
                    <a:srgbClr val="000000"/>
                  </a:solidFill>
                  <a:latin typeface="Arial"/>
                  <a:ea typeface="Arial"/>
                  <a:cs typeface="Arial"/>
                </a:rPr>
                <a:t>Pair</a:t>
              </a:r>
            </a:p>
          </p:txBody>
        </p:sp>
        <p:sp>
          <p:nvSpPr>
            <p:cNvPr id="207" name="text_206">
              <a:extLst>
                <a:ext uri="{FF2B5EF4-FFF2-40B4-BE49-F238E27FC236}">
                  <ns2:creationId id="{211377A1-E52A-4FC4-B813-535F5CB6B834}"/>
                </a:ext>
              </a:extLst>
            </p:cNvPr>
            <p:cNvSpPr>
              <a:spLocks noGrp="1"/>
            </p:cNvSpPr>
            <p:nvPr/>
          </p:nvSpPr>
          <p:spPr>
            <a:xfrm rot="0">
              <a:off x="9229725" y="6562725"/>
              <a:ext cx="1238250" cy="228600"/>
            </a:xfrm>
            <a:prstGeom prst="rect">
              <a:avLst/>
            </a:prstGeom>
            <a:noFill/>
            <a:ln w="0">
              <a:noFill/>
              <a:prstDash val="solid"/>
            </a:ln>
          </p:spPr>
          <p:txBody>
            <a:bodyPr wrap="none" lIns="0" tIns="0" rIns="0" bIns="0" anchor="t">
              <a:noAutofit/>
            </a:bodyPr>
            <a:lstStyle>
              <a:defPPr algn="l">
                <a:defRPr sz="839" b="1">
                  <a:solidFill>
                    <a:srgbClr val="000000"/>
                  </a:solidFill>
                  <a:latin typeface="Arial"/>
                  <a:ea typeface="Arial"/>
                  <a:cs typeface="Arial"/>
                </a:defRPr>
              </a:defPPr>
              <a:lvl1pPr algn="l">
                <a:defRPr sz="839" b="1">
                  <a:solidFill>
                    <a:srgbClr val="000000"/>
                  </a:solidFill>
                  <a:latin typeface="Arial"/>
                  <a:ea typeface="Arial"/>
                  <a:cs typeface="Arial"/>
                </a:defRPr>
              </a:lvl1pPr>
              <a:lvl2pPr algn="l">
                <a:defRPr sz="839" b="1">
                  <a:solidFill>
                    <a:srgbClr val="000000"/>
                  </a:solidFill>
                  <a:latin typeface="Arial"/>
                  <a:ea typeface="Arial"/>
                  <a:cs typeface="Arial"/>
                </a:defRPr>
              </a:lvl2pPr>
              <a:lvl3pPr algn="l">
                <a:defRPr sz="839" b="1">
                  <a:solidFill>
                    <a:srgbClr val="000000"/>
                  </a:solidFill>
                  <a:latin typeface="Arial"/>
                  <a:ea typeface="Arial"/>
                  <a:cs typeface="Arial"/>
                </a:defRPr>
              </a:lvl3pPr>
              <a:lvl4pPr algn="l">
                <a:defRPr sz="839" b="1">
                  <a:solidFill>
                    <a:srgbClr val="000000"/>
                  </a:solidFill>
                  <a:latin typeface="Arial"/>
                  <a:ea typeface="Arial"/>
                  <a:cs typeface="Arial"/>
                </a:defRPr>
              </a:lvl4pPr>
              <a:lvl5pPr algn="l">
                <a:defRPr sz="839" b="1">
                  <a:solidFill>
                    <a:srgbClr val="000000"/>
                  </a:solidFill>
                  <a:latin typeface="Arial"/>
                  <a:ea typeface="Arial"/>
                  <a:cs typeface="Arial"/>
                </a:defRPr>
              </a:lvl5pPr>
              <a:lvl6pPr algn="l">
                <a:defRPr sz="839" b="1">
                  <a:solidFill>
                    <a:srgbClr val="000000"/>
                  </a:solidFill>
                  <a:latin typeface="Arial"/>
                  <a:ea typeface="Arial"/>
                  <a:cs typeface="Arial"/>
                </a:defRPr>
              </a:lvl6pPr>
              <a:lvl7pPr algn="l">
                <a:defRPr sz="839" b="1">
                  <a:solidFill>
                    <a:srgbClr val="000000"/>
                  </a:solidFill>
                  <a:latin typeface="Arial"/>
                  <a:ea typeface="Arial"/>
                  <a:cs typeface="Arial"/>
                </a:defRPr>
              </a:lvl7pPr>
              <a:lvl8pPr algn="l">
                <a:defRPr sz="839" b="1">
                  <a:solidFill>
                    <a:srgbClr val="000000"/>
                  </a:solidFill>
                  <a:latin typeface="Arial"/>
                  <a:ea typeface="Arial"/>
                  <a:cs typeface="Arial"/>
                </a:defRPr>
              </a:lvl8pPr>
              <a:lvl9pPr algn="l">
                <a:defRPr sz="839" b="1">
                  <a:solidFill>
                    <a:srgbClr val="000000"/>
                  </a:solidFill>
                  <a:latin typeface="Arial"/>
                  <a:ea typeface="Arial"/>
                  <a:cs typeface="Arial"/>
                </a:defRPr>
              </a:lvl9pPr>
            </a:lstStyle>
            <a:p>
              <a:pPr algn="l">
                <a:defRPr sz="839" b="1">
                  <a:solidFill>
                    <a:srgbClr val="000000"/>
                  </a:solidFill>
                  <a:latin typeface="Arial"/>
                  <a:ea typeface="Arial"/>
                  <a:cs typeface="Arial"/>
                </a:defRPr>
              </a:pPr>
              <a:r>
                <a:rPr sz="839" b="1">
                  <a:solidFill>
                    <a:srgbClr val="000000"/>
                  </a:solidFill>
                  <a:latin typeface="Arial"/>
                  <a:ea typeface="Arial"/>
                  <a:cs typeface="Arial"/>
                </a:rPr>
                <a:t>Source = P</a:t>
              </a:r>
            </a:p>
          </p:txBody>
        </p:sp>
        <p:sp>
          <p:nvSpPr>
            <p:cNvPr id="208" name="text_207">
              <a:extLst>
                <a:ext uri="{FF2B5EF4-FFF2-40B4-BE49-F238E27FC236}">
                  <ns2:creationId id="{0A4AFB70-36B6-4355-8EA9-A8CEC73C6995}"/>
                </a:ext>
              </a:extLst>
            </p:cNvPr>
            <p:cNvSpPr>
              <a:spLocks noGrp="1"/>
            </p:cNvSpPr>
            <p:nvPr/>
          </p:nvSpPr>
          <p:spPr>
            <a:xfrm rot="0">
              <a:off x="10715625" y="6562725"/>
              <a:ext cx="1095375" cy="228600"/>
            </a:xfrm>
            <a:prstGeom prst="rect">
              <a:avLst/>
            </a:prstGeom>
            <a:noFill/>
            <a:ln w="0">
              <a:noFill/>
              <a:prstDash val="solid"/>
            </a:ln>
          </p:spPr>
          <p:txBody>
            <a:bodyPr wrap="none" lIns="0" tIns="0" rIns="0" bIns="0" anchor="t">
              <a:noAutofit/>
            </a:bodyPr>
            <a:lstStyle>
              <a:defPPr algn="l">
                <a:defRPr sz="839" b="1">
                  <a:solidFill>
                    <a:srgbClr val="000000"/>
                  </a:solidFill>
                  <a:latin typeface="Arial"/>
                  <a:ea typeface="Arial"/>
                  <a:cs typeface="Arial"/>
                </a:defRPr>
              </a:defPPr>
              <a:lvl1pPr algn="l">
                <a:defRPr sz="839" b="1">
                  <a:solidFill>
                    <a:srgbClr val="000000"/>
                  </a:solidFill>
                  <a:latin typeface="Arial"/>
                  <a:ea typeface="Arial"/>
                  <a:cs typeface="Arial"/>
                </a:defRPr>
              </a:lvl1pPr>
              <a:lvl2pPr algn="l">
                <a:defRPr sz="839" b="1">
                  <a:solidFill>
                    <a:srgbClr val="000000"/>
                  </a:solidFill>
                  <a:latin typeface="Arial"/>
                  <a:ea typeface="Arial"/>
                  <a:cs typeface="Arial"/>
                </a:defRPr>
              </a:lvl2pPr>
              <a:lvl3pPr algn="l">
                <a:defRPr sz="839" b="1">
                  <a:solidFill>
                    <a:srgbClr val="000000"/>
                  </a:solidFill>
                  <a:latin typeface="Arial"/>
                  <a:ea typeface="Arial"/>
                  <a:cs typeface="Arial"/>
                </a:defRPr>
              </a:lvl3pPr>
              <a:lvl4pPr algn="l">
                <a:defRPr sz="839" b="1">
                  <a:solidFill>
                    <a:srgbClr val="000000"/>
                  </a:solidFill>
                  <a:latin typeface="Arial"/>
                  <a:ea typeface="Arial"/>
                  <a:cs typeface="Arial"/>
                </a:defRPr>
              </a:lvl4pPr>
              <a:lvl5pPr algn="l">
                <a:defRPr sz="839" b="1">
                  <a:solidFill>
                    <a:srgbClr val="000000"/>
                  </a:solidFill>
                  <a:latin typeface="Arial"/>
                  <a:ea typeface="Arial"/>
                  <a:cs typeface="Arial"/>
                </a:defRPr>
              </a:lvl5pPr>
              <a:lvl6pPr algn="l">
                <a:defRPr sz="839" b="1">
                  <a:solidFill>
                    <a:srgbClr val="000000"/>
                  </a:solidFill>
                  <a:latin typeface="Arial"/>
                  <a:ea typeface="Arial"/>
                  <a:cs typeface="Arial"/>
                </a:defRPr>
              </a:lvl6pPr>
              <a:lvl7pPr algn="l">
                <a:defRPr sz="839" b="1">
                  <a:solidFill>
                    <a:srgbClr val="000000"/>
                  </a:solidFill>
                  <a:latin typeface="Arial"/>
                  <a:ea typeface="Arial"/>
                  <a:cs typeface="Arial"/>
                </a:defRPr>
              </a:lvl7pPr>
              <a:lvl8pPr algn="l">
                <a:defRPr sz="839" b="1">
                  <a:solidFill>
                    <a:srgbClr val="000000"/>
                  </a:solidFill>
                  <a:latin typeface="Arial"/>
                  <a:ea typeface="Arial"/>
                  <a:cs typeface="Arial"/>
                </a:defRPr>
              </a:lvl8pPr>
              <a:lvl9pPr algn="l">
                <a:defRPr sz="839" b="1">
                  <a:solidFill>
                    <a:srgbClr val="000000"/>
                  </a:solidFill>
                  <a:latin typeface="Arial"/>
                  <a:ea typeface="Arial"/>
                  <a:cs typeface="Arial"/>
                </a:defRPr>
              </a:lvl9pPr>
            </a:lstStyle>
            <a:p>
              <a:pPr algn="l">
                <a:defRPr sz="839" b="1">
                  <a:solidFill>
                    <a:srgbClr val="000000"/>
                  </a:solidFill>
                  <a:latin typeface="Arial"/>
                  <a:ea typeface="Arial"/>
                  <a:cs typeface="Arial"/>
                </a:defRPr>
              </a:pPr>
              <a:r>
                <a:rPr sz="839" b="1">
                  <a:solidFill>
                    <a:srgbClr val="000000"/>
                  </a:solidFill>
                  <a:latin typeface="Arial"/>
                  <a:ea typeface="Arial"/>
                  <a:cs typeface="Arial"/>
                </a:rPr>
                <a:t>R20</a:t>
              </a:r>
            </a:p>
          </p:txBody>
        </p:sp>
        <p:sp>
          <p:nvSpPr>
            <p:cNvPr id="209" name="line_208">
              <a:extLst>
                <a:ext uri="{FF2B5EF4-FFF2-40B4-BE49-F238E27FC236}">
                  <ns2:creationId id="{909E3B03-83D1-494E-9904-712C9EAFE25F}"/>
                </a:ext>
              </a:extLst>
            </p:cNvPr>
            <p:cNvSpPr>
              <a:spLocks noGrp="1"/>
            </p:cNvSpPr>
            <p:nvPr/>
          </p:nvSpPr>
          <p:spPr>
            <a:xfrm>
              <a:off x="8572500" y="6877050"/>
              <a:ext cx="3333750" cy="95"/>
            </a:xfrm>
            <a:custGeom>
              <a:pathLst>
                <a:path w="3333750" h="95">
                  <a:moveTo>
                    <a:pt x="0" y="0"/>
                  </a:moveTo>
                  <a:lnTo>
                    <a:pt x="3333750" y="0"/>
                  </a:lnTo>
                </a:path>
              </a:pathLst>
            </a:custGeom>
            <a:noFill/>
            <a:ln w="4735">
              <a:solidFill>
                <a:srgbClr val="65727C"/>
              </a:solidFill>
              <a:prstDash val="solid"/>
            </a:ln>
          </p:spPr>
        </p:sp>
        <p:sp>
          <p:nvSpPr>
            <p:cNvPr id="210" name="text_209">
              <a:extLst>
                <a:ext uri="{FF2B5EF4-FFF2-40B4-BE49-F238E27FC236}">
                  <ns2:creationId id="{4AB5C39D-C9D9-4907-8855-1E31D0B08D95}"/>
                </a:ext>
              </a:extLst>
            </p:cNvPr>
            <p:cNvSpPr>
              <a:spLocks noGrp="1"/>
            </p:cNvSpPr>
            <p:nvPr/>
          </p:nvSpPr>
          <p:spPr>
            <a:xfrm rot="0">
              <a:off x="8572500" y="7048500"/>
              <a:ext cx="571500" cy="238125"/>
            </a:xfrm>
            <a:prstGeom prst="rect">
              <a:avLst/>
            </a:prstGeom>
            <a:noFill/>
            <a:ln w="0">
              <a:noFill/>
              <a:prstDash val="solid"/>
            </a:ln>
          </p:spPr>
          <p:txBody>
            <a:bodyPr wrap="none" lIns="0" tIns="0" rIns="0" bIns="0" anchor="t">
              <a:noAutofit/>
            </a:bodyPr>
            <a:lstStyle>
              <a:defPPr algn="l">
                <a:defRPr sz="839" b="0">
                  <a:solidFill>
                    <a:srgbClr val="000000"/>
                  </a:solidFill>
                  <a:latin typeface="Arial"/>
                  <a:ea typeface="Arial"/>
                  <a:cs typeface="Arial"/>
                </a:defRPr>
              </a:defPPr>
              <a:lvl1pPr algn="l">
                <a:defRPr sz="839" b="0">
                  <a:solidFill>
                    <a:srgbClr val="000000"/>
                  </a:solidFill>
                  <a:latin typeface="Arial"/>
                  <a:ea typeface="Arial"/>
                  <a:cs typeface="Arial"/>
                </a:defRPr>
              </a:lvl1pPr>
              <a:lvl2pPr algn="l">
                <a:defRPr sz="839" b="0">
                  <a:solidFill>
                    <a:srgbClr val="000000"/>
                  </a:solidFill>
                  <a:latin typeface="Arial"/>
                  <a:ea typeface="Arial"/>
                  <a:cs typeface="Arial"/>
                </a:defRPr>
              </a:lvl2pPr>
              <a:lvl3pPr algn="l">
                <a:defRPr sz="839" b="0">
                  <a:solidFill>
                    <a:srgbClr val="000000"/>
                  </a:solidFill>
                  <a:latin typeface="Arial"/>
                  <a:ea typeface="Arial"/>
                  <a:cs typeface="Arial"/>
                </a:defRPr>
              </a:lvl3pPr>
              <a:lvl4pPr algn="l">
                <a:defRPr sz="839" b="0">
                  <a:solidFill>
                    <a:srgbClr val="000000"/>
                  </a:solidFill>
                  <a:latin typeface="Arial"/>
                  <a:ea typeface="Arial"/>
                  <a:cs typeface="Arial"/>
                </a:defRPr>
              </a:lvl4pPr>
              <a:lvl5pPr algn="l">
                <a:defRPr sz="839" b="0">
                  <a:solidFill>
                    <a:srgbClr val="000000"/>
                  </a:solidFill>
                  <a:latin typeface="Arial"/>
                  <a:ea typeface="Arial"/>
                  <a:cs typeface="Arial"/>
                </a:defRPr>
              </a:lvl5pPr>
              <a:lvl6pPr algn="l">
                <a:defRPr sz="839" b="0">
                  <a:solidFill>
                    <a:srgbClr val="000000"/>
                  </a:solidFill>
                  <a:latin typeface="Arial"/>
                  <a:ea typeface="Arial"/>
                  <a:cs typeface="Arial"/>
                </a:defRPr>
              </a:lvl6pPr>
              <a:lvl7pPr algn="l">
                <a:defRPr sz="839" b="0">
                  <a:solidFill>
                    <a:srgbClr val="000000"/>
                  </a:solidFill>
                  <a:latin typeface="Arial"/>
                  <a:ea typeface="Arial"/>
                  <a:cs typeface="Arial"/>
                </a:defRPr>
              </a:lvl7pPr>
              <a:lvl8pPr algn="l">
                <a:defRPr sz="839" b="0">
                  <a:solidFill>
                    <a:srgbClr val="000000"/>
                  </a:solidFill>
                  <a:latin typeface="Arial"/>
                  <a:ea typeface="Arial"/>
                  <a:cs typeface="Arial"/>
                </a:defRPr>
              </a:lvl8pPr>
              <a:lvl9pPr algn="l">
                <a:defRPr sz="839" b="0">
                  <a:solidFill>
                    <a:srgbClr val="000000"/>
                  </a:solidFill>
                  <a:latin typeface="Arial"/>
                  <a:ea typeface="Arial"/>
                  <a:cs typeface="Arial"/>
                </a:defRPr>
              </a:lvl9pPr>
            </a:lstStyle>
            <a:p>
              <a:pPr algn="l">
                <a:defRPr sz="839" b="0">
                  <a:solidFill>
                    <a:srgbClr val="000000"/>
                  </a:solidFill>
                  <a:latin typeface="Arial"/>
                  <a:ea typeface="Arial"/>
                  <a:cs typeface="Arial"/>
                </a:defRPr>
              </a:pPr>
              <a:r>
                <a:rPr sz="839" b="0">
                  <a:solidFill>
                    <a:srgbClr val="000000"/>
                  </a:solidFill>
                  <a:latin typeface="Arial"/>
                  <a:ea typeface="Arial"/>
                  <a:cs typeface="Arial"/>
                </a:rPr>
                <a:t>AB</a:t>
              </a:r>
            </a:p>
          </p:txBody>
        </p:sp>
        <p:sp>
          <p:nvSpPr>
            <p:cNvPr id="211" name="text_210">
              <a:extLst>
                <a:ext uri="{FF2B5EF4-FFF2-40B4-BE49-F238E27FC236}">
                  <ns2:creationId id="{A27FA98B-6525-4ABA-9EB4-761B3355C47C}"/>
                </a:ext>
              </a:extLst>
            </p:cNvPr>
            <p:cNvSpPr>
              <a:spLocks noGrp="1"/>
            </p:cNvSpPr>
            <p:nvPr/>
          </p:nvSpPr>
          <p:spPr>
            <a:xfrm rot="0">
              <a:off x="9229725" y="7048500"/>
              <a:ext cx="1238250" cy="238125"/>
            </a:xfrm>
            <a:prstGeom prst="rect">
              <a:avLst/>
            </a:prstGeom>
            <a:noFill/>
            <a:ln w="0">
              <a:noFill/>
              <a:prstDash val="solid"/>
            </a:ln>
          </p:spPr>
          <p:txBody>
            <a:bodyPr wrap="none" lIns="0" tIns="0" rIns="0" bIns="0" anchor="t">
              <a:noAutofit/>
            </a:bodyPr>
            <a:lstStyle>
              <a:defPPr algn="l">
                <a:defRPr sz="839" b="0">
                  <a:solidFill>
                    <a:srgbClr val="000000"/>
                  </a:solidFill>
                  <a:latin typeface="Arial"/>
                  <a:ea typeface="Arial"/>
                  <a:cs typeface="Arial"/>
                </a:defRPr>
              </a:defPPr>
              <a:lvl1pPr algn="l">
                <a:defRPr sz="839" b="0">
                  <a:solidFill>
                    <a:srgbClr val="000000"/>
                  </a:solidFill>
                  <a:latin typeface="Arial"/>
                  <a:ea typeface="Arial"/>
                  <a:cs typeface="Arial"/>
                </a:defRPr>
              </a:lvl1pPr>
              <a:lvl2pPr algn="l">
                <a:defRPr sz="839" b="0">
                  <a:solidFill>
                    <a:srgbClr val="000000"/>
                  </a:solidFill>
                  <a:latin typeface="Arial"/>
                  <a:ea typeface="Arial"/>
                  <a:cs typeface="Arial"/>
                </a:defRPr>
              </a:lvl2pPr>
              <a:lvl3pPr algn="l">
                <a:defRPr sz="839" b="0">
                  <a:solidFill>
                    <a:srgbClr val="000000"/>
                  </a:solidFill>
                  <a:latin typeface="Arial"/>
                  <a:ea typeface="Arial"/>
                  <a:cs typeface="Arial"/>
                </a:defRPr>
              </a:lvl3pPr>
              <a:lvl4pPr algn="l">
                <a:defRPr sz="839" b="0">
                  <a:solidFill>
                    <a:srgbClr val="000000"/>
                  </a:solidFill>
                  <a:latin typeface="Arial"/>
                  <a:ea typeface="Arial"/>
                  <a:cs typeface="Arial"/>
                </a:defRPr>
              </a:lvl4pPr>
              <a:lvl5pPr algn="l">
                <a:defRPr sz="839" b="0">
                  <a:solidFill>
                    <a:srgbClr val="000000"/>
                  </a:solidFill>
                  <a:latin typeface="Arial"/>
                  <a:ea typeface="Arial"/>
                  <a:cs typeface="Arial"/>
                </a:defRPr>
              </a:lvl5pPr>
              <a:lvl6pPr algn="l">
                <a:defRPr sz="839" b="0">
                  <a:solidFill>
                    <a:srgbClr val="000000"/>
                  </a:solidFill>
                  <a:latin typeface="Arial"/>
                  <a:ea typeface="Arial"/>
                  <a:cs typeface="Arial"/>
                </a:defRPr>
              </a:lvl6pPr>
              <a:lvl7pPr algn="l">
                <a:defRPr sz="839" b="0">
                  <a:solidFill>
                    <a:srgbClr val="000000"/>
                  </a:solidFill>
                  <a:latin typeface="Arial"/>
                  <a:ea typeface="Arial"/>
                  <a:cs typeface="Arial"/>
                </a:defRPr>
              </a:lvl7pPr>
              <a:lvl8pPr algn="l">
                <a:defRPr sz="839" b="0">
                  <a:solidFill>
                    <a:srgbClr val="000000"/>
                  </a:solidFill>
                  <a:latin typeface="Arial"/>
                  <a:ea typeface="Arial"/>
                  <a:cs typeface="Arial"/>
                </a:defRPr>
              </a:lvl8pPr>
              <a:lvl9pPr algn="l">
                <a:defRPr sz="839" b="0">
                  <a:solidFill>
                    <a:srgbClr val="000000"/>
                  </a:solidFill>
                  <a:latin typeface="Arial"/>
                  <a:ea typeface="Arial"/>
                  <a:cs typeface="Arial"/>
                </a:defRPr>
              </a:lvl9pPr>
            </a:lstStyle>
            <a:p>
              <a:pPr algn="l">
                <a:defRPr sz="839" b="0">
                  <a:solidFill>
                    <a:srgbClr val="000000"/>
                  </a:solidFill>
                  <a:latin typeface="Arial"/>
                  <a:ea typeface="Arial"/>
                  <a:cs typeface="Arial"/>
                </a:defRPr>
              </a:pPr>
              <a:r>
                <a:rPr sz="839" b="0">
                  <a:solidFill>
                    <a:srgbClr val="000000"/>
                  </a:solidFill>
                  <a:latin typeface="Arial"/>
                  <a:ea typeface="Arial"/>
                  <a:cs typeface="Arial"/>
                </a:rPr>
                <a:t>0.0608</a:t>
              </a:r>
            </a:p>
          </p:txBody>
        </p:sp>
        <p:sp>
          <p:nvSpPr>
            <p:cNvPr id="212" name="text_211">
              <a:extLst>
                <a:ext uri="{FF2B5EF4-FFF2-40B4-BE49-F238E27FC236}">
                  <ns2:creationId id="{8EA55C37-EA65-4F95-B70F-3D8EBE480E3D}"/>
                </a:ext>
              </a:extLst>
            </p:cNvPr>
            <p:cNvSpPr>
              <a:spLocks noGrp="1"/>
            </p:cNvSpPr>
            <p:nvPr/>
          </p:nvSpPr>
          <p:spPr>
            <a:xfrm rot="0">
              <a:off x="10715625" y="7048500"/>
              <a:ext cx="1143000" cy="238125"/>
            </a:xfrm>
            <a:prstGeom prst="rect">
              <a:avLst/>
            </a:prstGeom>
            <a:noFill/>
            <a:ln w="0">
              <a:noFill/>
              <a:prstDash val="solid"/>
            </a:ln>
          </p:spPr>
          <p:txBody>
            <a:bodyPr wrap="none" lIns="0" tIns="0" rIns="0" bIns="0" anchor="t">
              <a:noAutofit/>
            </a:bodyPr>
            <a:lstStyle>
              <a:defPPr algn="l">
                <a:defRPr sz="839" b="0">
                  <a:solidFill>
                    <a:srgbClr val="000000"/>
                  </a:solidFill>
                  <a:latin typeface="Arial"/>
                  <a:ea typeface="Arial"/>
                  <a:cs typeface="Arial"/>
                </a:defRPr>
              </a:defPPr>
              <a:lvl1pPr algn="l">
                <a:defRPr sz="839" b="0">
                  <a:solidFill>
                    <a:srgbClr val="000000"/>
                  </a:solidFill>
                  <a:latin typeface="Arial"/>
                  <a:ea typeface="Arial"/>
                  <a:cs typeface="Arial"/>
                </a:defRPr>
              </a:lvl1pPr>
              <a:lvl2pPr algn="l">
                <a:defRPr sz="839" b="0">
                  <a:solidFill>
                    <a:srgbClr val="000000"/>
                  </a:solidFill>
                  <a:latin typeface="Arial"/>
                  <a:ea typeface="Arial"/>
                  <a:cs typeface="Arial"/>
                </a:defRPr>
              </a:lvl2pPr>
              <a:lvl3pPr algn="l">
                <a:defRPr sz="839" b="0">
                  <a:solidFill>
                    <a:srgbClr val="000000"/>
                  </a:solidFill>
                  <a:latin typeface="Arial"/>
                  <a:ea typeface="Arial"/>
                  <a:cs typeface="Arial"/>
                </a:defRPr>
              </a:lvl3pPr>
              <a:lvl4pPr algn="l">
                <a:defRPr sz="839" b="0">
                  <a:solidFill>
                    <a:srgbClr val="000000"/>
                  </a:solidFill>
                  <a:latin typeface="Arial"/>
                  <a:ea typeface="Arial"/>
                  <a:cs typeface="Arial"/>
                </a:defRPr>
              </a:lvl4pPr>
              <a:lvl5pPr algn="l">
                <a:defRPr sz="839" b="0">
                  <a:solidFill>
                    <a:srgbClr val="000000"/>
                  </a:solidFill>
                  <a:latin typeface="Arial"/>
                  <a:ea typeface="Arial"/>
                  <a:cs typeface="Arial"/>
                </a:defRPr>
              </a:lvl5pPr>
              <a:lvl6pPr algn="l">
                <a:defRPr sz="839" b="0">
                  <a:solidFill>
                    <a:srgbClr val="000000"/>
                  </a:solidFill>
                  <a:latin typeface="Arial"/>
                  <a:ea typeface="Arial"/>
                  <a:cs typeface="Arial"/>
                </a:defRPr>
              </a:lvl6pPr>
              <a:lvl7pPr algn="l">
                <a:defRPr sz="839" b="0">
                  <a:solidFill>
                    <a:srgbClr val="000000"/>
                  </a:solidFill>
                  <a:latin typeface="Arial"/>
                  <a:ea typeface="Arial"/>
                  <a:cs typeface="Arial"/>
                </a:defRPr>
              </a:lvl7pPr>
              <a:lvl8pPr algn="l">
                <a:defRPr sz="839" b="0">
                  <a:solidFill>
                    <a:srgbClr val="000000"/>
                  </a:solidFill>
                  <a:latin typeface="Arial"/>
                  <a:ea typeface="Arial"/>
                  <a:cs typeface="Arial"/>
                </a:defRPr>
              </a:lvl8pPr>
              <a:lvl9pPr algn="l">
                <a:defRPr sz="839" b="0">
                  <a:solidFill>
                    <a:srgbClr val="000000"/>
                  </a:solidFill>
                  <a:latin typeface="Arial"/>
                  <a:ea typeface="Arial"/>
                  <a:cs typeface="Arial"/>
                </a:defRPr>
              </a:lvl9pPr>
            </a:lstStyle>
            <a:p>
              <a:pPr algn="l">
                <a:defRPr sz="839" b="0">
                  <a:solidFill>
                    <a:srgbClr val="000000"/>
                  </a:solidFill>
                  <a:latin typeface="Arial"/>
                  <a:ea typeface="Arial"/>
                  <a:cs typeface="Arial"/>
                </a:defRPr>
              </a:pPr>
              <a:r>
                <a:rPr sz="839" b="0">
                  <a:solidFill>
                    <a:srgbClr val="000000"/>
                  </a:solidFill>
                  <a:latin typeface="Arial"/>
                  <a:ea typeface="Arial"/>
                  <a:cs typeface="Arial"/>
                </a:rPr>
                <a:t>-0.5743</a:t>
              </a:r>
            </a:p>
          </p:txBody>
        </p:sp>
        <p:sp>
          <p:nvSpPr>
            <p:cNvPr id="213" name="text_212">
              <a:extLst>
                <a:ext uri="{FF2B5EF4-FFF2-40B4-BE49-F238E27FC236}">
                  <ns2:creationId id="{EFDF4114-F084-4211-B1DE-17A3E4B49354}"/>
                </a:ext>
              </a:extLst>
            </p:cNvPr>
            <p:cNvSpPr>
              <a:spLocks noGrp="1"/>
            </p:cNvSpPr>
            <p:nvPr/>
          </p:nvSpPr>
          <p:spPr>
            <a:xfrm rot="0">
              <a:off x="8572500" y="7400925"/>
              <a:ext cx="571500" cy="238125"/>
            </a:xfrm>
            <a:prstGeom prst="rect">
              <a:avLst/>
            </a:prstGeom>
            <a:noFill/>
            <a:ln w="0">
              <a:noFill/>
              <a:prstDash val="solid"/>
            </a:ln>
          </p:spPr>
          <p:txBody>
            <a:bodyPr wrap="none" lIns="0" tIns="0" rIns="0" bIns="0" anchor="t">
              <a:noAutofit/>
            </a:bodyPr>
            <a:lstStyle>
              <a:defPPr algn="l">
                <a:defRPr sz="839" b="0">
                  <a:solidFill>
                    <a:srgbClr val="000000"/>
                  </a:solidFill>
                  <a:latin typeface="Arial"/>
                  <a:ea typeface="Arial"/>
                  <a:cs typeface="Arial"/>
                </a:defRPr>
              </a:defPPr>
              <a:lvl1pPr algn="l">
                <a:defRPr sz="839" b="0">
                  <a:solidFill>
                    <a:srgbClr val="000000"/>
                  </a:solidFill>
                  <a:latin typeface="Arial"/>
                  <a:ea typeface="Arial"/>
                  <a:cs typeface="Arial"/>
                </a:defRPr>
              </a:lvl1pPr>
              <a:lvl2pPr algn="l">
                <a:defRPr sz="839" b="0">
                  <a:solidFill>
                    <a:srgbClr val="000000"/>
                  </a:solidFill>
                  <a:latin typeface="Arial"/>
                  <a:ea typeface="Arial"/>
                  <a:cs typeface="Arial"/>
                </a:defRPr>
              </a:lvl2pPr>
              <a:lvl3pPr algn="l">
                <a:defRPr sz="839" b="0">
                  <a:solidFill>
                    <a:srgbClr val="000000"/>
                  </a:solidFill>
                  <a:latin typeface="Arial"/>
                  <a:ea typeface="Arial"/>
                  <a:cs typeface="Arial"/>
                </a:defRPr>
              </a:lvl3pPr>
              <a:lvl4pPr algn="l">
                <a:defRPr sz="839" b="0">
                  <a:solidFill>
                    <a:srgbClr val="000000"/>
                  </a:solidFill>
                  <a:latin typeface="Arial"/>
                  <a:ea typeface="Arial"/>
                  <a:cs typeface="Arial"/>
                </a:defRPr>
              </a:lvl4pPr>
              <a:lvl5pPr algn="l">
                <a:defRPr sz="839" b="0">
                  <a:solidFill>
                    <a:srgbClr val="000000"/>
                  </a:solidFill>
                  <a:latin typeface="Arial"/>
                  <a:ea typeface="Arial"/>
                  <a:cs typeface="Arial"/>
                </a:defRPr>
              </a:lvl5pPr>
              <a:lvl6pPr algn="l">
                <a:defRPr sz="839" b="0">
                  <a:solidFill>
                    <a:srgbClr val="000000"/>
                  </a:solidFill>
                  <a:latin typeface="Arial"/>
                  <a:ea typeface="Arial"/>
                  <a:cs typeface="Arial"/>
                </a:defRPr>
              </a:lvl6pPr>
              <a:lvl7pPr algn="l">
                <a:defRPr sz="839" b="0">
                  <a:solidFill>
                    <a:srgbClr val="000000"/>
                  </a:solidFill>
                  <a:latin typeface="Arial"/>
                  <a:ea typeface="Arial"/>
                  <a:cs typeface="Arial"/>
                </a:defRPr>
              </a:lvl7pPr>
              <a:lvl8pPr algn="l">
                <a:defRPr sz="839" b="0">
                  <a:solidFill>
                    <a:srgbClr val="000000"/>
                  </a:solidFill>
                  <a:latin typeface="Arial"/>
                  <a:ea typeface="Arial"/>
                  <a:cs typeface="Arial"/>
                </a:defRPr>
              </a:lvl8pPr>
              <a:lvl9pPr algn="l">
                <a:defRPr sz="839" b="0">
                  <a:solidFill>
                    <a:srgbClr val="000000"/>
                  </a:solidFill>
                  <a:latin typeface="Arial"/>
                  <a:ea typeface="Arial"/>
                  <a:cs typeface="Arial"/>
                </a:defRPr>
              </a:lvl9pPr>
            </a:lstStyle>
            <a:p>
              <a:pPr algn="l">
                <a:defRPr sz="839" b="0">
                  <a:solidFill>
                    <a:srgbClr val="000000"/>
                  </a:solidFill>
                  <a:latin typeface="Arial"/>
                  <a:ea typeface="Arial"/>
                  <a:cs typeface="Arial"/>
                </a:defRPr>
              </a:pPr>
              <a:r>
                <a:rPr sz="839" b="0">
                  <a:solidFill>
                    <a:srgbClr val="000000"/>
                  </a:solidFill>
                  <a:latin typeface="Arial"/>
                  <a:ea typeface="Arial"/>
                  <a:cs typeface="Arial"/>
                </a:rPr>
                <a:t>AC</a:t>
              </a:r>
            </a:p>
          </p:txBody>
        </p:sp>
        <p:sp>
          <p:nvSpPr>
            <p:cNvPr id="214" name="text_213">
              <a:extLst>
                <a:ext uri="{FF2B5EF4-FFF2-40B4-BE49-F238E27FC236}">
                  <ns2:creationId id="{C4D42842-6A84-4818-80FB-268D7CF92AD4}"/>
                </a:ext>
              </a:extLst>
            </p:cNvPr>
            <p:cNvSpPr>
              <a:spLocks noGrp="1"/>
            </p:cNvSpPr>
            <p:nvPr/>
          </p:nvSpPr>
          <p:spPr>
            <a:xfrm rot="0">
              <a:off x="9229725" y="7400925"/>
              <a:ext cx="1238250" cy="238125"/>
            </a:xfrm>
            <a:prstGeom prst="rect">
              <a:avLst/>
            </a:prstGeom>
            <a:noFill/>
            <a:ln w="0">
              <a:noFill/>
              <a:prstDash val="solid"/>
            </a:ln>
          </p:spPr>
          <p:txBody>
            <a:bodyPr wrap="none" lIns="0" tIns="0" rIns="0" bIns="0" anchor="t">
              <a:noAutofit/>
            </a:bodyPr>
            <a:lstStyle>
              <a:defPPr algn="l">
                <a:defRPr sz="839" b="0">
                  <a:solidFill>
                    <a:srgbClr val="000000"/>
                  </a:solidFill>
                  <a:latin typeface="Arial"/>
                  <a:ea typeface="Arial"/>
                  <a:cs typeface="Arial"/>
                </a:defRPr>
              </a:defPPr>
              <a:lvl1pPr algn="l">
                <a:defRPr sz="839" b="0">
                  <a:solidFill>
                    <a:srgbClr val="000000"/>
                  </a:solidFill>
                  <a:latin typeface="Arial"/>
                  <a:ea typeface="Arial"/>
                  <a:cs typeface="Arial"/>
                </a:defRPr>
              </a:lvl1pPr>
              <a:lvl2pPr algn="l">
                <a:defRPr sz="839" b="0">
                  <a:solidFill>
                    <a:srgbClr val="000000"/>
                  </a:solidFill>
                  <a:latin typeface="Arial"/>
                  <a:ea typeface="Arial"/>
                  <a:cs typeface="Arial"/>
                </a:defRPr>
              </a:lvl2pPr>
              <a:lvl3pPr algn="l">
                <a:defRPr sz="839" b="0">
                  <a:solidFill>
                    <a:srgbClr val="000000"/>
                  </a:solidFill>
                  <a:latin typeface="Arial"/>
                  <a:ea typeface="Arial"/>
                  <a:cs typeface="Arial"/>
                </a:defRPr>
              </a:lvl3pPr>
              <a:lvl4pPr algn="l">
                <a:defRPr sz="839" b="0">
                  <a:solidFill>
                    <a:srgbClr val="000000"/>
                  </a:solidFill>
                  <a:latin typeface="Arial"/>
                  <a:ea typeface="Arial"/>
                  <a:cs typeface="Arial"/>
                </a:defRPr>
              </a:lvl4pPr>
              <a:lvl5pPr algn="l">
                <a:defRPr sz="839" b="0">
                  <a:solidFill>
                    <a:srgbClr val="000000"/>
                  </a:solidFill>
                  <a:latin typeface="Arial"/>
                  <a:ea typeface="Arial"/>
                  <a:cs typeface="Arial"/>
                </a:defRPr>
              </a:lvl5pPr>
              <a:lvl6pPr algn="l">
                <a:defRPr sz="839" b="0">
                  <a:solidFill>
                    <a:srgbClr val="000000"/>
                  </a:solidFill>
                  <a:latin typeface="Arial"/>
                  <a:ea typeface="Arial"/>
                  <a:cs typeface="Arial"/>
                </a:defRPr>
              </a:lvl6pPr>
              <a:lvl7pPr algn="l">
                <a:defRPr sz="839" b="0">
                  <a:solidFill>
                    <a:srgbClr val="000000"/>
                  </a:solidFill>
                  <a:latin typeface="Arial"/>
                  <a:ea typeface="Arial"/>
                  <a:cs typeface="Arial"/>
                </a:defRPr>
              </a:lvl7pPr>
              <a:lvl8pPr algn="l">
                <a:defRPr sz="839" b="0">
                  <a:solidFill>
                    <a:srgbClr val="000000"/>
                  </a:solidFill>
                  <a:latin typeface="Arial"/>
                  <a:ea typeface="Arial"/>
                  <a:cs typeface="Arial"/>
                </a:defRPr>
              </a:lvl8pPr>
              <a:lvl9pPr algn="l">
                <a:defRPr sz="839" b="0">
                  <a:solidFill>
                    <a:srgbClr val="000000"/>
                  </a:solidFill>
                  <a:latin typeface="Arial"/>
                  <a:ea typeface="Arial"/>
                  <a:cs typeface="Arial"/>
                </a:defRPr>
              </a:lvl9pPr>
            </a:lstStyle>
            <a:p>
              <a:pPr algn="l">
                <a:defRPr sz="839" b="0">
                  <a:solidFill>
                    <a:srgbClr val="000000"/>
                  </a:solidFill>
                  <a:latin typeface="Arial"/>
                  <a:ea typeface="Arial"/>
                  <a:cs typeface="Arial"/>
                </a:defRPr>
              </a:pPr>
              <a:r>
                <a:rPr sz="839" b="0">
                  <a:solidFill>
                    <a:srgbClr val="000000"/>
                  </a:solidFill>
                  <a:latin typeface="Arial"/>
                  <a:ea typeface="Arial"/>
                  <a:cs typeface="Arial"/>
                </a:rPr>
                <a:t>0.0036</a:t>
              </a:r>
            </a:p>
          </p:txBody>
        </p:sp>
        <p:sp>
          <p:nvSpPr>
            <p:cNvPr id="215" name="text_214">
              <a:extLst>
                <a:ext uri="{FF2B5EF4-FFF2-40B4-BE49-F238E27FC236}">
                  <ns2:creationId id="{1245521B-61EC-4501-A209-76EF066BA1F2}"/>
                </a:ext>
              </a:extLst>
            </p:cNvPr>
            <p:cNvSpPr>
              <a:spLocks noGrp="1"/>
            </p:cNvSpPr>
            <p:nvPr/>
          </p:nvSpPr>
          <p:spPr>
            <a:xfrm rot="0">
              <a:off x="10715625" y="7400925"/>
              <a:ext cx="1143000" cy="238125"/>
            </a:xfrm>
            <a:prstGeom prst="rect">
              <a:avLst/>
            </a:prstGeom>
            <a:noFill/>
            <a:ln w="0">
              <a:noFill/>
              <a:prstDash val="solid"/>
            </a:ln>
          </p:spPr>
          <p:txBody>
            <a:bodyPr wrap="none" lIns="0" tIns="0" rIns="0" bIns="0" anchor="t">
              <a:noAutofit/>
            </a:bodyPr>
            <a:lstStyle>
              <a:defPPr algn="l">
                <a:defRPr sz="839" b="0">
                  <a:solidFill>
                    <a:srgbClr val="000000"/>
                  </a:solidFill>
                  <a:latin typeface="Arial"/>
                  <a:ea typeface="Arial"/>
                  <a:cs typeface="Arial"/>
                </a:defRPr>
              </a:defPPr>
              <a:lvl1pPr algn="l">
                <a:defRPr sz="839" b="0">
                  <a:solidFill>
                    <a:srgbClr val="000000"/>
                  </a:solidFill>
                  <a:latin typeface="Arial"/>
                  <a:ea typeface="Arial"/>
                  <a:cs typeface="Arial"/>
                </a:defRPr>
              </a:lvl1pPr>
              <a:lvl2pPr algn="l">
                <a:defRPr sz="839" b="0">
                  <a:solidFill>
                    <a:srgbClr val="000000"/>
                  </a:solidFill>
                  <a:latin typeface="Arial"/>
                  <a:ea typeface="Arial"/>
                  <a:cs typeface="Arial"/>
                </a:defRPr>
              </a:lvl2pPr>
              <a:lvl3pPr algn="l">
                <a:defRPr sz="839" b="0">
                  <a:solidFill>
                    <a:srgbClr val="000000"/>
                  </a:solidFill>
                  <a:latin typeface="Arial"/>
                  <a:ea typeface="Arial"/>
                  <a:cs typeface="Arial"/>
                </a:defRPr>
              </a:lvl3pPr>
              <a:lvl4pPr algn="l">
                <a:defRPr sz="839" b="0">
                  <a:solidFill>
                    <a:srgbClr val="000000"/>
                  </a:solidFill>
                  <a:latin typeface="Arial"/>
                  <a:ea typeface="Arial"/>
                  <a:cs typeface="Arial"/>
                </a:defRPr>
              </a:lvl4pPr>
              <a:lvl5pPr algn="l">
                <a:defRPr sz="839" b="0">
                  <a:solidFill>
                    <a:srgbClr val="000000"/>
                  </a:solidFill>
                  <a:latin typeface="Arial"/>
                  <a:ea typeface="Arial"/>
                  <a:cs typeface="Arial"/>
                </a:defRPr>
              </a:lvl5pPr>
              <a:lvl6pPr algn="l">
                <a:defRPr sz="839" b="0">
                  <a:solidFill>
                    <a:srgbClr val="000000"/>
                  </a:solidFill>
                  <a:latin typeface="Arial"/>
                  <a:ea typeface="Arial"/>
                  <a:cs typeface="Arial"/>
                </a:defRPr>
              </a:lvl6pPr>
              <a:lvl7pPr algn="l">
                <a:defRPr sz="839" b="0">
                  <a:solidFill>
                    <a:srgbClr val="000000"/>
                  </a:solidFill>
                  <a:latin typeface="Arial"/>
                  <a:ea typeface="Arial"/>
                  <a:cs typeface="Arial"/>
                </a:defRPr>
              </a:lvl7pPr>
              <a:lvl8pPr algn="l">
                <a:defRPr sz="839" b="0">
                  <a:solidFill>
                    <a:srgbClr val="000000"/>
                  </a:solidFill>
                  <a:latin typeface="Arial"/>
                  <a:ea typeface="Arial"/>
                  <a:cs typeface="Arial"/>
                </a:defRPr>
              </a:lvl8pPr>
              <a:lvl9pPr algn="l">
                <a:defRPr sz="839" b="0">
                  <a:solidFill>
                    <a:srgbClr val="000000"/>
                  </a:solidFill>
                  <a:latin typeface="Arial"/>
                  <a:ea typeface="Arial"/>
                  <a:cs typeface="Arial"/>
                </a:defRPr>
              </a:lvl9pPr>
            </a:lstStyle>
            <a:p>
              <a:pPr algn="l">
                <a:defRPr sz="839" b="0">
                  <a:solidFill>
                    <a:srgbClr val="000000"/>
                  </a:solidFill>
                  <a:latin typeface="Arial"/>
                  <a:ea typeface="Arial"/>
                  <a:cs typeface="Arial"/>
                </a:defRPr>
              </a:pPr>
              <a:r>
                <a:rPr sz="839" b="0">
                  <a:solidFill>
                    <a:srgbClr val="000000"/>
                  </a:solidFill>
                  <a:latin typeface="Arial"/>
                  <a:ea typeface="Arial"/>
                  <a:cs typeface="Arial"/>
                </a:rPr>
                <a:t>0.0011</a:t>
              </a:r>
            </a:p>
          </p:txBody>
        </p:sp>
        <p:sp>
          <p:nvSpPr>
            <p:cNvPr id="216" name="text_215">
              <a:extLst>
                <a:ext uri="{FF2B5EF4-FFF2-40B4-BE49-F238E27FC236}">
                  <ns2:creationId id="{1412EFFC-7DCA-4674-AE25-E3557C66D341}"/>
                </a:ext>
              </a:extLst>
            </p:cNvPr>
            <p:cNvSpPr>
              <a:spLocks noGrp="1"/>
            </p:cNvSpPr>
            <p:nvPr/>
          </p:nvSpPr>
          <p:spPr>
            <a:xfrm rot="0">
              <a:off x="8572500" y="7753350"/>
              <a:ext cx="571500" cy="238125"/>
            </a:xfrm>
            <a:prstGeom prst="rect">
              <a:avLst/>
            </a:prstGeom>
            <a:noFill/>
            <a:ln w="0">
              <a:noFill/>
              <a:prstDash val="solid"/>
            </a:ln>
          </p:spPr>
          <p:txBody>
            <a:bodyPr wrap="none" lIns="0" tIns="0" rIns="0" bIns="0" anchor="t">
              <a:noAutofit/>
            </a:bodyPr>
            <a:lstStyle>
              <a:defPPr algn="l">
                <a:defRPr sz="839" b="0">
                  <a:solidFill>
                    <a:srgbClr val="000000"/>
                  </a:solidFill>
                  <a:latin typeface="Arial"/>
                  <a:ea typeface="Arial"/>
                  <a:cs typeface="Arial"/>
                </a:defRPr>
              </a:defPPr>
              <a:lvl1pPr algn="l">
                <a:defRPr sz="839" b="0">
                  <a:solidFill>
                    <a:srgbClr val="000000"/>
                  </a:solidFill>
                  <a:latin typeface="Arial"/>
                  <a:ea typeface="Arial"/>
                  <a:cs typeface="Arial"/>
                </a:defRPr>
              </a:lvl1pPr>
              <a:lvl2pPr algn="l">
                <a:defRPr sz="839" b="0">
                  <a:solidFill>
                    <a:srgbClr val="000000"/>
                  </a:solidFill>
                  <a:latin typeface="Arial"/>
                  <a:ea typeface="Arial"/>
                  <a:cs typeface="Arial"/>
                </a:defRPr>
              </a:lvl2pPr>
              <a:lvl3pPr algn="l">
                <a:defRPr sz="839" b="0">
                  <a:solidFill>
                    <a:srgbClr val="000000"/>
                  </a:solidFill>
                  <a:latin typeface="Arial"/>
                  <a:ea typeface="Arial"/>
                  <a:cs typeface="Arial"/>
                </a:defRPr>
              </a:lvl3pPr>
              <a:lvl4pPr algn="l">
                <a:defRPr sz="839" b="0">
                  <a:solidFill>
                    <a:srgbClr val="000000"/>
                  </a:solidFill>
                  <a:latin typeface="Arial"/>
                  <a:ea typeface="Arial"/>
                  <a:cs typeface="Arial"/>
                </a:defRPr>
              </a:lvl4pPr>
              <a:lvl5pPr algn="l">
                <a:defRPr sz="839" b="0">
                  <a:solidFill>
                    <a:srgbClr val="000000"/>
                  </a:solidFill>
                  <a:latin typeface="Arial"/>
                  <a:ea typeface="Arial"/>
                  <a:cs typeface="Arial"/>
                </a:defRPr>
              </a:lvl5pPr>
              <a:lvl6pPr algn="l">
                <a:defRPr sz="839" b="0">
                  <a:solidFill>
                    <a:srgbClr val="000000"/>
                  </a:solidFill>
                  <a:latin typeface="Arial"/>
                  <a:ea typeface="Arial"/>
                  <a:cs typeface="Arial"/>
                </a:defRPr>
              </a:lvl6pPr>
              <a:lvl7pPr algn="l">
                <a:defRPr sz="839" b="0">
                  <a:solidFill>
                    <a:srgbClr val="000000"/>
                  </a:solidFill>
                  <a:latin typeface="Arial"/>
                  <a:ea typeface="Arial"/>
                  <a:cs typeface="Arial"/>
                </a:defRPr>
              </a:lvl7pPr>
              <a:lvl8pPr algn="l">
                <a:defRPr sz="839" b="0">
                  <a:solidFill>
                    <a:srgbClr val="000000"/>
                  </a:solidFill>
                  <a:latin typeface="Arial"/>
                  <a:ea typeface="Arial"/>
                  <a:cs typeface="Arial"/>
                </a:defRPr>
              </a:lvl8pPr>
              <a:lvl9pPr algn="l">
                <a:defRPr sz="839" b="0">
                  <a:solidFill>
                    <a:srgbClr val="000000"/>
                  </a:solidFill>
                  <a:latin typeface="Arial"/>
                  <a:ea typeface="Arial"/>
                  <a:cs typeface="Arial"/>
                </a:defRPr>
              </a:lvl9pPr>
            </a:lstStyle>
            <a:p>
              <a:pPr algn="l">
                <a:defRPr sz="839" b="0">
                  <a:solidFill>
                    <a:srgbClr val="000000"/>
                  </a:solidFill>
                  <a:latin typeface="Arial"/>
                  <a:ea typeface="Arial"/>
                  <a:cs typeface="Arial"/>
                </a:defRPr>
              </a:pPr>
              <a:r>
                <a:rPr sz="839" b="0">
                  <a:solidFill>
                    <a:srgbClr val="000000"/>
                  </a:solidFill>
                  <a:latin typeface="Arial"/>
                  <a:ea typeface="Arial"/>
                  <a:cs typeface="Arial"/>
                </a:rPr>
                <a:t>BC</a:t>
              </a:r>
            </a:p>
          </p:txBody>
        </p:sp>
        <p:sp>
          <p:nvSpPr>
            <p:cNvPr id="217" name="text_216">
              <a:extLst>
                <a:ext uri="{FF2B5EF4-FFF2-40B4-BE49-F238E27FC236}">
                  <ns2:creationId id="{5974BBF0-01BB-4B62-ABE0-FBFB3034913E}"/>
                </a:ext>
              </a:extLst>
            </p:cNvPr>
            <p:cNvSpPr>
              <a:spLocks noGrp="1"/>
            </p:cNvSpPr>
            <p:nvPr/>
          </p:nvSpPr>
          <p:spPr>
            <a:xfrm rot="0">
              <a:off x="9229725" y="7753350"/>
              <a:ext cx="1238250" cy="238125"/>
            </a:xfrm>
            <a:prstGeom prst="rect">
              <a:avLst/>
            </a:prstGeom>
            <a:noFill/>
            <a:ln w="0">
              <a:noFill/>
              <a:prstDash val="solid"/>
            </a:ln>
          </p:spPr>
          <p:txBody>
            <a:bodyPr wrap="none" lIns="0" tIns="0" rIns="0" bIns="0" anchor="t">
              <a:noAutofit/>
            </a:bodyPr>
            <a:lstStyle>
              <a:defPPr algn="l">
                <a:defRPr sz="839" b="0">
                  <a:solidFill>
                    <a:srgbClr val="000000"/>
                  </a:solidFill>
                  <a:latin typeface="Arial"/>
                  <a:ea typeface="Arial"/>
                  <a:cs typeface="Arial"/>
                </a:defRPr>
              </a:defPPr>
              <a:lvl1pPr algn="l">
                <a:defRPr sz="839" b="0">
                  <a:solidFill>
                    <a:srgbClr val="000000"/>
                  </a:solidFill>
                  <a:latin typeface="Arial"/>
                  <a:ea typeface="Arial"/>
                  <a:cs typeface="Arial"/>
                </a:defRPr>
              </a:lvl1pPr>
              <a:lvl2pPr algn="l">
                <a:defRPr sz="839" b="0">
                  <a:solidFill>
                    <a:srgbClr val="000000"/>
                  </a:solidFill>
                  <a:latin typeface="Arial"/>
                  <a:ea typeface="Arial"/>
                  <a:cs typeface="Arial"/>
                </a:defRPr>
              </a:lvl2pPr>
              <a:lvl3pPr algn="l">
                <a:defRPr sz="839" b="0">
                  <a:solidFill>
                    <a:srgbClr val="000000"/>
                  </a:solidFill>
                  <a:latin typeface="Arial"/>
                  <a:ea typeface="Arial"/>
                  <a:cs typeface="Arial"/>
                </a:defRPr>
              </a:lvl3pPr>
              <a:lvl4pPr algn="l">
                <a:defRPr sz="839" b="0">
                  <a:solidFill>
                    <a:srgbClr val="000000"/>
                  </a:solidFill>
                  <a:latin typeface="Arial"/>
                  <a:ea typeface="Arial"/>
                  <a:cs typeface="Arial"/>
                </a:defRPr>
              </a:lvl4pPr>
              <a:lvl5pPr algn="l">
                <a:defRPr sz="839" b="0">
                  <a:solidFill>
                    <a:srgbClr val="000000"/>
                  </a:solidFill>
                  <a:latin typeface="Arial"/>
                  <a:ea typeface="Arial"/>
                  <a:cs typeface="Arial"/>
                </a:defRPr>
              </a:lvl5pPr>
              <a:lvl6pPr algn="l">
                <a:defRPr sz="839" b="0">
                  <a:solidFill>
                    <a:srgbClr val="000000"/>
                  </a:solidFill>
                  <a:latin typeface="Arial"/>
                  <a:ea typeface="Arial"/>
                  <a:cs typeface="Arial"/>
                </a:defRPr>
              </a:lvl6pPr>
              <a:lvl7pPr algn="l">
                <a:defRPr sz="839" b="0">
                  <a:solidFill>
                    <a:srgbClr val="000000"/>
                  </a:solidFill>
                  <a:latin typeface="Arial"/>
                  <a:ea typeface="Arial"/>
                  <a:cs typeface="Arial"/>
                </a:defRPr>
              </a:lvl7pPr>
              <a:lvl8pPr algn="l">
                <a:defRPr sz="839" b="0">
                  <a:solidFill>
                    <a:srgbClr val="000000"/>
                  </a:solidFill>
                  <a:latin typeface="Arial"/>
                  <a:ea typeface="Arial"/>
                  <a:cs typeface="Arial"/>
                </a:defRPr>
              </a:lvl8pPr>
              <a:lvl9pPr algn="l">
                <a:defRPr sz="839" b="0">
                  <a:solidFill>
                    <a:srgbClr val="000000"/>
                  </a:solidFill>
                  <a:latin typeface="Arial"/>
                  <a:ea typeface="Arial"/>
                  <a:cs typeface="Arial"/>
                </a:defRPr>
              </a:lvl9pPr>
            </a:lstStyle>
            <a:p>
              <a:pPr algn="l">
                <a:defRPr sz="839" b="0">
                  <a:solidFill>
                    <a:srgbClr val="000000"/>
                  </a:solidFill>
                  <a:latin typeface="Arial"/>
                  <a:ea typeface="Arial"/>
                  <a:cs typeface="Arial"/>
                </a:defRPr>
              </a:pPr>
              <a:r>
                <a:rPr sz="839" b="0">
                  <a:solidFill>
                    <a:srgbClr val="000000"/>
                  </a:solidFill>
                  <a:latin typeface="Arial"/>
                  <a:ea typeface="Arial"/>
                  <a:cs typeface="Arial"/>
                </a:rPr>
                <a:t>0.0036</a:t>
              </a:r>
            </a:p>
          </p:txBody>
        </p:sp>
        <p:sp>
          <p:nvSpPr>
            <p:cNvPr id="218" name="text_217">
              <a:extLst>
                <a:ext uri="{FF2B5EF4-FFF2-40B4-BE49-F238E27FC236}">
                  <ns2:creationId id="{71C00B7B-9F84-401C-84D1-BA6ACC27F840}"/>
                </a:ext>
              </a:extLst>
            </p:cNvPr>
            <p:cNvSpPr>
              <a:spLocks noGrp="1"/>
            </p:cNvSpPr>
            <p:nvPr/>
          </p:nvSpPr>
          <p:spPr>
            <a:xfrm rot="0">
              <a:off x="10715625" y="7753350"/>
              <a:ext cx="1143000" cy="238125"/>
            </a:xfrm>
            <a:prstGeom prst="rect">
              <a:avLst/>
            </a:prstGeom>
            <a:noFill/>
            <a:ln w="0">
              <a:noFill/>
              <a:prstDash val="solid"/>
            </a:ln>
          </p:spPr>
          <p:txBody>
            <a:bodyPr wrap="none" lIns="0" tIns="0" rIns="0" bIns="0" anchor="t">
              <a:noAutofit/>
            </a:bodyPr>
            <a:lstStyle>
              <a:defPPr algn="l">
                <a:defRPr sz="839" b="0">
                  <a:solidFill>
                    <a:srgbClr val="000000"/>
                  </a:solidFill>
                  <a:latin typeface="Arial"/>
                  <a:ea typeface="Arial"/>
                  <a:cs typeface="Arial"/>
                </a:defRPr>
              </a:defPPr>
              <a:lvl1pPr algn="l">
                <a:defRPr sz="839" b="0">
                  <a:solidFill>
                    <a:srgbClr val="000000"/>
                  </a:solidFill>
                  <a:latin typeface="Arial"/>
                  <a:ea typeface="Arial"/>
                  <a:cs typeface="Arial"/>
                </a:defRPr>
              </a:lvl1pPr>
              <a:lvl2pPr algn="l">
                <a:defRPr sz="839" b="0">
                  <a:solidFill>
                    <a:srgbClr val="000000"/>
                  </a:solidFill>
                  <a:latin typeface="Arial"/>
                  <a:ea typeface="Arial"/>
                  <a:cs typeface="Arial"/>
                </a:defRPr>
              </a:lvl2pPr>
              <a:lvl3pPr algn="l">
                <a:defRPr sz="839" b="0">
                  <a:solidFill>
                    <a:srgbClr val="000000"/>
                  </a:solidFill>
                  <a:latin typeface="Arial"/>
                  <a:ea typeface="Arial"/>
                  <a:cs typeface="Arial"/>
                </a:defRPr>
              </a:lvl3pPr>
              <a:lvl4pPr algn="l">
                <a:defRPr sz="839" b="0">
                  <a:solidFill>
                    <a:srgbClr val="000000"/>
                  </a:solidFill>
                  <a:latin typeface="Arial"/>
                  <a:ea typeface="Arial"/>
                  <a:cs typeface="Arial"/>
                </a:defRPr>
              </a:lvl4pPr>
              <a:lvl5pPr algn="l">
                <a:defRPr sz="839" b="0">
                  <a:solidFill>
                    <a:srgbClr val="000000"/>
                  </a:solidFill>
                  <a:latin typeface="Arial"/>
                  <a:ea typeface="Arial"/>
                  <a:cs typeface="Arial"/>
                </a:defRPr>
              </a:lvl5pPr>
              <a:lvl6pPr algn="l">
                <a:defRPr sz="839" b="0">
                  <a:solidFill>
                    <a:srgbClr val="000000"/>
                  </a:solidFill>
                  <a:latin typeface="Arial"/>
                  <a:ea typeface="Arial"/>
                  <a:cs typeface="Arial"/>
                </a:defRPr>
              </a:lvl6pPr>
              <a:lvl7pPr algn="l">
                <a:defRPr sz="839" b="0">
                  <a:solidFill>
                    <a:srgbClr val="000000"/>
                  </a:solidFill>
                  <a:latin typeface="Arial"/>
                  <a:ea typeface="Arial"/>
                  <a:cs typeface="Arial"/>
                </a:defRPr>
              </a:lvl7pPr>
              <a:lvl8pPr algn="l">
                <a:defRPr sz="839" b="0">
                  <a:solidFill>
                    <a:srgbClr val="000000"/>
                  </a:solidFill>
                  <a:latin typeface="Arial"/>
                  <a:ea typeface="Arial"/>
                  <a:cs typeface="Arial"/>
                </a:defRPr>
              </a:lvl8pPr>
              <a:lvl9pPr algn="l">
                <a:defRPr sz="839" b="0">
                  <a:solidFill>
                    <a:srgbClr val="000000"/>
                  </a:solidFill>
                  <a:latin typeface="Arial"/>
                  <a:ea typeface="Arial"/>
                  <a:cs typeface="Arial"/>
                </a:defRPr>
              </a:lvl9pPr>
            </a:lstStyle>
            <a:p>
              <a:pPr algn="l">
                <a:defRPr sz="839" b="0">
                  <a:solidFill>
                    <a:srgbClr val="000000"/>
                  </a:solidFill>
                  <a:latin typeface="Arial"/>
                  <a:ea typeface="Arial"/>
                  <a:cs typeface="Arial"/>
                </a:defRPr>
              </a:pPr>
              <a:r>
                <a:rPr sz="839" b="0">
                  <a:solidFill>
                    <a:srgbClr val="000000"/>
                  </a:solidFill>
                  <a:latin typeface="Arial"/>
                  <a:ea typeface="Arial"/>
                  <a:cs typeface="Arial"/>
                </a:rPr>
                <a:t>-0.5743</a:t>
              </a:r>
            </a:p>
          </p:txBody>
        </p:sp>
        <p:sp>
          <p:nvSpPr>
            <p:cNvPr id="219" name="text_218">
              <a:extLst>
                <a:ext uri="{FF2B5EF4-FFF2-40B4-BE49-F238E27FC236}">
                  <ns2:creationId id="{3EB9088F-2596-4219-9C5F-55CFDFFC8030}"/>
                </a:ext>
              </a:extLst>
            </p:cNvPr>
            <p:cNvSpPr>
              <a:spLocks noGrp="1"/>
            </p:cNvSpPr>
            <p:nvPr/>
          </p:nvSpPr>
          <p:spPr>
            <a:xfrm rot="0">
              <a:off x="8572500" y="8229600"/>
              <a:ext cx="3524250" cy="238125"/>
            </a:xfrm>
            <a:prstGeom prst="rect">
              <a:avLst/>
            </a:prstGeom>
            <a:noFill/>
            <a:ln w="0">
              <a:noFill/>
              <a:prstDash val="solid"/>
            </a:ln>
          </p:spPr>
          <p:txBody>
            <a:bodyPr wrap="none" lIns="0" tIns="0" rIns="0" bIns="0" anchor="t">
              <a:noAutofit/>
            </a:bodyPr>
            <a:lstStyle>
              <a:defPPr algn="l">
                <a:defRPr sz="839" b="1">
                  <a:solidFill>
                    <a:srgbClr val="000000"/>
                  </a:solidFill>
                  <a:latin typeface="Arial"/>
                  <a:ea typeface="Arial"/>
                  <a:cs typeface="Arial"/>
                </a:defRPr>
              </a:defPPr>
              <a:lvl1pPr algn="l">
                <a:defRPr sz="839" b="1">
                  <a:solidFill>
                    <a:srgbClr val="000000"/>
                  </a:solidFill>
                  <a:latin typeface="Arial"/>
                  <a:ea typeface="Arial"/>
                  <a:cs typeface="Arial"/>
                </a:defRPr>
              </a:lvl1pPr>
              <a:lvl2pPr algn="l">
                <a:defRPr sz="839" b="1">
                  <a:solidFill>
                    <a:srgbClr val="000000"/>
                  </a:solidFill>
                  <a:latin typeface="Arial"/>
                  <a:ea typeface="Arial"/>
                  <a:cs typeface="Arial"/>
                </a:defRPr>
              </a:lvl2pPr>
              <a:lvl3pPr algn="l">
                <a:defRPr sz="839" b="1">
                  <a:solidFill>
                    <a:srgbClr val="000000"/>
                  </a:solidFill>
                  <a:latin typeface="Arial"/>
                  <a:ea typeface="Arial"/>
                  <a:cs typeface="Arial"/>
                </a:defRPr>
              </a:lvl3pPr>
              <a:lvl4pPr algn="l">
                <a:defRPr sz="839" b="1">
                  <a:solidFill>
                    <a:srgbClr val="000000"/>
                  </a:solidFill>
                  <a:latin typeface="Arial"/>
                  <a:ea typeface="Arial"/>
                  <a:cs typeface="Arial"/>
                </a:defRPr>
              </a:lvl4pPr>
              <a:lvl5pPr algn="l">
                <a:defRPr sz="839" b="1">
                  <a:solidFill>
                    <a:srgbClr val="000000"/>
                  </a:solidFill>
                  <a:latin typeface="Arial"/>
                  <a:ea typeface="Arial"/>
                  <a:cs typeface="Arial"/>
                </a:defRPr>
              </a:lvl5pPr>
              <a:lvl6pPr algn="l">
                <a:defRPr sz="839" b="1">
                  <a:solidFill>
                    <a:srgbClr val="000000"/>
                  </a:solidFill>
                  <a:latin typeface="Arial"/>
                  <a:ea typeface="Arial"/>
                  <a:cs typeface="Arial"/>
                </a:defRPr>
              </a:lvl6pPr>
              <a:lvl7pPr algn="l">
                <a:defRPr sz="839" b="1">
                  <a:solidFill>
                    <a:srgbClr val="000000"/>
                  </a:solidFill>
                  <a:latin typeface="Arial"/>
                  <a:ea typeface="Arial"/>
                  <a:cs typeface="Arial"/>
                </a:defRPr>
              </a:lvl7pPr>
              <a:lvl8pPr algn="l">
                <a:defRPr sz="839" b="1">
                  <a:solidFill>
                    <a:srgbClr val="000000"/>
                  </a:solidFill>
                  <a:latin typeface="Arial"/>
                  <a:ea typeface="Arial"/>
                  <a:cs typeface="Arial"/>
                </a:defRPr>
              </a:lvl8pPr>
              <a:lvl9pPr algn="l">
                <a:defRPr sz="839" b="1">
                  <a:solidFill>
                    <a:srgbClr val="000000"/>
                  </a:solidFill>
                  <a:latin typeface="Arial"/>
                  <a:ea typeface="Arial"/>
                  <a:cs typeface="Arial"/>
                </a:defRPr>
              </a:lvl9pPr>
            </a:lstStyle>
            <a:p>
              <a:pPr algn="l">
                <a:defRPr sz="839" b="1">
                  <a:solidFill>
                    <a:srgbClr val="000000"/>
                  </a:solidFill>
                  <a:latin typeface="Arial"/>
                  <a:ea typeface="Arial"/>
                  <a:cs typeface="Arial"/>
                </a:defRPr>
              </a:pPr>
              <a:r>
                <a:rPr sz="839" b="1">
                  <a:solidFill>
                    <a:srgbClr val="000000"/>
                  </a:solidFill>
                  <a:latin typeface="Arial"/>
                  <a:ea typeface="Arial"/>
                  <a:cs typeface="Arial"/>
                </a:rPr>
                <a:t>Measured NMLE: 15.09% of range</a:t>
              </a:r>
            </a:p>
          </p:txBody>
        </p:sp>
        <p:sp>
          <p:nvSpPr>
            <p:cNvPr id="220" name="text_219">
              <a:extLst>
                <a:ext uri="{FF2B5EF4-FFF2-40B4-BE49-F238E27FC236}">
                  <ns2:creationId id="{3960930B-1741-4049-8E90-5F24E1E3894B}"/>
                </a:ext>
              </a:extLst>
            </p:cNvPr>
            <p:cNvSpPr>
              <a:spLocks noGrp="1"/>
            </p:cNvSpPr>
            <p:nvPr/>
          </p:nvSpPr>
          <p:spPr>
            <a:xfrm rot="0">
              <a:off x="8572500" y="8572500"/>
              <a:ext cx="3524250" cy="238125"/>
            </a:xfrm>
            <a:prstGeom prst="rect">
              <a:avLst/>
            </a:prstGeom>
            <a:noFill/>
            <a:ln w="0">
              <a:noFill/>
              <a:prstDash val="solid"/>
            </a:ln>
          </p:spPr>
          <p:txBody>
            <a:bodyPr wrap="none" lIns="0" tIns="0" rIns="0" bIns="0" anchor="t">
              <a:noAutofit/>
            </a:bodyPr>
            <a:lstStyle>
              <a:defPPr algn="l">
                <a:defRPr sz="839" b="0">
                  <a:solidFill>
                    <a:srgbClr val="000000"/>
                  </a:solidFill>
                  <a:latin typeface="Arial"/>
                  <a:ea typeface="Arial"/>
                  <a:cs typeface="Arial"/>
                </a:defRPr>
              </a:defPPr>
              <a:lvl1pPr algn="l">
                <a:defRPr sz="839" b="0">
                  <a:solidFill>
                    <a:srgbClr val="000000"/>
                  </a:solidFill>
                  <a:latin typeface="Arial"/>
                  <a:ea typeface="Arial"/>
                  <a:cs typeface="Arial"/>
                </a:defRPr>
              </a:lvl1pPr>
              <a:lvl2pPr algn="l">
                <a:defRPr sz="839" b="0">
                  <a:solidFill>
                    <a:srgbClr val="000000"/>
                  </a:solidFill>
                  <a:latin typeface="Arial"/>
                  <a:ea typeface="Arial"/>
                  <a:cs typeface="Arial"/>
                </a:defRPr>
              </a:lvl2pPr>
              <a:lvl3pPr algn="l">
                <a:defRPr sz="839" b="0">
                  <a:solidFill>
                    <a:srgbClr val="000000"/>
                  </a:solidFill>
                  <a:latin typeface="Arial"/>
                  <a:ea typeface="Arial"/>
                  <a:cs typeface="Arial"/>
                </a:defRPr>
              </a:lvl3pPr>
              <a:lvl4pPr algn="l">
                <a:defRPr sz="839" b="0">
                  <a:solidFill>
                    <a:srgbClr val="000000"/>
                  </a:solidFill>
                  <a:latin typeface="Arial"/>
                  <a:ea typeface="Arial"/>
                  <a:cs typeface="Arial"/>
                </a:defRPr>
              </a:lvl4pPr>
              <a:lvl5pPr algn="l">
                <a:defRPr sz="839" b="0">
                  <a:solidFill>
                    <a:srgbClr val="000000"/>
                  </a:solidFill>
                  <a:latin typeface="Arial"/>
                  <a:ea typeface="Arial"/>
                  <a:cs typeface="Arial"/>
                </a:defRPr>
              </a:lvl5pPr>
              <a:lvl6pPr algn="l">
                <a:defRPr sz="839" b="0">
                  <a:solidFill>
                    <a:srgbClr val="000000"/>
                  </a:solidFill>
                  <a:latin typeface="Arial"/>
                  <a:ea typeface="Arial"/>
                  <a:cs typeface="Arial"/>
                </a:defRPr>
              </a:lvl6pPr>
              <a:lvl7pPr algn="l">
                <a:defRPr sz="839" b="0">
                  <a:solidFill>
                    <a:srgbClr val="000000"/>
                  </a:solidFill>
                  <a:latin typeface="Arial"/>
                  <a:ea typeface="Arial"/>
                  <a:cs typeface="Arial"/>
                </a:defRPr>
              </a:lvl7pPr>
              <a:lvl8pPr algn="l">
                <a:defRPr sz="839" b="0">
                  <a:solidFill>
                    <a:srgbClr val="000000"/>
                  </a:solidFill>
                  <a:latin typeface="Arial"/>
                  <a:ea typeface="Arial"/>
                  <a:cs typeface="Arial"/>
                </a:defRPr>
              </a:lvl8pPr>
              <a:lvl9pPr algn="l">
                <a:defRPr sz="839" b="0">
                  <a:solidFill>
                    <a:srgbClr val="000000"/>
                  </a:solidFill>
                  <a:latin typeface="Arial"/>
                  <a:ea typeface="Arial"/>
                  <a:cs typeface="Arial"/>
                </a:defRPr>
              </a:lvl9pPr>
            </a:lstStyle>
            <a:p>
              <a:pPr algn="l">
                <a:defRPr sz="839" b="0">
                  <a:solidFill>
                    <a:srgbClr val="000000"/>
                  </a:solidFill>
                  <a:latin typeface="Arial"/>
                  <a:ea typeface="Arial"/>
                  <a:cs typeface="Arial"/>
                </a:defRPr>
              </a:pPr>
              <a:r>
                <a:rPr sz="839" b="0">
                  <a:solidFill>
                    <a:srgbClr val="000000"/>
                  </a:solidFill>
                  <a:latin typeface="Arial"/>
                  <a:ea typeface="Arial"/>
                  <a:cs typeface="Arial"/>
                </a:rPr>
                <a:t>Max anchor error: 14.75% to 2.63% L</a:t>
              </a:r>
            </a:p>
          </p:txBody>
        </p:sp>
        <p:sp>
          <p:nvSpPr>
            <p:cNvPr id="221" name="text_220">
              <a:extLst>
                <a:ext uri="{FF2B5EF4-FFF2-40B4-BE49-F238E27FC236}">
                  <ns2:creationId id="{1091A893-5EBA-46F6-92C5-B161EA2C62A1}"/>
                </a:ext>
              </a:extLst>
            </p:cNvPr>
            <p:cNvSpPr>
              <a:spLocks noGrp="1"/>
            </p:cNvSpPr>
            <p:nvPr/>
          </p:nvSpPr>
          <p:spPr>
            <a:xfrm rot="0">
              <a:off x="8572500" y="8953500"/>
              <a:ext cx="3524250" cy="228600"/>
            </a:xfrm>
            <a:prstGeom prst="rect">
              <a:avLst/>
            </a:prstGeom>
            <a:noFill/>
            <a:ln w="0">
              <a:noFill/>
              <a:prstDash val="solid"/>
            </a:ln>
          </p:spPr>
          <p:txBody>
            <a:bodyPr wrap="none" lIns="0" tIns="0" rIns="0" bIns="0" anchor="t">
              <a:noAutofit/>
            </a:bodyPr>
            <a:lstStyle>
              <a:defPPr algn="l">
                <a:defRPr sz="792" b="0">
                  <a:solidFill>
                    <a:srgbClr val="000000"/>
                  </a:solidFill>
                  <a:latin typeface="Arial"/>
                  <a:ea typeface="Arial"/>
                  <a:cs typeface="Arial"/>
                </a:defRPr>
              </a:defPPr>
              <a:lvl1pPr algn="l">
                <a:defRPr sz="792" b="0">
                  <a:solidFill>
                    <a:srgbClr val="000000"/>
                  </a:solidFill>
                  <a:latin typeface="Arial"/>
                  <a:ea typeface="Arial"/>
                  <a:cs typeface="Arial"/>
                </a:defRPr>
              </a:lvl1pPr>
              <a:lvl2pPr algn="l">
                <a:defRPr sz="792" b="0">
                  <a:solidFill>
                    <a:srgbClr val="000000"/>
                  </a:solidFill>
                  <a:latin typeface="Arial"/>
                  <a:ea typeface="Arial"/>
                  <a:cs typeface="Arial"/>
                </a:defRPr>
              </a:lvl2pPr>
              <a:lvl3pPr algn="l">
                <a:defRPr sz="792" b="0">
                  <a:solidFill>
                    <a:srgbClr val="000000"/>
                  </a:solidFill>
                  <a:latin typeface="Arial"/>
                  <a:ea typeface="Arial"/>
                  <a:cs typeface="Arial"/>
                </a:defRPr>
              </a:lvl3pPr>
              <a:lvl4pPr algn="l">
                <a:defRPr sz="792" b="0">
                  <a:solidFill>
                    <a:srgbClr val="000000"/>
                  </a:solidFill>
                  <a:latin typeface="Arial"/>
                  <a:ea typeface="Arial"/>
                  <a:cs typeface="Arial"/>
                </a:defRPr>
              </a:lvl4pPr>
              <a:lvl5pPr algn="l">
                <a:defRPr sz="792" b="0">
                  <a:solidFill>
                    <a:srgbClr val="000000"/>
                  </a:solidFill>
                  <a:latin typeface="Arial"/>
                  <a:ea typeface="Arial"/>
                  <a:cs typeface="Arial"/>
                </a:defRPr>
              </a:lvl5pPr>
              <a:lvl6pPr algn="l">
                <a:defRPr sz="792" b="0">
                  <a:solidFill>
                    <a:srgbClr val="000000"/>
                  </a:solidFill>
                  <a:latin typeface="Arial"/>
                  <a:ea typeface="Arial"/>
                  <a:cs typeface="Arial"/>
                </a:defRPr>
              </a:lvl6pPr>
              <a:lvl7pPr algn="l">
                <a:defRPr sz="792" b="0">
                  <a:solidFill>
                    <a:srgbClr val="000000"/>
                  </a:solidFill>
                  <a:latin typeface="Arial"/>
                  <a:ea typeface="Arial"/>
                  <a:cs typeface="Arial"/>
                </a:defRPr>
              </a:lvl7pPr>
              <a:lvl8pPr algn="l">
                <a:defRPr sz="792" b="0">
                  <a:solidFill>
                    <a:srgbClr val="000000"/>
                  </a:solidFill>
                  <a:latin typeface="Arial"/>
                  <a:ea typeface="Arial"/>
                  <a:cs typeface="Arial"/>
                </a:defRPr>
              </a:lvl8pPr>
              <a:lvl9pPr algn="l">
                <a:defRPr sz="792" b="0">
                  <a:solidFill>
                    <a:srgbClr val="000000"/>
                  </a:solidFill>
                  <a:latin typeface="Arial"/>
                  <a:ea typeface="Arial"/>
                  <a:cs typeface="Arial"/>
                </a:defRPr>
              </a:lvl9pPr>
            </a:lstStyle>
            <a:p>
              <a:pPr algn="l">
                <a:defRPr sz="792" b="0">
                  <a:solidFill>
                    <a:srgbClr val="000000"/>
                  </a:solidFill>
                  <a:latin typeface="Arial"/>
                  <a:ea typeface="Arial"/>
                  <a:cs typeface="Arial"/>
                </a:defRPr>
              </a:pPr>
              <a:r>
                <a:rPr sz="792" b="0">
                  <a:solidFill>
                    <a:srgbClr val="000000"/>
                  </a:solidFill>
                  <a:latin typeface="Arial"/>
                  <a:ea typeface="Arial"/>
                  <a:cs typeface="Arial"/>
                </a:rPr>
                <a:t>Negative R connections are artificial</a:t>
              </a:r>
            </a:p>
          </p:txBody>
        </p:sp>
        <p:sp>
          <p:nvSpPr>
            <p:cNvPr id="222" name="text_221">
              <a:extLst>
                <a:ext uri="{FF2B5EF4-FFF2-40B4-BE49-F238E27FC236}">
                  <ns2:creationId id="{BAA2ABD0-498D-4D6D-9B7F-3328ECEBECCF}"/>
                </a:ext>
              </a:extLst>
            </p:cNvPr>
            <p:cNvSpPr>
              <a:spLocks noGrp="1"/>
            </p:cNvSpPr>
            <p:nvPr/>
          </p:nvSpPr>
          <p:spPr>
            <a:xfrm rot="0">
              <a:off x="8572500" y="9172575"/>
              <a:ext cx="3524250" cy="228600"/>
            </a:xfrm>
            <a:prstGeom prst="rect">
              <a:avLst/>
            </a:prstGeom>
            <a:noFill/>
            <a:ln w="0">
              <a:noFill/>
              <a:prstDash val="solid"/>
            </a:ln>
          </p:spPr>
          <p:txBody>
            <a:bodyPr wrap="none" lIns="0" tIns="0" rIns="0" bIns="0" anchor="t">
              <a:noAutofit/>
            </a:bodyPr>
            <a:lstStyle>
              <a:defPPr algn="l">
                <a:defRPr sz="792" b="0">
                  <a:solidFill>
                    <a:srgbClr val="000000"/>
                  </a:solidFill>
                  <a:latin typeface="Arial"/>
                  <a:ea typeface="Arial"/>
                  <a:cs typeface="Arial"/>
                </a:defRPr>
              </a:defPPr>
              <a:lvl1pPr algn="l">
                <a:defRPr sz="792" b="0">
                  <a:solidFill>
                    <a:srgbClr val="000000"/>
                  </a:solidFill>
                  <a:latin typeface="Arial"/>
                  <a:ea typeface="Arial"/>
                  <a:cs typeface="Arial"/>
                </a:defRPr>
              </a:lvl1pPr>
              <a:lvl2pPr algn="l">
                <a:defRPr sz="792" b="0">
                  <a:solidFill>
                    <a:srgbClr val="000000"/>
                  </a:solidFill>
                  <a:latin typeface="Arial"/>
                  <a:ea typeface="Arial"/>
                  <a:cs typeface="Arial"/>
                </a:defRPr>
              </a:lvl2pPr>
              <a:lvl3pPr algn="l">
                <a:defRPr sz="792" b="0">
                  <a:solidFill>
                    <a:srgbClr val="000000"/>
                  </a:solidFill>
                  <a:latin typeface="Arial"/>
                  <a:ea typeface="Arial"/>
                  <a:cs typeface="Arial"/>
                </a:defRPr>
              </a:lvl3pPr>
              <a:lvl4pPr algn="l">
                <a:defRPr sz="792" b="0">
                  <a:solidFill>
                    <a:srgbClr val="000000"/>
                  </a:solidFill>
                  <a:latin typeface="Arial"/>
                  <a:ea typeface="Arial"/>
                  <a:cs typeface="Arial"/>
                </a:defRPr>
              </a:lvl4pPr>
              <a:lvl5pPr algn="l">
                <a:defRPr sz="792" b="0">
                  <a:solidFill>
                    <a:srgbClr val="000000"/>
                  </a:solidFill>
                  <a:latin typeface="Arial"/>
                  <a:ea typeface="Arial"/>
                  <a:cs typeface="Arial"/>
                </a:defRPr>
              </a:lvl5pPr>
              <a:lvl6pPr algn="l">
                <a:defRPr sz="792" b="0">
                  <a:solidFill>
                    <a:srgbClr val="000000"/>
                  </a:solidFill>
                  <a:latin typeface="Arial"/>
                  <a:ea typeface="Arial"/>
                  <a:cs typeface="Arial"/>
                </a:defRPr>
              </a:lvl6pPr>
              <a:lvl7pPr algn="l">
                <a:defRPr sz="792" b="0">
                  <a:solidFill>
                    <a:srgbClr val="000000"/>
                  </a:solidFill>
                  <a:latin typeface="Arial"/>
                  <a:ea typeface="Arial"/>
                  <a:cs typeface="Arial"/>
                </a:defRPr>
              </a:lvl7pPr>
              <a:lvl8pPr algn="l">
                <a:defRPr sz="792" b="0">
                  <a:solidFill>
                    <a:srgbClr val="000000"/>
                  </a:solidFill>
                  <a:latin typeface="Arial"/>
                  <a:ea typeface="Arial"/>
                  <a:cs typeface="Arial"/>
                </a:defRPr>
              </a:lvl8pPr>
              <a:lvl9pPr algn="l">
                <a:defRPr sz="792" b="0">
                  <a:solidFill>
                    <a:srgbClr val="000000"/>
                  </a:solidFill>
                  <a:latin typeface="Arial"/>
                  <a:ea typeface="Arial"/>
                  <a:cs typeface="Arial"/>
                </a:defRPr>
              </a:lvl9pPr>
            </a:lstStyle>
            <a:p>
              <a:pPr algn="l">
                <a:defRPr sz="792" b="0">
                  <a:solidFill>
                    <a:srgbClr val="000000"/>
                  </a:solidFill>
                  <a:latin typeface="Arial"/>
                  <a:ea typeface="Arial"/>
                  <a:cs typeface="Arial"/>
                </a:defRPr>
              </a:pPr>
              <a:r>
                <a:rPr sz="792" b="0">
                  <a:solidFill>
                    <a:srgbClr val="000000"/>
                  </a:solidFill>
                  <a:latin typeface="Arial"/>
                  <a:ea typeface="Arial"/>
                  <a:cs typeface="Arial"/>
                </a:rPr>
                <a:t>values in the one-dimensional map.</a:t>
              </a:r>
            </a:p>
          </p:txBody>
        </p:sp>
        <p:sp>
          <p:nvSpPr>
            <p:cNvPr id="223" name="text_222">
              <a:extLst>
                <a:ext uri="{FF2B5EF4-FFF2-40B4-BE49-F238E27FC236}">
                  <ns2:creationId id="{E29F443A-8CD2-48D3-B606-6E7E2E1AA0D8}"/>
                </a:ext>
              </a:extLst>
            </p:cNvPr>
            <p:cNvSpPr>
              <a:spLocks noGrp="1"/>
            </p:cNvSpPr>
            <p:nvPr/>
          </p:nvSpPr>
          <p:spPr>
            <a:xfrm rot="0">
              <a:off x="571500" y="9486900"/>
              <a:ext cx="11430000" cy="238125"/>
            </a:xfrm>
            <a:prstGeom prst="rect">
              <a:avLst/>
            </a:prstGeom>
            <a:noFill/>
            <a:ln w="0">
              <a:noFill/>
              <a:prstDash val="solid"/>
            </a:ln>
          </p:spPr>
          <p:txBody>
            <a:bodyPr wrap="none" lIns="0" tIns="0" rIns="0" bIns="0" anchor="t">
              <a:noAutofit/>
            </a:bodyPr>
            <a:lstStyle>
              <a:defPPr algn="l">
                <a:defRPr sz="839" b="0">
                  <a:solidFill>
                    <a:srgbClr val="000000"/>
                  </a:solidFill>
                  <a:latin typeface="Arial"/>
                  <a:ea typeface="Arial"/>
                  <a:cs typeface="Arial"/>
                </a:defRPr>
              </a:defPPr>
              <a:lvl1pPr algn="l">
                <a:defRPr sz="839" b="0">
                  <a:solidFill>
                    <a:srgbClr val="000000"/>
                  </a:solidFill>
                  <a:latin typeface="Arial"/>
                  <a:ea typeface="Arial"/>
                  <a:cs typeface="Arial"/>
                </a:defRPr>
              </a:lvl1pPr>
              <a:lvl2pPr algn="l">
                <a:defRPr sz="839" b="0">
                  <a:solidFill>
                    <a:srgbClr val="000000"/>
                  </a:solidFill>
                  <a:latin typeface="Arial"/>
                  <a:ea typeface="Arial"/>
                  <a:cs typeface="Arial"/>
                </a:defRPr>
              </a:lvl2pPr>
              <a:lvl3pPr algn="l">
                <a:defRPr sz="839" b="0">
                  <a:solidFill>
                    <a:srgbClr val="000000"/>
                  </a:solidFill>
                  <a:latin typeface="Arial"/>
                  <a:ea typeface="Arial"/>
                  <a:cs typeface="Arial"/>
                </a:defRPr>
              </a:lvl3pPr>
              <a:lvl4pPr algn="l">
                <a:defRPr sz="839" b="0">
                  <a:solidFill>
                    <a:srgbClr val="000000"/>
                  </a:solidFill>
                  <a:latin typeface="Arial"/>
                  <a:ea typeface="Arial"/>
                  <a:cs typeface="Arial"/>
                </a:defRPr>
              </a:lvl4pPr>
              <a:lvl5pPr algn="l">
                <a:defRPr sz="839" b="0">
                  <a:solidFill>
                    <a:srgbClr val="000000"/>
                  </a:solidFill>
                  <a:latin typeface="Arial"/>
                  <a:ea typeface="Arial"/>
                  <a:cs typeface="Arial"/>
                </a:defRPr>
              </a:lvl5pPr>
              <a:lvl6pPr algn="l">
                <a:defRPr sz="839" b="0">
                  <a:solidFill>
                    <a:srgbClr val="000000"/>
                  </a:solidFill>
                  <a:latin typeface="Arial"/>
                  <a:ea typeface="Arial"/>
                  <a:cs typeface="Arial"/>
                </a:defRPr>
              </a:lvl6pPr>
              <a:lvl7pPr algn="l">
                <a:defRPr sz="839" b="0">
                  <a:solidFill>
                    <a:srgbClr val="000000"/>
                  </a:solidFill>
                  <a:latin typeface="Arial"/>
                  <a:ea typeface="Arial"/>
                  <a:cs typeface="Arial"/>
                </a:defRPr>
              </a:lvl7pPr>
              <a:lvl8pPr algn="l">
                <a:defRPr sz="839" b="0">
                  <a:solidFill>
                    <a:srgbClr val="000000"/>
                  </a:solidFill>
                  <a:latin typeface="Arial"/>
                  <a:ea typeface="Arial"/>
                  <a:cs typeface="Arial"/>
                </a:defRPr>
              </a:lvl8pPr>
              <a:lvl9pPr algn="l">
                <a:defRPr sz="839" b="0">
                  <a:solidFill>
                    <a:srgbClr val="000000"/>
                  </a:solidFill>
                  <a:latin typeface="Arial"/>
                  <a:ea typeface="Arial"/>
                  <a:cs typeface="Arial"/>
                </a:defRPr>
              </a:lvl9pPr>
            </a:lstStyle>
            <a:p>
              <a:pPr algn="l">
                <a:defRPr sz="839" b="0">
                  <a:solidFill>
                    <a:srgbClr val="000000"/>
                  </a:solidFill>
                  <a:latin typeface="Arial"/>
                  <a:ea typeface="Arial"/>
                  <a:cs typeface="Arial"/>
                </a:defRPr>
              </a:pPr>
              <a:r>
                <a:rPr sz="839" b="0">
                  <a:solidFill>
                    <a:srgbClr val="000000"/>
                  </a:solidFill>
                  <a:latin typeface="Arial"/>
                  <a:ea typeface="Arial"/>
                  <a:cs typeface="Arial"/>
                </a:rPr>
                <a:t>A/B/C: extrema of the analysis field, located on both rows. Positive FRP cells describe detections, not a burn perimeter.</a:t>
              </a:r>
            </a:p>
          </p:txBody>
        </p:sp>
        <p:sp>
          <p:nvSpPr>
            <p:cNvPr id="225" name="text_001">
              <a:extLst>
                <a:ext uri="{FF2B5EF4-FFF2-40B4-BE49-F238E27FC236}">
                  <ns2:creationId id="{585F1D43-407E-4EBF-A5F2-BBCADEFA9B9E}"/>
                </a:ext>
              </a:extLst>
            </p:cNvPr>
            <p:cNvSpPr>
              <a:spLocks noGrp="1"/>
            </p:cNvSpPr>
            <p:nvPr/>
          </p:nvSpPr>
          <p:spPr>
            <a:xfrm>
              <a:off x="1266825" y="0"/>
              <a:ext cx="6191250" cy="247650"/>
            </a:xfrm>
            <a:prstGeom prst="rect">
              <a:avLst/>
            </a:prstGeom>
            <a:noFill/>
            <a:ln w="0">
              <a:noFill/>
              <a:prstDash val="solid"/>
            </a:ln>
          </p:spPr>
          <p:txBody>
            <a:bodyPr wrap="none" lIns="0" tIns="0" rIns="0" bIns="0" anchor="t">
              <a:noAutofit/>
            </a:bodyPr>
            <a:lstStyle>
              <a:defPPr algn="l">
                <a:defRPr sz="1118" b="1">
                  <a:solidFill>
                    <a:srgbClr val="000000"/>
                  </a:solidFill>
                  <a:latin typeface="Arial"/>
                  <a:ea typeface="Arial"/>
                  <a:cs typeface="Arial"/>
                </a:defRPr>
              </a:defPPr>
              <a:lvl1pPr algn="l">
                <a:defRPr sz="1118" b="1">
                  <a:solidFill>
                    <a:srgbClr val="000000"/>
                  </a:solidFill>
                  <a:latin typeface="Arial"/>
                  <a:ea typeface="Arial"/>
                  <a:cs typeface="Arial"/>
                </a:defRPr>
              </a:lvl1pPr>
              <a:lvl2pPr algn="l">
                <a:defRPr sz="1118" b="1">
                  <a:solidFill>
                    <a:srgbClr val="000000"/>
                  </a:solidFill>
                  <a:latin typeface="Arial"/>
                  <a:ea typeface="Arial"/>
                  <a:cs typeface="Arial"/>
                </a:defRPr>
              </a:lvl2pPr>
              <a:lvl3pPr algn="l">
                <a:defRPr sz="1118" b="1">
                  <a:solidFill>
                    <a:srgbClr val="000000"/>
                  </a:solidFill>
                  <a:latin typeface="Arial"/>
                  <a:ea typeface="Arial"/>
                  <a:cs typeface="Arial"/>
                </a:defRPr>
              </a:lvl3pPr>
              <a:lvl4pPr algn="l">
                <a:defRPr sz="1118" b="1">
                  <a:solidFill>
                    <a:srgbClr val="000000"/>
                  </a:solidFill>
                  <a:latin typeface="Arial"/>
                  <a:ea typeface="Arial"/>
                  <a:cs typeface="Arial"/>
                </a:defRPr>
              </a:lvl4pPr>
              <a:lvl5pPr algn="l">
                <a:defRPr sz="1118" b="1">
                  <a:solidFill>
                    <a:srgbClr val="000000"/>
                  </a:solidFill>
                  <a:latin typeface="Arial"/>
                  <a:ea typeface="Arial"/>
                  <a:cs typeface="Arial"/>
                </a:defRPr>
              </a:lvl5pPr>
              <a:lvl6pPr algn="l">
                <a:defRPr sz="1118" b="1">
                  <a:solidFill>
                    <a:srgbClr val="000000"/>
                  </a:solidFill>
                  <a:latin typeface="Arial"/>
                  <a:ea typeface="Arial"/>
                  <a:cs typeface="Arial"/>
                </a:defRPr>
              </a:lvl6pPr>
              <a:lvl7pPr algn="l">
                <a:defRPr sz="1118" b="1">
                  <a:solidFill>
                    <a:srgbClr val="000000"/>
                  </a:solidFill>
                  <a:latin typeface="Arial"/>
                  <a:ea typeface="Arial"/>
                  <a:cs typeface="Arial"/>
                </a:defRPr>
              </a:lvl7pPr>
              <a:lvl8pPr algn="l">
                <a:defRPr sz="1118" b="1">
                  <a:solidFill>
                    <a:srgbClr val="000000"/>
                  </a:solidFill>
                  <a:latin typeface="Arial"/>
                  <a:ea typeface="Arial"/>
                  <a:cs typeface="Arial"/>
                </a:defRPr>
              </a:lvl8pPr>
              <a:lvl9pPr algn="l">
                <a:defRPr sz="1118" b="1">
                  <a:solidFill>
                    <a:srgbClr val="000000"/>
                  </a:solidFill>
                  <a:latin typeface="Arial"/>
                  <a:ea typeface="Arial"/>
                  <a:cs typeface="Arial"/>
                </a:defRPr>
              </a:lvl9pPr>
            </a:lstStyle>
            <a:p>
              <a:pPr algn="l">
                <a:defRPr sz="1118" b="1">
                  <a:solidFill>
                    <a:srgbClr val="000000"/>
                  </a:solidFill>
                  <a:latin typeface="Arial"/>
                  <a:ea typeface="Arial"/>
                  <a:cs typeface="Arial"/>
                </a:defRPr>
              </a:pPr>
              <a:r>
                <a:rPr sz="1118" b="1">
                  <a:solidFill>
                    <a:srgbClr val="000000"/>
                  </a:solidFill>
                  <a:latin typeface="Arial"/>
                  <a:ea typeface="Arial"/>
                  <a:cs typeface="Arial"/>
                </a:rPr>
                <a:t>(a) Full sequence</a:t>
              </a:r>
            </a:p>
          </p:txBody>
        </p:sp>
        <p:sp>
          <p:nvSpPr>
            <p:cNvPr id="226" name="text_002">
              <a:extLst>
                <a:ext uri="{FF2B5EF4-FFF2-40B4-BE49-F238E27FC236}">
                  <ns2:creationId id="{31CC7CDF-1880-42AF-8D17-585E6F44C054}"/>
                </a:ext>
              </a:extLst>
            </p:cNvPr>
            <p:cNvSpPr>
              <a:spLocks noGrp="1"/>
            </p:cNvSpPr>
            <p:nvPr/>
          </p:nvSpPr>
          <p:spPr>
            <a:xfrm>
              <a:off x="7886700" y="0"/>
              <a:ext cx="4191000" cy="247650"/>
            </a:xfrm>
            <a:prstGeom prst="rect">
              <a:avLst/>
            </a:prstGeom>
            <a:noFill/>
            <a:ln w="0">
              <a:noFill/>
              <a:prstDash val="solid"/>
            </a:ln>
          </p:spPr>
          <p:txBody>
            <a:bodyPr wrap="none" lIns="0" tIns="0" rIns="0" bIns="0" anchor="t">
              <a:noAutofit/>
            </a:bodyPr>
            <a:lstStyle>
              <a:defPPr algn="l">
                <a:defRPr sz="1118" b="1">
                  <a:solidFill>
                    <a:srgbClr val="000000"/>
                  </a:solidFill>
                  <a:latin typeface="Arial"/>
                  <a:ea typeface="Arial"/>
                  <a:cs typeface="Arial"/>
                </a:defRPr>
              </a:defPPr>
              <a:lvl1pPr algn="l">
                <a:defRPr sz="1118" b="1">
                  <a:solidFill>
                    <a:srgbClr val="000000"/>
                  </a:solidFill>
                  <a:latin typeface="Arial"/>
                  <a:ea typeface="Arial"/>
                  <a:cs typeface="Arial"/>
                </a:defRPr>
              </a:lvl1pPr>
              <a:lvl2pPr algn="l">
                <a:defRPr sz="1118" b="1">
                  <a:solidFill>
                    <a:srgbClr val="000000"/>
                  </a:solidFill>
                  <a:latin typeface="Arial"/>
                  <a:ea typeface="Arial"/>
                  <a:cs typeface="Arial"/>
                </a:defRPr>
              </a:lvl2pPr>
              <a:lvl3pPr algn="l">
                <a:defRPr sz="1118" b="1">
                  <a:solidFill>
                    <a:srgbClr val="000000"/>
                  </a:solidFill>
                  <a:latin typeface="Arial"/>
                  <a:ea typeface="Arial"/>
                  <a:cs typeface="Arial"/>
                </a:defRPr>
              </a:lvl3pPr>
              <a:lvl4pPr algn="l">
                <a:defRPr sz="1118" b="1">
                  <a:solidFill>
                    <a:srgbClr val="000000"/>
                  </a:solidFill>
                  <a:latin typeface="Arial"/>
                  <a:ea typeface="Arial"/>
                  <a:cs typeface="Arial"/>
                </a:defRPr>
              </a:lvl4pPr>
              <a:lvl5pPr algn="l">
                <a:defRPr sz="1118" b="1">
                  <a:solidFill>
                    <a:srgbClr val="000000"/>
                  </a:solidFill>
                  <a:latin typeface="Arial"/>
                  <a:ea typeface="Arial"/>
                  <a:cs typeface="Arial"/>
                </a:defRPr>
              </a:lvl5pPr>
              <a:lvl6pPr algn="l">
                <a:defRPr sz="1118" b="1">
                  <a:solidFill>
                    <a:srgbClr val="000000"/>
                  </a:solidFill>
                  <a:latin typeface="Arial"/>
                  <a:ea typeface="Arial"/>
                  <a:cs typeface="Arial"/>
                </a:defRPr>
              </a:lvl6pPr>
              <a:lvl7pPr algn="l">
                <a:defRPr sz="1118" b="1">
                  <a:solidFill>
                    <a:srgbClr val="000000"/>
                  </a:solidFill>
                  <a:latin typeface="Arial"/>
                  <a:ea typeface="Arial"/>
                  <a:cs typeface="Arial"/>
                </a:defRPr>
              </a:lvl7pPr>
              <a:lvl8pPr algn="l">
                <a:defRPr sz="1118" b="1">
                  <a:solidFill>
                    <a:srgbClr val="000000"/>
                  </a:solidFill>
                  <a:latin typeface="Arial"/>
                  <a:ea typeface="Arial"/>
                  <a:cs typeface="Arial"/>
                </a:defRPr>
              </a:lvl8pPr>
              <a:lvl9pPr algn="l">
                <a:defRPr sz="1118" b="1">
                  <a:solidFill>
                    <a:srgbClr val="000000"/>
                  </a:solidFill>
                  <a:latin typeface="Arial"/>
                  <a:ea typeface="Arial"/>
                  <a:cs typeface="Arial"/>
                </a:defRPr>
              </a:lvl9pPr>
            </a:lstStyle>
            <a:p>
              <a:pPr algn="l">
                <a:defRPr sz="1118" b="1">
                  <a:solidFill>
                    <a:srgbClr val="000000"/>
                  </a:solidFill>
                  <a:latin typeface="Arial"/>
                  <a:ea typeface="Arial"/>
                  <a:cs typeface="Arial"/>
                </a:defRPr>
              </a:pPr>
              <a:r>
                <a:rPr sz="1118" b="1">
                  <a:solidFill>
                    <a:srgbClr val="000000"/>
                  </a:solidFill>
                  <a:latin typeface="Arial"/>
                  <a:ea typeface="Arial"/>
                  <a:cs typeface="Arial"/>
                </a:rPr>
                <a:t>(b) Local window</a:t>
              </a:r>
            </a:p>
          </p:txBody>
        </p:sp>
        <p:sp>
          <p:nvSpPr>
            <p:cNvPr id="227" name="text_045">
              <a:extLst>
                <a:ext uri="{FF2B5EF4-FFF2-40B4-BE49-F238E27FC236}">
                  <ns2:creationId id="{0FC56281-22D7-45BC-B560-B1044754F00A}"/>
                </a:ext>
              </a:extLst>
            </p:cNvPr>
            <p:cNvSpPr>
              <a:spLocks noGrp="1"/>
            </p:cNvSpPr>
            <p:nvPr/>
          </p:nvSpPr>
          <p:spPr>
            <a:xfrm>
              <a:off x="1172585" y="215265"/>
              <a:ext cx="388620" cy="213741"/>
            </a:xfrm>
            <a:prstGeom prst="rect">
              <a:avLst/>
            </a:prstGeom>
            <a:noFill/>
            <a:ln w="0">
              <a:noFill/>
              <a:prstDash val="solid"/>
            </a:ln>
          </p:spPr>
          <p:txBody>
            <a:bodyPr wrap="none" lIns="0" tIns="0" rIns="0" bIns="0" anchor="t">
              <a:noAutofit/>
            </a:bodyPr>
            <a:lstStyle>
              <a:defPPr algn="ctr">
                <a:defRPr sz="746" b="0">
                  <a:solidFill>
                    <a:srgbClr val="000000"/>
                  </a:solidFill>
                  <a:latin typeface="Arial"/>
                  <a:ea typeface="Arial"/>
                  <a:cs typeface="Arial"/>
                </a:defRPr>
              </a:defPPr>
              <a:lvl1pPr algn="ctr">
                <a:defRPr sz="746" b="0">
                  <a:solidFill>
                    <a:srgbClr val="000000"/>
                  </a:solidFill>
                  <a:latin typeface="Arial"/>
                  <a:ea typeface="Arial"/>
                  <a:cs typeface="Arial"/>
                </a:defRPr>
              </a:lvl1pPr>
              <a:lvl2pPr algn="ctr">
                <a:defRPr sz="746" b="0">
                  <a:solidFill>
                    <a:srgbClr val="000000"/>
                  </a:solidFill>
                  <a:latin typeface="Arial"/>
                  <a:ea typeface="Arial"/>
                  <a:cs typeface="Arial"/>
                </a:defRPr>
              </a:lvl2pPr>
              <a:lvl3pPr algn="ctr">
                <a:defRPr sz="746" b="0">
                  <a:solidFill>
                    <a:srgbClr val="000000"/>
                  </a:solidFill>
                  <a:latin typeface="Arial"/>
                  <a:ea typeface="Arial"/>
                  <a:cs typeface="Arial"/>
                </a:defRPr>
              </a:lvl3pPr>
              <a:lvl4pPr algn="ctr">
                <a:defRPr sz="746" b="0">
                  <a:solidFill>
                    <a:srgbClr val="000000"/>
                  </a:solidFill>
                  <a:latin typeface="Arial"/>
                  <a:ea typeface="Arial"/>
                  <a:cs typeface="Arial"/>
                </a:defRPr>
              </a:lvl4pPr>
              <a:lvl5pPr algn="ctr">
                <a:defRPr sz="746" b="0">
                  <a:solidFill>
                    <a:srgbClr val="000000"/>
                  </a:solidFill>
                  <a:latin typeface="Arial"/>
                  <a:ea typeface="Arial"/>
                  <a:cs typeface="Arial"/>
                </a:defRPr>
              </a:lvl5pPr>
              <a:lvl6pPr algn="ctr">
                <a:defRPr sz="746" b="0">
                  <a:solidFill>
                    <a:srgbClr val="000000"/>
                  </a:solidFill>
                  <a:latin typeface="Arial"/>
                  <a:ea typeface="Arial"/>
                  <a:cs typeface="Arial"/>
                </a:defRPr>
              </a:lvl6pPr>
              <a:lvl7pPr algn="ctr">
                <a:defRPr sz="746" b="0">
                  <a:solidFill>
                    <a:srgbClr val="000000"/>
                  </a:solidFill>
                  <a:latin typeface="Arial"/>
                  <a:ea typeface="Arial"/>
                  <a:cs typeface="Arial"/>
                </a:defRPr>
              </a:lvl7pPr>
              <a:lvl8pPr algn="ctr">
                <a:defRPr sz="746" b="0">
                  <a:solidFill>
                    <a:srgbClr val="000000"/>
                  </a:solidFill>
                  <a:latin typeface="Arial"/>
                  <a:ea typeface="Arial"/>
                  <a:cs typeface="Arial"/>
                </a:defRPr>
              </a:lvl8pPr>
              <a:lvl9pPr algn="ctr">
                <a:defRPr sz="746" b="0">
                  <a:solidFill>
                    <a:srgbClr val="000000"/>
                  </a:solidFill>
                  <a:latin typeface="Arial"/>
                  <a:ea typeface="Arial"/>
                  <a:cs typeface="Arial"/>
                </a:defRPr>
              </a:lvl9pPr>
            </a:lstStyle>
            <a:p>
              <a:pPr algn="ctr">
                <a:defRPr sz="746" b="0">
                  <a:solidFill>
                    <a:srgbClr val="000000"/>
                  </a:solidFill>
                  <a:latin typeface="Arial"/>
                  <a:ea typeface="Arial"/>
                  <a:cs typeface="Arial"/>
                </a:defRPr>
              </a:pPr>
              <a:r>
                <a:rPr sz="746" b="0">
                  <a:solidFill>
                    <a:srgbClr val="000000"/>
                  </a:solidFill>
                  <a:latin typeface="Arial"/>
                  <a:ea typeface="Arial"/>
                  <a:cs typeface="Arial"/>
                </a:rPr>
                <a:t>0</a:t>
              </a:r>
            </a:p>
          </p:txBody>
        </p:sp>
        <p:sp>
          <p:nvSpPr>
            <p:cNvPr id="228" name="text_046">
              <a:extLst>
                <a:ext uri="{FF2B5EF4-FFF2-40B4-BE49-F238E27FC236}">
                  <ns2:creationId id="{7A6A70E8-61FE-476F-90D7-07D1A85BF0D0}"/>
                </a:ext>
              </a:extLst>
            </p:cNvPr>
            <p:cNvSpPr>
              <a:spLocks noGrp="1"/>
            </p:cNvSpPr>
            <p:nvPr/>
          </p:nvSpPr>
          <p:spPr>
            <a:xfrm>
              <a:off x="6976624" y="215265"/>
              <a:ext cx="388620" cy="213741"/>
            </a:xfrm>
            <a:prstGeom prst="rect">
              <a:avLst/>
            </a:prstGeom>
            <a:noFill/>
            <a:ln w="0">
              <a:noFill/>
              <a:prstDash val="solid"/>
            </a:ln>
          </p:spPr>
          <p:txBody>
            <a:bodyPr wrap="none" lIns="0" tIns="0" rIns="0" bIns="0" anchor="t">
              <a:noAutofit/>
            </a:bodyPr>
            <a:lstStyle>
              <a:defPPr algn="ctr">
                <a:defRPr sz="746" b="0">
                  <a:solidFill>
                    <a:srgbClr val="000000"/>
                  </a:solidFill>
                  <a:latin typeface="Arial"/>
                  <a:ea typeface="Arial"/>
                  <a:cs typeface="Arial"/>
                </a:defRPr>
              </a:defPPr>
              <a:lvl1pPr algn="ctr">
                <a:defRPr sz="746" b="0">
                  <a:solidFill>
                    <a:srgbClr val="000000"/>
                  </a:solidFill>
                  <a:latin typeface="Arial"/>
                  <a:ea typeface="Arial"/>
                  <a:cs typeface="Arial"/>
                </a:defRPr>
              </a:lvl1pPr>
              <a:lvl2pPr algn="ctr">
                <a:defRPr sz="746" b="0">
                  <a:solidFill>
                    <a:srgbClr val="000000"/>
                  </a:solidFill>
                  <a:latin typeface="Arial"/>
                  <a:ea typeface="Arial"/>
                  <a:cs typeface="Arial"/>
                </a:defRPr>
              </a:lvl2pPr>
              <a:lvl3pPr algn="ctr">
                <a:defRPr sz="746" b="0">
                  <a:solidFill>
                    <a:srgbClr val="000000"/>
                  </a:solidFill>
                  <a:latin typeface="Arial"/>
                  <a:ea typeface="Arial"/>
                  <a:cs typeface="Arial"/>
                </a:defRPr>
              </a:lvl3pPr>
              <a:lvl4pPr algn="ctr">
                <a:defRPr sz="746" b="0">
                  <a:solidFill>
                    <a:srgbClr val="000000"/>
                  </a:solidFill>
                  <a:latin typeface="Arial"/>
                  <a:ea typeface="Arial"/>
                  <a:cs typeface="Arial"/>
                </a:defRPr>
              </a:lvl4pPr>
              <a:lvl5pPr algn="ctr">
                <a:defRPr sz="746" b="0">
                  <a:solidFill>
                    <a:srgbClr val="000000"/>
                  </a:solidFill>
                  <a:latin typeface="Arial"/>
                  <a:ea typeface="Arial"/>
                  <a:cs typeface="Arial"/>
                </a:defRPr>
              </a:lvl5pPr>
              <a:lvl6pPr algn="ctr">
                <a:defRPr sz="746" b="0">
                  <a:solidFill>
                    <a:srgbClr val="000000"/>
                  </a:solidFill>
                  <a:latin typeface="Arial"/>
                  <a:ea typeface="Arial"/>
                  <a:cs typeface="Arial"/>
                </a:defRPr>
              </a:lvl6pPr>
              <a:lvl7pPr algn="ctr">
                <a:defRPr sz="746" b="0">
                  <a:solidFill>
                    <a:srgbClr val="000000"/>
                  </a:solidFill>
                  <a:latin typeface="Arial"/>
                  <a:ea typeface="Arial"/>
                  <a:cs typeface="Arial"/>
                </a:defRPr>
              </a:lvl7pPr>
              <a:lvl8pPr algn="ctr">
                <a:defRPr sz="746" b="0">
                  <a:solidFill>
                    <a:srgbClr val="000000"/>
                  </a:solidFill>
                  <a:latin typeface="Arial"/>
                  <a:ea typeface="Arial"/>
                  <a:cs typeface="Arial"/>
                </a:defRPr>
              </a:lvl8pPr>
              <a:lvl9pPr algn="ctr">
                <a:defRPr sz="746" b="0">
                  <a:solidFill>
                    <a:srgbClr val="000000"/>
                  </a:solidFill>
                  <a:latin typeface="Arial"/>
                  <a:ea typeface="Arial"/>
                  <a:cs typeface="Arial"/>
                </a:defRPr>
              </a:lvl9pPr>
            </a:lstStyle>
            <a:p>
              <a:pPr algn="ctr">
                <a:defRPr sz="746" b="0">
                  <a:solidFill>
                    <a:srgbClr val="000000"/>
                  </a:solidFill>
                  <a:latin typeface="Arial"/>
                  <a:ea typeface="Arial"/>
                  <a:cs typeface="Arial"/>
                </a:defRPr>
              </a:pPr>
              <a:r>
                <a:rPr sz="746" b="0">
                  <a:solidFill>
                    <a:srgbClr val="000000"/>
                  </a:solidFill>
                  <a:latin typeface="Arial"/>
                  <a:ea typeface="Arial"/>
                  <a:cs typeface="Arial"/>
                </a:rPr>
                <a:t>29</a:t>
              </a:r>
            </a:p>
          </p:txBody>
        </p:sp>
        <p:sp>
          <p:nvSpPr>
            <p:cNvPr id="229" name="text_055">
              <a:extLst>
                <a:ext uri="{FF2B5EF4-FFF2-40B4-BE49-F238E27FC236}">
                  <ns2:creationId id="{10177CAC-EBE5-425E-BAF9-5F6F7B51A30B}"/>
                </a:ext>
              </a:extLst>
            </p:cNvPr>
            <p:cNvSpPr>
              <a:spLocks noGrp="1"/>
            </p:cNvSpPr>
            <p:nvPr/>
          </p:nvSpPr>
          <p:spPr>
            <a:xfrm>
              <a:off x="7867269" y="215265"/>
              <a:ext cx="388620" cy="213741"/>
            </a:xfrm>
            <a:prstGeom prst="rect">
              <a:avLst/>
            </a:prstGeom>
            <a:noFill/>
            <a:ln w="0">
              <a:noFill/>
              <a:prstDash val="solid"/>
            </a:ln>
          </p:spPr>
          <p:txBody>
            <a:bodyPr wrap="none" lIns="0" tIns="0" rIns="0" bIns="0" anchor="t">
              <a:noAutofit/>
            </a:bodyPr>
            <a:lstStyle>
              <a:defPPr algn="ctr">
                <a:defRPr sz="746" b="0">
                  <a:solidFill>
                    <a:srgbClr val="000000"/>
                  </a:solidFill>
                  <a:latin typeface="Arial"/>
                  <a:ea typeface="Arial"/>
                  <a:cs typeface="Arial"/>
                </a:defRPr>
              </a:defPPr>
              <a:lvl1pPr algn="ctr">
                <a:defRPr sz="746" b="0">
                  <a:solidFill>
                    <a:srgbClr val="000000"/>
                  </a:solidFill>
                  <a:latin typeface="Arial"/>
                  <a:ea typeface="Arial"/>
                  <a:cs typeface="Arial"/>
                </a:defRPr>
              </a:lvl1pPr>
              <a:lvl2pPr algn="ctr">
                <a:defRPr sz="746" b="0">
                  <a:solidFill>
                    <a:srgbClr val="000000"/>
                  </a:solidFill>
                  <a:latin typeface="Arial"/>
                  <a:ea typeface="Arial"/>
                  <a:cs typeface="Arial"/>
                </a:defRPr>
              </a:lvl2pPr>
              <a:lvl3pPr algn="ctr">
                <a:defRPr sz="746" b="0">
                  <a:solidFill>
                    <a:srgbClr val="000000"/>
                  </a:solidFill>
                  <a:latin typeface="Arial"/>
                  <a:ea typeface="Arial"/>
                  <a:cs typeface="Arial"/>
                </a:defRPr>
              </a:lvl3pPr>
              <a:lvl4pPr algn="ctr">
                <a:defRPr sz="746" b="0">
                  <a:solidFill>
                    <a:srgbClr val="000000"/>
                  </a:solidFill>
                  <a:latin typeface="Arial"/>
                  <a:ea typeface="Arial"/>
                  <a:cs typeface="Arial"/>
                </a:defRPr>
              </a:lvl4pPr>
              <a:lvl5pPr algn="ctr">
                <a:defRPr sz="746" b="0">
                  <a:solidFill>
                    <a:srgbClr val="000000"/>
                  </a:solidFill>
                  <a:latin typeface="Arial"/>
                  <a:ea typeface="Arial"/>
                  <a:cs typeface="Arial"/>
                </a:defRPr>
              </a:lvl5pPr>
              <a:lvl6pPr algn="ctr">
                <a:defRPr sz="746" b="0">
                  <a:solidFill>
                    <a:srgbClr val="000000"/>
                  </a:solidFill>
                  <a:latin typeface="Arial"/>
                  <a:ea typeface="Arial"/>
                  <a:cs typeface="Arial"/>
                </a:defRPr>
              </a:lvl6pPr>
              <a:lvl7pPr algn="ctr">
                <a:defRPr sz="746" b="0">
                  <a:solidFill>
                    <a:srgbClr val="000000"/>
                  </a:solidFill>
                  <a:latin typeface="Arial"/>
                  <a:ea typeface="Arial"/>
                  <a:cs typeface="Arial"/>
                </a:defRPr>
              </a:lvl7pPr>
              <a:lvl8pPr algn="ctr">
                <a:defRPr sz="746" b="0">
                  <a:solidFill>
                    <a:srgbClr val="000000"/>
                  </a:solidFill>
                  <a:latin typeface="Arial"/>
                  <a:ea typeface="Arial"/>
                  <a:cs typeface="Arial"/>
                </a:defRPr>
              </a:lvl8pPr>
              <a:lvl9pPr algn="ctr">
                <a:defRPr sz="746" b="0">
                  <a:solidFill>
                    <a:srgbClr val="000000"/>
                  </a:solidFill>
                  <a:latin typeface="Arial"/>
                  <a:ea typeface="Arial"/>
                  <a:cs typeface="Arial"/>
                </a:defRPr>
              </a:lvl9pPr>
            </a:lstStyle>
            <a:p>
              <a:pPr algn="ctr">
                <a:defRPr sz="746" b="0">
                  <a:solidFill>
                    <a:srgbClr val="000000"/>
                  </a:solidFill>
                  <a:latin typeface="Arial"/>
                  <a:ea typeface="Arial"/>
                  <a:cs typeface="Arial"/>
                </a:defRPr>
              </a:pPr>
              <a:r>
                <a:rPr sz="746" b="0">
                  <a:solidFill>
                    <a:srgbClr val="000000"/>
                  </a:solidFill>
                  <a:latin typeface="Arial"/>
                  <a:ea typeface="Arial"/>
                  <a:cs typeface="Arial"/>
                </a:rPr>
                <a:t>13</a:t>
              </a:r>
            </a:p>
          </p:txBody>
        </p:sp>
        <p:sp>
          <p:nvSpPr>
            <p:cNvPr id="230" name="text_056">
              <a:extLst>
                <a:ext uri="{FF2B5EF4-FFF2-40B4-BE49-F238E27FC236}">
                  <ns2:creationId id="{000B9C79-A3D7-4416-BDD4-D6E4BD106782}"/>
                </a:ext>
              </a:extLst>
            </p:cNvPr>
            <p:cNvSpPr>
              <a:spLocks noGrp="1"/>
            </p:cNvSpPr>
            <p:nvPr/>
          </p:nvSpPr>
          <p:spPr>
            <a:xfrm>
              <a:off x="11364849" y="215265"/>
              <a:ext cx="388620" cy="213741"/>
            </a:xfrm>
            <a:prstGeom prst="rect">
              <a:avLst/>
            </a:prstGeom>
            <a:noFill/>
            <a:ln w="0">
              <a:noFill/>
              <a:prstDash val="solid"/>
            </a:ln>
          </p:spPr>
          <p:txBody>
            <a:bodyPr wrap="none" lIns="0" tIns="0" rIns="0" bIns="0" anchor="t">
              <a:noAutofit/>
            </a:bodyPr>
            <a:lstStyle>
              <a:defPPr algn="ctr">
                <a:defRPr sz="746" b="0">
                  <a:solidFill>
                    <a:srgbClr val="000000"/>
                  </a:solidFill>
                  <a:latin typeface="Arial"/>
                  <a:ea typeface="Arial"/>
                  <a:cs typeface="Arial"/>
                </a:defRPr>
              </a:defPPr>
              <a:lvl1pPr algn="ctr">
                <a:defRPr sz="746" b="0">
                  <a:solidFill>
                    <a:srgbClr val="000000"/>
                  </a:solidFill>
                  <a:latin typeface="Arial"/>
                  <a:ea typeface="Arial"/>
                  <a:cs typeface="Arial"/>
                </a:defRPr>
              </a:lvl1pPr>
              <a:lvl2pPr algn="ctr">
                <a:defRPr sz="746" b="0">
                  <a:solidFill>
                    <a:srgbClr val="000000"/>
                  </a:solidFill>
                  <a:latin typeface="Arial"/>
                  <a:ea typeface="Arial"/>
                  <a:cs typeface="Arial"/>
                </a:defRPr>
              </a:lvl2pPr>
              <a:lvl3pPr algn="ctr">
                <a:defRPr sz="746" b="0">
                  <a:solidFill>
                    <a:srgbClr val="000000"/>
                  </a:solidFill>
                  <a:latin typeface="Arial"/>
                  <a:ea typeface="Arial"/>
                  <a:cs typeface="Arial"/>
                </a:defRPr>
              </a:lvl3pPr>
              <a:lvl4pPr algn="ctr">
                <a:defRPr sz="746" b="0">
                  <a:solidFill>
                    <a:srgbClr val="000000"/>
                  </a:solidFill>
                  <a:latin typeface="Arial"/>
                  <a:ea typeface="Arial"/>
                  <a:cs typeface="Arial"/>
                </a:defRPr>
              </a:lvl4pPr>
              <a:lvl5pPr algn="ctr">
                <a:defRPr sz="746" b="0">
                  <a:solidFill>
                    <a:srgbClr val="000000"/>
                  </a:solidFill>
                  <a:latin typeface="Arial"/>
                  <a:ea typeface="Arial"/>
                  <a:cs typeface="Arial"/>
                </a:defRPr>
              </a:lvl5pPr>
              <a:lvl6pPr algn="ctr">
                <a:defRPr sz="746" b="0">
                  <a:solidFill>
                    <a:srgbClr val="000000"/>
                  </a:solidFill>
                  <a:latin typeface="Arial"/>
                  <a:ea typeface="Arial"/>
                  <a:cs typeface="Arial"/>
                </a:defRPr>
              </a:lvl6pPr>
              <a:lvl7pPr algn="ctr">
                <a:defRPr sz="746" b="0">
                  <a:solidFill>
                    <a:srgbClr val="000000"/>
                  </a:solidFill>
                  <a:latin typeface="Arial"/>
                  <a:ea typeface="Arial"/>
                  <a:cs typeface="Arial"/>
                </a:defRPr>
              </a:lvl7pPr>
              <a:lvl8pPr algn="ctr">
                <a:defRPr sz="746" b="0">
                  <a:solidFill>
                    <a:srgbClr val="000000"/>
                  </a:solidFill>
                  <a:latin typeface="Arial"/>
                  <a:ea typeface="Arial"/>
                  <a:cs typeface="Arial"/>
                </a:defRPr>
              </a:lvl8pPr>
              <a:lvl9pPr algn="ctr">
                <a:defRPr sz="746" b="0">
                  <a:solidFill>
                    <a:srgbClr val="000000"/>
                  </a:solidFill>
                  <a:latin typeface="Arial"/>
                  <a:ea typeface="Arial"/>
                  <a:cs typeface="Arial"/>
                </a:defRPr>
              </a:lvl9pPr>
            </a:lstStyle>
            <a:p>
              <a:pPr algn="ctr">
                <a:defRPr sz="746" b="0">
                  <a:solidFill>
                    <a:srgbClr val="000000"/>
                  </a:solidFill>
                  <a:latin typeface="Arial"/>
                  <a:ea typeface="Arial"/>
                  <a:cs typeface="Arial"/>
                </a:defRPr>
              </a:pPr>
              <a:r>
                <a:rPr sz="746" b="0">
                  <a:solidFill>
                    <a:srgbClr val="000000"/>
                  </a:solidFill>
                  <a:latin typeface="Arial"/>
                  <a:ea typeface="Arial"/>
                  <a:cs typeface="Arial"/>
                </a:rPr>
                <a:t>23</a:t>
              </a:r>
            </a:p>
          </p:txBody>
        </p:sp>
        <p:sp>
          <p:nvSpPr>
            <p:cNvPr id="231" name="text_073">
              <a:extLst>
                <a:ext uri="{FF2B5EF4-FFF2-40B4-BE49-F238E27FC236}">
                  <ns2:creationId id="{B9E26A93-8825-48AE-89BC-8B6D2C4FE17E}"/>
                </a:ext>
              </a:extLst>
            </p:cNvPr>
            <p:cNvSpPr>
              <a:spLocks noGrp="1"/>
            </p:cNvSpPr>
            <p:nvPr/>
          </p:nvSpPr>
          <p:spPr>
            <a:xfrm>
              <a:off x="114300" y="457200"/>
              <a:ext cx="1057275" cy="247650"/>
            </a:xfrm>
            <a:prstGeom prst="rect">
              <a:avLst/>
            </a:prstGeom>
            <a:noFill/>
            <a:ln w="0">
              <a:noFill/>
              <a:prstDash val="solid"/>
            </a:ln>
          </p:spPr>
          <p:txBody>
            <a:bodyPr wrap="none" lIns="0" tIns="0" rIns="0" bIns="0" anchor="t">
              <a:noAutofit/>
            </a:bodyPr>
            <a:lstStyle>
              <a:defPPr algn="l">
                <a:defRPr sz="932" b="1">
                  <a:solidFill>
                    <a:srgbClr val="000000"/>
                  </a:solidFill>
                  <a:latin typeface="Arial"/>
                  <a:ea typeface="Arial"/>
                  <a:cs typeface="Arial"/>
                </a:defRPr>
              </a:defPPr>
              <a:lvl1pPr algn="l">
                <a:defRPr sz="932" b="1">
                  <a:solidFill>
                    <a:srgbClr val="000000"/>
                  </a:solidFill>
                  <a:latin typeface="Arial"/>
                  <a:ea typeface="Arial"/>
                  <a:cs typeface="Arial"/>
                </a:defRPr>
              </a:lvl1pPr>
              <a:lvl2pPr algn="l">
                <a:defRPr sz="932" b="1">
                  <a:solidFill>
                    <a:srgbClr val="000000"/>
                  </a:solidFill>
                  <a:latin typeface="Arial"/>
                  <a:ea typeface="Arial"/>
                  <a:cs typeface="Arial"/>
                </a:defRPr>
              </a:lvl2pPr>
              <a:lvl3pPr algn="l">
                <a:defRPr sz="932" b="1">
                  <a:solidFill>
                    <a:srgbClr val="000000"/>
                  </a:solidFill>
                  <a:latin typeface="Arial"/>
                  <a:ea typeface="Arial"/>
                  <a:cs typeface="Arial"/>
                </a:defRPr>
              </a:lvl3pPr>
              <a:lvl4pPr algn="l">
                <a:defRPr sz="932" b="1">
                  <a:solidFill>
                    <a:srgbClr val="000000"/>
                  </a:solidFill>
                  <a:latin typeface="Arial"/>
                  <a:ea typeface="Arial"/>
                  <a:cs typeface="Arial"/>
                </a:defRPr>
              </a:lvl4pPr>
              <a:lvl5pPr algn="l">
                <a:defRPr sz="932" b="1">
                  <a:solidFill>
                    <a:srgbClr val="000000"/>
                  </a:solidFill>
                  <a:latin typeface="Arial"/>
                  <a:ea typeface="Arial"/>
                  <a:cs typeface="Arial"/>
                </a:defRPr>
              </a:lvl5pPr>
              <a:lvl6pPr algn="l">
                <a:defRPr sz="932" b="1">
                  <a:solidFill>
                    <a:srgbClr val="000000"/>
                  </a:solidFill>
                  <a:latin typeface="Arial"/>
                  <a:ea typeface="Arial"/>
                  <a:cs typeface="Arial"/>
                </a:defRPr>
              </a:lvl6pPr>
              <a:lvl7pPr algn="l">
                <a:defRPr sz="932" b="1">
                  <a:solidFill>
                    <a:srgbClr val="000000"/>
                  </a:solidFill>
                  <a:latin typeface="Arial"/>
                  <a:ea typeface="Arial"/>
                  <a:cs typeface="Arial"/>
                </a:defRPr>
              </a:lvl7pPr>
              <a:lvl8pPr algn="l">
                <a:defRPr sz="932" b="1">
                  <a:solidFill>
                    <a:srgbClr val="000000"/>
                  </a:solidFill>
                  <a:latin typeface="Arial"/>
                  <a:ea typeface="Arial"/>
                  <a:cs typeface="Arial"/>
                </a:defRPr>
              </a:lvl8pPr>
              <a:lvl9pPr algn="l">
                <a:defRPr sz="932" b="1">
                  <a:solidFill>
                    <a:srgbClr val="000000"/>
                  </a:solidFill>
                  <a:latin typeface="Arial"/>
                  <a:ea typeface="Arial"/>
                  <a:cs typeface="Arial"/>
                </a:defRPr>
              </a:lvl9pPr>
            </a:lstStyle>
            <a:p>
              <a:pPr algn="l">
                <a:defRPr sz="932" b="1">
                  <a:solidFill>
                    <a:srgbClr val="000000"/>
                  </a:solidFill>
                  <a:latin typeface="Arial"/>
                  <a:ea typeface="Arial"/>
                  <a:cs typeface="Arial"/>
                </a:defRPr>
              </a:pPr>
              <a:r>
                <a:rPr sz="932" b="1">
                  <a:solidFill>
                    <a:srgbClr val="000000"/>
                  </a:solidFill>
                  <a:latin typeface="Arial"/>
                  <a:ea typeface="Arial"/>
                  <a:cs typeface="Arial"/>
                </a:rPr>
                <a:t>RG-P</a:t>
              </a:r>
            </a:p>
          </p:txBody>
        </p:sp>
        <p:pic>
          <p:nvPicPr>
            <p:cNvPr id="232" name="">
              <a:extLst>
                <a:ext uri="{FF2B5EF4-FFF2-40B4-BE49-F238E27FC236}">
                  <ns2:creationId id="{5398122F-2ECF-4D5F-9106-57EC8DE80AC9}"/>
                </a:ext>
              </a:extLst>
            </p:cNvPr>
            <p:cNvPicPr>
              <a:picLocks noChangeAspect="1"/>
            </p:cNvPicPr>
            <p:nvPr/>
          </p:nvPicPr>
          <p:blipFill>
            <a:blip r:embed="rId50001"/>
            <a:stretch/>
          </p:blipFill>
          <p:spPr>
            <a:xfrm>
              <a:off x="1266825" y="409575"/>
              <a:ext cx="6004179" cy="680085"/>
            </a:xfrm>
            <a:prstGeom prst="rect">
              <a:avLst/>
            </a:prstGeom>
          </p:spPr>
        </p:pic>
        <p:sp>
          <p:nvSpPr>
            <p:cNvPr id="233" name="line_076">
              <a:extLst>
                <a:ext uri="{FF2B5EF4-FFF2-40B4-BE49-F238E27FC236}">
                  <ns2:creationId id="{297CE8D5-059E-4F81-865B-4082B7601DF0}"/>
                </a:ext>
              </a:extLst>
            </p:cNvPr>
            <p:cNvSpPr>
              <a:spLocks noGrp="1"/>
            </p:cNvSpPr>
            <p:nvPr/>
          </p:nvSpPr>
          <p:spPr>
            <a:xfrm>
              <a:off x="4969403" y="409575"/>
              <a:ext cx="97" cy="680085"/>
            </a:xfrm>
            <a:custGeom>
              <a:pathLst>
                <a:path w="95" h="666750">
                  <a:moveTo>
                    <a:pt x="0" y="0"/>
                  </a:moveTo>
                  <a:lnTo>
                    <a:pt x="0" y="666750"/>
                  </a:lnTo>
                </a:path>
              </a:pathLst>
            </a:custGeom>
            <a:noFill/>
            <a:ln w="5918">
              <a:solidFill>
                <a:srgbClr val="263238"/>
              </a:solidFill>
              <a:prstDash val="dash"/>
            </a:ln>
          </p:spPr>
        </p:sp>
        <p:sp>
          <p:nvSpPr>
            <p:cNvPr id="234" name="rect_077">
              <a:extLst>
                <a:ext uri="{FF2B5EF4-FFF2-40B4-BE49-F238E27FC236}">
                  <ns2:creationId id="{B678553D-9039-4FC4-816D-21DB1B8AF8CD}"/>
                </a:ext>
              </a:extLst>
            </p:cNvPr>
            <p:cNvSpPr>
              <a:spLocks noGrp="1"/>
            </p:cNvSpPr>
            <p:nvPr/>
          </p:nvSpPr>
          <p:spPr>
            <a:xfrm>
              <a:off x="1266825" y="409575"/>
              <a:ext cx="6004179" cy="680085"/>
            </a:xfrm>
            <a:prstGeom prst="rect">
              <a:avLst/>
            </a:prstGeom>
            <a:noFill/>
            <a:ln w="4143">
              <a:solidFill>
                <a:srgbClr val="7B8790"/>
              </a:solidFill>
              <a:prstDash val="solid"/>
            </a:ln>
          </p:spPr>
        </p:sp>
        <p:sp>
          <p:nvSpPr>
            <p:cNvPr id="235" name="text_078">
              <a:extLst>
                <a:ext uri="{FF2B5EF4-FFF2-40B4-BE49-F238E27FC236}">
                  <ns2:creationId id="{02C5B329-8E4C-4174-8E81-67232211D89A}"/>
                </a:ext>
              </a:extLst>
            </p:cNvPr>
            <p:cNvSpPr>
              <a:spLocks noGrp="1"/>
            </p:cNvSpPr>
            <p:nvPr/>
          </p:nvSpPr>
          <p:spPr>
            <a:xfrm>
              <a:off x="887920" y="992505"/>
              <a:ext cx="320612" cy="204026"/>
            </a:xfrm>
            <a:prstGeom prst="rect">
              <a:avLst/>
            </a:prstGeom>
            <a:noFill/>
            <a:ln w="0">
              <a:noFill/>
              <a:prstDash val="solid"/>
            </a:ln>
          </p:spPr>
          <p:txBody>
            <a:bodyPr wrap="none" lIns="0" tIns="0" rIns="0" bIns="0" anchor="t">
              <a:noAutofit/>
            </a:bodyPr>
            <a:lstStyle>
              <a:defPPr algn="r">
                <a:defRPr sz="699" b="0">
                  <a:solidFill>
                    <a:srgbClr val="000000"/>
                  </a:solidFill>
                  <a:latin typeface="Arial"/>
                  <a:ea typeface="Arial"/>
                  <a:cs typeface="Arial"/>
                </a:defRPr>
              </a:defPPr>
              <a:lvl1pPr algn="r">
                <a:defRPr sz="699" b="0">
                  <a:solidFill>
                    <a:srgbClr val="000000"/>
                  </a:solidFill>
                  <a:latin typeface="Arial"/>
                  <a:ea typeface="Arial"/>
                  <a:cs typeface="Arial"/>
                </a:defRPr>
              </a:lvl1pPr>
              <a:lvl2pPr algn="r">
                <a:defRPr sz="699" b="0">
                  <a:solidFill>
                    <a:srgbClr val="000000"/>
                  </a:solidFill>
                  <a:latin typeface="Arial"/>
                  <a:ea typeface="Arial"/>
                  <a:cs typeface="Arial"/>
                </a:defRPr>
              </a:lvl2pPr>
              <a:lvl3pPr algn="r">
                <a:defRPr sz="699" b="0">
                  <a:solidFill>
                    <a:srgbClr val="000000"/>
                  </a:solidFill>
                  <a:latin typeface="Arial"/>
                  <a:ea typeface="Arial"/>
                  <a:cs typeface="Arial"/>
                </a:defRPr>
              </a:lvl3pPr>
              <a:lvl4pPr algn="r">
                <a:defRPr sz="699" b="0">
                  <a:solidFill>
                    <a:srgbClr val="000000"/>
                  </a:solidFill>
                  <a:latin typeface="Arial"/>
                  <a:ea typeface="Arial"/>
                  <a:cs typeface="Arial"/>
                </a:defRPr>
              </a:lvl4pPr>
              <a:lvl5pPr algn="r">
                <a:defRPr sz="699" b="0">
                  <a:solidFill>
                    <a:srgbClr val="000000"/>
                  </a:solidFill>
                  <a:latin typeface="Arial"/>
                  <a:ea typeface="Arial"/>
                  <a:cs typeface="Arial"/>
                </a:defRPr>
              </a:lvl5pPr>
              <a:lvl6pPr algn="r">
                <a:defRPr sz="699" b="0">
                  <a:solidFill>
                    <a:srgbClr val="000000"/>
                  </a:solidFill>
                  <a:latin typeface="Arial"/>
                  <a:ea typeface="Arial"/>
                  <a:cs typeface="Arial"/>
                </a:defRPr>
              </a:lvl6pPr>
              <a:lvl7pPr algn="r">
                <a:defRPr sz="699" b="0">
                  <a:solidFill>
                    <a:srgbClr val="000000"/>
                  </a:solidFill>
                  <a:latin typeface="Arial"/>
                  <a:ea typeface="Arial"/>
                  <a:cs typeface="Arial"/>
                </a:defRPr>
              </a:lvl7pPr>
              <a:lvl8pPr algn="r">
                <a:defRPr sz="699" b="0">
                  <a:solidFill>
                    <a:srgbClr val="000000"/>
                  </a:solidFill>
                  <a:latin typeface="Arial"/>
                  <a:ea typeface="Arial"/>
                  <a:cs typeface="Arial"/>
                </a:defRPr>
              </a:lvl8pPr>
              <a:lvl9pPr algn="r">
                <a:defRPr sz="699" b="0">
                  <a:solidFill>
                    <a:srgbClr val="000000"/>
                  </a:solidFill>
                  <a:latin typeface="Arial"/>
                  <a:ea typeface="Arial"/>
                  <a:cs typeface="Arial"/>
                </a:defRPr>
              </a:lvl9pPr>
            </a:lstStyle>
            <a:p>
              <a:pPr algn="r">
                <a:defRPr sz="699" b="0">
                  <a:solidFill>
                    <a:srgbClr val="000000"/>
                  </a:solidFill>
                  <a:latin typeface="Arial"/>
                  <a:ea typeface="Arial"/>
                  <a:cs typeface="Arial"/>
                </a:defRPr>
              </a:pPr>
              <a:r>
                <a:rPr sz="699" b="0">
                  <a:solidFill>
                    <a:srgbClr val="000000"/>
                  </a:solidFill>
                  <a:latin typeface="Arial"/>
                  <a:ea typeface="Arial"/>
                  <a:cs typeface="Arial"/>
                </a:rPr>
                <a:t>0</a:t>
              </a:r>
            </a:p>
          </p:txBody>
        </p:sp>
        <p:sp>
          <p:nvSpPr>
            <p:cNvPr id="236" name="text_079">
              <a:extLst>
                <a:ext uri="{FF2B5EF4-FFF2-40B4-BE49-F238E27FC236}">
                  <ns2:creationId id="{EBCCB282-8E4A-4A41-83A4-A9102E2B09AE}"/>
                </a:ext>
              </a:extLst>
            </p:cNvPr>
            <p:cNvSpPr>
              <a:spLocks noGrp="1"/>
            </p:cNvSpPr>
            <p:nvPr/>
          </p:nvSpPr>
          <p:spPr>
            <a:xfrm>
              <a:off x="887920" y="312420"/>
              <a:ext cx="320612" cy="204026"/>
            </a:xfrm>
            <a:prstGeom prst="rect">
              <a:avLst/>
            </a:prstGeom>
            <a:noFill/>
            <a:ln w="0">
              <a:noFill/>
              <a:prstDash val="solid"/>
            </a:ln>
          </p:spPr>
          <p:txBody>
            <a:bodyPr wrap="none" lIns="0" tIns="0" rIns="0" bIns="0" anchor="t">
              <a:noAutofit/>
            </a:bodyPr>
            <a:lstStyle>
              <a:defPPr algn="r">
                <a:defRPr sz="699" b="0">
                  <a:solidFill>
                    <a:srgbClr val="000000"/>
                  </a:solidFill>
                  <a:latin typeface="Arial"/>
                  <a:ea typeface="Arial"/>
                  <a:cs typeface="Arial"/>
                </a:defRPr>
              </a:defPPr>
              <a:lvl1pPr algn="r">
                <a:defRPr sz="699" b="0">
                  <a:solidFill>
                    <a:srgbClr val="000000"/>
                  </a:solidFill>
                  <a:latin typeface="Arial"/>
                  <a:ea typeface="Arial"/>
                  <a:cs typeface="Arial"/>
                </a:defRPr>
              </a:lvl1pPr>
              <a:lvl2pPr algn="r">
                <a:defRPr sz="699" b="0">
                  <a:solidFill>
                    <a:srgbClr val="000000"/>
                  </a:solidFill>
                  <a:latin typeface="Arial"/>
                  <a:ea typeface="Arial"/>
                  <a:cs typeface="Arial"/>
                </a:defRPr>
              </a:lvl2pPr>
              <a:lvl3pPr algn="r">
                <a:defRPr sz="699" b="0">
                  <a:solidFill>
                    <a:srgbClr val="000000"/>
                  </a:solidFill>
                  <a:latin typeface="Arial"/>
                  <a:ea typeface="Arial"/>
                  <a:cs typeface="Arial"/>
                </a:defRPr>
              </a:lvl3pPr>
              <a:lvl4pPr algn="r">
                <a:defRPr sz="699" b="0">
                  <a:solidFill>
                    <a:srgbClr val="000000"/>
                  </a:solidFill>
                  <a:latin typeface="Arial"/>
                  <a:ea typeface="Arial"/>
                  <a:cs typeface="Arial"/>
                </a:defRPr>
              </a:lvl4pPr>
              <a:lvl5pPr algn="r">
                <a:defRPr sz="699" b="0">
                  <a:solidFill>
                    <a:srgbClr val="000000"/>
                  </a:solidFill>
                  <a:latin typeface="Arial"/>
                  <a:ea typeface="Arial"/>
                  <a:cs typeface="Arial"/>
                </a:defRPr>
              </a:lvl5pPr>
              <a:lvl6pPr algn="r">
                <a:defRPr sz="699" b="0">
                  <a:solidFill>
                    <a:srgbClr val="000000"/>
                  </a:solidFill>
                  <a:latin typeface="Arial"/>
                  <a:ea typeface="Arial"/>
                  <a:cs typeface="Arial"/>
                </a:defRPr>
              </a:lvl6pPr>
              <a:lvl7pPr algn="r">
                <a:defRPr sz="699" b="0">
                  <a:solidFill>
                    <a:srgbClr val="000000"/>
                  </a:solidFill>
                  <a:latin typeface="Arial"/>
                  <a:ea typeface="Arial"/>
                  <a:cs typeface="Arial"/>
                </a:defRPr>
              </a:lvl7pPr>
              <a:lvl8pPr algn="r">
                <a:defRPr sz="699" b="0">
                  <a:solidFill>
                    <a:srgbClr val="000000"/>
                  </a:solidFill>
                  <a:latin typeface="Arial"/>
                  <a:ea typeface="Arial"/>
                  <a:cs typeface="Arial"/>
                </a:defRPr>
              </a:lvl8pPr>
              <a:lvl9pPr algn="r">
                <a:defRPr sz="699" b="0">
                  <a:solidFill>
                    <a:srgbClr val="000000"/>
                  </a:solidFill>
                  <a:latin typeface="Arial"/>
                  <a:ea typeface="Arial"/>
                  <a:cs typeface="Arial"/>
                </a:defRPr>
              </a:lvl9pPr>
            </a:lstStyle>
            <a:p>
              <a:pPr algn="r">
                <a:defRPr sz="699" b="0">
                  <a:solidFill>
                    <a:srgbClr val="000000"/>
                  </a:solidFill>
                  <a:latin typeface="Arial"/>
                  <a:ea typeface="Arial"/>
                  <a:cs typeface="Arial"/>
                </a:defRPr>
              </a:pPr>
              <a:r>
                <a:rPr sz="699" b="0">
                  <a:solidFill>
                    <a:srgbClr val="000000"/>
                  </a:solidFill>
                  <a:latin typeface="Arial"/>
                  <a:ea typeface="Arial"/>
                  <a:cs typeface="Arial"/>
                </a:rPr>
                <a:t>1</a:t>
              </a:r>
            </a:p>
          </p:txBody>
        </p:sp>
        <p:sp>
          <p:nvSpPr>
            <p:cNvPr id="237" name="wildfire_P_3_exact_anchor">
              <a:extLst>
                <a:ext uri="{FF2B5EF4-FFF2-40B4-BE49-F238E27FC236}">
                  <ns2:creationId id="{9904228B-620A-4E07-A880-732E6BBC7DF0}"/>
                </a:ext>
              </a:extLst>
            </p:cNvPr>
            <p:cNvSpPr>
              <a:spLocks noGrp="1"/>
            </p:cNvSpPr>
            <p:nvPr/>
          </p:nvSpPr>
          <p:spPr>
            <a:xfrm>
              <a:off x="4930541" y="919333"/>
              <a:ext cx="77724" cy="77724"/>
            </a:xfrm>
            <a:prstGeom prst="ellipse">
              <a:avLst/>
            </a:prstGeom>
            <a:solidFill>
              <a:srgbClr val="FFFFFF"/>
            </a:solidFill>
            <a:ln w="10653">
              <a:solidFill>
                <a:srgbClr val="0072B2"/>
              </a:solidFill>
              <a:prstDash val="solid"/>
            </a:ln>
          </p:spPr>
        </p:sp>
        <p:sp>
          <p:nvSpPr>
            <p:cNvPr id="238" name="wildfire_P_48_exact_anchor">
              <a:extLst>
                <a:ext uri="{FF2B5EF4-FFF2-40B4-BE49-F238E27FC236}">
                  <ns2:creationId id="{2EE65550-3A5B-43DE-8749-FBA2E65F5BC6}"/>
                </a:ext>
              </a:extLst>
            </p:cNvPr>
            <p:cNvSpPr>
              <a:spLocks noGrp="1"/>
            </p:cNvSpPr>
            <p:nvPr/>
          </p:nvSpPr>
          <p:spPr>
            <a:xfrm>
              <a:off x="4930541" y="685560"/>
              <a:ext cx="77724" cy="77724"/>
            </a:xfrm>
            <a:prstGeom prst="ellipse">
              <a:avLst/>
            </a:prstGeom>
            <a:solidFill>
              <a:srgbClr val="FFFFFF"/>
            </a:solidFill>
            <a:ln w="10653">
              <a:solidFill>
                <a:srgbClr val="D55E00"/>
              </a:solidFill>
              <a:prstDash val="solid"/>
            </a:ln>
          </p:spPr>
        </p:sp>
        <p:sp>
          <p:nvSpPr>
            <p:cNvPr id="239" name="wildfire_P_52_exact_anchor">
              <a:extLst>
                <a:ext uri="{FF2B5EF4-FFF2-40B4-BE49-F238E27FC236}">
                  <ns2:creationId id="{64100E6A-273F-4404-A2E8-606114936761}"/>
                </a:ext>
              </a:extLst>
            </p:cNvPr>
            <p:cNvSpPr>
              <a:spLocks noGrp="1"/>
            </p:cNvSpPr>
            <p:nvPr/>
          </p:nvSpPr>
          <p:spPr>
            <a:xfrm>
              <a:off x="4930541" y="677352"/>
              <a:ext cx="77724" cy="77724"/>
            </a:xfrm>
            <a:prstGeom prst="ellipse">
              <a:avLst/>
            </a:prstGeom>
            <a:solidFill>
              <a:srgbClr val="FFFFFF"/>
            </a:solidFill>
            <a:ln w="10653">
              <a:solidFill>
                <a:srgbClr val="009E73"/>
              </a:solidFill>
              <a:prstDash val="solid"/>
            </a:ln>
          </p:spPr>
        </p:sp>
        <p:pic>
          <p:nvPicPr>
            <p:cNvPr id="240" name="">
              <a:extLst>
                <a:ext uri="{FF2B5EF4-FFF2-40B4-BE49-F238E27FC236}">
                  <ns2:creationId id="{39C48359-BDE7-4E22-8EAA-BF7C213BF4C7}"/>
                </a:ext>
              </a:extLst>
            </p:cNvPr>
            <p:cNvPicPr>
              <a:picLocks noChangeAspect="1"/>
            </p:cNvPicPr>
            <p:nvPr/>
          </p:nvPicPr>
          <p:blipFill>
            <a:blip r:embed="rId50002"/>
            <a:stretch/>
          </p:blipFill>
          <p:spPr>
            <a:xfrm>
              <a:off x="7886700" y="409575"/>
              <a:ext cx="3847338" cy="680085"/>
            </a:xfrm>
            <a:prstGeom prst="rect">
              <a:avLst/>
            </a:prstGeom>
          </p:spPr>
        </p:pic>
        <p:sp>
          <p:nvSpPr>
            <p:cNvPr id="241" name="line_086">
              <a:extLst>
                <a:ext uri="{FF2B5EF4-FFF2-40B4-BE49-F238E27FC236}">
                  <ns2:creationId id="{1453586D-44B0-4DB2-B599-3B58DDE21A28}"/>
                </a:ext>
              </a:extLst>
            </p:cNvPr>
            <p:cNvSpPr>
              <a:spLocks noGrp="1"/>
            </p:cNvSpPr>
            <p:nvPr/>
          </p:nvSpPr>
          <p:spPr>
            <a:xfrm>
              <a:off x="9810369" y="409575"/>
              <a:ext cx="97" cy="680085"/>
            </a:xfrm>
            <a:custGeom>
              <a:pathLst>
                <a:path w="95" h="666750">
                  <a:moveTo>
                    <a:pt x="0" y="0"/>
                  </a:moveTo>
                  <a:lnTo>
                    <a:pt x="0" y="666750"/>
                  </a:lnTo>
                </a:path>
              </a:pathLst>
            </a:custGeom>
            <a:noFill/>
            <a:ln w="5918">
              <a:solidFill>
                <a:srgbClr val="263238"/>
              </a:solidFill>
              <a:prstDash val="dash"/>
            </a:ln>
          </p:spPr>
        </p:sp>
        <p:sp>
          <p:nvSpPr>
            <p:cNvPr id="242" name="rect_087">
              <a:extLst>
                <a:ext uri="{FF2B5EF4-FFF2-40B4-BE49-F238E27FC236}">
                  <ns2:creationId id="{CC3829C7-951D-4634-9900-0B896C91E53E}"/>
                </a:ext>
              </a:extLst>
            </p:cNvPr>
            <p:cNvSpPr>
              <a:spLocks noGrp="1"/>
            </p:cNvSpPr>
            <p:nvPr/>
          </p:nvSpPr>
          <p:spPr>
            <a:xfrm>
              <a:off x="7886700" y="409575"/>
              <a:ext cx="3847338" cy="680085"/>
            </a:xfrm>
            <a:prstGeom prst="rect">
              <a:avLst/>
            </a:prstGeom>
            <a:noFill/>
            <a:ln w="4143">
              <a:solidFill>
                <a:srgbClr val="7B8790"/>
              </a:solidFill>
              <a:prstDash val="solid"/>
            </a:ln>
          </p:spPr>
        </p:sp>
        <p:sp>
          <p:nvSpPr>
            <p:cNvPr id="243" name="text_088">
              <a:extLst>
                <a:ext uri="{FF2B5EF4-FFF2-40B4-BE49-F238E27FC236}">
                  <ns2:creationId id="{CE6FD94A-6EDA-48A2-BFD6-67440AF5FC07}"/>
                </a:ext>
              </a:extLst>
            </p:cNvPr>
            <p:cNvSpPr>
              <a:spLocks noGrp="1"/>
            </p:cNvSpPr>
            <p:nvPr/>
          </p:nvSpPr>
          <p:spPr>
            <a:xfrm>
              <a:off x="7507796" y="992505"/>
              <a:ext cx="320612" cy="204026"/>
            </a:xfrm>
            <a:prstGeom prst="rect">
              <a:avLst/>
            </a:prstGeom>
            <a:noFill/>
            <a:ln w="0">
              <a:noFill/>
              <a:prstDash val="solid"/>
            </a:ln>
          </p:spPr>
          <p:txBody>
            <a:bodyPr wrap="none" lIns="0" tIns="0" rIns="0" bIns="0" anchor="t">
              <a:noAutofit/>
            </a:bodyPr>
            <a:lstStyle>
              <a:defPPr algn="r">
                <a:defRPr sz="699" b="0">
                  <a:solidFill>
                    <a:srgbClr val="000000"/>
                  </a:solidFill>
                  <a:latin typeface="Arial"/>
                  <a:ea typeface="Arial"/>
                  <a:cs typeface="Arial"/>
                </a:defRPr>
              </a:defPPr>
              <a:lvl1pPr algn="r">
                <a:defRPr sz="699" b="0">
                  <a:solidFill>
                    <a:srgbClr val="000000"/>
                  </a:solidFill>
                  <a:latin typeface="Arial"/>
                  <a:ea typeface="Arial"/>
                  <a:cs typeface="Arial"/>
                </a:defRPr>
              </a:lvl1pPr>
              <a:lvl2pPr algn="r">
                <a:defRPr sz="699" b="0">
                  <a:solidFill>
                    <a:srgbClr val="000000"/>
                  </a:solidFill>
                  <a:latin typeface="Arial"/>
                  <a:ea typeface="Arial"/>
                  <a:cs typeface="Arial"/>
                </a:defRPr>
              </a:lvl2pPr>
              <a:lvl3pPr algn="r">
                <a:defRPr sz="699" b="0">
                  <a:solidFill>
                    <a:srgbClr val="000000"/>
                  </a:solidFill>
                  <a:latin typeface="Arial"/>
                  <a:ea typeface="Arial"/>
                  <a:cs typeface="Arial"/>
                </a:defRPr>
              </a:lvl3pPr>
              <a:lvl4pPr algn="r">
                <a:defRPr sz="699" b="0">
                  <a:solidFill>
                    <a:srgbClr val="000000"/>
                  </a:solidFill>
                  <a:latin typeface="Arial"/>
                  <a:ea typeface="Arial"/>
                  <a:cs typeface="Arial"/>
                </a:defRPr>
              </a:lvl4pPr>
              <a:lvl5pPr algn="r">
                <a:defRPr sz="699" b="0">
                  <a:solidFill>
                    <a:srgbClr val="000000"/>
                  </a:solidFill>
                  <a:latin typeface="Arial"/>
                  <a:ea typeface="Arial"/>
                  <a:cs typeface="Arial"/>
                </a:defRPr>
              </a:lvl5pPr>
              <a:lvl6pPr algn="r">
                <a:defRPr sz="699" b="0">
                  <a:solidFill>
                    <a:srgbClr val="000000"/>
                  </a:solidFill>
                  <a:latin typeface="Arial"/>
                  <a:ea typeface="Arial"/>
                  <a:cs typeface="Arial"/>
                </a:defRPr>
              </a:lvl6pPr>
              <a:lvl7pPr algn="r">
                <a:defRPr sz="699" b="0">
                  <a:solidFill>
                    <a:srgbClr val="000000"/>
                  </a:solidFill>
                  <a:latin typeface="Arial"/>
                  <a:ea typeface="Arial"/>
                  <a:cs typeface="Arial"/>
                </a:defRPr>
              </a:lvl7pPr>
              <a:lvl8pPr algn="r">
                <a:defRPr sz="699" b="0">
                  <a:solidFill>
                    <a:srgbClr val="000000"/>
                  </a:solidFill>
                  <a:latin typeface="Arial"/>
                  <a:ea typeface="Arial"/>
                  <a:cs typeface="Arial"/>
                </a:defRPr>
              </a:lvl8pPr>
              <a:lvl9pPr algn="r">
                <a:defRPr sz="699" b="0">
                  <a:solidFill>
                    <a:srgbClr val="000000"/>
                  </a:solidFill>
                  <a:latin typeface="Arial"/>
                  <a:ea typeface="Arial"/>
                  <a:cs typeface="Arial"/>
                </a:defRPr>
              </a:lvl9pPr>
            </a:lstStyle>
            <a:p>
              <a:pPr algn="r">
                <a:defRPr sz="699" b="0">
                  <a:solidFill>
                    <a:srgbClr val="000000"/>
                  </a:solidFill>
                  <a:latin typeface="Arial"/>
                  <a:ea typeface="Arial"/>
                  <a:cs typeface="Arial"/>
                </a:defRPr>
              </a:pPr>
              <a:r>
                <a:rPr sz="699" b="0">
                  <a:solidFill>
                    <a:srgbClr val="000000"/>
                  </a:solidFill>
                  <a:latin typeface="Arial"/>
                  <a:ea typeface="Arial"/>
                  <a:cs typeface="Arial"/>
                </a:rPr>
                <a:t>0.10</a:t>
              </a:r>
            </a:p>
          </p:txBody>
        </p:sp>
        <p:sp>
          <p:nvSpPr>
            <p:cNvPr id="244" name="text_089">
              <a:extLst>
                <a:ext uri="{FF2B5EF4-FFF2-40B4-BE49-F238E27FC236}">
                  <ns2:creationId id="{328CAAB9-F3B5-4907-BBA9-477627FE5B50}"/>
                </a:ext>
              </a:extLst>
            </p:cNvPr>
            <p:cNvSpPr>
              <a:spLocks noGrp="1"/>
            </p:cNvSpPr>
            <p:nvPr/>
          </p:nvSpPr>
          <p:spPr>
            <a:xfrm>
              <a:off x="7507796" y="312420"/>
              <a:ext cx="320612" cy="204026"/>
            </a:xfrm>
            <a:prstGeom prst="rect">
              <a:avLst/>
            </a:prstGeom>
            <a:noFill/>
            <a:ln w="0">
              <a:noFill/>
              <a:prstDash val="solid"/>
            </a:ln>
          </p:spPr>
          <p:txBody>
            <a:bodyPr wrap="none" lIns="0" tIns="0" rIns="0" bIns="0" anchor="t">
              <a:noAutofit/>
            </a:bodyPr>
            <a:lstStyle>
              <a:defPPr algn="r">
                <a:defRPr sz="699" b="0">
                  <a:solidFill>
                    <a:srgbClr val="000000"/>
                  </a:solidFill>
                  <a:latin typeface="Arial"/>
                  <a:ea typeface="Arial"/>
                  <a:cs typeface="Arial"/>
                </a:defRPr>
              </a:defPPr>
              <a:lvl1pPr algn="r">
                <a:defRPr sz="699" b="0">
                  <a:solidFill>
                    <a:srgbClr val="000000"/>
                  </a:solidFill>
                  <a:latin typeface="Arial"/>
                  <a:ea typeface="Arial"/>
                  <a:cs typeface="Arial"/>
                </a:defRPr>
              </a:lvl1pPr>
              <a:lvl2pPr algn="r">
                <a:defRPr sz="699" b="0">
                  <a:solidFill>
                    <a:srgbClr val="000000"/>
                  </a:solidFill>
                  <a:latin typeface="Arial"/>
                  <a:ea typeface="Arial"/>
                  <a:cs typeface="Arial"/>
                </a:defRPr>
              </a:lvl2pPr>
              <a:lvl3pPr algn="r">
                <a:defRPr sz="699" b="0">
                  <a:solidFill>
                    <a:srgbClr val="000000"/>
                  </a:solidFill>
                  <a:latin typeface="Arial"/>
                  <a:ea typeface="Arial"/>
                  <a:cs typeface="Arial"/>
                </a:defRPr>
              </a:lvl3pPr>
              <a:lvl4pPr algn="r">
                <a:defRPr sz="699" b="0">
                  <a:solidFill>
                    <a:srgbClr val="000000"/>
                  </a:solidFill>
                  <a:latin typeface="Arial"/>
                  <a:ea typeface="Arial"/>
                  <a:cs typeface="Arial"/>
                </a:defRPr>
              </a:lvl4pPr>
              <a:lvl5pPr algn="r">
                <a:defRPr sz="699" b="0">
                  <a:solidFill>
                    <a:srgbClr val="000000"/>
                  </a:solidFill>
                  <a:latin typeface="Arial"/>
                  <a:ea typeface="Arial"/>
                  <a:cs typeface="Arial"/>
                </a:defRPr>
              </a:lvl5pPr>
              <a:lvl6pPr algn="r">
                <a:defRPr sz="699" b="0">
                  <a:solidFill>
                    <a:srgbClr val="000000"/>
                  </a:solidFill>
                  <a:latin typeface="Arial"/>
                  <a:ea typeface="Arial"/>
                  <a:cs typeface="Arial"/>
                </a:defRPr>
              </a:lvl6pPr>
              <a:lvl7pPr algn="r">
                <a:defRPr sz="699" b="0">
                  <a:solidFill>
                    <a:srgbClr val="000000"/>
                  </a:solidFill>
                  <a:latin typeface="Arial"/>
                  <a:ea typeface="Arial"/>
                  <a:cs typeface="Arial"/>
                </a:defRPr>
              </a:lvl7pPr>
              <a:lvl8pPr algn="r">
                <a:defRPr sz="699" b="0">
                  <a:solidFill>
                    <a:srgbClr val="000000"/>
                  </a:solidFill>
                  <a:latin typeface="Arial"/>
                  <a:ea typeface="Arial"/>
                  <a:cs typeface="Arial"/>
                </a:defRPr>
              </a:lvl8pPr>
              <a:lvl9pPr algn="r">
                <a:defRPr sz="699" b="0">
                  <a:solidFill>
                    <a:srgbClr val="000000"/>
                  </a:solidFill>
                  <a:latin typeface="Arial"/>
                  <a:ea typeface="Arial"/>
                  <a:cs typeface="Arial"/>
                </a:defRPr>
              </a:lvl9pPr>
            </a:lstStyle>
            <a:p>
              <a:pPr algn="r">
                <a:defRPr sz="699" b="0">
                  <a:solidFill>
                    <a:srgbClr val="000000"/>
                  </a:solidFill>
                  <a:latin typeface="Arial"/>
                  <a:ea typeface="Arial"/>
                  <a:cs typeface="Arial"/>
                </a:defRPr>
              </a:pPr>
              <a:r>
                <a:rPr sz="699" b="0">
                  <a:solidFill>
                    <a:srgbClr val="000000"/>
                  </a:solidFill>
                  <a:latin typeface="Arial"/>
                  <a:ea typeface="Arial"/>
                  <a:cs typeface="Arial"/>
                </a:rPr>
                <a:t>0.75</a:t>
              </a:r>
            </a:p>
          </p:txBody>
        </p:sp>
        <p:sp>
          <p:nvSpPr>
            <p:cNvPr id="245" name="path_092">
              <a:extLst>
                <a:ext uri="{FF2B5EF4-FFF2-40B4-BE49-F238E27FC236}">
                  <ns2:creationId id="{B0E38D21-FAD1-414E-ABA7-6B7426371442}"/>
                </a:ext>
              </a:extLst>
            </p:cNvPr>
            <p:cNvSpPr>
              <a:spLocks noGrp="1"/>
            </p:cNvSpPr>
            <p:nvPr/>
          </p:nvSpPr>
          <p:spPr>
            <a:xfrm>
              <a:off x="8061579" y="818561"/>
              <a:ext cx="3497580" cy="201197"/>
            </a:xfrm>
            <a:custGeom>
              <a:pathLst>
                <a:path w="3429000" h="197252">
                  <a:moveTo>
                    <a:pt x="0" y="128335"/>
                  </a:moveTo>
                  <a:lnTo>
                    <a:pt x="342900" y="197252"/>
                  </a:lnTo>
                  <a:lnTo>
                    <a:pt x="685800" y="147638"/>
                  </a:lnTo>
                  <a:lnTo>
                    <a:pt x="1028700" y="115543"/>
                  </a:lnTo>
                  <a:lnTo>
                    <a:pt x="1371600" y="64365"/>
                  </a:lnTo>
                  <a:lnTo>
                    <a:pt x="1714500" y="171474"/>
                  </a:lnTo>
                  <a:lnTo>
                    <a:pt x="2057400" y="0"/>
                  </a:lnTo>
                  <a:lnTo>
                    <a:pt x="2400300" y="74260"/>
                  </a:lnTo>
                  <a:lnTo>
                    <a:pt x="2743200" y="148736"/>
                  </a:lnTo>
                  <a:lnTo>
                    <a:pt x="3086100" y="175215"/>
                  </a:lnTo>
                  <a:lnTo>
                    <a:pt x="3429000" y="195500"/>
                  </a:lnTo>
                </a:path>
              </a:pathLst>
            </a:custGeom>
            <a:noFill/>
            <a:ln w="17755">
              <a:solidFill>
                <a:srgbClr val="FFFFFF"/>
              </a:solidFill>
              <a:prstDash val="solid"/>
            </a:ln>
          </p:spPr>
        </p:sp>
        <p:sp>
          <p:nvSpPr>
            <p:cNvPr id="246" name="wildfire_P_track_3_trace">
              <a:extLst>
                <a:ext uri="{FF2B5EF4-FFF2-40B4-BE49-F238E27FC236}">
                  <ns2:creationId id="{C102D3EC-2DBD-4EC9-9BA8-F6AB7EAA45A1}"/>
                </a:ext>
              </a:extLst>
            </p:cNvPr>
            <p:cNvSpPr>
              <a:spLocks noGrp="1"/>
            </p:cNvSpPr>
            <p:nvPr/>
          </p:nvSpPr>
          <p:spPr>
            <a:xfrm>
              <a:off x="8061579" y="818561"/>
              <a:ext cx="3497580" cy="201197"/>
            </a:xfrm>
            <a:custGeom>
              <a:pathLst>
                <a:path w="3429000" h="197252">
                  <a:moveTo>
                    <a:pt x="0" y="128335"/>
                  </a:moveTo>
                  <a:lnTo>
                    <a:pt x="342900" y="197252"/>
                  </a:lnTo>
                  <a:lnTo>
                    <a:pt x="685800" y="147638"/>
                  </a:lnTo>
                  <a:lnTo>
                    <a:pt x="1028700" y="115543"/>
                  </a:lnTo>
                  <a:lnTo>
                    <a:pt x="1371600" y="64365"/>
                  </a:lnTo>
                  <a:lnTo>
                    <a:pt x="1714500" y="171474"/>
                  </a:lnTo>
                  <a:lnTo>
                    <a:pt x="2057400" y="0"/>
                  </a:lnTo>
                  <a:lnTo>
                    <a:pt x="2400300" y="74260"/>
                  </a:lnTo>
                  <a:lnTo>
                    <a:pt x="2743200" y="148736"/>
                  </a:lnTo>
                  <a:lnTo>
                    <a:pt x="3086100" y="175215"/>
                  </a:lnTo>
                  <a:lnTo>
                    <a:pt x="3429000" y="195500"/>
                  </a:lnTo>
                </a:path>
              </a:pathLst>
            </a:custGeom>
            <a:noFill/>
            <a:ln w="10653">
              <a:solidFill>
                <a:srgbClr val="0072B2"/>
              </a:solidFill>
              <a:prstDash val="solid"/>
            </a:ln>
          </p:spPr>
        </p:sp>
        <p:sp>
          <p:nvSpPr>
            <p:cNvPr id="247" name="wildfire_P_true_reference_3">
              <a:extLst>
                <a:ext uri="{FF2B5EF4-FFF2-40B4-BE49-F238E27FC236}">
                  <ns2:creationId id="{610DA25C-6958-4B7A-A924-897BF490E013}"/>
                </a:ext>
              </a:extLst>
            </p:cNvPr>
            <p:cNvSpPr>
              <a:spLocks noGrp="1"/>
            </p:cNvSpPr>
            <p:nvPr/>
          </p:nvSpPr>
          <p:spPr>
            <a:xfrm>
              <a:off x="8061579" y="933454"/>
              <a:ext cx="3497580" cy="103526"/>
            </a:xfrm>
            <a:custGeom>
              <a:pathLst>
                <a:path w="3429000" h="101496">
                  <a:moveTo>
                    <a:pt x="0" y="83753"/>
                  </a:moveTo>
                  <a:lnTo>
                    <a:pt x="342900" y="84462"/>
                  </a:lnTo>
                  <a:lnTo>
                    <a:pt x="685800" y="83753"/>
                  </a:lnTo>
                  <a:lnTo>
                    <a:pt x="1028700" y="67428"/>
                  </a:lnTo>
                  <a:lnTo>
                    <a:pt x="1371600" y="75236"/>
                  </a:lnTo>
                  <a:lnTo>
                    <a:pt x="1714500" y="83753"/>
                  </a:lnTo>
                  <a:lnTo>
                    <a:pt x="2057400" y="0"/>
                  </a:lnTo>
                  <a:lnTo>
                    <a:pt x="2400300" y="59619"/>
                  </a:lnTo>
                  <a:lnTo>
                    <a:pt x="2743200" y="101496"/>
                  </a:lnTo>
                  <a:lnTo>
                    <a:pt x="3086100" y="68136"/>
                  </a:lnTo>
                  <a:lnTo>
                    <a:pt x="3429000" y="76653"/>
                  </a:lnTo>
                </a:path>
              </a:pathLst>
            </a:custGeom>
            <a:noFill/>
            <a:ln w="5918">
              <a:solidFill>
                <a:srgbClr val="0072B2"/>
              </a:solidFill>
              <a:prstDash val="dash"/>
            </a:ln>
          </p:spPr>
        </p:sp>
        <p:sp>
          <p:nvSpPr>
            <p:cNvPr id="248" name="wildfire_P_3_exact_anchor">
              <a:extLst>
                <a:ext uri="{FF2B5EF4-FFF2-40B4-BE49-F238E27FC236}">
                  <ns2:creationId id="{30862062-DCAD-4DB7-95A8-F6F0611884F0}"/>
                </a:ext>
              </a:extLst>
            </p:cNvPr>
            <p:cNvSpPr>
              <a:spLocks noGrp="1"/>
            </p:cNvSpPr>
            <p:nvPr/>
          </p:nvSpPr>
          <p:spPr>
            <a:xfrm>
              <a:off x="9771507" y="954603"/>
              <a:ext cx="77724" cy="77724"/>
            </a:xfrm>
            <a:prstGeom prst="ellipse">
              <a:avLst/>
            </a:prstGeom>
            <a:solidFill>
              <a:srgbClr val="FFFFFF"/>
            </a:solidFill>
            <a:ln w="10653">
              <a:solidFill>
                <a:srgbClr val="0072B2"/>
              </a:solidFill>
              <a:prstDash val="solid"/>
            </a:ln>
          </p:spPr>
        </p:sp>
        <p:sp>
          <p:nvSpPr>
            <p:cNvPr id="249" name="path_098">
              <a:extLst>
                <a:ext uri="{FF2B5EF4-FFF2-40B4-BE49-F238E27FC236}">
                  <ns2:creationId id="{99B838E2-5526-429C-9A39-FC2234D1E59A}"/>
                </a:ext>
              </a:extLst>
            </p:cNvPr>
            <p:cNvSpPr>
              <a:spLocks noGrp="1"/>
            </p:cNvSpPr>
            <p:nvPr/>
          </p:nvSpPr>
          <p:spPr>
            <a:xfrm>
              <a:off x="9110853" y="462399"/>
              <a:ext cx="2448306" cy="170454"/>
            </a:xfrm>
            <a:custGeom>
              <a:pathLst>
                <a:path w="2400300" h="167112">
                  <a:moveTo>
                    <a:pt x="0" y="6877"/>
                  </a:moveTo>
                  <a:lnTo>
                    <a:pt x="342900" y="136488"/>
                  </a:lnTo>
                  <a:lnTo>
                    <a:pt x="685800" y="167112"/>
                  </a:lnTo>
                  <a:lnTo>
                    <a:pt x="1028700" y="18674"/>
                  </a:lnTo>
                  <a:lnTo>
                    <a:pt x="1371600" y="15271"/>
                  </a:lnTo>
                  <a:lnTo>
                    <a:pt x="1714500" y="0"/>
                  </a:lnTo>
                  <a:lnTo>
                    <a:pt x="2057400" y="119168"/>
                  </a:lnTo>
                  <a:lnTo>
                    <a:pt x="2400300" y="143015"/>
                  </a:lnTo>
                </a:path>
              </a:pathLst>
            </a:custGeom>
            <a:noFill/>
            <a:ln w="17755">
              <a:solidFill>
                <a:srgbClr val="FFFFFF"/>
              </a:solidFill>
              <a:prstDash val="solid"/>
            </a:ln>
          </p:spPr>
        </p:sp>
        <p:sp>
          <p:nvSpPr>
            <p:cNvPr id="250" name="wildfire_P_track_48_trace">
              <a:extLst>
                <a:ext uri="{FF2B5EF4-FFF2-40B4-BE49-F238E27FC236}">
                  <ns2:creationId id="{89CB6B32-DD69-438A-BB2B-39113E66EF75}"/>
                </a:ext>
              </a:extLst>
            </p:cNvPr>
            <p:cNvSpPr>
              <a:spLocks noGrp="1"/>
            </p:cNvSpPr>
            <p:nvPr/>
          </p:nvSpPr>
          <p:spPr>
            <a:xfrm>
              <a:off x="9110853" y="462399"/>
              <a:ext cx="2448306" cy="170454"/>
            </a:xfrm>
            <a:custGeom>
              <a:pathLst>
                <a:path w="2400300" h="167112">
                  <a:moveTo>
                    <a:pt x="0" y="6877"/>
                  </a:moveTo>
                  <a:lnTo>
                    <a:pt x="342900" y="136488"/>
                  </a:lnTo>
                  <a:lnTo>
                    <a:pt x="685800" y="167112"/>
                  </a:lnTo>
                  <a:lnTo>
                    <a:pt x="1028700" y="18674"/>
                  </a:lnTo>
                  <a:lnTo>
                    <a:pt x="1371600" y="15271"/>
                  </a:lnTo>
                  <a:lnTo>
                    <a:pt x="1714500" y="0"/>
                  </a:lnTo>
                  <a:lnTo>
                    <a:pt x="2057400" y="119168"/>
                  </a:lnTo>
                  <a:lnTo>
                    <a:pt x="2400300" y="143015"/>
                  </a:lnTo>
                </a:path>
              </a:pathLst>
            </a:custGeom>
            <a:noFill/>
            <a:ln w="10653">
              <a:solidFill>
                <a:srgbClr val="D55E00"/>
              </a:solidFill>
              <a:prstDash val="solid"/>
            </a:ln>
          </p:spPr>
        </p:sp>
        <p:sp>
          <p:nvSpPr>
            <p:cNvPr id="251" name="wildfire_P_true_reference_48">
              <a:extLst>
                <a:ext uri="{FF2B5EF4-FFF2-40B4-BE49-F238E27FC236}">
                  <ns2:creationId id="{9ACBC3E4-9E09-4CB2-A3AB-C96E2ED3F4BF}"/>
                </a:ext>
              </a:extLst>
            </p:cNvPr>
            <p:cNvSpPr>
              <a:spLocks noGrp="1"/>
            </p:cNvSpPr>
            <p:nvPr/>
          </p:nvSpPr>
          <p:spPr>
            <a:xfrm>
              <a:off x="9110853" y="478066"/>
              <a:ext cx="2448306" cy="8687"/>
            </a:xfrm>
            <a:custGeom>
              <a:pathLst>
                <a:path w="2400300" h="8517">
                  <a:moveTo>
                    <a:pt x="0" y="0"/>
                  </a:moveTo>
                  <a:lnTo>
                    <a:pt x="342900" y="0"/>
                  </a:lnTo>
                  <a:lnTo>
                    <a:pt x="685800" y="0"/>
                  </a:lnTo>
                  <a:lnTo>
                    <a:pt x="1028700" y="0"/>
                  </a:lnTo>
                  <a:lnTo>
                    <a:pt x="1371600" y="8517"/>
                  </a:lnTo>
                  <a:lnTo>
                    <a:pt x="1714500" y="0"/>
                  </a:lnTo>
                  <a:lnTo>
                    <a:pt x="2057400" y="0"/>
                  </a:lnTo>
                  <a:lnTo>
                    <a:pt x="2400300" y="0"/>
                  </a:lnTo>
                </a:path>
              </a:pathLst>
            </a:custGeom>
            <a:noFill/>
            <a:ln w="5918">
              <a:solidFill>
                <a:srgbClr val="D55E00"/>
              </a:solidFill>
              <a:prstDash val="dash"/>
            </a:ln>
          </p:spPr>
        </p:sp>
        <p:sp>
          <p:nvSpPr>
            <p:cNvPr id="252" name="wildfire_P_48_exact_anchor">
              <a:extLst>
                <a:ext uri="{FF2B5EF4-FFF2-40B4-BE49-F238E27FC236}">
                  <ns2:creationId id="{4F83D95F-F3A1-4DFF-A91C-AFCF2DF2E56E}"/>
                </a:ext>
              </a:extLst>
            </p:cNvPr>
            <p:cNvSpPr>
              <a:spLocks noGrp="1"/>
            </p:cNvSpPr>
            <p:nvPr/>
          </p:nvSpPr>
          <p:spPr>
            <a:xfrm>
              <a:off x="9771507" y="593991"/>
              <a:ext cx="77724" cy="77724"/>
            </a:xfrm>
            <a:prstGeom prst="ellipse">
              <a:avLst/>
            </a:prstGeom>
            <a:solidFill>
              <a:srgbClr val="FFFFFF"/>
            </a:solidFill>
            <a:ln w="10653">
              <a:solidFill>
                <a:srgbClr val="D55E00"/>
              </a:solidFill>
              <a:prstDash val="solid"/>
            </a:ln>
          </p:spPr>
        </p:sp>
        <p:sp>
          <p:nvSpPr>
            <p:cNvPr id="253" name="path_104">
              <a:extLst>
                <a:ext uri="{FF2B5EF4-FFF2-40B4-BE49-F238E27FC236}">
                  <ns2:creationId id="{39AEC1A6-EAC7-48D8-8276-A7FDCE062F4A}"/>
                </a:ext>
              </a:extLst>
            </p:cNvPr>
            <p:cNvSpPr>
              <a:spLocks noGrp="1"/>
            </p:cNvSpPr>
            <p:nvPr/>
          </p:nvSpPr>
          <p:spPr>
            <a:xfrm>
              <a:off x="9460611" y="620190"/>
              <a:ext cx="699516" cy="280769"/>
            </a:xfrm>
            <a:custGeom>
              <a:pathLst>
                <a:path w="685800" h="275264">
                  <a:moveTo>
                    <a:pt x="0" y="275264"/>
                  </a:moveTo>
                  <a:lnTo>
                    <a:pt x="342900" y="0"/>
                  </a:lnTo>
                  <a:lnTo>
                    <a:pt x="685800" y="230109"/>
                  </a:lnTo>
                </a:path>
              </a:pathLst>
            </a:custGeom>
            <a:noFill/>
            <a:ln w="17755">
              <a:solidFill>
                <a:srgbClr val="FFFFFF"/>
              </a:solidFill>
              <a:prstDash val="solid"/>
            </a:ln>
          </p:spPr>
        </p:sp>
        <p:sp>
          <p:nvSpPr>
            <p:cNvPr id="254" name="wildfire_P_track_52_trace">
              <a:extLst>
                <a:ext uri="{FF2B5EF4-FFF2-40B4-BE49-F238E27FC236}">
                  <ns2:creationId id="{2EA98CCE-BE7A-4335-9940-93D011243F5C}"/>
                </a:ext>
              </a:extLst>
            </p:cNvPr>
            <p:cNvSpPr>
              <a:spLocks noGrp="1"/>
            </p:cNvSpPr>
            <p:nvPr/>
          </p:nvSpPr>
          <p:spPr>
            <a:xfrm>
              <a:off x="9460611" y="620190"/>
              <a:ext cx="699516" cy="280769"/>
            </a:xfrm>
            <a:custGeom>
              <a:pathLst>
                <a:path w="685800" h="275264">
                  <a:moveTo>
                    <a:pt x="0" y="275264"/>
                  </a:moveTo>
                  <a:lnTo>
                    <a:pt x="342900" y="0"/>
                  </a:lnTo>
                  <a:lnTo>
                    <a:pt x="685800" y="230109"/>
                  </a:lnTo>
                </a:path>
              </a:pathLst>
            </a:custGeom>
            <a:noFill/>
            <a:ln w="10653">
              <a:solidFill>
                <a:srgbClr val="009E73"/>
              </a:solidFill>
              <a:prstDash val="solid"/>
            </a:ln>
          </p:spPr>
        </p:sp>
        <p:sp>
          <p:nvSpPr>
            <p:cNvPr id="255" name="wildfire_P_true_reference_52">
              <a:extLst>
                <a:ext uri="{FF2B5EF4-FFF2-40B4-BE49-F238E27FC236}">
                  <ns2:creationId id="{19D9F92C-300C-4DFF-AD83-89E039A35F6B}"/>
                </a:ext>
              </a:extLst>
            </p:cNvPr>
            <p:cNvSpPr>
              <a:spLocks noGrp="1"/>
            </p:cNvSpPr>
            <p:nvPr/>
          </p:nvSpPr>
          <p:spPr>
            <a:xfrm>
              <a:off x="9460611" y="757492"/>
              <a:ext cx="699516" cy="97"/>
            </a:xfrm>
            <a:custGeom>
              <a:pathLst>
                <a:path w="685800" h="95">
                  <a:moveTo>
                    <a:pt x="0" y="0"/>
                  </a:moveTo>
                  <a:lnTo>
                    <a:pt x="342900" y="0"/>
                  </a:lnTo>
                  <a:lnTo>
                    <a:pt x="685800" y="0"/>
                  </a:lnTo>
                </a:path>
              </a:pathLst>
            </a:custGeom>
            <a:noFill/>
            <a:ln w="5918">
              <a:solidFill>
                <a:srgbClr val="009E73"/>
              </a:solidFill>
              <a:prstDash val="dash"/>
            </a:ln>
          </p:spPr>
        </p:sp>
        <p:sp>
          <p:nvSpPr>
            <p:cNvPr id="256" name="wildfire_P_52_exact_anchor">
              <a:extLst>
                <a:ext uri="{FF2B5EF4-FFF2-40B4-BE49-F238E27FC236}">
                  <ns2:creationId id="{95A58A93-C056-435B-8B3F-14817B85E026}"/>
                </a:ext>
              </a:extLst>
            </p:cNvPr>
            <p:cNvSpPr>
              <a:spLocks noGrp="1"/>
            </p:cNvSpPr>
            <p:nvPr/>
          </p:nvSpPr>
          <p:spPr>
            <a:xfrm>
              <a:off x="9771507" y="581328"/>
              <a:ext cx="77724" cy="77724"/>
            </a:xfrm>
            <a:prstGeom prst="ellipse">
              <a:avLst/>
            </a:prstGeom>
            <a:solidFill>
              <a:srgbClr val="FFFFFF"/>
            </a:solidFill>
            <a:ln w="10653">
              <a:solidFill>
                <a:srgbClr val="009E73"/>
              </a:solidFill>
              <a:prstDash val="solid"/>
            </a:ln>
          </p:spPr>
        </p:sp>
        <p:sp>
          <p:nvSpPr>
            <p:cNvPr id="257" name="rect_110">
              <a:extLst>
                <a:ext uri="{FF2B5EF4-FFF2-40B4-BE49-F238E27FC236}">
                  <ns2:creationId id="{9D197AE9-1D16-4092-BFB9-C2BA6925FF8A}"/>
                </a:ext>
              </a:extLst>
            </p:cNvPr>
            <p:cNvSpPr>
              <a:spLocks noGrp="1"/>
            </p:cNvSpPr>
            <p:nvPr/>
          </p:nvSpPr>
          <p:spPr>
            <a:xfrm>
              <a:off x="3868636" y="409575"/>
              <a:ext cx="2201532" cy="680085"/>
            </a:xfrm>
            <a:prstGeom prst="rect">
              <a:avLst/>
            </a:prstGeom>
            <a:noFill/>
            <a:ln w="7102">
              <a:solidFill>
                <a:srgbClr val="263238"/>
              </a:solidFill>
              <a:prstDash val="solid"/>
            </a:ln>
          </p:spPr>
        </p:sp>
        <p:sp>
          <p:nvSpPr>
            <p:cNvPr id="258" name="text_111">
              <a:extLst>
                <a:ext uri="{FF2B5EF4-FFF2-40B4-BE49-F238E27FC236}">
                  <ns2:creationId id="{484E251D-F240-4B89-B225-E9030BABB394}"/>
                </a:ext>
              </a:extLst>
            </p:cNvPr>
            <p:cNvSpPr>
              <a:spLocks noGrp="1"/>
            </p:cNvSpPr>
            <p:nvPr/>
          </p:nvSpPr>
          <p:spPr>
            <a:xfrm>
              <a:off x="114300" y="1352550"/>
              <a:ext cx="1057275" cy="247650"/>
            </a:xfrm>
            <a:prstGeom prst="rect">
              <a:avLst/>
            </a:prstGeom>
            <a:noFill/>
            <a:ln w="0">
              <a:noFill/>
              <a:prstDash val="solid"/>
            </a:ln>
          </p:spPr>
          <p:txBody>
            <a:bodyPr wrap="none" lIns="0" tIns="0" rIns="0" bIns="0" anchor="t">
              <a:noAutofit/>
            </a:bodyPr>
            <a:lstStyle>
              <a:defPPr algn="l">
                <a:defRPr sz="932" b="1">
                  <a:solidFill>
                    <a:srgbClr val="000000"/>
                  </a:solidFill>
                  <a:latin typeface="Arial"/>
                  <a:ea typeface="Arial"/>
                  <a:cs typeface="Arial"/>
                </a:defRPr>
              </a:defPPr>
              <a:lvl1pPr algn="l">
                <a:defRPr sz="932" b="1">
                  <a:solidFill>
                    <a:srgbClr val="000000"/>
                  </a:solidFill>
                  <a:latin typeface="Arial"/>
                  <a:ea typeface="Arial"/>
                  <a:cs typeface="Arial"/>
                </a:defRPr>
              </a:lvl1pPr>
              <a:lvl2pPr algn="l">
                <a:defRPr sz="932" b="1">
                  <a:solidFill>
                    <a:srgbClr val="000000"/>
                  </a:solidFill>
                  <a:latin typeface="Arial"/>
                  <a:ea typeface="Arial"/>
                  <a:cs typeface="Arial"/>
                </a:defRPr>
              </a:lvl2pPr>
              <a:lvl3pPr algn="l">
                <a:defRPr sz="932" b="1">
                  <a:solidFill>
                    <a:srgbClr val="000000"/>
                  </a:solidFill>
                  <a:latin typeface="Arial"/>
                  <a:ea typeface="Arial"/>
                  <a:cs typeface="Arial"/>
                </a:defRPr>
              </a:lvl3pPr>
              <a:lvl4pPr algn="l">
                <a:defRPr sz="932" b="1">
                  <a:solidFill>
                    <a:srgbClr val="000000"/>
                  </a:solidFill>
                  <a:latin typeface="Arial"/>
                  <a:ea typeface="Arial"/>
                  <a:cs typeface="Arial"/>
                </a:defRPr>
              </a:lvl4pPr>
              <a:lvl5pPr algn="l">
                <a:defRPr sz="932" b="1">
                  <a:solidFill>
                    <a:srgbClr val="000000"/>
                  </a:solidFill>
                  <a:latin typeface="Arial"/>
                  <a:ea typeface="Arial"/>
                  <a:cs typeface="Arial"/>
                </a:defRPr>
              </a:lvl5pPr>
              <a:lvl6pPr algn="l">
                <a:defRPr sz="932" b="1">
                  <a:solidFill>
                    <a:srgbClr val="000000"/>
                  </a:solidFill>
                  <a:latin typeface="Arial"/>
                  <a:ea typeface="Arial"/>
                  <a:cs typeface="Arial"/>
                </a:defRPr>
              </a:lvl6pPr>
              <a:lvl7pPr algn="l">
                <a:defRPr sz="932" b="1">
                  <a:solidFill>
                    <a:srgbClr val="000000"/>
                  </a:solidFill>
                  <a:latin typeface="Arial"/>
                  <a:ea typeface="Arial"/>
                  <a:cs typeface="Arial"/>
                </a:defRPr>
              </a:lvl7pPr>
              <a:lvl8pPr algn="l">
                <a:defRPr sz="932" b="1">
                  <a:solidFill>
                    <a:srgbClr val="000000"/>
                  </a:solidFill>
                  <a:latin typeface="Arial"/>
                  <a:ea typeface="Arial"/>
                  <a:cs typeface="Arial"/>
                </a:defRPr>
              </a:lvl8pPr>
              <a:lvl9pPr algn="l">
                <a:defRPr sz="932" b="1">
                  <a:solidFill>
                    <a:srgbClr val="000000"/>
                  </a:solidFill>
                  <a:latin typeface="Arial"/>
                  <a:ea typeface="Arial"/>
                  <a:cs typeface="Arial"/>
                </a:defRPr>
              </a:lvl9pPr>
            </a:lstStyle>
            <a:p>
              <a:pPr algn="l">
                <a:defRPr sz="932" b="1">
                  <a:solidFill>
                    <a:srgbClr val="000000"/>
                  </a:solidFill>
                  <a:latin typeface="Arial"/>
                  <a:ea typeface="Arial"/>
                  <a:cs typeface="Arial"/>
                </a:defRPr>
              </a:pPr>
              <a:r>
                <a:rPr sz="932" b="1">
                  <a:solidFill>
                    <a:srgbClr val="000000"/>
                  </a:solidFill>
                  <a:latin typeface="Arial"/>
                  <a:ea typeface="Arial"/>
                  <a:cs typeface="Arial"/>
                </a:rPr>
                <a:t>RG-R20</a:t>
              </a:r>
            </a:p>
          </p:txBody>
        </p:sp>
        <p:pic>
          <p:nvPicPr>
            <p:cNvPr id="259" name="">
              <a:extLst>
                <a:ext uri="{FF2B5EF4-FFF2-40B4-BE49-F238E27FC236}">
                  <ns2:creationId id="{B4695A5C-CF5A-4F78-9EC1-F7F4B462915F}"/>
                </a:ext>
              </a:extLst>
            </p:cNvPr>
            <p:cNvPicPr>
              <a:picLocks noChangeAspect="1"/>
            </p:cNvPicPr>
            <p:nvPr/>
          </p:nvPicPr>
          <p:blipFill>
            <a:blip r:embed="rId50003"/>
            <a:stretch/>
          </p:blipFill>
          <p:spPr>
            <a:xfrm>
              <a:off x="1266825" y="1304925"/>
              <a:ext cx="6004179" cy="680085"/>
            </a:xfrm>
            <a:prstGeom prst="rect">
              <a:avLst/>
            </a:prstGeom>
          </p:spPr>
        </p:pic>
        <p:sp>
          <p:nvSpPr>
            <p:cNvPr id="260" name="line_114">
              <a:extLst>
                <a:ext uri="{FF2B5EF4-FFF2-40B4-BE49-F238E27FC236}">
                  <ns2:creationId id="{F344CAC8-67DF-463E-BC9D-DB1746B96CBF}"/>
                </a:ext>
              </a:extLst>
            </p:cNvPr>
            <p:cNvSpPr>
              <a:spLocks noGrp="1"/>
            </p:cNvSpPr>
            <p:nvPr/>
          </p:nvSpPr>
          <p:spPr>
            <a:xfrm>
              <a:off x="4969403" y="1304925"/>
              <a:ext cx="97" cy="680085"/>
            </a:xfrm>
            <a:custGeom>
              <a:pathLst>
                <a:path w="95" h="666750">
                  <a:moveTo>
                    <a:pt x="0" y="0"/>
                  </a:moveTo>
                  <a:lnTo>
                    <a:pt x="0" y="666750"/>
                  </a:lnTo>
                </a:path>
              </a:pathLst>
            </a:custGeom>
            <a:noFill/>
            <a:ln w="5918">
              <a:solidFill>
                <a:srgbClr val="263238"/>
              </a:solidFill>
              <a:prstDash val="dash"/>
            </a:ln>
          </p:spPr>
        </p:sp>
        <p:sp>
          <p:nvSpPr>
            <p:cNvPr id="261" name="rect_115">
              <a:extLst>
                <a:ext uri="{FF2B5EF4-FFF2-40B4-BE49-F238E27FC236}">
                  <ns2:creationId id="{F86D4BF1-F53B-456D-8311-5B7A16CF4C7A}"/>
                </a:ext>
              </a:extLst>
            </p:cNvPr>
            <p:cNvSpPr>
              <a:spLocks noGrp="1"/>
            </p:cNvSpPr>
            <p:nvPr/>
          </p:nvSpPr>
          <p:spPr>
            <a:xfrm>
              <a:off x="1266825" y="1304925"/>
              <a:ext cx="6004179" cy="680085"/>
            </a:xfrm>
            <a:prstGeom prst="rect">
              <a:avLst/>
            </a:prstGeom>
            <a:noFill/>
            <a:ln w="4143">
              <a:solidFill>
                <a:srgbClr val="7B8790"/>
              </a:solidFill>
              <a:prstDash val="solid"/>
            </a:ln>
          </p:spPr>
        </p:sp>
        <p:sp>
          <p:nvSpPr>
            <p:cNvPr id="262" name="text_116">
              <a:extLst>
                <a:ext uri="{FF2B5EF4-FFF2-40B4-BE49-F238E27FC236}">
                  <ns2:creationId id="{E69135E4-C3C0-4172-961C-34D5732EF070}"/>
                </a:ext>
              </a:extLst>
            </p:cNvPr>
            <p:cNvSpPr>
              <a:spLocks noGrp="1"/>
            </p:cNvSpPr>
            <p:nvPr/>
          </p:nvSpPr>
          <p:spPr>
            <a:xfrm>
              <a:off x="887920" y="1887855"/>
              <a:ext cx="320612" cy="204026"/>
            </a:xfrm>
            <a:prstGeom prst="rect">
              <a:avLst/>
            </a:prstGeom>
            <a:noFill/>
            <a:ln w="0">
              <a:noFill/>
              <a:prstDash val="solid"/>
            </a:ln>
          </p:spPr>
          <p:txBody>
            <a:bodyPr wrap="none" lIns="0" tIns="0" rIns="0" bIns="0" anchor="t">
              <a:noAutofit/>
            </a:bodyPr>
            <a:lstStyle>
              <a:defPPr algn="r">
                <a:defRPr sz="699" b="0">
                  <a:solidFill>
                    <a:srgbClr val="000000"/>
                  </a:solidFill>
                  <a:latin typeface="Arial"/>
                  <a:ea typeface="Arial"/>
                  <a:cs typeface="Arial"/>
                </a:defRPr>
              </a:defPPr>
              <a:lvl1pPr algn="r">
                <a:defRPr sz="699" b="0">
                  <a:solidFill>
                    <a:srgbClr val="000000"/>
                  </a:solidFill>
                  <a:latin typeface="Arial"/>
                  <a:ea typeface="Arial"/>
                  <a:cs typeface="Arial"/>
                </a:defRPr>
              </a:lvl1pPr>
              <a:lvl2pPr algn="r">
                <a:defRPr sz="699" b="0">
                  <a:solidFill>
                    <a:srgbClr val="000000"/>
                  </a:solidFill>
                  <a:latin typeface="Arial"/>
                  <a:ea typeface="Arial"/>
                  <a:cs typeface="Arial"/>
                </a:defRPr>
              </a:lvl2pPr>
              <a:lvl3pPr algn="r">
                <a:defRPr sz="699" b="0">
                  <a:solidFill>
                    <a:srgbClr val="000000"/>
                  </a:solidFill>
                  <a:latin typeface="Arial"/>
                  <a:ea typeface="Arial"/>
                  <a:cs typeface="Arial"/>
                </a:defRPr>
              </a:lvl3pPr>
              <a:lvl4pPr algn="r">
                <a:defRPr sz="699" b="0">
                  <a:solidFill>
                    <a:srgbClr val="000000"/>
                  </a:solidFill>
                  <a:latin typeface="Arial"/>
                  <a:ea typeface="Arial"/>
                  <a:cs typeface="Arial"/>
                </a:defRPr>
              </a:lvl4pPr>
              <a:lvl5pPr algn="r">
                <a:defRPr sz="699" b="0">
                  <a:solidFill>
                    <a:srgbClr val="000000"/>
                  </a:solidFill>
                  <a:latin typeface="Arial"/>
                  <a:ea typeface="Arial"/>
                  <a:cs typeface="Arial"/>
                </a:defRPr>
              </a:lvl5pPr>
              <a:lvl6pPr algn="r">
                <a:defRPr sz="699" b="0">
                  <a:solidFill>
                    <a:srgbClr val="000000"/>
                  </a:solidFill>
                  <a:latin typeface="Arial"/>
                  <a:ea typeface="Arial"/>
                  <a:cs typeface="Arial"/>
                </a:defRPr>
              </a:lvl6pPr>
              <a:lvl7pPr algn="r">
                <a:defRPr sz="699" b="0">
                  <a:solidFill>
                    <a:srgbClr val="000000"/>
                  </a:solidFill>
                  <a:latin typeface="Arial"/>
                  <a:ea typeface="Arial"/>
                  <a:cs typeface="Arial"/>
                </a:defRPr>
              </a:lvl7pPr>
              <a:lvl8pPr algn="r">
                <a:defRPr sz="699" b="0">
                  <a:solidFill>
                    <a:srgbClr val="000000"/>
                  </a:solidFill>
                  <a:latin typeface="Arial"/>
                  <a:ea typeface="Arial"/>
                  <a:cs typeface="Arial"/>
                </a:defRPr>
              </a:lvl8pPr>
              <a:lvl9pPr algn="r">
                <a:defRPr sz="699" b="0">
                  <a:solidFill>
                    <a:srgbClr val="000000"/>
                  </a:solidFill>
                  <a:latin typeface="Arial"/>
                  <a:ea typeface="Arial"/>
                  <a:cs typeface="Arial"/>
                </a:defRPr>
              </a:lvl9pPr>
            </a:lstStyle>
            <a:p>
              <a:pPr algn="r">
                <a:defRPr sz="699" b="0">
                  <a:solidFill>
                    <a:srgbClr val="000000"/>
                  </a:solidFill>
                  <a:latin typeface="Arial"/>
                  <a:ea typeface="Arial"/>
                  <a:cs typeface="Arial"/>
                </a:defRPr>
              </a:pPr>
              <a:r>
                <a:rPr sz="699" b="0">
                  <a:solidFill>
                    <a:srgbClr val="000000"/>
                  </a:solidFill>
                  <a:latin typeface="Arial"/>
                  <a:ea typeface="Arial"/>
                  <a:cs typeface="Arial"/>
                </a:rPr>
                <a:t>0</a:t>
              </a:r>
            </a:p>
          </p:txBody>
        </p:sp>
        <p:sp>
          <p:nvSpPr>
            <p:cNvPr id="263" name="text_117">
              <a:extLst>
                <a:ext uri="{FF2B5EF4-FFF2-40B4-BE49-F238E27FC236}">
                  <ns2:creationId id="{F0FD17F9-12D9-4F00-9D21-3C2332A83041}"/>
                </a:ext>
              </a:extLst>
            </p:cNvPr>
            <p:cNvSpPr>
              <a:spLocks noGrp="1"/>
            </p:cNvSpPr>
            <p:nvPr/>
          </p:nvSpPr>
          <p:spPr>
            <a:xfrm>
              <a:off x="887920" y="1207770"/>
              <a:ext cx="320612" cy="204026"/>
            </a:xfrm>
            <a:prstGeom prst="rect">
              <a:avLst/>
            </a:prstGeom>
            <a:noFill/>
            <a:ln w="0">
              <a:noFill/>
              <a:prstDash val="solid"/>
            </a:ln>
          </p:spPr>
          <p:txBody>
            <a:bodyPr wrap="none" lIns="0" tIns="0" rIns="0" bIns="0" anchor="t">
              <a:noAutofit/>
            </a:bodyPr>
            <a:lstStyle>
              <a:defPPr algn="r">
                <a:defRPr sz="699" b="0">
                  <a:solidFill>
                    <a:srgbClr val="000000"/>
                  </a:solidFill>
                  <a:latin typeface="Arial"/>
                  <a:ea typeface="Arial"/>
                  <a:cs typeface="Arial"/>
                </a:defRPr>
              </a:defPPr>
              <a:lvl1pPr algn="r">
                <a:defRPr sz="699" b="0">
                  <a:solidFill>
                    <a:srgbClr val="000000"/>
                  </a:solidFill>
                  <a:latin typeface="Arial"/>
                  <a:ea typeface="Arial"/>
                  <a:cs typeface="Arial"/>
                </a:defRPr>
              </a:lvl1pPr>
              <a:lvl2pPr algn="r">
                <a:defRPr sz="699" b="0">
                  <a:solidFill>
                    <a:srgbClr val="000000"/>
                  </a:solidFill>
                  <a:latin typeface="Arial"/>
                  <a:ea typeface="Arial"/>
                  <a:cs typeface="Arial"/>
                </a:defRPr>
              </a:lvl2pPr>
              <a:lvl3pPr algn="r">
                <a:defRPr sz="699" b="0">
                  <a:solidFill>
                    <a:srgbClr val="000000"/>
                  </a:solidFill>
                  <a:latin typeface="Arial"/>
                  <a:ea typeface="Arial"/>
                  <a:cs typeface="Arial"/>
                </a:defRPr>
              </a:lvl3pPr>
              <a:lvl4pPr algn="r">
                <a:defRPr sz="699" b="0">
                  <a:solidFill>
                    <a:srgbClr val="000000"/>
                  </a:solidFill>
                  <a:latin typeface="Arial"/>
                  <a:ea typeface="Arial"/>
                  <a:cs typeface="Arial"/>
                </a:defRPr>
              </a:lvl4pPr>
              <a:lvl5pPr algn="r">
                <a:defRPr sz="699" b="0">
                  <a:solidFill>
                    <a:srgbClr val="000000"/>
                  </a:solidFill>
                  <a:latin typeface="Arial"/>
                  <a:ea typeface="Arial"/>
                  <a:cs typeface="Arial"/>
                </a:defRPr>
              </a:lvl5pPr>
              <a:lvl6pPr algn="r">
                <a:defRPr sz="699" b="0">
                  <a:solidFill>
                    <a:srgbClr val="000000"/>
                  </a:solidFill>
                  <a:latin typeface="Arial"/>
                  <a:ea typeface="Arial"/>
                  <a:cs typeface="Arial"/>
                </a:defRPr>
              </a:lvl6pPr>
              <a:lvl7pPr algn="r">
                <a:defRPr sz="699" b="0">
                  <a:solidFill>
                    <a:srgbClr val="000000"/>
                  </a:solidFill>
                  <a:latin typeface="Arial"/>
                  <a:ea typeface="Arial"/>
                  <a:cs typeface="Arial"/>
                </a:defRPr>
              </a:lvl7pPr>
              <a:lvl8pPr algn="r">
                <a:defRPr sz="699" b="0">
                  <a:solidFill>
                    <a:srgbClr val="000000"/>
                  </a:solidFill>
                  <a:latin typeface="Arial"/>
                  <a:ea typeface="Arial"/>
                  <a:cs typeface="Arial"/>
                </a:defRPr>
              </a:lvl8pPr>
              <a:lvl9pPr algn="r">
                <a:defRPr sz="699" b="0">
                  <a:solidFill>
                    <a:srgbClr val="000000"/>
                  </a:solidFill>
                  <a:latin typeface="Arial"/>
                  <a:ea typeface="Arial"/>
                  <a:cs typeface="Arial"/>
                </a:defRPr>
              </a:lvl9pPr>
            </a:lstStyle>
            <a:p>
              <a:pPr algn="r">
                <a:defRPr sz="699" b="0">
                  <a:solidFill>
                    <a:srgbClr val="000000"/>
                  </a:solidFill>
                  <a:latin typeface="Arial"/>
                  <a:ea typeface="Arial"/>
                  <a:cs typeface="Arial"/>
                </a:defRPr>
              </a:pPr>
              <a:r>
                <a:rPr sz="699" b="0">
                  <a:solidFill>
                    <a:srgbClr val="000000"/>
                  </a:solidFill>
                  <a:latin typeface="Arial"/>
                  <a:ea typeface="Arial"/>
                  <a:cs typeface="Arial"/>
                </a:rPr>
                <a:t>1</a:t>
              </a:r>
            </a:p>
          </p:txBody>
        </p:sp>
        <p:sp>
          <p:nvSpPr>
            <p:cNvPr id="264" name="text_118">
              <a:extLst>
                <a:ext uri="{FF2B5EF4-FFF2-40B4-BE49-F238E27FC236}">
                  <ns2:creationId id="{A2BA31B2-B52E-40F6-B2E8-601977E460EA}"/>
                </a:ext>
              </a:extLst>
            </p:cNvPr>
            <p:cNvSpPr>
              <a:spLocks noGrp="1"/>
            </p:cNvSpPr>
            <p:nvPr/>
          </p:nvSpPr>
          <p:spPr>
            <a:xfrm>
              <a:off x="1172585" y="2014156"/>
              <a:ext cx="388620" cy="213741"/>
            </a:xfrm>
            <a:prstGeom prst="rect">
              <a:avLst/>
            </a:prstGeom>
            <a:noFill/>
            <a:ln w="0">
              <a:noFill/>
              <a:prstDash val="solid"/>
            </a:ln>
          </p:spPr>
          <p:txBody>
            <a:bodyPr wrap="none" lIns="0" tIns="0" rIns="0" bIns="0" anchor="t">
              <a:noAutofit/>
            </a:bodyPr>
            <a:lstStyle>
              <a:defPPr algn="ctr">
                <a:defRPr sz="746" b="0">
                  <a:solidFill>
                    <a:srgbClr val="000000"/>
                  </a:solidFill>
                  <a:latin typeface="Arial"/>
                  <a:ea typeface="Arial"/>
                  <a:cs typeface="Arial"/>
                </a:defRPr>
              </a:defPPr>
              <a:lvl1pPr algn="ctr">
                <a:defRPr sz="746" b="0">
                  <a:solidFill>
                    <a:srgbClr val="000000"/>
                  </a:solidFill>
                  <a:latin typeface="Arial"/>
                  <a:ea typeface="Arial"/>
                  <a:cs typeface="Arial"/>
                </a:defRPr>
              </a:lvl1pPr>
              <a:lvl2pPr algn="ctr">
                <a:defRPr sz="746" b="0">
                  <a:solidFill>
                    <a:srgbClr val="000000"/>
                  </a:solidFill>
                  <a:latin typeface="Arial"/>
                  <a:ea typeface="Arial"/>
                  <a:cs typeface="Arial"/>
                </a:defRPr>
              </a:lvl2pPr>
              <a:lvl3pPr algn="ctr">
                <a:defRPr sz="746" b="0">
                  <a:solidFill>
                    <a:srgbClr val="000000"/>
                  </a:solidFill>
                  <a:latin typeface="Arial"/>
                  <a:ea typeface="Arial"/>
                  <a:cs typeface="Arial"/>
                </a:defRPr>
              </a:lvl3pPr>
              <a:lvl4pPr algn="ctr">
                <a:defRPr sz="746" b="0">
                  <a:solidFill>
                    <a:srgbClr val="000000"/>
                  </a:solidFill>
                  <a:latin typeface="Arial"/>
                  <a:ea typeface="Arial"/>
                  <a:cs typeface="Arial"/>
                </a:defRPr>
              </a:lvl4pPr>
              <a:lvl5pPr algn="ctr">
                <a:defRPr sz="746" b="0">
                  <a:solidFill>
                    <a:srgbClr val="000000"/>
                  </a:solidFill>
                  <a:latin typeface="Arial"/>
                  <a:ea typeface="Arial"/>
                  <a:cs typeface="Arial"/>
                </a:defRPr>
              </a:lvl5pPr>
              <a:lvl6pPr algn="ctr">
                <a:defRPr sz="746" b="0">
                  <a:solidFill>
                    <a:srgbClr val="000000"/>
                  </a:solidFill>
                  <a:latin typeface="Arial"/>
                  <a:ea typeface="Arial"/>
                  <a:cs typeface="Arial"/>
                </a:defRPr>
              </a:lvl6pPr>
              <a:lvl7pPr algn="ctr">
                <a:defRPr sz="746" b="0">
                  <a:solidFill>
                    <a:srgbClr val="000000"/>
                  </a:solidFill>
                  <a:latin typeface="Arial"/>
                  <a:ea typeface="Arial"/>
                  <a:cs typeface="Arial"/>
                </a:defRPr>
              </a:lvl7pPr>
              <a:lvl8pPr algn="ctr">
                <a:defRPr sz="746" b="0">
                  <a:solidFill>
                    <a:srgbClr val="000000"/>
                  </a:solidFill>
                  <a:latin typeface="Arial"/>
                  <a:ea typeface="Arial"/>
                  <a:cs typeface="Arial"/>
                </a:defRPr>
              </a:lvl8pPr>
              <a:lvl9pPr algn="ctr">
                <a:defRPr sz="746" b="0">
                  <a:solidFill>
                    <a:srgbClr val="000000"/>
                  </a:solidFill>
                  <a:latin typeface="Arial"/>
                  <a:ea typeface="Arial"/>
                  <a:cs typeface="Arial"/>
                </a:defRPr>
              </a:lvl9pPr>
            </a:lstStyle>
            <a:p>
              <a:pPr algn="ctr">
                <a:defRPr sz="746" b="0">
                  <a:solidFill>
                    <a:srgbClr val="000000"/>
                  </a:solidFill>
                  <a:latin typeface="Arial"/>
                  <a:ea typeface="Arial"/>
                  <a:cs typeface="Arial"/>
                </a:defRPr>
              </a:pPr>
              <a:r>
                <a:rPr sz="746" b="0">
                  <a:solidFill>
                    <a:srgbClr val="000000"/>
                  </a:solidFill>
                  <a:latin typeface="Arial"/>
                  <a:ea typeface="Arial"/>
                  <a:cs typeface="Arial"/>
                </a:rPr>
                <a:t>0</a:t>
              </a:r>
            </a:p>
          </p:txBody>
        </p:sp>
        <p:sp>
          <p:nvSpPr>
            <p:cNvPr id="265" name="text_119">
              <a:extLst>
                <a:ext uri="{FF2B5EF4-FFF2-40B4-BE49-F238E27FC236}">
                  <ns2:creationId id="{78837675-5225-411C-9B24-7343CFF6B2FD}"/>
                </a:ext>
              </a:extLst>
            </p:cNvPr>
            <p:cNvSpPr>
              <a:spLocks noGrp="1"/>
            </p:cNvSpPr>
            <p:nvPr/>
          </p:nvSpPr>
          <p:spPr>
            <a:xfrm>
              <a:off x="6976624" y="2014156"/>
              <a:ext cx="388620" cy="213741"/>
            </a:xfrm>
            <a:prstGeom prst="rect">
              <a:avLst/>
            </a:prstGeom>
            <a:noFill/>
            <a:ln w="0">
              <a:noFill/>
              <a:prstDash val="solid"/>
            </a:ln>
          </p:spPr>
          <p:txBody>
            <a:bodyPr wrap="none" lIns="0" tIns="0" rIns="0" bIns="0" anchor="t">
              <a:noAutofit/>
            </a:bodyPr>
            <a:lstStyle>
              <a:defPPr algn="ctr">
                <a:defRPr sz="746" b="0">
                  <a:solidFill>
                    <a:srgbClr val="000000"/>
                  </a:solidFill>
                  <a:latin typeface="Arial"/>
                  <a:ea typeface="Arial"/>
                  <a:cs typeface="Arial"/>
                </a:defRPr>
              </a:defPPr>
              <a:lvl1pPr algn="ctr">
                <a:defRPr sz="746" b="0">
                  <a:solidFill>
                    <a:srgbClr val="000000"/>
                  </a:solidFill>
                  <a:latin typeface="Arial"/>
                  <a:ea typeface="Arial"/>
                  <a:cs typeface="Arial"/>
                </a:defRPr>
              </a:lvl1pPr>
              <a:lvl2pPr algn="ctr">
                <a:defRPr sz="746" b="0">
                  <a:solidFill>
                    <a:srgbClr val="000000"/>
                  </a:solidFill>
                  <a:latin typeface="Arial"/>
                  <a:ea typeface="Arial"/>
                  <a:cs typeface="Arial"/>
                </a:defRPr>
              </a:lvl2pPr>
              <a:lvl3pPr algn="ctr">
                <a:defRPr sz="746" b="0">
                  <a:solidFill>
                    <a:srgbClr val="000000"/>
                  </a:solidFill>
                  <a:latin typeface="Arial"/>
                  <a:ea typeface="Arial"/>
                  <a:cs typeface="Arial"/>
                </a:defRPr>
              </a:lvl3pPr>
              <a:lvl4pPr algn="ctr">
                <a:defRPr sz="746" b="0">
                  <a:solidFill>
                    <a:srgbClr val="000000"/>
                  </a:solidFill>
                  <a:latin typeface="Arial"/>
                  <a:ea typeface="Arial"/>
                  <a:cs typeface="Arial"/>
                </a:defRPr>
              </a:lvl4pPr>
              <a:lvl5pPr algn="ctr">
                <a:defRPr sz="746" b="0">
                  <a:solidFill>
                    <a:srgbClr val="000000"/>
                  </a:solidFill>
                  <a:latin typeface="Arial"/>
                  <a:ea typeface="Arial"/>
                  <a:cs typeface="Arial"/>
                </a:defRPr>
              </a:lvl5pPr>
              <a:lvl6pPr algn="ctr">
                <a:defRPr sz="746" b="0">
                  <a:solidFill>
                    <a:srgbClr val="000000"/>
                  </a:solidFill>
                  <a:latin typeface="Arial"/>
                  <a:ea typeface="Arial"/>
                  <a:cs typeface="Arial"/>
                </a:defRPr>
              </a:lvl6pPr>
              <a:lvl7pPr algn="ctr">
                <a:defRPr sz="746" b="0">
                  <a:solidFill>
                    <a:srgbClr val="000000"/>
                  </a:solidFill>
                  <a:latin typeface="Arial"/>
                  <a:ea typeface="Arial"/>
                  <a:cs typeface="Arial"/>
                </a:defRPr>
              </a:lvl7pPr>
              <a:lvl8pPr algn="ctr">
                <a:defRPr sz="746" b="0">
                  <a:solidFill>
                    <a:srgbClr val="000000"/>
                  </a:solidFill>
                  <a:latin typeface="Arial"/>
                  <a:ea typeface="Arial"/>
                  <a:cs typeface="Arial"/>
                </a:defRPr>
              </a:lvl8pPr>
              <a:lvl9pPr algn="ctr">
                <a:defRPr sz="746" b="0">
                  <a:solidFill>
                    <a:srgbClr val="000000"/>
                  </a:solidFill>
                  <a:latin typeface="Arial"/>
                  <a:ea typeface="Arial"/>
                  <a:cs typeface="Arial"/>
                </a:defRPr>
              </a:lvl9pPr>
            </a:lstStyle>
            <a:p>
              <a:pPr algn="ctr">
                <a:defRPr sz="746" b="0">
                  <a:solidFill>
                    <a:srgbClr val="000000"/>
                  </a:solidFill>
                  <a:latin typeface="Arial"/>
                  <a:ea typeface="Arial"/>
                  <a:cs typeface="Arial"/>
                </a:defRPr>
              </a:pPr>
              <a:r>
                <a:rPr sz="746" b="0">
                  <a:solidFill>
                    <a:srgbClr val="000000"/>
                  </a:solidFill>
                  <a:latin typeface="Arial"/>
                  <a:ea typeface="Arial"/>
                  <a:cs typeface="Arial"/>
                </a:rPr>
                <a:t>29</a:t>
              </a:r>
            </a:p>
          </p:txBody>
        </p:sp>
        <p:sp>
          <p:nvSpPr>
            <p:cNvPr id="266" name="wildfire_R_3_exact_anchor">
              <a:extLst>
                <a:ext uri="{FF2B5EF4-FFF2-40B4-BE49-F238E27FC236}">
                  <ns2:creationId id="{A2984D05-9919-4B90-B3B5-7279895961B0}"/>
                </a:ext>
              </a:extLst>
            </p:cNvPr>
            <p:cNvSpPr>
              <a:spLocks noGrp="1"/>
            </p:cNvSpPr>
            <p:nvPr/>
          </p:nvSpPr>
          <p:spPr>
            <a:xfrm>
              <a:off x="4930541" y="1833164"/>
              <a:ext cx="77724" cy="77724"/>
            </a:xfrm>
            <a:prstGeom prst="ellipse">
              <a:avLst/>
            </a:prstGeom>
            <a:solidFill>
              <a:srgbClr val="FFFFFF"/>
            </a:solidFill>
            <a:ln w="10653">
              <a:solidFill>
                <a:srgbClr val="0072B2"/>
              </a:solidFill>
              <a:prstDash val="solid"/>
            </a:ln>
          </p:spPr>
        </p:sp>
        <p:sp>
          <p:nvSpPr>
            <p:cNvPr id="267" name="wildfire_R_48_exact_anchor">
              <a:extLst>
                <a:ext uri="{FF2B5EF4-FFF2-40B4-BE49-F238E27FC236}">
                  <ns2:creationId id="{7DD1E69A-B425-48C0-8A79-E4D5B742E7F9}"/>
                </a:ext>
              </a:extLst>
            </p:cNvPr>
            <p:cNvSpPr>
              <a:spLocks noGrp="1"/>
            </p:cNvSpPr>
            <p:nvPr/>
          </p:nvSpPr>
          <p:spPr>
            <a:xfrm>
              <a:off x="4930541" y="1466974"/>
              <a:ext cx="77724" cy="77724"/>
            </a:xfrm>
            <a:prstGeom prst="ellipse">
              <a:avLst/>
            </a:prstGeom>
            <a:solidFill>
              <a:srgbClr val="FFFFFF"/>
            </a:solidFill>
            <a:ln w="10653">
              <a:solidFill>
                <a:srgbClr val="D55E00"/>
              </a:solidFill>
              <a:prstDash val="solid"/>
            </a:ln>
          </p:spPr>
        </p:sp>
        <p:sp>
          <p:nvSpPr>
            <p:cNvPr id="268" name="wildfire_R_52_exact_anchor">
              <a:extLst>
                <a:ext uri="{FF2B5EF4-FFF2-40B4-BE49-F238E27FC236}">
                  <ns2:creationId id="{AD123C6C-036D-4793-94FC-9E868B064571}"/>
                </a:ext>
              </a:extLst>
            </p:cNvPr>
            <p:cNvSpPr>
              <a:spLocks noGrp="1"/>
            </p:cNvSpPr>
            <p:nvPr/>
          </p:nvSpPr>
          <p:spPr>
            <a:xfrm>
              <a:off x="4930541" y="1659245"/>
              <a:ext cx="77724" cy="77724"/>
            </a:xfrm>
            <a:prstGeom prst="ellipse">
              <a:avLst/>
            </a:prstGeom>
            <a:solidFill>
              <a:srgbClr val="FFFFFF"/>
            </a:solidFill>
            <a:ln w="10653">
              <a:solidFill>
                <a:srgbClr val="009E73"/>
              </a:solidFill>
              <a:prstDash val="solid"/>
            </a:ln>
          </p:spPr>
        </p:sp>
        <p:pic>
          <p:nvPicPr>
            <p:cNvPr id="269" name="">
              <a:extLst>
                <a:ext uri="{FF2B5EF4-FFF2-40B4-BE49-F238E27FC236}">
                  <ns2:creationId id="{272B4CFE-6BB6-421E-A97E-54A2B142E164}"/>
                </a:ext>
              </a:extLst>
            </p:cNvPr>
            <p:cNvPicPr>
              <a:picLocks noChangeAspect="1"/>
            </p:cNvPicPr>
            <p:nvPr/>
          </p:nvPicPr>
          <p:blipFill>
            <a:blip r:embed="rId50004"/>
            <a:stretch/>
          </p:blipFill>
          <p:spPr>
            <a:xfrm>
              <a:off x="7886700" y="1304925"/>
              <a:ext cx="3847338" cy="680085"/>
            </a:xfrm>
            <a:prstGeom prst="rect">
              <a:avLst/>
            </a:prstGeom>
          </p:spPr>
        </p:pic>
        <p:sp>
          <p:nvSpPr>
            <p:cNvPr id="270" name="line_124">
              <a:extLst>
                <a:ext uri="{FF2B5EF4-FFF2-40B4-BE49-F238E27FC236}">
                  <ns2:creationId id="{ED67D55B-2A0C-411E-9A44-99C2252B0837}"/>
                </a:ext>
              </a:extLst>
            </p:cNvPr>
            <p:cNvSpPr>
              <a:spLocks noGrp="1"/>
            </p:cNvSpPr>
            <p:nvPr/>
          </p:nvSpPr>
          <p:spPr>
            <a:xfrm>
              <a:off x="9810369" y="1304925"/>
              <a:ext cx="97" cy="680085"/>
            </a:xfrm>
            <a:custGeom>
              <a:pathLst>
                <a:path w="95" h="666750">
                  <a:moveTo>
                    <a:pt x="0" y="0"/>
                  </a:moveTo>
                  <a:lnTo>
                    <a:pt x="0" y="666750"/>
                  </a:lnTo>
                </a:path>
              </a:pathLst>
            </a:custGeom>
            <a:noFill/>
            <a:ln w="5918">
              <a:solidFill>
                <a:srgbClr val="263238"/>
              </a:solidFill>
              <a:prstDash val="dash"/>
            </a:ln>
          </p:spPr>
        </p:sp>
        <p:sp>
          <p:nvSpPr>
            <p:cNvPr id="271" name="rect_125">
              <a:extLst>
                <a:ext uri="{FF2B5EF4-FFF2-40B4-BE49-F238E27FC236}">
                  <ns2:creationId id="{84286569-BFCE-4409-A330-03E61D649F55}"/>
                </a:ext>
              </a:extLst>
            </p:cNvPr>
            <p:cNvSpPr>
              <a:spLocks noGrp="1"/>
            </p:cNvSpPr>
            <p:nvPr/>
          </p:nvSpPr>
          <p:spPr>
            <a:xfrm>
              <a:off x="7886700" y="1304925"/>
              <a:ext cx="3847338" cy="680085"/>
            </a:xfrm>
            <a:prstGeom prst="rect">
              <a:avLst/>
            </a:prstGeom>
            <a:noFill/>
            <a:ln w="4143">
              <a:solidFill>
                <a:srgbClr val="7B8790"/>
              </a:solidFill>
              <a:prstDash val="solid"/>
            </a:ln>
          </p:spPr>
        </p:sp>
        <p:sp>
          <p:nvSpPr>
            <p:cNvPr id="272" name="text_126">
              <a:extLst>
                <a:ext uri="{FF2B5EF4-FFF2-40B4-BE49-F238E27FC236}">
                  <ns2:creationId id="{4350426D-561A-4046-A5D8-B77F93BDB99C}"/>
                </a:ext>
              </a:extLst>
            </p:cNvPr>
            <p:cNvSpPr>
              <a:spLocks noGrp="1"/>
            </p:cNvSpPr>
            <p:nvPr/>
          </p:nvSpPr>
          <p:spPr>
            <a:xfrm>
              <a:off x="7507796" y="1887855"/>
              <a:ext cx="320612" cy="204026"/>
            </a:xfrm>
            <a:prstGeom prst="rect">
              <a:avLst/>
            </a:prstGeom>
            <a:noFill/>
            <a:ln w="0">
              <a:noFill/>
              <a:prstDash val="solid"/>
            </a:ln>
          </p:spPr>
          <p:txBody>
            <a:bodyPr wrap="none" lIns="0" tIns="0" rIns="0" bIns="0" anchor="t">
              <a:noAutofit/>
            </a:bodyPr>
            <a:lstStyle>
              <a:defPPr algn="r">
                <a:defRPr sz="699" b="0">
                  <a:solidFill>
                    <a:srgbClr val="000000"/>
                  </a:solidFill>
                  <a:latin typeface="Arial"/>
                  <a:ea typeface="Arial"/>
                  <a:cs typeface="Arial"/>
                </a:defRPr>
              </a:defPPr>
              <a:lvl1pPr algn="r">
                <a:defRPr sz="699" b="0">
                  <a:solidFill>
                    <a:srgbClr val="000000"/>
                  </a:solidFill>
                  <a:latin typeface="Arial"/>
                  <a:ea typeface="Arial"/>
                  <a:cs typeface="Arial"/>
                </a:defRPr>
              </a:lvl1pPr>
              <a:lvl2pPr algn="r">
                <a:defRPr sz="699" b="0">
                  <a:solidFill>
                    <a:srgbClr val="000000"/>
                  </a:solidFill>
                  <a:latin typeface="Arial"/>
                  <a:ea typeface="Arial"/>
                  <a:cs typeface="Arial"/>
                </a:defRPr>
              </a:lvl2pPr>
              <a:lvl3pPr algn="r">
                <a:defRPr sz="699" b="0">
                  <a:solidFill>
                    <a:srgbClr val="000000"/>
                  </a:solidFill>
                  <a:latin typeface="Arial"/>
                  <a:ea typeface="Arial"/>
                  <a:cs typeface="Arial"/>
                </a:defRPr>
              </a:lvl3pPr>
              <a:lvl4pPr algn="r">
                <a:defRPr sz="699" b="0">
                  <a:solidFill>
                    <a:srgbClr val="000000"/>
                  </a:solidFill>
                  <a:latin typeface="Arial"/>
                  <a:ea typeface="Arial"/>
                  <a:cs typeface="Arial"/>
                </a:defRPr>
              </a:lvl4pPr>
              <a:lvl5pPr algn="r">
                <a:defRPr sz="699" b="0">
                  <a:solidFill>
                    <a:srgbClr val="000000"/>
                  </a:solidFill>
                  <a:latin typeface="Arial"/>
                  <a:ea typeface="Arial"/>
                  <a:cs typeface="Arial"/>
                </a:defRPr>
              </a:lvl5pPr>
              <a:lvl6pPr algn="r">
                <a:defRPr sz="699" b="0">
                  <a:solidFill>
                    <a:srgbClr val="000000"/>
                  </a:solidFill>
                  <a:latin typeface="Arial"/>
                  <a:ea typeface="Arial"/>
                  <a:cs typeface="Arial"/>
                </a:defRPr>
              </a:lvl6pPr>
              <a:lvl7pPr algn="r">
                <a:defRPr sz="699" b="0">
                  <a:solidFill>
                    <a:srgbClr val="000000"/>
                  </a:solidFill>
                  <a:latin typeface="Arial"/>
                  <a:ea typeface="Arial"/>
                  <a:cs typeface="Arial"/>
                </a:defRPr>
              </a:lvl7pPr>
              <a:lvl8pPr algn="r">
                <a:defRPr sz="699" b="0">
                  <a:solidFill>
                    <a:srgbClr val="000000"/>
                  </a:solidFill>
                  <a:latin typeface="Arial"/>
                  <a:ea typeface="Arial"/>
                  <a:cs typeface="Arial"/>
                </a:defRPr>
              </a:lvl8pPr>
              <a:lvl9pPr algn="r">
                <a:defRPr sz="699" b="0">
                  <a:solidFill>
                    <a:srgbClr val="000000"/>
                  </a:solidFill>
                  <a:latin typeface="Arial"/>
                  <a:ea typeface="Arial"/>
                  <a:cs typeface="Arial"/>
                </a:defRPr>
              </a:lvl9pPr>
            </a:lstStyle>
            <a:p>
              <a:pPr algn="r">
                <a:defRPr sz="699" b="0">
                  <a:solidFill>
                    <a:srgbClr val="000000"/>
                  </a:solidFill>
                  <a:latin typeface="Arial"/>
                  <a:ea typeface="Arial"/>
                  <a:cs typeface="Arial"/>
                </a:defRPr>
              </a:pPr>
              <a:r>
                <a:rPr sz="699" b="0">
                  <a:solidFill>
                    <a:srgbClr val="000000"/>
                  </a:solidFill>
                  <a:latin typeface="Arial"/>
                  <a:ea typeface="Arial"/>
                  <a:cs typeface="Arial"/>
                </a:rPr>
                <a:t>0.10</a:t>
              </a:r>
            </a:p>
          </p:txBody>
        </p:sp>
        <p:sp>
          <p:nvSpPr>
            <p:cNvPr id="273" name="text_127">
              <a:extLst>
                <a:ext uri="{FF2B5EF4-FFF2-40B4-BE49-F238E27FC236}">
                  <ns2:creationId id="{962C16BB-24CB-49E6-AB16-4E03C4252D0E}"/>
                </a:ext>
              </a:extLst>
            </p:cNvPr>
            <p:cNvSpPr>
              <a:spLocks noGrp="1"/>
            </p:cNvSpPr>
            <p:nvPr/>
          </p:nvSpPr>
          <p:spPr>
            <a:xfrm>
              <a:off x="7507796" y="1207770"/>
              <a:ext cx="320612" cy="204026"/>
            </a:xfrm>
            <a:prstGeom prst="rect">
              <a:avLst/>
            </a:prstGeom>
            <a:noFill/>
            <a:ln w="0">
              <a:noFill/>
              <a:prstDash val="solid"/>
            </a:ln>
          </p:spPr>
          <p:txBody>
            <a:bodyPr wrap="none" lIns="0" tIns="0" rIns="0" bIns="0" anchor="t">
              <a:noAutofit/>
            </a:bodyPr>
            <a:lstStyle>
              <a:defPPr algn="r">
                <a:defRPr sz="699" b="0">
                  <a:solidFill>
                    <a:srgbClr val="000000"/>
                  </a:solidFill>
                  <a:latin typeface="Arial"/>
                  <a:ea typeface="Arial"/>
                  <a:cs typeface="Arial"/>
                </a:defRPr>
              </a:defPPr>
              <a:lvl1pPr algn="r">
                <a:defRPr sz="699" b="0">
                  <a:solidFill>
                    <a:srgbClr val="000000"/>
                  </a:solidFill>
                  <a:latin typeface="Arial"/>
                  <a:ea typeface="Arial"/>
                  <a:cs typeface="Arial"/>
                </a:defRPr>
              </a:lvl1pPr>
              <a:lvl2pPr algn="r">
                <a:defRPr sz="699" b="0">
                  <a:solidFill>
                    <a:srgbClr val="000000"/>
                  </a:solidFill>
                  <a:latin typeface="Arial"/>
                  <a:ea typeface="Arial"/>
                  <a:cs typeface="Arial"/>
                </a:defRPr>
              </a:lvl2pPr>
              <a:lvl3pPr algn="r">
                <a:defRPr sz="699" b="0">
                  <a:solidFill>
                    <a:srgbClr val="000000"/>
                  </a:solidFill>
                  <a:latin typeface="Arial"/>
                  <a:ea typeface="Arial"/>
                  <a:cs typeface="Arial"/>
                </a:defRPr>
              </a:lvl3pPr>
              <a:lvl4pPr algn="r">
                <a:defRPr sz="699" b="0">
                  <a:solidFill>
                    <a:srgbClr val="000000"/>
                  </a:solidFill>
                  <a:latin typeface="Arial"/>
                  <a:ea typeface="Arial"/>
                  <a:cs typeface="Arial"/>
                </a:defRPr>
              </a:lvl4pPr>
              <a:lvl5pPr algn="r">
                <a:defRPr sz="699" b="0">
                  <a:solidFill>
                    <a:srgbClr val="000000"/>
                  </a:solidFill>
                  <a:latin typeface="Arial"/>
                  <a:ea typeface="Arial"/>
                  <a:cs typeface="Arial"/>
                </a:defRPr>
              </a:lvl5pPr>
              <a:lvl6pPr algn="r">
                <a:defRPr sz="699" b="0">
                  <a:solidFill>
                    <a:srgbClr val="000000"/>
                  </a:solidFill>
                  <a:latin typeface="Arial"/>
                  <a:ea typeface="Arial"/>
                  <a:cs typeface="Arial"/>
                </a:defRPr>
              </a:lvl6pPr>
              <a:lvl7pPr algn="r">
                <a:defRPr sz="699" b="0">
                  <a:solidFill>
                    <a:srgbClr val="000000"/>
                  </a:solidFill>
                  <a:latin typeface="Arial"/>
                  <a:ea typeface="Arial"/>
                  <a:cs typeface="Arial"/>
                </a:defRPr>
              </a:lvl7pPr>
              <a:lvl8pPr algn="r">
                <a:defRPr sz="699" b="0">
                  <a:solidFill>
                    <a:srgbClr val="000000"/>
                  </a:solidFill>
                  <a:latin typeface="Arial"/>
                  <a:ea typeface="Arial"/>
                  <a:cs typeface="Arial"/>
                </a:defRPr>
              </a:lvl8pPr>
              <a:lvl9pPr algn="r">
                <a:defRPr sz="699" b="0">
                  <a:solidFill>
                    <a:srgbClr val="000000"/>
                  </a:solidFill>
                  <a:latin typeface="Arial"/>
                  <a:ea typeface="Arial"/>
                  <a:cs typeface="Arial"/>
                </a:defRPr>
              </a:lvl9pPr>
            </a:lstStyle>
            <a:p>
              <a:pPr algn="r">
                <a:defRPr sz="699" b="0">
                  <a:solidFill>
                    <a:srgbClr val="000000"/>
                  </a:solidFill>
                  <a:latin typeface="Arial"/>
                  <a:ea typeface="Arial"/>
                  <a:cs typeface="Arial"/>
                </a:defRPr>
              </a:pPr>
              <a:r>
                <a:rPr sz="699" b="0">
                  <a:solidFill>
                    <a:srgbClr val="000000"/>
                  </a:solidFill>
                  <a:latin typeface="Arial"/>
                  <a:ea typeface="Arial"/>
                  <a:cs typeface="Arial"/>
                </a:rPr>
                <a:t>0.76</a:t>
              </a:r>
            </a:p>
          </p:txBody>
        </p:sp>
        <p:sp>
          <p:nvSpPr>
            <p:cNvPr id="274" name="text_128">
              <a:extLst>
                <a:ext uri="{FF2B5EF4-FFF2-40B4-BE49-F238E27FC236}">
                  <ns2:creationId id="{DBCA3741-658D-44E6-834B-64C95F369A1C}"/>
                </a:ext>
              </a:extLst>
            </p:cNvPr>
            <p:cNvSpPr>
              <a:spLocks noGrp="1"/>
            </p:cNvSpPr>
            <p:nvPr/>
          </p:nvSpPr>
          <p:spPr>
            <a:xfrm>
              <a:off x="7867269" y="2014156"/>
              <a:ext cx="388620" cy="213741"/>
            </a:xfrm>
            <a:prstGeom prst="rect">
              <a:avLst/>
            </a:prstGeom>
            <a:noFill/>
            <a:ln w="0">
              <a:noFill/>
              <a:prstDash val="solid"/>
            </a:ln>
          </p:spPr>
          <p:txBody>
            <a:bodyPr wrap="none" lIns="0" tIns="0" rIns="0" bIns="0" anchor="t">
              <a:noAutofit/>
            </a:bodyPr>
            <a:lstStyle>
              <a:defPPr algn="ctr">
                <a:defRPr sz="746" b="0">
                  <a:solidFill>
                    <a:srgbClr val="000000"/>
                  </a:solidFill>
                  <a:latin typeface="Arial"/>
                  <a:ea typeface="Arial"/>
                  <a:cs typeface="Arial"/>
                </a:defRPr>
              </a:defPPr>
              <a:lvl1pPr algn="ctr">
                <a:defRPr sz="746" b="0">
                  <a:solidFill>
                    <a:srgbClr val="000000"/>
                  </a:solidFill>
                  <a:latin typeface="Arial"/>
                  <a:ea typeface="Arial"/>
                  <a:cs typeface="Arial"/>
                </a:defRPr>
              </a:lvl1pPr>
              <a:lvl2pPr algn="ctr">
                <a:defRPr sz="746" b="0">
                  <a:solidFill>
                    <a:srgbClr val="000000"/>
                  </a:solidFill>
                  <a:latin typeface="Arial"/>
                  <a:ea typeface="Arial"/>
                  <a:cs typeface="Arial"/>
                </a:defRPr>
              </a:lvl2pPr>
              <a:lvl3pPr algn="ctr">
                <a:defRPr sz="746" b="0">
                  <a:solidFill>
                    <a:srgbClr val="000000"/>
                  </a:solidFill>
                  <a:latin typeface="Arial"/>
                  <a:ea typeface="Arial"/>
                  <a:cs typeface="Arial"/>
                </a:defRPr>
              </a:lvl3pPr>
              <a:lvl4pPr algn="ctr">
                <a:defRPr sz="746" b="0">
                  <a:solidFill>
                    <a:srgbClr val="000000"/>
                  </a:solidFill>
                  <a:latin typeface="Arial"/>
                  <a:ea typeface="Arial"/>
                  <a:cs typeface="Arial"/>
                </a:defRPr>
              </a:lvl4pPr>
              <a:lvl5pPr algn="ctr">
                <a:defRPr sz="746" b="0">
                  <a:solidFill>
                    <a:srgbClr val="000000"/>
                  </a:solidFill>
                  <a:latin typeface="Arial"/>
                  <a:ea typeface="Arial"/>
                  <a:cs typeface="Arial"/>
                </a:defRPr>
              </a:lvl5pPr>
              <a:lvl6pPr algn="ctr">
                <a:defRPr sz="746" b="0">
                  <a:solidFill>
                    <a:srgbClr val="000000"/>
                  </a:solidFill>
                  <a:latin typeface="Arial"/>
                  <a:ea typeface="Arial"/>
                  <a:cs typeface="Arial"/>
                </a:defRPr>
              </a:lvl6pPr>
              <a:lvl7pPr algn="ctr">
                <a:defRPr sz="746" b="0">
                  <a:solidFill>
                    <a:srgbClr val="000000"/>
                  </a:solidFill>
                  <a:latin typeface="Arial"/>
                  <a:ea typeface="Arial"/>
                  <a:cs typeface="Arial"/>
                </a:defRPr>
              </a:lvl7pPr>
              <a:lvl8pPr algn="ctr">
                <a:defRPr sz="746" b="0">
                  <a:solidFill>
                    <a:srgbClr val="000000"/>
                  </a:solidFill>
                  <a:latin typeface="Arial"/>
                  <a:ea typeface="Arial"/>
                  <a:cs typeface="Arial"/>
                </a:defRPr>
              </a:lvl8pPr>
              <a:lvl9pPr algn="ctr">
                <a:defRPr sz="746" b="0">
                  <a:solidFill>
                    <a:srgbClr val="000000"/>
                  </a:solidFill>
                  <a:latin typeface="Arial"/>
                  <a:ea typeface="Arial"/>
                  <a:cs typeface="Arial"/>
                </a:defRPr>
              </a:lvl9pPr>
            </a:lstStyle>
            <a:p>
              <a:pPr algn="ctr">
                <a:defRPr sz="746" b="0">
                  <a:solidFill>
                    <a:srgbClr val="000000"/>
                  </a:solidFill>
                  <a:latin typeface="Arial"/>
                  <a:ea typeface="Arial"/>
                  <a:cs typeface="Arial"/>
                </a:defRPr>
              </a:pPr>
              <a:r>
                <a:rPr sz="746" b="0">
                  <a:solidFill>
                    <a:srgbClr val="000000"/>
                  </a:solidFill>
                  <a:latin typeface="Arial"/>
                  <a:ea typeface="Arial"/>
                  <a:cs typeface="Arial"/>
                </a:rPr>
                <a:t>13</a:t>
              </a:r>
            </a:p>
          </p:txBody>
        </p:sp>
        <p:sp>
          <p:nvSpPr>
            <p:cNvPr id="275" name="text_129">
              <a:extLst>
                <a:ext uri="{FF2B5EF4-FFF2-40B4-BE49-F238E27FC236}">
                  <ns2:creationId id="{75D1CC35-BDCB-40BD-8485-2E55E578E600}"/>
                </a:ext>
              </a:extLst>
            </p:cNvPr>
            <p:cNvSpPr>
              <a:spLocks noGrp="1"/>
            </p:cNvSpPr>
            <p:nvPr/>
          </p:nvSpPr>
          <p:spPr>
            <a:xfrm>
              <a:off x="11364849" y="2014156"/>
              <a:ext cx="388620" cy="213741"/>
            </a:xfrm>
            <a:prstGeom prst="rect">
              <a:avLst/>
            </a:prstGeom>
            <a:noFill/>
            <a:ln w="0">
              <a:noFill/>
              <a:prstDash val="solid"/>
            </a:ln>
          </p:spPr>
          <p:txBody>
            <a:bodyPr wrap="none" lIns="0" tIns="0" rIns="0" bIns="0" anchor="t">
              <a:noAutofit/>
            </a:bodyPr>
            <a:lstStyle>
              <a:defPPr algn="ctr">
                <a:defRPr sz="746" b="0">
                  <a:solidFill>
                    <a:srgbClr val="000000"/>
                  </a:solidFill>
                  <a:latin typeface="Arial"/>
                  <a:ea typeface="Arial"/>
                  <a:cs typeface="Arial"/>
                </a:defRPr>
              </a:defPPr>
              <a:lvl1pPr algn="ctr">
                <a:defRPr sz="746" b="0">
                  <a:solidFill>
                    <a:srgbClr val="000000"/>
                  </a:solidFill>
                  <a:latin typeface="Arial"/>
                  <a:ea typeface="Arial"/>
                  <a:cs typeface="Arial"/>
                </a:defRPr>
              </a:lvl1pPr>
              <a:lvl2pPr algn="ctr">
                <a:defRPr sz="746" b="0">
                  <a:solidFill>
                    <a:srgbClr val="000000"/>
                  </a:solidFill>
                  <a:latin typeface="Arial"/>
                  <a:ea typeface="Arial"/>
                  <a:cs typeface="Arial"/>
                </a:defRPr>
              </a:lvl2pPr>
              <a:lvl3pPr algn="ctr">
                <a:defRPr sz="746" b="0">
                  <a:solidFill>
                    <a:srgbClr val="000000"/>
                  </a:solidFill>
                  <a:latin typeface="Arial"/>
                  <a:ea typeface="Arial"/>
                  <a:cs typeface="Arial"/>
                </a:defRPr>
              </a:lvl3pPr>
              <a:lvl4pPr algn="ctr">
                <a:defRPr sz="746" b="0">
                  <a:solidFill>
                    <a:srgbClr val="000000"/>
                  </a:solidFill>
                  <a:latin typeface="Arial"/>
                  <a:ea typeface="Arial"/>
                  <a:cs typeface="Arial"/>
                </a:defRPr>
              </a:lvl4pPr>
              <a:lvl5pPr algn="ctr">
                <a:defRPr sz="746" b="0">
                  <a:solidFill>
                    <a:srgbClr val="000000"/>
                  </a:solidFill>
                  <a:latin typeface="Arial"/>
                  <a:ea typeface="Arial"/>
                  <a:cs typeface="Arial"/>
                </a:defRPr>
              </a:lvl5pPr>
              <a:lvl6pPr algn="ctr">
                <a:defRPr sz="746" b="0">
                  <a:solidFill>
                    <a:srgbClr val="000000"/>
                  </a:solidFill>
                  <a:latin typeface="Arial"/>
                  <a:ea typeface="Arial"/>
                  <a:cs typeface="Arial"/>
                </a:defRPr>
              </a:lvl6pPr>
              <a:lvl7pPr algn="ctr">
                <a:defRPr sz="746" b="0">
                  <a:solidFill>
                    <a:srgbClr val="000000"/>
                  </a:solidFill>
                  <a:latin typeface="Arial"/>
                  <a:ea typeface="Arial"/>
                  <a:cs typeface="Arial"/>
                </a:defRPr>
              </a:lvl7pPr>
              <a:lvl8pPr algn="ctr">
                <a:defRPr sz="746" b="0">
                  <a:solidFill>
                    <a:srgbClr val="000000"/>
                  </a:solidFill>
                  <a:latin typeface="Arial"/>
                  <a:ea typeface="Arial"/>
                  <a:cs typeface="Arial"/>
                </a:defRPr>
              </a:lvl8pPr>
              <a:lvl9pPr algn="ctr">
                <a:defRPr sz="746" b="0">
                  <a:solidFill>
                    <a:srgbClr val="000000"/>
                  </a:solidFill>
                  <a:latin typeface="Arial"/>
                  <a:ea typeface="Arial"/>
                  <a:cs typeface="Arial"/>
                </a:defRPr>
              </a:lvl9pPr>
            </a:lstStyle>
            <a:p>
              <a:pPr algn="ctr">
                <a:defRPr sz="746" b="0">
                  <a:solidFill>
                    <a:srgbClr val="000000"/>
                  </a:solidFill>
                  <a:latin typeface="Arial"/>
                  <a:ea typeface="Arial"/>
                  <a:cs typeface="Arial"/>
                </a:defRPr>
              </a:pPr>
              <a:r>
                <a:rPr sz="746" b="0">
                  <a:solidFill>
                    <a:srgbClr val="000000"/>
                  </a:solidFill>
                  <a:latin typeface="Arial"/>
                  <a:ea typeface="Arial"/>
                  <a:cs typeface="Arial"/>
                </a:rPr>
                <a:t>23</a:t>
              </a:r>
            </a:p>
          </p:txBody>
        </p:sp>
        <p:sp>
          <p:nvSpPr>
            <p:cNvPr id="276" name="path_130">
              <a:extLst>
                <a:ext uri="{FF2B5EF4-FFF2-40B4-BE49-F238E27FC236}">
                  <ns2:creationId id="{2437DCA4-B46D-41C4-AB22-88306C97A440}"/>
                </a:ext>
              </a:extLst>
            </p:cNvPr>
            <p:cNvSpPr>
              <a:spLocks noGrp="1"/>
            </p:cNvSpPr>
            <p:nvPr/>
          </p:nvSpPr>
          <p:spPr>
            <a:xfrm>
              <a:off x="8061579" y="1836546"/>
              <a:ext cx="3497580" cy="97070"/>
            </a:xfrm>
            <a:custGeom>
              <a:pathLst>
                <a:path w="3429000" h="95167">
                  <a:moveTo>
                    <a:pt x="0" y="80081"/>
                  </a:moveTo>
                  <a:lnTo>
                    <a:pt x="342900" y="79256"/>
                  </a:lnTo>
                  <a:lnTo>
                    <a:pt x="685800" y="77132"/>
                  </a:lnTo>
                  <a:lnTo>
                    <a:pt x="1028700" y="64077"/>
                  </a:lnTo>
                  <a:lnTo>
                    <a:pt x="1371600" y="14067"/>
                  </a:lnTo>
                  <a:lnTo>
                    <a:pt x="1714500" y="75076"/>
                  </a:lnTo>
                  <a:lnTo>
                    <a:pt x="2057400" y="0"/>
                  </a:lnTo>
                  <a:lnTo>
                    <a:pt x="2400300" y="54976"/>
                  </a:lnTo>
                  <a:lnTo>
                    <a:pt x="2743200" y="95167"/>
                  </a:lnTo>
                  <a:lnTo>
                    <a:pt x="3086100" y="57630"/>
                  </a:lnTo>
                  <a:lnTo>
                    <a:pt x="3429000" y="73040"/>
                  </a:lnTo>
                </a:path>
              </a:pathLst>
            </a:custGeom>
            <a:noFill/>
            <a:ln w="17755">
              <a:solidFill>
                <a:srgbClr val="FFFFFF"/>
              </a:solidFill>
              <a:prstDash val="solid"/>
            </a:ln>
          </p:spPr>
        </p:sp>
        <p:sp>
          <p:nvSpPr>
            <p:cNvPr id="277" name="wildfire_R_track_3_trace">
              <a:extLst>
                <a:ext uri="{FF2B5EF4-FFF2-40B4-BE49-F238E27FC236}">
                  <ns2:creationId id="{63A87208-0D83-41C1-B07C-09167A55F326}"/>
                </a:ext>
              </a:extLst>
            </p:cNvPr>
            <p:cNvSpPr>
              <a:spLocks noGrp="1"/>
            </p:cNvSpPr>
            <p:nvPr/>
          </p:nvSpPr>
          <p:spPr>
            <a:xfrm>
              <a:off x="8061579" y="1836546"/>
              <a:ext cx="3497580" cy="97070"/>
            </a:xfrm>
            <a:custGeom>
              <a:pathLst>
                <a:path w="3429000" h="95167">
                  <a:moveTo>
                    <a:pt x="0" y="80081"/>
                  </a:moveTo>
                  <a:lnTo>
                    <a:pt x="342900" y="79256"/>
                  </a:lnTo>
                  <a:lnTo>
                    <a:pt x="685800" y="77132"/>
                  </a:lnTo>
                  <a:lnTo>
                    <a:pt x="1028700" y="64077"/>
                  </a:lnTo>
                  <a:lnTo>
                    <a:pt x="1371600" y="14067"/>
                  </a:lnTo>
                  <a:lnTo>
                    <a:pt x="1714500" y="75076"/>
                  </a:lnTo>
                  <a:lnTo>
                    <a:pt x="2057400" y="0"/>
                  </a:lnTo>
                  <a:lnTo>
                    <a:pt x="2400300" y="54976"/>
                  </a:lnTo>
                  <a:lnTo>
                    <a:pt x="2743200" y="95167"/>
                  </a:lnTo>
                  <a:lnTo>
                    <a:pt x="3086100" y="57630"/>
                  </a:lnTo>
                  <a:lnTo>
                    <a:pt x="3429000" y="73040"/>
                  </a:lnTo>
                </a:path>
              </a:pathLst>
            </a:custGeom>
            <a:noFill/>
            <a:ln w="10653">
              <a:solidFill>
                <a:srgbClr val="0072B2"/>
              </a:solidFill>
              <a:prstDash val="solid"/>
            </a:ln>
          </p:spPr>
        </p:sp>
        <p:sp>
          <p:nvSpPr>
            <p:cNvPr id="278" name="wildfire_R_true_reference_3">
              <a:extLst>
                <a:ext uri="{FF2B5EF4-FFF2-40B4-BE49-F238E27FC236}">
                  <ns2:creationId id="{558FDCE0-E5EA-4EA8-9FD1-A083FFBB98EF}"/>
                </a:ext>
              </a:extLst>
            </p:cNvPr>
            <p:cNvSpPr>
              <a:spLocks noGrp="1"/>
            </p:cNvSpPr>
            <p:nvPr/>
          </p:nvSpPr>
          <p:spPr>
            <a:xfrm>
              <a:off x="8061579" y="1826943"/>
              <a:ext cx="3497580" cy="100791"/>
            </a:xfrm>
            <a:custGeom>
              <a:pathLst>
                <a:path w="3429000" h="98815">
                  <a:moveTo>
                    <a:pt x="0" y="81541"/>
                  </a:moveTo>
                  <a:lnTo>
                    <a:pt x="342900" y="82231"/>
                  </a:lnTo>
                  <a:lnTo>
                    <a:pt x="685800" y="81541"/>
                  </a:lnTo>
                  <a:lnTo>
                    <a:pt x="1028700" y="65647"/>
                  </a:lnTo>
                  <a:lnTo>
                    <a:pt x="1371600" y="73249"/>
                  </a:lnTo>
                  <a:lnTo>
                    <a:pt x="1714500" y="81541"/>
                  </a:lnTo>
                  <a:lnTo>
                    <a:pt x="2057400" y="0"/>
                  </a:lnTo>
                  <a:lnTo>
                    <a:pt x="2400300" y="58045"/>
                  </a:lnTo>
                  <a:lnTo>
                    <a:pt x="2743200" y="98815"/>
                  </a:lnTo>
                  <a:lnTo>
                    <a:pt x="3086100" y="66337"/>
                  </a:lnTo>
                  <a:lnTo>
                    <a:pt x="3429000" y="74629"/>
                  </a:lnTo>
                </a:path>
              </a:pathLst>
            </a:custGeom>
            <a:noFill/>
            <a:ln w="5918">
              <a:solidFill>
                <a:srgbClr val="0072B2"/>
              </a:solidFill>
              <a:prstDash val="dash"/>
            </a:ln>
          </p:spPr>
        </p:sp>
        <p:sp>
          <p:nvSpPr>
            <p:cNvPr id="279" name="wildfire_R_3_exact_anchor">
              <a:extLst>
                <a:ext uri="{FF2B5EF4-FFF2-40B4-BE49-F238E27FC236}">
                  <ns2:creationId id="{16171DBC-ACB0-4072-BA1F-FE610FA38706}"/>
                </a:ext>
              </a:extLst>
            </p:cNvPr>
            <p:cNvSpPr>
              <a:spLocks noGrp="1"/>
            </p:cNvSpPr>
            <p:nvPr/>
          </p:nvSpPr>
          <p:spPr>
            <a:xfrm>
              <a:off x="9771507" y="1874260"/>
              <a:ext cx="77724" cy="77724"/>
            </a:xfrm>
            <a:prstGeom prst="ellipse">
              <a:avLst/>
            </a:prstGeom>
            <a:solidFill>
              <a:srgbClr val="FFFFFF"/>
            </a:solidFill>
            <a:ln w="10653">
              <a:solidFill>
                <a:srgbClr val="0072B2"/>
              </a:solidFill>
              <a:prstDash val="solid"/>
            </a:ln>
          </p:spPr>
        </p:sp>
        <p:sp>
          <p:nvSpPr>
            <p:cNvPr id="280" name="path_136">
              <a:extLst>
                <a:ext uri="{FF2B5EF4-FFF2-40B4-BE49-F238E27FC236}">
                  <ns2:creationId id="{D8E4015F-E51F-4E2E-8D89-F37DAFD74330}"/>
                </a:ext>
              </a:extLst>
            </p:cNvPr>
            <p:cNvSpPr>
              <a:spLocks noGrp="1"/>
            </p:cNvSpPr>
            <p:nvPr/>
          </p:nvSpPr>
          <p:spPr>
            <a:xfrm>
              <a:off x="9110853" y="1356070"/>
              <a:ext cx="2448306" cy="32366"/>
            </a:xfrm>
            <a:custGeom>
              <a:pathLst>
                <a:path w="2400300" h="31731">
                  <a:moveTo>
                    <a:pt x="0" y="18754"/>
                  </a:moveTo>
                  <a:lnTo>
                    <a:pt x="342900" y="0"/>
                  </a:lnTo>
                  <a:lnTo>
                    <a:pt x="685800" y="6958"/>
                  </a:lnTo>
                  <a:lnTo>
                    <a:pt x="1028700" y="17558"/>
                  </a:lnTo>
                  <a:lnTo>
                    <a:pt x="1371600" y="31731"/>
                  </a:lnTo>
                  <a:lnTo>
                    <a:pt x="1714500" y="18628"/>
                  </a:lnTo>
                  <a:lnTo>
                    <a:pt x="2057400" y="28675"/>
                  </a:lnTo>
                  <a:lnTo>
                    <a:pt x="2400300" y="27525"/>
                  </a:lnTo>
                </a:path>
              </a:pathLst>
            </a:custGeom>
            <a:noFill/>
            <a:ln w="17755">
              <a:solidFill>
                <a:srgbClr val="FFFFFF"/>
              </a:solidFill>
              <a:prstDash val="solid"/>
            </a:ln>
          </p:spPr>
        </p:sp>
        <p:sp>
          <p:nvSpPr>
            <p:cNvPr id="281" name="wildfire_R_track_48_trace">
              <a:extLst>
                <a:ext uri="{FF2B5EF4-FFF2-40B4-BE49-F238E27FC236}">
                  <ns2:creationId id="{6F21D3A1-174B-42DD-8E8E-5296C41AF103}"/>
                </a:ext>
              </a:extLst>
            </p:cNvPr>
            <p:cNvSpPr>
              <a:spLocks noGrp="1"/>
            </p:cNvSpPr>
            <p:nvPr/>
          </p:nvSpPr>
          <p:spPr>
            <a:xfrm>
              <a:off x="9110853" y="1356070"/>
              <a:ext cx="2448306" cy="32366"/>
            </a:xfrm>
            <a:custGeom>
              <a:pathLst>
                <a:path w="2400300" h="31731">
                  <a:moveTo>
                    <a:pt x="0" y="18754"/>
                  </a:moveTo>
                  <a:lnTo>
                    <a:pt x="342900" y="0"/>
                  </a:lnTo>
                  <a:lnTo>
                    <a:pt x="685800" y="6958"/>
                  </a:lnTo>
                  <a:lnTo>
                    <a:pt x="1028700" y="17558"/>
                  </a:lnTo>
                  <a:lnTo>
                    <a:pt x="1371600" y="31731"/>
                  </a:lnTo>
                  <a:lnTo>
                    <a:pt x="1714500" y="18628"/>
                  </a:lnTo>
                  <a:lnTo>
                    <a:pt x="2057400" y="28675"/>
                  </a:lnTo>
                  <a:lnTo>
                    <a:pt x="2400300" y="27525"/>
                  </a:lnTo>
                </a:path>
              </a:pathLst>
            </a:custGeom>
            <a:noFill/>
            <a:ln w="10653">
              <a:solidFill>
                <a:srgbClr val="D55E00"/>
              </a:solidFill>
              <a:prstDash val="solid"/>
            </a:ln>
          </p:spPr>
        </p:sp>
        <p:sp>
          <p:nvSpPr>
            <p:cNvPr id="282" name="wildfire_R_true_reference_48">
              <a:extLst>
                <a:ext uri="{FF2B5EF4-FFF2-40B4-BE49-F238E27FC236}">
                  <ns2:creationId id="{E7C0088A-BEB6-4F1B-BB6B-A280F57ACA53}"/>
                </a:ext>
              </a:extLst>
            </p:cNvPr>
            <p:cNvSpPr>
              <a:spLocks noGrp="1"/>
            </p:cNvSpPr>
            <p:nvPr/>
          </p:nvSpPr>
          <p:spPr>
            <a:xfrm>
              <a:off x="9110853" y="1383582"/>
              <a:ext cx="2448306" cy="8458"/>
            </a:xfrm>
            <a:custGeom>
              <a:pathLst>
                <a:path w="2400300" h="8292">
                  <a:moveTo>
                    <a:pt x="0" y="0"/>
                  </a:moveTo>
                  <a:lnTo>
                    <a:pt x="342900" y="0"/>
                  </a:lnTo>
                  <a:lnTo>
                    <a:pt x="685800" y="0"/>
                  </a:lnTo>
                  <a:lnTo>
                    <a:pt x="1028700" y="0"/>
                  </a:lnTo>
                  <a:lnTo>
                    <a:pt x="1371600" y="8292"/>
                  </a:lnTo>
                  <a:lnTo>
                    <a:pt x="1714500" y="0"/>
                  </a:lnTo>
                  <a:lnTo>
                    <a:pt x="2057400" y="0"/>
                  </a:lnTo>
                  <a:lnTo>
                    <a:pt x="2400300" y="0"/>
                  </a:lnTo>
                </a:path>
              </a:pathLst>
            </a:custGeom>
            <a:noFill/>
            <a:ln w="5918">
              <a:solidFill>
                <a:srgbClr val="D55E00"/>
              </a:solidFill>
              <a:prstDash val="dash"/>
            </a:ln>
          </p:spPr>
        </p:sp>
        <p:sp>
          <p:nvSpPr>
            <p:cNvPr id="283" name="wildfire_R_48_exact_anchor">
              <a:extLst>
                <a:ext uri="{FF2B5EF4-FFF2-40B4-BE49-F238E27FC236}">
                  <ns2:creationId id="{868D62A8-2F70-437D-84C4-42F3389847B1}"/>
                </a:ext>
              </a:extLst>
            </p:cNvPr>
            <p:cNvSpPr>
              <a:spLocks noGrp="1"/>
            </p:cNvSpPr>
            <p:nvPr/>
          </p:nvSpPr>
          <p:spPr>
            <a:xfrm>
              <a:off x="9771507" y="1324305"/>
              <a:ext cx="77724" cy="77724"/>
            </a:xfrm>
            <a:prstGeom prst="ellipse">
              <a:avLst/>
            </a:prstGeom>
            <a:solidFill>
              <a:srgbClr val="FFFFFF"/>
            </a:solidFill>
            <a:ln w="10653">
              <a:solidFill>
                <a:srgbClr val="D55E00"/>
              </a:solidFill>
              <a:prstDash val="solid"/>
            </a:ln>
          </p:spPr>
        </p:sp>
        <p:sp>
          <p:nvSpPr>
            <p:cNvPr id="284" name="path_142">
              <a:extLst>
                <a:ext uri="{FF2B5EF4-FFF2-40B4-BE49-F238E27FC236}">
                  <ns2:creationId id="{78178995-D39E-456F-97D0-35D9B1A45575}"/>
                </a:ext>
              </a:extLst>
            </p:cNvPr>
            <p:cNvSpPr>
              <a:spLocks noGrp="1"/>
            </p:cNvSpPr>
            <p:nvPr/>
          </p:nvSpPr>
          <p:spPr>
            <a:xfrm>
              <a:off x="9460611" y="1604961"/>
              <a:ext cx="699516" cy="60270"/>
            </a:xfrm>
            <a:custGeom>
              <a:pathLst>
                <a:path w="685800" h="59088">
                  <a:moveTo>
                    <a:pt x="0" y="0"/>
                  </a:moveTo>
                  <a:lnTo>
                    <a:pt x="342900" y="46045"/>
                  </a:lnTo>
                  <a:lnTo>
                    <a:pt x="685800" y="59088"/>
                  </a:lnTo>
                </a:path>
              </a:pathLst>
            </a:custGeom>
            <a:noFill/>
            <a:ln w="17755">
              <a:solidFill>
                <a:srgbClr val="FFFFFF"/>
              </a:solidFill>
              <a:prstDash val="solid"/>
            </a:ln>
          </p:spPr>
        </p:sp>
        <p:sp>
          <p:nvSpPr>
            <p:cNvPr id="285" name="wildfire_R_track_52_trace">
              <a:extLst>
                <a:ext uri="{FF2B5EF4-FFF2-40B4-BE49-F238E27FC236}">
                  <ns2:creationId id="{A45B6052-8983-4BB1-AAF9-50F6A2425429}"/>
                </a:ext>
              </a:extLst>
            </p:cNvPr>
            <p:cNvSpPr>
              <a:spLocks noGrp="1"/>
            </p:cNvSpPr>
            <p:nvPr/>
          </p:nvSpPr>
          <p:spPr>
            <a:xfrm>
              <a:off x="9460611" y="1604961"/>
              <a:ext cx="699516" cy="60270"/>
            </a:xfrm>
            <a:custGeom>
              <a:pathLst>
                <a:path w="685800" h="59088">
                  <a:moveTo>
                    <a:pt x="0" y="0"/>
                  </a:moveTo>
                  <a:lnTo>
                    <a:pt x="342900" y="46045"/>
                  </a:lnTo>
                  <a:lnTo>
                    <a:pt x="685800" y="59088"/>
                  </a:lnTo>
                </a:path>
              </a:pathLst>
            </a:custGeom>
            <a:noFill/>
            <a:ln w="10653">
              <a:solidFill>
                <a:srgbClr val="009E73"/>
              </a:solidFill>
              <a:prstDash val="solid"/>
            </a:ln>
          </p:spPr>
        </p:sp>
        <p:sp>
          <p:nvSpPr>
            <p:cNvPr id="286" name="wildfire_R_true_reference_52">
              <a:extLst>
                <a:ext uri="{FF2B5EF4-FFF2-40B4-BE49-F238E27FC236}">
                  <ns2:creationId id="{808D67F4-D9A2-4A2D-A4A7-DAD5C9F20EE2}"/>
                </a:ext>
              </a:extLst>
            </p:cNvPr>
            <p:cNvSpPr>
              <a:spLocks noGrp="1"/>
            </p:cNvSpPr>
            <p:nvPr/>
          </p:nvSpPr>
          <p:spPr>
            <a:xfrm>
              <a:off x="9460611" y="1655628"/>
              <a:ext cx="699516" cy="97"/>
            </a:xfrm>
            <a:custGeom>
              <a:pathLst>
                <a:path w="685800" h="95">
                  <a:moveTo>
                    <a:pt x="0" y="0"/>
                  </a:moveTo>
                  <a:lnTo>
                    <a:pt x="342900" y="0"/>
                  </a:lnTo>
                  <a:lnTo>
                    <a:pt x="685800" y="0"/>
                  </a:lnTo>
                </a:path>
              </a:pathLst>
            </a:custGeom>
            <a:noFill/>
            <a:ln w="5918">
              <a:solidFill>
                <a:srgbClr val="009E73"/>
              </a:solidFill>
              <a:prstDash val="dash"/>
            </a:ln>
          </p:spPr>
        </p:sp>
        <p:sp>
          <p:nvSpPr>
            <p:cNvPr id="287" name="wildfire_R_52_exact_anchor">
              <a:extLst>
                <a:ext uri="{FF2B5EF4-FFF2-40B4-BE49-F238E27FC236}">
                  <ns2:creationId id="{74D189A4-1401-40A3-8A18-F7C6A7A01DEE}"/>
                </a:ext>
              </a:extLst>
            </p:cNvPr>
            <p:cNvSpPr>
              <a:spLocks noGrp="1"/>
            </p:cNvSpPr>
            <p:nvPr/>
          </p:nvSpPr>
          <p:spPr>
            <a:xfrm>
              <a:off x="9771507" y="1613065"/>
              <a:ext cx="77724" cy="77724"/>
            </a:xfrm>
            <a:prstGeom prst="ellipse">
              <a:avLst/>
            </a:prstGeom>
            <a:solidFill>
              <a:srgbClr val="FFFFFF"/>
            </a:solidFill>
            <a:ln w="10653">
              <a:solidFill>
                <a:srgbClr val="009E73"/>
              </a:solidFill>
              <a:prstDash val="solid"/>
            </a:ln>
          </p:spPr>
        </p:sp>
        <p:sp>
          <p:nvSpPr>
            <p:cNvPr id="288" name="rect_148">
              <a:extLst>
                <a:ext uri="{FF2B5EF4-FFF2-40B4-BE49-F238E27FC236}">
                  <ns2:creationId id="{F30F036B-0B07-4EF2-8605-51B6025B4164}"/>
                </a:ext>
              </a:extLst>
            </p:cNvPr>
            <p:cNvSpPr>
              <a:spLocks noGrp="1"/>
            </p:cNvSpPr>
            <p:nvPr/>
          </p:nvSpPr>
          <p:spPr>
            <a:xfrm>
              <a:off x="3868636" y="1304925"/>
              <a:ext cx="2201532" cy="680085"/>
            </a:xfrm>
            <a:prstGeom prst="rect">
              <a:avLst/>
            </a:prstGeom>
            <a:noFill/>
            <a:ln w="7102">
              <a:solidFill>
                <a:srgbClr val="263238"/>
              </a:solidFill>
              <a:prstDash val="solid"/>
            </a:ln>
          </p:spPr>
        </p:sp>
        <p:sp>
          <p:nvSpPr>
            <p:cNvPr id="289" name="P A endpoint leader">
              <a:extLst>
                <a:ext uri="{FF2B5EF4-FFF2-40B4-BE49-F238E27FC236}">
                  <ns2:creationId id="{BC5352A1-D420-4B95-A62D-4E5C612B2C2E}"/>
                </a:ext>
              </a:extLst>
            </p:cNvPr>
            <p:cNvSpPr>
              <a:spLocks noGrp="1"/>
            </p:cNvSpPr>
            <p:nvPr/>
          </p:nvSpPr>
          <p:spPr>
            <a:xfrm>
              <a:off x="11588305" y="1017970"/>
              <a:ext cx="204026" cy="97"/>
            </a:xfrm>
            <a:custGeom>
              <a:pathLst>
                <a:path w="200025" h="95">
                  <a:moveTo>
                    <a:pt x="0" y="0"/>
                  </a:moveTo>
                  <a:lnTo>
                    <a:pt x="200025" y="0"/>
                  </a:lnTo>
                </a:path>
              </a:pathLst>
            </a:custGeom>
            <a:noFill/>
            <a:ln w="5327">
              <a:solidFill>
                <a:srgbClr val="0072B2"/>
              </a:solidFill>
            </a:ln>
          </p:spPr>
        </p:sp>
        <p:sp>
          <p:nvSpPr>
            <p:cNvPr id="290" name="A">
              <a:extLst>
                <a:ext uri="{FF2B5EF4-FFF2-40B4-BE49-F238E27FC236}">
                  <ns2:creationId id="{0C52274B-C778-485C-B07C-F5652F4FDE82}"/>
                </a:ext>
              </a:extLst>
            </p:cNvPr>
            <p:cNvSpPr>
              <a:spLocks noGrp="1"/>
            </p:cNvSpPr>
            <p:nvPr/>
          </p:nvSpPr>
          <p:spPr>
            <a:xfrm>
              <a:off x="11821478" y="911100"/>
              <a:ext cx="252603" cy="213741"/>
            </a:xfrm>
            <a:prstGeom prst="rect">
              <a:avLst/>
            </a:prstGeom>
            <a:noFill/>
            <a:ln w="0">
              <a:noFill/>
            </a:ln>
          </p:spPr>
          <p:txBody>
            <a:bodyPr wrap="none" lIns="0" tIns="0" rIns="0" bIns="0" anchor="ctr">
              <a:noAutofit/>
            </a:bodyPr>
            <a:lstStyle>
              <a:defPPr algn="l">
                <a:defRPr sz="792" b="1">
                  <a:solidFill>
                    <a:srgbClr val="0072B2"/>
                  </a:solidFill>
                  <a:latin typeface="Arial"/>
                  <a:ea typeface="Arial"/>
                  <a:cs typeface="Arial"/>
                </a:defRPr>
              </a:defPPr>
              <a:lvl1pPr algn="l">
                <a:defRPr sz="792" b="1">
                  <a:solidFill>
                    <a:srgbClr val="0072B2"/>
                  </a:solidFill>
                  <a:latin typeface="Arial"/>
                  <a:ea typeface="Arial"/>
                  <a:cs typeface="Arial"/>
                </a:defRPr>
              </a:lvl1pPr>
              <a:lvl2pPr algn="l">
                <a:defRPr sz="792" b="1">
                  <a:solidFill>
                    <a:srgbClr val="0072B2"/>
                  </a:solidFill>
                  <a:latin typeface="Arial"/>
                  <a:ea typeface="Arial"/>
                  <a:cs typeface="Arial"/>
                </a:defRPr>
              </a:lvl2pPr>
              <a:lvl3pPr algn="l">
                <a:defRPr sz="792" b="1">
                  <a:solidFill>
                    <a:srgbClr val="0072B2"/>
                  </a:solidFill>
                  <a:latin typeface="Arial"/>
                  <a:ea typeface="Arial"/>
                  <a:cs typeface="Arial"/>
                </a:defRPr>
              </a:lvl3pPr>
              <a:lvl4pPr algn="l">
                <a:defRPr sz="792" b="1">
                  <a:solidFill>
                    <a:srgbClr val="0072B2"/>
                  </a:solidFill>
                  <a:latin typeface="Arial"/>
                  <a:ea typeface="Arial"/>
                  <a:cs typeface="Arial"/>
                </a:defRPr>
              </a:lvl4pPr>
              <a:lvl5pPr algn="l">
                <a:defRPr sz="792" b="1">
                  <a:solidFill>
                    <a:srgbClr val="0072B2"/>
                  </a:solidFill>
                  <a:latin typeface="Arial"/>
                  <a:ea typeface="Arial"/>
                  <a:cs typeface="Arial"/>
                </a:defRPr>
              </a:lvl5pPr>
              <a:lvl6pPr algn="l">
                <a:defRPr sz="792" b="1">
                  <a:solidFill>
                    <a:srgbClr val="0072B2"/>
                  </a:solidFill>
                  <a:latin typeface="Arial"/>
                  <a:ea typeface="Arial"/>
                  <a:cs typeface="Arial"/>
                </a:defRPr>
              </a:lvl6pPr>
              <a:lvl7pPr algn="l">
                <a:defRPr sz="792" b="1">
                  <a:solidFill>
                    <a:srgbClr val="0072B2"/>
                  </a:solidFill>
                  <a:latin typeface="Arial"/>
                  <a:ea typeface="Arial"/>
                  <a:cs typeface="Arial"/>
                </a:defRPr>
              </a:lvl7pPr>
              <a:lvl8pPr algn="l">
                <a:defRPr sz="792" b="1">
                  <a:solidFill>
                    <a:srgbClr val="0072B2"/>
                  </a:solidFill>
                  <a:latin typeface="Arial"/>
                  <a:ea typeface="Arial"/>
                  <a:cs typeface="Arial"/>
                </a:defRPr>
              </a:lvl8pPr>
              <a:lvl9pPr algn="l">
                <a:defRPr sz="792" b="1">
                  <a:solidFill>
                    <a:srgbClr val="0072B2"/>
                  </a:solidFill>
                  <a:latin typeface="Arial"/>
                  <a:ea typeface="Arial"/>
                  <a:cs typeface="Arial"/>
                </a:defRPr>
              </a:lvl9pPr>
            </a:lstStyle>
            <a:p>
              <a:pPr algn="l">
                <a:defRPr sz="792" b="1">
                  <a:solidFill>
                    <a:srgbClr val="0072B2"/>
                  </a:solidFill>
                  <a:latin typeface="Arial"/>
                  <a:ea typeface="Arial"/>
                  <a:cs typeface="Arial"/>
                </a:defRPr>
              </a:pPr>
              <a:r>
                <a:rPr sz="792" b="1">
                  <a:solidFill>
                    <a:srgbClr val="0072B2"/>
                  </a:solidFill>
                  <a:latin typeface="Arial"/>
                  <a:ea typeface="Arial"/>
                  <a:cs typeface="Arial"/>
                </a:rPr>
                <a:t>A</a:t>
              </a:r>
            </a:p>
          </p:txBody>
        </p:sp>
        <p:sp>
          <p:nvSpPr>
            <p:cNvPr id="291" name="P B endpoint leader">
              <a:extLst>
                <a:ext uri="{FF2B5EF4-FFF2-40B4-BE49-F238E27FC236}">
                  <ns2:creationId id="{93011C28-CD4E-442A-AA9B-900C2B25F984}"/>
                </a:ext>
              </a:extLst>
            </p:cNvPr>
            <p:cNvSpPr>
              <a:spLocks noGrp="1"/>
            </p:cNvSpPr>
            <p:nvPr/>
          </p:nvSpPr>
          <p:spPr>
            <a:xfrm>
              <a:off x="11588305" y="608274"/>
              <a:ext cx="204026" cy="97"/>
            </a:xfrm>
            <a:custGeom>
              <a:pathLst>
                <a:path w="200025" h="95">
                  <a:moveTo>
                    <a:pt x="0" y="0"/>
                  </a:moveTo>
                  <a:lnTo>
                    <a:pt x="200025" y="0"/>
                  </a:lnTo>
                </a:path>
              </a:pathLst>
            </a:custGeom>
            <a:noFill/>
            <a:ln w="5327">
              <a:solidFill>
                <a:srgbClr val="D55E00"/>
              </a:solidFill>
            </a:ln>
          </p:spPr>
        </p:sp>
        <p:sp>
          <p:nvSpPr>
            <p:cNvPr id="292" name="B">
              <a:extLst>
                <a:ext uri="{FF2B5EF4-FFF2-40B4-BE49-F238E27FC236}">
                  <ns2:creationId id="{BA012CFE-AC02-4C61-A74B-C052527E1933}"/>
                </a:ext>
              </a:extLst>
            </p:cNvPr>
            <p:cNvSpPr>
              <a:spLocks noGrp="1"/>
            </p:cNvSpPr>
            <p:nvPr/>
          </p:nvSpPr>
          <p:spPr>
            <a:xfrm>
              <a:off x="11821478" y="501404"/>
              <a:ext cx="252603" cy="213741"/>
            </a:xfrm>
            <a:prstGeom prst="rect">
              <a:avLst/>
            </a:prstGeom>
            <a:noFill/>
            <a:ln w="0">
              <a:noFill/>
            </a:ln>
          </p:spPr>
          <p:txBody>
            <a:bodyPr wrap="none" lIns="0" tIns="0" rIns="0" bIns="0" anchor="ctr">
              <a:noAutofit/>
            </a:bodyPr>
            <a:lstStyle>
              <a:defPPr algn="l">
                <a:defRPr sz="792" b="1">
                  <a:solidFill>
                    <a:srgbClr val="D55E00"/>
                  </a:solidFill>
                  <a:latin typeface="Arial"/>
                  <a:ea typeface="Arial"/>
                  <a:cs typeface="Arial"/>
                </a:defRPr>
              </a:defPPr>
              <a:lvl1pPr algn="l">
                <a:defRPr sz="792" b="1">
                  <a:solidFill>
                    <a:srgbClr val="D55E00"/>
                  </a:solidFill>
                  <a:latin typeface="Arial"/>
                  <a:ea typeface="Arial"/>
                  <a:cs typeface="Arial"/>
                </a:defRPr>
              </a:lvl1pPr>
              <a:lvl2pPr algn="l">
                <a:defRPr sz="792" b="1">
                  <a:solidFill>
                    <a:srgbClr val="D55E00"/>
                  </a:solidFill>
                  <a:latin typeface="Arial"/>
                  <a:ea typeface="Arial"/>
                  <a:cs typeface="Arial"/>
                </a:defRPr>
              </a:lvl2pPr>
              <a:lvl3pPr algn="l">
                <a:defRPr sz="792" b="1">
                  <a:solidFill>
                    <a:srgbClr val="D55E00"/>
                  </a:solidFill>
                  <a:latin typeface="Arial"/>
                  <a:ea typeface="Arial"/>
                  <a:cs typeface="Arial"/>
                </a:defRPr>
              </a:lvl3pPr>
              <a:lvl4pPr algn="l">
                <a:defRPr sz="792" b="1">
                  <a:solidFill>
                    <a:srgbClr val="D55E00"/>
                  </a:solidFill>
                  <a:latin typeface="Arial"/>
                  <a:ea typeface="Arial"/>
                  <a:cs typeface="Arial"/>
                </a:defRPr>
              </a:lvl4pPr>
              <a:lvl5pPr algn="l">
                <a:defRPr sz="792" b="1">
                  <a:solidFill>
                    <a:srgbClr val="D55E00"/>
                  </a:solidFill>
                  <a:latin typeface="Arial"/>
                  <a:ea typeface="Arial"/>
                  <a:cs typeface="Arial"/>
                </a:defRPr>
              </a:lvl5pPr>
              <a:lvl6pPr algn="l">
                <a:defRPr sz="792" b="1">
                  <a:solidFill>
                    <a:srgbClr val="D55E00"/>
                  </a:solidFill>
                  <a:latin typeface="Arial"/>
                  <a:ea typeface="Arial"/>
                  <a:cs typeface="Arial"/>
                </a:defRPr>
              </a:lvl6pPr>
              <a:lvl7pPr algn="l">
                <a:defRPr sz="792" b="1">
                  <a:solidFill>
                    <a:srgbClr val="D55E00"/>
                  </a:solidFill>
                  <a:latin typeface="Arial"/>
                  <a:ea typeface="Arial"/>
                  <a:cs typeface="Arial"/>
                </a:defRPr>
              </a:lvl7pPr>
              <a:lvl8pPr algn="l">
                <a:defRPr sz="792" b="1">
                  <a:solidFill>
                    <a:srgbClr val="D55E00"/>
                  </a:solidFill>
                  <a:latin typeface="Arial"/>
                  <a:ea typeface="Arial"/>
                  <a:cs typeface="Arial"/>
                </a:defRPr>
              </a:lvl8pPr>
              <a:lvl9pPr algn="l">
                <a:defRPr sz="792" b="1">
                  <a:solidFill>
                    <a:srgbClr val="D55E00"/>
                  </a:solidFill>
                  <a:latin typeface="Arial"/>
                  <a:ea typeface="Arial"/>
                  <a:cs typeface="Arial"/>
                </a:defRPr>
              </a:lvl9pPr>
            </a:lstStyle>
            <a:p>
              <a:pPr algn="l">
                <a:defRPr sz="792" b="1">
                  <a:solidFill>
                    <a:srgbClr val="D55E00"/>
                  </a:solidFill>
                  <a:latin typeface="Arial"/>
                  <a:ea typeface="Arial"/>
                  <a:cs typeface="Arial"/>
                </a:defRPr>
              </a:pPr>
              <a:r>
                <a:rPr sz="792" b="1">
                  <a:solidFill>
                    <a:srgbClr val="D55E00"/>
                  </a:solidFill>
                  <a:latin typeface="Arial"/>
                  <a:ea typeface="Arial"/>
                  <a:cs typeface="Arial"/>
                </a:rPr>
                <a:t>B</a:t>
              </a:r>
            </a:p>
          </p:txBody>
        </p:sp>
        <p:sp>
          <p:nvSpPr>
            <p:cNvPr id="293" name="P C endpoint leader">
              <a:extLst>
                <a:ext uri="{FF2B5EF4-FFF2-40B4-BE49-F238E27FC236}">
                  <ns2:creationId id="{4EF5E1A5-82C3-4E0A-B0B8-08DE4C91AAB4}"/>
                </a:ext>
              </a:extLst>
            </p:cNvPr>
            <p:cNvSpPr>
              <a:spLocks noGrp="1"/>
            </p:cNvSpPr>
            <p:nvPr/>
          </p:nvSpPr>
          <p:spPr>
            <a:xfrm>
              <a:off x="10189274" y="854901"/>
              <a:ext cx="68008" cy="97"/>
            </a:xfrm>
            <a:custGeom>
              <a:pathLst>
                <a:path w="66675" h="95">
                  <a:moveTo>
                    <a:pt x="0" y="0"/>
                  </a:moveTo>
                  <a:lnTo>
                    <a:pt x="66675" y="0"/>
                  </a:lnTo>
                </a:path>
              </a:pathLst>
            </a:custGeom>
            <a:noFill/>
            <a:ln w="5327">
              <a:solidFill>
                <a:srgbClr val="009E73"/>
              </a:solidFill>
            </a:ln>
          </p:spPr>
        </p:sp>
        <p:sp>
          <p:nvSpPr>
            <p:cNvPr id="294" name="C">
              <a:extLst>
                <a:ext uri="{FF2B5EF4-FFF2-40B4-BE49-F238E27FC236}">
                  <ns2:creationId id="{DC096426-CBBC-4C78-B2B4-40E2747C7646}"/>
                </a:ext>
              </a:extLst>
            </p:cNvPr>
            <p:cNvSpPr>
              <a:spLocks noGrp="1"/>
            </p:cNvSpPr>
            <p:nvPr/>
          </p:nvSpPr>
          <p:spPr>
            <a:xfrm>
              <a:off x="10286428" y="748030"/>
              <a:ext cx="252603" cy="213741"/>
            </a:xfrm>
            <a:prstGeom prst="rect">
              <a:avLst/>
            </a:prstGeom>
            <a:noFill/>
            <a:ln w="0">
              <a:noFill/>
            </a:ln>
          </p:spPr>
          <p:txBody>
            <a:bodyPr wrap="none" lIns="0" tIns="0" rIns="0" bIns="0" anchor="ctr">
              <a:noAutofit/>
            </a:bodyPr>
            <a:lstStyle>
              <a:defPPr algn="l">
                <a:defRPr sz="792" b="1">
                  <a:solidFill>
                    <a:srgbClr val="009E73"/>
                  </a:solidFill>
                  <a:latin typeface="Arial"/>
                  <a:ea typeface="Arial"/>
                  <a:cs typeface="Arial"/>
                </a:defRPr>
              </a:defPPr>
              <a:lvl1pPr algn="l">
                <a:defRPr sz="792" b="1">
                  <a:solidFill>
                    <a:srgbClr val="009E73"/>
                  </a:solidFill>
                  <a:latin typeface="Arial"/>
                  <a:ea typeface="Arial"/>
                  <a:cs typeface="Arial"/>
                </a:defRPr>
              </a:lvl1pPr>
              <a:lvl2pPr algn="l">
                <a:defRPr sz="792" b="1">
                  <a:solidFill>
                    <a:srgbClr val="009E73"/>
                  </a:solidFill>
                  <a:latin typeface="Arial"/>
                  <a:ea typeface="Arial"/>
                  <a:cs typeface="Arial"/>
                </a:defRPr>
              </a:lvl2pPr>
              <a:lvl3pPr algn="l">
                <a:defRPr sz="792" b="1">
                  <a:solidFill>
                    <a:srgbClr val="009E73"/>
                  </a:solidFill>
                  <a:latin typeface="Arial"/>
                  <a:ea typeface="Arial"/>
                  <a:cs typeface="Arial"/>
                </a:defRPr>
              </a:lvl3pPr>
              <a:lvl4pPr algn="l">
                <a:defRPr sz="792" b="1">
                  <a:solidFill>
                    <a:srgbClr val="009E73"/>
                  </a:solidFill>
                  <a:latin typeface="Arial"/>
                  <a:ea typeface="Arial"/>
                  <a:cs typeface="Arial"/>
                </a:defRPr>
              </a:lvl4pPr>
              <a:lvl5pPr algn="l">
                <a:defRPr sz="792" b="1">
                  <a:solidFill>
                    <a:srgbClr val="009E73"/>
                  </a:solidFill>
                  <a:latin typeface="Arial"/>
                  <a:ea typeface="Arial"/>
                  <a:cs typeface="Arial"/>
                </a:defRPr>
              </a:lvl5pPr>
              <a:lvl6pPr algn="l">
                <a:defRPr sz="792" b="1">
                  <a:solidFill>
                    <a:srgbClr val="009E73"/>
                  </a:solidFill>
                  <a:latin typeface="Arial"/>
                  <a:ea typeface="Arial"/>
                  <a:cs typeface="Arial"/>
                </a:defRPr>
              </a:lvl6pPr>
              <a:lvl7pPr algn="l">
                <a:defRPr sz="792" b="1">
                  <a:solidFill>
                    <a:srgbClr val="009E73"/>
                  </a:solidFill>
                  <a:latin typeface="Arial"/>
                  <a:ea typeface="Arial"/>
                  <a:cs typeface="Arial"/>
                </a:defRPr>
              </a:lvl7pPr>
              <a:lvl8pPr algn="l">
                <a:defRPr sz="792" b="1">
                  <a:solidFill>
                    <a:srgbClr val="009E73"/>
                  </a:solidFill>
                  <a:latin typeface="Arial"/>
                  <a:ea typeface="Arial"/>
                  <a:cs typeface="Arial"/>
                </a:defRPr>
              </a:lvl8pPr>
              <a:lvl9pPr algn="l">
                <a:defRPr sz="792" b="1">
                  <a:solidFill>
                    <a:srgbClr val="009E73"/>
                  </a:solidFill>
                  <a:latin typeface="Arial"/>
                  <a:ea typeface="Arial"/>
                  <a:cs typeface="Arial"/>
                </a:defRPr>
              </a:lvl9pPr>
            </a:lstStyle>
            <a:p>
              <a:pPr algn="l">
                <a:defRPr sz="792" b="1">
                  <a:solidFill>
                    <a:srgbClr val="009E73"/>
                  </a:solidFill>
                  <a:latin typeface="Arial"/>
                  <a:ea typeface="Arial"/>
                  <a:cs typeface="Arial"/>
                </a:defRPr>
              </a:pPr>
              <a:r>
                <a:rPr sz="792" b="1">
                  <a:solidFill>
                    <a:srgbClr val="009E73"/>
                  </a:solidFill>
                  <a:latin typeface="Arial"/>
                  <a:ea typeface="Arial"/>
                  <a:cs typeface="Arial"/>
                </a:rPr>
                <a:t>C</a:t>
              </a:r>
            </a:p>
          </p:txBody>
        </p:sp>
        <p:sp>
          <p:nvSpPr>
            <p:cNvPr id="295" name="R A endpoint leader">
              <a:extLst>
                <a:ext uri="{FF2B5EF4-FFF2-40B4-BE49-F238E27FC236}">
                  <ns2:creationId id="{4789B523-5AB2-4B2D-B469-B8296A15818E}"/>
                </a:ext>
              </a:extLst>
            </p:cNvPr>
            <p:cNvSpPr>
              <a:spLocks noGrp="1"/>
            </p:cNvSpPr>
            <p:nvPr/>
          </p:nvSpPr>
          <p:spPr>
            <a:xfrm>
              <a:off x="11588305" y="1911046"/>
              <a:ext cx="204026" cy="97"/>
            </a:xfrm>
            <a:custGeom>
              <a:pathLst>
                <a:path w="200025" h="95">
                  <a:moveTo>
                    <a:pt x="0" y="0"/>
                  </a:moveTo>
                  <a:lnTo>
                    <a:pt x="200025" y="0"/>
                  </a:lnTo>
                </a:path>
              </a:pathLst>
            </a:custGeom>
            <a:noFill/>
            <a:ln w="5327">
              <a:solidFill>
                <a:srgbClr val="0072B2"/>
              </a:solidFill>
            </a:ln>
          </p:spPr>
        </p:sp>
        <p:sp>
          <p:nvSpPr>
            <p:cNvPr id="296" name="A">
              <a:extLst>
                <a:ext uri="{FF2B5EF4-FFF2-40B4-BE49-F238E27FC236}">
                  <ns2:creationId id="{6AC2726B-34B6-4D49-9D53-61BCD6C25CB9}"/>
                </a:ext>
              </a:extLst>
            </p:cNvPr>
            <p:cNvSpPr>
              <a:spLocks noGrp="1"/>
            </p:cNvSpPr>
            <p:nvPr/>
          </p:nvSpPr>
          <p:spPr>
            <a:xfrm>
              <a:off x="11821478" y="1804175"/>
              <a:ext cx="252603" cy="213741"/>
            </a:xfrm>
            <a:prstGeom prst="rect">
              <a:avLst/>
            </a:prstGeom>
            <a:noFill/>
            <a:ln w="0">
              <a:noFill/>
            </a:ln>
          </p:spPr>
          <p:txBody>
            <a:bodyPr wrap="none" lIns="0" tIns="0" rIns="0" bIns="0" anchor="ctr">
              <a:noAutofit/>
            </a:bodyPr>
            <a:lstStyle>
              <a:defPPr algn="l">
                <a:defRPr sz="792" b="1">
                  <a:solidFill>
                    <a:srgbClr val="0072B2"/>
                  </a:solidFill>
                  <a:latin typeface="Arial"/>
                  <a:ea typeface="Arial"/>
                  <a:cs typeface="Arial"/>
                </a:defRPr>
              </a:defPPr>
              <a:lvl1pPr algn="l">
                <a:defRPr sz="792" b="1">
                  <a:solidFill>
                    <a:srgbClr val="0072B2"/>
                  </a:solidFill>
                  <a:latin typeface="Arial"/>
                  <a:ea typeface="Arial"/>
                  <a:cs typeface="Arial"/>
                </a:defRPr>
              </a:lvl1pPr>
              <a:lvl2pPr algn="l">
                <a:defRPr sz="792" b="1">
                  <a:solidFill>
                    <a:srgbClr val="0072B2"/>
                  </a:solidFill>
                  <a:latin typeface="Arial"/>
                  <a:ea typeface="Arial"/>
                  <a:cs typeface="Arial"/>
                </a:defRPr>
              </a:lvl2pPr>
              <a:lvl3pPr algn="l">
                <a:defRPr sz="792" b="1">
                  <a:solidFill>
                    <a:srgbClr val="0072B2"/>
                  </a:solidFill>
                  <a:latin typeface="Arial"/>
                  <a:ea typeface="Arial"/>
                  <a:cs typeface="Arial"/>
                </a:defRPr>
              </a:lvl3pPr>
              <a:lvl4pPr algn="l">
                <a:defRPr sz="792" b="1">
                  <a:solidFill>
                    <a:srgbClr val="0072B2"/>
                  </a:solidFill>
                  <a:latin typeface="Arial"/>
                  <a:ea typeface="Arial"/>
                  <a:cs typeface="Arial"/>
                </a:defRPr>
              </a:lvl4pPr>
              <a:lvl5pPr algn="l">
                <a:defRPr sz="792" b="1">
                  <a:solidFill>
                    <a:srgbClr val="0072B2"/>
                  </a:solidFill>
                  <a:latin typeface="Arial"/>
                  <a:ea typeface="Arial"/>
                  <a:cs typeface="Arial"/>
                </a:defRPr>
              </a:lvl5pPr>
              <a:lvl6pPr algn="l">
                <a:defRPr sz="792" b="1">
                  <a:solidFill>
                    <a:srgbClr val="0072B2"/>
                  </a:solidFill>
                  <a:latin typeface="Arial"/>
                  <a:ea typeface="Arial"/>
                  <a:cs typeface="Arial"/>
                </a:defRPr>
              </a:lvl6pPr>
              <a:lvl7pPr algn="l">
                <a:defRPr sz="792" b="1">
                  <a:solidFill>
                    <a:srgbClr val="0072B2"/>
                  </a:solidFill>
                  <a:latin typeface="Arial"/>
                  <a:ea typeface="Arial"/>
                  <a:cs typeface="Arial"/>
                </a:defRPr>
              </a:lvl7pPr>
              <a:lvl8pPr algn="l">
                <a:defRPr sz="792" b="1">
                  <a:solidFill>
                    <a:srgbClr val="0072B2"/>
                  </a:solidFill>
                  <a:latin typeface="Arial"/>
                  <a:ea typeface="Arial"/>
                  <a:cs typeface="Arial"/>
                </a:defRPr>
              </a:lvl8pPr>
              <a:lvl9pPr algn="l">
                <a:defRPr sz="792" b="1">
                  <a:solidFill>
                    <a:srgbClr val="0072B2"/>
                  </a:solidFill>
                  <a:latin typeface="Arial"/>
                  <a:ea typeface="Arial"/>
                  <a:cs typeface="Arial"/>
                </a:defRPr>
              </a:lvl9pPr>
            </a:lstStyle>
            <a:p>
              <a:pPr algn="l">
                <a:defRPr sz="792" b="1">
                  <a:solidFill>
                    <a:srgbClr val="0072B2"/>
                  </a:solidFill>
                  <a:latin typeface="Arial"/>
                  <a:ea typeface="Arial"/>
                  <a:cs typeface="Arial"/>
                </a:defRPr>
              </a:pPr>
              <a:r>
                <a:rPr sz="792" b="1">
                  <a:solidFill>
                    <a:srgbClr val="0072B2"/>
                  </a:solidFill>
                  <a:latin typeface="Arial"/>
                  <a:ea typeface="Arial"/>
                  <a:cs typeface="Arial"/>
                </a:rPr>
                <a:t>A</a:t>
              </a:r>
            </a:p>
          </p:txBody>
        </p:sp>
        <p:sp>
          <p:nvSpPr>
            <p:cNvPr id="297" name="R B endpoint leader">
              <a:extLst>
                <a:ext uri="{FF2B5EF4-FFF2-40B4-BE49-F238E27FC236}">
                  <ns2:creationId id="{BE2EEF9E-417C-4CBC-BC09-DDE37138C1E7}"/>
                </a:ext>
              </a:extLst>
            </p:cNvPr>
            <p:cNvSpPr>
              <a:spLocks noGrp="1"/>
            </p:cNvSpPr>
            <p:nvPr/>
          </p:nvSpPr>
          <p:spPr>
            <a:xfrm>
              <a:off x="11588305" y="1384146"/>
              <a:ext cx="204026" cy="97"/>
            </a:xfrm>
            <a:custGeom>
              <a:pathLst>
                <a:path w="200025" h="95">
                  <a:moveTo>
                    <a:pt x="0" y="0"/>
                  </a:moveTo>
                  <a:lnTo>
                    <a:pt x="200025" y="0"/>
                  </a:lnTo>
                </a:path>
              </a:pathLst>
            </a:custGeom>
            <a:noFill/>
            <a:ln w="5327">
              <a:solidFill>
                <a:srgbClr val="D55E00"/>
              </a:solidFill>
            </a:ln>
          </p:spPr>
        </p:sp>
        <p:sp>
          <p:nvSpPr>
            <p:cNvPr id="298" name="B">
              <a:extLst>
                <a:ext uri="{FF2B5EF4-FFF2-40B4-BE49-F238E27FC236}">
                  <ns2:creationId id="{C3749B5D-E833-418E-AAA6-AC7280512908}"/>
                </a:ext>
              </a:extLst>
            </p:cNvPr>
            <p:cNvSpPr>
              <a:spLocks noGrp="1"/>
            </p:cNvSpPr>
            <p:nvPr/>
          </p:nvSpPr>
          <p:spPr>
            <a:xfrm>
              <a:off x="11821478" y="1277276"/>
              <a:ext cx="252603" cy="213741"/>
            </a:xfrm>
            <a:prstGeom prst="rect">
              <a:avLst/>
            </a:prstGeom>
            <a:noFill/>
            <a:ln w="0">
              <a:noFill/>
            </a:ln>
          </p:spPr>
          <p:txBody>
            <a:bodyPr wrap="none" lIns="0" tIns="0" rIns="0" bIns="0" anchor="ctr">
              <a:noAutofit/>
            </a:bodyPr>
            <a:lstStyle>
              <a:defPPr algn="l">
                <a:defRPr sz="792" b="1">
                  <a:solidFill>
                    <a:srgbClr val="D55E00"/>
                  </a:solidFill>
                  <a:latin typeface="Arial"/>
                  <a:ea typeface="Arial"/>
                  <a:cs typeface="Arial"/>
                </a:defRPr>
              </a:defPPr>
              <a:lvl1pPr algn="l">
                <a:defRPr sz="792" b="1">
                  <a:solidFill>
                    <a:srgbClr val="D55E00"/>
                  </a:solidFill>
                  <a:latin typeface="Arial"/>
                  <a:ea typeface="Arial"/>
                  <a:cs typeface="Arial"/>
                </a:defRPr>
              </a:lvl1pPr>
              <a:lvl2pPr algn="l">
                <a:defRPr sz="792" b="1">
                  <a:solidFill>
                    <a:srgbClr val="D55E00"/>
                  </a:solidFill>
                  <a:latin typeface="Arial"/>
                  <a:ea typeface="Arial"/>
                  <a:cs typeface="Arial"/>
                </a:defRPr>
              </a:lvl2pPr>
              <a:lvl3pPr algn="l">
                <a:defRPr sz="792" b="1">
                  <a:solidFill>
                    <a:srgbClr val="D55E00"/>
                  </a:solidFill>
                  <a:latin typeface="Arial"/>
                  <a:ea typeface="Arial"/>
                  <a:cs typeface="Arial"/>
                </a:defRPr>
              </a:lvl3pPr>
              <a:lvl4pPr algn="l">
                <a:defRPr sz="792" b="1">
                  <a:solidFill>
                    <a:srgbClr val="D55E00"/>
                  </a:solidFill>
                  <a:latin typeface="Arial"/>
                  <a:ea typeface="Arial"/>
                  <a:cs typeface="Arial"/>
                </a:defRPr>
              </a:lvl4pPr>
              <a:lvl5pPr algn="l">
                <a:defRPr sz="792" b="1">
                  <a:solidFill>
                    <a:srgbClr val="D55E00"/>
                  </a:solidFill>
                  <a:latin typeface="Arial"/>
                  <a:ea typeface="Arial"/>
                  <a:cs typeface="Arial"/>
                </a:defRPr>
              </a:lvl5pPr>
              <a:lvl6pPr algn="l">
                <a:defRPr sz="792" b="1">
                  <a:solidFill>
                    <a:srgbClr val="D55E00"/>
                  </a:solidFill>
                  <a:latin typeface="Arial"/>
                  <a:ea typeface="Arial"/>
                  <a:cs typeface="Arial"/>
                </a:defRPr>
              </a:lvl6pPr>
              <a:lvl7pPr algn="l">
                <a:defRPr sz="792" b="1">
                  <a:solidFill>
                    <a:srgbClr val="D55E00"/>
                  </a:solidFill>
                  <a:latin typeface="Arial"/>
                  <a:ea typeface="Arial"/>
                  <a:cs typeface="Arial"/>
                </a:defRPr>
              </a:lvl7pPr>
              <a:lvl8pPr algn="l">
                <a:defRPr sz="792" b="1">
                  <a:solidFill>
                    <a:srgbClr val="D55E00"/>
                  </a:solidFill>
                  <a:latin typeface="Arial"/>
                  <a:ea typeface="Arial"/>
                  <a:cs typeface="Arial"/>
                </a:defRPr>
              </a:lvl8pPr>
              <a:lvl9pPr algn="l">
                <a:defRPr sz="792" b="1">
                  <a:solidFill>
                    <a:srgbClr val="D55E00"/>
                  </a:solidFill>
                  <a:latin typeface="Arial"/>
                  <a:ea typeface="Arial"/>
                  <a:cs typeface="Arial"/>
                </a:defRPr>
              </a:lvl9pPr>
            </a:lstStyle>
            <a:p>
              <a:pPr algn="l">
                <a:defRPr sz="792" b="1">
                  <a:solidFill>
                    <a:srgbClr val="D55E00"/>
                  </a:solidFill>
                  <a:latin typeface="Arial"/>
                  <a:ea typeface="Arial"/>
                  <a:cs typeface="Arial"/>
                </a:defRPr>
              </a:pPr>
              <a:r>
                <a:rPr sz="792" b="1">
                  <a:solidFill>
                    <a:srgbClr val="D55E00"/>
                  </a:solidFill>
                  <a:latin typeface="Arial"/>
                  <a:ea typeface="Arial"/>
                  <a:cs typeface="Arial"/>
                </a:rPr>
                <a:t>B</a:t>
              </a:r>
            </a:p>
          </p:txBody>
        </p:sp>
        <p:sp>
          <p:nvSpPr>
            <p:cNvPr id="299" name="R C endpoint leader">
              <a:extLst>
                <a:ext uri="{FF2B5EF4-FFF2-40B4-BE49-F238E27FC236}">
                  <ns2:creationId id="{263CC176-C4A7-4D0D-A3EA-81E86A0CFC7E}"/>
                </a:ext>
              </a:extLst>
            </p:cNvPr>
            <p:cNvSpPr>
              <a:spLocks noGrp="1"/>
            </p:cNvSpPr>
            <p:nvPr/>
          </p:nvSpPr>
          <p:spPr>
            <a:xfrm>
              <a:off x="10189274" y="1665231"/>
              <a:ext cx="68008" cy="97"/>
            </a:xfrm>
            <a:custGeom>
              <a:pathLst>
                <a:path w="66675" h="95">
                  <a:moveTo>
                    <a:pt x="0" y="0"/>
                  </a:moveTo>
                  <a:lnTo>
                    <a:pt x="66675" y="0"/>
                  </a:lnTo>
                </a:path>
              </a:pathLst>
            </a:custGeom>
            <a:noFill/>
            <a:ln w="5327">
              <a:solidFill>
                <a:srgbClr val="009E73"/>
              </a:solidFill>
            </a:ln>
          </p:spPr>
        </p:sp>
        <p:sp>
          <p:nvSpPr>
            <p:cNvPr id="300" name="C">
              <a:extLst>
                <a:ext uri="{FF2B5EF4-FFF2-40B4-BE49-F238E27FC236}">
                  <ns2:creationId id="{D55B2F07-C45C-4861-8071-6375AEB1FBE4}"/>
                </a:ext>
              </a:extLst>
            </p:cNvPr>
            <p:cNvSpPr>
              <a:spLocks noGrp="1"/>
            </p:cNvSpPr>
            <p:nvPr/>
          </p:nvSpPr>
          <p:spPr>
            <a:xfrm>
              <a:off x="10286428" y="1558360"/>
              <a:ext cx="252603" cy="213741"/>
            </a:xfrm>
            <a:prstGeom prst="rect">
              <a:avLst/>
            </a:prstGeom>
            <a:noFill/>
            <a:ln w="0">
              <a:noFill/>
            </a:ln>
          </p:spPr>
          <p:txBody>
            <a:bodyPr wrap="none" lIns="0" tIns="0" rIns="0" bIns="0" anchor="ctr">
              <a:noAutofit/>
            </a:bodyPr>
            <a:lstStyle>
              <a:defPPr algn="l">
                <a:defRPr sz="792" b="1">
                  <a:solidFill>
                    <a:srgbClr val="009E73"/>
                  </a:solidFill>
                  <a:latin typeface="Arial"/>
                  <a:ea typeface="Arial"/>
                  <a:cs typeface="Arial"/>
                </a:defRPr>
              </a:defPPr>
              <a:lvl1pPr algn="l">
                <a:defRPr sz="792" b="1">
                  <a:solidFill>
                    <a:srgbClr val="009E73"/>
                  </a:solidFill>
                  <a:latin typeface="Arial"/>
                  <a:ea typeface="Arial"/>
                  <a:cs typeface="Arial"/>
                </a:defRPr>
              </a:lvl1pPr>
              <a:lvl2pPr algn="l">
                <a:defRPr sz="792" b="1">
                  <a:solidFill>
                    <a:srgbClr val="009E73"/>
                  </a:solidFill>
                  <a:latin typeface="Arial"/>
                  <a:ea typeface="Arial"/>
                  <a:cs typeface="Arial"/>
                </a:defRPr>
              </a:lvl2pPr>
              <a:lvl3pPr algn="l">
                <a:defRPr sz="792" b="1">
                  <a:solidFill>
                    <a:srgbClr val="009E73"/>
                  </a:solidFill>
                  <a:latin typeface="Arial"/>
                  <a:ea typeface="Arial"/>
                  <a:cs typeface="Arial"/>
                </a:defRPr>
              </a:lvl3pPr>
              <a:lvl4pPr algn="l">
                <a:defRPr sz="792" b="1">
                  <a:solidFill>
                    <a:srgbClr val="009E73"/>
                  </a:solidFill>
                  <a:latin typeface="Arial"/>
                  <a:ea typeface="Arial"/>
                  <a:cs typeface="Arial"/>
                </a:defRPr>
              </a:lvl4pPr>
              <a:lvl5pPr algn="l">
                <a:defRPr sz="792" b="1">
                  <a:solidFill>
                    <a:srgbClr val="009E73"/>
                  </a:solidFill>
                  <a:latin typeface="Arial"/>
                  <a:ea typeface="Arial"/>
                  <a:cs typeface="Arial"/>
                </a:defRPr>
              </a:lvl5pPr>
              <a:lvl6pPr algn="l">
                <a:defRPr sz="792" b="1">
                  <a:solidFill>
                    <a:srgbClr val="009E73"/>
                  </a:solidFill>
                  <a:latin typeface="Arial"/>
                  <a:ea typeface="Arial"/>
                  <a:cs typeface="Arial"/>
                </a:defRPr>
              </a:lvl6pPr>
              <a:lvl7pPr algn="l">
                <a:defRPr sz="792" b="1">
                  <a:solidFill>
                    <a:srgbClr val="009E73"/>
                  </a:solidFill>
                  <a:latin typeface="Arial"/>
                  <a:ea typeface="Arial"/>
                  <a:cs typeface="Arial"/>
                </a:defRPr>
              </a:lvl7pPr>
              <a:lvl8pPr algn="l">
                <a:defRPr sz="792" b="1">
                  <a:solidFill>
                    <a:srgbClr val="009E73"/>
                  </a:solidFill>
                  <a:latin typeface="Arial"/>
                  <a:ea typeface="Arial"/>
                  <a:cs typeface="Arial"/>
                </a:defRPr>
              </a:lvl8pPr>
              <a:lvl9pPr algn="l">
                <a:defRPr sz="792" b="1">
                  <a:solidFill>
                    <a:srgbClr val="009E73"/>
                  </a:solidFill>
                  <a:latin typeface="Arial"/>
                  <a:ea typeface="Arial"/>
                  <a:cs typeface="Arial"/>
                </a:defRPr>
              </a:lvl9pPr>
            </a:lstStyle>
            <a:p>
              <a:pPr algn="l">
                <a:defRPr sz="792" b="1">
                  <a:solidFill>
                    <a:srgbClr val="009E73"/>
                  </a:solidFill>
                  <a:latin typeface="Arial"/>
                  <a:ea typeface="Arial"/>
                  <a:cs typeface="Arial"/>
                </a:defRPr>
              </a:pPr>
              <a:r>
                <a:rPr sz="792" b="1">
                  <a:solidFill>
                    <a:srgbClr val="009E73"/>
                  </a:solidFill>
                  <a:latin typeface="Arial"/>
                  <a:ea typeface="Arial"/>
                  <a:cs typeface="Arial"/>
                </a:rPr>
                <a:t>C</a:t>
              </a:r>
            </a:p>
          </p:txBody>
        </p:sp>
      </p:grpSp>
    </p:spTree>
    <p:extLst>
      <p:ext uri="{BB962C8B-B14F-4D97-AF65-F5344CB8AC3E}">
        <ns4:creationId val="1670264619"/>
      </p:ext>
    </p:extLst>
  </p:cSld>
</p:sld>
</file>

<file path=ppt/slides/slide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grpSp>
        <p:nvGrpSpPr>
          <p:cNvPr id="52" name="Manuscript Figure 8: Nucleon: original author static scalar slice and profiles"/>
          <p:cNvGrpSpPr/>
          <p:nvPr/>
        </p:nvGrpSpPr>
        <p:grpSpPr>
          <a:xfrm>
            <a:off x="149290" y="0"/>
            <a:ext cx="12503020" cy="6096000"/>
            <a:chOff x="0" y="0"/>
            <a:chExt cx="7658100" cy="3733800"/>
          </a:xfrm>
        </p:grpSpPr>
        <p:sp>
          <p:nvSpPr>
            <p:cNvPr id="51" name="text_000">
              <a:extLst>
                <a:ext uri="{FF2B5EF4-FFF2-40B4-BE49-F238E27FC236}">
                  <ns2:creationId id="{0AC77F5A-9A06-4E0A-96C4-2B3E96EB33E9}"/>
                </a:ext>
              </a:extLst>
            </p:cNvPr>
            <p:cNvSpPr>
              <a:spLocks noGrp="1"/>
            </p:cNvSpPr>
            <p:nvPr/>
          </p:nvSpPr>
          <p:spPr>
            <a:xfrm rot="0">
              <a:off x="171450" y="38100"/>
              <a:ext cx="3238500" cy="285750"/>
            </a:xfrm>
            <a:prstGeom prst="rect">
              <a:avLst/>
            </a:prstGeom>
            <a:noFill/>
            <a:ln w="0">
              <a:noFill/>
              <a:prstDash val="solid"/>
            </a:ln>
          </p:spPr>
          <p:txBody>
            <a:bodyPr wrap="none" lIns="0" tIns="0" rIns="0" bIns="0" anchor="t">
              <a:noAutofit/>
            </a:bodyPr>
            <a:lstStyle>
              <a:defPPr algn="l">
                <a:defRPr sz="3184" b="1">
                  <a:solidFill>
                    <a:srgbClr val="000000"/>
                  </a:solidFill>
                  <a:latin typeface="Arial"/>
                  <a:ea typeface="Arial"/>
                  <a:cs typeface="Arial"/>
                </a:defRPr>
              </a:defPPr>
              <a:lvl1pPr algn="l">
                <a:defRPr sz="3184" b="1">
                  <a:solidFill>
                    <a:srgbClr val="000000"/>
                  </a:solidFill>
                  <a:latin typeface="Arial"/>
                  <a:ea typeface="Arial"/>
                  <a:cs typeface="Arial"/>
                </a:defRPr>
              </a:lvl1pPr>
              <a:lvl2pPr algn="l">
                <a:defRPr sz="3184" b="1">
                  <a:solidFill>
                    <a:srgbClr val="000000"/>
                  </a:solidFill>
                  <a:latin typeface="Arial"/>
                  <a:ea typeface="Arial"/>
                  <a:cs typeface="Arial"/>
                </a:defRPr>
              </a:lvl2pPr>
              <a:lvl3pPr algn="l">
                <a:defRPr sz="3184" b="1">
                  <a:solidFill>
                    <a:srgbClr val="000000"/>
                  </a:solidFill>
                  <a:latin typeface="Arial"/>
                  <a:ea typeface="Arial"/>
                  <a:cs typeface="Arial"/>
                </a:defRPr>
              </a:lvl3pPr>
              <a:lvl4pPr algn="l">
                <a:defRPr sz="3184" b="1">
                  <a:solidFill>
                    <a:srgbClr val="000000"/>
                  </a:solidFill>
                  <a:latin typeface="Arial"/>
                  <a:ea typeface="Arial"/>
                  <a:cs typeface="Arial"/>
                </a:defRPr>
              </a:lvl4pPr>
              <a:lvl5pPr algn="l">
                <a:defRPr sz="3184" b="1">
                  <a:solidFill>
                    <a:srgbClr val="000000"/>
                  </a:solidFill>
                  <a:latin typeface="Arial"/>
                  <a:ea typeface="Arial"/>
                  <a:cs typeface="Arial"/>
                </a:defRPr>
              </a:lvl5pPr>
              <a:lvl6pPr algn="l">
                <a:defRPr sz="3184" b="1">
                  <a:solidFill>
                    <a:srgbClr val="000000"/>
                  </a:solidFill>
                  <a:latin typeface="Arial"/>
                  <a:ea typeface="Arial"/>
                  <a:cs typeface="Arial"/>
                </a:defRPr>
              </a:lvl6pPr>
              <a:lvl7pPr algn="l">
                <a:defRPr sz="3184" b="1">
                  <a:solidFill>
                    <a:srgbClr val="000000"/>
                  </a:solidFill>
                  <a:latin typeface="Arial"/>
                  <a:ea typeface="Arial"/>
                  <a:cs typeface="Arial"/>
                </a:defRPr>
              </a:lvl7pPr>
              <a:lvl8pPr algn="l">
                <a:defRPr sz="3184" b="1">
                  <a:solidFill>
                    <a:srgbClr val="000000"/>
                  </a:solidFill>
                  <a:latin typeface="Arial"/>
                  <a:ea typeface="Arial"/>
                  <a:cs typeface="Arial"/>
                </a:defRPr>
              </a:lvl8pPr>
              <a:lvl9pPr algn="l">
                <a:defRPr sz="3184" b="1">
                  <a:solidFill>
                    <a:srgbClr val="000000"/>
                  </a:solidFill>
                  <a:latin typeface="Arial"/>
                  <a:ea typeface="Arial"/>
                  <a:cs typeface="Arial"/>
                </a:defRPr>
              </a:lvl9pPr>
            </a:lstStyle>
            <a:p>
              <a:pPr algn="l">
                <a:defRPr sz="3184" b="1">
                  <a:solidFill>
                    <a:srgbClr val="000000"/>
                  </a:solidFill>
                  <a:latin typeface="Arial"/>
                  <a:ea typeface="Arial"/>
                  <a:cs typeface="Arial"/>
                </a:defRPr>
              </a:pPr>
              <a:r>
                <a:rPr sz="3184" b="1">
                  <a:solidFill>
                    <a:srgbClr val="000000"/>
                  </a:solidFill>
                  <a:latin typeface="Arial"/>
                  <a:ea typeface="Arial"/>
                  <a:cs typeface="Arial"/>
                </a:rPr>
                <a:t>(a) Source field</a:t>
              </a:r>
            </a:p>
          </p:txBody>
        </p:sp>
        <p:pic>
          <p:nvPicPr>
            <p:cNvPr id="2" name="">
              <a:extLst>
                <a:ext uri="{FF2B5EF4-FFF2-40B4-BE49-F238E27FC236}">
                  <ns2:creationId id="{5193FAE8-72BF-4CB4-A7EB-AB4B4D1B5340}"/>
                </a:ext>
              </a:extLst>
            </p:cNvPr>
            <p:cNvPicPr>
              <a:picLocks noChangeAspect="1"/>
            </p:cNvPicPr>
            <p:nvPr/>
          </p:nvPicPr>
          <p:blipFill>
            <a:blip r:embed="R7909abcff5c7491b"/>
            <a:stretch/>
          </p:blipFill>
          <p:spPr>
            <a:xfrm>
              <a:off x="361950" y="438150"/>
              <a:ext cx="2571750" cy="2571750"/>
            </a:xfrm>
            <a:prstGeom prst="rect">
              <a:avLst/>
            </a:prstGeom>
          </p:spPr>
        </p:pic>
        <p:sp>
          <p:nvSpPr>
            <p:cNvPr id="3" name="text_004">
              <a:extLst>
                <a:ext uri="{FF2B5EF4-FFF2-40B4-BE49-F238E27FC236}">
                  <ns2:creationId id="{5A763F24-84A7-4B8F-9A97-53786A12807F}"/>
                </a:ext>
              </a:extLst>
            </p:cNvPr>
            <p:cNvSpPr>
              <a:spLocks noGrp="1"/>
            </p:cNvSpPr>
            <p:nvPr/>
          </p:nvSpPr>
          <p:spPr>
            <a:xfrm rot="0">
              <a:off x="205895" y="3053937"/>
              <a:ext cx="352295" cy="193762"/>
            </a:xfrm>
            <a:prstGeom prst="rect">
              <a:avLst/>
            </a:prstGeom>
            <a:noFill/>
            <a:ln w="0">
              <a:noFill/>
              <a:prstDash val="solid"/>
            </a:ln>
          </p:spPr>
          <p:txBody>
            <a:bodyPr wrap="none" lIns="0" tIns="0" rIns="0" bIns="0" anchor="t">
              <a:noAutofit/>
            </a:bodyPr>
            <a:lstStyle>
              <a:defPPr algn="ctr">
                <a:defRPr sz="1959" b="0">
                  <a:solidFill>
                    <a:srgbClr val="000000"/>
                  </a:solidFill>
                  <a:latin typeface="Arial"/>
                  <a:ea typeface="Arial"/>
                  <a:cs typeface="Arial"/>
                </a:defRPr>
              </a:defPPr>
              <a:lvl1pPr algn="ctr">
                <a:defRPr sz="1959" b="0">
                  <a:solidFill>
                    <a:srgbClr val="000000"/>
                  </a:solidFill>
                  <a:latin typeface="Arial"/>
                  <a:ea typeface="Arial"/>
                  <a:cs typeface="Arial"/>
                </a:defRPr>
              </a:lvl1pPr>
              <a:lvl2pPr algn="ctr">
                <a:defRPr sz="1959" b="0">
                  <a:solidFill>
                    <a:srgbClr val="000000"/>
                  </a:solidFill>
                  <a:latin typeface="Arial"/>
                  <a:ea typeface="Arial"/>
                  <a:cs typeface="Arial"/>
                </a:defRPr>
              </a:lvl2pPr>
              <a:lvl3pPr algn="ctr">
                <a:defRPr sz="1959" b="0">
                  <a:solidFill>
                    <a:srgbClr val="000000"/>
                  </a:solidFill>
                  <a:latin typeface="Arial"/>
                  <a:ea typeface="Arial"/>
                  <a:cs typeface="Arial"/>
                </a:defRPr>
              </a:lvl3pPr>
              <a:lvl4pPr algn="ctr">
                <a:defRPr sz="1959" b="0">
                  <a:solidFill>
                    <a:srgbClr val="000000"/>
                  </a:solidFill>
                  <a:latin typeface="Arial"/>
                  <a:ea typeface="Arial"/>
                  <a:cs typeface="Arial"/>
                </a:defRPr>
              </a:lvl4pPr>
              <a:lvl5pPr algn="ctr">
                <a:defRPr sz="1959" b="0">
                  <a:solidFill>
                    <a:srgbClr val="000000"/>
                  </a:solidFill>
                  <a:latin typeface="Arial"/>
                  <a:ea typeface="Arial"/>
                  <a:cs typeface="Arial"/>
                </a:defRPr>
              </a:lvl5pPr>
              <a:lvl6pPr algn="ctr">
                <a:defRPr sz="1959" b="0">
                  <a:solidFill>
                    <a:srgbClr val="000000"/>
                  </a:solidFill>
                  <a:latin typeface="Arial"/>
                  <a:ea typeface="Arial"/>
                  <a:cs typeface="Arial"/>
                </a:defRPr>
              </a:lvl6pPr>
              <a:lvl7pPr algn="ctr">
                <a:defRPr sz="1959" b="0">
                  <a:solidFill>
                    <a:srgbClr val="000000"/>
                  </a:solidFill>
                  <a:latin typeface="Arial"/>
                  <a:ea typeface="Arial"/>
                  <a:cs typeface="Arial"/>
                </a:defRPr>
              </a:lvl7pPr>
              <a:lvl8pPr algn="ctr">
                <a:defRPr sz="1959" b="0">
                  <a:solidFill>
                    <a:srgbClr val="000000"/>
                  </a:solidFill>
                  <a:latin typeface="Arial"/>
                  <a:ea typeface="Arial"/>
                  <a:cs typeface="Arial"/>
                </a:defRPr>
              </a:lvl8pPr>
              <a:lvl9pPr algn="ctr">
                <a:defRPr sz="1959" b="0">
                  <a:solidFill>
                    <a:srgbClr val="000000"/>
                  </a:solidFill>
                  <a:latin typeface="Arial"/>
                  <a:ea typeface="Arial"/>
                  <a:cs typeface="Arial"/>
                </a:defRPr>
              </a:lvl9pPr>
            </a:lstStyle>
            <a:p>
              <a:pPr algn="ctr">
                <a:defRPr sz="1959" b="0">
                  <a:solidFill>
                    <a:srgbClr val="000000"/>
                  </a:solidFill>
                  <a:latin typeface="Arial"/>
                  <a:ea typeface="Arial"/>
                  <a:cs typeface="Arial"/>
                </a:defRPr>
              </a:pPr>
              <a:r>
                <a:rPr sz="1959" b="0">
                  <a:solidFill>
                    <a:srgbClr val="000000"/>
                  </a:solidFill>
                  <a:latin typeface="Arial"/>
                  <a:ea typeface="Arial"/>
                  <a:cs typeface="Arial"/>
                </a:rPr>
                <a:t>0</a:t>
              </a:r>
            </a:p>
          </p:txBody>
        </p:sp>
        <p:sp>
          <p:nvSpPr>
            <p:cNvPr id="4" name="text_005">
              <a:extLst>
                <a:ext uri="{FF2B5EF4-FFF2-40B4-BE49-F238E27FC236}">
                  <ns2:creationId id="{91C070AE-0DBD-4232-8E8B-0C3601764661}"/>
                </a:ext>
              </a:extLst>
            </p:cNvPr>
            <p:cNvSpPr>
              <a:spLocks noGrp="1"/>
            </p:cNvSpPr>
            <p:nvPr/>
          </p:nvSpPr>
          <p:spPr>
            <a:xfrm rot="0">
              <a:off x="53692" y="2901734"/>
              <a:ext cx="255414" cy="193762"/>
            </a:xfrm>
            <a:prstGeom prst="rect">
              <a:avLst/>
            </a:prstGeom>
            <a:noFill/>
            <a:ln w="0">
              <a:noFill/>
              <a:prstDash val="solid"/>
            </a:ln>
          </p:spPr>
          <p:txBody>
            <a:bodyPr wrap="none" lIns="0" tIns="0" rIns="0" bIns="0" anchor="t">
              <a:noAutofit/>
            </a:bodyPr>
            <a:lstStyle>
              <a:defPPr algn="r">
                <a:defRPr sz="1959" b="0">
                  <a:solidFill>
                    <a:srgbClr val="000000"/>
                  </a:solidFill>
                  <a:latin typeface="Arial"/>
                  <a:ea typeface="Arial"/>
                  <a:cs typeface="Arial"/>
                </a:defRPr>
              </a:defPPr>
              <a:lvl1pPr algn="r">
                <a:defRPr sz="1959" b="0">
                  <a:solidFill>
                    <a:srgbClr val="000000"/>
                  </a:solidFill>
                  <a:latin typeface="Arial"/>
                  <a:ea typeface="Arial"/>
                  <a:cs typeface="Arial"/>
                </a:defRPr>
              </a:lvl1pPr>
              <a:lvl2pPr algn="r">
                <a:defRPr sz="1959" b="0">
                  <a:solidFill>
                    <a:srgbClr val="000000"/>
                  </a:solidFill>
                  <a:latin typeface="Arial"/>
                  <a:ea typeface="Arial"/>
                  <a:cs typeface="Arial"/>
                </a:defRPr>
              </a:lvl2pPr>
              <a:lvl3pPr algn="r">
                <a:defRPr sz="1959" b="0">
                  <a:solidFill>
                    <a:srgbClr val="000000"/>
                  </a:solidFill>
                  <a:latin typeface="Arial"/>
                  <a:ea typeface="Arial"/>
                  <a:cs typeface="Arial"/>
                </a:defRPr>
              </a:lvl3pPr>
              <a:lvl4pPr algn="r">
                <a:defRPr sz="1959" b="0">
                  <a:solidFill>
                    <a:srgbClr val="000000"/>
                  </a:solidFill>
                  <a:latin typeface="Arial"/>
                  <a:ea typeface="Arial"/>
                  <a:cs typeface="Arial"/>
                </a:defRPr>
              </a:lvl4pPr>
              <a:lvl5pPr algn="r">
                <a:defRPr sz="1959" b="0">
                  <a:solidFill>
                    <a:srgbClr val="000000"/>
                  </a:solidFill>
                  <a:latin typeface="Arial"/>
                  <a:ea typeface="Arial"/>
                  <a:cs typeface="Arial"/>
                </a:defRPr>
              </a:lvl5pPr>
              <a:lvl6pPr algn="r">
                <a:defRPr sz="1959" b="0">
                  <a:solidFill>
                    <a:srgbClr val="000000"/>
                  </a:solidFill>
                  <a:latin typeface="Arial"/>
                  <a:ea typeface="Arial"/>
                  <a:cs typeface="Arial"/>
                </a:defRPr>
              </a:lvl6pPr>
              <a:lvl7pPr algn="r">
                <a:defRPr sz="1959" b="0">
                  <a:solidFill>
                    <a:srgbClr val="000000"/>
                  </a:solidFill>
                  <a:latin typeface="Arial"/>
                  <a:ea typeface="Arial"/>
                  <a:cs typeface="Arial"/>
                </a:defRPr>
              </a:lvl7pPr>
              <a:lvl8pPr algn="r">
                <a:defRPr sz="1959" b="0">
                  <a:solidFill>
                    <a:srgbClr val="000000"/>
                  </a:solidFill>
                  <a:latin typeface="Arial"/>
                  <a:ea typeface="Arial"/>
                  <a:cs typeface="Arial"/>
                </a:defRPr>
              </a:lvl8pPr>
              <a:lvl9pPr algn="r">
                <a:defRPr sz="1959" b="0">
                  <a:solidFill>
                    <a:srgbClr val="000000"/>
                  </a:solidFill>
                  <a:latin typeface="Arial"/>
                  <a:ea typeface="Arial"/>
                  <a:cs typeface="Arial"/>
                </a:defRPr>
              </a:lvl9pPr>
            </a:lstStyle>
            <a:p>
              <a:pPr algn="r">
                <a:defRPr sz="1959" b="0">
                  <a:solidFill>
                    <a:srgbClr val="000000"/>
                  </a:solidFill>
                  <a:latin typeface="Arial"/>
                  <a:ea typeface="Arial"/>
                  <a:cs typeface="Arial"/>
                </a:defRPr>
              </a:pPr>
              <a:r>
                <a:rPr sz="1959" b="0">
                  <a:solidFill>
                    <a:srgbClr val="000000"/>
                  </a:solidFill>
                  <a:latin typeface="Arial"/>
                  <a:ea typeface="Arial"/>
                  <a:cs typeface="Arial"/>
                </a:rPr>
                <a:t>0</a:t>
              </a:r>
            </a:p>
          </p:txBody>
        </p:sp>
        <p:sp>
          <p:nvSpPr>
            <p:cNvPr id="5" name="text_006">
              <a:extLst>
                <a:ext uri="{FF2B5EF4-FFF2-40B4-BE49-F238E27FC236}">
                  <ns2:creationId id="{05D345CD-A414-4CD8-9EAB-BB1166F2BA34}"/>
                </a:ext>
              </a:extLst>
            </p:cNvPr>
            <p:cNvSpPr>
              <a:spLocks noGrp="1"/>
            </p:cNvSpPr>
            <p:nvPr/>
          </p:nvSpPr>
          <p:spPr>
            <a:xfrm rot="0">
              <a:off x="1491770" y="3053937"/>
              <a:ext cx="352295" cy="193762"/>
            </a:xfrm>
            <a:prstGeom prst="rect">
              <a:avLst/>
            </a:prstGeom>
            <a:noFill/>
            <a:ln w="0">
              <a:noFill/>
              <a:prstDash val="solid"/>
            </a:ln>
          </p:spPr>
          <p:txBody>
            <a:bodyPr wrap="none" lIns="0" tIns="0" rIns="0" bIns="0" anchor="t">
              <a:noAutofit/>
            </a:bodyPr>
            <a:lstStyle>
              <a:defPPr algn="ctr">
                <a:defRPr sz="1959" b="0">
                  <a:solidFill>
                    <a:srgbClr val="000000"/>
                  </a:solidFill>
                  <a:latin typeface="Arial"/>
                  <a:ea typeface="Arial"/>
                  <a:cs typeface="Arial"/>
                </a:defRPr>
              </a:defPPr>
              <a:lvl1pPr algn="ctr">
                <a:defRPr sz="1959" b="0">
                  <a:solidFill>
                    <a:srgbClr val="000000"/>
                  </a:solidFill>
                  <a:latin typeface="Arial"/>
                  <a:ea typeface="Arial"/>
                  <a:cs typeface="Arial"/>
                </a:defRPr>
              </a:lvl1pPr>
              <a:lvl2pPr algn="ctr">
                <a:defRPr sz="1959" b="0">
                  <a:solidFill>
                    <a:srgbClr val="000000"/>
                  </a:solidFill>
                  <a:latin typeface="Arial"/>
                  <a:ea typeface="Arial"/>
                  <a:cs typeface="Arial"/>
                </a:defRPr>
              </a:lvl2pPr>
              <a:lvl3pPr algn="ctr">
                <a:defRPr sz="1959" b="0">
                  <a:solidFill>
                    <a:srgbClr val="000000"/>
                  </a:solidFill>
                  <a:latin typeface="Arial"/>
                  <a:ea typeface="Arial"/>
                  <a:cs typeface="Arial"/>
                </a:defRPr>
              </a:lvl3pPr>
              <a:lvl4pPr algn="ctr">
                <a:defRPr sz="1959" b="0">
                  <a:solidFill>
                    <a:srgbClr val="000000"/>
                  </a:solidFill>
                  <a:latin typeface="Arial"/>
                  <a:ea typeface="Arial"/>
                  <a:cs typeface="Arial"/>
                </a:defRPr>
              </a:lvl4pPr>
              <a:lvl5pPr algn="ctr">
                <a:defRPr sz="1959" b="0">
                  <a:solidFill>
                    <a:srgbClr val="000000"/>
                  </a:solidFill>
                  <a:latin typeface="Arial"/>
                  <a:ea typeface="Arial"/>
                  <a:cs typeface="Arial"/>
                </a:defRPr>
              </a:lvl5pPr>
              <a:lvl6pPr algn="ctr">
                <a:defRPr sz="1959" b="0">
                  <a:solidFill>
                    <a:srgbClr val="000000"/>
                  </a:solidFill>
                  <a:latin typeface="Arial"/>
                  <a:ea typeface="Arial"/>
                  <a:cs typeface="Arial"/>
                </a:defRPr>
              </a:lvl6pPr>
              <a:lvl7pPr algn="ctr">
                <a:defRPr sz="1959" b="0">
                  <a:solidFill>
                    <a:srgbClr val="000000"/>
                  </a:solidFill>
                  <a:latin typeface="Arial"/>
                  <a:ea typeface="Arial"/>
                  <a:cs typeface="Arial"/>
                </a:defRPr>
              </a:lvl7pPr>
              <a:lvl8pPr algn="ctr">
                <a:defRPr sz="1959" b="0">
                  <a:solidFill>
                    <a:srgbClr val="000000"/>
                  </a:solidFill>
                  <a:latin typeface="Arial"/>
                  <a:ea typeface="Arial"/>
                  <a:cs typeface="Arial"/>
                </a:defRPr>
              </a:lvl8pPr>
              <a:lvl9pPr algn="ctr">
                <a:defRPr sz="1959" b="0">
                  <a:solidFill>
                    <a:srgbClr val="000000"/>
                  </a:solidFill>
                  <a:latin typeface="Arial"/>
                  <a:ea typeface="Arial"/>
                  <a:cs typeface="Arial"/>
                </a:defRPr>
              </a:lvl9pPr>
            </a:lstStyle>
            <a:p>
              <a:pPr algn="ctr">
                <a:defRPr sz="1959" b="0">
                  <a:solidFill>
                    <a:srgbClr val="000000"/>
                  </a:solidFill>
                  <a:latin typeface="Arial"/>
                  <a:ea typeface="Arial"/>
                  <a:cs typeface="Arial"/>
                </a:defRPr>
              </a:pPr>
              <a:r>
                <a:rPr sz="1959" b="0">
                  <a:solidFill>
                    <a:srgbClr val="000000"/>
                  </a:solidFill>
                  <a:latin typeface="Arial"/>
                  <a:ea typeface="Arial"/>
                  <a:cs typeface="Arial"/>
                </a:rPr>
                <a:t>32</a:t>
              </a:r>
            </a:p>
          </p:txBody>
        </p:sp>
        <p:sp>
          <p:nvSpPr>
            <p:cNvPr id="6" name="text_007">
              <a:extLst>
                <a:ext uri="{FF2B5EF4-FFF2-40B4-BE49-F238E27FC236}">
                  <ns2:creationId id="{73C1FAE7-F8D0-4646-8A1C-F4978DB659E7}"/>
                </a:ext>
              </a:extLst>
            </p:cNvPr>
            <p:cNvSpPr>
              <a:spLocks noGrp="1"/>
            </p:cNvSpPr>
            <p:nvPr/>
          </p:nvSpPr>
          <p:spPr>
            <a:xfrm rot="0">
              <a:off x="53692" y="1615859"/>
              <a:ext cx="255414" cy="193762"/>
            </a:xfrm>
            <a:prstGeom prst="rect">
              <a:avLst/>
            </a:prstGeom>
            <a:noFill/>
            <a:ln w="0">
              <a:noFill/>
              <a:prstDash val="solid"/>
            </a:ln>
          </p:spPr>
          <p:txBody>
            <a:bodyPr wrap="none" lIns="0" tIns="0" rIns="0" bIns="0" anchor="t">
              <a:noAutofit/>
            </a:bodyPr>
            <a:lstStyle>
              <a:defPPr algn="r">
                <a:defRPr sz="1959" b="0">
                  <a:solidFill>
                    <a:srgbClr val="000000"/>
                  </a:solidFill>
                  <a:latin typeface="Arial"/>
                  <a:ea typeface="Arial"/>
                  <a:cs typeface="Arial"/>
                </a:defRPr>
              </a:defPPr>
              <a:lvl1pPr algn="r">
                <a:defRPr sz="1959" b="0">
                  <a:solidFill>
                    <a:srgbClr val="000000"/>
                  </a:solidFill>
                  <a:latin typeface="Arial"/>
                  <a:ea typeface="Arial"/>
                  <a:cs typeface="Arial"/>
                </a:defRPr>
              </a:lvl1pPr>
              <a:lvl2pPr algn="r">
                <a:defRPr sz="1959" b="0">
                  <a:solidFill>
                    <a:srgbClr val="000000"/>
                  </a:solidFill>
                  <a:latin typeface="Arial"/>
                  <a:ea typeface="Arial"/>
                  <a:cs typeface="Arial"/>
                </a:defRPr>
              </a:lvl2pPr>
              <a:lvl3pPr algn="r">
                <a:defRPr sz="1959" b="0">
                  <a:solidFill>
                    <a:srgbClr val="000000"/>
                  </a:solidFill>
                  <a:latin typeface="Arial"/>
                  <a:ea typeface="Arial"/>
                  <a:cs typeface="Arial"/>
                </a:defRPr>
              </a:lvl3pPr>
              <a:lvl4pPr algn="r">
                <a:defRPr sz="1959" b="0">
                  <a:solidFill>
                    <a:srgbClr val="000000"/>
                  </a:solidFill>
                  <a:latin typeface="Arial"/>
                  <a:ea typeface="Arial"/>
                  <a:cs typeface="Arial"/>
                </a:defRPr>
              </a:lvl4pPr>
              <a:lvl5pPr algn="r">
                <a:defRPr sz="1959" b="0">
                  <a:solidFill>
                    <a:srgbClr val="000000"/>
                  </a:solidFill>
                  <a:latin typeface="Arial"/>
                  <a:ea typeface="Arial"/>
                  <a:cs typeface="Arial"/>
                </a:defRPr>
              </a:lvl5pPr>
              <a:lvl6pPr algn="r">
                <a:defRPr sz="1959" b="0">
                  <a:solidFill>
                    <a:srgbClr val="000000"/>
                  </a:solidFill>
                  <a:latin typeface="Arial"/>
                  <a:ea typeface="Arial"/>
                  <a:cs typeface="Arial"/>
                </a:defRPr>
              </a:lvl6pPr>
              <a:lvl7pPr algn="r">
                <a:defRPr sz="1959" b="0">
                  <a:solidFill>
                    <a:srgbClr val="000000"/>
                  </a:solidFill>
                  <a:latin typeface="Arial"/>
                  <a:ea typeface="Arial"/>
                  <a:cs typeface="Arial"/>
                </a:defRPr>
              </a:lvl7pPr>
              <a:lvl8pPr algn="r">
                <a:defRPr sz="1959" b="0">
                  <a:solidFill>
                    <a:srgbClr val="000000"/>
                  </a:solidFill>
                  <a:latin typeface="Arial"/>
                  <a:ea typeface="Arial"/>
                  <a:cs typeface="Arial"/>
                </a:defRPr>
              </a:lvl8pPr>
              <a:lvl9pPr algn="r">
                <a:defRPr sz="1959" b="0">
                  <a:solidFill>
                    <a:srgbClr val="000000"/>
                  </a:solidFill>
                  <a:latin typeface="Arial"/>
                  <a:ea typeface="Arial"/>
                  <a:cs typeface="Arial"/>
                </a:defRPr>
              </a:lvl9pPr>
            </a:lstStyle>
            <a:p>
              <a:pPr algn="r">
                <a:defRPr sz="1959" b="0">
                  <a:solidFill>
                    <a:srgbClr val="000000"/>
                  </a:solidFill>
                  <a:latin typeface="Arial"/>
                  <a:ea typeface="Arial"/>
                  <a:cs typeface="Arial"/>
                </a:defRPr>
              </a:pPr>
              <a:r>
                <a:rPr sz="1959" b="0">
                  <a:solidFill>
                    <a:srgbClr val="000000"/>
                  </a:solidFill>
                  <a:latin typeface="Arial"/>
                  <a:ea typeface="Arial"/>
                  <a:cs typeface="Arial"/>
                </a:rPr>
                <a:t>32</a:t>
              </a:r>
            </a:p>
          </p:txBody>
        </p:sp>
        <p:sp>
          <p:nvSpPr>
            <p:cNvPr id="7" name="text_008">
              <a:extLst>
                <a:ext uri="{FF2B5EF4-FFF2-40B4-BE49-F238E27FC236}">
                  <ns2:creationId id="{39319DFF-3348-4C57-907C-DBAA645B400E}"/>
                </a:ext>
              </a:extLst>
            </p:cNvPr>
            <p:cNvSpPr>
              <a:spLocks noGrp="1"/>
            </p:cNvSpPr>
            <p:nvPr/>
          </p:nvSpPr>
          <p:spPr>
            <a:xfrm rot="0">
              <a:off x="2737461" y="3053937"/>
              <a:ext cx="352295" cy="193762"/>
            </a:xfrm>
            <a:prstGeom prst="rect">
              <a:avLst/>
            </a:prstGeom>
            <a:noFill/>
            <a:ln w="0">
              <a:noFill/>
              <a:prstDash val="solid"/>
            </a:ln>
          </p:spPr>
          <p:txBody>
            <a:bodyPr wrap="none" lIns="0" tIns="0" rIns="0" bIns="0" anchor="t">
              <a:noAutofit/>
            </a:bodyPr>
            <a:lstStyle>
              <a:defPPr algn="ctr">
                <a:defRPr sz="1959" b="0">
                  <a:solidFill>
                    <a:srgbClr val="000000"/>
                  </a:solidFill>
                  <a:latin typeface="Arial"/>
                  <a:ea typeface="Arial"/>
                  <a:cs typeface="Arial"/>
                </a:defRPr>
              </a:defPPr>
              <a:lvl1pPr algn="ctr">
                <a:defRPr sz="1959" b="0">
                  <a:solidFill>
                    <a:srgbClr val="000000"/>
                  </a:solidFill>
                  <a:latin typeface="Arial"/>
                  <a:ea typeface="Arial"/>
                  <a:cs typeface="Arial"/>
                </a:defRPr>
              </a:lvl1pPr>
              <a:lvl2pPr algn="ctr">
                <a:defRPr sz="1959" b="0">
                  <a:solidFill>
                    <a:srgbClr val="000000"/>
                  </a:solidFill>
                  <a:latin typeface="Arial"/>
                  <a:ea typeface="Arial"/>
                  <a:cs typeface="Arial"/>
                </a:defRPr>
              </a:lvl2pPr>
              <a:lvl3pPr algn="ctr">
                <a:defRPr sz="1959" b="0">
                  <a:solidFill>
                    <a:srgbClr val="000000"/>
                  </a:solidFill>
                  <a:latin typeface="Arial"/>
                  <a:ea typeface="Arial"/>
                  <a:cs typeface="Arial"/>
                </a:defRPr>
              </a:lvl3pPr>
              <a:lvl4pPr algn="ctr">
                <a:defRPr sz="1959" b="0">
                  <a:solidFill>
                    <a:srgbClr val="000000"/>
                  </a:solidFill>
                  <a:latin typeface="Arial"/>
                  <a:ea typeface="Arial"/>
                  <a:cs typeface="Arial"/>
                </a:defRPr>
              </a:lvl4pPr>
              <a:lvl5pPr algn="ctr">
                <a:defRPr sz="1959" b="0">
                  <a:solidFill>
                    <a:srgbClr val="000000"/>
                  </a:solidFill>
                  <a:latin typeface="Arial"/>
                  <a:ea typeface="Arial"/>
                  <a:cs typeface="Arial"/>
                </a:defRPr>
              </a:lvl5pPr>
              <a:lvl6pPr algn="ctr">
                <a:defRPr sz="1959" b="0">
                  <a:solidFill>
                    <a:srgbClr val="000000"/>
                  </a:solidFill>
                  <a:latin typeface="Arial"/>
                  <a:ea typeface="Arial"/>
                  <a:cs typeface="Arial"/>
                </a:defRPr>
              </a:lvl6pPr>
              <a:lvl7pPr algn="ctr">
                <a:defRPr sz="1959" b="0">
                  <a:solidFill>
                    <a:srgbClr val="000000"/>
                  </a:solidFill>
                  <a:latin typeface="Arial"/>
                  <a:ea typeface="Arial"/>
                  <a:cs typeface="Arial"/>
                </a:defRPr>
              </a:lvl7pPr>
              <a:lvl8pPr algn="ctr">
                <a:defRPr sz="1959" b="0">
                  <a:solidFill>
                    <a:srgbClr val="000000"/>
                  </a:solidFill>
                  <a:latin typeface="Arial"/>
                  <a:ea typeface="Arial"/>
                  <a:cs typeface="Arial"/>
                </a:defRPr>
              </a:lvl8pPr>
              <a:lvl9pPr algn="ctr">
                <a:defRPr sz="1959" b="0">
                  <a:solidFill>
                    <a:srgbClr val="000000"/>
                  </a:solidFill>
                  <a:latin typeface="Arial"/>
                  <a:ea typeface="Arial"/>
                  <a:cs typeface="Arial"/>
                </a:defRPr>
              </a:lvl9pPr>
            </a:lstStyle>
            <a:p>
              <a:pPr algn="ctr">
                <a:defRPr sz="1959" b="0">
                  <a:solidFill>
                    <a:srgbClr val="000000"/>
                  </a:solidFill>
                  <a:latin typeface="Arial"/>
                  <a:ea typeface="Arial"/>
                  <a:cs typeface="Arial"/>
                </a:defRPr>
              </a:pPr>
              <a:r>
                <a:rPr sz="1959" b="0">
                  <a:solidFill>
                    <a:srgbClr val="000000"/>
                  </a:solidFill>
                  <a:latin typeface="Arial"/>
                  <a:ea typeface="Arial"/>
                  <a:cs typeface="Arial"/>
                </a:rPr>
                <a:t>63</a:t>
              </a:r>
            </a:p>
          </p:txBody>
        </p:sp>
        <p:sp>
          <p:nvSpPr>
            <p:cNvPr id="8" name="text_009">
              <a:extLst>
                <a:ext uri="{FF2B5EF4-FFF2-40B4-BE49-F238E27FC236}">
                  <ns2:creationId id="{EC604D15-60DD-49DA-A498-B173728F0CE8}"/>
                </a:ext>
              </a:extLst>
            </p:cNvPr>
            <p:cNvSpPr>
              <a:spLocks noGrp="1"/>
            </p:cNvSpPr>
            <p:nvPr/>
          </p:nvSpPr>
          <p:spPr>
            <a:xfrm rot="0">
              <a:off x="53692" y="370168"/>
              <a:ext cx="255414" cy="193762"/>
            </a:xfrm>
            <a:prstGeom prst="rect">
              <a:avLst/>
            </a:prstGeom>
            <a:noFill/>
            <a:ln w="0">
              <a:noFill/>
              <a:prstDash val="solid"/>
            </a:ln>
          </p:spPr>
          <p:txBody>
            <a:bodyPr wrap="none" lIns="0" tIns="0" rIns="0" bIns="0" anchor="t">
              <a:noAutofit/>
            </a:bodyPr>
            <a:lstStyle>
              <a:defPPr algn="r">
                <a:defRPr sz="1959" b="0">
                  <a:solidFill>
                    <a:srgbClr val="000000"/>
                  </a:solidFill>
                  <a:latin typeface="Arial"/>
                  <a:ea typeface="Arial"/>
                  <a:cs typeface="Arial"/>
                </a:defRPr>
              </a:defPPr>
              <a:lvl1pPr algn="r">
                <a:defRPr sz="1959" b="0">
                  <a:solidFill>
                    <a:srgbClr val="000000"/>
                  </a:solidFill>
                  <a:latin typeface="Arial"/>
                  <a:ea typeface="Arial"/>
                  <a:cs typeface="Arial"/>
                </a:defRPr>
              </a:lvl1pPr>
              <a:lvl2pPr algn="r">
                <a:defRPr sz="1959" b="0">
                  <a:solidFill>
                    <a:srgbClr val="000000"/>
                  </a:solidFill>
                  <a:latin typeface="Arial"/>
                  <a:ea typeface="Arial"/>
                  <a:cs typeface="Arial"/>
                </a:defRPr>
              </a:lvl2pPr>
              <a:lvl3pPr algn="r">
                <a:defRPr sz="1959" b="0">
                  <a:solidFill>
                    <a:srgbClr val="000000"/>
                  </a:solidFill>
                  <a:latin typeface="Arial"/>
                  <a:ea typeface="Arial"/>
                  <a:cs typeface="Arial"/>
                </a:defRPr>
              </a:lvl3pPr>
              <a:lvl4pPr algn="r">
                <a:defRPr sz="1959" b="0">
                  <a:solidFill>
                    <a:srgbClr val="000000"/>
                  </a:solidFill>
                  <a:latin typeface="Arial"/>
                  <a:ea typeface="Arial"/>
                  <a:cs typeface="Arial"/>
                </a:defRPr>
              </a:lvl4pPr>
              <a:lvl5pPr algn="r">
                <a:defRPr sz="1959" b="0">
                  <a:solidFill>
                    <a:srgbClr val="000000"/>
                  </a:solidFill>
                  <a:latin typeface="Arial"/>
                  <a:ea typeface="Arial"/>
                  <a:cs typeface="Arial"/>
                </a:defRPr>
              </a:lvl5pPr>
              <a:lvl6pPr algn="r">
                <a:defRPr sz="1959" b="0">
                  <a:solidFill>
                    <a:srgbClr val="000000"/>
                  </a:solidFill>
                  <a:latin typeface="Arial"/>
                  <a:ea typeface="Arial"/>
                  <a:cs typeface="Arial"/>
                </a:defRPr>
              </a:lvl6pPr>
              <a:lvl7pPr algn="r">
                <a:defRPr sz="1959" b="0">
                  <a:solidFill>
                    <a:srgbClr val="000000"/>
                  </a:solidFill>
                  <a:latin typeface="Arial"/>
                  <a:ea typeface="Arial"/>
                  <a:cs typeface="Arial"/>
                </a:defRPr>
              </a:lvl7pPr>
              <a:lvl8pPr algn="r">
                <a:defRPr sz="1959" b="0">
                  <a:solidFill>
                    <a:srgbClr val="000000"/>
                  </a:solidFill>
                  <a:latin typeface="Arial"/>
                  <a:ea typeface="Arial"/>
                  <a:cs typeface="Arial"/>
                </a:defRPr>
              </a:lvl8pPr>
              <a:lvl9pPr algn="r">
                <a:defRPr sz="1959" b="0">
                  <a:solidFill>
                    <a:srgbClr val="000000"/>
                  </a:solidFill>
                  <a:latin typeface="Arial"/>
                  <a:ea typeface="Arial"/>
                  <a:cs typeface="Arial"/>
                </a:defRPr>
              </a:lvl9pPr>
            </a:lstStyle>
            <a:p>
              <a:pPr algn="r">
                <a:defRPr sz="1959" b="0">
                  <a:solidFill>
                    <a:srgbClr val="000000"/>
                  </a:solidFill>
                  <a:latin typeface="Arial"/>
                  <a:ea typeface="Arial"/>
                  <a:cs typeface="Arial"/>
                </a:defRPr>
              </a:pPr>
              <a:r>
                <a:rPr sz="1959" b="0">
                  <a:solidFill>
                    <a:srgbClr val="000000"/>
                  </a:solidFill>
                  <a:latin typeface="Arial"/>
                  <a:ea typeface="Arial"/>
                  <a:cs typeface="Arial"/>
                </a:rPr>
                <a:t>63</a:t>
              </a:r>
            </a:p>
          </p:txBody>
        </p:sp>
        <p:pic>
          <p:nvPicPr>
            <p:cNvPr id="9" name="">
              <a:extLst>
                <a:ext uri="{FF2B5EF4-FFF2-40B4-BE49-F238E27FC236}">
                  <ns2:creationId id="{FFB52C66-5817-4019-8DFC-7ED2D3528F81}"/>
                </a:ext>
              </a:extLst>
            </p:cNvPr>
            <p:cNvPicPr>
              <a:picLocks noChangeAspect="1"/>
            </p:cNvPicPr>
            <p:nvPr/>
          </p:nvPicPr>
          <p:blipFill>
            <a:blip r:embed="R10a23993c09c4cb5"/>
            <a:stretch/>
          </p:blipFill>
          <p:spPr>
            <a:xfrm>
              <a:off x="361950" y="3371850"/>
              <a:ext cx="2571750" cy="88074"/>
            </a:xfrm>
            <a:prstGeom prst="rect">
              <a:avLst/>
            </a:prstGeom>
          </p:spPr>
        </p:pic>
        <p:sp>
          <p:nvSpPr>
            <p:cNvPr id="10" name="text_011">
              <a:extLst>
                <a:ext uri="{FF2B5EF4-FFF2-40B4-BE49-F238E27FC236}">
                  <ns2:creationId id="{67E14256-951A-45CF-B181-ED7A64452ED2}"/>
                </a:ext>
              </a:extLst>
            </p:cNvPr>
            <p:cNvSpPr>
              <a:spLocks noGrp="1"/>
            </p:cNvSpPr>
            <p:nvPr/>
          </p:nvSpPr>
          <p:spPr>
            <a:xfrm rot="0">
              <a:off x="361950" y="3486150"/>
              <a:ext cx="381000" cy="171450"/>
            </a:xfrm>
            <a:prstGeom prst="rect">
              <a:avLst/>
            </a:prstGeom>
            <a:noFill/>
            <a:ln w="0">
              <a:noFill/>
              <a:prstDash val="solid"/>
            </a:ln>
          </p:spPr>
          <p:txBody>
            <a:bodyPr wrap="none" lIns="0" tIns="0" rIns="0" bIns="0" anchor="t">
              <a:noAutofit/>
            </a:bodyPr>
            <a:lstStyle>
              <a:defPPr algn="l">
                <a:defRPr sz="1714" b="0">
                  <a:solidFill>
                    <a:srgbClr val="000000"/>
                  </a:solidFill>
                  <a:latin typeface="Arial"/>
                  <a:ea typeface="Arial"/>
                  <a:cs typeface="Arial"/>
                </a:defRPr>
              </a:defPPr>
              <a:lvl1pPr algn="l">
                <a:defRPr sz="1714" b="0">
                  <a:solidFill>
                    <a:srgbClr val="000000"/>
                  </a:solidFill>
                  <a:latin typeface="Arial"/>
                  <a:ea typeface="Arial"/>
                  <a:cs typeface="Arial"/>
                </a:defRPr>
              </a:lvl1pPr>
              <a:lvl2pPr algn="l">
                <a:defRPr sz="1714" b="0">
                  <a:solidFill>
                    <a:srgbClr val="000000"/>
                  </a:solidFill>
                  <a:latin typeface="Arial"/>
                  <a:ea typeface="Arial"/>
                  <a:cs typeface="Arial"/>
                </a:defRPr>
              </a:lvl2pPr>
              <a:lvl3pPr algn="l">
                <a:defRPr sz="1714" b="0">
                  <a:solidFill>
                    <a:srgbClr val="000000"/>
                  </a:solidFill>
                  <a:latin typeface="Arial"/>
                  <a:ea typeface="Arial"/>
                  <a:cs typeface="Arial"/>
                </a:defRPr>
              </a:lvl3pPr>
              <a:lvl4pPr algn="l">
                <a:defRPr sz="1714" b="0">
                  <a:solidFill>
                    <a:srgbClr val="000000"/>
                  </a:solidFill>
                  <a:latin typeface="Arial"/>
                  <a:ea typeface="Arial"/>
                  <a:cs typeface="Arial"/>
                </a:defRPr>
              </a:lvl4pPr>
              <a:lvl5pPr algn="l">
                <a:defRPr sz="1714" b="0">
                  <a:solidFill>
                    <a:srgbClr val="000000"/>
                  </a:solidFill>
                  <a:latin typeface="Arial"/>
                  <a:ea typeface="Arial"/>
                  <a:cs typeface="Arial"/>
                </a:defRPr>
              </a:lvl5pPr>
              <a:lvl6pPr algn="l">
                <a:defRPr sz="1714" b="0">
                  <a:solidFill>
                    <a:srgbClr val="000000"/>
                  </a:solidFill>
                  <a:latin typeface="Arial"/>
                  <a:ea typeface="Arial"/>
                  <a:cs typeface="Arial"/>
                </a:defRPr>
              </a:lvl6pPr>
              <a:lvl7pPr algn="l">
                <a:defRPr sz="1714" b="0">
                  <a:solidFill>
                    <a:srgbClr val="000000"/>
                  </a:solidFill>
                  <a:latin typeface="Arial"/>
                  <a:ea typeface="Arial"/>
                  <a:cs typeface="Arial"/>
                </a:defRPr>
              </a:lvl7pPr>
              <a:lvl8pPr algn="l">
                <a:defRPr sz="1714" b="0">
                  <a:solidFill>
                    <a:srgbClr val="000000"/>
                  </a:solidFill>
                  <a:latin typeface="Arial"/>
                  <a:ea typeface="Arial"/>
                  <a:cs typeface="Arial"/>
                </a:defRPr>
              </a:lvl8pPr>
              <a:lvl9pPr algn="l">
                <a:defRPr sz="1714" b="0">
                  <a:solidFill>
                    <a:srgbClr val="000000"/>
                  </a:solidFill>
                  <a:latin typeface="Arial"/>
                  <a:ea typeface="Arial"/>
                  <a:cs typeface="Arial"/>
                </a:defRPr>
              </a:lvl9pPr>
            </a:lstStyle>
            <a:p>
              <a:pPr algn="l">
                <a:defRPr sz="1714" b="0">
                  <a:solidFill>
                    <a:srgbClr val="000000"/>
                  </a:solidFill>
                  <a:latin typeface="Arial"/>
                  <a:ea typeface="Arial"/>
                  <a:cs typeface="Arial"/>
                </a:defRPr>
              </a:pPr>
              <a:r>
                <a:rPr sz="1714" b="0">
                  <a:solidFill>
                    <a:srgbClr val="000000"/>
                  </a:solidFill>
                  <a:latin typeface="Arial"/>
                  <a:ea typeface="Arial"/>
                  <a:cs typeface="Arial"/>
                </a:rPr>
                <a:t>0</a:t>
              </a:r>
            </a:p>
          </p:txBody>
        </p:sp>
        <p:sp>
          <p:nvSpPr>
            <p:cNvPr id="11" name="text_012">
              <a:extLst>
                <a:ext uri="{FF2B5EF4-FFF2-40B4-BE49-F238E27FC236}">
                  <ns2:creationId id="{37A9BB92-1788-4E52-ACE0-8E1DBC8D54CB}"/>
                </a:ext>
              </a:extLst>
            </p:cNvPr>
            <p:cNvSpPr>
              <a:spLocks noGrp="1"/>
            </p:cNvSpPr>
            <p:nvPr/>
          </p:nvSpPr>
          <p:spPr>
            <a:xfrm rot="0">
              <a:off x="2552700" y="3486150"/>
              <a:ext cx="381000" cy="171450"/>
            </a:xfrm>
            <a:prstGeom prst="rect">
              <a:avLst/>
            </a:prstGeom>
            <a:noFill/>
            <a:ln w="0">
              <a:noFill/>
              <a:prstDash val="solid"/>
            </a:ln>
          </p:spPr>
          <p:txBody>
            <a:bodyPr wrap="none" lIns="0" tIns="0" rIns="0" bIns="0" anchor="t">
              <a:noAutofit/>
            </a:bodyPr>
            <a:lstStyle>
              <a:defPPr algn="r">
                <a:defRPr sz="1714" b="0">
                  <a:solidFill>
                    <a:srgbClr val="000000"/>
                  </a:solidFill>
                  <a:latin typeface="Arial"/>
                  <a:ea typeface="Arial"/>
                  <a:cs typeface="Arial"/>
                </a:defRPr>
              </a:defPPr>
              <a:lvl1pPr algn="r">
                <a:defRPr sz="1714" b="0">
                  <a:solidFill>
                    <a:srgbClr val="000000"/>
                  </a:solidFill>
                  <a:latin typeface="Arial"/>
                  <a:ea typeface="Arial"/>
                  <a:cs typeface="Arial"/>
                </a:defRPr>
              </a:lvl1pPr>
              <a:lvl2pPr algn="r">
                <a:defRPr sz="1714" b="0">
                  <a:solidFill>
                    <a:srgbClr val="000000"/>
                  </a:solidFill>
                  <a:latin typeface="Arial"/>
                  <a:ea typeface="Arial"/>
                  <a:cs typeface="Arial"/>
                </a:defRPr>
              </a:lvl2pPr>
              <a:lvl3pPr algn="r">
                <a:defRPr sz="1714" b="0">
                  <a:solidFill>
                    <a:srgbClr val="000000"/>
                  </a:solidFill>
                  <a:latin typeface="Arial"/>
                  <a:ea typeface="Arial"/>
                  <a:cs typeface="Arial"/>
                </a:defRPr>
              </a:lvl3pPr>
              <a:lvl4pPr algn="r">
                <a:defRPr sz="1714" b="0">
                  <a:solidFill>
                    <a:srgbClr val="000000"/>
                  </a:solidFill>
                  <a:latin typeface="Arial"/>
                  <a:ea typeface="Arial"/>
                  <a:cs typeface="Arial"/>
                </a:defRPr>
              </a:lvl4pPr>
              <a:lvl5pPr algn="r">
                <a:defRPr sz="1714" b="0">
                  <a:solidFill>
                    <a:srgbClr val="000000"/>
                  </a:solidFill>
                  <a:latin typeface="Arial"/>
                  <a:ea typeface="Arial"/>
                  <a:cs typeface="Arial"/>
                </a:defRPr>
              </a:lvl5pPr>
              <a:lvl6pPr algn="r">
                <a:defRPr sz="1714" b="0">
                  <a:solidFill>
                    <a:srgbClr val="000000"/>
                  </a:solidFill>
                  <a:latin typeface="Arial"/>
                  <a:ea typeface="Arial"/>
                  <a:cs typeface="Arial"/>
                </a:defRPr>
              </a:lvl6pPr>
              <a:lvl7pPr algn="r">
                <a:defRPr sz="1714" b="0">
                  <a:solidFill>
                    <a:srgbClr val="000000"/>
                  </a:solidFill>
                  <a:latin typeface="Arial"/>
                  <a:ea typeface="Arial"/>
                  <a:cs typeface="Arial"/>
                </a:defRPr>
              </a:lvl7pPr>
              <a:lvl8pPr algn="r">
                <a:defRPr sz="1714" b="0">
                  <a:solidFill>
                    <a:srgbClr val="000000"/>
                  </a:solidFill>
                  <a:latin typeface="Arial"/>
                  <a:ea typeface="Arial"/>
                  <a:cs typeface="Arial"/>
                </a:defRPr>
              </a:lvl8pPr>
              <a:lvl9pPr algn="r">
                <a:defRPr sz="1714" b="0">
                  <a:solidFill>
                    <a:srgbClr val="000000"/>
                  </a:solidFill>
                  <a:latin typeface="Arial"/>
                  <a:ea typeface="Arial"/>
                  <a:cs typeface="Arial"/>
                </a:defRPr>
              </a:lvl9pPr>
            </a:lstStyle>
            <a:p>
              <a:pPr algn="r">
                <a:defRPr sz="1714" b="0">
                  <a:solidFill>
                    <a:srgbClr val="000000"/>
                  </a:solidFill>
                  <a:latin typeface="Arial"/>
                  <a:ea typeface="Arial"/>
                  <a:cs typeface="Arial"/>
                </a:defRPr>
              </a:pPr>
              <a:r>
                <a:rPr sz="1714" b="0">
                  <a:solidFill>
                    <a:srgbClr val="000000"/>
                  </a:solidFill>
                  <a:latin typeface="Arial"/>
                  <a:ea typeface="Arial"/>
                  <a:cs typeface="Arial"/>
                </a:rPr>
                <a:t>247</a:t>
              </a:r>
            </a:p>
          </p:txBody>
        </p:sp>
        <p:sp>
          <p:nvSpPr>
            <p:cNvPr id="31" name="text_032">
              <a:extLst>
                <a:ext uri="{FF2B5EF4-FFF2-40B4-BE49-F238E27FC236}">
                  <ns2:creationId id="{ED61C8AC-C8D5-46AA-9CF5-C7DC4CA00CDA}"/>
                </a:ext>
              </a:extLst>
            </p:cNvPr>
            <p:cNvSpPr>
              <a:spLocks noGrp="1"/>
            </p:cNvSpPr>
            <p:nvPr/>
          </p:nvSpPr>
          <p:spPr>
            <a:xfrm rot="0">
              <a:off x="3333750" y="38100"/>
              <a:ext cx="4267200" cy="285750"/>
            </a:xfrm>
            <a:prstGeom prst="rect">
              <a:avLst/>
            </a:prstGeom>
            <a:noFill/>
            <a:ln w="0">
              <a:noFill/>
              <a:prstDash val="solid"/>
            </a:ln>
          </p:spPr>
          <p:txBody>
            <a:bodyPr wrap="none" lIns="0" tIns="0" rIns="0" bIns="0" anchor="t">
              <a:noAutofit/>
            </a:bodyPr>
            <a:lstStyle>
              <a:defPPr algn="l">
                <a:defRPr sz="3184" b="1">
                  <a:solidFill>
                    <a:srgbClr val="000000"/>
                  </a:solidFill>
                  <a:latin typeface="Arial"/>
                  <a:ea typeface="Arial"/>
                  <a:cs typeface="Arial"/>
                </a:defRPr>
              </a:defPPr>
              <a:lvl1pPr algn="l">
                <a:defRPr sz="3184" b="1">
                  <a:solidFill>
                    <a:srgbClr val="000000"/>
                  </a:solidFill>
                  <a:latin typeface="Arial"/>
                  <a:ea typeface="Arial"/>
                  <a:cs typeface="Arial"/>
                </a:defRPr>
              </a:lvl1pPr>
              <a:lvl2pPr algn="l">
                <a:defRPr sz="3184" b="1">
                  <a:solidFill>
                    <a:srgbClr val="000000"/>
                  </a:solidFill>
                  <a:latin typeface="Arial"/>
                  <a:ea typeface="Arial"/>
                  <a:cs typeface="Arial"/>
                </a:defRPr>
              </a:lvl2pPr>
              <a:lvl3pPr algn="l">
                <a:defRPr sz="3184" b="1">
                  <a:solidFill>
                    <a:srgbClr val="000000"/>
                  </a:solidFill>
                  <a:latin typeface="Arial"/>
                  <a:ea typeface="Arial"/>
                  <a:cs typeface="Arial"/>
                </a:defRPr>
              </a:lvl3pPr>
              <a:lvl4pPr algn="l">
                <a:defRPr sz="3184" b="1">
                  <a:solidFill>
                    <a:srgbClr val="000000"/>
                  </a:solidFill>
                  <a:latin typeface="Arial"/>
                  <a:ea typeface="Arial"/>
                  <a:cs typeface="Arial"/>
                </a:defRPr>
              </a:lvl4pPr>
              <a:lvl5pPr algn="l">
                <a:defRPr sz="3184" b="1">
                  <a:solidFill>
                    <a:srgbClr val="000000"/>
                  </a:solidFill>
                  <a:latin typeface="Arial"/>
                  <a:ea typeface="Arial"/>
                  <a:cs typeface="Arial"/>
                </a:defRPr>
              </a:lvl5pPr>
              <a:lvl6pPr algn="l">
                <a:defRPr sz="3184" b="1">
                  <a:solidFill>
                    <a:srgbClr val="000000"/>
                  </a:solidFill>
                  <a:latin typeface="Arial"/>
                  <a:ea typeface="Arial"/>
                  <a:cs typeface="Arial"/>
                </a:defRPr>
              </a:lvl6pPr>
              <a:lvl7pPr algn="l">
                <a:defRPr sz="3184" b="1">
                  <a:solidFill>
                    <a:srgbClr val="000000"/>
                  </a:solidFill>
                  <a:latin typeface="Arial"/>
                  <a:ea typeface="Arial"/>
                  <a:cs typeface="Arial"/>
                </a:defRPr>
              </a:lvl7pPr>
              <a:lvl8pPr algn="l">
                <a:defRPr sz="3184" b="1">
                  <a:solidFill>
                    <a:srgbClr val="000000"/>
                  </a:solidFill>
                  <a:latin typeface="Arial"/>
                  <a:ea typeface="Arial"/>
                  <a:cs typeface="Arial"/>
                </a:defRPr>
              </a:lvl8pPr>
              <a:lvl9pPr algn="l">
                <a:defRPr sz="3184" b="1">
                  <a:solidFill>
                    <a:srgbClr val="000000"/>
                  </a:solidFill>
                  <a:latin typeface="Arial"/>
                  <a:ea typeface="Arial"/>
                  <a:cs typeface="Arial"/>
                </a:defRPr>
              </a:lvl9pPr>
            </a:lstStyle>
            <a:p>
              <a:pPr algn="l">
                <a:defRPr sz="3184" b="1">
                  <a:solidFill>
                    <a:srgbClr val="000000"/>
                  </a:solidFill>
                  <a:latin typeface="Arial"/>
                  <a:ea typeface="Arial"/>
                  <a:cs typeface="Arial"/>
                </a:defRPr>
              </a:pPr>
              <a:r>
                <a:rPr sz="3184" b="1">
                  <a:solidFill>
                    <a:srgbClr val="000000"/>
                  </a:solidFill>
                  <a:latin typeface="Arial"/>
                  <a:ea typeface="Arial"/>
                  <a:cs typeface="Arial"/>
                </a:rPr>
                <a:t>(b) RG-MTM-P / R</a:t>
              </a:r>
            </a:p>
          </p:txBody>
        </p:sp>
        <p:sp>
          <p:nvSpPr>
            <p:cNvPr id="32" name="line_033">
              <a:extLst>
                <a:ext uri="{FF2B5EF4-FFF2-40B4-BE49-F238E27FC236}">
                  <ns2:creationId id="{FD8CC60A-9665-4958-ABE9-6A16375FD998}"/>
                </a:ext>
              </a:extLst>
            </p:cNvPr>
            <p:cNvSpPr>
              <a:spLocks noGrp="1"/>
            </p:cNvSpPr>
            <p:nvPr/>
          </p:nvSpPr>
          <p:spPr>
            <a:xfrm>
              <a:off x="3600450" y="2846070"/>
              <a:ext cx="3781425" cy="95"/>
            </a:xfrm>
            <a:custGeom>
              <a:pathLst>
                <a:path w="3781425" h="95">
                  <a:moveTo>
                    <a:pt x="0" y="0"/>
                  </a:moveTo>
                  <a:lnTo>
                    <a:pt x="3781425" y="0"/>
                  </a:lnTo>
                </a:path>
              </a:pathLst>
            </a:custGeom>
            <a:noFill/>
            <a:ln w="10887">
              <a:solidFill>
                <a:srgbClr val="DFE4E8"/>
              </a:solidFill>
              <a:prstDash val="solid"/>
            </a:ln>
          </p:spPr>
        </p:sp>
        <p:sp>
          <p:nvSpPr>
            <p:cNvPr id="33" name="text_034">
              <a:extLst>
                <a:ext uri="{FF2B5EF4-FFF2-40B4-BE49-F238E27FC236}">
                  <ns2:creationId id="{080F5D25-C13D-4532-A7FA-46F5B6886F1A}"/>
                </a:ext>
              </a:extLst>
            </p:cNvPr>
            <p:cNvSpPr>
              <a:spLocks noGrp="1"/>
            </p:cNvSpPr>
            <p:nvPr/>
          </p:nvSpPr>
          <p:spPr>
            <a:xfrm rot="0">
              <a:off x="3228975" y="2750820"/>
              <a:ext cx="304800" cy="209550"/>
            </a:xfrm>
            <a:prstGeom prst="rect">
              <a:avLst/>
            </a:prstGeom>
            <a:noFill/>
            <a:ln w="0">
              <a:noFill/>
              <a:prstDash val="solid"/>
            </a:ln>
          </p:spPr>
          <p:txBody>
            <a:bodyPr wrap="none" lIns="0" tIns="0" rIns="0" bIns="0" anchor="t">
              <a:noAutofit/>
            </a:bodyPr>
            <a:lstStyle>
              <a:defPPr algn="r">
                <a:defRPr sz="1959" b="0">
                  <a:solidFill>
                    <a:srgbClr val="000000"/>
                  </a:solidFill>
                  <a:latin typeface="Arial"/>
                  <a:ea typeface="Arial"/>
                  <a:cs typeface="Arial"/>
                </a:defRPr>
              </a:defPPr>
              <a:lvl1pPr algn="r">
                <a:defRPr sz="1959" b="0">
                  <a:solidFill>
                    <a:srgbClr val="000000"/>
                  </a:solidFill>
                  <a:latin typeface="Arial"/>
                  <a:ea typeface="Arial"/>
                  <a:cs typeface="Arial"/>
                </a:defRPr>
              </a:lvl1pPr>
              <a:lvl2pPr algn="r">
                <a:defRPr sz="1959" b="0">
                  <a:solidFill>
                    <a:srgbClr val="000000"/>
                  </a:solidFill>
                  <a:latin typeface="Arial"/>
                  <a:ea typeface="Arial"/>
                  <a:cs typeface="Arial"/>
                </a:defRPr>
              </a:lvl2pPr>
              <a:lvl3pPr algn="r">
                <a:defRPr sz="1959" b="0">
                  <a:solidFill>
                    <a:srgbClr val="000000"/>
                  </a:solidFill>
                  <a:latin typeface="Arial"/>
                  <a:ea typeface="Arial"/>
                  <a:cs typeface="Arial"/>
                </a:defRPr>
              </a:lvl3pPr>
              <a:lvl4pPr algn="r">
                <a:defRPr sz="1959" b="0">
                  <a:solidFill>
                    <a:srgbClr val="000000"/>
                  </a:solidFill>
                  <a:latin typeface="Arial"/>
                  <a:ea typeface="Arial"/>
                  <a:cs typeface="Arial"/>
                </a:defRPr>
              </a:lvl4pPr>
              <a:lvl5pPr algn="r">
                <a:defRPr sz="1959" b="0">
                  <a:solidFill>
                    <a:srgbClr val="000000"/>
                  </a:solidFill>
                  <a:latin typeface="Arial"/>
                  <a:ea typeface="Arial"/>
                  <a:cs typeface="Arial"/>
                </a:defRPr>
              </a:lvl5pPr>
              <a:lvl6pPr algn="r">
                <a:defRPr sz="1959" b="0">
                  <a:solidFill>
                    <a:srgbClr val="000000"/>
                  </a:solidFill>
                  <a:latin typeface="Arial"/>
                  <a:ea typeface="Arial"/>
                  <a:cs typeface="Arial"/>
                </a:defRPr>
              </a:lvl6pPr>
              <a:lvl7pPr algn="r">
                <a:defRPr sz="1959" b="0">
                  <a:solidFill>
                    <a:srgbClr val="000000"/>
                  </a:solidFill>
                  <a:latin typeface="Arial"/>
                  <a:ea typeface="Arial"/>
                  <a:cs typeface="Arial"/>
                </a:defRPr>
              </a:lvl7pPr>
              <a:lvl8pPr algn="r">
                <a:defRPr sz="1959" b="0">
                  <a:solidFill>
                    <a:srgbClr val="000000"/>
                  </a:solidFill>
                  <a:latin typeface="Arial"/>
                  <a:ea typeface="Arial"/>
                  <a:cs typeface="Arial"/>
                </a:defRPr>
              </a:lvl8pPr>
              <a:lvl9pPr algn="r">
                <a:defRPr sz="1959" b="0">
                  <a:solidFill>
                    <a:srgbClr val="000000"/>
                  </a:solidFill>
                  <a:latin typeface="Arial"/>
                  <a:ea typeface="Arial"/>
                  <a:cs typeface="Arial"/>
                </a:defRPr>
              </a:lvl9pPr>
            </a:lstStyle>
            <a:p>
              <a:pPr algn="r">
                <a:defRPr sz="1959" b="0">
                  <a:solidFill>
                    <a:srgbClr val="000000"/>
                  </a:solidFill>
                  <a:latin typeface="Arial"/>
                  <a:ea typeface="Arial"/>
                  <a:cs typeface="Arial"/>
                </a:defRPr>
              </a:pPr>
              <a:r>
                <a:rPr sz="1959" b="0">
                  <a:solidFill>
                    <a:srgbClr val="000000"/>
                  </a:solidFill>
                  <a:latin typeface="Arial"/>
                  <a:ea typeface="Arial"/>
                  <a:cs typeface="Arial"/>
                </a:rPr>
                <a:t>0</a:t>
              </a:r>
            </a:p>
          </p:txBody>
        </p:sp>
        <p:sp>
          <p:nvSpPr>
            <p:cNvPr id="34" name="line_035">
              <a:extLst>
                <a:ext uri="{FF2B5EF4-FFF2-40B4-BE49-F238E27FC236}">
                  <ns2:creationId id="{B4DDA56B-2129-4F76-8104-32114150C860}"/>
                </a:ext>
              </a:extLst>
            </p:cNvPr>
            <p:cNvSpPr>
              <a:spLocks noGrp="1"/>
            </p:cNvSpPr>
            <p:nvPr/>
          </p:nvSpPr>
          <p:spPr>
            <a:xfrm>
              <a:off x="3600450" y="1882140"/>
              <a:ext cx="3781425" cy="95"/>
            </a:xfrm>
            <a:custGeom>
              <a:pathLst>
                <a:path w="3781425" h="95">
                  <a:moveTo>
                    <a:pt x="0" y="0"/>
                  </a:moveTo>
                  <a:lnTo>
                    <a:pt x="3781425" y="0"/>
                  </a:lnTo>
                </a:path>
              </a:pathLst>
            </a:custGeom>
            <a:noFill/>
            <a:ln w="10887">
              <a:solidFill>
                <a:srgbClr val="DFE4E8"/>
              </a:solidFill>
              <a:prstDash val="solid"/>
            </a:ln>
          </p:spPr>
        </p:sp>
        <p:sp>
          <p:nvSpPr>
            <p:cNvPr id="35" name="text_036">
              <a:extLst>
                <a:ext uri="{FF2B5EF4-FFF2-40B4-BE49-F238E27FC236}">
                  <ns2:creationId id="{69258BF1-4866-4956-A1DC-9F87B244C4ED}"/>
                </a:ext>
              </a:extLst>
            </p:cNvPr>
            <p:cNvSpPr>
              <a:spLocks noGrp="1"/>
            </p:cNvSpPr>
            <p:nvPr/>
          </p:nvSpPr>
          <p:spPr>
            <a:xfrm rot="0">
              <a:off x="3228975" y="1786890"/>
              <a:ext cx="304800" cy="209550"/>
            </a:xfrm>
            <a:prstGeom prst="rect">
              <a:avLst/>
            </a:prstGeom>
            <a:noFill/>
            <a:ln w="0">
              <a:noFill/>
              <a:prstDash val="solid"/>
            </a:ln>
          </p:spPr>
          <p:txBody>
            <a:bodyPr wrap="none" lIns="0" tIns="0" rIns="0" bIns="0" anchor="t">
              <a:noAutofit/>
            </a:bodyPr>
            <a:lstStyle>
              <a:defPPr algn="r">
                <a:defRPr sz="1959" b="0">
                  <a:solidFill>
                    <a:srgbClr val="000000"/>
                  </a:solidFill>
                  <a:latin typeface="Arial"/>
                  <a:ea typeface="Arial"/>
                  <a:cs typeface="Arial"/>
                </a:defRPr>
              </a:defPPr>
              <a:lvl1pPr algn="r">
                <a:defRPr sz="1959" b="0">
                  <a:solidFill>
                    <a:srgbClr val="000000"/>
                  </a:solidFill>
                  <a:latin typeface="Arial"/>
                  <a:ea typeface="Arial"/>
                  <a:cs typeface="Arial"/>
                </a:defRPr>
              </a:lvl1pPr>
              <a:lvl2pPr algn="r">
                <a:defRPr sz="1959" b="0">
                  <a:solidFill>
                    <a:srgbClr val="000000"/>
                  </a:solidFill>
                  <a:latin typeface="Arial"/>
                  <a:ea typeface="Arial"/>
                  <a:cs typeface="Arial"/>
                </a:defRPr>
              </a:lvl2pPr>
              <a:lvl3pPr algn="r">
                <a:defRPr sz="1959" b="0">
                  <a:solidFill>
                    <a:srgbClr val="000000"/>
                  </a:solidFill>
                  <a:latin typeface="Arial"/>
                  <a:ea typeface="Arial"/>
                  <a:cs typeface="Arial"/>
                </a:defRPr>
              </a:lvl3pPr>
              <a:lvl4pPr algn="r">
                <a:defRPr sz="1959" b="0">
                  <a:solidFill>
                    <a:srgbClr val="000000"/>
                  </a:solidFill>
                  <a:latin typeface="Arial"/>
                  <a:ea typeface="Arial"/>
                  <a:cs typeface="Arial"/>
                </a:defRPr>
              </a:lvl4pPr>
              <a:lvl5pPr algn="r">
                <a:defRPr sz="1959" b="0">
                  <a:solidFill>
                    <a:srgbClr val="000000"/>
                  </a:solidFill>
                  <a:latin typeface="Arial"/>
                  <a:ea typeface="Arial"/>
                  <a:cs typeface="Arial"/>
                </a:defRPr>
              </a:lvl5pPr>
              <a:lvl6pPr algn="r">
                <a:defRPr sz="1959" b="0">
                  <a:solidFill>
                    <a:srgbClr val="000000"/>
                  </a:solidFill>
                  <a:latin typeface="Arial"/>
                  <a:ea typeface="Arial"/>
                  <a:cs typeface="Arial"/>
                </a:defRPr>
              </a:lvl6pPr>
              <a:lvl7pPr algn="r">
                <a:defRPr sz="1959" b="0">
                  <a:solidFill>
                    <a:srgbClr val="000000"/>
                  </a:solidFill>
                  <a:latin typeface="Arial"/>
                  <a:ea typeface="Arial"/>
                  <a:cs typeface="Arial"/>
                </a:defRPr>
              </a:lvl7pPr>
              <a:lvl8pPr algn="r">
                <a:defRPr sz="1959" b="0">
                  <a:solidFill>
                    <a:srgbClr val="000000"/>
                  </a:solidFill>
                  <a:latin typeface="Arial"/>
                  <a:ea typeface="Arial"/>
                  <a:cs typeface="Arial"/>
                </a:defRPr>
              </a:lvl8pPr>
              <a:lvl9pPr algn="r">
                <a:defRPr sz="1959" b="0">
                  <a:solidFill>
                    <a:srgbClr val="000000"/>
                  </a:solidFill>
                  <a:latin typeface="Arial"/>
                  <a:ea typeface="Arial"/>
                  <a:cs typeface="Arial"/>
                </a:defRPr>
              </a:lvl9pPr>
            </a:lstStyle>
            <a:p>
              <a:pPr algn="r">
                <a:defRPr sz="1959" b="0">
                  <a:solidFill>
                    <a:srgbClr val="000000"/>
                  </a:solidFill>
                  <a:latin typeface="Arial"/>
                  <a:ea typeface="Arial"/>
                  <a:cs typeface="Arial"/>
                </a:defRPr>
              </a:pPr>
              <a:r>
                <a:rPr sz="1959" b="0">
                  <a:solidFill>
                    <a:srgbClr val="000000"/>
                  </a:solidFill>
                  <a:latin typeface="Arial"/>
                  <a:ea typeface="Arial"/>
                  <a:cs typeface="Arial"/>
                </a:rPr>
                <a:t>100</a:t>
              </a:r>
            </a:p>
          </p:txBody>
        </p:sp>
        <p:sp>
          <p:nvSpPr>
            <p:cNvPr id="36" name="line_037">
              <a:extLst>
                <a:ext uri="{FF2B5EF4-FFF2-40B4-BE49-F238E27FC236}">
                  <ns2:creationId id="{9A20A311-6772-43CB-85E6-B52DB269C6AA}"/>
                </a:ext>
              </a:extLst>
            </p:cNvPr>
            <p:cNvSpPr>
              <a:spLocks noGrp="1"/>
            </p:cNvSpPr>
            <p:nvPr/>
          </p:nvSpPr>
          <p:spPr>
            <a:xfrm>
              <a:off x="3600450" y="918210"/>
              <a:ext cx="3781425" cy="95"/>
            </a:xfrm>
            <a:custGeom>
              <a:pathLst>
                <a:path w="3781425" h="95">
                  <a:moveTo>
                    <a:pt x="0" y="0"/>
                  </a:moveTo>
                  <a:lnTo>
                    <a:pt x="3781425" y="0"/>
                  </a:lnTo>
                </a:path>
              </a:pathLst>
            </a:custGeom>
            <a:noFill/>
            <a:ln w="10887">
              <a:solidFill>
                <a:srgbClr val="DFE4E8"/>
              </a:solidFill>
              <a:prstDash val="solid"/>
            </a:ln>
          </p:spPr>
        </p:sp>
        <p:sp>
          <p:nvSpPr>
            <p:cNvPr id="37" name="text_038">
              <a:extLst>
                <a:ext uri="{FF2B5EF4-FFF2-40B4-BE49-F238E27FC236}">
                  <ns2:creationId id="{75529D16-202F-455D-AAEB-3F95182272C9}"/>
                </a:ext>
              </a:extLst>
            </p:cNvPr>
            <p:cNvSpPr>
              <a:spLocks noGrp="1"/>
            </p:cNvSpPr>
            <p:nvPr/>
          </p:nvSpPr>
          <p:spPr>
            <a:xfrm rot="0">
              <a:off x="3228975" y="822960"/>
              <a:ext cx="304800" cy="209550"/>
            </a:xfrm>
            <a:prstGeom prst="rect">
              <a:avLst/>
            </a:prstGeom>
            <a:noFill/>
            <a:ln w="0">
              <a:noFill/>
              <a:prstDash val="solid"/>
            </a:ln>
          </p:spPr>
          <p:txBody>
            <a:bodyPr wrap="none" lIns="0" tIns="0" rIns="0" bIns="0" anchor="t">
              <a:noAutofit/>
            </a:bodyPr>
            <a:lstStyle>
              <a:defPPr algn="r">
                <a:defRPr sz="1959" b="0">
                  <a:solidFill>
                    <a:srgbClr val="000000"/>
                  </a:solidFill>
                  <a:latin typeface="Arial"/>
                  <a:ea typeface="Arial"/>
                  <a:cs typeface="Arial"/>
                </a:defRPr>
              </a:defPPr>
              <a:lvl1pPr algn="r">
                <a:defRPr sz="1959" b="0">
                  <a:solidFill>
                    <a:srgbClr val="000000"/>
                  </a:solidFill>
                  <a:latin typeface="Arial"/>
                  <a:ea typeface="Arial"/>
                  <a:cs typeface="Arial"/>
                </a:defRPr>
              </a:lvl1pPr>
              <a:lvl2pPr algn="r">
                <a:defRPr sz="1959" b="0">
                  <a:solidFill>
                    <a:srgbClr val="000000"/>
                  </a:solidFill>
                  <a:latin typeface="Arial"/>
                  <a:ea typeface="Arial"/>
                  <a:cs typeface="Arial"/>
                </a:defRPr>
              </a:lvl2pPr>
              <a:lvl3pPr algn="r">
                <a:defRPr sz="1959" b="0">
                  <a:solidFill>
                    <a:srgbClr val="000000"/>
                  </a:solidFill>
                  <a:latin typeface="Arial"/>
                  <a:ea typeface="Arial"/>
                  <a:cs typeface="Arial"/>
                </a:defRPr>
              </a:lvl3pPr>
              <a:lvl4pPr algn="r">
                <a:defRPr sz="1959" b="0">
                  <a:solidFill>
                    <a:srgbClr val="000000"/>
                  </a:solidFill>
                  <a:latin typeface="Arial"/>
                  <a:ea typeface="Arial"/>
                  <a:cs typeface="Arial"/>
                </a:defRPr>
              </a:lvl4pPr>
              <a:lvl5pPr algn="r">
                <a:defRPr sz="1959" b="0">
                  <a:solidFill>
                    <a:srgbClr val="000000"/>
                  </a:solidFill>
                  <a:latin typeface="Arial"/>
                  <a:ea typeface="Arial"/>
                  <a:cs typeface="Arial"/>
                </a:defRPr>
              </a:lvl5pPr>
              <a:lvl6pPr algn="r">
                <a:defRPr sz="1959" b="0">
                  <a:solidFill>
                    <a:srgbClr val="000000"/>
                  </a:solidFill>
                  <a:latin typeface="Arial"/>
                  <a:ea typeface="Arial"/>
                  <a:cs typeface="Arial"/>
                </a:defRPr>
              </a:lvl6pPr>
              <a:lvl7pPr algn="r">
                <a:defRPr sz="1959" b="0">
                  <a:solidFill>
                    <a:srgbClr val="000000"/>
                  </a:solidFill>
                  <a:latin typeface="Arial"/>
                  <a:ea typeface="Arial"/>
                  <a:cs typeface="Arial"/>
                </a:defRPr>
              </a:lvl7pPr>
              <a:lvl8pPr algn="r">
                <a:defRPr sz="1959" b="0">
                  <a:solidFill>
                    <a:srgbClr val="000000"/>
                  </a:solidFill>
                  <a:latin typeface="Arial"/>
                  <a:ea typeface="Arial"/>
                  <a:cs typeface="Arial"/>
                </a:defRPr>
              </a:lvl8pPr>
              <a:lvl9pPr algn="r">
                <a:defRPr sz="1959" b="0">
                  <a:solidFill>
                    <a:srgbClr val="000000"/>
                  </a:solidFill>
                  <a:latin typeface="Arial"/>
                  <a:ea typeface="Arial"/>
                  <a:cs typeface="Arial"/>
                </a:defRPr>
              </a:lvl9pPr>
            </a:lstStyle>
            <a:p>
              <a:pPr algn="r">
                <a:defRPr sz="1959" b="0">
                  <a:solidFill>
                    <a:srgbClr val="000000"/>
                  </a:solidFill>
                  <a:latin typeface="Arial"/>
                  <a:ea typeface="Arial"/>
                  <a:cs typeface="Arial"/>
                </a:defRPr>
              </a:pPr>
              <a:r>
                <a:rPr sz="1959" b="0">
                  <a:solidFill>
                    <a:srgbClr val="000000"/>
                  </a:solidFill>
                  <a:latin typeface="Arial"/>
                  <a:ea typeface="Arial"/>
                  <a:cs typeface="Arial"/>
                </a:rPr>
                <a:t>200</a:t>
              </a:r>
            </a:p>
          </p:txBody>
        </p:sp>
        <p:pic>
          <p:nvPicPr>
            <p:cNvPr id="38" name="">
              <a:extLst>
                <a:ext uri="{FF2B5EF4-FFF2-40B4-BE49-F238E27FC236}">
                  <ns2:creationId id="{F25D3E4A-BEFC-4E15-A375-3691C20E1F95}"/>
                </a:ext>
              </a:extLst>
            </p:cNvPr>
            <p:cNvPicPr>
              <a:picLocks noChangeAspect="1"/>
            </p:cNvPicPr>
            <p:nvPr/>
          </p:nvPicPr>
          <p:blipFill>
            <a:blip r:embed="R625fa0795ee244fa"/>
            <a:stretch/>
          </p:blipFill>
          <p:spPr>
            <a:xfrm>
              <a:off x="3600450" y="437833"/>
              <a:ext cx="3781425" cy="2406650"/>
            </a:xfrm>
            <a:prstGeom prst="rect">
              <a:avLst/>
            </a:prstGeom>
          </p:spPr>
        </p:pic>
        <p:sp>
          <p:nvSpPr>
            <p:cNvPr id="39" name="line_040">
              <a:extLst>
                <a:ext uri="{FF2B5EF4-FFF2-40B4-BE49-F238E27FC236}">
                  <ns2:creationId id="{ED147446-8AC1-4050-9F85-D7327A3880FB}"/>
                </a:ext>
              </a:extLst>
            </p:cNvPr>
            <p:cNvSpPr>
              <a:spLocks noGrp="1"/>
            </p:cNvSpPr>
            <p:nvPr/>
          </p:nvSpPr>
          <p:spPr>
            <a:xfrm>
              <a:off x="3600450" y="436245"/>
              <a:ext cx="95" cy="2409825"/>
            </a:xfrm>
            <a:custGeom>
              <a:pathLst>
                <a:path w="95" h="2409825">
                  <a:moveTo>
                    <a:pt x="0" y="0"/>
                  </a:moveTo>
                  <a:lnTo>
                    <a:pt x="0" y="2409825"/>
                  </a:lnTo>
                </a:path>
              </a:pathLst>
            </a:custGeom>
            <a:noFill/>
            <a:ln w="12441">
              <a:solidFill>
                <a:srgbClr val="7B8790"/>
              </a:solidFill>
              <a:prstDash val="solid"/>
            </a:ln>
          </p:spPr>
        </p:sp>
        <p:sp>
          <p:nvSpPr>
            <p:cNvPr id="40" name="line_041">
              <a:extLst>
                <a:ext uri="{FF2B5EF4-FFF2-40B4-BE49-F238E27FC236}">
                  <ns2:creationId id="{77EB5AA8-A9A0-4022-B405-961134B5BBEF}"/>
                </a:ext>
              </a:extLst>
            </p:cNvPr>
            <p:cNvSpPr>
              <a:spLocks noGrp="1"/>
            </p:cNvSpPr>
            <p:nvPr/>
          </p:nvSpPr>
          <p:spPr>
            <a:xfrm>
              <a:off x="3600450" y="2846070"/>
              <a:ext cx="3781425" cy="95"/>
            </a:xfrm>
            <a:custGeom>
              <a:pathLst>
                <a:path w="3781425" h="95">
                  <a:moveTo>
                    <a:pt x="0" y="0"/>
                  </a:moveTo>
                  <a:lnTo>
                    <a:pt x="3781425" y="0"/>
                  </a:lnTo>
                </a:path>
              </a:pathLst>
            </a:custGeom>
            <a:noFill/>
            <a:ln w="12441">
              <a:solidFill>
                <a:srgbClr val="7B8790"/>
              </a:solidFill>
              <a:prstDash val="solid"/>
            </a:ln>
          </p:spPr>
        </p:sp>
        <p:sp>
          <p:nvSpPr>
            <p:cNvPr id="41" name="line_042">
              <a:extLst>
                <a:ext uri="{FF2B5EF4-FFF2-40B4-BE49-F238E27FC236}">
                  <ns2:creationId id="{C616442C-4755-4035-BFF3-0F2CC0E13EA6}"/>
                </a:ext>
              </a:extLst>
            </p:cNvPr>
            <p:cNvSpPr>
              <a:spLocks noGrp="1"/>
            </p:cNvSpPr>
            <p:nvPr/>
          </p:nvSpPr>
          <p:spPr>
            <a:xfrm>
              <a:off x="3600450" y="2846070"/>
              <a:ext cx="95" cy="38100"/>
            </a:xfrm>
            <a:custGeom>
              <a:pathLst>
                <a:path w="95" h="38100">
                  <a:moveTo>
                    <a:pt x="0" y="0"/>
                  </a:moveTo>
                  <a:lnTo>
                    <a:pt x="0" y="38100"/>
                  </a:lnTo>
                </a:path>
              </a:pathLst>
            </a:custGeom>
            <a:noFill/>
            <a:ln w="15551">
              <a:solidFill>
                <a:srgbClr val="7B8790"/>
              </a:solidFill>
              <a:prstDash val="solid"/>
            </a:ln>
          </p:spPr>
        </p:sp>
        <p:sp>
          <p:nvSpPr>
            <p:cNvPr id="42" name="text_043">
              <a:extLst>
                <a:ext uri="{FF2B5EF4-FFF2-40B4-BE49-F238E27FC236}">
                  <ns2:creationId id="{DB3B2CB6-CE38-47EC-9A5F-4C6434E2AA8D}"/>
                </a:ext>
              </a:extLst>
            </p:cNvPr>
            <p:cNvSpPr>
              <a:spLocks noGrp="1"/>
            </p:cNvSpPr>
            <p:nvPr/>
          </p:nvSpPr>
          <p:spPr>
            <a:xfrm rot="0">
              <a:off x="3409950" y="2912745"/>
              <a:ext cx="381000" cy="209550"/>
            </a:xfrm>
            <a:prstGeom prst="rect">
              <a:avLst/>
            </a:prstGeom>
            <a:noFill/>
            <a:ln w="0">
              <a:noFill/>
              <a:prstDash val="solid"/>
            </a:ln>
          </p:spPr>
          <p:txBody>
            <a:bodyPr wrap="none" lIns="0" tIns="0" rIns="0" bIns="0" anchor="t">
              <a:noAutofit/>
            </a:bodyPr>
            <a:lstStyle>
              <a:defPPr algn="ctr">
                <a:defRPr sz="1959" b="0">
                  <a:solidFill>
                    <a:srgbClr val="000000"/>
                  </a:solidFill>
                  <a:latin typeface="Arial"/>
                  <a:ea typeface="Arial"/>
                  <a:cs typeface="Arial"/>
                </a:defRPr>
              </a:defPPr>
              <a:lvl1pPr algn="ctr">
                <a:defRPr sz="1959" b="0">
                  <a:solidFill>
                    <a:srgbClr val="000000"/>
                  </a:solidFill>
                  <a:latin typeface="Arial"/>
                  <a:ea typeface="Arial"/>
                  <a:cs typeface="Arial"/>
                </a:defRPr>
              </a:lvl1pPr>
              <a:lvl2pPr algn="ctr">
                <a:defRPr sz="1959" b="0">
                  <a:solidFill>
                    <a:srgbClr val="000000"/>
                  </a:solidFill>
                  <a:latin typeface="Arial"/>
                  <a:ea typeface="Arial"/>
                  <a:cs typeface="Arial"/>
                </a:defRPr>
              </a:lvl2pPr>
              <a:lvl3pPr algn="ctr">
                <a:defRPr sz="1959" b="0">
                  <a:solidFill>
                    <a:srgbClr val="000000"/>
                  </a:solidFill>
                  <a:latin typeface="Arial"/>
                  <a:ea typeface="Arial"/>
                  <a:cs typeface="Arial"/>
                </a:defRPr>
              </a:lvl3pPr>
              <a:lvl4pPr algn="ctr">
                <a:defRPr sz="1959" b="0">
                  <a:solidFill>
                    <a:srgbClr val="000000"/>
                  </a:solidFill>
                  <a:latin typeface="Arial"/>
                  <a:ea typeface="Arial"/>
                  <a:cs typeface="Arial"/>
                </a:defRPr>
              </a:lvl4pPr>
              <a:lvl5pPr algn="ctr">
                <a:defRPr sz="1959" b="0">
                  <a:solidFill>
                    <a:srgbClr val="000000"/>
                  </a:solidFill>
                  <a:latin typeface="Arial"/>
                  <a:ea typeface="Arial"/>
                  <a:cs typeface="Arial"/>
                </a:defRPr>
              </a:lvl5pPr>
              <a:lvl6pPr algn="ctr">
                <a:defRPr sz="1959" b="0">
                  <a:solidFill>
                    <a:srgbClr val="000000"/>
                  </a:solidFill>
                  <a:latin typeface="Arial"/>
                  <a:ea typeface="Arial"/>
                  <a:cs typeface="Arial"/>
                </a:defRPr>
              </a:lvl6pPr>
              <a:lvl7pPr algn="ctr">
                <a:defRPr sz="1959" b="0">
                  <a:solidFill>
                    <a:srgbClr val="000000"/>
                  </a:solidFill>
                  <a:latin typeface="Arial"/>
                  <a:ea typeface="Arial"/>
                  <a:cs typeface="Arial"/>
                </a:defRPr>
              </a:lvl7pPr>
              <a:lvl8pPr algn="ctr">
                <a:defRPr sz="1959" b="0">
                  <a:solidFill>
                    <a:srgbClr val="000000"/>
                  </a:solidFill>
                  <a:latin typeface="Arial"/>
                  <a:ea typeface="Arial"/>
                  <a:cs typeface="Arial"/>
                </a:defRPr>
              </a:lvl8pPr>
              <a:lvl9pPr algn="ctr">
                <a:defRPr sz="1959" b="0">
                  <a:solidFill>
                    <a:srgbClr val="000000"/>
                  </a:solidFill>
                  <a:latin typeface="Arial"/>
                  <a:ea typeface="Arial"/>
                  <a:cs typeface="Arial"/>
                </a:defRPr>
              </a:lvl9pPr>
            </a:lstStyle>
            <a:p>
              <a:pPr algn="ctr">
                <a:defRPr sz="1959" b="0">
                  <a:solidFill>
                    <a:srgbClr val="000000"/>
                  </a:solidFill>
                  <a:latin typeface="Arial"/>
                  <a:ea typeface="Arial"/>
                  <a:cs typeface="Arial"/>
                </a:defRPr>
              </a:pPr>
              <a:r>
                <a:rPr sz="1959" b="0">
                  <a:solidFill>
                    <a:srgbClr val="000000"/>
                  </a:solidFill>
                  <a:latin typeface="Arial"/>
                  <a:ea typeface="Arial"/>
                  <a:cs typeface="Arial"/>
                </a:rPr>
                <a:t>0</a:t>
              </a:r>
            </a:p>
          </p:txBody>
        </p:sp>
        <p:sp>
          <p:nvSpPr>
            <p:cNvPr id="43" name="line_044">
              <a:extLst>
                <a:ext uri="{FF2B5EF4-FFF2-40B4-BE49-F238E27FC236}">
                  <ns2:creationId id="{4CD89721-85F6-43C6-BFB9-8658691BED23}"/>
                </a:ext>
              </a:extLst>
            </p:cNvPr>
            <p:cNvSpPr>
              <a:spLocks noGrp="1"/>
            </p:cNvSpPr>
            <p:nvPr/>
          </p:nvSpPr>
          <p:spPr>
            <a:xfrm>
              <a:off x="5491163" y="2846070"/>
              <a:ext cx="95" cy="38100"/>
            </a:xfrm>
            <a:custGeom>
              <a:pathLst>
                <a:path w="95" h="38100">
                  <a:moveTo>
                    <a:pt x="0" y="0"/>
                  </a:moveTo>
                  <a:lnTo>
                    <a:pt x="0" y="38100"/>
                  </a:lnTo>
                </a:path>
              </a:pathLst>
            </a:custGeom>
            <a:noFill/>
            <a:ln w="15551">
              <a:solidFill>
                <a:srgbClr val="7B8790"/>
              </a:solidFill>
              <a:prstDash val="solid"/>
            </a:ln>
          </p:spPr>
        </p:sp>
        <p:sp>
          <p:nvSpPr>
            <p:cNvPr id="44" name="text_045">
              <a:extLst>
                <a:ext uri="{FF2B5EF4-FFF2-40B4-BE49-F238E27FC236}">
                  <ns2:creationId id="{55B2F235-A529-449C-89C6-820DBC2EB05A}"/>
                </a:ext>
              </a:extLst>
            </p:cNvPr>
            <p:cNvSpPr>
              <a:spLocks noGrp="1"/>
            </p:cNvSpPr>
            <p:nvPr/>
          </p:nvSpPr>
          <p:spPr>
            <a:xfrm rot="0">
              <a:off x="5300663" y="2912745"/>
              <a:ext cx="381000" cy="209550"/>
            </a:xfrm>
            <a:prstGeom prst="rect">
              <a:avLst/>
            </a:prstGeom>
            <a:noFill/>
            <a:ln w="0">
              <a:noFill/>
              <a:prstDash val="solid"/>
            </a:ln>
          </p:spPr>
          <p:txBody>
            <a:bodyPr wrap="none" lIns="0" tIns="0" rIns="0" bIns="0" anchor="t">
              <a:noAutofit/>
            </a:bodyPr>
            <a:lstStyle>
              <a:defPPr algn="ctr">
                <a:defRPr sz="1959" b="0">
                  <a:solidFill>
                    <a:srgbClr val="000000"/>
                  </a:solidFill>
                  <a:latin typeface="Arial"/>
                  <a:ea typeface="Arial"/>
                  <a:cs typeface="Arial"/>
                </a:defRPr>
              </a:defPPr>
              <a:lvl1pPr algn="ctr">
                <a:defRPr sz="1959" b="0">
                  <a:solidFill>
                    <a:srgbClr val="000000"/>
                  </a:solidFill>
                  <a:latin typeface="Arial"/>
                  <a:ea typeface="Arial"/>
                  <a:cs typeface="Arial"/>
                </a:defRPr>
              </a:lvl1pPr>
              <a:lvl2pPr algn="ctr">
                <a:defRPr sz="1959" b="0">
                  <a:solidFill>
                    <a:srgbClr val="000000"/>
                  </a:solidFill>
                  <a:latin typeface="Arial"/>
                  <a:ea typeface="Arial"/>
                  <a:cs typeface="Arial"/>
                </a:defRPr>
              </a:lvl2pPr>
              <a:lvl3pPr algn="ctr">
                <a:defRPr sz="1959" b="0">
                  <a:solidFill>
                    <a:srgbClr val="000000"/>
                  </a:solidFill>
                  <a:latin typeface="Arial"/>
                  <a:ea typeface="Arial"/>
                  <a:cs typeface="Arial"/>
                </a:defRPr>
              </a:lvl3pPr>
              <a:lvl4pPr algn="ctr">
                <a:defRPr sz="1959" b="0">
                  <a:solidFill>
                    <a:srgbClr val="000000"/>
                  </a:solidFill>
                  <a:latin typeface="Arial"/>
                  <a:ea typeface="Arial"/>
                  <a:cs typeface="Arial"/>
                </a:defRPr>
              </a:lvl4pPr>
              <a:lvl5pPr algn="ctr">
                <a:defRPr sz="1959" b="0">
                  <a:solidFill>
                    <a:srgbClr val="000000"/>
                  </a:solidFill>
                  <a:latin typeface="Arial"/>
                  <a:ea typeface="Arial"/>
                  <a:cs typeface="Arial"/>
                </a:defRPr>
              </a:lvl5pPr>
              <a:lvl6pPr algn="ctr">
                <a:defRPr sz="1959" b="0">
                  <a:solidFill>
                    <a:srgbClr val="000000"/>
                  </a:solidFill>
                  <a:latin typeface="Arial"/>
                  <a:ea typeface="Arial"/>
                  <a:cs typeface="Arial"/>
                </a:defRPr>
              </a:lvl6pPr>
              <a:lvl7pPr algn="ctr">
                <a:defRPr sz="1959" b="0">
                  <a:solidFill>
                    <a:srgbClr val="000000"/>
                  </a:solidFill>
                  <a:latin typeface="Arial"/>
                  <a:ea typeface="Arial"/>
                  <a:cs typeface="Arial"/>
                </a:defRPr>
              </a:lvl7pPr>
              <a:lvl8pPr algn="ctr">
                <a:defRPr sz="1959" b="0">
                  <a:solidFill>
                    <a:srgbClr val="000000"/>
                  </a:solidFill>
                  <a:latin typeface="Arial"/>
                  <a:ea typeface="Arial"/>
                  <a:cs typeface="Arial"/>
                </a:defRPr>
              </a:lvl8pPr>
              <a:lvl9pPr algn="ctr">
                <a:defRPr sz="1959" b="0">
                  <a:solidFill>
                    <a:srgbClr val="000000"/>
                  </a:solidFill>
                  <a:latin typeface="Arial"/>
                  <a:ea typeface="Arial"/>
                  <a:cs typeface="Arial"/>
                </a:defRPr>
              </a:lvl9pPr>
            </a:lstStyle>
            <a:p>
              <a:pPr algn="ctr">
                <a:defRPr sz="1959" b="0">
                  <a:solidFill>
                    <a:srgbClr val="000000"/>
                  </a:solidFill>
                  <a:latin typeface="Arial"/>
                  <a:ea typeface="Arial"/>
                  <a:cs typeface="Arial"/>
                </a:defRPr>
              </a:pPr>
              <a:r>
                <a:rPr sz="1959" b="0">
                  <a:solidFill>
                    <a:srgbClr val="000000"/>
                  </a:solidFill>
                  <a:latin typeface="Arial"/>
                  <a:ea typeface="Arial"/>
                  <a:cs typeface="Arial"/>
                </a:rPr>
                <a:t>0.5</a:t>
              </a:r>
            </a:p>
          </p:txBody>
        </p:sp>
        <p:sp>
          <p:nvSpPr>
            <p:cNvPr id="45" name="line_046">
              <a:extLst>
                <a:ext uri="{FF2B5EF4-FFF2-40B4-BE49-F238E27FC236}">
                  <ns2:creationId id="{93C0F6A3-2E7C-49FF-BD32-8EF9C692E271}"/>
                </a:ext>
              </a:extLst>
            </p:cNvPr>
            <p:cNvSpPr>
              <a:spLocks noGrp="1"/>
            </p:cNvSpPr>
            <p:nvPr/>
          </p:nvSpPr>
          <p:spPr>
            <a:xfrm>
              <a:off x="7381875" y="2846070"/>
              <a:ext cx="95" cy="38100"/>
            </a:xfrm>
            <a:custGeom>
              <a:pathLst>
                <a:path w="95" h="38100">
                  <a:moveTo>
                    <a:pt x="0" y="0"/>
                  </a:moveTo>
                  <a:lnTo>
                    <a:pt x="0" y="38100"/>
                  </a:lnTo>
                </a:path>
              </a:pathLst>
            </a:custGeom>
            <a:noFill/>
            <a:ln w="15551">
              <a:solidFill>
                <a:srgbClr val="7B8790"/>
              </a:solidFill>
              <a:prstDash val="solid"/>
            </a:ln>
          </p:spPr>
        </p:sp>
        <p:sp>
          <p:nvSpPr>
            <p:cNvPr id="46" name="text_047">
              <a:extLst>
                <a:ext uri="{FF2B5EF4-FFF2-40B4-BE49-F238E27FC236}">
                  <ns2:creationId id="{83577E95-FF64-4CB7-82B6-55700A859AC4}"/>
                </a:ext>
              </a:extLst>
            </p:cNvPr>
            <p:cNvSpPr>
              <a:spLocks noGrp="1"/>
            </p:cNvSpPr>
            <p:nvPr/>
          </p:nvSpPr>
          <p:spPr>
            <a:xfrm rot="0">
              <a:off x="7191375" y="2912745"/>
              <a:ext cx="381000" cy="209550"/>
            </a:xfrm>
            <a:prstGeom prst="rect">
              <a:avLst/>
            </a:prstGeom>
            <a:noFill/>
            <a:ln w="0">
              <a:noFill/>
              <a:prstDash val="solid"/>
            </a:ln>
          </p:spPr>
          <p:txBody>
            <a:bodyPr wrap="none" lIns="0" tIns="0" rIns="0" bIns="0" anchor="t">
              <a:noAutofit/>
            </a:bodyPr>
            <a:lstStyle>
              <a:defPPr algn="ctr">
                <a:defRPr sz="1959" b="0">
                  <a:solidFill>
                    <a:srgbClr val="000000"/>
                  </a:solidFill>
                  <a:latin typeface="Arial"/>
                  <a:ea typeface="Arial"/>
                  <a:cs typeface="Arial"/>
                </a:defRPr>
              </a:defPPr>
              <a:lvl1pPr algn="ctr">
                <a:defRPr sz="1959" b="0">
                  <a:solidFill>
                    <a:srgbClr val="000000"/>
                  </a:solidFill>
                  <a:latin typeface="Arial"/>
                  <a:ea typeface="Arial"/>
                  <a:cs typeface="Arial"/>
                </a:defRPr>
              </a:lvl1pPr>
              <a:lvl2pPr algn="ctr">
                <a:defRPr sz="1959" b="0">
                  <a:solidFill>
                    <a:srgbClr val="000000"/>
                  </a:solidFill>
                  <a:latin typeface="Arial"/>
                  <a:ea typeface="Arial"/>
                  <a:cs typeface="Arial"/>
                </a:defRPr>
              </a:lvl2pPr>
              <a:lvl3pPr algn="ctr">
                <a:defRPr sz="1959" b="0">
                  <a:solidFill>
                    <a:srgbClr val="000000"/>
                  </a:solidFill>
                  <a:latin typeface="Arial"/>
                  <a:ea typeface="Arial"/>
                  <a:cs typeface="Arial"/>
                </a:defRPr>
              </a:lvl3pPr>
              <a:lvl4pPr algn="ctr">
                <a:defRPr sz="1959" b="0">
                  <a:solidFill>
                    <a:srgbClr val="000000"/>
                  </a:solidFill>
                  <a:latin typeface="Arial"/>
                  <a:ea typeface="Arial"/>
                  <a:cs typeface="Arial"/>
                </a:defRPr>
              </a:lvl4pPr>
              <a:lvl5pPr algn="ctr">
                <a:defRPr sz="1959" b="0">
                  <a:solidFill>
                    <a:srgbClr val="000000"/>
                  </a:solidFill>
                  <a:latin typeface="Arial"/>
                  <a:ea typeface="Arial"/>
                  <a:cs typeface="Arial"/>
                </a:defRPr>
              </a:lvl5pPr>
              <a:lvl6pPr algn="ctr">
                <a:defRPr sz="1959" b="0">
                  <a:solidFill>
                    <a:srgbClr val="000000"/>
                  </a:solidFill>
                  <a:latin typeface="Arial"/>
                  <a:ea typeface="Arial"/>
                  <a:cs typeface="Arial"/>
                </a:defRPr>
              </a:lvl6pPr>
              <a:lvl7pPr algn="ctr">
                <a:defRPr sz="1959" b="0">
                  <a:solidFill>
                    <a:srgbClr val="000000"/>
                  </a:solidFill>
                  <a:latin typeface="Arial"/>
                  <a:ea typeface="Arial"/>
                  <a:cs typeface="Arial"/>
                </a:defRPr>
              </a:lvl7pPr>
              <a:lvl8pPr algn="ctr">
                <a:defRPr sz="1959" b="0">
                  <a:solidFill>
                    <a:srgbClr val="000000"/>
                  </a:solidFill>
                  <a:latin typeface="Arial"/>
                  <a:ea typeface="Arial"/>
                  <a:cs typeface="Arial"/>
                </a:defRPr>
              </a:lvl8pPr>
              <a:lvl9pPr algn="ctr">
                <a:defRPr sz="1959" b="0">
                  <a:solidFill>
                    <a:srgbClr val="000000"/>
                  </a:solidFill>
                  <a:latin typeface="Arial"/>
                  <a:ea typeface="Arial"/>
                  <a:cs typeface="Arial"/>
                </a:defRPr>
              </a:lvl9pPr>
            </a:lstStyle>
            <a:p>
              <a:pPr algn="ctr">
                <a:defRPr sz="1959" b="0">
                  <a:solidFill>
                    <a:srgbClr val="000000"/>
                  </a:solidFill>
                  <a:latin typeface="Arial"/>
                  <a:ea typeface="Arial"/>
                  <a:cs typeface="Arial"/>
                </a:defRPr>
              </a:pPr>
              <a:r>
                <a:rPr sz="1959" b="0">
                  <a:solidFill>
                    <a:srgbClr val="000000"/>
                  </a:solidFill>
                  <a:latin typeface="Arial"/>
                  <a:ea typeface="Arial"/>
                  <a:cs typeface="Arial"/>
                </a:rPr>
                <a:t>1</a:t>
              </a:r>
            </a:p>
          </p:txBody>
        </p:sp>
      </p:grpSp>
    </p:spTree>
    <p:extLst>
      <p:ext uri="{BB962C8B-B14F-4D97-AF65-F5344CB8AC3E}">
        <ns4:creationId val="1440513678"/>
      </p:ext>
    </p:extLst>
  </p:cSld>
</p:sld>
</file>

<file path=ppt/slides/slide9.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grpSp>
        <p:nvGrpSpPr>
          <p:cNvPr id="100096" name="Manuscript Figure 9: Benzene: explicitly reconstructed electrostatic potential sections"/>
          <p:cNvGrpSpPr/>
          <p:nvPr/>
        </p:nvGrpSpPr>
        <p:grpSpPr>
          <a:xfrm>
            <a:off x="747252" y="0"/>
            <a:ext cx="11307097" cy="6096000"/>
            <a:chOff x="0" y="0"/>
            <a:chExt cx="10953750" cy="5905500"/>
          </a:xfrm>
        </p:grpSpPr>
        <p:sp>
          <p:nvSpPr>
            <p:cNvPr id="21" name="text_020">
              <a:extLst>
                <a:ext uri="{FF2B5EF4-FFF2-40B4-BE49-F238E27FC236}">
                  <ns2:creationId id="{6A7B34B2-AE0C-44A0-8FBC-3A52CF9C01C0}"/>
                </a:ext>
              </a:extLst>
            </p:cNvPr>
            <p:cNvSpPr>
              <a:spLocks noGrp="1"/>
            </p:cNvSpPr>
            <p:nvPr/>
          </p:nvSpPr>
          <p:spPr>
            <a:xfrm rot="0">
              <a:off x="385645" y="57250"/>
              <a:ext cx="5231106" cy="190832"/>
            </a:xfrm>
            <a:prstGeom prst="rect">
              <a:avLst/>
            </a:prstGeom>
            <a:noFill/>
            <a:ln w="0">
              <a:noFill/>
              <a:prstDash val="solid"/>
            </a:ln>
          </p:spPr>
          <p:txBody>
            <a:bodyPr wrap="none" lIns="0" tIns="0" rIns="0" bIns="0" anchor="t">
              <a:noAutofit/>
            </a:bodyPr>
            <a:lstStyle>
              <a:defPPr algn="l">
                <a:defRPr sz="2013" b="1">
                  <a:solidFill>
                    <a:srgbClr val="000000"/>
                  </a:solidFill>
                  <a:latin typeface="Arial"/>
                  <a:ea typeface="Arial"/>
                  <a:cs typeface="Arial"/>
                </a:defRPr>
              </a:defPPr>
              <a:lvl1pPr algn="l">
                <a:defRPr sz="2013" b="1">
                  <a:solidFill>
                    <a:srgbClr val="000000"/>
                  </a:solidFill>
                  <a:latin typeface="Arial"/>
                  <a:ea typeface="Arial"/>
                  <a:cs typeface="Arial"/>
                </a:defRPr>
              </a:lvl1pPr>
              <a:lvl2pPr algn="l">
                <a:defRPr sz="2013" b="1">
                  <a:solidFill>
                    <a:srgbClr val="000000"/>
                  </a:solidFill>
                  <a:latin typeface="Arial"/>
                  <a:ea typeface="Arial"/>
                  <a:cs typeface="Arial"/>
                </a:defRPr>
              </a:lvl2pPr>
              <a:lvl3pPr algn="l">
                <a:defRPr sz="2013" b="1">
                  <a:solidFill>
                    <a:srgbClr val="000000"/>
                  </a:solidFill>
                  <a:latin typeface="Arial"/>
                  <a:ea typeface="Arial"/>
                  <a:cs typeface="Arial"/>
                </a:defRPr>
              </a:lvl3pPr>
              <a:lvl4pPr algn="l">
                <a:defRPr sz="2013" b="1">
                  <a:solidFill>
                    <a:srgbClr val="000000"/>
                  </a:solidFill>
                  <a:latin typeface="Arial"/>
                  <a:ea typeface="Arial"/>
                  <a:cs typeface="Arial"/>
                </a:defRPr>
              </a:lvl4pPr>
              <a:lvl5pPr algn="l">
                <a:defRPr sz="2013" b="1">
                  <a:solidFill>
                    <a:srgbClr val="000000"/>
                  </a:solidFill>
                  <a:latin typeface="Arial"/>
                  <a:ea typeface="Arial"/>
                  <a:cs typeface="Arial"/>
                </a:defRPr>
              </a:lvl5pPr>
              <a:lvl6pPr algn="l">
                <a:defRPr sz="2013" b="1">
                  <a:solidFill>
                    <a:srgbClr val="000000"/>
                  </a:solidFill>
                  <a:latin typeface="Arial"/>
                  <a:ea typeface="Arial"/>
                  <a:cs typeface="Arial"/>
                </a:defRPr>
              </a:lvl6pPr>
              <a:lvl7pPr algn="l">
                <a:defRPr sz="2013" b="1">
                  <a:solidFill>
                    <a:srgbClr val="000000"/>
                  </a:solidFill>
                  <a:latin typeface="Arial"/>
                  <a:ea typeface="Arial"/>
                  <a:cs typeface="Arial"/>
                </a:defRPr>
              </a:lvl7pPr>
              <a:lvl8pPr algn="l">
                <a:defRPr sz="2013" b="1">
                  <a:solidFill>
                    <a:srgbClr val="000000"/>
                  </a:solidFill>
                  <a:latin typeface="Arial"/>
                  <a:ea typeface="Arial"/>
                  <a:cs typeface="Arial"/>
                </a:defRPr>
              </a:lvl8pPr>
              <a:lvl9pPr algn="l">
                <a:defRPr sz="2013" b="1">
                  <a:solidFill>
                    <a:srgbClr val="000000"/>
                  </a:solidFill>
                  <a:latin typeface="Arial"/>
                  <a:ea typeface="Arial"/>
                  <a:cs typeface="Arial"/>
                </a:defRPr>
              </a:lvl9pPr>
            </a:lstStyle>
            <a:p>
              <a:pPr algn="l">
                <a:defRPr sz="2013" b="1">
                  <a:solidFill>
                    <a:srgbClr val="000000"/>
                  </a:solidFill>
                  <a:latin typeface="Arial"/>
                  <a:ea typeface="Arial"/>
                  <a:cs typeface="Arial"/>
                </a:defRPr>
              </a:pPr>
              <a:r>
                <a:rPr sz="2013" b="1">
                  <a:solidFill>
                    <a:srgbClr val="000000"/>
                  </a:solidFill>
                  <a:latin typeface="Arial"/>
                  <a:ea typeface="Arial"/>
                  <a:cs typeface="Arial"/>
                </a:rPr>
                <a:t>(a) RG-MTM-P</a:t>
              </a:r>
            </a:p>
          </p:txBody>
        </p:sp>
        <p:pic>
          <p:nvPicPr>
            <p:cNvPr id="22" name="">
              <a:extLst>
                <a:ext uri="{FF2B5EF4-FFF2-40B4-BE49-F238E27FC236}">
                  <ns2:creationId id="{D3E264DE-009A-428C-B6ED-9BC0D8950F6C}"/>
                </a:ext>
              </a:extLst>
            </p:cNvPr>
            <p:cNvPicPr>
              <a:picLocks noChangeAspect="1"/>
            </p:cNvPicPr>
            <p:nvPr/>
          </p:nvPicPr>
          <p:blipFill>
            <a:blip r:embed="R78fb98d9a8af476e"/>
            <a:stretch/>
          </p:blipFill>
          <p:spPr>
            <a:xfrm>
              <a:off x="730133" y="362580"/>
              <a:ext cx="4299715" cy="1558455"/>
            </a:xfrm>
            <a:prstGeom prst="rect">
              <a:avLst/>
            </a:prstGeom>
          </p:spPr>
        </p:pic>
        <p:sp>
          <p:nvSpPr>
            <p:cNvPr id="24" name="line_023">
              <a:extLst>
                <a:ext uri="{FF2B5EF4-FFF2-40B4-BE49-F238E27FC236}">
                  <ns2:creationId id="{483AE966-A424-467A-8AF0-1014DA5A9727}"/>
                </a:ext>
              </a:extLst>
            </p:cNvPr>
            <p:cNvSpPr>
              <a:spLocks noGrp="1"/>
            </p:cNvSpPr>
            <p:nvPr/>
          </p:nvSpPr>
          <p:spPr>
            <a:xfrm>
              <a:off x="679097" y="1921035"/>
              <a:ext cx="51035" cy="63"/>
            </a:xfrm>
            <a:custGeom>
              <a:pathLst>
                <a:path w="38100" h="95">
                  <a:moveTo>
                    <a:pt x="0" y="0"/>
                  </a:moveTo>
                  <a:lnTo>
                    <a:pt x="38100" y="0"/>
                  </a:lnTo>
                </a:path>
              </a:pathLst>
            </a:custGeom>
            <a:noFill/>
            <a:ln w="7866">
              <a:solidFill>
                <a:srgbClr val="7B8790"/>
              </a:solidFill>
              <a:prstDash val="solid"/>
            </a:ln>
          </p:spPr>
        </p:sp>
        <p:sp>
          <p:nvSpPr>
            <p:cNvPr id="25" name="text_024">
              <a:extLst>
                <a:ext uri="{FF2B5EF4-FFF2-40B4-BE49-F238E27FC236}">
                  <ns2:creationId id="{3379A288-070A-46F9-815F-C58A53C95F25}"/>
                </a:ext>
              </a:extLst>
            </p:cNvPr>
            <p:cNvSpPr>
              <a:spLocks noGrp="1"/>
            </p:cNvSpPr>
            <p:nvPr/>
          </p:nvSpPr>
          <p:spPr>
            <a:xfrm rot="0">
              <a:off x="321851" y="1857424"/>
              <a:ext cx="318970" cy="139943"/>
            </a:xfrm>
            <a:prstGeom prst="rect">
              <a:avLst/>
            </a:prstGeom>
            <a:noFill/>
            <a:ln w="0">
              <a:noFill/>
              <a:prstDash val="solid"/>
            </a:ln>
          </p:spPr>
          <p:txBody>
            <a:bodyPr wrap="none" lIns="0" tIns="0" rIns="0" bIns="0" anchor="t">
              <a:noAutofit/>
            </a:bodyPr>
            <a:lstStyle>
              <a:defPPr algn="r">
                <a:defRPr sz="1394" b="0">
                  <a:solidFill>
                    <a:srgbClr val="000000"/>
                  </a:solidFill>
                  <a:latin typeface="Arial"/>
                  <a:ea typeface="Arial"/>
                  <a:cs typeface="Arial"/>
                </a:defRPr>
              </a:defPPr>
              <a:lvl1pPr algn="r">
                <a:defRPr sz="1394" b="0">
                  <a:solidFill>
                    <a:srgbClr val="000000"/>
                  </a:solidFill>
                  <a:latin typeface="Arial"/>
                  <a:ea typeface="Arial"/>
                  <a:cs typeface="Arial"/>
                </a:defRPr>
              </a:lvl1pPr>
              <a:lvl2pPr algn="r">
                <a:defRPr sz="1394" b="0">
                  <a:solidFill>
                    <a:srgbClr val="000000"/>
                  </a:solidFill>
                  <a:latin typeface="Arial"/>
                  <a:ea typeface="Arial"/>
                  <a:cs typeface="Arial"/>
                </a:defRPr>
              </a:lvl2pPr>
              <a:lvl3pPr algn="r">
                <a:defRPr sz="1394" b="0">
                  <a:solidFill>
                    <a:srgbClr val="000000"/>
                  </a:solidFill>
                  <a:latin typeface="Arial"/>
                  <a:ea typeface="Arial"/>
                  <a:cs typeface="Arial"/>
                </a:defRPr>
              </a:lvl3pPr>
              <a:lvl4pPr algn="r">
                <a:defRPr sz="1394" b="0">
                  <a:solidFill>
                    <a:srgbClr val="000000"/>
                  </a:solidFill>
                  <a:latin typeface="Arial"/>
                  <a:ea typeface="Arial"/>
                  <a:cs typeface="Arial"/>
                </a:defRPr>
              </a:lvl4pPr>
              <a:lvl5pPr algn="r">
                <a:defRPr sz="1394" b="0">
                  <a:solidFill>
                    <a:srgbClr val="000000"/>
                  </a:solidFill>
                  <a:latin typeface="Arial"/>
                  <a:ea typeface="Arial"/>
                  <a:cs typeface="Arial"/>
                </a:defRPr>
              </a:lvl5pPr>
              <a:lvl6pPr algn="r">
                <a:defRPr sz="1394" b="0">
                  <a:solidFill>
                    <a:srgbClr val="000000"/>
                  </a:solidFill>
                  <a:latin typeface="Arial"/>
                  <a:ea typeface="Arial"/>
                  <a:cs typeface="Arial"/>
                </a:defRPr>
              </a:lvl6pPr>
              <a:lvl7pPr algn="r">
                <a:defRPr sz="1394" b="0">
                  <a:solidFill>
                    <a:srgbClr val="000000"/>
                  </a:solidFill>
                  <a:latin typeface="Arial"/>
                  <a:ea typeface="Arial"/>
                  <a:cs typeface="Arial"/>
                </a:defRPr>
              </a:lvl7pPr>
              <a:lvl8pPr algn="r">
                <a:defRPr sz="1394" b="0">
                  <a:solidFill>
                    <a:srgbClr val="000000"/>
                  </a:solidFill>
                  <a:latin typeface="Arial"/>
                  <a:ea typeface="Arial"/>
                  <a:cs typeface="Arial"/>
                </a:defRPr>
              </a:lvl8pPr>
              <a:lvl9pPr algn="r">
                <a:defRPr sz="1394" b="0">
                  <a:solidFill>
                    <a:srgbClr val="000000"/>
                  </a:solidFill>
                  <a:latin typeface="Arial"/>
                  <a:ea typeface="Arial"/>
                  <a:cs typeface="Arial"/>
                </a:defRPr>
              </a:lvl9pPr>
            </a:lstStyle>
            <a:p>
              <a:pPr algn="r">
                <a:defRPr sz="1394" b="0">
                  <a:solidFill>
                    <a:srgbClr val="000000"/>
                  </a:solidFill>
                  <a:latin typeface="Arial"/>
                  <a:ea typeface="Arial"/>
                  <a:cs typeface="Arial"/>
                </a:defRPr>
              </a:pPr>
              <a:r>
                <a:rPr sz="1394" b="0">
                  <a:solidFill>
                    <a:srgbClr val="000000"/>
                  </a:solidFill>
                  <a:latin typeface="Arial"/>
                  <a:ea typeface="Arial"/>
                  <a:cs typeface="Arial"/>
                </a:rPr>
                <a:t>0</a:t>
              </a:r>
            </a:p>
          </p:txBody>
        </p:sp>
        <p:sp>
          <p:nvSpPr>
            <p:cNvPr id="26" name="line_025">
              <a:extLst>
                <a:ext uri="{FF2B5EF4-FFF2-40B4-BE49-F238E27FC236}">
                  <ns2:creationId id="{F4DEA0C2-05BE-40C5-9299-6BA5CE0B6AFC}"/>
                </a:ext>
              </a:extLst>
            </p:cNvPr>
            <p:cNvSpPr>
              <a:spLocks noGrp="1"/>
            </p:cNvSpPr>
            <p:nvPr/>
          </p:nvSpPr>
          <p:spPr>
            <a:xfrm>
              <a:off x="679097" y="1141808"/>
              <a:ext cx="51035" cy="63"/>
            </a:xfrm>
            <a:custGeom>
              <a:pathLst>
                <a:path w="38100" h="95">
                  <a:moveTo>
                    <a:pt x="0" y="0"/>
                  </a:moveTo>
                  <a:lnTo>
                    <a:pt x="38100" y="0"/>
                  </a:lnTo>
                </a:path>
              </a:pathLst>
            </a:custGeom>
            <a:noFill/>
            <a:ln w="7866">
              <a:solidFill>
                <a:srgbClr val="7B8790"/>
              </a:solidFill>
              <a:prstDash val="solid"/>
            </a:ln>
          </p:spPr>
        </p:sp>
        <p:sp>
          <p:nvSpPr>
            <p:cNvPr id="27" name="text_026">
              <a:extLst>
                <a:ext uri="{FF2B5EF4-FFF2-40B4-BE49-F238E27FC236}">
                  <ns2:creationId id="{CAEA8DE6-9157-48C4-A7FF-57F0245E8847}"/>
                </a:ext>
              </a:extLst>
            </p:cNvPr>
            <p:cNvSpPr>
              <a:spLocks noGrp="1"/>
            </p:cNvSpPr>
            <p:nvPr/>
          </p:nvSpPr>
          <p:spPr>
            <a:xfrm rot="0">
              <a:off x="321851" y="1078197"/>
              <a:ext cx="318970" cy="139943"/>
            </a:xfrm>
            <a:prstGeom prst="rect">
              <a:avLst/>
            </a:prstGeom>
            <a:noFill/>
            <a:ln w="0">
              <a:noFill/>
              <a:prstDash val="solid"/>
            </a:ln>
          </p:spPr>
          <p:txBody>
            <a:bodyPr wrap="none" lIns="0" tIns="0" rIns="0" bIns="0" anchor="t">
              <a:noAutofit/>
            </a:bodyPr>
            <a:lstStyle>
              <a:defPPr algn="r">
                <a:defRPr sz="1394" b="0">
                  <a:solidFill>
                    <a:srgbClr val="000000"/>
                  </a:solidFill>
                  <a:latin typeface="Arial"/>
                  <a:ea typeface="Arial"/>
                  <a:cs typeface="Arial"/>
                </a:defRPr>
              </a:defPPr>
              <a:lvl1pPr algn="r">
                <a:defRPr sz="1394" b="0">
                  <a:solidFill>
                    <a:srgbClr val="000000"/>
                  </a:solidFill>
                  <a:latin typeface="Arial"/>
                  <a:ea typeface="Arial"/>
                  <a:cs typeface="Arial"/>
                </a:defRPr>
              </a:lvl1pPr>
              <a:lvl2pPr algn="r">
                <a:defRPr sz="1394" b="0">
                  <a:solidFill>
                    <a:srgbClr val="000000"/>
                  </a:solidFill>
                  <a:latin typeface="Arial"/>
                  <a:ea typeface="Arial"/>
                  <a:cs typeface="Arial"/>
                </a:defRPr>
              </a:lvl2pPr>
              <a:lvl3pPr algn="r">
                <a:defRPr sz="1394" b="0">
                  <a:solidFill>
                    <a:srgbClr val="000000"/>
                  </a:solidFill>
                  <a:latin typeface="Arial"/>
                  <a:ea typeface="Arial"/>
                  <a:cs typeface="Arial"/>
                </a:defRPr>
              </a:lvl3pPr>
              <a:lvl4pPr algn="r">
                <a:defRPr sz="1394" b="0">
                  <a:solidFill>
                    <a:srgbClr val="000000"/>
                  </a:solidFill>
                  <a:latin typeface="Arial"/>
                  <a:ea typeface="Arial"/>
                  <a:cs typeface="Arial"/>
                </a:defRPr>
              </a:lvl4pPr>
              <a:lvl5pPr algn="r">
                <a:defRPr sz="1394" b="0">
                  <a:solidFill>
                    <a:srgbClr val="000000"/>
                  </a:solidFill>
                  <a:latin typeface="Arial"/>
                  <a:ea typeface="Arial"/>
                  <a:cs typeface="Arial"/>
                </a:defRPr>
              </a:lvl5pPr>
              <a:lvl6pPr algn="r">
                <a:defRPr sz="1394" b="0">
                  <a:solidFill>
                    <a:srgbClr val="000000"/>
                  </a:solidFill>
                  <a:latin typeface="Arial"/>
                  <a:ea typeface="Arial"/>
                  <a:cs typeface="Arial"/>
                </a:defRPr>
              </a:lvl6pPr>
              <a:lvl7pPr algn="r">
                <a:defRPr sz="1394" b="0">
                  <a:solidFill>
                    <a:srgbClr val="000000"/>
                  </a:solidFill>
                  <a:latin typeface="Arial"/>
                  <a:ea typeface="Arial"/>
                  <a:cs typeface="Arial"/>
                </a:defRPr>
              </a:lvl7pPr>
              <a:lvl8pPr algn="r">
                <a:defRPr sz="1394" b="0">
                  <a:solidFill>
                    <a:srgbClr val="000000"/>
                  </a:solidFill>
                  <a:latin typeface="Arial"/>
                  <a:ea typeface="Arial"/>
                  <a:cs typeface="Arial"/>
                </a:defRPr>
              </a:lvl8pPr>
              <a:lvl9pPr algn="r">
                <a:defRPr sz="1394" b="0">
                  <a:solidFill>
                    <a:srgbClr val="000000"/>
                  </a:solidFill>
                  <a:latin typeface="Arial"/>
                  <a:ea typeface="Arial"/>
                  <a:cs typeface="Arial"/>
                </a:defRPr>
              </a:lvl9pPr>
            </a:lstStyle>
            <a:p>
              <a:pPr algn="r">
                <a:defRPr sz="1394" b="0">
                  <a:solidFill>
                    <a:srgbClr val="000000"/>
                  </a:solidFill>
                  <a:latin typeface="Arial"/>
                  <a:ea typeface="Arial"/>
                  <a:cs typeface="Arial"/>
                </a:defRPr>
              </a:pPr>
              <a:r>
                <a:rPr sz="1394" b="0">
                  <a:solidFill>
                    <a:srgbClr val="000000"/>
                  </a:solidFill>
                  <a:latin typeface="Arial"/>
                  <a:ea typeface="Arial"/>
                  <a:cs typeface="Arial"/>
                </a:rPr>
                <a:t>0.5</a:t>
              </a:r>
            </a:p>
          </p:txBody>
        </p:sp>
        <p:sp>
          <p:nvSpPr>
            <p:cNvPr id="28" name="line_027">
              <a:extLst>
                <a:ext uri="{FF2B5EF4-FFF2-40B4-BE49-F238E27FC236}">
                  <ns2:creationId id="{FD658DCD-7AA6-4CD6-9818-7D6BA8D90257}"/>
                </a:ext>
              </a:extLst>
            </p:cNvPr>
            <p:cNvSpPr>
              <a:spLocks noGrp="1"/>
            </p:cNvSpPr>
            <p:nvPr/>
          </p:nvSpPr>
          <p:spPr>
            <a:xfrm>
              <a:off x="679097" y="362580"/>
              <a:ext cx="51035" cy="63"/>
            </a:xfrm>
            <a:custGeom>
              <a:pathLst>
                <a:path w="38100" h="95">
                  <a:moveTo>
                    <a:pt x="0" y="0"/>
                  </a:moveTo>
                  <a:lnTo>
                    <a:pt x="38100" y="0"/>
                  </a:lnTo>
                </a:path>
              </a:pathLst>
            </a:custGeom>
            <a:noFill/>
            <a:ln w="7866">
              <a:solidFill>
                <a:srgbClr val="7B8790"/>
              </a:solidFill>
              <a:prstDash val="solid"/>
            </a:ln>
          </p:spPr>
        </p:sp>
        <p:sp>
          <p:nvSpPr>
            <p:cNvPr id="29" name="text_028">
              <a:extLst>
                <a:ext uri="{FF2B5EF4-FFF2-40B4-BE49-F238E27FC236}">
                  <ns2:creationId id="{3608DAF3-32FF-4956-B05A-1E1E6487B266}"/>
                </a:ext>
              </a:extLst>
            </p:cNvPr>
            <p:cNvSpPr>
              <a:spLocks noGrp="1"/>
            </p:cNvSpPr>
            <p:nvPr/>
          </p:nvSpPr>
          <p:spPr>
            <a:xfrm rot="0">
              <a:off x="321851" y="298969"/>
              <a:ext cx="318970" cy="139943"/>
            </a:xfrm>
            <a:prstGeom prst="rect">
              <a:avLst/>
            </a:prstGeom>
            <a:noFill/>
            <a:ln w="0">
              <a:noFill/>
              <a:prstDash val="solid"/>
            </a:ln>
          </p:spPr>
          <p:txBody>
            <a:bodyPr wrap="none" lIns="0" tIns="0" rIns="0" bIns="0" anchor="t">
              <a:noAutofit/>
            </a:bodyPr>
            <a:lstStyle>
              <a:defPPr algn="r">
                <a:defRPr sz="1394" b="0">
                  <a:solidFill>
                    <a:srgbClr val="000000"/>
                  </a:solidFill>
                  <a:latin typeface="Arial"/>
                  <a:ea typeface="Arial"/>
                  <a:cs typeface="Arial"/>
                </a:defRPr>
              </a:defPPr>
              <a:lvl1pPr algn="r">
                <a:defRPr sz="1394" b="0">
                  <a:solidFill>
                    <a:srgbClr val="000000"/>
                  </a:solidFill>
                  <a:latin typeface="Arial"/>
                  <a:ea typeface="Arial"/>
                  <a:cs typeface="Arial"/>
                </a:defRPr>
              </a:lvl1pPr>
              <a:lvl2pPr algn="r">
                <a:defRPr sz="1394" b="0">
                  <a:solidFill>
                    <a:srgbClr val="000000"/>
                  </a:solidFill>
                  <a:latin typeface="Arial"/>
                  <a:ea typeface="Arial"/>
                  <a:cs typeface="Arial"/>
                </a:defRPr>
              </a:lvl2pPr>
              <a:lvl3pPr algn="r">
                <a:defRPr sz="1394" b="0">
                  <a:solidFill>
                    <a:srgbClr val="000000"/>
                  </a:solidFill>
                  <a:latin typeface="Arial"/>
                  <a:ea typeface="Arial"/>
                  <a:cs typeface="Arial"/>
                </a:defRPr>
              </a:lvl3pPr>
              <a:lvl4pPr algn="r">
                <a:defRPr sz="1394" b="0">
                  <a:solidFill>
                    <a:srgbClr val="000000"/>
                  </a:solidFill>
                  <a:latin typeface="Arial"/>
                  <a:ea typeface="Arial"/>
                  <a:cs typeface="Arial"/>
                </a:defRPr>
              </a:lvl4pPr>
              <a:lvl5pPr algn="r">
                <a:defRPr sz="1394" b="0">
                  <a:solidFill>
                    <a:srgbClr val="000000"/>
                  </a:solidFill>
                  <a:latin typeface="Arial"/>
                  <a:ea typeface="Arial"/>
                  <a:cs typeface="Arial"/>
                </a:defRPr>
              </a:lvl5pPr>
              <a:lvl6pPr algn="r">
                <a:defRPr sz="1394" b="0">
                  <a:solidFill>
                    <a:srgbClr val="000000"/>
                  </a:solidFill>
                  <a:latin typeface="Arial"/>
                  <a:ea typeface="Arial"/>
                  <a:cs typeface="Arial"/>
                </a:defRPr>
              </a:lvl6pPr>
              <a:lvl7pPr algn="r">
                <a:defRPr sz="1394" b="0">
                  <a:solidFill>
                    <a:srgbClr val="000000"/>
                  </a:solidFill>
                  <a:latin typeface="Arial"/>
                  <a:ea typeface="Arial"/>
                  <a:cs typeface="Arial"/>
                </a:defRPr>
              </a:lvl7pPr>
              <a:lvl8pPr algn="r">
                <a:defRPr sz="1394" b="0">
                  <a:solidFill>
                    <a:srgbClr val="000000"/>
                  </a:solidFill>
                  <a:latin typeface="Arial"/>
                  <a:ea typeface="Arial"/>
                  <a:cs typeface="Arial"/>
                </a:defRPr>
              </a:lvl8pPr>
              <a:lvl9pPr algn="r">
                <a:defRPr sz="1394" b="0">
                  <a:solidFill>
                    <a:srgbClr val="000000"/>
                  </a:solidFill>
                  <a:latin typeface="Arial"/>
                  <a:ea typeface="Arial"/>
                  <a:cs typeface="Arial"/>
                </a:defRPr>
              </a:lvl9pPr>
            </a:lstStyle>
            <a:p>
              <a:pPr algn="r">
                <a:defRPr sz="1394" b="0">
                  <a:solidFill>
                    <a:srgbClr val="000000"/>
                  </a:solidFill>
                  <a:latin typeface="Arial"/>
                  <a:ea typeface="Arial"/>
                  <a:cs typeface="Arial"/>
                </a:defRPr>
              </a:pPr>
              <a:r>
                <a:rPr sz="1394" b="0">
                  <a:solidFill>
                    <a:srgbClr val="000000"/>
                  </a:solidFill>
                  <a:latin typeface="Arial"/>
                  <a:ea typeface="Arial"/>
                  <a:cs typeface="Arial"/>
                </a:rPr>
                <a:t>1</a:t>
              </a:r>
            </a:p>
          </p:txBody>
        </p:sp>
        <p:sp>
          <p:nvSpPr>
            <p:cNvPr id="30" name="line_029">
              <a:extLst>
                <a:ext uri="{FF2B5EF4-FFF2-40B4-BE49-F238E27FC236}">
                  <ns2:creationId id="{57FAFCB8-4792-452A-BB50-AD5DF858E68F}"/>
                </a:ext>
              </a:extLst>
            </p:cNvPr>
            <p:cNvSpPr>
              <a:spLocks noGrp="1"/>
            </p:cNvSpPr>
            <p:nvPr/>
          </p:nvSpPr>
          <p:spPr>
            <a:xfrm>
              <a:off x="832507" y="1921035"/>
              <a:ext cx="127" cy="25444"/>
            </a:xfrm>
            <a:custGeom>
              <a:pathLst>
                <a:path w="95" h="38100">
                  <a:moveTo>
                    <a:pt x="0" y="0"/>
                  </a:moveTo>
                  <a:lnTo>
                    <a:pt x="0" y="38100"/>
                  </a:lnTo>
                </a:path>
              </a:pathLst>
            </a:custGeom>
            <a:noFill/>
            <a:ln w="7866">
              <a:solidFill>
                <a:srgbClr val="7B8790"/>
              </a:solidFill>
              <a:prstDash val="solid"/>
            </a:ln>
          </p:spPr>
        </p:sp>
        <p:sp>
          <p:nvSpPr>
            <p:cNvPr id="31" name="text_030">
              <a:extLst>
                <a:ext uri="{FF2B5EF4-FFF2-40B4-BE49-F238E27FC236}">
                  <ns2:creationId id="{F1EA7C36-5DA7-4B23-B01D-C8DC8565153D}"/>
                </a:ext>
              </a:extLst>
            </p:cNvPr>
            <p:cNvSpPr>
              <a:spLocks noGrp="1"/>
            </p:cNvSpPr>
            <p:nvPr/>
          </p:nvSpPr>
          <p:spPr>
            <a:xfrm rot="0">
              <a:off x="577331" y="1959202"/>
              <a:ext cx="510352" cy="139943"/>
            </a:xfrm>
            <a:prstGeom prst="rect">
              <a:avLst/>
            </a:prstGeom>
            <a:noFill/>
            <a:ln w="0">
              <a:noFill/>
              <a:prstDash val="solid"/>
            </a:ln>
          </p:spPr>
          <p:txBody>
            <a:bodyPr wrap="none" lIns="0" tIns="0" rIns="0" bIns="0" anchor="t">
              <a:noAutofit/>
            </a:bodyPr>
            <a:lstStyle>
              <a:defPPr algn="ctr">
                <a:defRPr sz="1394" b="0">
                  <a:solidFill>
                    <a:srgbClr val="000000"/>
                  </a:solidFill>
                  <a:latin typeface="Arial"/>
                  <a:ea typeface="Arial"/>
                  <a:cs typeface="Arial"/>
                </a:defRPr>
              </a:defPPr>
              <a:lvl1pPr algn="ctr">
                <a:defRPr sz="1394" b="0">
                  <a:solidFill>
                    <a:srgbClr val="000000"/>
                  </a:solidFill>
                  <a:latin typeface="Arial"/>
                  <a:ea typeface="Arial"/>
                  <a:cs typeface="Arial"/>
                </a:defRPr>
              </a:lvl1pPr>
              <a:lvl2pPr algn="ctr">
                <a:defRPr sz="1394" b="0">
                  <a:solidFill>
                    <a:srgbClr val="000000"/>
                  </a:solidFill>
                  <a:latin typeface="Arial"/>
                  <a:ea typeface="Arial"/>
                  <a:cs typeface="Arial"/>
                </a:defRPr>
              </a:lvl2pPr>
              <a:lvl3pPr algn="ctr">
                <a:defRPr sz="1394" b="0">
                  <a:solidFill>
                    <a:srgbClr val="000000"/>
                  </a:solidFill>
                  <a:latin typeface="Arial"/>
                  <a:ea typeface="Arial"/>
                  <a:cs typeface="Arial"/>
                </a:defRPr>
              </a:lvl3pPr>
              <a:lvl4pPr algn="ctr">
                <a:defRPr sz="1394" b="0">
                  <a:solidFill>
                    <a:srgbClr val="000000"/>
                  </a:solidFill>
                  <a:latin typeface="Arial"/>
                  <a:ea typeface="Arial"/>
                  <a:cs typeface="Arial"/>
                </a:defRPr>
              </a:lvl4pPr>
              <a:lvl5pPr algn="ctr">
                <a:defRPr sz="1394" b="0">
                  <a:solidFill>
                    <a:srgbClr val="000000"/>
                  </a:solidFill>
                  <a:latin typeface="Arial"/>
                  <a:ea typeface="Arial"/>
                  <a:cs typeface="Arial"/>
                </a:defRPr>
              </a:lvl5pPr>
              <a:lvl6pPr algn="ctr">
                <a:defRPr sz="1394" b="0">
                  <a:solidFill>
                    <a:srgbClr val="000000"/>
                  </a:solidFill>
                  <a:latin typeface="Arial"/>
                  <a:ea typeface="Arial"/>
                  <a:cs typeface="Arial"/>
                </a:defRPr>
              </a:lvl6pPr>
              <a:lvl7pPr algn="ctr">
                <a:defRPr sz="1394" b="0">
                  <a:solidFill>
                    <a:srgbClr val="000000"/>
                  </a:solidFill>
                  <a:latin typeface="Arial"/>
                  <a:ea typeface="Arial"/>
                  <a:cs typeface="Arial"/>
                </a:defRPr>
              </a:lvl7pPr>
              <a:lvl8pPr algn="ctr">
                <a:defRPr sz="1394" b="0">
                  <a:solidFill>
                    <a:srgbClr val="000000"/>
                  </a:solidFill>
                  <a:latin typeface="Arial"/>
                  <a:ea typeface="Arial"/>
                  <a:cs typeface="Arial"/>
                </a:defRPr>
              </a:lvl8pPr>
              <a:lvl9pPr algn="ctr">
                <a:defRPr sz="1394" b="0">
                  <a:solidFill>
                    <a:srgbClr val="000000"/>
                  </a:solidFill>
                  <a:latin typeface="Arial"/>
                  <a:ea typeface="Arial"/>
                  <a:cs typeface="Arial"/>
                </a:defRPr>
              </a:lvl9pPr>
            </a:lstStyle>
            <a:p>
              <a:pPr algn="ctr">
                <a:defRPr sz="1394" b="0">
                  <a:solidFill>
                    <a:srgbClr val="000000"/>
                  </a:solidFill>
                  <a:latin typeface="Arial"/>
                  <a:ea typeface="Arial"/>
                  <a:cs typeface="Arial"/>
                </a:defRPr>
              </a:pPr>
              <a:r>
                <a:rPr sz="1394" b="0">
                  <a:solidFill>
                    <a:srgbClr val="000000"/>
                  </a:solidFill>
                  <a:latin typeface="Arial"/>
                  <a:ea typeface="Arial"/>
                  <a:cs typeface="Arial"/>
                </a:rPr>
                <a:t>-2</a:t>
              </a:r>
            </a:p>
          </p:txBody>
        </p:sp>
        <p:sp>
          <p:nvSpPr>
            <p:cNvPr id="32" name="line_031">
              <a:extLst>
                <a:ext uri="{FF2B5EF4-FFF2-40B4-BE49-F238E27FC236}">
                  <ns2:creationId id="{0B7D3F44-E28F-434A-8B1D-558D70BFBED6}"/>
                </a:ext>
              </a:extLst>
            </p:cNvPr>
            <p:cNvSpPr>
              <a:spLocks noGrp="1"/>
            </p:cNvSpPr>
            <p:nvPr/>
          </p:nvSpPr>
          <p:spPr>
            <a:xfrm>
              <a:off x="1856248" y="1921035"/>
              <a:ext cx="127" cy="25444"/>
            </a:xfrm>
            <a:custGeom>
              <a:pathLst>
                <a:path w="95" h="38100">
                  <a:moveTo>
                    <a:pt x="0" y="0"/>
                  </a:moveTo>
                  <a:lnTo>
                    <a:pt x="0" y="38100"/>
                  </a:lnTo>
                </a:path>
              </a:pathLst>
            </a:custGeom>
            <a:noFill/>
            <a:ln w="7866">
              <a:solidFill>
                <a:srgbClr val="7B8790"/>
              </a:solidFill>
              <a:prstDash val="solid"/>
            </a:ln>
          </p:spPr>
        </p:sp>
        <p:sp>
          <p:nvSpPr>
            <p:cNvPr id="33" name="text_032">
              <a:extLst>
                <a:ext uri="{FF2B5EF4-FFF2-40B4-BE49-F238E27FC236}">
                  <ns2:creationId id="{AB1DA385-544D-4DD8-85D1-3EF6DF3EDC69}"/>
                </a:ext>
              </a:extLst>
            </p:cNvPr>
            <p:cNvSpPr>
              <a:spLocks noGrp="1"/>
            </p:cNvSpPr>
            <p:nvPr/>
          </p:nvSpPr>
          <p:spPr>
            <a:xfrm rot="0">
              <a:off x="1601073" y="1959202"/>
              <a:ext cx="510352" cy="139943"/>
            </a:xfrm>
            <a:prstGeom prst="rect">
              <a:avLst/>
            </a:prstGeom>
            <a:noFill/>
            <a:ln w="0">
              <a:noFill/>
              <a:prstDash val="solid"/>
            </a:ln>
          </p:spPr>
          <p:txBody>
            <a:bodyPr wrap="none" lIns="0" tIns="0" rIns="0" bIns="0" anchor="t">
              <a:noAutofit/>
            </a:bodyPr>
            <a:lstStyle>
              <a:defPPr algn="ctr">
                <a:defRPr sz="1394" b="0">
                  <a:solidFill>
                    <a:srgbClr val="000000"/>
                  </a:solidFill>
                  <a:latin typeface="Arial"/>
                  <a:ea typeface="Arial"/>
                  <a:cs typeface="Arial"/>
                </a:defRPr>
              </a:defPPr>
              <a:lvl1pPr algn="ctr">
                <a:defRPr sz="1394" b="0">
                  <a:solidFill>
                    <a:srgbClr val="000000"/>
                  </a:solidFill>
                  <a:latin typeface="Arial"/>
                  <a:ea typeface="Arial"/>
                  <a:cs typeface="Arial"/>
                </a:defRPr>
              </a:lvl1pPr>
              <a:lvl2pPr algn="ctr">
                <a:defRPr sz="1394" b="0">
                  <a:solidFill>
                    <a:srgbClr val="000000"/>
                  </a:solidFill>
                  <a:latin typeface="Arial"/>
                  <a:ea typeface="Arial"/>
                  <a:cs typeface="Arial"/>
                </a:defRPr>
              </a:lvl2pPr>
              <a:lvl3pPr algn="ctr">
                <a:defRPr sz="1394" b="0">
                  <a:solidFill>
                    <a:srgbClr val="000000"/>
                  </a:solidFill>
                  <a:latin typeface="Arial"/>
                  <a:ea typeface="Arial"/>
                  <a:cs typeface="Arial"/>
                </a:defRPr>
              </a:lvl3pPr>
              <a:lvl4pPr algn="ctr">
                <a:defRPr sz="1394" b="0">
                  <a:solidFill>
                    <a:srgbClr val="000000"/>
                  </a:solidFill>
                  <a:latin typeface="Arial"/>
                  <a:ea typeface="Arial"/>
                  <a:cs typeface="Arial"/>
                </a:defRPr>
              </a:lvl4pPr>
              <a:lvl5pPr algn="ctr">
                <a:defRPr sz="1394" b="0">
                  <a:solidFill>
                    <a:srgbClr val="000000"/>
                  </a:solidFill>
                  <a:latin typeface="Arial"/>
                  <a:ea typeface="Arial"/>
                  <a:cs typeface="Arial"/>
                </a:defRPr>
              </a:lvl5pPr>
              <a:lvl6pPr algn="ctr">
                <a:defRPr sz="1394" b="0">
                  <a:solidFill>
                    <a:srgbClr val="000000"/>
                  </a:solidFill>
                  <a:latin typeface="Arial"/>
                  <a:ea typeface="Arial"/>
                  <a:cs typeface="Arial"/>
                </a:defRPr>
              </a:lvl6pPr>
              <a:lvl7pPr algn="ctr">
                <a:defRPr sz="1394" b="0">
                  <a:solidFill>
                    <a:srgbClr val="000000"/>
                  </a:solidFill>
                  <a:latin typeface="Arial"/>
                  <a:ea typeface="Arial"/>
                  <a:cs typeface="Arial"/>
                </a:defRPr>
              </a:lvl7pPr>
              <a:lvl8pPr algn="ctr">
                <a:defRPr sz="1394" b="0">
                  <a:solidFill>
                    <a:srgbClr val="000000"/>
                  </a:solidFill>
                  <a:latin typeface="Arial"/>
                  <a:ea typeface="Arial"/>
                  <a:cs typeface="Arial"/>
                </a:defRPr>
              </a:lvl8pPr>
              <a:lvl9pPr algn="ctr">
                <a:defRPr sz="1394" b="0">
                  <a:solidFill>
                    <a:srgbClr val="000000"/>
                  </a:solidFill>
                  <a:latin typeface="Arial"/>
                  <a:ea typeface="Arial"/>
                  <a:cs typeface="Arial"/>
                </a:defRPr>
              </a:lvl9pPr>
            </a:lstStyle>
            <a:p>
              <a:pPr algn="ctr">
                <a:defRPr sz="1394" b="0">
                  <a:solidFill>
                    <a:srgbClr val="000000"/>
                  </a:solidFill>
                  <a:latin typeface="Arial"/>
                  <a:ea typeface="Arial"/>
                  <a:cs typeface="Arial"/>
                </a:defRPr>
              </a:pPr>
              <a:r>
                <a:rPr sz="1394" b="0">
                  <a:solidFill>
                    <a:srgbClr val="000000"/>
                  </a:solidFill>
                  <a:latin typeface="Arial"/>
                  <a:ea typeface="Arial"/>
                  <a:cs typeface="Arial"/>
                </a:rPr>
                <a:t>-1</a:t>
              </a:r>
            </a:p>
          </p:txBody>
        </p:sp>
        <p:sp>
          <p:nvSpPr>
            <p:cNvPr id="34" name="line_033">
              <a:extLst>
                <a:ext uri="{FF2B5EF4-FFF2-40B4-BE49-F238E27FC236}">
                  <ns2:creationId id="{21454A42-885B-442C-8A79-BBAAD8E104CF}"/>
                </a:ext>
              </a:extLst>
            </p:cNvPr>
            <p:cNvSpPr>
              <a:spLocks noGrp="1"/>
            </p:cNvSpPr>
            <p:nvPr/>
          </p:nvSpPr>
          <p:spPr>
            <a:xfrm>
              <a:off x="2879990" y="1921035"/>
              <a:ext cx="127" cy="25444"/>
            </a:xfrm>
            <a:custGeom>
              <a:pathLst>
                <a:path w="95" h="38100">
                  <a:moveTo>
                    <a:pt x="0" y="0"/>
                  </a:moveTo>
                  <a:lnTo>
                    <a:pt x="0" y="38100"/>
                  </a:lnTo>
                </a:path>
              </a:pathLst>
            </a:custGeom>
            <a:noFill/>
            <a:ln w="7866">
              <a:solidFill>
                <a:srgbClr val="7B8790"/>
              </a:solidFill>
              <a:prstDash val="solid"/>
            </a:ln>
          </p:spPr>
        </p:sp>
        <p:sp>
          <p:nvSpPr>
            <p:cNvPr id="35" name="text_034">
              <a:extLst>
                <a:ext uri="{FF2B5EF4-FFF2-40B4-BE49-F238E27FC236}">
                  <ns2:creationId id="{B0CDB234-5121-4ED5-8BD0-F608DF60034E}"/>
                </a:ext>
              </a:extLst>
            </p:cNvPr>
            <p:cNvSpPr>
              <a:spLocks noGrp="1"/>
            </p:cNvSpPr>
            <p:nvPr/>
          </p:nvSpPr>
          <p:spPr>
            <a:xfrm rot="0">
              <a:off x="2624814" y="1959202"/>
              <a:ext cx="510352" cy="139943"/>
            </a:xfrm>
            <a:prstGeom prst="rect">
              <a:avLst/>
            </a:prstGeom>
            <a:noFill/>
            <a:ln w="0">
              <a:noFill/>
              <a:prstDash val="solid"/>
            </a:ln>
          </p:spPr>
          <p:txBody>
            <a:bodyPr wrap="none" lIns="0" tIns="0" rIns="0" bIns="0" anchor="t">
              <a:noAutofit/>
            </a:bodyPr>
            <a:lstStyle>
              <a:defPPr algn="ctr">
                <a:defRPr sz="1394" b="0">
                  <a:solidFill>
                    <a:srgbClr val="000000"/>
                  </a:solidFill>
                  <a:latin typeface="Arial"/>
                  <a:ea typeface="Arial"/>
                  <a:cs typeface="Arial"/>
                </a:defRPr>
              </a:defPPr>
              <a:lvl1pPr algn="ctr">
                <a:defRPr sz="1394" b="0">
                  <a:solidFill>
                    <a:srgbClr val="000000"/>
                  </a:solidFill>
                  <a:latin typeface="Arial"/>
                  <a:ea typeface="Arial"/>
                  <a:cs typeface="Arial"/>
                </a:defRPr>
              </a:lvl1pPr>
              <a:lvl2pPr algn="ctr">
                <a:defRPr sz="1394" b="0">
                  <a:solidFill>
                    <a:srgbClr val="000000"/>
                  </a:solidFill>
                  <a:latin typeface="Arial"/>
                  <a:ea typeface="Arial"/>
                  <a:cs typeface="Arial"/>
                </a:defRPr>
              </a:lvl2pPr>
              <a:lvl3pPr algn="ctr">
                <a:defRPr sz="1394" b="0">
                  <a:solidFill>
                    <a:srgbClr val="000000"/>
                  </a:solidFill>
                  <a:latin typeface="Arial"/>
                  <a:ea typeface="Arial"/>
                  <a:cs typeface="Arial"/>
                </a:defRPr>
              </a:lvl3pPr>
              <a:lvl4pPr algn="ctr">
                <a:defRPr sz="1394" b="0">
                  <a:solidFill>
                    <a:srgbClr val="000000"/>
                  </a:solidFill>
                  <a:latin typeface="Arial"/>
                  <a:ea typeface="Arial"/>
                  <a:cs typeface="Arial"/>
                </a:defRPr>
              </a:lvl4pPr>
              <a:lvl5pPr algn="ctr">
                <a:defRPr sz="1394" b="0">
                  <a:solidFill>
                    <a:srgbClr val="000000"/>
                  </a:solidFill>
                  <a:latin typeface="Arial"/>
                  <a:ea typeface="Arial"/>
                  <a:cs typeface="Arial"/>
                </a:defRPr>
              </a:lvl5pPr>
              <a:lvl6pPr algn="ctr">
                <a:defRPr sz="1394" b="0">
                  <a:solidFill>
                    <a:srgbClr val="000000"/>
                  </a:solidFill>
                  <a:latin typeface="Arial"/>
                  <a:ea typeface="Arial"/>
                  <a:cs typeface="Arial"/>
                </a:defRPr>
              </a:lvl6pPr>
              <a:lvl7pPr algn="ctr">
                <a:defRPr sz="1394" b="0">
                  <a:solidFill>
                    <a:srgbClr val="000000"/>
                  </a:solidFill>
                  <a:latin typeface="Arial"/>
                  <a:ea typeface="Arial"/>
                  <a:cs typeface="Arial"/>
                </a:defRPr>
              </a:lvl7pPr>
              <a:lvl8pPr algn="ctr">
                <a:defRPr sz="1394" b="0">
                  <a:solidFill>
                    <a:srgbClr val="000000"/>
                  </a:solidFill>
                  <a:latin typeface="Arial"/>
                  <a:ea typeface="Arial"/>
                  <a:cs typeface="Arial"/>
                </a:defRPr>
              </a:lvl8pPr>
              <a:lvl9pPr algn="ctr">
                <a:defRPr sz="1394" b="0">
                  <a:solidFill>
                    <a:srgbClr val="000000"/>
                  </a:solidFill>
                  <a:latin typeface="Arial"/>
                  <a:ea typeface="Arial"/>
                  <a:cs typeface="Arial"/>
                </a:defRPr>
              </a:lvl9pPr>
            </a:lstStyle>
            <a:p>
              <a:pPr algn="ctr">
                <a:defRPr sz="1394" b="0">
                  <a:solidFill>
                    <a:srgbClr val="000000"/>
                  </a:solidFill>
                  <a:latin typeface="Arial"/>
                  <a:ea typeface="Arial"/>
                  <a:cs typeface="Arial"/>
                </a:defRPr>
              </a:pPr>
              <a:r>
                <a:rPr sz="1394" b="0">
                  <a:solidFill>
                    <a:srgbClr val="000000"/>
                  </a:solidFill>
                  <a:latin typeface="Arial"/>
                  <a:ea typeface="Arial"/>
                  <a:cs typeface="Arial"/>
                </a:rPr>
                <a:t>0</a:t>
              </a:r>
            </a:p>
          </p:txBody>
        </p:sp>
        <p:sp>
          <p:nvSpPr>
            <p:cNvPr id="36" name="line_035">
              <a:extLst>
                <a:ext uri="{FF2B5EF4-FFF2-40B4-BE49-F238E27FC236}">
                  <ns2:creationId id="{4F23F330-F017-4795-952C-A4DCE89243A9}"/>
                </a:ext>
              </a:extLst>
            </p:cNvPr>
            <p:cNvSpPr>
              <a:spLocks noGrp="1"/>
            </p:cNvSpPr>
            <p:nvPr/>
          </p:nvSpPr>
          <p:spPr>
            <a:xfrm>
              <a:off x="3903731" y="1921035"/>
              <a:ext cx="127" cy="25444"/>
            </a:xfrm>
            <a:custGeom>
              <a:pathLst>
                <a:path w="95" h="38100">
                  <a:moveTo>
                    <a:pt x="0" y="0"/>
                  </a:moveTo>
                  <a:lnTo>
                    <a:pt x="0" y="38100"/>
                  </a:lnTo>
                </a:path>
              </a:pathLst>
            </a:custGeom>
            <a:noFill/>
            <a:ln w="7866">
              <a:solidFill>
                <a:srgbClr val="7B8790"/>
              </a:solidFill>
              <a:prstDash val="solid"/>
            </a:ln>
          </p:spPr>
        </p:sp>
        <p:sp>
          <p:nvSpPr>
            <p:cNvPr id="37" name="text_036">
              <a:extLst>
                <a:ext uri="{FF2B5EF4-FFF2-40B4-BE49-F238E27FC236}">
                  <ns2:creationId id="{EDD1A34C-8A03-4235-9258-1F011F506450}"/>
                </a:ext>
              </a:extLst>
            </p:cNvPr>
            <p:cNvSpPr>
              <a:spLocks noGrp="1"/>
            </p:cNvSpPr>
            <p:nvPr/>
          </p:nvSpPr>
          <p:spPr>
            <a:xfrm rot="0">
              <a:off x="3648555" y="1959202"/>
              <a:ext cx="510352" cy="139943"/>
            </a:xfrm>
            <a:prstGeom prst="rect">
              <a:avLst/>
            </a:prstGeom>
            <a:noFill/>
            <a:ln w="0">
              <a:noFill/>
              <a:prstDash val="solid"/>
            </a:ln>
          </p:spPr>
          <p:txBody>
            <a:bodyPr wrap="none" lIns="0" tIns="0" rIns="0" bIns="0" anchor="t">
              <a:noAutofit/>
            </a:bodyPr>
            <a:lstStyle>
              <a:defPPr algn="ctr">
                <a:defRPr sz="1394" b="0">
                  <a:solidFill>
                    <a:srgbClr val="000000"/>
                  </a:solidFill>
                  <a:latin typeface="Arial"/>
                  <a:ea typeface="Arial"/>
                  <a:cs typeface="Arial"/>
                </a:defRPr>
              </a:defPPr>
              <a:lvl1pPr algn="ctr">
                <a:defRPr sz="1394" b="0">
                  <a:solidFill>
                    <a:srgbClr val="000000"/>
                  </a:solidFill>
                  <a:latin typeface="Arial"/>
                  <a:ea typeface="Arial"/>
                  <a:cs typeface="Arial"/>
                </a:defRPr>
              </a:lvl1pPr>
              <a:lvl2pPr algn="ctr">
                <a:defRPr sz="1394" b="0">
                  <a:solidFill>
                    <a:srgbClr val="000000"/>
                  </a:solidFill>
                  <a:latin typeface="Arial"/>
                  <a:ea typeface="Arial"/>
                  <a:cs typeface="Arial"/>
                </a:defRPr>
              </a:lvl2pPr>
              <a:lvl3pPr algn="ctr">
                <a:defRPr sz="1394" b="0">
                  <a:solidFill>
                    <a:srgbClr val="000000"/>
                  </a:solidFill>
                  <a:latin typeface="Arial"/>
                  <a:ea typeface="Arial"/>
                  <a:cs typeface="Arial"/>
                </a:defRPr>
              </a:lvl3pPr>
              <a:lvl4pPr algn="ctr">
                <a:defRPr sz="1394" b="0">
                  <a:solidFill>
                    <a:srgbClr val="000000"/>
                  </a:solidFill>
                  <a:latin typeface="Arial"/>
                  <a:ea typeface="Arial"/>
                  <a:cs typeface="Arial"/>
                </a:defRPr>
              </a:lvl4pPr>
              <a:lvl5pPr algn="ctr">
                <a:defRPr sz="1394" b="0">
                  <a:solidFill>
                    <a:srgbClr val="000000"/>
                  </a:solidFill>
                  <a:latin typeface="Arial"/>
                  <a:ea typeface="Arial"/>
                  <a:cs typeface="Arial"/>
                </a:defRPr>
              </a:lvl5pPr>
              <a:lvl6pPr algn="ctr">
                <a:defRPr sz="1394" b="0">
                  <a:solidFill>
                    <a:srgbClr val="000000"/>
                  </a:solidFill>
                  <a:latin typeface="Arial"/>
                  <a:ea typeface="Arial"/>
                  <a:cs typeface="Arial"/>
                </a:defRPr>
              </a:lvl6pPr>
              <a:lvl7pPr algn="ctr">
                <a:defRPr sz="1394" b="0">
                  <a:solidFill>
                    <a:srgbClr val="000000"/>
                  </a:solidFill>
                  <a:latin typeface="Arial"/>
                  <a:ea typeface="Arial"/>
                  <a:cs typeface="Arial"/>
                </a:defRPr>
              </a:lvl7pPr>
              <a:lvl8pPr algn="ctr">
                <a:defRPr sz="1394" b="0">
                  <a:solidFill>
                    <a:srgbClr val="000000"/>
                  </a:solidFill>
                  <a:latin typeface="Arial"/>
                  <a:ea typeface="Arial"/>
                  <a:cs typeface="Arial"/>
                </a:defRPr>
              </a:lvl8pPr>
              <a:lvl9pPr algn="ctr">
                <a:defRPr sz="1394" b="0">
                  <a:solidFill>
                    <a:srgbClr val="000000"/>
                  </a:solidFill>
                  <a:latin typeface="Arial"/>
                  <a:ea typeface="Arial"/>
                  <a:cs typeface="Arial"/>
                </a:defRPr>
              </a:lvl9pPr>
            </a:lstStyle>
            <a:p>
              <a:pPr algn="ctr">
                <a:defRPr sz="1394" b="0">
                  <a:solidFill>
                    <a:srgbClr val="000000"/>
                  </a:solidFill>
                  <a:latin typeface="Arial"/>
                  <a:ea typeface="Arial"/>
                  <a:cs typeface="Arial"/>
                </a:defRPr>
              </a:pPr>
              <a:r>
                <a:rPr sz="1394" b="0">
                  <a:solidFill>
                    <a:srgbClr val="000000"/>
                  </a:solidFill>
                  <a:latin typeface="Arial"/>
                  <a:ea typeface="Arial"/>
                  <a:cs typeface="Arial"/>
                </a:rPr>
                <a:t>1</a:t>
              </a:r>
            </a:p>
          </p:txBody>
        </p:sp>
        <p:sp>
          <p:nvSpPr>
            <p:cNvPr id="38" name="line_037">
              <a:extLst>
                <a:ext uri="{FF2B5EF4-FFF2-40B4-BE49-F238E27FC236}">
                  <ns2:creationId id="{88A9C42A-0B03-4E63-8BE3-56A81C8A6C86}"/>
                </a:ext>
              </a:extLst>
            </p:cNvPr>
            <p:cNvSpPr>
              <a:spLocks noGrp="1"/>
            </p:cNvSpPr>
            <p:nvPr/>
          </p:nvSpPr>
          <p:spPr>
            <a:xfrm>
              <a:off x="4927472" y="1921035"/>
              <a:ext cx="127" cy="25444"/>
            </a:xfrm>
            <a:custGeom>
              <a:pathLst>
                <a:path w="95" h="38100">
                  <a:moveTo>
                    <a:pt x="0" y="0"/>
                  </a:moveTo>
                  <a:lnTo>
                    <a:pt x="0" y="38100"/>
                  </a:lnTo>
                </a:path>
              </a:pathLst>
            </a:custGeom>
            <a:noFill/>
            <a:ln w="7866">
              <a:solidFill>
                <a:srgbClr val="7B8790"/>
              </a:solidFill>
              <a:prstDash val="solid"/>
            </a:ln>
          </p:spPr>
        </p:sp>
        <p:sp>
          <p:nvSpPr>
            <p:cNvPr id="39" name="text_038">
              <a:extLst>
                <a:ext uri="{FF2B5EF4-FFF2-40B4-BE49-F238E27FC236}">
                  <ns2:creationId id="{0F71FB9F-6685-48C0-B908-9A079F0FBFB8}"/>
                </a:ext>
              </a:extLst>
            </p:cNvPr>
            <p:cNvSpPr>
              <a:spLocks noGrp="1"/>
            </p:cNvSpPr>
            <p:nvPr/>
          </p:nvSpPr>
          <p:spPr>
            <a:xfrm rot="0">
              <a:off x="4672297" y="1959202"/>
              <a:ext cx="510352" cy="139943"/>
            </a:xfrm>
            <a:prstGeom prst="rect">
              <a:avLst/>
            </a:prstGeom>
            <a:noFill/>
            <a:ln w="0">
              <a:noFill/>
              <a:prstDash val="solid"/>
            </a:ln>
          </p:spPr>
          <p:txBody>
            <a:bodyPr wrap="none" lIns="0" tIns="0" rIns="0" bIns="0" anchor="t">
              <a:noAutofit/>
            </a:bodyPr>
            <a:lstStyle>
              <a:defPPr algn="ctr">
                <a:defRPr sz="1394" b="0">
                  <a:solidFill>
                    <a:srgbClr val="000000"/>
                  </a:solidFill>
                  <a:latin typeface="Arial"/>
                  <a:ea typeface="Arial"/>
                  <a:cs typeface="Arial"/>
                </a:defRPr>
              </a:defPPr>
              <a:lvl1pPr algn="ctr">
                <a:defRPr sz="1394" b="0">
                  <a:solidFill>
                    <a:srgbClr val="000000"/>
                  </a:solidFill>
                  <a:latin typeface="Arial"/>
                  <a:ea typeface="Arial"/>
                  <a:cs typeface="Arial"/>
                </a:defRPr>
              </a:lvl1pPr>
              <a:lvl2pPr algn="ctr">
                <a:defRPr sz="1394" b="0">
                  <a:solidFill>
                    <a:srgbClr val="000000"/>
                  </a:solidFill>
                  <a:latin typeface="Arial"/>
                  <a:ea typeface="Arial"/>
                  <a:cs typeface="Arial"/>
                </a:defRPr>
              </a:lvl2pPr>
              <a:lvl3pPr algn="ctr">
                <a:defRPr sz="1394" b="0">
                  <a:solidFill>
                    <a:srgbClr val="000000"/>
                  </a:solidFill>
                  <a:latin typeface="Arial"/>
                  <a:ea typeface="Arial"/>
                  <a:cs typeface="Arial"/>
                </a:defRPr>
              </a:lvl3pPr>
              <a:lvl4pPr algn="ctr">
                <a:defRPr sz="1394" b="0">
                  <a:solidFill>
                    <a:srgbClr val="000000"/>
                  </a:solidFill>
                  <a:latin typeface="Arial"/>
                  <a:ea typeface="Arial"/>
                  <a:cs typeface="Arial"/>
                </a:defRPr>
              </a:lvl4pPr>
              <a:lvl5pPr algn="ctr">
                <a:defRPr sz="1394" b="0">
                  <a:solidFill>
                    <a:srgbClr val="000000"/>
                  </a:solidFill>
                  <a:latin typeface="Arial"/>
                  <a:ea typeface="Arial"/>
                  <a:cs typeface="Arial"/>
                </a:defRPr>
              </a:lvl5pPr>
              <a:lvl6pPr algn="ctr">
                <a:defRPr sz="1394" b="0">
                  <a:solidFill>
                    <a:srgbClr val="000000"/>
                  </a:solidFill>
                  <a:latin typeface="Arial"/>
                  <a:ea typeface="Arial"/>
                  <a:cs typeface="Arial"/>
                </a:defRPr>
              </a:lvl6pPr>
              <a:lvl7pPr algn="ctr">
                <a:defRPr sz="1394" b="0">
                  <a:solidFill>
                    <a:srgbClr val="000000"/>
                  </a:solidFill>
                  <a:latin typeface="Arial"/>
                  <a:ea typeface="Arial"/>
                  <a:cs typeface="Arial"/>
                </a:defRPr>
              </a:lvl7pPr>
              <a:lvl8pPr algn="ctr">
                <a:defRPr sz="1394" b="0">
                  <a:solidFill>
                    <a:srgbClr val="000000"/>
                  </a:solidFill>
                  <a:latin typeface="Arial"/>
                  <a:ea typeface="Arial"/>
                  <a:cs typeface="Arial"/>
                </a:defRPr>
              </a:lvl8pPr>
              <a:lvl9pPr algn="ctr">
                <a:defRPr sz="1394" b="0">
                  <a:solidFill>
                    <a:srgbClr val="000000"/>
                  </a:solidFill>
                  <a:latin typeface="Arial"/>
                  <a:ea typeface="Arial"/>
                  <a:cs typeface="Arial"/>
                </a:defRPr>
              </a:lvl9pPr>
            </a:lstStyle>
            <a:p>
              <a:pPr algn="ctr">
                <a:defRPr sz="1394" b="0">
                  <a:solidFill>
                    <a:srgbClr val="000000"/>
                  </a:solidFill>
                  <a:latin typeface="Arial"/>
                  <a:ea typeface="Arial"/>
                  <a:cs typeface="Arial"/>
                </a:defRPr>
              </a:pPr>
              <a:r>
                <a:rPr sz="1394" b="0">
                  <a:solidFill>
                    <a:srgbClr val="000000"/>
                  </a:solidFill>
                  <a:latin typeface="Arial"/>
                  <a:ea typeface="Arial"/>
                  <a:cs typeface="Arial"/>
                </a:rPr>
                <a:t>2</a:t>
              </a:r>
            </a:p>
          </p:txBody>
        </p:sp>
        <p:sp>
          <p:nvSpPr>
            <p:cNvPr id="40" name="text_039">
              <a:extLst>
                <a:ext uri="{FF2B5EF4-FFF2-40B4-BE49-F238E27FC236}">
                  <ns2:creationId id="{08DEFF67-DABD-4D8A-AB24-B726D65E263F}"/>
                </a:ext>
              </a:extLst>
            </p:cNvPr>
            <p:cNvSpPr>
              <a:spLocks noGrp="1"/>
            </p:cNvSpPr>
            <p:nvPr/>
          </p:nvSpPr>
          <p:spPr>
            <a:xfrm rot="0">
              <a:off x="730133" y="2111867"/>
              <a:ext cx="4299715" cy="152665"/>
            </a:xfrm>
            <a:prstGeom prst="rect">
              <a:avLst/>
            </a:prstGeom>
            <a:noFill/>
            <a:ln w="0">
              <a:noFill/>
              <a:prstDash val="solid"/>
            </a:ln>
          </p:spPr>
          <p:txBody>
            <a:bodyPr wrap="none" lIns="0" tIns="0" rIns="0" bIns="0" anchor="t">
              <a:noAutofit/>
            </a:bodyPr>
            <a:lstStyle>
              <a:defPPr algn="ctr">
                <a:defRPr sz="1394" b="0">
                  <a:solidFill>
                    <a:srgbClr val="000000"/>
                  </a:solidFill>
                  <a:latin typeface="Arial"/>
                  <a:ea typeface="Arial"/>
                  <a:cs typeface="Arial"/>
                </a:defRPr>
              </a:defPPr>
              <a:lvl1pPr algn="ctr">
                <a:defRPr sz="1394" b="0">
                  <a:solidFill>
                    <a:srgbClr val="000000"/>
                  </a:solidFill>
                  <a:latin typeface="Arial"/>
                  <a:ea typeface="Arial"/>
                  <a:cs typeface="Arial"/>
                </a:defRPr>
              </a:lvl1pPr>
              <a:lvl2pPr algn="ctr">
                <a:defRPr sz="1394" b="0">
                  <a:solidFill>
                    <a:srgbClr val="000000"/>
                  </a:solidFill>
                  <a:latin typeface="Arial"/>
                  <a:ea typeface="Arial"/>
                  <a:cs typeface="Arial"/>
                </a:defRPr>
              </a:lvl2pPr>
              <a:lvl3pPr algn="ctr">
                <a:defRPr sz="1394" b="0">
                  <a:solidFill>
                    <a:srgbClr val="000000"/>
                  </a:solidFill>
                  <a:latin typeface="Arial"/>
                  <a:ea typeface="Arial"/>
                  <a:cs typeface="Arial"/>
                </a:defRPr>
              </a:lvl3pPr>
              <a:lvl4pPr algn="ctr">
                <a:defRPr sz="1394" b="0">
                  <a:solidFill>
                    <a:srgbClr val="000000"/>
                  </a:solidFill>
                  <a:latin typeface="Arial"/>
                  <a:ea typeface="Arial"/>
                  <a:cs typeface="Arial"/>
                </a:defRPr>
              </a:lvl4pPr>
              <a:lvl5pPr algn="ctr">
                <a:defRPr sz="1394" b="0">
                  <a:solidFill>
                    <a:srgbClr val="000000"/>
                  </a:solidFill>
                  <a:latin typeface="Arial"/>
                  <a:ea typeface="Arial"/>
                  <a:cs typeface="Arial"/>
                </a:defRPr>
              </a:lvl5pPr>
              <a:lvl6pPr algn="ctr">
                <a:defRPr sz="1394" b="0">
                  <a:solidFill>
                    <a:srgbClr val="000000"/>
                  </a:solidFill>
                  <a:latin typeface="Arial"/>
                  <a:ea typeface="Arial"/>
                  <a:cs typeface="Arial"/>
                </a:defRPr>
              </a:lvl6pPr>
              <a:lvl7pPr algn="ctr">
                <a:defRPr sz="1394" b="0">
                  <a:solidFill>
                    <a:srgbClr val="000000"/>
                  </a:solidFill>
                  <a:latin typeface="Arial"/>
                  <a:ea typeface="Arial"/>
                  <a:cs typeface="Arial"/>
                </a:defRPr>
              </a:lvl7pPr>
              <a:lvl8pPr algn="ctr">
                <a:defRPr sz="1394" b="0">
                  <a:solidFill>
                    <a:srgbClr val="000000"/>
                  </a:solidFill>
                  <a:latin typeface="Arial"/>
                  <a:ea typeface="Arial"/>
                  <a:cs typeface="Arial"/>
                </a:defRPr>
              </a:lvl8pPr>
              <a:lvl9pPr algn="ctr">
                <a:defRPr sz="1394" b="0">
                  <a:solidFill>
                    <a:srgbClr val="000000"/>
                  </a:solidFill>
                  <a:latin typeface="Arial"/>
                  <a:ea typeface="Arial"/>
                  <a:cs typeface="Arial"/>
                </a:defRPr>
              </a:lvl9pPr>
            </a:lstStyle>
            <a:p>
              <a:pPr algn="ctr">
                <a:defRPr sz="1394" b="0">
                  <a:solidFill>
                    <a:srgbClr val="000000"/>
                  </a:solidFill>
                  <a:latin typeface="Arial"/>
                  <a:ea typeface="Arial"/>
                  <a:cs typeface="Arial"/>
                </a:defRPr>
              </a:pPr>
              <a:r>
                <a:rPr sz="1394" b="0">
                  <a:solidFill>
                    <a:srgbClr val="000000"/>
                  </a:solidFill>
                  <a:latin typeface="Arial"/>
                  <a:ea typeface="Arial"/>
                  <a:cs typeface="Arial"/>
                </a:rPr>
                <a:t>Section z (bohr)</a:t>
              </a:r>
            </a:p>
          </p:txBody>
        </p:sp>
        <p:sp>
          <p:nvSpPr>
            <p:cNvPr id="41" name="text_040">
              <a:extLst>
                <a:ext uri="{FF2B5EF4-FFF2-40B4-BE49-F238E27FC236}">
                  <ns2:creationId id="{26995DD1-D47D-40B7-9F49-119A9A83A207}"/>
                </a:ext>
              </a:extLst>
            </p:cNvPr>
            <p:cNvSpPr>
              <a:spLocks noGrp="1"/>
            </p:cNvSpPr>
            <p:nvPr/>
          </p:nvSpPr>
          <p:spPr>
            <a:xfrm rot="0">
              <a:off x="5767270" y="57250"/>
              <a:ext cx="5000625" cy="190832"/>
            </a:xfrm>
            <a:prstGeom prst="rect">
              <a:avLst/>
            </a:prstGeom>
            <a:noFill/>
            <a:ln w="0">
              <a:noFill/>
              <a:prstDash val="solid"/>
            </a:ln>
          </p:spPr>
          <p:txBody>
            <a:bodyPr wrap="none" lIns="0" tIns="0" rIns="0" bIns="0" anchor="t">
              <a:noAutofit/>
            </a:bodyPr>
            <a:lstStyle>
              <a:defPPr algn="l">
                <a:defRPr sz="2013" b="1">
                  <a:solidFill>
                    <a:srgbClr val="000000"/>
                  </a:solidFill>
                  <a:latin typeface="Arial"/>
                  <a:ea typeface="Arial"/>
                  <a:cs typeface="Arial"/>
                </a:defRPr>
              </a:defPPr>
              <a:lvl1pPr algn="l">
                <a:defRPr sz="2013" b="1">
                  <a:solidFill>
                    <a:srgbClr val="000000"/>
                  </a:solidFill>
                  <a:latin typeface="Arial"/>
                  <a:ea typeface="Arial"/>
                  <a:cs typeface="Arial"/>
                </a:defRPr>
              </a:lvl1pPr>
              <a:lvl2pPr algn="l">
                <a:defRPr sz="2013" b="1">
                  <a:solidFill>
                    <a:srgbClr val="000000"/>
                  </a:solidFill>
                  <a:latin typeface="Arial"/>
                  <a:ea typeface="Arial"/>
                  <a:cs typeface="Arial"/>
                </a:defRPr>
              </a:lvl2pPr>
              <a:lvl3pPr algn="l">
                <a:defRPr sz="2013" b="1">
                  <a:solidFill>
                    <a:srgbClr val="000000"/>
                  </a:solidFill>
                  <a:latin typeface="Arial"/>
                  <a:ea typeface="Arial"/>
                  <a:cs typeface="Arial"/>
                </a:defRPr>
              </a:lvl3pPr>
              <a:lvl4pPr algn="l">
                <a:defRPr sz="2013" b="1">
                  <a:solidFill>
                    <a:srgbClr val="000000"/>
                  </a:solidFill>
                  <a:latin typeface="Arial"/>
                  <a:ea typeface="Arial"/>
                  <a:cs typeface="Arial"/>
                </a:defRPr>
              </a:lvl4pPr>
              <a:lvl5pPr algn="l">
                <a:defRPr sz="2013" b="1">
                  <a:solidFill>
                    <a:srgbClr val="000000"/>
                  </a:solidFill>
                  <a:latin typeface="Arial"/>
                  <a:ea typeface="Arial"/>
                  <a:cs typeface="Arial"/>
                </a:defRPr>
              </a:lvl5pPr>
              <a:lvl6pPr algn="l">
                <a:defRPr sz="2013" b="1">
                  <a:solidFill>
                    <a:srgbClr val="000000"/>
                  </a:solidFill>
                  <a:latin typeface="Arial"/>
                  <a:ea typeface="Arial"/>
                  <a:cs typeface="Arial"/>
                </a:defRPr>
              </a:lvl6pPr>
              <a:lvl7pPr algn="l">
                <a:defRPr sz="2013" b="1">
                  <a:solidFill>
                    <a:srgbClr val="000000"/>
                  </a:solidFill>
                  <a:latin typeface="Arial"/>
                  <a:ea typeface="Arial"/>
                  <a:cs typeface="Arial"/>
                </a:defRPr>
              </a:lvl7pPr>
              <a:lvl8pPr algn="l">
                <a:defRPr sz="2013" b="1">
                  <a:solidFill>
                    <a:srgbClr val="000000"/>
                  </a:solidFill>
                  <a:latin typeface="Arial"/>
                  <a:ea typeface="Arial"/>
                  <a:cs typeface="Arial"/>
                </a:defRPr>
              </a:lvl8pPr>
              <a:lvl9pPr algn="l">
                <a:defRPr sz="2013" b="1">
                  <a:solidFill>
                    <a:srgbClr val="000000"/>
                  </a:solidFill>
                  <a:latin typeface="Arial"/>
                  <a:ea typeface="Arial"/>
                  <a:cs typeface="Arial"/>
                </a:defRPr>
              </a:lvl9pPr>
            </a:lstStyle>
            <a:p>
              <a:pPr algn="l">
                <a:defRPr sz="2013" b="1">
                  <a:solidFill>
                    <a:srgbClr val="000000"/>
                  </a:solidFill>
                  <a:latin typeface="Arial"/>
                  <a:ea typeface="Arial"/>
                  <a:cs typeface="Arial"/>
                </a:defRPr>
              </a:pPr>
              <a:r>
                <a:rPr sz="2013" b="1">
                  <a:solidFill>
                    <a:srgbClr val="000000"/>
                  </a:solidFill>
                  <a:latin typeface="Arial"/>
                  <a:ea typeface="Arial"/>
                  <a:cs typeface="Arial"/>
                </a:rPr>
                <a:t>(b) RG-MTM-R</a:t>
              </a:r>
            </a:p>
          </p:txBody>
        </p:sp>
        <p:pic>
          <p:nvPicPr>
            <p:cNvPr id="42" name="">
              <a:extLst>
                <a:ext uri="{FF2B5EF4-FFF2-40B4-BE49-F238E27FC236}">
                  <ns2:creationId id="{2C6C8430-A371-4E01-A108-61FFC06ED227}"/>
                </a:ext>
              </a:extLst>
            </p:cNvPr>
            <p:cNvPicPr>
              <a:picLocks noChangeAspect="1"/>
            </p:cNvPicPr>
            <p:nvPr/>
          </p:nvPicPr>
          <p:blipFill>
            <a:blip r:embed="R407d650ddf1440f5"/>
            <a:stretch/>
          </p:blipFill>
          <p:spPr>
            <a:xfrm>
              <a:off x="6111758" y="362580"/>
              <a:ext cx="4299715" cy="1558455"/>
            </a:xfrm>
            <a:prstGeom prst="rect">
              <a:avLst/>
            </a:prstGeom>
          </p:spPr>
        </p:pic>
        <p:sp>
          <p:nvSpPr>
            <p:cNvPr id="44" name="line_043">
              <a:extLst>
                <a:ext uri="{FF2B5EF4-FFF2-40B4-BE49-F238E27FC236}">
                  <ns2:creationId id="{0D665376-1005-4D0A-950D-D0A534D8B805}"/>
                </a:ext>
              </a:extLst>
            </p:cNvPr>
            <p:cNvSpPr>
              <a:spLocks noGrp="1"/>
            </p:cNvSpPr>
            <p:nvPr/>
          </p:nvSpPr>
          <p:spPr>
            <a:xfrm>
              <a:off x="6060722" y="1921035"/>
              <a:ext cx="51035" cy="63"/>
            </a:xfrm>
            <a:custGeom>
              <a:pathLst>
                <a:path w="38100" h="95">
                  <a:moveTo>
                    <a:pt x="0" y="0"/>
                  </a:moveTo>
                  <a:lnTo>
                    <a:pt x="38100" y="0"/>
                  </a:lnTo>
                </a:path>
              </a:pathLst>
            </a:custGeom>
            <a:noFill/>
            <a:ln w="7866">
              <a:solidFill>
                <a:srgbClr val="7B8790"/>
              </a:solidFill>
              <a:prstDash val="solid"/>
            </a:ln>
          </p:spPr>
        </p:sp>
        <p:sp>
          <p:nvSpPr>
            <p:cNvPr id="45" name="text_044">
              <a:extLst>
                <a:ext uri="{FF2B5EF4-FFF2-40B4-BE49-F238E27FC236}">
                  <ns2:creationId id="{DA8893A5-95C0-4E33-AB6C-09F2F4A0A31E}"/>
                </a:ext>
              </a:extLst>
            </p:cNvPr>
            <p:cNvSpPr>
              <a:spLocks noGrp="1"/>
            </p:cNvSpPr>
            <p:nvPr/>
          </p:nvSpPr>
          <p:spPr>
            <a:xfrm rot="0">
              <a:off x="5703476" y="1857424"/>
              <a:ext cx="318970" cy="139943"/>
            </a:xfrm>
            <a:prstGeom prst="rect">
              <a:avLst/>
            </a:prstGeom>
            <a:noFill/>
            <a:ln w="0">
              <a:noFill/>
              <a:prstDash val="solid"/>
            </a:ln>
          </p:spPr>
          <p:txBody>
            <a:bodyPr wrap="none" lIns="0" tIns="0" rIns="0" bIns="0" anchor="t">
              <a:noAutofit/>
            </a:bodyPr>
            <a:lstStyle>
              <a:defPPr algn="r">
                <a:defRPr sz="1394" b="0">
                  <a:solidFill>
                    <a:srgbClr val="000000"/>
                  </a:solidFill>
                  <a:latin typeface="Arial"/>
                  <a:ea typeface="Arial"/>
                  <a:cs typeface="Arial"/>
                </a:defRPr>
              </a:defPPr>
              <a:lvl1pPr algn="r">
                <a:defRPr sz="1394" b="0">
                  <a:solidFill>
                    <a:srgbClr val="000000"/>
                  </a:solidFill>
                  <a:latin typeface="Arial"/>
                  <a:ea typeface="Arial"/>
                  <a:cs typeface="Arial"/>
                </a:defRPr>
              </a:lvl1pPr>
              <a:lvl2pPr algn="r">
                <a:defRPr sz="1394" b="0">
                  <a:solidFill>
                    <a:srgbClr val="000000"/>
                  </a:solidFill>
                  <a:latin typeface="Arial"/>
                  <a:ea typeface="Arial"/>
                  <a:cs typeface="Arial"/>
                </a:defRPr>
              </a:lvl2pPr>
              <a:lvl3pPr algn="r">
                <a:defRPr sz="1394" b="0">
                  <a:solidFill>
                    <a:srgbClr val="000000"/>
                  </a:solidFill>
                  <a:latin typeface="Arial"/>
                  <a:ea typeface="Arial"/>
                  <a:cs typeface="Arial"/>
                </a:defRPr>
              </a:lvl3pPr>
              <a:lvl4pPr algn="r">
                <a:defRPr sz="1394" b="0">
                  <a:solidFill>
                    <a:srgbClr val="000000"/>
                  </a:solidFill>
                  <a:latin typeface="Arial"/>
                  <a:ea typeface="Arial"/>
                  <a:cs typeface="Arial"/>
                </a:defRPr>
              </a:lvl4pPr>
              <a:lvl5pPr algn="r">
                <a:defRPr sz="1394" b="0">
                  <a:solidFill>
                    <a:srgbClr val="000000"/>
                  </a:solidFill>
                  <a:latin typeface="Arial"/>
                  <a:ea typeface="Arial"/>
                  <a:cs typeface="Arial"/>
                </a:defRPr>
              </a:lvl5pPr>
              <a:lvl6pPr algn="r">
                <a:defRPr sz="1394" b="0">
                  <a:solidFill>
                    <a:srgbClr val="000000"/>
                  </a:solidFill>
                  <a:latin typeface="Arial"/>
                  <a:ea typeface="Arial"/>
                  <a:cs typeface="Arial"/>
                </a:defRPr>
              </a:lvl6pPr>
              <a:lvl7pPr algn="r">
                <a:defRPr sz="1394" b="0">
                  <a:solidFill>
                    <a:srgbClr val="000000"/>
                  </a:solidFill>
                  <a:latin typeface="Arial"/>
                  <a:ea typeface="Arial"/>
                  <a:cs typeface="Arial"/>
                </a:defRPr>
              </a:lvl7pPr>
              <a:lvl8pPr algn="r">
                <a:defRPr sz="1394" b="0">
                  <a:solidFill>
                    <a:srgbClr val="000000"/>
                  </a:solidFill>
                  <a:latin typeface="Arial"/>
                  <a:ea typeface="Arial"/>
                  <a:cs typeface="Arial"/>
                </a:defRPr>
              </a:lvl8pPr>
              <a:lvl9pPr algn="r">
                <a:defRPr sz="1394" b="0">
                  <a:solidFill>
                    <a:srgbClr val="000000"/>
                  </a:solidFill>
                  <a:latin typeface="Arial"/>
                  <a:ea typeface="Arial"/>
                  <a:cs typeface="Arial"/>
                </a:defRPr>
              </a:lvl9pPr>
            </a:lstStyle>
            <a:p>
              <a:pPr algn="r">
                <a:defRPr sz="1394" b="0">
                  <a:solidFill>
                    <a:srgbClr val="000000"/>
                  </a:solidFill>
                  <a:latin typeface="Arial"/>
                  <a:ea typeface="Arial"/>
                  <a:cs typeface="Arial"/>
                </a:defRPr>
              </a:pPr>
              <a:r>
                <a:rPr sz="1394" b="0">
                  <a:solidFill>
                    <a:srgbClr val="000000"/>
                  </a:solidFill>
                  <a:latin typeface="Arial"/>
                  <a:ea typeface="Arial"/>
                  <a:cs typeface="Arial"/>
                </a:rPr>
                <a:t>0</a:t>
              </a:r>
            </a:p>
          </p:txBody>
        </p:sp>
        <p:sp>
          <p:nvSpPr>
            <p:cNvPr id="46" name="line_045">
              <a:extLst>
                <a:ext uri="{FF2B5EF4-FFF2-40B4-BE49-F238E27FC236}">
                  <ns2:creationId id="{7AE0F7E4-DD81-4C40-937E-F14C58E130D8}"/>
                </a:ext>
              </a:extLst>
            </p:cNvPr>
            <p:cNvSpPr>
              <a:spLocks noGrp="1"/>
            </p:cNvSpPr>
            <p:nvPr/>
          </p:nvSpPr>
          <p:spPr>
            <a:xfrm>
              <a:off x="6060722" y="1141808"/>
              <a:ext cx="51035" cy="63"/>
            </a:xfrm>
            <a:custGeom>
              <a:pathLst>
                <a:path w="38100" h="95">
                  <a:moveTo>
                    <a:pt x="0" y="0"/>
                  </a:moveTo>
                  <a:lnTo>
                    <a:pt x="38100" y="0"/>
                  </a:lnTo>
                </a:path>
              </a:pathLst>
            </a:custGeom>
            <a:noFill/>
            <a:ln w="7866">
              <a:solidFill>
                <a:srgbClr val="7B8790"/>
              </a:solidFill>
              <a:prstDash val="solid"/>
            </a:ln>
          </p:spPr>
        </p:sp>
        <p:sp>
          <p:nvSpPr>
            <p:cNvPr id="47" name="text_046">
              <a:extLst>
                <a:ext uri="{FF2B5EF4-FFF2-40B4-BE49-F238E27FC236}">
                  <ns2:creationId id="{41B9AD45-9B7A-4CE5-8D33-16A3F959631D}"/>
                </a:ext>
              </a:extLst>
            </p:cNvPr>
            <p:cNvSpPr>
              <a:spLocks noGrp="1"/>
            </p:cNvSpPr>
            <p:nvPr/>
          </p:nvSpPr>
          <p:spPr>
            <a:xfrm rot="0">
              <a:off x="5703476" y="1078197"/>
              <a:ext cx="318970" cy="139943"/>
            </a:xfrm>
            <a:prstGeom prst="rect">
              <a:avLst/>
            </a:prstGeom>
            <a:noFill/>
            <a:ln w="0">
              <a:noFill/>
              <a:prstDash val="solid"/>
            </a:ln>
          </p:spPr>
          <p:txBody>
            <a:bodyPr wrap="none" lIns="0" tIns="0" rIns="0" bIns="0" anchor="t">
              <a:noAutofit/>
            </a:bodyPr>
            <a:lstStyle>
              <a:defPPr algn="r">
                <a:defRPr sz="1394" b="0">
                  <a:solidFill>
                    <a:srgbClr val="000000"/>
                  </a:solidFill>
                  <a:latin typeface="Arial"/>
                  <a:ea typeface="Arial"/>
                  <a:cs typeface="Arial"/>
                </a:defRPr>
              </a:defPPr>
              <a:lvl1pPr algn="r">
                <a:defRPr sz="1394" b="0">
                  <a:solidFill>
                    <a:srgbClr val="000000"/>
                  </a:solidFill>
                  <a:latin typeface="Arial"/>
                  <a:ea typeface="Arial"/>
                  <a:cs typeface="Arial"/>
                </a:defRPr>
              </a:lvl1pPr>
              <a:lvl2pPr algn="r">
                <a:defRPr sz="1394" b="0">
                  <a:solidFill>
                    <a:srgbClr val="000000"/>
                  </a:solidFill>
                  <a:latin typeface="Arial"/>
                  <a:ea typeface="Arial"/>
                  <a:cs typeface="Arial"/>
                </a:defRPr>
              </a:lvl2pPr>
              <a:lvl3pPr algn="r">
                <a:defRPr sz="1394" b="0">
                  <a:solidFill>
                    <a:srgbClr val="000000"/>
                  </a:solidFill>
                  <a:latin typeface="Arial"/>
                  <a:ea typeface="Arial"/>
                  <a:cs typeface="Arial"/>
                </a:defRPr>
              </a:lvl3pPr>
              <a:lvl4pPr algn="r">
                <a:defRPr sz="1394" b="0">
                  <a:solidFill>
                    <a:srgbClr val="000000"/>
                  </a:solidFill>
                  <a:latin typeface="Arial"/>
                  <a:ea typeface="Arial"/>
                  <a:cs typeface="Arial"/>
                </a:defRPr>
              </a:lvl4pPr>
              <a:lvl5pPr algn="r">
                <a:defRPr sz="1394" b="0">
                  <a:solidFill>
                    <a:srgbClr val="000000"/>
                  </a:solidFill>
                  <a:latin typeface="Arial"/>
                  <a:ea typeface="Arial"/>
                  <a:cs typeface="Arial"/>
                </a:defRPr>
              </a:lvl5pPr>
              <a:lvl6pPr algn="r">
                <a:defRPr sz="1394" b="0">
                  <a:solidFill>
                    <a:srgbClr val="000000"/>
                  </a:solidFill>
                  <a:latin typeface="Arial"/>
                  <a:ea typeface="Arial"/>
                  <a:cs typeface="Arial"/>
                </a:defRPr>
              </a:lvl6pPr>
              <a:lvl7pPr algn="r">
                <a:defRPr sz="1394" b="0">
                  <a:solidFill>
                    <a:srgbClr val="000000"/>
                  </a:solidFill>
                  <a:latin typeface="Arial"/>
                  <a:ea typeface="Arial"/>
                  <a:cs typeface="Arial"/>
                </a:defRPr>
              </a:lvl7pPr>
              <a:lvl8pPr algn="r">
                <a:defRPr sz="1394" b="0">
                  <a:solidFill>
                    <a:srgbClr val="000000"/>
                  </a:solidFill>
                  <a:latin typeface="Arial"/>
                  <a:ea typeface="Arial"/>
                  <a:cs typeface="Arial"/>
                </a:defRPr>
              </a:lvl8pPr>
              <a:lvl9pPr algn="r">
                <a:defRPr sz="1394" b="0">
                  <a:solidFill>
                    <a:srgbClr val="000000"/>
                  </a:solidFill>
                  <a:latin typeface="Arial"/>
                  <a:ea typeface="Arial"/>
                  <a:cs typeface="Arial"/>
                </a:defRPr>
              </a:lvl9pPr>
            </a:lstStyle>
            <a:p>
              <a:pPr algn="r">
                <a:defRPr sz="1394" b="0">
                  <a:solidFill>
                    <a:srgbClr val="000000"/>
                  </a:solidFill>
                  <a:latin typeface="Arial"/>
                  <a:ea typeface="Arial"/>
                  <a:cs typeface="Arial"/>
                </a:defRPr>
              </a:pPr>
              <a:r>
                <a:rPr sz="1394" b="0">
                  <a:solidFill>
                    <a:srgbClr val="000000"/>
                  </a:solidFill>
                  <a:latin typeface="Arial"/>
                  <a:ea typeface="Arial"/>
                  <a:cs typeface="Arial"/>
                </a:rPr>
                <a:t>0.5</a:t>
              </a:r>
            </a:p>
          </p:txBody>
        </p:sp>
        <p:sp>
          <p:nvSpPr>
            <p:cNvPr id="48" name="line_047">
              <a:extLst>
                <a:ext uri="{FF2B5EF4-FFF2-40B4-BE49-F238E27FC236}">
                  <ns2:creationId id="{B7385921-282C-47E6-8F63-5FEDA79DBF5E}"/>
                </a:ext>
              </a:extLst>
            </p:cNvPr>
            <p:cNvSpPr>
              <a:spLocks noGrp="1"/>
            </p:cNvSpPr>
            <p:nvPr/>
          </p:nvSpPr>
          <p:spPr>
            <a:xfrm>
              <a:off x="6060722" y="362580"/>
              <a:ext cx="51035" cy="63"/>
            </a:xfrm>
            <a:custGeom>
              <a:pathLst>
                <a:path w="38100" h="95">
                  <a:moveTo>
                    <a:pt x="0" y="0"/>
                  </a:moveTo>
                  <a:lnTo>
                    <a:pt x="38100" y="0"/>
                  </a:lnTo>
                </a:path>
              </a:pathLst>
            </a:custGeom>
            <a:noFill/>
            <a:ln w="7866">
              <a:solidFill>
                <a:srgbClr val="7B8790"/>
              </a:solidFill>
              <a:prstDash val="solid"/>
            </a:ln>
          </p:spPr>
        </p:sp>
        <p:sp>
          <p:nvSpPr>
            <p:cNvPr id="49" name="text_048">
              <a:extLst>
                <a:ext uri="{FF2B5EF4-FFF2-40B4-BE49-F238E27FC236}">
                  <ns2:creationId id="{6FFFB2E4-5473-4195-A595-90004DF505C4}"/>
                </a:ext>
              </a:extLst>
            </p:cNvPr>
            <p:cNvSpPr>
              <a:spLocks noGrp="1"/>
            </p:cNvSpPr>
            <p:nvPr/>
          </p:nvSpPr>
          <p:spPr>
            <a:xfrm rot="0">
              <a:off x="5703476" y="298969"/>
              <a:ext cx="318970" cy="139943"/>
            </a:xfrm>
            <a:prstGeom prst="rect">
              <a:avLst/>
            </a:prstGeom>
            <a:noFill/>
            <a:ln w="0">
              <a:noFill/>
              <a:prstDash val="solid"/>
            </a:ln>
          </p:spPr>
          <p:txBody>
            <a:bodyPr wrap="none" lIns="0" tIns="0" rIns="0" bIns="0" anchor="t">
              <a:noAutofit/>
            </a:bodyPr>
            <a:lstStyle>
              <a:defPPr algn="r">
                <a:defRPr sz="1394" b="0">
                  <a:solidFill>
                    <a:srgbClr val="000000"/>
                  </a:solidFill>
                  <a:latin typeface="Arial"/>
                  <a:ea typeface="Arial"/>
                  <a:cs typeface="Arial"/>
                </a:defRPr>
              </a:defPPr>
              <a:lvl1pPr algn="r">
                <a:defRPr sz="1394" b="0">
                  <a:solidFill>
                    <a:srgbClr val="000000"/>
                  </a:solidFill>
                  <a:latin typeface="Arial"/>
                  <a:ea typeface="Arial"/>
                  <a:cs typeface="Arial"/>
                </a:defRPr>
              </a:lvl1pPr>
              <a:lvl2pPr algn="r">
                <a:defRPr sz="1394" b="0">
                  <a:solidFill>
                    <a:srgbClr val="000000"/>
                  </a:solidFill>
                  <a:latin typeface="Arial"/>
                  <a:ea typeface="Arial"/>
                  <a:cs typeface="Arial"/>
                </a:defRPr>
              </a:lvl2pPr>
              <a:lvl3pPr algn="r">
                <a:defRPr sz="1394" b="0">
                  <a:solidFill>
                    <a:srgbClr val="000000"/>
                  </a:solidFill>
                  <a:latin typeface="Arial"/>
                  <a:ea typeface="Arial"/>
                  <a:cs typeface="Arial"/>
                </a:defRPr>
              </a:lvl3pPr>
              <a:lvl4pPr algn="r">
                <a:defRPr sz="1394" b="0">
                  <a:solidFill>
                    <a:srgbClr val="000000"/>
                  </a:solidFill>
                  <a:latin typeface="Arial"/>
                  <a:ea typeface="Arial"/>
                  <a:cs typeface="Arial"/>
                </a:defRPr>
              </a:lvl4pPr>
              <a:lvl5pPr algn="r">
                <a:defRPr sz="1394" b="0">
                  <a:solidFill>
                    <a:srgbClr val="000000"/>
                  </a:solidFill>
                  <a:latin typeface="Arial"/>
                  <a:ea typeface="Arial"/>
                  <a:cs typeface="Arial"/>
                </a:defRPr>
              </a:lvl5pPr>
              <a:lvl6pPr algn="r">
                <a:defRPr sz="1394" b="0">
                  <a:solidFill>
                    <a:srgbClr val="000000"/>
                  </a:solidFill>
                  <a:latin typeface="Arial"/>
                  <a:ea typeface="Arial"/>
                  <a:cs typeface="Arial"/>
                </a:defRPr>
              </a:lvl6pPr>
              <a:lvl7pPr algn="r">
                <a:defRPr sz="1394" b="0">
                  <a:solidFill>
                    <a:srgbClr val="000000"/>
                  </a:solidFill>
                  <a:latin typeface="Arial"/>
                  <a:ea typeface="Arial"/>
                  <a:cs typeface="Arial"/>
                </a:defRPr>
              </a:lvl7pPr>
              <a:lvl8pPr algn="r">
                <a:defRPr sz="1394" b="0">
                  <a:solidFill>
                    <a:srgbClr val="000000"/>
                  </a:solidFill>
                  <a:latin typeface="Arial"/>
                  <a:ea typeface="Arial"/>
                  <a:cs typeface="Arial"/>
                </a:defRPr>
              </a:lvl8pPr>
              <a:lvl9pPr algn="r">
                <a:defRPr sz="1394" b="0">
                  <a:solidFill>
                    <a:srgbClr val="000000"/>
                  </a:solidFill>
                  <a:latin typeface="Arial"/>
                  <a:ea typeface="Arial"/>
                  <a:cs typeface="Arial"/>
                </a:defRPr>
              </a:lvl9pPr>
            </a:lstStyle>
            <a:p>
              <a:pPr algn="r">
                <a:defRPr sz="1394" b="0">
                  <a:solidFill>
                    <a:srgbClr val="000000"/>
                  </a:solidFill>
                  <a:latin typeface="Arial"/>
                  <a:ea typeface="Arial"/>
                  <a:cs typeface="Arial"/>
                </a:defRPr>
              </a:pPr>
              <a:r>
                <a:rPr sz="1394" b="0">
                  <a:solidFill>
                    <a:srgbClr val="000000"/>
                  </a:solidFill>
                  <a:latin typeface="Arial"/>
                  <a:ea typeface="Arial"/>
                  <a:cs typeface="Arial"/>
                </a:rPr>
                <a:t>1</a:t>
              </a:r>
            </a:p>
          </p:txBody>
        </p:sp>
        <p:sp>
          <p:nvSpPr>
            <p:cNvPr id="50" name="line_049">
              <a:extLst>
                <a:ext uri="{FF2B5EF4-FFF2-40B4-BE49-F238E27FC236}">
                  <ns2:creationId id="{6E4DC7FE-966F-43F1-8C20-688ED754606C}"/>
                </a:ext>
              </a:extLst>
            </p:cNvPr>
            <p:cNvSpPr>
              <a:spLocks noGrp="1"/>
            </p:cNvSpPr>
            <p:nvPr/>
          </p:nvSpPr>
          <p:spPr>
            <a:xfrm>
              <a:off x="6214132" y="1921035"/>
              <a:ext cx="127" cy="25444"/>
            </a:xfrm>
            <a:custGeom>
              <a:pathLst>
                <a:path w="95" h="38100">
                  <a:moveTo>
                    <a:pt x="0" y="0"/>
                  </a:moveTo>
                  <a:lnTo>
                    <a:pt x="0" y="38100"/>
                  </a:lnTo>
                </a:path>
              </a:pathLst>
            </a:custGeom>
            <a:noFill/>
            <a:ln w="7866">
              <a:solidFill>
                <a:srgbClr val="7B8790"/>
              </a:solidFill>
              <a:prstDash val="solid"/>
            </a:ln>
          </p:spPr>
        </p:sp>
        <p:sp>
          <p:nvSpPr>
            <p:cNvPr id="51" name="text_050">
              <a:extLst>
                <a:ext uri="{FF2B5EF4-FFF2-40B4-BE49-F238E27FC236}">
                  <ns2:creationId id="{9FD13F13-45FF-496D-A5A6-3AD7FFED5666}"/>
                </a:ext>
              </a:extLst>
            </p:cNvPr>
            <p:cNvSpPr>
              <a:spLocks noGrp="1"/>
            </p:cNvSpPr>
            <p:nvPr/>
          </p:nvSpPr>
          <p:spPr>
            <a:xfrm rot="0">
              <a:off x="5958956" y="1959202"/>
              <a:ext cx="510352" cy="139943"/>
            </a:xfrm>
            <a:prstGeom prst="rect">
              <a:avLst/>
            </a:prstGeom>
            <a:noFill/>
            <a:ln w="0">
              <a:noFill/>
              <a:prstDash val="solid"/>
            </a:ln>
          </p:spPr>
          <p:txBody>
            <a:bodyPr wrap="none" lIns="0" tIns="0" rIns="0" bIns="0" anchor="t">
              <a:noAutofit/>
            </a:bodyPr>
            <a:lstStyle>
              <a:defPPr algn="ctr">
                <a:defRPr sz="1394" b="0">
                  <a:solidFill>
                    <a:srgbClr val="000000"/>
                  </a:solidFill>
                  <a:latin typeface="Arial"/>
                  <a:ea typeface="Arial"/>
                  <a:cs typeface="Arial"/>
                </a:defRPr>
              </a:defPPr>
              <a:lvl1pPr algn="ctr">
                <a:defRPr sz="1394" b="0">
                  <a:solidFill>
                    <a:srgbClr val="000000"/>
                  </a:solidFill>
                  <a:latin typeface="Arial"/>
                  <a:ea typeface="Arial"/>
                  <a:cs typeface="Arial"/>
                </a:defRPr>
              </a:lvl1pPr>
              <a:lvl2pPr algn="ctr">
                <a:defRPr sz="1394" b="0">
                  <a:solidFill>
                    <a:srgbClr val="000000"/>
                  </a:solidFill>
                  <a:latin typeface="Arial"/>
                  <a:ea typeface="Arial"/>
                  <a:cs typeface="Arial"/>
                </a:defRPr>
              </a:lvl2pPr>
              <a:lvl3pPr algn="ctr">
                <a:defRPr sz="1394" b="0">
                  <a:solidFill>
                    <a:srgbClr val="000000"/>
                  </a:solidFill>
                  <a:latin typeface="Arial"/>
                  <a:ea typeface="Arial"/>
                  <a:cs typeface="Arial"/>
                </a:defRPr>
              </a:lvl3pPr>
              <a:lvl4pPr algn="ctr">
                <a:defRPr sz="1394" b="0">
                  <a:solidFill>
                    <a:srgbClr val="000000"/>
                  </a:solidFill>
                  <a:latin typeface="Arial"/>
                  <a:ea typeface="Arial"/>
                  <a:cs typeface="Arial"/>
                </a:defRPr>
              </a:lvl4pPr>
              <a:lvl5pPr algn="ctr">
                <a:defRPr sz="1394" b="0">
                  <a:solidFill>
                    <a:srgbClr val="000000"/>
                  </a:solidFill>
                  <a:latin typeface="Arial"/>
                  <a:ea typeface="Arial"/>
                  <a:cs typeface="Arial"/>
                </a:defRPr>
              </a:lvl5pPr>
              <a:lvl6pPr algn="ctr">
                <a:defRPr sz="1394" b="0">
                  <a:solidFill>
                    <a:srgbClr val="000000"/>
                  </a:solidFill>
                  <a:latin typeface="Arial"/>
                  <a:ea typeface="Arial"/>
                  <a:cs typeface="Arial"/>
                </a:defRPr>
              </a:lvl6pPr>
              <a:lvl7pPr algn="ctr">
                <a:defRPr sz="1394" b="0">
                  <a:solidFill>
                    <a:srgbClr val="000000"/>
                  </a:solidFill>
                  <a:latin typeface="Arial"/>
                  <a:ea typeface="Arial"/>
                  <a:cs typeface="Arial"/>
                </a:defRPr>
              </a:lvl7pPr>
              <a:lvl8pPr algn="ctr">
                <a:defRPr sz="1394" b="0">
                  <a:solidFill>
                    <a:srgbClr val="000000"/>
                  </a:solidFill>
                  <a:latin typeface="Arial"/>
                  <a:ea typeface="Arial"/>
                  <a:cs typeface="Arial"/>
                </a:defRPr>
              </a:lvl8pPr>
              <a:lvl9pPr algn="ctr">
                <a:defRPr sz="1394" b="0">
                  <a:solidFill>
                    <a:srgbClr val="000000"/>
                  </a:solidFill>
                  <a:latin typeface="Arial"/>
                  <a:ea typeface="Arial"/>
                  <a:cs typeface="Arial"/>
                </a:defRPr>
              </a:lvl9pPr>
            </a:lstStyle>
            <a:p>
              <a:pPr algn="ctr">
                <a:defRPr sz="1394" b="0">
                  <a:solidFill>
                    <a:srgbClr val="000000"/>
                  </a:solidFill>
                  <a:latin typeface="Arial"/>
                  <a:ea typeface="Arial"/>
                  <a:cs typeface="Arial"/>
                </a:defRPr>
              </a:pPr>
              <a:r>
                <a:rPr sz="1394" b="0">
                  <a:solidFill>
                    <a:srgbClr val="000000"/>
                  </a:solidFill>
                  <a:latin typeface="Arial"/>
                  <a:ea typeface="Arial"/>
                  <a:cs typeface="Arial"/>
                </a:rPr>
                <a:t>-2</a:t>
              </a:r>
            </a:p>
          </p:txBody>
        </p:sp>
        <p:sp>
          <p:nvSpPr>
            <p:cNvPr id="52" name="line_051">
              <a:extLst>
                <a:ext uri="{FF2B5EF4-FFF2-40B4-BE49-F238E27FC236}">
                  <ns2:creationId id="{F013F8F1-402C-4BB0-86DE-003CA54824C1}"/>
                </a:ext>
              </a:extLst>
            </p:cNvPr>
            <p:cNvSpPr>
              <a:spLocks noGrp="1"/>
            </p:cNvSpPr>
            <p:nvPr/>
          </p:nvSpPr>
          <p:spPr>
            <a:xfrm>
              <a:off x="7237873" y="1921035"/>
              <a:ext cx="127" cy="25444"/>
            </a:xfrm>
            <a:custGeom>
              <a:pathLst>
                <a:path w="95" h="38100">
                  <a:moveTo>
                    <a:pt x="0" y="0"/>
                  </a:moveTo>
                  <a:lnTo>
                    <a:pt x="0" y="38100"/>
                  </a:lnTo>
                </a:path>
              </a:pathLst>
            </a:custGeom>
            <a:noFill/>
            <a:ln w="7866">
              <a:solidFill>
                <a:srgbClr val="7B8790"/>
              </a:solidFill>
              <a:prstDash val="solid"/>
            </a:ln>
          </p:spPr>
        </p:sp>
        <p:sp>
          <p:nvSpPr>
            <p:cNvPr id="53" name="text_052">
              <a:extLst>
                <a:ext uri="{FF2B5EF4-FFF2-40B4-BE49-F238E27FC236}">
                  <ns2:creationId id="{B098B61F-28E7-4819-BED9-D9093C1E677C}"/>
                </a:ext>
              </a:extLst>
            </p:cNvPr>
            <p:cNvSpPr>
              <a:spLocks noGrp="1"/>
            </p:cNvSpPr>
            <p:nvPr/>
          </p:nvSpPr>
          <p:spPr>
            <a:xfrm rot="0">
              <a:off x="6982698" y="1959202"/>
              <a:ext cx="510352" cy="139943"/>
            </a:xfrm>
            <a:prstGeom prst="rect">
              <a:avLst/>
            </a:prstGeom>
            <a:noFill/>
            <a:ln w="0">
              <a:noFill/>
              <a:prstDash val="solid"/>
            </a:ln>
          </p:spPr>
          <p:txBody>
            <a:bodyPr wrap="none" lIns="0" tIns="0" rIns="0" bIns="0" anchor="t">
              <a:noAutofit/>
            </a:bodyPr>
            <a:lstStyle>
              <a:defPPr algn="ctr">
                <a:defRPr sz="1394" b="0">
                  <a:solidFill>
                    <a:srgbClr val="000000"/>
                  </a:solidFill>
                  <a:latin typeface="Arial"/>
                  <a:ea typeface="Arial"/>
                  <a:cs typeface="Arial"/>
                </a:defRPr>
              </a:defPPr>
              <a:lvl1pPr algn="ctr">
                <a:defRPr sz="1394" b="0">
                  <a:solidFill>
                    <a:srgbClr val="000000"/>
                  </a:solidFill>
                  <a:latin typeface="Arial"/>
                  <a:ea typeface="Arial"/>
                  <a:cs typeface="Arial"/>
                </a:defRPr>
              </a:lvl1pPr>
              <a:lvl2pPr algn="ctr">
                <a:defRPr sz="1394" b="0">
                  <a:solidFill>
                    <a:srgbClr val="000000"/>
                  </a:solidFill>
                  <a:latin typeface="Arial"/>
                  <a:ea typeface="Arial"/>
                  <a:cs typeface="Arial"/>
                </a:defRPr>
              </a:lvl2pPr>
              <a:lvl3pPr algn="ctr">
                <a:defRPr sz="1394" b="0">
                  <a:solidFill>
                    <a:srgbClr val="000000"/>
                  </a:solidFill>
                  <a:latin typeface="Arial"/>
                  <a:ea typeface="Arial"/>
                  <a:cs typeface="Arial"/>
                </a:defRPr>
              </a:lvl3pPr>
              <a:lvl4pPr algn="ctr">
                <a:defRPr sz="1394" b="0">
                  <a:solidFill>
                    <a:srgbClr val="000000"/>
                  </a:solidFill>
                  <a:latin typeface="Arial"/>
                  <a:ea typeface="Arial"/>
                  <a:cs typeface="Arial"/>
                </a:defRPr>
              </a:lvl4pPr>
              <a:lvl5pPr algn="ctr">
                <a:defRPr sz="1394" b="0">
                  <a:solidFill>
                    <a:srgbClr val="000000"/>
                  </a:solidFill>
                  <a:latin typeface="Arial"/>
                  <a:ea typeface="Arial"/>
                  <a:cs typeface="Arial"/>
                </a:defRPr>
              </a:lvl5pPr>
              <a:lvl6pPr algn="ctr">
                <a:defRPr sz="1394" b="0">
                  <a:solidFill>
                    <a:srgbClr val="000000"/>
                  </a:solidFill>
                  <a:latin typeface="Arial"/>
                  <a:ea typeface="Arial"/>
                  <a:cs typeface="Arial"/>
                </a:defRPr>
              </a:lvl6pPr>
              <a:lvl7pPr algn="ctr">
                <a:defRPr sz="1394" b="0">
                  <a:solidFill>
                    <a:srgbClr val="000000"/>
                  </a:solidFill>
                  <a:latin typeface="Arial"/>
                  <a:ea typeface="Arial"/>
                  <a:cs typeface="Arial"/>
                </a:defRPr>
              </a:lvl7pPr>
              <a:lvl8pPr algn="ctr">
                <a:defRPr sz="1394" b="0">
                  <a:solidFill>
                    <a:srgbClr val="000000"/>
                  </a:solidFill>
                  <a:latin typeface="Arial"/>
                  <a:ea typeface="Arial"/>
                  <a:cs typeface="Arial"/>
                </a:defRPr>
              </a:lvl8pPr>
              <a:lvl9pPr algn="ctr">
                <a:defRPr sz="1394" b="0">
                  <a:solidFill>
                    <a:srgbClr val="000000"/>
                  </a:solidFill>
                  <a:latin typeface="Arial"/>
                  <a:ea typeface="Arial"/>
                  <a:cs typeface="Arial"/>
                </a:defRPr>
              </a:lvl9pPr>
            </a:lstStyle>
            <a:p>
              <a:pPr algn="ctr">
                <a:defRPr sz="1394" b="0">
                  <a:solidFill>
                    <a:srgbClr val="000000"/>
                  </a:solidFill>
                  <a:latin typeface="Arial"/>
                  <a:ea typeface="Arial"/>
                  <a:cs typeface="Arial"/>
                </a:defRPr>
              </a:pPr>
              <a:r>
                <a:rPr sz="1394" b="0">
                  <a:solidFill>
                    <a:srgbClr val="000000"/>
                  </a:solidFill>
                  <a:latin typeface="Arial"/>
                  <a:ea typeface="Arial"/>
                  <a:cs typeface="Arial"/>
                </a:rPr>
                <a:t>-1</a:t>
              </a:r>
            </a:p>
          </p:txBody>
        </p:sp>
        <p:sp>
          <p:nvSpPr>
            <p:cNvPr id="54" name="line_053">
              <a:extLst>
                <a:ext uri="{FF2B5EF4-FFF2-40B4-BE49-F238E27FC236}">
                  <ns2:creationId id="{E94B1503-D08B-422E-A933-C72F1BE9E5C8}"/>
                </a:ext>
              </a:extLst>
            </p:cNvPr>
            <p:cNvSpPr>
              <a:spLocks noGrp="1"/>
            </p:cNvSpPr>
            <p:nvPr/>
          </p:nvSpPr>
          <p:spPr>
            <a:xfrm>
              <a:off x="8261615" y="1921035"/>
              <a:ext cx="127" cy="25444"/>
            </a:xfrm>
            <a:custGeom>
              <a:pathLst>
                <a:path w="95" h="38100">
                  <a:moveTo>
                    <a:pt x="0" y="0"/>
                  </a:moveTo>
                  <a:lnTo>
                    <a:pt x="0" y="38100"/>
                  </a:lnTo>
                </a:path>
              </a:pathLst>
            </a:custGeom>
            <a:noFill/>
            <a:ln w="7866">
              <a:solidFill>
                <a:srgbClr val="7B8790"/>
              </a:solidFill>
              <a:prstDash val="solid"/>
            </a:ln>
          </p:spPr>
        </p:sp>
        <p:sp>
          <p:nvSpPr>
            <p:cNvPr id="55" name="text_054">
              <a:extLst>
                <a:ext uri="{FF2B5EF4-FFF2-40B4-BE49-F238E27FC236}">
                  <ns2:creationId id="{555E992E-50A6-407E-A6F1-E80DEC911201}"/>
                </a:ext>
              </a:extLst>
            </p:cNvPr>
            <p:cNvSpPr>
              <a:spLocks noGrp="1"/>
            </p:cNvSpPr>
            <p:nvPr/>
          </p:nvSpPr>
          <p:spPr>
            <a:xfrm rot="0">
              <a:off x="8006439" y="1959202"/>
              <a:ext cx="510352" cy="139943"/>
            </a:xfrm>
            <a:prstGeom prst="rect">
              <a:avLst/>
            </a:prstGeom>
            <a:noFill/>
            <a:ln w="0">
              <a:noFill/>
              <a:prstDash val="solid"/>
            </a:ln>
          </p:spPr>
          <p:txBody>
            <a:bodyPr wrap="none" lIns="0" tIns="0" rIns="0" bIns="0" anchor="t">
              <a:noAutofit/>
            </a:bodyPr>
            <a:lstStyle>
              <a:defPPr algn="ctr">
                <a:defRPr sz="1394" b="0">
                  <a:solidFill>
                    <a:srgbClr val="000000"/>
                  </a:solidFill>
                  <a:latin typeface="Arial"/>
                  <a:ea typeface="Arial"/>
                  <a:cs typeface="Arial"/>
                </a:defRPr>
              </a:defPPr>
              <a:lvl1pPr algn="ctr">
                <a:defRPr sz="1394" b="0">
                  <a:solidFill>
                    <a:srgbClr val="000000"/>
                  </a:solidFill>
                  <a:latin typeface="Arial"/>
                  <a:ea typeface="Arial"/>
                  <a:cs typeface="Arial"/>
                </a:defRPr>
              </a:lvl1pPr>
              <a:lvl2pPr algn="ctr">
                <a:defRPr sz="1394" b="0">
                  <a:solidFill>
                    <a:srgbClr val="000000"/>
                  </a:solidFill>
                  <a:latin typeface="Arial"/>
                  <a:ea typeface="Arial"/>
                  <a:cs typeface="Arial"/>
                </a:defRPr>
              </a:lvl2pPr>
              <a:lvl3pPr algn="ctr">
                <a:defRPr sz="1394" b="0">
                  <a:solidFill>
                    <a:srgbClr val="000000"/>
                  </a:solidFill>
                  <a:latin typeface="Arial"/>
                  <a:ea typeface="Arial"/>
                  <a:cs typeface="Arial"/>
                </a:defRPr>
              </a:lvl3pPr>
              <a:lvl4pPr algn="ctr">
                <a:defRPr sz="1394" b="0">
                  <a:solidFill>
                    <a:srgbClr val="000000"/>
                  </a:solidFill>
                  <a:latin typeface="Arial"/>
                  <a:ea typeface="Arial"/>
                  <a:cs typeface="Arial"/>
                </a:defRPr>
              </a:lvl4pPr>
              <a:lvl5pPr algn="ctr">
                <a:defRPr sz="1394" b="0">
                  <a:solidFill>
                    <a:srgbClr val="000000"/>
                  </a:solidFill>
                  <a:latin typeface="Arial"/>
                  <a:ea typeface="Arial"/>
                  <a:cs typeface="Arial"/>
                </a:defRPr>
              </a:lvl5pPr>
              <a:lvl6pPr algn="ctr">
                <a:defRPr sz="1394" b="0">
                  <a:solidFill>
                    <a:srgbClr val="000000"/>
                  </a:solidFill>
                  <a:latin typeface="Arial"/>
                  <a:ea typeface="Arial"/>
                  <a:cs typeface="Arial"/>
                </a:defRPr>
              </a:lvl6pPr>
              <a:lvl7pPr algn="ctr">
                <a:defRPr sz="1394" b="0">
                  <a:solidFill>
                    <a:srgbClr val="000000"/>
                  </a:solidFill>
                  <a:latin typeface="Arial"/>
                  <a:ea typeface="Arial"/>
                  <a:cs typeface="Arial"/>
                </a:defRPr>
              </a:lvl7pPr>
              <a:lvl8pPr algn="ctr">
                <a:defRPr sz="1394" b="0">
                  <a:solidFill>
                    <a:srgbClr val="000000"/>
                  </a:solidFill>
                  <a:latin typeface="Arial"/>
                  <a:ea typeface="Arial"/>
                  <a:cs typeface="Arial"/>
                </a:defRPr>
              </a:lvl8pPr>
              <a:lvl9pPr algn="ctr">
                <a:defRPr sz="1394" b="0">
                  <a:solidFill>
                    <a:srgbClr val="000000"/>
                  </a:solidFill>
                  <a:latin typeface="Arial"/>
                  <a:ea typeface="Arial"/>
                  <a:cs typeface="Arial"/>
                </a:defRPr>
              </a:lvl9pPr>
            </a:lstStyle>
            <a:p>
              <a:pPr algn="ctr">
                <a:defRPr sz="1394" b="0">
                  <a:solidFill>
                    <a:srgbClr val="000000"/>
                  </a:solidFill>
                  <a:latin typeface="Arial"/>
                  <a:ea typeface="Arial"/>
                  <a:cs typeface="Arial"/>
                </a:defRPr>
              </a:pPr>
              <a:r>
                <a:rPr sz="1394" b="0">
                  <a:solidFill>
                    <a:srgbClr val="000000"/>
                  </a:solidFill>
                  <a:latin typeface="Arial"/>
                  <a:ea typeface="Arial"/>
                  <a:cs typeface="Arial"/>
                </a:rPr>
                <a:t>0</a:t>
              </a:r>
            </a:p>
          </p:txBody>
        </p:sp>
        <p:sp>
          <p:nvSpPr>
            <p:cNvPr id="56" name="line_055">
              <a:extLst>
                <a:ext uri="{FF2B5EF4-FFF2-40B4-BE49-F238E27FC236}">
                  <ns2:creationId id="{71C6774E-C907-4CCF-825C-638FDCF0315E}"/>
                </a:ext>
              </a:extLst>
            </p:cNvPr>
            <p:cNvSpPr>
              <a:spLocks noGrp="1"/>
            </p:cNvSpPr>
            <p:nvPr/>
          </p:nvSpPr>
          <p:spPr>
            <a:xfrm>
              <a:off x="9285356" y="1921035"/>
              <a:ext cx="127" cy="25444"/>
            </a:xfrm>
            <a:custGeom>
              <a:pathLst>
                <a:path w="95" h="38100">
                  <a:moveTo>
                    <a:pt x="0" y="0"/>
                  </a:moveTo>
                  <a:lnTo>
                    <a:pt x="0" y="38100"/>
                  </a:lnTo>
                </a:path>
              </a:pathLst>
            </a:custGeom>
            <a:noFill/>
            <a:ln w="7866">
              <a:solidFill>
                <a:srgbClr val="7B8790"/>
              </a:solidFill>
              <a:prstDash val="solid"/>
            </a:ln>
          </p:spPr>
        </p:sp>
        <p:sp>
          <p:nvSpPr>
            <p:cNvPr id="57" name="text_056">
              <a:extLst>
                <a:ext uri="{FF2B5EF4-FFF2-40B4-BE49-F238E27FC236}">
                  <ns2:creationId id="{CB23701C-E65F-4550-AE50-78694E5B389A}"/>
                </a:ext>
              </a:extLst>
            </p:cNvPr>
            <p:cNvSpPr>
              <a:spLocks noGrp="1"/>
            </p:cNvSpPr>
            <p:nvPr/>
          </p:nvSpPr>
          <p:spPr>
            <a:xfrm rot="0">
              <a:off x="9030180" y="1959202"/>
              <a:ext cx="510352" cy="139943"/>
            </a:xfrm>
            <a:prstGeom prst="rect">
              <a:avLst/>
            </a:prstGeom>
            <a:noFill/>
            <a:ln w="0">
              <a:noFill/>
              <a:prstDash val="solid"/>
            </a:ln>
          </p:spPr>
          <p:txBody>
            <a:bodyPr wrap="none" lIns="0" tIns="0" rIns="0" bIns="0" anchor="t">
              <a:noAutofit/>
            </a:bodyPr>
            <a:lstStyle>
              <a:defPPr algn="ctr">
                <a:defRPr sz="1394" b="0">
                  <a:solidFill>
                    <a:srgbClr val="000000"/>
                  </a:solidFill>
                  <a:latin typeface="Arial"/>
                  <a:ea typeface="Arial"/>
                  <a:cs typeface="Arial"/>
                </a:defRPr>
              </a:defPPr>
              <a:lvl1pPr algn="ctr">
                <a:defRPr sz="1394" b="0">
                  <a:solidFill>
                    <a:srgbClr val="000000"/>
                  </a:solidFill>
                  <a:latin typeface="Arial"/>
                  <a:ea typeface="Arial"/>
                  <a:cs typeface="Arial"/>
                </a:defRPr>
              </a:lvl1pPr>
              <a:lvl2pPr algn="ctr">
                <a:defRPr sz="1394" b="0">
                  <a:solidFill>
                    <a:srgbClr val="000000"/>
                  </a:solidFill>
                  <a:latin typeface="Arial"/>
                  <a:ea typeface="Arial"/>
                  <a:cs typeface="Arial"/>
                </a:defRPr>
              </a:lvl2pPr>
              <a:lvl3pPr algn="ctr">
                <a:defRPr sz="1394" b="0">
                  <a:solidFill>
                    <a:srgbClr val="000000"/>
                  </a:solidFill>
                  <a:latin typeface="Arial"/>
                  <a:ea typeface="Arial"/>
                  <a:cs typeface="Arial"/>
                </a:defRPr>
              </a:lvl3pPr>
              <a:lvl4pPr algn="ctr">
                <a:defRPr sz="1394" b="0">
                  <a:solidFill>
                    <a:srgbClr val="000000"/>
                  </a:solidFill>
                  <a:latin typeface="Arial"/>
                  <a:ea typeface="Arial"/>
                  <a:cs typeface="Arial"/>
                </a:defRPr>
              </a:lvl4pPr>
              <a:lvl5pPr algn="ctr">
                <a:defRPr sz="1394" b="0">
                  <a:solidFill>
                    <a:srgbClr val="000000"/>
                  </a:solidFill>
                  <a:latin typeface="Arial"/>
                  <a:ea typeface="Arial"/>
                  <a:cs typeface="Arial"/>
                </a:defRPr>
              </a:lvl5pPr>
              <a:lvl6pPr algn="ctr">
                <a:defRPr sz="1394" b="0">
                  <a:solidFill>
                    <a:srgbClr val="000000"/>
                  </a:solidFill>
                  <a:latin typeface="Arial"/>
                  <a:ea typeface="Arial"/>
                  <a:cs typeface="Arial"/>
                </a:defRPr>
              </a:lvl6pPr>
              <a:lvl7pPr algn="ctr">
                <a:defRPr sz="1394" b="0">
                  <a:solidFill>
                    <a:srgbClr val="000000"/>
                  </a:solidFill>
                  <a:latin typeface="Arial"/>
                  <a:ea typeface="Arial"/>
                  <a:cs typeface="Arial"/>
                </a:defRPr>
              </a:lvl7pPr>
              <a:lvl8pPr algn="ctr">
                <a:defRPr sz="1394" b="0">
                  <a:solidFill>
                    <a:srgbClr val="000000"/>
                  </a:solidFill>
                  <a:latin typeface="Arial"/>
                  <a:ea typeface="Arial"/>
                  <a:cs typeface="Arial"/>
                </a:defRPr>
              </a:lvl8pPr>
              <a:lvl9pPr algn="ctr">
                <a:defRPr sz="1394" b="0">
                  <a:solidFill>
                    <a:srgbClr val="000000"/>
                  </a:solidFill>
                  <a:latin typeface="Arial"/>
                  <a:ea typeface="Arial"/>
                  <a:cs typeface="Arial"/>
                </a:defRPr>
              </a:lvl9pPr>
            </a:lstStyle>
            <a:p>
              <a:pPr algn="ctr">
                <a:defRPr sz="1394" b="0">
                  <a:solidFill>
                    <a:srgbClr val="000000"/>
                  </a:solidFill>
                  <a:latin typeface="Arial"/>
                  <a:ea typeface="Arial"/>
                  <a:cs typeface="Arial"/>
                </a:defRPr>
              </a:pPr>
              <a:r>
                <a:rPr sz="1394" b="0">
                  <a:solidFill>
                    <a:srgbClr val="000000"/>
                  </a:solidFill>
                  <a:latin typeface="Arial"/>
                  <a:ea typeface="Arial"/>
                  <a:cs typeface="Arial"/>
                </a:rPr>
                <a:t>1</a:t>
              </a:r>
            </a:p>
          </p:txBody>
        </p:sp>
        <p:sp>
          <p:nvSpPr>
            <p:cNvPr id="58" name="line_057">
              <a:extLst>
                <a:ext uri="{FF2B5EF4-FFF2-40B4-BE49-F238E27FC236}">
                  <ns2:creationId id="{9FF01D34-BFB7-4C3D-8515-174898354709}"/>
                </a:ext>
              </a:extLst>
            </p:cNvPr>
            <p:cNvSpPr>
              <a:spLocks noGrp="1"/>
            </p:cNvSpPr>
            <p:nvPr/>
          </p:nvSpPr>
          <p:spPr>
            <a:xfrm>
              <a:off x="10309097" y="1921035"/>
              <a:ext cx="127" cy="25444"/>
            </a:xfrm>
            <a:custGeom>
              <a:pathLst>
                <a:path w="95" h="38100">
                  <a:moveTo>
                    <a:pt x="0" y="0"/>
                  </a:moveTo>
                  <a:lnTo>
                    <a:pt x="0" y="38100"/>
                  </a:lnTo>
                </a:path>
              </a:pathLst>
            </a:custGeom>
            <a:noFill/>
            <a:ln w="7866">
              <a:solidFill>
                <a:srgbClr val="7B8790"/>
              </a:solidFill>
              <a:prstDash val="solid"/>
            </a:ln>
          </p:spPr>
        </p:sp>
        <p:sp>
          <p:nvSpPr>
            <p:cNvPr id="59" name="text_058">
              <a:extLst>
                <a:ext uri="{FF2B5EF4-FFF2-40B4-BE49-F238E27FC236}">
                  <ns2:creationId id="{74FD5164-A937-48C9-A634-7A9A3F43B374}"/>
                </a:ext>
              </a:extLst>
            </p:cNvPr>
            <p:cNvSpPr>
              <a:spLocks noGrp="1"/>
            </p:cNvSpPr>
            <p:nvPr/>
          </p:nvSpPr>
          <p:spPr>
            <a:xfrm rot="0">
              <a:off x="10053922" y="1959202"/>
              <a:ext cx="510352" cy="139943"/>
            </a:xfrm>
            <a:prstGeom prst="rect">
              <a:avLst/>
            </a:prstGeom>
            <a:noFill/>
            <a:ln w="0">
              <a:noFill/>
              <a:prstDash val="solid"/>
            </a:ln>
          </p:spPr>
          <p:txBody>
            <a:bodyPr wrap="none" lIns="0" tIns="0" rIns="0" bIns="0" anchor="t">
              <a:noAutofit/>
            </a:bodyPr>
            <a:lstStyle>
              <a:defPPr algn="ctr">
                <a:defRPr sz="1394" b="0">
                  <a:solidFill>
                    <a:srgbClr val="000000"/>
                  </a:solidFill>
                  <a:latin typeface="Arial"/>
                  <a:ea typeface="Arial"/>
                  <a:cs typeface="Arial"/>
                </a:defRPr>
              </a:defPPr>
              <a:lvl1pPr algn="ctr">
                <a:defRPr sz="1394" b="0">
                  <a:solidFill>
                    <a:srgbClr val="000000"/>
                  </a:solidFill>
                  <a:latin typeface="Arial"/>
                  <a:ea typeface="Arial"/>
                  <a:cs typeface="Arial"/>
                </a:defRPr>
              </a:lvl1pPr>
              <a:lvl2pPr algn="ctr">
                <a:defRPr sz="1394" b="0">
                  <a:solidFill>
                    <a:srgbClr val="000000"/>
                  </a:solidFill>
                  <a:latin typeface="Arial"/>
                  <a:ea typeface="Arial"/>
                  <a:cs typeface="Arial"/>
                </a:defRPr>
              </a:lvl2pPr>
              <a:lvl3pPr algn="ctr">
                <a:defRPr sz="1394" b="0">
                  <a:solidFill>
                    <a:srgbClr val="000000"/>
                  </a:solidFill>
                  <a:latin typeface="Arial"/>
                  <a:ea typeface="Arial"/>
                  <a:cs typeface="Arial"/>
                </a:defRPr>
              </a:lvl3pPr>
              <a:lvl4pPr algn="ctr">
                <a:defRPr sz="1394" b="0">
                  <a:solidFill>
                    <a:srgbClr val="000000"/>
                  </a:solidFill>
                  <a:latin typeface="Arial"/>
                  <a:ea typeface="Arial"/>
                  <a:cs typeface="Arial"/>
                </a:defRPr>
              </a:lvl4pPr>
              <a:lvl5pPr algn="ctr">
                <a:defRPr sz="1394" b="0">
                  <a:solidFill>
                    <a:srgbClr val="000000"/>
                  </a:solidFill>
                  <a:latin typeface="Arial"/>
                  <a:ea typeface="Arial"/>
                  <a:cs typeface="Arial"/>
                </a:defRPr>
              </a:lvl5pPr>
              <a:lvl6pPr algn="ctr">
                <a:defRPr sz="1394" b="0">
                  <a:solidFill>
                    <a:srgbClr val="000000"/>
                  </a:solidFill>
                  <a:latin typeface="Arial"/>
                  <a:ea typeface="Arial"/>
                  <a:cs typeface="Arial"/>
                </a:defRPr>
              </a:lvl6pPr>
              <a:lvl7pPr algn="ctr">
                <a:defRPr sz="1394" b="0">
                  <a:solidFill>
                    <a:srgbClr val="000000"/>
                  </a:solidFill>
                  <a:latin typeface="Arial"/>
                  <a:ea typeface="Arial"/>
                  <a:cs typeface="Arial"/>
                </a:defRPr>
              </a:lvl7pPr>
              <a:lvl8pPr algn="ctr">
                <a:defRPr sz="1394" b="0">
                  <a:solidFill>
                    <a:srgbClr val="000000"/>
                  </a:solidFill>
                  <a:latin typeface="Arial"/>
                  <a:ea typeface="Arial"/>
                  <a:cs typeface="Arial"/>
                </a:defRPr>
              </a:lvl8pPr>
              <a:lvl9pPr algn="ctr">
                <a:defRPr sz="1394" b="0">
                  <a:solidFill>
                    <a:srgbClr val="000000"/>
                  </a:solidFill>
                  <a:latin typeface="Arial"/>
                  <a:ea typeface="Arial"/>
                  <a:cs typeface="Arial"/>
                </a:defRPr>
              </a:lvl9pPr>
            </a:lstStyle>
            <a:p>
              <a:pPr algn="ctr">
                <a:defRPr sz="1394" b="0">
                  <a:solidFill>
                    <a:srgbClr val="000000"/>
                  </a:solidFill>
                  <a:latin typeface="Arial"/>
                  <a:ea typeface="Arial"/>
                  <a:cs typeface="Arial"/>
                </a:defRPr>
              </a:pPr>
              <a:r>
                <a:rPr sz="1394" b="0">
                  <a:solidFill>
                    <a:srgbClr val="000000"/>
                  </a:solidFill>
                  <a:latin typeface="Arial"/>
                  <a:ea typeface="Arial"/>
                  <a:cs typeface="Arial"/>
                </a:rPr>
                <a:t>2</a:t>
              </a:r>
            </a:p>
          </p:txBody>
        </p:sp>
        <p:sp>
          <p:nvSpPr>
            <p:cNvPr id="60" name="text_059">
              <a:extLst>
                <a:ext uri="{FF2B5EF4-FFF2-40B4-BE49-F238E27FC236}">
                  <ns2:creationId id="{713A7F62-99E4-48BA-BEC7-8C50F83FBEF8}"/>
                </a:ext>
              </a:extLst>
            </p:cNvPr>
            <p:cNvSpPr>
              <a:spLocks noGrp="1"/>
            </p:cNvSpPr>
            <p:nvPr/>
          </p:nvSpPr>
          <p:spPr>
            <a:xfrm rot="0">
              <a:off x="6111758" y="2111867"/>
              <a:ext cx="4299715" cy="152665"/>
            </a:xfrm>
            <a:prstGeom prst="rect">
              <a:avLst/>
            </a:prstGeom>
            <a:noFill/>
            <a:ln w="0">
              <a:noFill/>
              <a:prstDash val="solid"/>
            </a:ln>
          </p:spPr>
          <p:txBody>
            <a:bodyPr wrap="none" lIns="0" tIns="0" rIns="0" bIns="0" anchor="t">
              <a:noAutofit/>
            </a:bodyPr>
            <a:lstStyle>
              <a:defPPr algn="ctr">
                <a:defRPr sz="1394" b="0">
                  <a:solidFill>
                    <a:srgbClr val="000000"/>
                  </a:solidFill>
                  <a:latin typeface="Arial"/>
                  <a:ea typeface="Arial"/>
                  <a:cs typeface="Arial"/>
                </a:defRPr>
              </a:defPPr>
              <a:lvl1pPr algn="ctr">
                <a:defRPr sz="1394" b="0">
                  <a:solidFill>
                    <a:srgbClr val="000000"/>
                  </a:solidFill>
                  <a:latin typeface="Arial"/>
                  <a:ea typeface="Arial"/>
                  <a:cs typeface="Arial"/>
                </a:defRPr>
              </a:lvl1pPr>
              <a:lvl2pPr algn="ctr">
                <a:defRPr sz="1394" b="0">
                  <a:solidFill>
                    <a:srgbClr val="000000"/>
                  </a:solidFill>
                  <a:latin typeface="Arial"/>
                  <a:ea typeface="Arial"/>
                  <a:cs typeface="Arial"/>
                </a:defRPr>
              </a:lvl2pPr>
              <a:lvl3pPr algn="ctr">
                <a:defRPr sz="1394" b="0">
                  <a:solidFill>
                    <a:srgbClr val="000000"/>
                  </a:solidFill>
                  <a:latin typeface="Arial"/>
                  <a:ea typeface="Arial"/>
                  <a:cs typeface="Arial"/>
                </a:defRPr>
              </a:lvl3pPr>
              <a:lvl4pPr algn="ctr">
                <a:defRPr sz="1394" b="0">
                  <a:solidFill>
                    <a:srgbClr val="000000"/>
                  </a:solidFill>
                  <a:latin typeface="Arial"/>
                  <a:ea typeface="Arial"/>
                  <a:cs typeface="Arial"/>
                </a:defRPr>
              </a:lvl4pPr>
              <a:lvl5pPr algn="ctr">
                <a:defRPr sz="1394" b="0">
                  <a:solidFill>
                    <a:srgbClr val="000000"/>
                  </a:solidFill>
                  <a:latin typeface="Arial"/>
                  <a:ea typeface="Arial"/>
                  <a:cs typeface="Arial"/>
                </a:defRPr>
              </a:lvl5pPr>
              <a:lvl6pPr algn="ctr">
                <a:defRPr sz="1394" b="0">
                  <a:solidFill>
                    <a:srgbClr val="000000"/>
                  </a:solidFill>
                  <a:latin typeface="Arial"/>
                  <a:ea typeface="Arial"/>
                  <a:cs typeface="Arial"/>
                </a:defRPr>
              </a:lvl6pPr>
              <a:lvl7pPr algn="ctr">
                <a:defRPr sz="1394" b="0">
                  <a:solidFill>
                    <a:srgbClr val="000000"/>
                  </a:solidFill>
                  <a:latin typeface="Arial"/>
                  <a:ea typeface="Arial"/>
                  <a:cs typeface="Arial"/>
                </a:defRPr>
              </a:lvl7pPr>
              <a:lvl8pPr algn="ctr">
                <a:defRPr sz="1394" b="0">
                  <a:solidFill>
                    <a:srgbClr val="000000"/>
                  </a:solidFill>
                  <a:latin typeface="Arial"/>
                  <a:ea typeface="Arial"/>
                  <a:cs typeface="Arial"/>
                </a:defRPr>
              </a:lvl8pPr>
              <a:lvl9pPr algn="ctr">
                <a:defRPr sz="1394" b="0">
                  <a:solidFill>
                    <a:srgbClr val="000000"/>
                  </a:solidFill>
                  <a:latin typeface="Arial"/>
                  <a:ea typeface="Arial"/>
                  <a:cs typeface="Arial"/>
                </a:defRPr>
              </a:lvl9pPr>
            </a:lstStyle>
            <a:p>
              <a:pPr algn="ctr">
                <a:defRPr sz="1394" b="0">
                  <a:solidFill>
                    <a:srgbClr val="000000"/>
                  </a:solidFill>
                  <a:latin typeface="Arial"/>
                  <a:ea typeface="Arial"/>
                  <a:cs typeface="Arial"/>
                </a:defRPr>
              </a:pPr>
              <a:r>
                <a:rPr sz="1394" b="0">
                  <a:solidFill>
                    <a:srgbClr val="000000"/>
                  </a:solidFill>
                  <a:latin typeface="Arial"/>
                  <a:ea typeface="Arial"/>
                  <a:cs typeface="Arial"/>
                </a:rPr>
                <a:t>Section z (bohr)</a:t>
              </a:r>
            </a:p>
          </p:txBody>
        </p:sp>
        <p:pic>
          <p:nvPicPr>
            <p:cNvPr id="61" name="">
              <a:extLst>
                <a:ext uri="{FF2B5EF4-FFF2-40B4-BE49-F238E27FC236}">
                  <ns2:creationId id="{061DEA8B-6D72-4843-B11A-5B70452C3E56}"/>
                </a:ext>
              </a:extLst>
            </p:cNvPr>
            <p:cNvPicPr>
              <a:picLocks noChangeAspect="1"/>
            </p:cNvPicPr>
            <p:nvPr/>
          </p:nvPicPr>
          <p:blipFill>
            <a:blip r:embed="Rca544ad4d86345a5"/>
            <a:stretch/>
          </p:blipFill>
          <p:spPr>
            <a:xfrm>
              <a:off x="3769938" y="2381250"/>
              <a:ext cx="4482353" cy="104775"/>
            </a:xfrm>
            <a:prstGeom prst="rect">
              <a:avLst/>
            </a:prstGeom>
          </p:spPr>
        </p:pic>
        <p:sp>
          <p:nvSpPr>
            <p:cNvPr id="62" name="text_061">
              <a:extLst>
                <a:ext uri="{FF2B5EF4-FFF2-40B4-BE49-F238E27FC236}">
                  <ns2:creationId id="{AABD7244-8303-4067-BA7A-6027E47884E7}"/>
                </a:ext>
              </a:extLst>
            </p:cNvPr>
            <p:cNvSpPr>
              <a:spLocks noGrp="1"/>
            </p:cNvSpPr>
            <p:nvPr/>
          </p:nvSpPr>
          <p:spPr>
            <a:xfrm rot="0">
              <a:off x="2496950" y="2276475"/>
              <a:ext cx="1183341" cy="266700"/>
            </a:xfrm>
            <a:prstGeom prst="rect">
              <a:avLst/>
            </a:prstGeom>
            <a:noFill/>
            <a:ln w="0">
              <a:noFill/>
              <a:prstDash val="solid"/>
            </a:ln>
          </p:spPr>
          <p:txBody>
            <a:bodyPr wrap="none" lIns="0" tIns="0" rIns="0" bIns="0" anchor="t">
              <a:noAutofit/>
            </a:bodyPr>
            <a:lstStyle>
              <a:defPPr algn="r">
                <a:defRPr sz="1394" b="1">
                  <a:solidFill>
                    <a:srgbClr val="000000"/>
                  </a:solidFill>
                  <a:latin typeface="Arial"/>
                  <a:ea typeface="Arial"/>
                  <a:cs typeface="Arial"/>
                </a:defRPr>
              </a:defPPr>
              <a:lvl1pPr algn="r">
                <a:defRPr sz="1394" b="1">
                  <a:solidFill>
                    <a:srgbClr val="000000"/>
                  </a:solidFill>
                  <a:latin typeface="Arial"/>
                  <a:ea typeface="Arial"/>
                  <a:cs typeface="Arial"/>
                </a:defRPr>
              </a:lvl1pPr>
              <a:lvl2pPr algn="r">
                <a:defRPr sz="1394" b="1">
                  <a:solidFill>
                    <a:srgbClr val="000000"/>
                  </a:solidFill>
                  <a:latin typeface="Arial"/>
                  <a:ea typeface="Arial"/>
                  <a:cs typeface="Arial"/>
                </a:defRPr>
              </a:lvl2pPr>
              <a:lvl3pPr algn="r">
                <a:defRPr sz="1394" b="1">
                  <a:solidFill>
                    <a:srgbClr val="000000"/>
                  </a:solidFill>
                  <a:latin typeface="Arial"/>
                  <a:ea typeface="Arial"/>
                  <a:cs typeface="Arial"/>
                </a:defRPr>
              </a:lvl3pPr>
              <a:lvl4pPr algn="r">
                <a:defRPr sz="1394" b="1">
                  <a:solidFill>
                    <a:srgbClr val="000000"/>
                  </a:solidFill>
                  <a:latin typeface="Arial"/>
                  <a:ea typeface="Arial"/>
                  <a:cs typeface="Arial"/>
                </a:defRPr>
              </a:lvl4pPr>
              <a:lvl5pPr algn="r">
                <a:defRPr sz="1394" b="1">
                  <a:solidFill>
                    <a:srgbClr val="000000"/>
                  </a:solidFill>
                  <a:latin typeface="Arial"/>
                  <a:ea typeface="Arial"/>
                  <a:cs typeface="Arial"/>
                </a:defRPr>
              </a:lvl5pPr>
              <a:lvl6pPr algn="r">
                <a:defRPr sz="1394" b="1">
                  <a:solidFill>
                    <a:srgbClr val="000000"/>
                  </a:solidFill>
                  <a:latin typeface="Arial"/>
                  <a:ea typeface="Arial"/>
                  <a:cs typeface="Arial"/>
                </a:defRPr>
              </a:lvl6pPr>
              <a:lvl7pPr algn="r">
                <a:defRPr sz="1394" b="1">
                  <a:solidFill>
                    <a:srgbClr val="000000"/>
                  </a:solidFill>
                  <a:latin typeface="Arial"/>
                  <a:ea typeface="Arial"/>
                  <a:cs typeface="Arial"/>
                </a:defRPr>
              </a:lvl7pPr>
              <a:lvl8pPr algn="r">
                <a:defRPr sz="1394" b="1">
                  <a:solidFill>
                    <a:srgbClr val="000000"/>
                  </a:solidFill>
                  <a:latin typeface="Arial"/>
                  <a:ea typeface="Arial"/>
                  <a:cs typeface="Arial"/>
                </a:defRPr>
              </a:lvl8pPr>
              <a:lvl9pPr algn="r">
                <a:defRPr sz="1394" b="1">
                  <a:solidFill>
                    <a:srgbClr val="000000"/>
                  </a:solidFill>
                  <a:latin typeface="Arial"/>
                  <a:ea typeface="Arial"/>
                  <a:cs typeface="Arial"/>
                </a:defRPr>
              </a:lvl9pPr>
            </a:lstStyle>
            <a:p>
              <a:pPr algn="r">
                <a:defRPr sz="1394" b="1">
                  <a:solidFill>
                    <a:srgbClr val="000000"/>
                  </a:solidFill>
                  <a:latin typeface="Arial"/>
                  <a:ea typeface="Arial"/>
                  <a:cs typeface="Arial"/>
                </a:defRPr>
              </a:pPr>
              <a:r>
                <a:rPr sz="1394" b="1">
                  <a:solidFill>
                    <a:srgbClr val="000000"/>
                  </a:solidFill>
                  <a:latin typeface="Arial"/>
                  <a:ea typeface="Arial"/>
                  <a:cs typeface="Arial"/>
                </a:rPr>
                <a:t>V (a.u.)</a:t>
              </a:r>
            </a:p>
          </p:txBody>
        </p:sp>
        <p:sp>
          <p:nvSpPr>
            <p:cNvPr id="63" name="line_062">
              <a:extLst>
                <a:ext uri="{FF2B5EF4-FFF2-40B4-BE49-F238E27FC236}">
                  <ns2:creationId id="{B72413DC-30D0-4619-8659-380F5E036DCF}"/>
                </a:ext>
              </a:extLst>
            </p:cNvPr>
            <p:cNvSpPr>
              <a:spLocks noGrp="1"/>
            </p:cNvSpPr>
            <p:nvPr/>
          </p:nvSpPr>
          <p:spPr>
            <a:xfrm>
              <a:off x="3807486" y="2486025"/>
              <a:ext cx="89" cy="47625"/>
            </a:xfrm>
            <a:custGeom>
              <a:pathLst>
                <a:path w="95" h="47625">
                  <a:moveTo>
                    <a:pt x="0" y="0"/>
                  </a:moveTo>
                  <a:lnTo>
                    <a:pt x="0" y="47625"/>
                  </a:lnTo>
                </a:path>
              </a:pathLst>
            </a:custGeom>
            <a:noFill/>
            <a:ln w="7866">
              <a:solidFill>
                <a:srgbClr val="7B8790"/>
              </a:solidFill>
              <a:prstDash val="solid"/>
            </a:ln>
          </p:spPr>
        </p:sp>
        <p:sp>
          <p:nvSpPr>
            <p:cNvPr id="64" name="text_063">
              <a:extLst>
                <a:ext uri="{FF2B5EF4-FFF2-40B4-BE49-F238E27FC236}">
                  <ns2:creationId id="{8AAA3D4A-8961-46A2-9E2B-FA6A3A8D39F4}"/>
                </a:ext>
              </a:extLst>
            </p:cNvPr>
            <p:cNvSpPr>
              <a:spLocks noGrp="1"/>
            </p:cNvSpPr>
            <p:nvPr/>
          </p:nvSpPr>
          <p:spPr>
            <a:xfrm rot="0">
              <a:off x="3565438" y="2571750"/>
              <a:ext cx="484094" cy="209550"/>
            </a:xfrm>
            <a:prstGeom prst="rect">
              <a:avLst/>
            </a:prstGeom>
            <a:noFill/>
            <a:ln w="0">
              <a:noFill/>
              <a:prstDash val="solid"/>
            </a:ln>
          </p:spPr>
          <p:txBody>
            <a:bodyPr wrap="none" lIns="0" tIns="0" rIns="0" bIns="0" anchor="t">
              <a:noAutofit/>
            </a:bodyPr>
            <a:lstStyle>
              <a:defPPr algn="ctr">
                <a:defRPr sz="1394" b="0">
                  <a:solidFill>
                    <a:srgbClr val="000000"/>
                  </a:solidFill>
                  <a:latin typeface="Arial"/>
                  <a:ea typeface="Arial"/>
                  <a:cs typeface="Arial"/>
                </a:defRPr>
              </a:defPPr>
              <a:lvl1pPr algn="ctr">
                <a:defRPr sz="1394" b="0">
                  <a:solidFill>
                    <a:srgbClr val="000000"/>
                  </a:solidFill>
                  <a:latin typeface="Arial"/>
                  <a:ea typeface="Arial"/>
                  <a:cs typeface="Arial"/>
                </a:defRPr>
              </a:lvl1pPr>
              <a:lvl2pPr algn="ctr">
                <a:defRPr sz="1394" b="0">
                  <a:solidFill>
                    <a:srgbClr val="000000"/>
                  </a:solidFill>
                  <a:latin typeface="Arial"/>
                  <a:ea typeface="Arial"/>
                  <a:cs typeface="Arial"/>
                </a:defRPr>
              </a:lvl2pPr>
              <a:lvl3pPr algn="ctr">
                <a:defRPr sz="1394" b="0">
                  <a:solidFill>
                    <a:srgbClr val="000000"/>
                  </a:solidFill>
                  <a:latin typeface="Arial"/>
                  <a:ea typeface="Arial"/>
                  <a:cs typeface="Arial"/>
                </a:defRPr>
              </a:lvl3pPr>
              <a:lvl4pPr algn="ctr">
                <a:defRPr sz="1394" b="0">
                  <a:solidFill>
                    <a:srgbClr val="000000"/>
                  </a:solidFill>
                  <a:latin typeface="Arial"/>
                  <a:ea typeface="Arial"/>
                  <a:cs typeface="Arial"/>
                </a:defRPr>
              </a:lvl4pPr>
              <a:lvl5pPr algn="ctr">
                <a:defRPr sz="1394" b="0">
                  <a:solidFill>
                    <a:srgbClr val="000000"/>
                  </a:solidFill>
                  <a:latin typeface="Arial"/>
                  <a:ea typeface="Arial"/>
                  <a:cs typeface="Arial"/>
                </a:defRPr>
              </a:lvl5pPr>
              <a:lvl6pPr algn="ctr">
                <a:defRPr sz="1394" b="0">
                  <a:solidFill>
                    <a:srgbClr val="000000"/>
                  </a:solidFill>
                  <a:latin typeface="Arial"/>
                  <a:ea typeface="Arial"/>
                  <a:cs typeface="Arial"/>
                </a:defRPr>
              </a:lvl6pPr>
              <a:lvl7pPr algn="ctr">
                <a:defRPr sz="1394" b="0">
                  <a:solidFill>
                    <a:srgbClr val="000000"/>
                  </a:solidFill>
                  <a:latin typeface="Arial"/>
                  <a:ea typeface="Arial"/>
                  <a:cs typeface="Arial"/>
                </a:defRPr>
              </a:lvl7pPr>
              <a:lvl8pPr algn="ctr">
                <a:defRPr sz="1394" b="0">
                  <a:solidFill>
                    <a:srgbClr val="000000"/>
                  </a:solidFill>
                  <a:latin typeface="Arial"/>
                  <a:ea typeface="Arial"/>
                  <a:cs typeface="Arial"/>
                </a:defRPr>
              </a:lvl8pPr>
              <a:lvl9pPr algn="ctr">
                <a:defRPr sz="1394" b="0">
                  <a:solidFill>
                    <a:srgbClr val="000000"/>
                  </a:solidFill>
                  <a:latin typeface="Arial"/>
                  <a:ea typeface="Arial"/>
                  <a:cs typeface="Arial"/>
                </a:defRPr>
              </a:lvl9pPr>
            </a:lstStyle>
            <a:p>
              <a:pPr algn="ctr">
                <a:defRPr sz="1394" b="0">
                  <a:solidFill>
                    <a:srgbClr val="000000"/>
                  </a:solidFill>
                  <a:latin typeface="Arial"/>
                  <a:ea typeface="Arial"/>
                  <a:cs typeface="Arial"/>
                </a:defRPr>
              </a:pPr>
              <a:r>
                <a:rPr sz="1394" b="0">
                  <a:solidFill>
                    <a:srgbClr val="000000"/>
                  </a:solidFill>
                  <a:latin typeface="Arial"/>
                  <a:ea typeface="Arial"/>
                  <a:cs typeface="Arial"/>
                </a:rPr>
                <a:t>-2</a:t>
              </a:r>
            </a:p>
          </p:txBody>
        </p:sp>
        <p:sp>
          <p:nvSpPr>
            <p:cNvPr id="65" name="line_064">
              <a:extLst>
                <a:ext uri="{FF2B5EF4-FFF2-40B4-BE49-F238E27FC236}">
                  <ns2:creationId id="{D8C17690-5DA1-498A-A1CC-D5B897259F17}"/>
                </a:ext>
              </a:extLst>
            </p:cNvPr>
            <p:cNvSpPr>
              <a:spLocks noGrp="1"/>
            </p:cNvSpPr>
            <p:nvPr/>
          </p:nvSpPr>
          <p:spPr>
            <a:xfrm>
              <a:off x="4946220" y="2486025"/>
              <a:ext cx="89" cy="47625"/>
            </a:xfrm>
            <a:custGeom>
              <a:pathLst>
                <a:path w="95" h="47625">
                  <a:moveTo>
                    <a:pt x="0" y="0"/>
                  </a:moveTo>
                  <a:lnTo>
                    <a:pt x="0" y="47625"/>
                  </a:lnTo>
                </a:path>
              </a:pathLst>
            </a:custGeom>
            <a:noFill/>
            <a:ln w="7866">
              <a:solidFill>
                <a:srgbClr val="7B8790"/>
              </a:solidFill>
              <a:prstDash val="solid"/>
            </a:ln>
          </p:spPr>
        </p:sp>
        <p:sp>
          <p:nvSpPr>
            <p:cNvPr id="66" name="text_065">
              <a:extLst>
                <a:ext uri="{FF2B5EF4-FFF2-40B4-BE49-F238E27FC236}">
                  <ns2:creationId id="{5847CCDC-9E95-4061-822F-36606AFA41D2}"/>
                </a:ext>
              </a:extLst>
            </p:cNvPr>
            <p:cNvSpPr>
              <a:spLocks noGrp="1"/>
            </p:cNvSpPr>
            <p:nvPr/>
          </p:nvSpPr>
          <p:spPr>
            <a:xfrm rot="0">
              <a:off x="4704174" y="2571750"/>
              <a:ext cx="484094" cy="209550"/>
            </a:xfrm>
            <a:prstGeom prst="rect">
              <a:avLst/>
            </a:prstGeom>
            <a:noFill/>
            <a:ln w="0">
              <a:noFill/>
              <a:prstDash val="solid"/>
            </a:ln>
          </p:spPr>
          <p:txBody>
            <a:bodyPr wrap="none" lIns="0" tIns="0" rIns="0" bIns="0" anchor="t">
              <a:noAutofit/>
            </a:bodyPr>
            <a:lstStyle>
              <a:defPPr algn="ctr">
                <a:defRPr sz="1394" b="0">
                  <a:solidFill>
                    <a:srgbClr val="000000"/>
                  </a:solidFill>
                  <a:latin typeface="Arial"/>
                  <a:ea typeface="Arial"/>
                  <a:cs typeface="Arial"/>
                </a:defRPr>
              </a:defPPr>
              <a:lvl1pPr algn="ctr">
                <a:defRPr sz="1394" b="0">
                  <a:solidFill>
                    <a:srgbClr val="000000"/>
                  </a:solidFill>
                  <a:latin typeface="Arial"/>
                  <a:ea typeface="Arial"/>
                  <a:cs typeface="Arial"/>
                </a:defRPr>
              </a:lvl1pPr>
              <a:lvl2pPr algn="ctr">
                <a:defRPr sz="1394" b="0">
                  <a:solidFill>
                    <a:srgbClr val="000000"/>
                  </a:solidFill>
                  <a:latin typeface="Arial"/>
                  <a:ea typeface="Arial"/>
                  <a:cs typeface="Arial"/>
                </a:defRPr>
              </a:lvl2pPr>
              <a:lvl3pPr algn="ctr">
                <a:defRPr sz="1394" b="0">
                  <a:solidFill>
                    <a:srgbClr val="000000"/>
                  </a:solidFill>
                  <a:latin typeface="Arial"/>
                  <a:ea typeface="Arial"/>
                  <a:cs typeface="Arial"/>
                </a:defRPr>
              </a:lvl3pPr>
              <a:lvl4pPr algn="ctr">
                <a:defRPr sz="1394" b="0">
                  <a:solidFill>
                    <a:srgbClr val="000000"/>
                  </a:solidFill>
                  <a:latin typeface="Arial"/>
                  <a:ea typeface="Arial"/>
                  <a:cs typeface="Arial"/>
                </a:defRPr>
              </a:lvl4pPr>
              <a:lvl5pPr algn="ctr">
                <a:defRPr sz="1394" b="0">
                  <a:solidFill>
                    <a:srgbClr val="000000"/>
                  </a:solidFill>
                  <a:latin typeface="Arial"/>
                  <a:ea typeface="Arial"/>
                  <a:cs typeface="Arial"/>
                </a:defRPr>
              </a:lvl5pPr>
              <a:lvl6pPr algn="ctr">
                <a:defRPr sz="1394" b="0">
                  <a:solidFill>
                    <a:srgbClr val="000000"/>
                  </a:solidFill>
                  <a:latin typeface="Arial"/>
                  <a:ea typeface="Arial"/>
                  <a:cs typeface="Arial"/>
                </a:defRPr>
              </a:lvl6pPr>
              <a:lvl7pPr algn="ctr">
                <a:defRPr sz="1394" b="0">
                  <a:solidFill>
                    <a:srgbClr val="000000"/>
                  </a:solidFill>
                  <a:latin typeface="Arial"/>
                  <a:ea typeface="Arial"/>
                  <a:cs typeface="Arial"/>
                </a:defRPr>
              </a:lvl7pPr>
              <a:lvl8pPr algn="ctr">
                <a:defRPr sz="1394" b="0">
                  <a:solidFill>
                    <a:srgbClr val="000000"/>
                  </a:solidFill>
                  <a:latin typeface="Arial"/>
                  <a:ea typeface="Arial"/>
                  <a:cs typeface="Arial"/>
                </a:defRPr>
              </a:lvl8pPr>
              <a:lvl9pPr algn="ctr">
                <a:defRPr sz="1394" b="0">
                  <a:solidFill>
                    <a:srgbClr val="000000"/>
                  </a:solidFill>
                  <a:latin typeface="Arial"/>
                  <a:ea typeface="Arial"/>
                  <a:cs typeface="Arial"/>
                </a:defRPr>
              </a:lvl9pPr>
            </a:lstStyle>
            <a:p>
              <a:pPr algn="ctr">
                <a:defRPr sz="1394" b="0">
                  <a:solidFill>
                    <a:srgbClr val="000000"/>
                  </a:solidFill>
                  <a:latin typeface="Arial"/>
                  <a:ea typeface="Arial"/>
                  <a:cs typeface="Arial"/>
                </a:defRPr>
              </a:pPr>
              <a:r>
                <a:rPr sz="1394" b="0">
                  <a:solidFill>
                    <a:srgbClr val="000000"/>
                  </a:solidFill>
                  <a:latin typeface="Arial"/>
                  <a:ea typeface="Arial"/>
                  <a:cs typeface="Arial"/>
                </a:rPr>
                <a:t>-0.1</a:t>
              </a:r>
            </a:p>
          </p:txBody>
        </p:sp>
        <p:sp>
          <p:nvSpPr>
            <p:cNvPr id="67" name="line_066">
              <a:extLst>
                <a:ext uri="{FF2B5EF4-FFF2-40B4-BE49-F238E27FC236}">
                  <ns2:creationId id="{FC91B5B4-5245-4B52-9BF5-20F37BDE408A}"/>
                </a:ext>
              </a:extLst>
            </p:cNvPr>
            <p:cNvSpPr>
              <a:spLocks noGrp="1"/>
            </p:cNvSpPr>
            <p:nvPr/>
          </p:nvSpPr>
          <p:spPr>
            <a:xfrm>
              <a:off x="6011116" y="2486025"/>
              <a:ext cx="89" cy="47625"/>
            </a:xfrm>
            <a:custGeom>
              <a:pathLst>
                <a:path w="95" h="47625">
                  <a:moveTo>
                    <a:pt x="0" y="0"/>
                  </a:moveTo>
                  <a:lnTo>
                    <a:pt x="0" y="47625"/>
                  </a:lnTo>
                </a:path>
              </a:pathLst>
            </a:custGeom>
            <a:noFill/>
            <a:ln w="7866">
              <a:solidFill>
                <a:srgbClr val="7B8790"/>
              </a:solidFill>
              <a:prstDash val="solid"/>
            </a:ln>
          </p:spPr>
        </p:sp>
        <p:sp>
          <p:nvSpPr>
            <p:cNvPr id="68" name="text_067">
              <a:extLst>
                <a:ext uri="{FF2B5EF4-FFF2-40B4-BE49-F238E27FC236}">
                  <ns2:creationId id="{3AB30FDA-7FAB-4118-8BB2-A58524A3BC55}"/>
                </a:ext>
              </a:extLst>
            </p:cNvPr>
            <p:cNvSpPr>
              <a:spLocks noGrp="1"/>
            </p:cNvSpPr>
            <p:nvPr/>
          </p:nvSpPr>
          <p:spPr>
            <a:xfrm rot="0">
              <a:off x="5769068" y="2571750"/>
              <a:ext cx="484094" cy="209550"/>
            </a:xfrm>
            <a:prstGeom prst="rect">
              <a:avLst/>
            </a:prstGeom>
            <a:noFill/>
            <a:ln w="0">
              <a:noFill/>
              <a:prstDash val="solid"/>
            </a:ln>
          </p:spPr>
          <p:txBody>
            <a:bodyPr wrap="none" lIns="0" tIns="0" rIns="0" bIns="0" anchor="t">
              <a:noAutofit/>
            </a:bodyPr>
            <a:lstStyle>
              <a:defPPr algn="ctr">
                <a:defRPr sz="1394" b="0">
                  <a:solidFill>
                    <a:srgbClr val="000000"/>
                  </a:solidFill>
                  <a:latin typeface="Arial"/>
                  <a:ea typeface="Arial"/>
                  <a:cs typeface="Arial"/>
                </a:defRPr>
              </a:defPPr>
              <a:lvl1pPr algn="ctr">
                <a:defRPr sz="1394" b="0">
                  <a:solidFill>
                    <a:srgbClr val="000000"/>
                  </a:solidFill>
                  <a:latin typeface="Arial"/>
                  <a:ea typeface="Arial"/>
                  <a:cs typeface="Arial"/>
                </a:defRPr>
              </a:lvl1pPr>
              <a:lvl2pPr algn="ctr">
                <a:defRPr sz="1394" b="0">
                  <a:solidFill>
                    <a:srgbClr val="000000"/>
                  </a:solidFill>
                  <a:latin typeface="Arial"/>
                  <a:ea typeface="Arial"/>
                  <a:cs typeface="Arial"/>
                </a:defRPr>
              </a:lvl2pPr>
              <a:lvl3pPr algn="ctr">
                <a:defRPr sz="1394" b="0">
                  <a:solidFill>
                    <a:srgbClr val="000000"/>
                  </a:solidFill>
                  <a:latin typeface="Arial"/>
                  <a:ea typeface="Arial"/>
                  <a:cs typeface="Arial"/>
                </a:defRPr>
              </a:lvl3pPr>
              <a:lvl4pPr algn="ctr">
                <a:defRPr sz="1394" b="0">
                  <a:solidFill>
                    <a:srgbClr val="000000"/>
                  </a:solidFill>
                  <a:latin typeface="Arial"/>
                  <a:ea typeface="Arial"/>
                  <a:cs typeface="Arial"/>
                </a:defRPr>
              </a:lvl4pPr>
              <a:lvl5pPr algn="ctr">
                <a:defRPr sz="1394" b="0">
                  <a:solidFill>
                    <a:srgbClr val="000000"/>
                  </a:solidFill>
                  <a:latin typeface="Arial"/>
                  <a:ea typeface="Arial"/>
                  <a:cs typeface="Arial"/>
                </a:defRPr>
              </a:lvl5pPr>
              <a:lvl6pPr algn="ctr">
                <a:defRPr sz="1394" b="0">
                  <a:solidFill>
                    <a:srgbClr val="000000"/>
                  </a:solidFill>
                  <a:latin typeface="Arial"/>
                  <a:ea typeface="Arial"/>
                  <a:cs typeface="Arial"/>
                </a:defRPr>
              </a:lvl6pPr>
              <a:lvl7pPr algn="ctr">
                <a:defRPr sz="1394" b="0">
                  <a:solidFill>
                    <a:srgbClr val="000000"/>
                  </a:solidFill>
                  <a:latin typeface="Arial"/>
                  <a:ea typeface="Arial"/>
                  <a:cs typeface="Arial"/>
                </a:defRPr>
              </a:lvl7pPr>
              <a:lvl8pPr algn="ctr">
                <a:defRPr sz="1394" b="0">
                  <a:solidFill>
                    <a:srgbClr val="000000"/>
                  </a:solidFill>
                  <a:latin typeface="Arial"/>
                  <a:ea typeface="Arial"/>
                  <a:cs typeface="Arial"/>
                </a:defRPr>
              </a:lvl8pPr>
              <a:lvl9pPr algn="ctr">
                <a:defRPr sz="1394" b="0">
                  <a:solidFill>
                    <a:srgbClr val="000000"/>
                  </a:solidFill>
                  <a:latin typeface="Arial"/>
                  <a:ea typeface="Arial"/>
                  <a:cs typeface="Arial"/>
                </a:defRPr>
              </a:lvl9pPr>
            </a:lstStyle>
            <a:p>
              <a:pPr algn="ctr">
                <a:defRPr sz="1394" b="0">
                  <a:solidFill>
                    <a:srgbClr val="000000"/>
                  </a:solidFill>
                  <a:latin typeface="Arial"/>
                  <a:ea typeface="Arial"/>
                  <a:cs typeface="Arial"/>
                </a:defRPr>
              </a:pPr>
              <a:r>
                <a:rPr sz="1394" b="0">
                  <a:solidFill>
                    <a:srgbClr val="000000"/>
                  </a:solidFill>
                  <a:latin typeface="Arial"/>
                  <a:ea typeface="Arial"/>
                  <a:cs typeface="Arial"/>
                </a:rPr>
                <a:t>0</a:t>
              </a:r>
            </a:p>
          </p:txBody>
        </p:sp>
        <p:sp>
          <p:nvSpPr>
            <p:cNvPr id="69" name="line_068">
              <a:extLst>
                <a:ext uri="{FF2B5EF4-FFF2-40B4-BE49-F238E27FC236}">
                  <ns2:creationId id="{CA27A769-3072-4E6B-A336-DB929E900302}"/>
                </a:ext>
              </a:extLst>
            </p:cNvPr>
            <p:cNvSpPr>
              <a:spLocks noGrp="1"/>
            </p:cNvSpPr>
            <p:nvPr/>
          </p:nvSpPr>
          <p:spPr>
            <a:xfrm>
              <a:off x="7076010" y="2486025"/>
              <a:ext cx="89" cy="47625"/>
            </a:xfrm>
            <a:custGeom>
              <a:pathLst>
                <a:path w="95" h="47625">
                  <a:moveTo>
                    <a:pt x="0" y="0"/>
                  </a:moveTo>
                  <a:lnTo>
                    <a:pt x="0" y="47625"/>
                  </a:lnTo>
                </a:path>
              </a:pathLst>
            </a:custGeom>
            <a:noFill/>
            <a:ln w="7866">
              <a:solidFill>
                <a:srgbClr val="7B8790"/>
              </a:solidFill>
              <a:prstDash val="solid"/>
            </a:ln>
          </p:spPr>
        </p:sp>
        <p:sp>
          <p:nvSpPr>
            <p:cNvPr id="70" name="text_069">
              <a:extLst>
                <a:ext uri="{FF2B5EF4-FFF2-40B4-BE49-F238E27FC236}">
                  <ns2:creationId id="{E4C82042-3FC5-49F9-A284-8458AC48638A}"/>
                </a:ext>
              </a:extLst>
            </p:cNvPr>
            <p:cNvSpPr>
              <a:spLocks noGrp="1"/>
            </p:cNvSpPr>
            <p:nvPr/>
          </p:nvSpPr>
          <p:spPr>
            <a:xfrm rot="0">
              <a:off x="6833964" y="2571750"/>
              <a:ext cx="484094" cy="209550"/>
            </a:xfrm>
            <a:prstGeom prst="rect">
              <a:avLst/>
            </a:prstGeom>
            <a:noFill/>
            <a:ln w="0">
              <a:noFill/>
              <a:prstDash val="solid"/>
            </a:ln>
          </p:spPr>
          <p:txBody>
            <a:bodyPr wrap="none" lIns="0" tIns="0" rIns="0" bIns="0" anchor="t">
              <a:noAutofit/>
            </a:bodyPr>
            <a:lstStyle>
              <a:defPPr algn="ctr">
                <a:defRPr sz="1394" b="0">
                  <a:solidFill>
                    <a:srgbClr val="000000"/>
                  </a:solidFill>
                  <a:latin typeface="Arial"/>
                  <a:ea typeface="Arial"/>
                  <a:cs typeface="Arial"/>
                </a:defRPr>
              </a:defPPr>
              <a:lvl1pPr algn="ctr">
                <a:defRPr sz="1394" b="0">
                  <a:solidFill>
                    <a:srgbClr val="000000"/>
                  </a:solidFill>
                  <a:latin typeface="Arial"/>
                  <a:ea typeface="Arial"/>
                  <a:cs typeface="Arial"/>
                </a:defRPr>
              </a:lvl1pPr>
              <a:lvl2pPr algn="ctr">
                <a:defRPr sz="1394" b="0">
                  <a:solidFill>
                    <a:srgbClr val="000000"/>
                  </a:solidFill>
                  <a:latin typeface="Arial"/>
                  <a:ea typeface="Arial"/>
                  <a:cs typeface="Arial"/>
                </a:defRPr>
              </a:lvl2pPr>
              <a:lvl3pPr algn="ctr">
                <a:defRPr sz="1394" b="0">
                  <a:solidFill>
                    <a:srgbClr val="000000"/>
                  </a:solidFill>
                  <a:latin typeface="Arial"/>
                  <a:ea typeface="Arial"/>
                  <a:cs typeface="Arial"/>
                </a:defRPr>
              </a:lvl3pPr>
              <a:lvl4pPr algn="ctr">
                <a:defRPr sz="1394" b="0">
                  <a:solidFill>
                    <a:srgbClr val="000000"/>
                  </a:solidFill>
                  <a:latin typeface="Arial"/>
                  <a:ea typeface="Arial"/>
                  <a:cs typeface="Arial"/>
                </a:defRPr>
              </a:lvl4pPr>
              <a:lvl5pPr algn="ctr">
                <a:defRPr sz="1394" b="0">
                  <a:solidFill>
                    <a:srgbClr val="000000"/>
                  </a:solidFill>
                  <a:latin typeface="Arial"/>
                  <a:ea typeface="Arial"/>
                  <a:cs typeface="Arial"/>
                </a:defRPr>
              </a:lvl5pPr>
              <a:lvl6pPr algn="ctr">
                <a:defRPr sz="1394" b="0">
                  <a:solidFill>
                    <a:srgbClr val="000000"/>
                  </a:solidFill>
                  <a:latin typeface="Arial"/>
                  <a:ea typeface="Arial"/>
                  <a:cs typeface="Arial"/>
                </a:defRPr>
              </a:lvl6pPr>
              <a:lvl7pPr algn="ctr">
                <a:defRPr sz="1394" b="0">
                  <a:solidFill>
                    <a:srgbClr val="000000"/>
                  </a:solidFill>
                  <a:latin typeface="Arial"/>
                  <a:ea typeface="Arial"/>
                  <a:cs typeface="Arial"/>
                </a:defRPr>
              </a:lvl7pPr>
              <a:lvl8pPr algn="ctr">
                <a:defRPr sz="1394" b="0">
                  <a:solidFill>
                    <a:srgbClr val="000000"/>
                  </a:solidFill>
                  <a:latin typeface="Arial"/>
                  <a:ea typeface="Arial"/>
                  <a:cs typeface="Arial"/>
                </a:defRPr>
              </a:lvl8pPr>
              <a:lvl9pPr algn="ctr">
                <a:defRPr sz="1394" b="0">
                  <a:solidFill>
                    <a:srgbClr val="000000"/>
                  </a:solidFill>
                  <a:latin typeface="Arial"/>
                  <a:ea typeface="Arial"/>
                  <a:cs typeface="Arial"/>
                </a:defRPr>
              </a:lvl9pPr>
            </a:lstStyle>
            <a:p>
              <a:pPr algn="ctr">
                <a:defRPr sz="1394" b="0">
                  <a:solidFill>
                    <a:srgbClr val="000000"/>
                  </a:solidFill>
                  <a:latin typeface="Arial"/>
                  <a:ea typeface="Arial"/>
                  <a:cs typeface="Arial"/>
                </a:defRPr>
              </a:pPr>
              <a:r>
                <a:rPr sz="1394" b="0">
                  <a:solidFill>
                    <a:srgbClr val="000000"/>
                  </a:solidFill>
                  <a:latin typeface="Arial"/>
                  <a:ea typeface="Arial"/>
                  <a:cs typeface="Arial"/>
                </a:rPr>
                <a:t>0.1</a:t>
              </a:r>
            </a:p>
          </p:txBody>
        </p:sp>
        <p:sp>
          <p:nvSpPr>
            <p:cNvPr id="71" name="line_070">
              <a:extLst>
                <a:ext uri="{FF2B5EF4-FFF2-40B4-BE49-F238E27FC236}">
                  <ns2:creationId id="{C3E17595-7FA7-4C3C-8A74-C703492AAB2E}"/>
                </a:ext>
              </a:extLst>
            </p:cNvPr>
            <p:cNvSpPr>
              <a:spLocks noGrp="1"/>
            </p:cNvSpPr>
            <p:nvPr/>
          </p:nvSpPr>
          <p:spPr>
            <a:xfrm>
              <a:off x="8214746" y="2486025"/>
              <a:ext cx="89" cy="47625"/>
            </a:xfrm>
            <a:custGeom>
              <a:pathLst>
                <a:path w="95" h="47625">
                  <a:moveTo>
                    <a:pt x="0" y="0"/>
                  </a:moveTo>
                  <a:lnTo>
                    <a:pt x="0" y="47625"/>
                  </a:lnTo>
                </a:path>
              </a:pathLst>
            </a:custGeom>
            <a:noFill/>
            <a:ln w="7866">
              <a:solidFill>
                <a:srgbClr val="7B8790"/>
              </a:solidFill>
              <a:prstDash val="solid"/>
            </a:ln>
          </p:spPr>
        </p:sp>
        <p:sp>
          <p:nvSpPr>
            <p:cNvPr id="72" name="text_071">
              <a:extLst>
                <a:ext uri="{FF2B5EF4-FFF2-40B4-BE49-F238E27FC236}">
                  <ns2:creationId id="{BD15E7F0-49B1-4EF0-88F0-9321C0124234}"/>
                </a:ext>
              </a:extLst>
            </p:cNvPr>
            <p:cNvSpPr>
              <a:spLocks noGrp="1"/>
            </p:cNvSpPr>
            <p:nvPr/>
          </p:nvSpPr>
          <p:spPr>
            <a:xfrm rot="0">
              <a:off x="7972698" y="2571750"/>
              <a:ext cx="484094" cy="209550"/>
            </a:xfrm>
            <a:prstGeom prst="rect">
              <a:avLst/>
            </a:prstGeom>
            <a:noFill/>
            <a:ln w="0">
              <a:noFill/>
              <a:prstDash val="solid"/>
            </a:ln>
          </p:spPr>
          <p:txBody>
            <a:bodyPr wrap="none" lIns="0" tIns="0" rIns="0" bIns="0" anchor="t">
              <a:noAutofit/>
            </a:bodyPr>
            <a:lstStyle>
              <a:defPPr algn="ctr">
                <a:defRPr sz="1394" b="0">
                  <a:solidFill>
                    <a:srgbClr val="000000"/>
                  </a:solidFill>
                  <a:latin typeface="Arial"/>
                  <a:ea typeface="Arial"/>
                  <a:cs typeface="Arial"/>
                </a:defRPr>
              </a:defPPr>
              <a:lvl1pPr algn="ctr">
                <a:defRPr sz="1394" b="0">
                  <a:solidFill>
                    <a:srgbClr val="000000"/>
                  </a:solidFill>
                  <a:latin typeface="Arial"/>
                  <a:ea typeface="Arial"/>
                  <a:cs typeface="Arial"/>
                </a:defRPr>
              </a:lvl1pPr>
              <a:lvl2pPr algn="ctr">
                <a:defRPr sz="1394" b="0">
                  <a:solidFill>
                    <a:srgbClr val="000000"/>
                  </a:solidFill>
                  <a:latin typeface="Arial"/>
                  <a:ea typeface="Arial"/>
                  <a:cs typeface="Arial"/>
                </a:defRPr>
              </a:lvl2pPr>
              <a:lvl3pPr algn="ctr">
                <a:defRPr sz="1394" b="0">
                  <a:solidFill>
                    <a:srgbClr val="000000"/>
                  </a:solidFill>
                  <a:latin typeface="Arial"/>
                  <a:ea typeface="Arial"/>
                  <a:cs typeface="Arial"/>
                </a:defRPr>
              </a:lvl3pPr>
              <a:lvl4pPr algn="ctr">
                <a:defRPr sz="1394" b="0">
                  <a:solidFill>
                    <a:srgbClr val="000000"/>
                  </a:solidFill>
                  <a:latin typeface="Arial"/>
                  <a:ea typeface="Arial"/>
                  <a:cs typeface="Arial"/>
                </a:defRPr>
              </a:lvl4pPr>
              <a:lvl5pPr algn="ctr">
                <a:defRPr sz="1394" b="0">
                  <a:solidFill>
                    <a:srgbClr val="000000"/>
                  </a:solidFill>
                  <a:latin typeface="Arial"/>
                  <a:ea typeface="Arial"/>
                  <a:cs typeface="Arial"/>
                </a:defRPr>
              </a:lvl5pPr>
              <a:lvl6pPr algn="ctr">
                <a:defRPr sz="1394" b="0">
                  <a:solidFill>
                    <a:srgbClr val="000000"/>
                  </a:solidFill>
                  <a:latin typeface="Arial"/>
                  <a:ea typeface="Arial"/>
                  <a:cs typeface="Arial"/>
                </a:defRPr>
              </a:lvl6pPr>
              <a:lvl7pPr algn="ctr">
                <a:defRPr sz="1394" b="0">
                  <a:solidFill>
                    <a:srgbClr val="000000"/>
                  </a:solidFill>
                  <a:latin typeface="Arial"/>
                  <a:ea typeface="Arial"/>
                  <a:cs typeface="Arial"/>
                </a:defRPr>
              </a:lvl7pPr>
              <a:lvl8pPr algn="ctr">
                <a:defRPr sz="1394" b="0">
                  <a:solidFill>
                    <a:srgbClr val="000000"/>
                  </a:solidFill>
                  <a:latin typeface="Arial"/>
                  <a:ea typeface="Arial"/>
                  <a:cs typeface="Arial"/>
                </a:defRPr>
              </a:lvl8pPr>
              <a:lvl9pPr algn="ctr">
                <a:defRPr sz="1394" b="0">
                  <a:solidFill>
                    <a:srgbClr val="000000"/>
                  </a:solidFill>
                  <a:latin typeface="Arial"/>
                  <a:ea typeface="Arial"/>
                  <a:cs typeface="Arial"/>
                </a:defRPr>
              </a:lvl9pPr>
            </a:lstStyle>
            <a:p>
              <a:pPr algn="ctr">
                <a:defRPr sz="1394" b="0">
                  <a:solidFill>
                    <a:srgbClr val="000000"/>
                  </a:solidFill>
                  <a:latin typeface="Arial"/>
                  <a:ea typeface="Arial"/>
                  <a:cs typeface="Arial"/>
                </a:defRPr>
              </a:pPr>
              <a:r>
                <a:rPr sz="1394" b="0">
                  <a:solidFill>
                    <a:srgbClr val="000000"/>
                  </a:solidFill>
                  <a:latin typeface="Arial"/>
                  <a:ea typeface="Arial"/>
                  <a:cs typeface="Arial"/>
                </a:rPr>
                <a:t>2</a:t>
              </a:r>
            </a:p>
          </p:txBody>
        </p:sp>
        <p:sp>
          <p:nvSpPr>
            <p:cNvPr id="100062" name="(c) Potential sections"/>
            <p:cNvSpPr/>
            <p:nvPr/>
          </p:nvSpPr>
          <p:spPr>
            <a:xfrm>
              <a:off x="190500" y="2828925"/>
              <a:ext cx="10572750" cy="295275"/>
            </a:xfrm>
            <a:prstGeom prst="rect">
              <a:avLst/>
            </a:prstGeom>
            <a:noFill/>
            <a:ln>
              <a:noFill/>
            </a:ln>
          </p:spPr>
          <p:txBody>
            <a:bodyPr wrap="none" lIns="0" rIns="0" tIns="0" bIns="0" anchor="ctr"/>
            <a:lstStyle/>
            <a:p>
              <a:pPr algn="l"/>
              <a:r>
                <a:rPr sz="2013" b="1" i="0">
                  <a:solidFill>
                    <a:srgbClr val="000000"/>
                  </a:solidFill>
                  <a:latin typeface="Arial"/>
                  <a:ea typeface="Arial"/>
                  <a:cs typeface="Arial"/>
                </a:rPr>
                <a:t>(c) Potential sections</a:t>
              </a:r>
            </a:p>
          </p:txBody>
        </p:sp>
        <p:sp>
          <p:nvSpPr>
            <p:cNvPr id="100063" name="z = -2 bohr"/>
            <p:cNvSpPr/>
            <p:nvPr/>
          </p:nvSpPr>
          <p:spPr>
            <a:xfrm>
              <a:off x="285750" y="3143250"/>
              <a:ext cx="2162175" cy="266700"/>
            </a:xfrm>
            <a:prstGeom prst="rect">
              <a:avLst/>
            </a:prstGeom>
            <a:noFill/>
            <a:ln>
              <a:noFill/>
            </a:ln>
          </p:spPr>
          <p:txBody>
            <a:bodyPr wrap="none" lIns="0" rIns="0" tIns="0" bIns="0" anchor="ctr"/>
            <a:lstStyle/>
            <a:p>
              <a:pPr algn="ctr"/>
              <a:r>
                <a:rPr sz="1703" b="1" i="0">
                  <a:solidFill>
                    <a:srgbClr val="000000"/>
                  </a:solidFill>
                  <a:latin typeface="Arial"/>
                  <a:ea typeface="Arial"/>
                  <a:cs typeface="Arial"/>
                </a:rPr>
                <a:t>z = -2 bohr</a:t>
              </a:r>
            </a:p>
          </p:txBody>
        </p:sp>
        <p:pic>
          <p:nvPicPr>
            <p:cNvPr id="100064" name="Benzene original reconstructed section 0"/>
            <p:cNvPicPr/>
            <p:nvPr/>
          </p:nvPicPr>
          <p:blipFill>
            <a:blip r:embed="addedSource100064"/>
            <a:stretch>
              <a:fillRect/>
            </a:stretch>
          </p:blipFill>
          <p:spPr>
            <a:xfrm>
              <a:off x="428625" y="3429000"/>
              <a:ext cx="1876425" cy="1876425"/>
            </a:xfrm>
            <a:prstGeom prst="rect">
              <a:avLst/>
            </a:prstGeom>
          </p:spPr>
        </p:pic>
        <p:sp>
          <p:nvSpPr>
            <p:cNvPr id="100065" name="-6"/>
            <p:cNvSpPr/>
            <p:nvPr/>
          </p:nvSpPr>
          <p:spPr>
            <a:xfrm>
              <a:off x="209550" y="5343525"/>
              <a:ext cx="438150" cy="228600"/>
            </a:xfrm>
            <a:prstGeom prst="rect">
              <a:avLst/>
            </a:prstGeom>
            <a:noFill/>
            <a:ln>
              <a:noFill/>
            </a:ln>
          </p:spPr>
          <p:txBody>
            <a:bodyPr wrap="none" lIns="0" rIns="0" tIns="0" bIns="0" anchor="ctr"/>
            <a:lstStyle/>
            <a:p>
              <a:pPr algn="ctr"/>
              <a:r>
                <a:rPr sz="1394" b="0" i="0">
                  <a:solidFill>
                    <a:srgbClr val="000000"/>
                  </a:solidFill>
                  <a:latin typeface="Arial"/>
                  <a:ea typeface="Arial"/>
                  <a:cs typeface="Arial"/>
                </a:rPr>
                <a:t>-6</a:t>
              </a:r>
            </a:p>
          </p:txBody>
        </p:sp>
        <p:sp>
          <p:nvSpPr>
            <p:cNvPr id="100066" name="-6"/>
            <p:cNvSpPr/>
            <p:nvPr/>
          </p:nvSpPr>
          <p:spPr>
            <a:xfrm>
              <a:off x="57150" y="5191125"/>
              <a:ext cx="304800" cy="228600"/>
            </a:xfrm>
            <a:prstGeom prst="rect">
              <a:avLst/>
            </a:prstGeom>
            <a:noFill/>
            <a:ln>
              <a:noFill/>
            </a:ln>
          </p:spPr>
          <p:txBody>
            <a:bodyPr wrap="none" lIns="0" rIns="0" tIns="0" bIns="0" anchor="ctr"/>
            <a:lstStyle/>
            <a:p>
              <a:pPr algn="r"/>
              <a:r>
                <a:rPr sz="1394" b="0" i="0">
                  <a:solidFill>
                    <a:srgbClr val="000000"/>
                  </a:solidFill>
                  <a:latin typeface="Arial"/>
                  <a:ea typeface="Arial"/>
                  <a:cs typeface="Arial"/>
                </a:rPr>
                <a:t>-6</a:t>
              </a:r>
            </a:p>
          </p:txBody>
        </p:sp>
        <p:sp>
          <p:nvSpPr>
            <p:cNvPr id="100067" name="0"/>
            <p:cNvSpPr/>
            <p:nvPr/>
          </p:nvSpPr>
          <p:spPr>
            <a:xfrm>
              <a:off x="1147763" y="5343525"/>
              <a:ext cx="438150" cy="228600"/>
            </a:xfrm>
            <a:prstGeom prst="rect">
              <a:avLst/>
            </a:prstGeom>
            <a:noFill/>
            <a:ln>
              <a:noFill/>
            </a:ln>
          </p:spPr>
          <p:txBody>
            <a:bodyPr wrap="none" lIns="0" rIns="0" tIns="0" bIns="0" anchor="ctr"/>
            <a:lstStyle/>
            <a:p>
              <a:pPr algn="ctr"/>
              <a:r>
                <a:rPr sz="1394" b="0" i="0">
                  <a:solidFill>
                    <a:srgbClr val="000000"/>
                  </a:solidFill>
                  <a:latin typeface="Arial"/>
                  <a:ea typeface="Arial"/>
                  <a:cs typeface="Arial"/>
                </a:rPr>
                <a:t>0</a:t>
              </a:r>
            </a:p>
          </p:txBody>
        </p:sp>
        <p:sp>
          <p:nvSpPr>
            <p:cNvPr id="100068" name="0"/>
            <p:cNvSpPr/>
            <p:nvPr/>
          </p:nvSpPr>
          <p:spPr>
            <a:xfrm>
              <a:off x="57150" y="4252912"/>
              <a:ext cx="304800" cy="228600"/>
            </a:xfrm>
            <a:prstGeom prst="rect">
              <a:avLst/>
            </a:prstGeom>
            <a:noFill/>
            <a:ln>
              <a:noFill/>
            </a:ln>
          </p:spPr>
          <p:txBody>
            <a:bodyPr wrap="none" lIns="0" rIns="0" tIns="0" bIns="0" anchor="ctr"/>
            <a:lstStyle/>
            <a:p>
              <a:pPr algn="r"/>
              <a:r>
                <a:rPr sz="1394" b="0" i="0">
                  <a:solidFill>
                    <a:srgbClr val="000000"/>
                  </a:solidFill>
                  <a:latin typeface="Arial"/>
                  <a:ea typeface="Arial"/>
                  <a:cs typeface="Arial"/>
                </a:rPr>
                <a:t>0</a:t>
              </a:r>
            </a:p>
          </p:txBody>
        </p:sp>
        <p:sp>
          <p:nvSpPr>
            <p:cNvPr id="100069" name="6"/>
            <p:cNvSpPr/>
            <p:nvPr/>
          </p:nvSpPr>
          <p:spPr>
            <a:xfrm>
              <a:off x="2085975" y="5343525"/>
              <a:ext cx="438150" cy="228600"/>
            </a:xfrm>
            <a:prstGeom prst="rect">
              <a:avLst/>
            </a:prstGeom>
            <a:noFill/>
            <a:ln>
              <a:noFill/>
            </a:ln>
          </p:spPr>
          <p:txBody>
            <a:bodyPr wrap="none" lIns="0" rIns="0" tIns="0" bIns="0" anchor="ctr"/>
            <a:lstStyle/>
            <a:p>
              <a:pPr algn="ctr"/>
              <a:r>
                <a:rPr sz="1394" b="0" i="0">
                  <a:solidFill>
                    <a:srgbClr val="000000"/>
                  </a:solidFill>
                  <a:latin typeface="Arial"/>
                  <a:ea typeface="Arial"/>
                  <a:cs typeface="Arial"/>
                </a:rPr>
                <a:t>6</a:t>
              </a:r>
            </a:p>
          </p:txBody>
        </p:sp>
        <p:sp>
          <p:nvSpPr>
            <p:cNvPr id="100070" name="6"/>
            <p:cNvSpPr/>
            <p:nvPr/>
          </p:nvSpPr>
          <p:spPr>
            <a:xfrm>
              <a:off x="57150" y="3314700"/>
              <a:ext cx="304800" cy="228600"/>
            </a:xfrm>
            <a:prstGeom prst="rect">
              <a:avLst/>
            </a:prstGeom>
            <a:noFill/>
            <a:ln>
              <a:noFill/>
            </a:ln>
          </p:spPr>
          <p:txBody>
            <a:bodyPr wrap="none" lIns="0" rIns="0" tIns="0" bIns="0" anchor="ctr"/>
            <a:lstStyle/>
            <a:p>
              <a:pPr algn="r"/>
              <a:r>
                <a:rPr sz="1394" b="0" i="0">
                  <a:solidFill>
                    <a:srgbClr val="000000"/>
                  </a:solidFill>
                  <a:latin typeface="Arial"/>
                  <a:ea typeface="Arial"/>
                  <a:cs typeface="Arial"/>
                </a:rPr>
                <a:t>6</a:t>
              </a:r>
            </a:p>
          </p:txBody>
        </p:sp>
        <p:sp>
          <p:nvSpPr>
            <p:cNvPr id="100071" name="x (bohr)"/>
            <p:cNvSpPr/>
            <p:nvPr/>
          </p:nvSpPr>
          <p:spPr>
            <a:xfrm>
              <a:off x="428625" y="5591175"/>
              <a:ext cx="1876425" cy="228600"/>
            </a:xfrm>
            <a:prstGeom prst="rect">
              <a:avLst/>
            </a:prstGeom>
            <a:noFill/>
            <a:ln>
              <a:noFill/>
            </a:ln>
          </p:spPr>
          <p:txBody>
            <a:bodyPr wrap="none" lIns="0" rIns="0" tIns="0" bIns="0" anchor="ctr"/>
            <a:lstStyle/>
            <a:p>
              <a:pPr algn="ctr"/>
              <a:r>
                <a:rPr sz="1471" b="0" i="0">
                  <a:solidFill>
                    <a:srgbClr val="000000"/>
                  </a:solidFill>
                  <a:latin typeface="Arial"/>
                  <a:ea typeface="Arial"/>
                  <a:cs typeface="Arial"/>
                </a:rPr>
                <a:t>x (bohr)</a:t>
              </a:r>
            </a:p>
          </p:txBody>
        </p:sp>
        <p:sp>
          <p:nvSpPr>
            <p:cNvPr id="100072" name="z = -1 bohr"/>
            <p:cNvSpPr/>
            <p:nvPr/>
          </p:nvSpPr>
          <p:spPr>
            <a:xfrm>
              <a:off x="2381250" y="3143250"/>
              <a:ext cx="2162175" cy="266700"/>
            </a:xfrm>
            <a:prstGeom prst="rect">
              <a:avLst/>
            </a:prstGeom>
            <a:noFill/>
            <a:ln>
              <a:noFill/>
            </a:ln>
          </p:spPr>
          <p:txBody>
            <a:bodyPr wrap="none" lIns="0" rIns="0" tIns="0" bIns="0" anchor="ctr"/>
            <a:lstStyle/>
            <a:p>
              <a:pPr algn="ctr"/>
              <a:r>
                <a:rPr sz="1703" b="1" i="0">
                  <a:solidFill>
                    <a:srgbClr val="000000"/>
                  </a:solidFill>
                  <a:latin typeface="Arial"/>
                  <a:ea typeface="Arial"/>
                  <a:cs typeface="Arial"/>
                </a:rPr>
                <a:t>z = -1 bohr</a:t>
              </a:r>
            </a:p>
          </p:txBody>
        </p:sp>
        <p:pic>
          <p:nvPicPr>
            <p:cNvPr id="100073" name="Benzene original reconstructed section 5"/>
            <p:cNvPicPr/>
            <p:nvPr/>
          </p:nvPicPr>
          <p:blipFill>
            <a:blip r:embed="addedSource100073"/>
            <a:stretch>
              <a:fillRect/>
            </a:stretch>
          </p:blipFill>
          <p:spPr>
            <a:xfrm>
              <a:off x="2524125" y="3429000"/>
              <a:ext cx="1876425" cy="1876425"/>
            </a:xfrm>
            <a:prstGeom prst="rect">
              <a:avLst/>
            </a:prstGeom>
          </p:spPr>
        </p:pic>
        <p:sp>
          <p:nvSpPr>
            <p:cNvPr id="100074" name="-6"/>
            <p:cNvSpPr/>
            <p:nvPr/>
          </p:nvSpPr>
          <p:spPr>
            <a:xfrm>
              <a:off x="2305050" y="5343525"/>
              <a:ext cx="438150" cy="228600"/>
            </a:xfrm>
            <a:prstGeom prst="rect">
              <a:avLst/>
            </a:prstGeom>
            <a:noFill/>
            <a:ln>
              <a:noFill/>
            </a:ln>
          </p:spPr>
          <p:txBody>
            <a:bodyPr wrap="none" lIns="0" rIns="0" tIns="0" bIns="0" anchor="ctr"/>
            <a:lstStyle/>
            <a:p>
              <a:pPr algn="ctr"/>
              <a:r>
                <a:rPr sz="1394" b="0" i="0">
                  <a:solidFill>
                    <a:srgbClr val="000000"/>
                  </a:solidFill>
                  <a:latin typeface="Arial"/>
                  <a:ea typeface="Arial"/>
                  <a:cs typeface="Arial"/>
                </a:rPr>
                <a:t>-6</a:t>
              </a:r>
            </a:p>
          </p:txBody>
        </p:sp>
        <p:sp>
          <p:nvSpPr>
            <p:cNvPr id="100075" name="0"/>
            <p:cNvSpPr/>
            <p:nvPr/>
          </p:nvSpPr>
          <p:spPr>
            <a:xfrm>
              <a:off x="3243262" y="5343525"/>
              <a:ext cx="438150" cy="228600"/>
            </a:xfrm>
            <a:prstGeom prst="rect">
              <a:avLst/>
            </a:prstGeom>
            <a:noFill/>
            <a:ln>
              <a:noFill/>
            </a:ln>
          </p:spPr>
          <p:txBody>
            <a:bodyPr wrap="none" lIns="0" rIns="0" tIns="0" bIns="0" anchor="ctr"/>
            <a:lstStyle/>
            <a:p>
              <a:pPr algn="ctr"/>
              <a:r>
                <a:rPr sz="1394" b="0" i="0">
                  <a:solidFill>
                    <a:srgbClr val="000000"/>
                  </a:solidFill>
                  <a:latin typeface="Arial"/>
                  <a:ea typeface="Arial"/>
                  <a:cs typeface="Arial"/>
                </a:rPr>
                <a:t>0</a:t>
              </a:r>
            </a:p>
          </p:txBody>
        </p:sp>
        <p:sp>
          <p:nvSpPr>
            <p:cNvPr id="100076" name="6"/>
            <p:cNvSpPr/>
            <p:nvPr/>
          </p:nvSpPr>
          <p:spPr>
            <a:xfrm>
              <a:off x="4181475" y="5343525"/>
              <a:ext cx="438150" cy="228600"/>
            </a:xfrm>
            <a:prstGeom prst="rect">
              <a:avLst/>
            </a:prstGeom>
            <a:noFill/>
            <a:ln>
              <a:noFill/>
            </a:ln>
          </p:spPr>
          <p:txBody>
            <a:bodyPr wrap="none" lIns="0" rIns="0" tIns="0" bIns="0" anchor="ctr"/>
            <a:lstStyle/>
            <a:p>
              <a:pPr algn="ctr"/>
              <a:r>
                <a:rPr sz="1394" b="0" i="0">
                  <a:solidFill>
                    <a:srgbClr val="000000"/>
                  </a:solidFill>
                  <a:latin typeface="Arial"/>
                  <a:ea typeface="Arial"/>
                  <a:cs typeface="Arial"/>
                </a:rPr>
                <a:t>6</a:t>
              </a:r>
            </a:p>
          </p:txBody>
        </p:sp>
        <p:sp>
          <p:nvSpPr>
            <p:cNvPr id="100077" name="x (bohr)"/>
            <p:cNvSpPr/>
            <p:nvPr/>
          </p:nvSpPr>
          <p:spPr>
            <a:xfrm>
              <a:off x="2524125" y="5591175"/>
              <a:ext cx="1876425" cy="228600"/>
            </a:xfrm>
            <a:prstGeom prst="rect">
              <a:avLst/>
            </a:prstGeom>
            <a:noFill/>
            <a:ln>
              <a:noFill/>
            </a:ln>
          </p:spPr>
          <p:txBody>
            <a:bodyPr wrap="none" lIns="0" rIns="0" tIns="0" bIns="0" anchor="ctr"/>
            <a:lstStyle/>
            <a:p>
              <a:pPr algn="ctr"/>
              <a:r>
                <a:rPr sz="1471" b="0" i="0">
                  <a:solidFill>
                    <a:srgbClr val="000000"/>
                  </a:solidFill>
                  <a:latin typeface="Arial"/>
                  <a:ea typeface="Arial"/>
                  <a:cs typeface="Arial"/>
                </a:rPr>
                <a:t>x (bohr)</a:t>
              </a:r>
            </a:p>
          </p:txBody>
        </p:sp>
        <p:sp>
          <p:nvSpPr>
            <p:cNvPr id="100078" name="z = 0 bohr"/>
            <p:cNvSpPr/>
            <p:nvPr/>
          </p:nvSpPr>
          <p:spPr>
            <a:xfrm>
              <a:off x="4476750" y="3143250"/>
              <a:ext cx="2162175" cy="266700"/>
            </a:xfrm>
            <a:prstGeom prst="rect">
              <a:avLst/>
            </a:prstGeom>
            <a:noFill/>
            <a:ln>
              <a:noFill/>
            </a:ln>
          </p:spPr>
          <p:txBody>
            <a:bodyPr wrap="none" lIns="0" rIns="0" tIns="0" bIns="0" anchor="ctr"/>
            <a:lstStyle/>
            <a:p>
              <a:pPr algn="ctr"/>
              <a:r>
                <a:rPr sz="1703" b="1" i="0">
                  <a:solidFill>
                    <a:srgbClr val="000000"/>
                  </a:solidFill>
                  <a:latin typeface="Arial"/>
                  <a:ea typeface="Arial"/>
                  <a:cs typeface="Arial"/>
                </a:rPr>
                <a:t>z = 0 bohr</a:t>
              </a:r>
            </a:p>
          </p:txBody>
        </p:sp>
        <p:pic>
          <p:nvPicPr>
            <p:cNvPr id="100079" name="Benzene original reconstructed section 10"/>
            <p:cNvPicPr/>
            <p:nvPr/>
          </p:nvPicPr>
          <p:blipFill>
            <a:blip r:embed="addedSource100079"/>
            <a:stretch>
              <a:fillRect/>
            </a:stretch>
          </p:blipFill>
          <p:spPr>
            <a:xfrm>
              <a:off x="4619625" y="3429000"/>
              <a:ext cx="1876425" cy="1876425"/>
            </a:xfrm>
            <a:prstGeom prst="rect">
              <a:avLst/>
            </a:prstGeom>
          </p:spPr>
        </p:pic>
        <p:sp>
          <p:nvSpPr>
            <p:cNvPr id="100080" name="-6"/>
            <p:cNvSpPr/>
            <p:nvPr/>
          </p:nvSpPr>
          <p:spPr>
            <a:xfrm>
              <a:off x="4400550" y="5343525"/>
              <a:ext cx="438150" cy="228600"/>
            </a:xfrm>
            <a:prstGeom prst="rect">
              <a:avLst/>
            </a:prstGeom>
            <a:noFill/>
            <a:ln>
              <a:noFill/>
            </a:ln>
          </p:spPr>
          <p:txBody>
            <a:bodyPr wrap="none" lIns="0" rIns="0" tIns="0" bIns="0" anchor="ctr"/>
            <a:lstStyle/>
            <a:p>
              <a:pPr algn="ctr"/>
              <a:r>
                <a:rPr sz="1394" b="0" i="0">
                  <a:solidFill>
                    <a:srgbClr val="000000"/>
                  </a:solidFill>
                  <a:latin typeface="Arial"/>
                  <a:ea typeface="Arial"/>
                  <a:cs typeface="Arial"/>
                </a:rPr>
                <a:t>-6</a:t>
              </a:r>
            </a:p>
          </p:txBody>
        </p:sp>
        <p:sp>
          <p:nvSpPr>
            <p:cNvPr id="100081" name="0"/>
            <p:cNvSpPr/>
            <p:nvPr/>
          </p:nvSpPr>
          <p:spPr>
            <a:xfrm>
              <a:off x="5338763" y="5343525"/>
              <a:ext cx="438150" cy="228600"/>
            </a:xfrm>
            <a:prstGeom prst="rect">
              <a:avLst/>
            </a:prstGeom>
            <a:noFill/>
            <a:ln>
              <a:noFill/>
            </a:ln>
          </p:spPr>
          <p:txBody>
            <a:bodyPr wrap="none" lIns="0" rIns="0" tIns="0" bIns="0" anchor="ctr"/>
            <a:lstStyle/>
            <a:p>
              <a:pPr algn="ctr"/>
              <a:r>
                <a:rPr sz="1394" b="0" i="0">
                  <a:solidFill>
                    <a:srgbClr val="000000"/>
                  </a:solidFill>
                  <a:latin typeface="Arial"/>
                  <a:ea typeface="Arial"/>
                  <a:cs typeface="Arial"/>
                </a:rPr>
                <a:t>0</a:t>
              </a:r>
            </a:p>
          </p:txBody>
        </p:sp>
        <p:sp>
          <p:nvSpPr>
            <p:cNvPr id="100082" name="6"/>
            <p:cNvSpPr/>
            <p:nvPr/>
          </p:nvSpPr>
          <p:spPr>
            <a:xfrm>
              <a:off x="6276975" y="5343525"/>
              <a:ext cx="438150" cy="228600"/>
            </a:xfrm>
            <a:prstGeom prst="rect">
              <a:avLst/>
            </a:prstGeom>
            <a:noFill/>
            <a:ln>
              <a:noFill/>
            </a:ln>
          </p:spPr>
          <p:txBody>
            <a:bodyPr wrap="none" lIns="0" rIns="0" tIns="0" bIns="0" anchor="ctr"/>
            <a:lstStyle/>
            <a:p>
              <a:pPr algn="ctr"/>
              <a:r>
                <a:rPr sz="1394" b="0" i="0">
                  <a:solidFill>
                    <a:srgbClr val="000000"/>
                  </a:solidFill>
                  <a:latin typeface="Arial"/>
                  <a:ea typeface="Arial"/>
                  <a:cs typeface="Arial"/>
                </a:rPr>
                <a:t>6</a:t>
              </a:r>
            </a:p>
          </p:txBody>
        </p:sp>
        <p:sp>
          <p:nvSpPr>
            <p:cNvPr id="100083" name="x (bohr)"/>
            <p:cNvSpPr/>
            <p:nvPr/>
          </p:nvSpPr>
          <p:spPr>
            <a:xfrm>
              <a:off x="4619625" y="5591175"/>
              <a:ext cx="1876425" cy="228600"/>
            </a:xfrm>
            <a:prstGeom prst="rect">
              <a:avLst/>
            </a:prstGeom>
            <a:noFill/>
            <a:ln>
              <a:noFill/>
            </a:ln>
          </p:spPr>
          <p:txBody>
            <a:bodyPr wrap="none" lIns="0" rIns="0" tIns="0" bIns="0" anchor="ctr"/>
            <a:lstStyle/>
            <a:p>
              <a:pPr algn="ctr"/>
              <a:r>
                <a:rPr sz="1471" b="0" i="0">
                  <a:solidFill>
                    <a:srgbClr val="000000"/>
                  </a:solidFill>
                  <a:latin typeface="Arial"/>
                  <a:ea typeface="Arial"/>
                  <a:cs typeface="Arial"/>
                </a:rPr>
                <a:t>x (bohr)</a:t>
              </a:r>
            </a:p>
          </p:txBody>
        </p:sp>
        <p:sp>
          <p:nvSpPr>
            <p:cNvPr id="100084" name="z = 1 bohr"/>
            <p:cNvSpPr/>
            <p:nvPr/>
          </p:nvSpPr>
          <p:spPr>
            <a:xfrm>
              <a:off x="6572250" y="3143250"/>
              <a:ext cx="2162175" cy="266700"/>
            </a:xfrm>
            <a:prstGeom prst="rect">
              <a:avLst/>
            </a:prstGeom>
            <a:noFill/>
            <a:ln>
              <a:noFill/>
            </a:ln>
          </p:spPr>
          <p:txBody>
            <a:bodyPr wrap="none" lIns="0" rIns="0" tIns="0" bIns="0" anchor="ctr"/>
            <a:lstStyle/>
            <a:p>
              <a:pPr algn="ctr"/>
              <a:r>
                <a:rPr sz="1703" b="1" i="0">
                  <a:solidFill>
                    <a:srgbClr val="000000"/>
                  </a:solidFill>
                  <a:latin typeface="Arial"/>
                  <a:ea typeface="Arial"/>
                  <a:cs typeface="Arial"/>
                </a:rPr>
                <a:t>z = 1 bohr</a:t>
              </a:r>
            </a:p>
          </p:txBody>
        </p:sp>
        <p:pic>
          <p:nvPicPr>
            <p:cNvPr id="100085" name="Benzene original reconstructed section 15"/>
            <p:cNvPicPr/>
            <p:nvPr/>
          </p:nvPicPr>
          <p:blipFill>
            <a:blip r:embed="addedSource100085"/>
            <a:stretch>
              <a:fillRect/>
            </a:stretch>
          </p:blipFill>
          <p:spPr>
            <a:xfrm>
              <a:off x="6715125" y="3429000"/>
              <a:ext cx="1876425" cy="1876425"/>
            </a:xfrm>
            <a:prstGeom prst="rect">
              <a:avLst/>
            </a:prstGeom>
          </p:spPr>
        </p:pic>
        <p:sp>
          <p:nvSpPr>
            <p:cNvPr id="100086" name="-6"/>
            <p:cNvSpPr/>
            <p:nvPr/>
          </p:nvSpPr>
          <p:spPr>
            <a:xfrm>
              <a:off x="6496050" y="5343525"/>
              <a:ext cx="438150" cy="228600"/>
            </a:xfrm>
            <a:prstGeom prst="rect">
              <a:avLst/>
            </a:prstGeom>
            <a:noFill/>
            <a:ln>
              <a:noFill/>
            </a:ln>
          </p:spPr>
          <p:txBody>
            <a:bodyPr wrap="none" lIns="0" rIns="0" tIns="0" bIns="0" anchor="ctr"/>
            <a:lstStyle/>
            <a:p>
              <a:pPr algn="ctr"/>
              <a:r>
                <a:rPr sz="1394" b="0" i="0">
                  <a:solidFill>
                    <a:srgbClr val="000000"/>
                  </a:solidFill>
                  <a:latin typeface="Arial"/>
                  <a:ea typeface="Arial"/>
                  <a:cs typeface="Arial"/>
                </a:rPr>
                <a:t>-6</a:t>
              </a:r>
            </a:p>
          </p:txBody>
        </p:sp>
        <p:sp>
          <p:nvSpPr>
            <p:cNvPr id="100087" name="0"/>
            <p:cNvSpPr/>
            <p:nvPr/>
          </p:nvSpPr>
          <p:spPr>
            <a:xfrm>
              <a:off x="7434262" y="5343525"/>
              <a:ext cx="438150" cy="228600"/>
            </a:xfrm>
            <a:prstGeom prst="rect">
              <a:avLst/>
            </a:prstGeom>
            <a:noFill/>
            <a:ln>
              <a:noFill/>
            </a:ln>
          </p:spPr>
          <p:txBody>
            <a:bodyPr wrap="none" lIns="0" rIns="0" tIns="0" bIns="0" anchor="ctr"/>
            <a:lstStyle/>
            <a:p>
              <a:pPr algn="ctr"/>
              <a:r>
                <a:rPr sz="1394" b="0" i="0">
                  <a:solidFill>
                    <a:srgbClr val="000000"/>
                  </a:solidFill>
                  <a:latin typeface="Arial"/>
                  <a:ea typeface="Arial"/>
                  <a:cs typeface="Arial"/>
                </a:rPr>
                <a:t>0</a:t>
              </a:r>
            </a:p>
          </p:txBody>
        </p:sp>
        <p:sp>
          <p:nvSpPr>
            <p:cNvPr id="100088" name="6"/>
            <p:cNvSpPr/>
            <p:nvPr/>
          </p:nvSpPr>
          <p:spPr>
            <a:xfrm>
              <a:off x="8372475" y="5343525"/>
              <a:ext cx="438150" cy="228600"/>
            </a:xfrm>
            <a:prstGeom prst="rect">
              <a:avLst/>
            </a:prstGeom>
            <a:noFill/>
            <a:ln>
              <a:noFill/>
            </a:ln>
          </p:spPr>
          <p:txBody>
            <a:bodyPr wrap="none" lIns="0" rIns="0" tIns="0" bIns="0" anchor="ctr"/>
            <a:lstStyle/>
            <a:p>
              <a:pPr algn="ctr"/>
              <a:r>
                <a:rPr sz="1394" b="0" i="0">
                  <a:solidFill>
                    <a:srgbClr val="000000"/>
                  </a:solidFill>
                  <a:latin typeface="Arial"/>
                  <a:ea typeface="Arial"/>
                  <a:cs typeface="Arial"/>
                </a:rPr>
                <a:t>6</a:t>
              </a:r>
            </a:p>
          </p:txBody>
        </p:sp>
        <p:sp>
          <p:nvSpPr>
            <p:cNvPr id="100089" name="x (bohr)"/>
            <p:cNvSpPr/>
            <p:nvPr/>
          </p:nvSpPr>
          <p:spPr>
            <a:xfrm>
              <a:off x="6715125" y="5591175"/>
              <a:ext cx="1876425" cy="228600"/>
            </a:xfrm>
            <a:prstGeom prst="rect">
              <a:avLst/>
            </a:prstGeom>
            <a:noFill/>
            <a:ln>
              <a:noFill/>
            </a:ln>
          </p:spPr>
          <p:txBody>
            <a:bodyPr wrap="none" lIns="0" rIns="0" tIns="0" bIns="0" anchor="ctr"/>
            <a:lstStyle/>
            <a:p>
              <a:pPr algn="ctr"/>
              <a:r>
                <a:rPr sz="1471" b="0" i="0">
                  <a:solidFill>
                    <a:srgbClr val="000000"/>
                  </a:solidFill>
                  <a:latin typeface="Arial"/>
                  <a:ea typeface="Arial"/>
                  <a:cs typeface="Arial"/>
                </a:rPr>
                <a:t>x (bohr)</a:t>
              </a:r>
            </a:p>
          </p:txBody>
        </p:sp>
        <p:sp>
          <p:nvSpPr>
            <p:cNvPr id="100090" name="z = 2 bohr"/>
            <p:cNvSpPr/>
            <p:nvPr/>
          </p:nvSpPr>
          <p:spPr>
            <a:xfrm>
              <a:off x="8667750" y="3143250"/>
              <a:ext cx="2162175" cy="266700"/>
            </a:xfrm>
            <a:prstGeom prst="rect">
              <a:avLst/>
            </a:prstGeom>
            <a:noFill/>
            <a:ln>
              <a:noFill/>
            </a:ln>
          </p:spPr>
          <p:txBody>
            <a:bodyPr wrap="none" lIns="0" rIns="0" tIns="0" bIns="0" anchor="ctr"/>
            <a:lstStyle/>
            <a:p>
              <a:pPr algn="ctr"/>
              <a:r>
                <a:rPr sz="1703" b="1" i="0">
                  <a:solidFill>
                    <a:srgbClr val="000000"/>
                  </a:solidFill>
                  <a:latin typeface="Arial"/>
                  <a:ea typeface="Arial"/>
                  <a:cs typeface="Arial"/>
                </a:rPr>
                <a:t>z = 2 bohr</a:t>
              </a:r>
            </a:p>
          </p:txBody>
        </p:sp>
        <p:pic>
          <p:nvPicPr>
            <p:cNvPr id="100091" name="Benzene original reconstructed section 20"/>
            <p:cNvPicPr/>
            <p:nvPr/>
          </p:nvPicPr>
          <p:blipFill>
            <a:blip r:embed="addedSource100091"/>
            <a:stretch>
              <a:fillRect/>
            </a:stretch>
          </p:blipFill>
          <p:spPr>
            <a:xfrm>
              <a:off x="8810625" y="3429000"/>
              <a:ext cx="1876425" cy="1876425"/>
            </a:xfrm>
            <a:prstGeom prst="rect">
              <a:avLst/>
            </a:prstGeom>
          </p:spPr>
        </p:pic>
        <p:sp>
          <p:nvSpPr>
            <p:cNvPr id="100092" name="-6"/>
            <p:cNvSpPr/>
            <p:nvPr/>
          </p:nvSpPr>
          <p:spPr>
            <a:xfrm>
              <a:off x="8591550" y="5343525"/>
              <a:ext cx="438150" cy="228600"/>
            </a:xfrm>
            <a:prstGeom prst="rect">
              <a:avLst/>
            </a:prstGeom>
            <a:noFill/>
            <a:ln>
              <a:noFill/>
            </a:ln>
          </p:spPr>
          <p:txBody>
            <a:bodyPr wrap="none" lIns="0" rIns="0" tIns="0" bIns="0" anchor="ctr"/>
            <a:lstStyle/>
            <a:p>
              <a:pPr algn="ctr"/>
              <a:r>
                <a:rPr sz="1394" b="0" i="0">
                  <a:solidFill>
                    <a:srgbClr val="000000"/>
                  </a:solidFill>
                  <a:latin typeface="Arial"/>
                  <a:ea typeface="Arial"/>
                  <a:cs typeface="Arial"/>
                </a:rPr>
                <a:t>-6</a:t>
              </a:r>
            </a:p>
          </p:txBody>
        </p:sp>
        <p:sp>
          <p:nvSpPr>
            <p:cNvPr id="100093" name="0"/>
            <p:cNvSpPr/>
            <p:nvPr/>
          </p:nvSpPr>
          <p:spPr>
            <a:xfrm>
              <a:off x="9529763" y="5343525"/>
              <a:ext cx="438150" cy="228600"/>
            </a:xfrm>
            <a:prstGeom prst="rect">
              <a:avLst/>
            </a:prstGeom>
            <a:noFill/>
            <a:ln>
              <a:noFill/>
            </a:ln>
          </p:spPr>
          <p:txBody>
            <a:bodyPr wrap="none" lIns="0" rIns="0" tIns="0" bIns="0" anchor="ctr"/>
            <a:lstStyle/>
            <a:p>
              <a:pPr algn="ctr"/>
              <a:r>
                <a:rPr sz="1394" b="0" i="0">
                  <a:solidFill>
                    <a:srgbClr val="000000"/>
                  </a:solidFill>
                  <a:latin typeface="Arial"/>
                  <a:ea typeface="Arial"/>
                  <a:cs typeface="Arial"/>
                </a:rPr>
                <a:t>0</a:t>
              </a:r>
            </a:p>
          </p:txBody>
        </p:sp>
        <p:sp>
          <p:nvSpPr>
            <p:cNvPr id="100094" name="6"/>
            <p:cNvSpPr/>
            <p:nvPr/>
          </p:nvSpPr>
          <p:spPr>
            <a:xfrm>
              <a:off x="10467975" y="5343525"/>
              <a:ext cx="438150" cy="228600"/>
            </a:xfrm>
            <a:prstGeom prst="rect">
              <a:avLst/>
            </a:prstGeom>
            <a:noFill/>
            <a:ln>
              <a:noFill/>
            </a:ln>
          </p:spPr>
          <p:txBody>
            <a:bodyPr wrap="none" lIns="0" rIns="0" tIns="0" bIns="0" anchor="ctr"/>
            <a:lstStyle/>
            <a:p>
              <a:pPr algn="ctr"/>
              <a:r>
                <a:rPr sz="1394" b="0" i="0">
                  <a:solidFill>
                    <a:srgbClr val="000000"/>
                  </a:solidFill>
                  <a:latin typeface="Arial"/>
                  <a:ea typeface="Arial"/>
                  <a:cs typeface="Arial"/>
                </a:rPr>
                <a:t>6</a:t>
              </a:r>
            </a:p>
          </p:txBody>
        </p:sp>
        <p:sp>
          <p:nvSpPr>
            <p:cNvPr id="100095" name="x (bohr)"/>
            <p:cNvSpPr/>
            <p:nvPr/>
          </p:nvSpPr>
          <p:spPr>
            <a:xfrm>
              <a:off x="8810625" y="5591175"/>
              <a:ext cx="1876425" cy="228600"/>
            </a:xfrm>
            <a:prstGeom prst="rect">
              <a:avLst/>
            </a:prstGeom>
            <a:noFill/>
            <a:ln>
              <a:noFill/>
            </a:ln>
          </p:spPr>
          <p:txBody>
            <a:bodyPr wrap="none" lIns="0" rIns="0" tIns="0" bIns="0" anchor="ctr"/>
            <a:lstStyle/>
            <a:p>
              <a:pPr algn="ctr"/>
              <a:r>
                <a:rPr sz="1471" b="0" i="0">
                  <a:solidFill>
                    <a:srgbClr val="000000"/>
                  </a:solidFill>
                  <a:latin typeface="Arial"/>
                  <a:ea typeface="Arial"/>
                  <a:cs typeface="Arial"/>
                </a:rPr>
                <a:t>x (bohr)</a:t>
              </a:r>
            </a:p>
          </p:txBody>
        </p:sp>
      </p:grpSp>
    </p:spTree>
    <p:extLst>
      <p:ext uri="{BB962C8B-B14F-4D97-AF65-F5344CB8AC3E}">
        <ns4:creationId val="1464075205"/>
      </p:ext>
    </p:extLst>
  </p:cSld>
</p:sld>
</file>

<file path=ppt/slides/slide10.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grpSp>
        <p:nvGrpSpPr>
          <p:cNvPr id="10064" name="Manuscript Figure 10: Tangaroa results"/>
          <p:cNvGrpSpPr/>
          <p:nvPr/>
        </p:nvGrpSpPr>
        <p:grpSpPr>
          <a:xfrm>
            <a:off x="0" y="570767"/>
            <a:ext cx="12801600" cy="4954465"/>
            <a:chOff x="0" y="0"/>
            <a:chExt cx="11887200" cy="4600575"/>
          </a:xfrm>
        </p:grpSpPr>
        <p:sp>
          <p:nvSpPr>
            <p:cNvPr id="2" name="text_001">
              <a:extLst>
                <a:ext uri="{FF2B5EF4-FFF2-40B4-BE49-F238E27FC236}">
                  <ns2:creationId id="{C838C582-4158-4C61-BEE3-488CA74B6602}"/>
                </a:ext>
              </a:extLst>
            </p:cNvPr>
            <p:cNvSpPr>
              <a:spLocks noGrp="1"/>
            </p:cNvSpPr>
            <p:nvPr/>
          </p:nvSpPr>
          <p:spPr>
            <a:xfrm>
              <a:off x="1057275" y="28575"/>
              <a:ext cx="6191250" cy="247650"/>
            </a:xfrm>
            <a:prstGeom prst="rect">
              <a:avLst/>
            </a:prstGeom>
            <a:noFill/>
            <a:ln w="0">
              <a:noFill/>
              <a:prstDash val="solid"/>
            </a:ln>
          </p:spPr>
          <p:txBody>
            <a:bodyPr wrap="none" lIns="0" tIns="0" rIns="0" bIns="0" anchor="t">
              <a:noAutofit/>
            </a:bodyPr>
            <a:lstStyle>
              <a:defPPr algn="l">
                <a:defRPr sz="1938" b="1">
                  <a:solidFill>
                    <a:srgbClr val="000000"/>
                  </a:solidFill>
                  <a:latin typeface="Arial"/>
                  <a:ea typeface="Arial"/>
                  <a:cs typeface="Arial"/>
                </a:defRPr>
              </a:defPPr>
              <a:lvl1pPr algn="l">
                <a:defRPr sz="1938" b="1">
                  <a:solidFill>
                    <a:srgbClr val="000000"/>
                  </a:solidFill>
                  <a:latin typeface="Arial"/>
                  <a:ea typeface="Arial"/>
                  <a:cs typeface="Arial"/>
                </a:defRPr>
              </a:lvl1pPr>
              <a:lvl2pPr algn="l">
                <a:defRPr sz="1938" b="1">
                  <a:solidFill>
                    <a:srgbClr val="000000"/>
                  </a:solidFill>
                  <a:latin typeface="Arial"/>
                  <a:ea typeface="Arial"/>
                  <a:cs typeface="Arial"/>
                </a:defRPr>
              </a:lvl2pPr>
              <a:lvl3pPr algn="l">
                <a:defRPr sz="1938" b="1">
                  <a:solidFill>
                    <a:srgbClr val="000000"/>
                  </a:solidFill>
                  <a:latin typeface="Arial"/>
                  <a:ea typeface="Arial"/>
                  <a:cs typeface="Arial"/>
                </a:defRPr>
              </a:lvl3pPr>
              <a:lvl4pPr algn="l">
                <a:defRPr sz="1938" b="1">
                  <a:solidFill>
                    <a:srgbClr val="000000"/>
                  </a:solidFill>
                  <a:latin typeface="Arial"/>
                  <a:ea typeface="Arial"/>
                  <a:cs typeface="Arial"/>
                </a:defRPr>
              </a:lvl4pPr>
              <a:lvl5pPr algn="l">
                <a:defRPr sz="1938" b="1">
                  <a:solidFill>
                    <a:srgbClr val="000000"/>
                  </a:solidFill>
                  <a:latin typeface="Arial"/>
                  <a:ea typeface="Arial"/>
                  <a:cs typeface="Arial"/>
                </a:defRPr>
              </a:lvl5pPr>
              <a:lvl6pPr algn="l">
                <a:defRPr sz="1938" b="1">
                  <a:solidFill>
                    <a:srgbClr val="000000"/>
                  </a:solidFill>
                  <a:latin typeface="Arial"/>
                  <a:ea typeface="Arial"/>
                  <a:cs typeface="Arial"/>
                </a:defRPr>
              </a:lvl6pPr>
              <a:lvl7pPr algn="l">
                <a:defRPr sz="1938" b="1">
                  <a:solidFill>
                    <a:srgbClr val="000000"/>
                  </a:solidFill>
                  <a:latin typeface="Arial"/>
                  <a:ea typeface="Arial"/>
                  <a:cs typeface="Arial"/>
                </a:defRPr>
              </a:lvl7pPr>
              <a:lvl8pPr algn="l">
                <a:defRPr sz="1938" b="1">
                  <a:solidFill>
                    <a:srgbClr val="000000"/>
                  </a:solidFill>
                  <a:latin typeface="Arial"/>
                  <a:ea typeface="Arial"/>
                  <a:cs typeface="Arial"/>
                </a:defRPr>
              </a:lvl8pPr>
              <a:lvl9pPr algn="l">
                <a:defRPr sz="1938" b="1">
                  <a:solidFill>
                    <a:srgbClr val="000000"/>
                  </a:solidFill>
                  <a:latin typeface="Arial"/>
                  <a:ea typeface="Arial"/>
                  <a:cs typeface="Arial"/>
                </a:defRPr>
              </a:lvl9pPr>
            </a:lstStyle>
            <a:p>
              <a:pPr algn="l">
                <a:defRPr sz="1938" b="1">
                  <a:solidFill>
                    <a:srgbClr val="000000"/>
                  </a:solidFill>
                  <a:latin typeface="Arial"/>
                  <a:ea typeface="Arial"/>
                  <a:cs typeface="Arial"/>
                </a:defRPr>
              </a:pPr>
              <a:r>
                <a:rPr sz="1938" b="1">
                  <a:solidFill>
                    <a:srgbClr val="000000"/>
                  </a:solidFill>
                  <a:latin typeface="Arial"/>
                  <a:ea typeface="Arial"/>
                  <a:cs typeface="Arial"/>
                </a:rPr>
                <a:t>(a) Full sequence</a:t>
              </a:r>
            </a:p>
          </p:txBody>
        </p:sp>
        <p:sp>
          <p:nvSpPr>
            <p:cNvPr id="3" name="text_002">
              <a:extLst>
                <a:ext uri="{FF2B5EF4-FFF2-40B4-BE49-F238E27FC236}">
                  <ns2:creationId id="{76D55AC2-15E8-4673-B1AA-20147DEE7D7A}"/>
                </a:ext>
              </a:extLst>
            </p:cNvPr>
            <p:cNvSpPr>
              <a:spLocks noGrp="1"/>
            </p:cNvSpPr>
            <p:nvPr/>
          </p:nvSpPr>
          <p:spPr>
            <a:xfrm>
              <a:off x="7648575" y="28575"/>
              <a:ext cx="4143375" cy="247650"/>
            </a:xfrm>
            <a:prstGeom prst="rect">
              <a:avLst/>
            </a:prstGeom>
            <a:noFill/>
            <a:ln w="0">
              <a:noFill/>
              <a:prstDash val="solid"/>
            </a:ln>
          </p:spPr>
          <p:txBody>
            <a:bodyPr wrap="none" lIns="0" tIns="0" rIns="0" bIns="0" anchor="t">
              <a:noAutofit/>
            </a:bodyPr>
            <a:lstStyle>
              <a:defPPr algn="l">
                <a:defRPr sz="1938" b="1">
                  <a:solidFill>
                    <a:srgbClr val="000000"/>
                  </a:solidFill>
                  <a:latin typeface="Arial"/>
                  <a:ea typeface="Arial"/>
                  <a:cs typeface="Arial"/>
                </a:defRPr>
              </a:defPPr>
              <a:lvl1pPr algn="l">
                <a:defRPr sz="1938" b="1">
                  <a:solidFill>
                    <a:srgbClr val="000000"/>
                  </a:solidFill>
                  <a:latin typeface="Arial"/>
                  <a:ea typeface="Arial"/>
                  <a:cs typeface="Arial"/>
                </a:defRPr>
              </a:lvl1pPr>
              <a:lvl2pPr algn="l">
                <a:defRPr sz="1938" b="1">
                  <a:solidFill>
                    <a:srgbClr val="000000"/>
                  </a:solidFill>
                  <a:latin typeface="Arial"/>
                  <a:ea typeface="Arial"/>
                  <a:cs typeface="Arial"/>
                </a:defRPr>
              </a:lvl2pPr>
              <a:lvl3pPr algn="l">
                <a:defRPr sz="1938" b="1">
                  <a:solidFill>
                    <a:srgbClr val="000000"/>
                  </a:solidFill>
                  <a:latin typeface="Arial"/>
                  <a:ea typeface="Arial"/>
                  <a:cs typeface="Arial"/>
                </a:defRPr>
              </a:lvl3pPr>
              <a:lvl4pPr algn="l">
                <a:defRPr sz="1938" b="1">
                  <a:solidFill>
                    <a:srgbClr val="000000"/>
                  </a:solidFill>
                  <a:latin typeface="Arial"/>
                  <a:ea typeface="Arial"/>
                  <a:cs typeface="Arial"/>
                </a:defRPr>
              </a:lvl4pPr>
              <a:lvl5pPr algn="l">
                <a:defRPr sz="1938" b="1">
                  <a:solidFill>
                    <a:srgbClr val="000000"/>
                  </a:solidFill>
                  <a:latin typeface="Arial"/>
                  <a:ea typeface="Arial"/>
                  <a:cs typeface="Arial"/>
                </a:defRPr>
              </a:lvl5pPr>
              <a:lvl6pPr algn="l">
                <a:defRPr sz="1938" b="1">
                  <a:solidFill>
                    <a:srgbClr val="000000"/>
                  </a:solidFill>
                  <a:latin typeface="Arial"/>
                  <a:ea typeface="Arial"/>
                  <a:cs typeface="Arial"/>
                </a:defRPr>
              </a:lvl6pPr>
              <a:lvl7pPr algn="l">
                <a:defRPr sz="1938" b="1">
                  <a:solidFill>
                    <a:srgbClr val="000000"/>
                  </a:solidFill>
                  <a:latin typeface="Arial"/>
                  <a:ea typeface="Arial"/>
                  <a:cs typeface="Arial"/>
                </a:defRPr>
              </a:lvl7pPr>
              <a:lvl8pPr algn="l">
                <a:defRPr sz="1938" b="1">
                  <a:solidFill>
                    <a:srgbClr val="000000"/>
                  </a:solidFill>
                  <a:latin typeface="Arial"/>
                  <a:ea typeface="Arial"/>
                  <a:cs typeface="Arial"/>
                </a:defRPr>
              </a:lvl8pPr>
              <a:lvl9pPr algn="l">
                <a:defRPr sz="1938" b="1">
                  <a:solidFill>
                    <a:srgbClr val="000000"/>
                  </a:solidFill>
                  <a:latin typeface="Arial"/>
                  <a:ea typeface="Arial"/>
                  <a:cs typeface="Arial"/>
                </a:defRPr>
              </a:lvl9pPr>
            </a:lstStyle>
            <a:p>
              <a:pPr algn="l">
                <a:defRPr sz="1938" b="1">
                  <a:solidFill>
                    <a:srgbClr val="000000"/>
                  </a:solidFill>
                  <a:latin typeface="Arial"/>
                  <a:ea typeface="Arial"/>
                  <a:cs typeface="Arial"/>
                </a:defRPr>
              </a:pPr>
              <a:r>
                <a:rPr sz="1938" b="1">
                  <a:solidFill>
                    <a:srgbClr val="000000"/>
                  </a:solidFill>
                  <a:latin typeface="Arial"/>
                  <a:ea typeface="Arial"/>
                  <a:cs typeface="Arial"/>
                </a:rPr>
                <a:t>(b) Local window</a:t>
              </a:r>
            </a:p>
          </p:txBody>
        </p:sp>
        <p:sp>
          <p:nvSpPr>
            <p:cNvPr id="11" name="text_010">
              <a:extLst>
                <a:ext uri="{FF2B5EF4-FFF2-40B4-BE49-F238E27FC236}">
                  <ns2:creationId id="{C93E34F0-2B64-4DB3-9567-25788C88A40A}"/>
                </a:ext>
              </a:extLst>
            </p:cNvPr>
            <p:cNvSpPr>
              <a:spLocks noGrp="1"/>
            </p:cNvSpPr>
            <p:nvPr/>
          </p:nvSpPr>
          <p:spPr>
            <a:xfrm>
              <a:off x="900468" y="209550"/>
              <a:ext cx="381000" cy="209550"/>
            </a:xfrm>
            <a:prstGeom prst="rect">
              <a:avLst/>
            </a:prstGeom>
            <a:noFill/>
            <a:ln w="0">
              <a:noFill/>
              <a:prstDash val="solid"/>
            </a:ln>
          </p:spPr>
          <p:txBody>
            <a:bodyPr wrap="none" lIns="0" tIns="0" rIns="0" bIns="0" anchor="t">
              <a:noAutofit/>
            </a:bodyPr>
            <a:lstStyle>
              <a:defPPr algn="ctr">
                <a:defRPr sz="1292" b="0">
                  <a:solidFill>
                    <a:srgbClr val="000000"/>
                  </a:solidFill>
                  <a:latin typeface="Arial"/>
                  <a:ea typeface="Arial"/>
                  <a:cs typeface="Arial"/>
                </a:defRPr>
              </a:defPPr>
              <a:lvl1pPr algn="ctr">
                <a:defRPr sz="1292" b="0">
                  <a:solidFill>
                    <a:srgbClr val="000000"/>
                  </a:solidFill>
                  <a:latin typeface="Arial"/>
                  <a:ea typeface="Arial"/>
                  <a:cs typeface="Arial"/>
                </a:defRPr>
              </a:lvl1pPr>
              <a:lvl2pPr algn="ctr">
                <a:defRPr sz="1292" b="0">
                  <a:solidFill>
                    <a:srgbClr val="000000"/>
                  </a:solidFill>
                  <a:latin typeface="Arial"/>
                  <a:ea typeface="Arial"/>
                  <a:cs typeface="Arial"/>
                </a:defRPr>
              </a:lvl2pPr>
              <a:lvl3pPr algn="ctr">
                <a:defRPr sz="1292" b="0">
                  <a:solidFill>
                    <a:srgbClr val="000000"/>
                  </a:solidFill>
                  <a:latin typeface="Arial"/>
                  <a:ea typeface="Arial"/>
                  <a:cs typeface="Arial"/>
                </a:defRPr>
              </a:lvl3pPr>
              <a:lvl4pPr algn="ctr">
                <a:defRPr sz="1292" b="0">
                  <a:solidFill>
                    <a:srgbClr val="000000"/>
                  </a:solidFill>
                  <a:latin typeface="Arial"/>
                  <a:ea typeface="Arial"/>
                  <a:cs typeface="Arial"/>
                </a:defRPr>
              </a:lvl4pPr>
              <a:lvl5pPr algn="ctr">
                <a:defRPr sz="1292" b="0">
                  <a:solidFill>
                    <a:srgbClr val="000000"/>
                  </a:solidFill>
                  <a:latin typeface="Arial"/>
                  <a:ea typeface="Arial"/>
                  <a:cs typeface="Arial"/>
                </a:defRPr>
              </a:lvl5pPr>
              <a:lvl6pPr algn="ctr">
                <a:defRPr sz="1292" b="0">
                  <a:solidFill>
                    <a:srgbClr val="000000"/>
                  </a:solidFill>
                  <a:latin typeface="Arial"/>
                  <a:ea typeface="Arial"/>
                  <a:cs typeface="Arial"/>
                </a:defRPr>
              </a:lvl6pPr>
              <a:lvl7pPr algn="ctr">
                <a:defRPr sz="1292" b="0">
                  <a:solidFill>
                    <a:srgbClr val="000000"/>
                  </a:solidFill>
                  <a:latin typeface="Arial"/>
                  <a:ea typeface="Arial"/>
                  <a:cs typeface="Arial"/>
                </a:defRPr>
              </a:lvl7pPr>
              <a:lvl8pPr algn="ctr">
                <a:defRPr sz="1292" b="0">
                  <a:solidFill>
                    <a:srgbClr val="000000"/>
                  </a:solidFill>
                  <a:latin typeface="Arial"/>
                  <a:ea typeface="Arial"/>
                  <a:cs typeface="Arial"/>
                </a:defRPr>
              </a:lvl8pPr>
              <a:lvl9pPr algn="ctr">
                <a:defRPr sz="1292" b="0">
                  <a:solidFill>
                    <a:srgbClr val="000000"/>
                  </a:solidFill>
                  <a:latin typeface="Arial"/>
                  <a:ea typeface="Arial"/>
                  <a:cs typeface="Arial"/>
                </a:defRPr>
              </a:lvl9pPr>
            </a:lstStyle>
            <a:p>
              <a:pPr algn="ctr">
                <a:defRPr sz="1292" b="0">
                  <a:solidFill>
                    <a:srgbClr val="000000"/>
                  </a:solidFill>
                  <a:latin typeface="Arial"/>
                  <a:ea typeface="Arial"/>
                  <a:cs typeface="Arial"/>
                </a:defRPr>
              </a:pPr>
              <a:r>
                <a:rPr sz="1292" b="0">
                  <a:solidFill>
                    <a:srgbClr val="000000"/>
                  </a:solidFill>
                  <a:latin typeface="Arial"/>
                  <a:ea typeface="Arial"/>
                  <a:cs typeface="Arial"/>
                </a:rPr>
                <a:t>0</a:t>
              </a:r>
            </a:p>
          </p:txBody>
        </p:sp>
        <p:sp>
          <p:nvSpPr>
            <p:cNvPr id="12" name="text_011">
              <a:extLst>
                <a:ext uri="{FF2B5EF4-FFF2-40B4-BE49-F238E27FC236}">
                  <ns2:creationId id="{BD4B0A5E-03A0-43E6-BC66-5481F6E6380B}"/>
                </a:ext>
              </a:extLst>
            </p:cNvPr>
            <p:cNvSpPr>
              <a:spLocks noGrp="1"/>
            </p:cNvSpPr>
            <p:nvPr/>
          </p:nvSpPr>
          <p:spPr>
            <a:xfrm>
              <a:off x="6757632" y="209550"/>
              <a:ext cx="381000" cy="209550"/>
            </a:xfrm>
            <a:prstGeom prst="rect">
              <a:avLst/>
            </a:prstGeom>
            <a:noFill/>
            <a:ln w="0">
              <a:noFill/>
              <a:prstDash val="solid"/>
            </a:ln>
          </p:spPr>
          <p:txBody>
            <a:bodyPr wrap="none" lIns="0" tIns="0" rIns="0" bIns="0" anchor="t">
              <a:noAutofit/>
            </a:bodyPr>
            <a:lstStyle>
              <a:defPPr algn="ctr">
                <a:defRPr sz="1292" b="0">
                  <a:solidFill>
                    <a:srgbClr val="000000"/>
                  </a:solidFill>
                  <a:latin typeface="Arial"/>
                  <a:ea typeface="Arial"/>
                  <a:cs typeface="Arial"/>
                </a:defRPr>
              </a:defPPr>
              <a:lvl1pPr algn="ctr">
                <a:defRPr sz="1292" b="0">
                  <a:solidFill>
                    <a:srgbClr val="000000"/>
                  </a:solidFill>
                  <a:latin typeface="Arial"/>
                  <a:ea typeface="Arial"/>
                  <a:cs typeface="Arial"/>
                </a:defRPr>
              </a:lvl1pPr>
              <a:lvl2pPr algn="ctr">
                <a:defRPr sz="1292" b="0">
                  <a:solidFill>
                    <a:srgbClr val="000000"/>
                  </a:solidFill>
                  <a:latin typeface="Arial"/>
                  <a:ea typeface="Arial"/>
                  <a:cs typeface="Arial"/>
                </a:defRPr>
              </a:lvl2pPr>
              <a:lvl3pPr algn="ctr">
                <a:defRPr sz="1292" b="0">
                  <a:solidFill>
                    <a:srgbClr val="000000"/>
                  </a:solidFill>
                  <a:latin typeface="Arial"/>
                  <a:ea typeface="Arial"/>
                  <a:cs typeface="Arial"/>
                </a:defRPr>
              </a:lvl3pPr>
              <a:lvl4pPr algn="ctr">
                <a:defRPr sz="1292" b="0">
                  <a:solidFill>
                    <a:srgbClr val="000000"/>
                  </a:solidFill>
                  <a:latin typeface="Arial"/>
                  <a:ea typeface="Arial"/>
                  <a:cs typeface="Arial"/>
                </a:defRPr>
              </a:lvl4pPr>
              <a:lvl5pPr algn="ctr">
                <a:defRPr sz="1292" b="0">
                  <a:solidFill>
                    <a:srgbClr val="000000"/>
                  </a:solidFill>
                  <a:latin typeface="Arial"/>
                  <a:ea typeface="Arial"/>
                  <a:cs typeface="Arial"/>
                </a:defRPr>
              </a:lvl5pPr>
              <a:lvl6pPr algn="ctr">
                <a:defRPr sz="1292" b="0">
                  <a:solidFill>
                    <a:srgbClr val="000000"/>
                  </a:solidFill>
                  <a:latin typeface="Arial"/>
                  <a:ea typeface="Arial"/>
                  <a:cs typeface="Arial"/>
                </a:defRPr>
              </a:lvl6pPr>
              <a:lvl7pPr algn="ctr">
                <a:defRPr sz="1292" b="0">
                  <a:solidFill>
                    <a:srgbClr val="000000"/>
                  </a:solidFill>
                  <a:latin typeface="Arial"/>
                  <a:ea typeface="Arial"/>
                  <a:cs typeface="Arial"/>
                </a:defRPr>
              </a:lvl7pPr>
              <a:lvl8pPr algn="ctr">
                <a:defRPr sz="1292" b="0">
                  <a:solidFill>
                    <a:srgbClr val="000000"/>
                  </a:solidFill>
                  <a:latin typeface="Arial"/>
                  <a:ea typeface="Arial"/>
                  <a:cs typeface="Arial"/>
                </a:defRPr>
              </a:lvl8pPr>
              <a:lvl9pPr algn="ctr">
                <a:defRPr sz="1292" b="0">
                  <a:solidFill>
                    <a:srgbClr val="000000"/>
                  </a:solidFill>
                  <a:latin typeface="Arial"/>
                  <a:ea typeface="Arial"/>
                  <a:cs typeface="Arial"/>
                </a:defRPr>
              </a:lvl9pPr>
            </a:lstStyle>
            <a:p>
              <a:pPr algn="ctr">
                <a:defRPr sz="1292" b="0">
                  <a:solidFill>
                    <a:srgbClr val="000000"/>
                  </a:solidFill>
                  <a:latin typeface="Arial"/>
                  <a:ea typeface="Arial"/>
                  <a:cs typeface="Arial"/>
                </a:defRPr>
              </a:pPr>
              <a:r>
                <a:rPr sz="1292" b="0">
                  <a:solidFill>
                    <a:srgbClr val="000000"/>
                  </a:solidFill>
                  <a:latin typeface="Arial"/>
                  <a:ea typeface="Arial"/>
                  <a:cs typeface="Arial"/>
                </a:rPr>
                <a:t>200</a:t>
              </a:r>
            </a:p>
          </p:txBody>
        </p:sp>
        <p:sp>
          <p:nvSpPr>
            <p:cNvPr id="21" name="text_020">
              <a:extLst>
                <a:ext uri="{FF2B5EF4-FFF2-40B4-BE49-F238E27FC236}">
                  <ns2:creationId id="{B5EC9B1A-83DD-4E97-82EF-6BB2DA1F2A84}"/>
                </a:ext>
              </a:extLst>
            </p:cNvPr>
            <p:cNvSpPr>
              <a:spLocks noGrp="1"/>
            </p:cNvSpPr>
            <p:nvPr/>
          </p:nvSpPr>
          <p:spPr>
            <a:xfrm>
              <a:off x="7696200" y="209550"/>
              <a:ext cx="381000" cy="209550"/>
            </a:xfrm>
            <a:prstGeom prst="rect">
              <a:avLst/>
            </a:prstGeom>
            <a:noFill/>
            <a:ln w="0">
              <a:noFill/>
              <a:prstDash val="solid"/>
            </a:ln>
          </p:spPr>
          <p:txBody>
            <a:bodyPr wrap="none" lIns="0" tIns="0" rIns="0" bIns="0" anchor="t">
              <a:noAutofit/>
            </a:bodyPr>
            <a:lstStyle>
              <a:defPPr algn="ctr">
                <a:defRPr sz="1292" b="0">
                  <a:solidFill>
                    <a:srgbClr val="000000"/>
                  </a:solidFill>
                  <a:latin typeface="Arial"/>
                  <a:ea typeface="Arial"/>
                  <a:cs typeface="Arial"/>
                </a:defRPr>
              </a:defPPr>
              <a:lvl1pPr algn="ctr">
                <a:defRPr sz="1292" b="0">
                  <a:solidFill>
                    <a:srgbClr val="000000"/>
                  </a:solidFill>
                  <a:latin typeface="Arial"/>
                  <a:ea typeface="Arial"/>
                  <a:cs typeface="Arial"/>
                </a:defRPr>
              </a:lvl1pPr>
              <a:lvl2pPr algn="ctr">
                <a:defRPr sz="1292" b="0">
                  <a:solidFill>
                    <a:srgbClr val="000000"/>
                  </a:solidFill>
                  <a:latin typeface="Arial"/>
                  <a:ea typeface="Arial"/>
                  <a:cs typeface="Arial"/>
                </a:defRPr>
              </a:lvl2pPr>
              <a:lvl3pPr algn="ctr">
                <a:defRPr sz="1292" b="0">
                  <a:solidFill>
                    <a:srgbClr val="000000"/>
                  </a:solidFill>
                  <a:latin typeface="Arial"/>
                  <a:ea typeface="Arial"/>
                  <a:cs typeface="Arial"/>
                </a:defRPr>
              </a:lvl3pPr>
              <a:lvl4pPr algn="ctr">
                <a:defRPr sz="1292" b="0">
                  <a:solidFill>
                    <a:srgbClr val="000000"/>
                  </a:solidFill>
                  <a:latin typeface="Arial"/>
                  <a:ea typeface="Arial"/>
                  <a:cs typeface="Arial"/>
                </a:defRPr>
              </a:lvl4pPr>
              <a:lvl5pPr algn="ctr">
                <a:defRPr sz="1292" b="0">
                  <a:solidFill>
                    <a:srgbClr val="000000"/>
                  </a:solidFill>
                  <a:latin typeface="Arial"/>
                  <a:ea typeface="Arial"/>
                  <a:cs typeface="Arial"/>
                </a:defRPr>
              </a:lvl5pPr>
              <a:lvl6pPr algn="ctr">
                <a:defRPr sz="1292" b="0">
                  <a:solidFill>
                    <a:srgbClr val="000000"/>
                  </a:solidFill>
                  <a:latin typeface="Arial"/>
                  <a:ea typeface="Arial"/>
                  <a:cs typeface="Arial"/>
                </a:defRPr>
              </a:lvl6pPr>
              <a:lvl7pPr algn="ctr">
                <a:defRPr sz="1292" b="0">
                  <a:solidFill>
                    <a:srgbClr val="000000"/>
                  </a:solidFill>
                  <a:latin typeface="Arial"/>
                  <a:ea typeface="Arial"/>
                  <a:cs typeface="Arial"/>
                </a:defRPr>
              </a:lvl7pPr>
              <a:lvl8pPr algn="ctr">
                <a:defRPr sz="1292" b="0">
                  <a:solidFill>
                    <a:srgbClr val="000000"/>
                  </a:solidFill>
                  <a:latin typeface="Arial"/>
                  <a:ea typeface="Arial"/>
                  <a:cs typeface="Arial"/>
                </a:defRPr>
              </a:lvl8pPr>
              <a:lvl9pPr algn="ctr">
                <a:defRPr sz="1292" b="0">
                  <a:solidFill>
                    <a:srgbClr val="000000"/>
                  </a:solidFill>
                  <a:latin typeface="Arial"/>
                  <a:ea typeface="Arial"/>
                  <a:cs typeface="Arial"/>
                </a:defRPr>
              </a:lvl9pPr>
            </a:lstStyle>
            <a:p>
              <a:pPr algn="ctr">
                <a:defRPr sz="1292" b="0">
                  <a:solidFill>
                    <a:srgbClr val="000000"/>
                  </a:solidFill>
                  <a:latin typeface="Arial"/>
                  <a:ea typeface="Arial"/>
                  <a:cs typeface="Arial"/>
                </a:defRPr>
              </a:pPr>
              <a:r>
                <a:rPr sz="1292" b="0">
                  <a:solidFill>
                    <a:srgbClr val="000000"/>
                  </a:solidFill>
                  <a:latin typeface="Arial"/>
                  <a:ea typeface="Arial"/>
                  <a:cs typeface="Arial"/>
                </a:rPr>
                <a:t>135</a:t>
              </a:r>
            </a:p>
          </p:txBody>
        </p:sp>
        <p:sp>
          <p:nvSpPr>
            <p:cNvPr id="22" name="text_021">
              <a:extLst>
                <a:ext uri="{FF2B5EF4-FFF2-40B4-BE49-F238E27FC236}">
                  <ns2:creationId id="{A471CCDC-7DF0-42FF-8A62-93D8B7B3226B}"/>
                </a:ext>
              </a:extLst>
            </p:cNvPr>
            <p:cNvSpPr>
              <a:spLocks noGrp="1"/>
            </p:cNvSpPr>
            <p:nvPr/>
          </p:nvSpPr>
          <p:spPr>
            <a:xfrm>
              <a:off x="11125200" y="209550"/>
              <a:ext cx="381000" cy="209550"/>
            </a:xfrm>
            <a:prstGeom prst="rect">
              <a:avLst/>
            </a:prstGeom>
            <a:noFill/>
            <a:ln w="0">
              <a:noFill/>
              <a:prstDash val="solid"/>
            </a:ln>
          </p:spPr>
          <p:txBody>
            <a:bodyPr wrap="none" lIns="0" tIns="0" rIns="0" bIns="0" anchor="t">
              <a:noAutofit/>
            </a:bodyPr>
            <a:lstStyle>
              <a:defPPr algn="ctr">
                <a:defRPr sz="1292" b="0">
                  <a:solidFill>
                    <a:srgbClr val="000000"/>
                  </a:solidFill>
                  <a:latin typeface="Arial"/>
                  <a:ea typeface="Arial"/>
                  <a:cs typeface="Arial"/>
                </a:defRPr>
              </a:defPPr>
              <a:lvl1pPr algn="ctr">
                <a:defRPr sz="1292" b="0">
                  <a:solidFill>
                    <a:srgbClr val="000000"/>
                  </a:solidFill>
                  <a:latin typeface="Arial"/>
                  <a:ea typeface="Arial"/>
                  <a:cs typeface="Arial"/>
                </a:defRPr>
              </a:lvl1pPr>
              <a:lvl2pPr algn="ctr">
                <a:defRPr sz="1292" b="0">
                  <a:solidFill>
                    <a:srgbClr val="000000"/>
                  </a:solidFill>
                  <a:latin typeface="Arial"/>
                  <a:ea typeface="Arial"/>
                  <a:cs typeface="Arial"/>
                </a:defRPr>
              </a:lvl2pPr>
              <a:lvl3pPr algn="ctr">
                <a:defRPr sz="1292" b="0">
                  <a:solidFill>
                    <a:srgbClr val="000000"/>
                  </a:solidFill>
                  <a:latin typeface="Arial"/>
                  <a:ea typeface="Arial"/>
                  <a:cs typeface="Arial"/>
                </a:defRPr>
              </a:lvl3pPr>
              <a:lvl4pPr algn="ctr">
                <a:defRPr sz="1292" b="0">
                  <a:solidFill>
                    <a:srgbClr val="000000"/>
                  </a:solidFill>
                  <a:latin typeface="Arial"/>
                  <a:ea typeface="Arial"/>
                  <a:cs typeface="Arial"/>
                </a:defRPr>
              </a:lvl4pPr>
              <a:lvl5pPr algn="ctr">
                <a:defRPr sz="1292" b="0">
                  <a:solidFill>
                    <a:srgbClr val="000000"/>
                  </a:solidFill>
                  <a:latin typeface="Arial"/>
                  <a:ea typeface="Arial"/>
                  <a:cs typeface="Arial"/>
                </a:defRPr>
              </a:lvl5pPr>
              <a:lvl6pPr algn="ctr">
                <a:defRPr sz="1292" b="0">
                  <a:solidFill>
                    <a:srgbClr val="000000"/>
                  </a:solidFill>
                  <a:latin typeface="Arial"/>
                  <a:ea typeface="Arial"/>
                  <a:cs typeface="Arial"/>
                </a:defRPr>
              </a:lvl6pPr>
              <a:lvl7pPr algn="ctr">
                <a:defRPr sz="1292" b="0">
                  <a:solidFill>
                    <a:srgbClr val="000000"/>
                  </a:solidFill>
                  <a:latin typeface="Arial"/>
                  <a:ea typeface="Arial"/>
                  <a:cs typeface="Arial"/>
                </a:defRPr>
              </a:lvl7pPr>
              <a:lvl8pPr algn="ctr">
                <a:defRPr sz="1292" b="0">
                  <a:solidFill>
                    <a:srgbClr val="000000"/>
                  </a:solidFill>
                  <a:latin typeface="Arial"/>
                  <a:ea typeface="Arial"/>
                  <a:cs typeface="Arial"/>
                </a:defRPr>
              </a:lvl8pPr>
              <a:lvl9pPr algn="ctr">
                <a:defRPr sz="1292" b="0">
                  <a:solidFill>
                    <a:srgbClr val="000000"/>
                  </a:solidFill>
                  <a:latin typeface="Arial"/>
                  <a:ea typeface="Arial"/>
                  <a:cs typeface="Arial"/>
                </a:defRPr>
              </a:lvl9pPr>
            </a:lstStyle>
            <a:p>
              <a:pPr algn="ctr">
                <a:defRPr sz="1292" b="0">
                  <a:solidFill>
                    <a:srgbClr val="000000"/>
                  </a:solidFill>
                  <a:latin typeface="Arial"/>
                  <a:ea typeface="Arial"/>
                  <a:cs typeface="Arial"/>
                </a:defRPr>
              </a:pPr>
              <a:r>
                <a:rPr sz="1292" b="0">
                  <a:solidFill>
                    <a:srgbClr val="000000"/>
                  </a:solidFill>
                  <a:latin typeface="Arial"/>
                  <a:ea typeface="Arial"/>
                  <a:cs typeface="Arial"/>
                </a:rPr>
                <a:t>145</a:t>
              </a:r>
            </a:p>
          </p:txBody>
        </p:sp>
        <p:sp>
          <p:nvSpPr>
            <p:cNvPr id="39" name="text_038">
              <a:extLst>
                <a:ext uri="{FF2B5EF4-FFF2-40B4-BE49-F238E27FC236}">
                  <ns2:creationId id="{4C2FB60A-6500-44D7-8A67-BBDE1D5AA4D6}"/>
                </a:ext>
              </a:extLst>
            </p:cNvPr>
            <p:cNvSpPr>
              <a:spLocks noGrp="1"/>
            </p:cNvSpPr>
            <p:nvPr/>
          </p:nvSpPr>
          <p:spPr>
            <a:xfrm>
              <a:off x="38100" y="447675"/>
              <a:ext cx="914400" cy="247650"/>
            </a:xfrm>
            <a:prstGeom prst="rect">
              <a:avLst/>
            </a:prstGeom>
            <a:noFill/>
            <a:ln w="0">
              <a:noFill/>
              <a:prstDash val="solid"/>
            </a:ln>
          </p:spPr>
          <p:txBody>
            <a:bodyPr wrap="none" lIns="0" tIns="0" rIns="0" bIns="0" anchor="t">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RG-P</a:t>
              </a:r>
            </a:p>
          </p:txBody>
        </p:sp>
        <p:pic>
          <p:nvPicPr>
            <p:cNvPr id="41" name="">
              <a:extLst>
                <a:ext uri="{FF2B5EF4-FFF2-40B4-BE49-F238E27FC236}">
                  <ns2:creationId id="{8EFCBEAC-999B-4E95-921E-8DD2BC26C84F}"/>
                </a:ext>
              </a:extLst>
            </p:cNvPr>
            <p:cNvPicPr>
              <a:picLocks noChangeAspect="1"/>
            </p:cNvPicPr>
            <p:nvPr/>
          </p:nvPicPr>
          <p:blipFill>
            <a:blip r:embed="R0ba9d93acb0b42af"/>
            <a:stretch/>
          </p:blipFill>
          <p:spPr>
            <a:xfrm>
              <a:off x="1076325" y="400050"/>
              <a:ext cx="5886450" cy="895350"/>
            </a:xfrm>
            <a:prstGeom prst="rect">
              <a:avLst/>
            </a:prstGeom>
          </p:spPr>
        </p:pic>
        <p:sp>
          <p:nvSpPr>
            <p:cNvPr id="42" name="line_041">
              <a:extLst>
                <a:ext uri="{FF2B5EF4-FFF2-40B4-BE49-F238E27FC236}">
                  <ns2:creationId id="{7A94C20C-E186-4792-A379-DE0D06105892}"/>
                </a:ext>
              </a:extLst>
            </p:cNvPr>
            <p:cNvSpPr>
              <a:spLocks noGrp="1"/>
            </p:cNvSpPr>
            <p:nvPr/>
          </p:nvSpPr>
          <p:spPr>
            <a:xfrm>
              <a:off x="5190983" y="400050"/>
              <a:ext cx="95" cy="895350"/>
            </a:xfrm>
            <a:custGeom>
              <a:pathLst>
                <a:path w="95" h="895350">
                  <a:moveTo>
                    <a:pt x="0" y="0"/>
                  </a:moveTo>
                  <a:lnTo>
                    <a:pt x="0" y="895350"/>
                  </a:lnTo>
                </a:path>
              </a:pathLst>
            </a:custGeom>
            <a:noFill/>
            <a:ln w="10258">
              <a:solidFill>
                <a:srgbClr val="263238"/>
              </a:solidFill>
              <a:prstDash val="dash"/>
            </a:ln>
          </p:spPr>
        </p:sp>
        <p:sp>
          <p:nvSpPr>
            <p:cNvPr id="43" name="rect_042">
              <a:extLst>
                <a:ext uri="{FF2B5EF4-FFF2-40B4-BE49-F238E27FC236}">
                  <ns2:creationId id="{B3B4F009-6EF5-4689-85D2-75C0A5C73871}"/>
                </a:ext>
              </a:extLst>
            </p:cNvPr>
            <p:cNvSpPr>
              <a:spLocks noGrp="1"/>
            </p:cNvSpPr>
            <p:nvPr/>
          </p:nvSpPr>
          <p:spPr>
            <a:xfrm>
              <a:off x="1076325" y="400050"/>
              <a:ext cx="5886450" cy="895350"/>
            </a:xfrm>
            <a:prstGeom prst="rect">
              <a:avLst/>
            </a:prstGeom>
            <a:noFill/>
            <a:ln w="7181">
              <a:solidFill>
                <a:srgbClr val="7B8790"/>
              </a:solidFill>
              <a:prstDash val="solid"/>
            </a:ln>
          </p:spPr>
        </p:sp>
        <p:sp>
          <p:nvSpPr>
            <p:cNvPr id="44" name="text_043">
              <a:extLst>
                <a:ext uri="{FF2B5EF4-FFF2-40B4-BE49-F238E27FC236}">
                  <ns2:creationId id="{85151FFD-961D-4EBE-8DF2-00B2FE03E8EA}"/>
                </a:ext>
              </a:extLst>
            </p:cNvPr>
            <p:cNvSpPr>
              <a:spLocks noGrp="1"/>
            </p:cNvSpPr>
            <p:nvPr/>
          </p:nvSpPr>
          <p:spPr>
            <a:xfrm>
              <a:off x="704850" y="1200150"/>
              <a:ext cx="314325" cy="200025"/>
            </a:xfrm>
            <a:prstGeom prst="rect">
              <a:avLst/>
            </a:prstGeom>
            <a:noFill/>
            <a:ln w="0">
              <a:noFill/>
              <a:prstDash val="solid"/>
            </a:ln>
          </p:spPr>
          <p:txBody>
            <a:bodyPr wrap="none" lIns="0" tIns="0" rIns="0" bIns="0" anchor="t">
              <a:noAutofit/>
            </a:bodyPr>
            <a:lstStyle>
              <a:defPPr algn="r">
                <a:defRPr sz="1212" b="0">
                  <a:solidFill>
                    <a:srgbClr val="000000"/>
                  </a:solidFill>
                  <a:latin typeface="Arial"/>
                  <a:ea typeface="Arial"/>
                  <a:cs typeface="Arial"/>
                </a:defRPr>
              </a:defPPr>
              <a:lvl1pPr algn="r">
                <a:defRPr sz="1212" b="0">
                  <a:solidFill>
                    <a:srgbClr val="000000"/>
                  </a:solidFill>
                  <a:latin typeface="Arial"/>
                  <a:ea typeface="Arial"/>
                  <a:cs typeface="Arial"/>
                </a:defRPr>
              </a:lvl1pPr>
              <a:lvl2pPr algn="r">
                <a:defRPr sz="1212" b="0">
                  <a:solidFill>
                    <a:srgbClr val="000000"/>
                  </a:solidFill>
                  <a:latin typeface="Arial"/>
                  <a:ea typeface="Arial"/>
                  <a:cs typeface="Arial"/>
                </a:defRPr>
              </a:lvl2pPr>
              <a:lvl3pPr algn="r">
                <a:defRPr sz="1212" b="0">
                  <a:solidFill>
                    <a:srgbClr val="000000"/>
                  </a:solidFill>
                  <a:latin typeface="Arial"/>
                  <a:ea typeface="Arial"/>
                  <a:cs typeface="Arial"/>
                </a:defRPr>
              </a:lvl3pPr>
              <a:lvl4pPr algn="r">
                <a:defRPr sz="1212" b="0">
                  <a:solidFill>
                    <a:srgbClr val="000000"/>
                  </a:solidFill>
                  <a:latin typeface="Arial"/>
                  <a:ea typeface="Arial"/>
                  <a:cs typeface="Arial"/>
                </a:defRPr>
              </a:lvl4pPr>
              <a:lvl5pPr algn="r">
                <a:defRPr sz="1212" b="0">
                  <a:solidFill>
                    <a:srgbClr val="000000"/>
                  </a:solidFill>
                  <a:latin typeface="Arial"/>
                  <a:ea typeface="Arial"/>
                  <a:cs typeface="Arial"/>
                </a:defRPr>
              </a:lvl5pPr>
              <a:lvl6pPr algn="r">
                <a:defRPr sz="1212" b="0">
                  <a:solidFill>
                    <a:srgbClr val="000000"/>
                  </a:solidFill>
                  <a:latin typeface="Arial"/>
                  <a:ea typeface="Arial"/>
                  <a:cs typeface="Arial"/>
                </a:defRPr>
              </a:lvl6pPr>
              <a:lvl7pPr algn="r">
                <a:defRPr sz="1212" b="0">
                  <a:solidFill>
                    <a:srgbClr val="000000"/>
                  </a:solidFill>
                  <a:latin typeface="Arial"/>
                  <a:ea typeface="Arial"/>
                  <a:cs typeface="Arial"/>
                </a:defRPr>
              </a:lvl7pPr>
              <a:lvl8pPr algn="r">
                <a:defRPr sz="1212" b="0">
                  <a:solidFill>
                    <a:srgbClr val="000000"/>
                  </a:solidFill>
                  <a:latin typeface="Arial"/>
                  <a:ea typeface="Arial"/>
                  <a:cs typeface="Arial"/>
                </a:defRPr>
              </a:lvl8pPr>
              <a:lvl9pPr algn="r">
                <a:defRPr sz="1212" b="0">
                  <a:solidFill>
                    <a:srgbClr val="000000"/>
                  </a:solidFill>
                  <a:latin typeface="Arial"/>
                  <a:ea typeface="Arial"/>
                  <a:cs typeface="Arial"/>
                </a:defRPr>
              </a:lvl9pPr>
            </a:lstStyle>
            <a:p>
              <a:pPr algn="r">
                <a:defRPr sz="1212" b="0">
                  <a:solidFill>
                    <a:srgbClr val="000000"/>
                  </a:solidFill>
                  <a:latin typeface="Arial"/>
                  <a:ea typeface="Arial"/>
                  <a:cs typeface="Arial"/>
                </a:defRPr>
              </a:pPr>
              <a:r>
                <a:rPr sz="1212" b="0">
                  <a:solidFill>
                    <a:srgbClr val="000000"/>
                  </a:solidFill>
                  <a:latin typeface="Arial"/>
                  <a:ea typeface="Arial"/>
                  <a:cs typeface="Arial"/>
                </a:rPr>
                <a:t>0</a:t>
              </a:r>
            </a:p>
          </p:txBody>
        </p:sp>
        <p:sp>
          <p:nvSpPr>
            <p:cNvPr id="45" name="text_044">
              <a:extLst>
                <a:ext uri="{FF2B5EF4-FFF2-40B4-BE49-F238E27FC236}">
                  <ns2:creationId id="{AEBD4CBB-C149-4717-90A2-C0983FFD48F5}"/>
                </a:ext>
              </a:extLst>
            </p:cNvPr>
            <p:cNvSpPr>
              <a:spLocks noGrp="1"/>
            </p:cNvSpPr>
            <p:nvPr/>
          </p:nvSpPr>
          <p:spPr>
            <a:xfrm>
              <a:off x="704850" y="304800"/>
              <a:ext cx="314325" cy="200025"/>
            </a:xfrm>
            <a:prstGeom prst="rect">
              <a:avLst/>
            </a:prstGeom>
            <a:noFill/>
            <a:ln w="0">
              <a:noFill/>
              <a:prstDash val="solid"/>
            </a:ln>
          </p:spPr>
          <p:txBody>
            <a:bodyPr wrap="none" lIns="0" tIns="0" rIns="0" bIns="0" anchor="t">
              <a:noAutofit/>
            </a:bodyPr>
            <a:lstStyle>
              <a:defPPr algn="r">
                <a:defRPr sz="1212" b="0">
                  <a:solidFill>
                    <a:srgbClr val="000000"/>
                  </a:solidFill>
                  <a:latin typeface="Arial"/>
                  <a:ea typeface="Arial"/>
                  <a:cs typeface="Arial"/>
                </a:defRPr>
              </a:defPPr>
              <a:lvl1pPr algn="r">
                <a:defRPr sz="1212" b="0">
                  <a:solidFill>
                    <a:srgbClr val="000000"/>
                  </a:solidFill>
                  <a:latin typeface="Arial"/>
                  <a:ea typeface="Arial"/>
                  <a:cs typeface="Arial"/>
                </a:defRPr>
              </a:lvl1pPr>
              <a:lvl2pPr algn="r">
                <a:defRPr sz="1212" b="0">
                  <a:solidFill>
                    <a:srgbClr val="000000"/>
                  </a:solidFill>
                  <a:latin typeface="Arial"/>
                  <a:ea typeface="Arial"/>
                  <a:cs typeface="Arial"/>
                </a:defRPr>
              </a:lvl2pPr>
              <a:lvl3pPr algn="r">
                <a:defRPr sz="1212" b="0">
                  <a:solidFill>
                    <a:srgbClr val="000000"/>
                  </a:solidFill>
                  <a:latin typeface="Arial"/>
                  <a:ea typeface="Arial"/>
                  <a:cs typeface="Arial"/>
                </a:defRPr>
              </a:lvl3pPr>
              <a:lvl4pPr algn="r">
                <a:defRPr sz="1212" b="0">
                  <a:solidFill>
                    <a:srgbClr val="000000"/>
                  </a:solidFill>
                  <a:latin typeface="Arial"/>
                  <a:ea typeface="Arial"/>
                  <a:cs typeface="Arial"/>
                </a:defRPr>
              </a:lvl4pPr>
              <a:lvl5pPr algn="r">
                <a:defRPr sz="1212" b="0">
                  <a:solidFill>
                    <a:srgbClr val="000000"/>
                  </a:solidFill>
                  <a:latin typeface="Arial"/>
                  <a:ea typeface="Arial"/>
                  <a:cs typeface="Arial"/>
                </a:defRPr>
              </a:lvl5pPr>
              <a:lvl6pPr algn="r">
                <a:defRPr sz="1212" b="0">
                  <a:solidFill>
                    <a:srgbClr val="000000"/>
                  </a:solidFill>
                  <a:latin typeface="Arial"/>
                  <a:ea typeface="Arial"/>
                  <a:cs typeface="Arial"/>
                </a:defRPr>
              </a:lvl6pPr>
              <a:lvl7pPr algn="r">
                <a:defRPr sz="1212" b="0">
                  <a:solidFill>
                    <a:srgbClr val="000000"/>
                  </a:solidFill>
                  <a:latin typeface="Arial"/>
                  <a:ea typeface="Arial"/>
                  <a:cs typeface="Arial"/>
                </a:defRPr>
              </a:lvl7pPr>
              <a:lvl8pPr algn="r">
                <a:defRPr sz="1212" b="0">
                  <a:solidFill>
                    <a:srgbClr val="000000"/>
                  </a:solidFill>
                  <a:latin typeface="Arial"/>
                  <a:ea typeface="Arial"/>
                  <a:cs typeface="Arial"/>
                </a:defRPr>
              </a:lvl8pPr>
              <a:lvl9pPr algn="r">
                <a:defRPr sz="1212" b="0">
                  <a:solidFill>
                    <a:srgbClr val="000000"/>
                  </a:solidFill>
                  <a:latin typeface="Arial"/>
                  <a:ea typeface="Arial"/>
                  <a:cs typeface="Arial"/>
                </a:defRPr>
              </a:lvl9pPr>
            </a:lstStyle>
            <a:p>
              <a:pPr algn="r">
                <a:defRPr sz="1212" b="0">
                  <a:solidFill>
                    <a:srgbClr val="000000"/>
                  </a:solidFill>
                  <a:latin typeface="Arial"/>
                  <a:ea typeface="Arial"/>
                  <a:cs typeface="Arial"/>
                </a:defRPr>
              </a:pPr>
              <a:r>
                <a:rPr sz="1212" b="0">
                  <a:solidFill>
                    <a:srgbClr val="000000"/>
                  </a:solidFill>
                  <a:latin typeface="Arial"/>
                  <a:ea typeface="Arial"/>
                  <a:cs typeface="Arial"/>
                </a:rPr>
                <a:t>1</a:t>
              </a:r>
            </a:p>
          </p:txBody>
        </p:sp>
        <p:sp>
          <p:nvSpPr>
            <p:cNvPr id="46" name="text_045">
              <a:extLst>
                <a:ext uri="{FF2B5EF4-FFF2-40B4-BE49-F238E27FC236}">
                  <ns2:creationId id="{C494BDAE-E571-476E-BA49-73852E7177F4}"/>
                </a:ext>
              </a:extLst>
            </p:cNvPr>
            <p:cNvSpPr>
              <a:spLocks noGrp="1"/>
            </p:cNvSpPr>
            <p:nvPr/>
          </p:nvSpPr>
          <p:spPr>
            <a:xfrm>
              <a:off x="900468" y="1323975"/>
              <a:ext cx="381000" cy="209550"/>
            </a:xfrm>
            <a:prstGeom prst="rect">
              <a:avLst/>
            </a:prstGeom>
            <a:noFill/>
            <a:ln w="0">
              <a:noFill/>
              <a:prstDash val="solid"/>
            </a:ln>
          </p:spPr>
          <p:txBody>
            <a:bodyPr wrap="none" lIns="0" tIns="0" rIns="0" bIns="0" anchor="t">
              <a:noAutofit/>
            </a:bodyPr>
            <a:lstStyle>
              <a:defPPr algn="ctr">
                <a:defRPr sz="1292" b="0">
                  <a:solidFill>
                    <a:srgbClr val="000000"/>
                  </a:solidFill>
                  <a:latin typeface="Arial"/>
                  <a:ea typeface="Arial"/>
                  <a:cs typeface="Arial"/>
                </a:defRPr>
              </a:defPPr>
              <a:lvl1pPr algn="ctr">
                <a:defRPr sz="1292" b="0">
                  <a:solidFill>
                    <a:srgbClr val="000000"/>
                  </a:solidFill>
                  <a:latin typeface="Arial"/>
                  <a:ea typeface="Arial"/>
                  <a:cs typeface="Arial"/>
                </a:defRPr>
              </a:lvl1pPr>
              <a:lvl2pPr algn="ctr">
                <a:defRPr sz="1292" b="0">
                  <a:solidFill>
                    <a:srgbClr val="000000"/>
                  </a:solidFill>
                  <a:latin typeface="Arial"/>
                  <a:ea typeface="Arial"/>
                  <a:cs typeface="Arial"/>
                </a:defRPr>
              </a:lvl2pPr>
              <a:lvl3pPr algn="ctr">
                <a:defRPr sz="1292" b="0">
                  <a:solidFill>
                    <a:srgbClr val="000000"/>
                  </a:solidFill>
                  <a:latin typeface="Arial"/>
                  <a:ea typeface="Arial"/>
                  <a:cs typeface="Arial"/>
                </a:defRPr>
              </a:lvl3pPr>
              <a:lvl4pPr algn="ctr">
                <a:defRPr sz="1292" b="0">
                  <a:solidFill>
                    <a:srgbClr val="000000"/>
                  </a:solidFill>
                  <a:latin typeface="Arial"/>
                  <a:ea typeface="Arial"/>
                  <a:cs typeface="Arial"/>
                </a:defRPr>
              </a:lvl4pPr>
              <a:lvl5pPr algn="ctr">
                <a:defRPr sz="1292" b="0">
                  <a:solidFill>
                    <a:srgbClr val="000000"/>
                  </a:solidFill>
                  <a:latin typeface="Arial"/>
                  <a:ea typeface="Arial"/>
                  <a:cs typeface="Arial"/>
                </a:defRPr>
              </a:lvl5pPr>
              <a:lvl6pPr algn="ctr">
                <a:defRPr sz="1292" b="0">
                  <a:solidFill>
                    <a:srgbClr val="000000"/>
                  </a:solidFill>
                  <a:latin typeface="Arial"/>
                  <a:ea typeface="Arial"/>
                  <a:cs typeface="Arial"/>
                </a:defRPr>
              </a:lvl6pPr>
              <a:lvl7pPr algn="ctr">
                <a:defRPr sz="1292" b="0">
                  <a:solidFill>
                    <a:srgbClr val="000000"/>
                  </a:solidFill>
                  <a:latin typeface="Arial"/>
                  <a:ea typeface="Arial"/>
                  <a:cs typeface="Arial"/>
                </a:defRPr>
              </a:lvl7pPr>
              <a:lvl8pPr algn="ctr">
                <a:defRPr sz="1292" b="0">
                  <a:solidFill>
                    <a:srgbClr val="000000"/>
                  </a:solidFill>
                  <a:latin typeface="Arial"/>
                  <a:ea typeface="Arial"/>
                  <a:cs typeface="Arial"/>
                </a:defRPr>
              </a:lvl8pPr>
              <a:lvl9pPr algn="ctr">
                <a:defRPr sz="1292" b="0">
                  <a:solidFill>
                    <a:srgbClr val="000000"/>
                  </a:solidFill>
                  <a:latin typeface="Arial"/>
                  <a:ea typeface="Arial"/>
                  <a:cs typeface="Arial"/>
                </a:defRPr>
              </a:lvl9pPr>
            </a:lstStyle>
            <a:p>
              <a:pPr algn="ctr">
                <a:defRPr sz="1292" b="0">
                  <a:solidFill>
                    <a:srgbClr val="000000"/>
                  </a:solidFill>
                  <a:latin typeface="Arial"/>
                  <a:ea typeface="Arial"/>
                  <a:cs typeface="Arial"/>
                </a:defRPr>
              </a:pPr>
              <a:r>
                <a:rPr sz="1292" b="0">
                  <a:solidFill>
                    <a:srgbClr val="000000"/>
                  </a:solidFill>
                  <a:latin typeface="Arial"/>
                  <a:ea typeface="Arial"/>
                  <a:cs typeface="Arial"/>
                </a:rPr>
                <a:t>0</a:t>
              </a:r>
            </a:p>
          </p:txBody>
        </p:sp>
        <p:sp>
          <p:nvSpPr>
            <p:cNvPr id="47" name="text_046">
              <a:extLst>
                <a:ext uri="{FF2B5EF4-FFF2-40B4-BE49-F238E27FC236}">
                  <ns2:creationId id="{DD26DAEA-2591-40C0-B381-51F5FCD52472}"/>
                </a:ext>
              </a:extLst>
            </p:cNvPr>
            <p:cNvSpPr>
              <a:spLocks noGrp="1"/>
            </p:cNvSpPr>
            <p:nvPr/>
          </p:nvSpPr>
          <p:spPr>
            <a:xfrm>
              <a:off x="6757632" y="1323975"/>
              <a:ext cx="381000" cy="209550"/>
            </a:xfrm>
            <a:prstGeom prst="rect">
              <a:avLst/>
            </a:prstGeom>
            <a:noFill/>
            <a:ln w="0">
              <a:noFill/>
              <a:prstDash val="solid"/>
            </a:ln>
          </p:spPr>
          <p:txBody>
            <a:bodyPr wrap="none" lIns="0" tIns="0" rIns="0" bIns="0" anchor="t">
              <a:noAutofit/>
            </a:bodyPr>
            <a:lstStyle>
              <a:defPPr algn="ctr">
                <a:defRPr sz="1292" b="0">
                  <a:solidFill>
                    <a:srgbClr val="000000"/>
                  </a:solidFill>
                  <a:latin typeface="Arial"/>
                  <a:ea typeface="Arial"/>
                  <a:cs typeface="Arial"/>
                </a:defRPr>
              </a:defPPr>
              <a:lvl1pPr algn="ctr">
                <a:defRPr sz="1292" b="0">
                  <a:solidFill>
                    <a:srgbClr val="000000"/>
                  </a:solidFill>
                  <a:latin typeface="Arial"/>
                  <a:ea typeface="Arial"/>
                  <a:cs typeface="Arial"/>
                </a:defRPr>
              </a:lvl1pPr>
              <a:lvl2pPr algn="ctr">
                <a:defRPr sz="1292" b="0">
                  <a:solidFill>
                    <a:srgbClr val="000000"/>
                  </a:solidFill>
                  <a:latin typeface="Arial"/>
                  <a:ea typeface="Arial"/>
                  <a:cs typeface="Arial"/>
                </a:defRPr>
              </a:lvl2pPr>
              <a:lvl3pPr algn="ctr">
                <a:defRPr sz="1292" b="0">
                  <a:solidFill>
                    <a:srgbClr val="000000"/>
                  </a:solidFill>
                  <a:latin typeface="Arial"/>
                  <a:ea typeface="Arial"/>
                  <a:cs typeface="Arial"/>
                </a:defRPr>
              </a:lvl3pPr>
              <a:lvl4pPr algn="ctr">
                <a:defRPr sz="1292" b="0">
                  <a:solidFill>
                    <a:srgbClr val="000000"/>
                  </a:solidFill>
                  <a:latin typeface="Arial"/>
                  <a:ea typeface="Arial"/>
                  <a:cs typeface="Arial"/>
                </a:defRPr>
              </a:lvl4pPr>
              <a:lvl5pPr algn="ctr">
                <a:defRPr sz="1292" b="0">
                  <a:solidFill>
                    <a:srgbClr val="000000"/>
                  </a:solidFill>
                  <a:latin typeface="Arial"/>
                  <a:ea typeface="Arial"/>
                  <a:cs typeface="Arial"/>
                </a:defRPr>
              </a:lvl5pPr>
              <a:lvl6pPr algn="ctr">
                <a:defRPr sz="1292" b="0">
                  <a:solidFill>
                    <a:srgbClr val="000000"/>
                  </a:solidFill>
                  <a:latin typeface="Arial"/>
                  <a:ea typeface="Arial"/>
                  <a:cs typeface="Arial"/>
                </a:defRPr>
              </a:lvl6pPr>
              <a:lvl7pPr algn="ctr">
                <a:defRPr sz="1292" b="0">
                  <a:solidFill>
                    <a:srgbClr val="000000"/>
                  </a:solidFill>
                  <a:latin typeface="Arial"/>
                  <a:ea typeface="Arial"/>
                  <a:cs typeface="Arial"/>
                </a:defRPr>
              </a:lvl7pPr>
              <a:lvl8pPr algn="ctr">
                <a:defRPr sz="1292" b="0">
                  <a:solidFill>
                    <a:srgbClr val="000000"/>
                  </a:solidFill>
                  <a:latin typeface="Arial"/>
                  <a:ea typeface="Arial"/>
                  <a:cs typeface="Arial"/>
                </a:defRPr>
              </a:lvl8pPr>
              <a:lvl9pPr algn="ctr">
                <a:defRPr sz="1292" b="0">
                  <a:solidFill>
                    <a:srgbClr val="000000"/>
                  </a:solidFill>
                  <a:latin typeface="Arial"/>
                  <a:ea typeface="Arial"/>
                  <a:cs typeface="Arial"/>
                </a:defRPr>
              </a:lvl9pPr>
            </a:lstStyle>
            <a:p>
              <a:pPr algn="ctr">
                <a:defRPr sz="1292" b="0">
                  <a:solidFill>
                    <a:srgbClr val="000000"/>
                  </a:solidFill>
                  <a:latin typeface="Arial"/>
                  <a:ea typeface="Arial"/>
                  <a:cs typeface="Arial"/>
                </a:defRPr>
              </a:pPr>
              <a:r>
                <a:rPr sz="1292" b="0">
                  <a:solidFill>
                    <a:srgbClr val="000000"/>
                  </a:solidFill>
                  <a:latin typeface="Arial"/>
                  <a:ea typeface="Arial"/>
                  <a:cs typeface="Arial"/>
                </a:rPr>
                <a:t>200</a:t>
              </a:r>
            </a:p>
          </p:txBody>
        </p:sp>
        <p:sp>
          <p:nvSpPr>
            <p:cNvPr id="48" name="tangaroa_P_432_exact_anchor">
              <a:extLst>
                <a:ext uri="{FF2B5EF4-FFF2-40B4-BE49-F238E27FC236}">
                  <ns2:creationId id="{9EDDACA9-B57D-4410-9158-04712A00E7E5}"/>
                </a:ext>
              </a:extLst>
            </p:cNvPr>
            <p:cNvSpPr>
              <a:spLocks noGrp="1"/>
            </p:cNvSpPr>
            <p:nvPr/>
          </p:nvSpPr>
          <p:spPr>
            <a:xfrm>
              <a:off x="5152883" y="945785"/>
              <a:ext cx="76200" cy="76200"/>
            </a:xfrm>
            <a:prstGeom prst="ellipse">
              <a:avLst/>
            </a:prstGeom>
            <a:solidFill>
              <a:srgbClr val="FFFFFF"/>
            </a:solidFill>
            <a:ln w="18464">
              <a:solidFill>
                <a:srgbClr val="0072B2"/>
              </a:solidFill>
              <a:prstDash val="solid"/>
            </a:ln>
          </p:spPr>
        </p:sp>
        <p:sp>
          <p:nvSpPr>
            <p:cNvPr id="49" name="tangaroa_P_462_exact_anchor">
              <a:extLst>
                <a:ext uri="{FF2B5EF4-FFF2-40B4-BE49-F238E27FC236}">
                  <ns2:creationId id="{1E719362-9632-49B7-B8DC-2FC7C5561621}"/>
                </a:ext>
              </a:extLst>
            </p:cNvPr>
            <p:cNvSpPr>
              <a:spLocks noGrp="1"/>
            </p:cNvSpPr>
            <p:nvPr/>
          </p:nvSpPr>
          <p:spPr>
            <a:xfrm>
              <a:off x="5152883" y="655056"/>
              <a:ext cx="76200" cy="76200"/>
            </a:xfrm>
            <a:prstGeom prst="ellipse">
              <a:avLst/>
            </a:prstGeom>
            <a:solidFill>
              <a:srgbClr val="FFFFFF"/>
            </a:solidFill>
            <a:ln w="18464">
              <a:solidFill>
                <a:srgbClr val="D55E00"/>
              </a:solidFill>
              <a:prstDash val="solid"/>
            </a:ln>
          </p:spPr>
        </p:sp>
        <p:sp>
          <p:nvSpPr>
            <p:cNvPr id="50" name="tangaroa_P_388_exact_anchor">
              <a:extLst>
                <a:ext uri="{FF2B5EF4-FFF2-40B4-BE49-F238E27FC236}">
                  <ns2:creationId id="{E7CCCA47-21B8-4C1E-91CC-86BE29E328C8}"/>
                </a:ext>
              </a:extLst>
            </p:cNvPr>
            <p:cNvSpPr>
              <a:spLocks noGrp="1"/>
            </p:cNvSpPr>
            <p:nvPr/>
          </p:nvSpPr>
          <p:spPr>
            <a:xfrm>
              <a:off x="5152883" y="647323"/>
              <a:ext cx="76200" cy="76200"/>
            </a:xfrm>
            <a:prstGeom prst="ellipse">
              <a:avLst/>
            </a:prstGeom>
            <a:solidFill>
              <a:srgbClr val="FFFFFF"/>
            </a:solidFill>
            <a:ln w="18464">
              <a:solidFill>
                <a:srgbClr val="009E73"/>
              </a:solidFill>
              <a:prstDash val="solid"/>
            </a:ln>
          </p:spPr>
        </p:sp>
        <p:pic>
          <p:nvPicPr>
            <p:cNvPr id="51" name="">
              <a:extLst>
                <a:ext uri="{FF2B5EF4-FFF2-40B4-BE49-F238E27FC236}">
                  <ns2:creationId id="{EADEF27F-3818-44C4-AB22-38B032079D66}"/>
                </a:ext>
              </a:extLst>
            </p:cNvPr>
            <p:cNvPicPr>
              <a:picLocks noChangeAspect="1"/>
            </p:cNvPicPr>
            <p:nvPr/>
          </p:nvPicPr>
          <p:blipFill>
            <a:blip r:embed="R5b6e7a7ac1cf4fc8"/>
            <a:stretch/>
          </p:blipFill>
          <p:spPr>
            <a:xfrm>
              <a:off x="7715250" y="400050"/>
              <a:ext cx="3771900" cy="895350"/>
            </a:xfrm>
            <a:prstGeom prst="rect">
              <a:avLst/>
            </a:prstGeom>
          </p:spPr>
        </p:pic>
        <p:sp>
          <p:nvSpPr>
            <p:cNvPr id="52" name="line_051">
              <a:extLst>
                <a:ext uri="{FF2B5EF4-FFF2-40B4-BE49-F238E27FC236}">
                  <ns2:creationId id="{91C011F6-2C39-4824-B70A-9636C9D4F415}"/>
                </a:ext>
              </a:extLst>
            </p:cNvPr>
            <p:cNvSpPr>
              <a:spLocks noGrp="1"/>
            </p:cNvSpPr>
            <p:nvPr/>
          </p:nvSpPr>
          <p:spPr>
            <a:xfrm>
              <a:off x="9601200" y="400050"/>
              <a:ext cx="95" cy="895350"/>
            </a:xfrm>
            <a:custGeom>
              <a:pathLst>
                <a:path w="95" h="895350">
                  <a:moveTo>
                    <a:pt x="0" y="0"/>
                  </a:moveTo>
                  <a:lnTo>
                    <a:pt x="0" y="895350"/>
                  </a:lnTo>
                </a:path>
              </a:pathLst>
            </a:custGeom>
            <a:noFill/>
            <a:ln w="10258">
              <a:solidFill>
                <a:srgbClr val="263238"/>
              </a:solidFill>
              <a:prstDash val="dash"/>
            </a:ln>
          </p:spPr>
        </p:sp>
        <p:sp>
          <p:nvSpPr>
            <p:cNvPr id="53" name="rect_052">
              <a:extLst>
                <a:ext uri="{FF2B5EF4-FFF2-40B4-BE49-F238E27FC236}">
                  <ns2:creationId id="{A5BA2B30-9DCD-42FB-AB95-EB3F5D945683}"/>
                </a:ext>
              </a:extLst>
            </p:cNvPr>
            <p:cNvSpPr>
              <a:spLocks noGrp="1"/>
            </p:cNvSpPr>
            <p:nvPr/>
          </p:nvSpPr>
          <p:spPr>
            <a:xfrm>
              <a:off x="7715250" y="400050"/>
              <a:ext cx="3771900" cy="895350"/>
            </a:xfrm>
            <a:prstGeom prst="rect">
              <a:avLst/>
            </a:prstGeom>
            <a:noFill/>
            <a:ln w="7181">
              <a:solidFill>
                <a:srgbClr val="7B8790"/>
              </a:solidFill>
              <a:prstDash val="solid"/>
            </a:ln>
          </p:spPr>
        </p:sp>
        <p:sp>
          <p:nvSpPr>
            <p:cNvPr id="54" name="text_053">
              <a:extLst>
                <a:ext uri="{FF2B5EF4-FFF2-40B4-BE49-F238E27FC236}">
                  <ns2:creationId id="{A9D285AE-4095-41D5-B9CB-44728F815345}"/>
                </a:ext>
              </a:extLst>
            </p:cNvPr>
            <p:cNvSpPr>
              <a:spLocks noGrp="1"/>
            </p:cNvSpPr>
            <p:nvPr/>
          </p:nvSpPr>
          <p:spPr>
            <a:xfrm>
              <a:off x="7343775" y="1200150"/>
              <a:ext cx="314325" cy="200025"/>
            </a:xfrm>
            <a:prstGeom prst="rect">
              <a:avLst/>
            </a:prstGeom>
            <a:noFill/>
            <a:ln w="0">
              <a:noFill/>
              <a:prstDash val="solid"/>
            </a:ln>
          </p:spPr>
          <p:txBody>
            <a:bodyPr wrap="none" lIns="0" tIns="0" rIns="0" bIns="0" anchor="t">
              <a:noAutofit/>
            </a:bodyPr>
            <a:lstStyle>
              <a:defPPr algn="r">
                <a:defRPr sz="1212" b="0">
                  <a:solidFill>
                    <a:srgbClr val="000000"/>
                  </a:solidFill>
                  <a:latin typeface="Arial"/>
                  <a:ea typeface="Arial"/>
                  <a:cs typeface="Arial"/>
                </a:defRPr>
              </a:defPPr>
              <a:lvl1pPr algn="r">
                <a:defRPr sz="1212" b="0">
                  <a:solidFill>
                    <a:srgbClr val="000000"/>
                  </a:solidFill>
                  <a:latin typeface="Arial"/>
                  <a:ea typeface="Arial"/>
                  <a:cs typeface="Arial"/>
                </a:defRPr>
              </a:lvl1pPr>
              <a:lvl2pPr algn="r">
                <a:defRPr sz="1212" b="0">
                  <a:solidFill>
                    <a:srgbClr val="000000"/>
                  </a:solidFill>
                  <a:latin typeface="Arial"/>
                  <a:ea typeface="Arial"/>
                  <a:cs typeface="Arial"/>
                </a:defRPr>
              </a:lvl2pPr>
              <a:lvl3pPr algn="r">
                <a:defRPr sz="1212" b="0">
                  <a:solidFill>
                    <a:srgbClr val="000000"/>
                  </a:solidFill>
                  <a:latin typeface="Arial"/>
                  <a:ea typeface="Arial"/>
                  <a:cs typeface="Arial"/>
                </a:defRPr>
              </a:lvl3pPr>
              <a:lvl4pPr algn="r">
                <a:defRPr sz="1212" b="0">
                  <a:solidFill>
                    <a:srgbClr val="000000"/>
                  </a:solidFill>
                  <a:latin typeface="Arial"/>
                  <a:ea typeface="Arial"/>
                  <a:cs typeface="Arial"/>
                </a:defRPr>
              </a:lvl4pPr>
              <a:lvl5pPr algn="r">
                <a:defRPr sz="1212" b="0">
                  <a:solidFill>
                    <a:srgbClr val="000000"/>
                  </a:solidFill>
                  <a:latin typeface="Arial"/>
                  <a:ea typeface="Arial"/>
                  <a:cs typeface="Arial"/>
                </a:defRPr>
              </a:lvl5pPr>
              <a:lvl6pPr algn="r">
                <a:defRPr sz="1212" b="0">
                  <a:solidFill>
                    <a:srgbClr val="000000"/>
                  </a:solidFill>
                  <a:latin typeface="Arial"/>
                  <a:ea typeface="Arial"/>
                  <a:cs typeface="Arial"/>
                </a:defRPr>
              </a:lvl6pPr>
              <a:lvl7pPr algn="r">
                <a:defRPr sz="1212" b="0">
                  <a:solidFill>
                    <a:srgbClr val="000000"/>
                  </a:solidFill>
                  <a:latin typeface="Arial"/>
                  <a:ea typeface="Arial"/>
                  <a:cs typeface="Arial"/>
                </a:defRPr>
              </a:lvl7pPr>
              <a:lvl8pPr algn="r">
                <a:defRPr sz="1212" b="0">
                  <a:solidFill>
                    <a:srgbClr val="000000"/>
                  </a:solidFill>
                  <a:latin typeface="Arial"/>
                  <a:ea typeface="Arial"/>
                  <a:cs typeface="Arial"/>
                </a:defRPr>
              </a:lvl8pPr>
              <a:lvl9pPr algn="r">
                <a:defRPr sz="1212" b="0">
                  <a:solidFill>
                    <a:srgbClr val="000000"/>
                  </a:solidFill>
                  <a:latin typeface="Arial"/>
                  <a:ea typeface="Arial"/>
                  <a:cs typeface="Arial"/>
                </a:defRPr>
              </a:lvl9pPr>
            </a:lstStyle>
            <a:p>
              <a:pPr algn="r">
                <a:defRPr sz="1212" b="0">
                  <a:solidFill>
                    <a:srgbClr val="000000"/>
                  </a:solidFill>
                  <a:latin typeface="Arial"/>
                  <a:ea typeface="Arial"/>
                  <a:cs typeface="Arial"/>
                </a:defRPr>
              </a:pPr>
              <a:r>
                <a:rPr sz="1212" b="0">
                  <a:solidFill>
                    <a:srgbClr val="000000"/>
                  </a:solidFill>
                  <a:latin typeface="Arial"/>
                  <a:ea typeface="Arial"/>
                  <a:cs typeface="Arial"/>
                </a:rPr>
                <a:t>0.24</a:t>
              </a:r>
            </a:p>
          </p:txBody>
        </p:sp>
        <p:sp>
          <p:nvSpPr>
            <p:cNvPr id="55" name="text_054">
              <a:extLst>
                <a:ext uri="{FF2B5EF4-FFF2-40B4-BE49-F238E27FC236}">
                  <ns2:creationId id="{E11EF1F9-A27C-4A1B-A3AD-3648EEE78224}"/>
                </a:ext>
              </a:extLst>
            </p:cNvPr>
            <p:cNvSpPr>
              <a:spLocks noGrp="1"/>
            </p:cNvSpPr>
            <p:nvPr/>
          </p:nvSpPr>
          <p:spPr>
            <a:xfrm>
              <a:off x="7343775" y="304800"/>
              <a:ext cx="314325" cy="200025"/>
            </a:xfrm>
            <a:prstGeom prst="rect">
              <a:avLst/>
            </a:prstGeom>
            <a:noFill/>
            <a:ln w="0">
              <a:noFill/>
              <a:prstDash val="solid"/>
            </a:ln>
          </p:spPr>
          <p:txBody>
            <a:bodyPr wrap="none" lIns="0" tIns="0" rIns="0" bIns="0" anchor="t">
              <a:noAutofit/>
            </a:bodyPr>
            <a:lstStyle>
              <a:defPPr algn="r">
                <a:defRPr sz="1212" b="0">
                  <a:solidFill>
                    <a:srgbClr val="000000"/>
                  </a:solidFill>
                  <a:latin typeface="Arial"/>
                  <a:ea typeface="Arial"/>
                  <a:cs typeface="Arial"/>
                </a:defRPr>
              </a:defPPr>
              <a:lvl1pPr algn="r">
                <a:defRPr sz="1212" b="0">
                  <a:solidFill>
                    <a:srgbClr val="000000"/>
                  </a:solidFill>
                  <a:latin typeface="Arial"/>
                  <a:ea typeface="Arial"/>
                  <a:cs typeface="Arial"/>
                </a:defRPr>
              </a:lvl1pPr>
              <a:lvl2pPr algn="r">
                <a:defRPr sz="1212" b="0">
                  <a:solidFill>
                    <a:srgbClr val="000000"/>
                  </a:solidFill>
                  <a:latin typeface="Arial"/>
                  <a:ea typeface="Arial"/>
                  <a:cs typeface="Arial"/>
                </a:defRPr>
              </a:lvl2pPr>
              <a:lvl3pPr algn="r">
                <a:defRPr sz="1212" b="0">
                  <a:solidFill>
                    <a:srgbClr val="000000"/>
                  </a:solidFill>
                  <a:latin typeface="Arial"/>
                  <a:ea typeface="Arial"/>
                  <a:cs typeface="Arial"/>
                </a:defRPr>
              </a:lvl3pPr>
              <a:lvl4pPr algn="r">
                <a:defRPr sz="1212" b="0">
                  <a:solidFill>
                    <a:srgbClr val="000000"/>
                  </a:solidFill>
                  <a:latin typeface="Arial"/>
                  <a:ea typeface="Arial"/>
                  <a:cs typeface="Arial"/>
                </a:defRPr>
              </a:lvl4pPr>
              <a:lvl5pPr algn="r">
                <a:defRPr sz="1212" b="0">
                  <a:solidFill>
                    <a:srgbClr val="000000"/>
                  </a:solidFill>
                  <a:latin typeface="Arial"/>
                  <a:ea typeface="Arial"/>
                  <a:cs typeface="Arial"/>
                </a:defRPr>
              </a:lvl5pPr>
              <a:lvl6pPr algn="r">
                <a:defRPr sz="1212" b="0">
                  <a:solidFill>
                    <a:srgbClr val="000000"/>
                  </a:solidFill>
                  <a:latin typeface="Arial"/>
                  <a:ea typeface="Arial"/>
                  <a:cs typeface="Arial"/>
                </a:defRPr>
              </a:lvl6pPr>
              <a:lvl7pPr algn="r">
                <a:defRPr sz="1212" b="0">
                  <a:solidFill>
                    <a:srgbClr val="000000"/>
                  </a:solidFill>
                  <a:latin typeface="Arial"/>
                  <a:ea typeface="Arial"/>
                  <a:cs typeface="Arial"/>
                </a:defRPr>
              </a:lvl7pPr>
              <a:lvl8pPr algn="r">
                <a:defRPr sz="1212" b="0">
                  <a:solidFill>
                    <a:srgbClr val="000000"/>
                  </a:solidFill>
                  <a:latin typeface="Arial"/>
                  <a:ea typeface="Arial"/>
                  <a:cs typeface="Arial"/>
                </a:defRPr>
              </a:lvl8pPr>
              <a:lvl9pPr algn="r">
                <a:defRPr sz="1212" b="0">
                  <a:solidFill>
                    <a:srgbClr val="000000"/>
                  </a:solidFill>
                  <a:latin typeface="Arial"/>
                  <a:ea typeface="Arial"/>
                  <a:cs typeface="Arial"/>
                </a:defRPr>
              </a:lvl9pPr>
            </a:lstStyle>
            <a:p>
              <a:pPr algn="r">
                <a:defRPr sz="1212" b="0">
                  <a:solidFill>
                    <a:srgbClr val="000000"/>
                  </a:solidFill>
                  <a:latin typeface="Arial"/>
                  <a:ea typeface="Arial"/>
                  <a:cs typeface="Arial"/>
                </a:defRPr>
              </a:pPr>
              <a:r>
                <a:rPr sz="1212" b="0">
                  <a:solidFill>
                    <a:srgbClr val="000000"/>
                  </a:solidFill>
                  <a:latin typeface="Arial"/>
                  <a:ea typeface="Arial"/>
                  <a:cs typeface="Arial"/>
                </a:rPr>
                <a:t>0.85</a:t>
              </a:r>
            </a:p>
          </p:txBody>
        </p:sp>
        <p:sp>
          <p:nvSpPr>
            <p:cNvPr id="56" name="text_055">
              <a:extLst>
                <a:ext uri="{FF2B5EF4-FFF2-40B4-BE49-F238E27FC236}">
                  <ns2:creationId id="{5B244374-9E8C-41FE-9CDF-BDA8FCD3D595}"/>
                </a:ext>
              </a:extLst>
            </p:cNvPr>
            <p:cNvSpPr>
              <a:spLocks noGrp="1"/>
            </p:cNvSpPr>
            <p:nvPr/>
          </p:nvSpPr>
          <p:spPr>
            <a:xfrm>
              <a:off x="7696200" y="1323975"/>
              <a:ext cx="381000" cy="209550"/>
            </a:xfrm>
            <a:prstGeom prst="rect">
              <a:avLst/>
            </a:prstGeom>
            <a:noFill/>
            <a:ln w="0">
              <a:noFill/>
              <a:prstDash val="solid"/>
            </a:ln>
          </p:spPr>
          <p:txBody>
            <a:bodyPr wrap="none" lIns="0" tIns="0" rIns="0" bIns="0" anchor="t">
              <a:noAutofit/>
            </a:bodyPr>
            <a:lstStyle>
              <a:defPPr algn="ctr">
                <a:defRPr sz="1292" b="0">
                  <a:solidFill>
                    <a:srgbClr val="000000"/>
                  </a:solidFill>
                  <a:latin typeface="Arial"/>
                  <a:ea typeface="Arial"/>
                  <a:cs typeface="Arial"/>
                </a:defRPr>
              </a:defPPr>
              <a:lvl1pPr algn="ctr">
                <a:defRPr sz="1292" b="0">
                  <a:solidFill>
                    <a:srgbClr val="000000"/>
                  </a:solidFill>
                  <a:latin typeface="Arial"/>
                  <a:ea typeface="Arial"/>
                  <a:cs typeface="Arial"/>
                </a:defRPr>
              </a:lvl1pPr>
              <a:lvl2pPr algn="ctr">
                <a:defRPr sz="1292" b="0">
                  <a:solidFill>
                    <a:srgbClr val="000000"/>
                  </a:solidFill>
                  <a:latin typeface="Arial"/>
                  <a:ea typeface="Arial"/>
                  <a:cs typeface="Arial"/>
                </a:defRPr>
              </a:lvl2pPr>
              <a:lvl3pPr algn="ctr">
                <a:defRPr sz="1292" b="0">
                  <a:solidFill>
                    <a:srgbClr val="000000"/>
                  </a:solidFill>
                  <a:latin typeface="Arial"/>
                  <a:ea typeface="Arial"/>
                  <a:cs typeface="Arial"/>
                </a:defRPr>
              </a:lvl3pPr>
              <a:lvl4pPr algn="ctr">
                <a:defRPr sz="1292" b="0">
                  <a:solidFill>
                    <a:srgbClr val="000000"/>
                  </a:solidFill>
                  <a:latin typeface="Arial"/>
                  <a:ea typeface="Arial"/>
                  <a:cs typeface="Arial"/>
                </a:defRPr>
              </a:lvl4pPr>
              <a:lvl5pPr algn="ctr">
                <a:defRPr sz="1292" b="0">
                  <a:solidFill>
                    <a:srgbClr val="000000"/>
                  </a:solidFill>
                  <a:latin typeface="Arial"/>
                  <a:ea typeface="Arial"/>
                  <a:cs typeface="Arial"/>
                </a:defRPr>
              </a:lvl5pPr>
              <a:lvl6pPr algn="ctr">
                <a:defRPr sz="1292" b="0">
                  <a:solidFill>
                    <a:srgbClr val="000000"/>
                  </a:solidFill>
                  <a:latin typeface="Arial"/>
                  <a:ea typeface="Arial"/>
                  <a:cs typeface="Arial"/>
                </a:defRPr>
              </a:lvl6pPr>
              <a:lvl7pPr algn="ctr">
                <a:defRPr sz="1292" b="0">
                  <a:solidFill>
                    <a:srgbClr val="000000"/>
                  </a:solidFill>
                  <a:latin typeface="Arial"/>
                  <a:ea typeface="Arial"/>
                  <a:cs typeface="Arial"/>
                </a:defRPr>
              </a:lvl7pPr>
              <a:lvl8pPr algn="ctr">
                <a:defRPr sz="1292" b="0">
                  <a:solidFill>
                    <a:srgbClr val="000000"/>
                  </a:solidFill>
                  <a:latin typeface="Arial"/>
                  <a:ea typeface="Arial"/>
                  <a:cs typeface="Arial"/>
                </a:defRPr>
              </a:lvl8pPr>
              <a:lvl9pPr algn="ctr">
                <a:defRPr sz="1292" b="0">
                  <a:solidFill>
                    <a:srgbClr val="000000"/>
                  </a:solidFill>
                  <a:latin typeface="Arial"/>
                  <a:ea typeface="Arial"/>
                  <a:cs typeface="Arial"/>
                </a:defRPr>
              </a:lvl9pPr>
            </a:lstStyle>
            <a:p>
              <a:pPr algn="ctr">
                <a:defRPr sz="1292" b="0">
                  <a:solidFill>
                    <a:srgbClr val="000000"/>
                  </a:solidFill>
                  <a:latin typeface="Arial"/>
                  <a:ea typeface="Arial"/>
                  <a:cs typeface="Arial"/>
                </a:defRPr>
              </a:pPr>
              <a:r>
                <a:rPr sz="1292" b="0">
                  <a:solidFill>
                    <a:srgbClr val="000000"/>
                  </a:solidFill>
                  <a:latin typeface="Arial"/>
                  <a:ea typeface="Arial"/>
                  <a:cs typeface="Arial"/>
                </a:rPr>
                <a:t>135</a:t>
              </a:r>
            </a:p>
          </p:txBody>
        </p:sp>
        <p:sp>
          <p:nvSpPr>
            <p:cNvPr id="57" name="text_056">
              <a:extLst>
                <a:ext uri="{FF2B5EF4-FFF2-40B4-BE49-F238E27FC236}">
                  <ns2:creationId id="{9B7FD3DE-914A-4C22-A6DB-0314B62A5D20}"/>
                </a:ext>
              </a:extLst>
            </p:cNvPr>
            <p:cNvSpPr>
              <a:spLocks noGrp="1"/>
            </p:cNvSpPr>
            <p:nvPr/>
          </p:nvSpPr>
          <p:spPr>
            <a:xfrm>
              <a:off x="11125200" y="1323975"/>
              <a:ext cx="381000" cy="209550"/>
            </a:xfrm>
            <a:prstGeom prst="rect">
              <a:avLst/>
            </a:prstGeom>
            <a:noFill/>
            <a:ln w="0">
              <a:noFill/>
              <a:prstDash val="solid"/>
            </a:ln>
          </p:spPr>
          <p:txBody>
            <a:bodyPr wrap="none" lIns="0" tIns="0" rIns="0" bIns="0" anchor="t">
              <a:noAutofit/>
            </a:bodyPr>
            <a:lstStyle>
              <a:defPPr algn="ctr">
                <a:defRPr sz="1292" b="0">
                  <a:solidFill>
                    <a:srgbClr val="000000"/>
                  </a:solidFill>
                  <a:latin typeface="Arial"/>
                  <a:ea typeface="Arial"/>
                  <a:cs typeface="Arial"/>
                </a:defRPr>
              </a:defPPr>
              <a:lvl1pPr algn="ctr">
                <a:defRPr sz="1292" b="0">
                  <a:solidFill>
                    <a:srgbClr val="000000"/>
                  </a:solidFill>
                  <a:latin typeface="Arial"/>
                  <a:ea typeface="Arial"/>
                  <a:cs typeface="Arial"/>
                </a:defRPr>
              </a:lvl1pPr>
              <a:lvl2pPr algn="ctr">
                <a:defRPr sz="1292" b="0">
                  <a:solidFill>
                    <a:srgbClr val="000000"/>
                  </a:solidFill>
                  <a:latin typeface="Arial"/>
                  <a:ea typeface="Arial"/>
                  <a:cs typeface="Arial"/>
                </a:defRPr>
              </a:lvl2pPr>
              <a:lvl3pPr algn="ctr">
                <a:defRPr sz="1292" b="0">
                  <a:solidFill>
                    <a:srgbClr val="000000"/>
                  </a:solidFill>
                  <a:latin typeface="Arial"/>
                  <a:ea typeface="Arial"/>
                  <a:cs typeface="Arial"/>
                </a:defRPr>
              </a:lvl3pPr>
              <a:lvl4pPr algn="ctr">
                <a:defRPr sz="1292" b="0">
                  <a:solidFill>
                    <a:srgbClr val="000000"/>
                  </a:solidFill>
                  <a:latin typeface="Arial"/>
                  <a:ea typeface="Arial"/>
                  <a:cs typeface="Arial"/>
                </a:defRPr>
              </a:lvl4pPr>
              <a:lvl5pPr algn="ctr">
                <a:defRPr sz="1292" b="0">
                  <a:solidFill>
                    <a:srgbClr val="000000"/>
                  </a:solidFill>
                  <a:latin typeface="Arial"/>
                  <a:ea typeface="Arial"/>
                  <a:cs typeface="Arial"/>
                </a:defRPr>
              </a:lvl5pPr>
              <a:lvl6pPr algn="ctr">
                <a:defRPr sz="1292" b="0">
                  <a:solidFill>
                    <a:srgbClr val="000000"/>
                  </a:solidFill>
                  <a:latin typeface="Arial"/>
                  <a:ea typeface="Arial"/>
                  <a:cs typeface="Arial"/>
                </a:defRPr>
              </a:lvl6pPr>
              <a:lvl7pPr algn="ctr">
                <a:defRPr sz="1292" b="0">
                  <a:solidFill>
                    <a:srgbClr val="000000"/>
                  </a:solidFill>
                  <a:latin typeface="Arial"/>
                  <a:ea typeface="Arial"/>
                  <a:cs typeface="Arial"/>
                </a:defRPr>
              </a:lvl7pPr>
              <a:lvl8pPr algn="ctr">
                <a:defRPr sz="1292" b="0">
                  <a:solidFill>
                    <a:srgbClr val="000000"/>
                  </a:solidFill>
                  <a:latin typeface="Arial"/>
                  <a:ea typeface="Arial"/>
                  <a:cs typeface="Arial"/>
                </a:defRPr>
              </a:lvl8pPr>
              <a:lvl9pPr algn="ctr">
                <a:defRPr sz="1292" b="0">
                  <a:solidFill>
                    <a:srgbClr val="000000"/>
                  </a:solidFill>
                  <a:latin typeface="Arial"/>
                  <a:ea typeface="Arial"/>
                  <a:cs typeface="Arial"/>
                </a:defRPr>
              </a:lvl9pPr>
            </a:lstStyle>
            <a:p>
              <a:pPr algn="ctr">
                <a:defRPr sz="1292" b="0">
                  <a:solidFill>
                    <a:srgbClr val="000000"/>
                  </a:solidFill>
                  <a:latin typeface="Arial"/>
                  <a:ea typeface="Arial"/>
                  <a:cs typeface="Arial"/>
                </a:defRPr>
              </a:pPr>
              <a:r>
                <a:rPr sz="1292" b="0">
                  <a:solidFill>
                    <a:srgbClr val="000000"/>
                  </a:solidFill>
                  <a:latin typeface="Arial"/>
                  <a:ea typeface="Arial"/>
                  <a:cs typeface="Arial"/>
                </a:rPr>
                <a:t>145</a:t>
              </a:r>
            </a:p>
          </p:txBody>
        </p:sp>
        <p:sp>
          <p:nvSpPr>
            <p:cNvPr id="58" name="path_057">
              <a:extLst>
                <a:ext uri="{FF2B5EF4-FFF2-40B4-BE49-F238E27FC236}">
                  <ns2:creationId id="{B419904C-23A4-4F5A-BAFD-2F16504FE60B}"/>
                </a:ext>
              </a:extLst>
            </p:cNvPr>
            <p:cNvSpPr>
              <a:spLocks noGrp="1"/>
            </p:cNvSpPr>
            <p:nvPr/>
          </p:nvSpPr>
          <p:spPr>
            <a:xfrm>
              <a:off x="7886700" y="941420"/>
              <a:ext cx="3429000" cy="200622"/>
            </a:xfrm>
            <a:custGeom>
              <a:pathLst>
                <a:path w="3429000" h="200622">
                  <a:moveTo>
                    <a:pt x="0" y="160606"/>
                  </a:moveTo>
                  <a:lnTo>
                    <a:pt x="342900" y="15009"/>
                  </a:lnTo>
                  <a:lnTo>
                    <a:pt x="685800" y="144309"/>
                  </a:lnTo>
                  <a:lnTo>
                    <a:pt x="1028700" y="187135"/>
                  </a:lnTo>
                  <a:lnTo>
                    <a:pt x="1371600" y="200622"/>
                  </a:lnTo>
                  <a:lnTo>
                    <a:pt x="1714500" y="195123"/>
                  </a:lnTo>
                  <a:lnTo>
                    <a:pt x="2057400" y="196189"/>
                  </a:lnTo>
                  <a:lnTo>
                    <a:pt x="2400300" y="166439"/>
                  </a:lnTo>
                  <a:lnTo>
                    <a:pt x="2743200" y="153052"/>
                  </a:lnTo>
                  <a:lnTo>
                    <a:pt x="3086100" y="0"/>
                  </a:lnTo>
                  <a:lnTo>
                    <a:pt x="3429000" y="46892"/>
                  </a:lnTo>
                </a:path>
              </a:pathLst>
            </a:custGeom>
            <a:noFill/>
            <a:ln w="41031">
              <a:solidFill>
                <a:srgbClr val="FFFFFF"/>
              </a:solidFill>
              <a:prstDash val="solid"/>
            </a:ln>
          </p:spPr>
        </p:sp>
        <p:sp>
          <p:nvSpPr>
            <p:cNvPr id="59" name="tangaroa_P_track_432_trace">
              <a:extLst>
                <a:ext uri="{FF2B5EF4-FFF2-40B4-BE49-F238E27FC236}">
                  <ns2:creationId id="{78C822EB-C20B-4B80-9C5C-10B98DE3D08C}"/>
                </a:ext>
              </a:extLst>
            </p:cNvPr>
            <p:cNvSpPr>
              <a:spLocks noGrp="1"/>
            </p:cNvSpPr>
            <p:nvPr/>
          </p:nvSpPr>
          <p:spPr>
            <a:xfrm>
              <a:off x="7886700" y="941420"/>
              <a:ext cx="3429000" cy="200622"/>
            </a:xfrm>
            <a:custGeom>
              <a:pathLst>
                <a:path w="3429000" h="200622">
                  <a:moveTo>
                    <a:pt x="0" y="160606"/>
                  </a:moveTo>
                  <a:lnTo>
                    <a:pt x="342900" y="15009"/>
                  </a:lnTo>
                  <a:lnTo>
                    <a:pt x="685800" y="144309"/>
                  </a:lnTo>
                  <a:lnTo>
                    <a:pt x="1028700" y="187135"/>
                  </a:lnTo>
                  <a:lnTo>
                    <a:pt x="1371600" y="200622"/>
                  </a:lnTo>
                  <a:lnTo>
                    <a:pt x="1714500" y="195123"/>
                  </a:lnTo>
                  <a:lnTo>
                    <a:pt x="2057400" y="196189"/>
                  </a:lnTo>
                  <a:lnTo>
                    <a:pt x="2400300" y="166439"/>
                  </a:lnTo>
                  <a:lnTo>
                    <a:pt x="2743200" y="153052"/>
                  </a:lnTo>
                  <a:lnTo>
                    <a:pt x="3086100" y="0"/>
                  </a:lnTo>
                  <a:lnTo>
                    <a:pt x="3429000" y="46892"/>
                  </a:lnTo>
                </a:path>
              </a:pathLst>
            </a:custGeom>
            <a:noFill/>
            <a:ln w="18464">
              <a:solidFill>
                <a:srgbClr val="0072B2"/>
              </a:solidFill>
              <a:prstDash val="solid"/>
            </a:ln>
          </p:spPr>
        </p:sp>
        <p:sp>
          <p:nvSpPr>
            <p:cNvPr id="60" name="tangaroa_P_true_reference_432">
              <a:extLst>
                <a:ext uri="{FF2B5EF4-FFF2-40B4-BE49-F238E27FC236}">
                  <ns2:creationId id="{EC782FF6-D69E-489D-A0B1-B9DC23B55EA0}"/>
                </a:ext>
              </a:extLst>
            </p:cNvPr>
            <p:cNvSpPr>
              <a:spLocks noGrp="1"/>
            </p:cNvSpPr>
            <p:nvPr/>
          </p:nvSpPr>
          <p:spPr>
            <a:xfrm>
              <a:off x="7886700" y="1059976"/>
              <a:ext cx="3429000" cy="162475"/>
            </a:xfrm>
            <a:custGeom>
              <a:pathLst>
                <a:path w="3429000" h="162475">
                  <a:moveTo>
                    <a:pt x="0" y="162475"/>
                  </a:moveTo>
                  <a:lnTo>
                    <a:pt x="342900" y="0"/>
                  </a:lnTo>
                  <a:lnTo>
                    <a:pt x="685800" y="96501"/>
                  </a:lnTo>
                  <a:lnTo>
                    <a:pt x="1028700" y="160204"/>
                  </a:lnTo>
                  <a:lnTo>
                    <a:pt x="1371600" y="160051"/>
                  </a:lnTo>
                  <a:lnTo>
                    <a:pt x="1714500" y="160051"/>
                  </a:lnTo>
                  <a:lnTo>
                    <a:pt x="2057400" y="160051"/>
                  </a:lnTo>
                  <a:lnTo>
                    <a:pt x="2400300" y="0"/>
                  </a:lnTo>
                  <a:lnTo>
                    <a:pt x="2743200" y="160757"/>
                  </a:lnTo>
                  <a:lnTo>
                    <a:pt x="3086100" y="0"/>
                  </a:lnTo>
                  <a:lnTo>
                    <a:pt x="3429000" y="0"/>
                  </a:lnTo>
                </a:path>
              </a:pathLst>
            </a:custGeom>
            <a:noFill/>
            <a:ln w="10258">
              <a:solidFill>
                <a:srgbClr val="0072B2"/>
              </a:solidFill>
              <a:prstDash val="dash"/>
            </a:ln>
          </p:spPr>
        </p:sp>
        <p:sp>
          <p:nvSpPr>
            <p:cNvPr id="61" name="tangaroa_P_432_exact_anchor">
              <a:extLst>
                <a:ext uri="{FF2B5EF4-FFF2-40B4-BE49-F238E27FC236}">
                  <ns2:creationId id="{74104BB6-7190-4D38-A859-FECB3C46FD4C}"/>
                </a:ext>
              </a:extLst>
            </p:cNvPr>
            <p:cNvSpPr>
              <a:spLocks noGrp="1"/>
            </p:cNvSpPr>
            <p:nvPr/>
          </p:nvSpPr>
          <p:spPr>
            <a:xfrm>
              <a:off x="9563100" y="1098442"/>
              <a:ext cx="76200" cy="76200"/>
            </a:xfrm>
            <a:prstGeom prst="ellipse">
              <a:avLst/>
            </a:prstGeom>
            <a:solidFill>
              <a:srgbClr val="FFFFFF"/>
            </a:solidFill>
            <a:ln w="18464">
              <a:solidFill>
                <a:srgbClr val="0072B2"/>
              </a:solidFill>
              <a:prstDash val="solid"/>
            </a:ln>
          </p:spPr>
        </p:sp>
        <p:sp>
          <p:nvSpPr>
            <p:cNvPr id="62" name="line_061">
              <a:extLst>
                <a:ext uri="{FF2B5EF4-FFF2-40B4-BE49-F238E27FC236}">
                  <ns2:creationId id="{61A8EEA7-35F1-4A1B-9A6C-CA01A4F864D0}"/>
                </a:ext>
              </a:extLst>
            </p:cNvPr>
            <p:cNvSpPr>
              <a:spLocks noGrp="1"/>
            </p:cNvSpPr>
            <p:nvPr/>
          </p:nvSpPr>
          <p:spPr>
            <a:xfrm>
              <a:off x="9601200" y="542925"/>
              <a:ext cx="1943100" cy="593617"/>
            </a:xfrm>
            <a:custGeom>
              <a:pathLst>
                <a:path w="1943100" h="593617">
                  <a:moveTo>
                    <a:pt x="0" y="593617"/>
                  </a:moveTo>
                  <a:lnTo>
                    <a:pt x="1943100" y="0"/>
                  </a:lnTo>
                </a:path>
              </a:pathLst>
            </a:custGeom>
            <a:noFill/>
            <a:ln w="8206">
              <a:solidFill>
                <a:srgbClr val="0072B2"/>
              </a:solidFill>
              <a:prstDash val="solid"/>
            </a:ln>
          </p:spPr>
        </p:sp>
        <p:sp>
          <p:nvSpPr>
            <p:cNvPr id="63" name="text_062">
              <a:extLst>
                <a:ext uri="{FF2B5EF4-FFF2-40B4-BE49-F238E27FC236}">
                  <ns2:creationId id="{D86BE573-D879-4E5E-97C6-36BDFE8A080F}"/>
                </a:ext>
              </a:extLst>
            </p:cNvPr>
            <p:cNvSpPr>
              <a:spLocks noGrp="1"/>
            </p:cNvSpPr>
            <p:nvPr/>
          </p:nvSpPr>
          <p:spPr>
            <a:xfrm>
              <a:off x="11572875" y="447675"/>
              <a:ext cx="266700" cy="209550"/>
            </a:xfrm>
            <a:prstGeom prst="rect">
              <a:avLst/>
            </a:prstGeom>
            <a:noFill/>
            <a:ln w="0">
              <a:noFill/>
              <a:prstDash val="solid"/>
            </a:ln>
          </p:spPr>
          <p:txBody>
            <a:bodyPr wrap="none" lIns="0" tIns="0" rIns="0" bIns="0" anchor="t">
              <a:noAutofit/>
            </a:bodyPr>
            <a:lstStyle>
              <a:defPPr algn="l">
                <a:defRPr sz="1373" b="1">
                  <a:solidFill>
                    <a:srgbClr val="0072B2"/>
                  </a:solidFill>
                  <a:latin typeface="Arial"/>
                  <a:ea typeface="Arial"/>
                  <a:cs typeface="Arial"/>
                </a:defRPr>
              </a:defPPr>
              <a:lvl1pPr algn="l">
                <a:defRPr sz="1373" b="1">
                  <a:solidFill>
                    <a:srgbClr val="0072B2"/>
                  </a:solidFill>
                  <a:latin typeface="Arial"/>
                  <a:ea typeface="Arial"/>
                  <a:cs typeface="Arial"/>
                </a:defRPr>
              </a:lvl1pPr>
              <a:lvl2pPr algn="l">
                <a:defRPr sz="1373" b="1">
                  <a:solidFill>
                    <a:srgbClr val="0072B2"/>
                  </a:solidFill>
                  <a:latin typeface="Arial"/>
                  <a:ea typeface="Arial"/>
                  <a:cs typeface="Arial"/>
                </a:defRPr>
              </a:lvl2pPr>
              <a:lvl3pPr algn="l">
                <a:defRPr sz="1373" b="1">
                  <a:solidFill>
                    <a:srgbClr val="0072B2"/>
                  </a:solidFill>
                  <a:latin typeface="Arial"/>
                  <a:ea typeface="Arial"/>
                  <a:cs typeface="Arial"/>
                </a:defRPr>
              </a:lvl3pPr>
              <a:lvl4pPr algn="l">
                <a:defRPr sz="1373" b="1">
                  <a:solidFill>
                    <a:srgbClr val="0072B2"/>
                  </a:solidFill>
                  <a:latin typeface="Arial"/>
                  <a:ea typeface="Arial"/>
                  <a:cs typeface="Arial"/>
                </a:defRPr>
              </a:lvl4pPr>
              <a:lvl5pPr algn="l">
                <a:defRPr sz="1373" b="1">
                  <a:solidFill>
                    <a:srgbClr val="0072B2"/>
                  </a:solidFill>
                  <a:latin typeface="Arial"/>
                  <a:ea typeface="Arial"/>
                  <a:cs typeface="Arial"/>
                </a:defRPr>
              </a:lvl5pPr>
              <a:lvl6pPr algn="l">
                <a:defRPr sz="1373" b="1">
                  <a:solidFill>
                    <a:srgbClr val="0072B2"/>
                  </a:solidFill>
                  <a:latin typeface="Arial"/>
                  <a:ea typeface="Arial"/>
                  <a:cs typeface="Arial"/>
                </a:defRPr>
              </a:lvl6pPr>
              <a:lvl7pPr algn="l">
                <a:defRPr sz="1373" b="1">
                  <a:solidFill>
                    <a:srgbClr val="0072B2"/>
                  </a:solidFill>
                  <a:latin typeface="Arial"/>
                  <a:ea typeface="Arial"/>
                  <a:cs typeface="Arial"/>
                </a:defRPr>
              </a:lvl7pPr>
              <a:lvl8pPr algn="l">
                <a:defRPr sz="1373" b="1">
                  <a:solidFill>
                    <a:srgbClr val="0072B2"/>
                  </a:solidFill>
                  <a:latin typeface="Arial"/>
                  <a:ea typeface="Arial"/>
                  <a:cs typeface="Arial"/>
                </a:defRPr>
              </a:lvl8pPr>
              <a:lvl9pPr algn="l">
                <a:defRPr sz="1373" b="1">
                  <a:solidFill>
                    <a:srgbClr val="0072B2"/>
                  </a:solidFill>
                  <a:latin typeface="Arial"/>
                  <a:ea typeface="Arial"/>
                  <a:cs typeface="Arial"/>
                </a:defRPr>
              </a:lvl9pPr>
            </a:lstStyle>
            <a:p>
              <a:pPr algn="l">
                <a:defRPr sz="1373" b="1">
                  <a:solidFill>
                    <a:srgbClr val="0072B2"/>
                  </a:solidFill>
                  <a:latin typeface="Arial"/>
                  <a:ea typeface="Arial"/>
                  <a:cs typeface="Arial"/>
                </a:defRPr>
              </a:pPr>
              <a:r>
                <a:rPr sz="1373" b="1">
                  <a:solidFill>
                    <a:srgbClr val="0072B2"/>
                  </a:solidFill>
                  <a:latin typeface="Arial"/>
                  <a:ea typeface="Arial"/>
                  <a:cs typeface="Arial"/>
                </a:rPr>
                <a:t>A</a:t>
              </a:r>
            </a:p>
          </p:txBody>
        </p:sp>
        <p:sp>
          <p:nvSpPr>
            <p:cNvPr id="64" name="path_063">
              <a:extLst>
                <a:ext uri="{FF2B5EF4-FFF2-40B4-BE49-F238E27FC236}">
                  <ns2:creationId id="{F8E7B7BC-3ECA-4064-BBB5-0316671CABD0}"/>
                </a:ext>
              </a:extLst>
            </p:cNvPr>
            <p:cNvSpPr>
              <a:spLocks noGrp="1"/>
            </p:cNvSpPr>
            <p:nvPr/>
          </p:nvSpPr>
          <p:spPr>
            <a:xfrm>
              <a:off x="7886700" y="593267"/>
              <a:ext cx="2057400" cy="103583"/>
            </a:xfrm>
            <a:custGeom>
              <a:pathLst>
                <a:path w="2057400" h="103583">
                  <a:moveTo>
                    <a:pt x="0" y="91762"/>
                  </a:moveTo>
                  <a:lnTo>
                    <a:pt x="342900" y="0"/>
                  </a:lnTo>
                  <a:lnTo>
                    <a:pt x="685800" y="83397"/>
                  </a:lnTo>
                  <a:lnTo>
                    <a:pt x="1028700" y="96395"/>
                  </a:lnTo>
                  <a:lnTo>
                    <a:pt x="1371600" y="103583"/>
                  </a:lnTo>
                  <a:lnTo>
                    <a:pt x="1714500" y="70466"/>
                  </a:lnTo>
                  <a:lnTo>
                    <a:pt x="2057400" y="93795"/>
                  </a:lnTo>
                </a:path>
              </a:pathLst>
            </a:custGeom>
            <a:noFill/>
            <a:ln w="41031">
              <a:solidFill>
                <a:srgbClr val="FFFFFF"/>
              </a:solidFill>
              <a:prstDash val="solid"/>
            </a:ln>
          </p:spPr>
        </p:sp>
        <p:sp>
          <p:nvSpPr>
            <p:cNvPr id="65" name="tangaroa_P_track_462_trace">
              <a:extLst>
                <a:ext uri="{FF2B5EF4-FFF2-40B4-BE49-F238E27FC236}">
                  <ns2:creationId id="{88EEBFDC-45D8-44F9-8511-827F098B97FB}"/>
                </a:ext>
              </a:extLst>
            </p:cNvPr>
            <p:cNvSpPr>
              <a:spLocks noGrp="1"/>
            </p:cNvSpPr>
            <p:nvPr/>
          </p:nvSpPr>
          <p:spPr>
            <a:xfrm>
              <a:off x="7886700" y="593267"/>
              <a:ext cx="2057400" cy="103583"/>
            </a:xfrm>
            <a:custGeom>
              <a:pathLst>
                <a:path w="2057400" h="103583">
                  <a:moveTo>
                    <a:pt x="0" y="91762"/>
                  </a:moveTo>
                  <a:lnTo>
                    <a:pt x="342900" y="0"/>
                  </a:lnTo>
                  <a:lnTo>
                    <a:pt x="685800" y="83397"/>
                  </a:lnTo>
                  <a:lnTo>
                    <a:pt x="1028700" y="96395"/>
                  </a:lnTo>
                  <a:lnTo>
                    <a:pt x="1371600" y="103583"/>
                  </a:lnTo>
                  <a:lnTo>
                    <a:pt x="1714500" y="70466"/>
                  </a:lnTo>
                  <a:lnTo>
                    <a:pt x="2057400" y="93795"/>
                  </a:lnTo>
                </a:path>
              </a:pathLst>
            </a:custGeom>
            <a:noFill/>
            <a:ln w="18464">
              <a:solidFill>
                <a:srgbClr val="D55E00"/>
              </a:solidFill>
              <a:prstDash val="solid"/>
            </a:ln>
          </p:spPr>
        </p:sp>
        <p:sp>
          <p:nvSpPr>
            <p:cNvPr id="66" name="tangaroa_P_true_reference_462">
              <a:extLst>
                <a:ext uri="{FF2B5EF4-FFF2-40B4-BE49-F238E27FC236}">
                  <ns2:creationId id="{0C61BE02-ACFE-44A2-A4DB-42B23EA61803}"/>
                </a:ext>
              </a:extLst>
            </p:cNvPr>
            <p:cNvSpPr>
              <a:spLocks noGrp="1"/>
            </p:cNvSpPr>
            <p:nvPr/>
          </p:nvSpPr>
          <p:spPr>
            <a:xfrm>
              <a:off x="7886700" y="473083"/>
              <a:ext cx="2057400" cy="59223"/>
            </a:xfrm>
            <a:custGeom>
              <a:pathLst>
                <a:path w="2057400" h="59223">
                  <a:moveTo>
                    <a:pt x="0" y="42136"/>
                  </a:moveTo>
                  <a:lnTo>
                    <a:pt x="342900" y="40724"/>
                  </a:lnTo>
                  <a:lnTo>
                    <a:pt x="685800" y="32331"/>
                  </a:lnTo>
                  <a:lnTo>
                    <a:pt x="1028700" y="59223"/>
                  </a:lnTo>
                  <a:lnTo>
                    <a:pt x="1371600" y="57811"/>
                  </a:lnTo>
                  <a:lnTo>
                    <a:pt x="1714500" y="0"/>
                  </a:lnTo>
                  <a:lnTo>
                    <a:pt x="2057400" y="47452"/>
                  </a:lnTo>
                </a:path>
              </a:pathLst>
            </a:custGeom>
            <a:noFill/>
            <a:ln w="10258">
              <a:solidFill>
                <a:srgbClr val="D55E00"/>
              </a:solidFill>
              <a:prstDash val="dash"/>
            </a:ln>
          </p:spPr>
        </p:sp>
        <p:sp>
          <p:nvSpPr>
            <p:cNvPr id="67" name="tangaroa_P_462_exact_anchor">
              <a:extLst>
                <a:ext uri="{FF2B5EF4-FFF2-40B4-BE49-F238E27FC236}">
                  <ns2:creationId id="{F3D07F22-CD4D-4EEF-996D-74F05F5B0B7E}"/>
                </a:ext>
              </a:extLst>
            </p:cNvPr>
            <p:cNvSpPr>
              <a:spLocks noGrp="1"/>
            </p:cNvSpPr>
            <p:nvPr/>
          </p:nvSpPr>
          <p:spPr>
            <a:xfrm>
              <a:off x="9563100" y="625633"/>
              <a:ext cx="76200" cy="76200"/>
            </a:xfrm>
            <a:prstGeom prst="ellipse">
              <a:avLst/>
            </a:prstGeom>
            <a:solidFill>
              <a:srgbClr val="FFFFFF"/>
            </a:solidFill>
            <a:ln w="18464">
              <a:solidFill>
                <a:srgbClr val="D55E00"/>
              </a:solidFill>
              <a:prstDash val="solid"/>
            </a:ln>
          </p:spPr>
        </p:sp>
        <p:sp>
          <p:nvSpPr>
            <p:cNvPr id="68" name="line_067">
              <a:extLst>
                <a:ext uri="{FF2B5EF4-FFF2-40B4-BE49-F238E27FC236}">
                  <ns2:creationId id="{37DF8750-C5D3-4CE7-B561-A87A2641EC60}"/>
                </a:ext>
              </a:extLst>
            </p:cNvPr>
            <p:cNvSpPr>
              <a:spLocks noGrp="1"/>
            </p:cNvSpPr>
            <p:nvPr/>
          </p:nvSpPr>
          <p:spPr>
            <a:xfrm>
              <a:off x="9601200" y="663733"/>
              <a:ext cx="1943100" cy="114142"/>
            </a:xfrm>
            <a:custGeom>
              <a:pathLst>
                <a:path w="1943100" h="114142">
                  <a:moveTo>
                    <a:pt x="0" y="0"/>
                  </a:moveTo>
                  <a:lnTo>
                    <a:pt x="1943100" y="114142"/>
                  </a:lnTo>
                </a:path>
              </a:pathLst>
            </a:custGeom>
            <a:noFill/>
            <a:ln w="8206">
              <a:solidFill>
                <a:srgbClr val="D55E00"/>
              </a:solidFill>
              <a:prstDash val="solid"/>
            </a:ln>
          </p:spPr>
        </p:sp>
        <p:sp>
          <p:nvSpPr>
            <p:cNvPr id="69" name="text_068">
              <a:extLst>
                <a:ext uri="{FF2B5EF4-FFF2-40B4-BE49-F238E27FC236}">
                  <ns2:creationId id="{00985B08-B082-4886-BA00-A70F8827FC38}"/>
                </a:ext>
              </a:extLst>
            </p:cNvPr>
            <p:cNvSpPr>
              <a:spLocks noGrp="1"/>
            </p:cNvSpPr>
            <p:nvPr/>
          </p:nvSpPr>
          <p:spPr>
            <a:xfrm>
              <a:off x="11572875" y="682625"/>
              <a:ext cx="266700" cy="209550"/>
            </a:xfrm>
            <a:prstGeom prst="rect">
              <a:avLst/>
            </a:prstGeom>
            <a:noFill/>
            <a:ln w="0">
              <a:noFill/>
              <a:prstDash val="solid"/>
            </a:ln>
          </p:spPr>
          <p:txBody>
            <a:bodyPr wrap="none" lIns="0" tIns="0" rIns="0" bIns="0" anchor="t">
              <a:noAutofit/>
            </a:bodyPr>
            <a:lstStyle>
              <a:defPPr algn="l">
                <a:defRPr sz="1373" b="1">
                  <a:solidFill>
                    <a:srgbClr val="D55E00"/>
                  </a:solidFill>
                  <a:latin typeface="Arial"/>
                  <a:ea typeface="Arial"/>
                  <a:cs typeface="Arial"/>
                </a:defRPr>
              </a:defPPr>
              <a:lvl1pPr algn="l">
                <a:defRPr sz="1373" b="1">
                  <a:solidFill>
                    <a:srgbClr val="D55E00"/>
                  </a:solidFill>
                  <a:latin typeface="Arial"/>
                  <a:ea typeface="Arial"/>
                  <a:cs typeface="Arial"/>
                </a:defRPr>
              </a:lvl1pPr>
              <a:lvl2pPr algn="l">
                <a:defRPr sz="1373" b="1">
                  <a:solidFill>
                    <a:srgbClr val="D55E00"/>
                  </a:solidFill>
                  <a:latin typeface="Arial"/>
                  <a:ea typeface="Arial"/>
                  <a:cs typeface="Arial"/>
                </a:defRPr>
              </a:lvl2pPr>
              <a:lvl3pPr algn="l">
                <a:defRPr sz="1373" b="1">
                  <a:solidFill>
                    <a:srgbClr val="D55E00"/>
                  </a:solidFill>
                  <a:latin typeface="Arial"/>
                  <a:ea typeface="Arial"/>
                  <a:cs typeface="Arial"/>
                </a:defRPr>
              </a:lvl3pPr>
              <a:lvl4pPr algn="l">
                <a:defRPr sz="1373" b="1">
                  <a:solidFill>
                    <a:srgbClr val="D55E00"/>
                  </a:solidFill>
                  <a:latin typeface="Arial"/>
                  <a:ea typeface="Arial"/>
                  <a:cs typeface="Arial"/>
                </a:defRPr>
              </a:lvl4pPr>
              <a:lvl5pPr algn="l">
                <a:defRPr sz="1373" b="1">
                  <a:solidFill>
                    <a:srgbClr val="D55E00"/>
                  </a:solidFill>
                  <a:latin typeface="Arial"/>
                  <a:ea typeface="Arial"/>
                  <a:cs typeface="Arial"/>
                </a:defRPr>
              </a:lvl5pPr>
              <a:lvl6pPr algn="l">
                <a:defRPr sz="1373" b="1">
                  <a:solidFill>
                    <a:srgbClr val="D55E00"/>
                  </a:solidFill>
                  <a:latin typeface="Arial"/>
                  <a:ea typeface="Arial"/>
                  <a:cs typeface="Arial"/>
                </a:defRPr>
              </a:lvl6pPr>
              <a:lvl7pPr algn="l">
                <a:defRPr sz="1373" b="1">
                  <a:solidFill>
                    <a:srgbClr val="D55E00"/>
                  </a:solidFill>
                  <a:latin typeface="Arial"/>
                  <a:ea typeface="Arial"/>
                  <a:cs typeface="Arial"/>
                </a:defRPr>
              </a:lvl7pPr>
              <a:lvl8pPr algn="l">
                <a:defRPr sz="1373" b="1">
                  <a:solidFill>
                    <a:srgbClr val="D55E00"/>
                  </a:solidFill>
                  <a:latin typeface="Arial"/>
                  <a:ea typeface="Arial"/>
                  <a:cs typeface="Arial"/>
                </a:defRPr>
              </a:lvl8pPr>
              <a:lvl9pPr algn="l">
                <a:defRPr sz="1373" b="1">
                  <a:solidFill>
                    <a:srgbClr val="D55E00"/>
                  </a:solidFill>
                  <a:latin typeface="Arial"/>
                  <a:ea typeface="Arial"/>
                  <a:cs typeface="Arial"/>
                </a:defRPr>
              </a:lvl9pPr>
            </a:lstStyle>
            <a:p>
              <a:pPr algn="l">
                <a:defRPr sz="1373" b="1">
                  <a:solidFill>
                    <a:srgbClr val="D55E00"/>
                  </a:solidFill>
                  <a:latin typeface="Arial"/>
                  <a:ea typeface="Arial"/>
                  <a:cs typeface="Arial"/>
                </a:defRPr>
              </a:pPr>
              <a:r>
                <a:rPr sz="1373" b="1">
                  <a:solidFill>
                    <a:srgbClr val="D55E00"/>
                  </a:solidFill>
                  <a:latin typeface="Arial"/>
                  <a:ea typeface="Arial"/>
                  <a:cs typeface="Arial"/>
                </a:rPr>
                <a:t>B</a:t>
              </a:r>
            </a:p>
          </p:txBody>
        </p:sp>
        <p:sp>
          <p:nvSpPr>
            <p:cNvPr id="70" name="path_069">
              <a:extLst>
                <a:ext uri="{FF2B5EF4-FFF2-40B4-BE49-F238E27FC236}">
                  <ns2:creationId id="{3DF85B39-BD58-43A1-B9B2-43C942EE7DB2}"/>
                </a:ext>
              </a:extLst>
            </p:cNvPr>
            <p:cNvSpPr>
              <a:spLocks noGrp="1"/>
            </p:cNvSpPr>
            <p:nvPr/>
          </p:nvSpPr>
          <p:spPr>
            <a:xfrm>
              <a:off x="7886700" y="651157"/>
              <a:ext cx="3429000" cy="381947"/>
            </a:xfrm>
            <a:custGeom>
              <a:pathLst>
                <a:path w="3429000" h="381947">
                  <a:moveTo>
                    <a:pt x="0" y="19530"/>
                  </a:moveTo>
                  <a:lnTo>
                    <a:pt x="342900" y="381947"/>
                  </a:lnTo>
                  <a:lnTo>
                    <a:pt x="685800" y="12509"/>
                  </a:lnTo>
                  <a:lnTo>
                    <a:pt x="1028700" y="25685"/>
                  </a:lnTo>
                  <a:lnTo>
                    <a:pt x="1371600" y="33017"/>
                  </a:lnTo>
                  <a:lnTo>
                    <a:pt x="1714500" y="0"/>
                  </a:lnTo>
                  <a:lnTo>
                    <a:pt x="2057400" y="23429"/>
                  </a:lnTo>
                  <a:lnTo>
                    <a:pt x="2400300" y="28095"/>
                  </a:lnTo>
                  <a:lnTo>
                    <a:pt x="2743200" y="1211"/>
                  </a:lnTo>
                  <a:lnTo>
                    <a:pt x="3086100" y="318835"/>
                  </a:lnTo>
                  <a:lnTo>
                    <a:pt x="3429000" y="365405"/>
                  </a:lnTo>
                </a:path>
              </a:pathLst>
            </a:custGeom>
            <a:noFill/>
            <a:ln w="41031">
              <a:solidFill>
                <a:srgbClr val="FFFFFF"/>
              </a:solidFill>
              <a:prstDash val="solid"/>
            </a:ln>
          </p:spPr>
        </p:sp>
        <p:sp>
          <p:nvSpPr>
            <p:cNvPr id="71" name="tangaroa_P_track_388_trace">
              <a:extLst>
                <a:ext uri="{FF2B5EF4-FFF2-40B4-BE49-F238E27FC236}">
                  <ns2:creationId id="{9D0CD2C8-8F1E-4E27-BC21-1570B5F98FD5}"/>
                </a:ext>
              </a:extLst>
            </p:cNvPr>
            <p:cNvSpPr>
              <a:spLocks noGrp="1"/>
            </p:cNvSpPr>
            <p:nvPr/>
          </p:nvSpPr>
          <p:spPr>
            <a:xfrm>
              <a:off x="7886700" y="651157"/>
              <a:ext cx="3429000" cy="381947"/>
            </a:xfrm>
            <a:custGeom>
              <a:pathLst>
                <a:path w="3429000" h="381947">
                  <a:moveTo>
                    <a:pt x="0" y="19530"/>
                  </a:moveTo>
                  <a:lnTo>
                    <a:pt x="342900" y="381947"/>
                  </a:lnTo>
                  <a:lnTo>
                    <a:pt x="685800" y="12509"/>
                  </a:lnTo>
                  <a:lnTo>
                    <a:pt x="1028700" y="25685"/>
                  </a:lnTo>
                  <a:lnTo>
                    <a:pt x="1371600" y="33017"/>
                  </a:lnTo>
                  <a:lnTo>
                    <a:pt x="1714500" y="0"/>
                  </a:lnTo>
                  <a:lnTo>
                    <a:pt x="2057400" y="23429"/>
                  </a:lnTo>
                  <a:lnTo>
                    <a:pt x="2400300" y="28095"/>
                  </a:lnTo>
                  <a:lnTo>
                    <a:pt x="2743200" y="1211"/>
                  </a:lnTo>
                  <a:lnTo>
                    <a:pt x="3086100" y="318835"/>
                  </a:lnTo>
                  <a:lnTo>
                    <a:pt x="3429000" y="365405"/>
                  </a:lnTo>
                </a:path>
              </a:pathLst>
            </a:custGeom>
            <a:noFill/>
            <a:ln w="18464">
              <a:solidFill>
                <a:srgbClr val="009E73"/>
              </a:solidFill>
              <a:prstDash val="solid"/>
            </a:ln>
          </p:spPr>
        </p:sp>
        <p:sp>
          <p:nvSpPr>
            <p:cNvPr id="72" name="tangaroa_P_true_reference_388">
              <a:extLst>
                <a:ext uri="{FF2B5EF4-FFF2-40B4-BE49-F238E27FC236}">
                  <ns2:creationId id="{326AF0E9-0EB1-4719-A567-6275E93F0DAC}"/>
                </a:ext>
              </a:extLst>
            </p:cNvPr>
            <p:cNvSpPr>
              <a:spLocks noGrp="1"/>
            </p:cNvSpPr>
            <p:nvPr/>
          </p:nvSpPr>
          <p:spPr>
            <a:xfrm>
              <a:off x="7886700" y="806399"/>
              <a:ext cx="3429000" cy="68002"/>
            </a:xfrm>
            <a:custGeom>
              <a:pathLst>
                <a:path w="3429000" h="68002">
                  <a:moveTo>
                    <a:pt x="0" y="54194"/>
                  </a:moveTo>
                  <a:lnTo>
                    <a:pt x="342900" y="53488"/>
                  </a:lnTo>
                  <a:lnTo>
                    <a:pt x="685800" y="52781"/>
                  </a:lnTo>
                  <a:lnTo>
                    <a:pt x="1028700" y="52075"/>
                  </a:lnTo>
                  <a:lnTo>
                    <a:pt x="1371600" y="68002"/>
                  </a:lnTo>
                  <a:lnTo>
                    <a:pt x="1714500" y="59686"/>
                  </a:lnTo>
                  <a:lnTo>
                    <a:pt x="2057400" y="58979"/>
                  </a:lnTo>
                  <a:lnTo>
                    <a:pt x="2400300" y="49403"/>
                  </a:lnTo>
                  <a:lnTo>
                    <a:pt x="2743200" y="0"/>
                  </a:lnTo>
                  <a:lnTo>
                    <a:pt x="3086100" y="20006"/>
                  </a:lnTo>
                  <a:lnTo>
                    <a:pt x="3429000" y="42838"/>
                  </a:lnTo>
                </a:path>
              </a:pathLst>
            </a:custGeom>
            <a:noFill/>
            <a:ln w="10258">
              <a:solidFill>
                <a:srgbClr val="009E73"/>
              </a:solidFill>
              <a:prstDash val="dash"/>
            </a:ln>
          </p:spPr>
        </p:sp>
        <p:sp>
          <p:nvSpPr>
            <p:cNvPr id="73" name="tangaroa_P_388_exact_anchor">
              <a:extLst>
                <a:ext uri="{FF2B5EF4-FFF2-40B4-BE49-F238E27FC236}">
                  <ns2:creationId id="{6F6602C0-F15F-4852-AD2B-3D993AEE1190}"/>
                </a:ext>
              </a:extLst>
            </p:cNvPr>
            <p:cNvSpPr>
              <a:spLocks noGrp="1"/>
            </p:cNvSpPr>
            <p:nvPr/>
          </p:nvSpPr>
          <p:spPr>
            <a:xfrm>
              <a:off x="9563100" y="613057"/>
              <a:ext cx="76200" cy="76200"/>
            </a:xfrm>
            <a:prstGeom prst="ellipse">
              <a:avLst/>
            </a:prstGeom>
            <a:solidFill>
              <a:srgbClr val="FFFFFF"/>
            </a:solidFill>
            <a:ln w="18464">
              <a:solidFill>
                <a:srgbClr val="009E73"/>
              </a:solidFill>
              <a:prstDash val="solid"/>
            </a:ln>
          </p:spPr>
        </p:sp>
        <p:sp>
          <p:nvSpPr>
            <p:cNvPr id="74" name="line_073">
              <a:extLst>
                <a:ext uri="{FF2B5EF4-FFF2-40B4-BE49-F238E27FC236}">
                  <ns2:creationId id="{1960A54C-B212-45B5-9921-867D145A1498}"/>
                </a:ext>
              </a:extLst>
            </p:cNvPr>
            <p:cNvSpPr>
              <a:spLocks noGrp="1"/>
            </p:cNvSpPr>
            <p:nvPr/>
          </p:nvSpPr>
          <p:spPr>
            <a:xfrm>
              <a:off x="9601200" y="651157"/>
              <a:ext cx="1943100" cy="361668"/>
            </a:xfrm>
            <a:custGeom>
              <a:pathLst>
                <a:path w="1943100" h="361668">
                  <a:moveTo>
                    <a:pt x="0" y="0"/>
                  </a:moveTo>
                  <a:lnTo>
                    <a:pt x="1943100" y="361668"/>
                  </a:lnTo>
                </a:path>
              </a:pathLst>
            </a:custGeom>
            <a:noFill/>
            <a:ln w="8206">
              <a:solidFill>
                <a:srgbClr val="009E73"/>
              </a:solidFill>
              <a:prstDash val="solid"/>
            </a:ln>
          </p:spPr>
        </p:sp>
        <p:sp>
          <p:nvSpPr>
            <p:cNvPr id="75" name="text_074">
              <a:extLst>
                <a:ext uri="{FF2B5EF4-FFF2-40B4-BE49-F238E27FC236}">
                  <ns2:creationId id="{82560859-A43B-438B-914B-85A0DB40761C}"/>
                </a:ext>
              </a:extLst>
            </p:cNvPr>
            <p:cNvSpPr>
              <a:spLocks noGrp="1"/>
            </p:cNvSpPr>
            <p:nvPr/>
          </p:nvSpPr>
          <p:spPr>
            <a:xfrm>
              <a:off x="11572875" y="917575"/>
              <a:ext cx="266700" cy="209550"/>
            </a:xfrm>
            <a:prstGeom prst="rect">
              <a:avLst/>
            </a:prstGeom>
            <a:noFill/>
            <a:ln w="0">
              <a:noFill/>
              <a:prstDash val="solid"/>
            </a:ln>
          </p:spPr>
          <p:txBody>
            <a:bodyPr wrap="none" lIns="0" tIns="0" rIns="0" bIns="0" anchor="t">
              <a:noAutofit/>
            </a:bodyPr>
            <a:lstStyle>
              <a:defPPr algn="l">
                <a:defRPr sz="1373" b="1">
                  <a:solidFill>
                    <a:srgbClr val="009E73"/>
                  </a:solidFill>
                  <a:latin typeface="Arial"/>
                  <a:ea typeface="Arial"/>
                  <a:cs typeface="Arial"/>
                </a:defRPr>
              </a:defPPr>
              <a:lvl1pPr algn="l">
                <a:defRPr sz="1373" b="1">
                  <a:solidFill>
                    <a:srgbClr val="009E73"/>
                  </a:solidFill>
                  <a:latin typeface="Arial"/>
                  <a:ea typeface="Arial"/>
                  <a:cs typeface="Arial"/>
                </a:defRPr>
              </a:lvl1pPr>
              <a:lvl2pPr algn="l">
                <a:defRPr sz="1373" b="1">
                  <a:solidFill>
                    <a:srgbClr val="009E73"/>
                  </a:solidFill>
                  <a:latin typeface="Arial"/>
                  <a:ea typeface="Arial"/>
                  <a:cs typeface="Arial"/>
                </a:defRPr>
              </a:lvl2pPr>
              <a:lvl3pPr algn="l">
                <a:defRPr sz="1373" b="1">
                  <a:solidFill>
                    <a:srgbClr val="009E73"/>
                  </a:solidFill>
                  <a:latin typeface="Arial"/>
                  <a:ea typeface="Arial"/>
                  <a:cs typeface="Arial"/>
                </a:defRPr>
              </a:lvl3pPr>
              <a:lvl4pPr algn="l">
                <a:defRPr sz="1373" b="1">
                  <a:solidFill>
                    <a:srgbClr val="009E73"/>
                  </a:solidFill>
                  <a:latin typeface="Arial"/>
                  <a:ea typeface="Arial"/>
                  <a:cs typeface="Arial"/>
                </a:defRPr>
              </a:lvl4pPr>
              <a:lvl5pPr algn="l">
                <a:defRPr sz="1373" b="1">
                  <a:solidFill>
                    <a:srgbClr val="009E73"/>
                  </a:solidFill>
                  <a:latin typeface="Arial"/>
                  <a:ea typeface="Arial"/>
                  <a:cs typeface="Arial"/>
                </a:defRPr>
              </a:lvl5pPr>
              <a:lvl6pPr algn="l">
                <a:defRPr sz="1373" b="1">
                  <a:solidFill>
                    <a:srgbClr val="009E73"/>
                  </a:solidFill>
                  <a:latin typeface="Arial"/>
                  <a:ea typeface="Arial"/>
                  <a:cs typeface="Arial"/>
                </a:defRPr>
              </a:lvl6pPr>
              <a:lvl7pPr algn="l">
                <a:defRPr sz="1373" b="1">
                  <a:solidFill>
                    <a:srgbClr val="009E73"/>
                  </a:solidFill>
                  <a:latin typeface="Arial"/>
                  <a:ea typeface="Arial"/>
                  <a:cs typeface="Arial"/>
                </a:defRPr>
              </a:lvl7pPr>
              <a:lvl8pPr algn="l">
                <a:defRPr sz="1373" b="1">
                  <a:solidFill>
                    <a:srgbClr val="009E73"/>
                  </a:solidFill>
                  <a:latin typeface="Arial"/>
                  <a:ea typeface="Arial"/>
                  <a:cs typeface="Arial"/>
                </a:defRPr>
              </a:lvl8pPr>
              <a:lvl9pPr algn="l">
                <a:defRPr sz="1373" b="1">
                  <a:solidFill>
                    <a:srgbClr val="009E73"/>
                  </a:solidFill>
                  <a:latin typeface="Arial"/>
                  <a:ea typeface="Arial"/>
                  <a:cs typeface="Arial"/>
                </a:defRPr>
              </a:lvl9pPr>
            </a:lstStyle>
            <a:p>
              <a:pPr algn="l">
                <a:defRPr sz="1373" b="1">
                  <a:solidFill>
                    <a:srgbClr val="009E73"/>
                  </a:solidFill>
                  <a:latin typeface="Arial"/>
                  <a:ea typeface="Arial"/>
                  <a:cs typeface="Arial"/>
                </a:defRPr>
              </a:pPr>
              <a:r>
                <a:rPr sz="1373" b="1">
                  <a:solidFill>
                    <a:srgbClr val="009E73"/>
                  </a:solidFill>
                  <a:latin typeface="Arial"/>
                  <a:ea typeface="Arial"/>
                  <a:cs typeface="Arial"/>
                </a:rPr>
                <a:t>C</a:t>
              </a:r>
            </a:p>
          </p:txBody>
        </p:sp>
        <p:sp>
          <p:nvSpPr>
            <p:cNvPr id="76" name="rect_075">
              <a:extLst>
                <a:ext uri="{FF2B5EF4-FFF2-40B4-BE49-F238E27FC236}">
                  <ns2:creationId id="{818FE685-8CC7-452C-8C3F-59B9753975CE}"/>
                </a:ext>
              </a:extLst>
            </p:cNvPr>
            <p:cNvSpPr>
              <a:spLocks noGrp="1"/>
            </p:cNvSpPr>
            <p:nvPr/>
          </p:nvSpPr>
          <p:spPr>
            <a:xfrm>
              <a:off x="5029911" y="400050"/>
              <a:ext cx="322144" cy="895350"/>
            </a:xfrm>
            <a:prstGeom prst="rect">
              <a:avLst/>
            </a:prstGeom>
            <a:noFill/>
            <a:ln w="12309">
              <a:solidFill>
                <a:srgbClr val="263238"/>
              </a:solidFill>
              <a:prstDash val="solid"/>
            </a:ln>
          </p:spPr>
        </p:sp>
        <p:sp>
          <p:nvSpPr>
            <p:cNvPr id="77" name="text_076">
              <a:extLst>
                <a:ext uri="{FF2B5EF4-FFF2-40B4-BE49-F238E27FC236}">
                  <ns2:creationId id="{A9F85A16-E606-46A1-8A21-6250596B147D}"/>
                </a:ext>
              </a:extLst>
            </p:cNvPr>
            <p:cNvSpPr>
              <a:spLocks noGrp="1"/>
            </p:cNvSpPr>
            <p:nvPr/>
          </p:nvSpPr>
          <p:spPr>
            <a:xfrm>
              <a:off x="38100" y="1524000"/>
              <a:ext cx="914400" cy="247650"/>
            </a:xfrm>
            <a:prstGeom prst="rect">
              <a:avLst/>
            </a:prstGeom>
            <a:noFill/>
            <a:ln w="0">
              <a:noFill/>
              <a:prstDash val="solid"/>
            </a:ln>
          </p:spPr>
          <p:txBody>
            <a:bodyPr wrap="none" lIns="0" tIns="0" rIns="0" bIns="0" anchor="t">
              <a:noAutofit/>
            </a:bodyPr>
            <a:lstStyle>
              <a:defPPr algn="l">
                <a:defRPr sz="1615" b="1">
                  <a:solidFill>
                    <a:srgbClr val="000000"/>
                  </a:solidFill>
                  <a:latin typeface="Arial"/>
                  <a:ea typeface="Arial"/>
                  <a:cs typeface="Arial"/>
                </a:defRPr>
              </a:defPPr>
              <a:lvl1pPr algn="l">
                <a:defRPr sz="1615" b="1">
                  <a:solidFill>
                    <a:srgbClr val="000000"/>
                  </a:solidFill>
                  <a:latin typeface="Arial"/>
                  <a:ea typeface="Arial"/>
                  <a:cs typeface="Arial"/>
                </a:defRPr>
              </a:lvl1pPr>
              <a:lvl2pPr algn="l">
                <a:defRPr sz="1615" b="1">
                  <a:solidFill>
                    <a:srgbClr val="000000"/>
                  </a:solidFill>
                  <a:latin typeface="Arial"/>
                  <a:ea typeface="Arial"/>
                  <a:cs typeface="Arial"/>
                </a:defRPr>
              </a:lvl2pPr>
              <a:lvl3pPr algn="l">
                <a:defRPr sz="1615" b="1">
                  <a:solidFill>
                    <a:srgbClr val="000000"/>
                  </a:solidFill>
                  <a:latin typeface="Arial"/>
                  <a:ea typeface="Arial"/>
                  <a:cs typeface="Arial"/>
                </a:defRPr>
              </a:lvl3pPr>
              <a:lvl4pPr algn="l">
                <a:defRPr sz="1615" b="1">
                  <a:solidFill>
                    <a:srgbClr val="000000"/>
                  </a:solidFill>
                  <a:latin typeface="Arial"/>
                  <a:ea typeface="Arial"/>
                  <a:cs typeface="Arial"/>
                </a:defRPr>
              </a:lvl4pPr>
              <a:lvl5pPr algn="l">
                <a:defRPr sz="1615" b="1">
                  <a:solidFill>
                    <a:srgbClr val="000000"/>
                  </a:solidFill>
                  <a:latin typeface="Arial"/>
                  <a:ea typeface="Arial"/>
                  <a:cs typeface="Arial"/>
                </a:defRPr>
              </a:lvl5pPr>
              <a:lvl6pPr algn="l">
                <a:defRPr sz="1615" b="1">
                  <a:solidFill>
                    <a:srgbClr val="000000"/>
                  </a:solidFill>
                  <a:latin typeface="Arial"/>
                  <a:ea typeface="Arial"/>
                  <a:cs typeface="Arial"/>
                </a:defRPr>
              </a:lvl6pPr>
              <a:lvl7pPr algn="l">
                <a:defRPr sz="1615" b="1">
                  <a:solidFill>
                    <a:srgbClr val="000000"/>
                  </a:solidFill>
                  <a:latin typeface="Arial"/>
                  <a:ea typeface="Arial"/>
                  <a:cs typeface="Arial"/>
                </a:defRPr>
              </a:lvl7pPr>
              <a:lvl8pPr algn="l">
                <a:defRPr sz="1615" b="1">
                  <a:solidFill>
                    <a:srgbClr val="000000"/>
                  </a:solidFill>
                  <a:latin typeface="Arial"/>
                  <a:ea typeface="Arial"/>
                  <a:cs typeface="Arial"/>
                </a:defRPr>
              </a:lvl8pPr>
              <a:lvl9pPr algn="l">
                <a:defRPr sz="1615" b="1">
                  <a:solidFill>
                    <a:srgbClr val="000000"/>
                  </a:solidFill>
                  <a:latin typeface="Arial"/>
                  <a:ea typeface="Arial"/>
                  <a:cs typeface="Arial"/>
                </a:defRPr>
              </a:lvl9pPr>
            </a:lstStyle>
            <a:p>
              <a:pPr algn="l">
                <a:defRPr sz="1615" b="1">
                  <a:solidFill>
                    <a:srgbClr val="000000"/>
                  </a:solidFill>
                  <a:latin typeface="Arial"/>
                  <a:ea typeface="Arial"/>
                  <a:cs typeface="Arial"/>
                </a:defRPr>
              </a:pPr>
              <a:r>
                <a:rPr sz="1615" b="1">
                  <a:solidFill>
                    <a:srgbClr val="000000"/>
                  </a:solidFill>
                  <a:latin typeface="Arial"/>
                  <a:ea typeface="Arial"/>
                  <a:cs typeface="Arial"/>
                </a:rPr>
                <a:t>RG-R20</a:t>
              </a:r>
            </a:p>
          </p:txBody>
        </p:sp>
        <p:pic>
          <p:nvPicPr>
            <p:cNvPr id="79" name="">
              <a:extLst>
                <a:ext uri="{FF2B5EF4-FFF2-40B4-BE49-F238E27FC236}">
                  <ns2:creationId id="{8A1D2C30-34BE-4F20-8C62-BED93B34245E}"/>
                </a:ext>
              </a:extLst>
            </p:cNvPr>
            <p:cNvPicPr>
              <a:picLocks noChangeAspect="1"/>
            </p:cNvPicPr>
            <p:nvPr/>
          </p:nvPicPr>
          <p:blipFill>
            <a:blip r:embed="Rc2276ab18d354289"/>
            <a:stretch/>
          </p:blipFill>
          <p:spPr>
            <a:xfrm>
              <a:off x="1076325" y="1476375"/>
              <a:ext cx="5886450" cy="895350"/>
            </a:xfrm>
            <a:prstGeom prst="rect">
              <a:avLst/>
            </a:prstGeom>
          </p:spPr>
        </p:pic>
        <p:sp>
          <p:nvSpPr>
            <p:cNvPr id="80" name="line_079">
              <a:extLst>
                <a:ext uri="{FF2B5EF4-FFF2-40B4-BE49-F238E27FC236}">
                  <ns2:creationId id="{C42A1567-E369-4C3A-8830-BFB95FAE7854}"/>
                </a:ext>
              </a:extLst>
            </p:cNvPr>
            <p:cNvSpPr>
              <a:spLocks noGrp="1"/>
            </p:cNvSpPr>
            <p:nvPr/>
          </p:nvSpPr>
          <p:spPr>
            <a:xfrm>
              <a:off x="5190983" y="1476375"/>
              <a:ext cx="95" cy="895350"/>
            </a:xfrm>
            <a:custGeom>
              <a:pathLst>
                <a:path w="95" h="895350">
                  <a:moveTo>
                    <a:pt x="0" y="0"/>
                  </a:moveTo>
                  <a:lnTo>
                    <a:pt x="0" y="895350"/>
                  </a:lnTo>
                </a:path>
              </a:pathLst>
            </a:custGeom>
            <a:noFill/>
            <a:ln w="10258">
              <a:solidFill>
                <a:srgbClr val="263238"/>
              </a:solidFill>
              <a:prstDash val="dash"/>
            </a:ln>
          </p:spPr>
        </p:sp>
        <p:sp>
          <p:nvSpPr>
            <p:cNvPr id="81" name="rect_080">
              <a:extLst>
                <a:ext uri="{FF2B5EF4-FFF2-40B4-BE49-F238E27FC236}">
                  <ns2:creationId id="{C72C2DEE-B66F-440C-A75E-BA2CA1D3568F}"/>
                </a:ext>
              </a:extLst>
            </p:cNvPr>
            <p:cNvSpPr>
              <a:spLocks noGrp="1"/>
            </p:cNvSpPr>
            <p:nvPr/>
          </p:nvSpPr>
          <p:spPr>
            <a:xfrm>
              <a:off x="1076325" y="1476375"/>
              <a:ext cx="5886450" cy="895350"/>
            </a:xfrm>
            <a:prstGeom prst="rect">
              <a:avLst/>
            </a:prstGeom>
            <a:noFill/>
            <a:ln w="7181">
              <a:solidFill>
                <a:srgbClr val="7B8790"/>
              </a:solidFill>
              <a:prstDash val="solid"/>
            </a:ln>
          </p:spPr>
        </p:sp>
        <p:sp>
          <p:nvSpPr>
            <p:cNvPr id="82" name="text_081">
              <a:extLst>
                <a:ext uri="{FF2B5EF4-FFF2-40B4-BE49-F238E27FC236}">
                  <ns2:creationId id="{5A4E3905-C8F4-446E-A05E-A71429303122}"/>
                </a:ext>
              </a:extLst>
            </p:cNvPr>
            <p:cNvSpPr>
              <a:spLocks noGrp="1"/>
            </p:cNvSpPr>
            <p:nvPr/>
          </p:nvSpPr>
          <p:spPr>
            <a:xfrm>
              <a:off x="704850" y="2276475"/>
              <a:ext cx="314325" cy="200025"/>
            </a:xfrm>
            <a:prstGeom prst="rect">
              <a:avLst/>
            </a:prstGeom>
            <a:noFill/>
            <a:ln w="0">
              <a:noFill/>
              <a:prstDash val="solid"/>
            </a:ln>
          </p:spPr>
          <p:txBody>
            <a:bodyPr wrap="none" lIns="0" tIns="0" rIns="0" bIns="0" anchor="t">
              <a:noAutofit/>
            </a:bodyPr>
            <a:lstStyle>
              <a:defPPr algn="r">
                <a:defRPr sz="1212" b="0">
                  <a:solidFill>
                    <a:srgbClr val="000000"/>
                  </a:solidFill>
                  <a:latin typeface="Arial"/>
                  <a:ea typeface="Arial"/>
                  <a:cs typeface="Arial"/>
                </a:defRPr>
              </a:defPPr>
              <a:lvl1pPr algn="r">
                <a:defRPr sz="1212" b="0">
                  <a:solidFill>
                    <a:srgbClr val="000000"/>
                  </a:solidFill>
                  <a:latin typeface="Arial"/>
                  <a:ea typeface="Arial"/>
                  <a:cs typeface="Arial"/>
                </a:defRPr>
              </a:lvl1pPr>
              <a:lvl2pPr algn="r">
                <a:defRPr sz="1212" b="0">
                  <a:solidFill>
                    <a:srgbClr val="000000"/>
                  </a:solidFill>
                  <a:latin typeface="Arial"/>
                  <a:ea typeface="Arial"/>
                  <a:cs typeface="Arial"/>
                </a:defRPr>
              </a:lvl2pPr>
              <a:lvl3pPr algn="r">
                <a:defRPr sz="1212" b="0">
                  <a:solidFill>
                    <a:srgbClr val="000000"/>
                  </a:solidFill>
                  <a:latin typeface="Arial"/>
                  <a:ea typeface="Arial"/>
                  <a:cs typeface="Arial"/>
                </a:defRPr>
              </a:lvl3pPr>
              <a:lvl4pPr algn="r">
                <a:defRPr sz="1212" b="0">
                  <a:solidFill>
                    <a:srgbClr val="000000"/>
                  </a:solidFill>
                  <a:latin typeface="Arial"/>
                  <a:ea typeface="Arial"/>
                  <a:cs typeface="Arial"/>
                </a:defRPr>
              </a:lvl4pPr>
              <a:lvl5pPr algn="r">
                <a:defRPr sz="1212" b="0">
                  <a:solidFill>
                    <a:srgbClr val="000000"/>
                  </a:solidFill>
                  <a:latin typeface="Arial"/>
                  <a:ea typeface="Arial"/>
                  <a:cs typeface="Arial"/>
                </a:defRPr>
              </a:lvl5pPr>
              <a:lvl6pPr algn="r">
                <a:defRPr sz="1212" b="0">
                  <a:solidFill>
                    <a:srgbClr val="000000"/>
                  </a:solidFill>
                  <a:latin typeface="Arial"/>
                  <a:ea typeface="Arial"/>
                  <a:cs typeface="Arial"/>
                </a:defRPr>
              </a:lvl6pPr>
              <a:lvl7pPr algn="r">
                <a:defRPr sz="1212" b="0">
                  <a:solidFill>
                    <a:srgbClr val="000000"/>
                  </a:solidFill>
                  <a:latin typeface="Arial"/>
                  <a:ea typeface="Arial"/>
                  <a:cs typeface="Arial"/>
                </a:defRPr>
              </a:lvl7pPr>
              <a:lvl8pPr algn="r">
                <a:defRPr sz="1212" b="0">
                  <a:solidFill>
                    <a:srgbClr val="000000"/>
                  </a:solidFill>
                  <a:latin typeface="Arial"/>
                  <a:ea typeface="Arial"/>
                  <a:cs typeface="Arial"/>
                </a:defRPr>
              </a:lvl8pPr>
              <a:lvl9pPr algn="r">
                <a:defRPr sz="1212" b="0">
                  <a:solidFill>
                    <a:srgbClr val="000000"/>
                  </a:solidFill>
                  <a:latin typeface="Arial"/>
                  <a:ea typeface="Arial"/>
                  <a:cs typeface="Arial"/>
                </a:defRPr>
              </a:lvl9pPr>
            </a:lstStyle>
            <a:p>
              <a:pPr algn="r">
                <a:defRPr sz="1212" b="0">
                  <a:solidFill>
                    <a:srgbClr val="000000"/>
                  </a:solidFill>
                  <a:latin typeface="Arial"/>
                  <a:ea typeface="Arial"/>
                  <a:cs typeface="Arial"/>
                </a:defRPr>
              </a:pPr>
              <a:r>
                <a:rPr sz="1212" b="0">
                  <a:solidFill>
                    <a:srgbClr val="000000"/>
                  </a:solidFill>
                  <a:latin typeface="Arial"/>
                  <a:ea typeface="Arial"/>
                  <a:cs typeface="Arial"/>
                </a:rPr>
                <a:t>0</a:t>
              </a:r>
            </a:p>
          </p:txBody>
        </p:sp>
        <p:sp>
          <p:nvSpPr>
            <p:cNvPr id="83" name="text_082">
              <a:extLst>
                <a:ext uri="{FF2B5EF4-FFF2-40B4-BE49-F238E27FC236}">
                  <ns2:creationId id="{3EE9EF07-B7B3-45B8-BFE8-6188DD5EC66E}"/>
                </a:ext>
              </a:extLst>
            </p:cNvPr>
            <p:cNvSpPr>
              <a:spLocks noGrp="1"/>
            </p:cNvSpPr>
            <p:nvPr/>
          </p:nvSpPr>
          <p:spPr>
            <a:xfrm>
              <a:off x="704850" y="1381125"/>
              <a:ext cx="314325" cy="200025"/>
            </a:xfrm>
            <a:prstGeom prst="rect">
              <a:avLst/>
            </a:prstGeom>
            <a:noFill/>
            <a:ln w="0">
              <a:noFill/>
              <a:prstDash val="solid"/>
            </a:ln>
          </p:spPr>
          <p:txBody>
            <a:bodyPr wrap="none" lIns="0" tIns="0" rIns="0" bIns="0" anchor="t">
              <a:noAutofit/>
            </a:bodyPr>
            <a:lstStyle>
              <a:defPPr algn="r">
                <a:defRPr sz="1212" b="0">
                  <a:solidFill>
                    <a:srgbClr val="000000"/>
                  </a:solidFill>
                  <a:latin typeface="Arial"/>
                  <a:ea typeface="Arial"/>
                  <a:cs typeface="Arial"/>
                </a:defRPr>
              </a:defPPr>
              <a:lvl1pPr algn="r">
                <a:defRPr sz="1212" b="0">
                  <a:solidFill>
                    <a:srgbClr val="000000"/>
                  </a:solidFill>
                  <a:latin typeface="Arial"/>
                  <a:ea typeface="Arial"/>
                  <a:cs typeface="Arial"/>
                </a:defRPr>
              </a:lvl1pPr>
              <a:lvl2pPr algn="r">
                <a:defRPr sz="1212" b="0">
                  <a:solidFill>
                    <a:srgbClr val="000000"/>
                  </a:solidFill>
                  <a:latin typeface="Arial"/>
                  <a:ea typeface="Arial"/>
                  <a:cs typeface="Arial"/>
                </a:defRPr>
              </a:lvl2pPr>
              <a:lvl3pPr algn="r">
                <a:defRPr sz="1212" b="0">
                  <a:solidFill>
                    <a:srgbClr val="000000"/>
                  </a:solidFill>
                  <a:latin typeface="Arial"/>
                  <a:ea typeface="Arial"/>
                  <a:cs typeface="Arial"/>
                </a:defRPr>
              </a:lvl3pPr>
              <a:lvl4pPr algn="r">
                <a:defRPr sz="1212" b="0">
                  <a:solidFill>
                    <a:srgbClr val="000000"/>
                  </a:solidFill>
                  <a:latin typeface="Arial"/>
                  <a:ea typeface="Arial"/>
                  <a:cs typeface="Arial"/>
                </a:defRPr>
              </a:lvl4pPr>
              <a:lvl5pPr algn="r">
                <a:defRPr sz="1212" b="0">
                  <a:solidFill>
                    <a:srgbClr val="000000"/>
                  </a:solidFill>
                  <a:latin typeface="Arial"/>
                  <a:ea typeface="Arial"/>
                  <a:cs typeface="Arial"/>
                </a:defRPr>
              </a:lvl5pPr>
              <a:lvl6pPr algn="r">
                <a:defRPr sz="1212" b="0">
                  <a:solidFill>
                    <a:srgbClr val="000000"/>
                  </a:solidFill>
                  <a:latin typeface="Arial"/>
                  <a:ea typeface="Arial"/>
                  <a:cs typeface="Arial"/>
                </a:defRPr>
              </a:lvl6pPr>
              <a:lvl7pPr algn="r">
                <a:defRPr sz="1212" b="0">
                  <a:solidFill>
                    <a:srgbClr val="000000"/>
                  </a:solidFill>
                  <a:latin typeface="Arial"/>
                  <a:ea typeface="Arial"/>
                  <a:cs typeface="Arial"/>
                </a:defRPr>
              </a:lvl7pPr>
              <a:lvl8pPr algn="r">
                <a:defRPr sz="1212" b="0">
                  <a:solidFill>
                    <a:srgbClr val="000000"/>
                  </a:solidFill>
                  <a:latin typeface="Arial"/>
                  <a:ea typeface="Arial"/>
                  <a:cs typeface="Arial"/>
                </a:defRPr>
              </a:lvl8pPr>
              <a:lvl9pPr algn="r">
                <a:defRPr sz="1212" b="0">
                  <a:solidFill>
                    <a:srgbClr val="000000"/>
                  </a:solidFill>
                  <a:latin typeface="Arial"/>
                  <a:ea typeface="Arial"/>
                  <a:cs typeface="Arial"/>
                </a:defRPr>
              </a:lvl9pPr>
            </a:lstStyle>
            <a:p>
              <a:pPr algn="r">
                <a:defRPr sz="1212" b="0">
                  <a:solidFill>
                    <a:srgbClr val="000000"/>
                  </a:solidFill>
                  <a:latin typeface="Arial"/>
                  <a:ea typeface="Arial"/>
                  <a:cs typeface="Arial"/>
                </a:defRPr>
              </a:pPr>
              <a:r>
                <a:rPr sz="1212" b="0">
                  <a:solidFill>
                    <a:srgbClr val="000000"/>
                  </a:solidFill>
                  <a:latin typeface="Arial"/>
                  <a:ea typeface="Arial"/>
                  <a:cs typeface="Arial"/>
                </a:rPr>
                <a:t>1</a:t>
              </a:r>
            </a:p>
          </p:txBody>
        </p:sp>
        <p:sp>
          <p:nvSpPr>
            <p:cNvPr id="84" name="text_083">
              <a:extLst>
                <a:ext uri="{FF2B5EF4-FFF2-40B4-BE49-F238E27FC236}">
                  <ns2:creationId id="{FEF068A3-A108-4487-825C-D50DE4837D53}"/>
                </a:ext>
              </a:extLst>
            </p:cNvPr>
            <p:cNvSpPr>
              <a:spLocks noGrp="1"/>
            </p:cNvSpPr>
            <p:nvPr/>
          </p:nvSpPr>
          <p:spPr>
            <a:xfrm>
              <a:off x="900468" y="2400300"/>
              <a:ext cx="381000" cy="209550"/>
            </a:xfrm>
            <a:prstGeom prst="rect">
              <a:avLst/>
            </a:prstGeom>
            <a:noFill/>
            <a:ln w="0">
              <a:noFill/>
              <a:prstDash val="solid"/>
            </a:ln>
          </p:spPr>
          <p:txBody>
            <a:bodyPr wrap="none" lIns="0" tIns="0" rIns="0" bIns="0" anchor="t">
              <a:noAutofit/>
            </a:bodyPr>
            <a:lstStyle>
              <a:defPPr algn="ctr">
                <a:defRPr sz="1292" b="0">
                  <a:solidFill>
                    <a:srgbClr val="000000"/>
                  </a:solidFill>
                  <a:latin typeface="Arial"/>
                  <a:ea typeface="Arial"/>
                  <a:cs typeface="Arial"/>
                </a:defRPr>
              </a:defPPr>
              <a:lvl1pPr algn="ctr">
                <a:defRPr sz="1292" b="0">
                  <a:solidFill>
                    <a:srgbClr val="000000"/>
                  </a:solidFill>
                  <a:latin typeface="Arial"/>
                  <a:ea typeface="Arial"/>
                  <a:cs typeface="Arial"/>
                </a:defRPr>
              </a:lvl1pPr>
              <a:lvl2pPr algn="ctr">
                <a:defRPr sz="1292" b="0">
                  <a:solidFill>
                    <a:srgbClr val="000000"/>
                  </a:solidFill>
                  <a:latin typeface="Arial"/>
                  <a:ea typeface="Arial"/>
                  <a:cs typeface="Arial"/>
                </a:defRPr>
              </a:lvl2pPr>
              <a:lvl3pPr algn="ctr">
                <a:defRPr sz="1292" b="0">
                  <a:solidFill>
                    <a:srgbClr val="000000"/>
                  </a:solidFill>
                  <a:latin typeface="Arial"/>
                  <a:ea typeface="Arial"/>
                  <a:cs typeface="Arial"/>
                </a:defRPr>
              </a:lvl3pPr>
              <a:lvl4pPr algn="ctr">
                <a:defRPr sz="1292" b="0">
                  <a:solidFill>
                    <a:srgbClr val="000000"/>
                  </a:solidFill>
                  <a:latin typeface="Arial"/>
                  <a:ea typeface="Arial"/>
                  <a:cs typeface="Arial"/>
                </a:defRPr>
              </a:lvl4pPr>
              <a:lvl5pPr algn="ctr">
                <a:defRPr sz="1292" b="0">
                  <a:solidFill>
                    <a:srgbClr val="000000"/>
                  </a:solidFill>
                  <a:latin typeface="Arial"/>
                  <a:ea typeface="Arial"/>
                  <a:cs typeface="Arial"/>
                </a:defRPr>
              </a:lvl5pPr>
              <a:lvl6pPr algn="ctr">
                <a:defRPr sz="1292" b="0">
                  <a:solidFill>
                    <a:srgbClr val="000000"/>
                  </a:solidFill>
                  <a:latin typeface="Arial"/>
                  <a:ea typeface="Arial"/>
                  <a:cs typeface="Arial"/>
                </a:defRPr>
              </a:lvl6pPr>
              <a:lvl7pPr algn="ctr">
                <a:defRPr sz="1292" b="0">
                  <a:solidFill>
                    <a:srgbClr val="000000"/>
                  </a:solidFill>
                  <a:latin typeface="Arial"/>
                  <a:ea typeface="Arial"/>
                  <a:cs typeface="Arial"/>
                </a:defRPr>
              </a:lvl7pPr>
              <a:lvl8pPr algn="ctr">
                <a:defRPr sz="1292" b="0">
                  <a:solidFill>
                    <a:srgbClr val="000000"/>
                  </a:solidFill>
                  <a:latin typeface="Arial"/>
                  <a:ea typeface="Arial"/>
                  <a:cs typeface="Arial"/>
                </a:defRPr>
              </a:lvl8pPr>
              <a:lvl9pPr algn="ctr">
                <a:defRPr sz="1292" b="0">
                  <a:solidFill>
                    <a:srgbClr val="000000"/>
                  </a:solidFill>
                  <a:latin typeface="Arial"/>
                  <a:ea typeface="Arial"/>
                  <a:cs typeface="Arial"/>
                </a:defRPr>
              </a:lvl9pPr>
            </a:lstStyle>
            <a:p>
              <a:pPr algn="ctr">
                <a:defRPr sz="1292" b="0">
                  <a:solidFill>
                    <a:srgbClr val="000000"/>
                  </a:solidFill>
                  <a:latin typeface="Arial"/>
                  <a:ea typeface="Arial"/>
                  <a:cs typeface="Arial"/>
                </a:defRPr>
              </a:pPr>
              <a:r>
                <a:rPr sz="1292" b="0">
                  <a:solidFill>
                    <a:srgbClr val="000000"/>
                  </a:solidFill>
                  <a:latin typeface="Arial"/>
                  <a:ea typeface="Arial"/>
                  <a:cs typeface="Arial"/>
                </a:rPr>
                <a:t>0</a:t>
              </a:r>
            </a:p>
          </p:txBody>
        </p:sp>
        <p:sp>
          <p:nvSpPr>
            <p:cNvPr id="85" name="text_084">
              <a:extLst>
                <a:ext uri="{FF2B5EF4-FFF2-40B4-BE49-F238E27FC236}">
                  <ns2:creationId id="{DE287BD3-E712-4D52-AF0E-EF65E2E04FEF}"/>
                </a:ext>
              </a:extLst>
            </p:cNvPr>
            <p:cNvSpPr>
              <a:spLocks noGrp="1"/>
            </p:cNvSpPr>
            <p:nvPr/>
          </p:nvSpPr>
          <p:spPr>
            <a:xfrm>
              <a:off x="6757632" y="2400300"/>
              <a:ext cx="381000" cy="209550"/>
            </a:xfrm>
            <a:prstGeom prst="rect">
              <a:avLst/>
            </a:prstGeom>
            <a:noFill/>
            <a:ln w="0">
              <a:noFill/>
              <a:prstDash val="solid"/>
            </a:ln>
          </p:spPr>
          <p:txBody>
            <a:bodyPr wrap="none" lIns="0" tIns="0" rIns="0" bIns="0" anchor="t">
              <a:noAutofit/>
            </a:bodyPr>
            <a:lstStyle>
              <a:defPPr algn="ctr">
                <a:defRPr sz="1292" b="0">
                  <a:solidFill>
                    <a:srgbClr val="000000"/>
                  </a:solidFill>
                  <a:latin typeface="Arial"/>
                  <a:ea typeface="Arial"/>
                  <a:cs typeface="Arial"/>
                </a:defRPr>
              </a:defPPr>
              <a:lvl1pPr algn="ctr">
                <a:defRPr sz="1292" b="0">
                  <a:solidFill>
                    <a:srgbClr val="000000"/>
                  </a:solidFill>
                  <a:latin typeface="Arial"/>
                  <a:ea typeface="Arial"/>
                  <a:cs typeface="Arial"/>
                </a:defRPr>
              </a:lvl1pPr>
              <a:lvl2pPr algn="ctr">
                <a:defRPr sz="1292" b="0">
                  <a:solidFill>
                    <a:srgbClr val="000000"/>
                  </a:solidFill>
                  <a:latin typeface="Arial"/>
                  <a:ea typeface="Arial"/>
                  <a:cs typeface="Arial"/>
                </a:defRPr>
              </a:lvl2pPr>
              <a:lvl3pPr algn="ctr">
                <a:defRPr sz="1292" b="0">
                  <a:solidFill>
                    <a:srgbClr val="000000"/>
                  </a:solidFill>
                  <a:latin typeface="Arial"/>
                  <a:ea typeface="Arial"/>
                  <a:cs typeface="Arial"/>
                </a:defRPr>
              </a:lvl3pPr>
              <a:lvl4pPr algn="ctr">
                <a:defRPr sz="1292" b="0">
                  <a:solidFill>
                    <a:srgbClr val="000000"/>
                  </a:solidFill>
                  <a:latin typeface="Arial"/>
                  <a:ea typeface="Arial"/>
                  <a:cs typeface="Arial"/>
                </a:defRPr>
              </a:lvl4pPr>
              <a:lvl5pPr algn="ctr">
                <a:defRPr sz="1292" b="0">
                  <a:solidFill>
                    <a:srgbClr val="000000"/>
                  </a:solidFill>
                  <a:latin typeface="Arial"/>
                  <a:ea typeface="Arial"/>
                  <a:cs typeface="Arial"/>
                </a:defRPr>
              </a:lvl5pPr>
              <a:lvl6pPr algn="ctr">
                <a:defRPr sz="1292" b="0">
                  <a:solidFill>
                    <a:srgbClr val="000000"/>
                  </a:solidFill>
                  <a:latin typeface="Arial"/>
                  <a:ea typeface="Arial"/>
                  <a:cs typeface="Arial"/>
                </a:defRPr>
              </a:lvl6pPr>
              <a:lvl7pPr algn="ctr">
                <a:defRPr sz="1292" b="0">
                  <a:solidFill>
                    <a:srgbClr val="000000"/>
                  </a:solidFill>
                  <a:latin typeface="Arial"/>
                  <a:ea typeface="Arial"/>
                  <a:cs typeface="Arial"/>
                </a:defRPr>
              </a:lvl7pPr>
              <a:lvl8pPr algn="ctr">
                <a:defRPr sz="1292" b="0">
                  <a:solidFill>
                    <a:srgbClr val="000000"/>
                  </a:solidFill>
                  <a:latin typeface="Arial"/>
                  <a:ea typeface="Arial"/>
                  <a:cs typeface="Arial"/>
                </a:defRPr>
              </a:lvl8pPr>
              <a:lvl9pPr algn="ctr">
                <a:defRPr sz="1292" b="0">
                  <a:solidFill>
                    <a:srgbClr val="000000"/>
                  </a:solidFill>
                  <a:latin typeface="Arial"/>
                  <a:ea typeface="Arial"/>
                  <a:cs typeface="Arial"/>
                </a:defRPr>
              </a:lvl9pPr>
            </a:lstStyle>
            <a:p>
              <a:pPr algn="ctr">
                <a:defRPr sz="1292" b="0">
                  <a:solidFill>
                    <a:srgbClr val="000000"/>
                  </a:solidFill>
                  <a:latin typeface="Arial"/>
                  <a:ea typeface="Arial"/>
                  <a:cs typeface="Arial"/>
                </a:defRPr>
              </a:pPr>
              <a:r>
                <a:rPr sz="1292" b="0">
                  <a:solidFill>
                    <a:srgbClr val="000000"/>
                  </a:solidFill>
                  <a:latin typeface="Arial"/>
                  <a:ea typeface="Arial"/>
                  <a:cs typeface="Arial"/>
                </a:rPr>
                <a:t>200</a:t>
              </a:r>
            </a:p>
          </p:txBody>
        </p:sp>
        <p:sp>
          <p:nvSpPr>
            <p:cNvPr id="86" name="tangaroa_R_432_exact_anchor">
              <a:extLst>
                <a:ext uri="{FF2B5EF4-FFF2-40B4-BE49-F238E27FC236}">
                  <ns2:creationId id="{EB78B36D-5D49-4BB4-9C20-AFD3479F4ADC}"/>
                </a:ext>
              </a:extLst>
            </p:cNvPr>
            <p:cNvSpPr>
              <a:spLocks noGrp="1"/>
            </p:cNvSpPr>
            <p:nvPr/>
          </p:nvSpPr>
          <p:spPr>
            <a:xfrm>
              <a:off x="5152883" y="2082544"/>
              <a:ext cx="76200" cy="76200"/>
            </a:xfrm>
            <a:prstGeom prst="ellipse">
              <a:avLst/>
            </a:prstGeom>
            <a:solidFill>
              <a:srgbClr val="FFFFFF"/>
            </a:solidFill>
            <a:ln w="18464">
              <a:solidFill>
                <a:srgbClr val="0072B2"/>
              </a:solidFill>
              <a:prstDash val="solid"/>
            </a:ln>
          </p:spPr>
        </p:sp>
        <p:sp>
          <p:nvSpPr>
            <p:cNvPr id="87" name="tangaroa_R_462_exact_anchor">
              <a:extLst>
                <a:ext uri="{FF2B5EF4-FFF2-40B4-BE49-F238E27FC236}">
                  <ns2:creationId id="{000EEA3C-531D-4572-9BB0-B304D00E84ED}"/>
                </a:ext>
              </a:extLst>
            </p:cNvPr>
            <p:cNvSpPr>
              <a:spLocks noGrp="1"/>
            </p:cNvSpPr>
            <p:nvPr/>
          </p:nvSpPr>
          <p:spPr>
            <a:xfrm>
              <a:off x="5152883" y="1605055"/>
              <a:ext cx="76200" cy="76200"/>
            </a:xfrm>
            <a:prstGeom prst="ellipse">
              <a:avLst/>
            </a:prstGeom>
            <a:solidFill>
              <a:srgbClr val="FFFFFF"/>
            </a:solidFill>
            <a:ln w="18464">
              <a:solidFill>
                <a:srgbClr val="D55E00"/>
              </a:solidFill>
              <a:prstDash val="solid"/>
            </a:ln>
          </p:spPr>
        </p:sp>
        <p:sp>
          <p:nvSpPr>
            <p:cNvPr id="88" name="tangaroa_R_388_exact_anchor">
              <a:extLst>
                <a:ext uri="{FF2B5EF4-FFF2-40B4-BE49-F238E27FC236}">
                  <ns2:creationId id="{E1E62CF8-FB5B-442A-BEAF-8A241227B28F}"/>
                </a:ext>
              </a:extLst>
            </p:cNvPr>
            <p:cNvSpPr>
              <a:spLocks noGrp="1"/>
            </p:cNvSpPr>
            <p:nvPr/>
          </p:nvSpPr>
          <p:spPr>
            <a:xfrm>
              <a:off x="5152883" y="1846709"/>
              <a:ext cx="76200" cy="76200"/>
            </a:xfrm>
            <a:prstGeom prst="ellipse">
              <a:avLst/>
            </a:prstGeom>
            <a:solidFill>
              <a:srgbClr val="FFFFFF"/>
            </a:solidFill>
            <a:ln w="18464">
              <a:solidFill>
                <a:srgbClr val="009E73"/>
              </a:solidFill>
              <a:prstDash val="solid"/>
            </a:ln>
          </p:spPr>
        </p:sp>
        <p:pic>
          <p:nvPicPr>
            <p:cNvPr id="89" name="">
              <a:extLst>
                <a:ext uri="{FF2B5EF4-FFF2-40B4-BE49-F238E27FC236}">
                  <ns2:creationId id="{F1502CA4-D8E8-4695-BAF2-3BB1217EAFB1}"/>
                </a:ext>
              </a:extLst>
            </p:cNvPr>
            <p:cNvPicPr>
              <a:picLocks noChangeAspect="1"/>
            </p:cNvPicPr>
            <p:nvPr/>
          </p:nvPicPr>
          <p:blipFill>
            <a:blip r:embed="R6cac25e28d7144ea"/>
            <a:stretch/>
          </p:blipFill>
          <p:spPr>
            <a:xfrm>
              <a:off x="7715250" y="1476375"/>
              <a:ext cx="3771900" cy="895350"/>
            </a:xfrm>
            <a:prstGeom prst="rect">
              <a:avLst/>
            </a:prstGeom>
          </p:spPr>
        </p:pic>
        <p:sp>
          <p:nvSpPr>
            <p:cNvPr id="90" name="line_089">
              <a:extLst>
                <a:ext uri="{FF2B5EF4-FFF2-40B4-BE49-F238E27FC236}">
                  <ns2:creationId id="{5D7C6E5E-3671-40A4-B74F-5BCD8C3C613D}"/>
                </a:ext>
              </a:extLst>
            </p:cNvPr>
            <p:cNvSpPr>
              <a:spLocks noGrp="1"/>
            </p:cNvSpPr>
            <p:nvPr/>
          </p:nvSpPr>
          <p:spPr>
            <a:xfrm>
              <a:off x="9601200" y="1476375"/>
              <a:ext cx="95" cy="895350"/>
            </a:xfrm>
            <a:custGeom>
              <a:pathLst>
                <a:path w="95" h="895350">
                  <a:moveTo>
                    <a:pt x="0" y="0"/>
                  </a:moveTo>
                  <a:lnTo>
                    <a:pt x="0" y="895350"/>
                  </a:lnTo>
                </a:path>
              </a:pathLst>
            </a:custGeom>
            <a:noFill/>
            <a:ln w="10258">
              <a:solidFill>
                <a:srgbClr val="263238"/>
              </a:solidFill>
              <a:prstDash val="dash"/>
            </a:ln>
          </p:spPr>
        </p:sp>
        <p:sp>
          <p:nvSpPr>
            <p:cNvPr id="91" name="rect_090">
              <a:extLst>
                <a:ext uri="{FF2B5EF4-FFF2-40B4-BE49-F238E27FC236}">
                  <ns2:creationId id="{8B089603-0D5B-4EF0-B478-0EFE062FA698}"/>
                </a:ext>
              </a:extLst>
            </p:cNvPr>
            <p:cNvSpPr>
              <a:spLocks noGrp="1"/>
            </p:cNvSpPr>
            <p:nvPr/>
          </p:nvSpPr>
          <p:spPr>
            <a:xfrm>
              <a:off x="7715250" y="1476375"/>
              <a:ext cx="3771900" cy="895350"/>
            </a:xfrm>
            <a:prstGeom prst="rect">
              <a:avLst/>
            </a:prstGeom>
            <a:noFill/>
            <a:ln w="7181">
              <a:solidFill>
                <a:srgbClr val="7B8790"/>
              </a:solidFill>
              <a:prstDash val="solid"/>
            </a:ln>
          </p:spPr>
        </p:sp>
        <p:sp>
          <p:nvSpPr>
            <p:cNvPr id="92" name="text_091">
              <a:extLst>
                <a:ext uri="{FF2B5EF4-FFF2-40B4-BE49-F238E27FC236}">
                  <ns2:creationId id="{8971DD02-10A7-4DB1-B16F-3511FBD61D8E}"/>
                </a:ext>
              </a:extLst>
            </p:cNvPr>
            <p:cNvSpPr>
              <a:spLocks noGrp="1"/>
            </p:cNvSpPr>
            <p:nvPr/>
          </p:nvSpPr>
          <p:spPr>
            <a:xfrm>
              <a:off x="7343775" y="2276475"/>
              <a:ext cx="314325" cy="200025"/>
            </a:xfrm>
            <a:prstGeom prst="rect">
              <a:avLst/>
            </a:prstGeom>
            <a:noFill/>
            <a:ln w="0">
              <a:noFill/>
              <a:prstDash val="solid"/>
            </a:ln>
          </p:spPr>
          <p:txBody>
            <a:bodyPr wrap="none" lIns="0" tIns="0" rIns="0" bIns="0" anchor="t">
              <a:noAutofit/>
            </a:bodyPr>
            <a:lstStyle>
              <a:defPPr algn="r">
                <a:defRPr sz="1212" b="0">
                  <a:solidFill>
                    <a:srgbClr val="000000"/>
                  </a:solidFill>
                  <a:latin typeface="Arial"/>
                  <a:ea typeface="Arial"/>
                  <a:cs typeface="Arial"/>
                </a:defRPr>
              </a:defPPr>
              <a:lvl1pPr algn="r">
                <a:defRPr sz="1212" b="0">
                  <a:solidFill>
                    <a:srgbClr val="000000"/>
                  </a:solidFill>
                  <a:latin typeface="Arial"/>
                  <a:ea typeface="Arial"/>
                  <a:cs typeface="Arial"/>
                </a:defRPr>
              </a:lvl1pPr>
              <a:lvl2pPr algn="r">
                <a:defRPr sz="1212" b="0">
                  <a:solidFill>
                    <a:srgbClr val="000000"/>
                  </a:solidFill>
                  <a:latin typeface="Arial"/>
                  <a:ea typeface="Arial"/>
                  <a:cs typeface="Arial"/>
                </a:defRPr>
              </a:lvl2pPr>
              <a:lvl3pPr algn="r">
                <a:defRPr sz="1212" b="0">
                  <a:solidFill>
                    <a:srgbClr val="000000"/>
                  </a:solidFill>
                  <a:latin typeface="Arial"/>
                  <a:ea typeface="Arial"/>
                  <a:cs typeface="Arial"/>
                </a:defRPr>
              </a:lvl3pPr>
              <a:lvl4pPr algn="r">
                <a:defRPr sz="1212" b="0">
                  <a:solidFill>
                    <a:srgbClr val="000000"/>
                  </a:solidFill>
                  <a:latin typeface="Arial"/>
                  <a:ea typeface="Arial"/>
                  <a:cs typeface="Arial"/>
                </a:defRPr>
              </a:lvl4pPr>
              <a:lvl5pPr algn="r">
                <a:defRPr sz="1212" b="0">
                  <a:solidFill>
                    <a:srgbClr val="000000"/>
                  </a:solidFill>
                  <a:latin typeface="Arial"/>
                  <a:ea typeface="Arial"/>
                  <a:cs typeface="Arial"/>
                </a:defRPr>
              </a:lvl5pPr>
              <a:lvl6pPr algn="r">
                <a:defRPr sz="1212" b="0">
                  <a:solidFill>
                    <a:srgbClr val="000000"/>
                  </a:solidFill>
                  <a:latin typeface="Arial"/>
                  <a:ea typeface="Arial"/>
                  <a:cs typeface="Arial"/>
                </a:defRPr>
              </a:lvl6pPr>
              <a:lvl7pPr algn="r">
                <a:defRPr sz="1212" b="0">
                  <a:solidFill>
                    <a:srgbClr val="000000"/>
                  </a:solidFill>
                  <a:latin typeface="Arial"/>
                  <a:ea typeface="Arial"/>
                  <a:cs typeface="Arial"/>
                </a:defRPr>
              </a:lvl7pPr>
              <a:lvl8pPr algn="r">
                <a:defRPr sz="1212" b="0">
                  <a:solidFill>
                    <a:srgbClr val="000000"/>
                  </a:solidFill>
                  <a:latin typeface="Arial"/>
                  <a:ea typeface="Arial"/>
                  <a:cs typeface="Arial"/>
                </a:defRPr>
              </a:lvl8pPr>
              <a:lvl9pPr algn="r">
                <a:defRPr sz="1212" b="0">
                  <a:solidFill>
                    <a:srgbClr val="000000"/>
                  </a:solidFill>
                  <a:latin typeface="Arial"/>
                  <a:ea typeface="Arial"/>
                  <a:cs typeface="Arial"/>
                </a:defRPr>
              </a:lvl9pPr>
            </a:lstStyle>
            <a:p>
              <a:pPr algn="r">
                <a:defRPr sz="1212" b="0">
                  <a:solidFill>
                    <a:srgbClr val="000000"/>
                  </a:solidFill>
                  <a:latin typeface="Arial"/>
                  <a:ea typeface="Arial"/>
                  <a:cs typeface="Arial"/>
                </a:defRPr>
              </a:pPr>
              <a:r>
                <a:rPr sz="1212" b="0">
                  <a:solidFill>
                    <a:srgbClr val="000000"/>
                  </a:solidFill>
                  <a:latin typeface="Arial"/>
                  <a:ea typeface="Arial"/>
                  <a:cs typeface="Arial"/>
                </a:rPr>
                <a:t>0.23</a:t>
              </a:r>
            </a:p>
          </p:txBody>
        </p:sp>
        <p:sp>
          <p:nvSpPr>
            <p:cNvPr id="93" name="text_092">
              <a:extLst>
                <a:ext uri="{FF2B5EF4-FFF2-40B4-BE49-F238E27FC236}">
                  <ns2:creationId id="{CCF61F4F-24D9-4FBD-B050-F51941257B84}"/>
                </a:ext>
              </a:extLst>
            </p:cNvPr>
            <p:cNvSpPr>
              <a:spLocks noGrp="1"/>
            </p:cNvSpPr>
            <p:nvPr/>
          </p:nvSpPr>
          <p:spPr>
            <a:xfrm>
              <a:off x="7343775" y="1381125"/>
              <a:ext cx="314325" cy="200025"/>
            </a:xfrm>
            <a:prstGeom prst="rect">
              <a:avLst/>
            </a:prstGeom>
            <a:noFill/>
            <a:ln w="0">
              <a:noFill/>
              <a:prstDash val="solid"/>
            </a:ln>
          </p:spPr>
          <p:txBody>
            <a:bodyPr wrap="none" lIns="0" tIns="0" rIns="0" bIns="0" anchor="t">
              <a:noAutofit/>
            </a:bodyPr>
            <a:lstStyle>
              <a:defPPr algn="r">
                <a:defRPr sz="1212" b="0">
                  <a:solidFill>
                    <a:srgbClr val="000000"/>
                  </a:solidFill>
                  <a:latin typeface="Arial"/>
                  <a:ea typeface="Arial"/>
                  <a:cs typeface="Arial"/>
                </a:defRPr>
              </a:defPPr>
              <a:lvl1pPr algn="r">
                <a:defRPr sz="1212" b="0">
                  <a:solidFill>
                    <a:srgbClr val="000000"/>
                  </a:solidFill>
                  <a:latin typeface="Arial"/>
                  <a:ea typeface="Arial"/>
                  <a:cs typeface="Arial"/>
                </a:defRPr>
              </a:lvl1pPr>
              <a:lvl2pPr algn="r">
                <a:defRPr sz="1212" b="0">
                  <a:solidFill>
                    <a:srgbClr val="000000"/>
                  </a:solidFill>
                  <a:latin typeface="Arial"/>
                  <a:ea typeface="Arial"/>
                  <a:cs typeface="Arial"/>
                </a:defRPr>
              </a:lvl2pPr>
              <a:lvl3pPr algn="r">
                <a:defRPr sz="1212" b="0">
                  <a:solidFill>
                    <a:srgbClr val="000000"/>
                  </a:solidFill>
                  <a:latin typeface="Arial"/>
                  <a:ea typeface="Arial"/>
                  <a:cs typeface="Arial"/>
                </a:defRPr>
              </a:lvl3pPr>
              <a:lvl4pPr algn="r">
                <a:defRPr sz="1212" b="0">
                  <a:solidFill>
                    <a:srgbClr val="000000"/>
                  </a:solidFill>
                  <a:latin typeface="Arial"/>
                  <a:ea typeface="Arial"/>
                  <a:cs typeface="Arial"/>
                </a:defRPr>
              </a:lvl4pPr>
              <a:lvl5pPr algn="r">
                <a:defRPr sz="1212" b="0">
                  <a:solidFill>
                    <a:srgbClr val="000000"/>
                  </a:solidFill>
                  <a:latin typeface="Arial"/>
                  <a:ea typeface="Arial"/>
                  <a:cs typeface="Arial"/>
                </a:defRPr>
              </a:lvl5pPr>
              <a:lvl6pPr algn="r">
                <a:defRPr sz="1212" b="0">
                  <a:solidFill>
                    <a:srgbClr val="000000"/>
                  </a:solidFill>
                  <a:latin typeface="Arial"/>
                  <a:ea typeface="Arial"/>
                  <a:cs typeface="Arial"/>
                </a:defRPr>
              </a:lvl6pPr>
              <a:lvl7pPr algn="r">
                <a:defRPr sz="1212" b="0">
                  <a:solidFill>
                    <a:srgbClr val="000000"/>
                  </a:solidFill>
                  <a:latin typeface="Arial"/>
                  <a:ea typeface="Arial"/>
                  <a:cs typeface="Arial"/>
                </a:defRPr>
              </a:lvl7pPr>
              <a:lvl8pPr algn="r">
                <a:defRPr sz="1212" b="0">
                  <a:solidFill>
                    <a:srgbClr val="000000"/>
                  </a:solidFill>
                  <a:latin typeface="Arial"/>
                  <a:ea typeface="Arial"/>
                  <a:cs typeface="Arial"/>
                </a:defRPr>
              </a:lvl8pPr>
              <a:lvl9pPr algn="r">
                <a:defRPr sz="1212" b="0">
                  <a:solidFill>
                    <a:srgbClr val="000000"/>
                  </a:solidFill>
                  <a:latin typeface="Arial"/>
                  <a:ea typeface="Arial"/>
                  <a:cs typeface="Arial"/>
                </a:defRPr>
              </a:lvl9pPr>
            </a:lstStyle>
            <a:p>
              <a:pPr algn="r">
                <a:defRPr sz="1212" b="0">
                  <a:solidFill>
                    <a:srgbClr val="000000"/>
                  </a:solidFill>
                  <a:latin typeface="Arial"/>
                  <a:ea typeface="Arial"/>
                  <a:cs typeface="Arial"/>
                </a:defRPr>
              </a:pPr>
              <a:r>
                <a:rPr sz="1212" b="0">
                  <a:solidFill>
                    <a:srgbClr val="000000"/>
                  </a:solidFill>
                  <a:latin typeface="Arial"/>
                  <a:ea typeface="Arial"/>
                  <a:cs typeface="Arial"/>
                </a:rPr>
                <a:t>0.86</a:t>
              </a:r>
            </a:p>
          </p:txBody>
        </p:sp>
        <p:sp>
          <p:nvSpPr>
            <p:cNvPr id="94" name="text_093">
              <a:extLst>
                <a:ext uri="{FF2B5EF4-FFF2-40B4-BE49-F238E27FC236}">
                  <ns2:creationId id="{A91FF0F8-E2C7-47D8-BF18-B9621B5682D1}"/>
                </a:ext>
              </a:extLst>
            </p:cNvPr>
            <p:cNvSpPr>
              <a:spLocks noGrp="1"/>
            </p:cNvSpPr>
            <p:nvPr/>
          </p:nvSpPr>
          <p:spPr>
            <a:xfrm>
              <a:off x="7696200" y="2400300"/>
              <a:ext cx="381000" cy="209550"/>
            </a:xfrm>
            <a:prstGeom prst="rect">
              <a:avLst/>
            </a:prstGeom>
            <a:noFill/>
            <a:ln w="0">
              <a:noFill/>
              <a:prstDash val="solid"/>
            </a:ln>
          </p:spPr>
          <p:txBody>
            <a:bodyPr wrap="none" lIns="0" tIns="0" rIns="0" bIns="0" anchor="t">
              <a:noAutofit/>
            </a:bodyPr>
            <a:lstStyle>
              <a:defPPr algn="ctr">
                <a:defRPr sz="1292" b="0">
                  <a:solidFill>
                    <a:srgbClr val="000000"/>
                  </a:solidFill>
                  <a:latin typeface="Arial"/>
                  <a:ea typeface="Arial"/>
                  <a:cs typeface="Arial"/>
                </a:defRPr>
              </a:defPPr>
              <a:lvl1pPr algn="ctr">
                <a:defRPr sz="1292" b="0">
                  <a:solidFill>
                    <a:srgbClr val="000000"/>
                  </a:solidFill>
                  <a:latin typeface="Arial"/>
                  <a:ea typeface="Arial"/>
                  <a:cs typeface="Arial"/>
                </a:defRPr>
              </a:lvl1pPr>
              <a:lvl2pPr algn="ctr">
                <a:defRPr sz="1292" b="0">
                  <a:solidFill>
                    <a:srgbClr val="000000"/>
                  </a:solidFill>
                  <a:latin typeface="Arial"/>
                  <a:ea typeface="Arial"/>
                  <a:cs typeface="Arial"/>
                </a:defRPr>
              </a:lvl2pPr>
              <a:lvl3pPr algn="ctr">
                <a:defRPr sz="1292" b="0">
                  <a:solidFill>
                    <a:srgbClr val="000000"/>
                  </a:solidFill>
                  <a:latin typeface="Arial"/>
                  <a:ea typeface="Arial"/>
                  <a:cs typeface="Arial"/>
                </a:defRPr>
              </a:lvl3pPr>
              <a:lvl4pPr algn="ctr">
                <a:defRPr sz="1292" b="0">
                  <a:solidFill>
                    <a:srgbClr val="000000"/>
                  </a:solidFill>
                  <a:latin typeface="Arial"/>
                  <a:ea typeface="Arial"/>
                  <a:cs typeface="Arial"/>
                </a:defRPr>
              </a:lvl4pPr>
              <a:lvl5pPr algn="ctr">
                <a:defRPr sz="1292" b="0">
                  <a:solidFill>
                    <a:srgbClr val="000000"/>
                  </a:solidFill>
                  <a:latin typeface="Arial"/>
                  <a:ea typeface="Arial"/>
                  <a:cs typeface="Arial"/>
                </a:defRPr>
              </a:lvl5pPr>
              <a:lvl6pPr algn="ctr">
                <a:defRPr sz="1292" b="0">
                  <a:solidFill>
                    <a:srgbClr val="000000"/>
                  </a:solidFill>
                  <a:latin typeface="Arial"/>
                  <a:ea typeface="Arial"/>
                  <a:cs typeface="Arial"/>
                </a:defRPr>
              </a:lvl6pPr>
              <a:lvl7pPr algn="ctr">
                <a:defRPr sz="1292" b="0">
                  <a:solidFill>
                    <a:srgbClr val="000000"/>
                  </a:solidFill>
                  <a:latin typeface="Arial"/>
                  <a:ea typeface="Arial"/>
                  <a:cs typeface="Arial"/>
                </a:defRPr>
              </a:lvl7pPr>
              <a:lvl8pPr algn="ctr">
                <a:defRPr sz="1292" b="0">
                  <a:solidFill>
                    <a:srgbClr val="000000"/>
                  </a:solidFill>
                  <a:latin typeface="Arial"/>
                  <a:ea typeface="Arial"/>
                  <a:cs typeface="Arial"/>
                </a:defRPr>
              </a:lvl8pPr>
              <a:lvl9pPr algn="ctr">
                <a:defRPr sz="1292" b="0">
                  <a:solidFill>
                    <a:srgbClr val="000000"/>
                  </a:solidFill>
                  <a:latin typeface="Arial"/>
                  <a:ea typeface="Arial"/>
                  <a:cs typeface="Arial"/>
                </a:defRPr>
              </a:lvl9pPr>
            </a:lstStyle>
            <a:p>
              <a:pPr algn="ctr">
                <a:defRPr sz="1292" b="0">
                  <a:solidFill>
                    <a:srgbClr val="000000"/>
                  </a:solidFill>
                  <a:latin typeface="Arial"/>
                  <a:ea typeface="Arial"/>
                  <a:cs typeface="Arial"/>
                </a:defRPr>
              </a:pPr>
              <a:r>
                <a:rPr sz="1292" b="0">
                  <a:solidFill>
                    <a:srgbClr val="000000"/>
                  </a:solidFill>
                  <a:latin typeface="Arial"/>
                  <a:ea typeface="Arial"/>
                  <a:cs typeface="Arial"/>
                </a:rPr>
                <a:t>135</a:t>
              </a:r>
            </a:p>
          </p:txBody>
        </p:sp>
        <p:sp>
          <p:nvSpPr>
            <p:cNvPr id="95" name="text_094">
              <a:extLst>
                <a:ext uri="{FF2B5EF4-FFF2-40B4-BE49-F238E27FC236}">
                  <ns2:creationId id="{5840AC1A-582E-4062-8A22-DCA1FF5E6BAE}"/>
                </a:ext>
              </a:extLst>
            </p:cNvPr>
            <p:cNvSpPr>
              <a:spLocks noGrp="1"/>
            </p:cNvSpPr>
            <p:nvPr/>
          </p:nvSpPr>
          <p:spPr>
            <a:xfrm>
              <a:off x="11125200" y="2400300"/>
              <a:ext cx="381000" cy="209550"/>
            </a:xfrm>
            <a:prstGeom prst="rect">
              <a:avLst/>
            </a:prstGeom>
            <a:noFill/>
            <a:ln w="0">
              <a:noFill/>
              <a:prstDash val="solid"/>
            </a:ln>
          </p:spPr>
          <p:txBody>
            <a:bodyPr wrap="none" lIns="0" tIns="0" rIns="0" bIns="0" anchor="t">
              <a:noAutofit/>
            </a:bodyPr>
            <a:lstStyle>
              <a:defPPr algn="ctr">
                <a:defRPr sz="1292" b="0">
                  <a:solidFill>
                    <a:srgbClr val="000000"/>
                  </a:solidFill>
                  <a:latin typeface="Arial"/>
                  <a:ea typeface="Arial"/>
                  <a:cs typeface="Arial"/>
                </a:defRPr>
              </a:defPPr>
              <a:lvl1pPr algn="ctr">
                <a:defRPr sz="1292" b="0">
                  <a:solidFill>
                    <a:srgbClr val="000000"/>
                  </a:solidFill>
                  <a:latin typeface="Arial"/>
                  <a:ea typeface="Arial"/>
                  <a:cs typeface="Arial"/>
                </a:defRPr>
              </a:lvl1pPr>
              <a:lvl2pPr algn="ctr">
                <a:defRPr sz="1292" b="0">
                  <a:solidFill>
                    <a:srgbClr val="000000"/>
                  </a:solidFill>
                  <a:latin typeface="Arial"/>
                  <a:ea typeface="Arial"/>
                  <a:cs typeface="Arial"/>
                </a:defRPr>
              </a:lvl2pPr>
              <a:lvl3pPr algn="ctr">
                <a:defRPr sz="1292" b="0">
                  <a:solidFill>
                    <a:srgbClr val="000000"/>
                  </a:solidFill>
                  <a:latin typeface="Arial"/>
                  <a:ea typeface="Arial"/>
                  <a:cs typeface="Arial"/>
                </a:defRPr>
              </a:lvl3pPr>
              <a:lvl4pPr algn="ctr">
                <a:defRPr sz="1292" b="0">
                  <a:solidFill>
                    <a:srgbClr val="000000"/>
                  </a:solidFill>
                  <a:latin typeface="Arial"/>
                  <a:ea typeface="Arial"/>
                  <a:cs typeface="Arial"/>
                </a:defRPr>
              </a:lvl4pPr>
              <a:lvl5pPr algn="ctr">
                <a:defRPr sz="1292" b="0">
                  <a:solidFill>
                    <a:srgbClr val="000000"/>
                  </a:solidFill>
                  <a:latin typeface="Arial"/>
                  <a:ea typeface="Arial"/>
                  <a:cs typeface="Arial"/>
                </a:defRPr>
              </a:lvl5pPr>
              <a:lvl6pPr algn="ctr">
                <a:defRPr sz="1292" b="0">
                  <a:solidFill>
                    <a:srgbClr val="000000"/>
                  </a:solidFill>
                  <a:latin typeface="Arial"/>
                  <a:ea typeface="Arial"/>
                  <a:cs typeface="Arial"/>
                </a:defRPr>
              </a:lvl6pPr>
              <a:lvl7pPr algn="ctr">
                <a:defRPr sz="1292" b="0">
                  <a:solidFill>
                    <a:srgbClr val="000000"/>
                  </a:solidFill>
                  <a:latin typeface="Arial"/>
                  <a:ea typeface="Arial"/>
                  <a:cs typeface="Arial"/>
                </a:defRPr>
              </a:lvl7pPr>
              <a:lvl8pPr algn="ctr">
                <a:defRPr sz="1292" b="0">
                  <a:solidFill>
                    <a:srgbClr val="000000"/>
                  </a:solidFill>
                  <a:latin typeface="Arial"/>
                  <a:ea typeface="Arial"/>
                  <a:cs typeface="Arial"/>
                </a:defRPr>
              </a:lvl8pPr>
              <a:lvl9pPr algn="ctr">
                <a:defRPr sz="1292" b="0">
                  <a:solidFill>
                    <a:srgbClr val="000000"/>
                  </a:solidFill>
                  <a:latin typeface="Arial"/>
                  <a:ea typeface="Arial"/>
                  <a:cs typeface="Arial"/>
                </a:defRPr>
              </a:lvl9pPr>
            </a:lstStyle>
            <a:p>
              <a:pPr algn="ctr">
                <a:defRPr sz="1292" b="0">
                  <a:solidFill>
                    <a:srgbClr val="000000"/>
                  </a:solidFill>
                  <a:latin typeface="Arial"/>
                  <a:ea typeface="Arial"/>
                  <a:cs typeface="Arial"/>
                </a:defRPr>
              </a:pPr>
              <a:r>
                <a:rPr sz="1292" b="0">
                  <a:solidFill>
                    <a:srgbClr val="000000"/>
                  </a:solidFill>
                  <a:latin typeface="Arial"/>
                  <a:ea typeface="Arial"/>
                  <a:cs typeface="Arial"/>
                </a:rPr>
                <a:t>145</a:t>
              </a:r>
            </a:p>
          </p:txBody>
        </p:sp>
        <p:sp>
          <p:nvSpPr>
            <p:cNvPr id="96" name="path_095">
              <a:extLst>
                <a:ext uri="{FF2B5EF4-FFF2-40B4-BE49-F238E27FC236}">
                  <ns2:creationId id="{B632B7C6-AF60-4DA6-9B2D-08C00357D3C7}"/>
                </a:ext>
              </a:extLst>
            </p:cNvPr>
            <p:cNvSpPr>
              <a:spLocks noGrp="1"/>
            </p:cNvSpPr>
            <p:nvPr/>
          </p:nvSpPr>
          <p:spPr>
            <a:xfrm>
              <a:off x="7886700" y="2142998"/>
              <a:ext cx="3429000" cy="157973"/>
            </a:xfrm>
            <a:custGeom>
              <a:pathLst>
                <a:path w="3429000" h="157973">
                  <a:moveTo>
                    <a:pt x="0" y="155373"/>
                  </a:moveTo>
                  <a:lnTo>
                    <a:pt x="342900" y="6480"/>
                  </a:lnTo>
                  <a:lnTo>
                    <a:pt x="685800" y="98287"/>
                  </a:lnTo>
                  <a:lnTo>
                    <a:pt x="1028700" y="157973"/>
                  </a:lnTo>
                  <a:lnTo>
                    <a:pt x="1371600" y="155029"/>
                  </a:lnTo>
                  <a:lnTo>
                    <a:pt x="1714500" y="154996"/>
                  </a:lnTo>
                  <a:lnTo>
                    <a:pt x="2057400" y="155534"/>
                  </a:lnTo>
                  <a:lnTo>
                    <a:pt x="2400300" y="742"/>
                  </a:lnTo>
                  <a:lnTo>
                    <a:pt x="2743200" y="155233"/>
                  </a:lnTo>
                  <a:lnTo>
                    <a:pt x="3086100" y="0"/>
                  </a:lnTo>
                  <a:lnTo>
                    <a:pt x="3429000" y="1494"/>
                  </a:lnTo>
                </a:path>
              </a:pathLst>
            </a:custGeom>
            <a:noFill/>
            <a:ln w="41031">
              <a:solidFill>
                <a:srgbClr val="FFFFFF"/>
              </a:solidFill>
              <a:prstDash val="solid"/>
            </a:ln>
          </p:spPr>
        </p:sp>
        <p:sp>
          <p:nvSpPr>
            <p:cNvPr id="97" name="tangaroa_R_track_432_trace">
              <a:extLst>
                <a:ext uri="{FF2B5EF4-FFF2-40B4-BE49-F238E27FC236}">
                  <ns2:creationId id="{5569838C-67D1-4F8F-B642-99C669724205}"/>
                </a:ext>
              </a:extLst>
            </p:cNvPr>
            <p:cNvSpPr>
              <a:spLocks noGrp="1"/>
            </p:cNvSpPr>
            <p:nvPr/>
          </p:nvSpPr>
          <p:spPr>
            <a:xfrm>
              <a:off x="7886700" y="2142998"/>
              <a:ext cx="3429000" cy="157973"/>
            </a:xfrm>
            <a:custGeom>
              <a:pathLst>
                <a:path w="3429000" h="157973">
                  <a:moveTo>
                    <a:pt x="0" y="155373"/>
                  </a:moveTo>
                  <a:lnTo>
                    <a:pt x="342900" y="6480"/>
                  </a:lnTo>
                  <a:lnTo>
                    <a:pt x="685800" y="98287"/>
                  </a:lnTo>
                  <a:lnTo>
                    <a:pt x="1028700" y="157973"/>
                  </a:lnTo>
                  <a:lnTo>
                    <a:pt x="1371600" y="155029"/>
                  </a:lnTo>
                  <a:lnTo>
                    <a:pt x="1714500" y="154996"/>
                  </a:lnTo>
                  <a:lnTo>
                    <a:pt x="2057400" y="155534"/>
                  </a:lnTo>
                  <a:lnTo>
                    <a:pt x="2400300" y="742"/>
                  </a:lnTo>
                  <a:lnTo>
                    <a:pt x="2743200" y="155233"/>
                  </a:lnTo>
                  <a:lnTo>
                    <a:pt x="3086100" y="0"/>
                  </a:lnTo>
                  <a:lnTo>
                    <a:pt x="3429000" y="1494"/>
                  </a:lnTo>
                </a:path>
              </a:pathLst>
            </a:custGeom>
            <a:noFill/>
            <a:ln w="18464">
              <a:solidFill>
                <a:srgbClr val="0072B2"/>
              </a:solidFill>
              <a:prstDash val="solid"/>
            </a:ln>
          </p:spPr>
        </p:sp>
        <p:sp>
          <p:nvSpPr>
            <p:cNvPr id="98" name="tangaroa_R_true_reference_432">
              <a:extLst>
                <a:ext uri="{FF2B5EF4-FFF2-40B4-BE49-F238E27FC236}">
                  <ns2:creationId id="{998523A5-FB5F-4279-AC8B-F8B9B0EAABDB}"/>
                </a:ext>
              </a:extLst>
            </p:cNvPr>
            <p:cNvSpPr>
              <a:spLocks noGrp="1"/>
            </p:cNvSpPr>
            <p:nvPr/>
          </p:nvSpPr>
          <p:spPr>
            <a:xfrm>
              <a:off x="7886700" y="2128854"/>
              <a:ext cx="3429000" cy="157170"/>
            </a:xfrm>
            <a:custGeom>
              <a:pathLst>
                <a:path w="3429000" h="157170">
                  <a:moveTo>
                    <a:pt x="0" y="157170"/>
                  </a:moveTo>
                  <a:lnTo>
                    <a:pt x="342900" y="0"/>
                  </a:lnTo>
                  <a:lnTo>
                    <a:pt x="685800" y="93350"/>
                  </a:lnTo>
                  <a:lnTo>
                    <a:pt x="1028700" y="154973"/>
                  </a:lnTo>
                  <a:lnTo>
                    <a:pt x="1371600" y="154825"/>
                  </a:lnTo>
                  <a:lnTo>
                    <a:pt x="1714500" y="154825"/>
                  </a:lnTo>
                  <a:lnTo>
                    <a:pt x="2057400" y="154825"/>
                  </a:lnTo>
                  <a:lnTo>
                    <a:pt x="2400300" y="0"/>
                  </a:lnTo>
                  <a:lnTo>
                    <a:pt x="2743200" y="155508"/>
                  </a:lnTo>
                  <a:lnTo>
                    <a:pt x="3086100" y="0"/>
                  </a:lnTo>
                  <a:lnTo>
                    <a:pt x="3429000" y="0"/>
                  </a:lnTo>
                </a:path>
              </a:pathLst>
            </a:custGeom>
            <a:noFill/>
            <a:ln w="10258">
              <a:solidFill>
                <a:srgbClr val="0072B2"/>
              </a:solidFill>
              <a:prstDash val="dash"/>
            </a:ln>
          </p:spPr>
        </p:sp>
        <p:sp>
          <p:nvSpPr>
            <p:cNvPr id="99" name="tangaroa_R_432_exact_anchor">
              <a:extLst>
                <a:ext uri="{FF2B5EF4-FFF2-40B4-BE49-F238E27FC236}">
                  <ns2:creationId id="{0CE4C2B4-ADD2-408F-AA96-8876D06B2419}"/>
                </a:ext>
              </a:extLst>
            </p:cNvPr>
            <p:cNvSpPr>
              <a:spLocks noGrp="1"/>
            </p:cNvSpPr>
            <p:nvPr/>
          </p:nvSpPr>
          <p:spPr>
            <a:xfrm>
              <a:off x="9563100" y="2259894"/>
              <a:ext cx="76200" cy="76200"/>
            </a:xfrm>
            <a:prstGeom prst="ellipse">
              <a:avLst/>
            </a:prstGeom>
            <a:solidFill>
              <a:srgbClr val="FFFFFF"/>
            </a:solidFill>
            <a:ln w="18464">
              <a:solidFill>
                <a:srgbClr val="0072B2"/>
              </a:solidFill>
              <a:prstDash val="solid"/>
            </a:ln>
          </p:spPr>
        </p:sp>
        <p:sp>
          <p:nvSpPr>
            <p:cNvPr id="100" name="line_099">
              <a:extLst>
                <a:ext uri="{FF2B5EF4-FFF2-40B4-BE49-F238E27FC236}">
                  <ns2:creationId id="{14FA1B31-83FC-409D-85D5-D9310AA64C76}"/>
                </a:ext>
              </a:extLst>
            </p:cNvPr>
            <p:cNvSpPr>
              <a:spLocks noGrp="1"/>
            </p:cNvSpPr>
            <p:nvPr/>
          </p:nvSpPr>
          <p:spPr>
            <a:xfrm>
              <a:off x="9601200" y="1619250"/>
              <a:ext cx="1943100" cy="678744"/>
            </a:xfrm>
            <a:custGeom>
              <a:pathLst>
                <a:path w="1943100" h="678744">
                  <a:moveTo>
                    <a:pt x="0" y="678744"/>
                  </a:moveTo>
                  <a:lnTo>
                    <a:pt x="1943100" y="0"/>
                  </a:lnTo>
                </a:path>
              </a:pathLst>
            </a:custGeom>
            <a:noFill/>
            <a:ln w="8206">
              <a:solidFill>
                <a:srgbClr val="0072B2"/>
              </a:solidFill>
              <a:prstDash val="solid"/>
            </a:ln>
          </p:spPr>
        </p:sp>
        <p:sp>
          <p:nvSpPr>
            <p:cNvPr id="101" name="text_100">
              <a:extLst>
                <a:ext uri="{FF2B5EF4-FFF2-40B4-BE49-F238E27FC236}">
                  <ns2:creationId id="{01C0B0BE-75B6-4DE4-9453-083548895463}"/>
                </a:ext>
              </a:extLst>
            </p:cNvPr>
            <p:cNvSpPr>
              <a:spLocks noGrp="1"/>
            </p:cNvSpPr>
            <p:nvPr/>
          </p:nvSpPr>
          <p:spPr>
            <a:xfrm>
              <a:off x="11572875" y="1524000"/>
              <a:ext cx="266700" cy="209550"/>
            </a:xfrm>
            <a:prstGeom prst="rect">
              <a:avLst/>
            </a:prstGeom>
            <a:noFill/>
            <a:ln w="0">
              <a:noFill/>
              <a:prstDash val="solid"/>
            </a:ln>
          </p:spPr>
          <p:txBody>
            <a:bodyPr wrap="none" lIns="0" tIns="0" rIns="0" bIns="0" anchor="t">
              <a:noAutofit/>
            </a:bodyPr>
            <a:lstStyle>
              <a:defPPr algn="l">
                <a:defRPr sz="1373" b="1">
                  <a:solidFill>
                    <a:srgbClr val="0072B2"/>
                  </a:solidFill>
                  <a:latin typeface="Arial"/>
                  <a:ea typeface="Arial"/>
                  <a:cs typeface="Arial"/>
                </a:defRPr>
              </a:defPPr>
              <a:lvl1pPr algn="l">
                <a:defRPr sz="1373" b="1">
                  <a:solidFill>
                    <a:srgbClr val="0072B2"/>
                  </a:solidFill>
                  <a:latin typeface="Arial"/>
                  <a:ea typeface="Arial"/>
                  <a:cs typeface="Arial"/>
                </a:defRPr>
              </a:lvl1pPr>
              <a:lvl2pPr algn="l">
                <a:defRPr sz="1373" b="1">
                  <a:solidFill>
                    <a:srgbClr val="0072B2"/>
                  </a:solidFill>
                  <a:latin typeface="Arial"/>
                  <a:ea typeface="Arial"/>
                  <a:cs typeface="Arial"/>
                </a:defRPr>
              </a:lvl2pPr>
              <a:lvl3pPr algn="l">
                <a:defRPr sz="1373" b="1">
                  <a:solidFill>
                    <a:srgbClr val="0072B2"/>
                  </a:solidFill>
                  <a:latin typeface="Arial"/>
                  <a:ea typeface="Arial"/>
                  <a:cs typeface="Arial"/>
                </a:defRPr>
              </a:lvl3pPr>
              <a:lvl4pPr algn="l">
                <a:defRPr sz="1373" b="1">
                  <a:solidFill>
                    <a:srgbClr val="0072B2"/>
                  </a:solidFill>
                  <a:latin typeface="Arial"/>
                  <a:ea typeface="Arial"/>
                  <a:cs typeface="Arial"/>
                </a:defRPr>
              </a:lvl4pPr>
              <a:lvl5pPr algn="l">
                <a:defRPr sz="1373" b="1">
                  <a:solidFill>
                    <a:srgbClr val="0072B2"/>
                  </a:solidFill>
                  <a:latin typeface="Arial"/>
                  <a:ea typeface="Arial"/>
                  <a:cs typeface="Arial"/>
                </a:defRPr>
              </a:lvl5pPr>
              <a:lvl6pPr algn="l">
                <a:defRPr sz="1373" b="1">
                  <a:solidFill>
                    <a:srgbClr val="0072B2"/>
                  </a:solidFill>
                  <a:latin typeface="Arial"/>
                  <a:ea typeface="Arial"/>
                  <a:cs typeface="Arial"/>
                </a:defRPr>
              </a:lvl6pPr>
              <a:lvl7pPr algn="l">
                <a:defRPr sz="1373" b="1">
                  <a:solidFill>
                    <a:srgbClr val="0072B2"/>
                  </a:solidFill>
                  <a:latin typeface="Arial"/>
                  <a:ea typeface="Arial"/>
                  <a:cs typeface="Arial"/>
                </a:defRPr>
              </a:lvl7pPr>
              <a:lvl8pPr algn="l">
                <a:defRPr sz="1373" b="1">
                  <a:solidFill>
                    <a:srgbClr val="0072B2"/>
                  </a:solidFill>
                  <a:latin typeface="Arial"/>
                  <a:ea typeface="Arial"/>
                  <a:cs typeface="Arial"/>
                </a:defRPr>
              </a:lvl8pPr>
              <a:lvl9pPr algn="l">
                <a:defRPr sz="1373" b="1">
                  <a:solidFill>
                    <a:srgbClr val="0072B2"/>
                  </a:solidFill>
                  <a:latin typeface="Arial"/>
                  <a:ea typeface="Arial"/>
                  <a:cs typeface="Arial"/>
                </a:defRPr>
              </a:lvl9pPr>
            </a:lstStyle>
            <a:p>
              <a:pPr algn="l">
                <a:defRPr sz="1373" b="1">
                  <a:solidFill>
                    <a:srgbClr val="0072B2"/>
                  </a:solidFill>
                  <a:latin typeface="Arial"/>
                  <a:ea typeface="Arial"/>
                  <a:cs typeface="Arial"/>
                </a:defRPr>
              </a:pPr>
              <a:r>
                <a:rPr sz="1373" b="1">
                  <a:solidFill>
                    <a:srgbClr val="0072B2"/>
                  </a:solidFill>
                  <a:latin typeface="Arial"/>
                  <a:ea typeface="Arial"/>
                  <a:cs typeface="Arial"/>
                </a:rPr>
                <a:t>A</a:t>
              </a:r>
            </a:p>
          </p:txBody>
        </p:sp>
        <p:sp>
          <p:nvSpPr>
            <p:cNvPr id="102" name="path_101">
              <a:extLst>
                <a:ext uri="{FF2B5EF4-FFF2-40B4-BE49-F238E27FC236}">
                  <ns2:creationId id="{98CA9818-6C16-4453-832B-089A64742E4D}"/>
                </a:ext>
              </a:extLst>
            </p:cNvPr>
            <p:cNvSpPr>
              <a:spLocks noGrp="1"/>
            </p:cNvSpPr>
            <p:nvPr/>
          </p:nvSpPr>
          <p:spPr>
            <a:xfrm>
              <a:off x="7886700" y="1546816"/>
              <a:ext cx="2057400" cy="55882"/>
            </a:xfrm>
            <a:custGeom>
              <a:pathLst>
                <a:path w="2057400" h="55882">
                  <a:moveTo>
                    <a:pt x="0" y="31380"/>
                  </a:moveTo>
                  <a:lnTo>
                    <a:pt x="342900" y="33078"/>
                  </a:lnTo>
                  <a:lnTo>
                    <a:pt x="685800" y="26501"/>
                  </a:lnTo>
                  <a:lnTo>
                    <a:pt x="1028700" y="53303"/>
                  </a:lnTo>
                  <a:lnTo>
                    <a:pt x="1371600" y="55882"/>
                  </a:lnTo>
                  <a:lnTo>
                    <a:pt x="1714500" y="0"/>
                  </a:lnTo>
                  <a:lnTo>
                    <a:pt x="2057400" y="45361"/>
                  </a:lnTo>
                </a:path>
              </a:pathLst>
            </a:custGeom>
            <a:noFill/>
            <a:ln w="41031">
              <a:solidFill>
                <a:srgbClr val="FFFFFF"/>
              </a:solidFill>
              <a:prstDash val="solid"/>
            </a:ln>
          </p:spPr>
        </p:sp>
        <p:sp>
          <p:nvSpPr>
            <p:cNvPr id="103" name="tangaroa_R_track_462_trace">
              <a:extLst>
                <a:ext uri="{FF2B5EF4-FFF2-40B4-BE49-F238E27FC236}">
                  <ns2:creationId id="{5F8E9FE9-729E-4FA5-92B6-7294E6B67C5F}"/>
                </a:ext>
              </a:extLst>
            </p:cNvPr>
            <p:cNvSpPr>
              <a:spLocks noGrp="1"/>
            </p:cNvSpPr>
            <p:nvPr/>
          </p:nvSpPr>
          <p:spPr>
            <a:xfrm>
              <a:off x="7886700" y="1546816"/>
              <a:ext cx="2057400" cy="55882"/>
            </a:xfrm>
            <a:custGeom>
              <a:pathLst>
                <a:path w="2057400" h="55882">
                  <a:moveTo>
                    <a:pt x="0" y="31380"/>
                  </a:moveTo>
                  <a:lnTo>
                    <a:pt x="342900" y="33078"/>
                  </a:lnTo>
                  <a:lnTo>
                    <a:pt x="685800" y="26501"/>
                  </a:lnTo>
                  <a:lnTo>
                    <a:pt x="1028700" y="53303"/>
                  </a:lnTo>
                  <a:lnTo>
                    <a:pt x="1371600" y="55882"/>
                  </a:lnTo>
                  <a:lnTo>
                    <a:pt x="1714500" y="0"/>
                  </a:lnTo>
                  <a:lnTo>
                    <a:pt x="2057400" y="45361"/>
                  </a:lnTo>
                </a:path>
              </a:pathLst>
            </a:custGeom>
            <a:noFill/>
            <a:ln w="18464">
              <a:solidFill>
                <a:srgbClr val="D55E00"/>
              </a:solidFill>
              <a:prstDash val="solid"/>
            </a:ln>
          </p:spPr>
        </p:sp>
        <p:sp>
          <p:nvSpPr>
            <p:cNvPr id="104" name="tangaroa_R_true_reference_462">
              <a:extLst>
                <a:ext uri="{FF2B5EF4-FFF2-40B4-BE49-F238E27FC236}">
                  <ns2:creationId id="{AD9702D7-CA2B-408A-A6F7-ACB0066A513E}"/>
                </a:ext>
              </a:extLst>
            </p:cNvPr>
            <p:cNvSpPr>
              <a:spLocks noGrp="1"/>
            </p:cNvSpPr>
            <p:nvPr/>
          </p:nvSpPr>
          <p:spPr>
            <a:xfrm>
              <a:off x="7886700" y="1561126"/>
              <a:ext cx="2057400" cy="57289"/>
            </a:xfrm>
            <a:custGeom>
              <a:pathLst>
                <a:path w="2057400" h="57289">
                  <a:moveTo>
                    <a:pt x="0" y="40760"/>
                  </a:moveTo>
                  <a:lnTo>
                    <a:pt x="342900" y="39394"/>
                  </a:lnTo>
                  <a:lnTo>
                    <a:pt x="685800" y="31275"/>
                  </a:lnTo>
                  <a:lnTo>
                    <a:pt x="1028700" y="57289"/>
                  </a:lnTo>
                  <a:lnTo>
                    <a:pt x="1371600" y="55923"/>
                  </a:lnTo>
                  <a:lnTo>
                    <a:pt x="1714500" y="0"/>
                  </a:lnTo>
                  <a:lnTo>
                    <a:pt x="2057400" y="45903"/>
                  </a:lnTo>
                </a:path>
              </a:pathLst>
            </a:custGeom>
            <a:noFill/>
            <a:ln w="10258">
              <a:solidFill>
                <a:srgbClr val="D55E00"/>
              </a:solidFill>
              <a:prstDash val="dash"/>
            </a:ln>
          </p:spPr>
        </p:sp>
        <p:sp>
          <p:nvSpPr>
            <p:cNvPr id="105" name="tangaroa_R_462_exact_anchor">
              <a:extLst>
                <a:ext uri="{FF2B5EF4-FFF2-40B4-BE49-F238E27FC236}">
                  <ns2:creationId id="{ADEFD815-01A5-4CF1-9BB7-E095C042488C}"/>
                </a:ext>
              </a:extLst>
            </p:cNvPr>
            <p:cNvSpPr>
              <a:spLocks noGrp="1"/>
            </p:cNvSpPr>
            <p:nvPr/>
          </p:nvSpPr>
          <p:spPr>
            <a:xfrm>
              <a:off x="9563100" y="1508716"/>
              <a:ext cx="76200" cy="76200"/>
            </a:xfrm>
            <a:prstGeom prst="ellipse">
              <a:avLst/>
            </a:prstGeom>
            <a:solidFill>
              <a:srgbClr val="FFFFFF"/>
            </a:solidFill>
            <a:ln w="18464">
              <a:solidFill>
                <a:srgbClr val="D55E00"/>
              </a:solidFill>
              <a:prstDash val="solid"/>
            </a:ln>
          </p:spPr>
        </p:sp>
        <p:sp>
          <p:nvSpPr>
            <p:cNvPr id="106" name="line_105">
              <a:extLst>
                <a:ext uri="{FF2B5EF4-FFF2-40B4-BE49-F238E27FC236}">
                  <ns2:creationId id="{5F870E91-6FCE-4BEC-9536-016E1594817D}"/>
                </a:ext>
              </a:extLst>
            </p:cNvPr>
            <p:cNvSpPr>
              <a:spLocks noGrp="1"/>
            </p:cNvSpPr>
            <p:nvPr/>
          </p:nvSpPr>
          <p:spPr>
            <a:xfrm>
              <a:off x="9601200" y="1546816"/>
              <a:ext cx="1943100" cy="307384"/>
            </a:xfrm>
            <a:custGeom>
              <a:pathLst>
                <a:path w="1943100" h="307384">
                  <a:moveTo>
                    <a:pt x="0" y="0"/>
                  </a:moveTo>
                  <a:lnTo>
                    <a:pt x="1943100" y="307384"/>
                  </a:lnTo>
                </a:path>
              </a:pathLst>
            </a:custGeom>
            <a:noFill/>
            <a:ln w="8206">
              <a:solidFill>
                <a:srgbClr val="D55E00"/>
              </a:solidFill>
              <a:prstDash val="solid"/>
            </a:ln>
          </p:spPr>
        </p:sp>
        <p:sp>
          <p:nvSpPr>
            <p:cNvPr id="107" name="text_106">
              <a:extLst>
                <a:ext uri="{FF2B5EF4-FFF2-40B4-BE49-F238E27FC236}">
                  <ns2:creationId id="{FDD40E62-DC9B-4D0C-84ED-8A587B127EAD}"/>
                </a:ext>
              </a:extLst>
            </p:cNvPr>
            <p:cNvSpPr>
              <a:spLocks noGrp="1"/>
            </p:cNvSpPr>
            <p:nvPr/>
          </p:nvSpPr>
          <p:spPr>
            <a:xfrm>
              <a:off x="11572875" y="1758950"/>
              <a:ext cx="266700" cy="209550"/>
            </a:xfrm>
            <a:prstGeom prst="rect">
              <a:avLst/>
            </a:prstGeom>
            <a:noFill/>
            <a:ln w="0">
              <a:noFill/>
              <a:prstDash val="solid"/>
            </a:ln>
          </p:spPr>
          <p:txBody>
            <a:bodyPr wrap="none" lIns="0" tIns="0" rIns="0" bIns="0" anchor="t">
              <a:noAutofit/>
            </a:bodyPr>
            <a:lstStyle>
              <a:defPPr algn="l">
                <a:defRPr sz="1373" b="1">
                  <a:solidFill>
                    <a:srgbClr val="D55E00"/>
                  </a:solidFill>
                  <a:latin typeface="Arial"/>
                  <a:ea typeface="Arial"/>
                  <a:cs typeface="Arial"/>
                </a:defRPr>
              </a:defPPr>
              <a:lvl1pPr algn="l">
                <a:defRPr sz="1373" b="1">
                  <a:solidFill>
                    <a:srgbClr val="D55E00"/>
                  </a:solidFill>
                  <a:latin typeface="Arial"/>
                  <a:ea typeface="Arial"/>
                  <a:cs typeface="Arial"/>
                </a:defRPr>
              </a:lvl1pPr>
              <a:lvl2pPr algn="l">
                <a:defRPr sz="1373" b="1">
                  <a:solidFill>
                    <a:srgbClr val="D55E00"/>
                  </a:solidFill>
                  <a:latin typeface="Arial"/>
                  <a:ea typeface="Arial"/>
                  <a:cs typeface="Arial"/>
                </a:defRPr>
              </a:lvl2pPr>
              <a:lvl3pPr algn="l">
                <a:defRPr sz="1373" b="1">
                  <a:solidFill>
                    <a:srgbClr val="D55E00"/>
                  </a:solidFill>
                  <a:latin typeface="Arial"/>
                  <a:ea typeface="Arial"/>
                  <a:cs typeface="Arial"/>
                </a:defRPr>
              </a:lvl3pPr>
              <a:lvl4pPr algn="l">
                <a:defRPr sz="1373" b="1">
                  <a:solidFill>
                    <a:srgbClr val="D55E00"/>
                  </a:solidFill>
                  <a:latin typeface="Arial"/>
                  <a:ea typeface="Arial"/>
                  <a:cs typeface="Arial"/>
                </a:defRPr>
              </a:lvl4pPr>
              <a:lvl5pPr algn="l">
                <a:defRPr sz="1373" b="1">
                  <a:solidFill>
                    <a:srgbClr val="D55E00"/>
                  </a:solidFill>
                  <a:latin typeface="Arial"/>
                  <a:ea typeface="Arial"/>
                  <a:cs typeface="Arial"/>
                </a:defRPr>
              </a:lvl5pPr>
              <a:lvl6pPr algn="l">
                <a:defRPr sz="1373" b="1">
                  <a:solidFill>
                    <a:srgbClr val="D55E00"/>
                  </a:solidFill>
                  <a:latin typeface="Arial"/>
                  <a:ea typeface="Arial"/>
                  <a:cs typeface="Arial"/>
                </a:defRPr>
              </a:lvl6pPr>
              <a:lvl7pPr algn="l">
                <a:defRPr sz="1373" b="1">
                  <a:solidFill>
                    <a:srgbClr val="D55E00"/>
                  </a:solidFill>
                  <a:latin typeface="Arial"/>
                  <a:ea typeface="Arial"/>
                  <a:cs typeface="Arial"/>
                </a:defRPr>
              </a:lvl7pPr>
              <a:lvl8pPr algn="l">
                <a:defRPr sz="1373" b="1">
                  <a:solidFill>
                    <a:srgbClr val="D55E00"/>
                  </a:solidFill>
                  <a:latin typeface="Arial"/>
                  <a:ea typeface="Arial"/>
                  <a:cs typeface="Arial"/>
                </a:defRPr>
              </a:lvl8pPr>
              <a:lvl9pPr algn="l">
                <a:defRPr sz="1373" b="1">
                  <a:solidFill>
                    <a:srgbClr val="D55E00"/>
                  </a:solidFill>
                  <a:latin typeface="Arial"/>
                  <a:ea typeface="Arial"/>
                  <a:cs typeface="Arial"/>
                </a:defRPr>
              </a:lvl9pPr>
            </a:lstStyle>
            <a:p>
              <a:pPr algn="l">
                <a:defRPr sz="1373" b="1">
                  <a:solidFill>
                    <a:srgbClr val="D55E00"/>
                  </a:solidFill>
                  <a:latin typeface="Arial"/>
                  <a:ea typeface="Arial"/>
                  <a:cs typeface="Arial"/>
                </a:defRPr>
              </a:pPr>
              <a:r>
                <a:rPr sz="1373" b="1">
                  <a:solidFill>
                    <a:srgbClr val="D55E00"/>
                  </a:solidFill>
                  <a:latin typeface="Arial"/>
                  <a:ea typeface="Arial"/>
                  <a:cs typeface="Arial"/>
                </a:rPr>
                <a:t>B</a:t>
              </a:r>
            </a:p>
          </p:txBody>
        </p:sp>
        <p:sp>
          <p:nvSpPr>
            <p:cNvPr id="108" name="path_107">
              <a:extLst>
                <a:ext uri="{FF2B5EF4-FFF2-40B4-BE49-F238E27FC236}">
                  <ns2:creationId id="{8081C5B6-A520-488F-91F6-9254BA45A3A5}"/>
                </a:ext>
              </a:extLst>
            </p:cNvPr>
            <p:cNvSpPr>
              <a:spLocks noGrp="1"/>
            </p:cNvSpPr>
            <p:nvPr/>
          </p:nvSpPr>
          <p:spPr>
            <a:xfrm>
              <a:off x="7886700" y="1874669"/>
              <a:ext cx="3429000" cy="60320"/>
            </a:xfrm>
            <a:custGeom>
              <a:pathLst>
                <a:path w="3429000" h="60320">
                  <a:moveTo>
                    <a:pt x="0" y="47521"/>
                  </a:moveTo>
                  <a:lnTo>
                    <a:pt x="342900" y="45382"/>
                  </a:lnTo>
                  <a:lnTo>
                    <a:pt x="685800" y="46919"/>
                  </a:lnTo>
                  <a:lnTo>
                    <a:pt x="1028700" y="40966"/>
                  </a:lnTo>
                  <a:lnTo>
                    <a:pt x="1371600" y="60320"/>
                  </a:lnTo>
                  <a:lnTo>
                    <a:pt x="1714500" y="52314"/>
                  </a:lnTo>
                  <a:lnTo>
                    <a:pt x="2057400" y="51089"/>
                  </a:lnTo>
                  <a:lnTo>
                    <a:pt x="2400300" y="41793"/>
                  </a:lnTo>
                  <a:lnTo>
                    <a:pt x="2743200" y="0"/>
                  </a:lnTo>
                  <a:lnTo>
                    <a:pt x="3086100" y="14099"/>
                  </a:lnTo>
                  <a:lnTo>
                    <a:pt x="3429000" y="34690"/>
                  </a:lnTo>
                </a:path>
              </a:pathLst>
            </a:custGeom>
            <a:noFill/>
            <a:ln w="41031">
              <a:solidFill>
                <a:srgbClr val="FFFFFF"/>
              </a:solidFill>
              <a:prstDash val="solid"/>
            </a:ln>
          </p:spPr>
        </p:sp>
        <p:sp>
          <p:nvSpPr>
            <p:cNvPr id="109" name="tangaroa_R_track_388_trace">
              <a:extLst>
                <a:ext uri="{FF2B5EF4-FFF2-40B4-BE49-F238E27FC236}">
                  <ns2:creationId id="{42BCE030-FAF9-44B4-B085-E445B64EF52B}"/>
                </a:ext>
              </a:extLst>
            </p:cNvPr>
            <p:cNvSpPr>
              <a:spLocks noGrp="1"/>
            </p:cNvSpPr>
            <p:nvPr/>
          </p:nvSpPr>
          <p:spPr>
            <a:xfrm>
              <a:off x="7886700" y="1874669"/>
              <a:ext cx="3429000" cy="60320"/>
            </a:xfrm>
            <a:custGeom>
              <a:pathLst>
                <a:path w="3429000" h="60320">
                  <a:moveTo>
                    <a:pt x="0" y="47521"/>
                  </a:moveTo>
                  <a:lnTo>
                    <a:pt x="342900" y="45382"/>
                  </a:lnTo>
                  <a:lnTo>
                    <a:pt x="685800" y="46919"/>
                  </a:lnTo>
                  <a:lnTo>
                    <a:pt x="1028700" y="40966"/>
                  </a:lnTo>
                  <a:lnTo>
                    <a:pt x="1371600" y="60320"/>
                  </a:lnTo>
                  <a:lnTo>
                    <a:pt x="1714500" y="52314"/>
                  </a:lnTo>
                  <a:lnTo>
                    <a:pt x="2057400" y="51089"/>
                  </a:lnTo>
                  <a:lnTo>
                    <a:pt x="2400300" y="41793"/>
                  </a:lnTo>
                  <a:lnTo>
                    <a:pt x="2743200" y="0"/>
                  </a:lnTo>
                  <a:lnTo>
                    <a:pt x="3086100" y="14099"/>
                  </a:lnTo>
                  <a:lnTo>
                    <a:pt x="3429000" y="34690"/>
                  </a:lnTo>
                </a:path>
              </a:pathLst>
            </a:custGeom>
            <a:noFill/>
            <a:ln w="18464">
              <a:solidFill>
                <a:srgbClr val="009E73"/>
              </a:solidFill>
              <a:prstDash val="solid"/>
            </a:ln>
          </p:spPr>
        </p:sp>
        <p:sp>
          <p:nvSpPr>
            <p:cNvPr id="110" name="tangaroa_R_true_reference_388">
              <a:extLst>
                <a:ext uri="{FF2B5EF4-FFF2-40B4-BE49-F238E27FC236}">
                  <ns2:creationId id="{BFF28304-8C69-4564-BA04-AC325BF31586}"/>
                </a:ext>
              </a:extLst>
            </p:cNvPr>
            <p:cNvSpPr>
              <a:spLocks noGrp="1"/>
            </p:cNvSpPr>
            <p:nvPr/>
          </p:nvSpPr>
          <p:spPr>
            <a:xfrm>
              <a:off x="7886700" y="1883558"/>
              <a:ext cx="3429000" cy="65782"/>
            </a:xfrm>
            <a:custGeom>
              <a:pathLst>
                <a:path w="3429000" h="65782">
                  <a:moveTo>
                    <a:pt x="0" y="52424"/>
                  </a:moveTo>
                  <a:lnTo>
                    <a:pt x="342900" y="51741"/>
                  </a:lnTo>
                  <a:lnTo>
                    <a:pt x="685800" y="51058"/>
                  </a:lnTo>
                  <a:lnTo>
                    <a:pt x="1028700" y="50375"/>
                  </a:lnTo>
                  <a:lnTo>
                    <a:pt x="1371600" y="65782"/>
                  </a:lnTo>
                  <a:lnTo>
                    <a:pt x="1714500" y="57737"/>
                  </a:lnTo>
                  <a:lnTo>
                    <a:pt x="2057400" y="57054"/>
                  </a:lnTo>
                  <a:lnTo>
                    <a:pt x="2400300" y="47790"/>
                  </a:lnTo>
                  <a:lnTo>
                    <a:pt x="2743200" y="0"/>
                  </a:lnTo>
                  <a:lnTo>
                    <a:pt x="3086100" y="19353"/>
                  </a:lnTo>
                  <a:lnTo>
                    <a:pt x="3429000" y="41439"/>
                  </a:lnTo>
                </a:path>
              </a:pathLst>
            </a:custGeom>
            <a:noFill/>
            <a:ln w="10258">
              <a:solidFill>
                <a:srgbClr val="009E73"/>
              </a:solidFill>
              <a:prstDash val="dash"/>
            </a:ln>
          </p:spPr>
        </p:sp>
        <p:sp>
          <p:nvSpPr>
            <p:cNvPr id="111" name="tangaroa_R_388_exact_anchor">
              <a:extLst>
                <a:ext uri="{FF2B5EF4-FFF2-40B4-BE49-F238E27FC236}">
                  <ns2:creationId id="{8E495272-4FAD-430E-8258-1041E078C542}"/>
                </a:ext>
              </a:extLst>
            </p:cNvPr>
            <p:cNvSpPr>
              <a:spLocks noGrp="1"/>
            </p:cNvSpPr>
            <p:nvPr/>
          </p:nvSpPr>
          <p:spPr>
            <a:xfrm>
              <a:off x="9563100" y="1888883"/>
              <a:ext cx="76200" cy="76200"/>
            </a:xfrm>
            <a:prstGeom prst="ellipse">
              <a:avLst/>
            </a:prstGeom>
            <a:solidFill>
              <a:srgbClr val="FFFFFF"/>
            </a:solidFill>
            <a:ln w="18464">
              <a:solidFill>
                <a:srgbClr val="009E73"/>
              </a:solidFill>
              <a:prstDash val="solid"/>
            </a:ln>
          </p:spPr>
        </p:sp>
        <p:sp>
          <p:nvSpPr>
            <p:cNvPr id="112" name="line_111">
              <a:extLst>
                <a:ext uri="{FF2B5EF4-FFF2-40B4-BE49-F238E27FC236}">
                  <ns2:creationId id="{D63552CF-215F-4F29-B809-C4BEE771DE64}"/>
                </a:ext>
              </a:extLst>
            </p:cNvPr>
            <p:cNvSpPr>
              <a:spLocks noGrp="1"/>
            </p:cNvSpPr>
            <p:nvPr/>
          </p:nvSpPr>
          <p:spPr>
            <a:xfrm>
              <a:off x="9601200" y="1926983"/>
              <a:ext cx="1943100" cy="162167"/>
            </a:xfrm>
            <a:custGeom>
              <a:pathLst>
                <a:path w="1943100" h="162167">
                  <a:moveTo>
                    <a:pt x="0" y="0"/>
                  </a:moveTo>
                  <a:lnTo>
                    <a:pt x="1943100" y="162167"/>
                  </a:lnTo>
                </a:path>
              </a:pathLst>
            </a:custGeom>
            <a:noFill/>
            <a:ln w="8206">
              <a:solidFill>
                <a:srgbClr val="009E73"/>
              </a:solidFill>
              <a:prstDash val="solid"/>
            </a:ln>
          </p:spPr>
        </p:sp>
        <p:sp>
          <p:nvSpPr>
            <p:cNvPr id="113" name="text_112">
              <a:extLst>
                <a:ext uri="{FF2B5EF4-FFF2-40B4-BE49-F238E27FC236}">
                  <ns2:creationId id="{13E02EFE-CCFC-480C-8C19-D6BE60A06DD8}"/>
                </a:ext>
              </a:extLst>
            </p:cNvPr>
            <p:cNvSpPr>
              <a:spLocks noGrp="1"/>
            </p:cNvSpPr>
            <p:nvPr/>
          </p:nvSpPr>
          <p:spPr>
            <a:xfrm>
              <a:off x="11572875" y="1993900"/>
              <a:ext cx="266700" cy="209550"/>
            </a:xfrm>
            <a:prstGeom prst="rect">
              <a:avLst/>
            </a:prstGeom>
            <a:noFill/>
            <a:ln w="0">
              <a:noFill/>
              <a:prstDash val="solid"/>
            </a:ln>
          </p:spPr>
          <p:txBody>
            <a:bodyPr wrap="none" lIns="0" tIns="0" rIns="0" bIns="0" anchor="t">
              <a:noAutofit/>
            </a:bodyPr>
            <a:lstStyle>
              <a:defPPr algn="l">
                <a:defRPr sz="1373" b="1">
                  <a:solidFill>
                    <a:srgbClr val="009E73"/>
                  </a:solidFill>
                  <a:latin typeface="Arial"/>
                  <a:ea typeface="Arial"/>
                  <a:cs typeface="Arial"/>
                </a:defRPr>
              </a:defPPr>
              <a:lvl1pPr algn="l">
                <a:defRPr sz="1373" b="1">
                  <a:solidFill>
                    <a:srgbClr val="009E73"/>
                  </a:solidFill>
                  <a:latin typeface="Arial"/>
                  <a:ea typeface="Arial"/>
                  <a:cs typeface="Arial"/>
                </a:defRPr>
              </a:lvl1pPr>
              <a:lvl2pPr algn="l">
                <a:defRPr sz="1373" b="1">
                  <a:solidFill>
                    <a:srgbClr val="009E73"/>
                  </a:solidFill>
                  <a:latin typeface="Arial"/>
                  <a:ea typeface="Arial"/>
                  <a:cs typeface="Arial"/>
                </a:defRPr>
              </a:lvl2pPr>
              <a:lvl3pPr algn="l">
                <a:defRPr sz="1373" b="1">
                  <a:solidFill>
                    <a:srgbClr val="009E73"/>
                  </a:solidFill>
                  <a:latin typeface="Arial"/>
                  <a:ea typeface="Arial"/>
                  <a:cs typeface="Arial"/>
                </a:defRPr>
              </a:lvl3pPr>
              <a:lvl4pPr algn="l">
                <a:defRPr sz="1373" b="1">
                  <a:solidFill>
                    <a:srgbClr val="009E73"/>
                  </a:solidFill>
                  <a:latin typeface="Arial"/>
                  <a:ea typeface="Arial"/>
                  <a:cs typeface="Arial"/>
                </a:defRPr>
              </a:lvl4pPr>
              <a:lvl5pPr algn="l">
                <a:defRPr sz="1373" b="1">
                  <a:solidFill>
                    <a:srgbClr val="009E73"/>
                  </a:solidFill>
                  <a:latin typeface="Arial"/>
                  <a:ea typeface="Arial"/>
                  <a:cs typeface="Arial"/>
                </a:defRPr>
              </a:lvl5pPr>
              <a:lvl6pPr algn="l">
                <a:defRPr sz="1373" b="1">
                  <a:solidFill>
                    <a:srgbClr val="009E73"/>
                  </a:solidFill>
                  <a:latin typeface="Arial"/>
                  <a:ea typeface="Arial"/>
                  <a:cs typeface="Arial"/>
                </a:defRPr>
              </a:lvl6pPr>
              <a:lvl7pPr algn="l">
                <a:defRPr sz="1373" b="1">
                  <a:solidFill>
                    <a:srgbClr val="009E73"/>
                  </a:solidFill>
                  <a:latin typeface="Arial"/>
                  <a:ea typeface="Arial"/>
                  <a:cs typeface="Arial"/>
                </a:defRPr>
              </a:lvl7pPr>
              <a:lvl8pPr algn="l">
                <a:defRPr sz="1373" b="1">
                  <a:solidFill>
                    <a:srgbClr val="009E73"/>
                  </a:solidFill>
                  <a:latin typeface="Arial"/>
                  <a:ea typeface="Arial"/>
                  <a:cs typeface="Arial"/>
                </a:defRPr>
              </a:lvl8pPr>
              <a:lvl9pPr algn="l">
                <a:defRPr sz="1373" b="1">
                  <a:solidFill>
                    <a:srgbClr val="009E73"/>
                  </a:solidFill>
                  <a:latin typeface="Arial"/>
                  <a:ea typeface="Arial"/>
                  <a:cs typeface="Arial"/>
                </a:defRPr>
              </a:lvl9pPr>
            </a:lstStyle>
            <a:p>
              <a:pPr algn="l">
                <a:defRPr sz="1373" b="1">
                  <a:solidFill>
                    <a:srgbClr val="009E73"/>
                  </a:solidFill>
                  <a:latin typeface="Arial"/>
                  <a:ea typeface="Arial"/>
                  <a:cs typeface="Arial"/>
                </a:defRPr>
              </a:pPr>
              <a:r>
                <a:rPr sz="1373" b="1">
                  <a:solidFill>
                    <a:srgbClr val="009E73"/>
                  </a:solidFill>
                  <a:latin typeface="Arial"/>
                  <a:ea typeface="Arial"/>
                  <a:cs typeface="Arial"/>
                </a:rPr>
                <a:t>C</a:t>
              </a:r>
            </a:p>
          </p:txBody>
        </p:sp>
        <p:sp>
          <p:nvSpPr>
            <p:cNvPr id="114" name="rect_113">
              <a:extLst>
                <a:ext uri="{FF2B5EF4-FFF2-40B4-BE49-F238E27FC236}">
                  <ns2:creationId id="{9B44DECD-AC15-468F-8F3C-6C1B7D0D9266}"/>
                </a:ext>
              </a:extLst>
            </p:cNvPr>
            <p:cNvSpPr>
              <a:spLocks noGrp="1"/>
            </p:cNvSpPr>
            <p:nvPr/>
          </p:nvSpPr>
          <p:spPr>
            <a:xfrm>
              <a:off x="5029911" y="1476375"/>
              <a:ext cx="322144" cy="895350"/>
            </a:xfrm>
            <a:prstGeom prst="rect">
              <a:avLst/>
            </a:prstGeom>
            <a:noFill/>
            <a:ln w="12309">
              <a:solidFill>
                <a:srgbClr val="263238"/>
              </a:solidFill>
              <a:prstDash val="solid"/>
            </a:ln>
          </p:spPr>
        </p:sp>
        <p:sp>
          <p:nvSpPr>
            <p:cNvPr id="10000" name="Volume label: (c) 3D source snapshots">
              <a:extLst>
                <a:ext uri="{FF2B5EF4-FFF2-40B4-BE49-F238E27FC236}">
                  <ns2:creationId id="{023834A2-F4E2-4CF9-A301-7D4E0569B22B}"/>
                </a:ext>
              </a:extLst>
            </p:cNvPr>
            <p:cNvSpPr>
              <a:spLocks noGrp="1"/>
            </p:cNvSpPr>
            <p:nvPr/>
          </p:nvSpPr>
          <p:spPr>
            <a:xfrm>
              <a:off x="76200" y="2647950"/>
              <a:ext cx="5715000" cy="247650"/>
            </a:xfrm>
            <a:prstGeom prst="rect">
              <a:avLst/>
            </a:prstGeom>
            <a:noFill/>
            <a:ln w="0">
              <a:noFill/>
            </a:ln>
          </p:spPr>
          <p:txBody>
            <a:bodyPr wrap="none" lIns="0" tIns="0" rIns="0" bIns="0" anchor="ctr">
              <a:noAutofit/>
            </a:bodyPr>
            <a:lstStyle>
              <a:defPPr algn="l">
                <a:defRPr sz="1535" b="1">
                  <a:solidFill>
                    <a:srgbClr val="000000"/>
                  </a:solidFill>
                  <a:latin typeface="Arial"/>
                  <a:ea typeface="Arial"/>
                  <a:cs typeface="Arial"/>
                </a:defRPr>
              </a:defPPr>
              <a:lvl1pPr algn="l">
                <a:defRPr sz="1535" b="1">
                  <a:solidFill>
                    <a:srgbClr val="000000"/>
                  </a:solidFill>
                  <a:latin typeface="Arial"/>
                  <a:ea typeface="Arial"/>
                  <a:cs typeface="Arial"/>
                </a:defRPr>
              </a:lvl1pPr>
              <a:lvl2pPr algn="l">
                <a:defRPr sz="1535" b="1">
                  <a:solidFill>
                    <a:srgbClr val="000000"/>
                  </a:solidFill>
                  <a:latin typeface="Arial"/>
                  <a:ea typeface="Arial"/>
                  <a:cs typeface="Arial"/>
                </a:defRPr>
              </a:lvl2pPr>
              <a:lvl3pPr algn="l">
                <a:defRPr sz="1535" b="1">
                  <a:solidFill>
                    <a:srgbClr val="000000"/>
                  </a:solidFill>
                  <a:latin typeface="Arial"/>
                  <a:ea typeface="Arial"/>
                  <a:cs typeface="Arial"/>
                </a:defRPr>
              </a:lvl3pPr>
              <a:lvl4pPr algn="l">
                <a:defRPr sz="1535" b="1">
                  <a:solidFill>
                    <a:srgbClr val="000000"/>
                  </a:solidFill>
                  <a:latin typeface="Arial"/>
                  <a:ea typeface="Arial"/>
                  <a:cs typeface="Arial"/>
                </a:defRPr>
              </a:lvl4pPr>
              <a:lvl5pPr algn="l">
                <a:defRPr sz="1535" b="1">
                  <a:solidFill>
                    <a:srgbClr val="000000"/>
                  </a:solidFill>
                  <a:latin typeface="Arial"/>
                  <a:ea typeface="Arial"/>
                  <a:cs typeface="Arial"/>
                </a:defRPr>
              </a:lvl5pPr>
              <a:lvl6pPr algn="l">
                <a:defRPr sz="1535" b="1">
                  <a:solidFill>
                    <a:srgbClr val="000000"/>
                  </a:solidFill>
                  <a:latin typeface="Arial"/>
                  <a:ea typeface="Arial"/>
                  <a:cs typeface="Arial"/>
                </a:defRPr>
              </a:lvl6pPr>
              <a:lvl7pPr algn="l">
                <a:defRPr sz="1535" b="1">
                  <a:solidFill>
                    <a:srgbClr val="000000"/>
                  </a:solidFill>
                  <a:latin typeface="Arial"/>
                  <a:ea typeface="Arial"/>
                  <a:cs typeface="Arial"/>
                </a:defRPr>
              </a:lvl7pPr>
              <a:lvl8pPr algn="l">
                <a:defRPr sz="1535" b="1">
                  <a:solidFill>
                    <a:srgbClr val="000000"/>
                  </a:solidFill>
                  <a:latin typeface="Arial"/>
                  <a:ea typeface="Arial"/>
                  <a:cs typeface="Arial"/>
                </a:defRPr>
              </a:lvl8pPr>
              <a:lvl9pPr algn="l">
                <a:defRPr sz="1535" b="1">
                  <a:solidFill>
                    <a:srgbClr val="000000"/>
                  </a:solidFill>
                  <a:latin typeface="Arial"/>
                  <a:ea typeface="Arial"/>
                  <a:cs typeface="Arial"/>
                </a:defRPr>
              </a:lvl9pPr>
            </a:lstStyle>
            <a:p>
              <a:pPr algn="l">
                <a:defRPr sz="1535" b="1">
                  <a:solidFill>
                    <a:srgbClr val="000000"/>
                  </a:solidFill>
                  <a:latin typeface="Arial"/>
                  <a:ea typeface="Arial"/>
                  <a:cs typeface="Arial"/>
                </a:defRPr>
              </a:pPr>
              <a:r>
                <a:rPr sz="1535" b="1">
                  <a:solidFill>
                    <a:srgbClr val="000000"/>
                  </a:solidFill>
                  <a:latin typeface="Arial"/>
                  <a:ea typeface="Arial"/>
                  <a:cs typeface="Arial"/>
                </a:rPr>
                <a:t>(c) 3D source snapshots</a:t>
              </a:r>
            </a:p>
          </p:txBody>
        </p:sp>
        <p:sp>
          <p:nvSpPr>
            <p:cNvPr id="10001" name="Volume label: f139   t = 1.39">
              <a:extLst>
                <a:ext uri="{FF2B5EF4-FFF2-40B4-BE49-F238E27FC236}">
                  <ns2:creationId id="{B2328D20-DB62-42DC-96BA-4BD5DE02864D}"/>
                </a:ext>
              </a:extLst>
            </p:cNvPr>
            <p:cNvSpPr>
              <a:spLocks noGrp="1"/>
            </p:cNvSpPr>
            <p:nvPr/>
          </p:nvSpPr>
          <p:spPr>
            <a:xfrm>
              <a:off x="152400" y="2914650"/>
              <a:ext cx="3771900" cy="218661"/>
            </a:xfrm>
            <a:prstGeom prst="rect">
              <a:avLst/>
            </a:prstGeom>
            <a:noFill/>
            <a:ln w="0">
              <a:noFill/>
            </a:ln>
          </p:spPr>
          <p:txBody>
            <a:bodyPr wrap="none" lIns="0" tIns="0" rIns="0" bIns="0" anchor="ctr">
              <a:noAutofit/>
            </a:bodyPr>
            <a:lstStyle>
              <a:defPPr algn="l">
                <a:defRPr sz="1545" b="1">
                  <a:solidFill>
                    <a:srgbClr val="000000"/>
                  </a:solidFill>
                  <a:latin typeface="Arial"/>
                  <a:ea typeface="Arial"/>
                  <a:cs typeface="Arial"/>
                </a:defRPr>
              </a:defPPr>
              <a:lvl1pPr algn="l">
                <a:defRPr sz="1545" b="1">
                  <a:solidFill>
                    <a:srgbClr val="000000"/>
                  </a:solidFill>
                  <a:latin typeface="Arial"/>
                  <a:ea typeface="Arial"/>
                  <a:cs typeface="Arial"/>
                </a:defRPr>
              </a:lvl1pPr>
              <a:lvl2pPr algn="l">
                <a:defRPr sz="1545" b="1">
                  <a:solidFill>
                    <a:srgbClr val="000000"/>
                  </a:solidFill>
                  <a:latin typeface="Arial"/>
                  <a:ea typeface="Arial"/>
                  <a:cs typeface="Arial"/>
                </a:defRPr>
              </a:lvl2pPr>
              <a:lvl3pPr algn="l">
                <a:defRPr sz="1545" b="1">
                  <a:solidFill>
                    <a:srgbClr val="000000"/>
                  </a:solidFill>
                  <a:latin typeface="Arial"/>
                  <a:ea typeface="Arial"/>
                  <a:cs typeface="Arial"/>
                </a:defRPr>
              </a:lvl3pPr>
              <a:lvl4pPr algn="l">
                <a:defRPr sz="1545" b="1">
                  <a:solidFill>
                    <a:srgbClr val="000000"/>
                  </a:solidFill>
                  <a:latin typeface="Arial"/>
                  <a:ea typeface="Arial"/>
                  <a:cs typeface="Arial"/>
                </a:defRPr>
              </a:lvl4pPr>
              <a:lvl5pPr algn="l">
                <a:defRPr sz="1545" b="1">
                  <a:solidFill>
                    <a:srgbClr val="000000"/>
                  </a:solidFill>
                  <a:latin typeface="Arial"/>
                  <a:ea typeface="Arial"/>
                  <a:cs typeface="Arial"/>
                </a:defRPr>
              </a:lvl5pPr>
              <a:lvl6pPr algn="l">
                <a:defRPr sz="1545" b="1">
                  <a:solidFill>
                    <a:srgbClr val="000000"/>
                  </a:solidFill>
                  <a:latin typeface="Arial"/>
                  <a:ea typeface="Arial"/>
                  <a:cs typeface="Arial"/>
                </a:defRPr>
              </a:lvl6pPr>
              <a:lvl7pPr algn="l">
                <a:defRPr sz="1545" b="1">
                  <a:solidFill>
                    <a:srgbClr val="000000"/>
                  </a:solidFill>
                  <a:latin typeface="Arial"/>
                  <a:ea typeface="Arial"/>
                  <a:cs typeface="Arial"/>
                </a:defRPr>
              </a:lvl7pPr>
              <a:lvl8pPr algn="l">
                <a:defRPr sz="1545" b="1">
                  <a:solidFill>
                    <a:srgbClr val="000000"/>
                  </a:solidFill>
                  <a:latin typeface="Arial"/>
                  <a:ea typeface="Arial"/>
                  <a:cs typeface="Arial"/>
                </a:defRPr>
              </a:lvl8pPr>
              <a:lvl9pPr algn="l">
                <a:defRPr sz="1545" b="1">
                  <a:solidFill>
                    <a:srgbClr val="000000"/>
                  </a:solidFill>
                  <a:latin typeface="Arial"/>
                  <a:ea typeface="Arial"/>
                  <a:cs typeface="Arial"/>
                </a:defRPr>
              </a:lvl9pPr>
            </a:lstStyle>
            <a:p>
              <a:pPr algn="l">
                <a:defRPr sz="1545" b="1">
                  <a:solidFill>
                    <a:srgbClr val="000000"/>
                  </a:solidFill>
                  <a:latin typeface="Arial"/>
                  <a:ea typeface="Arial"/>
                  <a:cs typeface="Arial"/>
                </a:defRPr>
              </a:pPr>
              <a:r>
                <a:rPr sz="1545" b="1">
                  <a:solidFill>
                    <a:srgbClr val="000000"/>
                  </a:solidFill>
                  <a:latin typeface="Arial"/>
                  <a:ea typeface="Arial"/>
                  <a:cs typeface="Arial"/>
                </a:rPr>
                <a:t>Frame 139</a:t>
              </a:r>
            </a:p>
          </p:txBody>
        </p:sp>
        <p:pic>
          <p:nvPicPr>
            <p:cNvPr id="10002" name="">
              <a:extLst>
                <a:ext uri="{FF2B5EF4-FFF2-40B4-BE49-F238E27FC236}">
                  <ns2:creationId id="{C41B4F29-2D4B-4330-8906-1FF04661916C}"/>
                </a:ext>
              </a:extLst>
            </p:cNvPr>
            <p:cNvPicPr>
              <a:picLocks noChangeAspect="1"/>
            </p:cNvPicPr>
            <p:nvPr/>
          </p:nvPicPr>
          <p:blipFill>
            <a:blip r:embed="FrameView_R2a7a041d5050447c"/>
            <a:stretch/>
          </p:blipFill>
          <p:spPr>
            <a:xfrm>
              <a:off x="152400" y="3169754"/>
              <a:ext cx="3771900" cy="1374648"/>
            </a:xfrm>
            <a:prstGeom prst="rect">
              <a:avLst/>
            </a:prstGeom>
          </p:spPr>
        </p:pic>
        <p:sp>
          <p:nvSpPr>
            <p:cNvPr id="10003" name="Domain frame f139: corner 0-1">
              <a:extLst>
                <a:ext uri="{FF2B5EF4-FFF2-40B4-BE49-F238E27FC236}">
                  <ns2:creationId id="{B85115DD-497C-4AE5-A1E9-9CE95AF60BCB}"/>
                </a:ext>
              </a:extLst>
            </p:cNvPr>
            <p:cNvSpPr>
              <a:spLocks noGrp="1"/>
            </p:cNvSpPr>
            <p:nvPr/>
          </p:nvSpPr>
          <p:spPr>
            <a:xfrm>
              <a:off x="227838" y="3622784"/>
              <a:ext cx="91" cy="625805"/>
            </a:xfrm>
            <a:custGeom>
              <a:pathLst>
                <a:path w="95" h="654251">
                  <a:moveTo>
                    <a:pt x="0" y="654251"/>
                  </a:moveTo>
                  <a:lnTo>
                    <a:pt x="0" y="0"/>
                  </a:lnTo>
                </a:path>
              </a:pathLst>
            </a:custGeom>
            <a:noFill/>
            <a:ln w="11284">
              <a:solidFill>
                <a:srgbClr val="7B8790"/>
              </a:solidFill>
              <a:prstDash val="solid"/>
            </a:ln>
          </p:spPr>
        </p:sp>
        <p:sp>
          <p:nvSpPr>
            <p:cNvPr id="10004" name="Domain frame f139: corner 0-2">
              <a:extLst>
                <a:ext uri="{FF2B5EF4-FFF2-40B4-BE49-F238E27FC236}">
                  <ns2:creationId id="{E13BE3B5-9677-4AB5-8CD1-D71156D2F09C}"/>
                </a:ext>
              </a:extLst>
            </p:cNvPr>
            <p:cNvSpPr>
              <a:spLocks noGrp="1"/>
            </p:cNvSpPr>
            <p:nvPr/>
          </p:nvSpPr>
          <p:spPr>
            <a:xfrm>
              <a:off x="227838" y="3905670"/>
              <a:ext cx="590756" cy="342920"/>
            </a:xfrm>
            <a:custGeom>
              <a:pathLst>
                <a:path w="617609" h="358507">
                  <a:moveTo>
                    <a:pt x="0" y="358507"/>
                  </a:moveTo>
                  <a:lnTo>
                    <a:pt x="617609" y="0"/>
                  </a:lnTo>
                </a:path>
              </a:pathLst>
            </a:custGeom>
            <a:noFill/>
            <a:ln w="11284">
              <a:solidFill>
                <a:srgbClr val="B3BDC4"/>
              </a:solidFill>
              <a:prstDash val="dash"/>
            </a:ln>
          </p:spPr>
        </p:sp>
        <p:sp>
          <p:nvSpPr>
            <p:cNvPr id="10005" name="Domain frame f139: corner 0-4">
              <a:extLst>
                <a:ext uri="{FF2B5EF4-FFF2-40B4-BE49-F238E27FC236}">
                  <ns2:creationId id="{552EE0F1-38FB-4C37-AA45-5D19E5464AB9}"/>
                </a:ext>
              </a:extLst>
            </p:cNvPr>
            <p:cNvSpPr>
              <a:spLocks noGrp="1"/>
            </p:cNvSpPr>
            <p:nvPr/>
          </p:nvSpPr>
          <p:spPr>
            <a:xfrm>
              <a:off x="227838" y="4248589"/>
              <a:ext cx="3030268" cy="185702"/>
            </a:xfrm>
            <a:custGeom>
              <a:pathLst>
                <a:path w="3168007" h="194143">
                  <a:moveTo>
                    <a:pt x="0" y="0"/>
                  </a:moveTo>
                  <a:lnTo>
                    <a:pt x="3168007" y="194143"/>
                  </a:lnTo>
                </a:path>
              </a:pathLst>
            </a:custGeom>
            <a:noFill/>
            <a:ln w="11284">
              <a:solidFill>
                <a:srgbClr val="7B8790"/>
              </a:solidFill>
              <a:prstDash val="solid"/>
            </a:ln>
          </p:spPr>
        </p:sp>
        <p:sp>
          <p:nvSpPr>
            <p:cNvPr id="10006" name="Domain frame f139: corner 1-3">
              <a:extLst>
                <a:ext uri="{FF2B5EF4-FFF2-40B4-BE49-F238E27FC236}">
                  <ns2:creationId id="{FFC23417-755E-4C05-BF9B-F0EA0EB17E84}"/>
                </a:ext>
              </a:extLst>
            </p:cNvPr>
            <p:cNvSpPr>
              <a:spLocks noGrp="1"/>
            </p:cNvSpPr>
            <p:nvPr/>
          </p:nvSpPr>
          <p:spPr>
            <a:xfrm>
              <a:off x="227838" y="3279864"/>
              <a:ext cx="590756" cy="342920"/>
            </a:xfrm>
            <a:custGeom>
              <a:pathLst>
                <a:path w="617609" h="358507">
                  <a:moveTo>
                    <a:pt x="0" y="358507"/>
                  </a:moveTo>
                  <a:lnTo>
                    <a:pt x="617609" y="0"/>
                  </a:lnTo>
                </a:path>
              </a:pathLst>
            </a:custGeom>
            <a:noFill/>
            <a:ln w="11284">
              <a:solidFill>
                <a:srgbClr val="7B8790"/>
              </a:solidFill>
              <a:prstDash val="solid"/>
            </a:ln>
          </p:spPr>
        </p:sp>
        <p:sp>
          <p:nvSpPr>
            <p:cNvPr id="10007" name="Domain frame f139: corner 1-5">
              <a:extLst>
                <a:ext uri="{FF2B5EF4-FFF2-40B4-BE49-F238E27FC236}">
                  <ns2:creationId id="{6C0B0122-C87F-41BD-ABDA-98C4D26CEBB1}"/>
                </a:ext>
              </a:extLst>
            </p:cNvPr>
            <p:cNvSpPr>
              <a:spLocks noGrp="1"/>
            </p:cNvSpPr>
            <p:nvPr/>
          </p:nvSpPr>
          <p:spPr>
            <a:xfrm>
              <a:off x="227838" y="3622784"/>
              <a:ext cx="3030268" cy="185702"/>
            </a:xfrm>
            <a:custGeom>
              <a:pathLst>
                <a:path w="3168007" h="194143">
                  <a:moveTo>
                    <a:pt x="0" y="0"/>
                  </a:moveTo>
                  <a:lnTo>
                    <a:pt x="3168007" y="194143"/>
                  </a:lnTo>
                </a:path>
              </a:pathLst>
            </a:custGeom>
            <a:noFill/>
            <a:ln w="11284">
              <a:solidFill>
                <a:srgbClr val="7B8790"/>
              </a:solidFill>
              <a:prstDash val="solid"/>
            </a:ln>
          </p:spPr>
        </p:sp>
        <p:sp>
          <p:nvSpPr>
            <p:cNvPr id="10008" name="Domain frame f139: corner 2-3">
              <a:extLst>
                <a:ext uri="{FF2B5EF4-FFF2-40B4-BE49-F238E27FC236}">
                  <ns2:creationId id="{760AF4FE-CFB3-43D0-A3EE-59ABA72D76D7}"/>
                </a:ext>
              </a:extLst>
            </p:cNvPr>
            <p:cNvSpPr>
              <a:spLocks noGrp="1"/>
            </p:cNvSpPr>
            <p:nvPr/>
          </p:nvSpPr>
          <p:spPr>
            <a:xfrm>
              <a:off x="818594" y="3279864"/>
              <a:ext cx="91" cy="625805"/>
            </a:xfrm>
            <a:custGeom>
              <a:pathLst>
                <a:path w="95" h="654251">
                  <a:moveTo>
                    <a:pt x="0" y="654251"/>
                  </a:moveTo>
                  <a:lnTo>
                    <a:pt x="0" y="0"/>
                  </a:lnTo>
                </a:path>
              </a:pathLst>
            </a:custGeom>
            <a:noFill/>
            <a:ln w="11284">
              <a:solidFill>
                <a:srgbClr val="B3BDC4"/>
              </a:solidFill>
              <a:prstDash val="dash"/>
            </a:ln>
          </p:spPr>
        </p:sp>
        <p:sp>
          <p:nvSpPr>
            <p:cNvPr id="10009" name="Domain frame f139: corner 2-6">
              <a:extLst>
                <a:ext uri="{FF2B5EF4-FFF2-40B4-BE49-F238E27FC236}">
                  <ns2:creationId id="{A3CF4C14-51F8-4A64-8E24-731EBCFD41CB}"/>
                </a:ext>
              </a:extLst>
            </p:cNvPr>
            <p:cNvSpPr>
              <a:spLocks noGrp="1"/>
            </p:cNvSpPr>
            <p:nvPr/>
          </p:nvSpPr>
          <p:spPr>
            <a:xfrm>
              <a:off x="818594" y="3905670"/>
              <a:ext cx="3030268" cy="185702"/>
            </a:xfrm>
            <a:custGeom>
              <a:pathLst>
                <a:path w="3168007" h="194143">
                  <a:moveTo>
                    <a:pt x="0" y="0"/>
                  </a:moveTo>
                  <a:lnTo>
                    <a:pt x="3168007" y="194143"/>
                  </a:lnTo>
                </a:path>
              </a:pathLst>
            </a:custGeom>
            <a:noFill/>
            <a:ln w="11284">
              <a:solidFill>
                <a:srgbClr val="B3BDC4"/>
              </a:solidFill>
              <a:prstDash val="dash"/>
            </a:ln>
          </p:spPr>
        </p:sp>
        <p:sp>
          <p:nvSpPr>
            <p:cNvPr id="10010" name="Domain frame f139: corner 3-7">
              <a:extLst>
                <a:ext uri="{FF2B5EF4-FFF2-40B4-BE49-F238E27FC236}">
                  <ns2:creationId id="{7CEEF146-F7ED-45D7-BD67-D0C2C3986D48}"/>
                </a:ext>
              </a:extLst>
            </p:cNvPr>
            <p:cNvSpPr>
              <a:spLocks noGrp="1"/>
            </p:cNvSpPr>
            <p:nvPr/>
          </p:nvSpPr>
          <p:spPr>
            <a:xfrm>
              <a:off x="818594" y="3279864"/>
              <a:ext cx="3030268" cy="185702"/>
            </a:xfrm>
            <a:custGeom>
              <a:pathLst>
                <a:path w="3168007" h="194143">
                  <a:moveTo>
                    <a:pt x="0" y="0"/>
                  </a:moveTo>
                  <a:lnTo>
                    <a:pt x="3168007" y="194143"/>
                  </a:lnTo>
                </a:path>
              </a:pathLst>
            </a:custGeom>
            <a:noFill/>
            <a:ln w="11284">
              <a:solidFill>
                <a:srgbClr val="7B8790"/>
              </a:solidFill>
              <a:prstDash val="solid"/>
            </a:ln>
          </p:spPr>
        </p:sp>
        <p:sp>
          <p:nvSpPr>
            <p:cNvPr id="10011" name="Domain frame f139: corner 4-5">
              <a:extLst>
                <a:ext uri="{FF2B5EF4-FFF2-40B4-BE49-F238E27FC236}">
                  <ns2:creationId id="{36403992-702B-4554-BF40-24A8051C1DA2}"/>
                </a:ext>
              </a:extLst>
            </p:cNvPr>
            <p:cNvSpPr>
              <a:spLocks noGrp="1"/>
            </p:cNvSpPr>
            <p:nvPr/>
          </p:nvSpPr>
          <p:spPr>
            <a:xfrm>
              <a:off x="3258106" y="3808487"/>
              <a:ext cx="91" cy="625805"/>
            </a:xfrm>
            <a:custGeom>
              <a:pathLst>
                <a:path w="95" h="654251">
                  <a:moveTo>
                    <a:pt x="0" y="654251"/>
                  </a:moveTo>
                  <a:lnTo>
                    <a:pt x="0" y="0"/>
                  </a:lnTo>
                </a:path>
              </a:pathLst>
            </a:custGeom>
            <a:noFill/>
            <a:ln w="11284">
              <a:solidFill>
                <a:srgbClr val="7B8790"/>
              </a:solidFill>
              <a:prstDash val="solid"/>
            </a:ln>
          </p:spPr>
        </p:sp>
        <p:sp>
          <p:nvSpPr>
            <p:cNvPr id="10012" name="Domain frame f139: corner 4-6">
              <a:extLst>
                <a:ext uri="{FF2B5EF4-FFF2-40B4-BE49-F238E27FC236}">
                  <ns2:creationId id="{78158B32-A230-4393-AB68-8F81A7572B8C}"/>
                </a:ext>
              </a:extLst>
            </p:cNvPr>
            <p:cNvSpPr>
              <a:spLocks noGrp="1"/>
            </p:cNvSpPr>
            <p:nvPr/>
          </p:nvSpPr>
          <p:spPr>
            <a:xfrm>
              <a:off x="3258106" y="4091373"/>
              <a:ext cx="590756" cy="342920"/>
            </a:xfrm>
            <a:custGeom>
              <a:pathLst>
                <a:path w="617609" h="358507">
                  <a:moveTo>
                    <a:pt x="0" y="358507"/>
                  </a:moveTo>
                  <a:lnTo>
                    <a:pt x="617609" y="0"/>
                  </a:lnTo>
                </a:path>
              </a:pathLst>
            </a:custGeom>
            <a:noFill/>
            <a:ln w="11284">
              <a:solidFill>
                <a:srgbClr val="7B8790"/>
              </a:solidFill>
              <a:prstDash val="solid"/>
            </a:ln>
          </p:spPr>
        </p:sp>
        <p:sp>
          <p:nvSpPr>
            <p:cNvPr id="10013" name="Domain frame f139: corner 5-7">
              <a:extLst>
                <a:ext uri="{FF2B5EF4-FFF2-40B4-BE49-F238E27FC236}">
                  <ns2:creationId id="{BC63985A-2ABD-4B6F-86C7-108FFD6CC894}"/>
                </a:ext>
              </a:extLst>
            </p:cNvPr>
            <p:cNvSpPr>
              <a:spLocks noGrp="1"/>
            </p:cNvSpPr>
            <p:nvPr/>
          </p:nvSpPr>
          <p:spPr>
            <a:xfrm>
              <a:off x="3258106" y="3465567"/>
              <a:ext cx="590756" cy="342920"/>
            </a:xfrm>
            <a:custGeom>
              <a:pathLst>
                <a:path w="617609" h="358507">
                  <a:moveTo>
                    <a:pt x="0" y="358507"/>
                  </a:moveTo>
                  <a:lnTo>
                    <a:pt x="617609" y="0"/>
                  </a:lnTo>
                </a:path>
              </a:pathLst>
            </a:custGeom>
            <a:noFill/>
            <a:ln w="11284">
              <a:solidFill>
                <a:srgbClr val="7B8790"/>
              </a:solidFill>
              <a:prstDash val="solid"/>
            </a:ln>
          </p:spPr>
        </p:sp>
        <p:sp>
          <p:nvSpPr>
            <p:cNvPr id="10014" name="Domain frame f139: corner 6-7">
              <a:extLst>
                <a:ext uri="{FF2B5EF4-FFF2-40B4-BE49-F238E27FC236}">
                  <ns2:creationId id="{E95F9BCA-90AA-4B46-87B7-503224B26963}"/>
                </a:ext>
              </a:extLst>
            </p:cNvPr>
            <p:cNvSpPr>
              <a:spLocks noGrp="1"/>
            </p:cNvSpPr>
            <p:nvPr/>
          </p:nvSpPr>
          <p:spPr>
            <a:xfrm>
              <a:off x="3848862" y="3465567"/>
              <a:ext cx="91" cy="625805"/>
            </a:xfrm>
            <a:custGeom>
              <a:pathLst>
                <a:path w="95" h="654251">
                  <a:moveTo>
                    <a:pt x="0" y="654251"/>
                  </a:moveTo>
                  <a:lnTo>
                    <a:pt x="0" y="0"/>
                  </a:lnTo>
                </a:path>
              </a:pathLst>
            </a:custGeom>
            <a:noFill/>
            <a:ln w="11284">
              <a:solidFill>
                <a:srgbClr val="7B8790"/>
              </a:solidFill>
              <a:prstDash val="solid"/>
            </a:ln>
          </p:spPr>
        </p:sp>
        <p:sp>
          <p:nvSpPr>
            <p:cNvPr id="10015" name="Exact 3D extremum A, track 432, f139">
              <a:extLst>
                <a:ext uri="{FF2B5EF4-FFF2-40B4-BE49-F238E27FC236}">
                  <ns2:creationId id="{1E314E27-D925-43A1-ABC1-A356AC86DCE8}"/>
                </a:ext>
              </a:extLst>
            </p:cNvPr>
            <p:cNvSpPr>
              <a:spLocks noGrp="1"/>
            </p:cNvSpPr>
            <p:nvPr/>
          </p:nvSpPr>
          <p:spPr>
            <a:xfrm>
              <a:off x="1199147" y="3975035"/>
              <a:ext cx="78353" cy="78353"/>
            </a:xfrm>
            <a:prstGeom prst="ellipse">
              <a:avLst/>
            </a:prstGeom>
            <a:solidFill>
              <a:srgbClr val="FFFFFF"/>
            </a:solidFill>
            <a:ln w="17662">
              <a:solidFill>
                <a:srgbClr val="0072B2"/>
              </a:solidFill>
            </a:ln>
          </p:spPr>
        </p:sp>
        <p:sp>
          <p:nvSpPr>
            <p:cNvPr id="10016" name="Volume label: A">
              <a:extLst>
                <a:ext uri="{FF2B5EF4-FFF2-40B4-BE49-F238E27FC236}">
                  <ns2:creationId id="{ACB35B37-7D42-4AE0-86E0-634B7874BE53}"/>
                </a:ext>
              </a:extLst>
            </p:cNvPr>
            <p:cNvSpPr>
              <a:spLocks noGrp="1"/>
            </p:cNvSpPr>
            <p:nvPr/>
          </p:nvSpPr>
          <p:spPr>
            <a:xfrm>
              <a:off x="1311210" y="3795550"/>
              <a:ext cx="255104" cy="227772"/>
            </a:xfrm>
            <a:prstGeom prst="rect">
              <a:avLst/>
            </a:prstGeom>
            <a:noFill/>
            <a:ln w="0">
              <a:noFill/>
            </a:ln>
          </p:spPr>
          <p:txBody>
            <a:bodyPr wrap="none" lIns="0" tIns="0" rIns="0" bIns="0" anchor="ctr">
              <a:noAutofit/>
            </a:bodyPr>
            <a:lstStyle>
              <a:defPPr algn="l">
                <a:defRPr sz="1390" b="1">
                  <a:solidFill>
                    <a:srgbClr val="0072B2"/>
                  </a:solidFill>
                  <a:latin typeface="Arial"/>
                  <a:ea typeface="Arial"/>
                  <a:cs typeface="Arial"/>
                </a:defRPr>
              </a:defPPr>
              <a:lvl1pPr algn="l">
                <a:defRPr sz="1390" b="1">
                  <a:solidFill>
                    <a:srgbClr val="0072B2"/>
                  </a:solidFill>
                  <a:latin typeface="Arial"/>
                  <a:ea typeface="Arial"/>
                  <a:cs typeface="Arial"/>
                </a:defRPr>
              </a:lvl1pPr>
              <a:lvl2pPr algn="l">
                <a:defRPr sz="1390" b="1">
                  <a:solidFill>
                    <a:srgbClr val="0072B2"/>
                  </a:solidFill>
                  <a:latin typeface="Arial"/>
                  <a:ea typeface="Arial"/>
                  <a:cs typeface="Arial"/>
                </a:defRPr>
              </a:lvl2pPr>
              <a:lvl3pPr algn="l">
                <a:defRPr sz="1390" b="1">
                  <a:solidFill>
                    <a:srgbClr val="0072B2"/>
                  </a:solidFill>
                  <a:latin typeface="Arial"/>
                  <a:ea typeface="Arial"/>
                  <a:cs typeface="Arial"/>
                </a:defRPr>
              </a:lvl3pPr>
              <a:lvl4pPr algn="l">
                <a:defRPr sz="1390" b="1">
                  <a:solidFill>
                    <a:srgbClr val="0072B2"/>
                  </a:solidFill>
                  <a:latin typeface="Arial"/>
                  <a:ea typeface="Arial"/>
                  <a:cs typeface="Arial"/>
                </a:defRPr>
              </a:lvl4pPr>
              <a:lvl5pPr algn="l">
                <a:defRPr sz="1390" b="1">
                  <a:solidFill>
                    <a:srgbClr val="0072B2"/>
                  </a:solidFill>
                  <a:latin typeface="Arial"/>
                  <a:ea typeface="Arial"/>
                  <a:cs typeface="Arial"/>
                </a:defRPr>
              </a:lvl5pPr>
              <a:lvl6pPr algn="l">
                <a:defRPr sz="1390" b="1">
                  <a:solidFill>
                    <a:srgbClr val="0072B2"/>
                  </a:solidFill>
                  <a:latin typeface="Arial"/>
                  <a:ea typeface="Arial"/>
                  <a:cs typeface="Arial"/>
                </a:defRPr>
              </a:lvl6pPr>
              <a:lvl7pPr algn="l">
                <a:defRPr sz="1390" b="1">
                  <a:solidFill>
                    <a:srgbClr val="0072B2"/>
                  </a:solidFill>
                  <a:latin typeface="Arial"/>
                  <a:ea typeface="Arial"/>
                  <a:cs typeface="Arial"/>
                </a:defRPr>
              </a:lvl7pPr>
              <a:lvl8pPr algn="l">
                <a:defRPr sz="1390" b="1">
                  <a:solidFill>
                    <a:srgbClr val="0072B2"/>
                  </a:solidFill>
                  <a:latin typeface="Arial"/>
                  <a:ea typeface="Arial"/>
                  <a:cs typeface="Arial"/>
                </a:defRPr>
              </a:lvl8pPr>
              <a:lvl9pPr algn="l">
                <a:defRPr sz="1390" b="1">
                  <a:solidFill>
                    <a:srgbClr val="0072B2"/>
                  </a:solidFill>
                  <a:latin typeface="Arial"/>
                  <a:ea typeface="Arial"/>
                  <a:cs typeface="Arial"/>
                </a:defRPr>
              </a:lvl9pPr>
            </a:lstStyle>
            <a:p>
              <a:pPr algn="l">
                <a:defRPr sz="1390" b="1">
                  <a:solidFill>
                    <a:srgbClr val="0072B2"/>
                  </a:solidFill>
                  <a:latin typeface="Arial"/>
                  <a:ea typeface="Arial"/>
                  <a:cs typeface="Arial"/>
                </a:defRPr>
              </a:pPr>
              <a:r>
                <a:rPr sz="1390" b="1">
                  <a:solidFill>
                    <a:srgbClr val="0072B2"/>
                  </a:solidFill>
                  <a:latin typeface="Arial"/>
                  <a:ea typeface="Arial"/>
                  <a:cs typeface="Arial"/>
                </a:rPr>
                <a:t>A</a:t>
              </a:r>
            </a:p>
          </p:txBody>
        </p:sp>
        <p:sp>
          <p:nvSpPr>
            <p:cNvPr id="10017" name="Exact 3D extremum B, track 462, f139">
              <a:extLst>
                <a:ext uri="{FF2B5EF4-FFF2-40B4-BE49-F238E27FC236}">
                  <ns2:creationId id="{BDD2C7F6-8DB2-47ED-B8F1-8CD8252EBCE4}"/>
                </a:ext>
              </a:extLst>
            </p:cNvPr>
            <p:cNvSpPr>
              <a:spLocks noGrp="1"/>
            </p:cNvSpPr>
            <p:nvPr/>
          </p:nvSpPr>
          <p:spPr>
            <a:xfrm>
              <a:off x="2303769" y="4130217"/>
              <a:ext cx="78353" cy="78353"/>
            </a:xfrm>
            <a:prstGeom prst="ellipse">
              <a:avLst/>
            </a:prstGeom>
            <a:solidFill>
              <a:srgbClr val="FFFFFF"/>
            </a:solidFill>
            <a:ln w="17662">
              <a:solidFill>
                <a:srgbClr val="D55E00"/>
              </a:solidFill>
            </a:ln>
          </p:spPr>
        </p:sp>
        <p:sp>
          <p:nvSpPr>
            <p:cNvPr id="10018" name="Volume label: B">
              <a:extLst>
                <a:ext uri="{FF2B5EF4-FFF2-40B4-BE49-F238E27FC236}">
                  <ns2:creationId id="{A055C73E-1983-48E7-A0BC-6C9048B8C968}"/>
                </a:ext>
              </a:extLst>
            </p:cNvPr>
            <p:cNvSpPr>
              <a:spLocks noGrp="1"/>
            </p:cNvSpPr>
            <p:nvPr/>
          </p:nvSpPr>
          <p:spPr>
            <a:xfrm>
              <a:off x="2415834" y="3950733"/>
              <a:ext cx="255104" cy="227772"/>
            </a:xfrm>
            <a:prstGeom prst="rect">
              <a:avLst/>
            </a:prstGeom>
            <a:noFill/>
            <a:ln w="0">
              <a:noFill/>
            </a:ln>
          </p:spPr>
          <p:txBody>
            <a:bodyPr wrap="none" lIns="0" tIns="0" rIns="0" bIns="0" anchor="ctr">
              <a:noAutofit/>
            </a:bodyPr>
            <a:lstStyle>
              <a:defPPr algn="l">
                <a:defRPr sz="1390" b="1">
                  <a:solidFill>
                    <a:srgbClr val="D55E00"/>
                  </a:solidFill>
                  <a:latin typeface="Arial"/>
                  <a:ea typeface="Arial"/>
                  <a:cs typeface="Arial"/>
                </a:defRPr>
              </a:defPPr>
              <a:lvl1pPr algn="l">
                <a:defRPr sz="1390" b="1">
                  <a:solidFill>
                    <a:srgbClr val="D55E00"/>
                  </a:solidFill>
                  <a:latin typeface="Arial"/>
                  <a:ea typeface="Arial"/>
                  <a:cs typeface="Arial"/>
                </a:defRPr>
              </a:lvl1pPr>
              <a:lvl2pPr algn="l">
                <a:defRPr sz="1390" b="1">
                  <a:solidFill>
                    <a:srgbClr val="D55E00"/>
                  </a:solidFill>
                  <a:latin typeface="Arial"/>
                  <a:ea typeface="Arial"/>
                  <a:cs typeface="Arial"/>
                </a:defRPr>
              </a:lvl2pPr>
              <a:lvl3pPr algn="l">
                <a:defRPr sz="1390" b="1">
                  <a:solidFill>
                    <a:srgbClr val="D55E00"/>
                  </a:solidFill>
                  <a:latin typeface="Arial"/>
                  <a:ea typeface="Arial"/>
                  <a:cs typeface="Arial"/>
                </a:defRPr>
              </a:lvl3pPr>
              <a:lvl4pPr algn="l">
                <a:defRPr sz="1390" b="1">
                  <a:solidFill>
                    <a:srgbClr val="D55E00"/>
                  </a:solidFill>
                  <a:latin typeface="Arial"/>
                  <a:ea typeface="Arial"/>
                  <a:cs typeface="Arial"/>
                </a:defRPr>
              </a:lvl4pPr>
              <a:lvl5pPr algn="l">
                <a:defRPr sz="1390" b="1">
                  <a:solidFill>
                    <a:srgbClr val="D55E00"/>
                  </a:solidFill>
                  <a:latin typeface="Arial"/>
                  <a:ea typeface="Arial"/>
                  <a:cs typeface="Arial"/>
                </a:defRPr>
              </a:lvl5pPr>
              <a:lvl6pPr algn="l">
                <a:defRPr sz="1390" b="1">
                  <a:solidFill>
                    <a:srgbClr val="D55E00"/>
                  </a:solidFill>
                  <a:latin typeface="Arial"/>
                  <a:ea typeface="Arial"/>
                  <a:cs typeface="Arial"/>
                </a:defRPr>
              </a:lvl6pPr>
              <a:lvl7pPr algn="l">
                <a:defRPr sz="1390" b="1">
                  <a:solidFill>
                    <a:srgbClr val="D55E00"/>
                  </a:solidFill>
                  <a:latin typeface="Arial"/>
                  <a:ea typeface="Arial"/>
                  <a:cs typeface="Arial"/>
                </a:defRPr>
              </a:lvl7pPr>
              <a:lvl8pPr algn="l">
                <a:defRPr sz="1390" b="1">
                  <a:solidFill>
                    <a:srgbClr val="D55E00"/>
                  </a:solidFill>
                  <a:latin typeface="Arial"/>
                  <a:ea typeface="Arial"/>
                  <a:cs typeface="Arial"/>
                </a:defRPr>
              </a:lvl8pPr>
              <a:lvl9pPr algn="l">
                <a:defRPr sz="1390" b="1">
                  <a:solidFill>
                    <a:srgbClr val="D55E00"/>
                  </a:solidFill>
                  <a:latin typeface="Arial"/>
                  <a:ea typeface="Arial"/>
                  <a:cs typeface="Arial"/>
                </a:defRPr>
              </a:lvl9pPr>
            </a:lstStyle>
            <a:p>
              <a:pPr algn="l">
                <a:defRPr sz="1390" b="1">
                  <a:solidFill>
                    <a:srgbClr val="D55E00"/>
                  </a:solidFill>
                  <a:latin typeface="Arial"/>
                  <a:ea typeface="Arial"/>
                  <a:cs typeface="Arial"/>
                </a:defRPr>
              </a:pPr>
              <a:r>
                <a:rPr sz="1390" b="1">
                  <a:solidFill>
                    <a:srgbClr val="D55E00"/>
                  </a:solidFill>
                  <a:latin typeface="Arial"/>
                  <a:ea typeface="Arial"/>
                  <a:cs typeface="Arial"/>
                </a:rPr>
                <a:t>B</a:t>
              </a:r>
            </a:p>
          </p:txBody>
        </p:sp>
        <p:sp>
          <p:nvSpPr>
            <p:cNvPr id="10019" name="Exact 3D extremum C, track 388, f139">
              <a:extLst>
                <a:ext uri="{FF2B5EF4-FFF2-40B4-BE49-F238E27FC236}">
                  <ns2:creationId id="{7D9AD1A7-245B-4A12-91EA-1C2635B8EAF9}"/>
                </a:ext>
              </a:extLst>
            </p:cNvPr>
            <p:cNvSpPr>
              <a:spLocks noGrp="1"/>
            </p:cNvSpPr>
            <p:nvPr/>
          </p:nvSpPr>
          <p:spPr>
            <a:xfrm>
              <a:off x="3032560" y="3926917"/>
              <a:ext cx="78353" cy="78353"/>
            </a:xfrm>
            <a:prstGeom prst="ellipse">
              <a:avLst/>
            </a:prstGeom>
            <a:solidFill>
              <a:srgbClr val="FFFFFF"/>
            </a:solidFill>
            <a:ln w="17662">
              <a:solidFill>
                <a:srgbClr val="009E73"/>
              </a:solidFill>
            </a:ln>
          </p:spPr>
        </p:sp>
        <p:sp>
          <p:nvSpPr>
            <p:cNvPr id="10020" name="Volume label: C">
              <a:extLst>
                <a:ext uri="{FF2B5EF4-FFF2-40B4-BE49-F238E27FC236}">
                  <ns2:creationId id="{20CABF31-3E3C-4B92-B45E-B74688EDDB0E}"/>
                </a:ext>
              </a:extLst>
            </p:cNvPr>
            <p:cNvSpPr>
              <a:spLocks noGrp="1"/>
            </p:cNvSpPr>
            <p:nvPr/>
          </p:nvSpPr>
          <p:spPr>
            <a:xfrm>
              <a:off x="3144623" y="3747433"/>
              <a:ext cx="255104" cy="227772"/>
            </a:xfrm>
            <a:prstGeom prst="rect">
              <a:avLst/>
            </a:prstGeom>
            <a:noFill/>
            <a:ln w="0">
              <a:noFill/>
            </a:ln>
          </p:spPr>
          <p:txBody>
            <a:bodyPr wrap="none" lIns="0" tIns="0" rIns="0" bIns="0" anchor="ctr">
              <a:noAutofit/>
            </a:bodyPr>
            <a:lstStyle>
              <a:defPPr algn="l">
                <a:defRPr sz="1390" b="1">
                  <a:solidFill>
                    <a:srgbClr val="009E73"/>
                  </a:solidFill>
                  <a:latin typeface="Arial"/>
                  <a:ea typeface="Arial"/>
                  <a:cs typeface="Arial"/>
                </a:defRPr>
              </a:defPPr>
              <a:lvl1pPr algn="l">
                <a:defRPr sz="1390" b="1">
                  <a:solidFill>
                    <a:srgbClr val="009E73"/>
                  </a:solidFill>
                  <a:latin typeface="Arial"/>
                  <a:ea typeface="Arial"/>
                  <a:cs typeface="Arial"/>
                </a:defRPr>
              </a:lvl1pPr>
              <a:lvl2pPr algn="l">
                <a:defRPr sz="1390" b="1">
                  <a:solidFill>
                    <a:srgbClr val="009E73"/>
                  </a:solidFill>
                  <a:latin typeface="Arial"/>
                  <a:ea typeface="Arial"/>
                  <a:cs typeface="Arial"/>
                </a:defRPr>
              </a:lvl2pPr>
              <a:lvl3pPr algn="l">
                <a:defRPr sz="1390" b="1">
                  <a:solidFill>
                    <a:srgbClr val="009E73"/>
                  </a:solidFill>
                  <a:latin typeface="Arial"/>
                  <a:ea typeface="Arial"/>
                  <a:cs typeface="Arial"/>
                </a:defRPr>
              </a:lvl3pPr>
              <a:lvl4pPr algn="l">
                <a:defRPr sz="1390" b="1">
                  <a:solidFill>
                    <a:srgbClr val="009E73"/>
                  </a:solidFill>
                  <a:latin typeface="Arial"/>
                  <a:ea typeface="Arial"/>
                  <a:cs typeface="Arial"/>
                </a:defRPr>
              </a:lvl4pPr>
              <a:lvl5pPr algn="l">
                <a:defRPr sz="1390" b="1">
                  <a:solidFill>
                    <a:srgbClr val="009E73"/>
                  </a:solidFill>
                  <a:latin typeface="Arial"/>
                  <a:ea typeface="Arial"/>
                  <a:cs typeface="Arial"/>
                </a:defRPr>
              </a:lvl5pPr>
              <a:lvl6pPr algn="l">
                <a:defRPr sz="1390" b="1">
                  <a:solidFill>
                    <a:srgbClr val="009E73"/>
                  </a:solidFill>
                  <a:latin typeface="Arial"/>
                  <a:ea typeface="Arial"/>
                  <a:cs typeface="Arial"/>
                </a:defRPr>
              </a:lvl6pPr>
              <a:lvl7pPr algn="l">
                <a:defRPr sz="1390" b="1">
                  <a:solidFill>
                    <a:srgbClr val="009E73"/>
                  </a:solidFill>
                  <a:latin typeface="Arial"/>
                  <a:ea typeface="Arial"/>
                  <a:cs typeface="Arial"/>
                </a:defRPr>
              </a:lvl7pPr>
              <a:lvl8pPr algn="l">
                <a:defRPr sz="1390" b="1">
                  <a:solidFill>
                    <a:srgbClr val="009E73"/>
                  </a:solidFill>
                  <a:latin typeface="Arial"/>
                  <a:ea typeface="Arial"/>
                  <a:cs typeface="Arial"/>
                </a:defRPr>
              </a:lvl8pPr>
              <a:lvl9pPr algn="l">
                <a:defRPr sz="1390" b="1">
                  <a:solidFill>
                    <a:srgbClr val="009E73"/>
                  </a:solidFill>
                  <a:latin typeface="Arial"/>
                  <a:ea typeface="Arial"/>
                  <a:cs typeface="Arial"/>
                </a:defRPr>
              </a:lvl9pPr>
            </a:lstStyle>
            <a:p>
              <a:pPr algn="l">
                <a:defRPr sz="1390" b="1">
                  <a:solidFill>
                    <a:srgbClr val="009E73"/>
                  </a:solidFill>
                  <a:latin typeface="Arial"/>
                  <a:ea typeface="Arial"/>
                  <a:cs typeface="Arial"/>
                </a:defRPr>
              </a:pPr>
              <a:r>
                <a:rPr sz="1390" b="1">
                  <a:solidFill>
                    <a:srgbClr val="009E73"/>
                  </a:solidFill>
                  <a:latin typeface="Arial"/>
                  <a:ea typeface="Arial"/>
                  <a:cs typeface="Arial"/>
                </a:rPr>
                <a:t>C</a:t>
              </a:r>
            </a:p>
          </p:txBody>
        </p:sp>
        <p:sp>
          <p:nvSpPr>
            <p:cNvPr id="10021" name="Volume label: x">
              <a:extLst>
                <a:ext uri="{FF2B5EF4-FFF2-40B4-BE49-F238E27FC236}">
                  <ns2:creationId id="{50EFFA80-B469-4457-B21D-4088E1F7D8E1}"/>
                </a:ext>
              </a:extLst>
            </p:cNvPr>
            <p:cNvSpPr>
              <a:spLocks noGrp="1"/>
            </p:cNvSpPr>
            <p:nvPr/>
          </p:nvSpPr>
          <p:spPr>
            <a:xfrm>
              <a:off x="1742972" y="4368773"/>
              <a:ext cx="182217" cy="182217"/>
            </a:xfrm>
            <a:prstGeom prst="rect">
              <a:avLst/>
            </a:prstGeom>
            <a:noFill/>
            <a:ln w="0">
              <a:noFill/>
            </a:ln>
          </p:spPr>
          <p:txBody>
            <a:bodyPr wrap="none" lIns="0" tIns="0" rIns="0" bIns="0" anchor="ctr">
              <a:noAutofit/>
            </a:bodyPr>
            <a:lstStyle>
              <a:defPPr algn="l">
                <a:defRPr sz="1081" b="0">
                  <a:solidFill>
                    <a:srgbClr val="000000"/>
                  </a:solidFill>
                  <a:latin typeface="Arial"/>
                  <a:ea typeface="Arial"/>
                  <a:cs typeface="Arial"/>
                </a:defRPr>
              </a:defPPr>
              <a:lvl1pPr algn="l">
                <a:defRPr sz="1081" b="0">
                  <a:solidFill>
                    <a:srgbClr val="000000"/>
                  </a:solidFill>
                  <a:latin typeface="Arial"/>
                  <a:ea typeface="Arial"/>
                  <a:cs typeface="Arial"/>
                </a:defRPr>
              </a:lvl1pPr>
              <a:lvl2pPr algn="l">
                <a:defRPr sz="1081" b="0">
                  <a:solidFill>
                    <a:srgbClr val="000000"/>
                  </a:solidFill>
                  <a:latin typeface="Arial"/>
                  <a:ea typeface="Arial"/>
                  <a:cs typeface="Arial"/>
                </a:defRPr>
              </a:lvl2pPr>
              <a:lvl3pPr algn="l">
                <a:defRPr sz="1081" b="0">
                  <a:solidFill>
                    <a:srgbClr val="000000"/>
                  </a:solidFill>
                  <a:latin typeface="Arial"/>
                  <a:ea typeface="Arial"/>
                  <a:cs typeface="Arial"/>
                </a:defRPr>
              </a:lvl3pPr>
              <a:lvl4pPr algn="l">
                <a:defRPr sz="1081" b="0">
                  <a:solidFill>
                    <a:srgbClr val="000000"/>
                  </a:solidFill>
                  <a:latin typeface="Arial"/>
                  <a:ea typeface="Arial"/>
                  <a:cs typeface="Arial"/>
                </a:defRPr>
              </a:lvl4pPr>
              <a:lvl5pPr algn="l">
                <a:defRPr sz="1081" b="0">
                  <a:solidFill>
                    <a:srgbClr val="000000"/>
                  </a:solidFill>
                  <a:latin typeface="Arial"/>
                  <a:ea typeface="Arial"/>
                  <a:cs typeface="Arial"/>
                </a:defRPr>
              </a:lvl5pPr>
              <a:lvl6pPr algn="l">
                <a:defRPr sz="1081" b="0">
                  <a:solidFill>
                    <a:srgbClr val="000000"/>
                  </a:solidFill>
                  <a:latin typeface="Arial"/>
                  <a:ea typeface="Arial"/>
                  <a:cs typeface="Arial"/>
                </a:defRPr>
              </a:lvl6pPr>
              <a:lvl7pPr algn="l">
                <a:defRPr sz="1081" b="0">
                  <a:solidFill>
                    <a:srgbClr val="000000"/>
                  </a:solidFill>
                  <a:latin typeface="Arial"/>
                  <a:ea typeface="Arial"/>
                  <a:cs typeface="Arial"/>
                </a:defRPr>
              </a:lvl7pPr>
              <a:lvl8pPr algn="l">
                <a:defRPr sz="1081" b="0">
                  <a:solidFill>
                    <a:srgbClr val="000000"/>
                  </a:solidFill>
                  <a:latin typeface="Arial"/>
                  <a:ea typeface="Arial"/>
                  <a:cs typeface="Arial"/>
                </a:defRPr>
              </a:lvl8pPr>
              <a:lvl9pPr algn="l">
                <a:defRPr sz="1081" b="0">
                  <a:solidFill>
                    <a:srgbClr val="000000"/>
                  </a:solidFill>
                  <a:latin typeface="Arial"/>
                  <a:ea typeface="Arial"/>
                  <a:cs typeface="Arial"/>
                </a:defRPr>
              </a:lvl9pPr>
            </a:lstStyle>
            <a:p>
              <a:pPr algn="l">
                <a:defRPr sz="1081" b="0">
                  <a:solidFill>
                    <a:srgbClr val="000000"/>
                  </a:solidFill>
                  <a:latin typeface="Arial"/>
                  <a:ea typeface="Arial"/>
                  <a:cs typeface="Arial"/>
                </a:defRPr>
              </a:pPr>
              <a:r>
                <a:rPr sz="1081" b="0">
                  <a:solidFill>
                    <a:srgbClr val="000000"/>
                  </a:solidFill>
                  <a:latin typeface="Arial"/>
                  <a:ea typeface="Arial"/>
                  <a:cs typeface="Arial"/>
                </a:rPr>
                <a:t>x</a:t>
              </a:r>
            </a:p>
          </p:txBody>
        </p:sp>
        <p:sp>
          <p:nvSpPr>
            <p:cNvPr id="10022" name="Volume label: y">
              <a:extLst>
                <a:ext uri="{FF2B5EF4-FFF2-40B4-BE49-F238E27FC236}">
                  <ns2:creationId id="{63711D5F-882A-45FB-B334-F402EEB311DE}"/>
                </a:ext>
              </a:extLst>
            </p:cNvPr>
            <p:cNvSpPr>
              <a:spLocks noGrp="1"/>
            </p:cNvSpPr>
            <p:nvPr/>
          </p:nvSpPr>
          <p:spPr>
            <a:xfrm>
              <a:off x="350109" y="4040687"/>
              <a:ext cx="182217" cy="182217"/>
            </a:xfrm>
            <a:prstGeom prst="rect">
              <a:avLst/>
            </a:prstGeom>
            <a:noFill/>
            <a:ln w="0">
              <a:noFill/>
            </a:ln>
          </p:spPr>
          <p:txBody>
            <a:bodyPr wrap="none" lIns="0" tIns="0" rIns="0" bIns="0" anchor="ctr">
              <a:noAutofit/>
            </a:bodyPr>
            <a:lstStyle>
              <a:defPPr algn="l">
                <a:defRPr sz="1081" b="0">
                  <a:solidFill>
                    <a:srgbClr val="000000"/>
                  </a:solidFill>
                  <a:latin typeface="Arial"/>
                  <a:ea typeface="Arial"/>
                  <a:cs typeface="Arial"/>
                </a:defRPr>
              </a:defPPr>
              <a:lvl1pPr algn="l">
                <a:defRPr sz="1081" b="0">
                  <a:solidFill>
                    <a:srgbClr val="000000"/>
                  </a:solidFill>
                  <a:latin typeface="Arial"/>
                  <a:ea typeface="Arial"/>
                  <a:cs typeface="Arial"/>
                </a:defRPr>
              </a:lvl1pPr>
              <a:lvl2pPr algn="l">
                <a:defRPr sz="1081" b="0">
                  <a:solidFill>
                    <a:srgbClr val="000000"/>
                  </a:solidFill>
                  <a:latin typeface="Arial"/>
                  <a:ea typeface="Arial"/>
                  <a:cs typeface="Arial"/>
                </a:defRPr>
              </a:lvl2pPr>
              <a:lvl3pPr algn="l">
                <a:defRPr sz="1081" b="0">
                  <a:solidFill>
                    <a:srgbClr val="000000"/>
                  </a:solidFill>
                  <a:latin typeface="Arial"/>
                  <a:ea typeface="Arial"/>
                  <a:cs typeface="Arial"/>
                </a:defRPr>
              </a:lvl3pPr>
              <a:lvl4pPr algn="l">
                <a:defRPr sz="1081" b="0">
                  <a:solidFill>
                    <a:srgbClr val="000000"/>
                  </a:solidFill>
                  <a:latin typeface="Arial"/>
                  <a:ea typeface="Arial"/>
                  <a:cs typeface="Arial"/>
                </a:defRPr>
              </a:lvl4pPr>
              <a:lvl5pPr algn="l">
                <a:defRPr sz="1081" b="0">
                  <a:solidFill>
                    <a:srgbClr val="000000"/>
                  </a:solidFill>
                  <a:latin typeface="Arial"/>
                  <a:ea typeface="Arial"/>
                  <a:cs typeface="Arial"/>
                </a:defRPr>
              </a:lvl5pPr>
              <a:lvl6pPr algn="l">
                <a:defRPr sz="1081" b="0">
                  <a:solidFill>
                    <a:srgbClr val="000000"/>
                  </a:solidFill>
                  <a:latin typeface="Arial"/>
                  <a:ea typeface="Arial"/>
                  <a:cs typeface="Arial"/>
                </a:defRPr>
              </a:lvl6pPr>
              <a:lvl7pPr algn="l">
                <a:defRPr sz="1081" b="0">
                  <a:solidFill>
                    <a:srgbClr val="000000"/>
                  </a:solidFill>
                  <a:latin typeface="Arial"/>
                  <a:ea typeface="Arial"/>
                  <a:cs typeface="Arial"/>
                </a:defRPr>
              </a:lvl7pPr>
              <a:lvl8pPr algn="l">
                <a:defRPr sz="1081" b="0">
                  <a:solidFill>
                    <a:srgbClr val="000000"/>
                  </a:solidFill>
                  <a:latin typeface="Arial"/>
                  <a:ea typeface="Arial"/>
                  <a:cs typeface="Arial"/>
                </a:defRPr>
              </a:lvl8pPr>
              <a:lvl9pPr algn="l">
                <a:defRPr sz="1081" b="0">
                  <a:solidFill>
                    <a:srgbClr val="000000"/>
                  </a:solidFill>
                  <a:latin typeface="Arial"/>
                  <a:ea typeface="Arial"/>
                  <a:cs typeface="Arial"/>
                </a:defRPr>
              </a:lvl9pPr>
            </a:lstStyle>
            <a:p>
              <a:pPr algn="l">
                <a:defRPr sz="1081" b="0">
                  <a:solidFill>
                    <a:srgbClr val="000000"/>
                  </a:solidFill>
                  <a:latin typeface="Arial"/>
                  <a:ea typeface="Arial"/>
                  <a:cs typeface="Arial"/>
                </a:defRPr>
              </a:pPr>
              <a:r>
                <a:rPr sz="1081" b="0">
                  <a:solidFill>
                    <a:srgbClr val="000000"/>
                  </a:solidFill>
                  <a:latin typeface="Arial"/>
                  <a:ea typeface="Arial"/>
                  <a:cs typeface="Arial"/>
                </a:rPr>
                <a:t>y</a:t>
              </a:r>
            </a:p>
          </p:txBody>
        </p:sp>
        <p:sp>
          <p:nvSpPr>
            <p:cNvPr id="10023" name="Volume label: z">
              <a:extLst>
                <a:ext uri="{FF2B5EF4-FFF2-40B4-BE49-F238E27FC236}">
                  <ns2:creationId id="{CC9336A2-D52B-428F-AE2F-FFF49869A826}"/>
                </a:ext>
              </a:extLst>
            </p:cNvPr>
            <p:cNvSpPr>
              <a:spLocks noGrp="1"/>
            </p:cNvSpPr>
            <p:nvPr/>
          </p:nvSpPr>
          <p:spPr>
            <a:xfrm>
              <a:off x="45621" y="3881022"/>
              <a:ext cx="182217" cy="182217"/>
            </a:xfrm>
            <a:prstGeom prst="rect">
              <a:avLst/>
            </a:prstGeom>
            <a:noFill/>
            <a:ln w="0">
              <a:noFill/>
            </a:ln>
          </p:spPr>
          <p:txBody>
            <a:bodyPr wrap="none" lIns="0" tIns="0" rIns="0" bIns="0" anchor="ctr">
              <a:noAutofit/>
            </a:bodyPr>
            <a:lstStyle>
              <a:defPPr algn="l">
                <a:defRPr sz="1081" b="0">
                  <a:solidFill>
                    <a:srgbClr val="000000"/>
                  </a:solidFill>
                  <a:latin typeface="Arial"/>
                  <a:ea typeface="Arial"/>
                  <a:cs typeface="Arial"/>
                </a:defRPr>
              </a:defPPr>
              <a:lvl1pPr algn="l">
                <a:defRPr sz="1081" b="0">
                  <a:solidFill>
                    <a:srgbClr val="000000"/>
                  </a:solidFill>
                  <a:latin typeface="Arial"/>
                  <a:ea typeface="Arial"/>
                  <a:cs typeface="Arial"/>
                </a:defRPr>
              </a:lvl1pPr>
              <a:lvl2pPr algn="l">
                <a:defRPr sz="1081" b="0">
                  <a:solidFill>
                    <a:srgbClr val="000000"/>
                  </a:solidFill>
                  <a:latin typeface="Arial"/>
                  <a:ea typeface="Arial"/>
                  <a:cs typeface="Arial"/>
                </a:defRPr>
              </a:lvl2pPr>
              <a:lvl3pPr algn="l">
                <a:defRPr sz="1081" b="0">
                  <a:solidFill>
                    <a:srgbClr val="000000"/>
                  </a:solidFill>
                  <a:latin typeface="Arial"/>
                  <a:ea typeface="Arial"/>
                  <a:cs typeface="Arial"/>
                </a:defRPr>
              </a:lvl3pPr>
              <a:lvl4pPr algn="l">
                <a:defRPr sz="1081" b="0">
                  <a:solidFill>
                    <a:srgbClr val="000000"/>
                  </a:solidFill>
                  <a:latin typeface="Arial"/>
                  <a:ea typeface="Arial"/>
                  <a:cs typeface="Arial"/>
                </a:defRPr>
              </a:lvl4pPr>
              <a:lvl5pPr algn="l">
                <a:defRPr sz="1081" b="0">
                  <a:solidFill>
                    <a:srgbClr val="000000"/>
                  </a:solidFill>
                  <a:latin typeface="Arial"/>
                  <a:ea typeface="Arial"/>
                  <a:cs typeface="Arial"/>
                </a:defRPr>
              </a:lvl5pPr>
              <a:lvl6pPr algn="l">
                <a:defRPr sz="1081" b="0">
                  <a:solidFill>
                    <a:srgbClr val="000000"/>
                  </a:solidFill>
                  <a:latin typeface="Arial"/>
                  <a:ea typeface="Arial"/>
                  <a:cs typeface="Arial"/>
                </a:defRPr>
              </a:lvl6pPr>
              <a:lvl7pPr algn="l">
                <a:defRPr sz="1081" b="0">
                  <a:solidFill>
                    <a:srgbClr val="000000"/>
                  </a:solidFill>
                  <a:latin typeface="Arial"/>
                  <a:ea typeface="Arial"/>
                  <a:cs typeface="Arial"/>
                </a:defRPr>
              </a:lvl7pPr>
              <a:lvl8pPr algn="l">
                <a:defRPr sz="1081" b="0">
                  <a:solidFill>
                    <a:srgbClr val="000000"/>
                  </a:solidFill>
                  <a:latin typeface="Arial"/>
                  <a:ea typeface="Arial"/>
                  <a:cs typeface="Arial"/>
                </a:defRPr>
              </a:lvl8pPr>
              <a:lvl9pPr algn="l">
                <a:defRPr sz="1081" b="0">
                  <a:solidFill>
                    <a:srgbClr val="000000"/>
                  </a:solidFill>
                  <a:latin typeface="Arial"/>
                  <a:ea typeface="Arial"/>
                  <a:cs typeface="Arial"/>
                </a:defRPr>
              </a:lvl9pPr>
            </a:lstStyle>
            <a:p>
              <a:pPr algn="l">
                <a:defRPr sz="1081" b="0">
                  <a:solidFill>
                    <a:srgbClr val="000000"/>
                  </a:solidFill>
                  <a:latin typeface="Arial"/>
                  <a:ea typeface="Arial"/>
                  <a:cs typeface="Arial"/>
                </a:defRPr>
              </a:pPr>
              <a:r>
                <a:rPr sz="1081" b="0">
                  <a:solidFill>
                    <a:srgbClr val="000000"/>
                  </a:solidFill>
                  <a:latin typeface="Arial"/>
                  <a:ea typeface="Arial"/>
                  <a:cs typeface="Arial"/>
                </a:rPr>
                <a:t>z</a:t>
              </a:r>
            </a:p>
          </p:txBody>
        </p:sp>
        <p:sp>
          <p:nvSpPr>
            <p:cNvPr id="10024" name="Volume label: f140   t = 1.40">
              <a:extLst>
                <a:ext uri="{FF2B5EF4-FFF2-40B4-BE49-F238E27FC236}">
                  <ns2:creationId id="{CDC1BA51-0946-4EB2-ADA9-BFB7A624167A}"/>
                </a:ext>
              </a:extLst>
            </p:cNvPr>
            <p:cNvSpPr>
              <a:spLocks noGrp="1"/>
            </p:cNvSpPr>
            <p:nvPr/>
          </p:nvSpPr>
          <p:spPr>
            <a:xfrm>
              <a:off x="4057650" y="2914650"/>
              <a:ext cx="3771900" cy="218661"/>
            </a:xfrm>
            <a:prstGeom prst="rect">
              <a:avLst/>
            </a:prstGeom>
            <a:noFill/>
            <a:ln w="0">
              <a:noFill/>
            </a:ln>
          </p:spPr>
          <p:txBody>
            <a:bodyPr wrap="none" lIns="0" tIns="0" rIns="0" bIns="0" anchor="ctr">
              <a:noAutofit/>
            </a:bodyPr>
            <a:lstStyle>
              <a:defPPr algn="l">
                <a:defRPr sz="1545" b="1">
                  <a:solidFill>
                    <a:srgbClr val="000000"/>
                  </a:solidFill>
                  <a:latin typeface="Arial"/>
                  <a:ea typeface="Arial"/>
                  <a:cs typeface="Arial"/>
                </a:defRPr>
              </a:defPPr>
              <a:lvl1pPr algn="l">
                <a:defRPr sz="1545" b="1">
                  <a:solidFill>
                    <a:srgbClr val="000000"/>
                  </a:solidFill>
                  <a:latin typeface="Arial"/>
                  <a:ea typeface="Arial"/>
                  <a:cs typeface="Arial"/>
                </a:defRPr>
              </a:lvl1pPr>
              <a:lvl2pPr algn="l">
                <a:defRPr sz="1545" b="1">
                  <a:solidFill>
                    <a:srgbClr val="000000"/>
                  </a:solidFill>
                  <a:latin typeface="Arial"/>
                  <a:ea typeface="Arial"/>
                  <a:cs typeface="Arial"/>
                </a:defRPr>
              </a:lvl2pPr>
              <a:lvl3pPr algn="l">
                <a:defRPr sz="1545" b="1">
                  <a:solidFill>
                    <a:srgbClr val="000000"/>
                  </a:solidFill>
                  <a:latin typeface="Arial"/>
                  <a:ea typeface="Arial"/>
                  <a:cs typeface="Arial"/>
                </a:defRPr>
              </a:lvl3pPr>
              <a:lvl4pPr algn="l">
                <a:defRPr sz="1545" b="1">
                  <a:solidFill>
                    <a:srgbClr val="000000"/>
                  </a:solidFill>
                  <a:latin typeface="Arial"/>
                  <a:ea typeface="Arial"/>
                  <a:cs typeface="Arial"/>
                </a:defRPr>
              </a:lvl4pPr>
              <a:lvl5pPr algn="l">
                <a:defRPr sz="1545" b="1">
                  <a:solidFill>
                    <a:srgbClr val="000000"/>
                  </a:solidFill>
                  <a:latin typeface="Arial"/>
                  <a:ea typeface="Arial"/>
                  <a:cs typeface="Arial"/>
                </a:defRPr>
              </a:lvl5pPr>
              <a:lvl6pPr algn="l">
                <a:defRPr sz="1545" b="1">
                  <a:solidFill>
                    <a:srgbClr val="000000"/>
                  </a:solidFill>
                  <a:latin typeface="Arial"/>
                  <a:ea typeface="Arial"/>
                  <a:cs typeface="Arial"/>
                </a:defRPr>
              </a:lvl6pPr>
              <a:lvl7pPr algn="l">
                <a:defRPr sz="1545" b="1">
                  <a:solidFill>
                    <a:srgbClr val="000000"/>
                  </a:solidFill>
                  <a:latin typeface="Arial"/>
                  <a:ea typeface="Arial"/>
                  <a:cs typeface="Arial"/>
                </a:defRPr>
              </a:lvl7pPr>
              <a:lvl8pPr algn="l">
                <a:defRPr sz="1545" b="1">
                  <a:solidFill>
                    <a:srgbClr val="000000"/>
                  </a:solidFill>
                  <a:latin typeface="Arial"/>
                  <a:ea typeface="Arial"/>
                  <a:cs typeface="Arial"/>
                </a:defRPr>
              </a:lvl8pPr>
              <a:lvl9pPr algn="l">
                <a:defRPr sz="1545" b="1">
                  <a:solidFill>
                    <a:srgbClr val="000000"/>
                  </a:solidFill>
                  <a:latin typeface="Arial"/>
                  <a:ea typeface="Arial"/>
                  <a:cs typeface="Arial"/>
                </a:defRPr>
              </a:lvl9pPr>
            </a:lstStyle>
            <a:p>
              <a:pPr algn="l">
                <a:defRPr sz="1545" b="1">
                  <a:solidFill>
                    <a:srgbClr val="000000"/>
                  </a:solidFill>
                  <a:latin typeface="Arial"/>
                  <a:ea typeface="Arial"/>
                  <a:cs typeface="Arial"/>
                </a:defRPr>
              </a:pPr>
              <a:r>
                <a:rPr sz="1545" b="1">
                  <a:solidFill>
                    <a:srgbClr val="000000"/>
                  </a:solidFill>
                  <a:latin typeface="Arial"/>
                  <a:ea typeface="Arial"/>
                  <a:cs typeface="Arial"/>
                </a:rPr>
                <a:t>Frame 140</a:t>
              </a:r>
            </a:p>
          </p:txBody>
        </p:sp>
        <p:pic>
          <p:nvPicPr>
            <p:cNvPr id="10025" name="">
              <a:extLst>
                <a:ext uri="{FF2B5EF4-FFF2-40B4-BE49-F238E27FC236}">
                  <ns2:creationId id="{9BFD9306-FF12-47C2-A85E-699ED4213C9E}"/>
                </a:ext>
              </a:extLst>
            </p:cNvPr>
            <p:cNvPicPr>
              <a:picLocks noChangeAspect="1"/>
            </p:cNvPicPr>
            <p:nvPr/>
          </p:nvPicPr>
          <p:blipFill>
            <a:blip r:embed="FrameView_R83e1c010b825496c"/>
            <a:stretch/>
          </p:blipFill>
          <p:spPr>
            <a:xfrm>
              <a:off x="4057650" y="3169754"/>
              <a:ext cx="3771900" cy="1374648"/>
            </a:xfrm>
            <a:prstGeom prst="rect">
              <a:avLst/>
            </a:prstGeom>
          </p:spPr>
        </p:pic>
        <p:sp>
          <p:nvSpPr>
            <p:cNvPr id="10026" name="Domain frame f140: corner 0-1">
              <a:extLst>
                <a:ext uri="{FF2B5EF4-FFF2-40B4-BE49-F238E27FC236}">
                  <ns2:creationId id="{A6450AE9-8DC9-4580-9FD9-4841FA7B1986}"/>
                </a:ext>
              </a:extLst>
            </p:cNvPr>
            <p:cNvSpPr>
              <a:spLocks noGrp="1"/>
            </p:cNvSpPr>
            <p:nvPr/>
          </p:nvSpPr>
          <p:spPr>
            <a:xfrm>
              <a:off x="4133088" y="3622784"/>
              <a:ext cx="91" cy="625805"/>
            </a:xfrm>
            <a:custGeom>
              <a:pathLst>
                <a:path w="95" h="654251">
                  <a:moveTo>
                    <a:pt x="0" y="654251"/>
                  </a:moveTo>
                  <a:lnTo>
                    <a:pt x="0" y="0"/>
                  </a:lnTo>
                </a:path>
              </a:pathLst>
            </a:custGeom>
            <a:noFill/>
            <a:ln w="11284">
              <a:solidFill>
                <a:srgbClr val="7B8790"/>
              </a:solidFill>
              <a:prstDash val="solid"/>
            </a:ln>
          </p:spPr>
        </p:sp>
        <p:sp>
          <p:nvSpPr>
            <p:cNvPr id="10027" name="Domain frame f140: corner 0-2">
              <a:extLst>
                <a:ext uri="{FF2B5EF4-FFF2-40B4-BE49-F238E27FC236}">
                  <ns2:creationId id="{BAB0D9B3-3069-488D-867F-2F175B113126}"/>
                </a:ext>
              </a:extLst>
            </p:cNvPr>
            <p:cNvSpPr>
              <a:spLocks noGrp="1"/>
            </p:cNvSpPr>
            <p:nvPr/>
          </p:nvSpPr>
          <p:spPr>
            <a:xfrm>
              <a:off x="4133088" y="3905670"/>
              <a:ext cx="590756" cy="342920"/>
            </a:xfrm>
            <a:custGeom>
              <a:pathLst>
                <a:path w="617609" h="358507">
                  <a:moveTo>
                    <a:pt x="0" y="358507"/>
                  </a:moveTo>
                  <a:lnTo>
                    <a:pt x="617609" y="0"/>
                  </a:lnTo>
                </a:path>
              </a:pathLst>
            </a:custGeom>
            <a:noFill/>
            <a:ln w="11284">
              <a:solidFill>
                <a:srgbClr val="B3BDC4"/>
              </a:solidFill>
              <a:prstDash val="dash"/>
            </a:ln>
          </p:spPr>
        </p:sp>
        <p:sp>
          <p:nvSpPr>
            <p:cNvPr id="10028" name="Domain frame f140: corner 0-4">
              <a:extLst>
                <a:ext uri="{FF2B5EF4-FFF2-40B4-BE49-F238E27FC236}">
                  <ns2:creationId id="{AF369697-DC8D-4FDB-911C-BFD6F7613A12}"/>
                </a:ext>
              </a:extLst>
            </p:cNvPr>
            <p:cNvSpPr>
              <a:spLocks noGrp="1"/>
            </p:cNvSpPr>
            <p:nvPr/>
          </p:nvSpPr>
          <p:spPr>
            <a:xfrm>
              <a:off x="4133088" y="4248589"/>
              <a:ext cx="3030268" cy="185702"/>
            </a:xfrm>
            <a:custGeom>
              <a:pathLst>
                <a:path w="3168007" h="194143">
                  <a:moveTo>
                    <a:pt x="0" y="0"/>
                  </a:moveTo>
                  <a:lnTo>
                    <a:pt x="3168007" y="194143"/>
                  </a:lnTo>
                </a:path>
              </a:pathLst>
            </a:custGeom>
            <a:noFill/>
            <a:ln w="11284">
              <a:solidFill>
                <a:srgbClr val="7B8790"/>
              </a:solidFill>
              <a:prstDash val="solid"/>
            </a:ln>
          </p:spPr>
        </p:sp>
        <p:sp>
          <p:nvSpPr>
            <p:cNvPr id="10029" name="Domain frame f140: corner 1-3">
              <a:extLst>
                <a:ext uri="{FF2B5EF4-FFF2-40B4-BE49-F238E27FC236}">
                  <ns2:creationId id="{ADCDFDED-3C87-4B45-B1BD-2CE68DA94A46}"/>
                </a:ext>
              </a:extLst>
            </p:cNvPr>
            <p:cNvSpPr>
              <a:spLocks noGrp="1"/>
            </p:cNvSpPr>
            <p:nvPr/>
          </p:nvSpPr>
          <p:spPr>
            <a:xfrm>
              <a:off x="4133088" y="3279864"/>
              <a:ext cx="590756" cy="342920"/>
            </a:xfrm>
            <a:custGeom>
              <a:pathLst>
                <a:path w="617609" h="358507">
                  <a:moveTo>
                    <a:pt x="0" y="358507"/>
                  </a:moveTo>
                  <a:lnTo>
                    <a:pt x="617609" y="0"/>
                  </a:lnTo>
                </a:path>
              </a:pathLst>
            </a:custGeom>
            <a:noFill/>
            <a:ln w="11284">
              <a:solidFill>
                <a:srgbClr val="7B8790"/>
              </a:solidFill>
              <a:prstDash val="solid"/>
            </a:ln>
          </p:spPr>
        </p:sp>
        <p:sp>
          <p:nvSpPr>
            <p:cNvPr id="10030" name="Domain frame f140: corner 1-5">
              <a:extLst>
                <a:ext uri="{FF2B5EF4-FFF2-40B4-BE49-F238E27FC236}">
                  <ns2:creationId id="{5675DB19-793E-4C58-A182-FEA6BE8CA5FE}"/>
                </a:ext>
              </a:extLst>
            </p:cNvPr>
            <p:cNvSpPr>
              <a:spLocks noGrp="1"/>
            </p:cNvSpPr>
            <p:nvPr/>
          </p:nvSpPr>
          <p:spPr>
            <a:xfrm>
              <a:off x="4133088" y="3622784"/>
              <a:ext cx="3030268" cy="185702"/>
            </a:xfrm>
            <a:custGeom>
              <a:pathLst>
                <a:path w="3168007" h="194143">
                  <a:moveTo>
                    <a:pt x="0" y="0"/>
                  </a:moveTo>
                  <a:lnTo>
                    <a:pt x="3168007" y="194143"/>
                  </a:lnTo>
                </a:path>
              </a:pathLst>
            </a:custGeom>
            <a:noFill/>
            <a:ln w="11284">
              <a:solidFill>
                <a:srgbClr val="7B8790"/>
              </a:solidFill>
              <a:prstDash val="solid"/>
            </a:ln>
          </p:spPr>
        </p:sp>
        <p:sp>
          <p:nvSpPr>
            <p:cNvPr id="10031" name="Domain frame f140: corner 2-3">
              <a:extLst>
                <a:ext uri="{FF2B5EF4-FFF2-40B4-BE49-F238E27FC236}">
                  <ns2:creationId id="{F67E2609-F2BE-4908-BDE1-4014D42587A6}"/>
                </a:ext>
              </a:extLst>
            </p:cNvPr>
            <p:cNvSpPr>
              <a:spLocks noGrp="1"/>
            </p:cNvSpPr>
            <p:nvPr/>
          </p:nvSpPr>
          <p:spPr>
            <a:xfrm>
              <a:off x="4723844" y="3279864"/>
              <a:ext cx="91" cy="625805"/>
            </a:xfrm>
            <a:custGeom>
              <a:pathLst>
                <a:path w="95" h="654251">
                  <a:moveTo>
                    <a:pt x="0" y="654251"/>
                  </a:moveTo>
                  <a:lnTo>
                    <a:pt x="0" y="0"/>
                  </a:lnTo>
                </a:path>
              </a:pathLst>
            </a:custGeom>
            <a:noFill/>
            <a:ln w="11284">
              <a:solidFill>
                <a:srgbClr val="B3BDC4"/>
              </a:solidFill>
              <a:prstDash val="dash"/>
            </a:ln>
          </p:spPr>
        </p:sp>
        <p:sp>
          <p:nvSpPr>
            <p:cNvPr id="10032" name="Domain frame f140: corner 2-6">
              <a:extLst>
                <a:ext uri="{FF2B5EF4-FFF2-40B4-BE49-F238E27FC236}">
                  <ns2:creationId id="{C82A9903-F8A4-4BE4-85C1-3D90718CFDC1}"/>
                </a:ext>
              </a:extLst>
            </p:cNvPr>
            <p:cNvSpPr>
              <a:spLocks noGrp="1"/>
            </p:cNvSpPr>
            <p:nvPr/>
          </p:nvSpPr>
          <p:spPr>
            <a:xfrm>
              <a:off x="4723844" y="3905670"/>
              <a:ext cx="3030268" cy="185702"/>
            </a:xfrm>
            <a:custGeom>
              <a:pathLst>
                <a:path w="3168007" h="194143">
                  <a:moveTo>
                    <a:pt x="0" y="0"/>
                  </a:moveTo>
                  <a:lnTo>
                    <a:pt x="3168007" y="194143"/>
                  </a:lnTo>
                </a:path>
              </a:pathLst>
            </a:custGeom>
            <a:noFill/>
            <a:ln w="11284">
              <a:solidFill>
                <a:srgbClr val="B3BDC4"/>
              </a:solidFill>
              <a:prstDash val="dash"/>
            </a:ln>
          </p:spPr>
        </p:sp>
        <p:sp>
          <p:nvSpPr>
            <p:cNvPr id="10033" name="Domain frame f140: corner 3-7">
              <a:extLst>
                <a:ext uri="{FF2B5EF4-FFF2-40B4-BE49-F238E27FC236}">
                  <ns2:creationId id="{6BE832A8-0151-40F5-876E-F943356D1F3C}"/>
                </a:ext>
              </a:extLst>
            </p:cNvPr>
            <p:cNvSpPr>
              <a:spLocks noGrp="1"/>
            </p:cNvSpPr>
            <p:nvPr/>
          </p:nvSpPr>
          <p:spPr>
            <a:xfrm>
              <a:off x="4723844" y="3279864"/>
              <a:ext cx="3030268" cy="185702"/>
            </a:xfrm>
            <a:custGeom>
              <a:pathLst>
                <a:path w="3168007" h="194143">
                  <a:moveTo>
                    <a:pt x="0" y="0"/>
                  </a:moveTo>
                  <a:lnTo>
                    <a:pt x="3168007" y="194143"/>
                  </a:lnTo>
                </a:path>
              </a:pathLst>
            </a:custGeom>
            <a:noFill/>
            <a:ln w="11284">
              <a:solidFill>
                <a:srgbClr val="7B8790"/>
              </a:solidFill>
              <a:prstDash val="solid"/>
            </a:ln>
          </p:spPr>
        </p:sp>
        <p:sp>
          <p:nvSpPr>
            <p:cNvPr id="10034" name="Domain frame f140: corner 4-5">
              <a:extLst>
                <a:ext uri="{FF2B5EF4-FFF2-40B4-BE49-F238E27FC236}">
                  <ns2:creationId id="{1974CBB3-9DCF-4B3B-8559-045978DBB7F1}"/>
                </a:ext>
              </a:extLst>
            </p:cNvPr>
            <p:cNvSpPr>
              <a:spLocks noGrp="1"/>
            </p:cNvSpPr>
            <p:nvPr/>
          </p:nvSpPr>
          <p:spPr>
            <a:xfrm>
              <a:off x="7163356" y="3808487"/>
              <a:ext cx="91" cy="625805"/>
            </a:xfrm>
            <a:custGeom>
              <a:pathLst>
                <a:path w="95" h="654251">
                  <a:moveTo>
                    <a:pt x="0" y="654251"/>
                  </a:moveTo>
                  <a:lnTo>
                    <a:pt x="0" y="0"/>
                  </a:lnTo>
                </a:path>
              </a:pathLst>
            </a:custGeom>
            <a:noFill/>
            <a:ln w="11284">
              <a:solidFill>
                <a:srgbClr val="7B8790"/>
              </a:solidFill>
              <a:prstDash val="solid"/>
            </a:ln>
          </p:spPr>
        </p:sp>
        <p:sp>
          <p:nvSpPr>
            <p:cNvPr id="10035" name="Domain frame f140: corner 4-6">
              <a:extLst>
                <a:ext uri="{FF2B5EF4-FFF2-40B4-BE49-F238E27FC236}">
                  <ns2:creationId id="{3974FFAD-B76B-4C4E-8418-CF79527C9274}"/>
                </a:ext>
              </a:extLst>
            </p:cNvPr>
            <p:cNvSpPr>
              <a:spLocks noGrp="1"/>
            </p:cNvSpPr>
            <p:nvPr/>
          </p:nvSpPr>
          <p:spPr>
            <a:xfrm>
              <a:off x="7163356" y="4091373"/>
              <a:ext cx="590756" cy="342920"/>
            </a:xfrm>
            <a:custGeom>
              <a:pathLst>
                <a:path w="617609" h="358507">
                  <a:moveTo>
                    <a:pt x="0" y="358507"/>
                  </a:moveTo>
                  <a:lnTo>
                    <a:pt x="617609" y="0"/>
                  </a:lnTo>
                </a:path>
              </a:pathLst>
            </a:custGeom>
            <a:noFill/>
            <a:ln w="11284">
              <a:solidFill>
                <a:srgbClr val="7B8790"/>
              </a:solidFill>
              <a:prstDash val="solid"/>
            </a:ln>
          </p:spPr>
        </p:sp>
        <p:sp>
          <p:nvSpPr>
            <p:cNvPr id="10036" name="Domain frame f140: corner 5-7">
              <a:extLst>
                <a:ext uri="{FF2B5EF4-FFF2-40B4-BE49-F238E27FC236}">
                  <ns2:creationId id="{D897732C-785A-41EF-8E0C-607933BA1EC4}"/>
                </a:ext>
              </a:extLst>
            </p:cNvPr>
            <p:cNvSpPr>
              <a:spLocks noGrp="1"/>
            </p:cNvSpPr>
            <p:nvPr/>
          </p:nvSpPr>
          <p:spPr>
            <a:xfrm>
              <a:off x="7163356" y="3465567"/>
              <a:ext cx="590756" cy="342920"/>
            </a:xfrm>
            <a:custGeom>
              <a:pathLst>
                <a:path w="617609" h="358507">
                  <a:moveTo>
                    <a:pt x="0" y="358507"/>
                  </a:moveTo>
                  <a:lnTo>
                    <a:pt x="617609" y="0"/>
                  </a:lnTo>
                </a:path>
              </a:pathLst>
            </a:custGeom>
            <a:noFill/>
            <a:ln w="11284">
              <a:solidFill>
                <a:srgbClr val="7B8790"/>
              </a:solidFill>
              <a:prstDash val="solid"/>
            </a:ln>
          </p:spPr>
        </p:sp>
        <p:sp>
          <p:nvSpPr>
            <p:cNvPr id="10037" name="Domain frame f140: corner 6-7">
              <a:extLst>
                <a:ext uri="{FF2B5EF4-FFF2-40B4-BE49-F238E27FC236}">
                  <ns2:creationId id="{A6E0719B-B444-42CD-86DB-96AD6D870530}"/>
                </a:ext>
              </a:extLst>
            </p:cNvPr>
            <p:cNvSpPr>
              <a:spLocks noGrp="1"/>
            </p:cNvSpPr>
            <p:nvPr/>
          </p:nvSpPr>
          <p:spPr>
            <a:xfrm>
              <a:off x="7754112" y="3465567"/>
              <a:ext cx="91" cy="625805"/>
            </a:xfrm>
            <a:custGeom>
              <a:pathLst>
                <a:path w="95" h="654251">
                  <a:moveTo>
                    <a:pt x="0" y="654251"/>
                  </a:moveTo>
                  <a:lnTo>
                    <a:pt x="0" y="0"/>
                  </a:lnTo>
                </a:path>
              </a:pathLst>
            </a:custGeom>
            <a:noFill/>
            <a:ln w="11284">
              <a:solidFill>
                <a:srgbClr val="7B8790"/>
              </a:solidFill>
              <a:prstDash val="solid"/>
            </a:ln>
          </p:spPr>
        </p:sp>
        <p:sp>
          <p:nvSpPr>
            <p:cNvPr id="10038" name="Exact 3D extremum A, track 432, f140">
              <a:extLst>
                <a:ext uri="{FF2B5EF4-FFF2-40B4-BE49-F238E27FC236}">
                  <ns2:creationId id="{C66DEFCB-C208-412B-B5FA-1C915D7CBFA3}"/>
                </a:ext>
              </a:extLst>
            </p:cNvPr>
            <p:cNvSpPr>
              <a:spLocks noGrp="1"/>
            </p:cNvSpPr>
            <p:nvPr/>
          </p:nvSpPr>
          <p:spPr>
            <a:xfrm>
              <a:off x="5104397" y="3975035"/>
              <a:ext cx="78353" cy="78353"/>
            </a:xfrm>
            <a:prstGeom prst="ellipse">
              <a:avLst/>
            </a:prstGeom>
            <a:solidFill>
              <a:srgbClr val="FFFFFF"/>
            </a:solidFill>
            <a:ln w="17662">
              <a:solidFill>
                <a:srgbClr val="0072B2"/>
              </a:solidFill>
            </a:ln>
          </p:spPr>
        </p:sp>
        <p:sp>
          <p:nvSpPr>
            <p:cNvPr id="10039" name="Volume label: A">
              <a:extLst>
                <a:ext uri="{FF2B5EF4-FFF2-40B4-BE49-F238E27FC236}">
                  <ns2:creationId id="{DCF3FED9-7685-41FF-9A63-322CA4CA9DFE}"/>
                </a:ext>
              </a:extLst>
            </p:cNvPr>
            <p:cNvSpPr>
              <a:spLocks noGrp="1"/>
            </p:cNvSpPr>
            <p:nvPr/>
          </p:nvSpPr>
          <p:spPr>
            <a:xfrm>
              <a:off x="5216460" y="3795550"/>
              <a:ext cx="255104" cy="227772"/>
            </a:xfrm>
            <a:prstGeom prst="rect">
              <a:avLst/>
            </a:prstGeom>
            <a:noFill/>
            <a:ln w="0">
              <a:noFill/>
            </a:ln>
          </p:spPr>
          <p:txBody>
            <a:bodyPr wrap="none" lIns="0" tIns="0" rIns="0" bIns="0" anchor="ctr">
              <a:noAutofit/>
            </a:bodyPr>
            <a:lstStyle>
              <a:defPPr algn="l">
                <a:defRPr sz="1390" b="1">
                  <a:solidFill>
                    <a:srgbClr val="0072B2"/>
                  </a:solidFill>
                  <a:latin typeface="Arial"/>
                  <a:ea typeface="Arial"/>
                  <a:cs typeface="Arial"/>
                </a:defRPr>
              </a:defPPr>
              <a:lvl1pPr algn="l">
                <a:defRPr sz="1390" b="1">
                  <a:solidFill>
                    <a:srgbClr val="0072B2"/>
                  </a:solidFill>
                  <a:latin typeface="Arial"/>
                  <a:ea typeface="Arial"/>
                  <a:cs typeface="Arial"/>
                </a:defRPr>
              </a:lvl1pPr>
              <a:lvl2pPr algn="l">
                <a:defRPr sz="1390" b="1">
                  <a:solidFill>
                    <a:srgbClr val="0072B2"/>
                  </a:solidFill>
                  <a:latin typeface="Arial"/>
                  <a:ea typeface="Arial"/>
                  <a:cs typeface="Arial"/>
                </a:defRPr>
              </a:lvl2pPr>
              <a:lvl3pPr algn="l">
                <a:defRPr sz="1390" b="1">
                  <a:solidFill>
                    <a:srgbClr val="0072B2"/>
                  </a:solidFill>
                  <a:latin typeface="Arial"/>
                  <a:ea typeface="Arial"/>
                  <a:cs typeface="Arial"/>
                </a:defRPr>
              </a:lvl3pPr>
              <a:lvl4pPr algn="l">
                <a:defRPr sz="1390" b="1">
                  <a:solidFill>
                    <a:srgbClr val="0072B2"/>
                  </a:solidFill>
                  <a:latin typeface="Arial"/>
                  <a:ea typeface="Arial"/>
                  <a:cs typeface="Arial"/>
                </a:defRPr>
              </a:lvl4pPr>
              <a:lvl5pPr algn="l">
                <a:defRPr sz="1390" b="1">
                  <a:solidFill>
                    <a:srgbClr val="0072B2"/>
                  </a:solidFill>
                  <a:latin typeface="Arial"/>
                  <a:ea typeface="Arial"/>
                  <a:cs typeface="Arial"/>
                </a:defRPr>
              </a:lvl5pPr>
              <a:lvl6pPr algn="l">
                <a:defRPr sz="1390" b="1">
                  <a:solidFill>
                    <a:srgbClr val="0072B2"/>
                  </a:solidFill>
                  <a:latin typeface="Arial"/>
                  <a:ea typeface="Arial"/>
                  <a:cs typeface="Arial"/>
                </a:defRPr>
              </a:lvl6pPr>
              <a:lvl7pPr algn="l">
                <a:defRPr sz="1390" b="1">
                  <a:solidFill>
                    <a:srgbClr val="0072B2"/>
                  </a:solidFill>
                  <a:latin typeface="Arial"/>
                  <a:ea typeface="Arial"/>
                  <a:cs typeface="Arial"/>
                </a:defRPr>
              </a:lvl7pPr>
              <a:lvl8pPr algn="l">
                <a:defRPr sz="1390" b="1">
                  <a:solidFill>
                    <a:srgbClr val="0072B2"/>
                  </a:solidFill>
                  <a:latin typeface="Arial"/>
                  <a:ea typeface="Arial"/>
                  <a:cs typeface="Arial"/>
                </a:defRPr>
              </a:lvl8pPr>
              <a:lvl9pPr algn="l">
                <a:defRPr sz="1390" b="1">
                  <a:solidFill>
                    <a:srgbClr val="0072B2"/>
                  </a:solidFill>
                  <a:latin typeface="Arial"/>
                  <a:ea typeface="Arial"/>
                  <a:cs typeface="Arial"/>
                </a:defRPr>
              </a:lvl9pPr>
            </a:lstStyle>
            <a:p>
              <a:pPr algn="l">
                <a:defRPr sz="1390" b="1">
                  <a:solidFill>
                    <a:srgbClr val="0072B2"/>
                  </a:solidFill>
                  <a:latin typeface="Arial"/>
                  <a:ea typeface="Arial"/>
                  <a:cs typeface="Arial"/>
                </a:defRPr>
              </a:pPr>
              <a:r>
                <a:rPr sz="1390" b="1">
                  <a:solidFill>
                    <a:srgbClr val="0072B2"/>
                  </a:solidFill>
                  <a:latin typeface="Arial"/>
                  <a:ea typeface="Arial"/>
                  <a:cs typeface="Arial"/>
                </a:rPr>
                <a:t>A</a:t>
              </a:r>
            </a:p>
          </p:txBody>
        </p:sp>
        <p:sp>
          <p:nvSpPr>
            <p:cNvPr id="10040" name="Exact 3D extremum B, track 462, f140">
              <a:extLst>
                <a:ext uri="{FF2B5EF4-FFF2-40B4-BE49-F238E27FC236}">
                  <ns2:creationId id="{696DEA51-9559-4676-BCA3-747AE05BCAF8}"/>
                </a:ext>
              </a:extLst>
            </p:cNvPr>
            <p:cNvSpPr>
              <a:spLocks noGrp="1"/>
            </p:cNvSpPr>
            <p:nvPr/>
          </p:nvSpPr>
          <p:spPr>
            <a:xfrm>
              <a:off x="6213022" y="4178959"/>
              <a:ext cx="78353" cy="78353"/>
            </a:xfrm>
            <a:prstGeom prst="ellipse">
              <a:avLst/>
            </a:prstGeom>
            <a:solidFill>
              <a:srgbClr val="FFFFFF"/>
            </a:solidFill>
            <a:ln w="17662">
              <a:solidFill>
                <a:srgbClr val="D55E00"/>
              </a:solidFill>
            </a:ln>
          </p:spPr>
        </p:sp>
        <p:sp>
          <p:nvSpPr>
            <p:cNvPr id="10041" name="Volume label: B">
              <a:extLst>
                <a:ext uri="{FF2B5EF4-FFF2-40B4-BE49-F238E27FC236}">
                  <ns2:creationId id="{BBF2719A-02C9-44CB-82B3-969323CFA387}"/>
                </a:ext>
              </a:extLst>
            </p:cNvPr>
            <p:cNvSpPr>
              <a:spLocks noGrp="1"/>
            </p:cNvSpPr>
            <p:nvPr/>
          </p:nvSpPr>
          <p:spPr>
            <a:xfrm>
              <a:off x="6325085" y="3999476"/>
              <a:ext cx="255104" cy="227772"/>
            </a:xfrm>
            <a:prstGeom prst="rect">
              <a:avLst/>
            </a:prstGeom>
            <a:noFill/>
            <a:ln w="0">
              <a:noFill/>
            </a:ln>
          </p:spPr>
          <p:txBody>
            <a:bodyPr wrap="none" lIns="0" tIns="0" rIns="0" bIns="0" anchor="ctr">
              <a:noAutofit/>
            </a:bodyPr>
            <a:lstStyle>
              <a:defPPr algn="l">
                <a:defRPr sz="1390" b="1">
                  <a:solidFill>
                    <a:srgbClr val="D55E00"/>
                  </a:solidFill>
                  <a:latin typeface="Arial"/>
                  <a:ea typeface="Arial"/>
                  <a:cs typeface="Arial"/>
                </a:defRPr>
              </a:defPPr>
              <a:lvl1pPr algn="l">
                <a:defRPr sz="1390" b="1">
                  <a:solidFill>
                    <a:srgbClr val="D55E00"/>
                  </a:solidFill>
                  <a:latin typeface="Arial"/>
                  <a:ea typeface="Arial"/>
                  <a:cs typeface="Arial"/>
                </a:defRPr>
              </a:lvl1pPr>
              <a:lvl2pPr algn="l">
                <a:defRPr sz="1390" b="1">
                  <a:solidFill>
                    <a:srgbClr val="D55E00"/>
                  </a:solidFill>
                  <a:latin typeface="Arial"/>
                  <a:ea typeface="Arial"/>
                  <a:cs typeface="Arial"/>
                </a:defRPr>
              </a:lvl2pPr>
              <a:lvl3pPr algn="l">
                <a:defRPr sz="1390" b="1">
                  <a:solidFill>
                    <a:srgbClr val="D55E00"/>
                  </a:solidFill>
                  <a:latin typeface="Arial"/>
                  <a:ea typeface="Arial"/>
                  <a:cs typeface="Arial"/>
                </a:defRPr>
              </a:lvl3pPr>
              <a:lvl4pPr algn="l">
                <a:defRPr sz="1390" b="1">
                  <a:solidFill>
                    <a:srgbClr val="D55E00"/>
                  </a:solidFill>
                  <a:latin typeface="Arial"/>
                  <a:ea typeface="Arial"/>
                  <a:cs typeface="Arial"/>
                </a:defRPr>
              </a:lvl4pPr>
              <a:lvl5pPr algn="l">
                <a:defRPr sz="1390" b="1">
                  <a:solidFill>
                    <a:srgbClr val="D55E00"/>
                  </a:solidFill>
                  <a:latin typeface="Arial"/>
                  <a:ea typeface="Arial"/>
                  <a:cs typeface="Arial"/>
                </a:defRPr>
              </a:lvl5pPr>
              <a:lvl6pPr algn="l">
                <a:defRPr sz="1390" b="1">
                  <a:solidFill>
                    <a:srgbClr val="D55E00"/>
                  </a:solidFill>
                  <a:latin typeface="Arial"/>
                  <a:ea typeface="Arial"/>
                  <a:cs typeface="Arial"/>
                </a:defRPr>
              </a:lvl6pPr>
              <a:lvl7pPr algn="l">
                <a:defRPr sz="1390" b="1">
                  <a:solidFill>
                    <a:srgbClr val="D55E00"/>
                  </a:solidFill>
                  <a:latin typeface="Arial"/>
                  <a:ea typeface="Arial"/>
                  <a:cs typeface="Arial"/>
                </a:defRPr>
              </a:lvl7pPr>
              <a:lvl8pPr algn="l">
                <a:defRPr sz="1390" b="1">
                  <a:solidFill>
                    <a:srgbClr val="D55E00"/>
                  </a:solidFill>
                  <a:latin typeface="Arial"/>
                  <a:ea typeface="Arial"/>
                  <a:cs typeface="Arial"/>
                </a:defRPr>
              </a:lvl8pPr>
              <a:lvl9pPr algn="l">
                <a:defRPr sz="1390" b="1">
                  <a:solidFill>
                    <a:srgbClr val="D55E00"/>
                  </a:solidFill>
                  <a:latin typeface="Arial"/>
                  <a:ea typeface="Arial"/>
                  <a:cs typeface="Arial"/>
                </a:defRPr>
              </a:lvl9pPr>
            </a:lstStyle>
            <a:p>
              <a:pPr algn="l">
                <a:defRPr sz="1390" b="1">
                  <a:solidFill>
                    <a:srgbClr val="D55E00"/>
                  </a:solidFill>
                  <a:latin typeface="Arial"/>
                  <a:ea typeface="Arial"/>
                  <a:cs typeface="Arial"/>
                </a:defRPr>
              </a:pPr>
              <a:r>
                <a:rPr sz="1390" b="1">
                  <a:solidFill>
                    <a:srgbClr val="D55E00"/>
                  </a:solidFill>
                  <a:latin typeface="Arial"/>
                  <a:ea typeface="Arial"/>
                  <a:cs typeface="Arial"/>
                </a:rPr>
                <a:t>B</a:t>
              </a:r>
            </a:p>
          </p:txBody>
        </p:sp>
        <p:sp>
          <p:nvSpPr>
            <p:cNvPr id="10042" name="Exact 3D extremum C, track 388, f140">
              <a:extLst>
                <a:ext uri="{FF2B5EF4-FFF2-40B4-BE49-F238E27FC236}">
                  <ns2:creationId id="{F2E2E272-4DCF-481D-B589-3F7B509C53E2}"/>
                </a:ext>
              </a:extLst>
            </p:cNvPr>
            <p:cNvSpPr>
              <a:spLocks noGrp="1"/>
            </p:cNvSpPr>
            <p:nvPr/>
          </p:nvSpPr>
          <p:spPr>
            <a:xfrm>
              <a:off x="6954778" y="3930075"/>
              <a:ext cx="78353" cy="78353"/>
            </a:xfrm>
            <a:prstGeom prst="ellipse">
              <a:avLst/>
            </a:prstGeom>
            <a:solidFill>
              <a:srgbClr val="FFFFFF"/>
            </a:solidFill>
            <a:ln w="17662">
              <a:solidFill>
                <a:srgbClr val="009E73"/>
              </a:solidFill>
            </a:ln>
          </p:spPr>
        </p:sp>
        <p:sp>
          <p:nvSpPr>
            <p:cNvPr id="10043" name="Volume label: C">
              <a:extLst>
                <a:ext uri="{FF2B5EF4-FFF2-40B4-BE49-F238E27FC236}">
                  <ns2:creationId id="{E76031F2-C594-40E0-A3DE-46AA0B72C020}"/>
                </a:ext>
              </a:extLst>
            </p:cNvPr>
            <p:cNvSpPr>
              <a:spLocks noGrp="1"/>
            </p:cNvSpPr>
            <p:nvPr/>
          </p:nvSpPr>
          <p:spPr>
            <a:xfrm>
              <a:off x="7066843" y="3750591"/>
              <a:ext cx="255104" cy="227772"/>
            </a:xfrm>
            <a:prstGeom prst="rect">
              <a:avLst/>
            </a:prstGeom>
            <a:noFill/>
            <a:ln w="0">
              <a:noFill/>
            </a:ln>
          </p:spPr>
          <p:txBody>
            <a:bodyPr wrap="none" lIns="0" tIns="0" rIns="0" bIns="0" anchor="ctr">
              <a:noAutofit/>
            </a:bodyPr>
            <a:lstStyle>
              <a:defPPr algn="l">
                <a:defRPr sz="1390" b="1">
                  <a:solidFill>
                    <a:srgbClr val="009E73"/>
                  </a:solidFill>
                  <a:latin typeface="Arial"/>
                  <a:ea typeface="Arial"/>
                  <a:cs typeface="Arial"/>
                </a:defRPr>
              </a:defPPr>
              <a:lvl1pPr algn="l">
                <a:defRPr sz="1390" b="1">
                  <a:solidFill>
                    <a:srgbClr val="009E73"/>
                  </a:solidFill>
                  <a:latin typeface="Arial"/>
                  <a:ea typeface="Arial"/>
                  <a:cs typeface="Arial"/>
                </a:defRPr>
              </a:lvl1pPr>
              <a:lvl2pPr algn="l">
                <a:defRPr sz="1390" b="1">
                  <a:solidFill>
                    <a:srgbClr val="009E73"/>
                  </a:solidFill>
                  <a:latin typeface="Arial"/>
                  <a:ea typeface="Arial"/>
                  <a:cs typeface="Arial"/>
                </a:defRPr>
              </a:lvl2pPr>
              <a:lvl3pPr algn="l">
                <a:defRPr sz="1390" b="1">
                  <a:solidFill>
                    <a:srgbClr val="009E73"/>
                  </a:solidFill>
                  <a:latin typeface="Arial"/>
                  <a:ea typeface="Arial"/>
                  <a:cs typeface="Arial"/>
                </a:defRPr>
              </a:lvl3pPr>
              <a:lvl4pPr algn="l">
                <a:defRPr sz="1390" b="1">
                  <a:solidFill>
                    <a:srgbClr val="009E73"/>
                  </a:solidFill>
                  <a:latin typeface="Arial"/>
                  <a:ea typeface="Arial"/>
                  <a:cs typeface="Arial"/>
                </a:defRPr>
              </a:lvl4pPr>
              <a:lvl5pPr algn="l">
                <a:defRPr sz="1390" b="1">
                  <a:solidFill>
                    <a:srgbClr val="009E73"/>
                  </a:solidFill>
                  <a:latin typeface="Arial"/>
                  <a:ea typeface="Arial"/>
                  <a:cs typeface="Arial"/>
                </a:defRPr>
              </a:lvl5pPr>
              <a:lvl6pPr algn="l">
                <a:defRPr sz="1390" b="1">
                  <a:solidFill>
                    <a:srgbClr val="009E73"/>
                  </a:solidFill>
                  <a:latin typeface="Arial"/>
                  <a:ea typeface="Arial"/>
                  <a:cs typeface="Arial"/>
                </a:defRPr>
              </a:lvl6pPr>
              <a:lvl7pPr algn="l">
                <a:defRPr sz="1390" b="1">
                  <a:solidFill>
                    <a:srgbClr val="009E73"/>
                  </a:solidFill>
                  <a:latin typeface="Arial"/>
                  <a:ea typeface="Arial"/>
                  <a:cs typeface="Arial"/>
                </a:defRPr>
              </a:lvl7pPr>
              <a:lvl8pPr algn="l">
                <a:defRPr sz="1390" b="1">
                  <a:solidFill>
                    <a:srgbClr val="009E73"/>
                  </a:solidFill>
                  <a:latin typeface="Arial"/>
                  <a:ea typeface="Arial"/>
                  <a:cs typeface="Arial"/>
                </a:defRPr>
              </a:lvl8pPr>
              <a:lvl9pPr algn="l">
                <a:defRPr sz="1390" b="1">
                  <a:solidFill>
                    <a:srgbClr val="009E73"/>
                  </a:solidFill>
                  <a:latin typeface="Arial"/>
                  <a:ea typeface="Arial"/>
                  <a:cs typeface="Arial"/>
                </a:defRPr>
              </a:lvl9pPr>
            </a:lstStyle>
            <a:p>
              <a:pPr algn="l">
                <a:defRPr sz="1390" b="1">
                  <a:solidFill>
                    <a:srgbClr val="009E73"/>
                  </a:solidFill>
                  <a:latin typeface="Arial"/>
                  <a:ea typeface="Arial"/>
                  <a:cs typeface="Arial"/>
                </a:defRPr>
              </a:pPr>
              <a:r>
                <a:rPr sz="1390" b="1">
                  <a:solidFill>
                    <a:srgbClr val="009E73"/>
                  </a:solidFill>
                  <a:latin typeface="Arial"/>
                  <a:ea typeface="Arial"/>
                  <a:cs typeface="Arial"/>
                </a:rPr>
                <a:t>C</a:t>
              </a:r>
            </a:p>
          </p:txBody>
        </p:sp>
        <p:sp>
          <p:nvSpPr>
            <p:cNvPr id="10044" name="Volume label: f141   t = 1.41">
              <a:extLst>
                <a:ext uri="{FF2B5EF4-FFF2-40B4-BE49-F238E27FC236}">
                  <ns2:creationId id="{086325EB-F5BD-4266-8669-2743E1C83862}"/>
                </a:ext>
              </a:extLst>
            </p:cNvPr>
            <p:cNvSpPr>
              <a:spLocks noGrp="1"/>
            </p:cNvSpPr>
            <p:nvPr/>
          </p:nvSpPr>
          <p:spPr>
            <a:xfrm>
              <a:off x="7962900" y="2914650"/>
              <a:ext cx="3771900" cy="218661"/>
            </a:xfrm>
            <a:prstGeom prst="rect">
              <a:avLst/>
            </a:prstGeom>
            <a:noFill/>
            <a:ln w="0">
              <a:noFill/>
            </a:ln>
          </p:spPr>
          <p:txBody>
            <a:bodyPr wrap="none" lIns="0" tIns="0" rIns="0" bIns="0" anchor="ctr">
              <a:noAutofit/>
            </a:bodyPr>
            <a:lstStyle>
              <a:defPPr algn="l">
                <a:defRPr sz="1545" b="1">
                  <a:solidFill>
                    <a:srgbClr val="000000"/>
                  </a:solidFill>
                  <a:latin typeface="Arial"/>
                  <a:ea typeface="Arial"/>
                  <a:cs typeface="Arial"/>
                </a:defRPr>
              </a:defPPr>
              <a:lvl1pPr algn="l">
                <a:defRPr sz="1545" b="1">
                  <a:solidFill>
                    <a:srgbClr val="000000"/>
                  </a:solidFill>
                  <a:latin typeface="Arial"/>
                  <a:ea typeface="Arial"/>
                  <a:cs typeface="Arial"/>
                </a:defRPr>
              </a:lvl1pPr>
              <a:lvl2pPr algn="l">
                <a:defRPr sz="1545" b="1">
                  <a:solidFill>
                    <a:srgbClr val="000000"/>
                  </a:solidFill>
                  <a:latin typeface="Arial"/>
                  <a:ea typeface="Arial"/>
                  <a:cs typeface="Arial"/>
                </a:defRPr>
              </a:lvl2pPr>
              <a:lvl3pPr algn="l">
                <a:defRPr sz="1545" b="1">
                  <a:solidFill>
                    <a:srgbClr val="000000"/>
                  </a:solidFill>
                  <a:latin typeface="Arial"/>
                  <a:ea typeface="Arial"/>
                  <a:cs typeface="Arial"/>
                </a:defRPr>
              </a:lvl3pPr>
              <a:lvl4pPr algn="l">
                <a:defRPr sz="1545" b="1">
                  <a:solidFill>
                    <a:srgbClr val="000000"/>
                  </a:solidFill>
                  <a:latin typeface="Arial"/>
                  <a:ea typeface="Arial"/>
                  <a:cs typeface="Arial"/>
                </a:defRPr>
              </a:lvl4pPr>
              <a:lvl5pPr algn="l">
                <a:defRPr sz="1545" b="1">
                  <a:solidFill>
                    <a:srgbClr val="000000"/>
                  </a:solidFill>
                  <a:latin typeface="Arial"/>
                  <a:ea typeface="Arial"/>
                  <a:cs typeface="Arial"/>
                </a:defRPr>
              </a:lvl5pPr>
              <a:lvl6pPr algn="l">
                <a:defRPr sz="1545" b="1">
                  <a:solidFill>
                    <a:srgbClr val="000000"/>
                  </a:solidFill>
                  <a:latin typeface="Arial"/>
                  <a:ea typeface="Arial"/>
                  <a:cs typeface="Arial"/>
                </a:defRPr>
              </a:lvl6pPr>
              <a:lvl7pPr algn="l">
                <a:defRPr sz="1545" b="1">
                  <a:solidFill>
                    <a:srgbClr val="000000"/>
                  </a:solidFill>
                  <a:latin typeface="Arial"/>
                  <a:ea typeface="Arial"/>
                  <a:cs typeface="Arial"/>
                </a:defRPr>
              </a:lvl7pPr>
              <a:lvl8pPr algn="l">
                <a:defRPr sz="1545" b="1">
                  <a:solidFill>
                    <a:srgbClr val="000000"/>
                  </a:solidFill>
                  <a:latin typeface="Arial"/>
                  <a:ea typeface="Arial"/>
                  <a:cs typeface="Arial"/>
                </a:defRPr>
              </a:lvl8pPr>
              <a:lvl9pPr algn="l">
                <a:defRPr sz="1545" b="1">
                  <a:solidFill>
                    <a:srgbClr val="000000"/>
                  </a:solidFill>
                  <a:latin typeface="Arial"/>
                  <a:ea typeface="Arial"/>
                  <a:cs typeface="Arial"/>
                </a:defRPr>
              </a:lvl9pPr>
            </a:lstStyle>
            <a:p>
              <a:pPr algn="l">
                <a:defRPr sz="1545" b="1">
                  <a:solidFill>
                    <a:srgbClr val="000000"/>
                  </a:solidFill>
                  <a:latin typeface="Arial"/>
                  <a:ea typeface="Arial"/>
                  <a:cs typeface="Arial"/>
                </a:defRPr>
              </a:pPr>
              <a:r>
                <a:rPr sz="1545" b="1">
                  <a:solidFill>
                    <a:srgbClr val="000000"/>
                  </a:solidFill>
                  <a:latin typeface="Arial"/>
                  <a:ea typeface="Arial"/>
                  <a:cs typeface="Arial"/>
                </a:rPr>
                <a:t>Frame 141</a:t>
              </a:r>
            </a:p>
          </p:txBody>
        </p:sp>
        <p:pic>
          <p:nvPicPr>
            <p:cNvPr id="10045" name="">
              <a:extLst>
                <a:ext uri="{FF2B5EF4-FFF2-40B4-BE49-F238E27FC236}">
                  <ns2:creationId id="{BFB97EFB-746A-4614-9D97-F468B5175A84}"/>
                </a:ext>
              </a:extLst>
            </p:cNvPr>
            <p:cNvPicPr>
              <a:picLocks noChangeAspect="1"/>
            </p:cNvPicPr>
            <p:nvPr/>
          </p:nvPicPr>
          <p:blipFill>
            <a:blip r:embed="FrameView_Rf17f8bde6fe240f7"/>
            <a:stretch/>
          </p:blipFill>
          <p:spPr>
            <a:xfrm>
              <a:off x="7962900" y="3169754"/>
              <a:ext cx="3771900" cy="1374648"/>
            </a:xfrm>
            <a:prstGeom prst="rect">
              <a:avLst/>
            </a:prstGeom>
          </p:spPr>
        </p:pic>
        <p:sp>
          <p:nvSpPr>
            <p:cNvPr id="10046" name="Domain frame f141: corner 0-1">
              <a:extLst>
                <a:ext uri="{FF2B5EF4-FFF2-40B4-BE49-F238E27FC236}">
                  <ns2:creationId id="{593F85A4-231A-4335-9969-A5560C6A11F0}"/>
                </a:ext>
              </a:extLst>
            </p:cNvPr>
            <p:cNvSpPr>
              <a:spLocks noGrp="1"/>
            </p:cNvSpPr>
            <p:nvPr/>
          </p:nvSpPr>
          <p:spPr>
            <a:xfrm>
              <a:off x="8038338" y="3622784"/>
              <a:ext cx="91" cy="625805"/>
            </a:xfrm>
            <a:custGeom>
              <a:pathLst>
                <a:path w="95" h="654251">
                  <a:moveTo>
                    <a:pt x="0" y="654251"/>
                  </a:moveTo>
                  <a:lnTo>
                    <a:pt x="0" y="0"/>
                  </a:lnTo>
                </a:path>
              </a:pathLst>
            </a:custGeom>
            <a:noFill/>
            <a:ln w="11284">
              <a:solidFill>
                <a:srgbClr val="7B8790"/>
              </a:solidFill>
              <a:prstDash val="solid"/>
            </a:ln>
          </p:spPr>
        </p:sp>
        <p:sp>
          <p:nvSpPr>
            <p:cNvPr id="10047" name="Domain frame f141: corner 0-2">
              <a:extLst>
                <a:ext uri="{FF2B5EF4-FFF2-40B4-BE49-F238E27FC236}">
                  <ns2:creationId id="{CD9EFECA-4F2B-4AA3-8787-CCF9E83A1B14}"/>
                </a:ext>
              </a:extLst>
            </p:cNvPr>
            <p:cNvSpPr>
              <a:spLocks noGrp="1"/>
            </p:cNvSpPr>
            <p:nvPr/>
          </p:nvSpPr>
          <p:spPr>
            <a:xfrm>
              <a:off x="8038338" y="3905670"/>
              <a:ext cx="590756" cy="342920"/>
            </a:xfrm>
            <a:custGeom>
              <a:pathLst>
                <a:path w="617609" h="358507">
                  <a:moveTo>
                    <a:pt x="0" y="358507"/>
                  </a:moveTo>
                  <a:lnTo>
                    <a:pt x="617609" y="0"/>
                  </a:lnTo>
                </a:path>
              </a:pathLst>
            </a:custGeom>
            <a:noFill/>
            <a:ln w="11284">
              <a:solidFill>
                <a:srgbClr val="B3BDC4"/>
              </a:solidFill>
              <a:prstDash val="dash"/>
            </a:ln>
          </p:spPr>
        </p:sp>
        <p:sp>
          <p:nvSpPr>
            <p:cNvPr id="10048" name="Domain frame f141: corner 0-4">
              <a:extLst>
                <a:ext uri="{FF2B5EF4-FFF2-40B4-BE49-F238E27FC236}">
                  <ns2:creationId id="{BAC4EE36-7D16-42BF-AF0D-FFF63EDB478A}"/>
                </a:ext>
              </a:extLst>
            </p:cNvPr>
            <p:cNvSpPr>
              <a:spLocks noGrp="1"/>
            </p:cNvSpPr>
            <p:nvPr/>
          </p:nvSpPr>
          <p:spPr>
            <a:xfrm>
              <a:off x="8038338" y="4248589"/>
              <a:ext cx="3030268" cy="185702"/>
            </a:xfrm>
            <a:custGeom>
              <a:pathLst>
                <a:path w="3168007" h="194143">
                  <a:moveTo>
                    <a:pt x="0" y="0"/>
                  </a:moveTo>
                  <a:lnTo>
                    <a:pt x="3168007" y="194143"/>
                  </a:lnTo>
                </a:path>
              </a:pathLst>
            </a:custGeom>
            <a:noFill/>
            <a:ln w="11284">
              <a:solidFill>
                <a:srgbClr val="7B8790"/>
              </a:solidFill>
              <a:prstDash val="solid"/>
            </a:ln>
          </p:spPr>
        </p:sp>
        <p:sp>
          <p:nvSpPr>
            <p:cNvPr id="10049" name="Domain frame f141: corner 1-3">
              <a:extLst>
                <a:ext uri="{FF2B5EF4-FFF2-40B4-BE49-F238E27FC236}">
                  <ns2:creationId id="{CCCDD479-5B04-4DAF-BDFD-C2E5D1757C23}"/>
                </a:ext>
              </a:extLst>
            </p:cNvPr>
            <p:cNvSpPr>
              <a:spLocks noGrp="1"/>
            </p:cNvSpPr>
            <p:nvPr/>
          </p:nvSpPr>
          <p:spPr>
            <a:xfrm>
              <a:off x="8038338" y="3279864"/>
              <a:ext cx="590756" cy="342920"/>
            </a:xfrm>
            <a:custGeom>
              <a:pathLst>
                <a:path w="617609" h="358507">
                  <a:moveTo>
                    <a:pt x="0" y="358507"/>
                  </a:moveTo>
                  <a:lnTo>
                    <a:pt x="617609" y="0"/>
                  </a:lnTo>
                </a:path>
              </a:pathLst>
            </a:custGeom>
            <a:noFill/>
            <a:ln w="11284">
              <a:solidFill>
                <a:srgbClr val="7B8790"/>
              </a:solidFill>
              <a:prstDash val="solid"/>
            </a:ln>
          </p:spPr>
        </p:sp>
        <p:sp>
          <p:nvSpPr>
            <p:cNvPr id="10050" name="Domain frame f141: corner 1-5">
              <a:extLst>
                <a:ext uri="{FF2B5EF4-FFF2-40B4-BE49-F238E27FC236}">
                  <ns2:creationId id="{95BC2DB6-D933-4915-BAE4-A0E88B7FFA90}"/>
                </a:ext>
              </a:extLst>
            </p:cNvPr>
            <p:cNvSpPr>
              <a:spLocks noGrp="1"/>
            </p:cNvSpPr>
            <p:nvPr/>
          </p:nvSpPr>
          <p:spPr>
            <a:xfrm>
              <a:off x="8038338" y="3622784"/>
              <a:ext cx="3030268" cy="185702"/>
            </a:xfrm>
            <a:custGeom>
              <a:pathLst>
                <a:path w="3168007" h="194143">
                  <a:moveTo>
                    <a:pt x="0" y="0"/>
                  </a:moveTo>
                  <a:lnTo>
                    <a:pt x="3168007" y="194143"/>
                  </a:lnTo>
                </a:path>
              </a:pathLst>
            </a:custGeom>
            <a:noFill/>
            <a:ln w="11284">
              <a:solidFill>
                <a:srgbClr val="7B8790"/>
              </a:solidFill>
              <a:prstDash val="solid"/>
            </a:ln>
          </p:spPr>
        </p:sp>
        <p:sp>
          <p:nvSpPr>
            <p:cNvPr id="10051" name="Domain frame f141: corner 2-3">
              <a:extLst>
                <a:ext uri="{FF2B5EF4-FFF2-40B4-BE49-F238E27FC236}">
                  <ns2:creationId id="{72A2C911-0669-4936-9529-EBDD64FCC0DC}"/>
                </a:ext>
              </a:extLst>
            </p:cNvPr>
            <p:cNvSpPr>
              <a:spLocks noGrp="1"/>
            </p:cNvSpPr>
            <p:nvPr/>
          </p:nvSpPr>
          <p:spPr>
            <a:xfrm>
              <a:off x="8629094" y="3279864"/>
              <a:ext cx="91" cy="625805"/>
            </a:xfrm>
            <a:custGeom>
              <a:pathLst>
                <a:path w="95" h="654251">
                  <a:moveTo>
                    <a:pt x="0" y="654251"/>
                  </a:moveTo>
                  <a:lnTo>
                    <a:pt x="0" y="0"/>
                  </a:lnTo>
                </a:path>
              </a:pathLst>
            </a:custGeom>
            <a:noFill/>
            <a:ln w="11284">
              <a:solidFill>
                <a:srgbClr val="B3BDC4"/>
              </a:solidFill>
              <a:prstDash val="dash"/>
            </a:ln>
          </p:spPr>
        </p:sp>
        <p:sp>
          <p:nvSpPr>
            <p:cNvPr id="10052" name="Domain frame f141: corner 2-6">
              <a:extLst>
                <a:ext uri="{FF2B5EF4-FFF2-40B4-BE49-F238E27FC236}">
                  <ns2:creationId id="{02B37E07-084E-4D5A-92BB-E1DBA996B883}"/>
                </a:ext>
              </a:extLst>
            </p:cNvPr>
            <p:cNvSpPr>
              <a:spLocks noGrp="1"/>
            </p:cNvSpPr>
            <p:nvPr/>
          </p:nvSpPr>
          <p:spPr>
            <a:xfrm>
              <a:off x="8629094" y="3905670"/>
              <a:ext cx="3030268" cy="185702"/>
            </a:xfrm>
            <a:custGeom>
              <a:pathLst>
                <a:path w="3168007" h="194143">
                  <a:moveTo>
                    <a:pt x="0" y="0"/>
                  </a:moveTo>
                  <a:lnTo>
                    <a:pt x="3168007" y="194143"/>
                  </a:lnTo>
                </a:path>
              </a:pathLst>
            </a:custGeom>
            <a:noFill/>
            <a:ln w="11284">
              <a:solidFill>
                <a:srgbClr val="B3BDC4"/>
              </a:solidFill>
              <a:prstDash val="dash"/>
            </a:ln>
          </p:spPr>
        </p:sp>
        <p:sp>
          <p:nvSpPr>
            <p:cNvPr id="10053" name="Domain frame f141: corner 3-7">
              <a:extLst>
                <a:ext uri="{FF2B5EF4-FFF2-40B4-BE49-F238E27FC236}">
                  <ns2:creationId id="{2B53BDEE-ED28-48A2-8352-5AA2FE2A5E73}"/>
                </a:ext>
              </a:extLst>
            </p:cNvPr>
            <p:cNvSpPr>
              <a:spLocks noGrp="1"/>
            </p:cNvSpPr>
            <p:nvPr/>
          </p:nvSpPr>
          <p:spPr>
            <a:xfrm>
              <a:off x="8629094" y="3279864"/>
              <a:ext cx="3030268" cy="185702"/>
            </a:xfrm>
            <a:custGeom>
              <a:pathLst>
                <a:path w="3168007" h="194143">
                  <a:moveTo>
                    <a:pt x="0" y="0"/>
                  </a:moveTo>
                  <a:lnTo>
                    <a:pt x="3168007" y="194143"/>
                  </a:lnTo>
                </a:path>
              </a:pathLst>
            </a:custGeom>
            <a:noFill/>
            <a:ln w="11284">
              <a:solidFill>
                <a:srgbClr val="7B8790"/>
              </a:solidFill>
              <a:prstDash val="solid"/>
            </a:ln>
          </p:spPr>
        </p:sp>
        <p:sp>
          <p:nvSpPr>
            <p:cNvPr id="10054" name="Domain frame f141: corner 4-5">
              <a:extLst>
                <a:ext uri="{FF2B5EF4-FFF2-40B4-BE49-F238E27FC236}">
                  <ns2:creationId id="{3D71D459-DE45-4E02-9563-856D80CECC86}"/>
                </a:ext>
              </a:extLst>
            </p:cNvPr>
            <p:cNvSpPr>
              <a:spLocks noGrp="1"/>
            </p:cNvSpPr>
            <p:nvPr/>
          </p:nvSpPr>
          <p:spPr>
            <a:xfrm>
              <a:off x="11068606" y="3808487"/>
              <a:ext cx="91" cy="625805"/>
            </a:xfrm>
            <a:custGeom>
              <a:pathLst>
                <a:path w="95" h="654251">
                  <a:moveTo>
                    <a:pt x="0" y="654251"/>
                  </a:moveTo>
                  <a:lnTo>
                    <a:pt x="0" y="0"/>
                  </a:lnTo>
                </a:path>
              </a:pathLst>
            </a:custGeom>
            <a:noFill/>
            <a:ln w="11284">
              <a:solidFill>
                <a:srgbClr val="7B8790"/>
              </a:solidFill>
              <a:prstDash val="solid"/>
            </a:ln>
          </p:spPr>
        </p:sp>
        <p:sp>
          <p:nvSpPr>
            <p:cNvPr id="10055" name="Domain frame f141: corner 4-6">
              <a:extLst>
                <a:ext uri="{FF2B5EF4-FFF2-40B4-BE49-F238E27FC236}">
                  <ns2:creationId id="{2C8E17F5-93CC-4A27-AE42-1D376D8E376D}"/>
                </a:ext>
              </a:extLst>
            </p:cNvPr>
            <p:cNvSpPr>
              <a:spLocks noGrp="1"/>
            </p:cNvSpPr>
            <p:nvPr/>
          </p:nvSpPr>
          <p:spPr>
            <a:xfrm>
              <a:off x="11068606" y="4091373"/>
              <a:ext cx="590756" cy="342920"/>
            </a:xfrm>
            <a:custGeom>
              <a:pathLst>
                <a:path w="617609" h="358507">
                  <a:moveTo>
                    <a:pt x="0" y="358507"/>
                  </a:moveTo>
                  <a:lnTo>
                    <a:pt x="617609" y="0"/>
                  </a:lnTo>
                </a:path>
              </a:pathLst>
            </a:custGeom>
            <a:noFill/>
            <a:ln w="11284">
              <a:solidFill>
                <a:srgbClr val="7B8790"/>
              </a:solidFill>
              <a:prstDash val="solid"/>
            </a:ln>
          </p:spPr>
        </p:sp>
        <p:sp>
          <p:nvSpPr>
            <p:cNvPr id="10056" name="Domain frame f141: corner 5-7">
              <a:extLst>
                <a:ext uri="{FF2B5EF4-FFF2-40B4-BE49-F238E27FC236}">
                  <ns2:creationId id="{9553A586-25E2-4E44-9D6E-597773D19B7F}"/>
                </a:ext>
              </a:extLst>
            </p:cNvPr>
            <p:cNvSpPr>
              <a:spLocks noGrp="1"/>
            </p:cNvSpPr>
            <p:nvPr/>
          </p:nvSpPr>
          <p:spPr>
            <a:xfrm>
              <a:off x="11068606" y="3465567"/>
              <a:ext cx="590756" cy="342920"/>
            </a:xfrm>
            <a:custGeom>
              <a:pathLst>
                <a:path w="617609" h="358507">
                  <a:moveTo>
                    <a:pt x="0" y="358507"/>
                  </a:moveTo>
                  <a:lnTo>
                    <a:pt x="617609" y="0"/>
                  </a:lnTo>
                </a:path>
              </a:pathLst>
            </a:custGeom>
            <a:noFill/>
            <a:ln w="11284">
              <a:solidFill>
                <a:srgbClr val="7B8790"/>
              </a:solidFill>
              <a:prstDash val="solid"/>
            </a:ln>
          </p:spPr>
        </p:sp>
        <p:sp>
          <p:nvSpPr>
            <p:cNvPr id="10057" name="Domain frame f141: corner 6-7">
              <a:extLst>
                <a:ext uri="{FF2B5EF4-FFF2-40B4-BE49-F238E27FC236}">
                  <ns2:creationId id="{74CEA008-6B4D-4CB2-BC29-EF7F94A68084}"/>
                </a:ext>
              </a:extLst>
            </p:cNvPr>
            <p:cNvSpPr>
              <a:spLocks noGrp="1"/>
            </p:cNvSpPr>
            <p:nvPr/>
          </p:nvSpPr>
          <p:spPr>
            <a:xfrm>
              <a:off x="11659362" y="3465567"/>
              <a:ext cx="91" cy="625805"/>
            </a:xfrm>
            <a:custGeom>
              <a:pathLst>
                <a:path w="95" h="654251">
                  <a:moveTo>
                    <a:pt x="0" y="654251"/>
                  </a:moveTo>
                  <a:lnTo>
                    <a:pt x="0" y="0"/>
                  </a:lnTo>
                </a:path>
              </a:pathLst>
            </a:custGeom>
            <a:noFill/>
            <a:ln w="11284">
              <a:solidFill>
                <a:srgbClr val="7B8790"/>
              </a:solidFill>
              <a:prstDash val="solid"/>
            </a:ln>
          </p:spPr>
        </p:sp>
        <p:sp>
          <p:nvSpPr>
            <p:cNvPr id="10058" name="Exact 3D extremum A, track 432, f141">
              <a:extLst>
                <a:ext uri="{FF2B5EF4-FFF2-40B4-BE49-F238E27FC236}">
                  <ns2:creationId id="{37C3C9E6-FD8B-4D84-81A4-C4EE63D18825}"/>
                </a:ext>
              </a:extLst>
            </p:cNvPr>
            <p:cNvSpPr>
              <a:spLocks noGrp="1"/>
            </p:cNvSpPr>
            <p:nvPr/>
          </p:nvSpPr>
          <p:spPr>
            <a:xfrm>
              <a:off x="9009647" y="3975035"/>
              <a:ext cx="78353" cy="78353"/>
            </a:xfrm>
            <a:prstGeom prst="ellipse">
              <a:avLst/>
            </a:prstGeom>
            <a:solidFill>
              <a:srgbClr val="FFFFFF"/>
            </a:solidFill>
            <a:ln w="17662">
              <a:solidFill>
                <a:srgbClr val="0072B2"/>
              </a:solidFill>
            </a:ln>
          </p:spPr>
        </p:sp>
        <p:sp>
          <p:nvSpPr>
            <p:cNvPr id="10059" name="Volume label: A">
              <a:extLst>
                <a:ext uri="{FF2B5EF4-FFF2-40B4-BE49-F238E27FC236}">
                  <ns2:creationId id="{3CF9C991-29EF-47F8-B6B7-44CA4C0C61B1}"/>
                </a:ext>
              </a:extLst>
            </p:cNvPr>
            <p:cNvSpPr>
              <a:spLocks noGrp="1"/>
            </p:cNvSpPr>
            <p:nvPr/>
          </p:nvSpPr>
          <p:spPr>
            <a:xfrm>
              <a:off x="9121710" y="3795550"/>
              <a:ext cx="255104" cy="227772"/>
            </a:xfrm>
            <a:prstGeom prst="rect">
              <a:avLst/>
            </a:prstGeom>
            <a:noFill/>
            <a:ln w="0">
              <a:noFill/>
            </a:ln>
          </p:spPr>
          <p:txBody>
            <a:bodyPr wrap="none" lIns="0" tIns="0" rIns="0" bIns="0" anchor="ctr">
              <a:noAutofit/>
            </a:bodyPr>
            <a:lstStyle>
              <a:defPPr algn="l">
                <a:defRPr sz="1390" b="1">
                  <a:solidFill>
                    <a:srgbClr val="0072B2"/>
                  </a:solidFill>
                  <a:latin typeface="Arial"/>
                  <a:ea typeface="Arial"/>
                  <a:cs typeface="Arial"/>
                </a:defRPr>
              </a:defPPr>
              <a:lvl1pPr algn="l">
                <a:defRPr sz="1390" b="1">
                  <a:solidFill>
                    <a:srgbClr val="0072B2"/>
                  </a:solidFill>
                  <a:latin typeface="Arial"/>
                  <a:ea typeface="Arial"/>
                  <a:cs typeface="Arial"/>
                </a:defRPr>
              </a:lvl1pPr>
              <a:lvl2pPr algn="l">
                <a:defRPr sz="1390" b="1">
                  <a:solidFill>
                    <a:srgbClr val="0072B2"/>
                  </a:solidFill>
                  <a:latin typeface="Arial"/>
                  <a:ea typeface="Arial"/>
                  <a:cs typeface="Arial"/>
                </a:defRPr>
              </a:lvl2pPr>
              <a:lvl3pPr algn="l">
                <a:defRPr sz="1390" b="1">
                  <a:solidFill>
                    <a:srgbClr val="0072B2"/>
                  </a:solidFill>
                  <a:latin typeface="Arial"/>
                  <a:ea typeface="Arial"/>
                  <a:cs typeface="Arial"/>
                </a:defRPr>
              </a:lvl3pPr>
              <a:lvl4pPr algn="l">
                <a:defRPr sz="1390" b="1">
                  <a:solidFill>
                    <a:srgbClr val="0072B2"/>
                  </a:solidFill>
                  <a:latin typeface="Arial"/>
                  <a:ea typeface="Arial"/>
                  <a:cs typeface="Arial"/>
                </a:defRPr>
              </a:lvl4pPr>
              <a:lvl5pPr algn="l">
                <a:defRPr sz="1390" b="1">
                  <a:solidFill>
                    <a:srgbClr val="0072B2"/>
                  </a:solidFill>
                  <a:latin typeface="Arial"/>
                  <a:ea typeface="Arial"/>
                  <a:cs typeface="Arial"/>
                </a:defRPr>
              </a:lvl5pPr>
              <a:lvl6pPr algn="l">
                <a:defRPr sz="1390" b="1">
                  <a:solidFill>
                    <a:srgbClr val="0072B2"/>
                  </a:solidFill>
                  <a:latin typeface="Arial"/>
                  <a:ea typeface="Arial"/>
                  <a:cs typeface="Arial"/>
                </a:defRPr>
              </a:lvl6pPr>
              <a:lvl7pPr algn="l">
                <a:defRPr sz="1390" b="1">
                  <a:solidFill>
                    <a:srgbClr val="0072B2"/>
                  </a:solidFill>
                  <a:latin typeface="Arial"/>
                  <a:ea typeface="Arial"/>
                  <a:cs typeface="Arial"/>
                </a:defRPr>
              </a:lvl7pPr>
              <a:lvl8pPr algn="l">
                <a:defRPr sz="1390" b="1">
                  <a:solidFill>
                    <a:srgbClr val="0072B2"/>
                  </a:solidFill>
                  <a:latin typeface="Arial"/>
                  <a:ea typeface="Arial"/>
                  <a:cs typeface="Arial"/>
                </a:defRPr>
              </a:lvl8pPr>
              <a:lvl9pPr algn="l">
                <a:defRPr sz="1390" b="1">
                  <a:solidFill>
                    <a:srgbClr val="0072B2"/>
                  </a:solidFill>
                  <a:latin typeface="Arial"/>
                  <a:ea typeface="Arial"/>
                  <a:cs typeface="Arial"/>
                </a:defRPr>
              </a:lvl9pPr>
            </a:lstStyle>
            <a:p>
              <a:pPr algn="l">
                <a:defRPr sz="1390" b="1">
                  <a:solidFill>
                    <a:srgbClr val="0072B2"/>
                  </a:solidFill>
                  <a:latin typeface="Arial"/>
                  <a:ea typeface="Arial"/>
                  <a:cs typeface="Arial"/>
                </a:defRPr>
              </a:pPr>
              <a:r>
                <a:rPr sz="1390" b="1">
                  <a:solidFill>
                    <a:srgbClr val="0072B2"/>
                  </a:solidFill>
                  <a:latin typeface="Arial"/>
                  <a:ea typeface="Arial"/>
                  <a:cs typeface="Arial"/>
                </a:rPr>
                <a:t>A</a:t>
              </a:r>
            </a:p>
          </p:txBody>
        </p:sp>
        <p:sp>
          <p:nvSpPr>
            <p:cNvPr id="10060" name="Exact 3D extremum B, track 462, f141">
              <a:extLst>
                <a:ext uri="{FF2B5EF4-FFF2-40B4-BE49-F238E27FC236}">
                  <ns2:creationId id="{878ACD74-1645-41E4-9AE0-B87A6E486E1D}"/>
                </a:ext>
              </a:extLst>
            </p:cNvPr>
            <p:cNvSpPr>
              <a:spLocks noGrp="1"/>
            </p:cNvSpPr>
            <p:nvPr/>
          </p:nvSpPr>
          <p:spPr>
            <a:xfrm>
              <a:off x="10161643" y="4129980"/>
              <a:ext cx="78353" cy="78353"/>
            </a:xfrm>
            <a:prstGeom prst="ellipse">
              <a:avLst/>
            </a:prstGeom>
            <a:solidFill>
              <a:srgbClr val="FFFFFF"/>
            </a:solidFill>
            <a:ln w="17662">
              <a:solidFill>
                <a:srgbClr val="D55E00"/>
              </a:solidFill>
            </a:ln>
          </p:spPr>
        </p:sp>
        <p:sp>
          <p:nvSpPr>
            <p:cNvPr id="10061" name="Volume label: B">
              <a:extLst>
                <a:ext uri="{FF2B5EF4-FFF2-40B4-BE49-F238E27FC236}">
                  <ns2:creationId id="{18CE936B-2430-4FE2-B9D2-303EEF81D01D}"/>
                </a:ext>
              </a:extLst>
            </p:cNvPr>
            <p:cNvSpPr>
              <a:spLocks noGrp="1"/>
            </p:cNvSpPr>
            <p:nvPr/>
          </p:nvSpPr>
          <p:spPr>
            <a:xfrm>
              <a:off x="10273706" y="3950495"/>
              <a:ext cx="255104" cy="227772"/>
            </a:xfrm>
            <a:prstGeom prst="rect">
              <a:avLst/>
            </a:prstGeom>
            <a:noFill/>
            <a:ln w="0">
              <a:noFill/>
            </a:ln>
          </p:spPr>
          <p:txBody>
            <a:bodyPr wrap="none" lIns="0" tIns="0" rIns="0" bIns="0" anchor="ctr">
              <a:noAutofit/>
            </a:bodyPr>
            <a:lstStyle>
              <a:defPPr algn="l">
                <a:defRPr sz="1390" b="1">
                  <a:solidFill>
                    <a:srgbClr val="D55E00"/>
                  </a:solidFill>
                  <a:latin typeface="Arial"/>
                  <a:ea typeface="Arial"/>
                  <a:cs typeface="Arial"/>
                </a:defRPr>
              </a:defPPr>
              <a:lvl1pPr algn="l">
                <a:defRPr sz="1390" b="1">
                  <a:solidFill>
                    <a:srgbClr val="D55E00"/>
                  </a:solidFill>
                  <a:latin typeface="Arial"/>
                  <a:ea typeface="Arial"/>
                  <a:cs typeface="Arial"/>
                </a:defRPr>
              </a:lvl1pPr>
              <a:lvl2pPr algn="l">
                <a:defRPr sz="1390" b="1">
                  <a:solidFill>
                    <a:srgbClr val="D55E00"/>
                  </a:solidFill>
                  <a:latin typeface="Arial"/>
                  <a:ea typeface="Arial"/>
                  <a:cs typeface="Arial"/>
                </a:defRPr>
              </a:lvl2pPr>
              <a:lvl3pPr algn="l">
                <a:defRPr sz="1390" b="1">
                  <a:solidFill>
                    <a:srgbClr val="D55E00"/>
                  </a:solidFill>
                  <a:latin typeface="Arial"/>
                  <a:ea typeface="Arial"/>
                  <a:cs typeface="Arial"/>
                </a:defRPr>
              </a:lvl3pPr>
              <a:lvl4pPr algn="l">
                <a:defRPr sz="1390" b="1">
                  <a:solidFill>
                    <a:srgbClr val="D55E00"/>
                  </a:solidFill>
                  <a:latin typeface="Arial"/>
                  <a:ea typeface="Arial"/>
                  <a:cs typeface="Arial"/>
                </a:defRPr>
              </a:lvl4pPr>
              <a:lvl5pPr algn="l">
                <a:defRPr sz="1390" b="1">
                  <a:solidFill>
                    <a:srgbClr val="D55E00"/>
                  </a:solidFill>
                  <a:latin typeface="Arial"/>
                  <a:ea typeface="Arial"/>
                  <a:cs typeface="Arial"/>
                </a:defRPr>
              </a:lvl5pPr>
              <a:lvl6pPr algn="l">
                <a:defRPr sz="1390" b="1">
                  <a:solidFill>
                    <a:srgbClr val="D55E00"/>
                  </a:solidFill>
                  <a:latin typeface="Arial"/>
                  <a:ea typeface="Arial"/>
                  <a:cs typeface="Arial"/>
                </a:defRPr>
              </a:lvl6pPr>
              <a:lvl7pPr algn="l">
                <a:defRPr sz="1390" b="1">
                  <a:solidFill>
                    <a:srgbClr val="D55E00"/>
                  </a:solidFill>
                  <a:latin typeface="Arial"/>
                  <a:ea typeface="Arial"/>
                  <a:cs typeface="Arial"/>
                </a:defRPr>
              </a:lvl7pPr>
              <a:lvl8pPr algn="l">
                <a:defRPr sz="1390" b="1">
                  <a:solidFill>
                    <a:srgbClr val="D55E00"/>
                  </a:solidFill>
                  <a:latin typeface="Arial"/>
                  <a:ea typeface="Arial"/>
                  <a:cs typeface="Arial"/>
                </a:defRPr>
              </a:lvl8pPr>
              <a:lvl9pPr algn="l">
                <a:defRPr sz="1390" b="1">
                  <a:solidFill>
                    <a:srgbClr val="D55E00"/>
                  </a:solidFill>
                  <a:latin typeface="Arial"/>
                  <a:ea typeface="Arial"/>
                  <a:cs typeface="Arial"/>
                </a:defRPr>
              </a:lvl9pPr>
            </a:lstStyle>
            <a:p>
              <a:pPr algn="l">
                <a:defRPr sz="1390" b="1">
                  <a:solidFill>
                    <a:srgbClr val="D55E00"/>
                  </a:solidFill>
                  <a:latin typeface="Arial"/>
                  <a:ea typeface="Arial"/>
                  <a:cs typeface="Arial"/>
                </a:defRPr>
              </a:pPr>
              <a:r>
                <a:rPr sz="1390" b="1">
                  <a:solidFill>
                    <a:srgbClr val="D55E00"/>
                  </a:solidFill>
                  <a:latin typeface="Arial"/>
                  <a:ea typeface="Arial"/>
                  <a:cs typeface="Arial"/>
                </a:rPr>
                <a:t>B</a:t>
              </a:r>
            </a:p>
          </p:txBody>
        </p:sp>
        <p:sp>
          <p:nvSpPr>
            <p:cNvPr id="10062" name="Exact 3D extremum C, track 388, f141">
              <a:extLst>
                <a:ext uri="{FF2B5EF4-FFF2-40B4-BE49-F238E27FC236}">
                  <ns2:creationId id="{161AA25D-5E51-427A-813A-312F3A42AD56}"/>
                </a:ext>
              </a:extLst>
            </p:cNvPr>
            <p:cNvSpPr>
              <a:spLocks noGrp="1"/>
            </p:cNvSpPr>
            <p:nvPr/>
          </p:nvSpPr>
          <p:spPr>
            <a:xfrm>
              <a:off x="10870164" y="3930696"/>
              <a:ext cx="78353" cy="78353"/>
            </a:xfrm>
            <a:prstGeom prst="ellipse">
              <a:avLst/>
            </a:prstGeom>
            <a:solidFill>
              <a:srgbClr val="FFFFFF"/>
            </a:solidFill>
            <a:ln w="17662">
              <a:solidFill>
                <a:srgbClr val="009E73"/>
              </a:solidFill>
            </a:ln>
          </p:spPr>
        </p:sp>
        <p:sp>
          <p:nvSpPr>
            <p:cNvPr id="10063" name="Volume label: C">
              <a:extLst>
                <a:ext uri="{FF2B5EF4-FFF2-40B4-BE49-F238E27FC236}">
                  <ns2:creationId id="{C52BC52E-7F41-4403-8B4A-FCA0297D7DEA}"/>
                </a:ext>
              </a:extLst>
            </p:cNvPr>
            <p:cNvSpPr>
              <a:spLocks noGrp="1"/>
            </p:cNvSpPr>
            <p:nvPr/>
          </p:nvSpPr>
          <p:spPr>
            <a:xfrm>
              <a:off x="10982227" y="3751212"/>
              <a:ext cx="255104" cy="227772"/>
            </a:xfrm>
            <a:prstGeom prst="rect">
              <a:avLst/>
            </a:prstGeom>
            <a:noFill/>
            <a:ln w="0">
              <a:noFill/>
            </a:ln>
          </p:spPr>
          <p:txBody>
            <a:bodyPr wrap="none" lIns="0" tIns="0" rIns="0" bIns="0" anchor="ctr">
              <a:noAutofit/>
            </a:bodyPr>
            <a:lstStyle>
              <a:defPPr algn="l">
                <a:defRPr sz="1390" b="1">
                  <a:solidFill>
                    <a:srgbClr val="009E73"/>
                  </a:solidFill>
                  <a:latin typeface="Arial"/>
                  <a:ea typeface="Arial"/>
                  <a:cs typeface="Arial"/>
                </a:defRPr>
              </a:defPPr>
              <a:lvl1pPr algn="l">
                <a:defRPr sz="1390" b="1">
                  <a:solidFill>
                    <a:srgbClr val="009E73"/>
                  </a:solidFill>
                  <a:latin typeface="Arial"/>
                  <a:ea typeface="Arial"/>
                  <a:cs typeface="Arial"/>
                </a:defRPr>
              </a:lvl1pPr>
              <a:lvl2pPr algn="l">
                <a:defRPr sz="1390" b="1">
                  <a:solidFill>
                    <a:srgbClr val="009E73"/>
                  </a:solidFill>
                  <a:latin typeface="Arial"/>
                  <a:ea typeface="Arial"/>
                  <a:cs typeface="Arial"/>
                </a:defRPr>
              </a:lvl2pPr>
              <a:lvl3pPr algn="l">
                <a:defRPr sz="1390" b="1">
                  <a:solidFill>
                    <a:srgbClr val="009E73"/>
                  </a:solidFill>
                  <a:latin typeface="Arial"/>
                  <a:ea typeface="Arial"/>
                  <a:cs typeface="Arial"/>
                </a:defRPr>
              </a:lvl3pPr>
              <a:lvl4pPr algn="l">
                <a:defRPr sz="1390" b="1">
                  <a:solidFill>
                    <a:srgbClr val="009E73"/>
                  </a:solidFill>
                  <a:latin typeface="Arial"/>
                  <a:ea typeface="Arial"/>
                  <a:cs typeface="Arial"/>
                </a:defRPr>
              </a:lvl4pPr>
              <a:lvl5pPr algn="l">
                <a:defRPr sz="1390" b="1">
                  <a:solidFill>
                    <a:srgbClr val="009E73"/>
                  </a:solidFill>
                  <a:latin typeface="Arial"/>
                  <a:ea typeface="Arial"/>
                  <a:cs typeface="Arial"/>
                </a:defRPr>
              </a:lvl5pPr>
              <a:lvl6pPr algn="l">
                <a:defRPr sz="1390" b="1">
                  <a:solidFill>
                    <a:srgbClr val="009E73"/>
                  </a:solidFill>
                  <a:latin typeface="Arial"/>
                  <a:ea typeface="Arial"/>
                  <a:cs typeface="Arial"/>
                </a:defRPr>
              </a:lvl6pPr>
              <a:lvl7pPr algn="l">
                <a:defRPr sz="1390" b="1">
                  <a:solidFill>
                    <a:srgbClr val="009E73"/>
                  </a:solidFill>
                  <a:latin typeface="Arial"/>
                  <a:ea typeface="Arial"/>
                  <a:cs typeface="Arial"/>
                </a:defRPr>
              </a:lvl7pPr>
              <a:lvl8pPr algn="l">
                <a:defRPr sz="1390" b="1">
                  <a:solidFill>
                    <a:srgbClr val="009E73"/>
                  </a:solidFill>
                  <a:latin typeface="Arial"/>
                  <a:ea typeface="Arial"/>
                  <a:cs typeface="Arial"/>
                </a:defRPr>
              </a:lvl8pPr>
              <a:lvl9pPr algn="l">
                <a:defRPr sz="1390" b="1">
                  <a:solidFill>
                    <a:srgbClr val="009E73"/>
                  </a:solidFill>
                  <a:latin typeface="Arial"/>
                  <a:ea typeface="Arial"/>
                  <a:cs typeface="Arial"/>
                </a:defRPr>
              </a:lvl9pPr>
            </a:lstStyle>
            <a:p>
              <a:pPr algn="l">
                <a:defRPr sz="1390" b="1">
                  <a:solidFill>
                    <a:srgbClr val="009E73"/>
                  </a:solidFill>
                  <a:latin typeface="Arial"/>
                  <a:ea typeface="Arial"/>
                  <a:cs typeface="Arial"/>
                </a:defRPr>
              </a:pPr>
              <a:r>
                <a:rPr sz="1390" b="1">
                  <a:solidFill>
                    <a:srgbClr val="009E73"/>
                  </a:solidFill>
                  <a:latin typeface="Arial"/>
                  <a:ea typeface="Arial"/>
                  <a:cs typeface="Arial"/>
                </a:rPr>
                <a:t>C</a:t>
              </a:r>
            </a:p>
          </p:txBody>
        </p:sp>
      </p:grpSp>
    </p:spTree>
    <p:extLst>
      <p:ext uri="{BB962C8B-B14F-4D97-AF65-F5344CB8AC3E}">
        <ns4:creationId val="899364499"/>
      </p:ext>
    </p:extLst>
  </p:cSld>
</p:sld>
</file>

<file path=ppt/slides/slide1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grpSp>
        <p:nvGrpSpPr>
          <p:cNvPr id="232" name="Manuscript Figure 11: Cylinder: 102 original-grid 3-D Q fields and source isosurfaces"/>
          <p:cNvGrpSpPr/>
          <p:nvPr/>
        </p:nvGrpSpPr>
        <p:grpSpPr>
          <a:xfrm>
            <a:off x="2336800" y="0"/>
            <a:ext cx="8128000" cy="6096000"/>
            <a:chOff x="0" y="0"/>
            <a:chExt cx="11811000" cy="8858250"/>
          </a:xfrm>
        </p:grpSpPr>
        <p:sp>
          <p:nvSpPr>
            <p:cNvPr id="24" name="text_023">
              <a:extLst>
                <a:ext uri="{FF2B5EF4-FFF2-40B4-BE49-F238E27FC236}">
                  <ns2:creationId id="{B144289B-0190-43E7-B756-3C4740512633}"/>
                </a:ext>
              </a:extLst>
            </p:cNvPr>
            <p:cNvSpPr>
              <a:spLocks noGrp="1"/>
            </p:cNvSpPr>
            <p:nvPr/>
          </p:nvSpPr>
          <p:spPr>
            <a:xfrm rot="0">
              <a:off x="255270" y="57150"/>
              <a:ext cx="5169877" cy="285750"/>
            </a:xfrm>
            <a:prstGeom prst="rect">
              <a:avLst/>
            </a:prstGeom>
            <a:noFill/>
            <a:ln w="0">
              <a:noFill/>
              <a:prstDash val="solid"/>
            </a:ln>
          </p:spPr>
          <p:txBody>
            <a:bodyPr wrap="none" lIns="0" tIns="0" rIns="0" bIns="0" anchor="t">
              <a:noAutofit/>
            </a:bodyPr>
            <a:lstStyle>
              <a:defPPr algn="l">
                <a:defRPr sz="1239" b="1">
                  <a:solidFill>
                    <a:srgbClr val="000000"/>
                  </a:solidFill>
                  <a:latin typeface="Arial"/>
                  <a:ea typeface="Arial"/>
                  <a:cs typeface="Arial"/>
                </a:defRPr>
              </a:defPPr>
              <a:lvl1pPr algn="l">
                <a:defRPr sz="1239" b="1">
                  <a:solidFill>
                    <a:srgbClr val="000000"/>
                  </a:solidFill>
                  <a:latin typeface="Arial"/>
                  <a:ea typeface="Arial"/>
                  <a:cs typeface="Arial"/>
                </a:defRPr>
              </a:lvl1pPr>
              <a:lvl2pPr algn="l">
                <a:defRPr sz="1239" b="1">
                  <a:solidFill>
                    <a:srgbClr val="000000"/>
                  </a:solidFill>
                  <a:latin typeface="Arial"/>
                  <a:ea typeface="Arial"/>
                  <a:cs typeface="Arial"/>
                </a:defRPr>
              </a:lvl2pPr>
              <a:lvl3pPr algn="l">
                <a:defRPr sz="1239" b="1">
                  <a:solidFill>
                    <a:srgbClr val="000000"/>
                  </a:solidFill>
                  <a:latin typeface="Arial"/>
                  <a:ea typeface="Arial"/>
                  <a:cs typeface="Arial"/>
                </a:defRPr>
              </a:lvl3pPr>
              <a:lvl4pPr algn="l">
                <a:defRPr sz="1239" b="1">
                  <a:solidFill>
                    <a:srgbClr val="000000"/>
                  </a:solidFill>
                  <a:latin typeface="Arial"/>
                  <a:ea typeface="Arial"/>
                  <a:cs typeface="Arial"/>
                </a:defRPr>
              </a:lvl4pPr>
              <a:lvl5pPr algn="l">
                <a:defRPr sz="1239" b="1">
                  <a:solidFill>
                    <a:srgbClr val="000000"/>
                  </a:solidFill>
                  <a:latin typeface="Arial"/>
                  <a:ea typeface="Arial"/>
                  <a:cs typeface="Arial"/>
                </a:defRPr>
              </a:lvl5pPr>
              <a:lvl6pPr algn="l">
                <a:defRPr sz="1239" b="1">
                  <a:solidFill>
                    <a:srgbClr val="000000"/>
                  </a:solidFill>
                  <a:latin typeface="Arial"/>
                  <a:ea typeface="Arial"/>
                  <a:cs typeface="Arial"/>
                </a:defRPr>
              </a:lvl6pPr>
              <a:lvl7pPr algn="l">
                <a:defRPr sz="1239" b="1">
                  <a:solidFill>
                    <a:srgbClr val="000000"/>
                  </a:solidFill>
                  <a:latin typeface="Arial"/>
                  <a:ea typeface="Arial"/>
                  <a:cs typeface="Arial"/>
                </a:defRPr>
              </a:lvl7pPr>
              <a:lvl8pPr algn="l">
                <a:defRPr sz="1239" b="1">
                  <a:solidFill>
                    <a:srgbClr val="000000"/>
                  </a:solidFill>
                  <a:latin typeface="Arial"/>
                  <a:ea typeface="Arial"/>
                  <a:cs typeface="Arial"/>
                </a:defRPr>
              </a:lvl8pPr>
              <a:lvl9pPr algn="l">
                <a:defRPr sz="1239" b="1">
                  <a:solidFill>
                    <a:srgbClr val="000000"/>
                  </a:solidFill>
                  <a:latin typeface="Arial"/>
                  <a:ea typeface="Arial"/>
                  <a:cs typeface="Arial"/>
                </a:defRPr>
              </a:lvl9pPr>
            </a:lstStyle>
            <a:p>
              <a:pPr algn="l">
                <a:defRPr sz="1239" b="1">
                  <a:solidFill>
                    <a:srgbClr val="000000"/>
                  </a:solidFill>
                  <a:latin typeface="Arial"/>
                  <a:ea typeface="Arial"/>
                  <a:cs typeface="Arial"/>
                </a:defRPr>
              </a:pPr>
              <a:r>
                <a:rPr sz="1239" b="1">
                  <a:solidFill>
                    <a:srgbClr val="000000"/>
                  </a:solidFill>
                  <a:latin typeface="Arial"/>
                  <a:ea typeface="Arial"/>
                  <a:cs typeface="Arial"/>
                </a:rPr>
                <a:t>(a) RG-MTM-P</a:t>
              </a:r>
            </a:p>
          </p:txBody>
        </p:sp>
        <p:pic>
          <p:nvPicPr>
            <p:cNvPr id="25" name="">
              <a:extLst>
                <a:ext uri="{FF2B5EF4-FFF2-40B4-BE49-F238E27FC236}">
                  <ns2:creationId id="{83617B4F-7EA8-487B-99BB-67548F2B8777}"/>
                </a:ext>
              </a:extLst>
            </p:cNvPr>
            <p:cNvPicPr>
              <a:picLocks noChangeAspect="1"/>
            </p:cNvPicPr>
            <p:nvPr/>
          </p:nvPicPr>
          <p:blipFill>
            <a:blip r:embed="Rc89e92be5cdc423c"/>
            <a:stretch/>
          </p:blipFill>
          <p:spPr>
            <a:xfrm>
              <a:off x="532228" y="438150"/>
              <a:ext cx="4892919" cy="1352550"/>
            </a:xfrm>
            <a:prstGeom prst="rect">
              <a:avLst/>
            </a:prstGeom>
          </p:spPr>
        </p:pic>
        <p:sp>
          <p:nvSpPr>
            <p:cNvPr id="26" name="line_025">
              <a:extLst>
                <a:ext uri="{FF2B5EF4-FFF2-40B4-BE49-F238E27FC236}">
                  <ns2:creationId id="{FEB4A91D-A822-4538-A917-51D3851DC589}"/>
                </a:ext>
              </a:extLst>
            </p:cNvPr>
            <p:cNvSpPr>
              <a:spLocks noGrp="1"/>
            </p:cNvSpPr>
            <p:nvPr/>
          </p:nvSpPr>
          <p:spPr>
            <a:xfrm>
              <a:off x="495300" y="1790700"/>
              <a:ext cx="36928" cy="95"/>
            </a:xfrm>
            <a:custGeom>
              <a:pathLst>
                <a:path w="38100" h="95">
                  <a:moveTo>
                    <a:pt x="0" y="0"/>
                  </a:moveTo>
                  <a:lnTo>
                    <a:pt x="38100" y="0"/>
                  </a:lnTo>
                </a:path>
              </a:pathLst>
            </a:custGeom>
            <a:noFill/>
            <a:ln w="6555">
              <a:solidFill>
                <a:srgbClr val="7B8790"/>
              </a:solidFill>
              <a:prstDash val="solid"/>
            </a:ln>
          </p:spPr>
        </p:sp>
        <p:sp>
          <p:nvSpPr>
            <p:cNvPr id="27" name="text_026">
              <a:extLst>
                <a:ext uri="{FF2B5EF4-FFF2-40B4-BE49-F238E27FC236}">
                  <ns2:creationId id="{F492141D-33D2-486E-AB51-D3679B3E635C}"/>
                </a:ext>
              </a:extLst>
            </p:cNvPr>
            <p:cNvSpPr>
              <a:spLocks noGrp="1"/>
            </p:cNvSpPr>
            <p:nvPr/>
          </p:nvSpPr>
          <p:spPr>
            <a:xfrm rot="0">
              <a:off x="227574" y="1695450"/>
              <a:ext cx="240030" cy="200025"/>
            </a:xfrm>
            <a:prstGeom prst="rect">
              <a:avLst/>
            </a:prstGeom>
            <a:noFill/>
            <a:ln w="0">
              <a:noFill/>
              <a:prstDash val="solid"/>
            </a:ln>
          </p:spPr>
          <p:txBody>
            <a:bodyPr wrap="none" lIns="0" tIns="0" rIns="0" bIns="0" anchor="t">
              <a:noAutofit/>
            </a:bodyPr>
            <a:lstStyle>
              <a:defPPr algn="r">
                <a:defRPr sz="774" b="0">
                  <a:solidFill>
                    <a:srgbClr val="000000"/>
                  </a:solidFill>
                  <a:latin typeface="Arial"/>
                  <a:ea typeface="Arial"/>
                  <a:cs typeface="Arial"/>
                </a:defRPr>
              </a:defPPr>
              <a:lvl1pPr algn="r">
                <a:defRPr sz="774" b="0">
                  <a:solidFill>
                    <a:srgbClr val="000000"/>
                  </a:solidFill>
                  <a:latin typeface="Arial"/>
                  <a:ea typeface="Arial"/>
                  <a:cs typeface="Arial"/>
                </a:defRPr>
              </a:lvl1pPr>
              <a:lvl2pPr algn="r">
                <a:defRPr sz="774" b="0">
                  <a:solidFill>
                    <a:srgbClr val="000000"/>
                  </a:solidFill>
                  <a:latin typeface="Arial"/>
                  <a:ea typeface="Arial"/>
                  <a:cs typeface="Arial"/>
                </a:defRPr>
              </a:lvl2pPr>
              <a:lvl3pPr algn="r">
                <a:defRPr sz="774" b="0">
                  <a:solidFill>
                    <a:srgbClr val="000000"/>
                  </a:solidFill>
                  <a:latin typeface="Arial"/>
                  <a:ea typeface="Arial"/>
                  <a:cs typeface="Arial"/>
                </a:defRPr>
              </a:lvl3pPr>
              <a:lvl4pPr algn="r">
                <a:defRPr sz="774" b="0">
                  <a:solidFill>
                    <a:srgbClr val="000000"/>
                  </a:solidFill>
                  <a:latin typeface="Arial"/>
                  <a:ea typeface="Arial"/>
                  <a:cs typeface="Arial"/>
                </a:defRPr>
              </a:lvl4pPr>
              <a:lvl5pPr algn="r">
                <a:defRPr sz="774" b="0">
                  <a:solidFill>
                    <a:srgbClr val="000000"/>
                  </a:solidFill>
                  <a:latin typeface="Arial"/>
                  <a:ea typeface="Arial"/>
                  <a:cs typeface="Arial"/>
                </a:defRPr>
              </a:lvl5pPr>
              <a:lvl6pPr algn="r">
                <a:defRPr sz="774" b="0">
                  <a:solidFill>
                    <a:srgbClr val="000000"/>
                  </a:solidFill>
                  <a:latin typeface="Arial"/>
                  <a:ea typeface="Arial"/>
                  <a:cs typeface="Arial"/>
                </a:defRPr>
              </a:lvl6pPr>
              <a:lvl7pPr algn="r">
                <a:defRPr sz="774" b="0">
                  <a:solidFill>
                    <a:srgbClr val="000000"/>
                  </a:solidFill>
                  <a:latin typeface="Arial"/>
                  <a:ea typeface="Arial"/>
                  <a:cs typeface="Arial"/>
                </a:defRPr>
              </a:lvl7pPr>
              <a:lvl8pPr algn="r">
                <a:defRPr sz="774" b="0">
                  <a:solidFill>
                    <a:srgbClr val="000000"/>
                  </a:solidFill>
                  <a:latin typeface="Arial"/>
                  <a:ea typeface="Arial"/>
                  <a:cs typeface="Arial"/>
                </a:defRPr>
              </a:lvl8pPr>
              <a:lvl9pPr algn="r">
                <a:defRPr sz="774" b="0">
                  <a:solidFill>
                    <a:srgbClr val="000000"/>
                  </a:solidFill>
                  <a:latin typeface="Arial"/>
                  <a:ea typeface="Arial"/>
                  <a:cs typeface="Arial"/>
                </a:defRPr>
              </a:lvl9pPr>
            </a:lstStyle>
            <a:p>
              <a:pPr algn="r">
                <a:defRPr sz="774" b="0">
                  <a:solidFill>
                    <a:srgbClr val="000000"/>
                  </a:solidFill>
                  <a:latin typeface="Arial"/>
                  <a:ea typeface="Arial"/>
                  <a:cs typeface="Arial"/>
                </a:defRPr>
              </a:pPr>
              <a:r>
                <a:rPr sz="774" b="0">
                  <a:solidFill>
                    <a:srgbClr val="000000"/>
                  </a:solidFill>
                  <a:latin typeface="Arial"/>
                  <a:ea typeface="Arial"/>
                  <a:cs typeface="Arial"/>
                </a:rPr>
                <a:t>0</a:t>
              </a:r>
            </a:p>
          </p:txBody>
        </p:sp>
        <p:sp>
          <p:nvSpPr>
            <p:cNvPr id="28" name="line_027">
              <a:extLst>
                <a:ext uri="{FF2B5EF4-FFF2-40B4-BE49-F238E27FC236}">
                  <ns2:creationId id="{C38967E5-E4D1-4F6E-80A8-C230BE6DEA55}"/>
                </a:ext>
              </a:extLst>
            </p:cNvPr>
            <p:cNvSpPr>
              <a:spLocks noGrp="1"/>
            </p:cNvSpPr>
            <p:nvPr/>
          </p:nvSpPr>
          <p:spPr>
            <a:xfrm>
              <a:off x="495300" y="1114425"/>
              <a:ext cx="36928" cy="95"/>
            </a:xfrm>
            <a:custGeom>
              <a:pathLst>
                <a:path w="38100" h="95">
                  <a:moveTo>
                    <a:pt x="0" y="0"/>
                  </a:moveTo>
                  <a:lnTo>
                    <a:pt x="38100" y="0"/>
                  </a:lnTo>
                </a:path>
              </a:pathLst>
            </a:custGeom>
            <a:noFill/>
            <a:ln w="6555">
              <a:solidFill>
                <a:srgbClr val="7B8790"/>
              </a:solidFill>
              <a:prstDash val="solid"/>
            </a:ln>
          </p:spPr>
        </p:sp>
        <p:sp>
          <p:nvSpPr>
            <p:cNvPr id="29" name="text_028">
              <a:extLst>
                <a:ext uri="{FF2B5EF4-FFF2-40B4-BE49-F238E27FC236}">
                  <ns2:creationId id="{B657F5B5-6E60-46A2-84F6-3FE5FFEB8543}"/>
                </a:ext>
              </a:extLst>
            </p:cNvPr>
            <p:cNvSpPr>
              <a:spLocks noGrp="1"/>
            </p:cNvSpPr>
            <p:nvPr/>
          </p:nvSpPr>
          <p:spPr>
            <a:xfrm rot="0">
              <a:off x="227574" y="1019175"/>
              <a:ext cx="240030" cy="200025"/>
            </a:xfrm>
            <a:prstGeom prst="rect">
              <a:avLst/>
            </a:prstGeom>
            <a:noFill/>
            <a:ln w="0">
              <a:noFill/>
              <a:prstDash val="solid"/>
            </a:ln>
          </p:spPr>
          <p:txBody>
            <a:bodyPr wrap="none" lIns="0" tIns="0" rIns="0" bIns="0" anchor="t">
              <a:noAutofit/>
            </a:bodyPr>
            <a:lstStyle>
              <a:defPPr algn="r">
                <a:defRPr sz="774" b="0">
                  <a:solidFill>
                    <a:srgbClr val="000000"/>
                  </a:solidFill>
                  <a:latin typeface="Arial"/>
                  <a:ea typeface="Arial"/>
                  <a:cs typeface="Arial"/>
                </a:defRPr>
              </a:defPPr>
              <a:lvl1pPr algn="r">
                <a:defRPr sz="774" b="0">
                  <a:solidFill>
                    <a:srgbClr val="000000"/>
                  </a:solidFill>
                  <a:latin typeface="Arial"/>
                  <a:ea typeface="Arial"/>
                  <a:cs typeface="Arial"/>
                </a:defRPr>
              </a:lvl1pPr>
              <a:lvl2pPr algn="r">
                <a:defRPr sz="774" b="0">
                  <a:solidFill>
                    <a:srgbClr val="000000"/>
                  </a:solidFill>
                  <a:latin typeface="Arial"/>
                  <a:ea typeface="Arial"/>
                  <a:cs typeface="Arial"/>
                </a:defRPr>
              </a:lvl2pPr>
              <a:lvl3pPr algn="r">
                <a:defRPr sz="774" b="0">
                  <a:solidFill>
                    <a:srgbClr val="000000"/>
                  </a:solidFill>
                  <a:latin typeface="Arial"/>
                  <a:ea typeface="Arial"/>
                  <a:cs typeface="Arial"/>
                </a:defRPr>
              </a:lvl3pPr>
              <a:lvl4pPr algn="r">
                <a:defRPr sz="774" b="0">
                  <a:solidFill>
                    <a:srgbClr val="000000"/>
                  </a:solidFill>
                  <a:latin typeface="Arial"/>
                  <a:ea typeface="Arial"/>
                  <a:cs typeface="Arial"/>
                </a:defRPr>
              </a:lvl4pPr>
              <a:lvl5pPr algn="r">
                <a:defRPr sz="774" b="0">
                  <a:solidFill>
                    <a:srgbClr val="000000"/>
                  </a:solidFill>
                  <a:latin typeface="Arial"/>
                  <a:ea typeface="Arial"/>
                  <a:cs typeface="Arial"/>
                </a:defRPr>
              </a:lvl5pPr>
              <a:lvl6pPr algn="r">
                <a:defRPr sz="774" b="0">
                  <a:solidFill>
                    <a:srgbClr val="000000"/>
                  </a:solidFill>
                  <a:latin typeface="Arial"/>
                  <a:ea typeface="Arial"/>
                  <a:cs typeface="Arial"/>
                </a:defRPr>
              </a:lvl6pPr>
              <a:lvl7pPr algn="r">
                <a:defRPr sz="774" b="0">
                  <a:solidFill>
                    <a:srgbClr val="000000"/>
                  </a:solidFill>
                  <a:latin typeface="Arial"/>
                  <a:ea typeface="Arial"/>
                  <a:cs typeface="Arial"/>
                </a:defRPr>
              </a:lvl7pPr>
              <a:lvl8pPr algn="r">
                <a:defRPr sz="774" b="0">
                  <a:solidFill>
                    <a:srgbClr val="000000"/>
                  </a:solidFill>
                  <a:latin typeface="Arial"/>
                  <a:ea typeface="Arial"/>
                  <a:cs typeface="Arial"/>
                </a:defRPr>
              </a:lvl8pPr>
              <a:lvl9pPr algn="r">
                <a:defRPr sz="774" b="0">
                  <a:solidFill>
                    <a:srgbClr val="000000"/>
                  </a:solidFill>
                  <a:latin typeface="Arial"/>
                  <a:ea typeface="Arial"/>
                  <a:cs typeface="Arial"/>
                </a:defRPr>
              </a:lvl9pPr>
            </a:lstStyle>
            <a:p>
              <a:pPr algn="r">
                <a:defRPr sz="774" b="0">
                  <a:solidFill>
                    <a:srgbClr val="000000"/>
                  </a:solidFill>
                  <a:latin typeface="Arial"/>
                  <a:ea typeface="Arial"/>
                  <a:cs typeface="Arial"/>
                </a:defRPr>
              </a:pPr>
              <a:r>
                <a:rPr sz="774" b="0">
                  <a:solidFill>
                    <a:srgbClr val="000000"/>
                  </a:solidFill>
                  <a:latin typeface="Arial"/>
                  <a:ea typeface="Arial"/>
                  <a:cs typeface="Arial"/>
                </a:rPr>
                <a:t>0.5</a:t>
              </a:r>
            </a:p>
          </p:txBody>
        </p:sp>
        <p:sp>
          <p:nvSpPr>
            <p:cNvPr id="30" name="line_029">
              <a:extLst>
                <a:ext uri="{FF2B5EF4-FFF2-40B4-BE49-F238E27FC236}">
                  <ns2:creationId id="{F528E9CA-21EA-4B98-9E43-560B8E85280B}"/>
                </a:ext>
              </a:extLst>
            </p:cNvPr>
            <p:cNvSpPr>
              <a:spLocks noGrp="1"/>
            </p:cNvSpPr>
            <p:nvPr/>
          </p:nvSpPr>
          <p:spPr>
            <a:xfrm>
              <a:off x="495300" y="438150"/>
              <a:ext cx="36928" cy="95"/>
            </a:xfrm>
            <a:custGeom>
              <a:pathLst>
                <a:path w="38100" h="95">
                  <a:moveTo>
                    <a:pt x="0" y="0"/>
                  </a:moveTo>
                  <a:lnTo>
                    <a:pt x="38100" y="0"/>
                  </a:lnTo>
                </a:path>
              </a:pathLst>
            </a:custGeom>
            <a:noFill/>
            <a:ln w="6555">
              <a:solidFill>
                <a:srgbClr val="7B8790"/>
              </a:solidFill>
              <a:prstDash val="solid"/>
            </a:ln>
          </p:spPr>
        </p:sp>
        <p:sp>
          <p:nvSpPr>
            <p:cNvPr id="31" name="text_030">
              <a:extLst>
                <a:ext uri="{FF2B5EF4-FFF2-40B4-BE49-F238E27FC236}">
                  <ns2:creationId id="{511BDC6B-CD8D-4A48-AA83-1A7A2A8DBFA9}"/>
                </a:ext>
              </a:extLst>
            </p:cNvPr>
            <p:cNvSpPr>
              <a:spLocks noGrp="1"/>
            </p:cNvSpPr>
            <p:nvPr/>
          </p:nvSpPr>
          <p:spPr>
            <a:xfrm rot="0">
              <a:off x="227574" y="342900"/>
              <a:ext cx="240030" cy="200025"/>
            </a:xfrm>
            <a:prstGeom prst="rect">
              <a:avLst/>
            </a:prstGeom>
            <a:noFill/>
            <a:ln w="0">
              <a:noFill/>
              <a:prstDash val="solid"/>
            </a:ln>
          </p:spPr>
          <p:txBody>
            <a:bodyPr wrap="none" lIns="0" tIns="0" rIns="0" bIns="0" anchor="t">
              <a:noAutofit/>
            </a:bodyPr>
            <a:lstStyle>
              <a:defPPr algn="r">
                <a:defRPr sz="774" b="0">
                  <a:solidFill>
                    <a:srgbClr val="000000"/>
                  </a:solidFill>
                  <a:latin typeface="Arial"/>
                  <a:ea typeface="Arial"/>
                  <a:cs typeface="Arial"/>
                </a:defRPr>
              </a:defPPr>
              <a:lvl1pPr algn="r">
                <a:defRPr sz="774" b="0">
                  <a:solidFill>
                    <a:srgbClr val="000000"/>
                  </a:solidFill>
                  <a:latin typeface="Arial"/>
                  <a:ea typeface="Arial"/>
                  <a:cs typeface="Arial"/>
                </a:defRPr>
              </a:lvl1pPr>
              <a:lvl2pPr algn="r">
                <a:defRPr sz="774" b="0">
                  <a:solidFill>
                    <a:srgbClr val="000000"/>
                  </a:solidFill>
                  <a:latin typeface="Arial"/>
                  <a:ea typeface="Arial"/>
                  <a:cs typeface="Arial"/>
                </a:defRPr>
              </a:lvl2pPr>
              <a:lvl3pPr algn="r">
                <a:defRPr sz="774" b="0">
                  <a:solidFill>
                    <a:srgbClr val="000000"/>
                  </a:solidFill>
                  <a:latin typeface="Arial"/>
                  <a:ea typeface="Arial"/>
                  <a:cs typeface="Arial"/>
                </a:defRPr>
              </a:lvl3pPr>
              <a:lvl4pPr algn="r">
                <a:defRPr sz="774" b="0">
                  <a:solidFill>
                    <a:srgbClr val="000000"/>
                  </a:solidFill>
                  <a:latin typeface="Arial"/>
                  <a:ea typeface="Arial"/>
                  <a:cs typeface="Arial"/>
                </a:defRPr>
              </a:lvl4pPr>
              <a:lvl5pPr algn="r">
                <a:defRPr sz="774" b="0">
                  <a:solidFill>
                    <a:srgbClr val="000000"/>
                  </a:solidFill>
                  <a:latin typeface="Arial"/>
                  <a:ea typeface="Arial"/>
                  <a:cs typeface="Arial"/>
                </a:defRPr>
              </a:lvl5pPr>
              <a:lvl6pPr algn="r">
                <a:defRPr sz="774" b="0">
                  <a:solidFill>
                    <a:srgbClr val="000000"/>
                  </a:solidFill>
                  <a:latin typeface="Arial"/>
                  <a:ea typeface="Arial"/>
                  <a:cs typeface="Arial"/>
                </a:defRPr>
              </a:lvl6pPr>
              <a:lvl7pPr algn="r">
                <a:defRPr sz="774" b="0">
                  <a:solidFill>
                    <a:srgbClr val="000000"/>
                  </a:solidFill>
                  <a:latin typeface="Arial"/>
                  <a:ea typeface="Arial"/>
                  <a:cs typeface="Arial"/>
                </a:defRPr>
              </a:lvl7pPr>
              <a:lvl8pPr algn="r">
                <a:defRPr sz="774" b="0">
                  <a:solidFill>
                    <a:srgbClr val="000000"/>
                  </a:solidFill>
                  <a:latin typeface="Arial"/>
                  <a:ea typeface="Arial"/>
                  <a:cs typeface="Arial"/>
                </a:defRPr>
              </a:lvl8pPr>
              <a:lvl9pPr algn="r">
                <a:defRPr sz="774" b="0">
                  <a:solidFill>
                    <a:srgbClr val="000000"/>
                  </a:solidFill>
                  <a:latin typeface="Arial"/>
                  <a:ea typeface="Arial"/>
                  <a:cs typeface="Arial"/>
                </a:defRPr>
              </a:lvl9pPr>
            </a:lstStyle>
            <a:p>
              <a:pPr algn="r">
                <a:defRPr sz="774" b="0">
                  <a:solidFill>
                    <a:srgbClr val="000000"/>
                  </a:solidFill>
                  <a:latin typeface="Arial"/>
                  <a:ea typeface="Arial"/>
                  <a:cs typeface="Arial"/>
                </a:defRPr>
              </a:pPr>
              <a:r>
                <a:rPr sz="774" b="0">
                  <a:solidFill>
                    <a:srgbClr val="000000"/>
                  </a:solidFill>
                  <a:latin typeface="Arial"/>
                  <a:ea typeface="Arial"/>
                  <a:cs typeface="Arial"/>
                </a:rPr>
                <a:t>1</a:t>
              </a:r>
            </a:p>
          </p:txBody>
        </p:sp>
        <p:sp>
          <p:nvSpPr>
            <p:cNvPr id="32" name="line_031">
              <a:extLst>
                <a:ext uri="{FF2B5EF4-FFF2-40B4-BE49-F238E27FC236}">
                  <ns2:creationId id="{135B7EC1-A708-451C-9328-EB7459F494FB}"/>
                </a:ext>
              </a:extLst>
            </p:cNvPr>
            <p:cNvSpPr>
              <a:spLocks noGrp="1"/>
            </p:cNvSpPr>
            <p:nvPr/>
          </p:nvSpPr>
          <p:spPr>
            <a:xfrm>
              <a:off x="556212" y="1790700"/>
              <a:ext cx="92" cy="38100"/>
            </a:xfrm>
            <a:custGeom>
              <a:pathLst>
                <a:path w="95" h="38100">
                  <a:moveTo>
                    <a:pt x="0" y="0"/>
                  </a:moveTo>
                  <a:lnTo>
                    <a:pt x="0" y="38100"/>
                  </a:lnTo>
                </a:path>
              </a:pathLst>
            </a:custGeom>
            <a:noFill/>
            <a:ln w="6555">
              <a:solidFill>
                <a:srgbClr val="7B8790"/>
              </a:solidFill>
              <a:prstDash val="solid"/>
            </a:ln>
          </p:spPr>
        </p:sp>
        <p:sp>
          <p:nvSpPr>
            <p:cNvPr id="33" name="text_032">
              <a:extLst>
                <a:ext uri="{FF2B5EF4-FFF2-40B4-BE49-F238E27FC236}">
                  <ns2:creationId id="{20F598E5-35C8-4F3A-82E1-615BF2F500E0}"/>
                </a:ext>
              </a:extLst>
            </p:cNvPr>
            <p:cNvSpPr>
              <a:spLocks noGrp="1"/>
            </p:cNvSpPr>
            <p:nvPr/>
          </p:nvSpPr>
          <p:spPr>
            <a:xfrm rot="0">
              <a:off x="371574" y="1847850"/>
              <a:ext cx="369277" cy="209550"/>
            </a:xfrm>
            <a:prstGeom prst="rect">
              <a:avLst/>
            </a:prstGeom>
            <a:noFill/>
            <a:ln w="0">
              <a:noFill/>
              <a:prstDash val="solid"/>
            </a:ln>
          </p:spPr>
          <p:txBody>
            <a:bodyPr wrap="none" lIns="0" tIns="0" rIns="0" bIns="0" anchor="t">
              <a:noAutofit/>
            </a:bodyPr>
            <a:lstStyle>
              <a:defPPr algn="ctr">
                <a:defRPr sz="774" b="0">
                  <a:solidFill>
                    <a:srgbClr val="000000"/>
                  </a:solidFill>
                  <a:latin typeface="Arial"/>
                  <a:ea typeface="Arial"/>
                  <a:cs typeface="Arial"/>
                </a:defRPr>
              </a:defPPr>
              <a:lvl1pPr algn="ctr">
                <a:defRPr sz="774" b="0">
                  <a:solidFill>
                    <a:srgbClr val="000000"/>
                  </a:solidFill>
                  <a:latin typeface="Arial"/>
                  <a:ea typeface="Arial"/>
                  <a:cs typeface="Arial"/>
                </a:defRPr>
              </a:lvl1pPr>
              <a:lvl2pPr algn="ctr">
                <a:defRPr sz="774" b="0">
                  <a:solidFill>
                    <a:srgbClr val="000000"/>
                  </a:solidFill>
                  <a:latin typeface="Arial"/>
                  <a:ea typeface="Arial"/>
                  <a:cs typeface="Arial"/>
                </a:defRPr>
              </a:lvl2pPr>
              <a:lvl3pPr algn="ctr">
                <a:defRPr sz="774" b="0">
                  <a:solidFill>
                    <a:srgbClr val="000000"/>
                  </a:solidFill>
                  <a:latin typeface="Arial"/>
                  <a:ea typeface="Arial"/>
                  <a:cs typeface="Arial"/>
                </a:defRPr>
              </a:lvl3pPr>
              <a:lvl4pPr algn="ctr">
                <a:defRPr sz="774" b="0">
                  <a:solidFill>
                    <a:srgbClr val="000000"/>
                  </a:solidFill>
                  <a:latin typeface="Arial"/>
                  <a:ea typeface="Arial"/>
                  <a:cs typeface="Arial"/>
                </a:defRPr>
              </a:lvl4pPr>
              <a:lvl5pPr algn="ctr">
                <a:defRPr sz="774" b="0">
                  <a:solidFill>
                    <a:srgbClr val="000000"/>
                  </a:solidFill>
                  <a:latin typeface="Arial"/>
                  <a:ea typeface="Arial"/>
                  <a:cs typeface="Arial"/>
                </a:defRPr>
              </a:lvl5pPr>
              <a:lvl6pPr algn="ctr">
                <a:defRPr sz="774" b="0">
                  <a:solidFill>
                    <a:srgbClr val="000000"/>
                  </a:solidFill>
                  <a:latin typeface="Arial"/>
                  <a:ea typeface="Arial"/>
                  <a:cs typeface="Arial"/>
                </a:defRPr>
              </a:lvl6pPr>
              <a:lvl7pPr algn="ctr">
                <a:defRPr sz="774" b="0">
                  <a:solidFill>
                    <a:srgbClr val="000000"/>
                  </a:solidFill>
                  <a:latin typeface="Arial"/>
                  <a:ea typeface="Arial"/>
                  <a:cs typeface="Arial"/>
                </a:defRPr>
              </a:lvl7pPr>
              <a:lvl8pPr algn="ctr">
                <a:defRPr sz="774" b="0">
                  <a:solidFill>
                    <a:srgbClr val="000000"/>
                  </a:solidFill>
                  <a:latin typeface="Arial"/>
                  <a:ea typeface="Arial"/>
                  <a:cs typeface="Arial"/>
                </a:defRPr>
              </a:lvl8pPr>
              <a:lvl9pPr algn="ctr">
                <a:defRPr sz="774" b="0">
                  <a:solidFill>
                    <a:srgbClr val="000000"/>
                  </a:solidFill>
                  <a:latin typeface="Arial"/>
                  <a:ea typeface="Arial"/>
                  <a:cs typeface="Arial"/>
                </a:defRPr>
              </a:lvl9pPr>
            </a:lstStyle>
            <a:p>
              <a:pPr algn="ctr">
                <a:defRPr sz="774" b="0">
                  <a:solidFill>
                    <a:srgbClr val="000000"/>
                  </a:solidFill>
                  <a:latin typeface="Arial"/>
                  <a:ea typeface="Arial"/>
                  <a:cs typeface="Arial"/>
                </a:defRPr>
              </a:pPr>
              <a:r>
                <a:rPr sz="774" b="0">
                  <a:solidFill>
                    <a:srgbClr val="000000"/>
                  </a:solidFill>
                  <a:latin typeface="Arial"/>
                  <a:ea typeface="Arial"/>
                  <a:cs typeface="Arial"/>
                </a:rPr>
                <a:t>0</a:t>
              </a:r>
            </a:p>
          </p:txBody>
        </p:sp>
        <p:sp>
          <p:nvSpPr>
            <p:cNvPr id="34" name="line_033">
              <a:extLst>
                <a:ext uri="{FF2B5EF4-FFF2-40B4-BE49-F238E27FC236}">
                  <ns2:creationId id="{C5CB54E6-D22C-4065-9E30-4AD4925EBF0D}"/>
                </a:ext>
              </a:extLst>
            </p:cNvPr>
            <p:cNvSpPr>
              <a:spLocks noGrp="1"/>
            </p:cNvSpPr>
            <p:nvPr/>
          </p:nvSpPr>
          <p:spPr>
            <a:xfrm>
              <a:off x="1755458" y="1790700"/>
              <a:ext cx="92" cy="38100"/>
            </a:xfrm>
            <a:custGeom>
              <a:pathLst>
                <a:path w="95" h="38100">
                  <a:moveTo>
                    <a:pt x="0" y="0"/>
                  </a:moveTo>
                  <a:lnTo>
                    <a:pt x="0" y="38100"/>
                  </a:lnTo>
                </a:path>
              </a:pathLst>
            </a:custGeom>
            <a:noFill/>
            <a:ln w="6555">
              <a:solidFill>
                <a:srgbClr val="7B8790"/>
              </a:solidFill>
              <a:prstDash val="solid"/>
            </a:ln>
          </p:spPr>
        </p:sp>
        <p:sp>
          <p:nvSpPr>
            <p:cNvPr id="35" name="text_034">
              <a:extLst>
                <a:ext uri="{FF2B5EF4-FFF2-40B4-BE49-F238E27FC236}">
                  <ns2:creationId id="{47FE10D8-5D3B-408E-BDF7-EAFC53E89304}"/>
                </a:ext>
              </a:extLst>
            </p:cNvPr>
            <p:cNvSpPr>
              <a:spLocks noGrp="1"/>
            </p:cNvSpPr>
            <p:nvPr/>
          </p:nvSpPr>
          <p:spPr>
            <a:xfrm rot="0">
              <a:off x="1570820" y="1847850"/>
              <a:ext cx="369277" cy="209550"/>
            </a:xfrm>
            <a:prstGeom prst="rect">
              <a:avLst/>
            </a:prstGeom>
            <a:noFill/>
            <a:ln w="0">
              <a:noFill/>
              <a:prstDash val="solid"/>
            </a:ln>
          </p:spPr>
          <p:txBody>
            <a:bodyPr wrap="none" lIns="0" tIns="0" rIns="0" bIns="0" anchor="t">
              <a:noAutofit/>
            </a:bodyPr>
            <a:lstStyle>
              <a:defPPr algn="ctr">
                <a:defRPr sz="774" b="0">
                  <a:solidFill>
                    <a:srgbClr val="000000"/>
                  </a:solidFill>
                  <a:latin typeface="Arial"/>
                  <a:ea typeface="Arial"/>
                  <a:cs typeface="Arial"/>
                </a:defRPr>
              </a:defPPr>
              <a:lvl1pPr algn="ctr">
                <a:defRPr sz="774" b="0">
                  <a:solidFill>
                    <a:srgbClr val="000000"/>
                  </a:solidFill>
                  <a:latin typeface="Arial"/>
                  <a:ea typeface="Arial"/>
                  <a:cs typeface="Arial"/>
                </a:defRPr>
              </a:lvl1pPr>
              <a:lvl2pPr algn="ctr">
                <a:defRPr sz="774" b="0">
                  <a:solidFill>
                    <a:srgbClr val="000000"/>
                  </a:solidFill>
                  <a:latin typeface="Arial"/>
                  <a:ea typeface="Arial"/>
                  <a:cs typeface="Arial"/>
                </a:defRPr>
              </a:lvl2pPr>
              <a:lvl3pPr algn="ctr">
                <a:defRPr sz="774" b="0">
                  <a:solidFill>
                    <a:srgbClr val="000000"/>
                  </a:solidFill>
                  <a:latin typeface="Arial"/>
                  <a:ea typeface="Arial"/>
                  <a:cs typeface="Arial"/>
                </a:defRPr>
              </a:lvl3pPr>
              <a:lvl4pPr algn="ctr">
                <a:defRPr sz="774" b="0">
                  <a:solidFill>
                    <a:srgbClr val="000000"/>
                  </a:solidFill>
                  <a:latin typeface="Arial"/>
                  <a:ea typeface="Arial"/>
                  <a:cs typeface="Arial"/>
                </a:defRPr>
              </a:lvl4pPr>
              <a:lvl5pPr algn="ctr">
                <a:defRPr sz="774" b="0">
                  <a:solidFill>
                    <a:srgbClr val="000000"/>
                  </a:solidFill>
                  <a:latin typeface="Arial"/>
                  <a:ea typeface="Arial"/>
                  <a:cs typeface="Arial"/>
                </a:defRPr>
              </a:lvl5pPr>
              <a:lvl6pPr algn="ctr">
                <a:defRPr sz="774" b="0">
                  <a:solidFill>
                    <a:srgbClr val="000000"/>
                  </a:solidFill>
                  <a:latin typeface="Arial"/>
                  <a:ea typeface="Arial"/>
                  <a:cs typeface="Arial"/>
                </a:defRPr>
              </a:lvl6pPr>
              <a:lvl7pPr algn="ctr">
                <a:defRPr sz="774" b="0">
                  <a:solidFill>
                    <a:srgbClr val="000000"/>
                  </a:solidFill>
                  <a:latin typeface="Arial"/>
                  <a:ea typeface="Arial"/>
                  <a:cs typeface="Arial"/>
                </a:defRPr>
              </a:lvl7pPr>
              <a:lvl8pPr algn="ctr">
                <a:defRPr sz="774" b="0">
                  <a:solidFill>
                    <a:srgbClr val="000000"/>
                  </a:solidFill>
                  <a:latin typeface="Arial"/>
                  <a:ea typeface="Arial"/>
                  <a:cs typeface="Arial"/>
                </a:defRPr>
              </a:lvl8pPr>
              <a:lvl9pPr algn="ctr">
                <a:defRPr sz="774" b="0">
                  <a:solidFill>
                    <a:srgbClr val="000000"/>
                  </a:solidFill>
                  <a:latin typeface="Arial"/>
                  <a:ea typeface="Arial"/>
                  <a:cs typeface="Arial"/>
                </a:defRPr>
              </a:lvl9pPr>
            </a:lstStyle>
            <a:p>
              <a:pPr algn="ctr">
                <a:defRPr sz="774" b="0">
                  <a:solidFill>
                    <a:srgbClr val="000000"/>
                  </a:solidFill>
                  <a:latin typeface="Arial"/>
                  <a:ea typeface="Arial"/>
                  <a:cs typeface="Arial"/>
                </a:defRPr>
              </a:pPr>
              <a:r>
                <a:rPr sz="774" b="0">
                  <a:solidFill>
                    <a:srgbClr val="000000"/>
                  </a:solidFill>
                  <a:latin typeface="Arial"/>
                  <a:ea typeface="Arial"/>
                  <a:cs typeface="Arial"/>
                </a:rPr>
                <a:t>25</a:t>
              </a:r>
            </a:p>
          </p:txBody>
        </p:sp>
        <p:sp>
          <p:nvSpPr>
            <p:cNvPr id="36" name="line_035">
              <a:extLst>
                <a:ext uri="{FF2B5EF4-FFF2-40B4-BE49-F238E27FC236}">
                  <ns2:creationId id="{C261428F-1438-4922-8CD3-25B469789E33}"/>
                </a:ext>
              </a:extLst>
            </p:cNvPr>
            <p:cNvSpPr>
              <a:spLocks noGrp="1"/>
            </p:cNvSpPr>
            <p:nvPr/>
          </p:nvSpPr>
          <p:spPr>
            <a:xfrm>
              <a:off x="3002672" y="1790700"/>
              <a:ext cx="92" cy="38100"/>
            </a:xfrm>
            <a:custGeom>
              <a:pathLst>
                <a:path w="95" h="38100">
                  <a:moveTo>
                    <a:pt x="0" y="0"/>
                  </a:moveTo>
                  <a:lnTo>
                    <a:pt x="0" y="38100"/>
                  </a:lnTo>
                </a:path>
              </a:pathLst>
            </a:custGeom>
            <a:noFill/>
            <a:ln w="6555">
              <a:solidFill>
                <a:srgbClr val="7B8790"/>
              </a:solidFill>
              <a:prstDash val="solid"/>
            </a:ln>
          </p:spPr>
        </p:sp>
        <p:sp>
          <p:nvSpPr>
            <p:cNvPr id="37" name="text_036">
              <a:extLst>
                <a:ext uri="{FF2B5EF4-FFF2-40B4-BE49-F238E27FC236}">
                  <ns2:creationId id="{F3275149-63A9-4C33-8965-40451CE7BDA0}"/>
                </a:ext>
              </a:extLst>
            </p:cNvPr>
            <p:cNvSpPr>
              <a:spLocks noGrp="1"/>
            </p:cNvSpPr>
            <p:nvPr/>
          </p:nvSpPr>
          <p:spPr>
            <a:xfrm rot="0">
              <a:off x="2818033" y="1847850"/>
              <a:ext cx="369277" cy="209550"/>
            </a:xfrm>
            <a:prstGeom prst="rect">
              <a:avLst/>
            </a:prstGeom>
            <a:noFill/>
            <a:ln w="0">
              <a:noFill/>
              <a:prstDash val="solid"/>
            </a:ln>
          </p:spPr>
          <p:txBody>
            <a:bodyPr wrap="none" lIns="0" tIns="0" rIns="0" bIns="0" anchor="t">
              <a:noAutofit/>
            </a:bodyPr>
            <a:lstStyle>
              <a:defPPr algn="ctr">
                <a:defRPr sz="774" b="0">
                  <a:solidFill>
                    <a:srgbClr val="000000"/>
                  </a:solidFill>
                  <a:latin typeface="Arial"/>
                  <a:ea typeface="Arial"/>
                  <a:cs typeface="Arial"/>
                </a:defRPr>
              </a:defPPr>
              <a:lvl1pPr algn="ctr">
                <a:defRPr sz="774" b="0">
                  <a:solidFill>
                    <a:srgbClr val="000000"/>
                  </a:solidFill>
                  <a:latin typeface="Arial"/>
                  <a:ea typeface="Arial"/>
                  <a:cs typeface="Arial"/>
                </a:defRPr>
              </a:lvl1pPr>
              <a:lvl2pPr algn="ctr">
                <a:defRPr sz="774" b="0">
                  <a:solidFill>
                    <a:srgbClr val="000000"/>
                  </a:solidFill>
                  <a:latin typeface="Arial"/>
                  <a:ea typeface="Arial"/>
                  <a:cs typeface="Arial"/>
                </a:defRPr>
              </a:lvl2pPr>
              <a:lvl3pPr algn="ctr">
                <a:defRPr sz="774" b="0">
                  <a:solidFill>
                    <a:srgbClr val="000000"/>
                  </a:solidFill>
                  <a:latin typeface="Arial"/>
                  <a:ea typeface="Arial"/>
                  <a:cs typeface="Arial"/>
                </a:defRPr>
              </a:lvl3pPr>
              <a:lvl4pPr algn="ctr">
                <a:defRPr sz="774" b="0">
                  <a:solidFill>
                    <a:srgbClr val="000000"/>
                  </a:solidFill>
                  <a:latin typeface="Arial"/>
                  <a:ea typeface="Arial"/>
                  <a:cs typeface="Arial"/>
                </a:defRPr>
              </a:lvl4pPr>
              <a:lvl5pPr algn="ctr">
                <a:defRPr sz="774" b="0">
                  <a:solidFill>
                    <a:srgbClr val="000000"/>
                  </a:solidFill>
                  <a:latin typeface="Arial"/>
                  <a:ea typeface="Arial"/>
                  <a:cs typeface="Arial"/>
                </a:defRPr>
              </a:lvl5pPr>
              <a:lvl6pPr algn="ctr">
                <a:defRPr sz="774" b="0">
                  <a:solidFill>
                    <a:srgbClr val="000000"/>
                  </a:solidFill>
                  <a:latin typeface="Arial"/>
                  <a:ea typeface="Arial"/>
                  <a:cs typeface="Arial"/>
                </a:defRPr>
              </a:lvl6pPr>
              <a:lvl7pPr algn="ctr">
                <a:defRPr sz="774" b="0">
                  <a:solidFill>
                    <a:srgbClr val="000000"/>
                  </a:solidFill>
                  <a:latin typeface="Arial"/>
                  <a:ea typeface="Arial"/>
                  <a:cs typeface="Arial"/>
                </a:defRPr>
              </a:lvl7pPr>
              <a:lvl8pPr algn="ctr">
                <a:defRPr sz="774" b="0">
                  <a:solidFill>
                    <a:srgbClr val="000000"/>
                  </a:solidFill>
                  <a:latin typeface="Arial"/>
                  <a:ea typeface="Arial"/>
                  <a:cs typeface="Arial"/>
                </a:defRPr>
              </a:lvl8pPr>
              <a:lvl9pPr algn="ctr">
                <a:defRPr sz="774" b="0">
                  <a:solidFill>
                    <a:srgbClr val="000000"/>
                  </a:solidFill>
                  <a:latin typeface="Arial"/>
                  <a:ea typeface="Arial"/>
                  <a:cs typeface="Arial"/>
                </a:defRPr>
              </a:lvl9pPr>
            </a:lstStyle>
            <a:p>
              <a:pPr algn="ctr">
                <a:defRPr sz="774" b="0">
                  <a:solidFill>
                    <a:srgbClr val="000000"/>
                  </a:solidFill>
                  <a:latin typeface="Arial"/>
                  <a:ea typeface="Arial"/>
                  <a:cs typeface="Arial"/>
                </a:defRPr>
              </a:pPr>
              <a:r>
                <a:rPr sz="774" b="0">
                  <a:solidFill>
                    <a:srgbClr val="000000"/>
                  </a:solidFill>
                  <a:latin typeface="Arial"/>
                  <a:ea typeface="Arial"/>
                  <a:cs typeface="Arial"/>
                </a:rPr>
                <a:t>51</a:t>
              </a:r>
            </a:p>
          </p:txBody>
        </p:sp>
        <p:sp>
          <p:nvSpPr>
            <p:cNvPr id="38" name="line_037">
              <a:extLst>
                <a:ext uri="{FF2B5EF4-FFF2-40B4-BE49-F238E27FC236}">
                  <ns2:creationId id="{738E17F9-AA12-4010-AEA4-4EC80F9D6705}"/>
                </a:ext>
              </a:extLst>
            </p:cNvPr>
            <p:cNvSpPr>
              <a:spLocks noGrp="1"/>
            </p:cNvSpPr>
            <p:nvPr/>
          </p:nvSpPr>
          <p:spPr>
            <a:xfrm>
              <a:off x="4153947" y="1790700"/>
              <a:ext cx="92" cy="38100"/>
            </a:xfrm>
            <a:custGeom>
              <a:pathLst>
                <a:path w="95" h="38100">
                  <a:moveTo>
                    <a:pt x="0" y="0"/>
                  </a:moveTo>
                  <a:lnTo>
                    <a:pt x="0" y="38100"/>
                  </a:lnTo>
                </a:path>
              </a:pathLst>
            </a:custGeom>
            <a:noFill/>
            <a:ln w="6555">
              <a:solidFill>
                <a:srgbClr val="7B8790"/>
              </a:solidFill>
              <a:prstDash val="solid"/>
            </a:ln>
          </p:spPr>
        </p:sp>
        <p:sp>
          <p:nvSpPr>
            <p:cNvPr id="39" name="text_038">
              <a:extLst>
                <a:ext uri="{FF2B5EF4-FFF2-40B4-BE49-F238E27FC236}">
                  <ns2:creationId id="{3728DFA7-FA5E-4964-9F7A-25993D3D0CB6}"/>
                </a:ext>
              </a:extLst>
            </p:cNvPr>
            <p:cNvSpPr>
              <a:spLocks noGrp="1"/>
            </p:cNvSpPr>
            <p:nvPr/>
          </p:nvSpPr>
          <p:spPr>
            <a:xfrm rot="0">
              <a:off x="3969309" y="1847850"/>
              <a:ext cx="369277" cy="209550"/>
            </a:xfrm>
            <a:prstGeom prst="rect">
              <a:avLst/>
            </a:prstGeom>
            <a:noFill/>
            <a:ln w="0">
              <a:noFill/>
              <a:prstDash val="solid"/>
            </a:ln>
          </p:spPr>
          <p:txBody>
            <a:bodyPr wrap="none" lIns="0" tIns="0" rIns="0" bIns="0" anchor="t">
              <a:noAutofit/>
            </a:bodyPr>
            <a:lstStyle>
              <a:defPPr algn="ctr">
                <a:defRPr sz="774" b="0">
                  <a:solidFill>
                    <a:srgbClr val="000000"/>
                  </a:solidFill>
                  <a:latin typeface="Arial"/>
                  <a:ea typeface="Arial"/>
                  <a:cs typeface="Arial"/>
                </a:defRPr>
              </a:defPPr>
              <a:lvl1pPr algn="ctr">
                <a:defRPr sz="774" b="0">
                  <a:solidFill>
                    <a:srgbClr val="000000"/>
                  </a:solidFill>
                  <a:latin typeface="Arial"/>
                  <a:ea typeface="Arial"/>
                  <a:cs typeface="Arial"/>
                </a:defRPr>
              </a:lvl1pPr>
              <a:lvl2pPr algn="ctr">
                <a:defRPr sz="774" b="0">
                  <a:solidFill>
                    <a:srgbClr val="000000"/>
                  </a:solidFill>
                  <a:latin typeface="Arial"/>
                  <a:ea typeface="Arial"/>
                  <a:cs typeface="Arial"/>
                </a:defRPr>
              </a:lvl2pPr>
              <a:lvl3pPr algn="ctr">
                <a:defRPr sz="774" b="0">
                  <a:solidFill>
                    <a:srgbClr val="000000"/>
                  </a:solidFill>
                  <a:latin typeface="Arial"/>
                  <a:ea typeface="Arial"/>
                  <a:cs typeface="Arial"/>
                </a:defRPr>
              </a:lvl3pPr>
              <a:lvl4pPr algn="ctr">
                <a:defRPr sz="774" b="0">
                  <a:solidFill>
                    <a:srgbClr val="000000"/>
                  </a:solidFill>
                  <a:latin typeface="Arial"/>
                  <a:ea typeface="Arial"/>
                  <a:cs typeface="Arial"/>
                </a:defRPr>
              </a:lvl4pPr>
              <a:lvl5pPr algn="ctr">
                <a:defRPr sz="774" b="0">
                  <a:solidFill>
                    <a:srgbClr val="000000"/>
                  </a:solidFill>
                  <a:latin typeface="Arial"/>
                  <a:ea typeface="Arial"/>
                  <a:cs typeface="Arial"/>
                </a:defRPr>
              </a:lvl5pPr>
              <a:lvl6pPr algn="ctr">
                <a:defRPr sz="774" b="0">
                  <a:solidFill>
                    <a:srgbClr val="000000"/>
                  </a:solidFill>
                  <a:latin typeface="Arial"/>
                  <a:ea typeface="Arial"/>
                  <a:cs typeface="Arial"/>
                </a:defRPr>
              </a:lvl6pPr>
              <a:lvl7pPr algn="ctr">
                <a:defRPr sz="774" b="0">
                  <a:solidFill>
                    <a:srgbClr val="000000"/>
                  </a:solidFill>
                  <a:latin typeface="Arial"/>
                  <a:ea typeface="Arial"/>
                  <a:cs typeface="Arial"/>
                </a:defRPr>
              </a:lvl7pPr>
              <a:lvl8pPr algn="ctr">
                <a:defRPr sz="774" b="0">
                  <a:solidFill>
                    <a:srgbClr val="000000"/>
                  </a:solidFill>
                  <a:latin typeface="Arial"/>
                  <a:ea typeface="Arial"/>
                  <a:cs typeface="Arial"/>
                </a:defRPr>
              </a:lvl8pPr>
              <a:lvl9pPr algn="ctr">
                <a:defRPr sz="774" b="0">
                  <a:solidFill>
                    <a:srgbClr val="000000"/>
                  </a:solidFill>
                  <a:latin typeface="Arial"/>
                  <a:ea typeface="Arial"/>
                  <a:cs typeface="Arial"/>
                </a:defRPr>
              </a:lvl9pPr>
            </a:lstStyle>
            <a:p>
              <a:pPr algn="ctr">
                <a:defRPr sz="774" b="0">
                  <a:solidFill>
                    <a:srgbClr val="000000"/>
                  </a:solidFill>
                  <a:latin typeface="Arial"/>
                  <a:ea typeface="Arial"/>
                  <a:cs typeface="Arial"/>
                </a:defRPr>
              </a:pPr>
              <a:r>
                <a:rPr sz="774" b="0">
                  <a:solidFill>
                    <a:srgbClr val="000000"/>
                  </a:solidFill>
                  <a:latin typeface="Arial"/>
                  <a:ea typeface="Arial"/>
                  <a:cs typeface="Arial"/>
                </a:rPr>
                <a:t>75</a:t>
              </a:r>
            </a:p>
          </p:txBody>
        </p:sp>
        <p:sp>
          <p:nvSpPr>
            <p:cNvPr id="40" name="line_039">
              <a:extLst>
                <a:ext uri="{FF2B5EF4-FFF2-40B4-BE49-F238E27FC236}">
                  <ns2:creationId id="{70687624-E2A5-4E4E-BA0C-E1B3E3FECCDC}"/>
                </a:ext>
              </a:extLst>
            </p:cNvPr>
            <p:cNvSpPr>
              <a:spLocks noGrp="1"/>
            </p:cNvSpPr>
            <p:nvPr/>
          </p:nvSpPr>
          <p:spPr>
            <a:xfrm>
              <a:off x="5401162" y="1790700"/>
              <a:ext cx="92" cy="38100"/>
            </a:xfrm>
            <a:custGeom>
              <a:pathLst>
                <a:path w="95" h="38100">
                  <a:moveTo>
                    <a:pt x="0" y="0"/>
                  </a:moveTo>
                  <a:lnTo>
                    <a:pt x="0" y="38100"/>
                  </a:lnTo>
                </a:path>
              </a:pathLst>
            </a:custGeom>
            <a:noFill/>
            <a:ln w="6555">
              <a:solidFill>
                <a:srgbClr val="7B8790"/>
              </a:solidFill>
              <a:prstDash val="solid"/>
            </a:ln>
          </p:spPr>
        </p:sp>
        <p:sp>
          <p:nvSpPr>
            <p:cNvPr id="41" name="text_040">
              <a:extLst>
                <a:ext uri="{FF2B5EF4-FFF2-40B4-BE49-F238E27FC236}">
                  <ns2:creationId id="{C6C29706-9802-4AD8-A155-2846562548A1}"/>
                </a:ext>
              </a:extLst>
            </p:cNvPr>
            <p:cNvSpPr>
              <a:spLocks noGrp="1"/>
            </p:cNvSpPr>
            <p:nvPr/>
          </p:nvSpPr>
          <p:spPr>
            <a:xfrm rot="0">
              <a:off x="5216524" y="1847850"/>
              <a:ext cx="369277" cy="209550"/>
            </a:xfrm>
            <a:prstGeom prst="rect">
              <a:avLst/>
            </a:prstGeom>
            <a:noFill/>
            <a:ln w="0">
              <a:noFill/>
              <a:prstDash val="solid"/>
            </a:ln>
          </p:spPr>
          <p:txBody>
            <a:bodyPr wrap="none" lIns="0" tIns="0" rIns="0" bIns="0" anchor="t">
              <a:noAutofit/>
            </a:bodyPr>
            <a:lstStyle>
              <a:defPPr algn="ctr">
                <a:defRPr sz="774" b="0">
                  <a:solidFill>
                    <a:srgbClr val="000000"/>
                  </a:solidFill>
                  <a:latin typeface="Arial"/>
                  <a:ea typeface="Arial"/>
                  <a:cs typeface="Arial"/>
                </a:defRPr>
              </a:defPPr>
              <a:lvl1pPr algn="ctr">
                <a:defRPr sz="774" b="0">
                  <a:solidFill>
                    <a:srgbClr val="000000"/>
                  </a:solidFill>
                  <a:latin typeface="Arial"/>
                  <a:ea typeface="Arial"/>
                  <a:cs typeface="Arial"/>
                </a:defRPr>
              </a:lvl1pPr>
              <a:lvl2pPr algn="ctr">
                <a:defRPr sz="774" b="0">
                  <a:solidFill>
                    <a:srgbClr val="000000"/>
                  </a:solidFill>
                  <a:latin typeface="Arial"/>
                  <a:ea typeface="Arial"/>
                  <a:cs typeface="Arial"/>
                </a:defRPr>
              </a:lvl2pPr>
              <a:lvl3pPr algn="ctr">
                <a:defRPr sz="774" b="0">
                  <a:solidFill>
                    <a:srgbClr val="000000"/>
                  </a:solidFill>
                  <a:latin typeface="Arial"/>
                  <a:ea typeface="Arial"/>
                  <a:cs typeface="Arial"/>
                </a:defRPr>
              </a:lvl3pPr>
              <a:lvl4pPr algn="ctr">
                <a:defRPr sz="774" b="0">
                  <a:solidFill>
                    <a:srgbClr val="000000"/>
                  </a:solidFill>
                  <a:latin typeface="Arial"/>
                  <a:ea typeface="Arial"/>
                  <a:cs typeface="Arial"/>
                </a:defRPr>
              </a:lvl4pPr>
              <a:lvl5pPr algn="ctr">
                <a:defRPr sz="774" b="0">
                  <a:solidFill>
                    <a:srgbClr val="000000"/>
                  </a:solidFill>
                  <a:latin typeface="Arial"/>
                  <a:ea typeface="Arial"/>
                  <a:cs typeface="Arial"/>
                </a:defRPr>
              </a:lvl5pPr>
              <a:lvl6pPr algn="ctr">
                <a:defRPr sz="774" b="0">
                  <a:solidFill>
                    <a:srgbClr val="000000"/>
                  </a:solidFill>
                  <a:latin typeface="Arial"/>
                  <a:ea typeface="Arial"/>
                  <a:cs typeface="Arial"/>
                </a:defRPr>
              </a:lvl6pPr>
              <a:lvl7pPr algn="ctr">
                <a:defRPr sz="774" b="0">
                  <a:solidFill>
                    <a:srgbClr val="000000"/>
                  </a:solidFill>
                  <a:latin typeface="Arial"/>
                  <a:ea typeface="Arial"/>
                  <a:cs typeface="Arial"/>
                </a:defRPr>
              </a:lvl7pPr>
              <a:lvl8pPr algn="ctr">
                <a:defRPr sz="774" b="0">
                  <a:solidFill>
                    <a:srgbClr val="000000"/>
                  </a:solidFill>
                  <a:latin typeface="Arial"/>
                  <a:ea typeface="Arial"/>
                  <a:cs typeface="Arial"/>
                </a:defRPr>
              </a:lvl8pPr>
              <a:lvl9pPr algn="ctr">
                <a:defRPr sz="774" b="0">
                  <a:solidFill>
                    <a:srgbClr val="000000"/>
                  </a:solidFill>
                  <a:latin typeface="Arial"/>
                  <a:ea typeface="Arial"/>
                  <a:cs typeface="Arial"/>
                </a:defRPr>
              </a:lvl9pPr>
            </a:lstStyle>
            <a:p>
              <a:pPr algn="ctr">
                <a:defRPr sz="774" b="0">
                  <a:solidFill>
                    <a:srgbClr val="000000"/>
                  </a:solidFill>
                  <a:latin typeface="Arial"/>
                  <a:ea typeface="Arial"/>
                  <a:cs typeface="Arial"/>
                </a:defRPr>
              </a:pPr>
              <a:r>
                <a:rPr sz="774" b="0">
                  <a:solidFill>
                    <a:srgbClr val="000000"/>
                  </a:solidFill>
                  <a:latin typeface="Arial"/>
                  <a:ea typeface="Arial"/>
                  <a:cs typeface="Arial"/>
                </a:rPr>
                <a:t>101</a:t>
              </a:r>
            </a:p>
          </p:txBody>
        </p:sp>
        <p:sp>
          <p:nvSpPr>
            <p:cNvPr id="42" name="line_041">
              <a:extLst>
                <a:ext uri="{FF2B5EF4-FFF2-40B4-BE49-F238E27FC236}">
                  <ns2:creationId id="{8B061A2B-B8E4-4D32-8E2B-A54B58F7B884}"/>
                </a:ext>
              </a:extLst>
            </p:cNvPr>
            <p:cNvSpPr>
              <a:spLocks noGrp="1"/>
            </p:cNvSpPr>
            <p:nvPr/>
          </p:nvSpPr>
          <p:spPr>
            <a:xfrm>
              <a:off x="556212" y="438150"/>
              <a:ext cx="92" cy="1352550"/>
            </a:xfrm>
            <a:custGeom>
              <a:pathLst>
                <a:path w="95" h="1352550">
                  <a:moveTo>
                    <a:pt x="0" y="0"/>
                  </a:moveTo>
                  <a:lnTo>
                    <a:pt x="0" y="1352550"/>
                  </a:lnTo>
                </a:path>
              </a:pathLst>
            </a:custGeom>
            <a:noFill/>
            <a:ln w="4589">
              <a:solidFill>
                <a:srgbClr val="7B8790"/>
              </a:solidFill>
              <a:prstDash val="dash"/>
            </a:ln>
          </p:spPr>
        </p:sp>
        <p:sp>
          <p:nvSpPr>
            <p:cNvPr id="43" name="line_042">
              <a:extLst>
                <a:ext uri="{FF2B5EF4-FFF2-40B4-BE49-F238E27FC236}">
                  <ns2:creationId id="{D3443B76-3660-4470-A81D-907FC8AC2141}"/>
                </a:ext>
              </a:extLst>
            </p:cNvPr>
            <p:cNvSpPr>
              <a:spLocks noGrp="1"/>
            </p:cNvSpPr>
            <p:nvPr/>
          </p:nvSpPr>
          <p:spPr>
            <a:xfrm>
              <a:off x="3002672" y="438150"/>
              <a:ext cx="92" cy="1352550"/>
            </a:xfrm>
            <a:custGeom>
              <a:pathLst>
                <a:path w="95" h="1352550">
                  <a:moveTo>
                    <a:pt x="0" y="0"/>
                  </a:moveTo>
                  <a:lnTo>
                    <a:pt x="0" y="1352550"/>
                  </a:lnTo>
                </a:path>
              </a:pathLst>
            </a:custGeom>
            <a:noFill/>
            <a:ln w="4589">
              <a:solidFill>
                <a:srgbClr val="7B8790"/>
              </a:solidFill>
              <a:prstDash val="dash"/>
            </a:ln>
          </p:spPr>
        </p:sp>
        <p:sp>
          <p:nvSpPr>
            <p:cNvPr id="44" name="line_043">
              <a:extLst>
                <a:ext uri="{FF2B5EF4-FFF2-40B4-BE49-F238E27FC236}">
                  <ns2:creationId id="{1AFD9DFB-F8C6-4281-9BF9-85805117D787}"/>
                </a:ext>
              </a:extLst>
            </p:cNvPr>
            <p:cNvSpPr>
              <a:spLocks noGrp="1"/>
            </p:cNvSpPr>
            <p:nvPr/>
          </p:nvSpPr>
          <p:spPr>
            <a:xfrm>
              <a:off x="5401162" y="438150"/>
              <a:ext cx="92" cy="1352550"/>
            </a:xfrm>
            <a:custGeom>
              <a:pathLst>
                <a:path w="95" h="1352550">
                  <a:moveTo>
                    <a:pt x="0" y="0"/>
                  </a:moveTo>
                  <a:lnTo>
                    <a:pt x="0" y="1352550"/>
                  </a:lnTo>
                </a:path>
              </a:pathLst>
            </a:custGeom>
            <a:noFill/>
            <a:ln w="4589">
              <a:solidFill>
                <a:srgbClr val="7B8790"/>
              </a:solidFill>
              <a:prstDash val="dash"/>
            </a:ln>
          </p:spPr>
        </p:sp>
        <p:sp>
          <p:nvSpPr>
            <p:cNvPr id="46" name="text_045">
              <a:extLst>
                <a:ext uri="{FF2B5EF4-FFF2-40B4-BE49-F238E27FC236}">
                  <ns2:creationId id="{E95273D0-3723-41E1-9AAE-CFE60F427A98}"/>
                </a:ext>
              </a:extLst>
            </p:cNvPr>
            <p:cNvSpPr>
              <a:spLocks noGrp="1"/>
            </p:cNvSpPr>
            <p:nvPr/>
          </p:nvSpPr>
          <p:spPr>
            <a:xfrm rot="0">
              <a:off x="2332453" y="2057400"/>
              <a:ext cx="1292469" cy="209550"/>
            </a:xfrm>
            <a:prstGeom prst="rect">
              <a:avLst/>
            </a:prstGeom>
            <a:noFill/>
            <a:ln w="0">
              <a:noFill/>
              <a:prstDash val="solid"/>
            </a:ln>
          </p:spPr>
          <p:txBody>
            <a:bodyPr wrap="none" lIns="0" tIns="0" rIns="0" bIns="0" anchor="t">
              <a:noAutofit/>
            </a:bodyPr>
            <a:lstStyle>
              <a:defPPr algn="ctr">
                <a:defRPr sz="826" b="0">
                  <a:solidFill>
                    <a:srgbClr val="000000"/>
                  </a:solidFill>
                  <a:latin typeface="Arial"/>
                  <a:ea typeface="Arial"/>
                  <a:cs typeface="Arial"/>
                </a:defRPr>
              </a:defPPr>
              <a:lvl1pPr algn="ctr">
                <a:defRPr sz="826" b="0">
                  <a:solidFill>
                    <a:srgbClr val="000000"/>
                  </a:solidFill>
                  <a:latin typeface="Arial"/>
                  <a:ea typeface="Arial"/>
                  <a:cs typeface="Arial"/>
                </a:defRPr>
              </a:lvl1pPr>
              <a:lvl2pPr algn="ctr">
                <a:defRPr sz="826" b="0">
                  <a:solidFill>
                    <a:srgbClr val="000000"/>
                  </a:solidFill>
                  <a:latin typeface="Arial"/>
                  <a:ea typeface="Arial"/>
                  <a:cs typeface="Arial"/>
                </a:defRPr>
              </a:lvl2pPr>
              <a:lvl3pPr algn="ctr">
                <a:defRPr sz="826" b="0">
                  <a:solidFill>
                    <a:srgbClr val="000000"/>
                  </a:solidFill>
                  <a:latin typeface="Arial"/>
                  <a:ea typeface="Arial"/>
                  <a:cs typeface="Arial"/>
                </a:defRPr>
              </a:lvl3pPr>
              <a:lvl4pPr algn="ctr">
                <a:defRPr sz="826" b="0">
                  <a:solidFill>
                    <a:srgbClr val="000000"/>
                  </a:solidFill>
                  <a:latin typeface="Arial"/>
                  <a:ea typeface="Arial"/>
                  <a:cs typeface="Arial"/>
                </a:defRPr>
              </a:lvl4pPr>
              <a:lvl5pPr algn="ctr">
                <a:defRPr sz="826" b="0">
                  <a:solidFill>
                    <a:srgbClr val="000000"/>
                  </a:solidFill>
                  <a:latin typeface="Arial"/>
                  <a:ea typeface="Arial"/>
                  <a:cs typeface="Arial"/>
                </a:defRPr>
              </a:lvl5pPr>
              <a:lvl6pPr algn="ctr">
                <a:defRPr sz="826" b="0">
                  <a:solidFill>
                    <a:srgbClr val="000000"/>
                  </a:solidFill>
                  <a:latin typeface="Arial"/>
                  <a:ea typeface="Arial"/>
                  <a:cs typeface="Arial"/>
                </a:defRPr>
              </a:lvl6pPr>
              <a:lvl7pPr algn="ctr">
                <a:defRPr sz="826" b="0">
                  <a:solidFill>
                    <a:srgbClr val="000000"/>
                  </a:solidFill>
                  <a:latin typeface="Arial"/>
                  <a:ea typeface="Arial"/>
                  <a:cs typeface="Arial"/>
                </a:defRPr>
              </a:lvl7pPr>
              <a:lvl8pPr algn="ctr">
                <a:defRPr sz="826" b="0">
                  <a:solidFill>
                    <a:srgbClr val="000000"/>
                  </a:solidFill>
                  <a:latin typeface="Arial"/>
                  <a:ea typeface="Arial"/>
                  <a:cs typeface="Arial"/>
                </a:defRPr>
              </a:lvl8pPr>
              <a:lvl9pPr algn="ctr">
                <a:defRPr sz="826" b="0">
                  <a:solidFill>
                    <a:srgbClr val="000000"/>
                  </a:solidFill>
                  <a:latin typeface="Arial"/>
                  <a:ea typeface="Arial"/>
                  <a:cs typeface="Arial"/>
                </a:defRPr>
              </a:lvl9pPr>
            </a:lstStyle>
            <a:p>
              <a:pPr algn="ctr">
                <a:defRPr sz="826" b="0">
                  <a:solidFill>
                    <a:srgbClr val="000000"/>
                  </a:solidFill>
                  <a:latin typeface="Arial"/>
                  <a:ea typeface="Arial"/>
                  <a:cs typeface="Arial"/>
                </a:defRPr>
              </a:pPr>
              <a:r>
                <a:rPr sz="826" b="0">
                  <a:solidFill>
                    <a:srgbClr val="000000"/>
                  </a:solidFill>
                  <a:latin typeface="Arial"/>
                  <a:ea typeface="Arial"/>
                  <a:cs typeface="Arial"/>
                </a:rPr>
                <a:t>Time (frame)</a:t>
              </a:r>
            </a:p>
          </p:txBody>
        </p:sp>
        <p:sp>
          <p:nvSpPr>
            <p:cNvPr id="70" name="text_069">
              <a:extLst>
                <a:ext uri="{FF2B5EF4-FFF2-40B4-BE49-F238E27FC236}">
                  <ns2:creationId id="{30E6A09C-A474-454C-AE53-1668F96FDBBE}"/>
                </a:ext>
              </a:extLst>
            </p:cNvPr>
            <p:cNvSpPr>
              <a:spLocks noGrp="1"/>
            </p:cNvSpPr>
            <p:nvPr/>
          </p:nvSpPr>
          <p:spPr>
            <a:xfrm rot="0">
              <a:off x="6217920" y="57150"/>
              <a:ext cx="5169877" cy="285750"/>
            </a:xfrm>
            <a:prstGeom prst="rect">
              <a:avLst/>
            </a:prstGeom>
            <a:noFill/>
            <a:ln w="0">
              <a:noFill/>
              <a:prstDash val="solid"/>
            </a:ln>
          </p:spPr>
          <p:txBody>
            <a:bodyPr wrap="none" lIns="0" tIns="0" rIns="0" bIns="0" anchor="t">
              <a:noAutofit/>
            </a:bodyPr>
            <a:lstStyle>
              <a:defPPr algn="l">
                <a:defRPr sz="1239" b="1">
                  <a:solidFill>
                    <a:srgbClr val="000000"/>
                  </a:solidFill>
                  <a:latin typeface="Arial"/>
                  <a:ea typeface="Arial"/>
                  <a:cs typeface="Arial"/>
                </a:defRPr>
              </a:defPPr>
              <a:lvl1pPr algn="l">
                <a:defRPr sz="1239" b="1">
                  <a:solidFill>
                    <a:srgbClr val="000000"/>
                  </a:solidFill>
                  <a:latin typeface="Arial"/>
                  <a:ea typeface="Arial"/>
                  <a:cs typeface="Arial"/>
                </a:defRPr>
              </a:lvl1pPr>
              <a:lvl2pPr algn="l">
                <a:defRPr sz="1239" b="1">
                  <a:solidFill>
                    <a:srgbClr val="000000"/>
                  </a:solidFill>
                  <a:latin typeface="Arial"/>
                  <a:ea typeface="Arial"/>
                  <a:cs typeface="Arial"/>
                </a:defRPr>
              </a:lvl2pPr>
              <a:lvl3pPr algn="l">
                <a:defRPr sz="1239" b="1">
                  <a:solidFill>
                    <a:srgbClr val="000000"/>
                  </a:solidFill>
                  <a:latin typeface="Arial"/>
                  <a:ea typeface="Arial"/>
                  <a:cs typeface="Arial"/>
                </a:defRPr>
              </a:lvl3pPr>
              <a:lvl4pPr algn="l">
                <a:defRPr sz="1239" b="1">
                  <a:solidFill>
                    <a:srgbClr val="000000"/>
                  </a:solidFill>
                  <a:latin typeface="Arial"/>
                  <a:ea typeface="Arial"/>
                  <a:cs typeface="Arial"/>
                </a:defRPr>
              </a:lvl4pPr>
              <a:lvl5pPr algn="l">
                <a:defRPr sz="1239" b="1">
                  <a:solidFill>
                    <a:srgbClr val="000000"/>
                  </a:solidFill>
                  <a:latin typeface="Arial"/>
                  <a:ea typeface="Arial"/>
                  <a:cs typeface="Arial"/>
                </a:defRPr>
              </a:lvl5pPr>
              <a:lvl6pPr algn="l">
                <a:defRPr sz="1239" b="1">
                  <a:solidFill>
                    <a:srgbClr val="000000"/>
                  </a:solidFill>
                  <a:latin typeface="Arial"/>
                  <a:ea typeface="Arial"/>
                  <a:cs typeface="Arial"/>
                </a:defRPr>
              </a:lvl6pPr>
              <a:lvl7pPr algn="l">
                <a:defRPr sz="1239" b="1">
                  <a:solidFill>
                    <a:srgbClr val="000000"/>
                  </a:solidFill>
                  <a:latin typeface="Arial"/>
                  <a:ea typeface="Arial"/>
                  <a:cs typeface="Arial"/>
                </a:defRPr>
              </a:lvl7pPr>
              <a:lvl8pPr algn="l">
                <a:defRPr sz="1239" b="1">
                  <a:solidFill>
                    <a:srgbClr val="000000"/>
                  </a:solidFill>
                  <a:latin typeface="Arial"/>
                  <a:ea typeface="Arial"/>
                  <a:cs typeface="Arial"/>
                </a:defRPr>
              </a:lvl8pPr>
              <a:lvl9pPr algn="l">
                <a:defRPr sz="1239" b="1">
                  <a:solidFill>
                    <a:srgbClr val="000000"/>
                  </a:solidFill>
                  <a:latin typeface="Arial"/>
                  <a:ea typeface="Arial"/>
                  <a:cs typeface="Arial"/>
                </a:defRPr>
              </a:lvl9pPr>
            </a:lstStyle>
            <a:p>
              <a:pPr algn="l">
                <a:defRPr sz="1239" b="1">
                  <a:solidFill>
                    <a:srgbClr val="000000"/>
                  </a:solidFill>
                  <a:latin typeface="Arial"/>
                  <a:ea typeface="Arial"/>
                  <a:cs typeface="Arial"/>
                </a:defRPr>
              </a:pPr>
              <a:r>
                <a:rPr sz="1239" b="1">
                  <a:solidFill>
                    <a:srgbClr val="000000"/>
                  </a:solidFill>
                  <a:latin typeface="Arial"/>
                  <a:ea typeface="Arial"/>
                  <a:cs typeface="Arial"/>
                </a:rPr>
                <a:t>(b) RG-MTM-R</a:t>
              </a:r>
            </a:p>
          </p:txBody>
        </p:sp>
        <p:pic>
          <p:nvPicPr>
            <p:cNvPr id="71" name="">
              <a:extLst>
                <a:ext uri="{FF2B5EF4-FFF2-40B4-BE49-F238E27FC236}">
                  <ns2:creationId id="{B44D8678-2330-4C20-8663-66A5EFF07BA3}"/>
                </a:ext>
              </a:extLst>
            </p:cNvPr>
            <p:cNvPicPr>
              <a:picLocks noChangeAspect="1"/>
            </p:cNvPicPr>
            <p:nvPr/>
          </p:nvPicPr>
          <p:blipFill>
            <a:blip r:embed="R138068ddb6b5406d"/>
            <a:stretch/>
          </p:blipFill>
          <p:spPr>
            <a:xfrm>
              <a:off x="6494878" y="438150"/>
              <a:ext cx="4892919" cy="1352550"/>
            </a:xfrm>
            <a:prstGeom prst="rect">
              <a:avLst/>
            </a:prstGeom>
          </p:spPr>
        </p:pic>
        <p:sp>
          <p:nvSpPr>
            <p:cNvPr id="72" name="line_071">
              <a:extLst>
                <a:ext uri="{FF2B5EF4-FFF2-40B4-BE49-F238E27FC236}">
                  <ns2:creationId id="{71567291-8DAE-49A4-A91E-7AE4D8FCBD9F}"/>
                </a:ext>
              </a:extLst>
            </p:cNvPr>
            <p:cNvSpPr>
              <a:spLocks noGrp="1"/>
            </p:cNvSpPr>
            <p:nvPr/>
          </p:nvSpPr>
          <p:spPr>
            <a:xfrm>
              <a:off x="6457950" y="1790700"/>
              <a:ext cx="36928" cy="95"/>
            </a:xfrm>
            <a:custGeom>
              <a:pathLst>
                <a:path w="38100" h="95">
                  <a:moveTo>
                    <a:pt x="0" y="0"/>
                  </a:moveTo>
                  <a:lnTo>
                    <a:pt x="38100" y="0"/>
                  </a:lnTo>
                </a:path>
              </a:pathLst>
            </a:custGeom>
            <a:noFill/>
            <a:ln w="6555">
              <a:solidFill>
                <a:srgbClr val="7B8790"/>
              </a:solidFill>
              <a:prstDash val="solid"/>
            </a:ln>
          </p:spPr>
        </p:sp>
        <p:sp>
          <p:nvSpPr>
            <p:cNvPr id="73" name="text_072">
              <a:extLst>
                <a:ext uri="{FF2B5EF4-FFF2-40B4-BE49-F238E27FC236}">
                  <ns2:creationId id="{57D408CD-B186-4721-B5E3-BE5BB8CCEF1D}"/>
                </a:ext>
              </a:extLst>
            </p:cNvPr>
            <p:cNvSpPr>
              <a:spLocks noGrp="1"/>
            </p:cNvSpPr>
            <p:nvPr/>
          </p:nvSpPr>
          <p:spPr>
            <a:xfrm rot="0">
              <a:off x="6190224" y="1695450"/>
              <a:ext cx="240030" cy="200025"/>
            </a:xfrm>
            <a:prstGeom prst="rect">
              <a:avLst/>
            </a:prstGeom>
            <a:noFill/>
            <a:ln w="0">
              <a:noFill/>
              <a:prstDash val="solid"/>
            </a:ln>
          </p:spPr>
          <p:txBody>
            <a:bodyPr wrap="none" lIns="0" tIns="0" rIns="0" bIns="0" anchor="t">
              <a:noAutofit/>
            </a:bodyPr>
            <a:lstStyle>
              <a:defPPr algn="r">
                <a:defRPr sz="774" b="0">
                  <a:solidFill>
                    <a:srgbClr val="000000"/>
                  </a:solidFill>
                  <a:latin typeface="Arial"/>
                  <a:ea typeface="Arial"/>
                  <a:cs typeface="Arial"/>
                </a:defRPr>
              </a:defPPr>
              <a:lvl1pPr algn="r">
                <a:defRPr sz="774" b="0">
                  <a:solidFill>
                    <a:srgbClr val="000000"/>
                  </a:solidFill>
                  <a:latin typeface="Arial"/>
                  <a:ea typeface="Arial"/>
                  <a:cs typeface="Arial"/>
                </a:defRPr>
              </a:lvl1pPr>
              <a:lvl2pPr algn="r">
                <a:defRPr sz="774" b="0">
                  <a:solidFill>
                    <a:srgbClr val="000000"/>
                  </a:solidFill>
                  <a:latin typeface="Arial"/>
                  <a:ea typeface="Arial"/>
                  <a:cs typeface="Arial"/>
                </a:defRPr>
              </a:lvl2pPr>
              <a:lvl3pPr algn="r">
                <a:defRPr sz="774" b="0">
                  <a:solidFill>
                    <a:srgbClr val="000000"/>
                  </a:solidFill>
                  <a:latin typeface="Arial"/>
                  <a:ea typeface="Arial"/>
                  <a:cs typeface="Arial"/>
                </a:defRPr>
              </a:lvl3pPr>
              <a:lvl4pPr algn="r">
                <a:defRPr sz="774" b="0">
                  <a:solidFill>
                    <a:srgbClr val="000000"/>
                  </a:solidFill>
                  <a:latin typeface="Arial"/>
                  <a:ea typeface="Arial"/>
                  <a:cs typeface="Arial"/>
                </a:defRPr>
              </a:lvl4pPr>
              <a:lvl5pPr algn="r">
                <a:defRPr sz="774" b="0">
                  <a:solidFill>
                    <a:srgbClr val="000000"/>
                  </a:solidFill>
                  <a:latin typeface="Arial"/>
                  <a:ea typeface="Arial"/>
                  <a:cs typeface="Arial"/>
                </a:defRPr>
              </a:lvl5pPr>
              <a:lvl6pPr algn="r">
                <a:defRPr sz="774" b="0">
                  <a:solidFill>
                    <a:srgbClr val="000000"/>
                  </a:solidFill>
                  <a:latin typeface="Arial"/>
                  <a:ea typeface="Arial"/>
                  <a:cs typeface="Arial"/>
                </a:defRPr>
              </a:lvl6pPr>
              <a:lvl7pPr algn="r">
                <a:defRPr sz="774" b="0">
                  <a:solidFill>
                    <a:srgbClr val="000000"/>
                  </a:solidFill>
                  <a:latin typeface="Arial"/>
                  <a:ea typeface="Arial"/>
                  <a:cs typeface="Arial"/>
                </a:defRPr>
              </a:lvl7pPr>
              <a:lvl8pPr algn="r">
                <a:defRPr sz="774" b="0">
                  <a:solidFill>
                    <a:srgbClr val="000000"/>
                  </a:solidFill>
                  <a:latin typeface="Arial"/>
                  <a:ea typeface="Arial"/>
                  <a:cs typeface="Arial"/>
                </a:defRPr>
              </a:lvl8pPr>
              <a:lvl9pPr algn="r">
                <a:defRPr sz="774" b="0">
                  <a:solidFill>
                    <a:srgbClr val="000000"/>
                  </a:solidFill>
                  <a:latin typeface="Arial"/>
                  <a:ea typeface="Arial"/>
                  <a:cs typeface="Arial"/>
                </a:defRPr>
              </a:lvl9pPr>
            </a:lstStyle>
            <a:p>
              <a:pPr algn="r">
                <a:defRPr sz="774" b="0">
                  <a:solidFill>
                    <a:srgbClr val="000000"/>
                  </a:solidFill>
                  <a:latin typeface="Arial"/>
                  <a:ea typeface="Arial"/>
                  <a:cs typeface="Arial"/>
                </a:defRPr>
              </a:pPr>
              <a:r>
                <a:rPr sz="774" b="0">
                  <a:solidFill>
                    <a:srgbClr val="000000"/>
                  </a:solidFill>
                  <a:latin typeface="Arial"/>
                  <a:ea typeface="Arial"/>
                  <a:cs typeface="Arial"/>
                </a:rPr>
                <a:t>0</a:t>
              </a:r>
            </a:p>
          </p:txBody>
        </p:sp>
        <p:sp>
          <p:nvSpPr>
            <p:cNvPr id="74" name="line_073">
              <a:extLst>
                <a:ext uri="{FF2B5EF4-FFF2-40B4-BE49-F238E27FC236}">
                  <ns2:creationId id="{274AD069-C3BA-43B6-BAC7-DD6E8DF95766}"/>
                </a:ext>
              </a:extLst>
            </p:cNvPr>
            <p:cNvSpPr>
              <a:spLocks noGrp="1"/>
            </p:cNvSpPr>
            <p:nvPr/>
          </p:nvSpPr>
          <p:spPr>
            <a:xfrm>
              <a:off x="6457950" y="1114425"/>
              <a:ext cx="36928" cy="95"/>
            </a:xfrm>
            <a:custGeom>
              <a:pathLst>
                <a:path w="38100" h="95">
                  <a:moveTo>
                    <a:pt x="0" y="0"/>
                  </a:moveTo>
                  <a:lnTo>
                    <a:pt x="38100" y="0"/>
                  </a:lnTo>
                </a:path>
              </a:pathLst>
            </a:custGeom>
            <a:noFill/>
            <a:ln w="6555">
              <a:solidFill>
                <a:srgbClr val="7B8790"/>
              </a:solidFill>
              <a:prstDash val="solid"/>
            </a:ln>
          </p:spPr>
        </p:sp>
        <p:sp>
          <p:nvSpPr>
            <p:cNvPr id="75" name="text_074">
              <a:extLst>
                <a:ext uri="{FF2B5EF4-FFF2-40B4-BE49-F238E27FC236}">
                  <ns2:creationId id="{66C42432-BD1B-4327-9EE0-0CA68CB93BBC}"/>
                </a:ext>
              </a:extLst>
            </p:cNvPr>
            <p:cNvSpPr>
              <a:spLocks noGrp="1"/>
            </p:cNvSpPr>
            <p:nvPr/>
          </p:nvSpPr>
          <p:spPr>
            <a:xfrm rot="0">
              <a:off x="6190224" y="1019175"/>
              <a:ext cx="240030" cy="200025"/>
            </a:xfrm>
            <a:prstGeom prst="rect">
              <a:avLst/>
            </a:prstGeom>
            <a:noFill/>
            <a:ln w="0">
              <a:noFill/>
              <a:prstDash val="solid"/>
            </a:ln>
          </p:spPr>
          <p:txBody>
            <a:bodyPr wrap="none" lIns="0" tIns="0" rIns="0" bIns="0" anchor="t">
              <a:noAutofit/>
            </a:bodyPr>
            <a:lstStyle>
              <a:defPPr algn="r">
                <a:defRPr sz="774" b="0">
                  <a:solidFill>
                    <a:srgbClr val="000000"/>
                  </a:solidFill>
                  <a:latin typeface="Arial"/>
                  <a:ea typeface="Arial"/>
                  <a:cs typeface="Arial"/>
                </a:defRPr>
              </a:defPPr>
              <a:lvl1pPr algn="r">
                <a:defRPr sz="774" b="0">
                  <a:solidFill>
                    <a:srgbClr val="000000"/>
                  </a:solidFill>
                  <a:latin typeface="Arial"/>
                  <a:ea typeface="Arial"/>
                  <a:cs typeface="Arial"/>
                </a:defRPr>
              </a:lvl1pPr>
              <a:lvl2pPr algn="r">
                <a:defRPr sz="774" b="0">
                  <a:solidFill>
                    <a:srgbClr val="000000"/>
                  </a:solidFill>
                  <a:latin typeface="Arial"/>
                  <a:ea typeface="Arial"/>
                  <a:cs typeface="Arial"/>
                </a:defRPr>
              </a:lvl2pPr>
              <a:lvl3pPr algn="r">
                <a:defRPr sz="774" b="0">
                  <a:solidFill>
                    <a:srgbClr val="000000"/>
                  </a:solidFill>
                  <a:latin typeface="Arial"/>
                  <a:ea typeface="Arial"/>
                  <a:cs typeface="Arial"/>
                </a:defRPr>
              </a:lvl3pPr>
              <a:lvl4pPr algn="r">
                <a:defRPr sz="774" b="0">
                  <a:solidFill>
                    <a:srgbClr val="000000"/>
                  </a:solidFill>
                  <a:latin typeface="Arial"/>
                  <a:ea typeface="Arial"/>
                  <a:cs typeface="Arial"/>
                </a:defRPr>
              </a:lvl4pPr>
              <a:lvl5pPr algn="r">
                <a:defRPr sz="774" b="0">
                  <a:solidFill>
                    <a:srgbClr val="000000"/>
                  </a:solidFill>
                  <a:latin typeface="Arial"/>
                  <a:ea typeface="Arial"/>
                  <a:cs typeface="Arial"/>
                </a:defRPr>
              </a:lvl5pPr>
              <a:lvl6pPr algn="r">
                <a:defRPr sz="774" b="0">
                  <a:solidFill>
                    <a:srgbClr val="000000"/>
                  </a:solidFill>
                  <a:latin typeface="Arial"/>
                  <a:ea typeface="Arial"/>
                  <a:cs typeface="Arial"/>
                </a:defRPr>
              </a:lvl6pPr>
              <a:lvl7pPr algn="r">
                <a:defRPr sz="774" b="0">
                  <a:solidFill>
                    <a:srgbClr val="000000"/>
                  </a:solidFill>
                  <a:latin typeface="Arial"/>
                  <a:ea typeface="Arial"/>
                  <a:cs typeface="Arial"/>
                </a:defRPr>
              </a:lvl7pPr>
              <a:lvl8pPr algn="r">
                <a:defRPr sz="774" b="0">
                  <a:solidFill>
                    <a:srgbClr val="000000"/>
                  </a:solidFill>
                  <a:latin typeface="Arial"/>
                  <a:ea typeface="Arial"/>
                  <a:cs typeface="Arial"/>
                </a:defRPr>
              </a:lvl8pPr>
              <a:lvl9pPr algn="r">
                <a:defRPr sz="774" b="0">
                  <a:solidFill>
                    <a:srgbClr val="000000"/>
                  </a:solidFill>
                  <a:latin typeface="Arial"/>
                  <a:ea typeface="Arial"/>
                  <a:cs typeface="Arial"/>
                </a:defRPr>
              </a:lvl9pPr>
            </a:lstStyle>
            <a:p>
              <a:pPr algn="r">
                <a:defRPr sz="774" b="0">
                  <a:solidFill>
                    <a:srgbClr val="000000"/>
                  </a:solidFill>
                  <a:latin typeface="Arial"/>
                  <a:ea typeface="Arial"/>
                  <a:cs typeface="Arial"/>
                </a:defRPr>
              </a:pPr>
              <a:r>
                <a:rPr sz="774" b="0">
                  <a:solidFill>
                    <a:srgbClr val="000000"/>
                  </a:solidFill>
                  <a:latin typeface="Arial"/>
                  <a:ea typeface="Arial"/>
                  <a:cs typeface="Arial"/>
                </a:rPr>
                <a:t>0.5</a:t>
              </a:r>
            </a:p>
          </p:txBody>
        </p:sp>
        <p:sp>
          <p:nvSpPr>
            <p:cNvPr id="76" name="line_075">
              <a:extLst>
                <a:ext uri="{FF2B5EF4-FFF2-40B4-BE49-F238E27FC236}">
                  <ns2:creationId id="{B566ACA4-175E-4B55-BC20-5CEC44DCA050}"/>
                </a:ext>
              </a:extLst>
            </p:cNvPr>
            <p:cNvSpPr>
              <a:spLocks noGrp="1"/>
            </p:cNvSpPr>
            <p:nvPr/>
          </p:nvSpPr>
          <p:spPr>
            <a:xfrm>
              <a:off x="6457950" y="438150"/>
              <a:ext cx="36928" cy="95"/>
            </a:xfrm>
            <a:custGeom>
              <a:pathLst>
                <a:path w="38100" h="95">
                  <a:moveTo>
                    <a:pt x="0" y="0"/>
                  </a:moveTo>
                  <a:lnTo>
                    <a:pt x="38100" y="0"/>
                  </a:lnTo>
                </a:path>
              </a:pathLst>
            </a:custGeom>
            <a:noFill/>
            <a:ln w="6555">
              <a:solidFill>
                <a:srgbClr val="7B8790"/>
              </a:solidFill>
              <a:prstDash val="solid"/>
            </a:ln>
          </p:spPr>
        </p:sp>
        <p:sp>
          <p:nvSpPr>
            <p:cNvPr id="77" name="text_076">
              <a:extLst>
                <a:ext uri="{FF2B5EF4-FFF2-40B4-BE49-F238E27FC236}">
                  <ns2:creationId id="{9701DF8F-CFF6-47C9-89A4-3EEEAC329F5A}"/>
                </a:ext>
              </a:extLst>
            </p:cNvPr>
            <p:cNvSpPr>
              <a:spLocks noGrp="1"/>
            </p:cNvSpPr>
            <p:nvPr/>
          </p:nvSpPr>
          <p:spPr>
            <a:xfrm rot="0">
              <a:off x="6190224" y="342900"/>
              <a:ext cx="240030" cy="200025"/>
            </a:xfrm>
            <a:prstGeom prst="rect">
              <a:avLst/>
            </a:prstGeom>
            <a:noFill/>
            <a:ln w="0">
              <a:noFill/>
              <a:prstDash val="solid"/>
            </a:ln>
          </p:spPr>
          <p:txBody>
            <a:bodyPr wrap="none" lIns="0" tIns="0" rIns="0" bIns="0" anchor="t">
              <a:noAutofit/>
            </a:bodyPr>
            <a:lstStyle>
              <a:defPPr algn="r">
                <a:defRPr sz="774" b="0">
                  <a:solidFill>
                    <a:srgbClr val="000000"/>
                  </a:solidFill>
                  <a:latin typeface="Arial"/>
                  <a:ea typeface="Arial"/>
                  <a:cs typeface="Arial"/>
                </a:defRPr>
              </a:defPPr>
              <a:lvl1pPr algn="r">
                <a:defRPr sz="774" b="0">
                  <a:solidFill>
                    <a:srgbClr val="000000"/>
                  </a:solidFill>
                  <a:latin typeface="Arial"/>
                  <a:ea typeface="Arial"/>
                  <a:cs typeface="Arial"/>
                </a:defRPr>
              </a:lvl1pPr>
              <a:lvl2pPr algn="r">
                <a:defRPr sz="774" b="0">
                  <a:solidFill>
                    <a:srgbClr val="000000"/>
                  </a:solidFill>
                  <a:latin typeface="Arial"/>
                  <a:ea typeface="Arial"/>
                  <a:cs typeface="Arial"/>
                </a:defRPr>
              </a:lvl2pPr>
              <a:lvl3pPr algn="r">
                <a:defRPr sz="774" b="0">
                  <a:solidFill>
                    <a:srgbClr val="000000"/>
                  </a:solidFill>
                  <a:latin typeface="Arial"/>
                  <a:ea typeface="Arial"/>
                  <a:cs typeface="Arial"/>
                </a:defRPr>
              </a:lvl3pPr>
              <a:lvl4pPr algn="r">
                <a:defRPr sz="774" b="0">
                  <a:solidFill>
                    <a:srgbClr val="000000"/>
                  </a:solidFill>
                  <a:latin typeface="Arial"/>
                  <a:ea typeface="Arial"/>
                  <a:cs typeface="Arial"/>
                </a:defRPr>
              </a:lvl4pPr>
              <a:lvl5pPr algn="r">
                <a:defRPr sz="774" b="0">
                  <a:solidFill>
                    <a:srgbClr val="000000"/>
                  </a:solidFill>
                  <a:latin typeface="Arial"/>
                  <a:ea typeface="Arial"/>
                  <a:cs typeface="Arial"/>
                </a:defRPr>
              </a:lvl5pPr>
              <a:lvl6pPr algn="r">
                <a:defRPr sz="774" b="0">
                  <a:solidFill>
                    <a:srgbClr val="000000"/>
                  </a:solidFill>
                  <a:latin typeface="Arial"/>
                  <a:ea typeface="Arial"/>
                  <a:cs typeface="Arial"/>
                </a:defRPr>
              </a:lvl6pPr>
              <a:lvl7pPr algn="r">
                <a:defRPr sz="774" b="0">
                  <a:solidFill>
                    <a:srgbClr val="000000"/>
                  </a:solidFill>
                  <a:latin typeface="Arial"/>
                  <a:ea typeface="Arial"/>
                  <a:cs typeface="Arial"/>
                </a:defRPr>
              </a:lvl7pPr>
              <a:lvl8pPr algn="r">
                <a:defRPr sz="774" b="0">
                  <a:solidFill>
                    <a:srgbClr val="000000"/>
                  </a:solidFill>
                  <a:latin typeface="Arial"/>
                  <a:ea typeface="Arial"/>
                  <a:cs typeface="Arial"/>
                </a:defRPr>
              </a:lvl8pPr>
              <a:lvl9pPr algn="r">
                <a:defRPr sz="774" b="0">
                  <a:solidFill>
                    <a:srgbClr val="000000"/>
                  </a:solidFill>
                  <a:latin typeface="Arial"/>
                  <a:ea typeface="Arial"/>
                  <a:cs typeface="Arial"/>
                </a:defRPr>
              </a:lvl9pPr>
            </a:lstStyle>
            <a:p>
              <a:pPr algn="r">
                <a:defRPr sz="774" b="0">
                  <a:solidFill>
                    <a:srgbClr val="000000"/>
                  </a:solidFill>
                  <a:latin typeface="Arial"/>
                  <a:ea typeface="Arial"/>
                  <a:cs typeface="Arial"/>
                </a:defRPr>
              </a:pPr>
              <a:r>
                <a:rPr sz="774" b="0">
                  <a:solidFill>
                    <a:srgbClr val="000000"/>
                  </a:solidFill>
                  <a:latin typeface="Arial"/>
                  <a:ea typeface="Arial"/>
                  <a:cs typeface="Arial"/>
                </a:rPr>
                <a:t>1</a:t>
              </a:r>
            </a:p>
          </p:txBody>
        </p:sp>
        <p:sp>
          <p:nvSpPr>
            <p:cNvPr id="78" name="line_077">
              <a:extLst>
                <a:ext uri="{FF2B5EF4-FFF2-40B4-BE49-F238E27FC236}">
                  <ns2:creationId id="{FDB60AAA-FD31-418D-A78D-CB9B8D0436BD}"/>
                </a:ext>
              </a:extLst>
            </p:cNvPr>
            <p:cNvSpPr>
              <a:spLocks noGrp="1"/>
            </p:cNvSpPr>
            <p:nvPr/>
          </p:nvSpPr>
          <p:spPr>
            <a:xfrm>
              <a:off x="6518862" y="1790700"/>
              <a:ext cx="92" cy="38100"/>
            </a:xfrm>
            <a:custGeom>
              <a:pathLst>
                <a:path w="95" h="38100">
                  <a:moveTo>
                    <a:pt x="0" y="0"/>
                  </a:moveTo>
                  <a:lnTo>
                    <a:pt x="0" y="38100"/>
                  </a:lnTo>
                </a:path>
              </a:pathLst>
            </a:custGeom>
            <a:noFill/>
            <a:ln w="6555">
              <a:solidFill>
                <a:srgbClr val="7B8790"/>
              </a:solidFill>
              <a:prstDash val="solid"/>
            </a:ln>
          </p:spPr>
        </p:sp>
        <p:sp>
          <p:nvSpPr>
            <p:cNvPr id="79" name="text_078">
              <a:extLst>
                <a:ext uri="{FF2B5EF4-FFF2-40B4-BE49-F238E27FC236}">
                  <ns2:creationId id="{A1CAB620-3565-469B-8487-CB6207A13540}"/>
                </a:ext>
              </a:extLst>
            </p:cNvPr>
            <p:cNvSpPr>
              <a:spLocks noGrp="1"/>
            </p:cNvSpPr>
            <p:nvPr/>
          </p:nvSpPr>
          <p:spPr>
            <a:xfrm rot="0">
              <a:off x="6334224" y="1847850"/>
              <a:ext cx="369277" cy="209550"/>
            </a:xfrm>
            <a:prstGeom prst="rect">
              <a:avLst/>
            </a:prstGeom>
            <a:noFill/>
            <a:ln w="0">
              <a:noFill/>
              <a:prstDash val="solid"/>
            </a:ln>
          </p:spPr>
          <p:txBody>
            <a:bodyPr wrap="none" lIns="0" tIns="0" rIns="0" bIns="0" anchor="t">
              <a:noAutofit/>
            </a:bodyPr>
            <a:lstStyle>
              <a:defPPr algn="ctr">
                <a:defRPr sz="774" b="0">
                  <a:solidFill>
                    <a:srgbClr val="000000"/>
                  </a:solidFill>
                  <a:latin typeface="Arial"/>
                  <a:ea typeface="Arial"/>
                  <a:cs typeface="Arial"/>
                </a:defRPr>
              </a:defPPr>
              <a:lvl1pPr algn="ctr">
                <a:defRPr sz="774" b="0">
                  <a:solidFill>
                    <a:srgbClr val="000000"/>
                  </a:solidFill>
                  <a:latin typeface="Arial"/>
                  <a:ea typeface="Arial"/>
                  <a:cs typeface="Arial"/>
                </a:defRPr>
              </a:lvl1pPr>
              <a:lvl2pPr algn="ctr">
                <a:defRPr sz="774" b="0">
                  <a:solidFill>
                    <a:srgbClr val="000000"/>
                  </a:solidFill>
                  <a:latin typeface="Arial"/>
                  <a:ea typeface="Arial"/>
                  <a:cs typeface="Arial"/>
                </a:defRPr>
              </a:lvl2pPr>
              <a:lvl3pPr algn="ctr">
                <a:defRPr sz="774" b="0">
                  <a:solidFill>
                    <a:srgbClr val="000000"/>
                  </a:solidFill>
                  <a:latin typeface="Arial"/>
                  <a:ea typeface="Arial"/>
                  <a:cs typeface="Arial"/>
                </a:defRPr>
              </a:lvl3pPr>
              <a:lvl4pPr algn="ctr">
                <a:defRPr sz="774" b="0">
                  <a:solidFill>
                    <a:srgbClr val="000000"/>
                  </a:solidFill>
                  <a:latin typeface="Arial"/>
                  <a:ea typeface="Arial"/>
                  <a:cs typeface="Arial"/>
                </a:defRPr>
              </a:lvl4pPr>
              <a:lvl5pPr algn="ctr">
                <a:defRPr sz="774" b="0">
                  <a:solidFill>
                    <a:srgbClr val="000000"/>
                  </a:solidFill>
                  <a:latin typeface="Arial"/>
                  <a:ea typeface="Arial"/>
                  <a:cs typeface="Arial"/>
                </a:defRPr>
              </a:lvl5pPr>
              <a:lvl6pPr algn="ctr">
                <a:defRPr sz="774" b="0">
                  <a:solidFill>
                    <a:srgbClr val="000000"/>
                  </a:solidFill>
                  <a:latin typeface="Arial"/>
                  <a:ea typeface="Arial"/>
                  <a:cs typeface="Arial"/>
                </a:defRPr>
              </a:lvl6pPr>
              <a:lvl7pPr algn="ctr">
                <a:defRPr sz="774" b="0">
                  <a:solidFill>
                    <a:srgbClr val="000000"/>
                  </a:solidFill>
                  <a:latin typeface="Arial"/>
                  <a:ea typeface="Arial"/>
                  <a:cs typeface="Arial"/>
                </a:defRPr>
              </a:lvl7pPr>
              <a:lvl8pPr algn="ctr">
                <a:defRPr sz="774" b="0">
                  <a:solidFill>
                    <a:srgbClr val="000000"/>
                  </a:solidFill>
                  <a:latin typeface="Arial"/>
                  <a:ea typeface="Arial"/>
                  <a:cs typeface="Arial"/>
                </a:defRPr>
              </a:lvl8pPr>
              <a:lvl9pPr algn="ctr">
                <a:defRPr sz="774" b="0">
                  <a:solidFill>
                    <a:srgbClr val="000000"/>
                  </a:solidFill>
                  <a:latin typeface="Arial"/>
                  <a:ea typeface="Arial"/>
                  <a:cs typeface="Arial"/>
                </a:defRPr>
              </a:lvl9pPr>
            </a:lstStyle>
            <a:p>
              <a:pPr algn="ctr">
                <a:defRPr sz="774" b="0">
                  <a:solidFill>
                    <a:srgbClr val="000000"/>
                  </a:solidFill>
                  <a:latin typeface="Arial"/>
                  <a:ea typeface="Arial"/>
                  <a:cs typeface="Arial"/>
                </a:defRPr>
              </a:pPr>
              <a:r>
                <a:rPr sz="774" b="0">
                  <a:solidFill>
                    <a:srgbClr val="000000"/>
                  </a:solidFill>
                  <a:latin typeface="Arial"/>
                  <a:ea typeface="Arial"/>
                  <a:cs typeface="Arial"/>
                </a:rPr>
                <a:t>0</a:t>
              </a:r>
            </a:p>
          </p:txBody>
        </p:sp>
        <p:sp>
          <p:nvSpPr>
            <p:cNvPr id="80" name="line_079">
              <a:extLst>
                <a:ext uri="{FF2B5EF4-FFF2-40B4-BE49-F238E27FC236}">
                  <ns2:creationId id="{D55E2353-CE59-4FE0-9C18-186BA2AE45F5}"/>
                </a:ext>
              </a:extLst>
            </p:cNvPr>
            <p:cNvSpPr>
              <a:spLocks noGrp="1"/>
            </p:cNvSpPr>
            <p:nvPr/>
          </p:nvSpPr>
          <p:spPr>
            <a:xfrm>
              <a:off x="7718108" y="1790700"/>
              <a:ext cx="92" cy="38100"/>
            </a:xfrm>
            <a:custGeom>
              <a:pathLst>
                <a:path w="95" h="38100">
                  <a:moveTo>
                    <a:pt x="0" y="0"/>
                  </a:moveTo>
                  <a:lnTo>
                    <a:pt x="0" y="38100"/>
                  </a:lnTo>
                </a:path>
              </a:pathLst>
            </a:custGeom>
            <a:noFill/>
            <a:ln w="6555">
              <a:solidFill>
                <a:srgbClr val="7B8790"/>
              </a:solidFill>
              <a:prstDash val="solid"/>
            </a:ln>
          </p:spPr>
        </p:sp>
        <p:sp>
          <p:nvSpPr>
            <p:cNvPr id="81" name="text_080">
              <a:extLst>
                <a:ext uri="{FF2B5EF4-FFF2-40B4-BE49-F238E27FC236}">
                  <ns2:creationId id="{A4002257-4D2F-4721-87F7-C5928883210F}"/>
                </a:ext>
              </a:extLst>
            </p:cNvPr>
            <p:cNvSpPr>
              <a:spLocks noGrp="1"/>
            </p:cNvSpPr>
            <p:nvPr/>
          </p:nvSpPr>
          <p:spPr>
            <a:xfrm rot="0">
              <a:off x="7533470" y="1847850"/>
              <a:ext cx="369277" cy="209550"/>
            </a:xfrm>
            <a:prstGeom prst="rect">
              <a:avLst/>
            </a:prstGeom>
            <a:noFill/>
            <a:ln w="0">
              <a:noFill/>
              <a:prstDash val="solid"/>
            </a:ln>
          </p:spPr>
          <p:txBody>
            <a:bodyPr wrap="none" lIns="0" tIns="0" rIns="0" bIns="0" anchor="t">
              <a:noAutofit/>
            </a:bodyPr>
            <a:lstStyle>
              <a:defPPr algn="ctr">
                <a:defRPr sz="774" b="0">
                  <a:solidFill>
                    <a:srgbClr val="000000"/>
                  </a:solidFill>
                  <a:latin typeface="Arial"/>
                  <a:ea typeface="Arial"/>
                  <a:cs typeface="Arial"/>
                </a:defRPr>
              </a:defPPr>
              <a:lvl1pPr algn="ctr">
                <a:defRPr sz="774" b="0">
                  <a:solidFill>
                    <a:srgbClr val="000000"/>
                  </a:solidFill>
                  <a:latin typeface="Arial"/>
                  <a:ea typeface="Arial"/>
                  <a:cs typeface="Arial"/>
                </a:defRPr>
              </a:lvl1pPr>
              <a:lvl2pPr algn="ctr">
                <a:defRPr sz="774" b="0">
                  <a:solidFill>
                    <a:srgbClr val="000000"/>
                  </a:solidFill>
                  <a:latin typeface="Arial"/>
                  <a:ea typeface="Arial"/>
                  <a:cs typeface="Arial"/>
                </a:defRPr>
              </a:lvl2pPr>
              <a:lvl3pPr algn="ctr">
                <a:defRPr sz="774" b="0">
                  <a:solidFill>
                    <a:srgbClr val="000000"/>
                  </a:solidFill>
                  <a:latin typeface="Arial"/>
                  <a:ea typeface="Arial"/>
                  <a:cs typeface="Arial"/>
                </a:defRPr>
              </a:lvl3pPr>
              <a:lvl4pPr algn="ctr">
                <a:defRPr sz="774" b="0">
                  <a:solidFill>
                    <a:srgbClr val="000000"/>
                  </a:solidFill>
                  <a:latin typeface="Arial"/>
                  <a:ea typeface="Arial"/>
                  <a:cs typeface="Arial"/>
                </a:defRPr>
              </a:lvl4pPr>
              <a:lvl5pPr algn="ctr">
                <a:defRPr sz="774" b="0">
                  <a:solidFill>
                    <a:srgbClr val="000000"/>
                  </a:solidFill>
                  <a:latin typeface="Arial"/>
                  <a:ea typeface="Arial"/>
                  <a:cs typeface="Arial"/>
                </a:defRPr>
              </a:lvl5pPr>
              <a:lvl6pPr algn="ctr">
                <a:defRPr sz="774" b="0">
                  <a:solidFill>
                    <a:srgbClr val="000000"/>
                  </a:solidFill>
                  <a:latin typeface="Arial"/>
                  <a:ea typeface="Arial"/>
                  <a:cs typeface="Arial"/>
                </a:defRPr>
              </a:lvl6pPr>
              <a:lvl7pPr algn="ctr">
                <a:defRPr sz="774" b="0">
                  <a:solidFill>
                    <a:srgbClr val="000000"/>
                  </a:solidFill>
                  <a:latin typeface="Arial"/>
                  <a:ea typeface="Arial"/>
                  <a:cs typeface="Arial"/>
                </a:defRPr>
              </a:lvl7pPr>
              <a:lvl8pPr algn="ctr">
                <a:defRPr sz="774" b="0">
                  <a:solidFill>
                    <a:srgbClr val="000000"/>
                  </a:solidFill>
                  <a:latin typeface="Arial"/>
                  <a:ea typeface="Arial"/>
                  <a:cs typeface="Arial"/>
                </a:defRPr>
              </a:lvl8pPr>
              <a:lvl9pPr algn="ctr">
                <a:defRPr sz="774" b="0">
                  <a:solidFill>
                    <a:srgbClr val="000000"/>
                  </a:solidFill>
                  <a:latin typeface="Arial"/>
                  <a:ea typeface="Arial"/>
                  <a:cs typeface="Arial"/>
                </a:defRPr>
              </a:lvl9pPr>
            </a:lstStyle>
            <a:p>
              <a:pPr algn="ctr">
                <a:defRPr sz="774" b="0">
                  <a:solidFill>
                    <a:srgbClr val="000000"/>
                  </a:solidFill>
                  <a:latin typeface="Arial"/>
                  <a:ea typeface="Arial"/>
                  <a:cs typeface="Arial"/>
                </a:defRPr>
              </a:pPr>
              <a:r>
                <a:rPr sz="774" b="0">
                  <a:solidFill>
                    <a:srgbClr val="000000"/>
                  </a:solidFill>
                  <a:latin typeface="Arial"/>
                  <a:ea typeface="Arial"/>
                  <a:cs typeface="Arial"/>
                </a:rPr>
                <a:t>25</a:t>
              </a:r>
            </a:p>
          </p:txBody>
        </p:sp>
        <p:sp>
          <p:nvSpPr>
            <p:cNvPr id="82" name="line_081">
              <a:extLst>
                <a:ext uri="{FF2B5EF4-FFF2-40B4-BE49-F238E27FC236}">
                  <ns2:creationId id="{7A75AE35-B703-4F67-B35C-D8154814A0FE}"/>
                </a:ext>
              </a:extLst>
            </p:cNvPr>
            <p:cNvSpPr>
              <a:spLocks noGrp="1"/>
            </p:cNvSpPr>
            <p:nvPr/>
          </p:nvSpPr>
          <p:spPr>
            <a:xfrm>
              <a:off x="8965322" y="1790700"/>
              <a:ext cx="92" cy="38100"/>
            </a:xfrm>
            <a:custGeom>
              <a:pathLst>
                <a:path w="95" h="38100">
                  <a:moveTo>
                    <a:pt x="0" y="0"/>
                  </a:moveTo>
                  <a:lnTo>
                    <a:pt x="0" y="38100"/>
                  </a:lnTo>
                </a:path>
              </a:pathLst>
            </a:custGeom>
            <a:noFill/>
            <a:ln w="6555">
              <a:solidFill>
                <a:srgbClr val="7B8790"/>
              </a:solidFill>
              <a:prstDash val="solid"/>
            </a:ln>
          </p:spPr>
        </p:sp>
        <p:sp>
          <p:nvSpPr>
            <p:cNvPr id="83" name="text_082">
              <a:extLst>
                <a:ext uri="{FF2B5EF4-FFF2-40B4-BE49-F238E27FC236}">
                  <ns2:creationId id="{F4A28DFD-1145-44DB-96BA-491512ED308F}"/>
                </a:ext>
              </a:extLst>
            </p:cNvPr>
            <p:cNvSpPr>
              <a:spLocks noGrp="1"/>
            </p:cNvSpPr>
            <p:nvPr/>
          </p:nvSpPr>
          <p:spPr>
            <a:xfrm rot="0">
              <a:off x="8780683" y="1847850"/>
              <a:ext cx="369277" cy="209550"/>
            </a:xfrm>
            <a:prstGeom prst="rect">
              <a:avLst/>
            </a:prstGeom>
            <a:noFill/>
            <a:ln w="0">
              <a:noFill/>
              <a:prstDash val="solid"/>
            </a:ln>
          </p:spPr>
          <p:txBody>
            <a:bodyPr wrap="none" lIns="0" tIns="0" rIns="0" bIns="0" anchor="t">
              <a:noAutofit/>
            </a:bodyPr>
            <a:lstStyle>
              <a:defPPr algn="ctr">
                <a:defRPr sz="774" b="0">
                  <a:solidFill>
                    <a:srgbClr val="000000"/>
                  </a:solidFill>
                  <a:latin typeface="Arial"/>
                  <a:ea typeface="Arial"/>
                  <a:cs typeface="Arial"/>
                </a:defRPr>
              </a:defPPr>
              <a:lvl1pPr algn="ctr">
                <a:defRPr sz="774" b="0">
                  <a:solidFill>
                    <a:srgbClr val="000000"/>
                  </a:solidFill>
                  <a:latin typeface="Arial"/>
                  <a:ea typeface="Arial"/>
                  <a:cs typeface="Arial"/>
                </a:defRPr>
              </a:lvl1pPr>
              <a:lvl2pPr algn="ctr">
                <a:defRPr sz="774" b="0">
                  <a:solidFill>
                    <a:srgbClr val="000000"/>
                  </a:solidFill>
                  <a:latin typeface="Arial"/>
                  <a:ea typeface="Arial"/>
                  <a:cs typeface="Arial"/>
                </a:defRPr>
              </a:lvl2pPr>
              <a:lvl3pPr algn="ctr">
                <a:defRPr sz="774" b="0">
                  <a:solidFill>
                    <a:srgbClr val="000000"/>
                  </a:solidFill>
                  <a:latin typeface="Arial"/>
                  <a:ea typeface="Arial"/>
                  <a:cs typeface="Arial"/>
                </a:defRPr>
              </a:lvl3pPr>
              <a:lvl4pPr algn="ctr">
                <a:defRPr sz="774" b="0">
                  <a:solidFill>
                    <a:srgbClr val="000000"/>
                  </a:solidFill>
                  <a:latin typeface="Arial"/>
                  <a:ea typeface="Arial"/>
                  <a:cs typeface="Arial"/>
                </a:defRPr>
              </a:lvl4pPr>
              <a:lvl5pPr algn="ctr">
                <a:defRPr sz="774" b="0">
                  <a:solidFill>
                    <a:srgbClr val="000000"/>
                  </a:solidFill>
                  <a:latin typeface="Arial"/>
                  <a:ea typeface="Arial"/>
                  <a:cs typeface="Arial"/>
                </a:defRPr>
              </a:lvl5pPr>
              <a:lvl6pPr algn="ctr">
                <a:defRPr sz="774" b="0">
                  <a:solidFill>
                    <a:srgbClr val="000000"/>
                  </a:solidFill>
                  <a:latin typeface="Arial"/>
                  <a:ea typeface="Arial"/>
                  <a:cs typeface="Arial"/>
                </a:defRPr>
              </a:lvl6pPr>
              <a:lvl7pPr algn="ctr">
                <a:defRPr sz="774" b="0">
                  <a:solidFill>
                    <a:srgbClr val="000000"/>
                  </a:solidFill>
                  <a:latin typeface="Arial"/>
                  <a:ea typeface="Arial"/>
                  <a:cs typeface="Arial"/>
                </a:defRPr>
              </a:lvl7pPr>
              <a:lvl8pPr algn="ctr">
                <a:defRPr sz="774" b="0">
                  <a:solidFill>
                    <a:srgbClr val="000000"/>
                  </a:solidFill>
                  <a:latin typeface="Arial"/>
                  <a:ea typeface="Arial"/>
                  <a:cs typeface="Arial"/>
                </a:defRPr>
              </a:lvl8pPr>
              <a:lvl9pPr algn="ctr">
                <a:defRPr sz="774" b="0">
                  <a:solidFill>
                    <a:srgbClr val="000000"/>
                  </a:solidFill>
                  <a:latin typeface="Arial"/>
                  <a:ea typeface="Arial"/>
                  <a:cs typeface="Arial"/>
                </a:defRPr>
              </a:lvl9pPr>
            </a:lstStyle>
            <a:p>
              <a:pPr algn="ctr">
                <a:defRPr sz="774" b="0">
                  <a:solidFill>
                    <a:srgbClr val="000000"/>
                  </a:solidFill>
                  <a:latin typeface="Arial"/>
                  <a:ea typeface="Arial"/>
                  <a:cs typeface="Arial"/>
                </a:defRPr>
              </a:pPr>
              <a:r>
                <a:rPr sz="774" b="0">
                  <a:solidFill>
                    <a:srgbClr val="000000"/>
                  </a:solidFill>
                  <a:latin typeface="Arial"/>
                  <a:ea typeface="Arial"/>
                  <a:cs typeface="Arial"/>
                </a:rPr>
                <a:t>51</a:t>
              </a:r>
            </a:p>
          </p:txBody>
        </p:sp>
        <p:sp>
          <p:nvSpPr>
            <p:cNvPr id="84" name="line_083">
              <a:extLst>
                <a:ext uri="{FF2B5EF4-FFF2-40B4-BE49-F238E27FC236}">
                  <ns2:creationId id="{FAB17A6A-4FB9-43C4-B01B-DBD3724BCB9B}"/>
                </a:ext>
              </a:extLst>
            </p:cNvPr>
            <p:cNvSpPr>
              <a:spLocks noGrp="1"/>
            </p:cNvSpPr>
            <p:nvPr/>
          </p:nvSpPr>
          <p:spPr>
            <a:xfrm>
              <a:off x="10116597" y="1790700"/>
              <a:ext cx="92" cy="38100"/>
            </a:xfrm>
            <a:custGeom>
              <a:pathLst>
                <a:path w="95" h="38100">
                  <a:moveTo>
                    <a:pt x="0" y="0"/>
                  </a:moveTo>
                  <a:lnTo>
                    <a:pt x="0" y="38100"/>
                  </a:lnTo>
                </a:path>
              </a:pathLst>
            </a:custGeom>
            <a:noFill/>
            <a:ln w="6555">
              <a:solidFill>
                <a:srgbClr val="7B8790"/>
              </a:solidFill>
              <a:prstDash val="solid"/>
            </a:ln>
          </p:spPr>
        </p:sp>
        <p:sp>
          <p:nvSpPr>
            <p:cNvPr id="85" name="text_084">
              <a:extLst>
                <a:ext uri="{FF2B5EF4-FFF2-40B4-BE49-F238E27FC236}">
                  <ns2:creationId id="{77B0BDA2-404F-47E6-8FA5-186CC4075436}"/>
                </a:ext>
              </a:extLst>
            </p:cNvPr>
            <p:cNvSpPr>
              <a:spLocks noGrp="1"/>
            </p:cNvSpPr>
            <p:nvPr/>
          </p:nvSpPr>
          <p:spPr>
            <a:xfrm rot="0">
              <a:off x="9931959" y="1847850"/>
              <a:ext cx="369277" cy="209550"/>
            </a:xfrm>
            <a:prstGeom prst="rect">
              <a:avLst/>
            </a:prstGeom>
            <a:noFill/>
            <a:ln w="0">
              <a:noFill/>
              <a:prstDash val="solid"/>
            </a:ln>
          </p:spPr>
          <p:txBody>
            <a:bodyPr wrap="none" lIns="0" tIns="0" rIns="0" bIns="0" anchor="t">
              <a:noAutofit/>
            </a:bodyPr>
            <a:lstStyle>
              <a:defPPr algn="ctr">
                <a:defRPr sz="774" b="0">
                  <a:solidFill>
                    <a:srgbClr val="000000"/>
                  </a:solidFill>
                  <a:latin typeface="Arial"/>
                  <a:ea typeface="Arial"/>
                  <a:cs typeface="Arial"/>
                </a:defRPr>
              </a:defPPr>
              <a:lvl1pPr algn="ctr">
                <a:defRPr sz="774" b="0">
                  <a:solidFill>
                    <a:srgbClr val="000000"/>
                  </a:solidFill>
                  <a:latin typeface="Arial"/>
                  <a:ea typeface="Arial"/>
                  <a:cs typeface="Arial"/>
                </a:defRPr>
              </a:lvl1pPr>
              <a:lvl2pPr algn="ctr">
                <a:defRPr sz="774" b="0">
                  <a:solidFill>
                    <a:srgbClr val="000000"/>
                  </a:solidFill>
                  <a:latin typeface="Arial"/>
                  <a:ea typeface="Arial"/>
                  <a:cs typeface="Arial"/>
                </a:defRPr>
              </a:lvl2pPr>
              <a:lvl3pPr algn="ctr">
                <a:defRPr sz="774" b="0">
                  <a:solidFill>
                    <a:srgbClr val="000000"/>
                  </a:solidFill>
                  <a:latin typeface="Arial"/>
                  <a:ea typeface="Arial"/>
                  <a:cs typeface="Arial"/>
                </a:defRPr>
              </a:lvl3pPr>
              <a:lvl4pPr algn="ctr">
                <a:defRPr sz="774" b="0">
                  <a:solidFill>
                    <a:srgbClr val="000000"/>
                  </a:solidFill>
                  <a:latin typeface="Arial"/>
                  <a:ea typeface="Arial"/>
                  <a:cs typeface="Arial"/>
                </a:defRPr>
              </a:lvl4pPr>
              <a:lvl5pPr algn="ctr">
                <a:defRPr sz="774" b="0">
                  <a:solidFill>
                    <a:srgbClr val="000000"/>
                  </a:solidFill>
                  <a:latin typeface="Arial"/>
                  <a:ea typeface="Arial"/>
                  <a:cs typeface="Arial"/>
                </a:defRPr>
              </a:lvl5pPr>
              <a:lvl6pPr algn="ctr">
                <a:defRPr sz="774" b="0">
                  <a:solidFill>
                    <a:srgbClr val="000000"/>
                  </a:solidFill>
                  <a:latin typeface="Arial"/>
                  <a:ea typeface="Arial"/>
                  <a:cs typeface="Arial"/>
                </a:defRPr>
              </a:lvl6pPr>
              <a:lvl7pPr algn="ctr">
                <a:defRPr sz="774" b="0">
                  <a:solidFill>
                    <a:srgbClr val="000000"/>
                  </a:solidFill>
                  <a:latin typeface="Arial"/>
                  <a:ea typeface="Arial"/>
                  <a:cs typeface="Arial"/>
                </a:defRPr>
              </a:lvl7pPr>
              <a:lvl8pPr algn="ctr">
                <a:defRPr sz="774" b="0">
                  <a:solidFill>
                    <a:srgbClr val="000000"/>
                  </a:solidFill>
                  <a:latin typeface="Arial"/>
                  <a:ea typeface="Arial"/>
                  <a:cs typeface="Arial"/>
                </a:defRPr>
              </a:lvl8pPr>
              <a:lvl9pPr algn="ctr">
                <a:defRPr sz="774" b="0">
                  <a:solidFill>
                    <a:srgbClr val="000000"/>
                  </a:solidFill>
                  <a:latin typeface="Arial"/>
                  <a:ea typeface="Arial"/>
                  <a:cs typeface="Arial"/>
                </a:defRPr>
              </a:lvl9pPr>
            </a:lstStyle>
            <a:p>
              <a:pPr algn="ctr">
                <a:defRPr sz="774" b="0">
                  <a:solidFill>
                    <a:srgbClr val="000000"/>
                  </a:solidFill>
                  <a:latin typeface="Arial"/>
                  <a:ea typeface="Arial"/>
                  <a:cs typeface="Arial"/>
                </a:defRPr>
              </a:pPr>
              <a:r>
                <a:rPr sz="774" b="0">
                  <a:solidFill>
                    <a:srgbClr val="000000"/>
                  </a:solidFill>
                  <a:latin typeface="Arial"/>
                  <a:ea typeface="Arial"/>
                  <a:cs typeface="Arial"/>
                </a:rPr>
                <a:t>75</a:t>
              </a:r>
            </a:p>
          </p:txBody>
        </p:sp>
        <p:sp>
          <p:nvSpPr>
            <p:cNvPr id="86" name="line_085">
              <a:extLst>
                <a:ext uri="{FF2B5EF4-FFF2-40B4-BE49-F238E27FC236}">
                  <ns2:creationId id="{8DB6B261-4CF6-42C4-BE15-0FF0AD645CDB}"/>
                </a:ext>
              </a:extLst>
            </p:cNvPr>
            <p:cNvSpPr>
              <a:spLocks noGrp="1"/>
            </p:cNvSpPr>
            <p:nvPr/>
          </p:nvSpPr>
          <p:spPr>
            <a:xfrm>
              <a:off x="11363812" y="1790700"/>
              <a:ext cx="92" cy="38100"/>
            </a:xfrm>
            <a:custGeom>
              <a:pathLst>
                <a:path w="95" h="38100">
                  <a:moveTo>
                    <a:pt x="0" y="0"/>
                  </a:moveTo>
                  <a:lnTo>
                    <a:pt x="0" y="38100"/>
                  </a:lnTo>
                </a:path>
              </a:pathLst>
            </a:custGeom>
            <a:noFill/>
            <a:ln w="6555">
              <a:solidFill>
                <a:srgbClr val="7B8790"/>
              </a:solidFill>
              <a:prstDash val="solid"/>
            </a:ln>
          </p:spPr>
        </p:sp>
        <p:sp>
          <p:nvSpPr>
            <p:cNvPr id="87" name="text_086">
              <a:extLst>
                <a:ext uri="{FF2B5EF4-FFF2-40B4-BE49-F238E27FC236}">
                  <ns2:creationId id="{51E44707-F784-4E15-91DF-6EBC5D7777D3}"/>
                </a:ext>
              </a:extLst>
            </p:cNvPr>
            <p:cNvSpPr>
              <a:spLocks noGrp="1"/>
            </p:cNvSpPr>
            <p:nvPr/>
          </p:nvSpPr>
          <p:spPr>
            <a:xfrm rot="0">
              <a:off x="11179174" y="1847850"/>
              <a:ext cx="369277" cy="209550"/>
            </a:xfrm>
            <a:prstGeom prst="rect">
              <a:avLst/>
            </a:prstGeom>
            <a:noFill/>
            <a:ln w="0">
              <a:noFill/>
              <a:prstDash val="solid"/>
            </a:ln>
          </p:spPr>
          <p:txBody>
            <a:bodyPr wrap="none" lIns="0" tIns="0" rIns="0" bIns="0" anchor="t">
              <a:noAutofit/>
            </a:bodyPr>
            <a:lstStyle>
              <a:defPPr algn="ctr">
                <a:defRPr sz="774" b="0">
                  <a:solidFill>
                    <a:srgbClr val="000000"/>
                  </a:solidFill>
                  <a:latin typeface="Arial"/>
                  <a:ea typeface="Arial"/>
                  <a:cs typeface="Arial"/>
                </a:defRPr>
              </a:defPPr>
              <a:lvl1pPr algn="ctr">
                <a:defRPr sz="774" b="0">
                  <a:solidFill>
                    <a:srgbClr val="000000"/>
                  </a:solidFill>
                  <a:latin typeface="Arial"/>
                  <a:ea typeface="Arial"/>
                  <a:cs typeface="Arial"/>
                </a:defRPr>
              </a:lvl1pPr>
              <a:lvl2pPr algn="ctr">
                <a:defRPr sz="774" b="0">
                  <a:solidFill>
                    <a:srgbClr val="000000"/>
                  </a:solidFill>
                  <a:latin typeface="Arial"/>
                  <a:ea typeface="Arial"/>
                  <a:cs typeface="Arial"/>
                </a:defRPr>
              </a:lvl2pPr>
              <a:lvl3pPr algn="ctr">
                <a:defRPr sz="774" b="0">
                  <a:solidFill>
                    <a:srgbClr val="000000"/>
                  </a:solidFill>
                  <a:latin typeface="Arial"/>
                  <a:ea typeface="Arial"/>
                  <a:cs typeface="Arial"/>
                </a:defRPr>
              </a:lvl3pPr>
              <a:lvl4pPr algn="ctr">
                <a:defRPr sz="774" b="0">
                  <a:solidFill>
                    <a:srgbClr val="000000"/>
                  </a:solidFill>
                  <a:latin typeface="Arial"/>
                  <a:ea typeface="Arial"/>
                  <a:cs typeface="Arial"/>
                </a:defRPr>
              </a:lvl4pPr>
              <a:lvl5pPr algn="ctr">
                <a:defRPr sz="774" b="0">
                  <a:solidFill>
                    <a:srgbClr val="000000"/>
                  </a:solidFill>
                  <a:latin typeface="Arial"/>
                  <a:ea typeface="Arial"/>
                  <a:cs typeface="Arial"/>
                </a:defRPr>
              </a:lvl5pPr>
              <a:lvl6pPr algn="ctr">
                <a:defRPr sz="774" b="0">
                  <a:solidFill>
                    <a:srgbClr val="000000"/>
                  </a:solidFill>
                  <a:latin typeface="Arial"/>
                  <a:ea typeface="Arial"/>
                  <a:cs typeface="Arial"/>
                </a:defRPr>
              </a:lvl6pPr>
              <a:lvl7pPr algn="ctr">
                <a:defRPr sz="774" b="0">
                  <a:solidFill>
                    <a:srgbClr val="000000"/>
                  </a:solidFill>
                  <a:latin typeface="Arial"/>
                  <a:ea typeface="Arial"/>
                  <a:cs typeface="Arial"/>
                </a:defRPr>
              </a:lvl7pPr>
              <a:lvl8pPr algn="ctr">
                <a:defRPr sz="774" b="0">
                  <a:solidFill>
                    <a:srgbClr val="000000"/>
                  </a:solidFill>
                  <a:latin typeface="Arial"/>
                  <a:ea typeface="Arial"/>
                  <a:cs typeface="Arial"/>
                </a:defRPr>
              </a:lvl8pPr>
              <a:lvl9pPr algn="ctr">
                <a:defRPr sz="774" b="0">
                  <a:solidFill>
                    <a:srgbClr val="000000"/>
                  </a:solidFill>
                  <a:latin typeface="Arial"/>
                  <a:ea typeface="Arial"/>
                  <a:cs typeface="Arial"/>
                </a:defRPr>
              </a:lvl9pPr>
            </a:lstStyle>
            <a:p>
              <a:pPr algn="ctr">
                <a:defRPr sz="774" b="0">
                  <a:solidFill>
                    <a:srgbClr val="000000"/>
                  </a:solidFill>
                  <a:latin typeface="Arial"/>
                  <a:ea typeface="Arial"/>
                  <a:cs typeface="Arial"/>
                </a:defRPr>
              </a:pPr>
              <a:r>
                <a:rPr sz="774" b="0">
                  <a:solidFill>
                    <a:srgbClr val="000000"/>
                  </a:solidFill>
                  <a:latin typeface="Arial"/>
                  <a:ea typeface="Arial"/>
                  <a:cs typeface="Arial"/>
                </a:rPr>
                <a:t>101</a:t>
              </a:r>
            </a:p>
          </p:txBody>
        </p:sp>
        <p:sp>
          <p:nvSpPr>
            <p:cNvPr id="88" name="line_087">
              <a:extLst>
                <a:ext uri="{FF2B5EF4-FFF2-40B4-BE49-F238E27FC236}">
                  <ns2:creationId id="{90B96168-3CCF-4220-BCB2-6FF6207CD6E6}"/>
                </a:ext>
              </a:extLst>
            </p:cNvPr>
            <p:cNvSpPr>
              <a:spLocks noGrp="1"/>
            </p:cNvSpPr>
            <p:nvPr/>
          </p:nvSpPr>
          <p:spPr>
            <a:xfrm>
              <a:off x="6518862" y="438150"/>
              <a:ext cx="92" cy="1352550"/>
            </a:xfrm>
            <a:custGeom>
              <a:pathLst>
                <a:path w="95" h="1352550">
                  <a:moveTo>
                    <a:pt x="0" y="0"/>
                  </a:moveTo>
                  <a:lnTo>
                    <a:pt x="0" y="1352550"/>
                  </a:lnTo>
                </a:path>
              </a:pathLst>
            </a:custGeom>
            <a:noFill/>
            <a:ln w="4589">
              <a:solidFill>
                <a:srgbClr val="7B8790"/>
              </a:solidFill>
              <a:prstDash val="dash"/>
            </a:ln>
          </p:spPr>
        </p:sp>
        <p:sp>
          <p:nvSpPr>
            <p:cNvPr id="89" name="line_088">
              <a:extLst>
                <a:ext uri="{FF2B5EF4-FFF2-40B4-BE49-F238E27FC236}">
                  <ns2:creationId id="{A201F905-093F-4AC3-9781-564FB0C6D546}"/>
                </a:ext>
              </a:extLst>
            </p:cNvPr>
            <p:cNvSpPr>
              <a:spLocks noGrp="1"/>
            </p:cNvSpPr>
            <p:nvPr/>
          </p:nvSpPr>
          <p:spPr>
            <a:xfrm>
              <a:off x="8965322" y="438150"/>
              <a:ext cx="92" cy="1352550"/>
            </a:xfrm>
            <a:custGeom>
              <a:pathLst>
                <a:path w="95" h="1352550">
                  <a:moveTo>
                    <a:pt x="0" y="0"/>
                  </a:moveTo>
                  <a:lnTo>
                    <a:pt x="0" y="1352550"/>
                  </a:lnTo>
                </a:path>
              </a:pathLst>
            </a:custGeom>
            <a:noFill/>
            <a:ln w="4589">
              <a:solidFill>
                <a:srgbClr val="7B8790"/>
              </a:solidFill>
              <a:prstDash val="dash"/>
            </a:ln>
          </p:spPr>
        </p:sp>
        <p:sp>
          <p:nvSpPr>
            <p:cNvPr id="90" name="line_089">
              <a:extLst>
                <a:ext uri="{FF2B5EF4-FFF2-40B4-BE49-F238E27FC236}">
                  <ns2:creationId id="{F9EDF745-8F54-41DE-B28C-B116443C5E05}"/>
                </a:ext>
              </a:extLst>
            </p:cNvPr>
            <p:cNvSpPr>
              <a:spLocks noGrp="1"/>
            </p:cNvSpPr>
            <p:nvPr/>
          </p:nvSpPr>
          <p:spPr>
            <a:xfrm>
              <a:off x="11363812" y="438150"/>
              <a:ext cx="92" cy="1352550"/>
            </a:xfrm>
            <a:custGeom>
              <a:pathLst>
                <a:path w="95" h="1352550">
                  <a:moveTo>
                    <a:pt x="0" y="0"/>
                  </a:moveTo>
                  <a:lnTo>
                    <a:pt x="0" y="1352550"/>
                  </a:lnTo>
                </a:path>
              </a:pathLst>
            </a:custGeom>
            <a:noFill/>
            <a:ln w="4589">
              <a:solidFill>
                <a:srgbClr val="7B8790"/>
              </a:solidFill>
              <a:prstDash val="dash"/>
            </a:ln>
          </p:spPr>
        </p:sp>
        <p:sp>
          <p:nvSpPr>
            <p:cNvPr id="92" name="text_091">
              <a:extLst>
                <a:ext uri="{FF2B5EF4-FFF2-40B4-BE49-F238E27FC236}">
                  <ns2:creationId id="{48A89672-975B-4B59-A5AD-B26D2076358A}"/>
                </a:ext>
              </a:extLst>
            </p:cNvPr>
            <p:cNvSpPr>
              <a:spLocks noGrp="1"/>
            </p:cNvSpPr>
            <p:nvPr/>
          </p:nvSpPr>
          <p:spPr>
            <a:xfrm rot="0">
              <a:off x="8295103" y="2057400"/>
              <a:ext cx="1292469" cy="209550"/>
            </a:xfrm>
            <a:prstGeom prst="rect">
              <a:avLst/>
            </a:prstGeom>
            <a:noFill/>
            <a:ln w="0">
              <a:noFill/>
              <a:prstDash val="solid"/>
            </a:ln>
          </p:spPr>
          <p:txBody>
            <a:bodyPr wrap="none" lIns="0" tIns="0" rIns="0" bIns="0" anchor="t">
              <a:noAutofit/>
            </a:bodyPr>
            <a:lstStyle>
              <a:defPPr algn="ctr">
                <a:defRPr sz="826" b="0">
                  <a:solidFill>
                    <a:srgbClr val="000000"/>
                  </a:solidFill>
                  <a:latin typeface="Arial"/>
                  <a:ea typeface="Arial"/>
                  <a:cs typeface="Arial"/>
                </a:defRPr>
              </a:defPPr>
              <a:lvl1pPr algn="ctr">
                <a:defRPr sz="826" b="0">
                  <a:solidFill>
                    <a:srgbClr val="000000"/>
                  </a:solidFill>
                  <a:latin typeface="Arial"/>
                  <a:ea typeface="Arial"/>
                  <a:cs typeface="Arial"/>
                </a:defRPr>
              </a:lvl1pPr>
              <a:lvl2pPr algn="ctr">
                <a:defRPr sz="826" b="0">
                  <a:solidFill>
                    <a:srgbClr val="000000"/>
                  </a:solidFill>
                  <a:latin typeface="Arial"/>
                  <a:ea typeface="Arial"/>
                  <a:cs typeface="Arial"/>
                </a:defRPr>
              </a:lvl2pPr>
              <a:lvl3pPr algn="ctr">
                <a:defRPr sz="826" b="0">
                  <a:solidFill>
                    <a:srgbClr val="000000"/>
                  </a:solidFill>
                  <a:latin typeface="Arial"/>
                  <a:ea typeface="Arial"/>
                  <a:cs typeface="Arial"/>
                </a:defRPr>
              </a:lvl3pPr>
              <a:lvl4pPr algn="ctr">
                <a:defRPr sz="826" b="0">
                  <a:solidFill>
                    <a:srgbClr val="000000"/>
                  </a:solidFill>
                  <a:latin typeface="Arial"/>
                  <a:ea typeface="Arial"/>
                  <a:cs typeface="Arial"/>
                </a:defRPr>
              </a:lvl4pPr>
              <a:lvl5pPr algn="ctr">
                <a:defRPr sz="826" b="0">
                  <a:solidFill>
                    <a:srgbClr val="000000"/>
                  </a:solidFill>
                  <a:latin typeface="Arial"/>
                  <a:ea typeface="Arial"/>
                  <a:cs typeface="Arial"/>
                </a:defRPr>
              </a:lvl5pPr>
              <a:lvl6pPr algn="ctr">
                <a:defRPr sz="826" b="0">
                  <a:solidFill>
                    <a:srgbClr val="000000"/>
                  </a:solidFill>
                  <a:latin typeface="Arial"/>
                  <a:ea typeface="Arial"/>
                  <a:cs typeface="Arial"/>
                </a:defRPr>
              </a:lvl6pPr>
              <a:lvl7pPr algn="ctr">
                <a:defRPr sz="826" b="0">
                  <a:solidFill>
                    <a:srgbClr val="000000"/>
                  </a:solidFill>
                  <a:latin typeface="Arial"/>
                  <a:ea typeface="Arial"/>
                  <a:cs typeface="Arial"/>
                </a:defRPr>
              </a:lvl7pPr>
              <a:lvl8pPr algn="ctr">
                <a:defRPr sz="826" b="0">
                  <a:solidFill>
                    <a:srgbClr val="000000"/>
                  </a:solidFill>
                  <a:latin typeface="Arial"/>
                  <a:ea typeface="Arial"/>
                  <a:cs typeface="Arial"/>
                </a:defRPr>
              </a:lvl8pPr>
              <a:lvl9pPr algn="ctr">
                <a:defRPr sz="826" b="0">
                  <a:solidFill>
                    <a:srgbClr val="000000"/>
                  </a:solidFill>
                  <a:latin typeface="Arial"/>
                  <a:ea typeface="Arial"/>
                  <a:cs typeface="Arial"/>
                </a:defRPr>
              </a:lvl9pPr>
            </a:lstStyle>
            <a:p>
              <a:pPr algn="ctr">
                <a:defRPr sz="826" b="0">
                  <a:solidFill>
                    <a:srgbClr val="000000"/>
                  </a:solidFill>
                  <a:latin typeface="Arial"/>
                  <a:ea typeface="Arial"/>
                  <a:cs typeface="Arial"/>
                </a:defRPr>
              </a:pPr>
              <a:r>
                <a:rPr sz="826" b="0">
                  <a:solidFill>
                    <a:srgbClr val="000000"/>
                  </a:solidFill>
                  <a:latin typeface="Arial"/>
                  <a:ea typeface="Arial"/>
                  <a:cs typeface="Arial"/>
                </a:rPr>
                <a:t>Time (frame)</a:t>
              </a:r>
            </a:p>
          </p:txBody>
        </p:sp>
        <p:pic>
          <p:nvPicPr>
            <p:cNvPr id="93" name="">
              <a:extLst>
                <a:ext uri="{FF2B5EF4-FFF2-40B4-BE49-F238E27FC236}">
                  <ns2:creationId id="{0BD3CF15-B0DA-4A6F-ADB5-F41180AA0844}"/>
                </a:ext>
              </a:extLst>
            </p:cNvPr>
            <p:cNvPicPr>
              <a:picLocks noChangeAspect="1"/>
            </p:cNvPicPr>
            <p:nvPr/>
          </p:nvPicPr>
          <p:blipFill>
            <a:blip r:embed="R2b4eca6935d043f3"/>
            <a:stretch/>
          </p:blipFill>
          <p:spPr>
            <a:xfrm>
              <a:off x="3771900" y="2381250"/>
              <a:ext cx="4286250" cy="104775"/>
            </a:xfrm>
            <a:prstGeom prst="rect">
              <a:avLst/>
            </a:prstGeom>
          </p:spPr>
        </p:pic>
        <p:sp>
          <p:nvSpPr>
            <p:cNvPr id="94" name="text_093">
              <a:extLst>
                <a:ext uri="{FF2B5EF4-FFF2-40B4-BE49-F238E27FC236}">
                  <ns2:creationId id="{EE407924-CE5A-46D0-8870-B750F9952F96}"/>
                </a:ext>
              </a:extLst>
            </p:cNvPr>
            <p:cNvSpPr>
              <a:spLocks noGrp="1"/>
            </p:cNvSpPr>
            <p:nvPr/>
          </p:nvSpPr>
          <p:spPr>
            <a:xfrm rot="0">
              <a:off x="3448050" y="2305050"/>
              <a:ext cx="285750" cy="238125"/>
            </a:xfrm>
            <a:prstGeom prst="rect">
              <a:avLst/>
            </a:prstGeom>
            <a:noFill/>
            <a:ln w="0">
              <a:noFill/>
              <a:prstDash val="solid"/>
            </a:ln>
          </p:spPr>
          <p:txBody>
            <a:bodyPr wrap="none" lIns="0" tIns="0" rIns="0" bIns="0" anchor="t">
              <a:noAutofit/>
            </a:bodyPr>
            <a:lstStyle>
              <a:defPPr algn="l">
                <a:defRPr sz="981" b="1">
                  <a:solidFill>
                    <a:srgbClr val="000000"/>
                  </a:solidFill>
                  <a:latin typeface="Arial"/>
                  <a:ea typeface="Arial"/>
                  <a:cs typeface="Arial"/>
                </a:defRPr>
              </a:defPPr>
              <a:lvl1pPr algn="l">
                <a:defRPr sz="981" b="1">
                  <a:solidFill>
                    <a:srgbClr val="000000"/>
                  </a:solidFill>
                  <a:latin typeface="Arial"/>
                  <a:ea typeface="Arial"/>
                  <a:cs typeface="Arial"/>
                </a:defRPr>
              </a:lvl1pPr>
              <a:lvl2pPr algn="l">
                <a:defRPr sz="981" b="1">
                  <a:solidFill>
                    <a:srgbClr val="000000"/>
                  </a:solidFill>
                  <a:latin typeface="Arial"/>
                  <a:ea typeface="Arial"/>
                  <a:cs typeface="Arial"/>
                </a:defRPr>
              </a:lvl2pPr>
              <a:lvl3pPr algn="l">
                <a:defRPr sz="981" b="1">
                  <a:solidFill>
                    <a:srgbClr val="000000"/>
                  </a:solidFill>
                  <a:latin typeface="Arial"/>
                  <a:ea typeface="Arial"/>
                  <a:cs typeface="Arial"/>
                </a:defRPr>
              </a:lvl3pPr>
              <a:lvl4pPr algn="l">
                <a:defRPr sz="981" b="1">
                  <a:solidFill>
                    <a:srgbClr val="000000"/>
                  </a:solidFill>
                  <a:latin typeface="Arial"/>
                  <a:ea typeface="Arial"/>
                  <a:cs typeface="Arial"/>
                </a:defRPr>
              </a:lvl4pPr>
              <a:lvl5pPr algn="l">
                <a:defRPr sz="981" b="1">
                  <a:solidFill>
                    <a:srgbClr val="000000"/>
                  </a:solidFill>
                  <a:latin typeface="Arial"/>
                  <a:ea typeface="Arial"/>
                  <a:cs typeface="Arial"/>
                </a:defRPr>
              </a:lvl5pPr>
              <a:lvl6pPr algn="l">
                <a:defRPr sz="981" b="1">
                  <a:solidFill>
                    <a:srgbClr val="000000"/>
                  </a:solidFill>
                  <a:latin typeface="Arial"/>
                  <a:ea typeface="Arial"/>
                  <a:cs typeface="Arial"/>
                </a:defRPr>
              </a:lvl6pPr>
              <a:lvl7pPr algn="l">
                <a:defRPr sz="981" b="1">
                  <a:solidFill>
                    <a:srgbClr val="000000"/>
                  </a:solidFill>
                  <a:latin typeface="Arial"/>
                  <a:ea typeface="Arial"/>
                  <a:cs typeface="Arial"/>
                </a:defRPr>
              </a:lvl7pPr>
              <a:lvl8pPr algn="l">
                <a:defRPr sz="981" b="1">
                  <a:solidFill>
                    <a:srgbClr val="000000"/>
                  </a:solidFill>
                  <a:latin typeface="Arial"/>
                  <a:ea typeface="Arial"/>
                  <a:cs typeface="Arial"/>
                </a:defRPr>
              </a:lvl8pPr>
              <a:lvl9pPr algn="l">
                <a:defRPr sz="981" b="1">
                  <a:solidFill>
                    <a:srgbClr val="000000"/>
                  </a:solidFill>
                  <a:latin typeface="Arial"/>
                  <a:ea typeface="Arial"/>
                  <a:cs typeface="Arial"/>
                </a:defRPr>
              </a:lvl9pPr>
            </a:lstStyle>
            <a:p>
              <a:pPr algn="l">
                <a:defRPr sz="981" b="1">
                  <a:solidFill>
                    <a:srgbClr val="000000"/>
                  </a:solidFill>
                  <a:latin typeface="Arial"/>
                  <a:ea typeface="Arial"/>
                  <a:cs typeface="Arial"/>
                </a:defRPr>
              </a:pPr>
              <a:r>
                <a:rPr sz="981" b="1">
                  <a:solidFill>
                    <a:srgbClr val="000000"/>
                  </a:solidFill>
                  <a:latin typeface="Arial"/>
                  <a:ea typeface="Arial"/>
                  <a:cs typeface="Arial"/>
                </a:rPr>
                <a:t>Q</a:t>
              </a:r>
            </a:p>
          </p:txBody>
        </p:sp>
        <p:sp>
          <p:nvSpPr>
            <p:cNvPr id="95" name="line_094">
              <a:extLst>
                <a:ext uri="{FF2B5EF4-FFF2-40B4-BE49-F238E27FC236}">
                  <ns2:creationId id="{432781C9-2174-42BD-8D34-B9F944F711AC}"/>
                </a:ext>
              </a:extLst>
            </p:cNvPr>
            <p:cNvSpPr>
              <a:spLocks noGrp="1"/>
            </p:cNvSpPr>
            <p:nvPr/>
          </p:nvSpPr>
          <p:spPr>
            <a:xfrm>
              <a:off x="3777074" y="2486025"/>
              <a:ext cx="95" cy="38100"/>
            </a:xfrm>
            <a:custGeom>
              <a:pathLst>
                <a:path w="95" h="38100">
                  <a:moveTo>
                    <a:pt x="0" y="0"/>
                  </a:moveTo>
                  <a:lnTo>
                    <a:pt x="0" y="38100"/>
                  </a:lnTo>
                </a:path>
              </a:pathLst>
            </a:custGeom>
            <a:noFill/>
            <a:ln w="5244">
              <a:solidFill>
                <a:srgbClr val="7B8790"/>
              </a:solidFill>
              <a:prstDash val="solid"/>
            </a:ln>
          </p:spPr>
        </p:sp>
        <p:sp>
          <p:nvSpPr>
            <p:cNvPr id="96" name="text_095">
              <a:extLst>
                <a:ext uri="{FF2B5EF4-FFF2-40B4-BE49-F238E27FC236}">
                  <ns2:creationId id="{61106ADF-1D54-43D6-84A2-2992DD46C7D1}"/>
                </a:ext>
              </a:extLst>
            </p:cNvPr>
            <p:cNvSpPr>
              <a:spLocks noGrp="1"/>
            </p:cNvSpPr>
            <p:nvPr/>
          </p:nvSpPr>
          <p:spPr>
            <a:xfrm rot="0">
              <a:off x="3519899" y="2543175"/>
              <a:ext cx="514350" cy="190500"/>
            </a:xfrm>
            <a:prstGeom prst="rect">
              <a:avLst/>
            </a:prstGeom>
            <a:noFill/>
            <a:ln w="0">
              <a:noFill/>
              <a:prstDash val="solid"/>
            </a:ln>
          </p:spPr>
          <p:txBody>
            <a:bodyPr wrap="none" lIns="0" tIns="0" rIns="0" bIns="0" anchor="t">
              <a:noAutofit/>
            </a:bodyPr>
            <a:lstStyle>
              <a:defPPr algn="ctr">
                <a:defRPr sz="723" b="0">
                  <a:solidFill>
                    <a:srgbClr val="000000"/>
                  </a:solidFill>
                  <a:latin typeface="Arial"/>
                  <a:ea typeface="Arial"/>
                  <a:cs typeface="Arial"/>
                </a:defRPr>
              </a:defPPr>
              <a:lvl1pPr algn="ctr">
                <a:defRPr sz="723" b="0">
                  <a:solidFill>
                    <a:srgbClr val="000000"/>
                  </a:solidFill>
                  <a:latin typeface="Arial"/>
                  <a:ea typeface="Arial"/>
                  <a:cs typeface="Arial"/>
                </a:defRPr>
              </a:lvl1pPr>
              <a:lvl2pPr algn="ctr">
                <a:defRPr sz="723" b="0">
                  <a:solidFill>
                    <a:srgbClr val="000000"/>
                  </a:solidFill>
                  <a:latin typeface="Arial"/>
                  <a:ea typeface="Arial"/>
                  <a:cs typeface="Arial"/>
                </a:defRPr>
              </a:lvl2pPr>
              <a:lvl3pPr algn="ctr">
                <a:defRPr sz="723" b="0">
                  <a:solidFill>
                    <a:srgbClr val="000000"/>
                  </a:solidFill>
                  <a:latin typeface="Arial"/>
                  <a:ea typeface="Arial"/>
                  <a:cs typeface="Arial"/>
                </a:defRPr>
              </a:lvl3pPr>
              <a:lvl4pPr algn="ctr">
                <a:defRPr sz="723" b="0">
                  <a:solidFill>
                    <a:srgbClr val="000000"/>
                  </a:solidFill>
                  <a:latin typeface="Arial"/>
                  <a:ea typeface="Arial"/>
                  <a:cs typeface="Arial"/>
                </a:defRPr>
              </a:lvl4pPr>
              <a:lvl5pPr algn="ctr">
                <a:defRPr sz="723" b="0">
                  <a:solidFill>
                    <a:srgbClr val="000000"/>
                  </a:solidFill>
                  <a:latin typeface="Arial"/>
                  <a:ea typeface="Arial"/>
                  <a:cs typeface="Arial"/>
                </a:defRPr>
              </a:lvl5pPr>
              <a:lvl6pPr algn="ctr">
                <a:defRPr sz="723" b="0">
                  <a:solidFill>
                    <a:srgbClr val="000000"/>
                  </a:solidFill>
                  <a:latin typeface="Arial"/>
                  <a:ea typeface="Arial"/>
                  <a:cs typeface="Arial"/>
                </a:defRPr>
              </a:lvl6pPr>
              <a:lvl7pPr algn="ctr">
                <a:defRPr sz="723" b="0">
                  <a:solidFill>
                    <a:srgbClr val="000000"/>
                  </a:solidFill>
                  <a:latin typeface="Arial"/>
                  <a:ea typeface="Arial"/>
                  <a:cs typeface="Arial"/>
                </a:defRPr>
              </a:lvl7pPr>
              <a:lvl8pPr algn="ctr">
                <a:defRPr sz="723" b="0">
                  <a:solidFill>
                    <a:srgbClr val="000000"/>
                  </a:solidFill>
                  <a:latin typeface="Arial"/>
                  <a:ea typeface="Arial"/>
                  <a:cs typeface="Arial"/>
                </a:defRPr>
              </a:lvl8pPr>
              <a:lvl9pPr algn="ctr">
                <a:defRPr sz="723" b="0">
                  <a:solidFill>
                    <a:srgbClr val="000000"/>
                  </a:solidFill>
                  <a:latin typeface="Arial"/>
                  <a:ea typeface="Arial"/>
                  <a:cs typeface="Arial"/>
                </a:defRPr>
              </a:lvl9pPr>
            </a:lstStyle>
            <a:p>
              <a:pPr algn="ctr">
                <a:defRPr sz="723" b="0">
                  <a:solidFill>
                    <a:srgbClr val="000000"/>
                  </a:solidFill>
                  <a:latin typeface="Arial"/>
                  <a:ea typeface="Arial"/>
                  <a:cs typeface="Arial"/>
                </a:defRPr>
              </a:pPr>
              <a:r>
                <a:rPr sz="723" b="0">
                  <a:solidFill>
                    <a:srgbClr val="000000"/>
                  </a:solidFill>
                  <a:latin typeface="Arial"/>
                  <a:ea typeface="Arial"/>
                  <a:cs typeface="Arial"/>
                </a:rPr>
                <a:t>-20</a:t>
              </a:r>
            </a:p>
          </p:txBody>
        </p:sp>
        <p:sp>
          <p:nvSpPr>
            <p:cNvPr id="97" name="line_096">
              <a:extLst>
                <a:ext uri="{FF2B5EF4-FFF2-40B4-BE49-F238E27FC236}">
                  <ns2:creationId id="{160BACE5-0CC5-4E4E-BD09-65A5A767D4C3}"/>
                </a:ext>
              </a:extLst>
            </p:cNvPr>
            <p:cNvSpPr>
              <a:spLocks noGrp="1"/>
            </p:cNvSpPr>
            <p:nvPr/>
          </p:nvSpPr>
          <p:spPr>
            <a:xfrm>
              <a:off x="4453664" y="2486025"/>
              <a:ext cx="95" cy="38100"/>
            </a:xfrm>
            <a:custGeom>
              <a:pathLst>
                <a:path w="95" h="38100">
                  <a:moveTo>
                    <a:pt x="0" y="0"/>
                  </a:moveTo>
                  <a:lnTo>
                    <a:pt x="0" y="38100"/>
                  </a:lnTo>
                </a:path>
              </a:pathLst>
            </a:custGeom>
            <a:noFill/>
            <a:ln w="5244">
              <a:solidFill>
                <a:srgbClr val="7B8790"/>
              </a:solidFill>
              <a:prstDash val="solid"/>
            </a:ln>
          </p:spPr>
        </p:sp>
        <p:sp>
          <p:nvSpPr>
            <p:cNvPr id="98" name="text_097">
              <a:extLst>
                <a:ext uri="{FF2B5EF4-FFF2-40B4-BE49-F238E27FC236}">
                  <ns2:creationId id="{AFC1F400-0836-4C52-9CCF-4DCD339F8FAE}"/>
                </a:ext>
              </a:extLst>
            </p:cNvPr>
            <p:cNvSpPr>
              <a:spLocks noGrp="1"/>
            </p:cNvSpPr>
            <p:nvPr/>
          </p:nvSpPr>
          <p:spPr>
            <a:xfrm rot="0">
              <a:off x="4196489" y="2543175"/>
              <a:ext cx="514350" cy="190500"/>
            </a:xfrm>
            <a:prstGeom prst="rect">
              <a:avLst/>
            </a:prstGeom>
            <a:noFill/>
            <a:ln w="0">
              <a:noFill/>
              <a:prstDash val="solid"/>
            </a:ln>
          </p:spPr>
          <p:txBody>
            <a:bodyPr wrap="none" lIns="0" tIns="0" rIns="0" bIns="0" anchor="t">
              <a:noAutofit/>
            </a:bodyPr>
            <a:lstStyle>
              <a:defPPr algn="ctr">
                <a:defRPr sz="723" b="0">
                  <a:solidFill>
                    <a:srgbClr val="000000"/>
                  </a:solidFill>
                  <a:latin typeface="Arial"/>
                  <a:ea typeface="Arial"/>
                  <a:cs typeface="Arial"/>
                </a:defRPr>
              </a:defPPr>
              <a:lvl1pPr algn="ctr">
                <a:defRPr sz="723" b="0">
                  <a:solidFill>
                    <a:srgbClr val="000000"/>
                  </a:solidFill>
                  <a:latin typeface="Arial"/>
                  <a:ea typeface="Arial"/>
                  <a:cs typeface="Arial"/>
                </a:defRPr>
              </a:lvl1pPr>
              <a:lvl2pPr algn="ctr">
                <a:defRPr sz="723" b="0">
                  <a:solidFill>
                    <a:srgbClr val="000000"/>
                  </a:solidFill>
                  <a:latin typeface="Arial"/>
                  <a:ea typeface="Arial"/>
                  <a:cs typeface="Arial"/>
                </a:defRPr>
              </a:lvl2pPr>
              <a:lvl3pPr algn="ctr">
                <a:defRPr sz="723" b="0">
                  <a:solidFill>
                    <a:srgbClr val="000000"/>
                  </a:solidFill>
                  <a:latin typeface="Arial"/>
                  <a:ea typeface="Arial"/>
                  <a:cs typeface="Arial"/>
                </a:defRPr>
              </a:lvl3pPr>
              <a:lvl4pPr algn="ctr">
                <a:defRPr sz="723" b="0">
                  <a:solidFill>
                    <a:srgbClr val="000000"/>
                  </a:solidFill>
                  <a:latin typeface="Arial"/>
                  <a:ea typeface="Arial"/>
                  <a:cs typeface="Arial"/>
                </a:defRPr>
              </a:lvl4pPr>
              <a:lvl5pPr algn="ctr">
                <a:defRPr sz="723" b="0">
                  <a:solidFill>
                    <a:srgbClr val="000000"/>
                  </a:solidFill>
                  <a:latin typeface="Arial"/>
                  <a:ea typeface="Arial"/>
                  <a:cs typeface="Arial"/>
                </a:defRPr>
              </a:lvl5pPr>
              <a:lvl6pPr algn="ctr">
                <a:defRPr sz="723" b="0">
                  <a:solidFill>
                    <a:srgbClr val="000000"/>
                  </a:solidFill>
                  <a:latin typeface="Arial"/>
                  <a:ea typeface="Arial"/>
                  <a:cs typeface="Arial"/>
                </a:defRPr>
              </a:lvl6pPr>
              <a:lvl7pPr algn="ctr">
                <a:defRPr sz="723" b="0">
                  <a:solidFill>
                    <a:srgbClr val="000000"/>
                  </a:solidFill>
                  <a:latin typeface="Arial"/>
                  <a:ea typeface="Arial"/>
                  <a:cs typeface="Arial"/>
                </a:defRPr>
              </a:lvl7pPr>
              <a:lvl8pPr algn="ctr">
                <a:defRPr sz="723" b="0">
                  <a:solidFill>
                    <a:srgbClr val="000000"/>
                  </a:solidFill>
                  <a:latin typeface="Arial"/>
                  <a:ea typeface="Arial"/>
                  <a:cs typeface="Arial"/>
                </a:defRPr>
              </a:lvl8pPr>
              <a:lvl9pPr algn="ctr">
                <a:defRPr sz="723" b="0">
                  <a:solidFill>
                    <a:srgbClr val="000000"/>
                  </a:solidFill>
                  <a:latin typeface="Arial"/>
                  <a:ea typeface="Arial"/>
                  <a:cs typeface="Arial"/>
                </a:defRPr>
              </a:lvl9pPr>
            </a:lstStyle>
            <a:p>
              <a:pPr algn="ctr">
                <a:defRPr sz="723" b="0">
                  <a:solidFill>
                    <a:srgbClr val="000000"/>
                  </a:solidFill>
                  <a:latin typeface="Arial"/>
                  <a:ea typeface="Arial"/>
                  <a:cs typeface="Arial"/>
                </a:defRPr>
              </a:pPr>
              <a:r>
                <a:rPr sz="723" b="0">
                  <a:solidFill>
                    <a:srgbClr val="000000"/>
                  </a:solidFill>
                  <a:latin typeface="Arial"/>
                  <a:ea typeface="Arial"/>
                  <a:cs typeface="Arial"/>
                </a:rPr>
                <a:t>-1</a:t>
              </a:r>
            </a:p>
          </p:txBody>
        </p:sp>
        <p:sp>
          <p:nvSpPr>
            <p:cNvPr id="99" name="line_098">
              <a:extLst>
                <a:ext uri="{FF2B5EF4-FFF2-40B4-BE49-F238E27FC236}">
                  <ns2:creationId id="{6CECF6E9-A2BE-48C5-AB57-2A53E5900B5C}"/>
                </a:ext>
              </a:extLst>
            </p:cNvPr>
            <p:cNvSpPr>
              <a:spLocks noGrp="1"/>
            </p:cNvSpPr>
            <p:nvPr/>
          </p:nvSpPr>
          <p:spPr>
            <a:xfrm>
              <a:off x="5337200" y="2486025"/>
              <a:ext cx="95" cy="38100"/>
            </a:xfrm>
            <a:custGeom>
              <a:pathLst>
                <a:path w="95" h="38100">
                  <a:moveTo>
                    <a:pt x="0" y="0"/>
                  </a:moveTo>
                  <a:lnTo>
                    <a:pt x="0" y="38100"/>
                  </a:lnTo>
                </a:path>
              </a:pathLst>
            </a:custGeom>
            <a:noFill/>
            <a:ln w="5244">
              <a:solidFill>
                <a:srgbClr val="7B8790"/>
              </a:solidFill>
              <a:prstDash val="solid"/>
            </a:ln>
          </p:spPr>
        </p:sp>
        <p:sp>
          <p:nvSpPr>
            <p:cNvPr id="100" name="text_099">
              <a:extLst>
                <a:ext uri="{FF2B5EF4-FFF2-40B4-BE49-F238E27FC236}">
                  <ns2:creationId id="{5690B890-D894-4D1F-8415-2A55AA10C254}"/>
                </a:ext>
              </a:extLst>
            </p:cNvPr>
            <p:cNvSpPr>
              <a:spLocks noGrp="1"/>
            </p:cNvSpPr>
            <p:nvPr/>
          </p:nvSpPr>
          <p:spPr>
            <a:xfrm rot="0">
              <a:off x="5080025" y="2543175"/>
              <a:ext cx="514350" cy="190500"/>
            </a:xfrm>
            <a:prstGeom prst="rect">
              <a:avLst/>
            </a:prstGeom>
            <a:noFill/>
            <a:ln w="0">
              <a:noFill/>
              <a:prstDash val="solid"/>
            </a:ln>
          </p:spPr>
          <p:txBody>
            <a:bodyPr wrap="none" lIns="0" tIns="0" rIns="0" bIns="0" anchor="t">
              <a:noAutofit/>
            </a:bodyPr>
            <a:lstStyle>
              <a:defPPr algn="ctr">
                <a:defRPr sz="723" b="0">
                  <a:solidFill>
                    <a:srgbClr val="000000"/>
                  </a:solidFill>
                  <a:latin typeface="Arial"/>
                  <a:ea typeface="Arial"/>
                  <a:cs typeface="Arial"/>
                </a:defRPr>
              </a:defPPr>
              <a:lvl1pPr algn="ctr">
                <a:defRPr sz="723" b="0">
                  <a:solidFill>
                    <a:srgbClr val="000000"/>
                  </a:solidFill>
                  <a:latin typeface="Arial"/>
                  <a:ea typeface="Arial"/>
                  <a:cs typeface="Arial"/>
                </a:defRPr>
              </a:lvl1pPr>
              <a:lvl2pPr algn="ctr">
                <a:defRPr sz="723" b="0">
                  <a:solidFill>
                    <a:srgbClr val="000000"/>
                  </a:solidFill>
                  <a:latin typeface="Arial"/>
                  <a:ea typeface="Arial"/>
                  <a:cs typeface="Arial"/>
                </a:defRPr>
              </a:lvl2pPr>
              <a:lvl3pPr algn="ctr">
                <a:defRPr sz="723" b="0">
                  <a:solidFill>
                    <a:srgbClr val="000000"/>
                  </a:solidFill>
                  <a:latin typeface="Arial"/>
                  <a:ea typeface="Arial"/>
                  <a:cs typeface="Arial"/>
                </a:defRPr>
              </a:lvl3pPr>
              <a:lvl4pPr algn="ctr">
                <a:defRPr sz="723" b="0">
                  <a:solidFill>
                    <a:srgbClr val="000000"/>
                  </a:solidFill>
                  <a:latin typeface="Arial"/>
                  <a:ea typeface="Arial"/>
                  <a:cs typeface="Arial"/>
                </a:defRPr>
              </a:lvl4pPr>
              <a:lvl5pPr algn="ctr">
                <a:defRPr sz="723" b="0">
                  <a:solidFill>
                    <a:srgbClr val="000000"/>
                  </a:solidFill>
                  <a:latin typeface="Arial"/>
                  <a:ea typeface="Arial"/>
                  <a:cs typeface="Arial"/>
                </a:defRPr>
              </a:lvl5pPr>
              <a:lvl6pPr algn="ctr">
                <a:defRPr sz="723" b="0">
                  <a:solidFill>
                    <a:srgbClr val="000000"/>
                  </a:solidFill>
                  <a:latin typeface="Arial"/>
                  <a:ea typeface="Arial"/>
                  <a:cs typeface="Arial"/>
                </a:defRPr>
              </a:lvl6pPr>
              <a:lvl7pPr algn="ctr">
                <a:defRPr sz="723" b="0">
                  <a:solidFill>
                    <a:srgbClr val="000000"/>
                  </a:solidFill>
                  <a:latin typeface="Arial"/>
                  <a:ea typeface="Arial"/>
                  <a:cs typeface="Arial"/>
                </a:defRPr>
              </a:lvl7pPr>
              <a:lvl8pPr algn="ctr">
                <a:defRPr sz="723" b="0">
                  <a:solidFill>
                    <a:srgbClr val="000000"/>
                  </a:solidFill>
                  <a:latin typeface="Arial"/>
                  <a:ea typeface="Arial"/>
                  <a:cs typeface="Arial"/>
                </a:defRPr>
              </a:lvl8pPr>
              <a:lvl9pPr algn="ctr">
                <a:defRPr sz="723" b="0">
                  <a:solidFill>
                    <a:srgbClr val="000000"/>
                  </a:solidFill>
                  <a:latin typeface="Arial"/>
                  <a:ea typeface="Arial"/>
                  <a:cs typeface="Arial"/>
                </a:defRPr>
              </a:lvl9pPr>
            </a:lstStyle>
            <a:p>
              <a:pPr algn="ctr">
                <a:defRPr sz="723" b="0">
                  <a:solidFill>
                    <a:srgbClr val="000000"/>
                  </a:solidFill>
                  <a:latin typeface="Arial"/>
                  <a:ea typeface="Arial"/>
                  <a:cs typeface="Arial"/>
                </a:defRPr>
              </a:pPr>
              <a:r>
                <a:rPr sz="723" b="0">
                  <a:solidFill>
                    <a:srgbClr val="000000"/>
                  </a:solidFill>
                  <a:latin typeface="Arial"/>
                  <a:ea typeface="Arial"/>
                  <a:cs typeface="Arial"/>
                </a:rPr>
                <a:t>-0.02</a:t>
              </a:r>
            </a:p>
          </p:txBody>
        </p:sp>
        <p:sp>
          <p:nvSpPr>
            <p:cNvPr id="101" name="line_100">
              <a:extLst>
                <a:ext uri="{FF2B5EF4-FFF2-40B4-BE49-F238E27FC236}">
                  <ns2:creationId id="{627E54DE-B44B-4134-BAD8-997D867164B2}"/>
                </a:ext>
              </a:extLst>
            </p:cNvPr>
            <p:cNvSpPr>
              <a:spLocks noGrp="1"/>
            </p:cNvSpPr>
            <p:nvPr/>
          </p:nvSpPr>
          <p:spPr>
            <a:xfrm>
              <a:off x="5915025" y="2486025"/>
              <a:ext cx="95" cy="38100"/>
            </a:xfrm>
            <a:custGeom>
              <a:pathLst>
                <a:path w="95" h="38100">
                  <a:moveTo>
                    <a:pt x="0" y="0"/>
                  </a:moveTo>
                  <a:lnTo>
                    <a:pt x="0" y="38100"/>
                  </a:lnTo>
                </a:path>
              </a:pathLst>
            </a:custGeom>
            <a:noFill/>
            <a:ln w="5244">
              <a:solidFill>
                <a:srgbClr val="7B8790"/>
              </a:solidFill>
              <a:prstDash val="solid"/>
            </a:ln>
          </p:spPr>
        </p:sp>
        <p:sp>
          <p:nvSpPr>
            <p:cNvPr id="102" name="text_101">
              <a:extLst>
                <a:ext uri="{FF2B5EF4-FFF2-40B4-BE49-F238E27FC236}">
                  <ns2:creationId id="{30448FC9-BDEC-4AC5-84B3-360CC07A55A6}"/>
                </a:ext>
              </a:extLst>
            </p:cNvPr>
            <p:cNvSpPr>
              <a:spLocks noGrp="1"/>
            </p:cNvSpPr>
            <p:nvPr/>
          </p:nvSpPr>
          <p:spPr>
            <a:xfrm rot="0">
              <a:off x="5657850" y="2543175"/>
              <a:ext cx="514350" cy="190500"/>
            </a:xfrm>
            <a:prstGeom prst="rect">
              <a:avLst/>
            </a:prstGeom>
            <a:noFill/>
            <a:ln w="0">
              <a:noFill/>
              <a:prstDash val="solid"/>
            </a:ln>
          </p:spPr>
          <p:txBody>
            <a:bodyPr wrap="none" lIns="0" tIns="0" rIns="0" bIns="0" anchor="t">
              <a:noAutofit/>
            </a:bodyPr>
            <a:lstStyle>
              <a:defPPr algn="ctr">
                <a:defRPr sz="723" b="0">
                  <a:solidFill>
                    <a:srgbClr val="000000"/>
                  </a:solidFill>
                  <a:latin typeface="Arial"/>
                  <a:ea typeface="Arial"/>
                  <a:cs typeface="Arial"/>
                </a:defRPr>
              </a:defPPr>
              <a:lvl1pPr algn="ctr">
                <a:defRPr sz="723" b="0">
                  <a:solidFill>
                    <a:srgbClr val="000000"/>
                  </a:solidFill>
                  <a:latin typeface="Arial"/>
                  <a:ea typeface="Arial"/>
                  <a:cs typeface="Arial"/>
                </a:defRPr>
              </a:lvl1pPr>
              <a:lvl2pPr algn="ctr">
                <a:defRPr sz="723" b="0">
                  <a:solidFill>
                    <a:srgbClr val="000000"/>
                  </a:solidFill>
                  <a:latin typeface="Arial"/>
                  <a:ea typeface="Arial"/>
                  <a:cs typeface="Arial"/>
                </a:defRPr>
              </a:lvl2pPr>
              <a:lvl3pPr algn="ctr">
                <a:defRPr sz="723" b="0">
                  <a:solidFill>
                    <a:srgbClr val="000000"/>
                  </a:solidFill>
                  <a:latin typeface="Arial"/>
                  <a:ea typeface="Arial"/>
                  <a:cs typeface="Arial"/>
                </a:defRPr>
              </a:lvl3pPr>
              <a:lvl4pPr algn="ctr">
                <a:defRPr sz="723" b="0">
                  <a:solidFill>
                    <a:srgbClr val="000000"/>
                  </a:solidFill>
                  <a:latin typeface="Arial"/>
                  <a:ea typeface="Arial"/>
                  <a:cs typeface="Arial"/>
                </a:defRPr>
              </a:lvl4pPr>
              <a:lvl5pPr algn="ctr">
                <a:defRPr sz="723" b="0">
                  <a:solidFill>
                    <a:srgbClr val="000000"/>
                  </a:solidFill>
                  <a:latin typeface="Arial"/>
                  <a:ea typeface="Arial"/>
                  <a:cs typeface="Arial"/>
                </a:defRPr>
              </a:lvl5pPr>
              <a:lvl6pPr algn="ctr">
                <a:defRPr sz="723" b="0">
                  <a:solidFill>
                    <a:srgbClr val="000000"/>
                  </a:solidFill>
                  <a:latin typeface="Arial"/>
                  <a:ea typeface="Arial"/>
                  <a:cs typeface="Arial"/>
                </a:defRPr>
              </a:lvl6pPr>
              <a:lvl7pPr algn="ctr">
                <a:defRPr sz="723" b="0">
                  <a:solidFill>
                    <a:srgbClr val="000000"/>
                  </a:solidFill>
                  <a:latin typeface="Arial"/>
                  <a:ea typeface="Arial"/>
                  <a:cs typeface="Arial"/>
                </a:defRPr>
              </a:lvl7pPr>
              <a:lvl8pPr algn="ctr">
                <a:defRPr sz="723" b="0">
                  <a:solidFill>
                    <a:srgbClr val="000000"/>
                  </a:solidFill>
                  <a:latin typeface="Arial"/>
                  <a:ea typeface="Arial"/>
                  <a:cs typeface="Arial"/>
                </a:defRPr>
              </a:lvl8pPr>
              <a:lvl9pPr algn="ctr">
                <a:defRPr sz="723" b="0">
                  <a:solidFill>
                    <a:srgbClr val="000000"/>
                  </a:solidFill>
                  <a:latin typeface="Arial"/>
                  <a:ea typeface="Arial"/>
                  <a:cs typeface="Arial"/>
                </a:defRPr>
              </a:lvl9pPr>
            </a:lstStyle>
            <a:p>
              <a:pPr algn="ctr">
                <a:defRPr sz="723" b="0">
                  <a:solidFill>
                    <a:srgbClr val="000000"/>
                  </a:solidFill>
                  <a:latin typeface="Arial"/>
                  <a:ea typeface="Arial"/>
                  <a:cs typeface="Arial"/>
                </a:defRPr>
              </a:pPr>
              <a:r>
                <a:rPr sz="723" b="0">
                  <a:solidFill>
                    <a:srgbClr val="000000"/>
                  </a:solidFill>
                  <a:latin typeface="Arial"/>
                  <a:ea typeface="Arial"/>
                  <a:cs typeface="Arial"/>
                </a:rPr>
                <a:t>0</a:t>
              </a:r>
            </a:p>
          </p:txBody>
        </p:sp>
        <p:sp>
          <p:nvSpPr>
            <p:cNvPr id="103" name="line_102">
              <a:extLst>
                <a:ext uri="{FF2B5EF4-FFF2-40B4-BE49-F238E27FC236}">
                  <ns2:creationId id="{588645EF-3FD6-4DDF-860C-AF7241A3B60D}"/>
                </a:ext>
              </a:extLst>
            </p:cNvPr>
            <p:cNvSpPr>
              <a:spLocks noGrp="1"/>
            </p:cNvSpPr>
            <p:nvPr/>
          </p:nvSpPr>
          <p:spPr>
            <a:xfrm>
              <a:off x="6492850" y="2486025"/>
              <a:ext cx="95" cy="38100"/>
            </a:xfrm>
            <a:custGeom>
              <a:pathLst>
                <a:path w="95" h="38100">
                  <a:moveTo>
                    <a:pt x="0" y="0"/>
                  </a:moveTo>
                  <a:lnTo>
                    <a:pt x="0" y="38100"/>
                  </a:lnTo>
                </a:path>
              </a:pathLst>
            </a:custGeom>
            <a:noFill/>
            <a:ln w="5244">
              <a:solidFill>
                <a:srgbClr val="7B8790"/>
              </a:solidFill>
              <a:prstDash val="solid"/>
            </a:ln>
          </p:spPr>
        </p:sp>
        <p:sp>
          <p:nvSpPr>
            <p:cNvPr id="104" name="text_103">
              <a:extLst>
                <a:ext uri="{FF2B5EF4-FFF2-40B4-BE49-F238E27FC236}">
                  <ns2:creationId id="{D3C2A28E-FA25-4B67-BA73-71E1F71F61C6}"/>
                </a:ext>
              </a:extLst>
            </p:cNvPr>
            <p:cNvSpPr>
              <a:spLocks noGrp="1"/>
            </p:cNvSpPr>
            <p:nvPr/>
          </p:nvSpPr>
          <p:spPr>
            <a:xfrm rot="0">
              <a:off x="6235675" y="2543175"/>
              <a:ext cx="514350" cy="190500"/>
            </a:xfrm>
            <a:prstGeom prst="rect">
              <a:avLst/>
            </a:prstGeom>
            <a:noFill/>
            <a:ln w="0">
              <a:noFill/>
              <a:prstDash val="solid"/>
            </a:ln>
          </p:spPr>
          <p:txBody>
            <a:bodyPr wrap="none" lIns="0" tIns="0" rIns="0" bIns="0" anchor="t">
              <a:noAutofit/>
            </a:bodyPr>
            <a:lstStyle>
              <a:defPPr algn="ctr">
                <a:defRPr sz="723" b="0">
                  <a:solidFill>
                    <a:srgbClr val="000000"/>
                  </a:solidFill>
                  <a:latin typeface="Arial"/>
                  <a:ea typeface="Arial"/>
                  <a:cs typeface="Arial"/>
                </a:defRPr>
              </a:defPPr>
              <a:lvl1pPr algn="ctr">
                <a:defRPr sz="723" b="0">
                  <a:solidFill>
                    <a:srgbClr val="000000"/>
                  </a:solidFill>
                  <a:latin typeface="Arial"/>
                  <a:ea typeface="Arial"/>
                  <a:cs typeface="Arial"/>
                </a:defRPr>
              </a:lvl1pPr>
              <a:lvl2pPr algn="ctr">
                <a:defRPr sz="723" b="0">
                  <a:solidFill>
                    <a:srgbClr val="000000"/>
                  </a:solidFill>
                  <a:latin typeface="Arial"/>
                  <a:ea typeface="Arial"/>
                  <a:cs typeface="Arial"/>
                </a:defRPr>
              </a:lvl2pPr>
              <a:lvl3pPr algn="ctr">
                <a:defRPr sz="723" b="0">
                  <a:solidFill>
                    <a:srgbClr val="000000"/>
                  </a:solidFill>
                  <a:latin typeface="Arial"/>
                  <a:ea typeface="Arial"/>
                  <a:cs typeface="Arial"/>
                </a:defRPr>
              </a:lvl3pPr>
              <a:lvl4pPr algn="ctr">
                <a:defRPr sz="723" b="0">
                  <a:solidFill>
                    <a:srgbClr val="000000"/>
                  </a:solidFill>
                  <a:latin typeface="Arial"/>
                  <a:ea typeface="Arial"/>
                  <a:cs typeface="Arial"/>
                </a:defRPr>
              </a:lvl4pPr>
              <a:lvl5pPr algn="ctr">
                <a:defRPr sz="723" b="0">
                  <a:solidFill>
                    <a:srgbClr val="000000"/>
                  </a:solidFill>
                  <a:latin typeface="Arial"/>
                  <a:ea typeface="Arial"/>
                  <a:cs typeface="Arial"/>
                </a:defRPr>
              </a:lvl5pPr>
              <a:lvl6pPr algn="ctr">
                <a:defRPr sz="723" b="0">
                  <a:solidFill>
                    <a:srgbClr val="000000"/>
                  </a:solidFill>
                  <a:latin typeface="Arial"/>
                  <a:ea typeface="Arial"/>
                  <a:cs typeface="Arial"/>
                </a:defRPr>
              </a:lvl6pPr>
              <a:lvl7pPr algn="ctr">
                <a:defRPr sz="723" b="0">
                  <a:solidFill>
                    <a:srgbClr val="000000"/>
                  </a:solidFill>
                  <a:latin typeface="Arial"/>
                  <a:ea typeface="Arial"/>
                  <a:cs typeface="Arial"/>
                </a:defRPr>
              </a:lvl7pPr>
              <a:lvl8pPr algn="ctr">
                <a:defRPr sz="723" b="0">
                  <a:solidFill>
                    <a:srgbClr val="000000"/>
                  </a:solidFill>
                  <a:latin typeface="Arial"/>
                  <a:ea typeface="Arial"/>
                  <a:cs typeface="Arial"/>
                </a:defRPr>
              </a:lvl8pPr>
              <a:lvl9pPr algn="ctr">
                <a:defRPr sz="723" b="0">
                  <a:solidFill>
                    <a:srgbClr val="000000"/>
                  </a:solidFill>
                  <a:latin typeface="Arial"/>
                  <a:ea typeface="Arial"/>
                  <a:cs typeface="Arial"/>
                </a:defRPr>
              </a:lvl9pPr>
            </a:lstStyle>
            <a:p>
              <a:pPr algn="ctr">
                <a:defRPr sz="723" b="0">
                  <a:solidFill>
                    <a:srgbClr val="000000"/>
                  </a:solidFill>
                  <a:latin typeface="Arial"/>
                  <a:ea typeface="Arial"/>
                  <a:cs typeface="Arial"/>
                </a:defRPr>
              </a:pPr>
              <a:r>
                <a:rPr sz="723" b="0">
                  <a:solidFill>
                    <a:srgbClr val="000000"/>
                  </a:solidFill>
                  <a:latin typeface="Arial"/>
                  <a:ea typeface="Arial"/>
                  <a:cs typeface="Arial"/>
                </a:rPr>
                <a:t>0.02</a:t>
              </a:r>
            </a:p>
          </p:txBody>
        </p:sp>
        <p:sp>
          <p:nvSpPr>
            <p:cNvPr id="105" name="line_104">
              <a:extLst>
                <a:ext uri="{FF2B5EF4-FFF2-40B4-BE49-F238E27FC236}">
                  <ns2:creationId id="{FD22DC22-D361-49CC-8DF9-5F78CB46B712}"/>
                </a:ext>
              </a:extLst>
            </p:cNvPr>
            <p:cNvSpPr>
              <a:spLocks noGrp="1"/>
            </p:cNvSpPr>
            <p:nvPr/>
          </p:nvSpPr>
          <p:spPr>
            <a:xfrm>
              <a:off x="7376386" y="2486025"/>
              <a:ext cx="95" cy="38100"/>
            </a:xfrm>
            <a:custGeom>
              <a:pathLst>
                <a:path w="95" h="38100">
                  <a:moveTo>
                    <a:pt x="0" y="0"/>
                  </a:moveTo>
                  <a:lnTo>
                    <a:pt x="0" y="38100"/>
                  </a:lnTo>
                </a:path>
              </a:pathLst>
            </a:custGeom>
            <a:noFill/>
            <a:ln w="5244">
              <a:solidFill>
                <a:srgbClr val="7B8790"/>
              </a:solidFill>
              <a:prstDash val="solid"/>
            </a:ln>
          </p:spPr>
        </p:sp>
        <p:sp>
          <p:nvSpPr>
            <p:cNvPr id="106" name="text_105">
              <a:extLst>
                <a:ext uri="{FF2B5EF4-FFF2-40B4-BE49-F238E27FC236}">
                  <ns2:creationId id="{0F605BAF-A6C3-453A-9ABE-D1D210D83BB9}"/>
                </a:ext>
              </a:extLst>
            </p:cNvPr>
            <p:cNvSpPr>
              <a:spLocks noGrp="1"/>
            </p:cNvSpPr>
            <p:nvPr/>
          </p:nvSpPr>
          <p:spPr>
            <a:xfrm rot="0">
              <a:off x="7119211" y="2543175"/>
              <a:ext cx="514350" cy="190500"/>
            </a:xfrm>
            <a:prstGeom prst="rect">
              <a:avLst/>
            </a:prstGeom>
            <a:noFill/>
            <a:ln w="0">
              <a:noFill/>
              <a:prstDash val="solid"/>
            </a:ln>
          </p:spPr>
          <p:txBody>
            <a:bodyPr wrap="none" lIns="0" tIns="0" rIns="0" bIns="0" anchor="t">
              <a:noAutofit/>
            </a:bodyPr>
            <a:lstStyle>
              <a:defPPr algn="ctr">
                <a:defRPr sz="723" b="0">
                  <a:solidFill>
                    <a:srgbClr val="000000"/>
                  </a:solidFill>
                  <a:latin typeface="Arial"/>
                  <a:ea typeface="Arial"/>
                  <a:cs typeface="Arial"/>
                </a:defRPr>
              </a:defPPr>
              <a:lvl1pPr algn="ctr">
                <a:defRPr sz="723" b="0">
                  <a:solidFill>
                    <a:srgbClr val="000000"/>
                  </a:solidFill>
                  <a:latin typeface="Arial"/>
                  <a:ea typeface="Arial"/>
                  <a:cs typeface="Arial"/>
                </a:defRPr>
              </a:lvl1pPr>
              <a:lvl2pPr algn="ctr">
                <a:defRPr sz="723" b="0">
                  <a:solidFill>
                    <a:srgbClr val="000000"/>
                  </a:solidFill>
                  <a:latin typeface="Arial"/>
                  <a:ea typeface="Arial"/>
                  <a:cs typeface="Arial"/>
                </a:defRPr>
              </a:lvl2pPr>
              <a:lvl3pPr algn="ctr">
                <a:defRPr sz="723" b="0">
                  <a:solidFill>
                    <a:srgbClr val="000000"/>
                  </a:solidFill>
                  <a:latin typeface="Arial"/>
                  <a:ea typeface="Arial"/>
                  <a:cs typeface="Arial"/>
                </a:defRPr>
              </a:lvl3pPr>
              <a:lvl4pPr algn="ctr">
                <a:defRPr sz="723" b="0">
                  <a:solidFill>
                    <a:srgbClr val="000000"/>
                  </a:solidFill>
                  <a:latin typeface="Arial"/>
                  <a:ea typeface="Arial"/>
                  <a:cs typeface="Arial"/>
                </a:defRPr>
              </a:lvl4pPr>
              <a:lvl5pPr algn="ctr">
                <a:defRPr sz="723" b="0">
                  <a:solidFill>
                    <a:srgbClr val="000000"/>
                  </a:solidFill>
                  <a:latin typeface="Arial"/>
                  <a:ea typeface="Arial"/>
                  <a:cs typeface="Arial"/>
                </a:defRPr>
              </a:lvl5pPr>
              <a:lvl6pPr algn="ctr">
                <a:defRPr sz="723" b="0">
                  <a:solidFill>
                    <a:srgbClr val="000000"/>
                  </a:solidFill>
                  <a:latin typeface="Arial"/>
                  <a:ea typeface="Arial"/>
                  <a:cs typeface="Arial"/>
                </a:defRPr>
              </a:lvl6pPr>
              <a:lvl7pPr algn="ctr">
                <a:defRPr sz="723" b="0">
                  <a:solidFill>
                    <a:srgbClr val="000000"/>
                  </a:solidFill>
                  <a:latin typeface="Arial"/>
                  <a:ea typeface="Arial"/>
                  <a:cs typeface="Arial"/>
                </a:defRPr>
              </a:lvl7pPr>
              <a:lvl8pPr algn="ctr">
                <a:defRPr sz="723" b="0">
                  <a:solidFill>
                    <a:srgbClr val="000000"/>
                  </a:solidFill>
                  <a:latin typeface="Arial"/>
                  <a:ea typeface="Arial"/>
                  <a:cs typeface="Arial"/>
                </a:defRPr>
              </a:lvl8pPr>
              <a:lvl9pPr algn="ctr">
                <a:defRPr sz="723" b="0">
                  <a:solidFill>
                    <a:srgbClr val="000000"/>
                  </a:solidFill>
                  <a:latin typeface="Arial"/>
                  <a:ea typeface="Arial"/>
                  <a:cs typeface="Arial"/>
                </a:defRPr>
              </a:lvl9pPr>
            </a:lstStyle>
            <a:p>
              <a:pPr algn="ctr">
                <a:defRPr sz="723" b="0">
                  <a:solidFill>
                    <a:srgbClr val="000000"/>
                  </a:solidFill>
                  <a:latin typeface="Arial"/>
                  <a:ea typeface="Arial"/>
                  <a:cs typeface="Arial"/>
                </a:defRPr>
              </a:pPr>
              <a:r>
                <a:rPr sz="723" b="0">
                  <a:solidFill>
                    <a:srgbClr val="000000"/>
                  </a:solidFill>
                  <a:latin typeface="Arial"/>
                  <a:ea typeface="Arial"/>
                  <a:cs typeface="Arial"/>
                </a:rPr>
                <a:t>1</a:t>
              </a:r>
            </a:p>
          </p:txBody>
        </p:sp>
        <p:sp>
          <p:nvSpPr>
            <p:cNvPr id="107" name="line_106">
              <a:extLst>
                <a:ext uri="{FF2B5EF4-FFF2-40B4-BE49-F238E27FC236}">
                  <ns2:creationId id="{C7074AED-0C7A-4EB5-94B7-00BDD40E59B7}"/>
                </a:ext>
              </a:extLst>
            </p:cNvPr>
            <p:cNvSpPr>
              <a:spLocks noGrp="1"/>
            </p:cNvSpPr>
            <p:nvPr/>
          </p:nvSpPr>
          <p:spPr>
            <a:xfrm>
              <a:off x="8052976" y="2486025"/>
              <a:ext cx="95" cy="38100"/>
            </a:xfrm>
            <a:custGeom>
              <a:pathLst>
                <a:path w="95" h="38100">
                  <a:moveTo>
                    <a:pt x="0" y="0"/>
                  </a:moveTo>
                  <a:lnTo>
                    <a:pt x="0" y="38100"/>
                  </a:lnTo>
                </a:path>
              </a:pathLst>
            </a:custGeom>
            <a:noFill/>
            <a:ln w="5244">
              <a:solidFill>
                <a:srgbClr val="7B8790"/>
              </a:solidFill>
              <a:prstDash val="solid"/>
            </a:ln>
          </p:spPr>
        </p:sp>
        <p:sp>
          <p:nvSpPr>
            <p:cNvPr id="108" name="text_107">
              <a:extLst>
                <a:ext uri="{FF2B5EF4-FFF2-40B4-BE49-F238E27FC236}">
                  <ns2:creationId id="{A98E53D8-175A-43DF-A5A8-0D3B49890C19}"/>
                </a:ext>
              </a:extLst>
            </p:cNvPr>
            <p:cNvSpPr>
              <a:spLocks noGrp="1"/>
            </p:cNvSpPr>
            <p:nvPr/>
          </p:nvSpPr>
          <p:spPr>
            <a:xfrm rot="0">
              <a:off x="7795801" y="2543175"/>
              <a:ext cx="514350" cy="190500"/>
            </a:xfrm>
            <a:prstGeom prst="rect">
              <a:avLst/>
            </a:prstGeom>
            <a:noFill/>
            <a:ln w="0">
              <a:noFill/>
              <a:prstDash val="solid"/>
            </a:ln>
          </p:spPr>
          <p:txBody>
            <a:bodyPr wrap="none" lIns="0" tIns="0" rIns="0" bIns="0" anchor="t">
              <a:noAutofit/>
            </a:bodyPr>
            <a:lstStyle>
              <a:defPPr algn="ctr">
                <a:defRPr sz="723" b="0">
                  <a:solidFill>
                    <a:srgbClr val="000000"/>
                  </a:solidFill>
                  <a:latin typeface="Arial"/>
                  <a:ea typeface="Arial"/>
                  <a:cs typeface="Arial"/>
                </a:defRPr>
              </a:defPPr>
              <a:lvl1pPr algn="ctr">
                <a:defRPr sz="723" b="0">
                  <a:solidFill>
                    <a:srgbClr val="000000"/>
                  </a:solidFill>
                  <a:latin typeface="Arial"/>
                  <a:ea typeface="Arial"/>
                  <a:cs typeface="Arial"/>
                </a:defRPr>
              </a:lvl1pPr>
              <a:lvl2pPr algn="ctr">
                <a:defRPr sz="723" b="0">
                  <a:solidFill>
                    <a:srgbClr val="000000"/>
                  </a:solidFill>
                  <a:latin typeface="Arial"/>
                  <a:ea typeface="Arial"/>
                  <a:cs typeface="Arial"/>
                </a:defRPr>
              </a:lvl2pPr>
              <a:lvl3pPr algn="ctr">
                <a:defRPr sz="723" b="0">
                  <a:solidFill>
                    <a:srgbClr val="000000"/>
                  </a:solidFill>
                  <a:latin typeface="Arial"/>
                  <a:ea typeface="Arial"/>
                  <a:cs typeface="Arial"/>
                </a:defRPr>
              </a:lvl3pPr>
              <a:lvl4pPr algn="ctr">
                <a:defRPr sz="723" b="0">
                  <a:solidFill>
                    <a:srgbClr val="000000"/>
                  </a:solidFill>
                  <a:latin typeface="Arial"/>
                  <a:ea typeface="Arial"/>
                  <a:cs typeface="Arial"/>
                </a:defRPr>
              </a:lvl4pPr>
              <a:lvl5pPr algn="ctr">
                <a:defRPr sz="723" b="0">
                  <a:solidFill>
                    <a:srgbClr val="000000"/>
                  </a:solidFill>
                  <a:latin typeface="Arial"/>
                  <a:ea typeface="Arial"/>
                  <a:cs typeface="Arial"/>
                </a:defRPr>
              </a:lvl5pPr>
              <a:lvl6pPr algn="ctr">
                <a:defRPr sz="723" b="0">
                  <a:solidFill>
                    <a:srgbClr val="000000"/>
                  </a:solidFill>
                  <a:latin typeface="Arial"/>
                  <a:ea typeface="Arial"/>
                  <a:cs typeface="Arial"/>
                </a:defRPr>
              </a:lvl6pPr>
              <a:lvl7pPr algn="ctr">
                <a:defRPr sz="723" b="0">
                  <a:solidFill>
                    <a:srgbClr val="000000"/>
                  </a:solidFill>
                  <a:latin typeface="Arial"/>
                  <a:ea typeface="Arial"/>
                  <a:cs typeface="Arial"/>
                </a:defRPr>
              </a:lvl7pPr>
              <a:lvl8pPr algn="ctr">
                <a:defRPr sz="723" b="0">
                  <a:solidFill>
                    <a:srgbClr val="000000"/>
                  </a:solidFill>
                  <a:latin typeface="Arial"/>
                  <a:ea typeface="Arial"/>
                  <a:cs typeface="Arial"/>
                </a:defRPr>
              </a:lvl8pPr>
              <a:lvl9pPr algn="ctr">
                <a:defRPr sz="723" b="0">
                  <a:solidFill>
                    <a:srgbClr val="000000"/>
                  </a:solidFill>
                  <a:latin typeface="Arial"/>
                  <a:ea typeface="Arial"/>
                  <a:cs typeface="Arial"/>
                </a:defRPr>
              </a:lvl9pPr>
            </a:lstStyle>
            <a:p>
              <a:pPr algn="ctr">
                <a:defRPr sz="723" b="0">
                  <a:solidFill>
                    <a:srgbClr val="000000"/>
                  </a:solidFill>
                  <a:latin typeface="Arial"/>
                  <a:ea typeface="Arial"/>
                  <a:cs typeface="Arial"/>
                </a:defRPr>
              </a:pPr>
              <a:r>
                <a:rPr sz="723" b="0">
                  <a:solidFill>
                    <a:srgbClr val="000000"/>
                  </a:solidFill>
                  <a:latin typeface="Arial"/>
                  <a:ea typeface="Arial"/>
                  <a:cs typeface="Arial"/>
                </a:rPr>
                <a:t>20</a:t>
              </a:r>
            </a:p>
          </p:txBody>
        </p:sp>
        <p:sp>
          <p:nvSpPr>
            <p:cNvPr id="110" name="text_109">
              <a:extLst>
                <a:ext uri="{FF2B5EF4-FFF2-40B4-BE49-F238E27FC236}">
                  <ns2:creationId id="{475B1609-9660-4BF5-835D-9C095C6AF0AF}"/>
                </a:ext>
              </a:extLst>
            </p:cNvPr>
            <p:cNvSpPr>
              <a:spLocks noGrp="1"/>
            </p:cNvSpPr>
            <p:nvPr/>
          </p:nvSpPr>
          <p:spPr>
            <a:xfrm rot="0">
              <a:off x="95250" y="2790825"/>
              <a:ext cx="9525000" cy="285750"/>
            </a:xfrm>
            <a:prstGeom prst="rect">
              <a:avLst/>
            </a:prstGeom>
            <a:noFill/>
            <a:ln w="0">
              <a:noFill/>
              <a:prstDash val="solid"/>
            </a:ln>
          </p:spPr>
          <p:txBody>
            <a:bodyPr wrap="none" lIns="0" tIns="0" rIns="0" bIns="0" anchor="t">
              <a:noAutofit/>
            </a:bodyPr>
            <a:lstStyle>
              <a:defPPr algn="l">
                <a:defRPr sz="1290" b="1">
                  <a:solidFill>
                    <a:srgbClr val="000000"/>
                  </a:solidFill>
                  <a:latin typeface="Arial"/>
                  <a:ea typeface="Arial"/>
                  <a:cs typeface="Arial"/>
                </a:defRPr>
              </a:defPPr>
              <a:lvl1pPr algn="l">
                <a:defRPr sz="1290" b="1">
                  <a:solidFill>
                    <a:srgbClr val="000000"/>
                  </a:solidFill>
                  <a:latin typeface="Arial"/>
                  <a:ea typeface="Arial"/>
                  <a:cs typeface="Arial"/>
                </a:defRPr>
              </a:lvl1pPr>
              <a:lvl2pPr algn="l">
                <a:defRPr sz="1290" b="1">
                  <a:solidFill>
                    <a:srgbClr val="000000"/>
                  </a:solidFill>
                  <a:latin typeface="Arial"/>
                  <a:ea typeface="Arial"/>
                  <a:cs typeface="Arial"/>
                </a:defRPr>
              </a:lvl2pPr>
              <a:lvl3pPr algn="l">
                <a:defRPr sz="1290" b="1">
                  <a:solidFill>
                    <a:srgbClr val="000000"/>
                  </a:solidFill>
                  <a:latin typeface="Arial"/>
                  <a:ea typeface="Arial"/>
                  <a:cs typeface="Arial"/>
                </a:defRPr>
              </a:lvl3pPr>
              <a:lvl4pPr algn="l">
                <a:defRPr sz="1290" b="1">
                  <a:solidFill>
                    <a:srgbClr val="000000"/>
                  </a:solidFill>
                  <a:latin typeface="Arial"/>
                  <a:ea typeface="Arial"/>
                  <a:cs typeface="Arial"/>
                </a:defRPr>
              </a:lvl4pPr>
              <a:lvl5pPr algn="l">
                <a:defRPr sz="1290" b="1">
                  <a:solidFill>
                    <a:srgbClr val="000000"/>
                  </a:solidFill>
                  <a:latin typeface="Arial"/>
                  <a:ea typeface="Arial"/>
                  <a:cs typeface="Arial"/>
                </a:defRPr>
              </a:lvl5pPr>
              <a:lvl6pPr algn="l">
                <a:defRPr sz="1290" b="1">
                  <a:solidFill>
                    <a:srgbClr val="000000"/>
                  </a:solidFill>
                  <a:latin typeface="Arial"/>
                  <a:ea typeface="Arial"/>
                  <a:cs typeface="Arial"/>
                </a:defRPr>
              </a:lvl6pPr>
              <a:lvl7pPr algn="l">
                <a:defRPr sz="1290" b="1">
                  <a:solidFill>
                    <a:srgbClr val="000000"/>
                  </a:solidFill>
                  <a:latin typeface="Arial"/>
                  <a:ea typeface="Arial"/>
                  <a:cs typeface="Arial"/>
                </a:defRPr>
              </a:lvl7pPr>
              <a:lvl8pPr algn="l">
                <a:defRPr sz="1290" b="1">
                  <a:solidFill>
                    <a:srgbClr val="000000"/>
                  </a:solidFill>
                  <a:latin typeface="Arial"/>
                  <a:ea typeface="Arial"/>
                  <a:cs typeface="Arial"/>
                </a:defRPr>
              </a:lvl8pPr>
              <a:lvl9pPr algn="l">
                <a:defRPr sz="1290" b="1">
                  <a:solidFill>
                    <a:srgbClr val="000000"/>
                  </a:solidFill>
                  <a:latin typeface="Arial"/>
                  <a:ea typeface="Arial"/>
                  <a:cs typeface="Arial"/>
                </a:defRPr>
              </a:lvl9pPr>
            </a:lstStyle>
            <a:p>
              <a:pPr algn="l">
                <a:defRPr sz="1290" b="1">
                  <a:solidFill>
                    <a:srgbClr val="000000"/>
                  </a:solidFill>
                  <a:latin typeface="Arial"/>
                  <a:ea typeface="Arial"/>
                  <a:cs typeface="Arial"/>
                </a:defRPr>
              </a:pPr>
              <a:r>
                <a:rPr sz="1290" b="1">
                  <a:solidFill>
                    <a:srgbClr val="000000"/>
                  </a:solidFill>
                  <a:latin typeface="Arial"/>
                  <a:ea typeface="Arial"/>
                  <a:cs typeface="Arial"/>
                </a:rPr>
                <a:t>(c) 3D source fields</a:t>
              </a:r>
            </a:p>
          </p:txBody>
        </p:sp>
        <p:sp>
          <p:nvSpPr>
            <p:cNvPr id="112" name="text_111">
              <a:extLst>
                <a:ext uri="{FF2B5EF4-FFF2-40B4-BE49-F238E27FC236}">
                  <ns2:creationId id="{6A606AA3-4C75-4940-9AFB-82B3BFDF77E1}"/>
                </a:ext>
              </a:extLst>
            </p:cNvPr>
            <p:cNvSpPr>
              <a:spLocks noGrp="1"/>
            </p:cNvSpPr>
            <p:nvPr/>
          </p:nvSpPr>
          <p:spPr>
            <a:xfrm rot="0">
              <a:off x="95250" y="3086100"/>
              <a:ext cx="3810000" cy="226786"/>
            </a:xfrm>
            <a:prstGeom prst="rect">
              <a:avLst/>
            </a:prstGeom>
            <a:noFill/>
            <a:ln w="0">
              <a:noFill/>
              <a:prstDash val="solid"/>
            </a:ln>
          </p:spPr>
          <p:txBody>
            <a:bodyPr wrap="none" lIns="0" tIns="0" rIns="0" bIns="0" anchor="t">
              <a:noAutofit/>
            </a:bodyPr>
            <a:lstStyle>
              <a:defPPr algn="ctr">
                <a:defRPr sz="1081" b="1">
                  <a:solidFill>
                    <a:srgbClr val="000000"/>
                  </a:solidFill>
                  <a:latin typeface="Arial"/>
                  <a:ea typeface="Arial"/>
                  <a:cs typeface="Arial"/>
                </a:defRPr>
              </a:defPPr>
              <a:lvl1pPr algn="ctr">
                <a:defRPr sz="1081" b="1">
                  <a:solidFill>
                    <a:srgbClr val="000000"/>
                  </a:solidFill>
                  <a:latin typeface="Arial"/>
                  <a:ea typeface="Arial"/>
                  <a:cs typeface="Arial"/>
                </a:defRPr>
              </a:lvl1pPr>
              <a:lvl2pPr algn="ctr">
                <a:defRPr sz="1081" b="1">
                  <a:solidFill>
                    <a:srgbClr val="000000"/>
                  </a:solidFill>
                  <a:latin typeface="Arial"/>
                  <a:ea typeface="Arial"/>
                  <a:cs typeface="Arial"/>
                </a:defRPr>
              </a:lvl2pPr>
              <a:lvl3pPr algn="ctr">
                <a:defRPr sz="1081" b="1">
                  <a:solidFill>
                    <a:srgbClr val="000000"/>
                  </a:solidFill>
                  <a:latin typeface="Arial"/>
                  <a:ea typeface="Arial"/>
                  <a:cs typeface="Arial"/>
                </a:defRPr>
              </a:lvl3pPr>
              <a:lvl4pPr algn="ctr">
                <a:defRPr sz="1081" b="1">
                  <a:solidFill>
                    <a:srgbClr val="000000"/>
                  </a:solidFill>
                  <a:latin typeface="Arial"/>
                  <a:ea typeface="Arial"/>
                  <a:cs typeface="Arial"/>
                </a:defRPr>
              </a:lvl4pPr>
              <a:lvl5pPr algn="ctr">
                <a:defRPr sz="1081" b="1">
                  <a:solidFill>
                    <a:srgbClr val="000000"/>
                  </a:solidFill>
                  <a:latin typeface="Arial"/>
                  <a:ea typeface="Arial"/>
                  <a:cs typeface="Arial"/>
                </a:defRPr>
              </a:lvl5pPr>
              <a:lvl6pPr algn="ctr">
                <a:defRPr sz="1081" b="1">
                  <a:solidFill>
                    <a:srgbClr val="000000"/>
                  </a:solidFill>
                  <a:latin typeface="Arial"/>
                  <a:ea typeface="Arial"/>
                  <a:cs typeface="Arial"/>
                </a:defRPr>
              </a:lvl6pPr>
              <a:lvl7pPr algn="ctr">
                <a:defRPr sz="1081" b="1">
                  <a:solidFill>
                    <a:srgbClr val="000000"/>
                  </a:solidFill>
                  <a:latin typeface="Arial"/>
                  <a:ea typeface="Arial"/>
                  <a:cs typeface="Arial"/>
                </a:defRPr>
              </a:lvl7pPr>
              <a:lvl8pPr algn="ctr">
                <a:defRPr sz="1081" b="1">
                  <a:solidFill>
                    <a:srgbClr val="000000"/>
                  </a:solidFill>
                  <a:latin typeface="Arial"/>
                  <a:ea typeface="Arial"/>
                  <a:cs typeface="Arial"/>
                </a:defRPr>
              </a:lvl8pPr>
              <a:lvl9pPr algn="ctr">
                <a:defRPr sz="1081" b="1">
                  <a:solidFill>
                    <a:srgbClr val="000000"/>
                  </a:solidFill>
                  <a:latin typeface="Arial"/>
                  <a:ea typeface="Arial"/>
                  <a:cs typeface="Arial"/>
                </a:defRPr>
              </a:lvl9pPr>
            </a:lstStyle>
            <a:p>
              <a:pPr algn="ctr">
                <a:defRPr sz="1081" b="1">
                  <a:solidFill>
                    <a:srgbClr val="000000"/>
                  </a:solidFill>
                  <a:latin typeface="Arial"/>
                  <a:ea typeface="Arial"/>
                  <a:cs typeface="Arial"/>
                </a:defRPr>
              </a:pPr>
              <a:r>
                <a:rPr sz="1081" b="1">
                  <a:solidFill>
                    <a:srgbClr val="000000"/>
                  </a:solidFill>
                  <a:latin typeface="Arial"/>
                  <a:ea typeface="Arial"/>
                  <a:cs typeface="Arial"/>
                </a:rPr>
                <a:t>Frame 0</a:t>
              </a:r>
            </a:p>
          </p:txBody>
        </p:sp>
        <p:pic>
          <p:nvPicPr>
            <p:cNvPr id="113" name="">
              <a:extLst>
                <a:ext uri="{FF2B5EF4-FFF2-40B4-BE49-F238E27FC236}">
                  <ns2:creationId id="{07A7D8B4-CBA3-4965-B8BD-15AFA6AF8F92}"/>
                </a:ext>
              </a:extLst>
            </p:cNvPr>
            <p:cNvPicPr>
              <a:picLocks noChangeAspect="1"/>
            </p:cNvPicPr>
            <p:nvPr/>
          </p:nvPicPr>
          <p:blipFill>
            <a:blip r:embed="R17bff3a3749c4f88"/>
            <a:stretch/>
          </p:blipFill>
          <p:spPr>
            <a:xfrm>
              <a:off x="95250" y="3349171"/>
              <a:ext cx="3810000" cy="2006450"/>
            </a:xfrm>
            <a:prstGeom prst="rect">
              <a:avLst/>
            </a:prstGeom>
          </p:spPr>
        </p:pic>
        <p:sp>
          <p:nvSpPr>
            <p:cNvPr id="114" name="Cylinder_f0_domain_edge_0_1">
              <a:extLst>
                <a:ext uri="{FF2B5EF4-FFF2-40B4-BE49-F238E27FC236}">
                  <ns2:creationId id="{24F8A28C-AB81-4D5B-AFF1-9DE2DE6D15C2}"/>
                </a:ext>
              </a:extLst>
            </p:cNvPr>
            <p:cNvSpPr>
              <a:spLocks noGrp="1"/>
            </p:cNvSpPr>
            <p:nvPr/>
          </p:nvSpPr>
          <p:spPr>
            <a:xfrm>
              <a:off x="209386" y="3865750"/>
              <a:ext cx="134" cy="838969"/>
            </a:xfrm>
            <a:custGeom>
              <a:pathLst>
                <a:path w="95" h="595500">
                  <a:moveTo>
                    <a:pt x="0" y="595500"/>
                  </a:moveTo>
                  <a:lnTo>
                    <a:pt x="0" y="0"/>
                  </a:lnTo>
                </a:path>
              </a:pathLst>
            </a:custGeom>
            <a:noFill/>
            <a:ln w="5619">
              <a:solidFill>
                <a:srgbClr val="9AA6AE"/>
              </a:solidFill>
              <a:prstDash val="solid"/>
            </a:ln>
          </p:spPr>
        </p:sp>
        <p:sp>
          <p:nvSpPr>
            <p:cNvPr id="115" name="Cylinder_f0_domain_edge_0_2">
              <a:extLst>
                <a:ext uri="{FF2B5EF4-FFF2-40B4-BE49-F238E27FC236}">
                  <ns2:creationId id="{91EB6341-5CDE-4CB4-9837-6AD973E7B09E}"/>
                </a:ext>
              </a:extLst>
            </p:cNvPr>
            <p:cNvSpPr>
              <a:spLocks noGrp="1"/>
            </p:cNvSpPr>
            <p:nvPr/>
          </p:nvSpPr>
          <p:spPr>
            <a:xfrm>
              <a:off x="209386" y="4295110"/>
              <a:ext cx="509879" cy="409610"/>
            </a:xfrm>
            <a:custGeom>
              <a:pathLst>
                <a:path w="361912" h="290741">
                  <a:moveTo>
                    <a:pt x="0" y="290741"/>
                  </a:moveTo>
                  <a:lnTo>
                    <a:pt x="361912" y="0"/>
                  </a:lnTo>
                </a:path>
              </a:pathLst>
            </a:custGeom>
            <a:noFill/>
            <a:ln w="5619">
              <a:solidFill>
                <a:srgbClr val="9AA6AE"/>
              </a:solidFill>
              <a:prstDash val="solid"/>
            </a:ln>
          </p:spPr>
        </p:sp>
        <p:sp>
          <p:nvSpPr>
            <p:cNvPr id="116" name="Cylinder_f0_domain_edge_0_4">
              <a:extLst>
                <a:ext uri="{FF2B5EF4-FFF2-40B4-BE49-F238E27FC236}">
                  <ns2:creationId id="{5D2D0068-C078-4B36-ADCB-742D012ACE5D}"/>
                </a:ext>
              </a:extLst>
            </p:cNvPr>
            <p:cNvSpPr>
              <a:spLocks noGrp="1"/>
            </p:cNvSpPr>
            <p:nvPr/>
          </p:nvSpPr>
          <p:spPr>
            <a:xfrm>
              <a:off x="209386" y="4704719"/>
              <a:ext cx="3068497" cy="536010"/>
            </a:xfrm>
            <a:custGeom>
              <a:pathLst>
                <a:path w="2178019" h="380460">
                  <a:moveTo>
                    <a:pt x="0" y="0"/>
                  </a:moveTo>
                  <a:lnTo>
                    <a:pt x="2178019" y="380460"/>
                  </a:lnTo>
                </a:path>
              </a:pathLst>
            </a:custGeom>
            <a:noFill/>
            <a:ln w="5619">
              <a:solidFill>
                <a:srgbClr val="9AA6AE"/>
              </a:solidFill>
              <a:prstDash val="solid"/>
            </a:ln>
          </p:spPr>
        </p:sp>
        <p:sp>
          <p:nvSpPr>
            <p:cNvPr id="117" name="Cylinder_f0_domain_edge_1_3">
              <a:extLst>
                <a:ext uri="{FF2B5EF4-FFF2-40B4-BE49-F238E27FC236}">
                  <ns2:creationId id="{ABF81A1D-4F5D-466B-9A4B-E7EE95130AC0}"/>
                </a:ext>
              </a:extLst>
            </p:cNvPr>
            <p:cNvSpPr>
              <a:spLocks noGrp="1"/>
            </p:cNvSpPr>
            <p:nvPr/>
          </p:nvSpPr>
          <p:spPr>
            <a:xfrm>
              <a:off x="209386" y="3456141"/>
              <a:ext cx="509879" cy="409610"/>
            </a:xfrm>
            <a:custGeom>
              <a:pathLst>
                <a:path w="361912" h="290741">
                  <a:moveTo>
                    <a:pt x="0" y="290741"/>
                  </a:moveTo>
                  <a:lnTo>
                    <a:pt x="361912" y="0"/>
                  </a:lnTo>
                </a:path>
              </a:pathLst>
            </a:custGeom>
            <a:noFill/>
            <a:ln w="5619">
              <a:solidFill>
                <a:srgbClr val="9AA6AE"/>
              </a:solidFill>
              <a:prstDash val="solid"/>
            </a:ln>
          </p:spPr>
        </p:sp>
        <p:sp>
          <p:nvSpPr>
            <p:cNvPr id="118" name="Cylinder_f0_domain_edge_1_5">
              <a:extLst>
                <a:ext uri="{FF2B5EF4-FFF2-40B4-BE49-F238E27FC236}">
                  <ns2:creationId id="{6EE3CD32-D7E0-429C-B725-B08193BED29A}"/>
                </a:ext>
              </a:extLst>
            </p:cNvPr>
            <p:cNvSpPr>
              <a:spLocks noGrp="1"/>
            </p:cNvSpPr>
            <p:nvPr/>
          </p:nvSpPr>
          <p:spPr>
            <a:xfrm>
              <a:off x="209386" y="3865750"/>
              <a:ext cx="3068497" cy="536010"/>
            </a:xfrm>
            <a:custGeom>
              <a:pathLst>
                <a:path w="2178019" h="380460">
                  <a:moveTo>
                    <a:pt x="0" y="0"/>
                  </a:moveTo>
                  <a:lnTo>
                    <a:pt x="2178019" y="380460"/>
                  </a:lnTo>
                </a:path>
              </a:pathLst>
            </a:custGeom>
            <a:noFill/>
            <a:ln w="5619">
              <a:solidFill>
                <a:srgbClr val="9AA6AE"/>
              </a:solidFill>
              <a:prstDash val="solid"/>
            </a:ln>
          </p:spPr>
        </p:sp>
        <p:sp>
          <p:nvSpPr>
            <p:cNvPr id="119" name="Cylinder_f0_domain_edge_2_3">
              <a:extLst>
                <a:ext uri="{FF2B5EF4-FFF2-40B4-BE49-F238E27FC236}">
                  <ns2:creationId id="{49FD129A-384F-475F-AA9B-F4F6FA2A2A56}"/>
                </a:ext>
              </a:extLst>
            </p:cNvPr>
            <p:cNvSpPr>
              <a:spLocks noGrp="1"/>
            </p:cNvSpPr>
            <p:nvPr/>
          </p:nvSpPr>
          <p:spPr>
            <a:xfrm>
              <a:off x="719265" y="3456141"/>
              <a:ext cx="134" cy="838969"/>
            </a:xfrm>
            <a:custGeom>
              <a:pathLst>
                <a:path w="95" h="595500">
                  <a:moveTo>
                    <a:pt x="0" y="595500"/>
                  </a:moveTo>
                  <a:lnTo>
                    <a:pt x="0" y="0"/>
                  </a:lnTo>
                </a:path>
              </a:pathLst>
            </a:custGeom>
            <a:noFill/>
            <a:ln w="5619">
              <a:solidFill>
                <a:srgbClr val="9AA6AE"/>
              </a:solidFill>
              <a:prstDash val="solid"/>
            </a:ln>
          </p:spPr>
        </p:sp>
        <p:sp>
          <p:nvSpPr>
            <p:cNvPr id="120" name="Cylinder_f0_domain_edge_2_6">
              <a:extLst>
                <a:ext uri="{FF2B5EF4-FFF2-40B4-BE49-F238E27FC236}">
                  <ns2:creationId id="{53F9C68E-FE3F-4B9C-AFE2-266E368B1201}"/>
                </a:ext>
              </a:extLst>
            </p:cNvPr>
            <p:cNvSpPr>
              <a:spLocks noGrp="1"/>
            </p:cNvSpPr>
            <p:nvPr/>
          </p:nvSpPr>
          <p:spPr>
            <a:xfrm>
              <a:off x="719265" y="4295110"/>
              <a:ext cx="3068497" cy="536010"/>
            </a:xfrm>
            <a:custGeom>
              <a:pathLst>
                <a:path w="2178019" h="380460">
                  <a:moveTo>
                    <a:pt x="0" y="0"/>
                  </a:moveTo>
                  <a:lnTo>
                    <a:pt x="2178019" y="380460"/>
                  </a:lnTo>
                </a:path>
              </a:pathLst>
            </a:custGeom>
            <a:noFill/>
            <a:ln w="5619">
              <a:solidFill>
                <a:srgbClr val="9AA6AE"/>
              </a:solidFill>
              <a:prstDash val="solid"/>
            </a:ln>
          </p:spPr>
        </p:sp>
        <p:sp>
          <p:nvSpPr>
            <p:cNvPr id="121" name="Cylinder_f0_domain_edge_3_7">
              <a:extLst>
                <a:ext uri="{FF2B5EF4-FFF2-40B4-BE49-F238E27FC236}">
                  <ns2:creationId id="{0030D258-E735-499B-97F6-479FF8AC338B}"/>
                </a:ext>
              </a:extLst>
            </p:cNvPr>
            <p:cNvSpPr>
              <a:spLocks noGrp="1"/>
            </p:cNvSpPr>
            <p:nvPr/>
          </p:nvSpPr>
          <p:spPr>
            <a:xfrm>
              <a:off x="719265" y="3456141"/>
              <a:ext cx="3068497" cy="536010"/>
            </a:xfrm>
            <a:custGeom>
              <a:pathLst>
                <a:path w="2178019" h="380460">
                  <a:moveTo>
                    <a:pt x="0" y="0"/>
                  </a:moveTo>
                  <a:lnTo>
                    <a:pt x="2178019" y="380460"/>
                  </a:lnTo>
                </a:path>
              </a:pathLst>
            </a:custGeom>
            <a:noFill/>
            <a:ln w="5619">
              <a:solidFill>
                <a:srgbClr val="9AA6AE"/>
              </a:solidFill>
              <a:prstDash val="solid"/>
            </a:ln>
          </p:spPr>
        </p:sp>
        <p:sp>
          <p:nvSpPr>
            <p:cNvPr id="122" name="Cylinder_f0_domain_edge_4_5">
              <a:extLst>
                <a:ext uri="{FF2B5EF4-FFF2-40B4-BE49-F238E27FC236}">
                  <ns2:creationId id="{6AF3B197-1634-42D9-B045-EB75D9F8A00B}"/>
                </a:ext>
              </a:extLst>
            </p:cNvPr>
            <p:cNvSpPr>
              <a:spLocks noGrp="1"/>
            </p:cNvSpPr>
            <p:nvPr/>
          </p:nvSpPr>
          <p:spPr>
            <a:xfrm>
              <a:off x="3277883" y="4401761"/>
              <a:ext cx="134" cy="838969"/>
            </a:xfrm>
            <a:custGeom>
              <a:pathLst>
                <a:path w="95" h="595500">
                  <a:moveTo>
                    <a:pt x="0" y="595500"/>
                  </a:moveTo>
                  <a:lnTo>
                    <a:pt x="0" y="0"/>
                  </a:lnTo>
                </a:path>
              </a:pathLst>
            </a:custGeom>
            <a:noFill/>
            <a:ln w="5619">
              <a:solidFill>
                <a:srgbClr val="9AA6AE"/>
              </a:solidFill>
              <a:prstDash val="solid"/>
            </a:ln>
          </p:spPr>
        </p:sp>
        <p:sp>
          <p:nvSpPr>
            <p:cNvPr id="123" name="Cylinder_f0_domain_edge_4_6">
              <a:extLst>
                <a:ext uri="{FF2B5EF4-FFF2-40B4-BE49-F238E27FC236}">
                  <ns2:creationId id="{E366F8FA-8213-419E-97D1-D153A1331658}"/>
                </a:ext>
              </a:extLst>
            </p:cNvPr>
            <p:cNvSpPr>
              <a:spLocks noGrp="1"/>
            </p:cNvSpPr>
            <p:nvPr/>
          </p:nvSpPr>
          <p:spPr>
            <a:xfrm>
              <a:off x="3277883" y="4831121"/>
              <a:ext cx="509879" cy="409610"/>
            </a:xfrm>
            <a:custGeom>
              <a:pathLst>
                <a:path w="361912" h="290741">
                  <a:moveTo>
                    <a:pt x="0" y="290741"/>
                  </a:moveTo>
                  <a:lnTo>
                    <a:pt x="361912" y="0"/>
                  </a:lnTo>
                </a:path>
              </a:pathLst>
            </a:custGeom>
            <a:noFill/>
            <a:ln w="5619">
              <a:solidFill>
                <a:srgbClr val="9AA6AE"/>
              </a:solidFill>
              <a:prstDash val="solid"/>
            </a:ln>
          </p:spPr>
        </p:sp>
        <p:sp>
          <p:nvSpPr>
            <p:cNvPr id="124" name="Cylinder_f0_domain_edge_5_7">
              <a:extLst>
                <a:ext uri="{FF2B5EF4-FFF2-40B4-BE49-F238E27FC236}">
                  <ns2:creationId id="{F26C717A-9208-4272-891B-FE1E433ABB42}"/>
                </a:ext>
              </a:extLst>
            </p:cNvPr>
            <p:cNvSpPr>
              <a:spLocks noGrp="1"/>
            </p:cNvSpPr>
            <p:nvPr/>
          </p:nvSpPr>
          <p:spPr>
            <a:xfrm>
              <a:off x="3277883" y="3992152"/>
              <a:ext cx="509879" cy="409610"/>
            </a:xfrm>
            <a:custGeom>
              <a:pathLst>
                <a:path w="361912" h="290741">
                  <a:moveTo>
                    <a:pt x="0" y="290741"/>
                  </a:moveTo>
                  <a:lnTo>
                    <a:pt x="361912" y="0"/>
                  </a:lnTo>
                </a:path>
              </a:pathLst>
            </a:custGeom>
            <a:noFill/>
            <a:ln w="5619">
              <a:solidFill>
                <a:srgbClr val="9AA6AE"/>
              </a:solidFill>
              <a:prstDash val="solid"/>
            </a:ln>
          </p:spPr>
        </p:sp>
        <p:sp>
          <p:nvSpPr>
            <p:cNvPr id="125" name="Cylinder_f0_domain_edge_6_7">
              <a:extLst>
                <a:ext uri="{FF2B5EF4-FFF2-40B4-BE49-F238E27FC236}">
                  <ns2:creationId id="{1558EC07-4693-44AA-802C-865EE08DC09C}"/>
                </a:ext>
              </a:extLst>
            </p:cNvPr>
            <p:cNvSpPr>
              <a:spLocks noGrp="1"/>
            </p:cNvSpPr>
            <p:nvPr/>
          </p:nvSpPr>
          <p:spPr>
            <a:xfrm>
              <a:off x="3787762" y="3992152"/>
              <a:ext cx="134" cy="838969"/>
            </a:xfrm>
            <a:custGeom>
              <a:pathLst>
                <a:path w="95" h="595500">
                  <a:moveTo>
                    <a:pt x="0" y="595500"/>
                  </a:moveTo>
                  <a:lnTo>
                    <a:pt x="0" y="0"/>
                  </a:lnTo>
                </a:path>
              </a:pathLst>
            </a:custGeom>
            <a:noFill/>
            <a:ln w="5619">
              <a:solidFill>
                <a:srgbClr val="9AA6AE"/>
              </a:solidFill>
              <a:prstDash val="solid"/>
            </a:ln>
          </p:spPr>
        </p:sp>
        <p:sp>
          <p:nvSpPr>
            <p:cNvPr id="126" name="text_125">
              <a:extLst>
                <a:ext uri="{FF2B5EF4-FFF2-40B4-BE49-F238E27FC236}">
                  <ns2:creationId id="{5F804E2E-7606-483C-8FBD-181752C403A7}"/>
                </a:ext>
              </a:extLst>
            </p:cNvPr>
            <p:cNvSpPr>
              <a:spLocks noGrp="1"/>
            </p:cNvSpPr>
            <p:nvPr/>
          </p:nvSpPr>
          <p:spPr>
            <a:xfrm rot="0">
              <a:off x="4000500" y="3086100"/>
              <a:ext cx="3810000" cy="226786"/>
            </a:xfrm>
            <a:prstGeom prst="rect">
              <a:avLst/>
            </a:prstGeom>
            <a:noFill/>
            <a:ln w="0">
              <a:noFill/>
              <a:prstDash val="solid"/>
            </a:ln>
          </p:spPr>
          <p:txBody>
            <a:bodyPr wrap="none" lIns="0" tIns="0" rIns="0" bIns="0" anchor="t">
              <a:noAutofit/>
            </a:bodyPr>
            <a:lstStyle>
              <a:defPPr algn="ctr">
                <a:defRPr sz="1081" b="1">
                  <a:solidFill>
                    <a:srgbClr val="000000"/>
                  </a:solidFill>
                  <a:latin typeface="Arial"/>
                  <a:ea typeface="Arial"/>
                  <a:cs typeface="Arial"/>
                </a:defRPr>
              </a:defPPr>
              <a:lvl1pPr algn="ctr">
                <a:defRPr sz="1081" b="1">
                  <a:solidFill>
                    <a:srgbClr val="000000"/>
                  </a:solidFill>
                  <a:latin typeface="Arial"/>
                  <a:ea typeface="Arial"/>
                  <a:cs typeface="Arial"/>
                </a:defRPr>
              </a:lvl1pPr>
              <a:lvl2pPr algn="ctr">
                <a:defRPr sz="1081" b="1">
                  <a:solidFill>
                    <a:srgbClr val="000000"/>
                  </a:solidFill>
                  <a:latin typeface="Arial"/>
                  <a:ea typeface="Arial"/>
                  <a:cs typeface="Arial"/>
                </a:defRPr>
              </a:lvl2pPr>
              <a:lvl3pPr algn="ctr">
                <a:defRPr sz="1081" b="1">
                  <a:solidFill>
                    <a:srgbClr val="000000"/>
                  </a:solidFill>
                  <a:latin typeface="Arial"/>
                  <a:ea typeface="Arial"/>
                  <a:cs typeface="Arial"/>
                </a:defRPr>
              </a:lvl3pPr>
              <a:lvl4pPr algn="ctr">
                <a:defRPr sz="1081" b="1">
                  <a:solidFill>
                    <a:srgbClr val="000000"/>
                  </a:solidFill>
                  <a:latin typeface="Arial"/>
                  <a:ea typeface="Arial"/>
                  <a:cs typeface="Arial"/>
                </a:defRPr>
              </a:lvl4pPr>
              <a:lvl5pPr algn="ctr">
                <a:defRPr sz="1081" b="1">
                  <a:solidFill>
                    <a:srgbClr val="000000"/>
                  </a:solidFill>
                  <a:latin typeface="Arial"/>
                  <a:ea typeface="Arial"/>
                  <a:cs typeface="Arial"/>
                </a:defRPr>
              </a:lvl5pPr>
              <a:lvl6pPr algn="ctr">
                <a:defRPr sz="1081" b="1">
                  <a:solidFill>
                    <a:srgbClr val="000000"/>
                  </a:solidFill>
                  <a:latin typeface="Arial"/>
                  <a:ea typeface="Arial"/>
                  <a:cs typeface="Arial"/>
                </a:defRPr>
              </a:lvl6pPr>
              <a:lvl7pPr algn="ctr">
                <a:defRPr sz="1081" b="1">
                  <a:solidFill>
                    <a:srgbClr val="000000"/>
                  </a:solidFill>
                  <a:latin typeface="Arial"/>
                  <a:ea typeface="Arial"/>
                  <a:cs typeface="Arial"/>
                </a:defRPr>
              </a:lvl7pPr>
              <a:lvl8pPr algn="ctr">
                <a:defRPr sz="1081" b="1">
                  <a:solidFill>
                    <a:srgbClr val="000000"/>
                  </a:solidFill>
                  <a:latin typeface="Arial"/>
                  <a:ea typeface="Arial"/>
                  <a:cs typeface="Arial"/>
                </a:defRPr>
              </a:lvl8pPr>
              <a:lvl9pPr algn="ctr">
                <a:defRPr sz="1081" b="1">
                  <a:solidFill>
                    <a:srgbClr val="000000"/>
                  </a:solidFill>
                  <a:latin typeface="Arial"/>
                  <a:ea typeface="Arial"/>
                  <a:cs typeface="Arial"/>
                </a:defRPr>
              </a:lvl9pPr>
            </a:lstStyle>
            <a:p>
              <a:pPr algn="ctr">
                <a:defRPr sz="1081" b="1">
                  <a:solidFill>
                    <a:srgbClr val="000000"/>
                  </a:solidFill>
                  <a:latin typeface="Arial"/>
                  <a:ea typeface="Arial"/>
                  <a:cs typeface="Arial"/>
                </a:defRPr>
              </a:pPr>
              <a:r>
                <a:rPr sz="1081" b="1">
                  <a:solidFill>
                    <a:srgbClr val="000000"/>
                  </a:solidFill>
                  <a:latin typeface="Arial"/>
                  <a:ea typeface="Arial"/>
                  <a:cs typeface="Arial"/>
                </a:rPr>
                <a:t>Frame 51</a:t>
              </a:r>
            </a:p>
          </p:txBody>
        </p:sp>
        <p:pic>
          <p:nvPicPr>
            <p:cNvPr id="127" name="">
              <a:extLst>
                <a:ext uri="{FF2B5EF4-FFF2-40B4-BE49-F238E27FC236}">
                  <ns2:creationId id="{7B64B92A-DDA6-43F9-9B00-D181BB0D9A4F}"/>
                </a:ext>
              </a:extLst>
            </p:cNvPr>
            <p:cNvPicPr>
              <a:picLocks noChangeAspect="1"/>
            </p:cNvPicPr>
            <p:nvPr/>
          </p:nvPicPr>
          <p:blipFill>
            <a:blip r:embed="Re4e1a71f2c4345da"/>
            <a:stretch/>
          </p:blipFill>
          <p:spPr>
            <a:xfrm>
              <a:off x="4000500" y="3349171"/>
              <a:ext cx="3810000" cy="2006450"/>
            </a:xfrm>
            <a:prstGeom prst="rect">
              <a:avLst/>
            </a:prstGeom>
          </p:spPr>
        </p:pic>
        <p:sp>
          <p:nvSpPr>
            <p:cNvPr id="128" name="Cylinder_f51_domain_edge_0_1">
              <a:extLst>
                <a:ext uri="{FF2B5EF4-FFF2-40B4-BE49-F238E27FC236}">
                  <ns2:creationId id="{1691E4EF-3268-4585-B2CD-BE38C7E27FB7}"/>
                </a:ext>
              </a:extLst>
            </p:cNvPr>
            <p:cNvSpPr>
              <a:spLocks noGrp="1"/>
            </p:cNvSpPr>
            <p:nvPr/>
          </p:nvSpPr>
          <p:spPr>
            <a:xfrm>
              <a:off x="4114636" y="3865750"/>
              <a:ext cx="134" cy="838969"/>
            </a:xfrm>
            <a:custGeom>
              <a:pathLst>
                <a:path w="95" h="595500">
                  <a:moveTo>
                    <a:pt x="0" y="595500"/>
                  </a:moveTo>
                  <a:lnTo>
                    <a:pt x="0" y="0"/>
                  </a:lnTo>
                </a:path>
              </a:pathLst>
            </a:custGeom>
            <a:noFill/>
            <a:ln w="5619">
              <a:solidFill>
                <a:srgbClr val="9AA6AE"/>
              </a:solidFill>
              <a:prstDash val="solid"/>
            </a:ln>
          </p:spPr>
        </p:sp>
        <p:sp>
          <p:nvSpPr>
            <p:cNvPr id="129" name="Cylinder_f51_domain_edge_0_2">
              <a:extLst>
                <a:ext uri="{FF2B5EF4-FFF2-40B4-BE49-F238E27FC236}">
                  <ns2:creationId id="{D6E2A6C7-1879-49CC-8B36-C2F00A5C7063}"/>
                </a:ext>
              </a:extLst>
            </p:cNvPr>
            <p:cNvSpPr>
              <a:spLocks noGrp="1"/>
            </p:cNvSpPr>
            <p:nvPr/>
          </p:nvSpPr>
          <p:spPr>
            <a:xfrm>
              <a:off x="4114636" y="4295110"/>
              <a:ext cx="509879" cy="409610"/>
            </a:xfrm>
            <a:custGeom>
              <a:pathLst>
                <a:path w="361912" h="290741">
                  <a:moveTo>
                    <a:pt x="0" y="290741"/>
                  </a:moveTo>
                  <a:lnTo>
                    <a:pt x="361912" y="0"/>
                  </a:lnTo>
                </a:path>
              </a:pathLst>
            </a:custGeom>
            <a:noFill/>
            <a:ln w="5619">
              <a:solidFill>
                <a:srgbClr val="9AA6AE"/>
              </a:solidFill>
              <a:prstDash val="solid"/>
            </a:ln>
          </p:spPr>
        </p:sp>
        <p:sp>
          <p:nvSpPr>
            <p:cNvPr id="130" name="Cylinder_f51_domain_edge_0_4">
              <a:extLst>
                <a:ext uri="{FF2B5EF4-FFF2-40B4-BE49-F238E27FC236}">
                  <ns2:creationId id="{11332E88-0413-4A5B-BA07-D15974F6C0BC}"/>
                </a:ext>
              </a:extLst>
            </p:cNvPr>
            <p:cNvSpPr>
              <a:spLocks noGrp="1"/>
            </p:cNvSpPr>
            <p:nvPr/>
          </p:nvSpPr>
          <p:spPr>
            <a:xfrm>
              <a:off x="4114636" y="4704719"/>
              <a:ext cx="3068497" cy="536010"/>
            </a:xfrm>
            <a:custGeom>
              <a:pathLst>
                <a:path w="2178019" h="380460">
                  <a:moveTo>
                    <a:pt x="0" y="0"/>
                  </a:moveTo>
                  <a:lnTo>
                    <a:pt x="2178019" y="380460"/>
                  </a:lnTo>
                </a:path>
              </a:pathLst>
            </a:custGeom>
            <a:noFill/>
            <a:ln w="5619">
              <a:solidFill>
                <a:srgbClr val="9AA6AE"/>
              </a:solidFill>
              <a:prstDash val="solid"/>
            </a:ln>
          </p:spPr>
        </p:sp>
        <p:sp>
          <p:nvSpPr>
            <p:cNvPr id="131" name="Cylinder_f51_domain_edge_1_3">
              <a:extLst>
                <a:ext uri="{FF2B5EF4-FFF2-40B4-BE49-F238E27FC236}">
                  <ns2:creationId id="{A3254D56-6B45-473E-8E47-45BC25D22CB0}"/>
                </a:ext>
              </a:extLst>
            </p:cNvPr>
            <p:cNvSpPr>
              <a:spLocks noGrp="1"/>
            </p:cNvSpPr>
            <p:nvPr/>
          </p:nvSpPr>
          <p:spPr>
            <a:xfrm>
              <a:off x="4114636" y="3456141"/>
              <a:ext cx="509879" cy="409610"/>
            </a:xfrm>
            <a:custGeom>
              <a:pathLst>
                <a:path w="361912" h="290741">
                  <a:moveTo>
                    <a:pt x="0" y="290741"/>
                  </a:moveTo>
                  <a:lnTo>
                    <a:pt x="361912" y="0"/>
                  </a:lnTo>
                </a:path>
              </a:pathLst>
            </a:custGeom>
            <a:noFill/>
            <a:ln w="5619">
              <a:solidFill>
                <a:srgbClr val="9AA6AE"/>
              </a:solidFill>
              <a:prstDash val="solid"/>
            </a:ln>
          </p:spPr>
        </p:sp>
        <p:sp>
          <p:nvSpPr>
            <p:cNvPr id="132" name="Cylinder_f51_domain_edge_1_5">
              <a:extLst>
                <a:ext uri="{FF2B5EF4-FFF2-40B4-BE49-F238E27FC236}">
                  <ns2:creationId id="{19458D38-7D89-4103-BB71-FFB4D8272810}"/>
                </a:ext>
              </a:extLst>
            </p:cNvPr>
            <p:cNvSpPr>
              <a:spLocks noGrp="1"/>
            </p:cNvSpPr>
            <p:nvPr/>
          </p:nvSpPr>
          <p:spPr>
            <a:xfrm>
              <a:off x="4114636" y="3865750"/>
              <a:ext cx="3068497" cy="536010"/>
            </a:xfrm>
            <a:custGeom>
              <a:pathLst>
                <a:path w="2178019" h="380460">
                  <a:moveTo>
                    <a:pt x="0" y="0"/>
                  </a:moveTo>
                  <a:lnTo>
                    <a:pt x="2178019" y="380460"/>
                  </a:lnTo>
                </a:path>
              </a:pathLst>
            </a:custGeom>
            <a:noFill/>
            <a:ln w="5619">
              <a:solidFill>
                <a:srgbClr val="9AA6AE"/>
              </a:solidFill>
              <a:prstDash val="solid"/>
            </a:ln>
          </p:spPr>
        </p:sp>
        <p:sp>
          <p:nvSpPr>
            <p:cNvPr id="133" name="Cylinder_f51_domain_edge_2_3">
              <a:extLst>
                <a:ext uri="{FF2B5EF4-FFF2-40B4-BE49-F238E27FC236}">
                  <ns2:creationId id="{D9838F9F-00A9-4A94-AE63-00F7C816981A}"/>
                </a:ext>
              </a:extLst>
            </p:cNvPr>
            <p:cNvSpPr>
              <a:spLocks noGrp="1"/>
            </p:cNvSpPr>
            <p:nvPr/>
          </p:nvSpPr>
          <p:spPr>
            <a:xfrm>
              <a:off x="4624515" y="3456141"/>
              <a:ext cx="134" cy="838969"/>
            </a:xfrm>
            <a:custGeom>
              <a:pathLst>
                <a:path w="95" h="595500">
                  <a:moveTo>
                    <a:pt x="0" y="595500"/>
                  </a:moveTo>
                  <a:lnTo>
                    <a:pt x="0" y="0"/>
                  </a:lnTo>
                </a:path>
              </a:pathLst>
            </a:custGeom>
            <a:noFill/>
            <a:ln w="5619">
              <a:solidFill>
                <a:srgbClr val="9AA6AE"/>
              </a:solidFill>
              <a:prstDash val="solid"/>
            </a:ln>
          </p:spPr>
        </p:sp>
        <p:sp>
          <p:nvSpPr>
            <p:cNvPr id="134" name="Cylinder_f51_domain_edge_2_6">
              <a:extLst>
                <a:ext uri="{FF2B5EF4-FFF2-40B4-BE49-F238E27FC236}">
                  <ns2:creationId id="{49D0F9F4-DD09-4A4B-BCC5-8507A9ACFAD4}"/>
                </a:ext>
              </a:extLst>
            </p:cNvPr>
            <p:cNvSpPr>
              <a:spLocks noGrp="1"/>
            </p:cNvSpPr>
            <p:nvPr/>
          </p:nvSpPr>
          <p:spPr>
            <a:xfrm>
              <a:off x="4624515" y="4295110"/>
              <a:ext cx="3068497" cy="536010"/>
            </a:xfrm>
            <a:custGeom>
              <a:pathLst>
                <a:path w="2178019" h="380460">
                  <a:moveTo>
                    <a:pt x="0" y="0"/>
                  </a:moveTo>
                  <a:lnTo>
                    <a:pt x="2178019" y="380460"/>
                  </a:lnTo>
                </a:path>
              </a:pathLst>
            </a:custGeom>
            <a:noFill/>
            <a:ln w="5619">
              <a:solidFill>
                <a:srgbClr val="9AA6AE"/>
              </a:solidFill>
              <a:prstDash val="solid"/>
            </a:ln>
          </p:spPr>
        </p:sp>
        <p:sp>
          <p:nvSpPr>
            <p:cNvPr id="135" name="Cylinder_f51_domain_edge_3_7">
              <a:extLst>
                <a:ext uri="{FF2B5EF4-FFF2-40B4-BE49-F238E27FC236}">
                  <ns2:creationId id="{09DA81C3-3AEA-4B57-A7B0-76BCC04451C0}"/>
                </a:ext>
              </a:extLst>
            </p:cNvPr>
            <p:cNvSpPr>
              <a:spLocks noGrp="1"/>
            </p:cNvSpPr>
            <p:nvPr/>
          </p:nvSpPr>
          <p:spPr>
            <a:xfrm>
              <a:off x="4624515" y="3456141"/>
              <a:ext cx="3068497" cy="536010"/>
            </a:xfrm>
            <a:custGeom>
              <a:pathLst>
                <a:path w="2178019" h="380460">
                  <a:moveTo>
                    <a:pt x="0" y="0"/>
                  </a:moveTo>
                  <a:lnTo>
                    <a:pt x="2178019" y="380460"/>
                  </a:lnTo>
                </a:path>
              </a:pathLst>
            </a:custGeom>
            <a:noFill/>
            <a:ln w="5619">
              <a:solidFill>
                <a:srgbClr val="9AA6AE"/>
              </a:solidFill>
              <a:prstDash val="solid"/>
            </a:ln>
          </p:spPr>
        </p:sp>
        <p:sp>
          <p:nvSpPr>
            <p:cNvPr id="136" name="Cylinder_f51_domain_edge_4_5">
              <a:extLst>
                <a:ext uri="{FF2B5EF4-FFF2-40B4-BE49-F238E27FC236}">
                  <ns2:creationId id="{014904AA-3ED1-4FC0-A9A3-EA8C964DB33D}"/>
                </a:ext>
              </a:extLst>
            </p:cNvPr>
            <p:cNvSpPr>
              <a:spLocks noGrp="1"/>
            </p:cNvSpPr>
            <p:nvPr/>
          </p:nvSpPr>
          <p:spPr>
            <a:xfrm>
              <a:off x="7183133" y="4401761"/>
              <a:ext cx="134" cy="838969"/>
            </a:xfrm>
            <a:custGeom>
              <a:pathLst>
                <a:path w="95" h="595500">
                  <a:moveTo>
                    <a:pt x="0" y="595500"/>
                  </a:moveTo>
                  <a:lnTo>
                    <a:pt x="0" y="0"/>
                  </a:lnTo>
                </a:path>
              </a:pathLst>
            </a:custGeom>
            <a:noFill/>
            <a:ln w="5619">
              <a:solidFill>
                <a:srgbClr val="9AA6AE"/>
              </a:solidFill>
              <a:prstDash val="solid"/>
            </a:ln>
          </p:spPr>
        </p:sp>
        <p:sp>
          <p:nvSpPr>
            <p:cNvPr id="137" name="Cylinder_f51_domain_edge_4_6">
              <a:extLst>
                <a:ext uri="{FF2B5EF4-FFF2-40B4-BE49-F238E27FC236}">
                  <ns2:creationId id="{D0DA17B3-64D3-4EB7-BC5A-58BAAA83AA7C}"/>
                </a:ext>
              </a:extLst>
            </p:cNvPr>
            <p:cNvSpPr>
              <a:spLocks noGrp="1"/>
            </p:cNvSpPr>
            <p:nvPr/>
          </p:nvSpPr>
          <p:spPr>
            <a:xfrm>
              <a:off x="7183133" y="4831121"/>
              <a:ext cx="509879" cy="409610"/>
            </a:xfrm>
            <a:custGeom>
              <a:pathLst>
                <a:path w="361912" h="290741">
                  <a:moveTo>
                    <a:pt x="0" y="290741"/>
                  </a:moveTo>
                  <a:lnTo>
                    <a:pt x="361912" y="0"/>
                  </a:lnTo>
                </a:path>
              </a:pathLst>
            </a:custGeom>
            <a:noFill/>
            <a:ln w="5619">
              <a:solidFill>
                <a:srgbClr val="9AA6AE"/>
              </a:solidFill>
              <a:prstDash val="solid"/>
            </a:ln>
          </p:spPr>
        </p:sp>
        <p:sp>
          <p:nvSpPr>
            <p:cNvPr id="138" name="Cylinder_f51_domain_edge_5_7">
              <a:extLst>
                <a:ext uri="{FF2B5EF4-FFF2-40B4-BE49-F238E27FC236}">
                  <ns2:creationId id="{11E2FF85-84F0-4F6F-A61A-F0002DBFEAFA}"/>
                </a:ext>
              </a:extLst>
            </p:cNvPr>
            <p:cNvSpPr>
              <a:spLocks noGrp="1"/>
            </p:cNvSpPr>
            <p:nvPr/>
          </p:nvSpPr>
          <p:spPr>
            <a:xfrm>
              <a:off x="7183133" y="3992152"/>
              <a:ext cx="509879" cy="409610"/>
            </a:xfrm>
            <a:custGeom>
              <a:pathLst>
                <a:path w="361912" h="290741">
                  <a:moveTo>
                    <a:pt x="0" y="290741"/>
                  </a:moveTo>
                  <a:lnTo>
                    <a:pt x="361912" y="0"/>
                  </a:lnTo>
                </a:path>
              </a:pathLst>
            </a:custGeom>
            <a:noFill/>
            <a:ln w="5619">
              <a:solidFill>
                <a:srgbClr val="9AA6AE"/>
              </a:solidFill>
              <a:prstDash val="solid"/>
            </a:ln>
          </p:spPr>
        </p:sp>
        <p:sp>
          <p:nvSpPr>
            <p:cNvPr id="139" name="Cylinder_f51_domain_edge_6_7">
              <a:extLst>
                <a:ext uri="{FF2B5EF4-FFF2-40B4-BE49-F238E27FC236}">
                  <ns2:creationId id="{30823C00-B782-49B7-9993-2D683A25E170}"/>
                </a:ext>
              </a:extLst>
            </p:cNvPr>
            <p:cNvSpPr>
              <a:spLocks noGrp="1"/>
            </p:cNvSpPr>
            <p:nvPr/>
          </p:nvSpPr>
          <p:spPr>
            <a:xfrm>
              <a:off x="7693012" y="3992152"/>
              <a:ext cx="134" cy="838969"/>
            </a:xfrm>
            <a:custGeom>
              <a:pathLst>
                <a:path w="95" h="595500">
                  <a:moveTo>
                    <a:pt x="0" y="595500"/>
                  </a:moveTo>
                  <a:lnTo>
                    <a:pt x="0" y="0"/>
                  </a:lnTo>
                </a:path>
              </a:pathLst>
            </a:custGeom>
            <a:noFill/>
            <a:ln w="5619">
              <a:solidFill>
                <a:srgbClr val="9AA6AE"/>
              </a:solidFill>
              <a:prstDash val="solid"/>
            </a:ln>
          </p:spPr>
        </p:sp>
        <p:sp>
          <p:nvSpPr>
            <p:cNvPr id="140" name="text_139">
              <a:extLst>
                <a:ext uri="{FF2B5EF4-FFF2-40B4-BE49-F238E27FC236}">
                  <ns2:creationId id="{7CC19156-4517-4E6E-A6D4-AFCB8CCF17E1}"/>
                </a:ext>
              </a:extLst>
            </p:cNvPr>
            <p:cNvSpPr>
              <a:spLocks noGrp="1"/>
            </p:cNvSpPr>
            <p:nvPr/>
          </p:nvSpPr>
          <p:spPr>
            <a:xfrm rot="0">
              <a:off x="7905750" y="3086100"/>
              <a:ext cx="3810000" cy="226786"/>
            </a:xfrm>
            <a:prstGeom prst="rect">
              <a:avLst/>
            </a:prstGeom>
            <a:noFill/>
            <a:ln w="0">
              <a:noFill/>
              <a:prstDash val="solid"/>
            </a:ln>
          </p:spPr>
          <p:txBody>
            <a:bodyPr wrap="none" lIns="0" tIns="0" rIns="0" bIns="0" anchor="t">
              <a:noAutofit/>
            </a:bodyPr>
            <a:lstStyle>
              <a:defPPr algn="ctr">
                <a:defRPr sz="1081" b="1">
                  <a:solidFill>
                    <a:srgbClr val="000000"/>
                  </a:solidFill>
                  <a:latin typeface="Arial"/>
                  <a:ea typeface="Arial"/>
                  <a:cs typeface="Arial"/>
                </a:defRPr>
              </a:defPPr>
              <a:lvl1pPr algn="ctr">
                <a:defRPr sz="1081" b="1">
                  <a:solidFill>
                    <a:srgbClr val="000000"/>
                  </a:solidFill>
                  <a:latin typeface="Arial"/>
                  <a:ea typeface="Arial"/>
                  <a:cs typeface="Arial"/>
                </a:defRPr>
              </a:lvl1pPr>
              <a:lvl2pPr algn="ctr">
                <a:defRPr sz="1081" b="1">
                  <a:solidFill>
                    <a:srgbClr val="000000"/>
                  </a:solidFill>
                  <a:latin typeface="Arial"/>
                  <a:ea typeface="Arial"/>
                  <a:cs typeface="Arial"/>
                </a:defRPr>
              </a:lvl2pPr>
              <a:lvl3pPr algn="ctr">
                <a:defRPr sz="1081" b="1">
                  <a:solidFill>
                    <a:srgbClr val="000000"/>
                  </a:solidFill>
                  <a:latin typeface="Arial"/>
                  <a:ea typeface="Arial"/>
                  <a:cs typeface="Arial"/>
                </a:defRPr>
              </a:lvl3pPr>
              <a:lvl4pPr algn="ctr">
                <a:defRPr sz="1081" b="1">
                  <a:solidFill>
                    <a:srgbClr val="000000"/>
                  </a:solidFill>
                  <a:latin typeface="Arial"/>
                  <a:ea typeface="Arial"/>
                  <a:cs typeface="Arial"/>
                </a:defRPr>
              </a:lvl4pPr>
              <a:lvl5pPr algn="ctr">
                <a:defRPr sz="1081" b="1">
                  <a:solidFill>
                    <a:srgbClr val="000000"/>
                  </a:solidFill>
                  <a:latin typeface="Arial"/>
                  <a:ea typeface="Arial"/>
                  <a:cs typeface="Arial"/>
                </a:defRPr>
              </a:lvl5pPr>
              <a:lvl6pPr algn="ctr">
                <a:defRPr sz="1081" b="1">
                  <a:solidFill>
                    <a:srgbClr val="000000"/>
                  </a:solidFill>
                  <a:latin typeface="Arial"/>
                  <a:ea typeface="Arial"/>
                  <a:cs typeface="Arial"/>
                </a:defRPr>
              </a:lvl6pPr>
              <a:lvl7pPr algn="ctr">
                <a:defRPr sz="1081" b="1">
                  <a:solidFill>
                    <a:srgbClr val="000000"/>
                  </a:solidFill>
                  <a:latin typeface="Arial"/>
                  <a:ea typeface="Arial"/>
                  <a:cs typeface="Arial"/>
                </a:defRPr>
              </a:lvl7pPr>
              <a:lvl8pPr algn="ctr">
                <a:defRPr sz="1081" b="1">
                  <a:solidFill>
                    <a:srgbClr val="000000"/>
                  </a:solidFill>
                  <a:latin typeface="Arial"/>
                  <a:ea typeface="Arial"/>
                  <a:cs typeface="Arial"/>
                </a:defRPr>
              </a:lvl8pPr>
              <a:lvl9pPr algn="ctr">
                <a:defRPr sz="1081" b="1">
                  <a:solidFill>
                    <a:srgbClr val="000000"/>
                  </a:solidFill>
                  <a:latin typeface="Arial"/>
                  <a:ea typeface="Arial"/>
                  <a:cs typeface="Arial"/>
                </a:defRPr>
              </a:lvl9pPr>
            </a:lstStyle>
            <a:p>
              <a:pPr algn="ctr">
                <a:defRPr sz="1081" b="1">
                  <a:solidFill>
                    <a:srgbClr val="000000"/>
                  </a:solidFill>
                  <a:latin typeface="Arial"/>
                  <a:ea typeface="Arial"/>
                  <a:cs typeface="Arial"/>
                </a:defRPr>
              </a:pPr>
              <a:r>
                <a:rPr sz="1081" b="1">
                  <a:solidFill>
                    <a:srgbClr val="000000"/>
                  </a:solidFill>
                  <a:latin typeface="Arial"/>
                  <a:ea typeface="Arial"/>
                  <a:cs typeface="Arial"/>
                </a:rPr>
                <a:t>Frame 101</a:t>
              </a:r>
            </a:p>
          </p:txBody>
        </p:sp>
        <p:pic>
          <p:nvPicPr>
            <p:cNvPr id="141" name="">
              <a:extLst>
                <a:ext uri="{FF2B5EF4-FFF2-40B4-BE49-F238E27FC236}">
                  <ns2:creationId id="{51B55DE2-3E67-44FF-BB19-9CD98481F8F9}"/>
                </a:ext>
              </a:extLst>
            </p:cNvPr>
            <p:cNvPicPr>
              <a:picLocks noChangeAspect="1"/>
            </p:cNvPicPr>
            <p:nvPr/>
          </p:nvPicPr>
          <p:blipFill>
            <a:blip r:embed="R64c7f2824b0b4d00"/>
            <a:stretch/>
          </p:blipFill>
          <p:spPr>
            <a:xfrm>
              <a:off x="7905750" y="3349171"/>
              <a:ext cx="3810000" cy="2006450"/>
            </a:xfrm>
            <a:prstGeom prst="rect">
              <a:avLst/>
            </a:prstGeom>
          </p:spPr>
        </p:pic>
        <p:sp>
          <p:nvSpPr>
            <p:cNvPr id="142" name="Cylinder_f101_domain_edge_0_1">
              <a:extLst>
                <a:ext uri="{FF2B5EF4-FFF2-40B4-BE49-F238E27FC236}">
                  <ns2:creationId id="{DE253973-A7D8-4B33-9933-A80F8D4A0712}"/>
                </a:ext>
              </a:extLst>
            </p:cNvPr>
            <p:cNvSpPr>
              <a:spLocks noGrp="1"/>
            </p:cNvSpPr>
            <p:nvPr/>
          </p:nvSpPr>
          <p:spPr>
            <a:xfrm>
              <a:off x="8019886" y="3865750"/>
              <a:ext cx="134" cy="838969"/>
            </a:xfrm>
            <a:custGeom>
              <a:pathLst>
                <a:path w="95" h="595500">
                  <a:moveTo>
                    <a:pt x="0" y="595500"/>
                  </a:moveTo>
                  <a:lnTo>
                    <a:pt x="0" y="0"/>
                  </a:lnTo>
                </a:path>
              </a:pathLst>
            </a:custGeom>
            <a:noFill/>
            <a:ln w="5619">
              <a:solidFill>
                <a:srgbClr val="9AA6AE"/>
              </a:solidFill>
              <a:prstDash val="solid"/>
            </a:ln>
          </p:spPr>
        </p:sp>
        <p:sp>
          <p:nvSpPr>
            <p:cNvPr id="143" name="Cylinder_f101_domain_edge_0_2">
              <a:extLst>
                <a:ext uri="{FF2B5EF4-FFF2-40B4-BE49-F238E27FC236}">
                  <ns2:creationId id="{4D2C84F0-8A29-43DD-A704-C8FE1B862F5B}"/>
                </a:ext>
              </a:extLst>
            </p:cNvPr>
            <p:cNvSpPr>
              <a:spLocks noGrp="1"/>
            </p:cNvSpPr>
            <p:nvPr/>
          </p:nvSpPr>
          <p:spPr>
            <a:xfrm>
              <a:off x="8019886" y="4295110"/>
              <a:ext cx="509879" cy="409610"/>
            </a:xfrm>
            <a:custGeom>
              <a:pathLst>
                <a:path w="361912" h="290741">
                  <a:moveTo>
                    <a:pt x="0" y="290741"/>
                  </a:moveTo>
                  <a:lnTo>
                    <a:pt x="361912" y="0"/>
                  </a:lnTo>
                </a:path>
              </a:pathLst>
            </a:custGeom>
            <a:noFill/>
            <a:ln w="5619">
              <a:solidFill>
                <a:srgbClr val="9AA6AE"/>
              </a:solidFill>
              <a:prstDash val="solid"/>
            </a:ln>
          </p:spPr>
        </p:sp>
        <p:sp>
          <p:nvSpPr>
            <p:cNvPr id="144" name="Cylinder_f101_domain_edge_0_4">
              <a:extLst>
                <a:ext uri="{FF2B5EF4-FFF2-40B4-BE49-F238E27FC236}">
                  <ns2:creationId id="{5535D498-7159-47BC-9630-CBB34231BA73}"/>
                </a:ext>
              </a:extLst>
            </p:cNvPr>
            <p:cNvSpPr>
              <a:spLocks noGrp="1"/>
            </p:cNvSpPr>
            <p:nvPr/>
          </p:nvSpPr>
          <p:spPr>
            <a:xfrm>
              <a:off x="8019886" y="4704719"/>
              <a:ext cx="3068497" cy="536010"/>
            </a:xfrm>
            <a:custGeom>
              <a:pathLst>
                <a:path w="2178019" h="380460">
                  <a:moveTo>
                    <a:pt x="0" y="0"/>
                  </a:moveTo>
                  <a:lnTo>
                    <a:pt x="2178019" y="380460"/>
                  </a:lnTo>
                </a:path>
              </a:pathLst>
            </a:custGeom>
            <a:noFill/>
            <a:ln w="5619">
              <a:solidFill>
                <a:srgbClr val="9AA6AE"/>
              </a:solidFill>
              <a:prstDash val="solid"/>
            </a:ln>
          </p:spPr>
        </p:sp>
        <p:sp>
          <p:nvSpPr>
            <p:cNvPr id="145" name="Cylinder_f101_domain_edge_1_3">
              <a:extLst>
                <a:ext uri="{FF2B5EF4-FFF2-40B4-BE49-F238E27FC236}">
                  <ns2:creationId id="{CF2ABA1A-9CEE-4B01-B046-76EDCCE013D2}"/>
                </a:ext>
              </a:extLst>
            </p:cNvPr>
            <p:cNvSpPr>
              <a:spLocks noGrp="1"/>
            </p:cNvSpPr>
            <p:nvPr/>
          </p:nvSpPr>
          <p:spPr>
            <a:xfrm>
              <a:off x="8019886" y="3456141"/>
              <a:ext cx="509879" cy="409610"/>
            </a:xfrm>
            <a:custGeom>
              <a:pathLst>
                <a:path w="361912" h="290741">
                  <a:moveTo>
                    <a:pt x="0" y="290741"/>
                  </a:moveTo>
                  <a:lnTo>
                    <a:pt x="361912" y="0"/>
                  </a:lnTo>
                </a:path>
              </a:pathLst>
            </a:custGeom>
            <a:noFill/>
            <a:ln w="5619">
              <a:solidFill>
                <a:srgbClr val="9AA6AE"/>
              </a:solidFill>
              <a:prstDash val="solid"/>
            </a:ln>
          </p:spPr>
        </p:sp>
        <p:sp>
          <p:nvSpPr>
            <p:cNvPr id="146" name="Cylinder_f101_domain_edge_1_5">
              <a:extLst>
                <a:ext uri="{FF2B5EF4-FFF2-40B4-BE49-F238E27FC236}">
                  <ns2:creationId id="{4787266F-A46A-4B43-BE9F-D82892721A9E}"/>
                </a:ext>
              </a:extLst>
            </p:cNvPr>
            <p:cNvSpPr>
              <a:spLocks noGrp="1"/>
            </p:cNvSpPr>
            <p:nvPr/>
          </p:nvSpPr>
          <p:spPr>
            <a:xfrm>
              <a:off x="8019886" y="3865750"/>
              <a:ext cx="3068497" cy="536010"/>
            </a:xfrm>
            <a:custGeom>
              <a:pathLst>
                <a:path w="2178019" h="380460">
                  <a:moveTo>
                    <a:pt x="0" y="0"/>
                  </a:moveTo>
                  <a:lnTo>
                    <a:pt x="2178019" y="380460"/>
                  </a:lnTo>
                </a:path>
              </a:pathLst>
            </a:custGeom>
            <a:noFill/>
            <a:ln w="5619">
              <a:solidFill>
                <a:srgbClr val="9AA6AE"/>
              </a:solidFill>
              <a:prstDash val="solid"/>
            </a:ln>
          </p:spPr>
        </p:sp>
        <p:sp>
          <p:nvSpPr>
            <p:cNvPr id="147" name="Cylinder_f101_domain_edge_2_3">
              <a:extLst>
                <a:ext uri="{FF2B5EF4-FFF2-40B4-BE49-F238E27FC236}">
                  <ns2:creationId id="{3E87F0D9-FF23-43AA-A3F4-50238D14D609}"/>
                </a:ext>
              </a:extLst>
            </p:cNvPr>
            <p:cNvSpPr>
              <a:spLocks noGrp="1"/>
            </p:cNvSpPr>
            <p:nvPr/>
          </p:nvSpPr>
          <p:spPr>
            <a:xfrm>
              <a:off x="8529765" y="3456141"/>
              <a:ext cx="134" cy="838969"/>
            </a:xfrm>
            <a:custGeom>
              <a:pathLst>
                <a:path w="95" h="595500">
                  <a:moveTo>
                    <a:pt x="0" y="595500"/>
                  </a:moveTo>
                  <a:lnTo>
                    <a:pt x="0" y="0"/>
                  </a:lnTo>
                </a:path>
              </a:pathLst>
            </a:custGeom>
            <a:noFill/>
            <a:ln w="5619">
              <a:solidFill>
                <a:srgbClr val="9AA6AE"/>
              </a:solidFill>
              <a:prstDash val="solid"/>
            </a:ln>
          </p:spPr>
        </p:sp>
        <p:sp>
          <p:nvSpPr>
            <p:cNvPr id="148" name="Cylinder_f101_domain_edge_2_6">
              <a:extLst>
                <a:ext uri="{FF2B5EF4-FFF2-40B4-BE49-F238E27FC236}">
                  <ns2:creationId id="{97E1FA8A-6B1C-4092-ADDA-EB564C3B1AF0}"/>
                </a:ext>
              </a:extLst>
            </p:cNvPr>
            <p:cNvSpPr>
              <a:spLocks noGrp="1"/>
            </p:cNvSpPr>
            <p:nvPr/>
          </p:nvSpPr>
          <p:spPr>
            <a:xfrm>
              <a:off x="8529765" y="4295110"/>
              <a:ext cx="3068497" cy="536010"/>
            </a:xfrm>
            <a:custGeom>
              <a:pathLst>
                <a:path w="2178019" h="380460">
                  <a:moveTo>
                    <a:pt x="0" y="0"/>
                  </a:moveTo>
                  <a:lnTo>
                    <a:pt x="2178019" y="380460"/>
                  </a:lnTo>
                </a:path>
              </a:pathLst>
            </a:custGeom>
            <a:noFill/>
            <a:ln w="5619">
              <a:solidFill>
                <a:srgbClr val="9AA6AE"/>
              </a:solidFill>
              <a:prstDash val="solid"/>
            </a:ln>
          </p:spPr>
        </p:sp>
        <p:sp>
          <p:nvSpPr>
            <p:cNvPr id="149" name="Cylinder_f101_domain_edge_3_7">
              <a:extLst>
                <a:ext uri="{FF2B5EF4-FFF2-40B4-BE49-F238E27FC236}">
                  <ns2:creationId id="{A5841936-903E-4AC3-ADEA-583DB65B65CF}"/>
                </a:ext>
              </a:extLst>
            </p:cNvPr>
            <p:cNvSpPr>
              <a:spLocks noGrp="1"/>
            </p:cNvSpPr>
            <p:nvPr/>
          </p:nvSpPr>
          <p:spPr>
            <a:xfrm>
              <a:off x="8529765" y="3456141"/>
              <a:ext cx="3068497" cy="536010"/>
            </a:xfrm>
            <a:custGeom>
              <a:pathLst>
                <a:path w="2178019" h="380460">
                  <a:moveTo>
                    <a:pt x="0" y="0"/>
                  </a:moveTo>
                  <a:lnTo>
                    <a:pt x="2178019" y="380460"/>
                  </a:lnTo>
                </a:path>
              </a:pathLst>
            </a:custGeom>
            <a:noFill/>
            <a:ln w="5619">
              <a:solidFill>
                <a:srgbClr val="9AA6AE"/>
              </a:solidFill>
              <a:prstDash val="solid"/>
            </a:ln>
          </p:spPr>
        </p:sp>
        <p:sp>
          <p:nvSpPr>
            <p:cNvPr id="150" name="Cylinder_f101_domain_edge_4_5">
              <a:extLst>
                <a:ext uri="{FF2B5EF4-FFF2-40B4-BE49-F238E27FC236}">
                  <ns2:creationId id="{60F12967-32DC-4590-94CE-702DED6207A0}"/>
                </a:ext>
              </a:extLst>
            </p:cNvPr>
            <p:cNvSpPr>
              <a:spLocks noGrp="1"/>
            </p:cNvSpPr>
            <p:nvPr/>
          </p:nvSpPr>
          <p:spPr>
            <a:xfrm>
              <a:off x="11088383" y="4401761"/>
              <a:ext cx="134" cy="838969"/>
            </a:xfrm>
            <a:custGeom>
              <a:pathLst>
                <a:path w="95" h="595500">
                  <a:moveTo>
                    <a:pt x="0" y="595500"/>
                  </a:moveTo>
                  <a:lnTo>
                    <a:pt x="0" y="0"/>
                  </a:lnTo>
                </a:path>
              </a:pathLst>
            </a:custGeom>
            <a:noFill/>
            <a:ln w="5619">
              <a:solidFill>
                <a:srgbClr val="9AA6AE"/>
              </a:solidFill>
              <a:prstDash val="solid"/>
            </a:ln>
          </p:spPr>
        </p:sp>
        <p:sp>
          <p:nvSpPr>
            <p:cNvPr id="151" name="Cylinder_f101_domain_edge_4_6">
              <a:extLst>
                <a:ext uri="{FF2B5EF4-FFF2-40B4-BE49-F238E27FC236}">
                  <ns2:creationId id="{694381F9-3FA8-411E-85B2-996AF5FD3868}"/>
                </a:ext>
              </a:extLst>
            </p:cNvPr>
            <p:cNvSpPr>
              <a:spLocks noGrp="1"/>
            </p:cNvSpPr>
            <p:nvPr/>
          </p:nvSpPr>
          <p:spPr>
            <a:xfrm>
              <a:off x="11088383" y="4831121"/>
              <a:ext cx="509879" cy="409610"/>
            </a:xfrm>
            <a:custGeom>
              <a:pathLst>
                <a:path w="361912" h="290741">
                  <a:moveTo>
                    <a:pt x="0" y="290741"/>
                  </a:moveTo>
                  <a:lnTo>
                    <a:pt x="361912" y="0"/>
                  </a:lnTo>
                </a:path>
              </a:pathLst>
            </a:custGeom>
            <a:noFill/>
            <a:ln w="5619">
              <a:solidFill>
                <a:srgbClr val="9AA6AE"/>
              </a:solidFill>
              <a:prstDash val="solid"/>
            </a:ln>
          </p:spPr>
        </p:sp>
        <p:sp>
          <p:nvSpPr>
            <p:cNvPr id="152" name="Cylinder_f101_domain_edge_5_7">
              <a:extLst>
                <a:ext uri="{FF2B5EF4-FFF2-40B4-BE49-F238E27FC236}">
                  <ns2:creationId id="{54EA9FD9-9AFB-4D74-9A22-0DD6CC1EB5F9}"/>
                </a:ext>
              </a:extLst>
            </p:cNvPr>
            <p:cNvSpPr>
              <a:spLocks noGrp="1"/>
            </p:cNvSpPr>
            <p:nvPr/>
          </p:nvSpPr>
          <p:spPr>
            <a:xfrm>
              <a:off x="11088383" y="3992152"/>
              <a:ext cx="509879" cy="409610"/>
            </a:xfrm>
            <a:custGeom>
              <a:pathLst>
                <a:path w="361912" h="290741">
                  <a:moveTo>
                    <a:pt x="0" y="290741"/>
                  </a:moveTo>
                  <a:lnTo>
                    <a:pt x="361912" y="0"/>
                  </a:lnTo>
                </a:path>
              </a:pathLst>
            </a:custGeom>
            <a:noFill/>
            <a:ln w="5619">
              <a:solidFill>
                <a:srgbClr val="9AA6AE"/>
              </a:solidFill>
              <a:prstDash val="solid"/>
            </a:ln>
          </p:spPr>
        </p:sp>
        <p:sp>
          <p:nvSpPr>
            <p:cNvPr id="153" name="Cylinder_f101_domain_edge_6_7">
              <a:extLst>
                <a:ext uri="{FF2B5EF4-FFF2-40B4-BE49-F238E27FC236}">
                  <ns2:creationId id="{4A9B221A-4A68-42E8-AA88-E2EBE55C01AF}"/>
                </a:ext>
              </a:extLst>
            </p:cNvPr>
            <p:cNvSpPr>
              <a:spLocks noGrp="1"/>
            </p:cNvSpPr>
            <p:nvPr/>
          </p:nvSpPr>
          <p:spPr>
            <a:xfrm>
              <a:off x="11598262" y="3992152"/>
              <a:ext cx="134" cy="838969"/>
            </a:xfrm>
            <a:custGeom>
              <a:pathLst>
                <a:path w="95" h="595500">
                  <a:moveTo>
                    <a:pt x="0" y="595500"/>
                  </a:moveTo>
                  <a:lnTo>
                    <a:pt x="0" y="0"/>
                  </a:lnTo>
                </a:path>
              </a:pathLst>
            </a:custGeom>
            <a:noFill/>
            <a:ln w="5619">
              <a:solidFill>
                <a:srgbClr val="9AA6AE"/>
              </a:solidFill>
              <a:prstDash val="solid"/>
            </a:ln>
          </p:spPr>
        </p:sp>
        <p:sp>
          <p:nvSpPr>
            <p:cNvPr id="154" name="text_000">
              <a:extLst>
                <a:ext uri="{FF2B5EF4-FFF2-40B4-BE49-F238E27FC236}">
                  <ns2:creationId id="{2C9837BB-4A1E-4463-9DC7-E1C18C03934D}"/>
                </a:ext>
              </a:extLst>
            </p:cNvPr>
            <p:cNvSpPr>
              <a:spLocks noGrp="1"/>
            </p:cNvSpPr>
            <p:nvPr/>
          </p:nvSpPr>
          <p:spPr>
            <a:xfrm rot="0">
              <a:off x="171450" y="5715000"/>
              <a:ext cx="3667125" cy="266700"/>
            </a:xfrm>
            <a:prstGeom prst="rect">
              <a:avLst/>
            </a:prstGeom>
            <a:noFill/>
            <a:ln w="0">
              <a:noFill/>
              <a:prstDash val="solid"/>
            </a:ln>
          </p:spPr>
          <p:txBody>
            <a:bodyPr wrap="none" lIns="0" tIns="0" rIns="0" bIns="0" anchor="t">
              <a:noAutofit/>
            </a:bodyPr>
            <a:lstStyle>
              <a:defPPr algn="l">
                <a:defRPr sz="1135" b="1">
                  <a:solidFill>
                    <a:srgbClr val="000000"/>
                  </a:solidFill>
                  <a:latin typeface="Arial"/>
                  <a:ea typeface="Arial"/>
                  <a:cs typeface="Arial"/>
                </a:defRPr>
              </a:defPPr>
              <a:lvl1pPr algn="l">
                <a:defRPr sz="1135" b="1">
                  <a:solidFill>
                    <a:srgbClr val="000000"/>
                  </a:solidFill>
                  <a:latin typeface="Arial"/>
                  <a:ea typeface="Arial"/>
                  <a:cs typeface="Arial"/>
                </a:defRPr>
              </a:lvl1pPr>
              <a:lvl2pPr algn="l">
                <a:defRPr sz="1135" b="1">
                  <a:solidFill>
                    <a:srgbClr val="000000"/>
                  </a:solidFill>
                  <a:latin typeface="Arial"/>
                  <a:ea typeface="Arial"/>
                  <a:cs typeface="Arial"/>
                </a:defRPr>
              </a:lvl2pPr>
              <a:lvl3pPr algn="l">
                <a:defRPr sz="1135" b="1">
                  <a:solidFill>
                    <a:srgbClr val="000000"/>
                  </a:solidFill>
                  <a:latin typeface="Arial"/>
                  <a:ea typeface="Arial"/>
                  <a:cs typeface="Arial"/>
                </a:defRPr>
              </a:lvl3pPr>
              <a:lvl4pPr algn="l">
                <a:defRPr sz="1135" b="1">
                  <a:solidFill>
                    <a:srgbClr val="000000"/>
                  </a:solidFill>
                  <a:latin typeface="Arial"/>
                  <a:ea typeface="Arial"/>
                  <a:cs typeface="Arial"/>
                </a:defRPr>
              </a:lvl4pPr>
              <a:lvl5pPr algn="l">
                <a:defRPr sz="1135" b="1">
                  <a:solidFill>
                    <a:srgbClr val="000000"/>
                  </a:solidFill>
                  <a:latin typeface="Arial"/>
                  <a:ea typeface="Arial"/>
                  <a:cs typeface="Arial"/>
                </a:defRPr>
              </a:lvl5pPr>
              <a:lvl6pPr algn="l">
                <a:defRPr sz="1135" b="1">
                  <a:solidFill>
                    <a:srgbClr val="000000"/>
                  </a:solidFill>
                  <a:latin typeface="Arial"/>
                  <a:ea typeface="Arial"/>
                  <a:cs typeface="Arial"/>
                </a:defRPr>
              </a:lvl6pPr>
              <a:lvl7pPr algn="l">
                <a:defRPr sz="1135" b="1">
                  <a:solidFill>
                    <a:srgbClr val="000000"/>
                  </a:solidFill>
                  <a:latin typeface="Arial"/>
                  <a:ea typeface="Arial"/>
                  <a:cs typeface="Arial"/>
                </a:defRPr>
              </a:lvl7pPr>
              <a:lvl8pPr algn="l">
                <a:defRPr sz="1135" b="1">
                  <a:solidFill>
                    <a:srgbClr val="000000"/>
                  </a:solidFill>
                  <a:latin typeface="Arial"/>
                  <a:ea typeface="Arial"/>
                  <a:cs typeface="Arial"/>
                </a:defRPr>
              </a:lvl8pPr>
              <a:lvl9pPr algn="l">
                <a:defRPr sz="1135" b="1">
                  <a:solidFill>
                    <a:srgbClr val="000000"/>
                  </a:solidFill>
                  <a:latin typeface="Arial"/>
                  <a:ea typeface="Arial"/>
                  <a:cs typeface="Arial"/>
                </a:defRPr>
              </a:lvl9pPr>
            </a:lstStyle>
            <a:p>
              <a:pPr algn="l">
                <a:defRPr sz="1135" b="1">
                  <a:solidFill>
                    <a:srgbClr val="000000"/>
                  </a:solidFill>
                  <a:latin typeface="Arial"/>
                  <a:ea typeface="Arial"/>
                  <a:cs typeface="Arial"/>
                </a:defRPr>
              </a:pPr>
              <a:r>
                <a:rPr sz="1135" b="1">
                  <a:solidFill>
                    <a:srgbClr val="000000"/>
                  </a:solidFill>
                  <a:latin typeface="Arial"/>
                  <a:ea typeface="Arial"/>
                  <a:cs typeface="Arial"/>
                </a:rPr>
                <a:t>(d) Source features, frame 86</a:t>
              </a:r>
            </a:p>
          </p:txBody>
        </p:sp>
        <p:pic>
          <p:nvPicPr>
            <p:cNvPr id="155" name="Cylinder_original_grid_max_y_Q">
              <a:extLst>
                <a:ext uri="{FF2B5EF4-FFF2-40B4-BE49-F238E27FC236}">
                  <ns2:creationId id="{1CB20315-F71A-4E16-A3CD-22FF8279A9FB}"/>
                </a:ext>
              </a:extLst>
            </p:cNvPr>
            <p:cNvPicPr>
              <a:picLocks noChangeAspect="1"/>
            </p:cNvPicPr>
            <p:nvPr/>
          </p:nvPicPr>
          <p:blipFill>
            <a:blip r:embed="submission_R491d89be41e84fb6"/>
            <a:stretch>
              <a:fillRect/>
            </a:stretch>
          </p:blipFill>
          <p:spPr>
            <a:xfrm>
              <a:off x="514350" y="6200775"/>
              <a:ext cx="2905125" cy="1524000"/>
            </a:xfrm>
            <a:prstGeom prst="rect">
              <a:avLst/>
            </a:prstGeom>
          </p:spPr>
        </p:pic>
        <p:sp>
          <p:nvSpPr>
            <p:cNvPr id="156" name="rect_002">
              <a:extLst>
                <a:ext uri="{FF2B5EF4-FFF2-40B4-BE49-F238E27FC236}">
                  <ns2:creationId id="{180DF485-720C-46FD-A682-625B92CDFCDD}"/>
                </a:ext>
              </a:extLst>
            </p:cNvPr>
            <p:cNvSpPr>
              <a:spLocks noGrp="1"/>
            </p:cNvSpPr>
            <p:nvPr/>
          </p:nvSpPr>
          <p:spPr>
            <a:xfrm rot="0">
              <a:off x="514350" y="6200775"/>
              <a:ext cx="2905125" cy="1524000"/>
            </a:xfrm>
            <a:prstGeom prst="rect">
              <a:avLst/>
            </a:prstGeom>
            <a:noFill/>
            <a:ln w="4589">
              <a:solidFill>
                <a:srgbClr val="7B8790"/>
              </a:solidFill>
              <a:prstDash val="solid"/>
            </a:ln>
          </p:spPr>
        </p:sp>
        <p:sp>
          <p:nvSpPr>
            <p:cNvPr id="157" name="text_003">
              <a:extLst>
                <a:ext uri="{FF2B5EF4-FFF2-40B4-BE49-F238E27FC236}">
                  <ns2:creationId id="{5AA9FE94-9918-4D35-A2D5-6AEA65BEA816}"/>
                </a:ext>
              </a:extLst>
            </p:cNvPr>
            <p:cNvSpPr>
              <a:spLocks noGrp="1"/>
            </p:cNvSpPr>
            <p:nvPr/>
          </p:nvSpPr>
          <p:spPr>
            <a:xfrm rot="0">
              <a:off x="602821" y="7772400"/>
              <a:ext cx="457200" cy="200025"/>
            </a:xfrm>
            <a:prstGeom prst="rect">
              <a:avLst/>
            </a:prstGeom>
            <a:noFill/>
            <a:ln w="0">
              <a:noFill/>
              <a:prstDash val="solid"/>
            </a:ln>
          </p:spPr>
          <p:txBody>
            <a:bodyPr wrap="none" lIns="0" tIns="0" rIns="0" bIns="0" anchor="t">
              <a:noAutofit/>
            </a:bodyPr>
            <a:lstStyle>
              <a:defPPr algn="ctr">
                <a:defRPr sz="826" b="0">
                  <a:solidFill>
                    <a:srgbClr val="000000"/>
                  </a:solidFill>
                  <a:latin typeface="Arial"/>
                  <a:ea typeface="Arial"/>
                  <a:cs typeface="Arial"/>
                </a:defRPr>
              </a:defPPr>
              <a:lvl1pPr algn="ctr">
                <a:defRPr sz="826" b="0">
                  <a:solidFill>
                    <a:srgbClr val="000000"/>
                  </a:solidFill>
                  <a:latin typeface="Arial"/>
                  <a:ea typeface="Arial"/>
                  <a:cs typeface="Arial"/>
                </a:defRPr>
              </a:lvl1pPr>
              <a:lvl2pPr algn="ctr">
                <a:defRPr sz="826" b="0">
                  <a:solidFill>
                    <a:srgbClr val="000000"/>
                  </a:solidFill>
                  <a:latin typeface="Arial"/>
                  <a:ea typeface="Arial"/>
                  <a:cs typeface="Arial"/>
                </a:defRPr>
              </a:lvl2pPr>
              <a:lvl3pPr algn="ctr">
                <a:defRPr sz="826" b="0">
                  <a:solidFill>
                    <a:srgbClr val="000000"/>
                  </a:solidFill>
                  <a:latin typeface="Arial"/>
                  <a:ea typeface="Arial"/>
                  <a:cs typeface="Arial"/>
                </a:defRPr>
              </a:lvl3pPr>
              <a:lvl4pPr algn="ctr">
                <a:defRPr sz="826" b="0">
                  <a:solidFill>
                    <a:srgbClr val="000000"/>
                  </a:solidFill>
                  <a:latin typeface="Arial"/>
                  <a:ea typeface="Arial"/>
                  <a:cs typeface="Arial"/>
                </a:defRPr>
              </a:lvl4pPr>
              <a:lvl5pPr algn="ctr">
                <a:defRPr sz="826" b="0">
                  <a:solidFill>
                    <a:srgbClr val="000000"/>
                  </a:solidFill>
                  <a:latin typeface="Arial"/>
                  <a:ea typeface="Arial"/>
                  <a:cs typeface="Arial"/>
                </a:defRPr>
              </a:lvl5pPr>
              <a:lvl6pPr algn="ctr">
                <a:defRPr sz="826" b="0">
                  <a:solidFill>
                    <a:srgbClr val="000000"/>
                  </a:solidFill>
                  <a:latin typeface="Arial"/>
                  <a:ea typeface="Arial"/>
                  <a:cs typeface="Arial"/>
                </a:defRPr>
              </a:lvl6pPr>
              <a:lvl7pPr algn="ctr">
                <a:defRPr sz="826" b="0">
                  <a:solidFill>
                    <a:srgbClr val="000000"/>
                  </a:solidFill>
                  <a:latin typeface="Arial"/>
                  <a:ea typeface="Arial"/>
                  <a:cs typeface="Arial"/>
                </a:defRPr>
              </a:lvl7pPr>
              <a:lvl8pPr algn="ctr">
                <a:defRPr sz="826" b="0">
                  <a:solidFill>
                    <a:srgbClr val="000000"/>
                  </a:solidFill>
                  <a:latin typeface="Arial"/>
                  <a:ea typeface="Arial"/>
                  <a:cs typeface="Arial"/>
                </a:defRPr>
              </a:lvl8pPr>
              <a:lvl9pPr algn="ctr">
                <a:defRPr sz="826" b="0">
                  <a:solidFill>
                    <a:srgbClr val="000000"/>
                  </a:solidFill>
                  <a:latin typeface="Arial"/>
                  <a:ea typeface="Arial"/>
                  <a:cs typeface="Arial"/>
                </a:defRPr>
              </a:lvl9pPr>
            </a:lstStyle>
            <a:p>
              <a:pPr algn="ctr">
                <a:defRPr sz="826" b="0">
                  <a:solidFill>
                    <a:srgbClr val="000000"/>
                  </a:solidFill>
                  <a:latin typeface="Arial"/>
                  <a:ea typeface="Arial"/>
                  <a:cs typeface="Arial"/>
                </a:defRPr>
              </a:pPr>
              <a:r>
                <a:rPr sz="826" b="0">
                  <a:solidFill>
                    <a:srgbClr val="000000"/>
                  </a:solidFill>
                  <a:latin typeface="Arial"/>
                  <a:ea typeface="Arial"/>
                  <a:cs typeface="Arial"/>
                </a:rPr>
                <a:t>0</a:t>
              </a:r>
            </a:p>
          </p:txBody>
        </p:sp>
        <p:sp>
          <p:nvSpPr>
            <p:cNvPr id="158" name="line_004">
              <a:extLst>
                <a:ext uri="{FF2B5EF4-FFF2-40B4-BE49-F238E27FC236}">
                  <ns2:creationId id="{368D8FFB-6ADB-4BA8-BB3A-BA0CFB254373}"/>
                </a:ext>
              </a:extLst>
            </p:cNvPr>
            <p:cNvSpPr>
              <a:spLocks noGrp="1"/>
            </p:cNvSpPr>
            <p:nvPr/>
          </p:nvSpPr>
          <p:spPr>
            <a:xfrm>
              <a:off x="831421" y="7724775"/>
              <a:ext cx="95" cy="38100"/>
            </a:xfrm>
            <a:custGeom>
              <a:pathLst>
                <a:path w="95" h="38100">
                  <a:moveTo>
                    <a:pt x="0" y="0"/>
                  </a:moveTo>
                  <a:lnTo>
                    <a:pt x="0" y="38100"/>
                  </a:lnTo>
                </a:path>
              </a:pathLst>
            </a:custGeom>
            <a:noFill/>
            <a:ln w="4589">
              <a:solidFill>
                <a:srgbClr val="000000"/>
              </a:solidFill>
              <a:prstDash val="solid"/>
            </a:ln>
          </p:spPr>
        </p:sp>
        <p:sp>
          <p:nvSpPr>
            <p:cNvPr id="159" name="text_005">
              <a:extLst>
                <a:ext uri="{FF2B5EF4-FFF2-40B4-BE49-F238E27FC236}">
                  <ns2:creationId id="{A517F57F-0B26-4C15-9089-0FDF3F5D312F}"/>
                </a:ext>
              </a:extLst>
            </p:cNvPr>
            <p:cNvSpPr>
              <a:spLocks noGrp="1"/>
            </p:cNvSpPr>
            <p:nvPr/>
          </p:nvSpPr>
          <p:spPr>
            <a:xfrm rot="0">
              <a:off x="1896848" y="7772400"/>
              <a:ext cx="457200" cy="200025"/>
            </a:xfrm>
            <a:prstGeom prst="rect">
              <a:avLst/>
            </a:prstGeom>
            <a:noFill/>
            <a:ln w="0">
              <a:noFill/>
              <a:prstDash val="solid"/>
            </a:ln>
          </p:spPr>
          <p:txBody>
            <a:bodyPr wrap="none" lIns="0" tIns="0" rIns="0" bIns="0" anchor="t">
              <a:noAutofit/>
            </a:bodyPr>
            <a:lstStyle>
              <a:defPPr algn="ctr">
                <a:defRPr sz="826" b="0">
                  <a:solidFill>
                    <a:srgbClr val="000000"/>
                  </a:solidFill>
                  <a:latin typeface="Arial"/>
                  <a:ea typeface="Arial"/>
                  <a:cs typeface="Arial"/>
                </a:defRPr>
              </a:defPPr>
              <a:lvl1pPr algn="ctr">
                <a:defRPr sz="826" b="0">
                  <a:solidFill>
                    <a:srgbClr val="000000"/>
                  </a:solidFill>
                  <a:latin typeface="Arial"/>
                  <a:ea typeface="Arial"/>
                  <a:cs typeface="Arial"/>
                </a:defRPr>
              </a:lvl1pPr>
              <a:lvl2pPr algn="ctr">
                <a:defRPr sz="826" b="0">
                  <a:solidFill>
                    <a:srgbClr val="000000"/>
                  </a:solidFill>
                  <a:latin typeface="Arial"/>
                  <a:ea typeface="Arial"/>
                  <a:cs typeface="Arial"/>
                </a:defRPr>
              </a:lvl2pPr>
              <a:lvl3pPr algn="ctr">
                <a:defRPr sz="826" b="0">
                  <a:solidFill>
                    <a:srgbClr val="000000"/>
                  </a:solidFill>
                  <a:latin typeface="Arial"/>
                  <a:ea typeface="Arial"/>
                  <a:cs typeface="Arial"/>
                </a:defRPr>
              </a:lvl3pPr>
              <a:lvl4pPr algn="ctr">
                <a:defRPr sz="826" b="0">
                  <a:solidFill>
                    <a:srgbClr val="000000"/>
                  </a:solidFill>
                  <a:latin typeface="Arial"/>
                  <a:ea typeface="Arial"/>
                  <a:cs typeface="Arial"/>
                </a:defRPr>
              </a:lvl4pPr>
              <a:lvl5pPr algn="ctr">
                <a:defRPr sz="826" b="0">
                  <a:solidFill>
                    <a:srgbClr val="000000"/>
                  </a:solidFill>
                  <a:latin typeface="Arial"/>
                  <a:ea typeface="Arial"/>
                  <a:cs typeface="Arial"/>
                </a:defRPr>
              </a:lvl5pPr>
              <a:lvl6pPr algn="ctr">
                <a:defRPr sz="826" b="0">
                  <a:solidFill>
                    <a:srgbClr val="000000"/>
                  </a:solidFill>
                  <a:latin typeface="Arial"/>
                  <a:ea typeface="Arial"/>
                  <a:cs typeface="Arial"/>
                </a:defRPr>
              </a:lvl6pPr>
              <a:lvl7pPr algn="ctr">
                <a:defRPr sz="826" b="0">
                  <a:solidFill>
                    <a:srgbClr val="000000"/>
                  </a:solidFill>
                  <a:latin typeface="Arial"/>
                  <a:ea typeface="Arial"/>
                  <a:cs typeface="Arial"/>
                </a:defRPr>
              </a:lvl7pPr>
              <a:lvl8pPr algn="ctr">
                <a:defRPr sz="826" b="0">
                  <a:solidFill>
                    <a:srgbClr val="000000"/>
                  </a:solidFill>
                  <a:latin typeface="Arial"/>
                  <a:ea typeface="Arial"/>
                  <a:cs typeface="Arial"/>
                </a:defRPr>
              </a:lvl8pPr>
              <a:lvl9pPr algn="ctr">
                <a:defRPr sz="826" b="0">
                  <a:solidFill>
                    <a:srgbClr val="000000"/>
                  </a:solidFill>
                  <a:latin typeface="Arial"/>
                  <a:ea typeface="Arial"/>
                  <a:cs typeface="Arial"/>
                </a:defRPr>
              </a:lvl9pPr>
            </a:lstStyle>
            <a:p>
              <a:pPr algn="ctr">
                <a:defRPr sz="826" b="0">
                  <a:solidFill>
                    <a:srgbClr val="000000"/>
                  </a:solidFill>
                  <a:latin typeface="Arial"/>
                  <a:ea typeface="Arial"/>
                  <a:cs typeface="Arial"/>
                </a:defRPr>
              </a:pPr>
              <a:r>
                <a:rPr sz="826" b="0">
                  <a:solidFill>
                    <a:srgbClr val="000000"/>
                  </a:solidFill>
                  <a:latin typeface="Arial"/>
                  <a:ea typeface="Arial"/>
                  <a:cs typeface="Arial"/>
                </a:rPr>
                <a:t>10</a:t>
              </a:r>
            </a:p>
          </p:txBody>
        </p:sp>
        <p:sp>
          <p:nvSpPr>
            <p:cNvPr id="160" name="line_006">
              <a:extLst>
                <a:ext uri="{FF2B5EF4-FFF2-40B4-BE49-F238E27FC236}">
                  <ns2:creationId id="{3BD6C56C-1955-4952-A917-7CE38F14AE14}"/>
                </a:ext>
              </a:extLst>
            </p:cNvPr>
            <p:cNvSpPr>
              <a:spLocks noGrp="1"/>
            </p:cNvSpPr>
            <p:nvPr/>
          </p:nvSpPr>
          <p:spPr>
            <a:xfrm>
              <a:off x="2125448" y="7724775"/>
              <a:ext cx="95" cy="38100"/>
            </a:xfrm>
            <a:custGeom>
              <a:pathLst>
                <a:path w="95" h="38100">
                  <a:moveTo>
                    <a:pt x="0" y="0"/>
                  </a:moveTo>
                  <a:lnTo>
                    <a:pt x="0" y="38100"/>
                  </a:lnTo>
                </a:path>
              </a:pathLst>
            </a:custGeom>
            <a:noFill/>
            <a:ln w="4589">
              <a:solidFill>
                <a:srgbClr val="000000"/>
              </a:solidFill>
              <a:prstDash val="solid"/>
            </a:ln>
          </p:spPr>
        </p:sp>
        <p:sp>
          <p:nvSpPr>
            <p:cNvPr id="161" name="text_007">
              <a:extLst>
                <a:ext uri="{FF2B5EF4-FFF2-40B4-BE49-F238E27FC236}">
                  <ns2:creationId id="{46E74777-65E9-4382-8F9D-543FF661659D}"/>
                </a:ext>
              </a:extLst>
            </p:cNvPr>
            <p:cNvSpPr>
              <a:spLocks noGrp="1"/>
            </p:cNvSpPr>
            <p:nvPr/>
          </p:nvSpPr>
          <p:spPr>
            <a:xfrm rot="0">
              <a:off x="3190875" y="7772400"/>
              <a:ext cx="457200" cy="200025"/>
            </a:xfrm>
            <a:prstGeom prst="rect">
              <a:avLst/>
            </a:prstGeom>
            <a:noFill/>
            <a:ln w="0">
              <a:noFill/>
              <a:prstDash val="solid"/>
            </a:ln>
          </p:spPr>
          <p:txBody>
            <a:bodyPr wrap="none" lIns="0" tIns="0" rIns="0" bIns="0" anchor="t">
              <a:noAutofit/>
            </a:bodyPr>
            <a:lstStyle>
              <a:defPPr algn="ctr">
                <a:defRPr sz="826" b="0">
                  <a:solidFill>
                    <a:srgbClr val="000000"/>
                  </a:solidFill>
                  <a:latin typeface="Arial"/>
                  <a:ea typeface="Arial"/>
                  <a:cs typeface="Arial"/>
                </a:defRPr>
              </a:defPPr>
              <a:lvl1pPr algn="ctr">
                <a:defRPr sz="826" b="0">
                  <a:solidFill>
                    <a:srgbClr val="000000"/>
                  </a:solidFill>
                  <a:latin typeface="Arial"/>
                  <a:ea typeface="Arial"/>
                  <a:cs typeface="Arial"/>
                </a:defRPr>
              </a:lvl1pPr>
              <a:lvl2pPr algn="ctr">
                <a:defRPr sz="826" b="0">
                  <a:solidFill>
                    <a:srgbClr val="000000"/>
                  </a:solidFill>
                  <a:latin typeface="Arial"/>
                  <a:ea typeface="Arial"/>
                  <a:cs typeface="Arial"/>
                </a:defRPr>
              </a:lvl2pPr>
              <a:lvl3pPr algn="ctr">
                <a:defRPr sz="826" b="0">
                  <a:solidFill>
                    <a:srgbClr val="000000"/>
                  </a:solidFill>
                  <a:latin typeface="Arial"/>
                  <a:ea typeface="Arial"/>
                  <a:cs typeface="Arial"/>
                </a:defRPr>
              </a:lvl3pPr>
              <a:lvl4pPr algn="ctr">
                <a:defRPr sz="826" b="0">
                  <a:solidFill>
                    <a:srgbClr val="000000"/>
                  </a:solidFill>
                  <a:latin typeface="Arial"/>
                  <a:ea typeface="Arial"/>
                  <a:cs typeface="Arial"/>
                </a:defRPr>
              </a:lvl4pPr>
              <a:lvl5pPr algn="ctr">
                <a:defRPr sz="826" b="0">
                  <a:solidFill>
                    <a:srgbClr val="000000"/>
                  </a:solidFill>
                  <a:latin typeface="Arial"/>
                  <a:ea typeface="Arial"/>
                  <a:cs typeface="Arial"/>
                </a:defRPr>
              </a:lvl5pPr>
              <a:lvl6pPr algn="ctr">
                <a:defRPr sz="826" b="0">
                  <a:solidFill>
                    <a:srgbClr val="000000"/>
                  </a:solidFill>
                  <a:latin typeface="Arial"/>
                  <a:ea typeface="Arial"/>
                  <a:cs typeface="Arial"/>
                </a:defRPr>
              </a:lvl6pPr>
              <a:lvl7pPr algn="ctr">
                <a:defRPr sz="826" b="0">
                  <a:solidFill>
                    <a:srgbClr val="000000"/>
                  </a:solidFill>
                  <a:latin typeface="Arial"/>
                  <a:ea typeface="Arial"/>
                  <a:cs typeface="Arial"/>
                </a:defRPr>
              </a:lvl7pPr>
              <a:lvl8pPr algn="ctr">
                <a:defRPr sz="826" b="0">
                  <a:solidFill>
                    <a:srgbClr val="000000"/>
                  </a:solidFill>
                  <a:latin typeface="Arial"/>
                  <a:ea typeface="Arial"/>
                  <a:cs typeface="Arial"/>
                </a:defRPr>
              </a:lvl8pPr>
              <a:lvl9pPr algn="ctr">
                <a:defRPr sz="826" b="0">
                  <a:solidFill>
                    <a:srgbClr val="000000"/>
                  </a:solidFill>
                  <a:latin typeface="Arial"/>
                  <a:ea typeface="Arial"/>
                  <a:cs typeface="Arial"/>
                </a:defRPr>
              </a:lvl9pPr>
            </a:lstStyle>
            <a:p>
              <a:pPr algn="ctr">
                <a:defRPr sz="826" b="0">
                  <a:solidFill>
                    <a:srgbClr val="000000"/>
                  </a:solidFill>
                  <a:latin typeface="Arial"/>
                  <a:ea typeface="Arial"/>
                  <a:cs typeface="Arial"/>
                </a:defRPr>
              </a:pPr>
              <a:r>
                <a:rPr sz="826" b="0">
                  <a:solidFill>
                    <a:srgbClr val="000000"/>
                  </a:solidFill>
                  <a:latin typeface="Arial"/>
                  <a:ea typeface="Arial"/>
                  <a:cs typeface="Arial"/>
                </a:rPr>
                <a:t>20</a:t>
              </a:r>
            </a:p>
          </p:txBody>
        </p:sp>
        <p:sp>
          <p:nvSpPr>
            <p:cNvPr id="162" name="line_008">
              <a:extLst>
                <a:ext uri="{FF2B5EF4-FFF2-40B4-BE49-F238E27FC236}">
                  <ns2:creationId id="{A050D007-DD2C-4802-8730-42370B163C0A}"/>
                </a:ext>
              </a:extLst>
            </p:cNvPr>
            <p:cNvSpPr>
              <a:spLocks noGrp="1"/>
            </p:cNvSpPr>
            <p:nvPr/>
          </p:nvSpPr>
          <p:spPr>
            <a:xfrm>
              <a:off x="3419475" y="7724775"/>
              <a:ext cx="95" cy="38100"/>
            </a:xfrm>
            <a:custGeom>
              <a:pathLst>
                <a:path w="95" h="38100">
                  <a:moveTo>
                    <a:pt x="0" y="0"/>
                  </a:moveTo>
                  <a:lnTo>
                    <a:pt x="0" y="38100"/>
                  </a:lnTo>
                </a:path>
              </a:pathLst>
            </a:custGeom>
            <a:noFill/>
            <a:ln w="4589">
              <a:solidFill>
                <a:srgbClr val="000000"/>
              </a:solidFill>
              <a:prstDash val="solid"/>
            </a:ln>
          </p:spPr>
        </p:sp>
        <p:sp>
          <p:nvSpPr>
            <p:cNvPr id="163" name="text_009">
              <a:extLst>
                <a:ext uri="{FF2B5EF4-FFF2-40B4-BE49-F238E27FC236}">
                  <ns2:creationId id="{0AF0F6EC-73CF-4FC6-A05F-B87FDEFB4028}"/>
                </a:ext>
              </a:extLst>
            </p:cNvPr>
            <p:cNvSpPr>
              <a:spLocks noGrp="1"/>
            </p:cNvSpPr>
            <p:nvPr/>
          </p:nvSpPr>
          <p:spPr>
            <a:xfrm rot="0">
              <a:off x="-9525" y="7639050"/>
              <a:ext cx="457200" cy="200025"/>
            </a:xfrm>
            <a:prstGeom prst="rect">
              <a:avLst/>
            </a:prstGeom>
            <a:noFill/>
            <a:ln w="0">
              <a:noFill/>
              <a:prstDash val="solid"/>
            </a:ln>
          </p:spPr>
          <p:txBody>
            <a:bodyPr wrap="none" lIns="0" tIns="0" rIns="0" bIns="0" anchor="t">
              <a:noAutofit/>
            </a:bodyPr>
            <a:lstStyle>
              <a:defPPr algn="r">
                <a:defRPr sz="826" b="0">
                  <a:solidFill>
                    <a:srgbClr val="000000"/>
                  </a:solidFill>
                  <a:latin typeface="Arial"/>
                  <a:ea typeface="Arial"/>
                  <a:cs typeface="Arial"/>
                </a:defRPr>
              </a:defPPr>
              <a:lvl1pPr algn="r">
                <a:defRPr sz="826" b="0">
                  <a:solidFill>
                    <a:srgbClr val="000000"/>
                  </a:solidFill>
                  <a:latin typeface="Arial"/>
                  <a:ea typeface="Arial"/>
                  <a:cs typeface="Arial"/>
                </a:defRPr>
              </a:lvl1pPr>
              <a:lvl2pPr algn="r">
                <a:defRPr sz="826" b="0">
                  <a:solidFill>
                    <a:srgbClr val="000000"/>
                  </a:solidFill>
                  <a:latin typeface="Arial"/>
                  <a:ea typeface="Arial"/>
                  <a:cs typeface="Arial"/>
                </a:defRPr>
              </a:lvl2pPr>
              <a:lvl3pPr algn="r">
                <a:defRPr sz="826" b="0">
                  <a:solidFill>
                    <a:srgbClr val="000000"/>
                  </a:solidFill>
                  <a:latin typeface="Arial"/>
                  <a:ea typeface="Arial"/>
                  <a:cs typeface="Arial"/>
                </a:defRPr>
              </a:lvl3pPr>
              <a:lvl4pPr algn="r">
                <a:defRPr sz="826" b="0">
                  <a:solidFill>
                    <a:srgbClr val="000000"/>
                  </a:solidFill>
                  <a:latin typeface="Arial"/>
                  <a:ea typeface="Arial"/>
                  <a:cs typeface="Arial"/>
                </a:defRPr>
              </a:lvl4pPr>
              <a:lvl5pPr algn="r">
                <a:defRPr sz="826" b="0">
                  <a:solidFill>
                    <a:srgbClr val="000000"/>
                  </a:solidFill>
                  <a:latin typeface="Arial"/>
                  <a:ea typeface="Arial"/>
                  <a:cs typeface="Arial"/>
                </a:defRPr>
              </a:lvl5pPr>
              <a:lvl6pPr algn="r">
                <a:defRPr sz="826" b="0">
                  <a:solidFill>
                    <a:srgbClr val="000000"/>
                  </a:solidFill>
                  <a:latin typeface="Arial"/>
                  <a:ea typeface="Arial"/>
                  <a:cs typeface="Arial"/>
                </a:defRPr>
              </a:lvl6pPr>
              <a:lvl7pPr algn="r">
                <a:defRPr sz="826" b="0">
                  <a:solidFill>
                    <a:srgbClr val="000000"/>
                  </a:solidFill>
                  <a:latin typeface="Arial"/>
                  <a:ea typeface="Arial"/>
                  <a:cs typeface="Arial"/>
                </a:defRPr>
              </a:lvl7pPr>
              <a:lvl8pPr algn="r">
                <a:defRPr sz="826" b="0">
                  <a:solidFill>
                    <a:srgbClr val="000000"/>
                  </a:solidFill>
                  <a:latin typeface="Arial"/>
                  <a:ea typeface="Arial"/>
                  <a:cs typeface="Arial"/>
                </a:defRPr>
              </a:lvl8pPr>
              <a:lvl9pPr algn="r">
                <a:defRPr sz="826" b="0">
                  <a:solidFill>
                    <a:srgbClr val="000000"/>
                  </a:solidFill>
                  <a:latin typeface="Arial"/>
                  <a:ea typeface="Arial"/>
                  <a:cs typeface="Arial"/>
                </a:defRPr>
              </a:lvl9pPr>
            </a:lstStyle>
            <a:p>
              <a:pPr algn="r">
                <a:defRPr sz="826" b="0">
                  <a:solidFill>
                    <a:srgbClr val="000000"/>
                  </a:solidFill>
                  <a:latin typeface="Arial"/>
                  <a:ea typeface="Arial"/>
                  <a:cs typeface="Arial"/>
                </a:defRPr>
              </a:pPr>
              <a:r>
                <a:rPr sz="826" b="0">
                  <a:solidFill>
                    <a:srgbClr val="000000"/>
                  </a:solidFill>
                  <a:latin typeface="Arial"/>
                  <a:ea typeface="Arial"/>
                  <a:cs typeface="Arial"/>
                </a:rPr>
                <a:t>0</a:t>
              </a:r>
            </a:p>
          </p:txBody>
        </p:sp>
        <p:sp>
          <p:nvSpPr>
            <p:cNvPr id="164" name="line_010">
              <a:extLst>
                <a:ext uri="{FF2B5EF4-FFF2-40B4-BE49-F238E27FC236}">
                  <ns2:creationId id="{C7FBB4DA-79BF-44E6-BED2-B3BA41674A86}"/>
                </a:ext>
              </a:extLst>
            </p:cNvPr>
            <p:cNvSpPr>
              <a:spLocks noGrp="1"/>
            </p:cNvSpPr>
            <p:nvPr/>
          </p:nvSpPr>
          <p:spPr>
            <a:xfrm>
              <a:off x="476250" y="7724775"/>
              <a:ext cx="38100" cy="95"/>
            </a:xfrm>
            <a:custGeom>
              <a:pathLst>
                <a:path w="38100" h="95">
                  <a:moveTo>
                    <a:pt x="0" y="0"/>
                  </a:moveTo>
                  <a:lnTo>
                    <a:pt x="38100" y="0"/>
                  </a:lnTo>
                </a:path>
              </a:pathLst>
            </a:custGeom>
            <a:noFill/>
            <a:ln w="4589">
              <a:solidFill>
                <a:srgbClr val="000000"/>
              </a:solidFill>
              <a:prstDash val="solid"/>
            </a:ln>
          </p:spPr>
        </p:sp>
        <p:sp>
          <p:nvSpPr>
            <p:cNvPr id="165" name="text_011">
              <a:extLst>
                <a:ext uri="{FF2B5EF4-FFF2-40B4-BE49-F238E27FC236}">
                  <ns2:creationId id="{0A3AF6C8-009B-42B8-986B-BB6FF39B8910}"/>
                </a:ext>
              </a:extLst>
            </p:cNvPr>
            <p:cNvSpPr>
              <a:spLocks noGrp="1"/>
            </p:cNvSpPr>
            <p:nvPr/>
          </p:nvSpPr>
          <p:spPr>
            <a:xfrm rot="0">
              <a:off x="-9525" y="6877050"/>
              <a:ext cx="457200" cy="200025"/>
            </a:xfrm>
            <a:prstGeom prst="rect">
              <a:avLst/>
            </a:prstGeom>
            <a:noFill/>
            <a:ln w="0">
              <a:noFill/>
              <a:prstDash val="solid"/>
            </a:ln>
          </p:spPr>
          <p:txBody>
            <a:bodyPr wrap="none" lIns="0" tIns="0" rIns="0" bIns="0" anchor="t">
              <a:noAutofit/>
            </a:bodyPr>
            <a:lstStyle>
              <a:defPPr algn="r">
                <a:defRPr sz="826" b="0">
                  <a:solidFill>
                    <a:srgbClr val="000000"/>
                  </a:solidFill>
                  <a:latin typeface="Arial"/>
                  <a:ea typeface="Arial"/>
                  <a:cs typeface="Arial"/>
                </a:defRPr>
              </a:defPPr>
              <a:lvl1pPr algn="r">
                <a:defRPr sz="826" b="0">
                  <a:solidFill>
                    <a:srgbClr val="000000"/>
                  </a:solidFill>
                  <a:latin typeface="Arial"/>
                  <a:ea typeface="Arial"/>
                  <a:cs typeface="Arial"/>
                </a:defRPr>
              </a:lvl1pPr>
              <a:lvl2pPr algn="r">
                <a:defRPr sz="826" b="0">
                  <a:solidFill>
                    <a:srgbClr val="000000"/>
                  </a:solidFill>
                  <a:latin typeface="Arial"/>
                  <a:ea typeface="Arial"/>
                  <a:cs typeface="Arial"/>
                </a:defRPr>
              </a:lvl2pPr>
              <a:lvl3pPr algn="r">
                <a:defRPr sz="826" b="0">
                  <a:solidFill>
                    <a:srgbClr val="000000"/>
                  </a:solidFill>
                  <a:latin typeface="Arial"/>
                  <a:ea typeface="Arial"/>
                  <a:cs typeface="Arial"/>
                </a:defRPr>
              </a:lvl3pPr>
              <a:lvl4pPr algn="r">
                <a:defRPr sz="826" b="0">
                  <a:solidFill>
                    <a:srgbClr val="000000"/>
                  </a:solidFill>
                  <a:latin typeface="Arial"/>
                  <a:ea typeface="Arial"/>
                  <a:cs typeface="Arial"/>
                </a:defRPr>
              </a:lvl4pPr>
              <a:lvl5pPr algn="r">
                <a:defRPr sz="826" b="0">
                  <a:solidFill>
                    <a:srgbClr val="000000"/>
                  </a:solidFill>
                  <a:latin typeface="Arial"/>
                  <a:ea typeface="Arial"/>
                  <a:cs typeface="Arial"/>
                </a:defRPr>
              </a:lvl5pPr>
              <a:lvl6pPr algn="r">
                <a:defRPr sz="826" b="0">
                  <a:solidFill>
                    <a:srgbClr val="000000"/>
                  </a:solidFill>
                  <a:latin typeface="Arial"/>
                  <a:ea typeface="Arial"/>
                  <a:cs typeface="Arial"/>
                </a:defRPr>
              </a:lvl6pPr>
              <a:lvl7pPr algn="r">
                <a:defRPr sz="826" b="0">
                  <a:solidFill>
                    <a:srgbClr val="000000"/>
                  </a:solidFill>
                  <a:latin typeface="Arial"/>
                  <a:ea typeface="Arial"/>
                  <a:cs typeface="Arial"/>
                </a:defRPr>
              </a:lvl7pPr>
              <a:lvl8pPr algn="r">
                <a:defRPr sz="826" b="0">
                  <a:solidFill>
                    <a:srgbClr val="000000"/>
                  </a:solidFill>
                  <a:latin typeface="Arial"/>
                  <a:ea typeface="Arial"/>
                  <a:cs typeface="Arial"/>
                </a:defRPr>
              </a:lvl8pPr>
              <a:lvl9pPr algn="r">
                <a:defRPr sz="826" b="0">
                  <a:solidFill>
                    <a:srgbClr val="000000"/>
                  </a:solidFill>
                  <a:latin typeface="Arial"/>
                  <a:ea typeface="Arial"/>
                  <a:cs typeface="Arial"/>
                </a:defRPr>
              </a:lvl9pPr>
            </a:lstStyle>
            <a:p>
              <a:pPr algn="r">
                <a:defRPr sz="826" b="0">
                  <a:solidFill>
                    <a:srgbClr val="000000"/>
                  </a:solidFill>
                  <a:latin typeface="Arial"/>
                  <a:ea typeface="Arial"/>
                  <a:cs typeface="Arial"/>
                </a:defRPr>
              </a:pPr>
              <a:r>
                <a:rPr sz="826" b="0">
                  <a:solidFill>
                    <a:srgbClr val="000000"/>
                  </a:solidFill>
                  <a:latin typeface="Arial"/>
                  <a:ea typeface="Arial"/>
                  <a:cs typeface="Arial"/>
                </a:rPr>
                <a:t>3</a:t>
              </a:r>
            </a:p>
          </p:txBody>
        </p:sp>
        <p:sp>
          <p:nvSpPr>
            <p:cNvPr id="166" name="line_012">
              <a:extLst>
                <a:ext uri="{FF2B5EF4-FFF2-40B4-BE49-F238E27FC236}">
                  <ns2:creationId id="{2A06EFE2-B943-4828-9A18-A781104DFFC8}"/>
                </a:ext>
              </a:extLst>
            </p:cNvPr>
            <p:cNvSpPr>
              <a:spLocks noGrp="1"/>
            </p:cNvSpPr>
            <p:nvPr/>
          </p:nvSpPr>
          <p:spPr>
            <a:xfrm>
              <a:off x="476250" y="6962775"/>
              <a:ext cx="38100" cy="95"/>
            </a:xfrm>
            <a:custGeom>
              <a:pathLst>
                <a:path w="38100" h="95">
                  <a:moveTo>
                    <a:pt x="0" y="0"/>
                  </a:moveTo>
                  <a:lnTo>
                    <a:pt x="38100" y="0"/>
                  </a:lnTo>
                </a:path>
              </a:pathLst>
            </a:custGeom>
            <a:noFill/>
            <a:ln w="4589">
              <a:solidFill>
                <a:srgbClr val="000000"/>
              </a:solidFill>
              <a:prstDash val="solid"/>
            </a:ln>
          </p:spPr>
        </p:sp>
        <p:sp>
          <p:nvSpPr>
            <p:cNvPr id="167" name="text_013">
              <a:extLst>
                <a:ext uri="{FF2B5EF4-FFF2-40B4-BE49-F238E27FC236}">
                  <ns2:creationId id="{D17427FA-9FB3-49EE-855D-5BD18DAC1839}"/>
                </a:ext>
              </a:extLst>
            </p:cNvPr>
            <p:cNvSpPr>
              <a:spLocks noGrp="1"/>
            </p:cNvSpPr>
            <p:nvPr/>
          </p:nvSpPr>
          <p:spPr>
            <a:xfrm rot="0">
              <a:off x="-9525" y="6115050"/>
              <a:ext cx="457200" cy="200025"/>
            </a:xfrm>
            <a:prstGeom prst="rect">
              <a:avLst/>
            </a:prstGeom>
            <a:noFill/>
            <a:ln w="0">
              <a:noFill/>
              <a:prstDash val="solid"/>
            </a:ln>
          </p:spPr>
          <p:txBody>
            <a:bodyPr wrap="none" lIns="0" tIns="0" rIns="0" bIns="0" anchor="t">
              <a:noAutofit/>
            </a:bodyPr>
            <a:lstStyle>
              <a:defPPr algn="r">
                <a:defRPr sz="826" b="0">
                  <a:solidFill>
                    <a:srgbClr val="000000"/>
                  </a:solidFill>
                  <a:latin typeface="Arial"/>
                  <a:ea typeface="Arial"/>
                  <a:cs typeface="Arial"/>
                </a:defRPr>
              </a:defPPr>
              <a:lvl1pPr algn="r">
                <a:defRPr sz="826" b="0">
                  <a:solidFill>
                    <a:srgbClr val="000000"/>
                  </a:solidFill>
                  <a:latin typeface="Arial"/>
                  <a:ea typeface="Arial"/>
                  <a:cs typeface="Arial"/>
                </a:defRPr>
              </a:lvl1pPr>
              <a:lvl2pPr algn="r">
                <a:defRPr sz="826" b="0">
                  <a:solidFill>
                    <a:srgbClr val="000000"/>
                  </a:solidFill>
                  <a:latin typeface="Arial"/>
                  <a:ea typeface="Arial"/>
                  <a:cs typeface="Arial"/>
                </a:defRPr>
              </a:lvl2pPr>
              <a:lvl3pPr algn="r">
                <a:defRPr sz="826" b="0">
                  <a:solidFill>
                    <a:srgbClr val="000000"/>
                  </a:solidFill>
                  <a:latin typeface="Arial"/>
                  <a:ea typeface="Arial"/>
                  <a:cs typeface="Arial"/>
                </a:defRPr>
              </a:lvl3pPr>
              <a:lvl4pPr algn="r">
                <a:defRPr sz="826" b="0">
                  <a:solidFill>
                    <a:srgbClr val="000000"/>
                  </a:solidFill>
                  <a:latin typeface="Arial"/>
                  <a:ea typeface="Arial"/>
                  <a:cs typeface="Arial"/>
                </a:defRPr>
              </a:lvl4pPr>
              <a:lvl5pPr algn="r">
                <a:defRPr sz="826" b="0">
                  <a:solidFill>
                    <a:srgbClr val="000000"/>
                  </a:solidFill>
                  <a:latin typeface="Arial"/>
                  <a:ea typeface="Arial"/>
                  <a:cs typeface="Arial"/>
                </a:defRPr>
              </a:lvl5pPr>
              <a:lvl6pPr algn="r">
                <a:defRPr sz="826" b="0">
                  <a:solidFill>
                    <a:srgbClr val="000000"/>
                  </a:solidFill>
                  <a:latin typeface="Arial"/>
                  <a:ea typeface="Arial"/>
                  <a:cs typeface="Arial"/>
                </a:defRPr>
              </a:lvl6pPr>
              <a:lvl7pPr algn="r">
                <a:defRPr sz="826" b="0">
                  <a:solidFill>
                    <a:srgbClr val="000000"/>
                  </a:solidFill>
                  <a:latin typeface="Arial"/>
                  <a:ea typeface="Arial"/>
                  <a:cs typeface="Arial"/>
                </a:defRPr>
              </a:lvl7pPr>
              <a:lvl8pPr algn="r">
                <a:defRPr sz="826" b="0">
                  <a:solidFill>
                    <a:srgbClr val="000000"/>
                  </a:solidFill>
                  <a:latin typeface="Arial"/>
                  <a:ea typeface="Arial"/>
                  <a:cs typeface="Arial"/>
                </a:defRPr>
              </a:lvl8pPr>
              <a:lvl9pPr algn="r">
                <a:defRPr sz="826" b="0">
                  <a:solidFill>
                    <a:srgbClr val="000000"/>
                  </a:solidFill>
                  <a:latin typeface="Arial"/>
                  <a:ea typeface="Arial"/>
                  <a:cs typeface="Arial"/>
                </a:defRPr>
              </a:lvl9pPr>
            </a:lstStyle>
            <a:p>
              <a:pPr algn="r">
                <a:defRPr sz="826" b="0">
                  <a:solidFill>
                    <a:srgbClr val="000000"/>
                  </a:solidFill>
                  <a:latin typeface="Arial"/>
                  <a:ea typeface="Arial"/>
                  <a:cs typeface="Arial"/>
                </a:defRPr>
              </a:pPr>
              <a:r>
                <a:rPr sz="826" b="0">
                  <a:solidFill>
                    <a:srgbClr val="000000"/>
                  </a:solidFill>
                  <a:latin typeface="Arial"/>
                  <a:ea typeface="Arial"/>
                  <a:cs typeface="Arial"/>
                </a:rPr>
                <a:t>6</a:t>
              </a:r>
            </a:p>
          </p:txBody>
        </p:sp>
        <p:sp>
          <p:nvSpPr>
            <p:cNvPr id="168" name="line_014">
              <a:extLst>
                <a:ext uri="{FF2B5EF4-FFF2-40B4-BE49-F238E27FC236}">
                  <ns2:creationId id="{A438BB42-AC45-4CC5-B5EE-3C9926E44A10}"/>
                </a:ext>
              </a:extLst>
            </p:cNvPr>
            <p:cNvSpPr>
              <a:spLocks noGrp="1"/>
            </p:cNvSpPr>
            <p:nvPr/>
          </p:nvSpPr>
          <p:spPr>
            <a:xfrm>
              <a:off x="476250" y="6200775"/>
              <a:ext cx="38100" cy="95"/>
            </a:xfrm>
            <a:custGeom>
              <a:pathLst>
                <a:path w="38100" h="95">
                  <a:moveTo>
                    <a:pt x="0" y="0"/>
                  </a:moveTo>
                  <a:lnTo>
                    <a:pt x="38100" y="0"/>
                  </a:lnTo>
                </a:path>
              </a:pathLst>
            </a:custGeom>
            <a:noFill/>
            <a:ln w="4589">
              <a:solidFill>
                <a:srgbClr val="000000"/>
              </a:solidFill>
              <a:prstDash val="solid"/>
            </a:ln>
          </p:spPr>
        </p:sp>
        <p:sp>
          <p:nvSpPr>
            <p:cNvPr id="169" name="text_015">
              <a:extLst>
                <a:ext uri="{FF2B5EF4-FFF2-40B4-BE49-F238E27FC236}">
                  <ns2:creationId id="{5C3E4078-B941-4017-8C08-2093AA4DEF25}"/>
                </a:ext>
              </a:extLst>
            </p:cNvPr>
            <p:cNvSpPr>
              <a:spLocks noGrp="1"/>
            </p:cNvSpPr>
            <p:nvPr/>
          </p:nvSpPr>
          <p:spPr>
            <a:xfrm rot="0">
              <a:off x="514350" y="8010525"/>
              <a:ext cx="2905125" cy="228600"/>
            </a:xfrm>
            <a:prstGeom prst="rect">
              <a:avLst/>
            </a:prstGeom>
            <a:noFill/>
            <a:ln w="0">
              <a:noFill/>
              <a:prstDash val="solid"/>
            </a:ln>
          </p:spPr>
          <p:txBody>
            <a:bodyPr wrap="none" lIns="0" tIns="0" rIns="0" bIns="0" anchor="t">
              <a:noAutofit/>
            </a:bodyPr>
            <a:lstStyle>
              <a:defPPr algn="ctr">
                <a:defRPr sz="877" b="0">
                  <a:solidFill>
                    <a:srgbClr val="000000"/>
                  </a:solidFill>
                  <a:latin typeface="Arial"/>
                  <a:ea typeface="Arial"/>
                  <a:cs typeface="Arial"/>
                </a:defRPr>
              </a:defPPr>
              <a:lvl1pPr algn="ctr">
                <a:defRPr sz="877" b="0">
                  <a:solidFill>
                    <a:srgbClr val="000000"/>
                  </a:solidFill>
                  <a:latin typeface="Arial"/>
                  <a:ea typeface="Arial"/>
                  <a:cs typeface="Arial"/>
                </a:defRPr>
              </a:lvl1pPr>
              <a:lvl2pPr algn="ctr">
                <a:defRPr sz="877" b="0">
                  <a:solidFill>
                    <a:srgbClr val="000000"/>
                  </a:solidFill>
                  <a:latin typeface="Arial"/>
                  <a:ea typeface="Arial"/>
                  <a:cs typeface="Arial"/>
                </a:defRPr>
              </a:lvl2pPr>
              <a:lvl3pPr algn="ctr">
                <a:defRPr sz="877" b="0">
                  <a:solidFill>
                    <a:srgbClr val="000000"/>
                  </a:solidFill>
                  <a:latin typeface="Arial"/>
                  <a:ea typeface="Arial"/>
                  <a:cs typeface="Arial"/>
                </a:defRPr>
              </a:lvl3pPr>
              <a:lvl4pPr algn="ctr">
                <a:defRPr sz="877" b="0">
                  <a:solidFill>
                    <a:srgbClr val="000000"/>
                  </a:solidFill>
                  <a:latin typeface="Arial"/>
                  <a:ea typeface="Arial"/>
                  <a:cs typeface="Arial"/>
                </a:defRPr>
              </a:lvl4pPr>
              <a:lvl5pPr algn="ctr">
                <a:defRPr sz="877" b="0">
                  <a:solidFill>
                    <a:srgbClr val="000000"/>
                  </a:solidFill>
                  <a:latin typeface="Arial"/>
                  <a:ea typeface="Arial"/>
                  <a:cs typeface="Arial"/>
                </a:defRPr>
              </a:lvl5pPr>
              <a:lvl6pPr algn="ctr">
                <a:defRPr sz="877" b="0">
                  <a:solidFill>
                    <a:srgbClr val="000000"/>
                  </a:solidFill>
                  <a:latin typeface="Arial"/>
                  <a:ea typeface="Arial"/>
                  <a:cs typeface="Arial"/>
                </a:defRPr>
              </a:lvl6pPr>
              <a:lvl7pPr algn="ctr">
                <a:defRPr sz="877" b="0">
                  <a:solidFill>
                    <a:srgbClr val="000000"/>
                  </a:solidFill>
                  <a:latin typeface="Arial"/>
                  <a:ea typeface="Arial"/>
                  <a:cs typeface="Arial"/>
                </a:defRPr>
              </a:lvl7pPr>
              <a:lvl8pPr algn="ctr">
                <a:defRPr sz="877" b="0">
                  <a:solidFill>
                    <a:srgbClr val="000000"/>
                  </a:solidFill>
                  <a:latin typeface="Arial"/>
                  <a:ea typeface="Arial"/>
                  <a:cs typeface="Arial"/>
                </a:defRPr>
              </a:lvl8pPr>
              <a:lvl9pPr algn="ctr">
                <a:defRPr sz="877" b="0">
                  <a:solidFill>
                    <a:srgbClr val="000000"/>
                  </a:solidFill>
                  <a:latin typeface="Arial"/>
                  <a:ea typeface="Arial"/>
                  <a:cs typeface="Arial"/>
                </a:defRPr>
              </a:lvl9pPr>
            </a:lstStyle>
            <a:p>
              <a:pPr algn="ctr">
                <a:defRPr sz="877" b="0">
                  <a:solidFill>
                    <a:srgbClr val="000000"/>
                  </a:solidFill>
                  <a:latin typeface="Arial"/>
                  <a:ea typeface="Arial"/>
                  <a:cs typeface="Arial"/>
                </a:defRPr>
              </a:pPr>
              <a:r>
                <a:rPr sz="877" b="0">
                  <a:solidFill>
                    <a:srgbClr val="000000"/>
                  </a:solidFill>
                  <a:latin typeface="Arial"/>
                  <a:ea typeface="Arial"/>
                  <a:cs typeface="Arial"/>
                </a:rPr>
                <a:t>x (source physical coordinate)</a:t>
              </a:r>
            </a:p>
          </p:txBody>
        </p:sp>
        <p:sp>
          <p:nvSpPr>
            <p:cNvPr id="170" name="source_extremum_3">
              <a:extLst>
                <a:ext uri="{FF2B5EF4-FFF2-40B4-BE49-F238E27FC236}">
                  <ns2:creationId id="{CF2BE7D1-B088-43B3-A25C-C7FF99758AF5}"/>
                </a:ext>
              </a:extLst>
            </p:cNvPr>
            <p:cNvSpPr>
              <a:spLocks noGrp="1"/>
            </p:cNvSpPr>
            <p:nvPr/>
          </p:nvSpPr>
          <p:spPr>
            <a:xfrm rot="0">
              <a:off x="1035168" y="7649487"/>
              <a:ext cx="85725" cy="85725"/>
            </a:xfrm>
            <a:prstGeom prst="ellipse">
              <a:avLst/>
            </a:prstGeom>
            <a:solidFill>
              <a:srgbClr val="FFFFFF"/>
            </a:solidFill>
            <a:ln w="11799">
              <a:solidFill>
                <a:srgbClr val="0072B2"/>
              </a:solidFill>
              <a:prstDash val="solid"/>
            </a:ln>
          </p:spPr>
        </p:sp>
        <p:sp>
          <p:nvSpPr>
            <p:cNvPr id="171" name="text_017">
              <a:extLst>
                <a:ext uri="{FF2B5EF4-FFF2-40B4-BE49-F238E27FC236}">
                  <ns2:creationId id="{7EA01AE8-1DD0-412F-9C63-E6E6DE6382BB}"/>
                </a:ext>
              </a:extLst>
            </p:cNvPr>
            <p:cNvSpPr>
              <a:spLocks noGrp="1"/>
            </p:cNvSpPr>
            <p:nvPr/>
          </p:nvSpPr>
          <p:spPr>
            <a:xfrm rot="0">
              <a:off x="1144706" y="7530424"/>
              <a:ext cx="228600" cy="200025"/>
            </a:xfrm>
            <a:prstGeom prst="rect">
              <a:avLst/>
            </a:prstGeom>
            <a:noFill/>
            <a:ln w="0">
              <a:noFill/>
              <a:prstDash val="solid"/>
            </a:ln>
          </p:spPr>
          <p:txBody>
            <a:bodyPr wrap="none" lIns="0" tIns="0" rIns="0" bIns="0" anchor="t">
              <a:noAutofit/>
            </a:bodyPr>
            <a:lstStyle>
              <a:defPPr algn="l">
                <a:defRPr sz="877" b="1">
                  <a:solidFill>
                    <a:srgbClr val="000000"/>
                  </a:solidFill>
                  <a:latin typeface="Arial"/>
                  <a:ea typeface="Arial"/>
                  <a:cs typeface="Arial"/>
                </a:defRPr>
              </a:defPPr>
              <a:lvl1pPr algn="l">
                <a:defRPr sz="877" b="1">
                  <a:solidFill>
                    <a:srgbClr val="000000"/>
                  </a:solidFill>
                  <a:latin typeface="Arial"/>
                  <a:ea typeface="Arial"/>
                  <a:cs typeface="Arial"/>
                </a:defRPr>
              </a:lvl1pPr>
              <a:lvl2pPr algn="l">
                <a:defRPr sz="877" b="1">
                  <a:solidFill>
                    <a:srgbClr val="000000"/>
                  </a:solidFill>
                  <a:latin typeface="Arial"/>
                  <a:ea typeface="Arial"/>
                  <a:cs typeface="Arial"/>
                </a:defRPr>
              </a:lvl2pPr>
              <a:lvl3pPr algn="l">
                <a:defRPr sz="877" b="1">
                  <a:solidFill>
                    <a:srgbClr val="000000"/>
                  </a:solidFill>
                  <a:latin typeface="Arial"/>
                  <a:ea typeface="Arial"/>
                  <a:cs typeface="Arial"/>
                </a:defRPr>
              </a:lvl3pPr>
              <a:lvl4pPr algn="l">
                <a:defRPr sz="877" b="1">
                  <a:solidFill>
                    <a:srgbClr val="000000"/>
                  </a:solidFill>
                  <a:latin typeface="Arial"/>
                  <a:ea typeface="Arial"/>
                  <a:cs typeface="Arial"/>
                </a:defRPr>
              </a:lvl4pPr>
              <a:lvl5pPr algn="l">
                <a:defRPr sz="877" b="1">
                  <a:solidFill>
                    <a:srgbClr val="000000"/>
                  </a:solidFill>
                  <a:latin typeface="Arial"/>
                  <a:ea typeface="Arial"/>
                  <a:cs typeface="Arial"/>
                </a:defRPr>
              </a:lvl5pPr>
              <a:lvl6pPr algn="l">
                <a:defRPr sz="877" b="1">
                  <a:solidFill>
                    <a:srgbClr val="000000"/>
                  </a:solidFill>
                  <a:latin typeface="Arial"/>
                  <a:ea typeface="Arial"/>
                  <a:cs typeface="Arial"/>
                </a:defRPr>
              </a:lvl6pPr>
              <a:lvl7pPr algn="l">
                <a:defRPr sz="877" b="1">
                  <a:solidFill>
                    <a:srgbClr val="000000"/>
                  </a:solidFill>
                  <a:latin typeface="Arial"/>
                  <a:ea typeface="Arial"/>
                  <a:cs typeface="Arial"/>
                </a:defRPr>
              </a:lvl7pPr>
              <a:lvl8pPr algn="l">
                <a:defRPr sz="877" b="1">
                  <a:solidFill>
                    <a:srgbClr val="000000"/>
                  </a:solidFill>
                  <a:latin typeface="Arial"/>
                  <a:ea typeface="Arial"/>
                  <a:cs typeface="Arial"/>
                </a:defRPr>
              </a:lvl8pPr>
              <a:lvl9pPr algn="l">
                <a:defRPr sz="877" b="1">
                  <a:solidFill>
                    <a:srgbClr val="000000"/>
                  </a:solidFill>
                  <a:latin typeface="Arial"/>
                  <a:ea typeface="Arial"/>
                  <a:cs typeface="Arial"/>
                </a:defRPr>
              </a:lvl9pPr>
            </a:lstStyle>
            <a:p>
              <a:pPr algn="l">
                <a:defRPr sz="877" b="1">
                  <a:solidFill>
                    <a:srgbClr val="000000"/>
                  </a:solidFill>
                  <a:latin typeface="Arial"/>
                  <a:ea typeface="Arial"/>
                  <a:cs typeface="Arial"/>
                </a:defRPr>
              </a:pPr>
              <a:r>
                <a:rPr sz="877" b="1">
                  <a:solidFill>
                    <a:srgbClr val="000000"/>
                  </a:solidFill>
                  <a:latin typeface="Arial"/>
                  <a:ea typeface="Arial"/>
                  <a:cs typeface="Arial"/>
                </a:rPr>
                <a:t>A</a:t>
              </a:r>
            </a:p>
          </p:txBody>
        </p:sp>
        <p:sp>
          <p:nvSpPr>
            <p:cNvPr id="172" name="source_extremum_17">
              <a:extLst>
                <a:ext uri="{FF2B5EF4-FFF2-40B4-BE49-F238E27FC236}">
                  <ns2:creationId id="{59A815E8-6AA7-45FB-B933-65CB6E6171A1}"/>
                </a:ext>
              </a:extLst>
            </p:cNvPr>
            <p:cNvSpPr>
              <a:spLocks noGrp="1"/>
            </p:cNvSpPr>
            <p:nvPr/>
          </p:nvSpPr>
          <p:spPr>
            <a:xfrm rot="0">
              <a:off x="3354932" y="6936125"/>
              <a:ext cx="85725" cy="85725"/>
            </a:xfrm>
            <a:prstGeom prst="ellipse">
              <a:avLst/>
            </a:prstGeom>
            <a:solidFill>
              <a:srgbClr val="FFFFFF"/>
            </a:solidFill>
            <a:ln w="11799">
              <a:solidFill>
                <a:srgbClr val="D55E00"/>
              </a:solidFill>
              <a:prstDash val="solid"/>
            </a:ln>
          </p:spPr>
        </p:sp>
        <p:sp>
          <p:nvSpPr>
            <p:cNvPr id="173" name="text_019">
              <a:extLst>
                <a:ext uri="{FF2B5EF4-FFF2-40B4-BE49-F238E27FC236}">
                  <ns2:creationId id="{E6DDF0E8-9644-4E87-B14F-C42735AC28E0}"/>
                </a:ext>
              </a:extLst>
            </p:cNvPr>
            <p:cNvSpPr>
              <a:spLocks noGrp="1"/>
            </p:cNvSpPr>
            <p:nvPr/>
          </p:nvSpPr>
          <p:spPr>
            <a:xfrm rot="0">
              <a:off x="3464470" y="6817063"/>
              <a:ext cx="228600" cy="200025"/>
            </a:xfrm>
            <a:prstGeom prst="rect">
              <a:avLst/>
            </a:prstGeom>
            <a:noFill/>
            <a:ln w="0">
              <a:noFill/>
              <a:prstDash val="solid"/>
            </a:ln>
          </p:spPr>
          <p:txBody>
            <a:bodyPr wrap="none" lIns="0" tIns="0" rIns="0" bIns="0" anchor="t">
              <a:noAutofit/>
            </a:bodyPr>
            <a:lstStyle>
              <a:defPPr algn="l">
                <a:defRPr sz="877" b="1">
                  <a:solidFill>
                    <a:srgbClr val="000000"/>
                  </a:solidFill>
                  <a:latin typeface="Arial"/>
                  <a:ea typeface="Arial"/>
                  <a:cs typeface="Arial"/>
                </a:defRPr>
              </a:defPPr>
              <a:lvl1pPr algn="l">
                <a:defRPr sz="877" b="1">
                  <a:solidFill>
                    <a:srgbClr val="000000"/>
                  </a:solidFill>
                  <a:latin typeface="Arial"/>
                  <a:ea typeface="Arial"/>
                  <a:cs typeface="Arial"/>
                </a:defRPr>
              </a:lvl1pPr>
              <a:lvl2pPr algn="l">
                <a:defRPr sz="877" b="1">
                  <a:solidFill>
                    <a:srgbClr val="000000"/>
                  </a:solidFill>
                  <a:latin typeface="Arial"/>
                  <a:ea typeface="Arial"/>
                  <a:cs typeface="Arial"/>
                </a:defRPr>
              </a:lvl2pPr>
              <a:lvl3pPr algn="l">
                <a:defRPr sz="877" b="1">
                  <a:solidFill>
                    <a:srgbClr val="000000"/>
                  </a:solidFill>
                  <a:latin typeface="Arial"/>
                  <a:ea typeface="Arial"/>
                  <a:cs typeface="Arial"/>
                </a:defRPr>
              </a:lvl3pPr>
              <a:lvl4pPr algn="l">
                <a:defRPr sz="877" b="1">
                  <a:solidFill>
                    <a:srgbClr val="000000"/>
                  </a:solidFill>
                  <a:latin typeface="Arial"/>
                  <a:ea typeface="Arial"/>
                  <a:cs typeface="Arial"/>
                </a:defRPr>
              </a:lvl4pPr>
              <a:lvl5pPr algn="l">
                <a:defRPr sz="877" b="1">
                  <a:solidFill>
                    <a:srgbClr val="000000"/>
                  </a:solidFill>
                  <a:latin typeface="Arial"/>
                  <a:ea typeface="Arial"/>
                  <a:cs typeface="Arial"/>
                </a:defRPr>
              </a:lvl5pPr>
              <a:lvl6pPr algn="l">
                <a:defRPr sz="877" b="1">
                  <a:solidFill>
                    <a:srgbClr val="000000"/>
                  </a:solidFill>
                  <a:latin typeface="Arial"/>
                  <a:ea typeface="Arial"/>
                  <a:cs typeface="Arial"/>
                </a:defRPr>
              </a:lvl6pPr>
              <a:lvl7pPr algn="l">
                <a:defRPr sz="877" b="1">
                  <a:solidFill>
                    <a:srgbClr val="000000"/>
                  </a:solidFill>
                  <a:latin typeface="Arial"/>
                  <a:ea typeface="Arial"/>
                  <a:cs typeface="Arial"/>
                </a:defRPr>
              </a:lvl7pPr>
              <a:lvl8pPr algn="l">
                <a:defRPr sz="877" b="1">
                  <a:solidFill>
                    <a:srgbClr val="000000"/>
                  </a:solidFill>
                  <a:latin typeface="Arial"/>
                  <a:ea typeface="Arial"/>
                  <a:cs typeface="Arial"/>
                </a:defRPr>
              </a:lvl8pPr>
              <a:lvl9pPr algn="l">
                <a:defRPr sz="877" b="1">
                  <a:solidFill>
                    <a:srgbClr val="000000"/>
                  </a:solidFill>
                  <a:latin typeface="Arial"/>
                  <a:ea typeface="Arial"/>
                  <a:cs typeface="Arial"/>
                </a:defRPr>
              </a:lvl9pPr>
            </a:lstStyle>
            <a:p>
              <a:pPr algn="l">
                <a:defRPr sz="877" b="1">
                  <a:solidFill>
                    <a:srgbClr val="000000"/>
                  </a:solidFill>
                  <a:latin typeface="Arial"/>
                  <a:ea typeface="Arial"/>
                  <a:cs typeface="Arial"/>
                </a:defRPr>
              </a:pPr>
              <a:r>
                <a:rPr sz="877" b="1">
                  <a:solidFill>
                    <a:srgbClr val="000000"/>
                  </a:solidFill>
                  <a:latin typeface="Arial"/>
                  <a:ea typeface="Arial"/>
                  <a:cs typeface="Arial"/>
                </a:rPr>
                <a:t>B</a:t>
              </a:r>
            </a:p>
          </p:txBody>
        </p:sp>
        <p:sp>
          <p:nvSpPr>
            <p:cNvPr id="174" name="source_extremum_14">
              <a:extLst>
                <a:ext uri="{FF2B5EF4-FFF2-40B4-BE49-F238E27FC236}">
                  <ns2:creationId id="{763895A0-C657-4BAB-8270-116467670BA8}"/>
                </a:ext>
              </a:extLst>
            </p:cNvPr>
            <p:cNvSpPr>
              <a:spLocks noGrp="1"/>
            </p:cNvSpPr>
            <p:nvPr/>
          </p:nvSpPr>
          <p:spPr>
            <a:xfrm rot="0">
              <a:off x="2834612" y="7195530"/>
              <a:ext cx="85725" cy="85725"/>
            </a:xfrm>
            <a:prstGeom prst="ellipse">
              <a:avLst/>
            </a:prstGeom>
            <a:solidFill>
              <a:srgbClr val="FFFFFF"/>
            </a:solidFill>
            <a:ln w="11799">
              <a:solidFill>
                <a:srgbClr val="009E73"/>
              </a:solidFill>
              <a:prstDash val="solid"/>
            </a:ln>
          </p:spPr>
        </p:sp>
        <p:sp>
          <p:nvSpPr>
            <p:cNvPr id="175" name="text_021">
              <a:extLst>
                <a:ext uri="{FF2B5EF4-FFF2-40B4-BE49-F238E27FC236}">
                  <ns2:creationId id="{AC99C9CD-B4CC-45EA-9B8D-03E69BA71D8C}"/>
                </a:ext>
              </a:extLst>
            </p:cNvPr>
            <p:cNvSpPr>
              <a:spLocks noGrp="1"/>
            </p:cNvSpPr>
            <p:nvPr/>
          </p:nvSpPr>
          <p:spPr>
            <a:xfrm rot="0">
              <a:off x="2944149" y="7076467"/>
              <a:ext cx="228600" cy="200025"/>
            </a:xfrm>
            <a:prstGeom prst="rect">
              <a:avLst/>
            </a:prstGeom>
            <a:noFill/>
            <a:ln w="0">
              <a:noFill/>
              <a:prstDash val="solid"/>
            </a:ln>
          </p:spPr>
          <p:txBody>
            <a:bodyPr wrap="none" lIns="0" tIns="0" rIns="0" bIns="0" anchor="t">
              <a:noAutofit/>
            </a:bodyPr>
            <a:lstStyle>
              <a:defPPr algn="l">
                <a:defRPr sz="877" b="1">
                  <a:solidFill>
                    <a:srgbClr val="000000"/>
                  </a:solidFill>
                  <a:latin typeface="Arial"/>
                  <a:ea typeface="Arial"/>
                  <a:cs typeface="Arial"/>
                </a:defRPr>
              </a:defPPr>
              <a:lvl1pPr algn="l">
                <a:defRPr sz="877" b="1">
                  <a:solidFill>
                    <a:srgbClr val="000000"/>
                  </a:solidFill>
                  <a:latin typeface="Arial"/>
                  <a:ea typeface="Arial"/>
                  <a:cs typeface="Arial"/>
                </a:defRPr>
              </a:lvl1pPr>
              <a:lvl2pPr algn="l">
                <a:defRPr sz="877" b="1">
                  <a:solidFill>
                    <a:srgbClr val="000000"/>
                  </a:solidFill>
                  <a:latin typeface="Arial"/>
                  <a:ea typeface="Arial"/>
                  <a:cs typeface="Arial"/>
                </a:defRPr>
              </a:lvl2pPr>
              <a:lvl3pPr algn="l">
                <a:defRPr sz="877" b="1">
                  <a:solidFill>
                    <a:srgbClr val="000000"/>
                  </a:solidFill>
                  <a:latin typeface="Arial"/>
                  <a:ea typeface="Arial"/>
                  <a:cs typeface="Arial"/>
                </a:defRPr>
              </a:lvl3pPr>
              <a:lvl4pPr algn="l">
                <a:defRPr sz="877" b="1">
                  <a:solidFill>
                    <a:srgbClr val="000000"/>
                  </a:solidFill>
                  <a:latin typeface="Arial"/>
                  <a:ea typeface="Arial"/>
                  <a:cs typeface="Arial"/>
                </a:defRPr>
              </a:lvl4pPr>
              <a:lvl5pPr algn="l">
                <a:defRPr sz="877" b="1">
                  <a:solidFill>
                    <a:srgbClr val="000000"/>
                  </a:solidFill>
                  <a:latin typeface="Arial"/>
                  <a:ea typeface="Arial"/>
                  <a:cs typeface="Arial"/>
                </a:defRPr>
              </a:lvl5pPr>
              <a:lvl6pPr algn="l">
                <a:defRPr sz="877" b="1">
                  <a:solidFill>
                    <a:srgbClr val="000000"/>
                  </a:solidFill>
                  <a:latin typeface="Arial"/>
                  <a:ea typeface="Arial"/>
                  <a:cs typeface="Arial"/>
                </a:defRPr>
              </a:lvl6pPr>
              <a:lvl7pPr algn="l">
                <a:defRPr sz="877" b="1">
                  <a:solidFill>
                    <a:srgbClr val="000000"/>
                  </a:solidFill>
                  <a:latin typeface="Arial"/>
                  <a:ea typeface="Arial"/>
                  <a:cs typeface="Arial"/>
                </a:defRPr>
              </a:lvl7pPr>
              <a:lvl8pPr algn="l">
                <a:defRPr sz="877" b="1">
                  <a:solidFill>
                    <a:srgbClr val="000000"/>
                  </a:solidFill>
                  <a:latin typeface="Arial"/>
                  <a:ea typeface="Arial"/>
                  <a:cs typeface="Arial"/>
                </a:defRPr>
              </a:lvl8pPr>
              <a:lvl9pPr algn="l">
                <a:defRPr sz="877" b="1">
                  <a:solidFill>
                    <a:srgbClr val="000000"/>
                  </a:solidFill>
                  <a:latin typeface="Arial"/>
                  <a:ea typeface="Arial"/>
                  <a:cs typeface="Arial"/>
                </a:defRPr>
              </a:lvl9pPr>
            </a:lstStyle>
            <a:p>
              <a:pPr algn="l">
                <a:defRPr sz="877" b="1">
                  <a:solidFill>
                    <a:srgbClr val="000000"/>
                  </a:solidFill>
                  <a:latin typeface="Arial"/>
                  <a:ea typeface="Arial"/>
                  <a:cs typeface="Arial"/>
                </a:defRPr>
              </a:pPr>
              <a:r>
                <a:rPr sz="877" b="1">
                  <a:solidFill>
                    <a:srgbClr val="000000"/>
                  </a:solidFill>
                  <a:latin typeface="Arial"/>
                  <a:ea typeface="Arial"/>
                  <a:cs typeface="Arial"/>
                </a:rPr>
                <a:t>C</a:t>
              </a:r>
            </a:p>
          </p:txBody>
        </p:sp>
        <p:sp>
          <p:nvSpPr>
            <p:cNvPr id="176" name="text_022">
              <a:extLst>
                <a:ext uri="{FF2B5EF4-FFF2-40B4-BE49-F238E27FC236}">
                  <ns2:creationId id="{858D319D-1A44-4068-81F5-6C426749FAA1}"/>
                </a:ext>
              </a:extLst>
            </p:cNvPr>
            <p:cNvSpPr>
              <a:spLocks noGrp="1"/>
            </p:cNvSpPr>
            <p:nvPr/>
          </p:nvSpPr>
          <p:spPr>
            <a:xfrm rot="0">
              <a:off x="171450" y="8267700"/>
              <a:ext cx="3667125" cy="209550"/>
            </a:xfrm>
            <a:prstGeom prst="rect">
              <a:avLst/>
            </a:prstGeom>
            <a:noFill/>
            <a:ln w="0">
              <a:noFill/>
              <a:prstDash val="solid"/>
            </a:ln>
          </p:spPr>
          <p:txBody>
            <a:bodyPr wrap="none" lIns="0" tIns="0" rIns="0" bIns="0" anchor="t">
              <a:noAutofit/>
            </a:bodyPr>
            <a:lstStyle>
              <a:defPPr algn="l">
                <a:defRPr sz="774" b="0">
                  <a:solidFill>
                    <a:srgbClr val="000000"/>
                  </a:solidFill>
                  <a:latin typeface="Arial"/>
                  <a:ea typeface="Arial"/>
                  <a:cs typeface="Arial"/>
                </a:defRPr>
              </a:defPPr>
              <a:lvl1pPr algn="l">
                <a:defRPr sz="774" b="0">
                  <a:solidFill>
                    <a:srgbClr val="000000"/>
                  </a:solidFill>
                  <a:latin typeface="Arial"/>
                  <a:ea typeface="Arial"/>
                  <a:cs typeface="Arial"/>
                </a:defRPr>
              </a:lvl1pPr>
              <a:lvl2pPr algn="l">
                <a:defRPr sz="774" b="0">
                  <a:solidFill>
                    <a:srgbClr val="000000"/>
                  </a:solidFill>
                  <a:latin typeface="Arial"/>
                  <a:ea typeface="Arial"/>
                  <a:cs typeface="Arial"/>
                </a:defRPr>
              </a:lvl2pPr>
              <a:lvl3pPr algn="l">
                <a:defRPr sz="774" b="0">
                  <a:solidFill>
                    <a:srgbClr val="000000"/>
                  </a:solidFill>
                  <a:latin typeface="Arial"/>
                  <a:ea typeface="Arial"/>
                  <a:cs typeface="Arial"/>
                </a:defRPr>
              </a:lvl3pPr>
              <a:lvl4pPr algn="l">
                <a:defRPr sz="774" b="0">
                  <a:solidFill>
                    <a:srgbClr val="000000"/>
                  </a:solidFill>
                  <a:latin typeface="Arial"/>
                  <a:ea typeface="Arial"/>
                  <a:cs typeface="Arial"/>
                </a:defRPr>
              </a:lvl4pPr>
              <a:lvl5pPr algn="l">
                <a:defRPr sz="774" b="0">
                  <a:solidFill>
                    <a:srgbClr val="000000"/>
                  </a:solidFill>
                  <a:latin typeface="Arial"/>
                  <a:ea typeface="Arial"/>
                  <a:cs typeface="Arial"/>
                </a:defRPr>
              </a:lvl5pPr>
              <a:lvl6pPr algn="l">
                <a:defRPr sz="774" b="0">
                  <a:solidFill>
                    <a:srgbClr val="000000"/>
                  </a:solidFill>
                  <a:latin typeface="Arial"/>
                  <a:ea typeface="Arial"/>
                  <a:cs typeface="Arial"/>
                </a:defRPr>
              </a:lvl6pPr>
              <a:lvl7pPr algn="l">
                <a:defRPr sz="774" b="0">
                  <a:solidFill>
                    <a:srgbClr val="000000"/>
                  </a:solidFill>
                  <a:latin typeface="Arial"/>
                  <a:ea typeface="Arial"/>
                  <a:cs typeface="Arial"/>
                </a:defRPr>
              </a:lvl7pPr>
              <a:lvl8pPr algn="l">
                <a:defRPr sz="774" b="0">
                  <a:solidFill>
                    <a:srgbClr val="000000"/>
                  </a:solidFill>
                  <a:latin typeface="Arial"/>
                  <a:ea typeface="Arial"/>
                  <a:cs typeface="Arial"/>
                </a:defRPr>
              </a:lvl8pPr>
              <a:lvl9pPr algn="l">
                <a:defRPr sz="774" b="0">
                  <a:solidFill>
                    <a:srgbClr val="000000"/>
                  </a:solidFill>
                  <a:latin typeface="Arial"/>
                  <a:ea typeface="Arial"/>
                  <a:cs typeface="Arial"/>
                </a:defRPr>
              </a:lvl9pPr>
            </a:lstStyle>
            <a:p>
              <a:pPr algn="l">
                <a:defRPr sz="774" b="0">
                  <a:solidFill>
                    <a:srgbClr val="000000"/>
                  </a:solidFill>
                  <a:latin typeface="Arial"/>
                  <a:ea typeface="Arial"/>
                  <a:cs typeface="Arial"/>
                </a:defRPr>
              </a:pPr>
              <a:r>
                <a:rPr sz="774" b="0">
                  <a:solidFill>
                    <a:srgbClr val="000000"/>
                  </a:solidFill>
                  <a:latin typeface="Arial"/>
                  <a:ea typeface="Arial"/>
                  <a:cs typeface="Arial"/>
                </a:rPr>
                <a:t>Q maximum over y; markers show extrema (x,z)</a:t>
              </a:r>
            </a:p>
          </p:txBody>
        </p:sp>
        <p:sp>
          <p:nvSpPr>
            <p:cNvPr id="177" name="text_023">
              <a:extLst>
                <a:ext uri="{FF2B5EF4-FFF2-40B4-BE49-F238E27FC236}">
                  <ns2:creationId id="{FF2F014E-C1E1-4DE6-B413-CF341B500D0B}"/>
                </a:ext>
              </a:extLst>
            </p:cNvPr>
            <p:cNvSpPr>
              <a:spLocks noGrp="1"/>
            </p:cNvSpPr>
            <p:nvPr/>
          </p:nvSpPr>
          <p:spPr>
            <a:xfrm rot="0">
              <a:off x="4010025" y="5715000"/>
              <a:ext cx="3790950" cy="266700"/>
            </a:xfrm>
            <a:prstGeom prst="rect">
              <a:avLst/>
            </a:prstGeom>
            <a:noFill/>
            <a:ln w="0">
              <a:noFill/>
              <a:prstDash val="solid"/>
            </a:ln>
          </p:spPr>
          <p:txBody>
            <a:bodyPr wrap="none" lIns="0" tIns="0" rIns="0" bIns="0" anchor="t">
              <a:noAutofit/>
            </a:bodyPr>
            <a:lstStyle>
              <a:defPPr algn="l">
                <a:defRPr sz="1135" b="1">
                  <a:solidFill>
                    <a:srgbClr val="000000"/>
                  </a:solidFill>
                  <a:latin typeface="Arial"/>
                  <a:ea typeface="Arial"/>
                  <a:cs typeface="Arial"/>
                </a:defRPr>
              </a:defPPr>
              <a:lvl1pPr algn="l">
                <a:defRPr sz="1135" b="1">
                  <a:solidFill>
                    <a:srgbClr val="000000"/>
                  </a:solidFill>
                  <a:latin typeface="Arial"/>
                  <a:ea typeface="Arial"/>
                  <a:cs typeface="Arial"/>
                </a:defRPr>
              </a:lvl1pPr>
              <a:lvl2pPr algn="l">
                <a:defRPr sz="1135" b="1">
                  <a:solidFill>
                    <a:srgbClr val="000000"/>
                  </a:solidFill>
                  <a:latin typeface="Arial"/>
                  <a:ea typeface="Arial"/>
                  <a:cs typeface="Arial"/>
                </a:defRPr>
              </a:lvl2pPr>
              <a:lvl3pPr algn="l">
                <a:defRPr sz="1135" b="1">
                  <a:solidFill>
                    <a:srgbClr val="000000"/>
                  </a:solidFill>
                  <a:latin typeface="Arial"/>
                  <a:ea typeface="Arial"/>
                  <a:cs typeface="Arial"/>
                </a:defRPr>
              </a:lvl3pPr>
              <a:lvl4pPr algn="l">
                <a:defRPr sz="1135" b="1">
                  <a:solidFill>
                    <a:srgbClr val="000000"/>
                  </a:solidFill>
                  <a:latin typeface="Arial"/>
                  <a:ea typeface="Arial"/>
                  <a:cs typeface="Arial"/>
                </a:defRPr>
              </a:lvl4pPr>
              <a:lvl5pPr algn="l">
                <a:defRPr sz="1135" b="1">
                  <a:solidFill>
                    <a:srgbClr val="000000"/>
                  </a:solidFill>
                  <a:latin typeface="Arial"/>
                  <a:ea typeface="Arial"/>
                  <a:cs typeface="Arial"/>
                </a:defRPr>
              </a:lvl5pPr>
              <a:lvl6pPr algn="l">
                <a:defRPr sz="1135" b="1">
                  <a:solidFill>
                    <a:srgbClr val="000000"/>
                  </a:solidFill>
                  <a:latin typeface="Arial"/>
                  <a:ea typeface="Arial"/>
                  <a:cs typeface="Arial"/>
                </a:defRPr>
              </a:lvl6pPr>
              <a:lvl7pPr algn="l">
                <a:defRPr sz="1135" b="1">
                  <a:solidFill>
                    <a:srgbClr val="000000"/>
                  </a:solidFill>
                  <a:latin typeface="Arial"/>
                  <a:ea typeface="Arial"/>
                  <a:cs typeface="Arial"/>
                </a:defRPr>
              </a:lvl7pPr>
              <a:lvl8pPr algn="l">
                <a:defRPr sz="1135" b="1">
                  <a:solidFill>
                    <a:srgbClr val="000000"/>
                  </a:solidFill>
                  <a:latin typeface="Arial"/>
                  <a:ea typeface="Arial"/>
                  <a:cs typeface="Arial"/>
                </a:defRPr>
              </a:lvl8pPr>
              <a:lvl9pPr algn="l">
                <a:defRPr sz="1135" b="1">
                  <a:solidFill>
                    <a:srgbClr val="000000"/>
                  </a:solidFill>
                  <a:latin typeface="Arial"/>
                  <a:ea typeface="Arial"/>
                  <a:cs typeface="Arial"/>
                </a:defRPr>
              </a:lvl9pPr>
            </a:lstStyle>
            <a:p>
              <a:pPr algn="l">
                <a:defRPr sz="1135" b="1">
                  <a:solidFill>
                    <a:srgbClr val="000000"/>
                  </a:solidFill>
                  <a:latin typeface="Arial"/>
                  <a:ea typeface="Arial"/>
                  <a:cs typeface="Arial"/>
                </a:defRPr>
              </a:pPr>
              <a:r>
                <a:rPr sz="1135" b="1">
                  <a:solidFill>
                    <a:srgbClr val="000000"/>
                  </a:solidFill>
                  <a:latin typeface="Arial"/>
                  <a:ea typeface="Arial"/>
                  <a:cs typeface="Arial"/>
                </a:rPr>
                <a:t>(e) Reference and saved anchors</a:t>
              </a:r>
            </a:p>
          </p:txBody>
        </p:sp>
        <p:sp>
          <p:nvSpPr>
            <p:cNvPr id="178" name="text_024">
              <a:extLst>
                <a:ext uri="{FF2B5EF4-FFF2-40B4-BE49-F238E27FC236}">
                  <ns2:creationId id="{D5894EE8-7060-4230-9E0E-86341937FEE7}"/>
                </a:ext>
              </a:extLst>
            </p:cNvPr>
            <p:cNvSpPr>
              <a:spLocks noGrp="1"/>
            </p:cNvSpPr>
            <p:nvPr/>
          </p:nvSpPr>
          <p:spPr>
            <a:xfrm rot="0">
              <a:off x="3990975" y="6200775"/>
              <a:ext cx="466725" cy="209550"/>
            </a:xfrm>
            <a:prstGeom prst="rect">
              <a:avLst/>
            </a:prstGeom>
            <a:noFill/>
            <a:ln w="0">
              <a:noFill/>
              <a:prstDash val="solid"/>
            </a:ln>
          </p:spPr>
          <p:txBody>
            <a:bodyPr wrap="none" lIns="0" tIns="0" rIns="0" bIns="0" anchor="t">
              <a:noAutofit/>
            </a:bodyPr>
            <a:lstStyle>
              <a:defPPr algn="l">
                <a:defRPr sz="877" b="1">
                  <a:solidFill>
                    <a:srgbClr val="000000"/>
                  </a:solidFill>
                  <a:latin typeface="Arial"/>
                  <a:ea typeface="Arial"/>
                  <a:cs typeface="Arial"/>
                </a:defRPr>
              </a:defPPr>
              <a:lvl1pPr algn="l">
                <a:defRPr sz="877" b="1">
                  <a:solidFill>
                    <a:srgbClr val="000000"/>
                  </a:solidFill>
                  <a:latin typeface="Arial"/>
                  <a:ea typeface="Arial"/>
                  <a:cs typeface="Arial"/>
                </a:defRPr>
              </a:lvl1pPr>
              <a:lvl2pPr algn="l">
                <a:defRPr sz="877" b="1">
                  <a:solidFill>
                    <a:srgbClr val="000000"/>
                  </a:solidFill>
                  <a:latin typeface="Arial"/>
                  <a:ea typeface="Arial"/>
                  <a:cs typeface="Arial"/>
                </a:defRPr>
              </a:lvl2pPr>
              <a:lvl3pPr algn="l">
                <a:defRPr sz="877" b="1">
                  <a:solidFill>
                    <a:srgbClr val="000000"/>
                  </a:solidFill>
                  <a:latin typeface="Arial"/>
                  <a:ea typeface="Arial"/>
                  <a:cs typeface="Arial"/>
                </a:defRPr>
              </a:lvl3pPr>
              <a:lvl4pPr algn="l">
                <a:defRPr sz="877" b="1">
                  <a:solidFill>
                    <a:srgbClr val="000000"/>
                  </a:solidFill>
                  <a:latin typeface="Arial"/>
                  <a:ea typeface="Arial"/>
                  <a:cs typeface="Arial"/>
                </a:defRPr>
              </a:lvl4pPr>
              <a:lvl5pPr algn="l">
                <a:defRPr sz="877" b="1">
                  <a:solidFill>
                    <a:srgbClr val="000000"/>
                  </a:solidFill>
                  <a:latin typeface="Arial"/>
                  <a:ea typeface="Arial"/>
                  <a:cs typeface="Arial"/>
                </a:defRPr>
              </a:lvl5pPr>
              <a:lvl6pPr algn="l">
                <a:defRPr sz="877" b="1">
                  <a:solidFill>
                    <a:srgbClr val="000000"/>
                  </a:solidFill>
                  <a:latin typeface="Arial"/>
                  <a:ea typeface="Arial"/>
                  <a:cs typeface="Arial"/>
                </a:defRPr>
              </a:lvl6pPr>
              <a:lvl7pPr algn="l">
                <a:defRPr sz="877" b="1">
                  <a:solidFill>
                    <a:srgbClr val="000000"/>
                  </a:solidFill>
                  <a:latin typeface="Arial"/>
                  <a:ea typeface="Arial"/>
                  <a:cs typeface="Arial"/>
                </a:defRPr>
              </a:lvl7pPr>
              <a:lvl8pPr algn="l">
                <a:defRPr sz="877" b="1">
                  <a:solidFill>
                    <a:srgbClr val="000000"/>
                  </a:solidFill>
                  <a:latin typeface="Arial"/>
                  <a:ea typeface="Arial"/>
                  <a:cs typeface="Arial"/>
                </a:defRPr>
              </a:lvl8pPr>
              <a:lvl9pPr algn="l">
                <a:defRPr sz="877" b="1">
                  <a:solidFill>
                    <a:srgbClr val="000000"/>
                  </a:solidFill>
                  <a:latin typeface="Arial"/>
                  <a:ea typeface="Arial"/>
                  <a:cs typeface="Arial"/>
                </a:defRPr>
              </a:lvl9pPr>
            </a:lstStyle>
            <a:p>
              <a:pPr algn="l">
                <a:defRPr sz="877" b="1">
                  <a:solidFill>
                    <a:srgbClr val="000000"/>
                  </a:solidFill>
                  <a:latin typeface="Arial"/>
                  <a:ea typeface="Arial"/>
                  <a:cs typeface="Arial"/>
                </a:defRPr>
              </a:pPr>
              <a:r>
                <a:rPr sz="877" b="1">
                  <a:solidFill>
                    <a:srgbClr val="000000"/>
                  </a:solidFill>
                  <a:latin typeface="Arial"/>
                  <a:ea typeface="Arial"/>
                  <a:cs typeface="Arial"/>
                </a:rPr>
                <a:t>q</a:t>
              </a:r>
            </a:p>
          </p:txBody>
        </p:sp>
        <p:sp>
          <p:nvSpPr>
            <p:cNvPr id="179" name="line_025">
              <a:extLst>
                <a:ext uri="{FF2B5EF4-FFF2-40B4-BE49-F238E27FC236}">
                  <ns2:creationId id="{6DB9A5B1-4CD7-4184-93B2-9F21DD1002C7}"/>
                </a:ext>
              </a:extLst>
            </p:cNvPr>
            <p:cNvSpPr>
              <a:spLocks noGrp="1"/>
            </p:cNvSpPr>
            <p:nvPr/>
          </p:nvSpPr>
          <p:spPr>
            <a:xfrm>
              <a:off x="4524375" y="6305550"/>
              <a:ext cx="2857500" cy="95"/>
            </a:xfrm>
            <a:custGeom>
              <a:pathLst>
                <a:path w="2857500" h="95">
                  <a:moveTo>
                    <a:pt x="0" y="0"/>
                  </a:moveTo>
                  <a:lnTo>
                    <a:pt x="2857500" y="0"/>
                  </a:lnTo>
                </a:path>
              </a:pathLst>
            </a:custGeom>
            <a:noFill/>
            <a:ln w="4589">
              <a:solidFill>
                <a:srgbClr val="7B8790"/>
              </a:solidFill>
              <a:prstDash val="solid"/>
            </a:ln>
          </p:spPr>
        </p:sp>
        <p:sp>
          <p:nvSpPr>
            <p:cNvPr id="180" name="text_026">
              <a:extLst>
                <a:ext uri="{FF2B5EF4-FFF2-40B4-BE49-F238E27FC236}">
                  <ns2:creationId id="{77845DC9-F2D3-403C-94B3-EC0D00FF934B}"/>
                </a:ext>
              </a:extLst>
            </p:cNvPr>
            <p:cNvSpPr>
              <a:spLocks noGrp="1"/>
            </p:cNvSpPr>
            <p:nvPr/>
          </p:nvSpPr>
          <p:spPr>
            <a:xfrm rot="0">
              <a:off x="3990975" y="6638925"/>
              <a:ext cx="466725" cy="209550"/>
            </a:xfrm>
            <a:prstGeom prst="rect">
              <a:avLst/>
            </a:prstGeom>
            <a:noFill/>
            <a:ln w="0">
              <a:noFill/>
              <a:prstDash val="solid"/>
            </a:ln>
          </p:spPr>
          <p:txBody>
            <a:bodyPr wrap="none" lIns="0" tIns="0" rIns="0" bIns="0" anchor="t">
              <a:noAutofit/>
            </a:bodyPr>
            <a:lstStyle>
              <a:defPPr algn="l">
                <a:defRPr sz="877" b="1">
                  <a:solidFill>
                    <a:srgbClr val="000000"/>
                  </a:solidFill>
                  <a:latin typeface="Arial"/>
                  <a:ea typeface="Arial"/>
                  <a:cs typeface="Arial"/>
                </a:defRPr>
              </a:defPPr>
              <a:lvl1pPr algn="l">
                <a:defRPr sz="877" b="1">
                  <a:solidFill>
                    <a:srgbClr val="000000"/>
                  </a:solidFill>
                  <a:latin typeface="Arial"/>
                  <a:ea typeface="Arial"/>
                  <a:cs typeface="Arial"/>
                </a:defRPr>
              </a:lvl1pPr>
              <a:lvl2pPr algn="l">
                <a:defRPr sz="877" b="1">
                  <a:solidFill>
                    <a:srgbClr val="000000"/>
                  </a:solidFill>
                  <a:latin typeface="Arial"/>
                  <a:ea typeface="Arial"/>
                  <a:cs typeface="Arial"/>
                </a:defRPr>
              </a:lvl2pPr>
              <a:lvl3pPr algn="l">
                <a:defRPr sz="877" b="1">
                  <a:solidFill>
                    <a:srgbClr val="000000"/>
                  </a:solidFill>
                  <a:latin typeface="Arial"/>
                  <a:ea typeface="Arial"/>
                  <a:cs typeface="Arial"/>
                </a:defRPr>
              </a:lvl3pPr>
              <a:lvl4pPr algn="l">
                <a:defRPr sz="877" b="1">
                  <a:solidFill>
                    <a:srgbClr val="000000"/>
                  </a:solidFill>
                  <a:latin typeface="Arial"/>
                  <a:ea typeface="Arial"/>
                  <a:cs typeface="Arial"/>
                </a:defRPr>
              </a:lvl4pPr>
              <a:lvl5pPr algn="l">
                <a:defRPr sz="877" b="1">
                  <a:solidFill>
                    <a:srgbClr val="000000"/>
                  </a:solidFill>
                  <a:latin typeface="Arial"/>
                  <a:ea typeface="Arial"/>
                  <a:cs typeface="Arial"/>
                </a:defRPr>
              </a:lvl5pPr>
              <a:lvl6pPr algn="l">
                <a:defRPr sz="877" b="1">
                  <a:solidFill>
                    <a:srgbClr val="000000"/>
                  </a:solidFill>
                  <a:latin typeface="Arial"/>
                  <a:ea typeface="Arial"/>
                  <a:cs typeface="Arial"/>
                </a:defRPr>
              </a:lvl6pPr>
              <a:lvl7pPr algn="l">
                <a:defRPr sz="877" b="1">
                  <a:solidFill>
                    <a:srgbClr val="000000"/>
                  </a:solidFill>
                  <a:latin typeface="Arial"/>
                  <a:ea typeface="Arial"/>
                  <a:cs typeface="Arial"/>
                </a:defRPr>
              </a:lvl7pPr>
              <a:lvl8pPr algn="l">
                <a:defRPr sz="877" b="1">
                  <a:solidFill>
                    <a:srgbClr val="000000"/>
                  </a:solidFill>
                  <a:latin typeface="Arial"/>
                  <a:ea typeface="Arial"/>
                  <a:cs typeface="Arial"/>
                </a:defRPr>
              </a:lvl8pPr>
              <a:lvl9pPr algn="l">
                <a:defRPr sz="877" b="1">
                  <a:solidFill>
                    <a:srgbClr val="000000"/>
                  </a:solidFill>
                  <a:latin typeface="Arial"/>
                  <a:ea typeface="Arial"/>
                  <a:cs typeface="Arial"/>
                </a:defRPr>
              </a:lvl9pPr>
            </a:lstStyle>
            <a:p>
              <a:pPr algn="l">
                <a:defRPr sz="877" b="1">
                  <a:solidFill>
                    <a:srgbClr val="000000"/>
                  </a:solidFill>
                  <a:latin typeface="Arial"/>
                  <a:ea typeface="Arial"/>
                  <a:cs typeface="Arial"/>
                </a:defRPr>
              </a:pPr>
              <a:r>
                <a:rPr sz="877" b="1">
                  <a:solidFill>
                    <a:srgbClr val="000000"/>
                  </a:solidFill>
                  <a:latin typeface="Arial"/>
                  <a:ea typeface="Arial"/>
                  <a:cs typeface="Arial"/>
                </a:rPr>
                <a:t>P</a:t>
              </a:r>
            </a:p>
          </p:txBody>
        </p:sp>
        <p:sp>
          <p:nvSpPr>
            <p:cNvPr id="181" name="line_027">
              <a:extLst>
                <a:ext uri="{FF2B5EF4-FFF2-40B4-BE49-F238E27FC236}">
                  <ns2:creationId id="{04987173-0A45-4432-874F-832C448629F7}"/>
                </a:ext>
              </a:extLst>
            </p:cNvPr>
            <p:cNvSpPr>
              <a:spLocks noGrp="1"/>
            </p:cNvSpPr>
            <p:nvPr/>
          </p:nvSpPr>
          <p:spPr>
            <a:xfrm>
              <a:off x="4524375" y="6743700"/>
              <a:ext cx="2857500" cy="95"/>
            </a:xfrm>
            <a:custGeom>
              <a:pathLst>
                <a:path w="2857500" h="95">
                  <a:moveTo>
                    <a:pt x="0" y="0"/>
                  </a:moveTo>
                  <a:lnTo>
                    <a:pt x="2857500" y="0"/>
                  </a:lnTo>
                </a:path>
              </a:pathLst>
            </a:custGeom>
            <a:noFill/>
            <a:ln w="4589">
              <a:solidFill>
                <a:srgbClr val="7B8790"/>
              </a:solidFill>
              <a:prstDash val="solid"/>
            </a:ln>
          </p:spPr>
        </p:sp>
        <p:sp>
          <p:nvSpPr>
            <p:cNvPr id="182" name="text_028">
              <a:extLst>
                <a:ext uri="{FF2B5EF4-FFF2-40B4-BE49-F238E27FC236}">
                  <ns2:creationId id="{859A186F-EE04-4A16-8BE1-97DDC63C76C5}"/>
                </a:ext>
              </a:extLst>
            </p:cNvPr>
            <p:cNvSpPr>
              <a:spLocks noGrp="1"/>
            </p:cNvSpPr>
            <p:nvPr/>
          </p:nvSpPr>
          <p:spPr>
            <a:xfrm rot="0">
              <a:off x="3990975" y="7077075"/>
              <a:ext cx="466725" cy="209550"/>
            </a:xfrm>
            <a:prstGeom prst="rect">
              <a:avLst/>
            </a:prstGeom>
            <a:noFill/>
            <a:ln w="0">
              <a:noFill/>
              <a:prstDash val="solid"/>
            </a:ln>
          </p:spPr>
          <p:txBody>
            <a:bodyPr wrap="none" lIns="0" tIns="0" rIns="0" bIns="0" anchor="t">
              <a:noAutofit/>
            </a:bodyPr>
            <a:lstStyle>
              <a:defPPr algn="l">
                <a:defRPr sz="877" b="1">
                  <a:solidFill>
                    <a:srgbClr val="000000"/>
                  </a:solidFill>
                  <a:latin typeface="Arial"/>
                  <a:ea typeface="Arial"/>
                  <a:cs typeface="Arial"/>
                </a:defRPr>
              </a:defPPr>
              <a:lvl1pPr algn="l">
                <a:defRPr sz="877" b="1">
                  <a:solidFill>
                    <a:srgbClr val="000000"/>
                  </a:solidFill>
                  <a:latin typeface="Arial"/>
                  <a:ea typeface="Arial"/>
                  <a:cs typeface="Arial"/>
                </a:defRPr>
              </a:lvl1pPr>
              <a:lvl2pPr algn="l">
                <a:defRPr sz="877" b="1">
                  <a:solidFill>
                    <a:srgbClr val="000000"/>
                  </a:solidFill>
                  <a:latin typeface="Arial"/>
                  <a:ea typeface="Arial"/>
                  <a:cs typeface="Arial"/>
                </a:defRPr>
              </a:lvl2pPr>
              <a:lvl3pPr algn="l">
                <a:defRPr sz="877" b="1">
                  <a:solidFill>
                    <a:srgbClr val="000000"/>
                  </a:solidFill>
                  <a:latin typeface="Arial"/>
                  <a:ea typeface="Arial"/>
                  <a:cs typeface="Arial"/>
                </a:defRPr>
              </a:lvl3pPr>
              <a:lvl4pPr algn="l">
                <a:defRPr sz="877" b="1">
                  <a:solidFill>
                    <a:srgbClr val="000000"/>
                  </a:solidFill>
                  <a:latin typeface="Arial"/>
                  <a:ea typeface="Arial"/>
                  <a:cs typeface="Arial"/>
                </a:defRPr>
              </a:lvl4pPr>
              <a:lvl5pPr algn="l">
                <a:defRPr sz="877" b="1">
                  <a:solidFill>
                    <a:srgbClr val="000000"/>
                  </a:solidFill>
                  <a:latin typeface="Arial"/>
                  <a:ea typeface="Arial"/>
                  <a:cs typeface="Arial"/>
                </a:defRPr>
              </a:lvl5pPr>
              <a:lvl6pPr algn="l">
                <a:defRPr sz="877" b="1">
                  <a:solidFill>
                    <a:srgbClr val="000000"/>
                  </a:solidFill>
                  <a:latin typeface="Arial"/>
                  <a:ea typeface="Arial"/>
                  <a:cs typeface="Arial"/>
                </a:defRPr>
              </a:lvl6pPr>
              <a:lvl7pPr algn="l">
                <a:defRPr sz="877" b="1">
                  <a:solidFill>
                    <a:srgbClr val="000000"/>
                  </a:solidFill>
                  <a:latin typeface="Arial"/>
                  <a:ea typeface="Arial"/>
                  <a:cs typeface="Arial"/>
                </a:defRPr>
              </a:lvl7pPr>
              <a:lvl8pPr algn="l">
                <a:defRPr sz="877" b="1">
                  <a:solidFill>
                    <a:srgbClr val="000000"/>
                  </a:solidFill>
                  <a:latin typeface="Arial"/>
                  <a:ea typeface="Arial"/>
                  <a:cs typeface="Arial"/>
                </a:defRPr>
              </a:lvl8pPr>
              <a:lvl9pPr algn="l">
                <a:defRPr sz="877" b="1">
                  <a:solidFill>
                    <a:srgbClr val="000000"/>
                  </a:solidFill>
                  <a:latin typeface="Arial"/>
                  <a:ea typeface="Arial"/>
                  <a:cs typeface="Arial"/>
                </a:defRPr>
              </a:lvl9pPr>
            </a:lstStyle>
            <a:p>
              <a:pPr algn="l">
                <a:defRPr sz="877" b="1">
                  <a:solidFill>
                    <a:srgbClr val="000000"/>
                  </a:solidFill>
                  <a:latin typeface="Arial"/>
                  <a:ea typeface="Arial"/>
                  <a:cs typeface="Arial"/>
                </a:defRPr>
              </a:pPr>
              <a:r>
                <a:rPr sz="877" b="1">
                  <a:solidFill>
                    <a:srgbClr val="000000"/>
                  </a:solidFill>
                  <a:latin typeface="Arial"/>
                  <a:ea typeface="Arial"/>
                  <a:cs typeface="Arial"/>
                </a:rPr>
                <a:t>R2</a:t>
              </a:r>
            </a:p>
          </p:txBody>
        </p:sp>
        <p:sp>
          <p:nvSpPr>
            <p:cNvPr id="183" name="line_029">
              <a:extLst>
                <a:ext uri="{FF2B5EF4-FFF2-40B4-BE49-F238E27FC236}">
                  <ns2:creationId id="{13A96A03-4ABE-4896-88EF-313A92E15FD7}"/>
                </a:ext>
              </a:extLst>
            </p:cNvPr>
            <p:cNvSpPr>
              <a:spLocks noGrp="1"/>
            </p:cNvSpPr>
            <p:nvPr/>
          </p:nvSpPr>
          <p:spPr>
            <a:xfrm>
              <a:off x="4524375" y="7181850"/>
              <a:ext cx="2857500" cy="95"/>
            </a:xfrm>
            <a:custGeom>
              <a:pathLst>
                <a:path w="2857500" h="95">
                  <a:moveTo>
                    <a:pt x="0" y="0"/>
                  </a:moveTo>
                  <a:lnTo>
                    <a:pt x="2857500" y="0"/>
                  </a:lnTo>
                </a:path>
              </a:pathLst>
            </a:custGeom>
            <a:noFill/>
            <a:ln w="4589">
              <a:solidFill>
                <a:srgbClr val="7B8790"/>
              </a:solidFill>
              <a:prstDash val="solid"/>
            </a:ln>
          </p:spPr>
        </p:sp>
        <p:sp>
          <p:nvSpPr>
            <p:cNvPr id="184" name="text_030">
              <a:extLst>
                <a:ext uri="{FF2B5EF4-FFF2-40B4-BE49-F238E27FC236}">
                  <ns2:creationId id="{16E1DA4C-37AC-4282-8984-6D07E1091CE3}"/>
                </a:ext>
              </a:extLst>
            </p:cNvPr>
            <p:cNvSpPr>
              <a:spLocks noGrp="1"/>
            </p:cNvSpPr>
            <p:nvPr/>
          </p:nvSpPr>
          <p:spPr>
            <a:xfrm rot="0">
              <a:off x="3990975" y="7515225"/>
              <a:ext cx="466725" cy="209550"/>
            </a:xfrm>
            <a:prstGeom prst="rect">
              <a:avLst/>
            </a:prstGeom>
            <a:noFill/>
            <a:ln w="0">
              <a:noFill/>
              <a:prstDash val="solid"/>
            </a:ln>
          </p:spPr>
          <p:txBody>
            <a:bodyPr wrap="none" lIns="0" tIns="0" rIns="0" bIns="0" anchor="t">
              <a:noAutofit/>
            </a:bodyPr>
            <a:lstStyle>
              <a:defPPr algn="l">
                <a:defRPr sz="877" b="1">
                  <a:solidFill>
                    <a:srgbClr val="000000"/>
                  </a:solidFill>
                  <a:latin typeface="Arial"/>
                  <a:ea typeface="Arial"/>
                  <a:cs typeface="Arial"/>
                </a:defRPr>
              </a:defPPr>
              <a:lvl1pPr algn="l">
                <a:defRPr sz="877" b="1">
                  <a:solidFill>
                    <a:srgbClr val="000000"/>
                  </a:solidFill>
                  <a:latin typeface="Arial"/>
                  <a:ea typeface="Arial"/>
                  <a:cs typeface="Arial"/>
                </a:defRPr>
              </a:lvl1pPr>
              <a:lvl2pPr algn="l">
                <a:defRPr sz="877" b="1">
                  <a:solidFill>
                    <a:srgbClr val="000000"/>
                  </a:solidFill>
                  <a:latin typeface="Arial"/>
                  <a:ea typeface="Arial"/>
                  <a:cs typeface="Arial"/>
                </a:defRPr>
              </a:lvl2pPr>
              <a:lvl3pPr algn="l">
                <a:defRPr sz="877" b="1">
                  <a:solidFill>
                    <a:srgbClr val="000000"/>
                  </a:solidFill>
                  <a:latin typeface="Arial"/>
                  <a:ea typeface="Arial"/>
                  <a:cs typeface="Arial"/>
                </a:defRPr>
              </a:lvl3pPr>
              <a:lvl4pPr algn="l">
                <a:defRPr sz="877" b="1">
                  <a:solidFill>
                    <a:srgbClr val="000000"/>
                  </a:solidFill>
                  <a:latin typeface="Arial"/>
                  <a:ea typeface="Arial"/>
                  <a:cs typeface="Arial"/>
                </a:defRPr>
              </a:lvl4pPr>
              <a:lvl5pPr algn="l">
                <a:defRPr sz="877" b="1">
                  <a:solidFill>
                    <a:srgbClr val="000000"/>
                  </a:solidFill>
                  <a:latin typeface="Arial"/>
                  <a:ea typeface="Arial"/>
                  <a:cs typeface="Arial"/>
                </a:defRPr>
              </a:lvl5pPr>
              <a:lvl6pPr algn="l">
                <a:defRPr sz="877" b="1">
                  <a:solidFill>
                    <a:srgbClr val="000000"/>
                  </a:solidFill>
                  <a:latin typeface="Arial"/>
                  <a:ea typeface="Arial"/>
                  <a:cs typeface="Arial"/>
                </a:defRPr>
              </a:lvl6pPr>
              <a:lvl7pPr algn="l">
                <a:defRPr sz="877" b="1">
                  <a:solidFill>
                    <a:srgbClr val="000000"/>
                  </a:solidFill>
                  <a:latin typeface="Arial"/>
                  <a:ea typeface="Arial"/>
                  <a:cs typeface="Arial"/>
                </a:defRPr>
              </a:lvl7pPr>
              <a:lvl8pPr algn="l">
                <a:defRPr sz="877" b="1">
                  <a:solidFill>
                    <a:srgbClr val="000000"/>
                  </a:solidFill>
                  <a:latin typeface="Arial"/>
                  <a:ea typeface="Arial"/>
                  <a:cs typeface="Arial"/>
                </a:defRPr>
              </a:lvl8pPr>
              <a:lvl9pPr algn="l">
                <a:defRPr sz="877" b="1">
                  <a:solidFill>
                    <a:srgbClr val="000000"/>
                  </a:solidFill>
                  <a:latin typeface="Arial"/>
                  <a:ea typeface="Arial"/>
                  <a:cs typeface="Arial"/>
                </a:defRPr>
              </a:lvl9pPr>
            </a:lstStyle>
            <a:p>
              <a:pPr algn="l">
                <a:defRPr sz="877" b="1">
                  <a:solidFill>
                    <a:srgbClr val="000000"/>
                  </a:solidFill>
                  <a:latin typeface="Arial"/>
                  <a:ea typeface="Arial"/>
                  <a:cs typeface="Arial"/>
                </a:defRPr>
              </a:pPr>
              <a:r>
                <a:rPr sz="877" b="1">
                  <a:solidFill>
                    <a:srgbClr val="000000"/>
                  </a:solidFill>
                  <a:latin typeface="Arial"/>
                  <a:ea typeface="Arial"/>
                  <a:cs typeface="Arial"/>
                </a:rPr>
                <a:t>R20</a:t>
              </a:r>
            </a:p>
          </p:txBody>
        </p:sp>
        <p:sp>
          <p:nvSpPr>
            <p:cNvPr id="185" name="line_031">
              <a:extLst>
                <a:ext uri="{FF2B5EF4-FFF2-40B4-BE49-F238E27FC236}">
                  <ns2:creationId id="{DBE25FA1-FC38-4AB5-A605-94AFA84F81C9}"/>
                </a:ext>
              </a:extLst>
            </p:cNvPr>
            <p:cNvSpPr>
              <a:spLocks noGrp="1"/>
            </p:cNvSpPr>
            <p:nvPr/>
          </p:nvSpPr>
          <p:spPr>
            <a:xfrm>
              <a:off x="4524375" y="7620000"/>
              <a:ext cx="2857500" cy="95"/>
            </a:xfrm>
            <a:custGeom>
              <a:pathLst>
                <a:path w="2857500" h="95">
                  <a:moveTo>
                    <a:pt x="0" y="0"/>
                  </a:moveTo>
                  <a:lnTo>
                    <a:pt x="2857500" y="0"/>
                  </a:lnTo>
                </a:path>
              </a:pathLst>
            </a:custGeom>
            <a:noFill/>
            <a:ln w="4589">
              <a:solidFill>
                <a:srgbClr val="7B8790"/>
              </a:solidFill>
              <a:prstDash val="solid"/>
            </a:ln>
          </p:spPr>
        </p:sp>
        <p:sp>
          <p:nvSpPr>
            <p:cNvPr id="186" name="feature_346_reference_anchors">
              <a:extLst>
                <a:ext uri="{FF2B5EF4-FFF2-40B4-BE49-F238E27FC236}">
                  <ns2:creationId id="{F61B3E09-02D0-45D7-8525-7D85CF47506C}"/>
                </a:ext>
              </a:extLst>
            </p:cNvPr>
            <p:cNvSpPr>
              <a:spLocks noGrp="1"/>
            </p:cNvSpPr>
            <p:nvPr/>
          </p:nvSpPr>
          <p:spPr>
            <a:xfrm>
              <a:off x="5078815" y="6305550"/>
              <a:ext cx="65948" cy="1314450"/>
            </a:xfrm>
            <a:custGeom>
              <a:pathLst>
                <a:path w="65948" h="1314450">
                  <a:moveTo>
                    <a:pt x="0" y="0"/>
                  </a:moveTo>
                  <a:lnTo>
                    <a:pt x="65948" y="438150"/>
                  </a:lnTo>
                  <a:lnTo>
                    <a:pt x="2374" y="876300"/>
                  </a:lnTo>
                  <a:lnTo>
                    <a:pt x="12316" y="1314450"/>
                  </a:lnTo>
                </a:path>
              </a:pathLst>
            </a:custGeom>
            <a:noFill/>
            <a:ln w="7866">
              <a:solidFill>
                <a:srgbClr val="0072B2"/>
              </a:solidFill>
              <a:prstDash val="solid"/>
            </a:ln>
          </p:spPr>
        </p:sp>
        <p:sp>
          <p:nvSpPr>
            <p:cNvPr id="187" name="ellipse_033">
              <a:extLst>
                <a:ext uri="{FF2B5EF4-FFF2-40B4-BE49-F238E27FC236}">
                  <ns2:creationId id="{B787C2B7-D206-41AF-A92B-0BB98DC5390A}"/>
                </a:ext>
              </a:extLst>
            </p:cNvPr>
            <p:cNvSpPr>
              <a:spLocks noGrp="1"/>
            </p:cNvSpPr>
            <p:nvPr/>
          </p:nvSpPr>
          <p:spPr>
            <a:xfrm rot="0">
              <a:off x="5040715" y="6267450"/>
              <a:ext cx="76200" cy="76200"/>
            </a:xfrm>
            <a:prstGeom prst="ellipse">
              <a:avLst/>
            </a:prstGeom>
            <a:solidFill>
              <a:srgbClr val="FFFFFF"/>
            </a:solidFill>
            <a:ln w="11799">
              <a:solidFill>
                <a:srgbClr val="0072B2"/>
              </a:solidFill>
              <a:prstDash val="solid"/>
            </a:ln>
          </p:spPr>
        </p:sp>
        <p:sp>
          <p:nvSpPr>
            <p:cNvPr id="188" name="ellipse_034">
              <a:extLst>
                <a:ext uri="{FF2B5EF4-FFF2-40B4-BE49-F238E27FC236}">
                  <ns2:creationId id="{D28A46F6-AF99-48A1-AC0F-2021B86B63E7}"/>
                </a:ext>
              </a:extLst>
            </p:cNvPr>
            <p:cNvSpPr>
              <a:spLocks noGrp="1"/>
            </p:cNvSpPr>
            <p:nvPr/>
          </p:nvSpPr>
          <p:spPr>
            <a:xfrm rot="0">
              <a:off x="5106663" y="6705600"/>
              <a:ext cx="76200" cy="76200"/>
            </a:xfrm>
            <a:prstGeom prst="ellipse">
              <a:avLst/>
            </a:prstGeom>
            <a:solidFill>
              <a:srgbClr val="FFFFFF"/>
            </a:solidFill>
            <a:ln w="11799">
              <a:solidFill>
                <a:srgbClr val="0072B2"/>
              </a:solidFill>
              <a:prstDash val="solid"/>
            </a:ln>
          </p:spPr>
        </p:sp>
        <p:sp>
          <p:nvSpPr>
            <p:cNvPr id="189" name="ellipse_035">
              <a:extLst>
                <a:ext uri="{FF2B5EF4-FFF2-40B4-BE49-F238E27FC236}">
                  <ns2:creationId id="{BC62DD34-608D-4B99-A3A1-538139C62C7E}"/>
                </a:ext>
              </a:extLst>
            </p:cNvPr>
            <p:cNvSpPr>
              <a:spLocks noGrp="1"/>
            </p:cNvSpPr>
            <p:nvPr/>
          </p:nvSpPr>
          <p:spPr>
            <a:xfrm rot="0">
              <a:off x="5043089" y="7143750"/>
              <a:ext cx="76200" cy="76200"/>
            </a:xfrm>
            <a:prstGeom prst="ellipse">
              <a:avLst/>
            </a:prstGeom>
            <a:solidFill>
              <a:srgbClr val="FFFFFF"/>
            </a:solidFill>
            <a:ln w="11799">
              <a:solidFill>
                <a:srgbClr val="0072B2"/>
              </a:solidFill>
              <a:prstDash val="solid"/>
            </a:ln>
          </p:spPr>
        </p:sp>
        <p:sp>
          <p:nvSpPr>
            <p:cNvPr id="190" name="ellipse_036">
              <a:extLst>
                <a:ext uri="{FF2B5EF4-FFF2-40B4-BE49-F238E27FC236}">
                  <ns2:creationId id="{59EC25C4-B4F4-4101-AB40-AE9D2B33811C}"/>
                </a:ext>
              </a:extLst>
            </p:cNvPr>
            <p:cNvSpPr>
              <a:spLocks noGrp="1"/>
            </p:cNvSpPr>
            <p:nvPr/>
          </p:nvSpPr>
          <p:spPr>
            <a:xfrm rot="0">
              <a:off x="5053031" y="7581900"/>
              <a:ext cx="76200" cy="76200"/>
            </a:xfrm>
            <a:prstGeom prst="ellipse">
              <a:avLst/>
            </a:prstGeom>
            <a:solidFill>
              <a:srgbClr val="FFFFFF"/>
            </a:solidFill>
            <a:ln w="11799">
              <a:solidFill>
                <a:srgbClr val="0072B2"/>
              </a:solidFill>
              <a:prstDash val="solid"/>
            </a:ln>
          </p:spPr>
        </p:sp>
        <p:sp>
          <p:nvSpPr>
            <p:cNvPr id="191" name="text_037">
              <a:extLst>
                <a:ext uri="{FF2B5EF4-FFF2-40B4-BE49-F238E27FC236}">
                  <ns2:creationId id="{D9846980-7F28-4A7E-A1B4-C88F317C7C61}"/>
                </a:ext>
              </a:extLst>
            </p:cNvPr>
            <p:cNvSpPr>
              <a:spLocks noGrp="1"/>
            </p:cNvSpPr>
            <p:nvPr/>
          </p:nvSpPr>
          <p:spPr>
            <a:xfrm rot="0">
              <a:off x="4993090" y="6048375"/>
              <a:ext cx="228600" cy="200025"/>
            </a:xfrm>
            <a:prstGeom prst="rect">
              <a:avLst/>
            </a:prstGeom>
            <a:noFill/>
            <a:ln w="0">
              <a:noFill/>
              <a:prstDash val="solid"/>
            </a:ln>
          </p:spPr>
          <p:txBody>
            <a:bodyPr wrap="none" lIns="0" tIns="0" rIns="0" bIns="0" anchor="t">
              <a:noAutofit/>
            </a:bodyPr>
            <a:lstStyle>
              <a:defPPr algn="l">
                <a:defRPr sz="877" b="1">
                  <a:solidFill>
                    <a:srgbClr val="000000"/>
                  </a:solidFill>
                  <a:latin typeface="Arial"/>
                  <a:ea typeface="Arial"/>
                  <a:cs typeface="Arial"/>
                </a:defRPr>
              </a:defPPr>
              <a:lvl1pPr algn="l">
                <a:defRPr sz="877" b="1">
                  <a:solidFill>
                    <a:srgbClr val="000000"/>
                  </a:solidFill>
                  <a:latin typeface="Arial"/>
                  <a:ea typeface="Arial"/>
                  <a:cs typeface="Arial"/>
                </a:defRPr>
              </a:lvl1pPr>
              <a:lvl2pPr algn="l">
                <a:defRPr sz="877" b="1">
                  <a:solidFill>
                    <a:srgbClr val="000000"/>
                  </a:solidFill>
                  <a:latin typeface="Arial"/>
                  <a:ea typeface="Arial"/>
                  <a:cs typeface="Arial"/>
                </a:defRPr>
              </a:lvl2pPr>
              <a:lvl3pPr algn="l">
                <a:defRPr sz="877" b="1">
                  <a:solidFill>
                    <a:srgbClr val="000000"/>
                  </a:solidFill>
                  <a:latin typeface="Arial"/>
                  <a:ea typeface="Arial"/>
                  <a:cs typeface="Arial"/>
                </a:defRPr>
              </a:lvl3pPr>
              <a:lvl4pPr algn="l">
                <a:defRPr sz="877" b="1">
                  <a:solidFill>
                    <a:srgbClr val="000000"/>
                  </a:solidFill>
                  <a:latin typeface="Arial"/>
                  <a:ea typeface="Arial"/>
                  <a:cs typeface="Arial"/>
                </a:defRPr>
              </a:lvl4pPr>
              <a:lvl5pPr algn="l">
                <a:defRPr sz="877" b="1">
                  <a:solidFill>
                    <a:srgbClr val="000000"/>
                  </a:solidFill>
                  <a:latin typeface="Arial"/>
                  <a:ea typeface="Arial"/>
                  <a:cs typeface="Arial"/>
                </a:defRPr>
              </a:lvl5pPr>
              <a:lvl6pPr algn="l">
                <a:defRPr sz="877" b="1">
                  <a:solidFill>
                    <a:srgbClr val="000000"/>
                  </a:solidFill>
                  <a:latin typeface="Arial"/>
                  <a:ea typeface="Arial"/>
                  <a:cs typeface="Arial"/>
                </a:defRPr>
              </a:lvl6pPr>
              <a:lvl7pPr algn="l">
                <a:defRPr sz="877" b="1">
                  <a:solidFill>
                    <a:srgbClr val="000000"/>
                  </a:solidFill>
                  <a:latin typeface="Arial"/>
                  <a:ea typeface="Arial"/>
                  <a:cs typeface="Arial"/>
                </a:defRPr>
              </a:lvl7pPr>
              <a:lvl8pPr algn="l">
                <a:defRPr sz="877" b="1">
                  <a:solidFill>
                    <a:srgbClr val="000000"/>
                  </a:solidFill>
                  <a:latin typeface="Arial"/>
                  <a:ea typeface="Arial"/>
                  <a:cs typeface="Arial"/>
                </a:defRPr>
              </a:lvl8pPr>
              <a:lvl9pPr algn="l">
                <a:defRPr sz="877" b="1">
                  <a:solidFill>
                    <a:srgbClr val="000000"/>
                  </a:solidFill>
                  <a:latin typeface="Arial"/>
                  <a:ea typeface="Arial"/>
                  <a:cs typeface="Arial"/>
                </a:defRPr>
              </a:lvl9pPr>
            </a:lstStyle>
            <a:p>
              <a:pPr algn="l">
                <a:defRPr sz="877" b="1">
                  <a:solidFill>
                    <a:srgbClr val="000000"/>
                  </a:solidFill>
                  <a:latin typeface="Arial"/>
                  <a:ea typeface="Arial"/>
                  <a:cs typeface="Arial"/>
                </a:defRPr>
              </a:pPr>
              <a:r>
                <a:rPr sz="877" b="1">
                  <a:solidFill>
                    <a:srgbClr val="000000"/>
                  </a:solidFill>
                  <a:latin typeface="Arial"/>
                  <a:ea typeface="Arial"/>
                  <a:cs typeface="Arial"/>
                </a:rPr>
                <a:t>A</a:t>
              </a:r>
            </a:p>
          </p:txBody>
        </p:sp>
        <p:sp>
          <p:nvSpPr>
            <p:cNvPr id="192" name="feature_175_reference_anchors">
              <a:extLst>
                <a:ext uri="{FF2B5EF4-FFF2-40B4-BE49-F238E27FC236}">
                  <ns2:creationId id="{14432F0A-408B-431A-88B5-173C5E6874FB}"/>
                </a:ext>
              </a:extLst>
            </p:cNvPr>
            <p:cNvSpPr>
              <a:spLocks noGrp="1"/>
            </p:cNvSpPr>
            <p:nvPr/>
          </p:nvSpPr>
          <p:spPr>
            <a:xfrm>
              <a:off x="7006276" y="6305550"/>
              <a:ext cx="365745" cy="1314450"/>
            </a:xfrm>
            <a:custGeom>
              <a:pathLst>
                <a:path w="365745" h="1314450">
                  <a:moveTo>
                    <a:pt x="354274" y="0"/>
                  </a:moveTo>
                  <a:lnTo>
                    <a:pt x="0" y="438150"/>
                  </a:lnTo>
                  <a:lnTo>
                    <a:pt x="356152" y="876300"/>
                  </a:lnTo>
                  <a:lnTo>
                    <a:pt x="365745" y="1314450"/>
                  </a:lnTo>
                </a:path>
              </a:pathLst>
            </a:custGeom>
            <a:noFill/>
            <a:ln w="7866">
              <a:solidFill>
                <a:srgbClr val="D55E00"/>
              </a:solidFill>
              <a:prstDash val="solid"/>
            </a:ln>
          </p:spPr>
        </p:sp>
        <p:sp>
          <p:nvSpPr>
            <p:cNvPr id="193" name="ellipse_039">
              <a:extLst>
                <a:ext uri="{FF2B5EF4-FFF2-40B4-BE49-F238E27FC236}">
                  <ns2:creationId id="{0686192B-2D69-459B-924B-4EBB5841BEF1}"/>
                </a:ext>
              </a:extLst>
            </p:cNvPr>
            <p:cNvSpPr>
              <a:spLocks noGrp="1"/>
            </p:cNvSpPr>
            <p:nvPr/>
          </p:nvSpPr>
          <p:spPr>
            <a:xfrm rot="0">
              <a:off x="7322450" y="6267450"/>
              <a:ext cx="76200" cy="76200"/>
            </a:xfrm>
            <a:prstGeom prst="ellipse">
              <a:avLst/>
            </a:prstGeom>
            <a:solidFill>
              <a:srgbClr val="FFFFFF"/>
            </a:solidFill>
            <a:ln w="11799">
              <a:solidFill>
                <a:srgbClr val="D55E00"/>
              </a:solidFill>
              <a:prstDash val="solid"/>
            </a:ln>
          </p:spPr>
        </p:sp>
        <p:sp>
          <p:nvSpPr>
            <p:cNvPr id="194" name="ellipse_040">
              <a:extLst>
                <a:ext uri="{FF2B5EF4-FFF2-40B4-BE49-F238E27FC236}">
                  <ns2:creationId id="{5D0E5C9A-BD22-4E5D-9E42-82072E1194E1}"/>
                </a:ext>
              </a:extLst>
            </p:cNvPr>
            <p:cNvSpPr>
              <a:spLocks noGrp="1"/>
            </p:cNvSpPr>
            <p:nvPr/>
          </p:nvSpPr>
          <p:spPr>
            <a:xfrm rot="0">
              <a:off x="6968176" y="6705600"/>
              <a:ext cx="76200" cy="76200"/>
            </a:xfrm>
            <a:prstGeom prst="ellipse">
              <a:avLst/>
            </a:prstGeom>
            <a:solidFill>
              <a:srgbClr val="FFFFFF"/>
            </a:solidFill>
            <a:ln w="11799">
              <a:solidFill>
                <a:srgbClr val="D55E00"/>
              </a:solidFill>
              <a:prstDash val="solid"/>
            </a:ln>
          </p:spPr>
        </p:sp>
        <p:sp>
          <p:nvSpPr>
            <p:cNvPr id="195" name="ellipse_041">
              <a:extLst>
                <a:ext uri="{FF2B5EF4-FFF2-40B4-BE49-F238E27FC236}">
                  <ns2:creationId id="{ED05C9CA-D028-42E7-B1F1-12219136FB74}"/>
                </a:ext>
              </a:extLst>
            </p:cNvPr>
            <p:cNvSpPr>
              <a:spLocks noGrp="1"/>
            </p:cNvSpPr>
            <p:nvPr/>
          </p:nvSpPr>
          <p:spPr>
            <a:xfrm rot="0">
              <a:off x="7324328" y="7143750"/>
              <a:ext cx="76200" cy="76200"/>
            </a:xfrm>
            <a:prstGeom prst="ellipse">
              <a:avLst/>
            </a:prstGeom>
            <a:solidFill>
              <a:srgbClr val="FFFFFF"/>
            </a:solidFill>
            <a:ln w="11799">
              <a:solidFill>
                <a:srgbClr val="D55E00"/>
              </a:solidFill>
              <a:prstDash val="solid"/>
            </a:ln>
          </p:spPr>
        </p:sp>
        <p:sp>
          <p:nvSpPr>
            <p:cNvPr id="196" name="ellipse_042">
              <a:extLst>
                <a:ext uri="{FF2B5EF4-FFF2-40B4-BE49-F238E27FC236}">
                  <ns2:creationId id="{B8CE755B-B779-43AA-BFDF-AC586C96B291}"/>
                </a:ext>
              </a:extLst>
            </p:cNvPr>
            <p:cNvSpPr>
              <a:spLocks noGrp="1"/>
            </p:cNvSpPr>
            <p:nvPr/>
          </p:nvSpPr>
          <p:spPr>
            <a:xfrm rot="0">
              <a:off x="7333921" y="7581900"/>
              <a:ext cx="76200" cy="76200"/>
            </a:xfrm>
            <a:prstGeom prst="ellipse">
              <a:avLst/>
            </a:prstGeom>
            <a:solidFill>
              <a:srgbClr val="FFFFFF"/>
            </a:solidFill>
            <a:ln w="11799">
              <a:solidFill>
                <a:srgbClr val="D55E00"/>
              </a:solidFill>
              <a:prstDash val="solid"/>
            </a:ln>
          </p:spPr>
        </p:sp>
        <p:sp>
          <p:nvSpPr>
            <p:cNvPr id="197" name="text_043">
              <a:extLst>
                <a:ext uri="{FF2B5EF4-FFF2-40B4-BE49-F238E27FC236}">
                  <ns2:creationId id="{1A22396D-7427-4546-9932-4E6A1AF14A19}"/>
                </a:ext>
              </a:extLst>
            </p:cNvPr>
            <p:cNvSpPr>
              <a:spLocks noGrp="1"/>
            </p:cNvSpPr>
            <p:nvPr/>
          </p:nvSpPr>
          <p:spPr>
            <a:xfrm rot="0">
              <a:off x="7274825" y="6048375"/>
              <a:ext cx="228600" cy="200025"/>
            </a:xfrm>
            <a:prstGeom prst="rect">
              <a:avLst/>
            </a:prstGeom>
            <a:noFill/>
            <a:ln w="0">
              <a:noFill/>
              <a:prstDash val="solid"/>
            </a:ln>
          </p:spPr>
          <p:txBody>
            <a:bodyPr wrap="none" lIns="0" tIns="0" rIns="0" bIns="0" anchor="t">
              <a:noAutofit/>
            </a:bodyPr>
            <a:lstStyle>
              <a:defPPr algn="l">
                <a:defRPr sz="877" b="1">
                  <a:solidFill>
                    <a:srgbClr val="000000"/>
                  </a:solidFill>
                  <a:latin typeface="Arial"/>
                  <a:ea typeface="Arial"/>
                  <a:cs typeface="Arial"/>
                </a:defRPr>
              </a:defPPr>
              <a:lvl1pPr algn="l">
                <a:defRPr sz="877" b="1">
                  <a:solidFill>
                    <a:srgbClr val="000000"/>
                  </a:solidFill>
                  <a:latin typeface="Arial"/>
                  <a:ea typeface="Arial"/>
                  <a:cs typeface="Arial"/>
                </a:defRPr>
              </a:lvl1pPr>
              <a:lvl2pPr algn="l">
                <a:defRPr sz="877" b="1">
                  <a:solidFill>
                    <a:srgbClr val="000000"/>
                  </a:solidFill>
                  <a:latin typeface="Arial"/>
                  <a:ea typeface="Arial"/>
                  <a:cs typeface="Arial"/>
                </a:defRPr>
              </a:lvl2pPr>
              <a:lvl3pPr algn="l">
                <a:defRPr sz="877" b="1">
                  <a:solidFill>
                    <a:srgbClr val="000000"/>
                  </a:solidFill>
                  <a:latin typeface="Arial"/>
                  <a:ea typeface="Arial"/>
                  <a:cs typeface="Arial"/>
                </a:defRPr>
              </a:lvl3pPr>
              <a:lvl4pPr algn="l">
                <a:defRPr sz="877" b="1">
                  <a:solidFill>
                    <a:srgbClr val="000000"/>
                  </a:solidFill>
                  <a:latin typeface="Arial"/>
                  <a:ea typeface="Arial"/>
                  <a:cs typeface="Arial"/>
                </a:defRPr>
              </a:lvl4pPr>
              <a:lvl5pPr algn="l">
                <a:defRPr sz="877" b="1">
                  <a:solidFill>
                    <a:srgbClr val="000000"/>
                  </a:solidFill>
                  <a:latin typeface="Arial"/>
                  <a:ea typeface="Arial"/>
                  <a:cs typeface="Arial"/>
                </a:defRPr>
              </a:lvl5pPr>
              <a:lvl6pPr algn="l">
                <a:defRPr sz="877" b="1">
                  <a:solidFill>
                    <a:srgbClr val="000000"/>
                  </a:solidFill>
                  <a:latin typeface="Arial"/>
                  <a:ea typeface="Arial"/>
                  <a:cs typeface="Arial"/>
                </a:defRPr>
              </a:lvl6pPr>
              <a:lvl7pPr algn="l">
                <a:defRPr sz="877" b="1">
                  <a:solidFill>
                    <a:srgbClr val="000000"/>
                  </a:solidFill>
                  <a:latin typeface="Arial"/>
                  <a:ea typeface="Arial"/>
                  <a:cs typeface="Arial"/>
                </a:defRPr>
              </a:lvl7pPr>
              <a:lvl8pPr algn="l">
                <a:defRPr sz="877" b="1">
                  <a:solidFill>
                    <a:srgbClr val="000000"/>
                  </a:solidFill>
                  <a:latin typeface="Arial"/>
                  <a:ea typeface="Arial"/>
                  <a:cs typeface="Arial"/>
                </a:defRPr>
              </a:lvl8pPr>
              <a:lvl9pPr algn="l">
                <a:defRPr sz="877" b="1">
                  <a:solidFill>
                    <a:srgbClr val="000000"/>
                  </a:solidFill>
                  <a:latin typeface="Arial"/>
                  <a:ea typeface="Arial"/>
                  <a:cs typeface="Arial"/>
                </a:defRPr>
              </a:lvl9pPr>
            </a:lstStyle>
            <a:p>
              <a:pPr algn="l">
                <a:defRPr sz="877" b="1">
                  <a:solidFill>
                    <a:srgbClr val="000000"/>
                  </a:solidFill>
                  <a:latin typeface="Arial"/>
                  <a:ea typeface="Arial"/>
                  <a:cs typeface="Arial"/>
                </a:defRPr>
              </a:pPr>
              <a:r>
                <a:rPr sz="877" b="1">
                  <a:solidFill>
                    <a:srgbClr val="000000"/>
                  </a:solidFill>
                  <a:latin typeface="Arial"/>
                  <a:ea typeface="Arial"/>
                  <a:cs typeface="Arial"/>
                </a:rPr>
                <a:t>B</a:t>
              </a:r>
            </a:p>
          </p:txBody>
        </p:sp>
        <p:sp>
          <p:nvSpPr>
            <p:cNvPr id="198" name="feature_272_reference_anchors">
              <a:extLst>
                <a:ext uri="{FF2B5EF4-FFF2-40B4-BE49-F238E27FC236}">
                  <ns2:creationId id="{428EE329-04E2-46AD-AD40-BEDA3D8EF9A0}"/>
                </a:ext>
              </a:extLst>
            </p:cNvPr>
            <p:cNvSpPr>
              <a:spLocks noGrp="1"/>
            </p:cNvSpPr>
            <p:nvPr/>
          </p:nvSpPr>
          <p:spPr>
            <a:xfrm>
              <a:off x="6848759" y="6305550"/>
              <a:ext cx="191091" cy="1314450"/>
            </a:xfrm>
            <a:custGeom>
              <a:pathLst>
                <a:path w="191091" h="1314450">
                  <a:moveTo>
                    <a:pt x="0" y="0"/>
                  </a:moveTo>
                  <a:lnTo>
                    <a:pt x="191091" y="438150"/>
                  </a:lnTo>
                  <a:lnTo>
                    <a:pt x="20515" y="876300"/>
                  </a:lnTo>
                  <a:lnTo>
                    <a:pt x="33509" y="1314450"/>
                  </a:lnTo>
                </a:path>
              </a:pathLst>
            </a:custGeom>
            <a:noFill/>
            <a:ln w="7866">
              <a:solidFill>
                <a:srgbClr val="009E73"/>
              </a:solidFill>
              <a:prstDash val="solid"/>
            </a:ln>
          </p:spPr>
        </p:sp>
        <p:sp>
          <p:nvSpPr>
            <p:cNvPr id="199" name="ellipse_045">
              <a:extLst>
                <a:ext uri="{FF2B5EF4-FFF2-40B4-BE49-F238E27FC236}">
                  <ns2:creationId id="{A76C21FB-91AC-4214-9031-3F0C8EA7D64F}"/>
                </a:ext>
              </a:extLst>
            </p:cNvPr>
            <p:cNvSpPr>
              <a:spLocks noGrp="1"/>
            </p:cNvSpPr>
            <p:nvPr/>
          </p:nvSpPr>
          <p:spPr>
            <a:xfrm rot="0">
              <a:off x="6810659" y="6267450"/>
              <a:ext cx="76200" cy="76200"/>
            </a:xfrm>
            <a:prstGeom prst="ellipse">
              <a:avLst/>
            </a:prstGeom>
            <a:solidFill>
              <a:srgbClr val="FFFFFF"/>
            </a:solidFill>
            <a:ln w="11799">
              <a:solidFill>
                <a:srgbClr val="009E73"/>
              </a:solidFill>
              <a:prstDash val="solid"/>
            </a:ln>
          </p:spPr>
        </p:sp>
        <p:sp>
          <p:nvSpPr>
            <p:cNvPr id="200" name="ellipse_046">
              <a:extLst>
                <a:ext uri="{FF2B5EF4-FFF2-40B4-BE49-F238E27FC236}">
                  <ns2:creationId id="{7F2FCCEA-04C6-461F-89E6-D695F903764F}"/>
                </a:ext>
              </a:extLst>
            </p:cNvPr>
            <p:cNvSpPr>
              <a:spLocks noGrp="1"/>
            </p:cNvSpPr>
            <p:nvPr/>
          </p:nvSpPr>
          <p:spPr>
            <a:xfrm rot="0">
              <a:off x="7001751" y="6705600"/>
              <a:ext cx="76200" cy="76200"/>
            </a:xfrm>
            <a:prstGeom prst="ellipse">
              <a:avLst/>
            </a:prstGeom>
            <a:solidFill>
              <a:srgbClr val="FFFFFF"/>
            </a:solidFill>
            <a:ln w="11799">
              <a:solidFill>
                <a:srgbClr val="009E73"/>
              </a:solidFill>
              <a:prstDash val="solid"/>
            </a:ln>
          </p:spPr>
        </p:sp>
        <p:sp>
          <p:nvSpPr>
            <p:cNvPr id="201" name="ellipse_047">
              <a:extLst>
                <a:ext uri="{FF2B5EF4-FFF2-40B4-BE49-F238E27FC236}">
                  <ns2:creationId id="{8EAD614E-03F2-4D80-B44A-0FC56563ACE2}"/>
                </a:ext>
              </a:extLst>
            </p:cNvPr>
            <p:cNvSpPr>
              <a:spLocks noGrp="1"/>
            </p:cNvSpPr>
            <p:nvPr/>
          </p:nvSpPr>
          <p:spPr>
            <a:xfrm rot="0">
              <a:off x="6831174" y="7143750"/>
              <a:ext cx="76200" cy="76200"/>
            </a:xfrm>
            <a:prstGeom prst="ellipse">
              <a:avLst/>
            </a:prstGeom>
            <a:solidFill>
              <a:srgbClr val="FFFFFF"/>
            </a:solidFill>
            <a:ln w="11799">
              <a:solidFill>
                <a:srgbClr val="009E73"/>
              </a:solidFill>
              <a:prstDash val="solid"/>
            </a:ln>
          </p:spPr>
        </p:sp>
        <p:sp>
          <p:nvSpPr>
            <p:cNvPr id="202" name="ellipse_048">
              <a:extLst>
                <a:ext uri="{FF2B5EF4-FFF2-40B4-BE49-F238E27FC236}">
                  <ns2:creationId id="{F9CB9665-0716-4F76-9069-AF164D519C6F}"/>
                </a:ext>
              </a:extLst>
            </p:cNvPr>
            <p:cNvSpPr>
              <a:spLocks noGrp="1"/>
            </p:cNvSpPr>
            <p:nvPr/>
          </p:nvSpPr>
          <p:spPr>
            <a:xfrm rot="0">
              <a:off x="6844168" y="7581900"/>
              <a:ext cx="76200" cy="76200"/>
            </a:xfrm>
            <a:prstGeom prst="ellipse">
              <a:avLst/>
            </a:prstGeom>
            <a:solidFill>
              <a:srgbClr val="FFFFFF"/>
            </a:solidFill>
            <a:ln w="11799">
              <a:solidFill>
                <a:srgbClr val="009E73"/>
              </a:solidFill>
              <a:prstDash val="solid"/>
            </a:ln>
          </p:spPr>
        </p:sp>
        <p:sp>
          <p:nvSpPr>
            <p:cNvPr id="203" name="text_049">
              <a:extLst>
                <a:ext uri="{FF2B5EF4-FFF2-40B4-BE49-F238E27FC236}">
                  <ns2:creationId id="{1672EBC0-7C0D-4660-9BA4-6BB2BFA9592E}"/>
                </a:ext>
              </a:extLst>
            </p:cNvPr>
            <p:cNvSpPr>
              <a:spLocks noGrp="1"/>
            </p:cNvSpPr>
            <p:nvPr/>
          </p:nvSpPr>
          <p:spPr>
            <a:xfrm rot="0">
              <a:off x="6763034" y="6048375"/>
              <a:ext cx="228600" cy="200025"/>
            </a:xfrm>
            <a:prstGeom prst="rect">
              <a:avLst/>
            </a:prstGeom>
            <a:noFill/>
            <a:ln w="0">
              <a:noFill/>
              <a:prstDash val="solid"/>
            </a:ln>
          </p:spPr>
          <p:txBody>
            <a:bodyPr wrap="none" lIns="0" tIns="0" rIns="0" bIns="0" anchor="t">
              <a:noAutofit/>
            </a:bodyPr>
            <a:lstStyle>
              <a:defPPr algn="l">
                <a:defRPr sz="877" b="1">
                  <a:solidFill>
                    <a:srgbClr val="000000"/>
                  </a:solidFill>
                  <a:latin typeface="Arial"/>
                  <a:ea typeface="Arial"/>
                  <a:cs typeface="Arial"/>
                </a:defRPr>
              </a:defPPr>
              <a:lvl1pPr algn="l">
                <a:defRPr sz="877" b="1">
                  <a:solidFill>
                    <a:srgbClr val="000000"/>
                  </a:solidFill>
                  <a:latin typeface="Arial"/>
                  <a:ea typeface="Arial"/>
                  <a:cs typeface="Arial"/>
                </a:defRPr>
              </a:lvl1pPr>
              <a:lvl2pPr algn="l">
                <a:defRPr sz="877" b="1">
                  <a:solidFill>
                    <a:srgbClr val="000000"/>
                  </a:solidFill>
                  <a:latin typeface="Arial"/>
                  <a:ea typeface="Arial"/>
                  <a:cs typeface="Arial"/>
                </a:defRPr>
              </a:lvl2pPr>
              <a:lvl3pPr algn="l">
                <a:defRPr sz="877" b="1">
                  <a:solidFill>
                    <a:srgbClr val="000000"/>
                  </a:solidFill>
                  <a:latin typeface="Arial"/>
                  <a:ea typeface="Arial"/>
                  <a:cs typeface="Arial"/>
                </a:defRPr>
              </a:lvl3pPr>
              <a:lvl4pPr algn="l">
                <a:defRPr sz="877" b="1">
                  <a:solidFill>
                    <a:srgbClr val="000000"/>
                  </a:solidFill>
                  <a:latin typeface="Arial"/>
                  <a:ea typeface="Arial"/>
                  <a:cs typeface="Arial"/>
                </a:defRPr>
              </a:lvl4pPr>
              <a:lvl5pPr algn="l">
                <a:defRPr sz="877" b="1">
                  <a:solidFill>
                    <a:srgbClr val="000000"/>
                  </a:solidFill>
                  <a:latin typeface="Arial"/>
                  <a:ea typeface="Arial"/>
                  <a:cs typeface="Arial"/>
                </a:defRPr>
              </a:lvl5pPr>
              <a:lvl6pPr algn="l">
                <a:defRPr sz="877" b="1">
                  <a:solidFill>
                    <a:srgbClr val="000000"/>
                  </a:solidFill>
                  <a:latin typeface="Arial"/>
                  <a:ea typeface="Arial"/>
                  <a:cs typeface="Arial"/>
                </a:defRPr>
              </a:lvl6pPr>
              <a:lvl7pPr algn="l">
                <a:defRPr sz="877" b="1">
                  <a:solidFill>
                    <a:srgbClr val="000000"/>
                  </a:solidFill>
                  <a:latin typeface="Arial"/>
                  <a:ea typeface="Arial"/>
                  <a:cs typeface="Arial"/>
                </a:defRPr>
              </a:lvl7pPr>
              <a:lvl8pPr algn="l">
                <a:defRPr sz="877" b="1">
                  <a:solidFill>
                    <a:srgbClr val="000000"/>
                  </a:solidFill>
                  <a:latin typeface="Arial"/>
                  <a:ea typeface="Arial"/>
                  <a:cs typeface="Arial"/>
                </a:defRPr>
              </a:lvl8pPr>
              <a:lvl9pPr algn="l">
                <a:defRPr sz="877" b="1">
                  <a:solidFill>
                    <a:srgbClr val="000000"/>
                  </a:solidFill>
                  <a:latin typeface="Arial"/>
                  <a:ea typeface="Arial"/>
                  <a:cs typeface="Arial"/>
                </a:defRPr>
              </a:lvl9pPr>
            </a:lstStyle>
            <a:p>
              <a:pPr algn="l">
                <a:defRPr sz="877" b="1">
                  <a:solidFill>
                    <a:srgbClr val="000000"/>
                  </a:solidFill>
                  <a:latin typeface="Arial"/>
                  <a:ea typeface="Arial"/>
                  <a:cs typeface="Arial"/>
                </a:defRPr>
              </a:pPr>
              <a:r>
                <a:rPr sz="877" b="1">
                  <a:solidFill>
                    <a:srgbClr val="000000"/>
                  </a:solidFill>
                  <a:latin typeface="Arial"/>
                  <a:ea typeface="Arial"/>
                  <a:cs typeface="Arial"/>
                </a:rPr>
                <a:t>C</a:t>
              </a:r>
            </a:p>
          </p:txBody>
        </p:sp>
        <p:sp>
          <p:nvSpPr>
            <p:cNvPr id="204" name="text_050">
              <a:extLst>
                <a:ext uri="{FF2B5EF4-FFF2-40B4-BE49-F238E27FC236}">
                  <ns2:creationId id="{63A34883-CB7A-4B7B-B690-3F1566D249A9}"/>
                </a:ext>
              </a:extLst>
            </p:cNvPr>
            <p:cNvSpPr>
              <a:spLocks noGrp="1"/>
            </p:cNvSpPr>
            <p:nvPr/>
          </p:nvSpPr>
          <p:spPr>
            <a:xfrm rot="0">
              <a:off x="4352925" y="7772400"/>
              <a:ext cx="342900" cy="200025"/>
            </a:xfrm>
            <a:prstGeom prst="rect">
              <a:avLst/>
            </a:prstGeom>
            <a:noFill/>
            <a:ln w="0">
              <a:noFill/>
              <a:prstDash val="solid"/>
            </a:ln>
          </p:spPr>
          <p:txBody>
            <a:bodyPr wrap="none" lIns="0" tIns="0" rIns="0" bIns="0" anchor="t">
              <a:noAutofit/>
            </a:bodyPr>
            <a:lstStyle>
              <a:defPPr algn="ctr">
                <a:defRPr sz="826" b="0">
                  <a:solidFill>
                    <a:srgbClr val="000000"/>
                  </a:solidFill>
                  <a:latin typeface="Arial"/>
                  <a:ea typeface="Arial"/>
                  <a:cs typeface="Arial"/>
                </a:defRPr>
              </a:defPPr>
              <a:lvl1pPr algn="ctr">
                <a:defRPr sz="826" b="0">
                  <a:solidFill>
                    <a:srgbClr val="000000"/>
                  </a:solidFill>
                  <a:latin typeface="Arial"/>
                  <a:ea typeface="Arial"/>
                  <a:cs typeface="Arial"/>
                </a:defRPr>
              </a:lvl1pPr>
              <a:lvl2pPr algn="ctr">
                <a:defRPr sz="826" b="0">
                  <a:solidFill>
                    <a:srgbClr val="000000"/>
                  </a:solidFill>
                  <a:latin typeface="Arial"/>
                  <a:ea typeface="Arial"/>
                  <a:cs typeface="Arial"/>
                </a:defRPr>
              </a:lvl2pPr>
              <a:lvl3pPr algn="ctr">
                <a:defRPr sz="826" b="0">
                  <a:solidFill>
                    <a:srgbClr val="000000"/>
                  </a:solidFill>
                  <a:latin typeface="Arial"/>
                  <a:ea typeface="Arial"/>
                  <a:cs typeface="Arial"/>
                </a:defRPr>
              </a:lvl3pPr>
              <a:lvl4pPr algn="ctr">
                <a:defRPr sz="826" b="0">
                  <a:solidFill>
                    <a:srgbClr val="000000"/>
                  </a:solidFill>
                  <a:latin typeface="Arial"/>
                  <a:ea typeface="Arial"/>
                  <a:cs typeface="Arial"/>
                </a:defRPr>
              </a:lvl4pPr>
              <a:lvl5pPr algn="ctr">
                <a:defRPr sz="826" b="0">
                  <a:solidFill>
                    <a:srgbClr val="000000"/>
                  </a:solidFill>
                  <a:latin typeface="Arial"/>
                  <a:ea typeface="Arial"/>
                  <a:cs typeface="Arial"/>
                </a:defRPr>
              </a:lvl5pPr>
              <a:lvl6pPr algn="ctr">
                <a:defRPr sz="826" b="0">
                  <a:solidFill>
                    <a:srgbClr val="000000"/>
                  </a:solidFill>
                  <a:latin typeface="Arial"/>
                  <a:ea typeface="Arial"/>
                  <a:cs typeface="Arial"/>
                </a:defRPr>
              </a:lvl6pPr>
              <a:lvl7pPr algn="ctr">
                <a:defRPr sz="826" b="0">
                  <a:solidFill>
                    <a:srgbClr val="000000"/>
                  </a:solidFill>
                  <a:latin typeface="Arial"/>
                  <a:ea typeface="Arial"/>
                  <a:cs typeface="Arial"/>
                </a:defRPr>
              </a:lvl7pPr>
              <a:lvl8pPr algn="ctr">
                <a:defRPr sz="826" b="0">
                  <a:solidFill>
                    <a:srgbClr val="000000"/>
                  </a:solidFill>
                  <a:latin typeface="Arial"/>
                  <a:ea typeface="Arial"/>
                  <a:cs typeface="Arial"/>
                </a:defRPr>
              </a:lvl8pPr>
              <a:lvl9pPr algn="ctr">
                <a:defRPr sz="826" b="0">
                  <a:solidFill>
                    <a:srgbClr val="000000"/>
                  </a:solidFill>
                  <a:latin typeface="Arial"/>
                  <a:ea typeface="Arial"/>
                  <a:cs typeface="Arial"/>
                </a:defRPr>
              </a:lvl9pPr>
            </a:lstStyle>
            <a:p>
              <a:pPr algn="ctr">
                <a:defRPr sz="826" b="0">
                  <a:solidFill>
                    <a:srgbClr val="000000"/>
                  </a:solidFill>
                  <a:latin typeface="Arial"/>
                  <a:ea typeface="Arial"/>
                  <a:cs typeface="Arial"/>
                </a:defRPr>
              </a:pPr>
              <a:r>
                <a:rPr sz="826" b="0">
                  <a:solidFill>
                    <a:srgbClr val="000000"/>
                  </a:solidFill>
                  <a:latin typeface="Arial"/>
                  <a:ea typeface="Arial"/>
                  <a:cs typeface="Arial"/>
                </a:rPr>
                <a:t>0</a:t>
              </a:r>
            </a:p>
          </p:txBody>
        </p:sp>
        <p:sp>
          <p:nvSpPr>
            <p:cNvPr id="205" name="text_051">
              <a:extLst>
                <a:ext uri="{FF2B5EF4-FFF2-40B4-BE49-F238E27FC236}">
                  <ns2:creationId id="{D92648FE-B163-495C-BE7D-44B8FCEAB296}"/>
                </a:ext>
              </a:extLst>
            </p:cNvPr>
            <p:cNvSpPr>
              <a:spLocks noGrp="1"/>
            </p:cNvSpPr>
            <p:nvPr/>
          </p:nvSpPr>
          <p:spPr>
            <a:xfrm rot="0">
              <a:off x="5781675" y="7772400"/>
              <a:ext cx="342900" cy="200025"/>
            </a:xfrm>
            <a:prstGeom prst="rect">
              <a:avLst/>
            </a:prstGeom>
            <a:noFill/>
            <a:ln w="0">
              <a:noFill/>
              <a:prstDash val="solid"/>
            </a:ln>
          </p:spPr>
          <p:txBody>
            <a:bodyPr wrap="none" lIns="0" tIns="0" rIns="0" bIns="0" anchor="t">
              <a:noAutofit/>
            </a:bodyPr>
            <a:lstStyle>
              <a:defPPr algn="ctr">
                <a:defRPr sz="826" b="0">
                  <a:solidFill>
                    <a:srgbClr val="000000"/>
                  </a:solidFill>
                  <a:latin typeface="Arial"/>
                  <a:ea typeface="Arial"/>
                  <a:cs typeface="Arial"/>
                </a:defRPr>
              </a:defPPr>
              <a:lvl1pPr algn="ctr">
                <a:defRPr sz="826" b="0">
                  <a:solidFill>
                    <a:srgbClr val="000000"/>
                  </a:solidFill>
                  <a:latin typeface="Arial"/>
                  <a:ea typeface="Arial"/>
                  <a:cs typeface="Arial"/>
                </a:defRPr>
              </a:lvl1pPr>
              <a:lvl2pPr algn="ctr">
                <a:defRPr sz="826" b="0">
                  <a:solidFill>
                    <a:srgbClr val="000000"/>
                  </a:solidFill>
                  <a:latin typeface="Arial"/>
                  <a:ea typeface="Arial"/>
                  <a:cs typeface="Arial"/>
                </a:defRPr>
              </a:lvl2pPr>
              <a:lvl3pPr algn="ctr">
                <a:defRPr sz="826" b="0">
                  <a:solidFill>
                    <a:srgbClr val="000000"/>
                  </a:solidFill>
                  <a:latin typeface="Arial"/>
                  <a:ea typeface="Arial"/>
                  <a:cs typeface="Arial"/>
                </a:defRPr>
              </a:lvl3pPr>
              <a:lvl4pPr algn="ctr">
                <a:defRPr sz="826" b="0">
                  <a:solidFill>
                    <a:srgbClr val="000000"/>
                  </a:solidFill>
                  <a:latin typeface="Arial"/>
                  <a:ea typeface="Arial"/>
                  <a:cs typeface="Arial"/>
                </a:defRPr>
              </a:lvl4pPr>
              <a:lvl5pPr algn="ctr">
                <a:defRPr sz="826" b="0">
                  <a:solidFill>
                    <a:srgbClr val="000000"/>
                  </a:solidFill>
                  <a:latin typeface="Arial"/>
                  <a:ea typeface="Arial"/>
                  <a:cs typeface="Arial"/>
                </a:defRPr>
              </a:lvl5pPr>
              <a:lvl6pPr algn="ctr">
                <a:defRPr sz="826" b="0">
                  <a:solidFill>
                    <a:srgbClr val="000000"/>
                  </a:solidFill>
                  <a:latin typeface="Arial"/>
                  <a:ea typeface="Arial"/>
                  <a:cs typeface="Arial"/>
                </a:defRPr>
              </a:lvl6pPr>
              <a:lvl7pPr algn="ctr">
                <a:defRPr sz="826" b="0">
                  <a:solidFill>
                    <a:srgbClr val="000000"/>
                  </a:solidFill>
                  <a:latin typeface="Arial"/>
                  <a:ea typeface="Arial"/>
                  <a:cs typeface="Arial"/>
                </a:defRPr>
              </a:lvl7pPr>
              <a:lvl8pPr algn="ctr">
                <a:defRPr sz="826" b="0">
                  <a:solidFill>
                    <a:srgbClr val="000000"/>
                  </a:solidFill>
                  <a:latin typeface="Arial"/>
                  <a:ea typeface="Arial"/>
                  <a:cs typeface="Arial"/>
                </a:defRPr>
              </a:lvl8pPr>
              <a:lvl9pPr algn="ctr">
                <a:defRPr sz="826" b="0">
                  <a:solidFill>
                    <a:srgbClr val="000000"/>
                  </a:solidFill>
                  <a:latin typeface="Arial"/>
                  <a:ea typeface="Arial"/>
                  <a:cs typeface="Arial"/>
                </a:defRPr>
              </a:lvl9pPr>
            </a:lstStyle>
            <a:p>
              <a:pPr algn="ctr">
                <a:defRPr sz="826" b="0">
                  <a:solidFill>
                    <a:srgbClr val="000000"/>
                  </a:solidFill>
                  <a:latin typeface="Arial"/>
                  <a:ea typeface="Arial"/>
                  <a:cs typeface="Arial"/>
                </a:defRPr>
              </a:pPr>
              <a:r>
                <a:rPr sz="826" b="0">
                  <a:solidFill>
                    <a:srgbClr val="000000"/>
                  </a:solidFill>
                  <a:latin typeface="Arial"/>
                  <a:ea typeface="Arial"/>
                  <a:cs typeface="Arial"/>
                </a:rPr>
                <a:t>0.5</a:t>
              </a:r>
            </a:p>
          </p:txBody>
        </p:sp>
        <p:sp>
          <p:nvSpPr>
            <p:cNvPr id="206" name="text_052">
              <a:extLst>
                <a:ext uri="{FF2B5EF4-FFF2-40B4-BE49-F238E27FC236}">
                  <ns2:creationId id="{2E837758-8B84-4170-8865-05A9FFF513E8}"/>
                </a:ext>
              </a:extLst>
            </p:cNvPr>
            <p:cNvSpPr>
              <a:spLocks noGrp="1"/>
            </p:cNvSpPr>
            <p:nvPr/>
          </p:nvSpPr>
          <p:spPr>
            <a:xfrm rot="0">
              <a:off x="7210425" y="7772400"/>
              <a:ext cx="342900" cy="200025"/>
            </a:xfrm>
            <a:prstGeom prst="rect">
              <a:avLst/>
            </a:prstGeom>
            <a:noFill/>
            <a:ln w="0">
              <a:noFill/>
              <a:prstDash val="solid"/>
            </a:ln>
          </p:spPr>
          <p:txBody>
            <a:bodyPr wrap="none" lIns="0" tIns="0" rIns="0" bIns="0" anchor="t">
              <a:noAutofit/>
            </a:bodyPr>
            <a:lstStyle>
              <a:defPPr algn="ctr">
                <a:defRPr sz="826" b="0">
                  <a:solidFill>
                    <a:srgbClr val="000000"/>
                  </a:solidFill>
                  <a:latin typeface="Arial"/>
                  <a:ea typeface="Arial"/>
                  <a:cs typeface="Arial"/>
                </a:defRPr>
              </a:defPPr>
              <a:lvl1pPr algn="ctr">
                <a:defRPr sz="826" b="0">
                  <a:solidFill>
                    <a:srgbClr val="000000"/>
                  </a:solidFill>
                  <a:latin typeface="Arial"/>
                  <a:ea typeface="Arial"/>
                  <a:cs typeface="Arial"/>
                </a:defRPr>
              </a:lvl1pPr>
              <a:lvl2pPr algn="ctr">
                <a:defRPr sz="826" b="0">
                  <a:solidFill>
                    <a:srgbClr val="000000"/>
                  </a:solidFill>
                  <a:latin typeface="Arial"/>
                  <a:ea typeface="Arial"/>
                  <a:cs typeface="Arial"/>
                </a:defRPr>
              </a:lvl2pPr>
              <a:lvl3pPr algn="ctr">
                <a:defRPr sz="826" b="0">
                  <a:solidFill>
                    <a:srgbClr val="000000"/>
                  </a:solidFill>
                  <a:latin typeface="Arial"/>
                  <a:ea typeface="Arial"/>
                  <a:cs typeface="Arial"/>
                </a:defRPr>
              </a:lvl3pPr>
              <a:lvl4pPr algn="ctr">
                <a:defRPr sz="826" b="0">
                  <a:solidFill>
                    <a:srgbClr val="000000"/>
                  </a:solidFill>
                  <a:latin typeface="Arial"/>
                  <a:ea typeface="Arial"/>
                  <a:cs typeface="Arial"/>
                </a:defRPr>
              </a:lvl4pPr>
              <a:lvl5pPr algn="ctr">
                <a:defRPr sz="826" b="0">
                  <a:solidFill>
                    <a:srgbClr val="000000"/>
                  </a:solidFill>
                  <a:latin typeface="Arial"/>
                  <a:ea typeface="Arial"/>
                  <a:cs typeface="Arial"/>
                </a:defRPr>
              </a:lvl5pPr>
              <a:lvl6pPr algn="ctr">
                <a:defRPr sz="826" b="0">
                  <a:solidFill>
                    <a:srgbClr val="000000"/>
                  </a:solidFill>
                  <a:latin typeface="Arial"/>
                  <a:ea typeface="Arial"/>
                  <a:cs typeface="Arial"/>
                </a:defRPr>
              </a:lvl6pPr>
              <a:lvl7pPr algn="ctr">
                <a:defRPr sz="826" b="0">
                  <a:solidFill>
                    <a:srgbClr val="000000"/>
                  </a:solidFill>
                  <a:latin typeface="Arial"/>
                  <a:ea typeface="Arial"/>
                  <a:cs typeface="Arial"/>
                </a:defRPr>
              </a:lvl7pPr>
              <a:lvl8pPr algn="ctr">
                <a:defRPr sz="826" b="0">
                  <a:solidFill>
                    <a:srgbClr val="000000"/>
                  </a:solidFill>
                  <a:latin typeface="Arial"/>
                  <a:ea typeface="Arial"/>
                  <a:cs typeface="Arial"/>
                </a:defRPr>
              </a:lvl8pPr>
              <a:lvl9pPr algn="ctr">
                <a:defRPr sz="826" b="0">
                  <a:solidFill>
                    <a:srgbClr val="000000"/>
                  </a:solidFill>
                  <a:latin typeface="Arial"/>
                  <a:ea typeface="Arial"/>
                  <a:cs typeface="Arial"/>
                </a:defRPr>
              </a:lvl9pPr>
            </a:lstStyle>
            <a:p>
              <a:pPr algn="ctr">
                <a:defRPr sz="826" b="0">
                  <a:solidFill>
                    <a:srgbClr val="000000"/>
                  </a:solidFill>
                  <a:latin typeface="Arial"/>
                  <a:ea typeface="Arial"/>
                  <a:cs typeface="Arial"/>
                </a:defRPr>
              </a:pPr>
              <a:r>
                <a:rPr sz="826" b="0">
                  <a:solidFill>
                    <a:srgbClr val="000000"/>
                  </a:solidFill>
                  <a:latin typeface="Arial"/>
                  <a:ea typeface="Arial"/>
                  <a:cs typeface="Arial"/>
                </a:rPr>
                <a:t>1</a:t>
              </a:r>
            </a:p>
          </p:txBody>
        </p:sp>
        <p:sp>
          <p:nvSpPr>
            <p:cNvPr id="207" name="text_053">
              <a:extLst>
                <a:ext uri="{FF2B5EF4-FFF2-40B4-BE49-F238E27FC236}">
                  <ns2:creationId id="{4CD812BE-BF74-45FC-8F49-39B08A4D66CC}"/>
                </a:ext>
              </a:extLst>
            </p:cNvPr>
            <p:cNvSpPr>
              <a:spLocks noGrp="1"/>
            </p:cNvSpPr>
            <p:nvPr/>
          </p:nvSpPr>
          <p:spPr>
            <a:xfrm rot="0">
              <a:off x="4010025" y="8020050"/>
              <a:ext cx="3714750" cy="228600"/>
            </a:xfrm>
            <a:prstGeom prst="rect">
              <a:avLst/>
            </a:prstGeom>
            <a:noFill/>
            <a:ln w="0">
              <a:noFill/>
              <a:prstDash val="solid"/>
            </a:ln>
          </p:spPr>
          <p:txBody>
            <a:bodyPr wrap="none" lIns="0" tIns="0" rIns="0" bIns="0" anchor="t">
              <a:noAutofit/>
            </a:bodyPr>
            <a:lstStyle>
              <a:defPPr algn="ctr">
                <a:defRPr sz="877" b="0">
                  <a:solidFill>
                    <a:srgbClr val="000000"/>
                  </a:solidFill>
                  <a:latin typeface="Arial"/>
                  <a:ea typeface="Arial"/>
                  <a:cs typeface="Arial"/>
                </a:defRPr>
              </a:defPPr>
              <a:lvl1pPr algn="ctr">
                <a:defRPr sz="877" b="0">
                  <a:solidFill>
                    <a:srgbClr val="000000"/>
                  </a:solidFill>
                  <a:latin typeface="Arial"/>
                  <a:ea typeface="Arial"/>
                  <a:cs typeface="Arial"/>
                </a:defRPr>
              </a:lvl1pPr>
              <a:lvl2pPr algn="ctr">
                <a:defRPr sz="877" b="0">
                  <a:solidFill>
                    <a:srgbClr val="000000"/>
                  </a:solidFill>
                  <a:latin typeface="Arial"/>
                  <a:ea typeface="Arial"/>
                  <a:cs typeface="Arial"/>
                </a:defRPr>
              </a:lvl2pPr>
              <a:lvl3pPr algn="ctr">
                <a:defRPr sz="877" b="0">
                  <a:solidFill>
                    <a:srgbClr val="000000"/>
                  </a:solidFill>
                  <a:latin typeface="Arial"/>
                  <a:ea typeface="Arial"/>
                  <a:cs typeface="Arial"/>
                </a:defRPr>
              </a:lvl3pPr>
              <a:lvl4pPr algn="ctr">
                <a:defRPr sz="877" b="0">
                  <a:solidFill>
                    <a:srgbClr val="000000"/>
                  </a:solidFill>
                  <a:latin typeface="Arial"/>
                  <a:ea typeface="Arial"/>
                  <a:cs typeface="Arial"/>
                </a:defRPr>
              </a:lvl4pPr>
              <a:lvl5pPr algn="ctr">
                <a:defRPr sz="877" b="0">
                  <a:solidFill>
                    <a:srgbClr val="000000"/>
                  </a:solidFill>
                  <a:latin typeface="Arial"/>
                  <a:ea typeface="Arial"/>
                  <a:cs typeface="Arial"/>
                </a:defRPr>
              </a:lvl5pPr>
              <a:lvl6pPr algn="ctr">
                <a:defRPr sz="877" b="0">
                  <a:solidFill>
                    <a:srgbClr val="000000"/>
                  </a:solidFill>
                  <a:latin typeface="Arial"/>
                  <a:ea typeface="Arial"/>
                  <a:cs typeface="Arial"/>
                </a:defRPr>
              </a:lvl6pPr>
              <a:lvl7pPr algn="ctr">
                <a:defRPr sz="877" b="0">
                  <a:solidFill>
                    <a:srgbClr val="000000"/>
                  </a:solidFill>
                  <a:latin typeface="Arial"/>
                  <a:ea typeface="Arial"/>
                  <a:cs typeface="Arial"/>
                </a:defRPr>
              </a:lvl7pPr>
              <a:lvl8pPr algn="ctr">
                <a:defRPr sz="877" b="0">
                  <a:solidFill>
                    <a:srgbClr val="000000"/>
                  </a:solidFill>
                  <a:latin typeface="Arial"/>
                  <a:ea typeface="Arial"/>
                  <a:cs typeface="Arial"/>
                </a:defRPr>
              </a:lvl8pPr>
              <a:lvl9pPr algn="ctr">
                <a:defRPr sz="877" b="0">
                  <a:solidFill>
                    <a:srgbClr val="000000"/>
                  </a:solidFill>
                  <a:latin typeface="Arial"/>
                  <a:ea typeface="Arial"/>
                  <a:cs typeface="Arial"/>
                </a:defRPr>
              </a:lvl9pPr>
            </a:lstStyle>
            <a:p>
              <a:pPr algn="ctr">
                <a:defRPr sz="877" b="0">
                  <a:solidFill>
                    <a:srgbClr val="000000"/>
                  </a:solidFill>
                  <a:latin typeface="Arial"/>
                  <a:ea typeface="Arial"/>
                  <a:cs typeface="Arial"/>
                </a:defRPr>
              </a:pPr>
              <a:r>
                <a:rPr sz="877" b="0">
                  <a:solidFill>
                    <a:srgbClr val="000000"/>
                  </a:solidFill>
                  <a:latin typeface="Arial"/>
                  <a:ea typeface="Arial"/>
                  <a:cs typeface="Arial"/>
                </a:rPr>
                <a:t>Normalized x along fixed reference axis</a:t>
              </a:r>
            </a:p>
          </p:txBody>
        </p:sp>
        <p:sp>
          <p:nvSpPr>
            <p:cNvPr id="208" name="text_054">
              <a:extLst>
                <a:ext uri="{FF2B5EF4-FFF2-40B4-BE49-F238E27FC236}">
                  <ns2:creationId id="{CD010770-2D93-48BA-B285-C5F1D2670940}"/>
                </a:ext>
              </a:extLst>
            </p:cNvPr>
            <p:cNvSpPr>
              <a:spLocks noGrp="1"/>
            </p:cNvSpPr>
            <p:nvPr/>
          </p:nvSpPr>
          <p:spPr>
            <a:xfrm rot="0">
              <a:off x="4010025" y="8439150"/>
              <a:ext cx="3762375" cy="219075"/>
            </a:xfrm>
            <a:prstGeom prst="rect">
              <a:avLst/>
            </a:prstGeom>
            <a:noFill/>
            <a:ln w="0">
              <a:noFill/>
              <a:prstDash val="solid"/>
            </a:ln>
          </p:spPr>
          <p:txBody>
            <a:bodyPr wrap="none" lIns="0" tIns="0" rIns="0" bIns="0" anchor="t">
              <a:noAutofit/>
            </a:bodyPr>
            <a:lstStyle>
              <a:defPPr algn="l">
                <a:defRPr sz="774" b="0">
                  <a:solidFill>
                    <a:srgbClr val="000000"/>
                  </a:solidFill>
                  <a:latin typeface="Arial"/>
                  <a:ea typeface="Arial"/>
                  <a:cs typeface="Arial"/>
                </a:defRPr>
              </a:defPPr>
              <a:lvl1pPr algn="l">
                <a:defRPr sz="774" b="0">
                  <a:solidFill>
                    <a:srgbClr val="000000"/>
                  </a:solidFill>
                  <a:latin typeface="Arial"/>
                  <a:ea typeface="Arial"/>
                  <a:cs typeface="Arial"/>
                </a:defRPr>
              </a:lvl1pPr>
              <a:lvl2pPr algn="l">
                <a:defRPr sz="774" b="0">
                  <a:solidFill>
                    <a:srgbClr val="000000"/>
                  </a:solidFill>
                  <a:latin typeface="Arial"/>
                  <a:ea typeface="Arial"/>
                  <a:cs typeface="Arial"/>
                </a:defRPr>
              </a:lvl2pPr>
              <a:lvl3pPr algn="l">
                <a:defRPr sz="774" b="0">
                  <a:solidFill>
                    <a:srgbClr val="000000"/>
                  </a:solidFill>
                  <a:latin typeface="Arial"/>
                  <a:ea typeface="Arial"/>
                  <a:cs typeface="Arial"/>
                </a:defRPr>
              </a:lvl3pPr>
              <a:lvl4pPr algn="l">
                <a:defRPr sz="774" b="0">
                  <a:solidFill>
                    <a:srgbClr val="000000"/>
                  </a:solidFill>
                  <a:latin typeface="Arial"/>
                  <a:ea typeface="Arial"/>
                  <a:cs typeface="Arial"/>
                </a:defRPr>
              </a:lvl4pPr>
              <a:lvl5pPr algn="l">
                <a:defRPr sz="774" b="0">
                  <a:solidFill>
                    <a:srgbClr val="000000"/>
                  </a:solidFill>
                  <a:latin typeface="Arial"/>
                  <a:ea typeface="Arial"/>
                  <a:cs typeface="Arial"/>
                </a:defRPr>
              </a:lvl5pPr>
              <a:lvl6pPr algn="l">
                <a:defRPr sz="774" b="0">
                  <a:solidFill>
                    <a:srgbClr val="000000"/>
                  </a:solidFill>
                  <a:latin typeface="Arial"/>
                  <a:ea typeface="Arial"/>
                  <a:cs typeface="Arial"/>
                </a:defRPr>
              </a:lvl6pPr>
              <a:lvl7pPr algn="l">
                <a:defRPr sz="774" b="0">
                  <a:solidFill>
                    <a:srgbClr val="000000"/>
                  </a:solidFill>
                  <a:latin typeface="Arial"/>
                  <a:ea typeface="Arial"/>
                  <a:cs typeface="Arial"/>
                </a:defRPr>
              </a:lvl7pPr>
              <a:lvl8pPr algn="l">
                <a:defRPr sz="774" b="0">
                  <a:solidFill>
                    <a:srgbClr val="000000"/>
                  </a:solidFill>
                  <a:latin typeface="Arial"/>
                  <a:ea typeface="Arial"/>
                  <a:cs typeface="Arial"/>
                </a:defRPr>
              </a:lvl8pPr>
              <a:lvl9pPr algn="l">
                <a:defRPr sz="774" b="0">
                  <a:solidFill>
                    <a:srgbClr val="000000"/>
                  </a:solidFill>
                  <a:latin typeface="Arial"/>
                  <a:ea typeface="Arial"/>
                  <a:cs typeface="Arial"/>
                </a:defRPr>
              </a:lvl9pPr>
            </a:lstStyle>
            <a:p>
              <a:pPr algn="l">
                <a:defRPr sz="774" b="0">
                  <a:solidFill>
                    <a:srgbClr val="000000"/>
                  </a:solidFill>
                  <a:latin typeface="Arial"/>
                  <a:ea typeface="Arial"/>
                  <a:cs typeface="Arial"/>
                </a:defRPr>
              </a:pPr>
              <a:r>
                <a:rPr sz="774" b="0">
                  <a:solidFill>
                    <a:srgbClr val="000000"/>
                  </a:solidFill>
                  <a:latin typeface="Arial"/>
                  <a:ea typeface="Arial"/>
                  <a:cs typeface="Arial"/>
                </a:rPr>
                <a:t>f86: H=11.24% L; NMLE(R2)=1.003%</a:t>
              </a:r>
            </a:p>
          </p:txBody>
        </p:sp>
        <p:sp>
          <p:nvSpPr>
            <p:cNvPr id="209" name="text_055">
              <a:extLst>
                <a:ext uri="{FF2B5EF4-FFF2-40B4-BE49-F238E27FC236}">
                  <ns2:creationId id="{371D539D-58E7-4C95-A85D-3190BB0FCC4B}"/>
                </a:ext>
              </a:extLst>
            </p:cNvPr>
            <p:cNvSpPr>
              <a:spLocks noGrp="1"/>
            </p:cNvSpPr>
            <p:nvPr/>
          </p:nvSpPr>
          <p:spPr>
            <a:xfrm rot="0">
              <a:off x="7915275" y="5715000"/>
              <a:ext cx="3810000" cy="266700"/>
            </a:xfrm>
            <a:prstGeom prst="rect">
              <a:avLst/>
            </a:prstGeom>
            <a:noFill/>
            <a:ln w="0">
              <a:noFill/>
              <a:prstDash val="solid"/>
            </a:ln>
          </p:spPr>
          <p:txBody>
            <a:bodyPr wrap="none" lIns="0" tIns="0" rIns="0" bIns="0" anchor="t">
              <a:noAutofit/>
            </a:bodyPr>
            <a:lstStyle>
              <a:defPPr algn="l">
                <a:defRPr sz="1135" b="1">
                  <a:solidFill>
                    <a:srgbClr val="000000"/>
                  </a:solidFill>
                  <a:latin typeface="Arial"/>
                  <a:ea typeface="Arial"/>
                  <a:cs typeface="Arial"/>
                </a:defRPr>
              </a:defPPr>
              <a:lvl1pPr algn="l">
                <a:defRPr sz="1135" b="1">
                  <a:solidFill>
                    <a:srgbClr val="000000"/>
                  </a:solidFill>
                  <a:latin typeface="Arial"/>
                  <a:ea typeface="Arial"/>
                  <a:cs typeface="Arial"/>
                </a:defRPr>
              </a:lvl1pPr>
              <a:lvl2pPr algn="l">
                <a:defRPr sz="1135" b="1">
                  <a:solidFill>
                    <a:srgbClr val="000000"/>
                  </a:solidFill>
                  <a:latin typeface="Arial"/>
                  <a:ea typeface="Arial"/>
                  <a:cs typeface="Arial"/>
                </a:defRPr>
              </a:lvl2pPr>
              <a:lvl3pPr algn="l">
                <a:defRPr sz="1135" b="1">
                  <a:solidFill>
                    <a:srgbClr val="000000"/>
                  </a:solidFill>
                  <a:latin typeface="Arial"/>
                  <a:ea typeface="Arial"/>
                  <a:cs typeface="Arial"/>
                </a:defRPr>
              </a:lvl3pPr>
              <a:lvl4pPr algn="l">
                <a:defRPr sz="1135" b="1">
                  <a:solidFill>
                    <a:srgbClr val="000000"/>
                  </a:solidFill>
                  <a:latin typeface="Arial"/>
                  <a:ea typeface="Arial"/>
                  <a:cs typeface="Arial"/>
                </a:defRPr>
              </a:lvl4pPr>
              <a:lvl5pPr algn="l">
                <a:defRPr sz="1135" b="1">
                  <a:solidFill>
                    <a:srgbClr val="000000"/>
                  </a:solidFill>
                  <a:latin typeface="Arial"/>
                  <a:ea typeface="Arial"/>
                  <a:cs typeface="Arial"/>
                </a:defRPr>
              </a:lvl5pPr>
              <a:lvl6pPr algn="l">
                <a:defRPr sz="1135" b="1">
                  <a:solidFill>
                    <a:srgbClr val="000000"/>
                  </a:solidFill>
                  <a:latin typeface="Arial"/>
                  <a:ea typeface="Arial"/>
                  <a:cs typeface="Arial"/>
                </a:defRPr>
              </a:lvl6pPr>
              <a:lvl7pPr algn="l">
                <a:defRPr sz="1135" b="1">
                  <a:solidFill>
                    <a:srgbClr val="000000"/>
                  </a:solidFill>
                  <a:latin typeface="Arial"/>
                  <a:ea typeface="Arial"/>
                  <a:cs typeface="Arial"/>
                </a:defRPr>
              </a:lvl7pPr>
              <a:lvl8pPr algn="l">
                <a:defRPr sz="1135" b="1">
                  <a:solidFill>
                    <a:srgbClr val="000000"/>
                  </a:solidFill>
                  <a:latin typeface="Arial"/>
                  <a:ea typeface="Arial"/>
                  <a:cs typeface="Arial"/>
                </a:defRPr>
              </a:lvl8pPr>
              <a:lvl9pPr algn="l">
                <a:defRPr sz="1135" b="1">
                  <a:solidFill>
                    <a:srgbClr val="000000"/>
                  </a:solidFill>
                  <a:latin typeface="Arial"/>
                  <a:ea typeface="Arial"/>
                  <a:cs typeface="Arial"/>
                </a:defRPr>
              </a:lvl9pPr>
            </a:lstStyle>
            <a:p>
              <a:pPr algn="l">
                <a:defRPr sz="1135" b="1">
                  <a:solidFill>
                    <a:srgbClr val="000000"/>
                  </a:solidFill>
                  <a:latin typeface="Arial"/>
                  <a:ea typeface="Arial"/>
                  <a:cs typeface="Arial"/>
                </a:defRPr>
              </a:pPr>
              <a:r>
                <a:rPr sz="1135" b="1">
                  <a:solidFill>
                    <a:srgbClr val="000000"/>
                  </a:solidFill>
                  <a:latin typeface="Arial"/>
                  <a:ea typeface="Arial"/>
                  <a:cs typeface="Arial"/>
                </a:rPr>
                <a:t>(f) Saved scalar profiles, same frame</a:t>
              </a:r>
            </a:p>
          </p:txBody>
        </p:sp>
        <p:sp>
          <p:nvSpPr>
            <p:cNvPr id="210" name="rect_056">
              <a:extLst>
                <a:ext uri="{FF2B5EF4-FFF2-40B4-BE49-F238E27FC236}">
                  <ns2:creationId id="{A1409A1C-7A48-4B37-8F0A-8D70AF17D889}"/>
                </a:ext>
              </a:extLst>
            </p:cNvPr>
            <p:cNvSpPr>
              <a:spLocks noGrp="1"/>
            </p:cNvSpPr>
            <p:nvPr/>
          </p:nvSpPr>
          <p:spPr>
            <a:xfrm rot="0">
              <a:off x="8524875" y="6200775"/>
              <a:ext cx="2924175" cy="1524000"/>
            </a:xfrm>
            <a:prstGeom prst="rect">
              <a:avLst/>
            </a:prstGeom>
            <a:noFill/>
            <a:ln w="4589">
              <a:solidFill>
                <a:srgbClr val="7B8790"/>
              </a:solidFill>
              <a:prstDash val="solid"/>
            </a:ln>
          </p:spPr>
        </p:sp>
        <p:sp>
          <p:nvSpPr>
            <p:cNvPr id="211" name="text_057">
              <a:extLst>
                <a:ext uri="{FF2B5EF4-FFF2-40B4-BE49-F238E27FC236}">
                  <ns2:creationId id="{8D8DA81F-28E0-4B4C-98E1-BC2C7F1C14F3}"/>
                </a:ext>
              </a:extLst>
            </p:cNvPr>
            <p:cNvSpPr>
              <a:spLocks noGrp="1"/>
            </p:cNvSpPr>
            <p:nvPr/>
          </p:nvSpPr>
          <p:spPr>
            <a:xfrm rot="0">
              <a:off x="8296275" y="7772400"/>
              <a:ext cx="457200" cy="200025"/>
            </a:xfrm>
            <a:prstGeom prst="rect">
              <a:avLst/>
            </a:prstGeom>
            <a:noFill/>
            <a:ln w="0">
              <a:noFill/>
              <a:prstDash val="solid"/>
            </a:ln>
          </p:spPr>
          <p:txBody>
            <a:bodyPr wrap="none" lIns="0" tIns="0" rIns="0" bIns="0" anchor="t">
              <a:noAutofit/>
            </a:bodyPr>
            <a:lstStyle>
              <a:defPPr algn="ctr">
                <a:defRPr sz="826" b="0">
                  <a:solidFill>
                    <a:srgbClr val="000000"/>
                  </a:solidFill>
                  <a:latin typeface="Arial"/>
                  <a:ea typeface="Arial"/>
                  <a:cs typeface="Arial"/>
                </a:defRPr>
              </a:defPPr>
              <a:lvl1pPr algn="ctr">
                <a:defRPr sz="826" b="0">
                  <a:solidFill>
                    <a:srgbClr val="000000"/>
                  </a:solidFill>
                  <a:latin typeface="Arial"/>
                  <a:ea typeface="Arial"/>
                  <a:cs typeface="Arial"/>
                </a:defRPr>
              </a:lvl1pPr>
              <a:lvl2pPr algn="ctr">
                <a:defRPr sz="826" b="0">
                  <a:solidFill>
                    <a:srgbClr val="000000"/>
                  </a:solidFill>
                  <a:latin typeface="Arial"/>
                  <a:ea typeface="Arial"/>
                  <a:cs typeface="Arial"/>
                </a:defRPr>
              </a:lvl2pPr>
              <a:lvl3pPr algn="ctr">
                <a:defRPr sz="826" b="0">
                  <a:solidFill>
                    <a:srgbClr val="000000"/>
                  </a:solidFill>
                  <a:latin typeface="Arial"/>
                  <a:ea typeface="Arial"/>
                  <a:cs typeface="Arial"/>
                </a:defRPr>
              </a:lvl3pPr>
              <a:lvl4pPr algn="ctr">
                <a:defRPr sz="826" b="0">
                  <a:solidFill>
                    <a:srgbClr val="000000"/>
                  </a:solidFill>
                  <a:latin typeface="Arial"/>
                  <a:ea typeface="Arial"/>
                  <a:cs typeface="Arial"/>
                </a:defRPr>
              </a:lvl4pPr>
              <a:lvl5pPr algn="ctr">
                <a:defRPr sz="826" b="0">
                  <a:solidFill>
                    <a:srgbClr val="000000"/>
                  </a:solidFill>
                  <a:latin typeface="Arial"/>
                  <a:ea typeface="Arial"/>
                  <a:cs typeface="Arial"/>
                </a:defRPr>
              </a:lvl5pPr>
              <a:lvl6pPr algn="ctr">
                <a:defRPr sz="826" b="0">
                  <a:solidFill>
                    <a:srgbClr val="000000"/>
                  </a:solidFill>
                  <a:latin typeface="Arial"/>
                  <a:ea typeface="Arial"/>
                  <a:cs typeface="Arial"/>
                </a:defRPr>
              </a:lvl6pPr>
              <a:lvl7pPr algn="ctr">
                <a:defRPr sz="826" b="0">
                  <a:solidFill>
                    <a:srgbClr val="000000"/>
                  </a:solidFill>
                  <a:latin typeface="Arial"/>
                  <a:ea typeface="Arial"/>
                  <a:cs typeface="Arial"/>
                </a:defRPr>
              </a:lvl7pPr>
              <a:lvl8pPr algn="ctr">
                <a:defRPr sz="826" b="0">
                  <a:solidFill>
                    <a:srgbClr val="000000"/>
                  </a:solidFill>
                  <a:latin typeface="Arial"/>
                  <a:ea typeface="Arial"/>
                  <a:cs typeface="Arial"/>
                </a:defRPr>
              </a:lvl8pPr>
              <a:lvl9pPr algn="ctr">
                <a:defRPr sz="826" b="0">
                  <a:solidFill>
                    <a:srgbClr val="000000"/>
                  </a:solidFill>
                  <a:latin typeface="Arial"/>
                  <a:ea typeface="Arial"/>
                  <a:cs typeface="Arial"/>
                </a:defRPr>
              </a:lvl9pPr>
            </a:lstStyle>
            <a:p>
              <a:pPr algn="ctr">
                <a:defRPr sz="826" b="0">
                  <a:solidFill>
                    <a:srgbClr val="000000"/>
                  </a:solidFill>
                  <a:latin typeface="Arial"/>
                  <a:ea typeface="Arial"/>
                  <a:cs typeface="Arial"/>
                </a:defRPr>
              </a:pPr>
              <a:r>
                <a:rPr sz="826" b="0">
                  <a:solidFill>
                    <a:srgbClr val="000000"/>
                  </a:solidFill>
                  <a:latin typeface="Arial"/>
                  <a:ea typeface="Arial"/>
                  <a:cs typeface="Arial"/>
                </a:rPr>
                <a:t>0</a:t>
              </a:r>
            </a:p>
          </p:txBody>
        </p:sp>
        <p:sp>
          <p:nvSpPr>
            <p:cNvPr id="212" name="line_058">
              <a:extLst>
                <a:ext uri="{FF2B5EF4-FFF2-40B4-BE49-F238E27FC236}">
                  <ns2:creationId id="{C5FE29E2-995C-4ABE-8850-B829CC96B89D}"/>
                </a:ext>
              </a:extLst>
            </p:cNvPr>
            <p:cNvSpPr>
              <a:spLocks noGrp="1"/>
            </p:cNvSpPr>
            <p:nvPr/>
          </p:nvSpPr>
          <p:spPr>
            <a:xfrm>
              <a:off x="8524875" y="7724775"/>
              <a:ext cx="95" cy="38100"/>
            </a:xfrm>
            <a:custGeom>
              <a:pathLst>
                <a:path w="95" h="38100">
                  <a:moveTo>
                    <a:pt x="0" y="0"/>
                  </a:moveTo>
                  <a:lnTo>
                    <a:pt x="0" y="38100"/>
                  </a:lnTo>
                </a:path>
              </a:pathLst>
            </a:custGeom>
            <a:noFill/>
            <a:ln w="4589">
              <a:solidFill>
                <a:srgbClr val="000000"/>
              </a:solidFill>
              <a:prstDash val="solid"/>
            </a:ln>
          </p:spPr>
        </p:sp>
        <p:sp>
          <p:nvSpPr>
            <p:cNvPr id="213" name="text_059">
              <a:extLst>
                <a:ext uri="{FF2B5EF4-FFF2-40B4-BE49-F238E27FC236}">
                  <ns2:creationId id="{E271F3AE-7DCF-4ED9-88CD-4795000FD6E8}"/>
                </a:ext>
              </a:extLst>
            </p:cNvPr>
            <p:cNvSpPr>
              <a:spLocks noGrp="1"/>
            </p:cNvSpPr>
            <p:nvPr/>
          </p:nvSpPr>
          <p:spPr>
            <a:xfrm rot="0">
              <a:off x="9758363" y="7772400"/>
              <a:ext cx="457200" cy="200025"/>
            </a:xfrm>
            <a:prstGeom prst="rect">
              <a:avLst/>
            </a:prstGeom>
            <a:noFill/>
            <a:ln w="0">
              <a:noFill/>
              <a:prstDash val="solid"/>
            </a:ln>
          </p:spPr>
          <p:txBody>
            <a:bodyPr wrap="none" lIns="0" tIns="0" rIns="0" bIns="0" anchor="t">
              <a:noAutofit/>
            </a:bodyPr>
            <a:lstStyle>
              <a:defPPr algn="ctr">
                <a:defRPr sz="826" b="0">
                  <a:solidFill>
                    <a:srgbClr val="000000"/>
                  </a:solidFill>
                  <a:latin typeface="Arial"/>
                  <a:ea typeface="Arial"/>
                  <a:cs typeface="Arial"/>
                </a:defRPr>
              </a:defPPr>
              <a:lvl1pPr algn="ctr">
                <a:defRPr sz="826" b="0">
                  <a:solidFill>
                    <a:srgbClr val="000000"/>
                  </a:solidFill>
                  <a:latin typeface="Arial"/>
                  <a:ea typeface="Arial"/>
                  <a:cs typeface="Arial"/>
                </a:defRPr>
              </a:lvl1pPr>
              <a:lvl2pPr algn="ctr">
                <a:defRPr sz="826" b="0">
                  <a:solidFill>
                    <a:srgbClr val="000000"/>
                  </a:solidFill>
                  <a:latin typeface="Arial"/>
                  <a:ea typeface="Arial"/>
                  <a:cs typeface="Arial"/>
                </a:defRPr>
              </a:lvl2pPr>
              <a:lvl3pPr algn="ctr">
                <a:defRPr sz="826" b="0">
                  <a:solidFill>
                    <a:srgbClr val="000000"/>
                  </a:solidFill>
                  <a:latin typeface="Arial"/>
                  <a:ea typeface="Arial"/>
                  <a:cs typeface="Arial"/>
                </a:defRPr>
              </a:lvl3pPr>
              <a:lvl4pPr algn="ctr">
                <a:defRPr sz="826" b="0">
                  <a:solidFill>
                    <a:srgbClr val="000000"/>
                  </a:solidFill>
                  <a:latin typeface="Arial"/>
                  <a:ea typeface="Arial"/>
                  <a:cs typeface="Arial"/>
                </a:defRPr>
              </a:lvl4pPr>
              <a:lvl5pPr algn="ctr">
                <a:defRPr sz="826" b="0">
                  <a:solidFill>
                    <a:srgbClr val="000000"/>
                  </a:solidFill>
                  <a:latin typeface="Arial"/>
                  <a:ea typeface="Arial"/>
                  <a:cs typeface="Arial"/>
                </a:defRPr>
              </a:lvl5pPr>
              <a:lvl6pPr algn="ctr">
                <a:defRPr sz="826" b="0">
                  <a:solidFill>
                    <a:srgbClr val="000000"/>
                  </a:solidFill>
                  <a:latin typeface="Arial"/>
                  <a:ea typeface="Arial"/>
                  <a:cs typeface="Arial"/>
                </a:defRPr>
              </a:lvl6pPr>
              <a:lvl7pPr algn="ctr">
                <a:defRPr sz="826" b="0">
                  <a:solidFill>
                    <a:srgbClr val="000000"/>
                  </a:solidFill>
                  <a:latin typeface="Arial"/>
                  <a:ea typeface="Arial"/>
                  <a:cs typeface="Arial"/>
                </a:defRPr>
              </a:lvl7pPr>
              <a:lvl8pPr algn="ctr">
                <a:defRPr sz="826" b="0">
                  <a:solidFill>
                    <a:srgbClr val="000000"/>
                  </a:solidFill>
                  <a:latin typeface="Arial"/>
                  <a:ea typeface="Arial"/>
                  <a:cs typeface="Arial"/>
                </a:defRPr>
              </a:lvl8pPr>
              <a:lvl9pPr algn="ctr">
                <a:defRPr sz="826" b="0">
                  <a:solidFill>
                    <a:srgbClr val="000000"/>
                  </a:solidFill>
                  <a:latin typeface="Arial"/>
                  <a:ea typeface="Arial"/>
                  <a:cs typeface="Arial"/>
                </a:defRPr>
              </a:lvl9pPr>
            </a:lstStyle>
            <a:p>
              <a:pPr algn="ctr">
                <a:defRPr sz="826" b="0">
                  <a:solidFill>
                    <a:srgbClr val="000000"/>
                  </a:solidFill>
                  <a:latin typeface="Arial"/>
                  <a:ea typeface="Arial"/>
                  <a:cs typeface="Arial"/>
                </a:defRPr>
              </a:pPr>
              <a:r>
                <a:rPr sz="826" b="0">
                  <a:solidFill>
                    <a:srgbClr val="000000"/>
                  </a:solidFill>
                  <a:latin typeface="Arial"/>
                  <a:ea typeface="Arial"/>
                  <a:cs typeface="Arial"/>
                </a:rPr>
                <a:t>0.5</a:t>
              </a:r>
            </a:p>
          </p:txBody>
        </p:sp>
        <p:sp>
          <p:nvSpPr>
            <p:cNvPr id="214" name="line_060">
              <a:extLst>
                <a:ext uri="{FF2B5EF4-FFF2-40B4-BE49-F238E27FC236}">
                  <ns2:creationId id="{7E78C108-994B-4684-9348-C9BF780060C7}"/>
                </a:ext>
              </a:extLst>
            </p:cNvPr>
            <p:cNvSpPr>
              <a:spLocks noGrp="1"/>
            </p:cNvSpPr>
            <p:nvPr/>
          </p:nvSpPr>
          <p:spPr>
            <a:xfrm>
              <a:off x="9986963" y="7724775"/>
              <a:ext cx="95" cy="38100"/>
            </a:xfrm>
            <a:custGeom>
              <a:pathLst>
                <a:path w="95" h="38100">
                  <a:moveTo>
                    <a:pt x="0" y="0"/>
                  </a:moveTo>
                  <a:lnTo>
                    <a:pt x="0" y="38100"/>
                  </a:lnTo>
                </a:path>
              </a:pathLst>
            </a:custGeom>
            <a:noFill/>
            <a:ln w="4589">
              <a:solidFill>
                <a:srgbClr val="000000"/>
              </a:solidFill>
              <a:prstDash val="solid"/>
            </a:ln>
          </p:spPr>
        </p:sp>
        <p:sp>
          <p:nvSpPr>
            <p:cNvPr id="215" name="text_061">
              <a:extLst>
                <a:ext uri="{FF2B5EF4-FFF2-40B4-BE49-F238E27FC236}">
                  <ns2:creationId id="{24A7B85D-15D6-414D-A72F-AA5763FF1429}"/>
                </a:ext>
              </a:extLst>
            </p:cNvPr>
            <p:cNvSpPr>
              <a:spLocks noGrp="1"/>
            </p:cNvSpPr>
            <p:nvPr/>
          </p:nvSpPr>
          <p:spPr>
            <a:xfrm rot="0">
              <a:off x="11220450" y="7772400"/>
              <a:ext cx="457200" cy="200025"/>
            </a:xfrm>
            <a:prstGeom prst="rect">
              <a:avLst/>
            </a:prstGeom>
            <a:noFill/>
            <a:ln w="0">
              <a:noFill/>
              <a:prstDash val="solid"/>
            </a:ln>
          </p:spPr>
          <p:txBody>
            <a:bodyPr wrap="none" lIns="0" tIns="0" rIns="0" bIns="0" anchor="t">
              <a:noAutofit/>
            </a:bodyPr>
            <a:lstStyle>
              <a:defPPr algn="ctr">
                <a:defRPr sz="826" b="0">
                  <a:solidFill>
                    <a:srgbClr val="000000"/>
                  </a:solidFill>
                  <a:latin typeface="Arial"/>
                  <a:ea typeface="Arial"/>
                  <a:cs typeface="Arial"/>
                </a:defRPr>
              </a:defPPr>
              <a:lvl1pPr algn="ctr">
                <a:defRPr sz="826" b="0">
                  <a:solidFill>
                    <a:srgbClr val="000000"/>
                  </a:solidFill>
                  <a:latin typeface="Arial"/>
                  <a:ea typeface="Arial"/>
                  <a:cs typeface="Arial"/>
                </a:defRPr>
              </a:lvl1pPr>
              <a:lvl2pPr algn="ctr">
                <a:defRPr sz="826" b="0">
                  <a:solidFill>
                    <a:srgbClr val="000000"/>
                  </a:solidFill>
                  <a:latin typeface="Arial"/>
                  <a:ea typeface="Arial"/>
                  <a:cs typeface="Arial"/>
                </a:defRPr>
              </a:lvl2pPr>
              <a:lvl3pPr algn="ctr">
                <a:defRPr sz="826" b="0">
                  <a:solidFill>
                    <a:srgbClr val="000000"/>
                  </a:solidFill>
                  <a:latin typeface="Arial"/>
                  <a:ea typeface="Arial"/>
                  <a:cs typeface="Arial"/>
                </a:defRPr>
              </a:lvl3pPr>
              <a:lvl4pPr algn="ctr">
                <a:defRPr sz="826" b="0">
                  <a:solidFill>
                    <a:srgbClr val="000000"/>
                  </a:solidFill>
                  <a:latin typeface="Arial"/>
                  <a:ea typeface="Arial"/>
                  <a:cs typeface="Arial"/>
                </a:defRPr>
              </a:lvl4pPr>
              <a:lvl5pPr algn="ctr">
                <a:defRPr sz="826" b="0">
                  <a:solidFill>
                    <a:srgbClr val="000000"/>
                  </a:solidFill>
                  <a:latin typeface="Arial"/>
                  <a:ea typeface="Arial"/>
                  <a:cs typeface="Arial"/>
                </a:defRPr>
              </a:lvl5pPr>
              <a:lvl6pPr algn="ctr">
                <a:defRPr sz="826" b="0">
                  <a:solidFill>
                    <a:srgbClr val="000000"/>
                  </a:solidFill>
                  <a:latin typeface="Arial"/>
                  <a:ea typeface="Arial"/>
                  <a:cs typeface="Arial"/>
                </a:defRPr>
              </a:lvl6pPr>
              <a:lvl7pPr algn="ctr">
                <a:defRPr sz="826" b="0">
                  <a:solidFill>
                    <a:srgbClr val="000000"/>
                  </a:solidFill>
                  <a:latin typeface="Arial"/>
                  <a:ea typeface="Arial"/>
                  <a:cs typeface="Arial"/>
                </a:defRPr>
              </a:lvl7pPr>
              <a:lvl8pPr algn="ctr">
                <a:defRPr sz="826" b="0">
                  <a:solidFill>
                    <a:srgbClr val="000000"/>
                  </a:solidFill>
                  <a:latin typeface="Arial"/>
                  <a:ea typeface="Arial"/>
                  <a:cs typeface="Arial"/>
                </a:defRPr>
              </a:lvl8pPr>
              <a:lvl9pPr algn="ctr">
                <a:defRPr sz="826" b="0">
                  <a:solidFill>
                    <a:srgbClr val="000000"/>
                  </a:solidFill>
                  <a:latin typeface="Arial"/>
                  <a:ea typeface="Arial"/>
                  <a:cs typeface="Arial"/>
                </a:defRPr>
              </a:lvl9pPr>
            </a:lstStyle>
            <a:p>
              <a:pPr algn="ctr">
                <a:defRPr sz="826" b="0">
                  <a:solidFill>
                    <a:srgbClr val="000000"/>
                  </a:solidFill>
                  <a:latin typeface="Arial"/>
                  <a:ea typeface="Arial"/>
                  <a:cs typeface="Arial"/>
                </a:defRPr>
              </a:pPr>
              <a:r>
                <a:rPr sz="826" b="0">
                  <a:solidFill>
                    <a:srgbClr val="000000"/>
                  </a:solidFill>
                  <a:latin typeface="Arial"/>
                  <a:ea typeface="Arial"/>
                  <a:cs typeface="Arial"/>
                </a:rPr>
                <a:t>1</a:t>
              </a:r>
            </a:p>
          </p:txBody>
        </p:sp>
        <p:sp>
          <p:nvSpPr>
            <p:cNvPr id="216" name="line_062">
              <a:extLst>
                <a:ext uri="{FF2B5EF4-FFF2-40B4-BE49-F238E27FC236}">
                  <ns2:creationId id="{C0848030-C3FB-4438-B4BF-BC59A5F7DD64}"/>
                </a:ext>
              </a:extLst>
            </p:cNvPr>
            <p:cNvSpPr>
              <a:spLocks noGrp="1"/>
            </p:cNvSpPr>
            <p:nvPr/>
          </p:nvSpPr>
          <p:spPr>
            <a:xfrm>
              <a:off x="11449050" y="7724775"/>
              <a:ext cx="95" cy="38100"/>
            </a:xfrm>
            <a:custGeom>
              <a:pathLst>
                <a:path w="95" h="38100">
                  <a:moveTo>
                    <a:pt x="0" y="0"/>
                  </a:moveTo>
                  <a:lnTo>
                    <a:pt x="0" y="38100"/>
                  </a:lnTo>
                </a:path>
              </a:pathLst>
            </a:custGeom>
            <a:noFill/>
            <a:ln w="4589">
              <a:solidFill>
                <a:srgbClr val="000000"/>
              </a:solidFill>
              <a:prstDash val="solid"/>
            </a:ln>
          </p:spPr>
        </p:sp>
        <p:sp>
          <p:nvSpPr>
            <p:cNvPr id="217" name="text_063">
              <a:extLst>
                <a:ext uri="{FF2B5EF4-FFF2-40B4-BE49-F238E27FC236}">
                  <ns2:creationId id="{D75A5F28-204E-4CE5-B933-883B9B68ECEE}"/>
                </a:ext>
              </a:extLst>
            </p:cNvPr>
            <p:cNvSpPr>
              <a:spLocks noGrp="1"/>
            </p:cNvSpPr>
            <p:nvPr/>
          </p:nvSpPr>
          <p:spPr>
            <a:xfrm rot="0">
              <a:off x="8001000" y="7638597"/>
              <a:ext cx="457200" cy="200025"/>
            </a:xfrm>
            <a:prstGeom prst="rect">
              <a:avLst/>
            </a:prstGeom>
            <a:noFill/>
            <a:ln w="0">
              <a:noFill/>
              <a:prstDash val="solid"/>
            </a:ln>
          </p:spPr>
          <p:txBody>
            <a:bodyPr wrap="none" lIns="0" tIns="0" rIns="0" bIns="0" anchor="t">
              <a:noAutofit/>
            </a:bodyPr>
            <a:lstStyle>
              <a:defPPr algn="r">
                <a:defRPr sz="826" b="0">
                  <a:solidFill>
                    <a:srgbClr val="000000"/>
                  </a:solidFill>
                  <a:latin typeface="Arial"/>
                  <a:ea typeface="Arial"/>
                  <a:cs typeface="Arial"/>
                </a:defRPr>
              </a:defPPr>
              <a:lvl1pPr algn="r">
                <a:defRPr sz="826" b="0">
                  <a:solidFill>
                    <a:srgbClr val="000000"/>
                  </a:solidFill>
                  <a:latin typeface="Arial"/>
                  <a:ea typeface="Arial"/>
                  <a:cs typeface="Arial"/>
                </a:defRPr>
              </a:lvl1pPr>
              <a:lvl2pPr algn="r">
                <a:defRPr sz="826" b="0">
                  <a:solidFill>
                    <a:srgbClr val="000000"/>
                  </a:solidFill>
                  <a:latin typeface="Arial"/>
                  <a:ea typeface="Arial"/>
                  <a:cs typeface="Arial"/>
                </a:defRPr>
              </a:lvl2pPr>
              <a:lvl3pPr algn="r">
                <a:defRPr sz="826" b="0">
                  <a:solidFill>
                    <a:srgbClr val="000000"/>
                  </a:solidFill>
                  <a:latin typeface="Arial"/>
                  <a:ea typeface="Arial"/>
                  <a:cs typeface="Arial"/>
                </a:defRPr>
              </a:lvl3pPr>
              <a:lvl4pPr algn="r">
                <a:defRPr sz="826" b="0">
                  <a:solidFill>
                    <a:srgbClr val="000000"/>
                  </a:solidFill>
                  <a:latin typeface="Arial"/>
                  <a:ea typeface="Arial"/>
                  <a:cs typeface="Arial"/>
                </a:defRPr>
              </a:lvl4pPr>
              <a:lvl5pPr algn="r">
                <a:defRPr sz="826" b="0">
                  <a:solidFill>
                    <a:srgbClr val="000000"/>
                  </a:solidFill>
                  <a:latin typeface="Arial"/>
                  <a:ea typeface="Arial"/>
                  <a:cs typeface="Arial"/>
                </a:defRPr>
              </a:lvl5pPr>
              <a:lvl6pPr algn="r">
                <a:defRPr sz="826" b="0">
                  <a:solidFill>
                    <a:srgbClr val="000000"/>
                  </a:solidFill>
                  <a:latin typeface="Arial"/>
                  <a:ea typeface="Arial"/>
                  <a:cs typeface="Arial"/>
                </a:defRPr>
              </a:lvl6pPr>
              <a:lvl7pPr algn="r">
                <a:defRPr sz="826" b="0">
                  <a:solidFill>
                    <a:srgbClr val="000000"/>
                  </a:solidFill>
                  <a:latin typeface="Arial"/>
                  <a:ea typeface="Arial"/>
                  <a:cs typeface="Arial"/>
                </a:defRPr>
              </a:lvl7pPr>
              <a:lvl8pPr algn="r">
                <a:defRPr sz="826" b="0">
                  <a:solidFill>
                    <a:srgbClr val="000000"/>
                  </a:solidFill>
                  <a:latin typeface="Arial"/>
                  <a:ea typeface="Arial"/>
                  <a:cs typeface="Arial"/>
                </a:defRPr>
              </a:lvl8pPr>
              <a:lvl9pPr algn="r">
                <a:defRPr sz="826" b="0">
                  <a:solidFill>
                    <a:srgbClr val="000000"/>
                  </a:solidFill>
                  <a:latin typeface="Arial"/>
                  <a:ea typeface="Arial"/>
                  <a:cs typeface="Arial"/>
                </a:defRPr>
              </a:lvl9pPr>
            </a:lstStyle>
            <a:p>
              <a:pPr algn="r">
                <a:defRPr sz="826" b="0">
                  <a:solidFill>
                    <a:srgbClr val="000000"/>
                  </a:solidFill>
                  <a:latin typeface="Arial"/>
                  <a:ea typeface="Arial"/>
                  <a:cs typeface="Arial"/>
                </a:defRPr>
              </a:pPr>
              <a:r>
                <a:rPr sz="826" b="0">
                  <a:solidFill>
                    <a:srgbClr val="000000"/>
                  </a:solidFill>
                  <a:latin typeface="Arial"/>
                  <a:ea typeface="Arial"/>
                  <a:cs typeface="Arial"/>
                </a:rPr>
                <a:t>-2.11</a:t>
              </a:r>
            </a:p>
          </p:txBody>
        </p:sp>
        <p:sp>
          <p:nvSpPr>
            <p:cNvPr id="218" name="line_064">
              <a:extLst>
                <a:ext uri="{FF2B5EF4-FFF2-40B4-BE49-F238E27FC236}">
                  <ns2:creationId id="{0D0C371E-ECE0-41C8-94B1-07727FAA72C7}"/>
                </a:ext>
              </a:extLst>
            </p:cNvPr>
            <p:cNvSpPr>
              <a:spLocks noGrp="1"/>
            </p:cNvSpPr>
            <p:nvPr/>
          </p:nvSpPr>
          <p:spPr>
            <a:xfrm>
              <a:off x="8486775" y="7724322"/>
              <a:ext cx="38100" cy="95"/>
            </a:xfrm>
            <a:custGeom>
              <a:pathLst>
                <a:path w="38100" h="95">
                  <a:moveTo>
                    <a:pt x="0" y="0"/>
                  </a:moveTo>
                  <a:lnTo>
                    <a:pt x="38100" y="0"/>
                  </a:lnTo>
                </a:path>
              </a:pathLst>
            </a:custGeom>
            <a:noFill/>
            <a:ln w="4589">
              <a:solidFill>
                <a:srgbClr val="000000"/>
              </a:solidFill>
              <a:prstDash val="solid"/>
            </a:ln>
          </p:spPr>
        </p:sp>
        <p:sp>
          <p:nvSpPr>
            <p:cNvPr id="219" name="text_065">
              <a:extLst>
                <a:ext uri="{FF2B5EF4-FFF2-40B4-BE49-F238E27FC236}">
                  <ns2:creationId id="{A68BF60D-BA27-4D0E-BCB2-BC5BF920B4F6}"/>
                </a:ext>
              </a:extLst>
            </p:cNvPr>
            <p:cNvSpPr>
              <a:spLocks noGrp="1"/>
            </p:cNvSpPr>
            <p:nvPr/>
          </p:nvSpPr>
          <p:spPr>
            <a:xfrm rot="0">
              <a:off x="8001000" y="7217971"/>
              <a:ext cx="457200" cy="200025"/>
            </a:xfrm>
            <a:prstGeom prst="rect">
              <a:avLst/>
            </a:prstGeom>
            <a:noFill/>
            <a:ln w="0">
              <a:noFill/>
              <a:prstDash val="solid"/>
            </a:ln>
          </p:spPr>
          <p:txBody>
            <a:bodyPr wrap="none" lIns="0" tIns="0" rIns="0" bIns="0" anchor="t">
              <a:noAutofit/>
            </a:bodyPr>
            <a:lstStyle>
              <a:defPPr algn="r">
                <a:defRPr sz="826" b="0">
                  <a:solidFill>
                    <a:srgbClr val="000000"/>
                  </a:solidFill>
                  <a:latin typeface="Arial"/>
                  <a:ea typeface="Arial"/>
                  <a:cs typeface="Arial"/>
                </a:defRPr>
              </a:defPPr>
              <a:lvl1pPr algn="r">
                <a:defRPr sz="826" b="0">
                  <a:solidFill>
                    <a:srgbClr val="000000"/>
                  </a:solidFill>
                  <a:latin typeface="Arial"/>
                  <a:ea typeface="Arial"/>
                  <a:cs typeface="Arial"/>
                </a:defRPr>
              </a:lvl1pPr>
              <a:lvl2pPr algn="r">
                <a:defRPr sz="826" b="0">
                  <a:solidFill>
                    <a:srgbClr val="000000"/>
                  </a:solidFill>
                  <a:latin typeface="Arial"/>
                  <a:ea typeface="Arial"/>
                  <a:cs typeface="Arial"/>
                </a:defRPr>
              </a:lvl2pPr>
              <a:lvl3pPr algn="r">
                <a:defRPr sz="826" b="0">
                  <a:solidFill>
                    <a:srgbClr val="000000"/>
                  </a:solidFill>
                  <a:latin typeface="Arial"/>
                  <a:ea typeface="Arial"/>
                  <a:cs typeface="Arial"/>
                </a:defRPr>
              </a:lvl3pPr>
              <a:lvl4pPr algn="r">
                <a:defRPr sz="826" b="0">
                  <a:solidFill>
                    <a:srgbClr val="000000"/>
                  </a:solidFill>
                  <a:latin typeface="Arial"/>
                  <a:ea typeface="Arial"/>
                  <a:cs typeface="Arial"/>
                </a:defRPr>
              </a:lvl4pPr>
              <a:lvl5pPr algn="r">
                <a:defRPr sz="826" b="0">
                  <a:solidFill>
                    <a:srgbClr val="000000"/>
                  </a:solidFill>
                  <a:latin typeface="Arial"/>
                  <a:ea typeface="Arial"/>
                  <a:cs typeface="Arial"/>
                </a:defRPr>
              </a:lvl5pPr>
              <a:lvl6pPr algn="r">
                <a:defRPr sz="826" b="0">
                  <a:solidFill>
                    <a:srgbClr val="000000"/>
                  </a:solidFill>
                  <a:latin typeface="Arial"/>
                  <a:ea typeface="Arial"/>
                  <a:cs typeface="Arial"/>
                </a:defRPr>
              </a:lvl6pPr>
              <a:lvl7pPr algn="r">
                <a:defRPr sz="826" b="0">
                  <a:solidFill>
                    <a:srgbClr val="000000"/>
                  </a:solidFill>
                  <a:latin typeface="Arial"/>
                  <a:ea typeface="Arial"/>
                  <a:cs typeface="Arial"/>
                </a:defRPr>
              </a:lvl7pPr>
              <a:lvl8pPr algn="r">
                <a:defRPr sz="826" b="0">
                  <a:solidFill>
                    <a:srgbClr val="000000"/>
                  </a:solidFill>
                  <a:latin typeface="Arial"/>
                  <a:ea typeface="Arial"/>
                  <a:cs typeface="Arial"/>
                </a:defRPr>
              </a:lvl8pPr>
              <a:lvl9pPr algn="r">
                <a:defRPr sz="826" b="0">
                  <a:solidFill>
                    <a:srgbClr val="000000"/>
                  </a:solidFill>
                  <a:latin typeface="Arial"/>
                  <a:ea typeface="Arial"/>
                  <a:cs typeface="Arial"/>
                </a:defRPr>
              </a:lvl9pPr>
            </a:lstStyle>
            <a:p>
              <a:pPr algn="r">
                <a:defRPr sz="826" b="0">
                  <a:solidFill>
                    <a:srgbClr val="000000"/>
                  </a:solidFill>
                  <a:latin typeface="Arial"/>
                  <a:ea typeface="Arial"/>
                  <a:cs typeface="Arial"/>
                </a:defRPr>
              </a:pPr>
              <a:r>
                <a:rPr sz="826" b="0">
                  <a:solidFill>
                    <a:srgbClr val="000000"/>
                  </a:solidFill>
                  <a:latin typeface="Arial"/>
                  <a:ea typeface="Arial"/>
                  <a:cs typeface="Arial"/>
                </a:rPr>
                <a:t>0</a:t>
              </a:r>
            </a:p>
          </p:txBody>
        </p:sp>
        <p:sp>
          <p:nvSpPr>
            <p:cNvPr id="220" name="line_066">
              <a:extLst>
                <a:ext uri="{FF2B5EF4-FFF2-40B4-BE49-F238E27FC236}">
                  <ns2:creationId id="{17413A31-C99A-40F1-B306-E285AFAC8DB3}"/>
                </a:ext>
              </a:extLst>
            </p:cNvPr>
            <p:cNvSpPr>
              <a:spLocks noGrp="1"/>
            </p:cNvSpPr>
            <p:nvPr/>
          </p:nvSpPr>
          <p:spPr>
            <a:xfrm>
              <a:off x="8486775" y="7303696"/>
              <a:ext cx="38100" cy="95"/>
            </a:xfrm>
            <a:custGeom>
              <a:pathLst>
                <a:path w="38100" h="95">
                  <a:moveTo>
                    <a:pt x="0" y="0"/>
                  </a:moveTo>
                  <a:lnTo>
                    <a:pt x="38100" y="0"/>
                  </a:lnTo>
                </a:path>
              </a:pathLst>
            </a:custGeom>
            <a:noFill/>
            <a:ln w="4589">
              <a:solidFill>
                <a:srgbClr val="000000"/>
              </a:solidFill>
              <a:prstDash val="solid"/>
            </a:ln>
          </p:spPr>
        </p:sp>
        <p:sp>
          <p:nvSpPr>
            <p:cNvPr id="221" name="text_067">
              <a:extLst>
                <a:ext uri="{FF2B5EF4-FFF2-40B4-BE49-F238E27FC236}">
                  <ns2:creationId id="{AC0EDB2A-BBC5-47D6-9A3A-4DAFAE2B9E3B}"/>
                </a:ext>
              </a:extLst>
            </p:cNvPr>
            <p:cNvSpPr>
              <a:spLocks noGrp="1"/>
            </p:cNvSpPr>
            <p:nvPr/>
          </p:nvSpPr>
          <p:spPr>
            <a:xfrm rot="0">
              <a:off x="8001000" y="6115574"/>
              <a:ext cx="457200" cy="200025"/>
            </a:xfrm>
            <a:prstGeom prst="rect">
              <a:avLst/>
            </a:prstGeom>
            <a:noFill/>
            <a:ln w="0">
              <a:noFill/>
              <a:prstDash val="solid"/>
            </a:ln>
          </p:spPr>
          <p:txBody>
            <a:bodyPr wrap="none" lIns="0" tIns="0" rIns="0" bIns="0" anchor="t">
              <a:noAutofit/>
            </a:bodyPr>
            <a:lstStyle>
              <a:defPPr algn="r">
                <a:defRPr sz="826" b="0">
                  <a:solidFill>
                    <a:srgbClr val="000000"/>
                  </a:solidFill>
                  <a:latin typeface="Arial"/>
                  <a:ea typeface="Arial"/>
                  <a:cs typeface="Arial"/>
                </a:defRPr>
              </a:defPPr>
              <a:lvl1pPr algn="r">
                <a:defRPr sz="826" b="0">
                  <a:solidFill>
                    <a:srgbClr val="000000"/>
                  </a:solidFill>
                  <a:latin typeface="Arial"/>
                  <a:ea typeface="Arial"/>
                  <a:cs typeface="Arial"/>
                </a:defRPr>
              </a:lvl1pPr>
              <a:lvl2pPr algn="r">
                <a:defRPr sz="826" b="0">
                  <a:solidFill>
                    <a:srgbClr val="000000"/>
                  </a:solidFill>
                  <a:latin typeface="Arial"/>
                  <a:ea typeface="Arial"/>
                  <a:cs typeface="Arial"/>
                </a:defRPr>
              </a:lvl2pPr>
              <a:lvl3pPr algn="r">
                <a:defRPr sz="826" b="0">
                  <a:solidFill>
                    <a:srgbClr val="000000"/>
                  </a:solidFill>
                  <a:latin typeface="Arial"/>
                  <a:ea typeface="Arial"/>
                  <a:cs typeface="Arial"/>
                </a:defRPr>
              </a:lvl3pPr>
              <a:lvl4pPr algn="r">
                <a:defRPr sz="826" b="0">
                  <a:solidFill>
                    <a:srgbClr val="000000"/>
                  </a:solidFill>
                  <a:latin typeface="Arial"/>
                  <a:ea typeface="Arial"/>
                  <a:cs typeface="Arial"/>
                </a:defRPr>
              </a:lvl4pPr>
              <a:lvl5pPr algn="r">
                <a:defRPr sz="826" b="0">
                  <a:solidFill>
                    <a:srgbClr val="000000"/>
                  </a:solidFill>
                  <a:latin typeface="Arial"/>
                  <a:ea typeface="Arial"/>
                  <a:cs typeface="Arial"/>
                </a:defRPr>
              </a:lvl5pPr>
              <a:lvl6pPr algn="r">
                <a:defRPr sz="826" b="0">
                  <a:solidFill>
                    <a:srgbClr val="000000"/>
                  </a:solidFill>
                  <a:latin typeface="Arial"/>
                  <a:ea typeface="Arial"/>
                  <a:cs typeface="Arial"/>
                </a:defRPr>
              </a:lvl6pPr>
              <a:lvl7pPr algn="r">
                <a:defRPr sz="826" b="0">
                  <a:solidFill>
                    <a:srgbClr val="000000"/>
                  </a:solidFill>
                  <a:latin typeface="Arial"/>
                  <a:ea typeface="Arial"/>
                  <a:cs typeface="Arial"/>
                </a:defRPr>
              </a:lvl7pPr>
              <a:lvl8pPr algn="r">
                <a:defRPr sz="826" b="0">
                  <a:solidFill>
                    <a:srgbClr val="000000"/>
                  </a:solidFill>
                  <a:latin typeface="Arial"/>
                  <a:ea typeface="Arial"/>
                  <a:cs typeface="Arial"/>
                </a:defRPr>
              </a:lvl8pPr>
              <a:lvl9pPr algn="r">
                <a:defRPr sz="826" b="0">
                  <a:solidFill>
                    <a:srgbClr val="000000"/>
                  </a:solidFill>
                  <a:latin typeface="Arial"/>
                  <a:ea typeface="Arial"/>
                  <a:cs typeface="Arial"/>
                </a:defRPr>
              </a:lvl9pPr>
            </a:lstStyle>
            <a:p>
              <a:pPr algn="r">
                <a:defRPr sz="826" b="0">
                  <a:solidFill>
                    <a:srgbClr val="000000"/>
                  </a:solidFill>
                  <a:latin typeface="Arial"/>
                  <a:ea typeface="Arial"/>
                  <a:cs typeface="Arial"/>
                </a:defRPr>
              </a:pPr>
              <a:r>
                <a:rPr sz="826" b="0">
                  <a:solidFill>
                    <a:srgbClr val="000000"/>
                  </a:solidFill>
                  <a:latin typeface="Arial"/>
                  <a:ea typeface="Arial"/>
                  <a:cs typeface="Arial"/>
                </a:rPr>
                <a:t>5.53</a:t>
              </a:r>
            </a:p>
          </p:txBody>
        </p:sp>
        <p:sp>
          <p:nvSpPr>
            <p:cNvPr id="222" name="line_068">
              <a:extLst>
                <a:ext uri="{FF2B5EF4-FFF2-40B4-BE49-F238E27FC236}">
                  <ns2:creationId id="{2EF0C38F-FE42-4B9C-A9E9-018AD974F0F2}"/>
                </a:ext>
              </a:extLst>
            </p:cNvPr>
            <p:cNvSpPr>
              <a:spLocks noGrp="1"/>
            </p:cNvSpPr>
            <p:nvPr/>
          </p:nvSpPr>
          <p:spPr>
            <a:xfrm>
              <a:off x="8486775" y="6201299"/>
              <a:ext cx="38100" cy="95"/>
            </a:xfrm>
            <a:custGeom>
              <a:pathLst>
                <a:path w="38100" h="95">
                  <a:moveTo>
                    <a:pt x="0" y="0"/>
                  </a:moveTo>
                  <a:lnTo>
                    <a:pt x="38100" y="0"/>
                  </a:lnTo>
                </a:path>
              </a:pathLst>
            </a:custGeom>
            <a:noFill/>
            <a:ln w="4589">
              <a:solidFill>
                <a:srgbClr val="000000"/>
              </a:solidFill>
              <a:prstDash val="solid"/>
            </a:ln>
          </p:spPr>
        </p:sp>
        <p:sp>
          <p:nvSpPr>
            <p:cNvPr id="223" name="text_069">
              <a:extLst>
                <a:ext uri="{FF2B5EF4-FFF2-40B4-BE49-F238E27FC236}">
                  <ns2:creationId id="{A3774B5B-753E-425B-B9F5-94349B2B476E}"/>
                </a:ext>
              </a:extLst>
            </p:cNvPr>
            <p:cNvSpPr>
              <a:spLocks noGrp="1"/>
            </p:cNvSpPr>
            <p:nvPr/>
          </p:nvSpPr>
          <p:spPr>
            <a:xfrm rot="0">
              <a:off x="8524875" y="8010525"/>
              <a:ext cx="2924175" cy="228600"/>
            </a:xfrm>
            <a:prstGeom prst="rect">
              <a:avLst/>
            </a:prstGeom>
            <a:noFill/>
            <a:ln w="0">
              <a:noFill/>
              <a:prstDash val="solid"/>
            </a:ln>
          </p:spPr>
          <p:txBody>
            <a:bodyPr wrap="none" lIns="0" tIns="0" rIns="0" bIns="0" anchor="t">
              <a:noAutofit/>
            </a:bodyPr>
            <a:lstStyle>
              <a:defPPr algn="ctr">
                <a:defRPr sz="877" b="0">
                  <a:solidFill>
                    <a:srgbClr val="000000"/>
                  </a:solidFill>
                  <a:latin typeface="Arial"/>
                  <a:ea typeface="Arial"/>
                  <a:cs typeface="Arial"/>
                </a:defRPr>
              </a:defPPr>
              <a:lvl1pPr algn="ctr">
                <a:defRPr sz="877" b="0">
                  <a:solidFill>
                    <a:srgbClr val="000000"/>
                  </a:solidFill>
                  <a:latin typeface="Arial"/>
                  <a:ea typeface="Arial"/>
                  <a:cs typeface="Arial"/>
                </a:defRPr>
              </a:lvl1pPr>
              <a:lvl2pPr algn="ctr">
                <a:defRPr sz="877" b="0">
                  <a:solidFill>
                    <a:srgbClr val="000000"/>
                  </a:solidFill>
                  <a:latin typeface="Arial"/>
                  <a:ea typeface="Arial"/>
                  <a:cs typeface="Arial"/>
                </a:defRPr>
              </a:lvl2pPr>
              <a:lvl3pPr algn="ctr">
                <a:defRPr sz="877" b="0">
                  <a:solidFill>
                    <a:srgbClr val="000000"/>
                  </a:solidFill>
                  <a:latin typeface="Arial"/>
                  <a:ea typeface="Arial"/>
                  <a:cs typeface="Arial"/>
                </a:defRPr>
              </a:lvl3pPr>
              <a:lvl4pPr algn="ctr">
                <a:defRPr sz="877" b="0">
                  <a:solidFill>
                    <a:srgbClr val="000000"/>
                  </a:solidFill>
                  <a:latin typeface="Arial"/>
                  <a:ea typeface="Arial"/>
                  <a:cs typeface="Arial"/>
                </a:defRPr>
              </a:lvl4pPr>
              <a:lvl5pPr algn="ctr">
                <a:defRPr sz="877" b="0">
                  <a:solidFill>
                    <a:srgbClr val="000000"/>
                  </a:solidFill>
                  <a:latin typeface="Arial"/>
                  <a:ea typeface="Arial"/>
                  <a:cs typeface="Arial"/>
                </a:defRPr>
              </a:lvl5pPr>
              <a:lvl6pPr algn="ctr">
                <a:defRPr sz="877" b="0">
                  <a:solidFill>
                    <a:srgbClr val="000000"/>
                  </a:solidFill>
                  <a:latin typeface="Arial"/>
                  <a:ea typeface="Arial"/>
                  <a:cs typeface="Arial"/>
                </a:defRPr>
              </a:lvl6pPr>
              <a:lvl7pPr algn="ctr">
                <a:defRPr sz="877" b="0">
                  <a:solidFill>
                    <a:srgbClr val="000000"/>
                  </a:solidFill>
                  <a:latin typeface="Arial"/>
                  <a:ea typeface="Arial"/>
                  <a:cs typeface="Arial"/>
                </a:defRPr>
              </a:lvl7pPr>
              <a:lvl8pPr algn="ctr">
                <a:defRPr sz="877" b="0">
                  <a:solidFill>
                    <a:srgbClr val="000000"/>
                  </a:solidFill>
                  <a:latin typeface="Arial"/>
                  <a:ea typeface="Arial"/>
                  <a:cs typeface="Arial"/>
                </a:defRPr>
              </a:lvl8pPr>
              <a:lvl9pPr algn="ctr">
                <a:defRPr sz="877" b="0">
                  <a:solidFill>
                    <a:srgbClr val="000000"/>
                  </a:solidFill>
                  <a:latin typeface="Arial"/>
                  <a:ea typeface="Arial"/>
                  <a:cs typeface="Arial"/>
                </a:defRPr>
              </a:lvl9pPr>
            </a:lstStyle>
            <a:p>
              <a:pPr algn="ctr">
                <a:defRPr sz="877" b="0">
                  <a:solidFill>
                    <a:srgbClr val="000000"/>
                  </a:solidFill>
                  <a:latin typeface="Arial"/>
                  <a:ea typeface="Arial"/>
                  <a:cs typeface="Arial"/>
                </a:defRPr>
              </a:pPr>
              <a:r>
                <a:rPr sz="877" b="0">
                  <a:solidFill>
                    <a:srgbClr val="000000"/>
                  </a:solidFill>
                  <a:latin typeface="Arial"/>
                  <a:ea typeface="Arial"/>
                  <a:cs typeface="Arial"/>
                </a:rPr>
                <a:t>Normalized reference coordinate</a:t>
              </a:r>
            </a:p>
          </p:txBody>
        </p:sp>
        <p:sp>
          <p:nvSpPr>
            <p:cNvPr id="224" name="complete_saved_P_Q_profile">
              <a:extLst>
                <a:ext uri="{FF2B5EF4-FFF2-40B4-BE49-F238E27FC236}">
                  <ns2:creationId id="{4EFEC1EF-9D7A-4249-9CF0-8C60982AB9F3}"/>
                </a:ext>
              </a:extLst>
            </p:cNvPr>
            <p:cNvSpPr>
              <a:spLocks noGrp="1"/>
            </p:cNvSpPr>
            <p:nvPr/>
          </p:nvSpPr>
          <p:spPr>
            <a:xfrm>
              <a:off x="8524875" y="6200775"/>
              <a:ext cx="2924175" cy="1524000"/>
            </a:xfrm>
            <a:custGeom>
              <a:pathLst>
                <a:path w="2924175" h="1524000">
                  <a:moveTo>
                    <a:pt x="0" y="1524000"/>
                  </a:moveTo>
                  <a:lnTo>
                    <a:pt x="2499" y="1274395"/>
                  </a:lnTo>
                  <a:lnTo>
                    <a:pt x="6425" y="1199462"/>
                  </a:lnTo>
                  <a:lnTo>
                    <a:pt x="15617" y="1147112"/>
                  </a:lnTo>
                  <a:lnTo>
                    <a:pt x="19544" y="1139103"/>
                  </a:lnTo>
                  <a:lnTo>
                    <a:pt x="30431" y="1128165"/>
                  </a:lnTo>
                  <a:lnTo>
                    <a:pt x="47655" y="1120415"/>
                  </a:lnTo>
                  <a:lnTo>
                    <a:pt x="69698" y="1116311"/>
                  </a:lnTo>
                  <a:lnTo>
                    <a:pt x="156351" y="1111314"/>
                  </a:lnTo>
                  <a:lnTo>
                    <a:pt x="531968" y="1102951"/>
                  </a:lnTo>
                  <a:lnTo>
                    <a:pt x="532147" y="1006382"/>
                  </a:lnTo>
                  <a:lnTo>
                    <a:pt x="532236" y="1102939"/>
                  </a:lnTo>
                  <a:lnTo>
                    <a:pt x="541874" y="1102921"/>
                  </a:lnTo>
                  <a:lnTo>
                    <a:pt x="542053" y="1071372"/>
                  </a:lnTo>
                  <a:lnTo>
                    <a:pt x="542410" y="1102921"/>
                  </a:lnTo>
                  <a:lnTo>
                    <a:pt x="548121" y="1100760"/>
                  </a:lnTo>
                  <a:lnTo>
                    <a:pt x="550263" y="1096131"/>
                  </a:lnTo>
                  <a:lnTo>
                    <a:pt x="552137" y="1057084"/>
                  </a:lnTo>
                  <a:lnTo>
                    <a:pt x="552940" y="229346"/>
                  </a:lnTo>
                  <a:lnTo>
                    <a:pt x="554100" y="999632"/>
                  </a:lnTo>
                  <a:lnTo>
                    <a:pt x="555439" y="1057052"/>
                  </a:lnTo>
                  <a:lnTo>
                    <a:pt x="562043" y="1039785"/>
                  </a:lnTo>
                  <a:lnTo>
                    <a:pt x="562310" y="1031419"/>
                  </a:lnTo>
                  <a:lnTo>
                    <a:pt x="565166" y="807359"/>
                  </a:lnTo>
                  <a:lnTo>
                    <a:pt x="565345" y="0"/>
                  </a:lnTo>
                  <a:lnTo>
                    <a:pt x="565523" y="344437"/>
                  </a:lnTo>
                  <a:lnTo>
                    <a:pt x="570431" y="807287"/>
                  </a:lnTo>
                  <a:lnTo>
                    <a:pt x="575429" y="157095"/>
                  </a:lnTo>
                  <a:lnTo>
                    <a:pt x="577838" y="1039831"/>
                  </a:lnTo>
                  <a:lnTo>
                    <a:pt x="585246" y="1002132"/>
                  </a:lnTo>
                  <a:lnTo>
                    <a:pt x="585424" y="925782"/>
                  </a:lnTo>
                  <a:lnTo>
                    <a:pt x="585513" y="999541"/>
                  </a:lnTo>
                  <a:lnTo>
                    <a:pt x="590868" y="956896"/>
                  </a:lnTo>
                  <a:lnTo>
                    <a:pt x="595062" y="898950"/>
                  </a:lnTo>
                  <a:lnTo>
                    <a:pt x="595151" y="853211"/>
                  </a:lnTo>
                  <a:lnTo>
                    <a:pt x="595241" y="898333"/>
                  </a:lnTo>
                  <a:lnTo>
                    <a:pt x="604879" y="896986"/>
                  </a:lnTo>
                  <a:lnTo>
                    <a:pt x="604968" y="854437"/>
                  </a:lnTo>
                  <a:lnTo>
                    <a:pt x="605057" y="896281"/>
                  </a:lnTo>
                  <a:lnTo>
                    <a:pt x="610144" y="867579"/>
                  </a:lnTo>
                  <a:lnTo>
                    <a:pt x="614606" y="825158"/>
                  </a:lnTo>
                  <a:lnTo>
                    <a:pt x="614784" y="750847"/>
                  </a:lnTo>
                  <a:lnTo>
                    <a:pt x="614963" y="824562"/>
                  </a:lnTo>
                  <a:lnTo>
                    <a:pt x="619871" y="824850"/>
                  </a:lnTo>
                  <a:lnTo>
                    <a:pt x="624779" y="750663"/>
                  </a:lnTo>
                  <a:lnTo>
                    <a:pt x="629420" y="1001441"/>
                  </a:lnTo>
                  <a:lnTo>
                    <a:pt x="634596" y="927551"/>
                  </a:lnTo>
                  <a:lnTo>
                    <a:pt x="634864" y="581205"/>
                  </a:lnTo>
                  <a:lnTo>
                    <a:pt x="635488" y="927422"/>
                  </a:lnTo>
                  <a:lnTo>
                    <a:pt x="640397" y="927436"/>
                  </a:lnTo>
                  <a:lnTo>
                    <a:pt x="645216" y="870580"/>
                  </a:lnTo>
                  <a:lnTo>
                    <a:pt x="645483" y="533202"/>
                  </a:lnTo>
                  <a:lnTo>
                    <a:pt x="645751" y="893369"/>
                  </a:lnTo>
                  <a:lnTo>
                    <a:pt x="648339" y="946948"/>
                  </a:lnTo>
                  <a:lnTo>
                    <a:pt x="657353" y="997570"/>
                  </a:lnTo>
                  <a:lnTo>
                    <a:pt x="677075" y="1049987"/>
                  </a:lnTo>
                  <a:lnTo>
                    <a:pt x="677253" y="1011423"/>
                  </a:lnTo>
                  <a:lnTo>
                    <a:pt x="677343" y="1049997"/>
                  </a:lnTo>
                  <a:lnTo>
                    <a:pt x="686892" y="1055185"/>
                  </a:lnTo>
                  <a:lnTo>
                    <a:pt x="686981" y="1014790"/>
                  </a:lnTo>
                  <a:lnTo>
                    <a:pt x="687070" y="1055185"/>
                  </a:lnTo>
                  <a:lnTo>
                    <a:pt x="718483" y="1072409"/>
                  </a:lnTo>
                  <a:lnTo>
                    <a:pt x="739544" y="1061229"/>
                  </a:lnTo>
                  <a:lnTo>
                    <a:pt x="739722" y="978725"/>
                  </a:lnTo>
                  <a:lnTo>
                    <a:pt x="739812" y="1061212"/>
                  </a:lnTo>
                  <a:lnTo>
                    <a:pt x="784611" y="1059122"/>
                  </a:lnTo>
                  <a:lnTo>
                    <a:pt x="784789" y="986910"/>
                  </a:lnTo>
                  <a:lnTo>
                    <a:pt x="784879" y="1059120"/>
                  </a:lnTo>
                  <a:lnTo>
                    <a:pt x="1005751" y="1040487"/>
                  </a:lnTo>
                  <a:lnTo>
                    <a:pt x="1006465" y="984750"/>
                  </a:lnTo>
                  <a:lnTo>
                    <a:pt x="1006733" y="1040409"/>
                  </a:lnTo>
                  <a:lnTo>
                    <a:pt x="1016282" y="1040389"/>
                  </a:lnTo>
                  <a:lnTo>
                    <a:pt x="1016549" y="984675"/>
                  </a:lnTo>
                  <a:lnTo>
                    <a:pt x="1016906" y="1040333"/>
                  </a:lnTo>
                  <a:lnTo>
                    <a:pt x="1031274" y="1040389"/>
                  </a:lnTo>
                  <a:lnTo>
                    <a:pt x="1038414" y="1023515"/>
                  </a:lnTo>
                  <a:lnTo>
                    <a:pt x="1045553" y="1017890"/>
                  </a:lnTo>
                  <a:lnTo>
                    <a:pt x="1047070" y="910945"/>
                  </a:lnTo>
                  <a:lnTo>
                    <a:pt x="1049837" y="1040376"/>
                  </a:lnTo>
                  <a:lnTo>
                    <a:pt x="1068220" y="1068981"/>
                  </a:lnTo>
                  <a:lnTo>
                    <a:pt x="1076252" y="1048148"/>
                  </a:lnTo>
                  <a:lnTo>
                    <a:pt x="1083570" y="1001233"/>
                  </a:lnTo>
                  <a:lnTo>
                    <a:pt x="1083748" y="837440"/>
                  </a:lnTo>
                  <a:lnTo>
                    <a:pt x="1084284" y="1001071"/>
                  </a:lnTo>
                  <a:lnTo>
                    <a:pt x="1126763" y="996212"/>
                  </a:lnTo>
                  <a:lnTo>
                    <a:pt x="1127030" y="840719"/>
                  </a:lnTo>
                  <a:lnTo>
                    <a:pt x="1127387" y="995219"/>
                  </a:lnTo>
                  <a:lnTo>
                    <a:pt x="1435895" y="995482"/>
                  </a:lnTo>
                  <a:lnTo>
                    <a:pt x="1436074" y="936068"/>
                  </a:lnTo>
                  <a:lnTo>
                    <a:pt x="1436520" y="1001043"/>
                  </a:lnTo>
                  <a:lnTo>
                    <a:pt x="1445801" y="1064154"/>
                  </a:lnTo>
                  <a:lnTo>
                    <a:pt x="1446247" y="967723"/>
                  </a:lnTo>
                  <a:lnTo>
                    <a:pt x="1447407" y="1064116"/>
                  </a:lnTo>
                  <a:lnTo>
                    <a:pt x="1457045" y="1065406"/>
                  </a:lnTo>
                  <a:lnTo>
                    <a:pt x="1457492" y="967525"/>
                  </a:lnTo>
                  <a:lnTo>
                    <a:pt x="1458741" y="1065409"/>
                  </a:lnTo>
                  <a:lnTo>
                    <a:pt x="1566902" y="1073415"/>
                  </a:lnTo>
                  <a:lnTo>
                    <a:pt x="1568062" y="982527"/>
                  </a:lnTo>
                  <a:lnTo>
                    <a:pt x="1568597" y="1073431"/>
                  </a:lnTo>
                  <a:lnTo>
                    <a:pt x="1578146" y="1073739"/>
                  </a:lnTo>
                  <a:lnTo>
                    <a:pt x="1578592" y="983600"/>
                  </a:lnTo>
                  <a:lnTo>
                    <a:pt x="1579842" y="1073717"/>
                  </a:lnTo>
                  <a:lnTo>
                    <a:pt x="1834358" y="1087962"/>
                  </a:lnTo>
                  <a:lnTo>
                    <a:pt x="1854170" y="1083254"/>
                  </a:lnTo>
                  <a:lnTo>
                    <a:pt x="1856312" y="888722"/>
                  </a:lnTo>
                  <a:lnTo>
                    <a:pt x="1857026" y="1048686"/>
                  </a:lnTo>
                  <a:lnTo>
                    <a:pt x="1861934" y="1083203"/>
                  </a:lnTo>
                  <a:lnTo>
                    <a:pt x="1866753" y="1044997"/>
                  </a:lnTo>
                  <a:lnTo>
                    <a:pt x="1867467" y="897531"/>
                  </a:lnTo>
                  <a:lnTo>
                    <a:pt x="1868716" y="1067258"/>
                  </a:lnTo>
                  <a:lnTo>
                    <a:pt x="1869609" y="1083123"/>
                  </a:lnTo>
                  <a:lnTo>
                    <a:pt x="1875231" y="1087983"/>
                  </a:lnTo>
                  <a:lnTo>
                    <a:pt x="1947873" y="1096042"/>
                  </a:lnTo>
                  <a:lnTo>
                    <a:pt x="1962063" y="1095205"/>
                  </a:lnTo>
                  <a:lnTo>
                    <a:pt x="1966257" y="1075642"/>
                  </a:lnTo>
                  <a:lnTo>
                    <a:pt x="1967417" y="1014281"/>
                  </a:lnTo>
                  <a:lnTo>
                    <a:pt x="1970005" y="1095209"/>
                  </a:lnTo>
                  <a:lnTo>
                    <a:pt x="1979554" y="1095108"/>
                  </a:lnTo>
                  <a:lnTo>
                    <a:pt x="1981696" y="1014324"/>
                  </a:lnTo>
                  <a:lnTo>
                    <a:pt x="1983213" y="1081252"/>
                  </a:lnTo>
                  <a:lnTo>
                    <a:pt x="1987497" y="1095107"/>
                  </a:lnTo>
                  <a:lnTo>
                    <a:pt x="2261289" y="1092203"/>
                  </a:lnTo>
                  <a:lnTo>
                    <a:pt x="2516520" y="1082893"/>
                  </a:lnTo>
                  <a:lnTo>
                    <a:pt x="2517680" y="1033748"/>
                  </a:lnTo>
                  <a:lnTo>
                    <a:pt x="2518126" y="1082884"/>
                  </a:lnTo>
                  <a:lnTo>
                    <a:pt x="2527764" y="1082402"/>
                  </a:lnTo>
                  <a:lnTo>
                    <a:pt x="2528835" y="1035484"/>
                  </a:lnTo>
                  <a:lnTo>
                    <a:pt x="2529192" y="1070931"/>
                  </a:lnTo>
                  <a:lnTo>
                    <a:pt x="2534101" y="1082481"/>
                  </a:lnTo>
                  <a:lnTo>
                    <a:pt x="2538920" y="1082391"/>
                  </a:lnTo>
                  <a:lnTo>
                    <a:pt x="2539812" y="946660"/>
                  </a:lnTo>
                  <a:lnTo>
                    <a:pt x="2540437" y="1091428"/>
                  </a:lnTo>
                  <a:lnTo>
                    <a:pt x="2541151" y="1096130"/>
                  </a:lnTo>
                  <a:lnTo>
                    <a:pt x="2547219" y="1101112"/>
                  </a:lnTo>
                  <a:lnTo>
                    <a:pt x="2550253" y="946257"/>
                  </a:lnTo>
                  <a:lnTo>
                    <a:pt x="2551503" y="1059764"/>
                  </a:lnTo>
                  <a:lnTo>
                    <a:pt x="2556411" y="1059797"/>
                  </a:lnTo>
                  <a:lnTo>
                    <a:pt x="2561230" y="1023114"/>
                  </a:lnTo>
                  <a:lnTo>
                    <a:pt x="2561587" y="951659"/>
                  </a:lnTo>
                  <a:lnTo>
                    <a:pt x="2562479" y="1054011"/>
                  </a:lnTo>
                  <a:lnTo>
                    <a:pt x="2566584" y="1099534"/>
                  </a:lnTo>
                  <a:lnTo>
                    <a:pt x="2572385" y="1090747"/>
                  </a:lnTo>
                  <a:lnTo>
                    <a:pt x="2574170" y="998513"/>
                  </a:lnTo>
                  <a:lnTo>
                    <a:pt x="2575241" y="1069189"/>
                  </a:lnTo>
                  <a:lnTo>
                    <a:pt x="2579346" y="1090729"/>
                  </a:lnTo>
                  <a:lnTo>
                    <a:pt x="2584254" y="1090739"/>
                  </a:lnTo>
                  <a:lnTo>
                    <a:pt x="2589073" y="1079632"/>
                  </a:lnTo>
                  <a:lnTo>
                    <a:pt x="2590858" y="1000546"/>
                  </a:lnTo>
                  <a:lnTo>
                    <a:pt x="2592286" y="1075634"/>
                  </a:lnTo>
                  <a:lnTo>
                    <a:pt x="2596213" y="1090738"/>
                  </a:lnTo>
                  <a:lnTo>
                    <a:pt x="2708121" y="1097843"/>
                  </a:lnTo>
                  <a:lnTo>
                    <a:pt x="2801646" y="1100571"/>
                  </a:lnTo>
                  <a:lnTo>
                    <a:pt x="2806109" y="1092615"/>
                  </a:lnTo>
                  <a:lnTo>
                    <a:pt x="2813159" y="1057310"/>
                  </a:lnTo>
                  <a:lnTo>
                    <a:pt x="2815568" y="976780"/>
                  </a:lnTo>
                  <a:lnTo>
                    <a:pt x="2820476" y="1012217"/>
                  </a:lnTo>
                  <a:lnTo>
                    <a:pt x="2825295" y="975374"/>
                  </a:lnTo>
                  <a:lnTo>
                    <a:pt x="2825920" y="1100738"/>
                  </a:lnTo>
                  <a:lnTo>
                    <a:pt x="2835023" y="1101998"/>
                  </a:lnTo>
                  <a:lnTo>
                    <a:pt x="2839931" y="1060895"/>
                  </a:lnTo>
                  <a:lnTo>
                    <a:pt x="2840734" y="986254"/>
                  </a:lnTo>
                  <a:lnTo>
                    <a:pt x="2841537" y="1061093"/>
                  </a:lnTo>
                  <a:lnTo>
                    <a:pt x="2846356" y="1091321"/>
                  </a:lnTo>
                  <a:lnTo>
                    <a:pt x="2851979" y="1099152"/>
                  </a:lnTo>
                  <a:lnTo>
                    <a:pt x="2869559" y="1102911"/>
                  </a:lnTo>
                  <a:lnTo>
                    <a:pt x="2923997" y="1103148"/>
                  </a:lnTo>
                  <a:lnTo>
                    <a:pt x="2924175" y="1070118"/>
                  </a:lnTo>
                </a:path>
              </a:pathLst>
            </a:custGeom>
            <a:noFill/>
            <a:ln w="9177">
              <a:solidFill>
                <a:srgbClr val="0072B2"/>
              </a:solidFill>
              <a:prstDash val="dash"/>
            </a:ln>
          </p:spPr>
        </p:sp>
        <p:sp>
          <p:nvSpPr>
            <p:cNvPr id="225" name="complete_saved_R2_Q_profile">
              <a:extLst>
                <a:ext uri="{FF2B5EF4-FFF2-40B4-BE49-F238E27FC236}">
                  <ns2:creationId id="{B3B7CB51-51A7-4246-A8C9-BFE6953DC349}"/>
                </a:ext>
              </a:extLst>
            </p:cNvPr>
            <p:cNvSpPr>
              <a:spLocks noGrp="1"/>
            </p:cNvSpPr>
            <p:nvPr/>
          </p:nvSpPr>
          <p:spPr>
            <a:xfrm>
              <a:off x="8524875" y="6200775"/>
              <a:ext cx="2924175" cy="1524000"/>
            </a:xfrm>
            <a:custGeom>
              <a:pathLst>
                <a:path w="2924175" h="1524000">
                  <a:moveTo>
                    <a:pt x="0" y="1524000"/>
                  </a:moveTo>
                  <a:lnTo>
                    <a:pt x="2142" y="1200306"/>
                  </a:lnTo>
                  <a:lnTo>
                    <a:pt x="5176" y="1147783"/>
                  </a:lnTo>
                  <a:lnTo>
                    <a:pt x="10263" y="1128110"/>
                  </a:lnTo>
                  <a:lnTo>
                    <a:pt x="16063" y="1120384"/>
                  </a:lnTo>
                  <a:lnTo>
                    <a:pt x="24452" y="1115935"/>
                  </a:lnTo>
                  <a:lnTo>
                    <a:pt x="58185" y="1110526"/>
                  </a:lnTo>
                  <a:lnTo>
                    <a:pt x="122172" y="1105208"/>
                  </a:lnTo>
                  <a:lnTo>
                    <a:pt x="214983" y="1101849"/>
                  </a:lnTo>
                  <a:lnTo>
                    <a:pt x="224085" y="1098116"/>
                  </a:lnTo>
                  <a:lnTo>
                    <a:pt x="228280" y="1087979"/>
                  </a:lnTo>
                  <a:lnTo>
                    <a:pt x="230778" y="1072409"/>
                  </a:lnTo>
                  <a:lnTo>
                    <a:pt x="232742" y="996564"/>
                  </a:lnTo>
                  <a:lnTo>
                    <a:pt x="233813" y="229135"/>
                  </a:lnTo>
                  <a:lnTo>
                    <a:pt x="234705" y="1108708"/>
                  </a:lnTo>
                  <a:lnTo>
                    <a:pt x="234794" y="1057064"/>
                  </a:lnTo>
                  <a:lnTo>
                    <a:pt x="241309" y="1037402"/>
                  </a:lnTo>
                  <a:lnTo>
                    <a:pt x="244254" y="807359"/>
                  </a:lnTo>
                  <a:lnTo>
                    <a:pt x="244432" y="0"/>
                  </a:lnTo>
                  <a:lnTo>
                    <a:pt x="244700" y="344437"/>
                  </a:lnTo>
                  <a:lnTo>
                    <a:pt x="248448" y="489587"/>
                  </a:lnTo>
                  <a:lnTo>
                    <a:pt x="251393" y="858917"/>
                  </a:lnTo>
                  <a:lnTo>
                    <a:pt x="254517" y="342718"/>
                  </a:lnTo>
                  <a:lnTo>
                    <a:pt x="258176" y="157095"/>
                  </a:lnTo>
                  <a:lnTo>
                    <a:pt x="259514" y="1039785"/>
                  </a:lnTo>
                  <a:lnTo>
                    <a:pt x="263619" y="1072409"/>
                  </a:lnTo>
                  <a:lnTo>
                    <a:pt x="276292" y="1091438"/>
                  </a:lnTo>
                  <a:lnTo>
                    <a:pt x="358304" y="1091461"/>
                  </a:lnTo>
                  <a:lnTo>
                    <a:pt x="358483" y="1071372"/>
                  </a:lnTo>
                  <a:lnTo>
                    <a:pt x="358572" y="1091461"/>
                  </a:lnTo>
                  <a:lnTo>
                    <a:pt x="443976" y="1091461"/>
                  </a:lnTo>
                  <a:lnTo>
                    <a:pt x="449866" y="1084609"/>
                  </a:lnTo>
                  <a:lnTo>
                    <a:pt x="457184" y="1072409"/>
                  </a:lnTo>
                  <a:lnTo>
                    <a:pt x="465305" y="1002132"/>
                  </a:lnTo>
                  <a:lnTo>
                    <a:pt x="467625" y="854437"/>
                  </a:lnTo>
                  <a:lnTo>
                    <a:pt x="467804" y="898285"/>
                  </a:lnTo>
                  <a:lnTo>
                    <a:pt x="475835" y="947911"/>
                  </a:lnTo>
                  <a:lnTo>
                    <a:pt x="489311" y="947911"/>
                  </a:lnTo>
                  <a:lnTo>
                    <a:pt x="489400" y="925782"/>
                  </a:lnTo>
                  <a:lnTo>
                    <a:pt x="489489" y="947911"/>
                  </a:lnTo>
                  <a:lnTo>
                    <a:pt x="495558" y="947911"/>
                  </a:lnTo>
                  <a:lnTo>
                    <a:pt x="499217" y="853211"/>
                  </a:lnTo>
                  <a:lnTo>
                    <a:pt x="499306" y="947911"/>
                  </a:lnTo>
                  <a:lnTo>
                    <a:pt x="499395" y="898285"/>
                  </a:lnTo>
                  <a:lnTo>
                    <a:pt x="509926" y="867266"/>
                  </a:lnTo>
                  <a:lnTo>
                    <a:pt x="518582" y="824562"/>
                  </a:lnTo>
                  <a:lnTo>
                    <a:pt x="518761" y="750847"/>
                  </a:lnTo>
                  <a:lnTo>
                    <a:pt x="522955" y="804888"/>
                  </a:lnTo>
                  <a:lnTo>
                    <a:pt x="523669" y="876481"/>
                  </a:lnTo>
                  <a:lnTo>
                    <a:pt x="524204" y="810156"/>
                  </a:lnTo>
                  <a:lnTo>
                    <a:pt x="528577" y="750663"/>
                  </a:lnTo>
                  <a:lnTo>
                    <a:pt x="531165" y="875593"/>
                  </a:lnTo>
                  <a:lnTo>
                    <a:pt x="538751" y="956425"/>
                  </a:lnTo>
                  <a:lnTo>
                    <a:pt x="546604" y="1002132"/>
                  </a:lnTo>
                  <a:lnTo>
                    <a:pt x="546693" y="1053801"/>
                  </a:lnTo>
                  <a:lnTo>
                    <a:pt x="546782" y="1002131"/>
                  </a:lnTo>
                  <a:lnTo>
                    <a:pt x="559901" y="967201"/>
                  </a:lnTo>
                  <a:lnTo>
                    <a:pt x="569182" y="927422"/>
                  </a:lnTo>
                  <a:lnTo>
                    <a:pt x="569807" y="581205"/>
                  </a:lnTo>
                  <a:lnTo>
                    <a:pt x="569985" y="859019"/>
                  </a:lnTo>
                  <a:lnTo>
                    <a:pt x="574269" y="911129"/>
                  </a:lnTo>
                  <a:lnTo>
                    <a:pt x="574894" y="979066"/>
                  </a:lnTo>
                  <a:lnTo>
                    <a:pt x="575072" y="923302"/>
                  </a:lnTo>
                  <a:lnTo>
                    <a:pt x="579713" y="870580"/>
                  </a:lnTo>
                  <a:lnTo>
                    <a:pt x="579980" y="533202"/>
                  </a:lnTo>
                  <a:lnTo>
                    <a:pt x="580605" y="927364"/>
                  </a:lnTo>
                  <a:lnTo>
                    <a:pt x="591225" y="963622"/>
                  </a:lnTo>
                  <a:lnTo>
                    <a:pt x="605860" y="996825"/>
                  </a:lnTo>
                  <a:lnTo>
                    <a:pt x="638255" y="1038292"/>
                  </a:lnTo>
                  <a:lnTo>
                    <a:pt x="651463" y="1049987"/>
                  </a:lnTo>
                  <a:lnTo>
                    <a:pt x="651552" y="1101625"/>
                  </a:lnTo>
                  <a:lnTo>
                    <a:pt x="651641" y="1011423"/>
                  </a:lnTo>
                  <a:lnTo>
                    <a:pt x="651730" y="1049997"/>
                  </a:lnTo>
                  <a:lnTo>
                    <a:pt x="662886" y="1055180"/>
                  </a:lnTo>
                  <a:lnTo>
                    <a:pt x="662975" y="1106815"/>
                  </a:lnTo>
                  <a:lnTo>
                    <a:pt x="663064" y="1014790"/>
                  </a:lnTo>
                  <a:lnTo>
                    <a:pt x="663153" y="1055185"/>
                  </a:lnTo>
                  <a:lnTo>
                    <a:pt x="696887" y="1072409"/>
                  </a:lnTo>
                  <a:lnTo>
                    <a:pt x="696976" y="1124047"/>
                  </a:lnTo>
                  <a:lnTo>
                    <a:pt x="697065" y="1072411"/>
                  </a:lnTo>
                  <a:lnTo>
                    <a:pt x="719465" y="1061229"/>
                  </a:lnTo>
                  <a:lnTo>
                    <a:pt x="719643" y="978725"/>
                  </a:lnTo>
                  <a:lnTo>
                    <a:pt x="719732" y="1112843"/>
                  </a:lnTo>
                  <a:lnTo>
                    <a:pt x="719822" y="1061207"/>
                  </a:lnTo>
                  <a:lnTo>
                    <a:pt x="756857" y="1059122"/>
                  </a:lnTo>
                  <a:lnTo>
                    <a:pt x="757035" y="986910"/>
                  </a:lnTo>
                  <a:lnTo>
                    <a:pt x="758195" y="1072411"/>
                  </a:lnTo>
                  <a:lnTo>
                    <a:pt x="767477" y="1092654"/>
                  </a:lnTo>
                  <a:lnTo>
                    <a:pt x="774973" y="1098150"/>
                  </a:lnTo>
                  <a:lnTo>
                    <a:pt x="819058" y="1102827"/>
                  </a:lnTo>
                  <a:lnTo>
                    <a:pt x="888934" y="1102951"/>
                  </a:lnTo>
                  <a:lnTo>
                    <a:pt x="889023" y="1110750"/>
                  </a:lnTo>
                  <a:lnTo>
                    <a:pt x="889202" y="1006382"/>
                  </a:lnTo>
                  <a:lnTo>
                    <a:pt x="889291" y="1110750"/>
                  </a:lnTo>
                  <a:lnTo>
                    <a:pt x="889380" y="1102951"/>
                  </a:lnTo>
                  <a:lnTo>
                    <a:pt x="941587" y="1102852"/>
                  </a:lnTo>
                  <a:lnTo>
                    <a:pt x="975320" y="1098139"/>
                  </a:lnTo>
                  <a:lnTo>
                    <a:pt x="980942" y="1092699"/>
                  </a:lnTo>
                  <a:lnTo>
                    <a:pt x="987992" y="1072411"/>
                  </a:lnTo>
                  <a:lnTo>
                    <a:pt x="990134" y="984750"/>
                  </a:lnTo>
                  <a:lnTo>
                    <a:pt x="990402" y="1092039"/>
                  </a:lnTo>
                  <a:lnTo>
                    <a:pt x="990491" y="1040409"/>
                  </a:lnTo>
                  <a:lnTo>
                    <a:pt x="999951" y="1040389"/>
                  </a:lnTo>
                  <a:lnTo>
                    <a:pt x="1000218" y="984675"/>
                  </a:lnTo>
                  <a:lnTo>
                    <a:pt x="1000575" y="1040333"/>
                  </a:lnTo>
                  <a:lnTo>
                    <a:pt x="1025741" y="1069047"/>
                  </a:lnTo>
                  <a:lnTo>
                    <a:pt x="1025831" y="1092019"/>
                  </a:lnTo>
                  <a:lnTo>
                    <a:pt x="1025920" y="1069028"/>
                  </a:lnTo>
                  <a:lnTo>
                    <a:pt x="1031096" y="1064071"/>
                  </a:lnTo>
                  <a:lnTo>
                    <a:pt x="1037343" y="1048119"/>
                  </a:lnTo>
                  <a:lnTo>
                    <a:pt x="1047516" y="1001233"/>
                  </a:lnTo>
                  <a:lnTo>
                    <a:pt x="1048052" y="837440"/>
                  </a:lnTo>
                  <a:lnTo>
                    <a:pt x="1048230" y="1001233"/>
                  </a:lnTo>
                  <a:lnTo>
                    <a:pt x="1050640" y="1052702"/>
                  </a:lnTo>
                  <a:lnTo>
                    <a:pt x="1055816" y="1052702"/>
                  </a:lnTo>
                  <a:lnTo>
                    <a:pt x="1057779" y="1040419"/>
                  </a:lnTo>
                  <a:lnTo>
                    <a:pt x="1058939" y="910945"/>
                  </a:lnTo>
                  <a:lnTo>
                    <a:pt x="1062152" y="1040376"/>
                  </a:lnTo>
                  <a:lnTo>
                    <a:pt x="1070719" y="1052702"/>
                  </a:lnTo>
                  <a:lnTo>
                    <a:pt x="1092405" y="1052702"/>
                  </a:lnTo>
                  <a:lnTo>
                    <a:pt x="1094457" y="1046362"/>
                  </a:lnTo>
                  <a:lnTo>
                    <a:pt x="1103381" y="996212"/>
                  </a:lnTo>
                  <a:lnTo>
                    <a:pt x="1103560" y="840719"/>
                  </a:lnTo>
                  <a:lnTo>
                    <a:pt x="1104095" y="996212"/>
                  </a:lnTo>
                  <a:lnTo>
                    <a:pt x="1166386" y="1018113"/>
                  </a:lnTo>
                  <a:lnTo>
                    <a:pt x="1280437" y="1047619"/>
                  </a:lnTo>
                  <a:lnTo>
                    <a:pt x="1401716" y="1047838"/>
                  </a:lnTo>
                  <a:lnTo>
                    <a:pt x="1402430" y="967525"/>
                  </a:lnTo>
                  <a:lnTo>
                    <a:pt x="1402876" y="1047838"/>
                  </a:lnTo>
                  <a:lnTo>
                    <a:pt x="1412425" y="1047838"/>
                  </a:lnTo>
                  <a:lnTo>
                    <a:pt x="1412871" y="967723"/>
                  </a:lnTo>
                  <a:lnTo>
                    <a:pt x="1413585" y="1047838"/>
                  </a:lnTo>
                  <a:lnTo>
                    <a:pt x="1436698" y="1047838"/>
                  </a:lnTo>
                  <a:lnTo>
                    <a:pt x="1461775" y="1018113"/>
                  </a:lnTo>
                  <a:lnTo>
                    <a:pt x="1475340" y="996212"/>
                  </a:lnTo>
                  <a:lnTo>
                    <a:pt x="1475518" y="936068"/>
                  </a:lnTo>
                  <a:lnTo>
                    <a:pt x="1475697" y="995482"/>
                  </a:lnTo>
                  <a:lnTo>
                    <a:pt x="1479713" y="1008194"/>
                  </a:lnTo>
                  <a:lnTo>
                    <a:pt x="1494705" y="1041384"/>
                  </a:lnTo>
                  <a:lnTo>
                    <a:pt x="1509609" y="1062252"/>
                  </a:lnTo>
                  <a:lnTo>
                    <a:pt x="1521210" y="1068710"/>
                  </a:lnTo>
                  <a:lnTo>
                    <a:pt x="1547179" y="1073728"/>
                  </a:lnTo>
                  <a:lnTo>
                    <a:pt x="1547268" y="1125055"/>
                  </a:lnTo>
                  <a:lnTo>
                    <a:pt x="1548429" y="983600"/>
                  </a:lnTo>
                  <a:lnTo>
                    <a:pt x="1549053" y="1125055"/>
                  </a:lnTo>
                  <a:lnTo>
                    <a:pt x="1549143" y="1073728"/>
                  </a:lnTo>
                  <a:lnTo>
                    <a:pt x="1567705" y="1073415"/>
                  </a:lnTo>
                  <a:lnTo>
                    <a:pt x="1568686" y="982527"/>
                  </a:lnTo>
                  <a:lnTo>
                    <a:pt x="1569400" y="1073431"/>
                  </a:lnTo>
                  <a:lnTo>
                    <a:pt x="1819366" y="1087979"/>
                  </a:lnTo>
                  <a:lnTo>
                    <a:pt x="1819455" y="1139614"/>
                  </a:lnTo>
                  <a:lnTo>
                    <a:pt x="1819544" y="1087983"/>
                  </a:lnTo>
                  <a:lnTo>
                    <a:pt x="1837839" y="1083151"/>
                  </a:lnTo>
                  <a:lnTo>
                    <a:pt x="1839980" y="888722"/>
                  </a:lnTo>
                  <a:lnTo>
                    <a:pt x="1840694" y="1047903"/>
                  </a:lnTo>
                  <a:lnTo>
                    <a:pt x="1845513" y="1081931"/>
                  </a:lnTo>
                  <a:lnTo>
                    <a:pt x="1845603" y="1134834"/>
                  </a:lnTo>
                  <a:lnTo>
                    <a:pt x="1845692" y="1081875"/>
                  </a:lnTo>
                  <a:lnTo>
                    <a:pt x="1850422" y="1047012"/>
                  </a:lnTo>
                  <a:lnTo>
                    <a:pt x="1851136" y="897531"/>
                  </a:lnTo>
                  <a:lnTo>
                    <a:pt x="1853188" y="1083123"/>
                  </a:lnTo>
                  <a:lnTo>
                    <a:pt x="1858989" y="1087983"/>
                  </a:lnTo>
                  <a:lnTo>
                    <a:pt x="1935558" y="1096131"/>
                  </a:lnTo>
                  <a:lnTo>
                    <a:pt x="1935647" y="1147762"/>
                  </a:lnTo>
                  <a:lnTo>
                    <a:pt x="1935737" y="1096130"/>
                  </a:lnTo>
                  <a:lnTo>
                    <a:pt x="1948766" y="1095209"/>
                  </a:lnTo>
                  <a:lnTo>
                    <a:pt x="1950997" y="1014281"/>
                  </a:lnTo>
                  <a:lnTo>
                    <a:pt x="1952335" y="1078900"/>
                  </a:lnTo>
                  <a:lnTo>
                    <a:pt x="1956708" y="1095205"/>
                  </a:lnTo>
                  <a:lnTo>
                    <a:pt x="1956798" y="1146839"/>
                  </a:lnTo>
                  <a:lnTo>
                    <a:pt x="1956887" y="1095208"/>
                  </a:lnTo>
                  <a:lnTo>
                    <a:pt x="1966614" y="1095108"/>
                  </a:lnTo>
                  <a:lnTo>
                    <a:pt x="1969024" y="1014324"/>
                  </a:lnTo>
                  <a:lnTo>
                    <a:pt x="1970362" y="1078945"/>
                  </a:lnTo>
                  <a:lnTo>
                    <a:pt x="1974467" y="1095107"/>
                  </a:lnTo>
                  <a:lnTo>
                    <a:pt x="2163927" y="1101112"/>
                  </a:lnTo>
                  <a:lnTo>
                    <a:pt x="2164016" y="1146738"/>
                  </a:lnTo>
                  <a:lnTo>
                    <a:pt x="2164105" y="1101112"/>
                  </a:lnTo>
                  <a:lnTo>
                    <a:pt x="2200070" y="1099168"/>
                  </a:lnTo>
                  <a:lnTo>
                    <a:pt x="2211314" y="1093753"/>
                  </a:lnTo>
                  <a:lnTo>
                    <a:pt x="2227199" y="1081319"/>
                  </a:lnTo>
                  <a:lnTo>
                    <a:pt x="2241121" y="1060230"/>
                  </a:lnTo>
                  <a:lnTo>
                    <a:pt x="2242459" y="946257"/>
                  </a:lnTo>
                  <a:lnTo>
                    <a:pt x="2242906" y="1039023"/>
                  </a:lnTo>
                  <a:lnTo>
                    <a:pt x="2247725" y="1059048"/>
                  </a:lnTo>
                  <a:lnTo>
                    <a:pt x="2247814" y="1111427"/>
                  </a:lnTo>
                  <a:lnTo>
                    <a:pt x="2247903" y="1058451"/>
                  </a:lnTo>
                  <a:lnTo>
                    <a:pt x="2252633" y="1023114"/>
                  </a:lnTo>
                  <a:lnTo>
                    <a:pt x="2252990" y="951659"/>
                  </a:lnTo>
                  <a:lnTo>
                    <a:pt x="2254150" y="1059741"/>
                  </a:lnTo>
                  <a:lnTo>
                    <a:pt x="2266644" y="1076677"/>
                  </a:lnTo>
                  <a:lnTo>
                    <a:pt x="2280476" y="1088463"/>
                  </a:lnTo>
                  <a:lnTo>
                    <a:pt x="2298057" y="1097074"/>
                  </a:lnTo>
                  <a:lnTo>
                    <a:pt x="2309926" y="1099534"/>
                  </a:lnTo>
                  <a:lnTo>
                    <a:pt x="2310015" y="1146738"/>
                  </a:lnTo>
                  <a:lnTo>
                    <a:pt x="2310104" y="1099535"/>
                  </a:lnTo>
                  <a:lnTo>
                    <a:pt x="2394884" y="1090444"/>
                  </a:lnTo>
                  <a:lnTo>
                    <a:pt x="2398543" y="1068189"/>
                  </a:lnTo>
                  <a:lnTo>
                    <a:pt x="2399614" y="998513"/>
                  </a:lnTo>
                  <a:lnTo>
                    <a:pt x="2401220" y="1077893"/>
                  </a:lnTo>
                  <a:lnTo>
                    <a:pt x="2406218" y="1090355"/>
                  </a:lnTo>
                  <a:lnTo>
                    <a:pt x="2406307" y="1142369"/>
                  </a:lnTo>
                  <a:lnTo>
                    <a:pt x="2406396" y="1090331"/>
                  </a:lnTo>
                  <a:lnTo>
                    <a:pt x="2411394" y="1076222"/>
                  </a:lnTo>
                  <a:lnTo>
                    <a:pt x="2412911" y="1000546"/>
                  </a:lnTo>
                  <a:lnTo>
                    <a:pt x="2414071" y="1070860"/>
                  </a:lnTo>
                  <a:lnTo>
                    <a:pt x="2417640" y="1090329"/>
                  </a:lnTo>
                  <a:lnTo>
                    <a:pt x="2494120" y="1100353"/>
                  </a:lnTo>
                  <a:lnTo>
                    <a:pt x="2612722" y="1101998"/>
                  </a:lnTo>
                  <a:lnTo>
                    <a:pt x="2612812" y="1146738"/>
                  </a:lnTo>
                  <a:lnTo>
                    <a:pt x="2612901" y="1093023"/>
                  </a:lnTo>
                  <a:lnTo>
                    <a:pt x="2618345" y="1058951"/>
                  </a:lnTo>
                  <a:lnTo>
                    <a:pt x="2619058" y="986254"/>
                  </a:lnTo>
                  <a:lnTo>
                    <a:pt x="2619862" y="1061093"/>
                  </a:lnTo>
                  <a:lnTo>
                    <a:pt x="2625216" y="1093156"/>
                  </a:lnTo>
                  <a:lnTo>
                    <a:pt x="2635479" y="1101997"/>
                  </a:lnTo>
                  <a:lnTo>
                    <a:pt x="2635568" y="1146738"/>
                  </a:lnTo>
                  <a:lnTo>
                    <a:pt x="2635657" y="1101998"/>
                  </a:lnTo>
                  <a:lnTo>
                    <a:pt x="2708121" y="1098152"/>
                  </a:lnTo>
                  <a:lnTo>
                    <a:pt x="2721061" y="1096130"/>
                  </a:lnTo>
                  <a:lnTo>
                    <a:pt x="2727308" y="1092130"/>
                  </a:lnTo>
                  <a:lnTo>
                    <a:pt x="2730343" y="1082893"/>
                  </a:lnTo>
                  <a:lnTo>
                    <a:pt x="2730967" y="1033748"/>
                  </a:lnTo>
                  <a:lnTo>
                    <a:pt x="2731949" y="1134514"/>
                  </a:lnTo>
                  <a:lnTo>
                    <a:pt x="2732038" y="1082863"/>
                  </a:lnTo>
                  <a:lnTo>
                    <a:pt x="2750511" y="1082402"/>
                  </a:lnTo>
                  <a:lnTo>
                    <a:pt x="2751404" y="1035484"/>
                  </a:lnTo>
                  <a:lnTo>
                    <a:pt x="2752028" y="1082506"/>
                  </a:lnTo>
                  <a:lnTo>
                    <a:pt x="2758721" y="1092208"/>
                  </a:lnTo>
                  <a:lnTo>
                    <a:pt x="2771929" y="1096118"/>
                  </a:lnTo>
                  <a:lnTo>
                    <a:pt x="2798077" y="1098056"/>
                  </a:lnTo>
                  <a:lnTo>
                    <a:pt x="2883392" y="1101112"/>
                  </a:lnTo>
                  <a:lnTo>
                    <a:pt x="2883481" y="1134112"/>
                  </a:lnTo>
                  <a:lnTo>
                    <a:pt x="2883570" y="1101112"/>
                  </a:lnTo>
                  <a:lnTo>
                    <a:pt x="2889549" y="1100607"/>
                  </a:lnTo>
                  <a:lnTo>
                    <a:pt x="2891780" y="1078927"/>
                  </a:lnTo>
                  <a:lnTo>
                    <a:pt x="2893654" y="976780"/>
                  </a:lnTo>
                  <a:lnTo>
                    <a:pt x="2893833" y="1063847"/>
                  </a:lnTo>
                  <a:lnTo>
                    <a:pt x="2903828" y="1063723"/>
                  </a:lnTo>
                  <a:lnTo>
                    <a:pt x="2904274" y="946660"/>
                  </a:lnTo>
                  <a:lnTo>
                    <a:pt x="2904631" y="1063847"/>
                  </a:lnTo>
                  <a:lnTo>
                    <a:pt x="2914180" y="1063847"/>
                  </a:lnTo>
                  <a:lnTo>
                    <a:pt x="2914358" y="975374"/>
                  </a:lnTo>
                  <a:lnTo>
                    <a:pt x="2914537" y="1100757"/>
                  </a:lnTo>
                  <a:lnTo>
                    <a:pt x="2923907" y="1103148"/>
                  </a:lnTo>
                  <a:lnTo>
                    <a:pt x="2923997" y="1154778"/>
                  </a:lnTo>
                  <a:lnTo>
                    <a:pt x="2924175" y="1070118"/>
                  </a:lnTo>
                </a:path>
              </a:pathLst>
            </a:custGeom>
            <a:noFill/>
            <a:ln w="9177">
              <a:solidFill>
                <a:srgbClr val="009E73"/>
              </a:solidFill>
              <a:prstDash val="solid"/>
            </a:ln>
          </p:spPr>
        </p:sp>
        <p:sp>
          <p:nvSpPr>
            <p:cNvPr id="226" name="text_072">
              <a:extLst>
                <a:ext uri="{FF2B5EF4-FFF2-40B4-BE49-F238E27FC236}">
                  <ns2:creationId id="{73A5D9D2-AEEE-46C4-8F74-5266BB7821F0}"/>
                </a:ext>
              </a:extLst>
            </p:cNvPr>
            <p:cNvSpPr>
              <a:spLocks noGrp="1"/>
            </p:cNvSpPr>
            <p:nvPr/>
          </p:nvSpPr>
          <p:spPr>
            <a:xfrm rot="0">
              <a:off x="7981950" y="6162675"/>
              <a:ext cx="428625" cy="238125"/>
            </a:xfrm>
            <a:prstGeom prst="rect">
              <a:avLst/>
            </a:prstGeom>
            <a:noFill/>
            <a:ln w="0">
              <a:noFill/>
              <a:prstDash val="solid"/>
            </a:ln>
          </p:spPr>
          <p:txBody>
            <a:bodyPr wrap="none" lIns="0" tIns="0" rIns="0" bIns="0" anchor="t">
              <a:noAutofit/>
            </a:bodyPr>
            <a:lstStyle>
              <a:defPPr algn="l">
                <a:defRPr sz="929" b="1">
                  <a:solidFill>
                    <a:srgbClr val="000000"/>
                  </a:solidFill>
                  <a:latin typeface="Arial"/>
                  <a:ea typeface="Arial"/>
                  <a:cs typeface="Arial"/>
                </a:defRPr>
              </a:defPPr>
              <a:lvl1pPr algn="l">
                <a:defRPr sz="929" b="1">
                  <a:solidFill>
                    <a:srgbClr val="000000"/>
                  </a:solidFill>
                  <a:latin typeface="Arial"/>
                  <a:ea typeface="Arial"/>
                  <a:cs typeface="Arial"/>
                </a:defRPr>
              </a:lvl1pPr>
              <a:lvl2pPr algn="l">
                <a:defRPr sz="929" b="1">
                  <a:solidFill>
                    <a:srgbClr val="000000"/>
                  </a:solidFill>
                  <a:latin typeface="Arial"/>
                  <a:ea typeface="Arial"/>
                  <a:cs typeface="Arial"/>
                </a:defRPr>
              </a:lvl2pPr>
              <a:lvl3pPr algn="l">
                <a:defRPr sz="929" b="1">
                  <a:solidFill>
                    <a:srgbClr val="000000"/>
                  </a:solidFill>
                  <a:latin typeface="Arial"/>
                  <a:ea typeface="Arial"/>
                  <a:cs typeface="Arial"/>
                </a:defRPr>
              </a:lvl3pPr>
              <a:lvl4pPr algn="l">
                <a:defRPr sz="929" b="1">
                  <a:solidFill>
                    <a:srgbClr val="000000"/>
                  </a:solidFill>
                  <a:latin typeface="Arial"/>
                  <a:ea typeface="Arial"/>
                  <a:cs typeface="Arial"/>
                </a:defRPr>
              </a:lvl4pPr>
              <a:lvl5pPr algn="l">
                <a:defRPr sz="929" b="1">
                  <a:solidFill>
                    <a:srgbClr val="000000"/>
                  </a:solidFill>
                  <a:latin typeface="Arial"/>
                  <a:ea typeface="Arial"/>
                  <a:cs typeface="Arial"/>
                </a:defRPr>
              </a:lvl5pPr>
              <a:lvl6pPr algn="l">
                <a:defRPr sz="929" b="1">
                  <a:solidFill>
                    <a:srgbClr val="000000"/>
                  </a:solidFill>
                  <a:latin typeface="Arial"/>
                  <a:ea typeface="Arial"/>
                  <a:cs typeface="Arial"/>
                </a:defRPr>
              </a:lvl6pPr>
              <a:lvl7pPr algn="l">
                <a:defRPr sz="929" b="1">
                  <a:solidFill>
                    <a:srgbClr val="000000"/>
                  </a:solidFill>
                  <a:latin typeface="Arial"/>
                  <a:ea typeface="Arial"/>
                  <a:cs typeface="Arial"/>
                </a:defRPr>
              </a:lvl7pPr>
              <a:lvl8pPr algn="l">
                <a:defRPr sz="929" b="1">
                  <a:solidFill>
                    <a:srgbClr val="000000"/>
                  </a:solidFill>
                  <a:latin typeface="Arial"/>
                  <a:ea typeface="Arial"/>
                  <a:cs typeface="Arial"/>
                </a:defRPr>
              </a:lvl8pPr>
              <a:lvl9pPr algn="l">
                <a:defRPr sz="929" b="1">
                  <a:solidFill>
                    <a:srgbClr val="000000"/>
                  </a:solidFill>
                  <a:latin typeface="Arial"/>
                  <a:ea typeface="Arial"/>
                  <a:cs typeface="Arial"/>
                </a:defRPr>
              </a:lvl9pPr>
            </a:lstStyle>
            <a:p>
              <a:pPr algn="l">
                <a:defRPr sz="929" b="1">
                  <a:solidFill>
                    <a:srgbClr val="000000"/>
                  </a:solidFill>
                  <a:latin typeface="Arial"/>
                  <a:ea typeface="Arial"/>
                  <a:cs typeface="Arial"/>
                </a:defRPr>
              </a:pPr>
              <a:r>
                <a:rPr sz="929" b="1">
                  <a:solidFill>
                    <a:srgbClr val="000000"/>
                  </a:solidFill>
                  <a:latin typeface="Arial"/>
                  <a:ea typeface="Arial"/>
                  <a:cs typeface="Arial"/>
                </a:rPr>
                <a:t>Q</a:t>
              </a:r>
            </a:p>
          </p:txBody>
        </p:sp>
        <p:sp>
          <p:nvSpPr>
            <p:cNvPr id="227" name="text_073">
              <a:extLst>
                <a:ext uri="{FF2B5EF4-FFF2-40B4-BE49-F238E27FC236}">
                  <ns2:creationId id="{79E855F2-509A-41AC-B6E4-6D5D315FD655}"/>
                </a:ext>
              </a:extLst>
            </p:cNvPr>
            <p:cNvSpPr>
              <a:spLocks noGrp="1"/>
            </p:cNvSpPr>
            <p:nvPr/>
          </p:nvSpPr>
          <p:spPr>
            <a:xfrm rot="0">
              <a:off x="8286750" y="8448675"/>
              <a:ext cx="1143000" cy="219075"/>
            </a:xfrm>
            <a:prstGeom prst="rect">
              <a:avLst/>
            </a:prstGeom>
            <a:noFill/>
            <a:ln w="0">
              <a:noFill/>
              <a:prstDash val="solid"/>
            </a:ln>
          </p:spPr>
          <p:txBody>
            <a:bodyPr wrap="none" lIns="0" tIns="0" rIns="0" bIns="0" anchor="t">
              <a:noAutofit/>
            </a:bodyPr>
            <a:lstStyle>
              <a:defPPr algn="l">
                <a:defRPr sz="826" b="0">
                  <a:solidFill>
                    <a:srgbClr val="000000"/>
                  </a:solidFill>
                  <a:latin typeface="Arial"/>
                  <a:ea typeface="Arial"/>
                  <a:cs typeface="Arial"/>
                </a:defRPr>
              </a:defPPr>
              <a:lvl1pPr algn="l">
                <a:defRPr sz="826" b="0">
                  <a:solidFill>
                    <a:srgbClr val="000000"/>
                  </a:solidFill>
                  <a:latin typeface="Arial"/>
                  <a:ea typeface="Arial"/>
                  <a:cs typeface="Arial"/>
                </a:defRPr>
              </a:lvl1pPr>
              <a:lvl2pPr algn="l">
                <a:defRPr sz="826" b="0">
                  <a:solidFill>
                    <a:srgbClr val="000000"/>
                  </a:solidFill>
                  <a:latin typeface="Arial"/>
                  <a:ea typeface="Arial"/>
                  <a:cs typeface="Arial"/>
                </a:defRPr>
              </a:lvl2pPr>
              <a:lvl3pPr algn="l">
                <a:defRPr sz="826" b="0">
                  <a:solidFill>
                    <a:srgbClr val="000000"/>
                  </a:solidFill>
                  <a:latin typeface="Arial"/>
                  <a:ea typeface="Arial"/>
                  <a:cs typeface="Arial"/>
                </a:defRPr>
              </a:lvl3pPr>
              <a:lvl4pPr algn="l">
                <a:defRPr sz="826" b="0">
                  <a:solidFill>
                    <a:srgbClr val="000000"/>
                  </a:solidFill>
                  <a:latin typeface="Arial"/>
                  <a:ea typeface="Arial"/>
                  <a:cs typeface="Arial"/>
                </a:defRPr>
              </a:lvl4pPr>
              <a:lvl5pPr algn="l">
                <a:defRPr sz="826" b="0">
                  <a:solidFill>
                    <a:srgbClr val="000000"/>
                  </a:solidFill>
                  <a:latin typeface="Arial"/>
                  <a:ea typeface="Arial"/>
                  <a:cs typeface="Arial"/>
                </a:defRPr>
              </a:lvl5pPr>
              <a:lvl6pPr algn="l">
                <a:defRPr sz="826" b="0">
                  <a:solidFill>
                    <a:srgbClr val="000000"/>
                  </a:solidFill>
                  <a:latin typeface="Arial"/>
                  <a:ea typeface="Arial"/>
                  <a:cs typeface="Arial"/>
                </a:defRPr>
              </a:lvl6pPr>
              <a:lvl7pPr algn="l">
                <a:defRPr sz="826" b="0">
                  <a:solidFill>
                    <a:srgbClr val="000000"/>
                  </a:solidFill>
                  <a:latin typeface="Arial"/>
                  <a:ea typeface="Arial"/>
                  <a:cs typeface="Arial"/>
                </a:defRPr>
              </a:lvl7pPr>
              <a:lvl8pPr algn="l">
                <a:defRPr sz="826" b="0">
                  <a:solidFill>
                    <a:srgbClr val="000000"/>
                  </a:solidFill>
                  <a:latin typeface="Arial"/>
                  <a:ea typeface="Arial"/>
                  <a:cs typeface="Arial"/>
                </a:defRPr>
              </a:lvl8pPr>
              <a:lvl9pPr algn="l">
                <a:defRPr sz="826" b="0">
                  <a:solidFill>
                    <a:srgbClr val="000000"/>
                  </a:solidFill>
                  <a:latin typeface="Arial"/>
                  <a:ea typeface="Arial"/>
                  <a:cs typeface="Arial"/>
                </a:defRPr>
              </a:lvl9pPr>
            </a:lstStyle>
            <a:p>
              <a:pPr algn="l">
                <a:defRPr sz="826" b="0">
                  <a:solidFill>
                    <a:srgbClr val="000000"/>
                  </a:solidFill>
                  <a:latin typeface="Arial"/>
                  <a:ea typeface="Arial"/>
                  <a:cs typeface="Arial"/>
                </a:defRPr>
              </a:pPr>
              <a:r>
                <a:rPr sz="826" b="0">
                  <a:solidFill>
                    <a:srgbClr val="000000"/>
                  </a:solidFill>
                  <a:latin typeface="Arial"/>
                  <a:ea typeface="Arial"/>
                  <a:cs typeface="Arial"/>
                </a:rPr>
                <a:t>P (dashed)</a:t>
              </a:r>
            </a:p>
          </p:txBody>
        </p:sp>
        <p:sp>
          <p:nvSpPr>
            <p:cNvPr id="228" name="line_074">
              <a:extLst>
                <a:ext uri="{FF2B5EF4-FFF2-40B4-BE49-F238E27FC236}">
                  <ns2:creationId id="{57284B00-EF33-469F-ACB8-97BA27481C81}"/>
                </a:ext>
              </a:extLst>
            </p:cNvPr>
            <p:cNvSpPr>
              <a:spLocks noGrp="1"/>
            </p:cNvSpPr>
            <p:nvPr/>
          </p:nvSpPr>
          <p:spPr>
            <a:xfrm>
              <a:off x="8001000" y="8534400"/>
              <a:ext cx="238125" cy="95"/>
            </a:xfrm>
            <a:custGeom>
              <a:pathLst>
                <a:path w="238125" h="95">
                  <a:moveTo>
                    <a:pt x="0" y="0"/>
                  </a:moveTo>
                  <a:lnTo>
                    <a:pt x="238125" y="0"/>
                  </a:lnTo>
                </a:path>
              </a:pathLst>
            </a:custGeom>
            <a:noFill/>
            <a:ln w="10488">
              <a:solidFill>
                <a:srgbClr val="0072B2"/>
              </a:solidFill>
              <a:prstDash val="dash"/>
            </a:ln>
          </p:spPr>
        </p:sp>
        <p:sp>
          <p:nvSpPr>
            <p:cNvPr id="229" name="text_075">
              <a:extLst>
                <a:ext uri="{FF2B5EF4-FFF2-40B4-BE49-F238E27FC236}">
                  <ns2:creationId id="{A4D6AAE0-E1B9-4C21-9DAA-D5BD59AC93FD}"/>
                </a:ext>
              </a:extLst>
            </p:cNvPr>
            <p:cNvSpPr>
              <a:spLocks noGrp="1"/>
            </p:cNvSpPr>
            <p:nvPr/>
          </p:nvSpPr>
          <p:spPr>
            <a:xfrm rot="0">
              <a:off x="10572750" y="8448675"/>
              <a:ext cx="619125" cy="219075"/>
            </a:xfrm>
            <a:prstGeom prst="rect">
              <a:avLst/>
            </a:prstGeom>
            <a:noFill/>
            <a:ln w="0">
              <a:noFill/>
              <a:prstDash val="solid"/>
            </a:ln>
          </p:spPr>
          <p:txBody>
            <a:bodyPr wrap="none" lIns="0" tIns="0" rIns="0" bIns="0" anchor="t">
              <a:noAutofit/>
            </a:bodyPr>
            <a:lstStyle>
              <a:defPPr algn="l">
                <a:defRPr sz="826" b="0">
                  <a:solidFill>
                    <a:srgbClr val="000000"/>
                  </a:solidFill>
                  <a:latin typeface="Arial"/>
                  <a:ea typeface="Arial"/>
                  <a:cs typeface="Arial"/>
                </a:defRPr>
              </a:defPPr>
              <a:lvl1pPr algn="l">
                <a:defRPr sz="826" b="0">
                  <a:solidFill>
                    <a:srgbClr val="000000"/>
                  </a:solidFill>
                  <a:latin typeface="Arial"/>
                  <a:ea typeface="Arial"/>
                  <a:cs typeface="Arial"/>
                </a:defRPr>
              </a:lvl1pPr>
              <a:lvl2pPr algn="l">
                <a:defRPr sz="826" b="0">
                  <a:solidFill>
                    <a:srgbClr val="000000"/>
                  </a:solidFill>
                  <a:latin typeface="Arial"/>
                  <a:ea typeface="Arial"/>
                  <a:cs typeface="Arial"/>
                </a:defRPr>
              </a:lvl2pPr>
              <a:lvl3pPr algn="l">
                <a:defRPr sz="826" b="0">
                  <a:solidFill>
                    <a:srgbClr val="000000"/>
                  </a:solidFill>
                  <a:latin typeface="Arial"/>
                  <a:ea typeface="Arial"/>
                  <a:cs typeface="Arial"/>
                </a:defRPr>
              </a:lvl3pPr>
              <a:lvl4pPr algn="l">
                <a:defRPr sz="826" b="0">
                  <a:solidFill>
                    <a:srgbClr val="000000"/>
                  </a:solidFill>
                  <a:latin typeface="Arial"/>
                  <a:ea typeface="Arial"/>
                  <a:cs typeface="Arial"/>
                </a:defRPr>
              </a:lvl4pPr>
              <a:lvl5pPr algn="l">
                <a:defRPr sz="826" b="0">
                  <a:solidFill>
                    <a:srgbClr val="000000"/>
                  </a:solidFill>
                  <a:latin typeface="Arial"/>
                  <a:ea typeface="Arial"/>
                  <a:cs typeface="Arial"/>
                </a:defRPr>
              </a:lvl5pPr>
              <a:lvl6pPr algn="l">
                <a:defRPr sz="826" b="0">
                  <a:solidFill>
                    <a:srgbClr val="000000"/>
                  </a:solidFill>
                  <a:latin typeface="Arial"/>
                  <a:ea typeface="Arial"/>
                  <a:cs typeface="Arial"/>
                </a:defRPr>
              </a:lvl6pPr>
              <a:lvl7pPr algn="l">
                <a:defRPr sz="826" b="0">
                  <a:solidFill>
                    <a:srgbClr val="000000"/>
                  </a:solidFill>
                  <a:latin typeface="Arial"/>
                  <a:ea typeface="Arial"/>
                  <a:cs typeface="Arial"/>
                </a:defRPr>
              </a:lvl7pPr>
              <a:lvl8pPr algn="l">
                <a:defRPr sz="826" b="0">
                  <a:solidFill>
                    <a:srgbClr val="000000"/>
                  </a:solidFill>
                  <a:latin typeface="Arial"/>
                  <a:ea typeface="Arial"/>
                  <a:cs typeface="Arial"/>
                </a:defRPr>
              </a:lvl8pPr>
              <a:lvl9pPr algn="l">
                <a:defRPr sz="826" b="0">
                  <a:solidFill>
                    <a:srgbClr val="000000"/>
                  </a:solidFill>
                  <a:latin typeface="Arial"/>
                  <a:ea typeface="Arial"/>
                  <a:cs typeface="Arial"/>
                </a:defRPr>
              </a:lvl9pPr>
            </a:lstStyle>
            <a:p>
              <a:pPr algn="l">
                <a:defRPr sz="826" b="0">
                  <a:solidFill>
                    <a:srgbClr val="000000"/>
                  </a:solidFill>
                  <a:latin typeface="Arial"/>
                  <a:ea typeface="Arial"/>
                  <a:cs typeface="Arial"/>
                </a:defRPr>
              </a:pPr>
              <a:r>
                <a:rPr sz="826" b="0">
                  <a:solidFill>
                    <a:srgbClr val="000000"/>
                  </a:solidFill>
                  <a:latin typeface="Arial"/>
                  <a:ea typeface="Arial"/>
                  <a:cs typeface="Arial"/>
                </a:rPr>
                <a:t>R2</a:t>
              </a:r>
            </a:p>
          </p:txBody>
        </p:sp>
        <p:sp>
          <p:nvSpPr>
            <p:cNvPr id="230" name="line_076">
              <a:extLst>
                <a:ext uri="{FF2B5EF4-FFF2-40B4-BE49-F238E27FC236}">
                  <ns2:creationId id="{A638E7E5-DEF2-47E9-85BE-7A34A0E8A4FF}"/>
                </a:ext>
              </a:extLst>
            </p:cNvPr>
            <p:cNvSpPr>
              <a:spLocks noGrp="1"/>
            </p:cNvSpPr>
            <p:nvPr/>
          </p:nvSpPr>
          <p:spPr>
            <a:xfrm>
              <a:off x="10220325" y="8534400"/>
              <a:ext cx="295275" cy="95"/>
            </a:xfrm>
            <a:custGeom>
              <a:pathLst>
                <a:path w="295275" h="95">
                  <a:moveTo>
                    <a:pt x="0" y="0"/>
                  </a:moveTo>
                  <a:lnTo>
                    <a:pt x="295275" y="0"/>
                  </a:lnTo>
                </a:path>
              </a:pathLst>
            </a:custGeom>
            <a:noFill/>
            <a:ln w="10488">
              <a:solidFill>
                <a:srgbClr val="009E73"/>
              </a:solidFill>
              <a:prstDash val="solid"/>
            </a:ln>
          </p:spPr>
        </p:sp>
        <p:sp>
          <p:nvSpPr>
            <p:cNvPr id="231" name="text_077">
              <a:extLst>
                <a:ext uri="{FF2B5EF4-FFF2-40B4-BE49-F238E27FC236}">
                  <ns2:creationId id="{C91327F3-FBB3-4CE2-BDAD-1C853DAFF1A4}"/>
                </a:ext>
              </a:extLst>
            </p:cNvPr>
            <p:cNvSpPr>
              <a:spLocks noGrp="1"/>
            </p:cNvSpPr>
            <p:nvPr/>
          </p:nvSpPr>
          <p:spPr>
            <a:xfrm rot="0">
              <a:off x="7915275" y="8191500"/>
              <a:ext cx="3810000" cy="209550"/>
            </a:xfrm>
            <a:prstGeom prst="rect">
              <a:avLst/>
            </a:prstGeom>
            <a:noFill/>
            <a:ln w="0">
              <a:noFill/>
              <a:prstDash val="solid"/>
            </a:ln>
          </p:spPr>
          <p:txBody>
            <a:bodyPr wrap="none" lIns="0" tIns="0" rIns="0" bIns="0" anchor="t">
              <a:noAutofit/>
            </a:bodyPr>
            <a:lstStyle>
              <a:defPPr algn="l">
                <a:defRPr sz="774" b="0">
                  <a:solidFill>
                    <a:srgbClr val="000000"/>
                  </a:solidFill>
                  <a:latin typeface="Arial"/>
                  <a:ea typeface="Arial"/>
                  <a:cs typeface="Arial"/>
                </a:defRPr>
              </a:defPPr>
              <a:lvl1pPr algn="l">
                <a:defRPr sz="774" b="0">
                  <a:solidFill>
                    <a:srgbClr val="000000"/>
                  </a:solidFill>
                  <a:latin typeface="Arial"/>
                  <a:ea typeface="Arial"/>
                  <a:cs typeface="Arial"/>
                </a:defRPr>
              </a:lvl1pPr>
              <a:lvl2pPr algn="l">
                <a:defRPr sz="774" b="0">
                  <a:solidFill>
                    <a:srgbClr val="000000"/>
                  </a:solidFill>
                  <a:latin typeface="Arial"/>
                  <a:ea typeface="Arial"/>
                  <a:cs typeface="Arial"/>
                </a:defRPr>
              </a:lvl2pPr>
              <a:lvl3pPr algn="l">
                <a:defRPr sz="774" b="0">
                  <a:solidFill>
                    <a:srgbClr val="000000"/>
                  </a:solidFill>
                  <a:latin typeface="Arial"/>
                  <a:ea typeface="Arial"/>
                  <a:cs typeface="Arial"/>
                </a:defRPr>
              </a:lvl3pPr>
              <a:lvl4pPr algn="l">
                <a:defRPr sz="774" b="0">
                  <a:solidFill>
                    <a:srgbClr val="000000"/>
                  </a:solidFill>
                  <a:latin typeface="Arial"/>
                  <a:ea typeface="Arial"/>
                  <a:cs typeface="Arial"/>
                </a:defRPr>
              </a:lvl4pPr>
              <a:lvl5pPr algn="l">
                <a:defRPr sz="774" b="0">
                  <a:solidFill>
                    <a:srgbClr val="000000"/>
                  </a:solidFill>
                  <a:latin typeface="Arial"/>
                  <a:ea typeface="Arial"/>
                  <a:cs typeface="Arial"/>
                </a:defRPr>
              </a:lvl5pPr>
              <a:lvl6pPr algn="l">
                <a:defRPr sz="774" b="0">
                  <a:solidFill>
                    <a:srgbClr val="000000"/>
                  </a:solidFill>
                  <a:latin typeface="Arial"/>
                  <a:ea typeface="Arial"/>
                  <a:cs typeface="Arial"/>
                </a:defRPr>
              </a:lvl6pPr>
              <a:lvl7pPr algn="l">
                <a:defRPr sz="774" b="0">
                  <a:solidFill>
                    <a:srgbClr val="000000"/>
                  </a:solidFill>
                  <a:latin typeface="Arial"/>
                  <a:ea typeface="Arial"/>
                  <a:cs typeface="Arial"/>
                </a:defRPr>
              </a:lvl7pPr>
              <a:lvl8pPr algn="l">
                <a:defRPr sz="774" b="0">
                  <a:solidFill>
                    <a:srgbClr val="000000"/>
                  </a:solidFill>
                  <a:latin typeface="Arial"/>
                  <a:ea typeface="Arial"/>
                  <a:cs typeface="Arial"/>
                </a:defRPr>
              </a:lvl8pPr>
              <a:lvl9pPr algn="l">
                <a:defRPr sz="774" b="0">
                  <a:solidFill>
                    <a:srgbClr val="000000"/>
                  </a:solidFill>
                  <a:latin typeface="Arial"/>
                  <a:ea typeface="Arial"/>
                  <a:cs typeface="Arial"/>
                </a:defRPr>
              </a:lvl9pPr>
            </a:lstStyle>
            <a:p>
              <a:pPr algn="l">
                <a:defRPr sz="774" b="0">
                  <a:solidFill>
                    <a:srgbClr val="000000"/>
                  </a:solidFill>
                  <a:latin typeface="Arial"/>
                  <a:ea typeface="Arial"/>
                  <a:cs typeface="Arial"/>
                </a:defRPr>
              </a:pPr>
              <a:r>
                <a:rPr sz="774" b="0">
                  <a:solidFill>
                    <a:srgbClr val="000000"/>
                  </a:solidFill>
                  <a:latin typeface="Arial"/>
                  <a:ea typeface="Arial"/>
                  <a:cs typeface="Arial"/>
                </a:rPr>
                <a:t>AB: Qmerge 0.034 (source/P), -0.225 (R2)</a:t>
              </a:r>
            </a:p>
          </p:txBody>
        </p:sp>
      </p:grpSp>
    </p:spTree>
    <p:extLst>
      <p:ext uri="{BB962C8B-B14F-4D97-AF65-F5344CB8AC3E}">
        <ns4:creationId val="1422236694"/>
      </p:ext>
    </p:extLst>
  </p:cSld>
</p:sld>
</file>

<file path=ppt/slides/slide12.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grpSp>
        <p:nvGrpSpPr>
          <p:cNvPr id="84" name="Manuscript Figure 12: OLR, PM2.5 and Ring complete P/R20 maps"/>
          <p:cNvGrpSpPr/>
          <p:nvPr/>
        </p:nvGrpSpPr>
        <p:grpSpPr>
          <a:xfrm>
            <a:off x="1810871" y="0"/>
            <a:ext cx="9179859" cy="6096000"/>
            <a:chOff x="0" y="0"/>
            <a:chExt cx="12192000" cy="8096250"/>
          </a:xfrm>
        </p:grpSpPr>
        <p:sp>
          <p:nvSpPr>
            <p:cNvPr id="83" name="text_000">
              <a:extLst>
                <a:ext uri="{FF2B5EF4-FFF2-40B4-BE49-F238E27FC236}">
                  <ns2:creationId id="{FBDF5A38-6B00-423B-A515-6B51A1CAE7CD}"/>
                </a:ext>
              </a:extLst>
            </p:cNvPr>
            <p:cNvSpPr>
              <a:spLocks noGrp="1"/>
            </p:cNvSpPr>
            <p:nvPr/>
          </p:nvSpPr>
          <p:spPr>
            <a:xfrm rot="0">
              <a:off x="190500" y="28575"/>
              <a:ext cx="9525000" cy="276225"/>
            </a:xfrm>
            <a:prstGeom prst="rect">
              <a:avLst/>
            </a:prstGeom>
            <a:noFill/>
            <a:ln w="0">
              <a:noFill/>
              <a:prstDash val="solid"/>
            </a:ln>
          </p:spPr>
          <p:txBody>
            <a:bodyPr wrap="none" lIns="0" tIns="0" rIns="0" bIns="0" anchor="t">
              <a:noAutofit/>
            </a:bodyPr>
            <a:lstStyle>
              <a:defPPr algn="l">
                <a:defRPr sz="1242" b="1">
                  <a:solidFill>
                    <a:srgbClr val="000000"/>
                  </a:solidFill>
                  <a:latin typeface="Arial"/>
                  <a:ea typeface="Arial"/>
                  <a:cs typeface="Arial"/>
                </a:defRPr>
              </a:defPPr>
              <a:lvl1pPr algn="l">
                <a:defRPr sz="1242" b="1">
                  <a:solidFill>
                    <a:srgbClr val="000000"/>
                  </a:solidFill>
                  <a:latin typeface="Arial"/>
                  <a:ea typeface="Arial"/>
                  <a:cs typeface="Arial"/>
                </a:defRPr>
              </a:lvl1pPr>
              <a:lvl2pPr algn="l">
                <a:defRPr sz="1242" b="1">
                  <a:solidFill>
                    <a:srgbClr val="000000"/>
                  </a:solidFill>
                  <a:latin typeface="Arial"/>
                  <a:ea typeface="Arial"/>
                  <a:cs typeface="Arial"/>
                </a:defRPr>
              </a:lvl2pPr>
              <a:lvl3pPr algn="l">
                <a:defRPr sz="1242" b="1">
                  <a:solidFill>
                    <a:srgbClr val="000000"/>
                  </a:solidFill>
                  <a:latin typeface="Arial"/>
                  <a:ea typeface="Arial"/>
                  <a:cs typeface="Arial"/>
                </a:defRPr>
              </a:lvl3pPr>
              <a:lvl4pPr algn="l">
                <a:defRPr sz="1242" b="1">
                  <a:solidFill>
                    <a:srgbClr val="000000"/>
                  </a:solidFill>
                  <a:latin typeface="Arial"/>
                  <a:ea typeface="Arial"/>
                  <a:cs typeface="Arial"/>
                </a:defRPr>
              </a:lvl4pPr>
              <a:lvl5pPr algn="l">
                <a:defRPr sz="1242" b="1">
                  <a:solidFill>
                    <a:srgbClr val="000000"/>
                  </a:solidFill>
                  <a:latin typeface="Arial"/>
                  <a:ea typeface="Arial"/>
                  <a:cs typeface="Arial"/>
                </a:defRPr>
              </a:lvl5pPr>
              <a:lvl6pPr algn="l">
                <a:defRPr sz="1242" b="1">
                  <a:solidFill>
                    <a:srgbClr val="000000"/>
                  </a:solidFill>
                  <a:latin typeface="Arial"/>
                  <a:ea typeface="Arial"/>
                  <a:cs typeface="Arial"/>
                </a:defRPr>
              </a:lvl6pPr>
              <a:lvl7pPr algn="l">
                <a:defRPr sz="1242" b="1">
                  <a:solidFill>
                    <a:srgbClr val="000000"/>
                  </a:solidFill>
                  <a:latin typeface="Arial"/>
                  <a:ea typeface="Arial"/>
                  <a:cs typeface="Arial"/>
                </a:defRPr>
              </a:lvl7pPr>
              <a:lvl8pPr algn="l">
                <a:defRPr sz="1242" b="1">
                  <a:solidFill>
                    <a:srgbClr val="000000"/>
                  </a:solidFill>
                  <a:latin typeface="Arial"/>
                  <a:ea typeface="Arial"/>
                  <a:cs typeface="Arial"/>
                </a:defRPr>
              </a:lvl8pPr>
              <a:lvl9pPr algn="l">
                <a:defRPr sz="1242" b="1">
                  <a:solidFill>
                    <a:srgbClr val="000000"/>
                  </a:solidFill>
                  <a:latin typeface="Arial"/>
                  <a:ea typeface="Arial"/>
                  <a:cs typeface="Arial"/>
                </a:defRPr>
              </a:lvl9pPr>
            </a:lstStyle>
            <a:p>
              <a:pPr algn="l">
                <a:defRPr sz="1242" b="1">
                  <a:solidFill>
                    <a:srgbClr val="000000"/>
                  </a:solidFill>
                  <a:latin typeface="Arial"/>
                  <a:ea typeface="Arial"/>
                  <a:cs typeface="Arial"/>
                </a:defRPr>
              </a:pPr>
              <a:r>
                <a:rPr sz="1242" b="1">
                  <a:solidFill>
                    <a:srgbClr val="000000"/>
                  </a:solidFill>
                  <a:latin typeface="Arial"/>
                  <a:ea typeface="Arial"/>
                  <a:cs typeface="Arial"/>
                </a:rPr>
                <a:t>(a) OLR: all 60 fields</a:t>
              </a:r>
            </a:p>
          </p:txBody>
        </p:sp>
        <p:sp>
          <p:nvSpPr>
            <p:cNvPr id="2" name="text_001">
              <a:extLst>
                <a:ext uri="{FF2B5EF4-FFF2-40B4-BE49-F238E27FC236}">
                  <ns2:creationId id="{4EB6A5F8-F21E-42BA-B8A9-50F325FB5876}"/>
                </a:ext>
              </a:extLst>
            </p:cNvPr>
            <p:cNvSpPr>
              <a:spLocks noGrp="1"/>
            </p:cNvSpPr>
            <p:nvPr/>
          </p:nvSpPr>
          <p:spPr>
            <a:xfrm rot="0">
              <a:off x="762000" y="323850"/>
              <a:ext cx="4953000" cy="238125"/>
            </a:xfrm>
            <a:prstGeom prst="rect">
              <a:avLst/>
            </a:prstGeom>
            <a:noFill/>
            <a:ln w="0">
              <a:noFill/>
              <a:prstDash val="solid"/>
            </a:ln>
          </p:spPr>
          <p:txBody>
            <a:bodyPr wrap="none" lIns="0" tIns="0" rIns="0" bIns="0" anchor="t">
              <a:noAutofit/>
            </a:bodyPr>
            <a:lstStyle>
              <a:defPPr algn="l">
                <a:defRPr sz="1073" b="1">
                  <a:solidFill>
                    <a:srgbClr val="000000"/>
                  </a:solidFill>
                  <a:latin typeface="Arial"/>
                  <a:ea typeface="Arial"/>
                  <a:cs typeface="Arial"/>
                </a:defRPr>
              </a:defPPr>
              <a:lvl1pPr algn="l">
                <a:defRPr sz="1073" b="1">
                  <a:solidFill>
                    <a:srgbClr val="000000"/>
                  </a:solidFill>
                  <a:latin typeface="Arial"/>
                  <a:ea typeface="Arial"/>
                  <a:cs typeface="Arial"/>
                </a:defRPr>
              </a:lvl1pPr>
              <a:lvl2pPr algn="l">
                <a:defRPr sz="1073" b="1">
                  <a:solidFill>
                    <a:srgbClr val="000000"/>
                  </a:solidFill>
                  <a:latin typeface="Arial"/>
                  <a:ea typeface="Arial"/>
                  <a:cs typeface="Arial"/>
                </a:defRPr>
              </a:lvl2pPr>
              <a:lvl3pPr algn="l">
                <a:defRPr sz="1073" b="1">
                  <a:solidFill>
                    <a:srgbClr val="000000"/>
                  </a:solidFill>
                  <a:latin typeface="Arial"/>
                  <a:ea typeface="Arial"/>
                  <a:cs typeface="Arial"/>
                </a:defRPr>
              </a:lvl3pPr>
              <a:lvl4pPr algn="l">
                <a:defRPr sz="1073" b="1">
                  <a:solidFill>
                    <a:srgbClr val="000000"/>
                  </a:solidFill>
                  <a:latin typeface="Arial"/>
                  <a:ea typeface="Arial"/>
                  <a:cs typeface="Arial"/>
                </a:defRPr>
              </a:lvl4pPr>
              <a:lvl5pPr algn="l">
                <a:defRPr sz="1073" b="1">
                  <a:solidFill>
                    <a:srgbClr val="000000"/>
                  </a:solidFill>
                  <a:latin typeface="Arial"/>
                  <a:ea typeface="Arial"/>
                  <a:cs typeface="Arial"/>
                </a:defRPr>
              </a:lvl5pPr>
              <a:lvl6pPr algn="l">
                <a:defRPr sz="1073" b="1">
                  <a:solidFill>
                    <a:srgbClr val="000000"/>
                  </a:solidFill>
                  <a:latin typeface="Arial"/>
                  <a:ea typeface="Arial"/>
                  <a:cs typeface="Arial"/>
                </a:defRPr>
              </a:lvl6pPr>
              <a:lvl7pPr algn="l">
                <a:defRPr sz="1073" b="1">
                  <a:solidFill>
                    <a:srgbClr val="000000"/>
                  </a:solidFill>
                  <a:latin typeface="Arial"/>
                  <a:ea typeface="Arial"/>
                  <a:cs typeface="Arial"/>
                </a:defRPr>
              </a:lvl7pPr>
              <a:lvl8pPr algn="l">
                <a:defRPr sz="1073" b="1">
                  <a:solidFill>
                    <a:srgbClr val="000000"/>
                  </a:solidFill>
                  <a:latin typeface="Arial"/>
                  <a:ea typeface="Arial"/>
                  <a:cs typeface="Arial"/>
                </a:defRPr>
              </a:lvl8pPr>
              <a:lvl9pPr algn="l">
                <a:defRPr sz="1073" b="1">
                  <a:solidFill>
                    <a:srgbClr val="000000"/>
                  </a:solidFill>
                  <a:latin typeface="Arial"/>
                  <a:ea typeface="Arial"/>
                  <a:cs typeface="Arial"/>
                </a:defRPr>
              </a:lvl9pPr>
            </a:lstStyle>
            <a:p>
              <a:pPr algn="l">
                <a:defRPr sz="1073" b="1">
                  <a:solidFill>
                    <a:srgbClr val="000000"/>
                  </a:solidFill>
                  <a:latin typeface="Arial"/>
                  <a:ea typeface="Arial"/>
                  <a:cs typeface="Arial"/>
                </a:defRPr>
              </a:pPr>
              <a:r>
                <a:rPr sz="1073" b="1">
                  <a:solidFill>
                    <a:srgbClr val="000000"/>
                  </a:solidFill>
                  <a:latin typeface="Arial"/>
                  <a:ea typeface="Arial"/>
                  <a:cs typeface="Arial"/>
                </a:rPr>
                <a:t>RG-MTM-P</a:t>
              </a:r>
            </a:p>
          </p:txBody>
        </p:sp>
        <p:pic>
          <p:nvPicPr>
            <p:cNvPr id="3" name="">
              <a:extLst>
                <a:ext uri="{FF2B5EF4-FFF2-40B4-BE49-F238E27FC236}">
                  <ns2:creationId id="{6CD99CD2-1A49-47FE-8AB2-CEA1EF5AF958}"/>
                </a:ext>
              </a:extLst>
            </p:cNvPr>
            <p:cNvPicPr>
              <a:picLocks noChangeAspect="1"/>
            </p:cNvPicPr>
            <p:nvPr/>
          </p:nvPicPr>
          <p:blipFill>
            <a:blip r:embed="R0fc5b50b55af4524"/>
            <a:stretch/>
          </p:blipFill>
          <p:spPr>
            <a:xfrm>
              <a:off x="762000" y="590563"/>
              <a:ext cx="4953000" cy="1333475"/>
            </a:xfrm>
            <a:prstGeom prst="rect">
              <a:avLst/>
            </a:prstGeom>
          </p:spPr>
        </p:pic>
        <p:sp>
          <p:nvSpPr>
            <p:cNvPr id="4" name="rect_003">
              <a:extLst>
                <a:ext uri="{FF2B5EF4-FFF2-40B4-BE49-F238E27FC236}">
                  <ns2:creationId id="{37F53D7B-8A6F-4E82-9C1D-CCB6C1D374CE}"/>
                </a:ext>
              </a:extLst>
            </p:cNvPr>
            <p:cNvSpPr>
              <a:spLocks noGrp="1"/>
            </p:cNvSpPr>
            <p:nvPr/>
          </p:nvSpPr>
          <p:spPr>
            <a:xfrm rot="0">
              <a:off x="762000" y="590550"/>
              <a:ext cx="4953000" cy="1333500"/>
            </a:xfrm>
            <a:prstGeom prst="rect">
              <a:avLst/>
            </a:prstGeom>
            <a:noFill/>
            <a:ln w="5021">
              <a:solidFill>
                <a:srgbClr val="7B8790"/>
              </a:solidFill>
              <a:prstDash val="solid"/>
            </a:ln>
          </p:spPr>
        </p:sp>
        <p:sp>
          <p:nvSpPr>
            <p:cNvPr id="5" name="text_004">
              <a:extLst>
                <a:ext uri="{FF2B5EF4-FFF2-40B4-BE49-F238E27FC236}">
                  <ns2:creationId id="{20CCCFE9-2808-438A-84A5-FE5AD156214E}"/>
                </a:ext>
              </a:extLst>
            </p:cNvPr>
            <p:cNvSpPr>
              <a:spLocks noGrp="1"/>
            </p:cNvSpPr>
            <p:nvPr/>
          </p:nvSpPr>
          <p:spPr>
            <a:xfrm rot="0">
              <a:off x="352425" y="1838325"/>
              <a:ext cx="333375" cy="209550"/>
            </a:xfrm>
            <a:prstGeom prst="rect">
              <a:avLst/>
            </a:prstGeom>
            <a:noFill/>
            <a:ln w="0">
              <a:noFill/>
              <a:prstDash val="solid"/>
            </a:ln>
          </p:spPr>
          <p:txBody>
            <a:bodyPr wrap="none" lIns="0" tIns="0" rIns="0" bIns="0" anchor="t">
              <a:noAutofit/>
            </a:bodyPr>
            <a:lstStyle>
              <a:defPPr algn="r">
                <a:defRPr sz="904" b="0">
                  <a:solidFill>
                    <a:srgbClr val="000000"/>
                  </a:solidFill>
                  <a:latin typeface="Arial"/>
                  <a:ea typeface="Arial"/>
                  <a:cs typeface="Arial"/>
                </a:defRPr>
              </a:defPPr>
              <a:lvl1pPr algn="r">
                <a:defRPr sz="904" b="0">
                  <a:solidFill>
                    <a:srgbClr val="000000"/>
                  </a:solidFill>
                  <a:latin typeface="Arial"/>
                  <a:ea typeface="Arial"/>
                  <a:cs typeface="Arial"/>
                </a:defRPr>
              </a:lvl1pPr>
              <a:lvl2pPr algn="r">
                <a:defRPr sz="904" b="0">
                  <a:solidFill>
                    <a:srgbClr val="000000"/>
                  </a:solidFill>
                  <a:latin typeface="Arial"/>
                  <a:ea typeface="Arial"/>
                  <a:cs typeface="Arial"/>
                </a:defRPr>
              </a:lvl2pPr>
              <a:lvl3pPr algn="r">
                <a:defRPr sz="904" b="0">
                  <a:solidFill>
                    <a:srgbClr val="000000"/>
                  </a:solidFill>
                  <a:latin typeface="Arial"/>
                  <a:ea typeface="Arial"/>
                  <a:cs typeface="Arial"/>
                </a:defRPr>
              </a:lvl3pPr>
              <a:lvl4pPr algn="r">
                <a:defRPr sz="904" b="0">
                  <a:solidFill>
                    <a:srgbClr val="000000"/>
                  </a:solidFill>
                  <a:latin typeface="Arial"/>
                  <a:ea typeface="Arial"/>
                  <a:cs typeface="Arial"/>
                </a:defRPr>
              </a:lvl4pPr>
              <a:lvl5pPr algn="r">
                <a:defRPr sz="904" b="0">
                  <a:solidFill>
                    <a:srgbClr val="000000"/>
                  </a:solidFill>
                  <a:latin typeface="Arial"/>
                  <a:ea typeface="Arial"/>
                  <a:cs typeface="Arial"/>
                </a:defRPr>
              </a:lvl5pPr>
              <a:lvl6pPr algn="r">
                <a:defRPr sz="904" b="0">
                  <a:solidFill>
                    <a:srgbClr val="000000"/>
                  </a:solidFill>
                  <a:latin typeface="Arial"/>
                  <a:ea typeface="Arial"/>
                  <a:cs typeface="Arial"/>
                </a:defRPr>
              </a:lvl6pPr>
              <a:lvl7pPr algn="r">
                <a:defRPr sz="904" b="0">
                  <a:solidFill>
                    <a:srgbClr val="000000"/>
                  </a:solidFill>
                  <a:latin typeface="Arial"/>
                  <a:ea typeface="Arial"/>
                  <a:cs typeface="Arial"/>
                </a:defRPr>
              </a:lvl7pPr>
              <a:lvl8pPr algn="r">
                <a:defRPr sz="904" b="0">
                  <a:solidFill>
                    <a:srgbClr val="000000"/>
                  </a:solidFill>
                  <a:latin typeface="Arial"/>
                  <a:ea typeface="Arial"/>
                  <a:cs typeface="Arial"/>
                </a:defRPr>
              </a:lvl8pPr>
              <a:lvl9pPr algn="r">
                <a:defRPr sz="904" b="0">
                  <a:solidFill>
                    <a:srgbClr val="000000"/>
                  </a:solidFill>
                  <a:latin typeface="Arial"/>
                  <a:ea typeface="Arial"/>
                  <a:cs typeface="Arial"/>
                </a:defRPr>
              </a:lvl9pPr>
            </a:lstStyle>
            <a:p>
              <a:pPr algn="r">
                <a:defRPr sz="904" b="0">
                  <a:solidFill>
                    <a:srgbClr val="000000"/>
                  </a:solidFill>
                  <a:latin typeface="Arial"/>
                  <a:ea typeface="Arial"/>
                  <a:cs typeface="Arial"/>
                </a:defRPr>
              </a:pPr>
              <a:r>
                <a:rPr sz="904" b="0">
                  <a:solidFill>
                    <a:srgbClr val="000000"/>
                  </a:solidFill>
                  <a:latin typeface="Arial"/>
                  <a:ea typeface="Arial"/>
                  <a:cs typeface="Arial"/>
                </a:rPr>
                <a:t>0</a:t>
              </a:r>
            </a:p>
          </p:txBody>
        </p:sp>
        <p:sp>
          <p:nvSpPr>
            <p:cNvPr id="6" name="text_005">
              <a:extLst>
                <a:ext uri="{FF2B5EF4-FFF2-40B4-BE49-F238E27FC236}">
                  <ns2:creationId id="{96A347D8-2168-4A4C-BD06-E2BB9CBBD250}"/>
                </a:ext>
              </a:extLst>
            </p:cNvPr>
            <p:cNvSpPr>
              <a:spLocks noGrp="1"/>
            </p:cNvSpPr>
            <p:nvPr/>
          </p:nvSpPr>
          <p:spPr>
            <a:xfrm rot="0">
              <a:off x="352425" y="1171575"/>
              <a:ext cx="333375" cy="209550"/>
            </a:xfrm>
            <a:prstGeom prst="rect">
              <a:avLst/>
            </a:prstGeom>
            <a:noFill/>
            <a:ln w="0">
              <a:noFill/>
              <a:prstDash val="solid"/>
            </a:ln>
          </p:spPr>
          <p:txBody>
            <a:bodyPr wrap="none" lIns="0" tIns="0" rIns="0" bIns="0" anchor="t">
              <a:noAutofit/>
            </a:bodyPr>
            <a:lstStyle>
              <a:defPPr algn="r">
                <a:defRPr sz="904" b="0">
                  <a:solidFill>
                    <a:srgbClr val="000000"/>
                  </a:solidFill>
                  <a:latin typeface="Arial"/>
                  <a:ea typeface="Arial"/>
                  <a:cs typeface="Arial"/>
                </a:defRPr>
              </a:defPPr>
              <a:lvl1pPr algn="r">
                <a:defRPr sz="904" b="0">
                  <a:solidFill>
                    <a:srgbClr val="000000"/>
                  </a:solidFill>
                  <a:latin typeface="Arial"/>
                  <a:ea typeface="Arial"/>
                  <a:cs typeface="Arial"/>
                </a:defRPr>
              </a:lvl1pPr>
              <a:lvl2pPr algn="r">
                <a:defRPr sz="904" b="0">
                  <a:solidFill>
                    <a:srgbClr val="000000"/>
                  </a:solidFill>
                  <a:latin typeface="Arial"/>
                  <a:ea typeface="Arial"/>
                  <a:cs typeface="Arial"/>
                </a:defRPr>
              </a:lvl2pPr>
              <a:lvl3pPr algn="r">
                <a:defRPr sz="904" b="0">
                  <a:solidFill>
                    <a:srgbClr val="000000"/>
                  </a:solidFill>
                  <a:latin typeface="Arial"/>
                  <a:ea typeface="Arial"/>
                  <a:cs typeface="Arial"/>
                </a:defRPr>
              </a:lvl3pPr>
              <a:lvl4pPr algn="r">
                <a:defRPr sz="904" b="0">
                  <a:solidFill>
                    <a:srgbClr val="000000"/>
                  </a:solidFill>
                  <a:latin typeface="Arial"/>
                  <a:ea typeface="Arial"/>
                  <a:cs typeface="Arial"/>
                </a:defRPr>
              </a:lvl4pPr>
              <a:lvl5pPr algn="r">
                <a:defRPr sz="904" b="0">
                  <a:solidFill>
                    <a:srgbClr val="000000"/>
                  </a:solidFill>
                  <a:latin typeface="Arial"/>
                  <a:ea typeface="Arial"/>
                  <a:cs typeface="Arial"/>
                </a:defRPr>
              </a:lvl5pPr>
              <a:lvl6pPr algn="r">
                <a:defRPr sz="904" b="0">
                  <a:solidFill>
                    <a:srgbClr val="000000"/>
                  </a:solidFill>
                  <a:latin typeface="Arial"/>
                  <a:ea typeface="Arial"/>
                  <a:cs typeface="Arial"/>
                </a:defRPr>
              </a:lvl6pPr>
              <a:lvl7pPr algn="r">
                <a:defRPr sz="904" b="0">
                  <a:solidFill>
                    <a:srgbClr val="000000"/>
                  </a:solidFill>
                  <a:latin typeface="Arial"/>
                  <a:ea typeface="Arial"/>
                  <a:cs typeface="Arial"/>
                </a:defRPr>
              </a:lvl7pPr>
              <a:lvl8pPr algn="r">
                <a:defRPr sz="904" b="0">
                  <a:solidFill>
                    <a:srgbClr val="000000"/>
                  </a:solidFill>
                  <a:latin typeface="Arial"/>
                  <a:ea typeface="Arial"/>
                  <a:cs typeface="Arial"/>
                </a:defRPr>
              </a:lvl8pPr>
              <a:lvl9pPr algn="r">
                <a:defRPr sz="904" b="0">
                  <a:solidFill>
                    <a:srgbClr val="000000"/>
                  </a:solidFill>
                  <a:latin typeface="Arial"/>
                  <a:ea typeface="Arial"/>
                  <a:cs typeface="Arial"/>
                </a:defRPr>
              </a:lvl9pPr>
            </a:lstStyle>
            <a:p>
              <a:pPr algn="r">
                <a:defRPr sz="904" b="0">
                  <a:solidFill>
                    <a:srgbClr val="000000"/>
                  </a:solidFill>
                  <a:latin typeface="Arial"/>
                  <a:ea typeface="Arial"/>
                  <a:cs typeface="Arial"/>
                </a:defRPr>
              </a:pPr>
              <a:r>
                <a:rPr sz="904" b="0">
                  <a:solidFill>
                    <a:srgbClr val="000000"/>
                  </a:solidFill>
                  <a:latin typeface="Arial"/>
                  <a:ea typeface="Arial"/>
                  <a:cs typeface="Arial"/>
                </a:rPr>
                <a:t>0.5</a:t>
              </a:r>
            </a:p>
          </p:txBody>
        </p:sp>
        <p:sp>
          <p:nvSpPr>
            <p:cNvPr id="7" name="text_006">
              <a:extLst>
                <a:ext uri="{FF2B5EF4-FFF2-40B4-BE49-F238E27FC236}">
                  <ns2:creationId id="{C8943AF6-9753-4BAE-942B-C048EA89FC89}"/>
                </a:ext>
              </a:extLst>
            </p:cNvPr>
            <p:cNvSpPr>
              <a:spLocks noGrp="1"/>
            </p:cNvSpPr>
            <p:nvPr/>
          </p:nvSpPr>
          <p:spPr>
            <a:xfrm rot="0">
              <a:off x="352425" y="504825"/>
              <a:ext cx="333375" cy="209550"/>
            </a:xfrm>
            <a:prstGeom prst="rect">
              <a:avLst/>
            </a:prstGeom>
            <a:noFill/>
            <a:ln w="0">
              <a:noFill/>
              <a:prstDash val="solid"/>
            </a:ln>
          </p:spPr>
          <p:txBody>
            <a:bodyPr wrap="none" lIns="0" tIns="0" rIns="0" bIns="0" anchor="t">
              <a:noAutofit/>
            </a:bodyPr>
            <a:lstStyle>
              <a:defPPr algn="r">
                <a:defRPr sz="904" b="0">
                  <a:solidFill>
                    <a:srgbClr val="000000"/>
                  </a:solidFill>
                  <a:latin typeface="Arial"/>
                  <a:ea typeface="Arial"/>
                  <a:cs typeface="Arial"/>
                </a:defRPr>
              </a:defPPr>
              <a:lvl1pPr algn="r">
                <a:defRPr sz="904" b="0">
                  <a:solidFill>
                    <a:srgbClr val="000000"/>
                  </a:solidFill>
                  <a:latin typeface="Arial"/>
                  <a:ea typeface="Arial"/>
                  <a:cs typeface="Arial"/>
                </a:defRPr>
              </a:lvl1pPr>
              <a:lvl2pPr algn="r">
                <a:defRPr sz="904" b="0">
                  <a:solidFill>
                    <a:srgbClr val="000000"/>
                  </a:solidFill>
                  <a:latin typeface="Arial"/>
                  <a:ea typeface="Arial"/>
                  <a:cs typeface="Arial"/>
                </a:defRPr>
              </a:lvl2pPr>
              <a:lvl3pPr algn="r">
                <a:defRPr sz="904" b="0">
                  <a:solidFill>
                    <a:srgbClr val="000000"/>
                  </a:solidFill>
                  <a:latin typeface="Arial"/>
                  <a:ea typeface="Arial"/>
                  <a:cs typeface="Arial"/>
                </a:defRPr>
              </a:lvl3pPr>
              <a:lvl4pPr algn="r">
                <a:defRPr sz="904" b="0">
                  <a:solidFill>
                    <a:srgbClr val="000000"/>
                  </a:solidFill>
                  <a:latin typeface="Arial"/>
                  <a:ea typeface="Arial"/>
                  <a:cs typeface="Arial"/>
                </a:defRPr>
              </a:lvl4pPr>
              <a:lvl5pPr algn="r">
                <a:defRPr sz="904" b="0">
                  <a:solidFill>
                    <a:srgbClr val="000000"/>
                  </a:solidFill>
                  <a:latin typeface="Arial"/>
                  <a:ea typeface="Arial"/>
                  <a:cs typeface="Arial"/>
                </a:defRPr>
              </a:lvl5pPr>
              <a:lvl6pPr algn="r">
                <a:defRPr sz="904" b="0">
                  <a:solidFill>
                    <a:srgbClr val="000000"/>
                  </a:solidFill>
                  <a:latin typeface="Arial"/>
                  <a:ea typeface="Arial"/>
                  <a:cs typeface="Arial"/>
                </a:defRPr>
              </a:lvl6pPr>
              <a:lvl7pPr algn="r">
                <a:defRPr sz="904" b="0">
                  <a:solidFill>
                    <a:srgbClr val="000000"/>
                  </a:solidFill>
                  <a:latin typeface="Arial"/>
                  <a:ea typeface="Arial"/>
                  <a:cs typeface="Arial"/>
                </a:defRPr>
              </a:lvl7pPr>
              <a:lvl8pPr algn="r">
                <a:defRPr sz="904" b="0">
                  <a:solidFill>
                    <a:srgbClr val="000000"/>
                  </a:solidFill>
                  <a:latin typeface="Arial"/>
                  <a:ea typeface="Arial"/>
                  <a:cs typeface="Arial"/>
                </a:defRPr>
              </a:lvl8pPr>
              <a:lvl9pPr algn="r">
                <a:defRPr sz="904" b="0">
                  <a:solidFill>
                    <a:srgbClr val="000000"/>
                  </a:solidFill>
                  <a:latin typeface="Arial"/>
                  <a:ea typeface="Arial"/>
                  <a:cs typeface="Arial"/>
                </a:defRPr>
              </a:lvl9pPr>
            </a:lstStyle>
            <a:p>
              <a:pPr algn="r">
                <a:defRPr sz="904" b="0">
                  <a:solidFill>
                    <a:srgbClr val="000000"/>
                  </a:solidFill>
                  <a:latin typeface="Arial"/>
                  <a:ea typeface="Arial"/>
                  <a:cs typeface="Arial"/>
                </a:defRPr>
              </a:pPr>
              <a:r>
                <a:rPr sz="904" b="0">
                  <a:solidFill>
                    <a:srgbClr val="000000"/>
                  </a:solidFill>
                  <a:latin typeface="Arial"/>
                  <a:ea typeface="Arial"/>
                  <a:cs typeface="Arial"/>
                </a:rPr>
                <a:t>1</a:t>
              </a:r>
            </a:p>
          </p:txBody>
        </p:sp>
        <p:sp>
          <p:nvSpPr>
            <p:cNvPr id="8" name="text_007">
              <a:extLst>
                <a:ext uri="{FF2B5EF4-FFF2-40B4-BE49-F238E27FC236}">
                  <ns2:creationId id="{EEE4A2A3-813F-4898-8493-6741BF808254}"/>
                </a:ext>
              </a:extLst>
            </p:cNvPr>
            <p:cNvSpPr>
              <a:spLocks noGrp="1"/>
            </p:cNvSpPr>
            <p:nvPr/>
          </p:nvSpPr>
          <p:spPr>
            <a:xfrm rot="0">
              <a:off x="498475" y="1971675"/>
              <a:ext cx="609600" cy="209550"/>
            </a:xfrm>
            <a:prstGeom prst="rect">
              <a:avLst/>
            </a:prstGeom>
            <a:noFill/>
            <a:ln w="0">
              <a:noFill/>
              <a:prstDash val="solid"/>
            </a:ln>
          </p:spPr>
          <p:txBody>
            <a:bodyPr wrap="none" lIns="0" tIns="0" rIns="0" bIns="0" anchor="t">
              <a:noAutofit/>
            </a:bodyPr>
            <a:lstStyle>
              <a:defPPr algn="ctr">
                <a:defRPr sz="847" b="0">
                  <a:solidFill>
                    <a:srgbClr val="000000"/>
                  </a:solidFill>
                  <a:latin typeface="Arial"/>
                  <a:ea typeface="Arial"/>
                  <a:cs typeface="Arial"/>
                </a:defRPr>
              </a:defPPr>
              <a:lvl1pPr algn="ctr">
                <a:defRPr sz="847" b="0">
                  <a:solidFill>
                    <a:srgbClr val="000000"/>
                  </a:solidFill>
                  <a:latin typeface="Arial"/>
                  <a:ea typeface="Arial"/>
                  <a:cs typeface="Arial"/>
                </a:defRPr>
              </a:lvl1pPr>
              <a:lvl2pPr algn="ctr">
                <a:defRPr sz="847" b="0">
                  <a:solidFill>
                    <a:srgbClr val="000000"/>
                  </a:solidFill>
                  <a:latin typeface="Arial"/>
                  <a:ea typeface="Arial"/>
                  <a:cs typeface="Arial"/>
                </a:defRPr>
              </a:lvl2pPr>
              <a:lvl3pPr algn="ctr">
                <a:defRPr sz="847" b="0">
                  <a:solidFill>
                    <a:srgbClr val="000000"/>
                  </a:solidFill>
                  <a:latin typeface="Arial"/>
                  <a:ea typeface="Arial"/>
                  <a:cs typeface="Arial"/>
                </a:defRPr>
              </a:lvl3pPr>
              <a:lvl4pPr algn="ctr">
                <a:defRPr sz="847" b="0">
                  <a:solidFill>
                    <a:srgbClr val="000000"/>
                  </a:solidFill>
                  <a:latin typeface="Arial"/>
                  <a:ea typeface="Arial"/>
                  <a:cs typeface="Arial"/>
                </a:defRPr>
              </a:lvl4pPr>
              <a:lvl5pPr algn="ctr">
                <a:defRPr sz="847" b="0">
                  <a:solidFill>
                    <a:srgbClr val="000000"/>
                  </a:solidFill>
                  <a:latin typeface="Arial"/>
                  <a:ea typeface="Arial"/>
                  <a:cs typeface="Arial"/>
                </a:defRPr>
              </a:lvl5pPr>
              <a:lvl6pPr algn="ctr">
                <a:defRPr sz="847" b="0">
                  <a:solidFill>
                    <a:srgbClr val="000000"/>
                  </a:solidFill>
                  <a:latin typeface="Arial"/>
                  <a:ea typeface="Arial"/>
                  <a:cs typeface="Arial"/>
                </a:defRPr>
              </a:lvl6pPr>
              <a:lvl7pPr algn="ctr">
                <a:defRPr sz="847" b="0">
                  <a:solidFill>
                    <a:srgbClr val="000000"/>
                  </a:solidFill>
                  <a:latin typeface="Arial"/>
                  <a:ea typeface="Arial"/>
                  <a:cs typeface="Arial"/>
                </a:defRPr>
              </a:lvl7pPr>
              <a:lvl8pPr algn="ctr">
                <a:defRPr sz="847" b="0">
                  <a:solidFill>
                    <a:srgbClr val="000000"/>
                  </a:solidFill>
                  <a:latin typeface="Arial"/>
                  <a:ea typeface="Arial"/>
                  <a:cs typeface="Arial"/>
                </a:defRPr>
              </a:lvl8pPr>
              <a:lvl9pPr algn="ctr">
                <a:defRPr sz="847" b="0">
                  <a:solidFill>
                    <a:srgbClr val="000000"/>
                  </a:solidFill>
                  <a:latin typeface="Arial"/>
                  <a:ea typeface="Arial"/>
                  <a:cs typeface="Arial"/>
                </a:defRPr>
              </a:lvl9pPr>
            </a:lstStyle>
            <a:p>
              <a:pPr algn="ctr">
                <a:defRPr sz="847" b="0">
                  <a:solidFill>
                    <a:srgbClr val="000000"/>
                  </a:solidFill>
                  <a:latin typeface="Arial"/>
                  <a:ea typeface="Arial"/>
                  <a:cs typeface="Arial"/>
                </a:defRPr>
              </a:pPr>
              <a:r>
                <a:rPr sz="847" b="0">
                  <a:solidFill>
                    <a:srgbClr val="000000"/>
                  </a:solidFill>
                  <a:latin typeface="Arial"/>
                  <a:ea typeface="Arial"/>
                  <a:cs typeface="Arial"/>
                </a:rPr>
                <a:t>0</a:t>
              </a:r>
            </a:p>
          </p:txBody>
        </p:sp>
        <p:sp>
          <p:nvSpPr>
            <p:cNvPr id="9" name="text_008">
              <a:extLst>
                <a:ext uri="{FF2B5EF4-FFF2-40B4-BE49-F238E27FC236}">
                  <ns2:creationId id="{093773BA-8147-4EB7-A0B1-39FC90400F2E}"/>
                </a:ext>
              </a:extLst>
            </p:cNvPr>
            <p:cNvSpPr>
              <a:spLocks noGrp="1"/>
            </p:cNvSpPr>
            <p:nvPr/>
          </p:nvSpPr>
          <p:spPr>
            <a:xfrm rot="0">
              <a:off x="2892425" y="1971675"/>
              <a:ext cx="609600" cy="209550"/>
            </a:xfrm>
            <a:prstGeom prst="rect">
              <a:avLst/>
            </a:prstGeom>
            <a:noFill/>
            <a:ln w="0">
              <a:noFill/>
              <a:prstDash val="solid"/>
            </a:ln>
          </p:spPr>
          <p:txBody>
            <a:bodyPr wrap="none" lIns="0" tIns="0" rIns="0" bIns="0" anchor="t">
              <a:noAutofit/>
            </a:bodyPr>
            <a:lstStyle>
              <a:defPPr algn="ctr">
                <a:defRPr sz="847" b="0">
                  <a:solidFill>
                    <a:srgbClr val="000000"/>
                  </a:solidFill>
                  <a:latin typeface="Arial"/>
                  <a:ea typeface="Arial"/>
                  <a:cs typeface="Arial"/>
                </a:defRPr>
              </a:defPPr>
              <a:lvl1pPr algn="ctr">
                <a:defRPr sz="847" b="0">
                  <a:solidFill>
                    <a:srgbClr val="000000"/>
                  </a:solidFill>
                  <a:latin typeface="Arial"/>
                  <a:ea typeface="Arial"/>
                  <a:cs typeface="Arial"/>
                </a:defRPr>
              </a:lvl1pPr>
              <a:lvl2pPr algn="ctr">
                <a:defRPr sz="847" b="0">
                  <a:solidFill>
                    <a:srgbClr val="000000"/>
                  </a:solidFill>
                  <a:latin typeface="Arial"/>
                  <a:ea typeface="Arial"/>
                  <a:cs typeface="Arial"/>
                </a:defRPr>
              </a:lvl2pPr>
              <a:lvl3pPr algn="ctr">
                <a:defRPr sz="847" b="0">
                  <a:solidFill>
                    <a:srgbClr val="000000"/>
                  </a:solidFill>
                  <a:latin typeface="Arial"/>
                  <a:ea typeface="Arial"/>
                  <a:cs typeface="Arial"/>
                </a:defRPr>
              </a:lvl3pPr>
              <a:lvl4pPr algn="ctr">
                <a:defRPr sz="847" b="0">
                  <a:solidFill>
                    <a:srgbClr val="000000"/>
                  </a:solidFill>
                  <a:latin typeface="Arial"/>
                  <a:ea typeface="Arial"/>
                  <a:cs typeface="Arial"/>
                </a:defRPr>
              </a:lvl4pPr>
              <a:lvl5pPr algn="ctr">
                <a:defRPr sz="847" b="0">
                  <a:solidFill>
                    <a:srgbClr val="000000"/>
                  </a:solidFill>
                  <a:latin typeface="Arial"/>
                  <a:ea typeface="Arial"/>
                  <a:cs typeface="Arial"/>
                </a:defRPr>
              </a:lvl5pPr>
              <a:lvl6pPr algn="ctr">
                <a:defRPr sz="847" b="0">
                  <a:solidFill>
                    <a:srgbClr val="000000"/>
                  </a:solidFill>
                  <a:latin typeface="Arial"/>
                  <a:ea typeface="Arial"/>
                  <a:cs typeface="Arial"/>
                </a:defRPr>
              </a:lvl6pPr>
              <a:lvl7pPr algn="ctr">
                <a:defRPr sz="847" b="0">
                  <a:solidFill>
                    <a:srgbClr val="000000"/>
                  </a:solidFill>
                  <a:latin typeface="Arial"/>
                  <a:ea typeface="Arial"/>
                  <a:cs typeface="Arial"/>
                </a:defRPr>
              </a:lvl7pPr>
              <a:lvl8pPr algn="ctr">
                <a:defRPr sz="847" b="0">
                  <a:solidFill>
                    <a:srgbClr val="000000"/>
                  </a:solidFill>
                  <a:latin typeface="Arial"/>
                  <a:ea typeface="Arial"/>
                  <a:cs typeface="Arial"/>
                </a:defRPr>
              </a:lvl8pPr>
              <a:lvl9pPr algn="ctr">
                <a:defRPr sz="847" b="0">
                  <a:solidFill>
                    <a:srgbClr val="000000"/>
                  </a:solidFill>
                  <a:latin typeface="Arial"/>
                  <a:ea typeface="Arial"/>
                  <a:cs typeface="Arial"/>
                </a:defRPr>
              </a:lvl9pPr>
            </a:lstStyle>
            <a:p>
              <a:pPr algn="ctr">
                <a:defRPr sz="847" b="0">
                  <a:solidFill>
                    <a:srgbClr val="000000"/>
                  </a:solidFill>
                  <a:latin typeface="Arial"/>
                  <a:ea typeface="Arial"/>
                  <a:cs typeface="Arial"/>
                </a:defRPr>
              </a:pPr>
              <a:r>
                <a:rPr sz="847" b="0">
                  <a:solidFill>
                    <a:srgbClr val="000000"/>
                  </a:solidFill>
                  <a:latin typeface="Arial"/>
                  <a:ea typeface="Arial"/>
                  <a:cs typeface="Arial"/>
                </a:rPr>
                <a:t>29</a:t>
              </a:r>
            </a:p>
          </p:txBody>
        </p:sp>
        <p:sp>
          <p:nvSpPr>
            <p:cNvPr id="10" name="text_009">
              <a:extLst>
                <a:ext uri="{FF2B5EF4-FFF2-40B4-BE49-F238E27FC236}">
                  <ns2:creationId id="{019F79F5-7690-497A-A01F-18E091A9BF11}"/>
                </a:ext>
              </a:extLst>
            </p:cNvPr>
            <p:cNvSpPr>
              <a:spLocks noGrp="1"/>
            </p:cNvSpPr>
            <p:nvPr/>
          </p:nvSpPr>
          <p:spPr>
            <a:xfrm rot="0">
              <a:off x="5368925" y="1971675"/>
              <a:ext cx="609600" cy="209550"/>
            </a:xfrm>
            <a:prstGeom prst="rect">
              <a:avLst/>
            </a:prstGeom>
            <a:noFill/>
            <a:ln w="0">
              <a:noFill/>
              <a:prstDash val="solid"/>
            </a:ln>
          </p:spPr>
          <p:txBody>
            <a:bodyPr wrap="none" lIns="0" tIns="0" rIns="0" bIns="0" anchor="t">
              <a:noAutofit/>
            </a:bodyPr>
            <a:lstStyle>
              <a:defPPr algn="ctr">
                <a:defRPr sz="847" b="0">
                  <a:solidFill>
                    <a:srgbClr val="000000"/>
                  </a:solidFill>
                  <a:latin typeface="Arial"/>
                  <a:ea typeface="Arial"/>
                  <a:cs typeface="Arial"/>
                </a:defRPr>
              </a:defPPr>
              <a:lvl1pPr algn="ctr">
                <a:defRPr sz="847" b="0">
                  <a:solidFill>
                    <a:srgbClr val="000000"/>
                  </a:solidFill>
                  <a:latin typeface="Arial"/>
                  <a:ea typeface="Arial"/>
                  <a:cs typeface="Arial"/>
                </a:defRPr>
              </a:lvl1pPr>
              <a:lvl2pPr algn="ctr">
                <a:defRPr sz="847" b="0">
                  <a:solidFill>
                    <a:srgbClr val="000000"/>
                  </a:solidFill>
                  <a:latin typeface="Arial"/>
                  <a:ea typeface="Arial"/>
                  <a:cs typeface="Arial"/>
                </a:defRPr>
              </a:lvl2pPr>
              <a:lvl3pPr algn="ctr">
                <a:defRPr sz="847" b="0">
                  <a:solidFill>
                    <a:srgbClr val="000000"/>
                  </a:solidFill>
                  <a:latin typeface="Arial"/>
                  <a:ea typeface="Arial"/>
                  <a:cs typeface="Arial"/>
                </a:defRPr>
              </a:lvl3pPr>
              <a:lvl4pPr algn="ctr">
                <a:defRPr sz="847" b="0">
                  <a:solidFill>
                    <a:srgbClr val="000000"/>
                  </a:solidFill>
                  <a:latin typeface="Arial"/>
                  <a:ea typeface="Arial"/>
                  <a:cs typeface="Arial"/>
                </a:defRPr>
              </a:lvl4pPr>
              <a:lvl5pPr algn="ctr">
                <a:defRPr sz="847" b="0">
                  <a:solidFill>
                    <a:srgbClr val="000000"/>
                  </a:solidFill>
                  <a:latin typeface="Arial"/>
                  <a:ea typeface="Arial"/>
                  <a:cs typeface="Arial"/>
                </a:defRPr>
              </a:lvl5pPr>
              <a:lvl6pPr algn="ctr">
                <a:defRPr sz="847" b="0">
                  <a:solidFill>
                    <a:srgbClr val="000000"/>
                  </a:solidFill>
                  <a:latin typeface="Arial"/>
                  <a:ea typeface="Arial"/>
                  <a:cs typeface="Arial"/>
                </a:defRPr>
              </a:lvl6pPr>
              <a:lvl7pPr algn="ctr">
                <a:defRPr sz="847" b="0">
                  <a:solidFill>
                    <a:srgbClr val="000000"/>
                  </a:solidFill>
                  <a:latin typeface="Arial"/>
                  <a:ea typeface="Arial"/>
                  <a:cs typeface="Arial"/>
                </a:defRPr>
              </a:lvl7pPr>
              <a:lvl8pPr algn="ctr">
                <a:defRPr sz="847" b="0">
                  <a:solidFill>
                    <a:srgbClr val="000000"/>
                  </a:solidFill>
                  <a:latin typeface="Arial"/>
                  <a:ea typeface="Arial"/>
                  <a:cs typeface="Arial"/>
                </a:defRPr>
              </a:lvl8pPr>
              <a:lvl9pPr algn="ctr">
                <a:defRPr sz="847" b="0">
                  <a:solidFill>
                    <a:srgbClr val="000000"/>
                  </a:solidFill>
                  <a:latin typeface="Arial"/>
                  <a:ea typeface="Arial"/>
                  <a:cs typeface="Arial"/>
                </a:defRPr>
              </a:lvl9pPr>
            </a:lstStyle>
            <a:p>
              <a:pPr algn="ctr">
                <a:defRPr sz="847" b="0">
                  <a:solidFill>
                    <a:srgbClr val="000000"/>
                  </a:solidFill>
                  <a:latin typeface="Arial"/>
                  <a:ea typeface="Arial"/>
                  <a:cs typeface="Arial"/>
                </a:defRPr>
              </a:pPr>
              <a:r>
                <a:rPr sz="847" b="0">
                  <a:solidFill>
                    <a:srgbClr val="000000"/>
                  </a:solidFill>
                  <a:latin typeface="Arial"/>
                  <a:ea typeface="Arial"/>
                  <a:cs typeface="Arial"/>
                </a:rPr>
                <a:t>59</a:t>
              </a:r>
            </a:p>
          </p:txBody>
        </p:sp>
        <p:sp>
          <p:nvSpPr>
            <p:cNvPr id="11" name="text_010">
              <a:extLst>
                <a:ext uri="{FF2B5EF4-FFF2-40B4-BE49-F238E27FC236}">
                  <ns2:creationId id="{464793A8-0641-48F8-8827-003BA530D061}"/>
                </a:ext>
              </a:extLst>
            </p:cNvPr>
            <p:cNvSpPr>
              <a:spLocks noGrp="1"/>
            </p:cNvSpPr>
            <p:nvPr/>
          </p:nvSpPr>
          <p:spPr>
            <a:xfrm rot="0">
              <a:off x="762000" y="2200275"/>
              <a:ext cx="4953000" cy="209550"/>
            </a:xfrm>
            <a:prstGeom prst="rect">
              <a:avLst/>
            </a:prstGeom>
            <a:noFill/>
            <a:ln w="0">
              <a:noFill/>
              <a:prstDash val="solid"/>
            </a:ln>
          </p:spPr>
          <p:txBody>
            <a:bodyPr wrap="none" lIns="0" tIns="0" rIns="0" bIns="0" anchor="t">
              <a:noAutofit/>
            </a:bodyPr>
            <a:lstStyle>
              <a:defPPr algn="ctr">
                <a:defRPr sz="904" b="0">
                  <a:solidFill>
                    <a:srgbClr val="000000"/>
                  </a:solidFill>
                  <a:latin typeface="Arial"/>
                  <a:ea typeface="Arial"/>
                  <a:cs typeface="Arial"/>
                </a:defRPr>
              </a:defPPr>
              <a:lvl1pPr algn="ctr">
                <a:defRPr sz="904" b="0">
                  <a:solidFill>
                    <a:srgbClr val="000000"/>
                  </a:solidFill>
                  <a:latin typeface="Arial"/>
                  <a:ea typeface="Arial"/>
                  <a:cs typeface="Arial"/>
                </a:defRPr>
              </a:lvl1pPr>
              <a:lvl2pPr algn="ctr">
                <a:defRPr sz="904" b="0">
                  <a:solidFill>
                    <a:srgbClr val="000000"/>
                  </a:solidFill>
                  <a:latin typeface="Arial"/>
                  <a:ea typeface="Arial"/>
                  <a:cs typeface="Arial"/>
                </a:defRPr>
              </a:lvl2pPr>
              <a:lvl3pPr algn="ctr">
                <a:defRPr sz="904" b="0">
                  <a:solidFill>
                    <a:srgbClr val="000000"/>
                  </a:solidFill>
                  <a:latin typeface="Arial"/>
                  <a:ea typeface="Arial"/>
                  <a:cs typeface="Arial"/>
                </a:defRPr>
              </a:lvl3pPr>
              <a:lvl4pPr algn="ctr">
                <a:defRPr sz="904" b="0">
                  <a:solidFill>
                    <a:srgbClr val="000000"/>
                  </a:solidFill>
                  <a:latin typeface="Arial"/>
                  <a:ea typeface="Arial"/>
                  <a:cs typeface="Arial"/>
                </a:defRPr>
              </a:lvl4pPr>
              <a:lvl5pPr algn="ctr">
                <a:defRPr sz="904" b="0">
                  <a:solidFill>
                    <a:srgbClr val="000000"/>
                  </a:solidFill>
                  <a:latin typeface="Arial"/>
                  <a:ea typeface="Arial"/>
                  <a:cs typeface="Arial"/>
                </a:defRPr>
              </a:lvl5pPr>
              <a:lvl6pPr algn="ctr">
                <a:defRPr sz="904" b="0">
                  <a:solidFill>
                    <a:srgbClr val="000000"/>
                  </a:solidFill>
                  <a:latin typeface="Arial"/>
                  <a:ea typeface="Arial"/>
                  <a:cs typeface="Arial"/>
                </a:defRPr>
              </a:lvl6pPr>
              <a:lvl7pPr algn="ctr">
                <a:defRPr sz="904" b="0">
                  <a:solidFill>
                    <a:srgbClr val="000000"/>
                  </a:solidFill>
                  <a:latin typeface="Arial"/>
                  <a:ea typeface="Arial"/>
                  <a:cs typeface="Arial"/>
                </a:defRPr>
              </a:lvl7pPr>
              <a:lvl8pPr algn="ctr">
                <a:defRPr sz="904" b="0">
                  <a:solidFill>
                    <a:srgbClr val="000000"/>
                  </a:solidFill>
                  <a:latin typeface="Arial"/>
                  <a:ea typeface="Arial"/>
                  <a:cs typeface="Arial"/>
                </a:defRPr>
              </a:lvl8pPr>
              <a:lvl9pPr algn="ctr">
                <a:defRPr sz="904" b="0">
                  <a:solidFill>
                    <a:srgbClr val="000000"/>
                  </a:solidFill>
                  <a:latin typeface="Arial"/>
                  <a:ea typeface="Arial"/>
                  <a:cs typeface="Arial"/>
                </a:defRPr>
              </a:lvl9pPr>
            </a:lstStyle>
            <a:p>
              <a:pPr algn="ctr">
                <a:defRPr sz="904" b="0">
                  <a:solidFill>
                    <a:srgbClr val="000000"/>
                  </a:solidFill>
                  <a:latin typeface="Arial"/>
                  <a:ea typeface="Arial"/>
                  <a:cs typeface="Arial"/>
                </a:defRPr>
              </a:pPr>
              <a:r>
                <a:rPr sz="904" b="0">
                  <a:solidFill>
                    <a:srgbClr val="000000"/>
                  </a:solidFill>
                  <a:latin typeface="Arial"/>
                  <a:ea typeface="Arial"/>
                  <a:cs typeface="Arial"/>
                </a:rPr>
                <a:t>Frame</a:t>
              </a:r>
            </a:p>
          </p:txBody>
        </p:sp>
        <p:sp>
          <p:nvSpPr>
            <p:cNvPr id="12" name="text_011">
              <a:extLst>
                <a:ext uri="{FF2B5EF4-FFF2-40B4-BE49-F238E27FC236}">
                  <ns2:creationId id="{387F8F77-19D1-45A7-92A5-02F3D0CAA78C}"/>
                </a:ext>
              </a:extLst>
            </p:cNvPr>
            <p:cNvSpPr>
              <a:spLocks noGrp="1"/>
            </p:cNvSpPr>
            <p:nvPr/>
          </p:nvSpPr>
          <p:spPr>
            <a:xfrm rot="0">
              <a:off x="6762750" y="323850"/>
              <a:ext cx="4953000" cy="238125"/>
            </a:xfrm>
            <a:prstGeom prst="rect">
              <a:avLst/>
            </a:prstGeom>
            <a:noFill/>
            <a:ln w="0">
              <a:noFill/>
              <a:prstDash val="solid"/>
            </a:ln>
          </p:spPr>
          <p:txBody>
            <a:bodyPr wrap="none" lIns="0" tIns="0" rIns="0" bIns="0" anchor="t">
              <a:noAutofit/>
            </a:bodyPr>
            <a:lstStyle>
              <a:defPPr algn="l">
                <a:defRPr sz="1073" b="1">
                  <a:solidFill>
                    <a:srgbClr val="000000"/>
                  </a:solidFill>
                  <a:latin typeface="Arial"/>
                  <a:ea typeface="Arial"/>
                  <a:cs typeface="Arial"/>
                </a:defRPr>
              </a:defPPr>
              <a:lvl1pPr algn="l">
                <a:defRPr sz="1073" b="1">
                  <a:solidFill>
                    <a:srgbClr val="000000"/>
                  </a:solidFill>
                  <a:latin typeface="Arial"/>
                  <a:ea typeface="Arial"/>
                  <a:cs typeface="Arial"/>
                </a:defRPr>
              </a:lvl1pPr>
              <a:lvl2pPr algn="l">
                <a:defRPr sz="1073" b="1">
                  <a:solidFill>
                    <a:srgbClr val="000000"/>
                  </a:solidFill>
                  <a:latin typeface="Arial"/>
                  <a:ea typeface="Arial"/>
                  <a:cs typeface="Arial"/>
                </a:defRPr>
              </a:lvl2pPr>
              <a:lvl3pPr algn="l">
                <a:defRPr sz="1073" b="1">
                  <a:solidFill>
                    <a:srgbClr val="000000"/>
                  </a:solidFill>
                  <a:latin typeface="Arial"/>
                  <a:ea typeface="Arial"/>
                  <a:cs typeface="Arial"/>
                </a:defRPr>
              </a:lvl3pPr>
              <a:lvl4pPr algn="l">
                <a:defRPr sz="1073" b="1">
                  <a:solidFill>
                    <a:srgbClr val="000000"/>
                  </a:solidFill>
                  <a:latin typeface="Arial"/>
                  <a:ea typeface="Arial"/>
                  <a:cs typeface="Arial"/>
                </a:defRPr>
              </a:lvl4pPr>
              <a:lvl5pPr algn="l">
                <a:defRPr sz="1073" b="1">
                  <a:solidFill>
                    <a:srgbClr val="000000"/>
                  </a:solidFill>
                  <a:latin typeface="Arial"/>
                  <a:ea typeface="Arial"/>
                  <a:cs typeface="Arial"/>
                </a:defRPr>
              </a:lvl5pPr>
              <a:lvl6pPr algn="l">
                <a:defRPr sz="1073" b="1">
                  <a:solidFill>
                    <a:srgbClr val="000000"/>
                  </a:solidFill>
                  <a:latin typeface="Arial"/>
                  <a:ea typeface="Arial"/>
                  <a:cs typeface="Arial"/>
                </a:defRPr>
              </a:lvl6pPr>
              <a:lvl7pPr algn="l">
                <a:defRPr sz="1073" b="1">
                  <a:solidFill>
                    <a:srgbClr val="000000"/>
                  </a:solidFill>
                  <a:latin typeface="Arial"/>
                  <a:ea typeface="Arial"/>
                  <a:cs typeface="Arial"/>
                </a:defRPr>
              </a:lvl7pPr>
              <a:lvl8pPr algn="l">
                <a:defRPr sz="1073" b="1">
                  <a:solidFill>
                    <a:srgbClr val="000000"/>
                  </a:solidFill>
                  <a:latin typeface="Arial"/>
                  <a:ea typeface="Arial"/>
                  <a:cs typeface="Arial"/>
                </a:defRPr>
              </a:lvl8pPr>
              <a:lvl9pPr algn="l">
                <a:defRPr sz="1073" b="1">
                  <a:solidFill>
                    <a:srgbClr val="000000"/>
                  </a:solidFill>
                  <a:latin typeface="Arial"/>
                  <a:ea typeface="Arial"/>
                  <a:cs typeface="Arial"/>
                </a:defRPr>
              </a:lvl9pPr>
            </a:lstStyle>
            <a:p>
              <a:pPr algn="l">
                <a:defRPr sz="1073" b="1">
                  <a:solidFill>
                    <a:srgbClr val="000000"/>
                  </a:solidFill>
                  <a:latin typeface="Arial"/>
                  <a:ea typeface="Arial"/>
                  <a:cs typeface="Arial"/>
                </a:defRPr>
              </a:pPr>
              <a:r>
                <a:rPr sz="1073" b="1">
                  <a:solidFill>
                    <a:srgbClr val="000000"/>
                  </a:solidFill>
                  <a:latin typeface="Arial"/>
                  <a:ea typeface="Arial"/>
                  <a:cs typeface="Arial"/>
                </a:rPr>
                <a:t>RG-MTM-R20</a:t>
              </a:r>
            </a:p>
          </p:txBody>
        </p:sp>
        <p:pic>
          <p:nvPicPr>
            <p:cNvPr id="13" name="">
              <a:extLst>
                <a:ext uri="{FF2B5EF4-FFF2-40B4-BE49-F238E27FC236}">
                  <ns2:creationId id="{AAC65862-0E9C-4BE7-BDC9-1A935B731F88}"/>
                </a:ext>
              </a:extLst>
            </p:cNvPr>
            <p:cNvPicPr>
              <a:picLocks noChangeAspect="1"/>
            </p:cNvPicPr>
            <p:nvPr/>
          </p:nvPicPr>
          <p:blipFill>
            <a:blip r:embed="R6e518d2b6b834b1c"/>
            <a:stretch/>
          </p:blipFill>
          <p:spPr>
            <a:xfrm>
              <a:off x="6762750" y="590563"/>
              <a:ext cx="4953000" cy="1333475"/>
            </a:xfrm>
            <a:prstGeom prst="rect">
              <a:avLst/>
            </a:prstGeom>
          </p:spPr>
        </p:pic>
        <p:sp>
          <p:nvSpPr>
            <p:cNvPr id="14" name="rect_013">
              <a:extLst>
                <a:ext uri="{FF2B5EF4-FFF2-40B4-BE49-F238E27FC236}">
                  <ns2:creationId id="{E0F368FF-4F03-48AF-84ED-5712C1B1B958}"/>
                </a:ext>
              </a:extLst>
            </p:cNvPr>
            <p:cNvSpPr>
              <a:spLocks noGrp="1"/>
            </p:cNvSpPr>
            <p:nvPr/>
          </p:nvSpPr>
          <p:spPr>
            <a:xfrm rot="0">
              <a:off x="6762750" y="590550"/>
              <a:ext cx="4953000" cy="1333500"/>
            </a:xfrm>
            <a:prstGeom prst="rect">
              <a:avLst/>
            </a:prstGeom>
            <a:noFill/>
            <a:ln w="5021">
              <a:solidFill>
                <a:srgbClr val="7B8790"/>
              </a:solidFill>
              <a:prstDash val="solid"/>
            </a:ln>
          </p:spPr>
        </p:sp>
        <p:sp>
          <p:nvSpPr>
            <p:cNvPr id="15" name="text_014">
              <a:extLst>
                <a:ext uri="{FF2B5EF4-FFF2-40B4-BE49-F238E27FC236}">
                  <ns2:creationId id="{7FA409D8-88AC-47E4-B4D9-CDBD92B059BC}"/>
                </a:ext>
              </a:extLst>
            </p:cNvPr>
            <p:cNvSpPr>
              <a:spLocks noGrp="1"/>
            </p:cNvSpPr>
            <p:nvPr/>
          </p:nvSpPr>
          <p:spPr>
            <a:xfrm rot="0">
              <a:off x="6353175" y="1838325"/>
              <a:ext cx="333375" cy="209550"/>
            </a:xfrm>
            <a:prstGeom prst="rect">
              <a:avLst/>
            </a:prstGeom>
            <a:noFill/>
            <a:ln w="0">
              <a:noFill/>
              <a:prstDash val="solid"/>
            </a:ln>
          </p:spPr>
          <p:txBody>
            <a:bodyPr wrap="none" lIns="0" tIns="0" rIns="0" bIns="0" anchor="t">
              <a:noAutofit/>
            </a:bodyPr>
            <a:lstStyle>
              <a:defPPr algn="r">
                <a:defRPr sz="904" b="0">
                  <a:solidFill>
                    <a:srgbClr val="000000"/>
                  </a:solidFill>
                  <a:latin typeface="Arial"/>
                  <a:ea typeface="Arial"/>
                  <a:cs typeface="Arial"/>
                </a:defRPr>
              </a:defPPr>
              <a:lvl1pPr algn="r">
                <a:defRPr sz="904" b="0">
                  <a:solidFill>
                    <a:srgbClr val="000000"/>
                  </a:solidFill>
                  <a:latin typeface="Arial"/>
                  <a:ea typeface="Arial"/>
                  <a:cs typeface="Arial"/>
                </a:defRPr>
              </a:lvl1pPr>
              <a:lvl2pPr algn="r">
                <a:defRPr sz="904" b="0">
                  <a:solidFill>
                    <a:srgbClr val="000000"/>
                  </a:solidFill>
                  <a:latin typeface="Arial"/>
                  <a:ea typeface="Arial"/>
                  <a:cs typeface="Arial"/>
                </a:defRPr>
              </a:lvl2pPr>
              <a:lvl3pPr algn="r">
                <a:defRPr sz="904" b="0">
                  <a:solidFill>
                    <a:srgbClr val="000000"/>
                  </a:solidFill>
                  <a:latin typeface="Arial"/>
                  <a:ea typeface="Arial"/>
                  <a:cs typeface="Arial"/>
                </a:defRPr>
              </a:lvl3pPr>
              <a:lvl4pPr algn="r">
                <a:defRPr sz="904" b="0">
                  <a:solidFill>
                    <a:srgbClr val="000000"/>
                  </a:solidFill>
                  <a:latin typeface="Arial"/>
                  <a:ea typeface="Arial"/>
                  <a:cs typeface="Arial"/>
                </a:defRPr>
              </a:lvl4pPr>
              <a:lvl5pPr algn="r">
                <a:defRPr sz="904" b="0">
                  <a:solidFill>
                    <a:srgbClr val="000000"/>
                  </a:solidFill>
                  <a:latin typeface="Arial"/>
                  <a:ea typeface="Arial"/>
                  <a:cs typeface="Arial"/>
                </a:defRPr>
              </a:lvl5pPr>
              <a:lvl6pPr algn="r">
                <a:defRPr sz="904" b="0">
                  <a:solidFill>
                    <a:srgbClr val="000000"/>
                  </a:solidFill>
                  <a:latin typeface="Arial"/>
                  <a:ea typeface="Arial"/>
                  <a:cs typeface="Arial"/>
                </a:defRPr>
              </a:lvl6pPr>
              <a:lvl7pPr algn="r">
                <a:defRPr sz="904" b="0">
                  <a:solidFill>
                    <a:srgbClr val="000000"/>
                  </a:solidFill>
                  <a:latin typeface="Arial"/>
                  <a:ea typeface="Arial"/>
                  <a:cs typeface="Arial"/>
                </a:defRPr>
              </a:lvl7pPr>
              <a:lvl8pPr algn="r">
                <a:defRPr sz="904" b="0">
                  <a:solidFill>
                    <a:srgbClr val="000000"/>
                  </a:solidFill>
                  <a:latin typeface="Arial"/>
                  <a:ea typeface="Arial"/>
                  <a:cs typeface="Arial"/>
                </a:defRPr>
              </a:lvl8pPr>
              <a:lvl9pPr algn="r">
                <a:defRPr sz="904" b="0">
                  <a:solidFill>
                    <a:srgbClr val="000000"/>
                  </a:solidFill>
                  <a:latin typeface="Arial"/>
                  <a:ea typeface="Arial"/>
                  <a:cs typeface="Arial"/>
                </a:defRPr>
              </a:lvl9pPr>
            </a:lstStyle>
            <a:p>
              <a:pPr algn="r">
                <a:defRPr sz="904" b="0">
                  <a:solidFill>
                    <a:srgbClr val="000000"/>
                  </a:solidFill>
                  <a:latin typeface="Arial"/>
                  <a:ea typeface="Arial"/>
                  <a:cs typeface="Arial"/>
                </a:defRPr>
              </a:pPr>
              <a:r>
                <a:rPr sz="904" b="0">
                  <a:solidFill>
                    <a:srgbClr val="000000"/>
                  </a:solidFill>
                  <a:latin typeface="Arial"/>
                  <a:ea typeface="Arial"/>
                  <a:cs typeface="Arial"/>
                </a:rPr>
                <a:t>0</a:t>
              </a:r>
            </a:p>
          </p:txBody>
        </p:sp>
        <p:sp>
          <p:nvSpPr>
            <p:cNvPr id="16" name="text_015">
              <a:extLst>
                <a:ext uri="{FF2B5EF4-FFF2-40B4-BE49-F238E27FC236}">
                  <ns2:creationId id="{C84F8E43-31DE-4FBB-A40F-FBB0DCD7CA24}"/>
                </a:ext>
              </a:extLst>
            </p:cNvPr>
            <p:cNvSpPr>
              <a:spLocks noGrp="1"/>
            </p:cNvSpPr>
            <p:nvPr/>
          </p:nvSpPr>
          <p:spPr>
            <a:xfrm rot="0">
              <a:off x="6353175" y="1171575"/>
              <a:ext cx="333375" cy="209550"/>
            </a:xfrm>
            <a:prstGeom prst="rect">
              <a:avLst/>
            </a:prstGeom>
            <a:noFill/>
            <a:ln w="0">
              <a:noFill/>
              <a:prstDash val="solid"/>
            </a:ln>
          </p:spPr>
          <p:txBody>
            <a:bodyPr wrap="none" lIns="0" tIns="0" rIns="0" bIns="0" anchor="t">
              <a:noAutofit/>
            </a:bodyPr>
            <a:lstStyle>
              <a:defPPr algn="r">
                <a:defRPr sz="904" b="0">
                  <a:solidFill>
                    <a:srgbClr val="000000"/>
                  </a:solidFill>
                  <a:latin typeface="Arial"/>
                  <a:ea typeface="Arial"/>
                  <a:cs typeface="Arial"/>
                </a:defRPr>
              </a:defPPr>
              <a:lvl1pPr algn="r">
                <a:defRPr sz="904" b="0">
                  <a:solidFill>
                    <a:srgbClr val="000000"/>
                  </a:solidFill>
                  <a:latin typeface="Arial"/>
                  <a:ea typeface="Arial"/>
                  <a:cs typeface="Arial"/>
                </a:defRPr>
              </a:lvl1pPr>
              <a:lvl2pPr algn="r">
                <a:defRPr sz="904" b="0">
                  <a:solidFill>
                    <a:srgbClr val="000000"/>
                  </a:solidFill>
                  <a:latin typeface="Arial"/>
                  <a:ea typeface="Arial"/>
                  <a:cs typeface="Arial"/>
                </a:defRPr>
              </a:lvl2pPr>
              <a:lvl3pPr algn="r">
                <a:defRPr sz="904" b="0">
                  <a:solidFill>
                    <a:srgbClr val="000000"/>
                  </a:solidFill>
                  <a:latin typeface="Arial"/>
                  <a:ea typeface="Arial"/>
                  <a:cs typeface="Arial"/>
                </a:defRPr>
              </a:lvl3pPr>
              <a:lvl4pPr algn="r">
                <a:defRPr sz="904" b="0">
                  <a:solidFill>
                    <a:srgbClr val="000000"/>
                  </a:solidFill>
                  <a:latin typeface="Arial"/>
                  <a:ea typeface="Arial"/>
                  <a:cs typeface="Arial"/>
                </a:defRPr>
              </a:lvl4pPr>
              <a:lvl5pPr algn="r">
                <a:defRPr sz="904" b="0">
                  <a:solidFill>
                    <a:srgbClr val="000000"/>
                  </a:solidFill>
                  <a:latin typeface="Arial"/>
                  <a:ea typeface="Arial"/>
                  <a:cs typeface="Arial"/>
                </a:defRPr>
              </a:lvl5pPr>
              <a:lvl6pPr algn="r">
                <a:defRPr sz="904" b="0">
                  <a:solidFill>
                    <a:srgbClr val="000000"/>
                  </a:solidFill>
                  <a:latin typeface="Arial"/>
                  <a:ea typeface="Arial"/>
                  <a:cs typeface="Arial"/>
                </a:defRPr>
              </a:lvl6pPr>
              <a:lvl7pPr algn="r">
                <a:defRPr sz="904" b="0">
                  <a:solidFill>
                    <a:srgbClr val="000000"/>
                  </a:solidFill>
                  <a:latin typeface="Arial"/>
                  <a:ea typeface="Arial"/>
                  <a:cs typeface="Arial"/>
                </a:defRPr>
              </a:lvl7pPr>
              <a:lvl8pPr algn="r">
                <a:defRPr sz="904" b="0">
                  <a:solidFill>
                    <a:srgbClr val="000000"/>
                  </a:solidFill>
                  <a:latin typeface="Arial"/>
                  <a:ea typeface="Arial"/>
                  <a:cs typeface="Arial"/>
                </a:defRPr>
              </a:lvl8pPr>
              <a:lvl9pPr algn="r">
                <a:defRPr sz="904" b="0">
                  <a:solidFill>
                    <a:srgbClr val="000000"/>
                  </a:solidFill>
                  <a:latin typeface="Arial"/>
                  <a:ea typeface="Arial"/>
                  <a:cs typeface="Arial"/>
                </a:defRPr>
              </a:lvl9pPr>
            </a:lstStyle>
            <a:p>
              <a:pPr algn="r">
                <a:defRPr sz="904" b="0">
                  <a:solidFill>
                    <a:srgbClr val="000000"/>
                  </a:solidFill>
                  <a:latin typeface="Arial"/>
                  <a:ea typeface="Arial"/>
                  <a:cs typeface="Arial"/>
                </a:defRPr>
              </a:pPr>
              <a:r>
                <a:rPr sz="904" b="0">
                  <a:solidFill>
                    <a:srgbClr val="000000"/>
                  </a:solidFill>
                  <a:latin typeface="Arial"/>
                  <a:ea typeface="Arial"/>
                  <a:cs typeface="Arial"/>
                </a:rPr>
                <a:t>0.5</a:t>
              </a:r>
            </a:p>
          </p:txBody>
        </p:sp>
        <p:sp>
          <p:nvSpPr>
            <p:cNvPr id="17" name="text_016">
              <a:extLst>
                <a:ext uri="{FF2B5EF4-FFF2-40B4-BE49-F238E27FC236}">
                  <ns2:creationId id="{F39C1558-461F-45DF-B5AC-1AD708F46F9D}"/>
                </a:ext>
              </a:extLst>
            </p:cNvPr>
            <p:cNvSpPr>
              <a:spLocks noGrp="1"/>
            </p:cNvSpPr>
            <p:nvPr/>
          </p:nvSpPr>
          <p:spPr>
            <a:xfrm rot="0">
              <a:off x="6353175" y="504825"/>
              <a:ext cx="333375" cy="209550"/>
            </a:xfrm>
            <a:prstGeom prst="rect">
              <a:avLst/>
            </a:prstGeom>
            <a:noFill/>
            <a:ln w="0">
              <a:noFill/>
              <a:prstDash val="solid"/>
            </a:ln>
          </p:spPr>
          <p:txBody>
            <a:bodyPr wrap="none" lIns="0" tIns="0" rIns="0" bIns="0" anchor="t">
              <a:noAutofit/>
            </a:bodyPr>
            <a:lstStyle>
              <a:defPPr algn="r">
                <a:defRPr sz="904" b="0">
                  <a:solidFill>
                    <a:srgbClr val="000000"/>
                  </a:solidFill>
                  <a:latin typeface="Arial"/>
                  <a:ea typeface="Arial"/>
                  <a:cs typeface="Arial"/>
                </a:defRPr>
              </a:defPPr>
              <a:lvl1pPr algn="r">
                <a:defRPr sz="904" b="0">
                  <a:solidFill>
                    <a:srgbClr val="000000"/>
                  </a:solidFill>
                  <a:latin typeface="Arial"/>
                  <a:ea typeface="Arial"/>
                  <a:cs typeface="Arial"/>
                </a:defRPr>
              </a:lvl1pPr>
              <a:lvl2pPr algn="r">
                <a:defRPr sz="904" b="0">
                  <a:solidFill>
                    <a:srgbClr val="000000"/>
                  </a:solidFill>
                  <a:latin typeface="Arial"/>
                  <a:ea typeface="Arial"/>
                  <a:cs typeface="Arial"/>
                </a:defRPr>
              </a:lvl2pPr>
              <a:lvl3pPr algn="r">
                <a:defRPr sz="904" b="0">
                  <a:solidFill>
                    <a:srgbClr val="000000"/>
                  </a:solidFill>
                  <a:latin typeface="Arial"/>
                  <a:ea typeface="Arial"/>
                  <a:cs typeface="Arial"/>
                </a:defRPr>
              </a:lvl3pPr>
              <a:lvl4pPr algn="r">
                <a:defRPr sz="904" b="0">
                  <a:solidFill>
                    <a:srgbClr val="000000"/>
                  </a:solidFill>
                  <a:latin typeface="Arial"/>
                  <a:ea typeface="Arial"/>
                  <a:cs typeface="Arial"/>
                </a:defRPr>
              </a:lvl4pPr>
              <a:lvl5pPr algn="r">
                <a:defRPr sz="904" b="0">
                  <a:solidFill>
                    <a:srgbClr val="000000"/>
                  </a:solidFill>
                  <a:latin typeface="Arial"/>
                  <a:ea typeface="Arial"/>
                  <a:cs typeface="Arial"/>
                </a:defRPr>
              </a:lvl5pPr>
              <a:lvl6pPr algn="r">
                <a:defRPr sz="904" b="0">
                  <a:solidFill>
                    <a:srgbClr val="000000"/>
                  </a:solidFill>
                  <a:latin typeface="Arial"/>
                  <a:ea typeface="Arial"/>
                  <a:cs typeface="Arial"/>
                </a:defRPr>
              </a:lvl6pPr>
              <a:lvl7pPr algn="r">
                <a:defRPr sz="904" b="0">
                  <a:solidFill>
                    <a:srgbClr val="000000"/>
                  </a:solidFill>
                  <a:latin typeface="Arial"/>
                  <a:ea typeface="Arial"/>
                  <a:cs typeface="Arial"/>
                </a:defRPr>
              </a:lvl7pPr>
              <a:lvl8pPr algn="r">
                <a:defRPr sz="904" b="0">
                  <a:solidFill>
                    <a:srgbClr val="000000"/>
                  </a:solidFill>
                  <a:latin typeface="Arial"/>
                  <a:ea typeface="Arial"/>
                  <a:cs typeface="Arial"/>
                </a:defRPr>
              </a:lvl8pPr>
              <a:lvl9pPr algn="r">
                <a:defRPr sz="904" b="0">
                  <a:solidFill>
                    <a:srgbClr val="000000"/>
                  </a:solidFill>
                  <a:latin typeface="Arial"/>
                  <a:ea typeface="Arial"/>
                  <a:cs typeface="Arial"/>
                </a:defRPr>
              </a:lvl9pPr>
            </a:lstStyle>
            <a:p>
              <a:pPr algn="r">
                <a:defRPr sz="904" b="0">
                  <a:solidFill>
                    <a:srgbClr val="000000"/>
                  </a:solidFill>
                  <a:latin typeface="Arial"/>
                  <a:ea typeface="Arial"/>
                  <a:cs typeface="Arial"/>
                </a:defRPr>
              </a:pPr>
              <a:r>
                <a:rPr sz="904" b="0">
                  <a:solidFill>
                    <a:srgbClr val="000000"/>
                  </a:solidFill>
                  <a:latin typeface="Arial"/>
                  <a:ea typeface="Arial"/>
                  <a:cs typeface="Arial"/>
                </a:rPr>
                <a:t>1</a:t>
              </a:r>
            </a:p>
          </p:txBody>
        </p:sp>
        <p:sp>
          <p:nvSpPr>
            <p:cNvPr id="18" name="text_017">
              <a:extLst>
                <a:ext uri="{FF2B5EF4-FFF2-40B4-BE49-F238E27FC236}">
                  <ns2:creationId id="{BC669265-17C7-41A9-BAF6-88B64EAE33E0}"/>
                </a:ext>
              </a:extLst>
            </p:cNvPr>
            <p:cNvSpPr>
              <a:spLocks noGrp="1"/>
            </p:cNvSpPr>
            <p:nvPr/>
          </p:nvSpPr>
          <p:spPr>
            <a:xfrm rot="0">
              <a:off x="6499225" y="1971675"/>
              <a:ext cx="609600" cy="209550"/>
            </a:xfrm>
            <a:prstGeom prst="rect">
              <a:avLst/>
            </a:prstGeom>
            <a:noFill/>
            <a:ln w="0">
              <a:noFill/>
              <a:prstDash val="solid"/>
            </a:ln>
          </p:spPr>
          <p:txBody>
            <a:bodyPr wrap="none" lIns="0" tIns="0" rIns="0" bIns="0" anchor="t">
              <a:noAutofit/>
            </a:bodyPr>
            <a:lstStyle>
              <a:defPPr algn="ctr">
                <a:defRPr sz="847" b="0">
                  <a:solidFill>
                    <a:srgbClr val="000000"/>
                  </a:solidFill>
                  <a:latin typeface="Arial"/>
                  <a:ea typeface="Arial"/>
                  <a:cs typeface="Arial"/>
                </a:defRPr>
              </a:defPPr>
              <a:lvl1pPr algn="ctr">
                <a:defRPr sz="847" b="0">
                  <a:solidFill>
                    <a:srgbClr val="000000"/>
                  </a:solidFill>
                  <a:latin typeface="Arial"/>
                  <a:ea typeface="Arial"/>
                  <a:cs typeface="Arial"/>
                </a:defRPr>
              </a:lvl1pPr>
              <a:lvl2pPr algn="ctr">
                <a:defRPr sz="847" b="0">
                  <a:solidFill>
                    <a:srgbClr val="000000"/>
                  </a:solidFill>
                  <a:latin typeface="Arial"/>
                  <a:ea typeface="Arial"/>
                  <a:cs typeface="Arial"/>
                </a:defRPr>
              </a:lvl2pPr>
              <a:lvl3pPr algn="ctr">
                <a:defRPr sz="847" b="0">
                  <a:solidFill>
                    <a:srgbClr val="000000"/>
                  </a:solidFill>
                  <a:latin typeface="Arial"/>
                  <a:ea typeface="Arial"/>
                  <a:cs typeface="Arial"/>
                </a:defRPr>
              </a:lvl3pPr>
              <a:lvl4pPr algn="ctr">
                <a:defRPr sz="847" b="0">
                  <a:solidFill>
                    <a:srgbClr val="000000"/>
                  </a:solidFill>
                  <a:latin typeface="Arial"/>
                  <a:ea typeface="Arial"/>
                  <a:cs typeface="Arial"/>
                </a:defRPr>
              </a:lvl4pPr>
              <a:lvl5pPr algn="ctr">
                <a:defRPr sz="847" b="0">
                  <a:solidFill>
                    <a:srgbClr val="000000"/>
                  </a:solidFill>
                  <a:latin typeface="Arial"/>
                  <a:ea typeface="Arial"/>
                  <a:cs typeface="Arial"/>
                </a:defRPr>
              </a:lvl5pPr>
              <a:lvl6pPr algn="ctr">
                <a:defRPr sz="847" b="0">
                  <a:solidFill>
                    <a:srgbClr val="000000"/>
                  </a:solidFill>
                  <a:latin typeface="Arial"/>
                  <a:ea typeface="Arial"/>
                  <a:cs typeface="Arial"/>
                </a:defRPr>
              </a:lvl6pPr>
              <a:lvl7pPr algn="ctr">
                <a:defRPr sz="847" b="0">
                  <a:solidFill>
                    <a:srgbClr val="000000"/>
                  </a:solidFill>
                  <a:latin typeface="Arial"/>
                  <a:ea typeface="Arial"/>
                  <a:cs typeface="Arial"/>
                </a:defRPr>
              </a:lvl7pPr>
              <a:lvl8pPr algn="ctr">
                <a:defRPr sz="847" b="0">
                  <a:solidFill>
                    <a:srgbClr val="000000"/>
                  </a:solidFill>
                  <a:latin typeface="Arial"/>
                  <a:ea typeface="Arial"/>
                  <a:cs typeface="Arial"/>
                </a:defRPr>
              </a:lvl8pPr>
              <a:lvl9pPr algn="ctr">
                <a:defRPr sz="847" b="0">
                  <a:solidFill>
                    <a:srgbClr val="000000"/>
                  </a:solidFill>
                  <a:latin typeface="Arial"/>
                  <a:ea typeface="Arial"/>
                  <a:cs typeface="Arial"/>
                </a:defRPr>
              </a:lvl9pPr>
            </a:lstStyle>
            <a:p>
              <a:pPr algn="ctr">
                <a:defRPr sz="847" b="0">
                  <a:solidFill>
                    <a:srgbClr val="000000"/>
                  </a:solidFill>
                  <a:latin typeface="Arial"/>
                  <a:ea typeface="Arial"/>
                  <a:cs typeface="Arial"/>
                </a:defRPr>
              </a:pPr>
              <a:r>
                <a:rPr sz="847" b="0">
                  <a:solidFill>
                    <a:srgbClr val="000000"/>
                  </a:solidFill>
                  <a:latin typeface="Arial"/>
                  <a:ea typeface="Arial"/>
                  <a:cs typeface="Arial"/>
                </a:rPr>
                <a:t>0</a:t>
              </a:r>
            </a:p>
          </p:txBody>
        </p:sp>
        <p:sp>
          <p:nvSpPr>
            <p:cNvPr id="19" name="text_018">
              <a:extLst>
                <a:ext uri="{FF2B5EF4-FFF2-40B4-BE49-F238E27FC236}">
                  <ns2:creationId id="{379C2738-8A36-4F4C-98C8-70234BEE186B}"/>
                </a:ext>
              </a:extLst>
            </p:cNvPr>
            <p:cNvSpPr>
              <a:spLocks noGrp="1"/>
            </p:cNvSpPr>
            <p:nvPr/>
          </p:nvSpPr>
          <p:spPr>
            <a:xfrm rot="0">
              <a:off x="8893175" y="1971675"/>
              <a:ext cx="609600" cy="209550"/>
            </a:xfrm>
            <a:prstGeom prst="rect">
              <a:avLst/>
            </a:prstGeom>
            <a:noFill/>
            <a:ln w="0">
              <a:noFill/>
              <a:prstDash val="solid"/>
            </a:ln>
          </p:spPr>
          <p:txBody>
            <a:bodyPr wrap="none" lIns="0" tIns="0" rIns="0" bIns="0" anchor="t">
              <a:noAutofit/>
            </a:bodyPr>
            <a:lstStyle>
              <a:defPPr algn="ctr">
                <a:defRPr sz="847" b="0">
                  <a:solidFill>
                    <a:srgbClr val="000000"/>
                  </a:solidFill>
                  <a:latin typeface="Arial"/>
                  <a:ea typeface="Arial"/>
                  <a:cs typeface="Arial"/>
                </a:defRPr>
              </a:defPPr>
              <a:lvl1pPr algn="ctr">
                <a:defRPr sz="847" b="0">
                  <a:solidFill>
                    <a:srgbClr val="000000"/>
                  </a:solidFill>
                  <a:latin typeface="Arial"/>
                  <a:ea typeface="Arial"/>
                  <a:cs typeface="Arial"/>
                </a:defRPr>
              </a:lvl1pPr>
              <a:lvl2pPr algn="ctr">
                <a:defRPr sz="847" b="0">
                  <a:solidFill>
                    <a:srgbClr val="000000"/>
                  </a:solidFill>
                  <a:latin typeface="Arial"/>
                  <a:ea typeface="Arial"/>
                  <a:cs typeface="Arial"/>
                </a:defRPr>
              </a:lvl2pPr>
              <a:lvl3pPr algn="ctr">
                <a:defRPr sz="847" b="0">
                  <a:solidFill>
                    <a:srgbClr val="000000"/>
                  </a:solidFill>
                  <a:latin typeface="Arial"/>
                  <a:ea typeface="Arial"/>
                  <a:cs typeface="Arial"/>
                </a:defRPr>
              </a:lvl3pPr>
              <a:lvl4pPr algn="ctr">
                <a:defRPr sz="847" b="0">
                  <a:solidFill>
                    <a:srgbClr val="000000"/>
                  </a:solidFill>
                  <a:latin typeface="Arial"/>
                  <a:ea typeface="Arial"/>
                  <a:cs typeface="Arial"/>
                </a:defRPr>
              </a:lvl4pPr>
              <a:lvl5pPr algn="ctr">
                <a:defRPr sz="847" b="0">
                  <a:solidFill>
                    <a:srgbClr val="000000"/>
                  </a:solidFill>
                  <a:latin typeface="Arial"/>
                  <a:ea typeface="Arial"/>
                  <a:cs typeface="Arial"/>
                </a:defRPr>
              </a:lvl5pPr>
              <a:lvl6pPr algn="ctr">
                <a:defRPr sz="847" b="0">
                  <a:solidFill>
                    <a:srgbClr val="000000"/>
                  </a:solidFill>
                  <a:latin typeface="Arial"/>
                  <a:ea typeface="Arial"/>
                  <a:cs typeface="Arial"/>
                </a:defRPr>
              </a:lvl6pPr>
              <a:lvl7pPr algn="ctr">
                <a:defRPr sz="847" b="0">
                  <a:solidFill>
                    <a:srgbClr val="000000"/>
                  </a:solidFill>
                  <a:latin typeface="Arial"/>
                  <a:ea typeface="Arial"/>
                  <a:cs typeface="Arial"/>
                </a:defRPr>
              </a:lvl7pPr>
              <a:lvl8pPr algn="ctr">
                <a:defRPr sz="847" b="0">
                  <a:solidFill>
                    <a:srgbClr val="000000"/>
                  </a:solidFill>
                  <a:latin typeface="Arial"/>
                  <a:ea typeface="Arial"/>
                  <a:cs typeface="Arial"/>
                </a:defRPr>
              </a:lvl8pPr>
              <a:lvl9pPr algn="ctr">
                <a:defRPr sz="847" b="0">
                  <a:solidFill>
                    <a:srgbClr val="000000"/>
                  </a:solidFill>
                  <a:latin typeface="Arial"/>
                  <a:ea typeface="Arial"/>
                  <a:cs typeface="Arial"/>
                </a:defRPr>
              </a:lvl9pPr>
            </a:lstStyle>
            <a:p>
              <a:pPr algn="ctr">
                <a:defRPr sz="847" b="0">
                  <a:solidFill>
                    <a:srgbClr val="000000"/>
                  </a:solidFill>
                  <a:latin typeface="Arial"/>
                  <a:ea typeface="Arial"/>
                  <a:cs typeface="Arial"/>
                </a:defRPr>
              </a:pPr>
              <a:r>
                <a:rPr sz="847" b="0">
                  <a:solidFill>
                    <a:srgbClr val="000000"/>
                  </a:solidFill>
                  <a:latin typeface="Arial"/>
                  <a:ea typeface="Arial"/>
                  <a:cs typeface="Arial"/>
                </a:rPr>
                <a:t>29</a:t>
              </a:r>
            </a:p>
          </p:txBody>
        </p:sp>
        <p:sp>
          <p:nvSpPr>
            <p:cNvPr id="20" name="text_019">
              <a:extLst>
                <a:ext uri="{FF2B5EF4-FFF2-40B4-BE49-F238E27FC236}">
                  <ns2:creationId id="{3D5F7B8F-1D3E-4164-BD75-C1201F1366E9}"/>
                </a:ext>
              </a:extLst>
            </p:cNvPr>
            <p:cNvSpPr>
              <a:spLocks noGrp="1"/>
            </p:cNvSpPr>
            <p:nvPr/>
          </p:nvSpPr>
          <p:spPr>
            <a:xfrm rot="0">
              <a:off x="11369675" y="1971675"/>
              <a:ext cx="609600" cy="209550"/>
            </a:xfrm>
            <a:prstGeom prst="rect">
              <a:avLst/>
            </a:prstGeom>
            <a:noFill/>
            <a:ln w="0">
              <a:noFill/>
              <a:prstDash val="solid"/>
            </a:ln>
          </p:spPr>
          <p:txBody>
            <a:bodyPr wrap="none" lIns="0" tIns="0" rIns="0" bIns="0" anchor="t">
              <a:noAutofit/>
            </a:bodyPr>
            <a:lstStyle>
              <a:defPPr algn="ctr">
                <a:defRPr sz="847" b="0">
                  <a:solidFill>
                    <a:srgbClr val="000000"/>
                  </a:solidFill>
                  <a:latin typeface="Arial"/>
                  <a:ea typeface="Arial"/>
                  <a:cs typeface="Arial"/>
                </a:defRPr>
              </a:defPPr>
              <a:lvl1pPr algn="ctr">
                <a:defRPr sz="847" b="0">
                  <a:solidFill>
                    <a:srgbClr val="000000"/>
                  </a:solidFill>
                  <a:latin typeface="Arial"/>
                  <a:ea typeface="Arial"/>
                  <a:cs typeface="Arial"/>
                </a:defRPr>
              </a:lvl1pPr>
              <a:lvl2pPr algn="ctr">
                <a:defRPr sz="847" b="0">
                  <a:solidFill>
                    <a:srgbClr val="000000"/>
                  </a:solidFill>
                  <a:latin typeface="Arial"/>
                  <a:ea typeface="Arial"/>
                  <a:cs typeface="Arial"/>
                </a:defRPr>
              </a:lvl2pPr>
              <a:lvl3pPr algn="ctr">
                <a:defRPr sz="847" b="0">
                  <a:solidFill>
                    <a:srgbClr val="000000"/>
                  </a:solidFill>
                  <a:latin typeface="Arial"/>
                  <a:ea typeface="Arial"/>
                  <a:cs typeface="Arial"/>
                </a:defRPr>
              </a:lvl3pPr>
              <a:lvl4pPr algn="ctr">
                <a:defRPr sz="847" b="0">
                  <a:solidFill>
                    <a:srgbClr val="000000"/>
                  </a:solidFill>
                  <a:latin typeface="Arial"/>
                  <a:ea typeface="Arial"/>
                  <a:cs typeface="Arial"/>
                </a:defRPr>
              </a:lvl4pPr>
              <a:lvl5pPr algn="ctr">
                <a:defRPr sz="847" b="0">
                  <a:solidFill>
                    <a:srgbClr val="000000"/>
                  </a:solidFill>
                  <a:latin typeface="Arial"/>
                  <a:ea typeface="Arial"/>
                  <a:cs typeface="Arial"/>
                </a:defRPr>
              </a:lvl5pPr>
              <a:lvl6pPr algn="ctr">
                <a:defRPr sz="847" b="0">
                  <a:solidFill>
                    <a:srgbClr val="000000"/>
                  </a:solidFill>
                  <a:latin typeface="Arial"/>
                  <a:ea typeface="Arial"/>
                  <a:cs typeface="Arial"/>
                </a:defRPr>
              </a:lvl6pPr>
              <a:lvl7pPr algn="ctr">
                <a:defRPr sz="847" b="0">
                  <a:solidFill>
                    <a:srgbClr val="000000"/>
                  </a:solidFill>
                  <a:latin typeface="Arial"/>
                  <a:ea typeface="Arial"/>
                  <a:cs typeface="Arial"/>
                </a:defRPr>
              </a:lvl7pPr>
              <a:lvl8pPr algn="ctr">
                <a:defRPr sz="847" b="0">
                  <a:solidFill>
                    <a:srgbClr val="000000"/>
                  </a:solidFill>
                  <a:latin typeface="Arial"/>
                  <a:ea typeface="Arial"/>
                  <a:cs typeface="Arial"/>
                </a:defRPr>
              </a:lvl8pPr>
              <a:lvl9pPr algn="ctr">
                <a:defRPr sz="847" b="0">
                  <a:solidFill>
                    <a:srgbClr val="000000"/>
                  </a:solidFill>
                  <a:latin typeface="Arial"/>
                  <a:ea typeface="Arial"/>
                  <a:cs typeface="Arial"/>
                </a:defRPr>
              </a:lvl9pPr>
            </a:lstStyle>
            <a:p>
              <a:pPr algn="ctr">
                <a:defRPr sz="847" b="0">
                  <a:solidFill>
                    <a:srgbClr val="000000"/>
                  </a:solidFill>
                  <a:latin typeface="Arial"/>
                  <a:ea typeface="Arial"/>
                  <a:cs typeface="Arial"/>
                </a:defRPr>
              </a:pPr>
              <a:r>
                <a:rPr sz="847" b="0">
                  <a:solidFill>
                    <a:srgbClr val="000000"/>
                  </a:solidFill>
                  <a:latin typeface="Arial"/>
                  <a:ea typeface="Arial"/>
                  <a:cs typeface="Arial"/>
                </a:rPr>
                <a:t>59</a:t>
              </a:r>
            </a:p>
          </p:txBody>
        </p:sp>
        <p:sp>
          <p:nvSpPr>
            <p:cNvPr id="21" name="text_020">
              <a:extLst>
                <a:ext uri="{FF2B5EF4-FFF2-40B4-BE49-F238E27FC236}">
                  <ns2:creationId id="{683073E7-6DDC-4539-9952-9963C9B44501}"/>
                </a:ext>
              </a:extLst>
            </p:cNvPr>
            <p:cNvSpPr>
              <a:spLocks noGrp="1"/>
            </p:cNvSpPr>
            <p:nvPr/>
          </p:nvSpPr>
          <p:spPr>
            <a:xfrm rot="0">
              <a:off x="6762750" y="2200275"/>
              <a:ext cx="4953000" cy="209550"/>
            </a:xfrm>
            <a:prstGeom prst="rect">
              <a:avLst/>
            </a:prstGeom>
            <a:noFill/>
            <a:ln w="0">
              <a:noFill/>
              <a:prstDash val="solid"/>
            </a:ln>
          </p:spPr>
          <p:txBody>
            <a:bodyPr wrap="none" lIns="0" tIns="0" rIns="0" bIns="0" anchor="t">
              <a:noAutofit/>
            </a:bodyPr>
            <a:lstStyle>
              <a:defPPr algn="ctr">
                <a:defRPr sz="904" b="0">
                  <a:solidFill>
                    <a:srgbClr val="000000"/>
                  </a:solidFill>
                  <a:latin typeface="Arial"/>
                  <a:ea typeface="Arial"/>
                  <a:cs typeface="Arial"/>
                </a:defRPr>
              </a:defPPr>
              <a:lvl1pPr algn="ctr">
                <a:defRPr sz="904" b="0">
                  <a:solidFill>
                    <a:srgbClr val="000000"/>
                  </a:solidFill>
                  <a:latin typeface="Arial"/>
                  <a:ea typeface="Arial"/>
                  <a:cs typeface="Arial"/>
                </a:defRPr>
              </a:lvl1pPr>
              <a:lvl2pPr algn="ctr">
                <a:defRPr sz="904" b="0">
                  <a:solidFill>
                    <a:srgbClr val="000000"/>
                  </a:solidFill>
                  <a:latin typeface="Arial"/>
                  <a:ea typeface="Arial"/>
                  <a:cs typeface="Arial"/>
                </a:defRPr>
              </a:lvl2pPr>
              <a:lvl3pPr algn="ctr">
                <a:defRPr sz="904" b="0">
                  <a:solidFill>
                    <a:srgbClr val="000000"/>
                  </a:solidFill>
                  <a:latin typeface="Arial"/>
                  <a:ea typeface="Arial"/>
                  <a:cs typeface="Arial"/>
                </a:defRPr>
              </a:lvl3pPr>
              <a:lvl4pPr algn="ctr">
                <a:defRPr sz="904" b="0">
                  <a:solidFill>
                    <a:srgbClr val="000000"/>
                  </a:solidFill>
                  <a:latin typeface="Arial"/>
                  <a:ea typeface="Arial"/>
                  <a:cs typeface="Arial"/>
                </a:defRPr>
              </a:lvl4pPr>
              <a:lvl5pPr algn="ctr">
                <a:defRPr sz="904" b="0">
                  <a:solidFill>
                    <a:srgbClr val="000000"/>
                  </a:solidFill>
                  <a:latin typeface="Arial"/>
                  <a:ea typeface="Arial"/>
                  <a:cs typeface="Arial"/>
                </a:defRPr>
              </a:lvl5pPr>
              <a:lvl6pPr algn="ctr">
                <a:defRPr sz="904" b="0">
                  <a:solidFill>
                    <a:srgbClr val="000000"/>
                  </a:solidFill>
                  <a:latin typeface="Arial"/>
                  <a:ea typeface="Arial"/>
                  <a:cs typeface="Arial"/>
                </a:defRPr>
              </a:lvl6pPr>
              <a:lvl7pPr algn="ctr">
                <a:defRPr sz="904" b="0">
                  <a:solidFill>
                    <a:srgbClr val="000000"/>
                  </a:solidFill>
                  <a:latin typeface="Arial"/>
                  <a:ea typeface="Arial"/>
                  <a:cs typeface="Arial"/>
                </a:defRPr>
              </a:lvl7pPr>
              <a:lvl8pPr algn="ctr">
                <a:defRPr sz="904" b="0">
                  <a:solidFill>
                    <a:srgbClr val="000000"/>
                  </a:solidFill>
                  <a:latin typeface="Arial"/>
                  <a:ea typeface="Arial"/>
                  <a:cs typeface="Arial"/>
                </a:defRPr>
              </a:lvl8pPr>
              <a:lvl9pPr algn="ctr">
                <a:defRPr sz="904" b="0">
                  <a:solidFill>
                    <a:srgbClr val="000000"/>
                  </a:solidFill>
                  <a:latin typeface="Arial"/>
                  <a:ea typeface="Arial"/>
                  <a:cs typeface="Arial"/>
                </a:defRPr>
              </a:lvl9pPr>
            </a:lstStyle>
            <a:p>
              <a:pPr algn="ctr">
                <a:defRPr sz="904" b="0">
                  <a:solidFill>
                    <a:srgbClr val="000000"/>
                  </a:solidFill>
                  <a:latin typeface="Arial"/>
                  <a:ea typeface="Arial"/>
                  <a:cs typeface="Arial"/>
                </a:defRPr>
              </a:pPr>
              <a:r>
                <a:rPr sz="904" b="0">
                  <a:solidFill>
                    <a:srgbClr val="000000"/>
                  </a:solidFill>
                  <a:latin typeface="Arial"/>
                  <a:ea typeface="Arial"/>
                  <a:cs typeface="Arial"/>
                </a:rPr>
                <a:t>Frame</a:t>
              </a:r>
            </a:p>
          </p:txBody>
        </p:sp>
        <p:pic>
          <p:nvPicPr>
            <p:cNvPr id="22" name="">
              <a:extLst>
                <a:ext uri="{FF2B5EF4-FFF2-40B4-BE49-F238E27FC236}">
                  <ns2:creationId id="{23268DC4-6288-4DBC-B1B4-6A18AD93A4E0}"/>
                </a:ext>
              </a:extLst>
            </p:cNvPr>
            <p:cNvPicPr>
              <a:picLocks noChangeAspect="1"/>
            </p:cNvPicPr>
            <p:nvPr/>
          </p:nvPicPr>
          <p:blipFill>
            <a:blip r:embed="R11a257e058ca462a"/>
            <a:stretch/>
          </p:blipFill>
          <p:spPr>
            <a:xfrm>
              <a:off x="4333875" y="2438400"/>
              <a:ext cx="4381500" cy="104775"/>
            </a:xfrm>
            <a:prstGeom prst="rect">
              <a:avLst/>
            </a:prstGeom>
          </p:spPr>
        </p:pic>
        <p:sp>
          <p:nvSpPr>
            <p:cNvPr id="23" name="text_022">
              <a:extLst>
                <a:ext uri="{FF2B5EF4-FFF2-40B4-BE49-F238E27FC236}">
                  <ns2:creationId id="{5F1499D4-6405-4EFE-8D7A-04F760E7083A}"/>
                </a:ext>
              </a:extLst>
            </p:cNvPr>
            <p:cNvSpPr>
              <a:spLocks noGrp="1"/>
            </p:cNvSpPr>
            <p:nvPr/>
          </p:nvSpPr>
          <p:spPr>
            <a:xfrm rot="0">
              <a:off x="3476625" y="2362200"/>
              <a:ext cx="762000" cy="228600"/>
            </a:xfrm>
            <a:prstGeom prst="rect">
              <a:avLst/>
            </a:prstGeom>
            <a:noFill/>
            <a:ln w="0">
              <a:noFill/>
              <a:prstDash val="solid"/>
            </a:ln>
          </p:spPr>
          <p:txBody>
            <a:bodyPr wrap="none" lIns="0" tIns="0" rIns="0" bIns="0" anchor="t">
              <a:noAutofit/>
            </a:bodyPr>
            <a:lstStyle>
              <a:defPPr algn="r">
                <a:defRPr sz="904" b="0">
                  <a:solidFill>
                    <a:srgbClr val="000000"/>
                  </a:solidFill>
                  <a:latin typeface="Arial"/>
                  <a:ea typeface="Arial"/>
                  <a:cs typeface="Arial"/>
                </a:defRPr>
              </a:defPPr>
              <a:lvl1pPr algn="r">
                <a:defRPr sz="904" b="0">
                  <a:solidFill>
                    <a:srgbClr val="000000"/>
                  </a:solidFill>
                  <a:latin typeface="Arial"/>
                  <a:ea typeface="Arial"/>
                  <a:cs typeface="Arial"/>
                </a:defRPr>
              </a:lvl1pPr>
              <a:lvl2pPr algn="r">
                <a:defRPr sz="904" b="0">
                  <a:solidFill>
                    <a:srgbClr val="000000"/>
                  </a:solidFill>
                  <a:latin typeface="Arial"/>
                  <a:ea typeface="Arial"/>
                  <a:cs typeface="Arial"/>
                </a:defRPr>
              </a:lvl2pPr>
              <a:lvl3pPr algn="r">
                <a:defRPr sz="904" b="0">
                  <a:solidFill>
                    <a:srgbClr val="000000"/>
                  </a:solidFill>
                  <a:latin typeface="Arial"/>
                  <a:ea typeface="Arial"/>
                  <a:cs typeface="Arial"/>
                </a:defRPr>
              </a:lvl3pPr>
              <a:lvl4pPr algn="r">
                <a:defRPr sz="904" b="0">
                  <a:solidFill>
                    <a:srgbClr val="000000"/>
                  </a:solidFill>
                  <a:latin typeface="Arial"/>
                  <a:ea typeface="Arial"/>
                  <a:cs typeface="Arial"/>
                </a:defRPr>
              </a:lvl4pPr>
              <a:lvl5pPr algn="r">
                <a:defRPr sz="904" b="0">
                  <a:solidFill>
                    <a:srgbClr val="000000"/>
                  </a:solidFill>
                  <a:latin typeface="Arial"/>
                  <a:ea typeface="Arial"/>
                  <a:cs typeface="Arial"/>
                </a:defRPr>
              </a:lvl5pPr>
              <a:lvl6pPr algn="r">
                <a:defRPr sz="904" b="0">
                  <a:solidFill>
                    <a:srgbClr val="000000"/>
                  </a:solidFill>
                  <a:latin typeface="Arial"/>
                  <a:ea typeface="Arial"/>
                  <a:cs typeface="Arial"/>
                </a:defRPr>
              </a:lvl6pPr>
              <a:lvl7pPr algn="r">
                <a:defRPr sz="904" b="0">
                  <a:solidFill>
                    <a:srgbClr val="000000"/>
                  </a:solidFill>
                  <a:latin typeface="Arial"/>
                  <a:ea typeface="Arial"/>
                  <a:cs typeface="Arial"/>
                </a:defRPr>
              </a:lvl7pPr>
              <a:lvl8pPr algn="r">
                <a:defRPr sz="904" b="0">
                  <a:solidFill>
                    <a:srgbClr val="000000"/>
                  </a:solidFill>
                  <a:latin typeface="Arial"/>
                  <a:ea typeface="Arial"/>
                  <a:cs typeface="Arial"/>
                </a:defRPr>
              </a:lvl8pPr>
              <a:lvl9pPr algn="r">
                <a:defRPr sz="904" b="0">
                  <a:solidFill>
                    <a:srgbClr val="000000"/>
                  </a:solidFill>
                  <a:latin typeface="Arial"/>
                  <a:ea typeface="Arial"/>
                  <a:cs typeface="Arial"/>
                </a:defRPr>
              </a:lvl9pPr>
            </a:lstStyle>
            <a:p>
              <a:pPr algn="r">
                <a:defRPr sz="904" b="0">
                  <a:solidFill>
                    <a:srgbClr val="000000"/>
                  </a:solidFill>
                  <a:latin typeface="Arial"/>
                  <a:ea typeface="Arial"/>
                  <a:cs typeface="Arial"/>
                </a:defRPr>
              </a:pPr>
              <a:r>
                <a:rPr sz="904" b="0">
                  <a:solidFill>
                    <a:srgbClr val="000000"/>
                  </a:solidFill>
                  <a:latin typeface="Arial"/>
                  <a:ea typeface="Arial"/>
                  <a:cs typeface="Arial"/>
                </a:rPr>
                <a:t>148.23</a:t>
              </a:r>
            </a:p>
          </p:txBody>
        </p:sp>
        <p:sp>
          <p:nvSpPr>
            <p:cNvPr id="24" name="text_023">
              <a:extLst>
                <a:ext uri="{FF2B5EF4-FFF2-40B4-BE49-F238E27FC236}">
                  <ns2:creationId id="{A097BD2D-5DB4-44FB-A8D0-1448865B5976}"/>
                </a:ext>
              </a:extLst>
            </p:cNvPr>
            <p:cNvSpPr>
              <a:spLocks noGrp="1"/>
            </p:cNvSpPr>
            <p:nvPr/>
          </p:nvSpPr>
          <p:spPr>
            <a:xfrm rot="0">
              <a:off x="8858250" y="2362200"/>
              <a:ext cx="952500" cy="228600"/>
            </a:xfrm>
            <a:prstGeom prst="rect">
              <a:avLst/>
            </a:prstGeom>
            <a:noFill/>
            <a:ln w="0">
              <a:noFill/>
              <a:prstDash val="solid"/>
            </a:ln>
          </p:spPr>
          <p:txBody>
            <a:bodyPr wrap="none" lIns="0" tIns="0" rIns="0" bIns="0" anchor="t">
              <a:noAutofit/>
            </a:bodyPr>
            <a:lstStyle>
              <a:defPPr algn="l">
                <a:defRPr sz="904" b="0">
                  <a:solidFill>
                    <a:srgbClr val="000000"/>
                  </a:solidFill>
                  <a:latin typeface="Arial"/>
                  <a:ea typeface="Arial"/>
                  <a:cs typeface="Arial"/>
                </a:defRPr>
              </a:defPPr>
              <a:lvl1pPr algn="l">
                <a:defRPr sz="904" b="0">
                  <a:solidFill>
                    <a:srgbClr val="000000"/>
                  </a:solidFill>
                  <a:latin typeface="Arial"/>
                  <a:ea typeface="Arial"/>
                  <a:cs typeface="Arial"/>
                </a:defRPr>
              </a:lvl1pPr>
              <a:lvl2pPr algn="l">
                <a:defRPr sz="904" b="0">
                  <a:solidFill>
                    <a:srgbClr val="000000"/>
                  </a:solidFill>
                  <a:latin typeface="Arial"/>
                  <a:ea typeface="Arial"/>
                  <a:cs typeface="Arial"/>
                </a:defRPr>
              </a:lvl2pPr>
              <a:lvl3pPr algn="l">
                <a:defRPr sz="904" b="0">
                  <a:solidFill>
                    <a:srgbClr val="000000"/>
                  </a:solidFill>
                  <a:latin typeface="Arial"/>
                  <a:ea typeface="Arial"/>
                  <a:cs typeface="Arial"/>
                </a:defRPr>
              </a:lvl3pPr>
              <a:lvl4pPr algn="l">
                <a:defRPr sz="904" b="0">
                  <a:solidFill>
                    <a:srgbClr val="000000"/>
                  </a:solidFill>
                  <a:latin typeface="Arial"/>
                  <a:ea typeface="Arial"/>
                  <a:cs typeface="Arial"/>
                </a:defRPr>
              </a:lvl4pPr>
              <a:lvl5pPr algn="l">
                <a:defRPr sz="904" b="0">
                  <a:solidFill>
                    <a:srgbClr val="000000"/>
                  </a:solidFill>
                  <a:latin typeface="Arial"/>
                  <a:ea typeface="Arial"/>
                  <a:cs typeface="Arial"/>
                </a:defRPr>
              </a:lvl5pPr>
              <a:lvl6pPr algn="l">
                <a:defRPr sz="904" b="0">
                  <a:solidFill>
                    <a:srgbClr val="000000"/>
                  </a:solidFill>
                  <a:latin typeface="Arial"/>
                  <a:ea typeface="Arial"/>
                  <a:cs typeface="Arial"/>
                </a:defRPr>
              </a:lvl6pPr>
              <a:lvl7pPr algn="l">
                <a:defRPr sz="904" b="0">
                  <a:solidFill>
                    <a:srgbClr val="000000"/>
                  </a:solidFill>
                  <a:latin typeface="Arial"/>
                  <a:ea typeface="Arial"/>
                  <a:cs typeface="Arial"/>
                </a:defRPr>
              </a:lvl7pPr>
              <a:lvl8pPr algn="l">
                <a:defRPr sz="904" b="0">
                  <a:solidFill>
                    <a:srgbClr val="000000"/>
                  </a:solidFill>
                  <a:latin typeface="Arial"/>
                  <a:ea typeface="Arial"/>
                  <a:cs typeface="Arial"/>
                </a:defRPr>
              </a:lvl8pPr>
              <a:lvl9pPr algn="l">
                <a:defRPr sz="904" b="0">
                  <a:solidFill>
                    <a:srgbClr val="000000"/>
                  </a:solidFill>
                  <a:latin typeface="Arial"/>
                  <a:ea typeface="Arial"/>
                  <a:cs typeface="Arial"/>
                </a:defRPr>
              </a:lvl9pPr>
            </a:lstStyle>
            <a:p>
              <a:pPr algn="l">
                <a:defRPr sz="904" b="0">
                  <a:solidFill>
                    <a:srgbClr val="000000"/>
                  </a:solidFill>
                  <a:latin typeface="Arial"/>
                  <a:ea typeface="Arial"/>
                  <a:cs typeface="Arial"/>
                </a:defRPr>
              </a:pPr>
              <a:r>
                <a:rPr sz="904" b="0">
                  <a:solidFill>
                    <a:srgbClr val="000000"/>
                  </a:solidFill>
                  <a:latin typeface="Arial"/>
                  <a:ea typeface="Arial"/>
                  <a:cs typeface="Arial"/>
                </a:rPr>
                <a:t>307.68</a:t>
              </a:r>
            </a:p>
          </p:txBody>
        </p:sp>
        <p:sp>
          <p:nvSpPr>
            <p:cNvPr id="25" name="text_024">
              <a:extLst>
                <a:ext uri="{FF2B5EF4-FFF2-40B4-BE49-F238E27FC236}">
                  <ns2:creationId id="{E0DD05BD-24AB-4EA7-8594-DEAA5B0038F1}"/>
                </a:ext>
              </a:extLst>
            </p:cNvPr>
            <p:cNvSpPr>
              <a:spLocks noGrp="1"/>
            </p:cNvSpPr>
            <p:nvPr/>
          </p:nvSpPr>
          <p:spPr>
            <a:xfrm rot="0">
              <a:off x="285750" y="2352675"/>
              <a:ext cx="2952750" cy="247650"/>
            </a:xfrm>
            <a:prstGeom prst="rect">
              <a:avLst/>
            </a:prstGeom>
            <a:noFill/>
            <a:ln w="0">
              <a:noFill/>
              <a:prstDash val="solid"/>
            </a:ln>
          </p:spPr>
          <p:txBody>
            <a:bodyPr wrap="none" lIns="0" tIns="0" rIns="0" bIns="0" anchor="t">
              <a:noAutofit/>
            </a:bodyPr>
            <a:lstStyle>
              <a:defPPr algn="l">
                <a:defRPr sz="960" b="0">
                  <a:solidFill>
                    <a:srgbClr val="000000"/>
                  </a:solidFill>
                  <a:latin typeface="Arial"/>
                  <a:ea typeface="Arial"/>
                  <a:cs typeface="Arial"/>
                </a:defRPr>
              </a:defPPr>
              <a:lvl1pPr algn="l">
                <a:defRPr sz="960" b="0">
                  <a:solidFill>
                    <a:srgbClr val="000000"/>
                  </a:solidFill>
                  <a:latin typeface="Arial"/>
                  <a:ea typeface="Arial"/>
                  <a:cs typeface="Arial"/>
                </a:defRPr>
              </a:lvl1pPr>
              <a:lvl2pPr algn="l">
                <a:defRPr sz="960" b="0">
                  <a:solidFill>
                    <a:srgbClr val="000000"/>
                  </a:solidFill>
                  <a:latin typeface="Arial"/>
                  <a:ea typeface="Arial"/>
                  <a:cs typeface="Arial"/>
                </a:defRPr>
              </a:lvl2pPr>
              <a:lvl3pPr algn="l">
                <a:defRPr sz="960" b="0">
                  <a:solidFill>
                    <a:srgbClr val="000000"/>
                  </a:solidFill>
                  <a:latin typeface="Arial"/>
                  <a:ea typeface="Arial"/>
                  <a:cs typeface="Arial"/>
                </a:defRPr>
              </a:lvl3pPr>
              <a:lvl4pPr algn="l">
                <a:defRPr sz="960" b="0">
                  <a:solidFill>
                    <a:srgbClr val="000000"/>
                  </a:solidFill>
                  <a:latin typeface="Arial"/>
                  <a:ea typeface="Arial"/>
                  <a:cs typeface="Arial"/>
                </a:defRPr>
              </a:lvl4pPr>
              <a:lvl5pPr algn="l">
                <a:defRPr sz="960" b="0">
                  <a:solidFill>
                    <a:srgbClr val="000000"/>
                  </a:solidFill>
                  <a:latin typeface="Arial"/>
                  <a:ea typeface="Arial"/>
                  <a:cs typeface="Arial"/>
                </a:defRPr>
              </a:lvl5pPr>
              <a:lvl6pPr algn="l">
                <a:defRPr sz="960" b="0">
                  <a:solidFill>
                    <a:srgbClr val="000000"/>
                  </a:solidFill>
                  <a:latin typeface="Arial"/>
                  <a:ea typeface="Arial"/>
                  <a:cs typeface="Arial"/>
                </a:defRPr>
              </a:lvl6pPr>
              <a:lvl7pPr algn="l">
                <a:defRPr sz="960" b="0">
                  <a:solidFill>
                    <a:srgbClr val="000000"/>
                  </a:solidFill>
                  <a:latin typeface="Arial"/>
                  <a:ea typeface="Arial"/>
                  <a:cs typeface="Arial"/>
                </a:defRPr>
              </a:lvl7pPr>
              <a:lvl8pPr algn="l">
                <a:defRPr sz="960" b="0">
                  <a:solidFill>
                    <a:srgbClr val="000000"/>
                  </a:solidFill>
                  <a:latin typeface="Arial"/>
                  <a:ea typeface="Arial"/>
                  <a:cs typeface="Arial"/>
                </a:defRPr>
              </a:lvl8pPr>
              <a:lvl9pPr algn="l">
                <a:defRPr sz="960" b="0">
                  <a:solidFill>
                    <a:srgbClr val="000000"/>
                  </a:solidFill>
                  <a:latin typeface="Arial"/>
                  <a:ea typeface="Arial"/>
                  <a:cs typeface="Arial"/>
                </a:defRPr>
              </a:lvl9pPr>
            </a:lstStyle>
            <a:p>
              <a:pPr algn="l">
                <a:defRPr sz="960" b="0">
                  <a:solidFill>
                    <a:srgbClr val="000000"/>
                  </a:solidFill>
                  <a:latin typeface="Arial"/>
                  <a:ea typeface="Arial"/>
                  <a:cs typeface="Arial"/>
                </a:defRPr>
              </a:pPr>
              <a:r>
                <a:rPr sz="960" b="0">
                  <a:solidFill>
                    <a:srgbClr val="000000"/>
                  </a:solidFill>
                  <a:latin typeface="Arial"/>
                  <a:ea typeface="Arial"/>
                  <a:cs typeface="Arial"/>
                </a:rPr>
                <a:t>OLR (W m-2)</a:t>
              </a:r>
            </a:p>
          </p:txBody>
        </p:sp>
        <p:sp>
          <p:nvSpPr>
            <p:cNvPr id="26" name="text_025">
              <a:extLst>
                <a:ext uri="{FF2B5EF4-FFF2-40B4-BE49-F238E27FC236}">
                  <ns2:creationId id="{738C9E17-A602-4FB2-8890-4F551692BB4D}"/>
                </a:ext>
              </a:extLst>
            </p:cNvPr>
            <p:cNvSpPr>
              <a:spLocks noGrp="1"/>
            </p:cNvSpPr>
            <p:nvPr/>
          </p:nvSpPr>
          <p:spPr>
            <a:xfrm rot="0">
              <a:off x="9810750" y="2352675"/>
              <a:ext cx="2190750" cy="228600"/>
            </a:xfrm>
            <a:prstGeom prst="rect">
              <a:avLst/>
            </a:prstGeom>
            <a:noFill/>
            <a:ln w="0">
              <a:noFill/>
              <a:prstDash val="solid"/>
            </a:ln>
          </p:spPr>
          <p:txBody>
            <a:bodyPr wrap="none" lIns="0" tIns="0" rIns="0" bIns="0" anchor="t">
              <a:noAutofit/>
            </a:bodyPr>
            <a:lstStyle>
              <a:defPPr algn="r">
                <a:defRPr sz="847" b="0">
                  <a:solidFill>
                    <a:srgbClr val="000000"/>
                  </a:solidFill>
                  <a:latin typeface="Arial"/>
                  <a:ea typeface="Arial"/>
                  <a:cs typeface="Arial"/>
                </a:defRPr>
              </a:defPPr>
              <a:lvl1pPr algn="r">
                <a:defRPr sz="847" b="0">
                  <a:solidFill>
                    <a:srgbClr val="000000"/>
                  </a:solidFill>
                  <a:latin typeface="Arial"/>
                  <a:ea typeface="Arial"/>
                  <a:cs typeface="Arial"/>
                </a:defRPr>
              </a:lvl1pPr>
              <a:lvl2pPr algn="r">
                <a:defRPr sz="847" b="0">
                  <a:solidFill>
                    <a:srgbClr val="000000"/>
                  </a:solidFill>
                  <a:latin typeface="Arial"/>
                  <a:ea typeface="Arial"/>
                  <a:cs typeface="Arial"/>
                </a:defRPr>
              </a:lvl2pPr>
              <a:lvl3pPr algn="r">
                <a:defRPr sz="847" b="0">
                  <a:solidFill>
                    <a:srgbClr val="000000"/>
                  </a:solidFill>
                  <a:latin typeface="Arial"/>
                  <a:ea typeface="Arial"/>
                  <a:cs typeface="Arial"/>
                </a:defRPr>
              </a:lvl3pPr>
              <a:lvl4pPr algn="r">
                <a:defRPr sz="847" b="0">
                  <a:solidFill>
                    <a:srgbClr val="000000"/>
                  </a:solidFill>
                  <a:latin typeface="Arial"/>
                  <a:ea typeface="Arial"/>
                  <a:cs typeface="Arial"/>
                </a:defRPr>
              </a:lvl4pPr>
              <a:lvl5pPr algn="r">
                <a:defRPr sz="847" b="0">
                  <a:solidFill>
                    <a:srgbClr val="000000"/>
                  </a:solidFill>
                  <a:latin typeface="Arial"/>
                  <a:ea typeface="Arial"/>
                  <a:cs typeface="Arial"/>
                </a:defRPr>
              </a:lvl5pPr>
              <a:lvl6pPr algn="r">
                <a:defRPr sz="847" b="0">
                  <a:solidFill>
                    <a:srgbClr val="000000"/>
                  </a:solidFill>
                  <a:latin typeface="Arial"/>
                  <a:ea typeface="Arial"/>
                  <a:cs typeface="Arial"/>
                </a:defRPr>
              </a:lvl6pPr>
              <a:lvl7pPr algn="r">
                <a:defRPr sz="847" b="0">
                  <a:solidFill>
                    <a:srgbClr val="000000"/>
                  </a:solidFill>
                  <a:latin typeface="Arial"/>
                  <a:ea typeface="Arial"/>
                  <a:cs typeface="Arial"/>
                </a:defRPr>
              </a:lvl7pPr>
              <a:lvl8pPr algn="r">
                <a:defRPr sz="847" b="0">
                  <a:solidFill>
                    <a:srgbClr val="000000"/>
                  </a:solidFill>
                  <a:latin typeface="Arial"/>
                  <a:ea typeface="Arial"/>
                  <a:cs typeface="Arial"/>
                </a:defRPr>
              </a:lvl8pPr>
              <a:lvl9pPr algn="r">
                <a:defRPr sz="847" b="0">
                  <a:solidFill>
                    <a:srgbClr val="000000"/>
                  </a:solidFill>
                  <a:latin typeface="Arial"/>
                  <a:ea typeface="Arial"/>
                  <a:cs typeface="Arial"/>
                </a:defRPr>
              </a:lvl9pPr>
            </a:lstStyle>
            <a:p>
              <a:pPr algn="r">
                <a:defRPr sz="847" b="0">
                  <a:solidFill>
                    <a:srgbClr val="000000"/>
                  </a:solidFill>
                  <a:latin typeface="Arial"/>
                  <a:ea typeface="Arial"/>
                  <a:cs typeface="Arial"/>
                </a:defRPr>
              </a:pPr>
              <a:r>
                <a:rPr sz="847" b="0">
                  <a:solidFill>
                    <a:srgbClr val="000000"/>
                  </a:solidFill>
                  <a:latin typeface="Arial"/>
                  <a:ea typeface="Arial"/>
                  <a:cs typeface="Arial"/>
                </a:rPr>
                <a:t>Reference position [0,1]</a:t>
              </a:r>
            </a:p>
          </p:txBody>
        </p:sp>
        <p:sp>
          <p:nvSpPr>
            <p:cNvPr id="27" name="text_026">
              <a:extLst>
                <a:ext uri="{FF2B5EF4-FFF2-40B4-BE49-F238E27FC236}">
                  <ns2:creationId id="{6DE72969-E854-4719-834E-584842D4DF1F}"/>
                </a:ext>
              </a:extLst>
            </p:cNvPr>
            <p:cNvSpPr>
              <a:spLocks noGrp="1"/>
            </p:cNvSpPr>
            <p:nvPr/>
          </p:nvSpPr>
          <p:spPr>
            <a:xfrm rot="0">
              <a:off x="190500" y="2695575"/>
              <a:ext cx="9525000" cy="276225"/>
            </a:xfrm>
            <a:prstGeom prst="rect">
              <a:avLst/>
            </a:prstGeom>
            <a:noFill/>
            <a:ln w="0">
              <a:noFill/>
              <a:prstDash val="solid"/>
            </a:ln>
          </p:spPr>
          <p:txBody>
            <a:bodyPr wrap="none" lIns="0" tIns="0" rIns="0" bIns="0" anchor="t">
              <a:noAutofit/>
            </a:bodyPr>
            <a:lstStyle>
              <a:defPPr algn="l">
                <a:defRPr sz="1242" b="1">
                  <a:solidFill>
                    <a:srgbClr val="000000"/>
                  </a:solidFill>
                  <a:latin typeface="Arial"/>
                  <a:ea typeface="Arial"/>
                  <a:cs typeface="Arial"/>
                </a:defRPr>
              </a:defPPr>
              <a:lvl1pPr algn="l">
                <a:defRPr sz="1242" b="1">
                  <a:solidFill>
                    <a:srgbClr val="000000"/>
                  </a:solidFill>
                  <a:latin typeface="Arial"/>
                  <a:ea typeface="Arial"/>
                  <a:cs typeface="Arial"/>
                </a:defRPr>
              </a:lvl1pPr>
              <a:lvl2pPr algn="l">
                <a:defRPr sz="1242" b="1">
                  <a:solidFill>
                    <a:srgbClr val="000000"/>
                  </a:solidFill>
                  <a:latin typeface="Arial"/>
                  <a:ea typeface="Arial"/>
                  <a:cs typeface="Arial"/>
                </a:defRPr>
              </a:lvl2pPr>
              <a:lvl3pPr algn="l">
                <a:defRPr sz="1242" b="1">
                  <a:solidFill>
                    <a:srgbClr val="000000"/>
                  </a:solidFill>
                  <a:latin typeface="Arial"/>
                  <a:ea typeface="Arial"/>
                  <a:cs typeface="Arial"/>
                </a:defRPr>
              </a:lvl3pPr>
              <a:lvl4pPr algn="l">
                <a:defRPr sz="1242" b="1">
                  <a:solidFill>
                    <a:srgbClr val="000000"/>
                  </a:solidFill>
                  <a:latin typeface="Arial"/>
                  <a:ea typeface="Arial"/>
                  <a:cs typeface="Arial"/>
                </a:defRPr>
              </a:lvl4pPr>
              <a:lvl5pPr algn="l">
                <a:defRPr sz="1242" b="1">
                  <a:solidFill>
                    <a:srgbClr val="000000"/>
                  </a:solidFill>
                  <a:latin typeface="Arial"/>
                  <a:ea typeface="Arial"/>
                  <a:cs typeface="Arial"/>
                </a:defRPr>
              </a:lvl5pPr>
              <a:lvl6pPr algn="l">
                <a:defRPr sz="1242" b="1">
                  <a:solidFill>
                    <a:srgbClr val="000000"/>
                  </a:solidFill>
                  <a:latin typeface="Arial"/>
                  <a:ea typeface="Arial"/>
                  <a:cs typeface="Arial"/>
                </a:defRPr>
              </a:lvl6pPr>
              <a:lvl7pPr algn="l">
                <a:defRPr sz="1242" b="1">
                  <a:solidFill>
                    <a:srgbClr val="000000"/>
                  </a:solidFill>
                  <a:latin typeface="Arial"/>
                  <a:ea typeface="Arial"/>
                  <a:cs typeface="Arial"/>
                </a:defRPr>
              </a:lvl7pPr>
              <a:lvl8pPr algn="l">
                <a:defRPr sz="1242" b="1">
                  <a:solidFill>
                    <a:srgbClr val="000000"/>
                  </a:solidFill>
                  <a:latin typeface="Arial"/>
                  <a:ea typeface="Arial"/>
                  <a:cs typeface="Arial"/>
                </a:defRPr>
              </a:lvl8pPr>
              <a:lvl9pPr algn="l">
                <a:defRPr sz="1242" b="1">
                  <a:solidFill>
                    <a:srgbClr val="000000"/>
                  </a:solidFill>
                  <a:latin typeface="Arial"/>
                  <a:ea typeface="Arial"/>
                  <a:cs typeface="Arial"/>
                </a:defRPr>
              </a:lvl9pPr>
            </a:lstStyle>
            <a:p>
              <a:pPr algn="l">
                <a:defRPr sz="1242" b="1">
                  <a:solidFill>
                    <a:srgbClr val="000000"/>
                  </a:solidFill>
                  <a:latin typeface="Arial"/>
                  <a:ea typeface="Arial"/>
                  <a:cs typeface="Arial"/>
                </a:defRPr>
              </a:pPr>
              <a:r>
                <a:rPr sz="1242" b="1">
                  <a:solidFill>
                    <a:srgbClr val="000000"/>
                  </a:solidFill>
                  <a:latin typeface="Arial"/>
                  <a:ea typeface="Arial"/>
                  <a:cs typeface="Arial"/>
                </a:rPr>
                <a:t>(b) PM2.5: all 366 fields (2000)</a:t>
              </a:r>
            </a:p>
          </p:txBody>
        </p:sp>
        <p:sp>
          <p:nvSpPr>
            <p:cNvPr id="28" name="text_027">
              <a:extLst>
                <a:ext uri="{FF2B5EF4-FFF2-40B4-BE49-F238E27FC236}">
                  <ns2:creationId id="{48DDFEFF-AB48-49CF-B2CE-77064743C181}"/>
                </a:ext>
              </a:extLst>
            </p:cNvPr>
            <p:cNvSpPr>
              <a:spLocks noGrp="1"/>
            </p:cNvSpPr>
            <p:nvPr/>
          </p:nvSpPr>
          <p:spPr>
            <a:xfrm rot="0">
              <a:off x="762000" y="2990850"/>
              <a:ext cx="4953000" cy="238125"/>
            </a:xfrm>
            <a:prstGeom prst="rect">
              <a:avLst/>
            </a:prstGeom>
            <a:noFill/>
            <a:ln w="0">
              <a:noFill/>
              <a:prstDash val="solid"/>
            </a:ln>
          </p:spPr>
          <p:txBody>
            <a:bodyPr wrap="none" lIns="0" tIns="0" rIns="0" bIns="0" anchor="t">
              <a:noAutofit/>
            </a:bodyPr>
            <a:lstStyle>
              <a:defPPr algn="l">
                <a:defRPr sz="1073" b="1">
                  <a:solidFill>
                    <a:srgbClr val="000000"/>
                  </a:solidFill>
                  <a:latin typeface="Arial"/>
                  <a:ea typeface="Arial"/>
                  <a:cs typeface="Arial"/>
                </a:defRPr>
              </a:defPPr>
              <a:lvl1pPr algn="l">
                <a:defRPr sz="1073" b="1">
                  <a:solidFill>
                    <a:srgbClr val="000000"/>
                  </a:solidFill>
                  <a:latin typeface="Arial"/>
                  <a:ea typeface="Arial"/>
                  <a:cs typeface="Arial"/>
                </a:defRPr>
              </a:lvl1pPr>
              <a:lvl2pPr algn="l">
                <a:defRPr sz="1073" b="1">
                  <a:solidFill>
                    <a:srgbClr val="000000"/>
                  </a:solidFill>
                  <a:latin typeface="Arial"/>
                  <a:ea typeface="Arial"/>
                  <a:cs typeface="Arial"/>
                </a:defRPr>
              </a:lvl2pPr>
              <a:lvl3pPr algn="l">
                <a:defRPr sz="1073" b="1">
                  <a:solidFill>
                    <a:srgbClr val="000000"/>
                  </a:solidFill>
                  <a:latin typeface="Arial"/>
                  <a:ea typeface="Arial"/>
                  <a:cs typeface="Arial"/>
                </a:defRPr>
              </a:lvl3pPr>
              <a:lvl4pPr algn="l">
                <a:defRPr sz="1073" b="1">
                  <a:solidFill>
                    <a:srgbClr val="000000"/>
                  </a:solidFill>
                  <a:latin typeface="Arial"/>
                  <a:ea typeface="Arial"/>
                  <a:cs typeface="Arial"/>
                </a:defRPr>
              </a:lvl4pPr>
              <a:lvl5pPr algn="l">
                <a:defRPr sz="1073" b="1">
                  <a:solidFill>
                    <a:srgbClr val="000000"/>
                  </a:solidFill>
                  <a:latin typeface="Arial"/>
                  <a:ea typeface="Arial"/>
                  <a:cs typeface="Arial"/>
                </a:defRPr>
              </a:lvl5pPr>
              <a:lvl6pPr algn="l">
                <a:defRPr sz="1073" b="1">
                  <a:solidFill>
                    <a:srgbClr val="000000"/>
                  </a:solidFill>
                  <a:latin typeface="Arial"/>
                  <a:ea typeface="Arial"/>
                  <a:cs typeface="Arial"/>
                </a:defRPr>
              </a:lvl6pPr>
              <a:lvl7pPr algn="l">
                <a:defRPr sz="1073" b="1">
                  <a:solidFill>
                    <a:srgbClr val="000000"/>
                  </a:solidFill>
                  <a:latin typeface="Arial"/>
                  <a:ea typeface="Arial"/>
                  <a:cs typeface="Arial"/>
                </a:defRPr>
              </a:lvl7pPr>
              <a:lvl8pPr algn="l">
                <a:defRPr sz="1073" b="1">
                  <a:solidFill>
                    <a:srgbClr val="000000"/>
                  </a:solidFill>
                  <a:latin typeface="Arial"/>
                  <a:ea typeface="Arial"/>
                  <a:cs typeface="Arial"/>
                </a:defRPr>
              </a:lvl8pPr>
              <a:lvl9pPr algn="l">
                <a:defRPr sz="1073" b="1">
                  <a:solidFill>
                    <a:srgbClr val="000000"/>
                  </a:solidFill>
                  <a:latin typeface="Arial"/>
                  <a:ea typeface="Arial"/>
                  <a:cs typeface="Arial"/>
                </a:defRPr>
              </a:lvl9pPr>
            </a:lstStyle>
            <a:p>
              <a:pPr algn="l">
                <a:defRPr sz="1073" b="1">
                  <a:solidFill>
                    <a:srgbClr val="000000"/>
                  </a:solidFill>
                  <a:latin typeface="Arial"/>
                  <a:ea typeface="Arial"/>
                  <a:cs typeface="Arial"/>
                </a:defRPr>
              </a:pPr>
              <a:r>
                <a:rPr sz="1073" b="1">
                  <a:solidFill>
                    <a:srgbClr val="000000"/>
                  </a:solidFill>
                  <a:latin typeface="Arial"/>
                  <a:ea typeface="Arial"/>
                  <a:cs typeface="Arial"/>
                </a:rPr>
                <a:t>RG-MTM-P</a:t>
              </a:r>
            </a:p>
          </p:txBody>
        </p:sp>
        <p:pic>
          <p:nvPicPr>
            <p:cNvPr id="29" name="">
              <a:extLst>
                <a:ext uri="{FF2B5EF4-FFF2-40B4-BE49-F238E27FC236}">
                  <ns2:creationId id="{C04DD749-A26A-4C17-A032-E56D768B598F}"/>
                </a:ext>
              </a:extLst>
            </p:cNvPr>
            <p:cNvPicPr>
              <a:picLocks noChangeAspect="1"/>
            </p:cNvPicPr>
            <p:nvPr/>
          </p:nvPicPr>
          <p:blipFill>
            <a:blip r:embed="R0184382966ff4777"/>
            <a:stretch/>
          </p:blipFill>
          <p:spPr>
            <a:xfrm>
              <a:off x="762000" y="3257563"/>
              <a:ext cx="4953000" cy="1333475"/>
            </a:xfrm>
            <a:prstGeom prst="rect">
              <a:avLst/>
            </a:prstGeom>
          </p:spPr>
        </p:pic>
        <p:sp>
          <p:nvSpPr>
            <p:cNvPr id="30" name="rect_029">
              <a:extLst>
                <a:ext uri="{FF2B5EF4-FFF2-40B4-BE49-F238E27FC236}">
                  <ns2:creationId id="{93E20FE4-D824-425B-B538-AFC5BC9C2584}"/>
                </a:ext>
              </a:extLst>
            </p:cNvPr>
            <p:cNvSpPr>
              <a:spLocks noGrp="1"/>
            </p:cNvSpPr>
            <p:nvPr/>
          </p:nvSpPr>
          <p:spPr>
            <a:xfrm rot="0">
              <a:off x="762000" y="3257550"/>
              <a:ext cx="4953000" cy="1333500"/>
            </a:xfrm>
            <a:prstGeom prst="rect">
              <a:avLst/>
            </a:prstGeom>
            <a:noFill/>
            <a:ln w="5021">
              <a:solidFill>
                <a:srgbClr val="7B8790"/>
              </a:solidFill>
              <a:prstDash val="solid"/>
            </a:ln>
          </p:spPr>
        </p:sp>
        <p:sp>
          <p:nvSpPr>
            <p:cNvPr id="31" name="text_030">
              <a:extLst>
                <a:ext uri="{FF2B5EF4-FFF2-40B4-BE49-F238E27FC236}">
                  <ns2:creationId id="{C166A14B-7067-40D5-AC4F-794B90979A67}"/>
                </a:ext>
              </a:extLst>
            </p:cNvPr>
            <p:cNvSpPr>
              <a:spLocks noGrp="1"/>
            </p:cNvSpPr>
            <p:nvPr/>
          </p:nvSpPr>
          <p:spPr>
            <a:xfrm rot="0">
              <a:off x="352425" y="4505325"/>
              <a:ext cx="333375" cy="209550"/>
            </a:xfrm>
            <a:prstGeom prst="rect">
              <a:avLst/>
            </a:prstGeom>
            <a:noFill/>
            <a:ln w="0">
              <a:noFill/>
              <a:prstDash val="solid"/>
            </a:ln>
          </p:spPr>
          <p:txBody>
            <a:bodyPr wrap="none" lIns="0" tIns="0" rIns="0" bIns="0" anchor="t">
              <a:noAutofit/>
            </a:bodyPr>
            <a:lstStyle>
              <a:defPPr algn="r">
                <a:defRPr sz="904" b="0">
                  <a:solidFill>
                    <a:srgbClr val="000000"/>
                  </a:solidFill>
                  <a:latin typeface="Arial"/>
                  <a:ea typeface="Arial"/>
                  <a:cs typeface="Arial"/>
                </a:defRPr>
              </a:defPPr>
              <a:lvl1pPr algn="r">
                <a:defRPr sz="904" b="0">
                  <a:solidFill>
                    <a:srgbClr val="000000"/>
                  </a:solidFill>
                  <a:latin typeface="Arial"/>
                  <a:ea typeface="Arial"/>
                  <a:cs typeface="Arial"/>
                </a:defRPr>
              </a:lvl1pPr>
              <a:lvl2pPr algn="r">
                <a:defRPr sz="904" b="0">
                  <a:solidFill>
                    <a:srgbClr val="000000"/>
                  </a:solidFill>
                  <a:latin typeface="Arial"/>
                  <a:ea typeface="Arial"/>
                  <a:cs typeface="Arial"/>
                </a:defRPr>
              </a:lvl2pPr>
              <a:lvl3pPr algn="r">
                <a:defRPr sz="904" b="0">
                  <a:solidFill>
                    <a:srgbClr val="000000"/>
                  </a:solidFill>
                  <a:latin typeface="Arial"/>
                  <a:ea typeface="Arial"/>
                  <a:cs typeface="Arial"/>
                </a:defRPr>
              </a:lvl3pPr>
              <a:lvl4pPr algn="r">
                <a:defRPr sz="904" b="0">
                  <a:solidFill>
                    <a:srgbClr val="000000"/>
                  </a:solidFill>
                  <a:latin typeface="Arial"/>
                  <a:ea typeface="Arial"/>
                  <a:cs typeface="Arial"/>
                </a:defRPr>
              </a:lvl4pPr>
              <a:lvl5pPr algn="r">
                <a:defRPr sz="904" b="0">
                  <a:solidFill>
                    <a:srgbClr val="000000"/>
                  </a:solidFill>
                  <a:latin typeface="Arial"/>
                  <a:ea typeface="Arial"/>
                  <a:cs typeface="Arial"/>
                </a:defRPr>
              </a:lvl5pPr>
              <a:lvl6pPr algn="r">
                <a:defRPr sz="904" b="0">
                  <a:solidFill>
                    <a:srgbClr val="000000"/>
                  </a:solidFill>
                  <a:latin typeface="Arial"/>
                  <a:ea typeface="Arial"/>
                  <a:cs typeface="Arial"/>
                </a:defRPr>
              </a:lvl6pPr>
              <a:lvl7pPr algn="r">
                <a:defRPr sz="904" b="0">
                  <a:solidFill>
                    <a:srgbClr val="000000"/>
                  </a:solidFill>
                  <a:latin typeface="Arial"/>
                  <a:ea typeface="Arial"/>
                  <a:cs typeface="Arial"/>
                </a:defRPr>
              </a:lvl7pPr>
              <a:lvl8pPr algn="r">
                <a:defRPr sz="904" b="0">
                  <a:solidFill>
                    <a:srgbClr val="000000"/>
                  </a:solidFill>
                  <a:latin typeface="Arial"/>
                  <a:ea typeface="Arial"/>
                  <a:cs typeface="Arial"/>
                </a:defRPr>
              </a:lvl8pPr>
              <a:lvl9pPr algn="r">
                <a:defRPr sz="904" b="0">
                  <a:solidFill>
                    <a:srgbClr val="000000"/>
                  </a:solidFill>
                  <a:latin typeface="Arial"/>
                  <a:ea typeface="Arial"/>
                  <a:cs typeface="Arial"/>
                </a:defRPr>
              </a:lvl9pPr>
            </a:lstStyle>
            <a:p>
              <a:pPr algn="r">
                <a:defRPr sz="904" b="0">
                  <a:solidFill>
                    <a:srgbClr val="000000"/>
                  </a:solidFill>
                  <a:latin typeface="Arial"/>
                  <a:ea typeface="Arial"/>
                  <a:cs typeface="Arial"/>
                </a:defRPr>
              </a:pPr>
              <a:r>
                <a:rPr sz="904" b="0">
                  <a:solidFill>
                    <a:srgbClr val="000000"/>
                  </a:solidFill>
                  <a:latin typeface="Arial"/>
                  <a:ea typeface="Arial"/>
                  <a:cs typeface="Arial"/>
                </a:rPr>
                <a:t>0</a:t>
              </a:r>
            </a:p>
          </p:txBody>
        </p:sp>
        <p:sp>
          <p:nvSpPr>
            <p:cNvPr id="32" name="text_031">
              <a:extLst>
                <a:ext uri="{FF2B5EF4-FFF2-40B4-BE49-F238E27FC236}">
                  <ns2:creationId id="{B685FB66-61CA-48C1-8376-1F4B64E6778A}"/>
                </a:ext>
              </a:extLst>
            </p:cNvPr>
            <p:cNvSpPr>
              <a:spLocks noGrp="1"/>
            </p:cNvSpPr>
            <p:nvPr/>
          </p:nvSpPr>
          <p:spPr>
            <a:xfrm rot="0">
              <a:off x="352425" y="3838575"/>
              <a:ext cx="333375" cy="209550"/>
            </a:xfrm>
            <a:prstGeom prst="rect">
              <a:avLst/>
            </a:prstGeom>
            <a:noFill/>
            <a:ln w="0">
              <a:noFill/>
              <a:prstDash val="solid"/>
            </a:ln>
          </p:spPr>
          <p:txBody>
            <a:bodyPr wrap="none" lIns="0" tIns="0" rIns="0" bIns="0" anchor="t">
              <a:noAutofit/>
            </a:bodyPr>
            <a:lstStyle>
              <a:defPPr algn="r">
                <a:defRPr sz="904" b="0">
                  <a:solidFill>
                    <a:srgbClr val="000000"/>
                  </a:solidFill>
                  <a:latin typeface="Arial"/>
                  <a:ea typeface="Arial"/>
                  <a:cs typeface="Arial"/>
                </a:defRPr>
              </a:defPPr>
              <a:lvl1pPr algn="r">
                <a:defRPr sz="904" b="0">
                  <a:solidFill>
                    <a:srgbClr val="000000"/>
                  </a:solidFill>
                  <a:latin typeface="Arial"/>
                  <a:ea typeface="Arial"/>
                  <a:cs typeface="Arial"/>
                </a:defRPr>
              </a:lvl1pPr>
              <a:lvl2pPr algn="r">
                <a:defRPr sz="904" b="0">
                  <a:solidFill>
                    <a:srgbClr val="000000"/>
                  </a:solidFill>
                  <a:latin typeface="Arial"/>
                  <a:ea typeface="Arial"/>
                  <a:cs typeface="Arial"/>
                </a:defRPr>
              </a:lvl2pPr>
              <a:lvl3pPr algn="r">
                <a:defRPr sz="904" b="0">
                  <a:solidFill>
                    <a:srgbClr val="000000"/>
                  </a:solidFill>
                  <a:latin typeface="Arial"/>
                  <a:ea typeface="Arial"/>
                  <a:cs typeface="Arial"/>
                </a:defRPr>
              </a:lvl3pPr>
              <a:lvl4pPr algn="r">
                <a:defRPr sz="904" b="0">
                  <a:solidFill>
                    <a:srgbClr val="000000"/>
                  </a:solidFill>
                  <a:latin typeface="Arial"/>
                  <a:ea typeface="Arial"/>
                  <a:cs typeface="Arial"/>
                </a:defRPr>
              </a:lvl4pPr>
              <a:lvl5pPr algn="r">
                <a:defRPr sz="904" b="0">
                  <a:solidFill>
                    <a:srgbClr val="000000"/>
                  </a:solidFill>
                  <a:latin typeface="Arial"/>
                  <a:ea typeface="Arial"/>
                  <a:cs typeface="Arial"/>
                </a:defRPr>
              </a:lvl5pPr>
              <a:lvl6pPr algn="r">
                <a:defRPr sz="904" b="0">
                  <a:solidFill>
                    <a:srgbClr val="000000"/>
                  </a:solidFill>
                  <a:latin typeface="Arial"/>
                  <a:ea typeface="Arial"/>
                  <a:cs typeface="Arial"/>
                </a:defRPr>
              </a:lvl6pPr>
              <a:lvl7pPr algn="r">
                <a:defRPr sz="904" b="0">
                  <a:solidFill>
                    <a:srgbClr val="000000"/>
                  </a:solidFill>
                  <a:latin typeface="Arial"/>
                  <a:ea typeface="Arial"/>
                  <a:cs typeface="Arial"/>
                </a:defRPr>
              </a:lvl7pPr>
              <a:lvl8pPr algn="r">
                <a:defRPr sz="904" b="0">
                  <a:solidFill>
                    <a:srgbClr val="000000"/>
                  </a:solidFill>
                  <a:latin typeface="Arial"/>
                  <a:ea typeface="Arial"/>
                  <a:cs typeface="Arial"/>
                </a:defRPr>
              </a:lvl8pPr>
              <a:lvl9pPr algn="r">
                <a:defRPr sz="904" b="0">
                  <a:solidFill>
                    <a:srgbClr val="000000"/>
                  </a:solidFill>
                  <a:latin typeface="Arial"/>
                  <a:ea typeface="Arial"/>
                  <a:cs typeface="Arial"/>
                </a:defRPr>
              </a:lvl9pPr>
            </a:lstStyle>
            <a:p>
              <a:pPr algn="r">
                <a:defRPr sz="904" b="0">
                  <a:solidFill>
                    <a:srgbClr val="000000"/>
                  </a:solidFill>
                  <a:latin typeface="Arial"/>
                  <a:ea typeface="Arial"/>
                  <a:cs typeface="Arial"/>
                </a:defRPr>
              </a:pPr>
              <a:r>
                <a:rPr sz="904" b="0">
                  <a:solidFill>
                    <a:srgbClr val="000000"/>
                  </a:solidFill>
                  <a:latin typeface="Arial"/>
                  <a:ea typeface="Arial"/>
                  <a:cs typeface="Arial"/>
                </a:rPr>
                <a:t>0.5</a:t>
              </a:r>
            </a:p>
          </p:txBody>
        </p:sp>
        <p:sp>
          <p:nvSpPr>
            <p:cNvPr id="33" name="text_032">
              <a:extLst>
                <a:ext uri="{FF2B5EF4-FFF2-40B4-BE49-F238E27FC236}">
                  <ns2:creationId id="{2CBA6481-D41A-491C-A6C4-2264E649FF4B}"/>
                </a:ext>
              </a:extLst>
            </p:cNvPr>
            <p:cNvSpPr>
              <a:spLocks noGrp="1"/>
            </p:cNvSpPr>
            <p:nvPr/>
          </p:nvSpPr>
          <p:spPr>
            <a:xfrm rot="0">
              <a:off x="352425" y="3171825"/>
              <a:ext cx="333375" cy="209550"/>
            </a:xfrm>
            <a:prstGeom prst="rect">
              <a:avLst/>
            </a:prstGeom>
            <a:noFill/>
            <a:ln w="0">
              <a:noFill/>
              <a:prstDash val="solid"/>
            </a:ln>
          </p:spPr>
          <p:txBody>
            <a:bodyPr wrap="none" lIns="0" tIns="0" rIns="0" bIns="0" anchor="t">
              <a:noAutofit/>
            </a:bodyPr>
            <a:lstStyle>
              <a:defPPr algn="r">
                <a:defRPr sz="904" b="0">
                  <a:solidFill>
                    <a:srgbClr val="000000"/>
                  </a:solidFill>
                  <a:latin typeface="Arial"/>
                  <a:ea typeface="Arial"/>
                  <a:cs typeface="Arial"/>
                </a:defRPr>
              </a:defPPr>
              <a:lvl1pPr algn="r">
                <a:defRPr sz="904" b="0">
                  <a:solidFill>
                    <a:srgbClr val="000000"/>
                  </a:solidFill>
                  <a:latin typeface="Arial"/>
                  <a:ea typeface="Arial"/>
                  <a:cs typeface="Arial"/>
                </a:defRPr>
              </a:lvl1pPr>
              <a:lvl2pPr algn="r">
                <a:defRPr sz="904" b="0">
                  <a:solidFill>
                    <a:srgbClr val="000000"/>
                  </a:solidFill>
                  <a:latin typeface="Arial"/>
                  <a:ea typeface="Arial"/>
                  <a:cs typeface="Arial"/>
                </a:defRPr>
              </a:lvl2pPr>
              <a:lvl3pPr algn="r">
                <a:defRPr sz="904" b="0">
                  <a:solidFill>
                    <a:srgbClr val="000000"/>
                  </a:solidFill>
                  <a:latin typeface="Arial"/>
                  <a:ea typeface="Arial"/>
                  <a:cs typeface="Arial"/>
                </a:defRPr>
              </a:lvl3pPr>
              <a:lvl4pPr algn="r">
                <a:defRPr sz="904" b="0">
                  <a:solidFill>
                    <a:srgbClr val="000000"/>
                  </a:solidFill>
                  <a:latin typeface="Arial"/>
                  <a:ea typeface="Arial"/>
                  <a:cs typeface="Arial"/>
                </a:defRPr>
              </a:lvl4pPr>
              <a:lvl5pPr algn="r">
                <a:defRPr sz="904" b="0">
                  <a:solidFill>
                    <a:srgbClr val="000000"/>
                  </a:solidFill>
                  <a:latin typeface="Arial"/>
                  <a:ea typeface="Arial"/>
                  <a:cs typeface="Arial"/>
                </a:defRPr>
              </a:lvl5pPr>
              <a:lvl6pPr algn="r">
                <a:defRPr sz="904" b="0">
                  <a:solidFill>
                    <a:srgbClr val="000000"/>
                  </a:solidFill>
                  <a:latin typeface="Arial"/>
                  <a:ea typeface="Arial"/>
                  <a:cs typeface="Arial"/>
                </a:defRPr>
              </a:lvl6pPr>
              <a:lvl7pPr algn="r">
                <a:defRPr sz="904" b="0">
                  <a:solidFill>
                    <a:srgbClr val="000000"/>
                  </a:solidFill>
                  <a:latin typeface="Arial"/>
                  <a:ea typeface="Arial"/>
                  <a:cs typeface="Arial"/>
                </a:defRPr>
              </a:lvl7pPr>
              <a:lvl8pPr algn="r">
                <a:defRPr sz="904" b="0">
                  <a:solidFill>
                    <a:srgbClr val="000000"/>
                  </a:solidFill>
                  <a:latin typeface="Arial"/>
                  <a:ea typeface="Arial"/>
                  <a:cs typeface="Arial"/>
                </a:defRPr>
              </a:lvl8pPr>
              <a:lvl9pPr algn="r">
                <a:defRPr sz="904" b="0">
                  <a:solidFill>
                    <a:srgbClr val="000000"/>
                  </a:solidFill>
                  <a:latin typeface="Arial"/>
                  <a:ea typeface="Arial"/>
                  <a:cs typeface="Arial"/>
                </a:defRPr>
              </a:lvl9pPr>
            </a:lstStyle>
            <a:p>
              <a:pPr algn="r">
                <a:defRPr sz="904" b="0">
                  <a:solidFill>
                    <a:srgbClr val="000000"/>
                  </a:solidFill>
                  <a:latin typeface="Arial"/>
                  <a:ea typeface="Arial"/>
                  <a:cs typeface="Arial"/>
                </a:defRPr>
              </a:pPr>
              <a:r>
                <a:rPr sz="904" b="0">
                  <a:solidFill>
                    <a:srgbClr val="000000"/>
                  </a:solidFill>
                  <a:latin typeface="Arial"/>
                  <a:ea typeface="Arial"/>
                  <a:cs typeface="Arial"/>
                </a:rPr>
                <a:t>1</a:t>
              </a:r>
            </a:p>
          </p:txBody>
        </p:sp>
        <p:sp>
          <p:nvSpPr>
            <p:cNvPr id="34" name="text_033">
              <a:extLst>
                <a:ext uri="{FF2B5EF4-FFF2-40B4-BE49-F238E27FC236}">
                  <ns2:creationId id="{4A89C0EE-6F65-418E-A743-1E3CFF1A5638}"/>
                </a:ext>
              </a:extLst>
            </p:cNvPr>
            <p:cNvSpPr>
              <a:spLocks noGrp="1"/>
            </p:cNvSpPr>
            <p:nvPr/>
          </p:nvSpPr>
          <p:spPr>
            <a:xfrm rot="0">
              <a:off x="463966" y="4638675"/>
              <a:ext cx="609600" cy="209550"/>
            </a:xfrm>
            <a:prstGeom prst="rect">
              <a:avLst/>
            </a:prstGeom>
            <a:noFill/>
            <a:ln w="0">
              <a:noFill/>
              <a:prstDash val="solid"/>
            </a:ln>
          </p:spPr>
          <p:txBody>
            <a:bodyPr wrap="none" lIns="0" tIns="0" rIns="0" bIns="0" anchor="t">
              <a:noAutofit/>
            </a:bodyPr>
            <a:lstStyle>
              <a:defPPr algn="ctr">
                <a:defRPr sz="847" b="0">
                  <a:solidFill>
                    <a:srgbClr val="000000"/>
                  </a:solidFill>
                  <a:latin typeface="Arial"/>
                  <a:ea typeface="Arial"/>
                  <a:cs typeface="Arial"/>
                </a:defRPr>
              </a:defPPr>
              <a:lvl1pPr algn="ctr">
                <a:defRPr sz="847" b="0">
                  <a:solidFill>
                    <a:srgbClr val="000000"/>
                  </a:solidFill>
                  <a:latin typeface="Arial"/>
                  <a:ea typeface="Arial"/>
                  <a:cs typeface="Arial"/>
                </a:defRPr>
              </a:lvl1pPr>
              <a:lvl2pPr algn="ctr">
                <a:defRPr sz="847" b="0">
                  <a:solidFill>
                    <a:srgbClr val="000000"/>
                  </a:solidFill>
                  <a:latin typeface="Arial"/>
                  <a:ea typeface="Arial"/>
                  <a:cs typeface="Arial"/>
                </a:defRPr>
              </a:lvl2pPr>
              <a:lvl3pPr algn="ctr">
                <a:defRPr sz="847" b="0">
                  <a:solidFill>
                    <a:srgbClr val="000000"/>
                  </a:solidFill>
                  <a:latin typeface="Arial"/>
                  <a:ea typeface="Arial"/>
                  <a:cs typeface="Arial"/>
                </a:defRPr>
              </a:lvl3pPr>
              <a:lvl4pPr algn="ctr">
                <a:defRPr sz="847" b="0">
                  <a:solidFill>
                    <a:srgbClr val="000000"/>
                  </a:solidFill>
                  <a:latin typeface="Arial"/>
                  <a:ea typeface="Arial"/>
                  <a:cs typeface="Arial"/>
                </a:defRPr>
              </a:lvl4pPr>
              <a:lvl5pPr algn="ctr">
                <a:defRPr sz="847" b="0">
                  <a:solidFill>
                    <a:srgbClr val="000000"/>
                  </a:solidFill>
                  <a:latin typeface="Arial"/>
                  <a:ea typeface="Arial"/>
                  <a:cs typeface="Arial"/>
                </a:defRPr>
              </a:lvl5pPr>
              <a:lvl6pPr algn="ctr">
                <a:defRPr sz="847" b="0">
                  <a:solidFill>
                    <a:srgbClr val="000000"/>
                  </a:solidFill>
                  <a:latin typeface="Arial"/>
                  <a:ea typeface="Arial"/>
                  <a:cs typeface="Arial"/>
                </a:defRPr>
              </a:lvl6pPr>
              <a:lvl7pPr algn="ctr">
                <a:defRPr sz="847" b="0">
                  <a:solidFill>
                    <a:srgbClr val="000000"/>
                  </a:solidFill>
                  <a:latin typeface="Arial"/>
                  <a:ea typeface="Arial"/>
                  <a:cs typeface="Arial"/>
                </a:defRPr>
              </a:lvl7pPr>
              <a:lvl8pPr algn="ctr">
                <a:defRPr sz="847" b="0">
                  <a:solidFill>
                    <a:srgbClr val="000000"/>
                  </a:solidFill>
                  <a:latin typeface="Arial"/>
                  <a:ea typeface="Arial"/>
                  <a:cs typeface="Arial"/>
                </a:defRPr>
              </a:lvl8pPr>
              <a:lvl9pPr algn="ctr">
                <a:defRPr sz="847" b="0">
                  <a:solidFill>
                    <a:srgbClr val="000000"/>
                  </a:solidFill>
                  <a:latin typeface="Arial"/>
                  <a:ea typeface="Arial"/>
                  <a:cs typeface="Arial"/>
                </a:defRPr>
              </a:lvl9pPr>
            </a:lstStyle>
            <a:p>
              <a:pPr algn="ctr">
                <a:defRPr sz="847" b="0">
                  <a:solidFill>
                    <a:srgbClr val="000000"/>
                  </a:solidFill>
                  <a:latin typeface="Arial"/>
                  <a:ea typeface="Arial"/>
                  <a:cs typeface="Arial"/>
                </a:defRPr>
              </a:pPr>
              <a:r>
                <a:rPr sz="847" b="0">
                  <a:solidFill>
                    <a:srgbClr val="000000"/>
                  </a:solidFill>
                  <a:latin typeface="Arial"/>
                  <a:ea typeface="Arial"/>
                  <a:cs typeface="Arial"/>
                </a:rPr>
                <a:t>Jan 1</a:t>
              </a:r>
            </a:p>
          </p:txBody>
        </p:sp>
        <p:sp>
          <p:nvSpPr>
            <p:cNvPr id="35" name="text_034">
              <a:extLst>
                <a:ext uri="{FF2B5EF4-FFF2-40B4-BE49-F238E27FC236}">
                  <ns2:creationId id="{D928A00A-2A17-4D20-981D-3B1086DFF80D}"/>
                </a:ext>
              </a:extLst>
            </p:cNvPr>
            <p:cNvSpPr>
              <a:spLocks noGrp="1"/>
            </p:cNvSpPr>
            <p:nvPr/>
          </p:nvSpPr>
          <p:spPr>
            <a:xfrm rot="0">
              <a:off x="1695450" y="4638675"/>
              <a:ext cx="609600" cy="209550"/>
            </a:xfrm>
            <a:prstGeom prst="rect">
              <a:avLst/>
            </a:prstGeom>
            <a:noFill/>
            <a:ln w="0">
              <a:noFill/>
              <a:prstDash val="solid"/>
            </a:ln>
          </p:spPr>
          <p:txBody>
            <a:bodyPr wrap="none" lIns="0" tIns="0" rIns="0" bIns="0" anchor="t">
              <a:noAutofit/>
            </a:bodyPr>
            <a:lstStyle>
              <a:defPPr algn="ctr">
                <a:defRPr sz="847" b="0">
                  <a:solidFill>
                    <a:srgbClr val="000000"/>
                  </a:solidFill>
                  <a:latin typeface="Arial"/>
                  <a:ea typeface="Arial"/>
                  <a:cs typeface="Arial"/>
                </a:defRPr>
              </a:defPPr>
              <a:lvl1pPr algn="ctr">
                <a:defRPr sz="847" b="0">
                  <a:solidFill>
                    <a:srgbClr val="000000"/>
                  </a:solidFill>
                  <a:latin typeface="Arial"/>
                  <a:ea typeface="Arial"/>
                  <a:cs typeface="Arial"/>
                </a:defRPr>
              </a:lvl1pPr>
              <a:lvl2pPr algn="ctr">
                <a:defRPr sz="847" b="0">
                  <a:solidFill>
                    <a:srgbClr val="000000"/>
                  </a:solidFill>
                  <a:latin typeface="Arial"/>
                  <a:ea typeface="Arial"/>
                  <a:cs typeface="Arial"/>
                </a:defRPr>
              </a:lvl2pPr>
              <a:lvl3pPr algn="ctr">
                <a:defRPr sz="847" b="0">
                  <a:solidFill>
                    <a:srgbClr val="000000"/>
                  </a:solidFill>
                  <a:latin typeface="Arial"/>
                  <a:ea typeface="Arial"/>
                  <a:cs typeface="Arial"/>
                </a:defRPr>
              </a:lvl3pPr>
              <a:lvl4pPr algn="ctr">
                <a:defRPr sz="847" b="0">
                  <a:solidFill>
                    <a:srgbClr val="000000"/>
                  </a:solidFill>
                  <a:latin typeface="Arial"/>
                  <a:ea typeface="Arial"/>
                  <a:cs typeface="Arial"/>
                </a:defRPr>
              </a:lvl4pPr>
              <a:lvl5pPr algn="ctr">
                <a:defRPr sz="847" b="0">
                  <a:solidFill>
                    <a:srgbClr val="000000"/>
                  </a:solidFill>
                  <a:latin typeface="Arial"/>
                  <a:ea typeface="Arial"/>
                  <a:cs typeface="Arial"/>
                </a:defRPr>
              </a:lvl5pPr>
              <a:lvl6pPr algn="ctr">
                <a:defRPr sz="847" b="0">
                  <a:solidFill>
                    <a:srgbClr val="000000"/>
                  </a:solidFill>
                  <a:latin typeface="Arial"/>
                  <a:ea typeface="Arial"/>
                  <a:cs typeface="Arial"/>
                </a:defRPr>
              </a:lvl6pPr>
              <a:lvl7pPr algn="ctr">
                <a:defRPr sz="847" b="0">
                  <a:solidFill>
                    <a:srgbClr val="000000"/>
                  </a:solidFill>
                  <a:latin typeface="Arial"/>
                  <a:ea typeface="Arial"/>
                  <a:cs typeface="Arial"/>
                </a:defRPr>
              </a:lvl7pPr>
              <a:lvl8pPr algn="ctr">
                <a:defRPr sz="847" b="0">
                  <a:solidFill>
                    <a:srgbClr val="000000"/>
                  </a:solidFill>
                  <a:latin typeface="Arial"/>
                  <a:ea typeface="Arial"/>
                  <a:cs typeface="Arial"/>
                </a:defRPr>
              </a:lvl8pPr>
              <a:lvl9pPr algn="ctr">
                <a:defRPr sz="847" b="0">
                  <a:solidFill>
                    <a:srgbClr val="000000"/>
                  </a:solidFill>
                  <a:latin typeface="Arial"/>
                  <a:ea typeface="Arial"/>
                  <a:cs typeface="Arial"/>
                </a:defRPr>
              </a:lvl9pPr>
            </a:lstStyle>
            <a:p>
              <a:pPr algn="ctr">
                <a:defRPr sz="847" b="0">
                  <a:solidFill>
                    <a:srgbClr val="000000"/>
                  </a:solidFill>
                  <a:latin typeface="Arial"/>
                  <a:ea typeface="Arial"/>
                  <a:cs typeface="Arial"/>
                </a:defRPr>
              </a:pPr>
              <a:r>
                <a:rPr sz="847" b="0">
                  <a:solidFill>
                    <a:srgbClr val="000000"/>
                  </a:solidFill>
                  <a:latin typeface="Arial"/>
                  <a:ea typeface="Arial"/>
                  <a:cs typeface="Arial"/>
                </a:rPr>
                <a:t>Apr 1</a:t>
              </a:r>
            </a:p>
          </p:txBody>
        </p:sp>
        <p:sp>
          <p:nvSpPr>
            <p:cNvPr id="36" name="text_035">
              <a:extLst>
                <a:ext uri="{FF2B5EF4-FFF2-40B4-BE49-F238E27FC236}">
                  <ns2:creationId id="{4ED2966C-1F92-476A-A15A-0D52B03A651B}"/>
                </a:ext>
              </a:extLst>
            </p:cNvPr>
            <p:cNvSpPr>
              <a:spLocks noGrp="1"/>
            </p:cNvSpPr>
            <p:nvPr/>
          </p:nvSpPr>
          <p:spPr>
            <a:xfrm rot="0">
              <a:off x="2926934" y="4638675"/>
              <a:ext cx="609600" cy="209550"/>
            </a:xfrm>
            <a:prstGeom prst="rect">
              <a:avLst/>
            </a:prstGeom>
            <a:noFill/>
            <a:ln w="0">
              <a:noFill/>
              <a:prstDash val="solid"/>
            </a:ln>
          </p:spPr>
          <p:txBody>
            <a:bodyPr wrap="none" lIns="0" tIns="0" rIns="0" bIns="0" anchor="t">
              <a:noAutofit/>
            </a:bodyPr>
            <a:lstStyle>
              <a:defPPr algn="ctr">
                <a:defRPr sz="847" b="0">
                  <a:solidFill>
                    <a:srgbClr val="000000"/>
                  </a:solidFill>
                  <a:latin typeface="Arial"/>
                  <a:ea typeface="Arial"/>
                  <a:cs typeface="Arial"/>
                </a:defRPr>
              </a:defPPr>
              <a:lvl1pPr algn="ctr">
                <a:defRPr sz="847" b="0">
                  <a:solidFill>
                    <a:srgbClr val="000000"/>
                  </a:solidFill>
                  <a:latin typeface="Arial"/>
                  <a:ea typeface="Arial"/>
                  <a:cs typeface="Arial"/>
                </a:defRPr>
              </a:lvl1pPr>
              <a:lvl2pPr algn="ctr">
                <a:defRPr sz="847" b="0">
                  <a:solidFill>
                    <a:srgbClr val="000000"/>
                  </a:solidFill>
                  <a:latin typeface="Arial"/>
                  <a:ea typeface="Arial"/>
                  <a:cs typeface="Arial"/>
                </a:defRPr>
              </a:lvl2pPr>
              <a:lvl3pPr algn="ctr">
                <a:defRPr sz="847" b="0">
                  <a:solidFill>
                    <a:srgbClr val="000000"/>
                  </a:solidFill>
                  <a:latin typeface="Arial"/>
                  <a:ea typeface="Arial"/>
                  <a:cs typeface="Arial"/>
                </a:defRPr>
              </a:lvl3pPr>
              <a:lvl4pPr algn="ctr">
                <a:defRPr sz="847" b="0">
                  <a:solidFill>
                    <a:srgbClr val="000000"/>
                  </a:solidFill>
                  <a:latin typeface="Arial"/>
                  <a:ea typeface="Arial"/>
                  <a:cs typeface="Arial"/>
                </a:defRPr>
              </a:lvl4pPr>
              <a:lvl5pPr algn="ctr">
                <a:defRPr sz="847" b="0">
                  <a:solidFill>
                    <a:srgbClr val="000000"/>
                  </a:solidFill>
                  <a:latin typeface="Arial"/>
                  <a:ea typeface="Arial"/>
                  <a:cs typeface="Arial"/>
                </a:defRPr>
              </a:lvl5pPr>
              <a:lvl6pPr algn="ctr">
                <a:defRPr sz="847" b="0">
                  <a:solidFill>
                    <a:srgbClr val="000000"/>
                  </a:solidFill>
                  <a:latin typeface="Arial"/>
                  <a:ea typeface="Arial"/>
                  <a:cs typeface="Arial"/>
                </a:defRPr>
              </a:lvl6pPr>
              <a:lvl7pPr algn="ctr">
                <a:defRPr sz="847" b="0">
                  <a:solidFill>
                    <a:srgbClr val="000000"/>
                  </a:solidFill>
                  <a:latin typeface="Arial"/>
                  <a:ea typeface="Arial"/>
                  <a:cs typeface="Arial"/>
                </a:defRPr>
              </a:lvl7pPr>
              <a:lvl8pPr algn="ctr">
                <a:defRPr sz="847" b="0">
                  <a:solidFill>
                    <a:srgbClr val="000000"/>
                  </a:solidFill>
                  <a:latin typeface="Arial"/>
                  <a:ea typeface="Arial"/>
                  <a:cs typeface="Arial"/>
                </a:defRPr>
              </a:lvl8pPr>
              <a:lvl9pPr algn="ctr">
                <a:defRPr sz="847" b="0">
                  <a:solidFill>
                    <a:srgbClr val="000000"/>
                  </a:solidFill>
                  <a:latin typeface="Arial"/>
                  <a:ea typeface="Arial"/>
                  <a:cs typeface="Arial"/>
                </a:defRPr>
              </a:lvl9pPr>
            </a:lstStyle>
            <a:p>
              <a:pPr algn="ctr">
                <a:defRPr sz="847" b="0">
                  <a:solidFill>
                    <a:srgbClr val="000000"/>
                  </a:solidFill>
                  <a:latin typeface="Arial"/>
                  <a:ea typeface="Arial"/>
                  <a:cs typeface="Arial"/>
                </a:defRPr>
              </a:pPr>
              <a:r>
                <a:rPr sz="847" b="0">
                  <a:solidFill>
                    <a:srgbClr val="000000"/>
                  </a:solidFill>
                  <a:latin typeface="Arial"/>
                  <a:ea typeface="Arial"/>
                  <a:cs typeface="Arial"/>
                </a:rPr>
                <a:t>Jul 1</a:t>
              </a:r>
            </a:p>
          </p:txBody>
        </p:sp>
        <p:sp>
          <p:nvSpPr>
            <p:cNvPr id="37" name="text_036">
              <a:extLst>
                <a:ext uri="{FF2B5EF4-FFF2-40B4-BE49-F238E27FC236}">
                  <ns2:creationId id="{BFD8B571-E532-4709-A84E-93798EE5490C}"/>
                </a:ext>
              </a:extLst>
            </p:cNvPr>
            <p:cNvSpPr>
              <a:spLocks noGrp="1"/>
            </p:cNvSpPr>
            <p:nvPr/>
          </p:nvSpPr>
          <p:spPr>
            <a:xfrm rot="0">
              <a:off x="4171950" y="4638675"/>
              <a:ext cx="609600" cy="209550"/>
            </a:xfrm>
            <a:prstGeom prst="rect">
              <a:avLst/>
            </a:prstGeom>
            <a:noFill/>
            <a:ln w="0">
              <a:noFill/>
              <a:prstDash val="solid"/>
            </a:ln>
          </p:spPr>
          <p:txBody>
            <a:bodyPr wrap="none" lIns="0" tIns="0" rIns="0" bIns="0" anchor="t">
              <a:noAutofit/>
            </a:bodyPr>
            <a:lstStyle>
              <a:defPPr algn="ctr">
                <a:defRPr sz="847" b="0">
                  <a:solidFill>
                    <a:srgbClr val="000000"/>
                  </a:solidFill>
                  <a:latin typeface="Arial"/>
                  <a:ea typeface="Arial"/>
                  <a:cs typeface="Arial"/>
                </a:defRPr>
              </a:defPPr>
              <a:lvl1pPr algn="ctr">
                <a:defRPr sz="847" b="0">
                  <a:solidFill>
                    <a:srgbClr val="000000"/>
                  </a:solidFill>
                  <a:latin typeface="Arial"/>
                  <a:ea typeface="Arial"/>
                  <a:cs typeface="Arial"/>
                </a:defRPr>
              </a:lvl1pPr>
              <a:lvl2pPr algn="ctr">
                <a:defRPr sz="847" b="0">
                  <a:solidFill>
                    <a:srgbClr val="000000"/>
                  </a:solidFill>
                  <a:latin typeface="Arial"/>
                  <a:ea typeface="Arial"/>
                  <a:cs typeface="Arial"/>
                </a:defRPr>
              </a:lvl2pPr>
              <a:lvl3pPr algn="ctr">
                <a:defRPr sz="847" b="0">
                  <a:solidFill>
                    <a:srgbClr val="000000"/>
                  </a:solidFill>
                  <a:latin typeface="Arial"/>
                  <a:ea typeface="Arial"/>
                  <a:cs typeface="Arial"/>
                </a:defRPr>
              </a:lvl3pPr>
              <a:lvl4pPr algn="ctr">
                <a:defRPr sz="847" b="0">
                  <a:solidFill>
                    <a:srgbClr val="000000"/>
                  </a:solidFill>
                  <a:latin typeface="Arial"/>
                  <a:ea typeface="Arial"/>
                  <a:cs typeface="Arial"/>
                </a:defRPr>
              </a:lvl4pPr>
              <a:lvl5pPr algn="ctr">
                <a:defRPr sz="847" b="0">
                  <a:solidFill>
                    <a:srgbClr val="000000"/>
                  </a:solidFill>
                  <a:latin typeface="Arial"/>
                  <a:ea typeface="Arial"/>
                  <a:cs typeface="Arial"/>
                </a:defRPr>
              </a:lvl5pPr>
              <a:lvl6pPr algn="ctr">
                <a:defRPr sz="847" b="0">
                  <a:solidFill>
                    <a:srgbClr val="000000"/>
                  </a:solidFill>
                  <a:latin typeface="Arial"/>
                  <a:ea typeface="Arial"/>
                  <a:cs typeface="Arial"/>
                </a:defRPr>
              </a:lvl6pPr>
              <a:lvl7pPr algn="ctr">
                <a:defRPr sz="847" b="0">
                  <a:solidFill>
                    <a:srgbClr val="000000"/>
                  </a:solidFill>
                  <a:latin typeface="Arial"/>
                  <a:ea typeface="Arial"/>
                  <a:cs typeface="Arial"/>
                </a:defRPr>
              </a:lvl7pPr>
              <a:lvl8pPr algn="ctr">
                <a:defRPr sz="847" b="0">
                  <a:solidFill>
                    <a:srgbClr val="000000"/>
                  </a:solidFill>
                  <a:latin typeface="Arial"/>
                  <a:ea typeface="Arial"/>
                  <a:cs typeface="Arial"/>
                </a:defRPr>
              </a:lvl8pPr>
              <a:lvl9pPr algn="ctr">
                <a:defRPr sz="847" b="0">
                  <a:solidFill>
                    <a:srgbClr val="000000"/>
                  </a:solidFill>
                  <a:latin typeface="Arial"/>
                  <a:ea typeface="Arial"/>
                  <a:cs typeface="Arial"/>
                </a:defRPr>
              </a:lvl9pPr>
            </a:lstStyle>
            <a:p>
              <a:pPr algn="ctr">
                <a:defRPr sz="847" b="0">
                  <a:solidFill>
                    <a:srgbClr val="000000"/>
                  </a:solidFill>
                  <a:latin typeface="Arial"/>
                  <a:ea typeface="Arial"/>
                  <a:cs typeface="Arial"/>
                </a:defRPr>
              </a:pPr>
              <a:r>
                <a:rPr sz="847" b="0">
                  <a:solidFill>
                    <a:srgbClr val="000000"/>
                  </a:solidFill>
                  <a:latin typeface="Arial"/>
                  <a:ea typeface="Arial"/>
                  <a:cs typeface="Arial"/>
                </a:rPr>
                <a:t>Oct 1</a:t>
              </a:r>
            </a:p>
          </p:txBody>
        </p:sp>
        <p:sp>
          <p:nvSpPr>
            <p:cNvPr id="38" name="text_037">
              <a:extLst>
                <a:ext uri="{FF2B5EF4-FFF2-40B4-BE49-F238E27FC236}">
                  <ns2:creationId id="{D450F2FE-F34D-4650-8489-CFB0BA1387EB}"/>
                </a:ext>
              </a:extLst>
            </p:cNvPr>
            <p:cNvSpPr>
              <a:spLocks noGrp="1"/>
            </p:cNvSpPr>
            <p:nvPr/>
          </p:nvSpPr>
          <p:spPr>
            <a:xfrm rot="0">
              <a:off x="5403434" y="4638675"/>
              <a:ext cx="609600" cy="209550"/>
            </a:xfrm>
            <a:prstGeom prst="rect">
              <a:avLst/>
            </a:prstGeom>
            <a:noFill/>
            <a:ln w="0">
              <a:noFill/>
              <a:prstDash val="solid"/>
            </a:ln>
          </p:spPr>
          <p:txBody>
            <a:bodyPr wrap="none" lIns="0" tIns="0" rIns="0" bIns="0" anchor="t">
              <a:noAutofit/>
            </a:bodyPr>
            <a:lstStyle>
              <a:defPPr algn="ctr">
                <a:defRPr sz="847" b="0">
                  <a:solidFill>
                    <a:srgbClr val="000000"/>
                  </a:solidFill>
                  <a:latin typeface="Arial"/>
                  <a:ea typeface="Arial"/>
                  <a:cs typeface="Arial"/>
                </a:defRPr>
              </a:defPPr>
              <a:lvl1pPr algn="ctr">
                <a:defRPr sz="847" b="0">
                  <a:solidFill>
                    <a:srgbClr val="000000"/>
                  </a:solidFill>
                  <a:latin typeface="Arial"/>
                  <a:ea typeface="Arial"/>
                  <a:cs typeface="Arial"/>
                </a:defRPr>
              </a:lvl1pPr>
              <a:lvl2pPr algn="ctr">
                <a:defRPr sz="847" b="0">
                  <a:solidFill>
                    <a:srgbClr val="000000"/>
                  </a:solidFill>
                  <a:latin typeface="Arial"/>
                  <a:ea typeface="Arial"/>
                  <a:cs typeface="Arial"/>
                </a:defRPr>
              </a:lvl2pPr>
              <a:lvl3pPr algn="ctr">
                <a:defRPr sz="847" b="0">
                  <a:solidFill>
                    <a:srgbClr val="000000"/>
                  </a:solidFill>
                  <a:latin typeface="Arial"/>
                  <a:ea typeface="Arial"/>
                  <a:cs typeface="Arial"/>
                </a:defRPr>
              </a:lvl3pPr>
              <a:lvl4pPr algn="ctr">
                <a:defRPr sz="847" b="0">
                  <a:solidFill>
                    <a:srgbClr val="000000"/>
                  </a:solidFill>
                  <a:latin typeface="Arial"/>
                  <a:ea typeface="Arial"/>
                  <a:cs typeface="Arial"/>
                </a:defRPr>
              </a:lvl4pPr>
              <a:lvl5pPr algn="ctr">
                <a:defRPr sz="847" b="0">
                  <a:solidFill>
                    <a:srgbClr val="000000"/>
                  </a:solidFill>
                  <a:latin typeface="Arial"/>
                  <a:ea typeface="Arial"/>
                  <a:cs typeface="Arial"/>
                </a:defRPr>
              </a:lvl5pPr>
              <a:lvl6pPr algn="ctr">
                <a:defRPr sz="847" b="0">
                  <a:solidFill>
                    <a:srgbClr val="000000"/>
                  </a:solidFill>
                  <a:latin typeface="Arial"/>
                  <a:ea typeface="Arial"/>
                  <a:cs typeface="Arial"/>
                </a:defRPr>
              </a:lvl6pPr>
              <a:lvl7pPr algn="ctr">
                <a:defRPr sz="847" b="0">
                  <a:solidFill>
                    <a:srgbClr val="000000"/>
                  </a:solidFill>
                  <a:latin typeface="Arial"/>
                  <a:ea typeface="Arial"/>
                  <a:cs typeface="Arial"/>
                </a:defRPr>
              </a:lvl7pPr>
              <a:lvl8pPr algn="ctr">
                <a:defRPr sz="847" b="0">
                  <a:solidFill>
                    <a:srgbClr val="000000"/>
                  </a:solidFill>
                  <a:latin typeface="Arial"/>
                  <a:ea typeface="Arial"/>
                  <a:cs typeface="Arial"/>
                </a:defRPr>
              </a:lvl8pPr>
              <a:lvl9pPr algn="ctr">
                <a:defRPr sz="847" b="0">
                  <a:solidFill>
                    <a:srgbClr val="000000"/>
                  </a:solidFill>
                  <a:latin typeface="Arial"/>
                  <a:ea typeface="Arial"/>
                  <a:cs typeface="Arial"/>
                </a:defRPr>
              </a:lvl9pPr>
            </a:lstStyle>
            <a:p>
              <a:pPr algn="ctr">
                <a:defRPr sz="847" b="0">
                  <a:solidFill>
                    <a:srgbClr val="000000"/>
                  </a:solidFill>
                  <a:latin typeface="Arial"/>
                  <a:ea typeface="Arial"/>
                  <a:cs typeface="Arial"/>
                </a:defRPr>
              </a:pPr>
              <a:r>
                <a:rPr sz="847" b="0">
                  <a:solidFill>
                    <a:srgbClr val="000000"/>
                  </a:solidFill>
                  <a:latin typeface="Arial"/>
                  <a:ea typeface="Arial"/>
                  <a:cs typeface="Arial"/>
                </a:rPr>
                <a:t>Dec 31</a:t>
              </a:r>
            </a:p>
          </p:txBody>
        </p:sp>
        <p:sp>
          <p:nvSpPr>
            <p:cNvPr id="39" name="text_038">
              <a:extLst>
                <a:ext uri="{FF2B5EF4-FFF2-40B4-BE49-F238E27FC236}">
                  <ns2:creationId id="{122F8E18-DA1F-42DE-A188-CF0DD9292185}"/>
                </a:ext>
              </a:extLst>
            </p:cNvPr>
            <p:cNvSpPr>
              <a:spLocks noGrp="1"/>
            </p:cNvSpPr>
            <p:nvPr/>
          </p:nvSpPr>
          <p:spPr>
            <a:xfrm rot="0">
              <a:off x="762000" y="4867275"/>
              <a:ext cx="4953000" cy="209550"/>
            </a:xfrm>
            <a:prstGeom prst="rect">
              <a:avLst/>
            </a:prstGeom>
            <a:noFill/>
            <a:ln w="0">
              <a:noFill/>
              <a:prstDash val="solid"/>
            </a:ln>
          </p:spPr>
          <p:txBody>
            <a:bodyPr wrap="none" lIns="0" tIns="0" rIns="0" bIns="0" anchor="t">
              <a:noAutofit/>
            </a:bodyPr>
            <a:lstStyle>
              <a:defPPr algn="ctr">
                <a:defRPr sz="904" b="0">
                  <a:solidFill>
                    <a:srgbClr val="000000"/>
                  </a:solidFill>
                  <a:latin typeface="Arial"/>
                  <a:ea typeface="Arial"/>
                  <a:cs typeface="Arial"/>
                </a:defRPr>
              </a:defPPr>
              <a:lvl1pPr algn="ctr">
                <a:defRPr sz="904" b="0">
                  <a:solidFill>
                    <a:srgbClr val="000000"/>
                  </a:solidFill>
                  <a:latin typeface="Arial"/>
                  <a:ea typeface="Arial"/>
                  <a:cs typeface="Arial"/>
                </a:defRPr>
              </a:lvl1pPr>
              <a:lvl2pPr algn="ctr">
                <a:defRPr sz="904" b="0">
                  <a:solidFill>
                    <a:srgbClr val="000000"/>
                  </a:solidFill>
                  <a:latin typeface="Arial"/>
                  <a:ea typeface="Arial"/>
                  <a:cs typeface="Arial"/>
                </a:defRPr>
              </a:lvl2pPr>
              <a:lvl3pPr algn="ctr">
                <a:defRPr sz="904" b="0">
                  <a:solidFill>
                    <a:srgbClr val="000000"/>
                  </a:solidFill>
                  <a:latin typeface="Arial"/>
                  <a:ea typeface="Arial"/>
                  <a:cs typeface="Arial"/>
                </a:defRPr>
              </a:lvl3pPr>
              <a:lvl4pPr algn="ctr">
                <a:defRPr sz="904" b="0">
                  <a:solidFill>
                    <a:srgbClr val="000000"/>
                  </a:solidFill>
                  <a:latin typeface="Arial"/>
                  <a:ea typeface="Arial"/>
                  <a:cs typeface="Arial"/>
                </a:defRPr>
              </a:lvl4pPr>
              <a:lvl5pPr algn="ctr">
                <a:defRPr sz="904" b="0">
                  <a:solidFill>
                    <a:srgbClr val="000000"/>
                  </a:solidFill>
                  <a:latin typeface="Arial"/>
                  <a:ea typeface="Arial"/>
                  <a:cs typeface="Arial"/>
                </a:defRPr>
              </a:lvl5pPr>
              <a:lvl6pPr algn="ctr">
                <a:defRPr sz="904" b="0">
                  <a:solidFill>
                    <a:srgbClr val="000000"/>
                  </a:solidFill>
                  <a:latin typeface="Arial"/>
                  <a:ea typeface="Arial"/>
                  <a:cs typeface="Arial"/>
                </a:defRPr>
              </a:lvl6pPr>
              <a:lvl7pPr algn="ctr">
                <a:defRPr sz="904" b="0">
                  <a:solidFill>
                    <a:srgbClr val="000000"/>
                  </a:solidFill>
                  <a:latin typeface="Arial"/>
                  <a:ea typeface="Arial"/>
                  <a:cs typeface="Arial"/>
                </a:defRPr>
              </a:lvl7pPr>
              <a:lvl8pPr algn="ctr">
                <a:defRPr sz="904" b="0">
                  <a:solidFill>
                    <a:srgbClr val="000000"/>
                  </a:solidFill>
                  <a:latin typeface="Arial"/>
                  <a:ea typeface="Arial"/>
                  <a:cs typeface="Arial"/>
                </a:defRPr>
              </a:lvl8pPr>
              <a:lvl9pPr algn="ctr">
                <a:defRPr sz="904" b="0">
                  <a:solidFill>
                    <a:srgbClr val="000000"/>
                  </a:solidFill>
                  <a:latin typeface="Arial"/>
                  <a:ea typeface="Arial"/>
                  <a:cs typeface="Arial"/>
                </a:defRPr>
              </a:lvl9pPr>
            </a:lstStyle>
            <a:p>
              <a:pPr algn="ctr">
                <a:defRPr sz="904" b="0">
                  <a:solidFill>
                    <a:srgbClr val="000000"/>
                  </a:solidFill>
                  <a:latin typeface="Arial"/>
                  <a:ea typeface="Arial"/>
                  <a:cs typeface="Arial"/>
                </a:defRPr>
              </a:pPr>
              <a:r>
                <a:rPr sz="904" b="0">
                  <a:solidFill>
                    <a:srgbClr val="000000"/>
                  </a:solidFill>
                  <a:latin typeface="Arial"/>
                  <a:ea typeface="Arial"/>
                  <a:cs typeface="Arial"/>
                </a:rPr>
                <a:t>2000 date</a:t>
              </a:r>
            </a:p>
          </p:txBody>
        </p:sp>
        <p:sp>
          <p:nvSpPr>
            <p:cNvPr id="40" name="text_039">
              <a:extLst>
                <a:ext uri="{FF2B5EF4-FFF2-40B4-BE49-F238E27FC236}">
                  <ns2:creationId id="{1D861875-7CC0-4B5C-B46D-7F2A865B810F}"/>
                </a:ext>
              </a:extLst>
            </p:cNvPr>
            <p:cNvSpPr>
              <a:spLocks noGrp="1"/>
            </p:cNvSpPr>
            <p:nvPr/>
          </p:nvSpPr>
          <p:spPr>
            <a:xfrm rot="0">
              <a:off x="6762750" y="2990850"/>
              <a:ext cx="4953000" cy="238125"/>
            </a:xfrm>
            <a:prstGeom prst="rect">
              <a:avLst/>
            </a:prstGeom>
            <a:noFill/>
            <a:ln w="0">
              <a:noFill/>
              <a:prstDash val="solid"/>
            </a:ln>
          </p:spPr>
          <p:txBody>
            <a:bodyPr wrap="none" lIns="0" tIns="0" rIns="0" bIns="0" anchor="t">
              <a:noAutofit/>
            </a:bodyPr>
            <a:lstStyle>
              <a:defPPr algn="l">
                <a:defRPr sz="1073" b="1">
                  <a:solidFill>
                    <a:srgbClr val="000000"/>
                  </a:solidFill>
                  <a:latin typeface="Arial"/>
                  <a:ea typeface="Arial"/>
                  <a:cs typeface="Arial"/>
                </a:defRPr>
              </a:defPPr>
              <a:lvl1pPr algn="l">
                <a:defRPr sz="1073" b="1">
                  <a:solidFill>
                    <a:srgbClr val="000000"/>
                  </a:solidFill>
                  <a:latin typeface="Arial"/>
                  <a:ea typeface="Arial"/>
                  <a:cs typeface="Arial"/>
                </a:defRPr>
              </a:lvl1pPr>
              <a:lvl2pPr algn="l">
                <a:defRPr sz="1073" b="1">
                  <a:solidFill>
                    <a:srgbClr val="000000"/>
                  </a:solidFill>
                  <a:latin typeface="Arial"/>
                  <a:ea typeface="Arial"/>
                  <a:cs typeface="Arial"/>
                </a:defRPr>
              </a:lvl2pPr>
              <a:lvl3pPr algn="l">
                <a:defRPr sz="1073" b="1">
                  <a:solidFill>
                    <a:srgbClr val="000000"/>
                  </a:solidFill>
                  <a:latin typeface="Arial"/>
                  <a:ea typeface="Arial"/>
                  <a:cs typeface="Arial"/>
                </a:defRPr>
              </a:lvl3pPr>
              <a:lvl4pPr algn="l">
                <a:defRPr sz="1073" b="1">
                  <a:solidFill>
                    <a:srgbClr val="000000"/>
                  </a:solidFill>
                  <a:latin typeface="Arial"/>
                  <a:ea typeface="Arial"/>
                  <a:cs typeface="Arial"/>
                </a:defRPr>
              </a:lvl4pPr>
              <a:lvl5pPr algn="l">
                <a:defRPr sz="1073" b="1">
                  <a:solidFill>
                    <a:srgbClr val="000000"/>
                  </a:solidFill>
                  <a:latin typeface="Arial"/>
                  <a:ea typeface="Arial"/>
                  <a:cs typeface="Arial"/>
                </a:defRPr>
              </a:lvl5pPr>
              <a:lvl6pPr algn="l">
                <a:defRPr sz="1073" b="1">
                  <a:solidFill>
                    <a:srgbClr val="000000"/>
                  </a:solidFill>
                  <a:latin typeface="Arial"/>
                  <a:ea typeface="Arial"/>
                  <a:cs typeface="Arial"/>
                </a:defRPr>
              </a:lvl6pPr>
              <a:lvl7pPr algn="l">
                <a:defRPr sz="1073" b="1">
                  <a:solidFill>
                    <a:srgbClr val="000000"/>
                  </a:solidFill>
                  <a:latin typeface="Arial"/>
                  <a:ea typeface="Arial"/>
                  <a:cs typeface="Arial"/>
                </a:defRPr>
              </a:lvl7pPr>
              <a:lvl8pPr algn="l">
                <a:defRPr sz="1073" b="1">
                  <a:solidFill>
                    <a:srgbClr val="000000"/>
                  </a:solidFill>
                  <a:latin typeface="Arial"/>
                  <a:ea typeface="Arial"/>
                  <a:cs typeface="Arial"/>
                </a:defRPr>
              </a:lvl8pPr>
              <a:lvl9pPr algn="l">
                <a:defRPr sz="1073" b="1">
                  <a:solidFill>
                    <a:srgbClr val="000000"/>
                  </a:solidFill>
                  <a:latin typeface="Arial"/>
                  <a:ea typeface="Arial"/>
                  <a:cs typeface="Arial"/>
                </a:defRPr>
              </a:lvl9pPr>
            </a:lstStyle>
            <a:p>
              <a:pPr algn="l">
                <a:defRPr sz="1073" b="1">
                  <a:solidFill>
                    <a:srgbClr val="000000"/>
                  </a:solidFill>
                  <a:latin typeface="Arial"/>
                  <a:ea typeface="Arial"/>
                  <a:cs typeface="Arial"/>
                </a:defRPr>
              </a:pPr>
              <a:r>
                <a:rPr sz="1073" b="1">
                  <a:solidFill>
                    <a:srgbClr val="000000"/>
                  </a:solidFill>
                  <a:latin typeface="Arial"/>
                  <a:ea typeface="Arial"/>
                  <a:cs typeface="Arial"/>
                </a:rPr>
                <a:t>RG-MTM-R20</a:t>
              </a:r>
            </a:p>
          </p:txBody>
        </p:sp>
        <p:pic>
          <p:nvPicPr>
            <p:cNvPr id="41" name="">
              <a:extLst>
                <a:ext uri="{FF2B5EF4-FFF2-40B4-BE49-F238E27FC236}">
                  <ns2:creationId id="{9DE111E0-AF46-48E3-A812-F2B0925BC5B1}"/>
                </a:ext>
              </a:extLst>
            </p:cNvPr>
            <p:cNvPicPr>
              <a:picLocks noChangeAspect="1"/>
            </p:cNvPicPr>
            <p:nvPr/>
          </p:nvPicPr>
          <p:blipFill>
            <a:blip r:embed="R3b64e699ba19403d"/>
            <a:stretch/>
          </p:blipFill>
          <p:spPr>
            <a:xfrm>
              <a:off x="6762750" y="3257563"/>
              <a:ext cx="4953000" cy="1333475"/>
            </a:xfrm>
            <a:prstGeom prst="rect">
              <a:avLst/>
            </a:prstGeom>
          </p:spPr>
        </p:pic>
        <p:sp>
          <p:nvSpPr>
            <p:cNvPr id="42" name="rect_041">
              <a:extLst>
                <a:ext uri="{FF2B5EF4-FFF2-40B4-BE49-F238E27FC236}">
                  <ns2:creationId id="{4F21F3B3-E3A8-4BFF-A4FA-16ACE4628F80}"/>
                </a:ext>
              </a:extLst>
            </p:cNvPr>
            <p:cNvSpPr>
              <a:spLocks noGrp="1"/>
            </p:cNvSpPr>
            <p:nvPr/>
          </p:nvSpPr>
          <p:spPr>
            <a:xfrm rot="0">
              <a:off x="6762750" y="3257550"/>
              <a:ext cx="4953000" cy="1333500"/>
            </a:xfrm>
            <a:prstGeom prst="rect">
              <a:avLst/>
            </a:prstGeom>
            <a:noFill/>
            <a:ln w="5021">
              <a:solidFill>
                <a:srgbClr val="7B8790"/>
              </a:solidFill>
              <a:prstDash val="solid"/>
            </a:ln>
          </p:spPr>
        </p:sp>
        <p:sp>
          <p:nvSpPr>
            <p:cNvPr id="43" name="text_042">
              <a:extLst>
                <a:ext uri="{FF2B5EF4-FFF2-40B4-BE49-F238E27FC236}">
                  <ns2:creationId id="{C6685036-FC46-4C51-81DF-CCE1B93DEEAA}"/>
                </a:ext>
              </a:extLst>
            </p:cNvPr>
            <p:cNvSpPr>
              <a:spLocks noGrp="1"/>
            </p:cNvSpPr>
            <p:nvPr/>
          </p:nvSpPr>
          <p:spPr>
            <a:xfrm rot="0">
              <a:off x="6353175" y="4505325"/>
              <a:ext cx="333375" cy="209550"/>
            </a:xfrm>
            <a:prstGeom prst="rect">
              <a:avLst/>
            </a:prstGeom>
            <a:noFill/>
            <a:ln w="0">
              <a:noFill/>
              <a:prstDash val="solid"/>
            </a:ln>
          </p:spPr>
          <p:txBody>
            <a:bodyPr wrap="none" lIns="0" tIns="0" rIns="0" bIns="0" anchor="t">
              <a:noAutofit/>
            </a:bodyPr>
            <a:lstStyle>
              <a:defPPr algn="r">
                <a:defRPr sz="904" b="0">
                  <a:solidFill>
                    <a:srgbClr val="000000"/>
                  </a:solidFill>
                  <a:latin typeface="Arial"/>
                  <a:ea typeface="Arial"/>
                  <a:cs typeface="Arial"/>
                </a:defRPr>
              </a:defPPr>
              <a:lvl1pPr algn="r">
                <a:defRPr sz="904" b="0">
                  <a:solidFill>
                    <a:srgbClr val="000000"/>
                  </a:solidFill>
                  <a:latin typeface="Arial"/>
                  <a:ea typeface="Arial"/>
                  <a:cs typeface="Arial"/>
                </a:defRPr>
              </a:lvl1pPr>
              <a:lvl2pPr algn="r">
                <a:defRPr sz="904" b="0">
                  <a:solidFill>
                    <a:srgbClr val="000000"/>
                  </a:solidFill>
                  <a:latin typeface="Arial"/>
                  <a:ea typeface="Arial"/>
                  <a:cs typeface="Arial"/>
                </a:defRPr>
              </a:lvl2pPr>
              <a:lvl3pPr algn="r">
                <a:defRPr sz="904" b="0">
                  <a:solidFill>
                    <a:srgbClr val="000000"/>
                  </a:solidFill>
                  <a:latin typeface="Arial"/>
                  <a:ea typeface="Arial"/>
                  <a:cs typeface="Arial"/>
                </a:defRPr>
              </a:lvl3pPr>
              <a:lvl4pPr algn="r">
                <a:defRPr sz="904" b="0">
                  <a:solidFill>
                    <a:srgbClr val="000000"/>
                  </a:solidFill>
                  <a:latin typeface="Arial"/>
                  <a:ea typeface="Arial"/>
                  <a:cs typeface="Arial"/>
                </a:defRPr>
              </a:lvl4pPr>
              <a:lvl5pPr algn="r">
                <a:defRPr sz="904" b="0">
                  <a:solidFill>
                    <a:srgbClr val="000000"/>
                  </a:solidFill>
                  <a:latin typeface="Arial"/>
                  <a:ea typeface="Arial"/>
                  <a:cs typeface="Arial"/>
                </a:defRPr>
              </a:lvl5pPr>
              <a:lvl6pPr algn="r">
                <a:defRPr sz="904" b="0">
                  <a:solidFill>
                    <a:srgbClr val="000000"/>
                  </a:solidFill>
                  <a:latin typeface="Arial"/>
                  <a:ea typeface="Arial"/>
                  <a:cs typeface="Arial"/>
                </a:defRPr>
              </a:lvl6pPr>
              <a:lvl7pPr algn="r">
                <a:defRPr sz="904" b="0">
                  <a:solidFill>
                    <a:srgbClr val="000000"/>
                  </a:solidFill>
                  <a:latin typeface="Arial"/>
                  <a:ea typeface="Arial"/>
                  <a:cs typeface="Arial"/>
                </a:defRPr>
              </a:lvl7pPr>
              <a:lvl8pPr algn="r">
                <a:defRPr sz="904" b="0">
                  <a:solidFill>
                    <a:srgbClr val="000000"/>
                  </a:solidFill>
                  <a:latin typeface="Arial"/>
                  <a:ea typeface="Arial"/>
                  <a:cs typeface="Arial"/>
                </a:defRPr>
              </a:lvl8pPr>
              <a:lvl9pPr algn="r">
                <a:defRPr sz="904" b="0">
                  <a:solidFill>
                    <a:srgbClr val="000000"/>
                  </a:solidFill>
                  <a:latin typeface="Arial"/>
                  <a:ea typeface="Arial"/>
                  <a:cs typeface="Arial"/>
                </a:defRPr>
              </a:lvl9pPr>
            </a:lstStyle>
            <a:p>
              <a:pPr algn="r">
                <a:defRPr sz="904" b="0">
                  <a:solidFill>
                    <a:srgbClr val="000000"/>
                  </a:solidFill>
                  <a:latin typeface="Arial"/>
                  <a:ea typeface="Arial"/>
                  <a:cs typeface="Arial"/>
                </a:defRPr>
              </a:pPr>
              <a:r>
                <a:rPr sz="904" b="0">
                  <a:solidFill>
                    <a:srgbClr val="000000"/>
                  </a:solidFill>
                  <a:latin typeface="Arial"/>
                  <a:ea typeface="Arial"/>
                  <a:cs typeface="Arial"/>
                </a:rPr>
                <a:t>0</a:t>
              </a:r>
            </a:p>
          </p:txBody>
        </p:sp>
        <p:sp>
          <p:nvSpPr>
            <p:cNvPr id="44" name="text_043">
              <a:extLst>
                <a:ext uri="{FF2B5EF4-FFF2-40B4-BE49-F238E27FC236}">
                  <ns2:creationId id="{81FE8D56-6CBD-43F6-9E34-FABEF158D2CF}"/>
                </a:ext>
              </a:extLst>
            </p:cNvPr>
            <p:cNvSpPr>
              <a:spLocks noGrp="1"/>
            </p:cNvSpPr>
            <p:nvPr/>
          </p:nvSpPr>
          <p:spPr>
            <a:xfrm rot="0">
              <a:off x="6353175" y="3838575"/>
              <a:ext cx="333375" cy="209550"/>
            </a:xfrm>
            <a:prstGeom prst="rect">
              <a:avLst/>
            </a:prstGeom>
            <a:noFill/>
            <a:ln w="0">
              <a:noFill/>
              <a:prstDash val="solid"/>
            </a:ln>
          </p:spPr>
          <p:txBody>
            <a:bodyPr wrap="none" lIns="0" tIns="0" rIns="0" bIns="0" anchor="t">
              <a:noAutofit/>
            </a:bodyPr>
            <a:lstStyle>
              <a:defPPr algn="r">
                <a:defRPr sz="904" b="0">
                  <a:solidFill>
                    <a:srgbClr val="000000"/>
                  </a:solidFill>
                  <a:latin typeface="Arial"/>
                  <a:ea typeface="Arial"/>
                  <a:cs typeface="Arial"/>
                </a:defRPr>
              </a:defPPr>
              <a:lvl1pPr algn="r">
                <a:defRPr sz="904" b="0">
                  <a:solidFill>
                    <a:srgbClr val="000000"/>
                  </a:solidFill>
                  <a:latin typeface="Arial"/>
                  <a:ea typeface="Arial"/>
                  <a:cs typeface="Arial"/>
                </a:defRPr>
              </a:lvl1pPr>
              <a:lvl2pPr algn="r">
                <a:defRPr sz="904" b="0">
                  <a:solidFill>
                    <a:srgbClr val="000000"/>
                  </a:solidFill>
                  <a:latin typeface="Arial"/>
                  <a:ea typeface="Arial"/>
                  <a:cs typeface="Arial"/>
                </a:defRPr>
              </a:lvl2pPr>
              <a:lvl3pPr algn="r">
                <a:defRPr sz="904" b="0">
                  <a:solidFill>
                    <a:srgbClr val="000000"/>
                  </a:solidFill>
                  <a:latin typeface="Arial"/>
                  <a:ea typeface="Arial"/>
                  <a:cs typeface="Arial"/>
                </a:defRPr>
              </a:lvl3pPr>
              <a:lvl4pPr algn="r">
                <a:defRPr sz="904" b="0">
                  <a:solidFill>
                    <a:srgbClr val="000000"/>
                  </a:solidFill>
                  <a:latin typeface="Arial"/>
                  <a:ea typeface="Arial"/>
                  <a:cs typeface="Arial"/>
                </a:defRPr>
              </a:lvl4pPr>
              <a:lvl5pPr algn="r">
                <a:defRPr sz="904" b="0">
                  <a:solidFill>
                    <a:srgbClr val="000000"/>
                  </a:solidFill>
                  <a:latin typeface="Arial"/>
                  <a:ea typeface="Arial"/>
                  <a:cs typeface="Arial"/>
                </a:defRPr>
              </a:lvl5pPr>
              <a:lvl6pPr algn="r">
                <a:defRPr sz="904" b="0">
                  <a:solidFill>
                    <a:srgbClr val="000000"/>
                  </a:solidFill>
                  <a:latin typeface="Arial"/>
                  <a:ea typeface="Arial"/>
                  <a:cs typeface="Arial"/>
                </a:defRPr>
              </a:lvl6pPr>
              <a:lvl7pPr algn="r">
                <a:defRPr sz="904" b="0">
                  <a:solidFill>
                    <a:srgbClr val="000000"/>
                  </a:solidFill>
                  <a:latin typeface="Arial"/>
                  <a:ea typeface="Arial"/>
                  <a:cs typeface="Arial"/>
                </a:defRPr>
              </a:lvl7pPr>
              <a:lvl8pPr algn="r">
                <a:defRPr sz="904" b="0">
                  <a:solidFill>
                    <a:srgbClr val="000000"/>
                  </a:solidFill>
                  <a:latin typeface="Arial"/>
                  <a:ea typeface="Arial"/>
                  <a:cs typeface="Arial"/>
                </a:defRPr>
              </a:lvl8pPr>
              <a:lvl9pPr algn="r">
                <a:defRPr sz="904" b="0">
                  <a:solidFill>
                    <a:srgbClr val="000000"/>
                  </a:solidFill>
                  <a:latin typeface="Arial"/>
                  <a:ea typeface="Arial"/>
                  <a:cs typeface="Arial"/>
                </a:defRPr>
              </a:lvl9pPr>
            </a:lstStyle>
            <a:p>
              <a:pPr algn="r">
                <a:defRPr sz="904" b="0">
                  <a:solidFill>
                    <a:srgbClr val="000000"/>
                  </a:solidFill>
                  <a:latin typeface="Arial"/>
                  <a:ea typeface="Arial"/>
                  <a:cs typeface="Arial"/>
                </a:defRPr>
              </a:pPr>
              <a:r>
                <a:rPr sz="904" b="0">
                  <a:solidFill>
                    <a:srgbClr val="000000"/>
                  </a:solidFill>
                  <a:latin typeface="Arial"/>
                  <a:ea typeface="Arial"/>
                  <a:cs typeface="Arial"/>
                </a:rPr>
                <a:t>0.5</a:t>
              </a:r>
            </a:p>
          </p:txBody>
        </p:sp>
        <p:sp>
          <p:nvSpPr>
            <p:cNvPr id="45" name="text_044">
              <a:extLst>
                <a:ext uri="{FF2B5EF4-FFF2-40B4-BE49-F238E27FC236}">
                  <ns2:creationId id="{3F92BD1A-186A-4574-AE15-901687F3553D}"/>
                </a:ext>
              </a:extLst>
            </p:cNvPr>
            <p:cNvSpPr>
              <a:spLocks noGrp="1"/>
            </p:cNvSpPr>
            <p:nvPr/>
          </p:nvSpPr>
          <p:spPr>
            <a:xfrm rot="0">
              <a:off x="6353175" y="3171825"/>
              <a:ext cx="333375" cy="209550"/>
            </a:xfrm>
            <a:prstGeom prst="rect">
              <a:avLst/>
            </a:prstGeom>
            <a:noFill/>
            <a:ln w="0">
              <a:noFill/>
              <a:prstDash val="solid"/>
            </a:ln>
          </p:spPr>
          <p:txBody>
            <a:bodyPr wrap="none" lIns="0" tIns="0" rIns="0" bIns="0" anchor="t">
              <a:noAutofit/>
            </a:bodyPr>
            <a:lstStyle>
              <a:defPPr algn="r">
                <a:defRPr sz="904" b="0">
                  <a:solidFill>
                    <a:srgbClr val="000000"/>
                  </a:solidFill>
                  <a:latin typeface="Arial"/>
                  <a:ea typeface="Arial"/>
                  <a:cs typeface="Arial"/>
                </a:defRPr>
              </a:defPPr>
              <a:lvl1pPr algn="r">
                <a:defRPr sz="904" b="0">
                  <a:solidFill>
                    <a:srgbClr val="000000"/>
                  </a:solidFill>
                  <a:latin typeface="Arial"/>
                  <a:ea typeface="Arial"/>
                  <a:cs typeface="Arial"/>
                </a:defRPr>
              </a:lvl1pPr>
              <a:lvl2pPr algn="r">
                <a:defRPr sz="904" b="0">
                  <a:solidFill>
                    <a:srgbClr val="000000"/>
                  </a:solidFill>
                  <a:latin typeface="Arial"/>
                  <a:ea typeface="Arial"/>
                  <a:cs typeface="Arial"/>
                </a:defRPr>
              </a:lvl2pPr>
              <a:lvl3pPr algn="r">
                <a:defRPr sz="904" b="0">
                  <a:solidFill>
                    <a:srgbClr val="000000"/>
                  </a:solidFill>
                  <a:latin typeface="Arial"/>
                  <a:ea typeface="Arial"/>
                  <a:cs typeface="Arial"/>
                </a:defRPr>
              </a:lvl3pPr>
              <a:lvl4pPr algn="r">
                <a:defRPr sz="904" b="0">
                  <a:solidFill>
                    <a:srgbClr val="000000"/>
                  </a:solidFill>
                  <a:latin typeface="Arial"/>
                  <a:ea typeface="Arial"/>
                  <a:cs typeface="Arial"/>
                </a:defRPr>
              </a:lvl4pPr>
              <a:lvl5pPr algn="r">
                <a:defRPr sz="904" b="0">
                  <a:solidFill>
                    <a:srgbClr val="000000"/>
                  </a:solidFill>
                  <a:latin typeface="Arial"/>
                  <a:ea typeface="Arial"/>
                  <a:cs typeface="Arial"/>
                </a:defRPr>
              </a:lvl5pPr>
              <a:lvl6pPr algn="r">
                <a:defRPr sz="904" b="0">
                  <a:solidFill>
                    <a:srgbClr val="000000"/>
                  </a:solidFill>
                  <a:latin typeface="Arial"/>
                  <a:ea typeface="Arial"/>
                  <a:cs typeface="Arial"/>
                </a:defRPr>
              </a:lvl6pPr>
              <a:lvl7pPr algn="r">
                <a:defRPr sz="904" b="0">
                  <a:solidFill>
                    <a:srgbClr val="000000"/>
                  </a:solidFill>
                  <a:latin typeface="Arial"/>
                  <a:ea typeface="Arial"/>
                  <a:cs typeface="Arial"/>
                </a:defRPr>
              </a:lvl7pPr>
              <a:lvl8pPr algn="r">
                <a:defRPr sz="904" b="0">
                  <a:solidFill>
                    <a:srgbClr val="000000"/>
                  </a:solidFill>
                  <a:latin typeface="Arial"/>
                  <a:ea typeface="Arial"/>
                  <a:cs typeface="Arial"/>
                </a:defRPr>
              </a:lvl8pPr>
              <a:lvl9pPr algn="r">
                <a:defRPr sz="904" b="0">
                  <a:solidFill>
                    <a:srgbClr val="000000"/>
                  </a:solidFill>
                  <a:latin typeface="Arial"/>
                  <a:ea typeface="Arial"/>
                  <a:cs typeface="Arial"/>
                </a:defRPr>
              </a:lvl9pPr>
            </a:lstStyle>
            <a:p>
              <a:pPr algn="r">
                <a:defRPr sz="904" b="0">
                  <a:solidFill>
                    <a:srgbClr val="000000"/>
                  </a:solidFill>
                  <a:latin typeface="Arial"/>
                  <a:ea typeface="Arial"/>
                  <a:cs typeface="Arial"/>
                </a:defRPr>
              </a:pPr>
              <a:r>
                <a:rPr sz="904" b="0">
                  <a:solidFill>
                    <a:srgbClr val="000000"/>
                  </a:solidFill>
                  <a:latin typeface="Arial"/>
                  <a:ea typeface="Arial"/>
                  <a:cs typeface="Arial"/>
                </a:rPr>
                <a:t>1</a:t>
              </a:r>
            </a:p>
          </p:txBody>
        </p:sp>
        <p:sp>
          <p:nvSpPr>
            <p:cNvPr id="46" name="text_045">
              <a:extLst>
                <a:ext uri="{FF2B5EF4-FFF2-40B4-BE49-F238E27FC236}">
                  <ns2:creationId id="{73740261-7581-436E-B120-5AD0847DE566}"/>
                </a:ext>
              </a:extLst>
            </p:cNvPr>
            <p:cNvSpPr>
              <a:spLocks noGrp="1"/>
            </p:cNvSpPr>
            <p:nvPr/>
          </p:nvSpPr>
          <p:spPr>
            <a:xfrm rot="0">
              <a:off x="6464716" y="4638675"/>
              <a:ext cx="609600" cy="209550"/>
            </a:xfrm>
            <a:prstGeom prst="rect">
              <a:avLst/>
            </a:prstGeom>
            <a:noFill/>
            <a:ln w="0">
              <a:noFill/>
              <a:prstDash val="solid"/>
            </a:ln>
          </p:spPr>
          <p:txBody>
            <a:bodyPr wrap="none" lIns="0" tIns="0" rIns="0" bIns="0" anchor="t">
              <a:noAutofit/>
            </a:bodyPr>
            <a:lstStyle>
              <a:defPPr algn="ctr">
                <a:defRPr sz="847" b="0">
                  <a:solidFill>
                    <a:srgbClr val="000000"/>
                  </a:solidFill>
                  <a:latin typeface="Arial"/>
                  <a:ea typeface="Arial"/>
                  <a:cs typeface="Arial"/>
                </a:defRPr>
              </a:defPPr>
              <a:lvl1pPr algn="ctr">
                <a:defRPr sz="847" b="0">
                  <a:solidFill>
                    <a:srgbClr val="000000"/>
                  </a:solidFill>
                  <a:latin typeface="Arial"/>
                  <a:ea typeface="Arial"/>
                  <a:cs typeface="Arial"/>
                </a:defRPr>
              </a:lvl1pPr>
              <a:lvl2pPr algn="ctr">
                <a:defRPr sz="847" b="0">
                  <a:solidFill>
                    <a:srgbClr val="000000"/>
                  </a:solidFill>
                  <a:latin typeface="Arial"/>
                  <a:ea typeface="Arial"/>
                  <a:cs typeface="Arial"/>
                </a:defRPr>
              </a:lvl2pPr>
              <a:lvl3pPr algn="ctr">
                <a:defRPr sz="847" b="0">
                  <a:solidFill>
                    <a:srgbClr val="000000"/>
                  </a:solidFill>
                  <a:latin typeface="Arial"/>
                  <a:ea typeface="Arial"/>
                  <a:cs typeface="Arial"/>
                </a:defRPr>
              </a:lvl3pPr>
              <a:lvl4pPr algn="ctr">
                <a:defRPr sz="847" b="0">
                  <a:solidFill>
                    <a:srgbClr val="000000"/>
                  </a:solidFill>
                  <a:latin typeface="Arial"/>
                  <a:ea typeface="Arial"/>
                  <a:cs typeface="Arial"/>
                </a:defRPr>
              </a:lvl4pPr>
              <a:lvl5pPr algn="ctr">
                <a:defRPr sz="847" b="0">
                  <a:solidFill>
                    <a:srgbClr val="000000"/>
                  </a:solidFill>
                  <a:latin typeface="Arial"/>
                  <a:ea typeface="Arial"/>
                  <a:cs typeface="Arial"/>
                </a:defRPr>
              </a:lvl5pPr>
              <a:lvl6pPr algn="ctr">
                <a:defRPr sz="847" b="0">
                  <a:solidFill>
                    <a:srgbClr val="000000"/>
                  </a:solidFill>
                  <a:latin typeface="Arial"/>
                  <a:ea typeface="Arial"/>
                  <a:cs typeface="Arial"/>
                </a:defRPr>
              </a:lvl6pPr>
              <a:lvl7pPr algn="ctr">
                <a:defRPr sz="847" b="0">
                  <a:solidFill>
                    <a:srgbClr val="000000"/>
                  </a:solidFill>
                  <a:latin typeface="Arial"/>
                  <a:ea typeface="Arial"/>
                  <a:cs typeface="Arial"/>
                </a:defRPr>
              </a:lvl7pPr>
              <a:lvl8pPr algn="ctr">
                <a:defRPr sz="847" b="0">
                  <a:solidFill>
                    <a:srgbClr val="000000"/>
                  </a:solidFill>
                  <a:latin typeface="Arial"/>
                  <a:ea typeface="Arial"/>
                  <a:cs typeface="Arial"/>
                </a:defRPr>
              </a:lvl8pPr>
              <a:lvl9pPr algn="ctr">
                <a:defRPr sz="847" b="0">
                  <a:solidFill>
                    <a:srgbClr val="000000"/>
                  </a:solidFill>
                  <a:latin typeface="Arial"/>
                  <a:ea typeface="Arial"/>
                  <a:cs typeface="Arial"/>
                </a:defRPr>
              </a:lvl9pPr>
            </a:lstStyle>
            <a:p>
              <a:pPr algn="ctr">
                <a:defRPr sz="847" b="0">
                  <a:solidFill>
                    <a:srgbClr val="000000"/>
                  </a:solidFill>
                  <a:latin typeface="Arial"/>
                  <a:ea typeface="Arial"/>
                  <a:cs typeface="Arial"/>
                </a:defRPr>
              </a:pPr>
              <a:r>
                <a:rPr sz="847" b="0">
                  <a:solidFill>
                    <a:srgbClr val="000000"/>
                  </a:solidFill>
                  <a:latin typeface="Arial"/>
                  <a:ea typeface="Arial"/>
                  <a:cs typeface="Arial"/>
                </a:rPr>
                <a:t>Jan 1</a:t>
              </a:r>
            </a:p>
          </p:txBody>
        </p:sp>
        <p:sp>
          <p:nvSpPr>
            <p:cNvPr id="47" name="text_046">
              <a:extLst>
                <a:ext uri="{FF2B5EF4-FFF2-40B4-BE49-F238E27FC236}">
                  <ns2:creationId id="{D541F160-742E-42AD-968B-69426799F30E}"/>
                </a:ext>
              </a:extLst>
            </p:cNvPr>
            <p:cNvSpPr>
              <a:spLocks noGrp="1"/>
            </p:cNvSpPr>
            <p:nvPr/>
          </p:nvSpPr>
          <p:spPr>
            <a:xfrm rot="0">
              <a:off x="7696200" y="4638675"/>
              <a:ext cx="609600" cy="209550"/>
            </a:xfrm>
            <a:prstGeom prst="rect">
              <a:avLst/>
            </a:prstGeom>
            <a:noFill/>
            <a:ln w="0">
              <a:noFill/>
              <a:prstDash val="solid"/>
            </a:ln>
          </p:spPr>
          <p:txBody>
            <a:bodyPr wrap="none" lIns="0" tIns="0" rIns="0" bIns="0" anchor="t">
              <a:noAutofit/>
            </a:bodyPr>
            <a:lstStyle>
              <a:defPPr algn="ctr">
                <a:defRPr sz="847" b="0">
                  <a:solidFill>
                    <a:srgbClr val="000000"/>
                  </a:solidFill>
                  <a:latin typeface="Arial"/>
                  <a:ea typeface="Arial"/>
                  <a:cs typeface="Arial"/>
                </a:defRPr>
              </a:defPPr>
              <a:lvl1pPr algn="ctr">
                <a:defRPr sz="847" b="0">
                  <a:solidFill>
                    <a:srgbClr val="000000"/>
                  </a:solidFill>
                  <a:latin typeface="Arial"/>
                  <a:ea typeface="Arial"/>
                  <a:cs typeface="Arial"/>
                </a:defRPr>
              </a:lvl1pPr>
              <a:lvl2pPr algn="ctr">
                <a:defRPr sz="847" b="0">
                  <a:solidFill>
                    <a:srgbClr val="000000"/>
                  </a:solidFill>
                  <a:latin typeface="Arial"/>
                  <a:ea typeface="Arial"/>
                  <a:cs typeface="Arial"/>
                </a:defRPr>
              </a:lvl2pPr>
              <a:lvl3pPr algn="ctr">
                <a:defRPr sz="847" b="0">
                  <a:solidFill>
                    <a:srgbClr val="000000"/>
                  </a:solidFill>
                  <a:latin typeface="Arial"/>
                  <a:ea typeface="Arial"/>
                  <a:cs typeface="Arial"/>
                </a:defRPr>
              </a:lvl3pPr>
              <a:lvl4pPr algn="ctr">
                <a:defRPr sz="847" b="0">
                  <a:solidFill>
                    <a:srgbClr val="000000"/>
                  </a:solidFill>
                  <a:latin typeface="Arial"/>
                  <a:ea typeface="Arial"/>
                  <a:cs typeface="Arial"/>
                </a:defRPr>
              </a:lvl4pPr>
              <a:lvl5pPr algn="ctr">
                <a:defRPr sz="847" b="0">
                  <a:solidFill>
                    <a:srgbClr val="000000"/>
                  </a:solidFill>
                  <a:latin typeface="Arial"/>
                  <a:ea typeface="Arial"/>
                  <a:cs typeface="Arial"/>
                </a:defRPr>
              </a:lvl5pPr>
              <a:lvl6pPr algn="ctr">
                <a:defRPr sz="847" b="0">
                  <a:solidFill>
                    <a:srgbClr val="000000"/>
                  </a:solidFill>
                  <a:latin typeface="Arial"/>
                  <a:ea typeface="Arial"/>
                  <a:cs typeface="Arial"/>
                </a:defRPr>
              </a:lvl6pPr>
              <a:lvl7pPr algn="ctr">
                <a:defRPr sz="847" b="0">
                  <a:solidFill>
                    <a:srgbClr val="000000"/>
                  </a:solidFill>
                  <a:latin typeface="Arial"/>
                  <a:ea typeface="Arial"/>
                  <a:cs typeface="Arial"/>
                </a:defRPr>
              </a:lvl7pPr>
              <a:lvl8pPr algn="ctr">
                <a:defRPr sz="847" b="0">
                  <a:solidFill>
                    <a:srgbClr val="000000"/>
                  </a:solidFill>
                  <a:latin typeface="Arial"/>
                  <a:ea typeface="Arial"/>
                  <a:cs typeface="Arial"/>
                </a:defRPr>
              </a:lvl8pPr>
              <a:lvl9pPr algn="ctr">
                <a:defRPr sz="847" b="0">
                  <a:solidFill>
                    <a:srgbClr val="000000"/>
                  </a:solidFill>
                  <a:latin typeface="Arial"/>
                  <a:ea typeface="Arial"/>
                  <a:cs typeface="Arial"/>
                </a:defRPr>
              </a:lvl9pPr>
            </a:lstStyle>
            <a:p>
              <a:pPr algn="ctr">
                <a:defRPr sz="847" b="0">
                  <a:solidFill>
                    <a:srgbClr val="000000"/>
                  </a:solidFill>
                  <a:latin typeface="Arial"/>
                  <a:ea typeface="Arial"/>
                  <a:cs typeface="Arial"/>
                </a:defRPr>
              </a:pPr>
              <a:r>
                <a:rPr sz="847" b="0">
                  <a:solidFill>
                    <a:srgbClr val="000000"/>
                  </a:solidFill>
                  <a:latin typeface="Arial"/>
                  <a:ea typeface="Arial"/>
                  <a:cs typeface="Arial"/>
                </a:rPr>
                <a:t>Apr 1</a:t>
              </a:r>
            </a:p>
          </p:txBody>
        </p:sp>
        <p:sp>
          <p:nvSpPr>
            <p:cNvPr id="48" name="text_047">
              <a:extLst>
                <a:ext uri="{FF2B5EF4-FFF2-40B4-BE49-F238E27FC236}">
                  <ns2:creationId id="{44D2465F-A56C-4D59-9E52-0F76871DAB6D}"/>
                </a:ext>
              </a:extLst>
            </p:cNvPr>
            <p:cNvSpPr>
              <a:spLocks noGrp="1"/>
            </p:cNvSpPr>
            <p:nvPr/>
          </p:nvSpPr>
          <p:spPr>
            <a:xfrm rot="0">
              <a:off x="8927684" y="4638675"/>
              <a:ext cx="609600" cy="209550"/>
            </a:xfrm>
            <a:prstGeom prst="rect">
              <a:avLst/>
            </a:prstGeom>
            <a:noFill/>
            <a:ln w="0">
              <a:noFill/>
              <a:prstDash val="solid"/>
            </a:ln>
          </p:spPr>
          <p:txBody>
            <a:bodyPr wrap="none" lIns="0" tIns="0" rIns="0" bIns="0" anchor="t">
              <a:noAutofit/>
            </a:bodyPr>
            <a:lstStyle>
              <a:defPPr algn="ctr">
                <a:defRPr sz="847" b="0">
                  <a:solidFill>
                    <a:srgbClr val="000000"/>
                  </a:solidFill>
                  <a:latin typeface="Arial"/>
                  <a:ea typeface="Arial"/>
                  <a:cs typeface="Arial"/>
                </a:defRPr>
              </a:defPPr>
              <a:lvl1pPr algn="ctr">
                <a:defRPr sz="847" b="0">
                  <a:solidFill>
                    <a:srgbClr val="000000"/>
                  </a:solidFill>
                  <a:latin typeface="Arial"/>
                  <a:ea typeface="Arial"/>
                  <a:cs typeface="Arial"/>
                </a:defRPr>
              </a:lvl1pPr>
              <a:lvl2pPr algn="ctr">
                <a:defRPr sz="847" b="0">
                  <a:solidFill>
                    <a:srgbClr val="000000"/>
                  </a:solidFill>
                  <a:latin typeface="Arial"/>
                  <a:ea typeface="Arial"/>
                  <a:cs typeface="Arial"/>
                </a:defRPr>
              </a:lvl2pPr>
              <a:lvl3pPr algn="ctr">
                <a:defRPr sz="847" b="0">
                  <a:solidFill>
                    <a:srgbClr val="000000"/>
                  </a:solidFill>
                  <a:latin typeface="Arial"/>
                  <a:ea typeface="Arial"/>
                  <a:cs typeface="Arial"/>
                </a:defRPr>
              </a:lvl3pPr>
              <a:lvl4pPr algn="ctr">
                <a:defRPr sz="847" b="0">
                  <a:solidFill>
                    <a:srgbClr val="000000"/>
                  </a:solidFill>
                  <a:latin typeface="Arial"/>
                  <a:ea typeface="Arial"/>
                  <a:cs typeface="Arial"/>
                </a:defRPr>
              </a:lvl4pPr>
              <a:lvl5pPr algn="ctr">
                <a:defRPr sz="847" b="0">
                  <a:solidFill>
                    <a:srgbClr val="000000"/>
                  </a:solidFill>
                  <a:latin typeface="Arial"/>
                  <a:ea typeface="Arial"/>
                  <a:cs typeface="Arial"/>
                </a:defRPr>
              </a:lvl5pPr>
              <a:lvl6pPr algn="ctr">
                <a:defRPr sz="847" b="0">
                  <a:solidFill>
                    <a:srgbClr val="000000"/>
                  </a:solidFill>
                  <a:latin typeface="Arial"/>
                  <a:ea typeface="Arial"/>
                  <a:cs typeface="Arial"/>
                </a:defRPr>
              </a:lvl6pPr>
              <a:lvl7pPr algn="ctr">
                <a:defRPr sz="847" b="0">
                  <a:solidFill>
                    <a:srgbClr val="000000"/>
                  </a:solidFill>
                  <a:latin typeface="Arial"/>
                  <a:ea typeface="Arial"/>
                  <a:cs typeface="Arial"/>
                </a:defRPr>
              </a:lvl7pPr>
              <a:lvl8pPr algn="ctr">
                <a:defRPr sz="847" b="0">
                  <a:solidFill>
                    <a:srgbClr val="000000"/>
                  </a:solidFill>
                  <a:latin typeface="Arial"/>
                  <a:ea typeface="Arial"/>
                  <a:cs typeface="Arial"/>
                </a:defRPr>
              </a:lvl8pPr>
              <a:lvl9pPr algn="ctr">
                <a:defRPr sz="847" b="0">
                  <a:solidFill>
                    <a:srgbClr val="000000"/>
                  </a:solidFill>
                  <a:latin typeface="Arial"/>
                  <a:ea typeface="Arial"/>
                  <a:cs typeface="Arial"/>
                </a:defRPr>
              </a:lvl9pPr>
            </a:lstStyle>
            <a:p>
              <a:pPr algn="ctr">
                <a:defRPr sz="847" b="0">
                  <a:solidFill>
                    <a:srgbClr val="000000"/>
                  </a:solidFill>
                  <a:latin typeface="Arial"/>
                  <a:ea typeface="Arial"/>
                  <a:cs typeface="Arial"/>
                </a:defRPr>
              </a:pPr>
              <a:r>
                <a:rPr sz="847" b="0">
                  <a:solidFill>
                    <a:srgbClr val="000000"/>
                  </a:solidFill>
                  <a:latin typeface="Arial"/>
                  <a:ea typeface="Arial"/>
                  <a:cs typeface="Arial"/>
                </a:rPr>
                <a:t>Jul 1</a:t>
              </a:r>
            </a:p>
          </p:txBody>
        </p:sp>
        <p:sp>
          <p:nvSpPr>
            <p:cNvPr id="49" name="text_048">
              <a:extLst>
                <a:ext uri="{FF2B5EF4-FFF2-40B4-BE49-F238E27FC236}">
                  <ns2:creationId id="{FA103A43-C142-4520-A668-B9845A92EF3A}"/>
                </a:ext>
              </a:extLst>
            </p:cNvPr>
            <p:cNvSpPr>
              <a:spLocks noGrp="1"/>
            </p:cNvSpPr>
            <p:nvPr/>
          </p:nvSpPr>
          <p:spPr>
            <a:xfrm rot="0">
              <a:off x="10172700" y="4638675"/>
              <a:ext cx="609600" cy="209550"/>
            </a:xfrm>
            <a:prstGeom prst="rect">
              <a:avLst/>
            </a:prstGeom>
            <a:noFill/>
            <a:ln w="0">
              <a:noFill/>
              <a:prstDash val="solid"/>
            </a:ln>
          </p:spPr>
          <p:txBody>
            <a:bodyPr wrap="none" lIns="0" tIns="0" rIns="0" bIns="0" anchor="t">
              <a:noAutofit/>
            </a:bodyPr>
            <a:lstStyle>
              <a:defPPr algn="ctr">
                <a:defRPr sz="847" b="0">
                  <a:solidFill>
                    <a:srgbClr val="000000"/>
                  </a:solidFill>
                  <a:latin typeface="Arial"/>
                  <a:ea typeface="Arial"/>
                  <a:cs typeface="Arial"/>
                </a:defRPr>
              </a:defPPr>
              <a:lvl1pPr algn="ctr">
                <a:defRPr sz="847" b="0">
                  <a:solidFill>
                    <a:srgbClr val="000000"/>
                  </a:solidFill>
                  <a:latin typeface="Arial"/>
                  <a:ea typeface="Arial"/>
                  <a:cs typeface="Arial"/>
                </a:defRPr>
              </a:lvl1pPr>
              <a:lvl2pPr algn="ctr">
                <a:defRPr sz="847" b="0">
                  <a:solidFill>
                    <a:srgbClr val="000000"/>
                  </a:solidFill>
                  <a:latin typeface="Arial"/>
                  <a:ea typeface="Arial"/>
                  <a:cs typeface="Arial"/>
                </a:defRPr>
              </a:lvl2pPr>
              <a:lvl3pPr algn="ctr">
                <a:defRPr sz="847" b="0">
                  <a:solidFill>
                    <a:srgbClr val="000000"/>
                  </a:solidFill>
                  <a:latin typeface="Arial"/>
                  <a:ea typeface="Arial"/>
                  <a:cs typeface="Arial"/>
                </a:defRPr>
              </a:lvl3pPr>
              <a:lvl4pPr algn="ctr">
                <a:defRPr sz="847" b="0">
                  <a:solidFill>
                    <a:srgbClr val="000000"/>
                  </a:solidFill>
                  <a:latin typeface="Arial"/>
                  <a:ea typeface="Arial"/>
                  <a:cs typeface="Arial"/>
                </a:defRPr>
              </a:lvl4pPr>
              <a:lvl5pPr algn="ctr">
                <a:defRPr sz="847" b="0">
                  <a:solidFill>
                    <a:srgbClr val="000000"/>
                  </a:solidFill>
                  <a:latin typeface="Arial"/>
                  <a:ea typeface="Arial"/>
                  <a:cs typeface="Arial"/>
                </a:defRPr>
              </a:lvl5pPr>
              <a:lvl6pPr algn="ctr">
                <a:defRPr sz="847" b="0">
                  <a:solidFill>
                    <a:srgbClr val="000000"/>
                  </a:solidFill>
                  <a:latin typeface="Arial"/>
                  <a:ea typeface="Arial"/>
                  <a:cs typeface="Arial"/>
                </a:defRPr>
              </a:lvl6pPr>
              <a:lvl7pPr algn="ctr">
                <a:defRPr sz="847" b="0">
                  <a:solidFill>
                    <a:srgbClr val="000000"/>
                  </a:solidFill>
                  <a:latin typeface="Arial"/>
                  <a:ea typeface="Arial"/>
                  <a:cs typeface="Arial"/>
                </a:defRPr>
              </a:lvl7pPr>
              <a:lvl8pPr algn="ctr">
                <a:defRPr sz="847" b="0">
                  <a:solidFill>
                    <a:srgbClr val="000000"/>
                  </a:solidFill>
                  <a:latin typeface="Arial"/>
                  <a:ea typeface="Arial"/>
                  <a:cs typeface="Arial"/>
                </a:defRPr>
              </a:lvl8pPr>
              <a:lvl9pPr algn="ctr">
                <a:defRPr sz="847" b="0">
                  <a:solidFill>
                    <a:srgbClr val="000000"/>
                  </a:solidFill>
                  <a:latin typeface="Arial"/>
                  <a:ea typeface="Arial"/>
                  <a:cs typeface="Arial"/>
                </a:defRPr>
              </a:lvl9pPr>
            </a:lstStyle>
            <a:p>
              <a:pPr algn="ctr">
                <a:defRPr sz="847" b="0">
                  <a:solidFill>
                    <a:srgbClr val="000000"/>
                  </a:solidFill>
                  <a:latin typeface="Arial"/>
                  <a:ea typeface="Arial"/>
                  <a:cs typeface="Arial"/>
                </a:defRPr>
              </a:pPr>
              <a:r>
                <a:rPr sz="847" b="0">
                  <a:solidFill>
                    <a:srgbClr val="000000"/>
                  </a:solidFill>
                  <a:latin typeface="Arial"/>
                  <a:ea typeface="Arial"/>
                  <a:cs typeface="Arial"/>
                </a:rPr>
                <a:t>Oct 1</a:t>
              </a:r>
            </a:p>
          </p:txBody>
        </p:sp>
        <p:sp>
          <p:nvSpPr>
            <p:cNvPr id="50" name="text_049">
              <a:extLst>
                <a:ext uri="{FF2B5EF4-FFF2-40B4-BE49-F238E27FC236}">
                  <ns2:creationId id="{8ADFD88A-8E86-4A87-9185-05C89A246600}"/>
                </a:ext>
              </a:extLst>
            </p:cNvPr>
            <p:cNvSpPr>
              <a:spLocks noGrp="1"/>
            </p:cNvSpPr>
            <p:nvPr/>
          </p:nvSpPr>
          <p:spPr>
            <a:xfrm rot="0">
              <a:off x="11404184" y="4638675"/>
              <a:ext cx="609600" cy="209550"/>
            </a:xfrm>
            <a:prstGeom prst="rect">
              <a:avLst/>
            </a:prstGeom>
            <a:noFill/>
            <a:ln w="0">
              <a:noFill/>
              <a:prstDash val="solid"/>
            </a:ln>
          </p:spPr>
          <p:txBody>
            <a:bodyPr wrap="none" lIns="0" tIns="0" rIns="0" bIns="0" anchor="t">
              <a:noAutofit/>
            </a:bodyPr>
            <a:lstStyle>
              <a:defPPr algn="ctr">
                <a:defRPr sz="847" b="0">
                  <a:solidFill>
                    <a:srgbClr val="000000"/>
                  </a:solidFill>
                  <a:latin typeface="Arial"/>
                  <a:ea typeface="Arial"/>
                  <a:cs typeface="Arial"/>
                </a:defRPr>
              </a:defPPr>
              <a:lvl1pPr algn="ctr">
                <a:defRPr sz="847" b="0">
                  <a:solidFill>
                    <a:srgbClr val="000000"/>
                  </a:solidFill>
                  <a:latin typeface="Arial"/>
                  <a:ea typeface="Arial"/>
                  <a:cs typeface="Arial"/>
                </a:defRPr>
              </a:lvl1pPr>
              <a:lvl2pPr algn="ctr">
                <a:defRPr sz="847" b="0">
                  <a:solidFill>
                    <a:srgbClr val="000000"/>
                  </a:solidFill>
                  <a:latin typeface="Arial"/>
                  <a:ea typeface="Arial"/>
                  <a:cs typeface="Arial"/>
                </a:defRPr>
              </a:lvl2pPr>
              <a:lvl3pPr algn="ctr">
                <a:defRPr sz="847" b="0">
                  <a:solidFill>
                    <a:srgbClr val="000000"/>
                  </a:solidFill>
                  <a:latin typeface="Arial"/>
                  <a:ea typeface="Arial"/>
                  <a:cs typeface="Arial"/>
                </a:defRPr>
              </a:lvl3pPr>
              <a:lvl4pPr algn="ctr">
                <a:defRPr sz="847" b="0">
                  <a:solidFill>
                    <a:srgbClr val="000000"/>
                  </a:solidFill>
                  <a:latin typeface="Arial"/>
                  <a:ea typeface="Arial"/>
                  <a:cs typeface="Arial"/>
                </a:defRPr>
              </a:lvl4pPr>
              <a:lvl5pPr algn="ctr">
                <a:defRPr sz="847" b="0">
                  <a:solidFill>
                    <a:srgbClr val="000000"/>
                  </a:solidFill>
                  <a:latin typeface="Arial"/>
                  <a:ea typeface="Arial"/>
                  <a:cs typeface="Arial"/>
                </a:defRPr>
              </a:lvl5pPr>
              <a:lvl6pPr algn="ctr">
                <a:defRPr sz="847" b="0">
                  <a:solidFill>
                    <a:srgbClr val="000000"/>
                  </a:solidFill>
                  <a:latin typeface="Arial"/>
                  <a:ea typeface="Arial"/>
                  <a:cs typeface="Arial"/>
                </a:defRPr>
              </a:lvl6pPr>
              <a:lvl7pPr algn="ctr">
                <a:defRPr sz="847" b="0">
                  <a:solidFill>
                    <a:srgbClr val="000000"/>
                  </a:solidFill>
                  <a:latin typeface="Arial"/>
                  <a:ea typeface="Arial"/>
                  <a:cs typeface="Arial"/>
                </a:defRPr>
              </a:lvl7pPr>
              <a:lvl8pPr algn="ctr">
                <a:defRPr sz="847" b="0">
                  <a:solidFill>
                    <a:srgbClr val="000000"/>
                  </a:solidFill>
                  <a:latin typeface="Arial"/>
                  <a:ea typeface="Arial"/>
                  <a:cs typeface="Arial"/>
                </a:defRPr>
              </a:lvl8pPr>
              <a:lvl9pPr algn="ctr">
                <a:defRPr sz="847" b="0">
                  <a:solidFill>
                    <a:srgbClr val="000000"/>
                  </a:solidFill>
                  <a:latin typeface="Arial"/>
                  <a:ea typeface="Arial"/>
                  <a:cs typeface="Arial"/>
                </a:defRPr>
              </a:lvl9pPr>
            </a:lstStyle>
            <a:p>
              <a:pPr algn="ctr">
                <a:defRPr sz="847" b="0">
                  <a:solidFill>
                    <a:srgbClr val="000000"/>
                  </a:solidFill>
                  <a:latin typeface="Arial"/>
                  <a:ea typeface="Arial"/>
                  <a:cs typeface="Arial"/>
                </a:defRPr>
              </a:pPr>
              <a:r>
                <a:rPr sz="847" b="0">
                  <a:solidFill>
                    <a:srgbClr val="000000"/>
                  </a:solidFill>
                  <a:latin typeface="Arial"/>
                  <a:ea typeface="Arial"/>
                  <a:cs typeface="Arial"/>
                </a:rPr>
                <a:t>Dec 31</a:t>
              </a:r>
            </a:p>
          </p:txBody>
        </p:sp>
        <p:sp>
          <p:nvSpPr>
            <p:cNvPr id="51" name="text_050">
              <a:extLst>
                <a:ext uri="{FF2B5EF4-FFF2-40B4-BE49-F238E27FC236}">
                  <ns2:creationId id="{5095FA4C-FB6F-4FE8-A565-E5AF7EB28A32}"/>
                </a:ext>
              </a:extLst>
            </p:cNvPr>
            <p:cNvSpPr>
              <a:spLocks noGrp="1"/>
            </p:cNvSpPr>
            <p:nvPr/>
          </p:nvSpPr>
          <p:spPr>
            <a:xfrm rot="0">
              <a:off x="6762750" y="4867275"/>
              <a:ext cx="4953000" cy="209550"/>
            </a:xfrm>
            <a:prstGeom prst="rect">
              <a:avLst/>
            </a:prstGeom>
            <a:noFill/>
            <a:ln w="0">
              <a:noFill/>
              <a:prstDash val="solid"/>
            </a:ln>
          </p:spPr>
          <p:txBody>
            <a:bodyPr wrap="none" lIns="0" tIns="0" rIns="0" bIns="0" anchor="t">
              <a:noAutofit/>
            </a:bodyPr>
            <a:lstStyle>
              <a:defPPr algn="ctr">
                <a:defRPr sz="904" b="0">
                  <a:solidFill>
                    <a:srgbClr val="000000"/>
                  </a:solidFill>
                  <a:latin typeface="Arial"/>
                  <a:ea typeface="Arial"/>
                  <a:cs typeface="Arial"/>
                </a:defRPr>
              </a:defPPr>
              <a:lvl1pPr algn="ctr">
                <a:defRPr sz="904" b="0">
                  <a:solidFill>
                    <a:srgbClr val="000000"/>
                  </a:solidFill>
                  <a:latin typeface="Arial"/>
                  <a:ea typeface="Arial"/>
                  <a:cs typeface="Arial"/>
                </a:defRPr>
              </a:lvl1pPr>
              <a:lvl2pPr algn="ctr">
                <a:defRPr sz="904" b="0">
                  <a:solidFill>
                    <a:srgbClr val="000000"/>
                  </a:solidFill>
                  <a:latin typeface="Arial"/>
                  <a:ea typeface="Arial"/>
                  <a:cs typeface="Arial"/>
                </a:defRPr>
              </a:lvl2pPr>
              <a:lvl3pPr algn="ctr">
                <a:defRPr sz="904" b="0">
                  <a:solidFill>
                    <a:srgbClr val="000000"/>
                  </a:solidFill>
                  <a:latin typeface="Arial"/>
                  <a:ea typeface="Arial"/>
                  <a:cs typeface="Arial"/>
                </a:defRPr>
              </a:lvl3pPr>
              <a:lvl4pPr algn="ctr">
                <a:defRPr sz="904" b="0">
                  <a:solidFill>
                    <a:srgbClr val="000000"/>
                  </a:solidFill>
                  <a:latin typeface="Arial"/>
                  <a:ea typeface="Arial"/>
                  <a:cs typeface="Arial"/>
                </a:defRPr>
              </a:lvl4pPr>
              <a:lvl5pPr algn="ctr">
                <a:defRPr sz="904" b="0">
                  <a:solidFill>
                    <a:srgbClr val="000000"/>
                  </a:solidFill>
                  <a:latin typeface="Arial"/>
                  <a:ea typeface="Arial"/>
                  <a:cs typeface="Arial"/>
                </a:defRPr>
              </a:lvl5pPr>
              <a:lvl6pPr algn="ctr">
                <a:defRPr sz="904" b="0">
                  <a:solidFill>
                    <a:srgbClr val="000000"/>
                  </a:solidFill>
                  <a:latin typeface="Arial"/>
                  <a:ea typeface="Arial"/>
                  <a:cs typeface="Arial"/>
                </a:defRPr>
              </a:lvl6pPr>
              <a:lvl7pPr algn="ctr">
                <a:defRPr sz="904" b="0">
                  <a:solidFill>
                    <a:srgbClr val="000000"/>
                  </a:solidFill>
                  <a:latin typeface="Arial"/>
                  <a:ea typeface="Arial"/>
                  <a:cs typeface="Arial"/>
                </a:defRPr>
              </a:lvl7pPr>
              <a:lvl8pPr algn="ctr">
                <a:defRPr sz="904" b="0">
                  <a:solidFill>
                    <a:srgbClr val="000000"/>
                  </a:solidFill>
                  <a:latin typeface="Arial"/>
                  <a:ea typeface="Arial"/>
                  <a:cs typeface="Arial"/>
                </a:defRPr>
              </a:lvl8pPr>
              <a:lvl9pPr algn="ctr">
                <a:defRPr sz="904" b="0">
                  <a:solidFill>
                    <a:srgbClr val="000000"/>
                  </a:solidFill>
                  <a:latin typeface="Arial"/>
                  <a:ea typeface="Arial"/>
                  <a:cs typeface="Arial"/>
                </a:defRPr>
              </a:lvl9pPr>
            </a:lstStyle>
            <a:p>
              <a:pPr algn="ctr">
                <a:defRPr sz="904" b="0">
                  <a:solidFill>
                    <a:srgbClr val="000000"/>
                  </a:solidFill>
                  <a:latin typeface="Arial"/>
                  <a:ea typeface="Arial"/>
                  <a:cs typeface="Arial"/>
                </a:defRPr>
              </a:pPr>
              <a:r>
                <a:rPr sz="904" b="0">
                  <a:solidFill>
                    <a:srgbClr val="000000"/>
                  </a:solidFill>
                  <a:latin typeface="Arial"/>
                  <a:ea typeface="Arial"/>
                  <a:cs typeface="Arial"/>
                </a:rPr>
                <a:t>2000 date</a:t>
              </a:r>
            </a:p>
          </p:txBody>
        </p:sp>
        <p:pic>
          <p:nvPicPr>
            <p:cNvPr id="52" name="">
              <a:extLst>
                <a:ext uri="{FF2B5EF4-FFF2-40B4-BE49-F238E27FC236}">
                  <ns2:creationId id="{582D460C-F654-4639-BC72-069A90B6E998}"/>
                </a:ext>
              </a:extLst>
            </p:cNvPr>
            <p:cNvPicPr>
              <a:picLocks noChangeAspect="1"/>
            </p:cNvPicPr>
            <p:nvPr/>
          </p:nvPicPr>
          <p:blipFill>
            <a:blip r:embed="R1e822fd23d7c4ccb"/>
            <a:stretch/>
          </p:blipFill>
          <p:spPr>
            <a:xfrm>
              <a:off x="4333875" y="5105400"/>
              <a:ext cx="4381500" cy="104775"/>
            </a:xfrm>
            <a:prstGeom prst="rect">
              <a:avLst/>
            </a:prstGeom>
          </p:spPr>
        </p:pic>
        <p:sp>
          <p:nvSpPr>
            <p:cNvPr id="53" name="text_052">
              <a:extLst>
                <a:ext uri="{FF2B5EF4-FFF2-40B4-BE49-F238E27FC236}">
                  <ns2:creationId id="{6B3A2AB7-8FE6-40BA-9CE6-CDF30DD8F453}"/>
                </a:ext>
              </a:extLst>
            </p:cNvPr>
            <p:cNvSpPr>
              <a:spLocks noGrp="1"/>
            </p:cNvSpPr>
            <p:nvPr/>
          </p:nvSpPr>
          <p:spPr>
            <a:xfrm rot="0">
              <a:off x="3476625" y="5029200"/>
              <a:ext cx="762000" cy="228600"/>
            </a:xfrm>
            <a:prstGeom prst="rect">
              <a:avLst/>
            </a:prstGeom>
            <a:noFill/>
            <a:ln w="0">
              <a:noFill/>
              <a:prstDash val="solid"/>
            </a:ln>
          </p:spPr>
          <p:txBody>
            <a:bodyPr wrap="none" lIns="0" tIns="0" rIns="0" bIns="0" anchor="t">
              <a:noAutofit/>
            </a:bodyPr>
            <a:lstStyle>
              <a:defPPr algn="r">
                <a:defRPr sz="904" b="0">
                  <a:solidFill>
                    <a:srgbClr val="000000"/>
                  </a:solidFill>
                  <a:latin typeface="Arial"/>
                  <a:ea typeface="Arial"/>
                  <a:cs typeface="Arial"/>
                </a:defRPr>
              </a:defPPr>
              <a:lvl1pPr algn="r">
                <a:defRPr sz="904" b="0">
                  <a:solidFill>
                    <a:srgbClr val="000000"/>
                  </a:solidFill>
                  <a:latin typeface="Arial"/>
                  <a:ea typeface="Arial"/>
                  <a:cs typeface="Arial"/>
                </a:defRPr>
              </a:lvl1pPr>
              <a:lvl2pPr algn="r">
                <a:defRPr sz="904" b="0">
                  <a:solidFill>
                    <a:srgbClr val="000000"/>
                  </a:solidFill>
                  <a:latin typeface="Arial"/>
                  <a:ea typeface="Arial"/>
                  <a:cs typeface="Arial"/>
                </a:defRPr>
              </a:lvl2pPr>
              <a:lvl3pPr algn="r">
                <a:defRPr sz="904" b="0">
                  <a:solidFill>
                    <a:srgbClr val="000000"/>
                  </a:solidFill>
                  <a:latin typeface="Arial"/>
                  <a:ea typeface="Arial"/>
                  <a:cs typeface="Arial"/>
                </a:defRPr>
              </a:lvl3pPr>
              <a:lvl4pPr algn="r">
                <a:defRPr sz="904" b="0">
                  <a:solidFill>
                    <a:srgbClr val="000000"/>
                  </a:solidFill>
                  <a:latin typeface="Arial"/>
                  <a:ea typeface="Arial"/>
                  <a:cs typeface="Arial"/>
                </a:defRPr>
              </a:lvl4pPr>
              <a:lvl5pPr algn="r">
                <a:defRPr sz="904" b="0">
                  <a:solidFill>
                    <a:srgbClr val="000000"/>
                  </a:solidFill>
                  <a:latin typeface="Arial"/>
                  <a:ea typeface="Arial"/>
                  <a:cs typeface="Arial"/>
                </a:defRPr>
              </a:lvl5pPr>
              <a:lvl6pPr algn="r">
                <a:defRPr sz="904" b="0">
                  <a:solidFill>
                    <a:srgbClr val="000000"/>
                  </a:solidFill>
                  <a:latin typeface="Arial"/>
                  <a:ea typeface="Arial"/>
                  <a:cs typeface="Arial"/>
                </a:defRPr>
              </a:lvl6pPr>
              <a:lvl7pPr algn="r">
                <a:defRPr sz="904" b="0">
                  <a:solidFill>
                    <a:srgbClr val="000000"/>
                  </a:solidFill>
                  <a:latin typeface="Arial"/>
                  <a:ea typeface="Arial"/>
                  <a:cs typeface="Arial"/>
                </a:defRPr>
              </a:lvl7pPr>
              <a:lvl8pPr algn="r">
                <a:defRPr sz="904" b="0">
                  <a:solidFill>
                    <a:srgbClr val="000000"/>
                  </a:solidFill>
                  <a:latin typeface="Arial"/>
                  <a:ea typeface="Arial"/>
                  <a:cs typeface="Arial"/>
                </a:defRPr>
              </a:lvl8pPr>
              <a:lvl9pPr algn="r">
                <a:defRPr sz="904" b="0">
                  <a:solidFill>
                    <a:srgbClr val="000000"/>
                  </a:solidFill>
                  <a:latin typeface="Arial"/>
                  <a:ea typeface="Arial"/>
                  <a:cs typeface="Arial"/>
                </a:defRPr>
              </a:lvl9pPr>
            </a:lstStyle>
            <a:p>
              <a:pPr algn="r">
                <a:defRPr sz="904" b="0">
                  <a:solidFill>
                    <a:srgbClr val="000000"/>
                  </a:solidFill>
                  <a:latin typeface="Arial"/>
                  <a:ea typeface="Arial"/>
                  <a:cs typeface="Arial"/>
                </a:defRPr>
              </a:pPr>
              <a:r>
                <a:rPr sz="904" b="0">
                  <a:solidFill>
                    <a:srgbClr val="000000"/>
                  </a:solidFill>
                  <a:latin typeface="Arial"/>
                  <a:ea typeface="Arial"/>
                  <a:cs typeface="Arial"/>
                </a:rPr>
                <a:t>0.00</a:t>
              </a:r>
            </a:p>
          </p:txBody>
        </p:sp>
        <p:sp>
          <p:nvSpPr>
            <p:cNvPr id="54" name="text_053">
              <a:extLst>
                <a:ext uri="{FF2B5EF4-FFF2-40B4-BE49-F238E27FC236}">
                  <ns2:creationId id="{9AD7A6B1-CC38-4F18-ADFF-2CA7CED166A2}"/>
                </a:ext>
              </a:extLst>
            </p:cNvPr>
            <p:cNvSpPr>
              <a:spLocks noGrp="1"/>
            </p:cNvSpPr>
            <p:nvPr/>
          </p:nvSpPr>
          <p:spPr>
            <a:xfrm rot="0">
              <a:off x="8858250" y="5029200"/>
              <a:ext cx="952500" cy="228600"/>
            </a:xfrm>
            <a:prstGeom prst="rect">
              <a:avLst/>
            </a:prstGeom>
            <a:noFill/>
            <a:ln w="0">
              <a:noFill/>
              <a:prstDash val="solid"/>
            </a:ln>
          </p:spPr>
          <p:txBody>
            <a:bodyPr wrap="none" lIns="0" tIns="0" rIns="0" bIns="0" anchor="t">
              <a:noAutofit/>
            </a:bodyPr>
            <a:lstStyle>
              <a:defPPr algn="l">
                <a:defRPr sz="904" b="0">
                  <a:solidFill>
                    <a:srgbClr val="000000"/>
                  </a:solidFill>
                  <a:latin typeface="Arial"/>
                  <a:ea typeface="Arial"/>
                  <a:cs typeface="Arial"/>
                </a:defRPr>
              </a:defPPr>
              <a:lvl1pPr algn="l">
                <a:defRPr sz="904" b="0">
                  <a:solidFill>
                    <a:srgbClr val="000000"/>
                  </a:solidFill>
                  <a:latin typeface="Arial"/>
                  <a:ea typeface="Arial"/>
                  <a:cs typeface="Arial"/>
                </a:defRPr>
              </a:lvl1pPr>
              <a:lvl2pPr algn="l">
                <a:defRPr sz="904" b="0">
                  <a:solidFill>
                    <a:srgbClr val="000000"/>
                  </a:solidFill>
                  <a:latin typeface="Arial"/>
                  <a:ea typeface="Arial"/>
                  <a:cs typeface="Arial"/>
                </a:defRPr>
              </a:lvl2pPr>
              <a:lvl3pPr algn="l">
                <a:defRPr sz="904" b="0">
                  <a:solidFill>
                    <a:srgbClr val="000000"/>
                  </a:solidFill>
                  <a:latin typeface="Arial"/>
                  <a:ea typeface="Arial"/>
                  <a:cs typeface="Arial"/>
                </a:defRPr>
              </a:lvl3pPr>
              <a:lvl4pPr algn="l">
                <a:defRPr sz="904" b="0">
                  <a:solidFill>
                    <a:srgbClr val="000000"/>
                  </a:solidFill>
                  <a:latin typeface="Arial"/>
                  <a:ea typeface="Arial"/>
                  <a:cs typeface="Arial"/>
                </a:defRPr>
              </a:lvl4pPr>
              <a:lvl5pPr algn="l">
                <a:defRPr sz="904" b="0">
                  <a:solidFill>
                    <a:srgbClr val="000000"/>
                  </a:solidFill>
                  <a:latin typeface="Arial"/>
                  <a:ea typeface="Arial"/>
                  <a:cs typeface="Arial"/>
                </a:defRPr>
              </a:lvl5pPr>
              <a:lvl6pPr algn="l">
                <a:defRPr sz="904" b="0">
                  <a:solidFill>
                    <a:srgbClr val="000000"/>
                  </a:solidFill>
                  <a:latin typeface="Arial"/>
                  <a:ea typeface="Arial"/>
                  <a:cs typeface="Arial"/>
                </a:defRPr>
              </a:lvl6pPr>
              <a:lvl7pPr algn="l">
                <a:defRPr sz="904" b="0">
                  <a:solidFill>
                    <a:srgbClr val="000000"/>
                  </a:solidFill>
                  <a:latin typeface="Arial"/>
                  <a:ea typeface="Arial"/>
                  <a:cs typeface="Arial"/>
                </a:defRPr>
              </a:lvl7pPr>
              <a:lvl8pPr algn="l">
                <a:defRPr sz="904" b="0">
                  <a:solidFill>
                    <a:srgbClr val="000000"/>
                  </a:solidFill>
                  <a:latin typeface="Arial"/>
                  <a:ea typeface="Arial"/>
                  <a:cs typeface="Arial"/>
                </a:defRPr>
              </a:lvl8pPr>
              <a:lvl9pPr algn="l">
                <a:defRPr sz="904" b="0">
                  <a:solidFill>
                    <a:srgbClr val="000000"/>
                  </a:solidFill>
                  <a:latin typeface="Arial"/>
                  <a:ea typeface="Arial"/>
                  <a:cs typeface="Arial"/>
                </a:defRPr>
              </a:lvl9pPr>
            </a:lstStyle>
            <a:p>
              <a:pPr algn="l">
                <a:defRPr sz="904" b="0">
                  <a:solidFill>
                    <a:srgbClr val="000000"/>
                  </a:solidFill>
                  <a:latin typeface="Arial"/>
                  <a:ea typeface="Arial"/>
                  <a:cs typeface="Arial"/>
                </a:defRPr>
              </a:pPr>
              <a:r>
                <a:rPr sz="904" b="0">
                  <a:solidFill>
                    <a:srgbClr val="000000"/>
                  </a:solidFill>
                  <a:latin typeface="Arial"/>
                  <a:ea typeface="Arial"/>
                  <a:cs typeface="Arial"/>
                </a:rPr>
                <a:t>162.34</a:t>
              </a:r>
            </a:p>
          </p:txBody>
        </p:sp>
        <p:sp>
          <p:nvSpPr>
            <p:cNvPr id="55" name="text_054">
              <a:extLst>
                <a:ext uri="{FF2B5EF4-FFF2-40B4-BE49-F238E27FC236}">
                  <ns2:creationId id="{A68F8C83-DA1D-4792-8A3B-30AD26A5BBFA}"/>
                </a:ext>
              </a:extLst>
            </p:cNvPr>
            <p:cNvSpPr>
              <a:spLocks noGrp="1"/>
            </p:cNvSpPr>
            <p:nvPr/>
          </p:nvSpPr>
          <p:spPr>
            <a:xfrm rot="0">
              <a:off x="285750" y="5019675"/>
              <a:ext cx="2952750" cy="247650"/>
            </a:xfrm>
            <a:prstGeom prst="rect">
              <a:avLst/>
            </a:prstGeom>
            <a:noFill/>
            <a:ln w="0">
              <a:noFill/>
              <a:prstDash val="solid"/>
            </a:ln>
          </p:spPr>
          <p:txBody>
            <a:bodyPr wrap="none" lIns="0" tIns="0" rIns="0" bIns="0" anchor="t">
              <a:noAutofit/>
            </a:bodyPr>
            <a:lstStyle>
              <a:defPPr algn="l">
                <a:defRPr sz="960" b="0">
                  <a:solidFill>
                    <a:srgbClr val="000000"/>
                  </a:solidFill>
                  <a:latin typeface="Arial"/>
                  <a:ea typeface="Arial"/>
                  <a:cs typeface="Arial"/>
                </a:defRPr>
              </a:defPPr>
              <a:lvl1pPr algn="l">
                <a:defRPr sz="960" b="0">
                  <a:solidFill>
                    <a:srgbClr val="000000"/>
                  </a:solidFill>
                  <a:latin typeface="Arial"/>
                  <a:ea typeface="Arial"/>
                  <a:cs typeface="Arial"/>
                </a:defRPr>
              </a:lvl1pPr>
              <a:lvl2pPr algn="l">
                <a:defRPr sz="960" b="0">
                  <a:solidFill>
                    <a:srgbClr val="000000"/>
                  </a:solidFill>
                  <a:latin typeface="Arial"/>
                  <a:ea typeface="Arial"/>
                  <a:cs typeface="Arial"/>
                </a:defRPr>
              </a:lvl2pPr>
              <a:lvl3pPr algn="l">
                <a:defRPr sz="960" b="0">
                  <a:solidFill>
                    <a:srgbClr val="000000"/>
                  </a:solidFill>
                  <a:latin typeface="Arial"/>
                  <a:ea typeface="Arial"/>
                  <a:cs typeface="Arial"/>
                </a:defRPr>
              </a:lvl3pPr>
              <a:lvl4pPr algn="l">
                <a:defRPr sz="960" b="0">
                  <a:solidFill>
                    <a:srgbClr val="000000"/>
                  </a:solidFill>
                  <a:latin typeface="Arial"/>
                  <a:ea typeface="Arial"/>
                  <a:cs typeface="Arial"/>
                </a:defRPr>
              </a:lvl4pPr>
              <a:lvl5pPr algn="l">
                <a:defRPr sz="960" b="0">
                  <a:solidFill>
                    <a:srgbClr val="000000"/>
                  </a:solidFill>
                  <a:latin typeface="Arial"/>
                  <a:ea typeface="Arial"/>
                  <a:cs typeface="Arial"/>
                </a:defRPr>
              </a:lvl5pPr>
              <a:lvl6pPr algn="l">
                <a:defRPr sz="960" b="0">
                  <a:solidFill>
                    <a:srgbClr val="000000"/>
                  </a:solidFill>
                  <a:latin typeface="Arial"/>
                  <a:ea typeface="Arial"/>
                  <a:cs typeface="Arial"/>
                </a:defRPr>
              </a:lvl6pPr>
              <a:lvl7pPr algn="l">
                <a:defRPr sz="960" b="0">
                  <a:solidFill>
                    <a:srgbClr val="000000"/>
                  </a:solidFill>
                  <a:latin typeface="Arial"/>
                  <a:ea typeface="Arial"/>
                  <a:cs typeface="Arial"/>
                </a:defRPr>
              </a:lvl7pPr>
              <a:lvl8pPr algn="l">
                <a:defRPr sz="960" b="0">
                  <a:solidFill>
                    <a:srgbClr val="000000"/>
                  </a:solidFill>
                  <a:latin typeface="Arial"/>
                  <a:ea typeface="Arial"/>
                  <a:cs typeface="Arial"/>
                </a:defRPr>
              </a:lvl8pPr>
              <a:lvl9pPr algn="l">
                <a:defRPr sz="960" b="0">
                  <a:solidFill>
                    <a:srgbClr val="000000"/>
                  </a:solidFill>
                  <a:latin typeface="Arial"/>
                  <a:ea typeface="Arial"/>
                  <a:cs typeface="Arial"/>
                </a:defRPr>
              </a:lvl9pPr>
            </a:lstStyle>
            <a:p>
              <a:pPr algn="l">
                <a:defRPr sz="960" b="0">
                  <a:solidFill>
                    <a:srgbClr val="000000"/>
                  </a:solidFill>
                  <a:latin typeface="Arial"/>
                  <a:ea typeface="Arial"/>
                  <a:cs typeface="Arial"/>
                </a:defRPr>
              </a:pPr>
              <a:r>
                <a:rPr sz="960" b="0">
                  <a:solidFill>
                    <a:srgbClr val="000000"/>
                  </a:solidFill>
                  <a:latin typeface="Arial"/>
                  <a:ea typeface="Arial"/>
                  <a:cs typeface="Arial"/>
                </a:rPr>
                <a:t>PM2.5 (ug m-3)</a:t>
              </a:r>
            </a:p>
          </p:txBody>
        </p:sp>
        <p:sp>
          <p:nvSpPr>
            <p:cNvPr id="56" name="text_055">
              <a:extLst>
                <a:ext uri="{FF2B5EF4-FFF2-40B4-BE49-F238E27FC236}">
                  <ns2:creationId id="{0EC9713D-0CFE-4337-820B-79C5DF6B0287}"/>
                </a:ext>
              </a:extLst>
            </p:cNvPr>
            <p:cNvSpPr>
              <a:spLocks noGrp="1"/>
            </p:cNvSpPr>
            <p:nvPr/>
          </p:nvSpPr>
          <p:spPr>
            <a:xfrm rot="0">
              <a:off x="9810750" y="5019675"/>
              <a:ext cx="2190750" cy="228600"/>
            </a:xfrm>
            <a:prstGeom prst="rect">
              <a:avLst/>
            </a:prstGeom>
            <a:noFill/>
            <a:ln w="0">
              <a:noFill/>
              <a:prstDash val="solid"/>
            </a:ln>
          </p:spPr>
          <p:txBody>
            <a:bodyPr wrap="none" lIns="0" tIns="0" rIns="0" bIns="0" anchor="t">
              <a:noAutofit/>
            </a:bodyPr>
            <a:lstStyle>
              <a:defPPr algn="r">
                <a:defRPr sz="847" b="0">
                  <a:solidFill>
                    <a:srgbClr val="000000"/>
                  </a:solidFill>
                  <a:latin typeface="Arial"/>
                  <a:ea typeface="Arial"/>
                  <a:cs typeface="Arial"/>
                </a:defRPr>
              </a:defPPr>
              <a:lvl1pPr algn="r">
                <a:defRPr sz="847" b="0">
                  <a:solidFill>
                    <a:srgbClr val="000000"/>
                  </a:solidFill>
                  <a:latin typeface="Arial"/>
                  <a:ea typeface="Arial"/>
                  <a:cs typeface="Arial"/>
                </a:defRPr>
              </a:lvl1pPr>
              <a:lvl2pPr algn="r">
                <a:defRPr sz="847" b="0">
                  <a:solidFill>
                    <a:srgbClr val="000000"/>
                  </a:solidFill>
                  <a:latin typeface="Arial"/>
                  <a:ea typeface="Arial"/>
                  <a:cs typeface="Arial"/>
                </a:defRPr>
              </a:lvl2pPr>
              <a:lvl3pPr algn="r">
                <a:defRPr sz="847" b="0">
                  <a:solidFill>
                    <a:srgbClr val="000000"/>
                  </a:solidFill>
                  <a:latin typeface="Arial"/>
                  <a:ea typeface="Arial"/>
                  <a:cs typeface="Arial"/>
                </a:defRPr>
              </a:lvl3pPr>
              <a:lvl4pPr algn="r">
                <a:defRPr sz="847" b="0">
                  <a:solidFill>
                    <a:srgbClr val="000000"/>
                  </a:solidFill>
                  <a:latin typeface="Arial"/>
                  <a:ea typeface="Arial"/>
                  <a:cs typeface="Arial"/>
                </a:defRPr>
              </a:lvl4pPr>
              <a:lvl5pPr algn="r">
                <a:defRPr sz="847" b="0">
                  <a:solidFill>
                    <a:srgbClr val="000000"/>
                  </a:solidFill>
                  <a:latin typeface="Arial"/>
                  <a:ea typeface="Arial"/>
                  <a:cs typeface="Arial"/>
                </a:defRPr>
              </a:lvl5pPr>
              <a:lvl6pPr algn="r">
                <a:defRPr sz="847" b="0">
                  <a:solidFill>
                    <a:srgbClr val="000000"/>
                  </a:solidFill>
                  <a:latin typeface="Arial"/>
                  <a:ea typeface="Arial"/>
                  <a:cs typeface="Arial"/>
                </a:defRPr>
              </a:lvl6pPr>
              <a:lvl7pPr algn="r">
                <a:defRPr sz="847" b="0">
                  <a:solidFill>
                    <a:srgbClr val="000000"/>
                  </a:solidFill>
                  <a:latin typeface="Arial"/>
                  <a:ea typeface="Arial"/>
                  <a:cs typeface="Arial"/>
                </a:defRPr>
              </a:lvl7pPr>
              <a:lvl8pPr algn="r">
                <a:defRPr sz="847" b="0">
                  <a:solidFill>
                    <a:srgbClr val="000000"/>
                  </a:solidFill>
                  <a:latin typeface="Arial"/>
                  <a:ea typeface="Arial"/>
                  <a:cs typeface="Arial"/>
                </a:defRPr>
              </a:lvl8pPr>
              <a:lvl9pPr algn="r">
                <a:defRPr sz="847" b="0">
                  <a:solidFill>
                    <a:srgbClr val="000000"/>
                  </a:solidFill>
                  <a:latin typeface="Arial"/>
                  <a:ea typeface="Arial"/>
                  <a:cs typeface="Arial"/>
                </a:defRPr>
              </a:lvl9pPr>
            </a:lstStyle>
            <a:p>
              <a:pPr algn="r">
                <a:defRPr sz="847" b="0">
                  <a:solidFill>
                    <a:srgbClr val="000000"/>
                  </a:solidFill>
                  <a:latin typeface="Arial"/>
                  <a:ea typeface="Arial"/>
                  <a:cs typeface="Arial"/>
                </a:defRPr>
              </a:pPr>
              <a:r>
                <a:rPr sz="847" b="0">
                  <a:solidFill>
                    <a:srgbClr val="000000"/>
                  </a:solidFill>
                  <a:latin typeface="Arial"/>
                  <a:ea typeface="Arial"/>
                  <a:cs typeface="Arial"/>
                </a:rPr>
                <a:t>Reference position [0,1]</a:t>
              </a:r>
            </a:p>
          </p:txBody>
        </p:sp>
        <p:sp>
          <p:nvSpPr>
            <p:cNvPr id="57" name="text_056">
              <a:extLst>
                <a:ext uri="{FF2B5EF4-FFF2-40B4-BE49-F238E27FC236}">
                  <ns2:creationId id="{978977CD-09FC-4322-8B07-B43ADC7C6337}"/>
                </a:ext>
              </a:extLst>
            </p:cNvPr>
            <p:cNvSpPr>
              <a:spLocks noGrp="1"/>
            </p:cNvSpPr>
            <p:nvPr/>
          </p:nvSpPr>
          <p:spPr>
            <a:xfrm rot="0">
              <a:off x="190500" y="5362575"/>
              <a:ext cx="9525000" cy="276225"/>
            </a:xfrm>
            <a:prstGeom prst="rect">
              <a:avLst/>
            </a:prstGeom>
            <a:noFill/>
            <a:ln w="0">
              <a:noFill/>
              <a:prstDash val="solid"/>
            </a:ln>
          </p:spPr>
          <p:txBody>
            <a:bodyPr wrap="none" lIns="0" tIns="0" rIns="0" bIns="0" anchor="t">
              <a:noAutofit/>
            </a:bodyPr>
            <a:lstStyle>
              <a:defPPr algn="l">
                <a:defRPr sz="1242" b="1">
                  <a:solidFill>
                    <a:srgbClr val="000000"/>
                  </a:solidFill>
                  <a:latin typeface="Arial"/>
                  <a:ea typeface="Arial"/>
                  <a:cs typeface="Arial"/>
                </a:defRPr>
              </a:defPPr>
              <a:lvl1pPr algn="l">
                <a:defRPr sz="1242" b="1">
                  <a:solidFill>
                    <a:srgbClr val="000000"/>
                  </a:solidFill>
                  <a:latin typeface="Arial"/>
                  <a:ea typeface="Arial"/>
                  <a:cs typeface="Arial"/>
                </a:defRPr>
              </a:lvl1pPr>
              <a:lvl2pPr algn="l">
                <a:defRPr sz="1242" b="1">
                  <a:solidFill>
                    <a:srgbClr val="000000"/>
                  </a:solidFill>
                  <a:latin typeface="Arial"/>
                  <a:ea typeface="Arial"/>
                  <a:cs typeface="Arial"/>
                </a:defRPr>
              </a:lvl2pPr>
              <a:lvl3pPr algn="l">
                <a:defRPr sz="1242" b="1">
                  <a:solidFill>
                    <a:srgbClr val="000000"/>
                  </a:solidFill>
                  <a:latin typeface="Arial"/>
                  <a:ea typeface="Arial"/>
                  <a:cs typeface="Arial"/>
                </a:defRPr>
              </a:lvl3pPr>
              <a:lvl4pPr algn="l">
                <a:defRPr sz="1242" b="1">
                  <a:solidFill>
                    <a:srgbClr val="000000"/>
                  </a:solidFill>
                  <a:latin typeface="Arial"/>
                  <a:ea typeface="Arial"/>
                  <a:cs typeface="Arial"/>
                </a:defRPr>
              </a:lvl4pPr>
              <a:lvl5pPr algn="l">
                <a:defRPr sz="1242" b="1">
                  <a:solidFill>
                    <a:srgbClr val="000000"/>
                  </a:solidFill>
                  <a:latin typeface="Arial"/>
                  <a:ea typeface="Arial"/>
                  <a:cs typeface="Arial"/>
                </a:defRPr>
              </a:lvl5pPr>
              <a:lvl6pPr algn="l">
                <a:defRPr sz="1242" b="1">
                  <a:solidFill>
                    <a:srgbClr val="000000"/>
                  </a:solidFill>
                  <a:latin typeface="Arial"/>
                  <a:ea typeface="Arial"/>
                  <a:cs typeface="Arial"/>
                </a:defRPr>
              </a:lvl6pPr>
              <a:lvl7pPr algn="l">
                <a:defRPr sz="1242" b="1">
                  <a:solidFill>
                    <a:srgbClr val="000000"/>
                  </a:solidFill>
                  <a:latin typeface="Arial"/>
                  <a:ea typeface="Arial"/>
                  <a:cs typeface="Arial"/>
                </a:defRPr>
              </a:lvl7pPr>
              <a:lvl8pPr algn="l">
                <a:defRPr sz="1242" b="1">
                  <a:solidFill>
                    <a:srgbClr val="000000"/>
                  </a:solidFill>
                  <a:latin typeface="Arial"/>
                  <a:ea typeface="Arial"/>
                  <a:cs typeface="Arial"/>
                </a:defRPr>
              </a:lvl8pPr>
              <a:lvl9pPr algn="l">
                <a:defRPr sz="1242" b="1">
                  <a:solidFill>
                    <a:srgbClr val="000000"/>
                  </a:solidFill>
                  <a:latin typeface="Arial"/>
                  <a:ea typeface="Arial"/>
                  <a:cs typeface="Arial"/>
                </a:defRPr>
              </a:lvl9pPr>
            </a:lstStyle>
            <a:p>
              <a:pPr algn="l">
                <a:defRPr sz="1242" b="1">
                  <a:solidFill>
                    <a:srgbClr val="000000"/>
                  </a:solidFill>
                  <a:latin typeface="Arial"/>
                  <a:ea typeface="Arial"/>
                  <a:cs typeface="Arial"/>
                </a:defRPr>
              </a:pPr>
              <a:r>
                <a:rPr sz="1242" b="1">
                  <a:solidFill>
                    <a:srgbClr val="000000"/>
                  </a:solidFill>
                  <a:latin typeface="Arial"/>
                  <a:ea typeface="Arial"/>
                  <a:cs typeface="Arial"/>
                </a:rPr>
                <a:t>(c) Ring: all 40 fields</a:t>
              </a:r>
            </a:p>
          </p:txBody>
        </p:sp>
        <p:sp>
          <p:nvSpPr>
            <p:cNvPr id="58" name="text_057">
              <a:extLst>
                <a:ext uri="{FF2B5EF4-FFF2-40B4-BE49-F238E27FC236}">
                  <ns2:creationId id="{A400C3EE-3F87-448D-8263-44B10222B633}"/>
                </a:ext>
              </a:extLst>
            </p:cNvPr>
            <p:cNvSpPr>
              <a:spLocks noGrp="1"/>
            </p:cNvSpPr>
            <p:nvPr/>
          </p:nvSpPr>
          <p:spPr>
            <a:xfrm rot="0">
              <a:off x="762000" y="5657850"/>
              <a:ext cx="4953000" cy="238125"/>
            </a:xfrm>
            <a:prstGeom prst="rect">
              <a:avLst/>
            </a:prstGeom>
            <a:noFill/>
            <a:ln w="0">
              <a:noFill/>
              <a:prstDash val="solid"/>
            </a:ln>
          </p:spPr>
          <p:txBody>
            <a:bodyPr wrap="none" lIns="0" tIns="0" rIns="0" bIns="0" anchor="t">
              <a:noAutofit/>
            </a:bodyPr>
            <a:lstStyle>
              <a:defPPr algn="l">
                <a:defRPr sz="1073" b="1">
                  <a:solidFill>
                    <a:srgbClr val="000000"/>
                  </a:solidFill>
                  <a:latin typeface="Arial"/>
                  <a:ea typeface="Arial"/>
                  <a:cs typeface="Arial"/>
                </a:defRPr>
              </a:defPPr>
              <a:lvl1pPr algn="l">
                <a:defRPr sz="1073" b="1">
                  <a:solidFill>
                    <a:srgbClr val="000000"/>
                  </a:solidFill>
                  <a:latin typeface="Arial"/>
                  <a:ea typeface="Arial"/>
                  <a:cs typeface="Arial"/>
                </a:defRPr>
              </a:lvl1pPr>
              <a:lvl2pPr algn="l">
                <a:defRPr sz="1073" b="1">
                  <a:solidFill>
                    <a:srgbClr val="000000"/>
                  </a:solidFill>
                  <a:latin typeface="Arial"/>
                  <a:ea typeface="Arial"/>
                  <a:cs typeface="Arial"/>
                </a:defRPr>
              </a:lvl2pPr>
              <a:lvl3pPr algn="l">
                <a:defRPr sz="1073" b="1">
                  <a:solidFill>
                    <a:srgbClr val="000000"/>
                  </a:solidFill>
                  <a:latin typeface="Arial"/>
                  <a:ea typeface="Arial"/>
                  <a:cs typeface="Arial"/>
                </a:defRPr>
              </a:lvl3pPr>
              <a:lvl4pPr algn="l">
                <a:defRPr sz="1073" b="1">
                  <a:solidFill>
                    <a:srgbClr val="000000"/>
                  </a:solidFill>
                  <a:latin typeface="Arial"/>
                  <a:ea typeface="Arial"/>
                  <a:cs typeface="Arial"/>
                </a:defRPr>
              </a:lvl4pPr>
              <a:lvl5pPr algn="l">
                <a:defRPr sz="1073" b="1">
                  <a:solidFill>
                    <a:srgbClr val="000000"/>
                  </a:solidFill>
                  <a:latin typeface="Arial"/>
                  <a:ea typeface="Arial"/>
                  <a:cs typeface="Arial"/>
                </a:defRPr>
              </a:lvl5pPr>
              <a:lvl6pPr algn="l">
                <a:defRPr sz="1073" b="1">
                  <a:solidFill>
                    <a:srgbClr val="000000"/>
                  </a:solidFill>
                  <a:latin typeface="Arial"/>
                  <a:ea typeface="Arial"/>
                  <a:cs typeface="Arial"/>
                </a:defRPr>
              </a:lvl6pPr>
              <a:lvl7pPr algn="l">
                <a:defRPr sz="1073" b="1">
                  <a:solidFill>
                    <a:srgbClr val="000000"/>
                  </a:solidFill>
                  <a:latin typeface="Arial"/>
                  <a:ea typeface="Arial"/>
                  <a:cs typeface="Arial"/>
                </a:defRPr>
              </a:lvl7pPr>
              <a:lvl8pPr algn="l">
                <a:defRPr sz="1073" b="1">
                  <a:solidFill>
                    <a:srgbClr val="000000"/>
                  </a:solidFill>
                  <a:latin typeface="Arial"/>
                  <a:ea typeface="Arial"/>
                  <a:cs typeface="Arial"/>
                </a:defRPr>
              </a:lvl8pPr>
              <a:lvl9pPr algn="l">
                <a:defRPr sz="1073" b="1">
                  <a:solidFill>
                    <a:srgbClr val="000000"/>
                  </a:solidFill>
                  <a:latin typeface="Arial"/>
                  <a:ea typeface="Arial"/>
                  <a:cs typeface="Arial"/>
                </a:defRPr>
              </a:lvl9pPr>
            </a:lstStyle>
            <a:p>
              <a:pPr algn="l">
                <a:defRPr sz="1073" b="1">
                  <a:solidFill>
                    <a:srgbClr val="000000"/>
                  </a:solidFill>
                  <a:latin typeface="Arial"/>
                  <a:ea typeface="Arial"/>
                  <a:cs typeface="Arial"/>
                </a:defRPr>
              </a:pPr>
              <a:r>
                <a:rPr sz="1073" b="1">
                  <a:solidFill>
                    <a:srgbClr val="000000"/>
                  </a:solidFill>
                  <a:latin typeface="Arial"/>
                  <a:ea typeface="Arial"/>
                  <a:cs typeface="Arial"/>
                </a:rPr>
                <a:t>RG-MTM-P</a:t>
              </a:r>
            </a:p>
          </p:txBody>
        </p:sp>
        <p:pic>
          <p:nvPicPr>
            <p:cNvPr id="59" name="">
              <a:extLst>
                <a:ext uri="{FF2B5EF4-FFF2-40B4-BE49-F238E27FC236}">
                  <ns2:creationId id="{E537EA7C-F5A1-4850-9E4D-6BC8D35A251E}"/>
                </a:ext>
              </a:extLst>
            </p:cNvPr>
            <p:cNvPicPr>
              <a:picLocks noChangeAspect="1"/>
            </p:cNvPicPr>
            <p:nvPr/>
          </p:nvPicPr>
          <p:blipFill>
            <a:blip r:embed="Rf842a86af5ac4745"/>
            <a:stretch/>
          </p:blipFill>
          <p:spPr>
            <a:xfrm>
              <a:off x="762000" y="5924550"/>
              <a:ext cx="4953000" cy="1333500"/>
            </a:xfrm>
            <a:prstGeom prst="rect">
              <a:avLst/>
            </a:prstGeom>
          </p:spPr>
        </p:pic>
        <p:sp>
          <p:nvSpPr>
            <p:cNvPr id="60" name="rect_059">
              <a:extLst>
                <a:ext uri="{FF2B5EF4-FFF2-40B4-BE49-F238E27FC236}">
                  <ns2:creationId id="{BB5C2B1F-2E29-49F2-B836-DC5177A80F76}"/>
                </a:ext>
              </a:extLst>
            </p:cNvPr>
            <p:cNvSpPr>
              <a:spLocks noGrp="1"/>
            </p:cNvSpPr>
            <p:nvPr/>
          </p:nvSpPr>
          <p:spPr>
            <a:xfrm rot="0">
              <a:off x="762000" y="5924550"/>
              <a:ext cx="4953000" cy="1333500"/>
            </a:xfrm>
            <a:prstGeom prst="rect">
              <a:avLst/>
            </a:prstGeom>
            <a:noFill/>
            <a:ln w="5021">
              <a:solidFill>
                <a:srgbClr val="7B8790"/>
              </a:solidFill>
              <a:prstDash val="solid"/>
            </a:ln>
          </p:spPr>
        </p:sp>
        <p:sp>
          <p:nvSpPr>
            <p:cNvPr id="61" name="text_060">
              <a:extLst>
                <a:ext uri="{FF2B5EF4-FFF2-40B4-BE49-F238E27FC236}">
                  <ns2:creationId id="{85E0AB6C-9A5D-4CD2-96F7-5CD55C21E27D}"/>
                </a:ext>
              </a:extLst>
            </p:cNvPr>
            <p:cNvSpPr>
              <a:spLocks noGrp="1"/>
            </p:cNvSpPr>
            <p:nvPr/>
          </p:nvSpPr>
          <p:spPr>
            <a:xfrm rot="0">
              <a:off x="352425" y="7172325"/>
              <a:ext cx="333375" cy="209550"/>
            </a:xfrm>
            <a:prstGeom prst="rect">
              <a:avLst/>
            </a:prstGeom>
            <a:noFill/>
            <a:ln w="0">
              <a:noFill/>
              <a:prstDash val="solid"/>
            </a:ln>
          </p:spPr>
          <p:txBody>
            <a:bodyPr wrap="none" lIns="0" tIns="0" rIns="0" bIns="0" anchor="t">
              <a:noAutofit/>
            </a:bodyPr>
            <a:lstStyle>
              <a:defPPr algn="r">
                <a:defRPr sz="904" b="0">
                  <a:solidFill>
                    <a:srgbClr val="000000"/>
                  </a:solidFill>
                  <a:latin typeface="Arial"/>
                  <a:ea typeface="Arial"/>
                  <a:cs typeface="Arial"/>
                </a:defRPr>
              </a:defPPr>
              <a:lvl1pPr algn="r">
                <a:defRPr sz="904" b="0">
                  <a:solidFill>
                    <a:srgbClr val="000000"/>
                  </a:solidFill>
                  <a:latin typeface="Arial"/>
                  <a:ea typeface="Arial"/>
                  <a:cs typeface="Arial"/>
                </a:defRPr>
              </a:lvl1pPr>
              <a:lvl2pPr algn="r">
                <a:defRPr sz="904" b="0">
                  <a:solidFill>
                    <a:srgbClr val="000000"/>
                  </a:solidFill>
                  <a:latin typeface="Arial"/>
                  <a:ea typeface="Arial"/>
                  <a:cs typeface="Arial"/>
                </a:defRPr>
              </a:lvl2pPr>
              <a:lvl3pPr algn="r">
                <a:defRPr sz="904" b="0">
                  <a:solidFill>
                    <a:srgbClr val="000000"/>
                  </a:solidFill>
                  <a:latin typeface="Arial"/>
                  <a:ea typeface="Arial"/>
                  <a:cs typeface="Arial"/>
                </a:defRPr>
              </a:lvl3pPr>
              <a:lvl4pPr algn="r">
                <a:defRPr sz="904" b="0">
                  <a:solidFill>
                    <a:srgbClr val="000000"/>
                  </a:solidFill>
                  <a:latin typeface="Arial"/>
                  <a:ea typeface="Arial"/>
                  <a:cs typeface="Arial"/>
                </a:defRPr>
              </a:lvl4pPr>
              <a:lvl5pPr algn="r">
                <a:defRPr sz="904" b="0">
                  <a:solidFill>
                    <a:srgbClr val="000000"/>
                  </a:solidFill>
                  <a:latin typeface="Arial"/>
                  <a:ea typeface="Arial"/>
                  <a:cs typeface="Arial"/>
                </a:defRPr>
              </a:lvl5pPr>
              <a:lvl6pPr algn="r">
                <a:defRPr sz="904" b="0">
                  <a:solidFill>
                    <a:srgbClr val="000000"/>
                  </a:solidFill>
                  <a:latin typeface="Arial"/>
                  <a:ea typeface="Arial"/>
                  <a:cs typeface="Arial"/>
                </a:defRPr>
              </a:lvl6pPr>
              <a:lvl7pPr algn="r">
                <a:defRPr sz="904" b="0">
                  <a:solidFill>
                    <a:srgbClr val="000000"/>
                  </a:solidFill>
                  <a:latin typeface="Arial"/>
                  <a:ea typeface="Arial"/>
                  <a:cs typeface="Arial"/>
                </a:defRPr>
              </a:lvl7pPr>
              <a:lvl8pPr algn="r">
                <a:defRPr sz="904" b="0">
                  <a:solidFill>
                    <a:srgbClr val="000000"/>
                  </a:solidFill>
                  <a:latin typeface="Arial"/>
                  <a:ea typeface="Arial"/>
                  <a:cs typeface="Arial"/>
                </a:defRPr>
              </a:lvl8pPr>
              <a:lvl9pPr algn="r">
                <a:defRPr sz="904" b="0">
                  <a:solidFill>
                    <a:srgbClr val="000000"/>
                  </a:solidFill>
                  <a:latin typeface="Arial"/>
                  <a:ea typeface="Arial"/>
                  <a:cs typeface="Arial"/>
                </a:defRPr>
              </a:lvl9pPr>
            </a:lstStyle>
            <a:p>
              <a:pPr algn="r">
                <a:defRPr sz="904" b="0">
                  <a:solidFill>
                    <a:srgbClr val="000000"/>
                  </a:solidFill>
                  <a:latin typeface="Arial"/>
                  <a:ea typeface="Arial"/>
                  <a:cs typeface="Arial"/>
                </a:defRPr>
              </a:pPr>
              <a:r>
                <a:rPr sz="904" b="0">
                  <a:solidFill>
                    <a:srgbClr val="000000"/>
                  </a:solidFill>
                  <a:latin typeface="Arial"/>
                  <a:ea typeface="Arial"/>
                  <a:cs typeface="Arial"/>
                </a:rPr>
                <a:t>0</a:t>
              </a:r>
            </a:p>
          </p:txBody>
        </p:sp>
        <p:sp>
          <p:nvSpPr>
            <p:cNvPr id="62" name="text_061">
              <a:extLst>
                <a:ext uri="{FF2B5EF4-FFF2-40B4-BE49-F238E27FC236}">
                  <ns2:creationId id="{4094B351-3FBF-4EAD-BC40-E7EFDC12811E}"/>
                </a:ext>
              </a:extLst>
            </p:cNvPr>
            <p:cNvSpPr>
              <a:spLocks noGrp="1"/>
            </p:cNvSpPr>
            <p:nvPr/>
          </p:nvSpPr>
          <p:spPr>
            <a:xfrm rot="0">
              <a:off x="352425" y="6505575"/>
              <a:ext cx="333375" cy="209550"/>
            </a:xfrm>
            <a:prstGeom prst="rect">
              <a:avLst/>
            </a:prstGeom>
            <a:noFill/>
            <a:ln w="0">
              <a:noFill/>
              <a:prstDash val="solid"/>
            </a:ln>
          </p:spPr>
          <p:txBody>
            <a:bodyPr wrap="none" lIns="0" tIns="0" rIns="0" bIns="0" anchor="t">
              <a:noAutofit/>
            </a:bodyPr>
            <a:lstStyle>
              <a:defPPr algn="r">
                <a:defRPr sz="904" b="0">
                  <a:solidFill>
                    <a:srgbClr val="000000"/>
                  </a:solidFill>
                  <a:latin typeface="Arial"/>
                  <a:ea typeface="Arial"/>
                  <a:cs typeface="Arial"/>
                </a:defRPr>
              </a:defPPr>
              <a:lvl1pPr algn="r">
                <a:defRPr sz="904" b="0">
                  <a:solidFill>
                    <a:srgbClr val="000000"/>
                  </a:solidFill>
                  <a:latin typeface="Arial"/>
                  <a:ea typeface="Arial"/>
                  <a:cs typeface="Arial"/>
                </a:defRPr>
              </a:lvl1pPr>
              <a:lvl2pPr algn="r">
                <a:defRPr sz="904" b="0">
                  <a:solidFill>
                    <a:srgbClr val="000000"/>
                  </a:solidFill>
                  <a:latin typeface="Arial"/>
                  <a:ea typeface="Arial"/>
                  <a:cs typeface="Arial"/>
                </a:defRPr>
              </a:lvl2pPr>
              <a:lvl3pPr algn="r">
                <a:defRPr sz="904" b="0">
                  <a:solidFill>
                    <a:srgbClr val="000000"/>
                  </a:solidFill>
                  <a:latin typeface="Arial"/>
                  <a:ea typeface="Arial"/>
                  <a:cs typeface="Arial"/>
                </a:defRPr>
              </a:lvl3pPr>
              <a:lvl4pPr algn="r">
                <a:defRPr sz="904" b="0">
                  <a:solidFill>
                    <a:srgbClr val="000000"/>
                  </a:solidFill>
                  <a:latin typeface="Arial"/>
                  <a:ea typeface="Arial"/>
                  <a:cs typeface="Arial"/>
                </a:defRPr>
              </a:lvl4pPr>
              <a:lvl5pPr algn="r">
                <a:defRPr sz="904" b="0">
                  <a:solidFill>
                    <a:srgbClr val="000000"/>
                  </a:solidFill>
                  <a:latin typeface="Arial"/>
                  <a:ea typeface="Arial"/>
                  <a:cs typeface="Arial"/>
                </a:defRPr>
              </a:lvl5pPr>
              <a:lvl6pPr algn="r">
                <a:defRPr sz="904" b="0">
                  <a:solidFill>
                    <a:srgbClr val="000000"/>
                  </a:solidFill>
                  <a:latin typeface="Arial"/>
                  <a:ea typeface="Arial"/>
                  <a:cs typeface="Arial"/>
                </a:defRPr>
              </a:lvl6pPr>
              <a:lvl7pPr algn="r">
                <a:defRPr sz="904" b="0">
                  <a:solidFill>
                    <a:srgbClr val="000000"/>
                  </a:solidFill>
                  <a:latin typeface="Arial"/>
                  <a:ea typeface="Arial"/>
                  <a:cs typeface="Arial"/>
                </a:defRPr>
              </a:lvl7pPr>
              <a:lvl8pPr algn="r">
                <a:defRPr sz="904" b="0">
                  <a:solidFill>
                    <a:srgbClr val="000000"/>
                  </a:solidFill>
                  <a:latin typeface="Arial"/>
                  <a:ea typeface="Arial"/>
                  <a:cs typeface="Arial"/>
                </a:defRPr>
              </a:lvl8pPr>
              <a:lvl9pPr algn="r">
                <a:defRPr sz="904" b="0">
                  <a:solidFill>
                    <a:srgbClr val="000000"/>
                  </a:solidFill>
                  <a:latin typeface="Arial"/>
                  <a:ea typeface="Arial"/>
                  <a:cs typeface="Arial"/>
                </a:defRPr>
              </a:lvl9pPr>
            </a:lstStyle>
            <a:p>
              <a:pPr algn="r">
                <a:defRPr sz="904" b="0">
                  <a:solidFill>
                    <a:srgbClr val="000000"/>
                  </a:solidFill>
                  <a:latin typeface="Arial"/>
                  <a:ea typeface="Arial"/>
                  <a:cs typeface="Arial"/>
                </a:defRPr>
              </a:pPr>
              <a:r>
                <a:rPr sz="904" b="0">
                  <a:solidFill>
                    <a:srgbClr val="000000"/>
                  </a:solidFill>
                  <a:latin typeface="Arial"/>
                  <a:ea typeface="Arial"/>
                  <a:cs typeface="Arial"/>
                </a:rPr>
                <a:t>0.5</a:t>
              </a:r>
            </a:p>
          </p:txBody>
        </p:sp>
        <p:sp>
          <p:nvSpPr>
            <p:cNvPr id="63" name="text_062">
              <a:extLst>
                <a:ext uri="{FF2B5EF4-FFF2-40B4-BE49-F238E27FC236}">
                  <ns2:creationId id="{5635F2FA-821C-46F9-806F-735E2C736E6E}"/>
                </a:ext>
              </a:extLst>
            </p:cNvPr>
            <p:cNvSpPr>
              <a:spLocks noGrp="1"/>
            </p:cNvSpPr>
            <p:nvPr/>
          </p:nvSpPr>
          <p:spPr>
            <a:xfrm rot="0">
              <a:off x="352425" y="5838825"/>
              <a:ext cx="333375" cy="209550"/>
            </a:xfrm>
            <a:prstGeom prst="rect">
              <a:avLst/>
            </a:prstGeom>
            <a:noFill/>
            <a:ln w="0">
              <a:noFill/>
              <a:prstDash val="solid"/>
            </a:ln>
          </p:spPr>
          <p:txBody>
            <a:bodyPr wrap="none" lIns="0" tIns="0" rIns="0" bIns="0" anchor="t">
              <a:noAutofit/>
            </a:bodyPr>
            <a:lstStyle>
              <a:defPPr algn="r">
                <a:defRPr sz="904" b="0">
                  <a:solidFill>
                    <a:srgbClr val="000000"/>
                  </a:solidFill>
                  <a:latin typeface="Arial"/>
                  <a:ea typeface="Arial"/>
                  <a:cs typeface="Arial"/>
                </a:defRPr>
              </a:defPPr>
              <a:lvl1pPr algn="r">
                <a:defRPr sz="904" b="0">
                  <a:solidFill>
                    <a:srgbClr val="000000"/>
                  </a:solidFill>
                  <a:latin typeface="Arial"/>
                  <a:ea typeface="Arial"/>
                  <a:cs typeface="Arial"/>
                </a:defRPr>
              </a:lvl1pPr>
              <a:lvl2pPr algn="r">
                <a:defRPr sz="904" b="0">
                  <a:solidFill>
                    <a:srgbClr val="000000"/>
                  </a:solidFill>
                  <a:latin typeface="Arial"/>
                  <a:ea typeface="Arial"/>
                  <a:cs typeface="Arial"/>
                </a:defRPr>
              </a:lvl2pPr>
              <a:lvl3pPr algn="r">
                <a:defRPr sz="904" b="0">
                  <a:solidFill>
                    <a:srgbClr val="000000"/>
                  </a:solidFill>
                  <a:latin typeface="Arial"/>
                  <a:ea typeface="Arial"/>
                  <a:cs typeface="Arial"/>
                </a:defRPr>
              </a:lvl3pPr>
              <a:lvl4pPr algn="r">
                <a:defRPr sz="904" b="0">
                  <a:solidFill>
                    <a:srgbClr val="000000"/>
                  </a:solidFill>
                  <a:latin typeface="Arial"/>
                  <a:ea typeface="Arial"/>
                  <a:cs typeface="Arial"/>
                </a:defRPr>
              </a:lvl4pPr>
              <a:lvl5pPr algn="r">
                <a:defRPr sz="904" b="0">
                  <a:solidFill>
                    <a:srgbClr val="000000"/>
                  </a:solidFill>
                  <a:latin typeface="Arial"/>
                  <a:ea typeface="Arial"/>
                  <a:cs typeface="Arial"/>
                </a:defRPr>
              </a:lvl5pPr>
              <a:lvl6pPr algn="r">
                <a:defRPr sz="904" b="0">
                  <a:solidFill>
                    <a:srgbClr val="000000"/>
                  </a:solidFill>
                  <a:latin typeface="Arial"/>
                  <a:ea typeface="Arial"/>
                  <a:cs typeface="Arial"/>
                </a:defRPr>
              </a:lvl6pPr>
              <a:lvl7pPr algn="r">
                <a:defRPr sz="904" b="0">
                  <a:solidFill>
                    <a:srgbClr val="000000"/>
                  </a:solidFill>
                  <a:latin typeface="Arial"/>
                  <a:ea typeface="Arial"/>
                  <a:cs typeface="Arial"/>
                </a:defRPr>
              </a:lvl7pPr>
              <a:lvl8pPr algn="r">
                <a:defRPr sz="904" b="0">
                  <a:solidFill>
                    <a:srgbClr val="000000"/>
                  </a:solidFill>
                  <a:latin typeface="Arial"/>
                  <a:ea typeface="Arial"/>
                  <a:cs typeface="Arial"/>
                </a:defRPr>
              </a:lvl8pPr>
              <a:lvl9pPr algn="r">
                <a:defRPr sz="904" b="0">
                  <a:solidFill>
                    <a:srgbClr val="000000"/>
                  </a:solidFill>
                  <a:latin typeface="Arial"/>
                  <a:ea typeface="Arial"/>
                  <a:cs typeface="Arial"/>
                </a:defRPr>
              </a:lvl9pPr>
            </a:lstStyle>
            <a:p>
              <a:pPr algn="r">
                <a:defRPr sz="904" b="0">
                  <a:solidFill>
                    <a:srgbClr val="000000"/>
                  </a:solidFill>
                  <a:latin typeface="Arial"/>
                  <a:ea typeface="Arial"/>
                  <a:cs typeface="Arial"/>
                </a:defRPr>
              </a:pPr>
              <a:r>
                <a:rPr sz="904" b="0">
                  <a:solidFill>
                    <a:srgbClr val="000000"/>
                  </a:solidFill>
                  <a:latin typeface="Arial"/>
                  <a:ea typeface="Arial"/>
                  <a:cs typeface="Arial"/>
                </a:rPr>
                <a:t>1</a:t>
              </a:r>
            </a:p>
          </p:txBody>
        </p:sp>
        <p:sp>
          <p:nvSpPr>
            <p:cNvPr id="64" name="text_063">
              <a:extLst>
                <a:ext uri="{FF2B5EF4-FFF2-40B4-BE49-F238E27FC236}">
                  <ns2:creationId id="{68281DDE-A79C-4E30-A527-8E720A9F450A}"/>
                </a:ext>
              </a:extLst>
            </p:cNvPr>
            <p:cNvSpPr>
              <a:spLocks noGrp="1"/>
            </p:cNvSpPr>
            <p:nvPr/>
          </p:nvSpPr>
          <p:spPr>
            <a:xfrm rot="0">
              <a:off x="519113" y="7305675"/>
              <a:ext cx="609600" cy="209550"/>
            </a:xfrm>
            <a:prstGeom prst="rect">
              <a:avLst/>
            </a:prstGeom>
            <a:noFill/>
            <a:ln w="0">
              <a:noFill/>
              <a:prstDash val="solid"/>
            </a:ln>
          </p:spPr>
          <p:txBody>
            <a:bodyPr wrap="none" lIns="0" tIns="0" rIns="0" bIns="0" anchor="t">
              <a:noAutofit/>
            </a:bodyPr>
            <a:lstStyle>
              <a:defPPr algn="ctr">
                <a:defRPr sz="847" b="0">
                  <a:solidFill>
                    <a:srgbClr val="000000"/>
                  </a:solidFill>
                  <a:latin typeface="Arial"/>
                  <a:ea typeface="Arial"/>
                  <a:cs typeface="Arial"/>
                </a:defRPr>
              </a:defPPr>
              <a:lvl1pPr algn="ctr">
                <a:defRPr sz="847" b="0">
                  <a:solidFill>
                    <a:srgbClr val="000000"/>
                  </a:solidFill>
                  <a:latin typeface="Arial"/>
                  <a:ea typeface="Arial"/>
                  <a:cs typeface="Arial"/>
                </a:defRPr>
              </a:lvl1pPr>
              <a:lvl2pPr algn="ctr">
                <a:defRPr sz="847" b="0">
                  <a:solidFill>
                    <a:srgbClr val="000000"/>
                  </a:solidFill>
                  <a:latin typeface="Arial"/>
                  <a:ea typeface="Arial"/>
                  <a:cs typeface="Arial"/>
                </a:defRPr>
              </a:lvl2pPr>
              <a:lvl3pPr algn="ctr">
                <a:defRPr sz="847" b="0">
                  <a:solidFill>
                    <a:srgbClr val="000000"/>
                  </a:solidFill>
                  <a:latin typeface="Arial"/>
                  <a:ea typeface="Arial"/>
                  <a:cs typeface="Arial"/>
                </a:defRPr>
              </a:lvl3pPr>
              <a:lvl4pPr algn="ctr">
                <a:defRPr sz="847" b="0">
                  <a:solidFill>
                    <a:srgbClr val="000000"/>
                  </a:solidFill>
                  <a:latin typeface="Arial"/>
                  <a:ea typeface="Arial"/>
                  <a:cs typeface="Arial"/>
                </a:defRPr>
              </a:lvl4pPr>
              <a:lvl5pPr algn="ctr">
                <a:defRPr sz="847" b="0">
                  <a:solidFill>
                    <a:srgbClr val="000000"/>
                  </a:solidFill>
                  <a:latin typeface="Arial"/>
                  <a:ea typeface="Arial"/>
                  <a:cs typeface="Arial"/>
                </a:defRPr>
              </a:lvl5pPr>
              <a:lvl6pPr algn="ctr">
                <a:defRPr sz="847" b="0">
                  <a:solidFill>
                    <a:srgbClr val="000000"/>
                  </a:solidFill>
                  <a:latin typeface="Arial"/>
                  <a:ea typeface="Arial"/>
                  <a:cs typeface="Arial"/>
                </a:defRPr>
              </a:lvl6pPr>
              <a:lvl7pPr algn="ctr">
                <a:defRPr sz="847" b="0">
                  <a:solidFill>
                    <a:srgbClr val="000000"/>
                  </a:solidFill>
                  <a:latin typeface="Arial"/>
                  <a:ea typeface="Arial"/>
                  <a:cs typeface="Arial"/>
                </a:defRPr>
              </a:lvl7pPr>
              <a:lvl8pPr algn="ctr">
                <a:defRPr sz="847" b="0">
                  <a:solidFill>
                    <a:srgbClr val="000000"/>
                  </a:solidFill>
                  <a:latin typeface="Arial"/>
                  <a:ea typeface="Arial"/>
                  <a:cs typeface="Arial"/>
                </a:defRPr>
              </a:lvl8pPr>
              <a:lvl9pPr algn="ctr">
                <a:defRPr sz="847" b="0">
                  <a:solidFill>
                    <a:srgbClr val="000000"/>
                  </a:solidFill>
                  <a:latin typeface="Arial"/>
                  <a:ea typeface="Arial"/>
                  <a:cs typeface="Arial"/>
                </a:defRPr>
              </a:lvl9pPr>
            </a:lstStyle>
            <a:p>
              <a:pPr algn="ctr">
                <a:defRPr sz="847" b="0">
                  <a:solidFill>
                    <a:srgbClr val="000000"/>
                  </a:solidFill>
                  <a:latin typeface="Arial"/>
                  <a:ea typeface="Arial"/>
                  <a:cs typeface="Arial"/>
                </a:defRPr>
              </a:pPr>
              <a:r>
                <a:rPr sz="847" b="0">
                  <a:solidFill>
                    <a:srgbClr val="000000"/>
                  </a:solidFill>
                  <a:latin typeface="Arial"/>
                  <a:ea typeface="Arial"/>
                  <a:cs typeface="Arial"/>
                </a:rPr>
                <a:t>0</a:t>
              </a:r>
            </a:p>
          </p:txBody>
        </p:sp>
        <p:sp>
          <p:nvSpPr>
            <p:cNvPr id="65" name="text_064">
              <a:extLst>
                <a:ext uri="{FF2B5EF4-FFF2-40B4-BE49-F238E27FC236}">
                  <ns2:creationId id="{11BF9753-822D-4A2C-B069-30E579717B76}"/>
                </a:ext>
              </a:extLst>
            </p:cNvPr>
            <p:cNvSpPr>
              <a:spLocks noGrp="1"/>
            </p:cNvSpPr>
            <p:nvPr/>
          </p:nvSpPr>
          <p:spPr>
            <a:xfrm rot="0">
              <a:off x="2871788" y="7305675"/>
              <a:ext cx="609600" cy="209550"/>
            </a:xfrm>
            <a:prstGeom prst="rect">
              <a:avLst/>
            </a:prstGeom>
            <a:noFill/>
            <a:ln w="0">
              <a:noFill/>
              <a:prstDash val="solid"/>
            </a:ln>
          </p:spPr>
          <p:txBody>
            <a:bodyPr wrap="none" lIns="0" tIns="0" rIns="0" bIns="0" anchor="t">
              <a:noAutofit/>
            </a:bodyPr>
            <a:lstStyle>
              <a:defPPr algn="ctr">
                <a:defRPr sz="847" b="0">
                  <a:solidFill>
                    <a:srgbClr val="000000"/>
                  </a:solidFill>
                  <a:latin typeface="Arial"/>
                  <a:ea typeface="Arial"/>
                  <a:cs typeface="Arial"/>
                </a:defRPr>
              </a:defPPr>
              <a:lvl1pPr algn="ctr">
                <a:defRPr sz="847" b="0">
                  <a:solidFill>
                    <a:srgbClr val="000000"/>
                  </a:solidFill>
                  <a:latin typeface="Arial"/>
                  <a:ea typeface="Arial"/>
                  <a:cs typeface="Arial"/>
                </a:defRPr>
              </a:lvl1pPr>
              <a:lvl2pPr algn="ctr">
                <a:defRPr sz="847" b="0">
                  <a:solidFill>
                    <a:srgbClr val="000000"/>
                  </a:solidFill>
                  <a:latin typeface="Arial"/>
                  <a:ea typeface="Arial"/>
                  <a:cs typeface="Arial"/>
                </a:defRPr>
              </a:lvl2pPr>
              <a:lvl3pPr algn="ctr">
                <a:defRPr sz="847" b="0">
                  <a:solidFill>
                    <a:srgbClr val="000000"/>
                  </a:solidFill>
                  <a:latin typeface="Arial"/>
                  <a:ea typeface="Arial"/>
                  <a:cs typeface="Arial"/>
                </a:defRPr>
              </a:lvl3pPr>
              <a:lvl4pPr algn="ctr">
                <a:defRPr sz="847" b="0">
                  <a:solidFill>
                    <a:srgbClr val="000000"/>
                  </a:solidFill>
                  <a:latin typeface="Arial"/>
                  <a:ea typeface="Arial"/>
                  <a:cs typeface="Arial"/>
                </a:defRPr>
              </a:lvl4pPr>
              <a:lvl5pPr algn="ctr">
                <a:defRPr sz="847" b="0">
                  <a:solidFill>
                    <a:srgbClr val="000000"/>
                  </a:solidFill>
                  <a:latin typeface="Arial"/>
                  <a:ea typeface="Arial"/>
                  <a:cs typeface="Arial"/>
                </a:defRPr>
              </a:lvl5pPr>
              <a:lvl6pPr algn="ctr">
                <a:defRPr sz="847" b="0">
                  <a:solidFill>
                    <a:srgbClr val="000000"/>
                  </a:solidFill>
                  <a:latin typeface="Arial"/>
                  <a:ea typeface="Arial"/>
                  <a:cs typeface="Arial"/>
                </a:defRPr>
              </a:lvl6pPr>
              <a:lvl7pPr algn="ctr">
                <a:defRPr sz="847" b="0">
                  <a:solidFill>
                    <a:srgbClr val="000000"/>
                  </a:solidFill>
                  <a:latin typeface="Arial"/>
                  <a:ea typeface="Arial"/>
                  <a:cs typeface="Arial"/>
                </a:defRPr>
              </a:lvl7pPr>
              <a:lvl8pPr algn="ctr">
                <a:defRPr sz="847" b="0">
                  <a:solidFill>
                    <a:srgbClr val="000000"/>
                  </a:solidFill>
                  <a:latin typeface="Arial"/>
                  <a:ea typeface="Arial"/>
                  <a:cs typeface="Arial"/>
                </a:defRPr>
              </a:lvl8pPr>
              <a:lvl9pPr algn="ctr">
                <a:defRPr sz="847" b="0">
                  <a:solidFill>
                    <a:srgbClr val="000000"/>
                  </a:solidFill>
                  <a:latin typeface="Arial"/>
                  <a:ea typeface="Arial"/>
                  <a:cs typeface="Arial"/>
                </a:defRPr>
              </a:lvl9pPr>
            </a:lstStyle>
            <a:p>
              <a:pPr algn="ctr">
                <a:defRPr sz="847" b="0">
                  <a:solidFill>
                    <a:srgbClr val="000000"/>
                  </a:solidFill>
                  <a:latin typeface="Arial"/>
                  <a:ea typeface="Arial"/>
                  <a:cs typeface="Arial"/>
                </a:defRPr>
              </a:pPr>
              <a:r>
                <a:rPr sz="847" b="0">
                  <a:solidFill>
                    <a:srgbClr val="000000"/>
                  </a:solidFill>
                  <a:latin typeface="Arial"/>
                  <a:ea typeface="Arial"/>
                  <a:cs typeface="Arial"/>
                </a:rPr>
                <a:t>19</a:t>
              </a:r>
            </a:p>
          </p:txBody>
        </p:sp>
        <p:sp>
          <p:nvSpPr>
            <p:cNvPr id="66" name="text_065">
              <a:extLst>
                <a:ext uri="{FF2B5EF4-FFF2-40B4-BE49-F238E27FC236}">
                  <ns2:creationId id="{F2F5FCDB-5168-442A-BF68-0AEB0E94D9F4}"/>
                </a:ext>
              </a:extLst>
            </p:cNvPr>
            <p:cNvSpPr>
              <a:spLocks noGrp="1"/>
            </p:cNvSpPr>
            <p:nvPr/>
          </p:nvSpPr>
          <p:spPr>
            <a:xfrm rot="0">
              <a:off x="5348288" y="7305675"/>
              <a:ext cx="609600" cy="209550"/>
            </a:xfrm>
            <a:prstGeom prst="rect">
              <a:avLst/>
            </a:prstGeom>
            <a:noFill/>
            <a:ln w="0">
              <a:noFill/>
              <a:prstDash val="solid"/>
            </a:ln>
          </p:spPr>
          <p:txBody>
            <a:bodyPr wrap="none" lIns="0" tIns="0" rIns="0" bIns="0" anchor="t">
              <a:noAutofit/>
            </a:bodyPr>
            <a:lstStyle>
              <a:defPPr algn="ctr">
                <a:defRPr sz="847" b="0">
                  <a:solidFill>
                    <a:srgbClr val="000000"/>
                  </a:solidFill>
                  <a:latin typeface="Arial"/>
                  <a:ea typeface="Arial"/>
                  <a:cs typeface="Arial"/>
                </a:defRPr>
              </a:defPPr>
              <a:lvl1pPr algn="ctr">
                <a:defRPr sz="847" b="0">
                  <a:solidFill>
                    <a:srgbClr val="000000"/>
                  </a:solidFill>
                  <a:latin typeface="Arial"/>
                  <a:ea typeface="Arial"/>
                  <a:cs typeface="Arial"/>
                </a:defRPr>
              </a:lvl1pPr>
              <a:lvl2pPr algn="ctr">
                <a:defRPr sz="847" b="0">
                  <a:solidFill>
                    <a:srgbClr val="000000"/>
                  </a:solidFill>
                  <a:latin typeface="Arial"/>
                  <a:ea typeface="Arial"/>
                  <a:cs typeface="Arial"/>
                </a:defRPr>
              </a:lvl2pPr>
              <a:lvl3pPr algn="ctr">
                <a:defRPr sz="847" b="0">
                  <a:solidFill>
                    <a:srgbClr val="000000"/>
                  </a:solidFill>
                  <a:latin typeface="Arial"/>
                  <a:ea typeface="Arial"/>
                  <a:cs typeface="Arial"/>
                </a:defRPr>
              </a:lvl3pPr>
              <a:lvl4pPr algn="ctr">
                <a:defRPr sz="847" b="0">
                  <a:solidFill>
                    <a:srgbClr val="000000"/>
                  </a:solidFill>
                  <a:latin typeface="Arial"/>
                  <a:ea typeface="Arial"/>
                  <a:cs typeface="Arial"/>
                </a:defRPr>
              </a:lvl4pPr>
              <a:lvl5pPr algn="ctr">
                <a:defRPr sz="847" b="0">
                  <a:solidFill>
                    <a:srgbClr val="000000"/>
                  </a:solidFill>
                  <a:latin typeface="Arial"/>
                  <a:ea typeface="Arial"/>
                  <a:cs typeface="Arial"/>
                </a:defRPr>
              </a:lvl5pPr>
              <a:lvl6pPr algn="ctr">
                <a:defRPr sz="847" b="0">
                  <a:solidFill>
                    <a:srgbClr val="000000"/>
                  </a:solidFill>
                  <a:latin typeface="Arial"/>
                  <a:ea typeface="Arial"/>
                  <a:cs typeface="Arial"/>
                </a:defRPr>
              </a:lvl6pPr>
              <a:lvl7pPr algn="ctr">
                <a:defRPr sz="847" b="0">
                  <a:solidFill>
                    <a:srgbClr val="000000"/>
                  </a:solidFill>
                  <a:latin typeface="Arial"/>
                  <a:ea typeface="Arial"/>
                  <a:cs typeface="Arial"/>
                </a:defRPr>
              </a:lvl7pPr>
              <a:lvl8pPr algn="ctr">
                <a:defRPr sz="847" b="0">
                  <a:solidFill>
                    <a:srgbClr val="000000"/>
                  </a:solidFill>
                  <a:latin typeface="Arial"/>
                  <a:ea typeface="Arial"/>
                  <a:cs typeface="Arial"/>
                </a:defRPr>
              </a:lvl8pPr>
              <a:lvl9pPr algn="ctr">
                <a:defRPr sz="847" b="0">
                  <a:solidFill>
                    <a:srgbClr val="000000"/>
                  </a:solidFill>
                  <a:latin typeface="Arial"/>
                  <a:ea typeface="Arial"/>
                  <a:cs typeface="Arial"/>
                </a:defRPr>
              </a:lvl9pPr>
            </a:lstStyle>
            <a:p>
              <a:pPr algn="ctr">
                <a:defRPr sz="847" b="0">
                  <a:solidFill>
                    <a:srgbClr val="000000"/>
                  </a:solidFill>
                  <a:latin typeface="Arial"/>
                  <a:ea typeface="Arial"/>
                  <a:cs typeface="Arial"/>
                </a:defRPr>
              </a:pPr>
              <a:r>
                <a:rPr sz="847" b="0">
                  <a:solidFill>
                    <a:srgbClr val="000000"/>
                  </a:solidFill>
                  <a:latin typeface="Arial"/>
                  <a:ea typeface="Arial"/>
                  <a:cs typeface="Arial"/>
                </a:rPr>
                <a:t>39</a:t>
              </a:r>
            </a:p>
          </p:txBody>
        </p:sp>
        <p:sp>
          <p:nvSpPr>
            <p:cNvPr id="67" name="text_066">
              <a:extLst>
                <a:ext uri="{FF2B5EF4-FFF2-40B4-BE49-F238E27FC236}">
                  <ns2:creationId id="{C63053F7-3A32-4622-B2B9-E1F0B7D780D4}"/>
                </a:ext>
              </a:extLst>
            </p:cNvPr>
            <p:cNvSpPr>
              <a:spLocks noGrp="1"/>
            </p:cNvSpPr>
            <p:nvPr/>
          </p:nvSpPr>
          <p:spPr>
            <a:xfrm rot="0">
              <a:off x="762000" y="7534275"/>
              <a:ext cx="4953000" cy="209550"/>
            </a:xfrm>
            <a:prstGeom prst="rect">
              <a:avLst/>
            </a:prstGeom>
            <a:noFill/>
            <a:ln w="0">
              <a:noFill/>
              <a:prstDash val="solid"/>
            </a:ln>
          </p:spPr>
          <p:txBody>
            <a:bodyPr wrap="none" lIns="0" tIns="0" rIns="0" bIns="0" anchor="t">
              <a:noAutofit/>
            </a:bodyPr>
            <a:lstStyle>
              <a:defPPr algn="ctr">
                <a:defRPr sz="904" b="0">
                  <a:solidFill>
                    <a:srgbClr val="000000"/>
                  </a:solidFill>
                  <a:latin typeface="Arial"/>
                  <a:ea typeface="Arial"/>
                  <a:cs typeface="Arial"/>
                </a:defRPr>
              </a:defPPr>
              <a:lvl1pPr algn="ctr">
                <a:defRPr sz="904" b="0">
                  <a:solidFill>
                    <a:srgbClr val="000000"/>
                  </a:solidFill>
                  <a:latin typeface="Arial"/>
                  <a:ea typeface="Arial"/>
                  <a:cs typeface="Arial"/>
                </a:defRPr>
              </a:lvl1pPr>
              <a:lvl2pPr algn="ctr">
                <a:defRPr sz="904" b="0">
                  <a:solidFill>
                    <a:srgbClr val="000000"/>
                  </a:solidFill>
                  <a:latin typeface="Arial"/>
                  <a:ea typeface="Arial"/>
                  <a:cs typeface="Arial"/>
                </a:defRPr>
              </a:lvl2pPr>
              <a:lvl3pPr algn="ctr">
                <a:defRPr sz="904" b="0">
                  <a:solidFill>
                    <a:srgbClr val="000000"/>
                  </a:solidFill>
                  <a:latin typeface="Arial"/>
                  <a:ea typeface="Arial"/>
                  <a:cs typeface="Arial"/>
                </a:defRPr>
              </a:lvl3pPr>
              <a:lvl4pPr algn="ctr">
                <a:defRPr sz="904" b="0">
                  <a:solidFill>
                    <a:srgbClr val="000000"/>
                  </a:solidFill>
                  <a:latin typeface="Arial"/>
                  <a:ea typeface="Arial"/>
                  <a:cs typeface="Arial"/>
                </a:defRPr>
              </a:lvl4pPr>
              <a:lvl5pPr algn="ctr">
                <a:defRPr sz="904" b="0">
                  <a:solidFill>
                    <a:srgbClr val="000000"/>
                  </a:solidFill>
                  <a:latin typeface="Arial"/>
                  <a:ea typeface="Arial"/>
                  <a:cs typeface="Arial"/>
                </a:defRPr>
              </a:lvl5pPr>
              <a:lvl6pPr algn="ctr">
                <a:defRPr sz="904" b="0">
                  <a:solidFill>
                    <a:srgbClr val="000000"/>
                  </a:solidFill>
                  <a:latin typeface="Arial"/>
                  <a:ea typeface="Arial"/>
                  <a:cs typeface="Arial"/>
                </a:defRPr>
              </a:lvl6pPr>
              <a:lvl7pPr algn="ctr">
                <a:defRPr sz="904" b="0">
                  <a:solidFill>
                    <a:srgbClr val="000000"/>
                  </a:solidFill>
                  <a:latin typeface="Arial"/>
                  <a:ea typeface="Arial"/>
                  <a:cs typeface="Arial"/>
                </a:defRPr>
              </a:lvl7pPr>
              <a:lvl8pPr algn="ctr">
                <a:defRPr sz="904" b="0">
                  <a:solidFill>
                    <a:srgbClr val="000000"/>
                  </a:solidFill>
                  <a:latin typeface="Arial"/>
                  <a:ea typeface="Arial"/>
                  <a:cs typeface="Arial"/>
                </a:defRPr>
              </a:lvl8pPr>
              <a:lvl9pPr algn="ctr">
                <a:defRPr sz="904" b="0">
                  <a:solidFill>
                    <a:srgbClr val="000000"/>
                  </a:solidFill>
                  <a:latin typeface="Arial"/>
                  <a:ea typeface="Arial"/>
                  <a:cs typeface="Arial"/>
                </a:defRPr>
              </a:lvl9pPr>
            </a:lstStyle>
            <a:p>
              <a:pPr algn="ctr">
                <a:defRPr sz="904" b="0">
                  <a:solidFill>
                    <a:srgbClr val="000000"/>
                  </a:solidFill>
                  <a:latin typeface="Arial"/>
                  <a:ea typeface="Arial"/>
                  <a:cs typeface="Arial"/>
                </a:defRPr>
              </a:pPr>
              <a:r>
                <a:rPr sz="904" b="0">
                  <a:solidFill>
                    <a:srgbClr val="000000"/>
                  </a:solidFill>
                  <a:latin typeface="Arial"/>
                  <a:ea typeface="Arial"/>
                  <a:cs typeface="Arial"/>
                </a:rPr>
                <a:t>Frame</a:t>
              </a:r>
            </a:p>
          </p:txBody>
        </p:sp>
        <p:sp>
          <p:nvSpPr>
            <p:cNvPr id="68" name="text_067">
              <a:extLst>
                <a:ext uri="{FF2B5EF4-FFF2-40B4-BE49-F238E27FC236}">
                  <ns2:creationId id="{9B3A924A-97F1-4D63-BE12-C9E7CF751638}"/>
                </a:ext>
              </a:extLst>
            </p:cNvPr>
            <p:cNvSpPr>
              <a:spLocks noGrp="1"/>
            </p:cNvSpPr>
            <p:nvPr/>
          </p:nvSpPr>
          <p:spPr>
            <a:xfrm rot="0">
              <a:off x="6762750" y="5657850"/>
              <a:ext cx="4953000" cy="238125"/>
            </a:xfrm>
            <a:prstGeom prst="rect">
              <a:avLst/>
            </a:prstGeom>
            <a:noFill/>
            <a:ln w="0">
              <a:noFill/>
              <a:prstDash val="solid"/>
            </a:ln>
          </p:spPr>
          <p:txBody>
            <a:bodyPr wrap="none" lIns="0" tIns="0" rIns="0" bIns="0" anchor="t">
              <a:noAutofit/>
            </a:bodyPr>
            <a:lstStyle>
              <a:defPPr algn="l">
                <a:defRPr sz="1073" b="1">
                  <a:solidFill>
                    <a:srgbClr val="000000"/>
                  </a:solidFill>
                  <a:latin typeface="Arial"/>
                  <a:ea typeface="Arial"/>
                  <a:cs typeface="Arial"/>
                </a:defRPr>
              </a:defPPr>
              <a:lvl1pPr algn="l">
                <a:defRPr sz="1073" b="1">
                  <a:solidFill>
                    <a:srgbClr val="000000"/>
                  </a:solidFill>
                  <a:latin typeface="Arial"/>
                  <a:ea typeface="Arial"/>
                  <a:cs typeface="Arial"/>
                </a:defRPr>
              </a:lvl1pPr>
              <a:lvl2pPr algn="l">
                <a:defRPr sz="1073" b="1">
                  <a:solidFill>
                    <a:srgbClr val="000000"/>
                  </a:solidFill>
                  <a:latin typeface="Arial"/>
                  <a:ea typeface="Arial"/>
                  <a:cs typeface="Arial"/>
                </a:defRPr>
              </a:lvl2pPr>
              <a:lvl3pPr algn="l">
                <a:defRPr sz="1073" b="1">
                  <a:solidFill>
                    <a:srgbClr val="000000"/>
                  </a:solidFill>
                  <a:latin typeface="Arial"/>
                  <a:ea typeface="Arial"/>
                  <a:cs typeface="Arial"/>
                </a:defRPr>
              </a:lvl3pPr>
              <a:lvl4pPr algn="l">
                <a:defRPr sz="1073" b="1">
                  <a:solidFill>
                    <a:srgbClr val="000000"/>
                  </a:solidFill>
                  <a:latin typeface="Arial"/>
                  <a:ea typeface="Arial"/>
                  <a:cs typeface="Arial"/>
                </a:defRPr>
              </a:lvl4pPr>
              <a:lvl5pPr algn="l">
                <a:defRPr sz="1073" b="1">
                  <a:solidFill>
                    <a:srgbClr val="000000"/>
                  </a:solidFill>
                  <a:latin typeface="Arial"/>
                  <a:ea typeface="Arial"/>
                  <a:cs typeface="Arial"/>
                </a:defRPr>
              </a:lvl5pPr>
              <a:lvl6pPr algn="l">
                <a:defRPr sz="1073" b="1">
                  <a:solidFill>
                    <a:srgbClr val="000000"/>
                  </a:solidFill>
                  <a:latin typeface="Arial"/>
                  <a:ea typeface="Arial"/>
                  <a:cs typeface="Arial"/>
                </a:defRPr>
              </a:lvl6pPr>
              <a:lvl7pPr algn="l">
                <a:defRPr sz="1073" b="1">
                  <a:solidFill>
                    <a:srgbClr val="000000"/>
                  </a:solidFill>
                  <a:latin typeface="Arial"/>
                  <a:ea typeface="Arial"/>
                  <a:cs typeface="Arial"/>
                </a:defRPr>
              </a:lvl7pPr>
              <a:lvl8pPr algn="l">
                <a:defRPr sz="1073" b="1">
                  <a:solidFill>
                    <a:srgbClr val="000000"/>
                  </a:solidFill>
                  <a:latin typeface="Arial"/>
                  <a:ea typeface="Arial"/>
                  <a:cs typeface="Arial"/>
                </a:defRPr>
              </a:lvl8pPr>
              <a:lvl9pPr algn="l">
                <a:defRPr sz="1073" b="1">
                  <a:solidFill>
                    <a:srgbClr val="000000"/>
                  </a:solidFill>
                  <a:latin typeface="Arial"/>
                  <a:ea typeface="Arial"/>
                  <a:cs typeface="Arial"/>
                </a:defRPr>
              </a:lvl9pPr>
            </a:lstStyle>
            <a:p>
              <a:pPr algn="l">
                <a:defRPr sz="1073" b="1">
                  <a:solidFill>
                    <a:srgbClr val="000000"/>
                  </a:solidFill>
                  <a:latin typeface="Arial"/>
                  <a:ea typeface="Arial"/>
                  <a:cs typeface="Arial"/>
                </a:defRPr>
              </a:pPr>
              <a:r>
                <a:rPr sz="1073" b="1">
                  <a:solidFill>
                    <a:srgbClr val="000000"/>
                  </a:solidFill>
                  <a:latin typeface="Arial"/>
                  <a:ea typeface="Arial"/>
                  <a:cs typeface="Arial"/>
                </a:rPr>
                <a:t>RG-MTM-R20</a:t>
              </a:r>
            </a:p>
          </p:txBody>
        </p:sp>
        <p:pic>
          <p:nvPicPr>
            <p:cNvPr id="69" name="">
              <a:extLst>
                <a:ext uri="{FF2B5EF4-FFF2-40B4-BE49-F238E27FC236}">
                  <ns2:creationId id="{34E95476-7F29-40A9-8236-4B9FA6F5D1DA}"/>
                </a:ext>
              </a:extLst>
            </p:cNvPr>
            <p:cNvPicPr>
              <a:picLocks noChangeAspect="1"/>
            </p:cNvPicPr>
            <p:nvPr/>
          </p:nvPicPr>
          <p:blipFill>
            <a:blip r:embed="Rd142bff20e0e491b"/>
            <a:stretch/>
          </p:blipFill>
          <p:spPr>
            <a:xfrm>
              <a:off x="6762750" y="5924550"/>
              <a:ext cx="4953000" cy="1333500"/>
            </a:xfrm>
            <a:prstGeom prst="rect">
              <a:avLst/>
            </a:prstGeom>
          </p:spPr>
        </p:pic>
        <p:sp>
          <p:nvSpPr>
            <p:cNvPr id="70" name="rect_069">
              <a:extLst>
                <a:ext uri="{FF2B5EF4-FFF2-40B4-BE49-F238E27FC236}">
                  <ns2:creationId id="{85B46B95-56F9-48C1-A3FB-214B18F09D3E}"/>
                </a:ext>
              </a:extLst>
            </p:cNvPr>
            <p:cNvSpPr>
              <a:spLocks noGrp="1"/>
            </p:cNvSpPr>
            <p:nvPr/>
          </p:nvSpPr>
          <p:spPr>
            <a:xfrm rot="0">
              <a:off x="6762750" y="5924550"/>
              <a:ext cx="4953000" cy="1333500"/>
            </a:xfrm>
            <a:prstGeom prst="rect">
              <a:avLst/>
            </a:prstGeom>
            <a:noFill/>
            <a:ln w="5021">
              <a:solidFill>
                <a:srgbClr val="7B8790"/>
              </a:solidFill>
              <a:prstDash val="solid"/>
            </a:ln>
          </p:spPr>
        </p:sp>
        <p:sp>
          <p:nvSpPr>
            <p:cNvPr id="71" name="text_070">
              <a:extLst>
                <a:ext uri="{FF2B5EF4-FFF2-40B4-BE49-F238E27FC236}">
                  <ns2:creationId id="{61EEE8D3-8139-49A1-9F20-271493FF413A}"/>
                </a:ext>
              </a:extLst>
            </p:cNvPr>
            <p:cNvSpPr>
              <a:spLocks noGrp="1"/>
            </p:cNvSpPr>
            <p:nvPr/>
          </p:nvSpPr>
          <p:spPr>
            <a:xfrm rot="0">
              <a:off x="6353175" y="7172325"/>
              <a:ext cx="333375" cy="209550"/>
            </a:xfrm>
            <a:prstGeom prst="rect">
              <a:avLst/>
            </a:prstGeom>
            <a:noFill/>
            <a:ln w="0">
              <a:noFill/>
              <a:prstDash val="solid"/>
            </a:ln>
          </p:spPr>
          <p:txBody>
            <a:bodyPr wrap="none" lIns="0" tIns="0" rIns="0" bIns="0" anchor="t">
              <a:noAutofit/>
            </a:bodyPr>
            <a:lstStyle>
              <a:defPPr algn="r">
                <a:defRPr sz="904" b="0">
                  <a:solidFill>
                    <a:srgbClr val="000000"/>
                  </a:solidFill>
                  <a:latin typeface="Arial"/>
                  <a:ea typeface="Arial"/>
                  <a:cs typeface="Arial"/>
                </a:defRPr>
              </a:defPPr>
              <a:lvl1pPr algn="r">
                <a:defRPr sz="904" b="0">
                  <a:solidFill>
                    <a:srgbClr val="000000"/>
                  </a:solidFill>
                  <a:latin typeface="Arial"/>
                  <a:ea typeface="Arial"/>
                  <a:cs typeface="Arial"/>
                </a:defRPr>
              </a:lvl1pPr>
              <a:lvl2pPr algn="r">
                <a:defRPr sz="904" b="0">
                  <a:solidFill>
                    <a:srgbClr val="000000"/>
                  </a:solidFill>
                  <a:latin typeface="Arial"/>
                  <a:ea typeface="Arial"/>
                  <a:cs typeface="Arial"/>
                </a:defRPr>
              </a:lvl2pPr>
              <a:lvl3pPr algn="r">
                <a:defRPr sz="904" b="0">
                  <a:solidFill>
                    <a:srgbClr val="000000"/>
                  </a:solidFill>
                  <a:latin typeface="Arial"/>
                  <a:ea typeface="Arial"/>
                  <a:cs typeface="Arial"/>
                </a:defRPr>
              </a:lvl3pPr>
              <a:lvl4pPr algn="r">
                <a:defRPr sz="904" b="0">
                  <a:solidFill>
                    <a:srgbClr val="000000"/>
                  </a:solidFill>
                  <a:latin typeface="Arial"/>
                  <a:ea typeface="Arial"/>
                  <a:cs typeface="Arial"/>
                </a:defRPr>
              </a:lvl4pPr>
              <a:lvl5pPr algn="r">
                <a:defRPr sz="904" b="0">
                  <a:solidFill>
                    <a:srgbClr val="000000"/>
                  </a:solidFill>
                  <a:latin typeface="Arial"/>
                  <a:ea typeface="Arial"/>
                  <a:cs typeface="Arial"/>
                </a:defRPr>
              </a:lvl5pPr>
              <a:lvl6pPr algn="r">
                <a:defRPr sz="904" b="0">
                  <a:solidFill>
                    <a:srgbClr val="000000"/>
                  </a:solidFill>
                  <a:latin typeface="Arial"/>
                  <a:ea typeface="Arial"/>
                  <a:cs typeface="Arial"/>
                </a:defRPr>
              </a:lvl6pPr>
              <a:lvl7pPr algn="r">
                <a:defRPr sz="904" b="0">
                  <a:solidFill>
                    <a:srgbClr val="000000"/>
                  </a:solidFill>
                  <a:latin typeface="Arial"/>
                  <a:ea typeface="Arial"/>
                  <a:cs typeface="Arial"/>
                </a:defRPr>
              </a:lvl7pPr>
              <a:lvl8pPr algn="r">
                <a:defRPr sz="904" b="0">
                  <a:solidFill>
                    <a:srgbClr val="000000"/>
                  </a:solidFill>
                  <a:latin typeface="Arial"/>
                  <a:ea typeface="Arial"/>
                  <a:cs typeface="Arial"/>
                </a:defRPr>
              </a:lvl8pPr>
              <a:lvl9pPr algn="r">
                <a:defRPr sz="904" b="0">
                  <a:solidFill>
                    <a:srgbClr val="000000"/>
                  </a:solidFill>
                  <a:latin typeface="Arial"/>
                  <a:ea typeface="Arial"/>
                  <a:cs typeface="Arial"/>
                </a:defRPr>
              </a:lvl9pPr>
            </a:lstStyle>
            <a:p>
              <a:pPr algn="r">
                <a:defRPr sz="904" b="0">
                  <a:solidFill>
                    <a:srgbClr val="000000"/>
                  </a:solidFill>
                  <a:latin typeface="Arial"/>
                  <a:ea typeface="Arial"/>
                  <a:cs typeface="Arial"/>
                </a:defRPr>
              </a:pPr>
              <a:r>
                <a:rPr sz="904" b="0">
                  <a:solidFill>
                    <a:srgbClr val="000000"/>
                  </a:solidFill>
                  <a:latin typeface="Arial"/>
                  <a:ea typeface="Arial"/>
                  <a:cs typeface="Arial"/>
                </a:rPr>
                <a:t>0</a:t>
              </a:r>
            </a:p>
          </p:txBody>
        </p:sp>
        <p:sp>
          <p:nvSpPr>
            <p:cNvPr id="72" name="text_071">
              <a:extLst>
                <a:ext uri="{FF2B5EF4-FFF2-40B4-BE49-F238E27FC236}">
                  <ns2:creationId id="{9531B6B7-1ACB-4F3B-904B-F2538ED24D3A}"/>
                </a:ext>
              </a:extLst>
            </p:cNvPr>
            <p:cNvSpPr>
              <a:spLocks noGrp="1"/>
            </p:cNvSpPr>
            <p:nvPr/>
          </p:nvSpPr>
          <p:spPr>
            <a:xfrm rot="0">
              <a:off x="6353175" y="6505575"/>
              <a:ext cx="333375" cy="209550"/>
            </a:xfrm>
            <a:prstGeom prst="rect">
              <a:avLst/>
            </a:prstGeom>
            <a:noFill/>
            <a:ln w="0">
              <a:noFill/>
              <a:prstDash val="solid"/>
            </a:ln>
          </p:spPr>
          <p:txBody>
            <a:bodyPr wrap="none" lIns="0" tIns="0" rIns="0" bIns="0" anchor="t">
              <a:noAutofit/>
            </a:bodyPr>
            <a:lstStyle>
              <a:defPPr algn="r">
                <a:defRPr sz="904" b="0">
                  <a:solidFill>
                    <a:srgbClr val="000000"/>
                  </a:solidFill>
                  <a:latin typeface="Arial"/>
                  <a:ea typeface="Arial"/>
                  <a:cs typeface="Arial"/>
                </a:defRPr>
              </a:defPPr>
              <a:lvl1pPr algn="r">
                <a:defRPr sz="904" b="0">
                  <a:solidFill>
                    <a:srgbClr val="000000"/>
                  </a:solidFill>
                  <a:latin typeface="Arial"/>
                  <a:ea typeface="Arial"/>
                  <a:cs typeface="Arial"/>
                </a:defRPr>
              </a:lvl1pPr>
              <a:lvl2pPr algn="r">
                <a:defRPr sz="904" b="0">
                  <a:solidFill>
                    <a:srgbClr val="000000"/>
                  </a:solidFill>
                  <a:latin typeface="Arial"/>
                  <a:ea typeface="Arial"/>
                  <a:cs typeface="Arial"/>
                </a:defRPr>
              </a:lvl2pPr>
              <a:lvl3pPr algn="r">
                <a:defRPr sz="904" b="0">
                  <a:solidFill>
                    <a:srgbClr val="000000"/>
                  </a:solidFill>
                  <a:latin typeface="Arial"/>
                  <a:ea typeface="Arial"/>
                  <a:cs typeface="Arial"/>
                </a:defRPr>
              </a:lvl3pPr>
              <a:lvl4pPr algn="r">
                <a:defRPr sz="904" b="0">
                  <a:solidFill>
                    <a:srgbClr val="000000"/>
                  </a:solidFill>
                  <a:latin typeface="Arial"/>
                  <a:ea typeface="Arial"/>
                  <a:cs typeface="Arial"/>
                </a:defRPr>
              </a:lvl4pPr>
              <a:lvl5pPr algn="r">
                <a:defRPr sz="904" b="0">
                  <a:solidFill>
                    <a:srgbClr val="000000"/>
                  </a:solidFill>
                  <a:latin typeface="Arial"/>
                  <a:ea typeface="Arial"/>
                  <a:cs typeface="Arial"/>
                </a:defRPr>
              </a:lvl5pPr>
              <a:lvl6pPr algn="r">
                <a:defRPr sz="904" b="0">
                  <a:solidFill>
                    <a:srgbClr val="000000"/>
                  </a:solidFill>
                  <a:latin typeface="Arial"/>
                  <a:ea typeface="Arial"/>
                  <a:cs typeface="Arial"/>
                </a:defRPr>
              </a:lvl6pPr>
              <a:lvl7pPr algn="r">
                <a:defRPr sz="904" b="0">
                  <a:solidFill>
                    <a:srgbClr val="000000"/>
                  </a:solidFill>
                  <a:latin typeface="Arial"/>
                  <a:ea typeface="Arial"/>
                  <a:cs typeface="Arial"/>
                </a:defRPr>
              </a:lvl7pPr>
              <a:lvl8pPr algn="r">
                <a:defRPr sz="904" b="0">
                  <a:solidFill>
                    <a:srgbClr val="000000"/>
                  </a:solidFill>
                  <a:latin typeface="Arial"/>
                  <a:ea typeface="Arial"/>
                  <a:cs typeface="Arial"/>
                </a:defRPr>
              </a:lvl8pPr>
              <a:lvl9pPr algn="r">
                <a:defRPr sz="904" b="0">
                  <a:solidFill>
                    <a:srgbClr val="000000"/>
                  </a:solidFill>
                  <a:latin typeface="Arial"/>
                  <a:ea typeface="Arial"/>
                  <a:cs typeface="Arial"/>
                </a:defRPr>
              </a:lvl9pPr>
            </a:lstStyle>
            <a:p>
              <a:pPr algn="r">
                <a:defRPr sz="904" b="0">
                  <a:solidFill>
                    <a:srgbClr val="000000"/>
                  </a:solidFill>
                  <a:latin typeface="Arial"/>
                  <a:ea typeface="Arial"/>
                  <a:cs typeface="Arial"/>
                </a:defRPr>
              </a:pPr>
              <a:r>
                <a:rPr sz="904" b="0">
                  <a:solidFill>
                    <a:srgbClr val="000000"/>
                  </a:solidFill>
                  <a:latin typeface="Arial"/>
                  <a:ea typeface="Arial"/>
                  <a:cs typeface="Arial"/>
                </a:rPr>
                <a:t>0.5</a:t>
              </a:r>
            </a:p>
          </p:txBody>
        </p:sp>
        <p:sp>
          <p:nvSpPr>
            <p:cNvPr id="73" name="text_072">
              <a:extLst>
                <a:ext uri="{FF2B5EF4-FFF2-40B4-BE49-F238E27FC236}">
                  <ns2:creationId id="{194CF11E-ABBB-4825-94F8-3469A6730A8C}"/>
                </a:ext>
              </a:extLst>
            </p:cNvPr>
            <p:cNvSpPr>
              <a:spLocks noGrp="1"/>
            </p:cNvSpPr>
            <p:nvPr/>
          </p:nvSpPr>
          <p:spPr>
            <a:xfrm rot="0">
              <a:off x="6353175" y="5838825"/>
              <a:ext cx="333375" cy="209550"/>
            </a:xfrm>
            <a:prstGeom prst="rect">
              <a:avLst/>
            </a:prstGeom>
            <a:noFill/>
            <a:ln w="0">
              <a:noFill/>
              <a:prstDash val="solid"/>
            </a:ln>
          </p:spPr>
          <p:txBody>
            <a:bodyPr wrap="none" lIns="0" tIns="0" rIns="0" bIns="0" anchor="t">
              <a:noAutofit/>
            </a:bodyPr>
            <a:lstStyle>
              <a:defPPr algn="r">
                <a:defRPr sz="904" b="0">
                  <a:solidFill>
                    <a:srgbClr val="000000"/>
                  </a:solidFill>
                  <a:latin typeface="Arial"/>
                  <a:ea typeface="Arial"/>
                  <a:cs typeface="Arial"/>
                </a:defRPr>
              </a:defPPr>
              <a:lvl1pPr algn="r">
                <a:defRPr sz="904" b="0">
                  <a:solidFill>
                    <a:srgbClr val="000000"/>
                  </a:solidFill>
                  <a:latin typeface="Arial"/>
                  <a:ea typeface="Arial"/>
                  <a:cs typeface="Arial"/>
                </a:defRPr>
              </a:lvl1pPr>
              <a:lvl2pPr algn="r">
                <a:defRPr sz="904" b="0">
                  <a:solidFill>
                    <a:srgbClr val="000000"/>
                  </a:solidFill>
                  <a:latin typeface="Arial"/>
                  <a:ea typeface="Arial"/>
                  <a:cs typeface="Arial"/>
                </a:defRPr>
              </a:lvl2pPr>
              <a:lvl3pPr algn="r">
                <a:defRPr sz="904" b="0">
                  <a:solidFill>
                    <a:srgbClr val="000000"/>
                  </a:solidFill>
                  <a:latin typeface="Arial"/>
                  <a:ea typeface="Arial"/>
                  <a:cs typeface="Arial"/>
                </a:defRPr>
              </a:lvl3pPr>
              <a:lvl4pPr algn="r">
                <a:defRPr sz="904" b="0">
                  <a:solidFill>
                    <a:srgbClr val="000000"/>
                  </a:solidFill>
                  <a:latin typeface="Arial"/>
                  <a:ea typeface="Arial"/>
                  <a:cs typeface="Arial"/>
                </a:defRPr>
              </a:lvl4pPr>
              <a:lvl5pPr algn="r">
                <a:defRPr sz="904" b="0">
                  <a:solidFill>
                    <a:srgbClr val="000000"/>
                  </a:solidFill>
                  <a:latin typeface="Arial"/>
                  <a:ea typeface="Arial"/>
                  <a:cs typeface="Arial"/>
                </a:defRPr>
              </a:lvl5pPr>
              <a:lvl6pPr algn="r">
                <a:defRPr sz="904" b="0">
                  <a:solidFill>
                    <a:srgbClr val="000000"/>
                  </a:solidFill>
                  <a:latin typeface="Arial"/>
                  <a:ea typeface="Arial"/>
                  <a:cs typeface="Arial"/>
                </a:defRPr>
              </a:lvl6pPr>
              <a:lvl7pPr algn="r">
                <a:defRPr sz="904" b="0">
                  <a:solidFill>
                    <a:srgbClr val="000000"/>
                  </a:solidFill>
                  <a:latin typeface="Arial"/>
                  <a:ea typeface="Arial"/>
                  <a:cs typeface="Arial"/>
                </a:defRPr>
              </a:lvl7pPr>
              <a:lvl8pPr algn="r">
                <a:defRPr sz="904" b="0">
                  <a:solidFill>
                    <a:srgbClr val="000000"/>
                  </a:solidFill>
                  <a:latin typeface="Arial"/>
                  <a:ea typeface="Arial"/>
                  <a:cs typeface="Arial"/>
                </a:defRPr>
              </a:lvl8pPr>
              <a:lvl9pPr algn="r">
                <a:defRPr sz="904" b="0">
                  <a:solidFill>
                    <a:srgbClr val="000000"/>
                  </a:solidFill>
                  <a:latin typeface="Arial"/>
                  <a:ea typeface="Arial"/>
                  <a:cs typeface="Arial"/>
                </a:defRPr>
              </a:lvl9pPr>
            </a:lstStyle>
            <a:p>
              <a:pPr algn="r">
                <a:defRPr sz="904" b="0">
                  <a:solidFill>
                    <a:srgbClr val="000000"/>
                  </a:solidFill>
                  <a:latin typeface="Arial"/>
                  <a:ea typeface="Arial"/>
                  <a:cs typeface="Arial"/>
                </a:defRPr>
              </a:pPr>
              <a:r>
                <a:rPr sz="904" b="0">
                  <a:solidFill>
                    <a:srgbClr val="000000"/>
                  </a:solidFill>
                  <a:latin typeface="Arial"/>
                  <a:ea typeface="Arial"/>
                  <a:cs typeface="Arial"/>
                </a:rPr>
                <a:t>1</a:t>
              </a:r>
            </a:p>
          </p:txBody>
        </p:sp>
        <p:sp>
          <p:nvSpPr>
            <p:cNvPr id="74" name="text_073">
              <a:extLst>
                <a:ext uri="{FF2B5EF4-FFF2-40B4-BE49-F238E27FC236}">
                  <ns2:creationId id="{C5864FE4-0009-404A-BB17-180EE96F112B}"/>
                </a:ext>
              </a:extLst>
            </p:cNvPr>
            <p:cNvSpPr>
              <a:spLocks noGrp="1"/>
            </p:cNvSpPr>
            <p:nvPr/>
          </p:nvSpPr>
          <p:spPr>
            <a:xfrm rot="0">
              <a:off x="6519863" y="7305675"/>
              <a:ext cx="609600" cy="209550"/>
            </a:xfrm>
            <a:prstGeom prst="rect">
              <a:avLst/>
            </a:prstGeom>
            <a:noFill/>
            <a:ln w="0">
              <a:noFill/>
              <a:prstDash val="solid"/>
            </a:ln>
          </p:spPr>
          <p:txBody>
            <a:bodyPr wrap="none" lIns="0" tIns="0" rIns="0" bIns="0" anchor="t">
              <a:noAutofit/>
            </a:bodyPr>
            <a:lstStyle>
              <a:defPPr algn="ctr">
                <a:defRPr sz="847" b="0">
                  <a:solidFill>
                    <a:srgbClr val="000000"/>
                  </a:solidFill>
                  <a:latin typeface="Arial"/>
                  <a:ea typeface="Arial"/>
                  <a:cs typeface="Arial"/>
                </a:defRPr>
              </a:defPPr>
              <a:lvl1pPr algn="ctr">
                <a:defRPr sz="847" b="0">
                  <a:solidFill>
                    <a:srgbClr val="000000"/>
                  </a:solidFill>
                  <a:latin typeface="Arial"/>
                  <a:ea typeface="Arial"/>
                  <a:cs typeface="Arial"/>
                </a:defRPr>
              </a:lvl1pPr>
              <a:lvl2pPr algn="ctr">
                <a:defRPr sz="847" b="0">
                  <a:solidFill>
                    <a:srgbClr val="000000"/>
                  </a:solidFill>
                  <a:latin typeface="Arial"/>
                  <a:ea typeface="Arial"/>
                  <a:cs typeface="Arial"/>
                </a:defRPr>
              </a:lvl2pPr>
              <a:lvl3pPr algn="ctr">
                <a:defRPr sz="847" b="0">
                  <a:solidFill>
                    <a:srgbClr val="000000"/>
                  </a:solidFill>
                  <a:latin typeface="Arial"/>
                  <a:ea typeface="Arial"/>
                  <a:cs typeface="Arial"/>
                </a:defRPr>
              </a:lvl3pPr>
              <a:lvl4pPr algn="ctr">
                <a:defRPr sz="847" b="0">
                  <a:solidFill>
                    <a:srgbClr val="000000"/>
                  </a:solidFill>
                  <a:latin typeface="Arial"/>
                  <a:ea typeface="Arial"/>
                  <a:cs typeface="Arial"/>
                </a:defRPr>
              </a:lvl4pPr>
              <a:lvl5pPr algn="ctr">
                <a:defRPr sz="847" b="0">
                  <a:solidFill>
                    <a:srgbClr val="000000"/>
                  </a:solidFill>
                  <a:latin typeface="Arial"/>
                  <a:ea typeface="Arial"/>
                  <a:cs typeface="Arial"/>
                </a:defRPr>
              </a:lvl5pPr>
              <a:lvl6pPr algn="ctr">
                <a:defRPr sz="847" b="0">
                  <a:solidFill>
                    <a:srgbClr val="000000"/>
                  </a:solidFill>
                  <a:latin typeface="Arial"/>
                  <a:ea typeface="Arial"/>
                  <a:cs typeface="Arial"/>
                </a:defRPr>
              </a:lvl6pPr>
              <a:lvl7pPr algn="ctr">
                <a:defRPr sz="847" b="0">
                  <a:solidFill>
                    <a:srgbClr val="000000"/>
                  </a:solidFill>
                  <a:latin typeface="Arial"/>
                  <a:ea typeface="Arial"/>
                  <a:cs typeface="Arial"/>
                </a:defRPr>
              </a:lvl7pPr>
              <a:lvl8pPr algn="ctr">
                <a:defRPr sz="847" b="0">
                  <a:solidFill>
                    <a:srgbClr val="000000"/>
                  </a:solidFill>
                  <a:latin typeface="Arial"/>
                  <a:ea typeface="Arial"/>
                  <a:cs typeface="Arial"/>
                </a:defRPr>
              </a:lvl8pPr>
              <a:lvl9pPr algn="ctr">
                <a:defRPr sz="847" b="0">
                  <a:solidFill>
                    <a:srgbClr val="000000"/>
                  </a:solidFill>
                  <a:latin typeface="Arial"/>
                  <a:ea typeface="Arial"/>
                  <a:cs typeface="Arial"/>
                </a:defRPr>
              </a:lvl9pPr>
            </a:lstStyle>
            <a:p>
              <a:pPr algn="ctr">
                <a:defRPr sz="847" b="0">
                  <a:solidFill>
                    <a:srgbClr val="000000"/>
                  </a:solidFill>
                  <a:latin typeface="Arial"/>
                  <a:ea typeface="Arial"/>
                  <a:cs typeface="Arial"/>
                </a:defRPr>
              </a:pPr>
              <a:r>
                <a:rPr sz="847" b="0">
                  <a:solidFill>
                    <a:srgbClr val="000000"/>
                  </a:solidFill>
                  <a:latin typeface="Arial"/>
                  <a:ea typeface="Arial"/>
                  <a:cs typeface="Arial"/>
                </a:rPr>
                <a:t>0</a:t>
              </a:r>
            </a:p>
          </p:txBody>
        </p:sp>
        <p:sp>
          <p:nvSpPr>
            <p:cNvPr id="75" name="text_074">
              <a:extLst>
                <a:ext uri="{FF2B5EF4-FFF2-40B4-BE49-F238E27FC236}">
                  <ns2:creationId id="{6BB6DD4F-4D9A-4080-A3F8-A7CED41EFDAF}"/>
                </a:ext>
              </a:extLst>
            </p:cNvPr>
            <p:cNvSpPr>
              <a:spLocks noGrp="1"/>
            </p:cNvSpPr>
            <p:nvPr/>
          </p:nvSpPr>
          <p:spPr>
            <a:xfrm rot="0">
              <a:off x="8872538" y="7305675"/>
              <a:ext cx="609600" cy="209550"/>
            </a:xfrm>
            <a:prstGeom prst="rect">
              <a:avLst/>
            </a:prstGeom>
            <a:noFill/>
            <a:ln w="0">
              <a:noFill/>
              <a:prstDash val="solid"/>
            </a:ln>
          </p:spPr>
          <p:txBody>
            <a:bodyPr wrap="none" lIns="0" tIns="0" rIns="0" bIns="0" anchor="t">
              <a:noAutofit/>
            </a:bodyPr>
            <a:lstStyle>
              <a:defPPr algn="ctr">
                <a:defRPr sz="847" b="0">
                  <a:solidFill>
                    <a:srgbClr val="000000"/>
                  </a:solidFill>
                  <a:latin typeface="Arial"/>
                  <a:ea typeface="Arial"/>
                  <a:cs typeface="Arial"/>
                </a:defRPr>
              </a:defPPr>
              <a:lvl1pPr algn="ctr">
                <a:defRPr sz="847" b="0">
                  <a:solidFill>
                    <a:srgbClr val="000000"/>
                  </a:solidFill>
                  <a:latin typeface="Arial"/>
                  <a:ea typeface="Arial"/>
                  <a:cs typeface="Arial"/>
                </a:defRPr>
              </a:lvl1pPr>
              <a:lvl2pPr algn="ctr">
                <a:defRPr sz="847" b="0">
                  <a:solidFill>
                    <a:srgbClr val="000000"/>
                  </a:solidFill>
                  <a:latin typeface="Arial"/>
                  <a:ea typeface="Arial"/>
                  <a:cs typeface="Arial"/>
                </a:defRPr>
              </a:lvl2pPr>
              <a:lvl3pPr algn="ctr">
                <a:defRPr sz="847" b="0">
                  <a:solidFill>
                    <a:srgbClr val="000000"/>
                  </a:solidFill>
                  <a:latin typeface="Arial"/>
                  <a:ea typeface="Arial"/>
                  <a:cs typeface="Arial"/>
                </a:defRPr>
              </a:lvl3pPr>
              <a:lvl4pPr algn="ctr">
                <a:defRPr sz="847" b="0">
                  <a:solidFill>
                    <a:srgbClr val="000000"/>
                  </a:solidFill>
                  <a:latin typeface="Arial"/>
                  <a:ea typeface="Arial"/>
                  <a:cs typeface="Arial"/>
                </a:defRPr>
              </a:lvl4pPr>
              <a:lvl5pPr algn="ctr">
                <a:defRPr sz="847" b="0">
                  <a:solidFill>
                    <a:srgbClr val="000000"/>
                  </a:solidFill>
                  <a:latin typeface="Arial"/>
                  <a:ea typeface="Arial"/>
                  <a:cs typeface="Arial"/>
                </a:defRPr>
              </a:lvl5pPr>
              <a:lvl6pPr algn="ctr">
                <a:defRPr sz="847" b="0">
                  <a:solidFill>
                    <a:srgbClr val="000000"/>
                  </a:solidFill>
                  <a:latin typeface="Arial"/>
                  <a:ea typeface="Arial"/>
                  <a:cs typeface="Arial"/>
                </a:defRPr>
              </a:lvl6pPr>
              <a:lvl7pPr algn="ctr">
                <a:defRPr sz="847" b="0">
                  <a:solidFill>
                    <a:srgbClr val="000000"/>
                  </a:solidFill>
                  <a:latin typeface="Arial"/>
                  <a:ea typeface="Arial"/>
                  <a:cs typeface="Arial"/>
                </a:defRPr>
              </a:lvl7pPr>
              <a:lvl8pPr algn="ctr">
                <a:defRPr sz="847" b="0">
                  <a:solidFill>
                    <a:srgbClr val="000000"/>
                  </a:solidFill>
                  <a:latin typeface="Arial"/>
                  <a:ea typeface="Arial"/>
                  <a:cs typeface="Arial"/>
                </a:defRPr>
              </a:lvl8pPr>
              <a:lvl9pPr algn="ctr">
                <a:defRPr sz="847" b="0">
                  <a:solidFill>
                    <a:srgbClr val="000000"/>
                  </a:solidFill>
                  <a:latin typeface="Arial"/>
                  <a:ea typeface="Arial"/>
                  <a:cs typeface="Arial"/>
                </a:defRPr>
              </a:lvl9pPr>
            </a:lstStyle>
            <a:p>
              <a:pPr algn="ctr">
                <a:defRPr sz="847" b="0">
                  <a:solidFill>
                    <a:srgbClr val="000000"/>
                  </a:solidFill>
                  <a:latin typeface="Arial"/>
                  <a:ea typeface="Arial"/>
                  <a:cs typeface="Arial"/>
                </a:defRPr>
              </a:pPr>
              <a:r>
                <a:rPr sz="847" b="0">
                  <a:solidFill>
                    <a:srgbClr val="000000"/>
                  </a:solidFill>
                  <a:latin typeface="Arial"/>
                  <a:ea typeface="Arial"/>
                  <a:cs typeface="Arial"/>
                </a:rPr>
                <a:t>19</a:t>
              </a:r>
            </a:p>
          </p:txBody>
        </p:sp>
        <p:sp>
          <p:nvSpPr>
            <p:cNvPr id="76" name="text_075">
              <a:extLst>
                <a:ext uri="{FF2B5EF4-FFF2-40B4-BE49-F238E27FC236}">
                  <ns2:creationId id="{685D9AEC-8F8A-4876-A43A-12A853A02C1D}"/>
                </a:ext>
              </a:extLst>
            </p:cNvPr>
            <p:cNvSpPr>
              <a:spLocks noGrp="1"/>
            </p:cNvSpPr>
            <p:nvPr/>
          </p:nvSpPr>
          <p:spPr>
            <a:xfrm rot="0">
              <a:off x="11349038" y="7305675"/>
              <a:ext cx="609600" cy="209550"/>
            </a:xfrm>
            <a:prstGeom prst="rect">
              <a:avLst/>
            </a:prstGeom>
            <a:noFill/>
            <a:ln w="0">
              <a:noFill/>
              <a:prstDash val="solid"/>
            </a:ln>
          </p:spPr>
          <p:txBody>
            <a:bodyPr wrap="none" lIns="0" tIns="0" rIns="0" bIns="0" anchor="t">
              <a:noAutofit/>
            </a:bodyPr>
            <a:lstStyle>
              <a:defPPr algn="ctr">
                <a:defRPr sz="847" b="0">
                  <a:solidFill>
                    <a:srgbClr val="000000"/>
                  </a:solidFill>
                  <a:latin typeface="Arial"/>
                  <a:ea typeface="Arial"/>
                  <a:cs typeface="Arial"/>
                </a:defRPr>
              </a:defPPr>
              <a:lvl1pPr algn="ctr">
                <a:defRPr sz="847" b="0">
                  <a:solidFill>
                    <a:srgbClr val="000000"/>
                  </a:solidFill>
                  <a:latin typeface="Arial"/>
                  <a:ea typeface="Arial"/>
                  <a:cs typeface="Arial"/>
                </a:defRPr>
              </a:lvl1pPr>
              <a:lvl2pPr algn="ctr">
                <a:defRPr sz="847" b="0">
                  <a:solidFill>
                    <a:srgbClr val="000000"/>
                  </a:solidFill>
                  <a:latin typeface="Arial"/>
                  <a:ea typeface="Arial"/>
                  <a:cs typeface="Arial"/>
                </a:defRPr>
              </a:lvl2pPr>
              <a:lvl3pPr algn="ctr">
                <a:defRPr sz="847" b="0">
                  <a:solidFill>
                    <a:srgbClr val="000000"/>
                  </a:solidFill>
                  <a:latin typeface="Arial"/>
                  <a:ea typeface="Arial"/>
                  <a:cs typeface="Arial"/>
                </a:defRPr>
              </a:lvl3pPr>
              <a:lvl4pPr algn="ctr">
                <a:defRPr sz="847" b="0">
                  <a:solidFill>
                    <a:srgbClr val="000000"/>
                  </a:solidFill>
                  <a:latin typeface="Arial"/>
                  <a:ea typeface="Arial"/>
                  <a:cs typeface="Arial"/>
                </a:defRPr>
              </a:lvl4pPr>
              <a:lvl5pPr algn="ctr">
                <a:defRPr sz="847" b="0">
                  <a:solidFill>
                    <a:srgbClr val="000000"/>
                  </a:solidFill>
                  <a:latin typeface="Arial"/>
                  <a:ea typeface="Arial"/>
                  <a:cs typeface="Arial"/>
                </a:defRPr>
              </a:lvl5pPr>
              <a:lvl6pPr algn="ctr">
                <a:defRPr sz="847" b="0">
                  <a:solidFill>
                    <a:srgbClr val="000000"/>
                  </a:solidFill>
                  <a:latin typeface="Arial"/>
                  <a:ea typeface="Arial"/>
                  <a:cs typeface="Arial"/>
                </a:defRPr>
              </a:lvl6pPr>
              <a:lvl7pPr algn="ctr">
                <a:defRPr sz="847" b="0">
                  <a:solidFill>
                    <a:srgbClr val="000000"/>
                  </a:solidFill>
                  <a:latin typeface="Arial"/>
                  <a:ea typeface="Arial"/>
                  <a:cs typeface="Arial"/>
                </a:defRPr>
              </a:lvl7pPr>
              <a:lvl8pPr algn="ctr">
                <a:defRPr sz="847" b="0">
                  <a:solidFill>
                    <a:srgbClr val="000000"/>
                  </a:solidFill>
                  <a:latin typeface="Arial"/>
                  <a:ea typeface="Arial"/>
                  <a:cs typeface="Arial"/>
                </a:defRPr>
              </a:lvl8pPr>
              <a:lvl9pPr algn="ctr">
                <a:defRPr sz="847" b="0">
                  <a:solidFill>
                    <a:srgbClr val="000000"/>
                  </a:solidFill>
                  <a:latin typeface="Arial"/>
                  <a:ea typeface="Arial"/>
                  <a:cs typeface="Arial"/>
                </a:defRPr>
              </a:lvl9pPr>
            </a:lstStyle>
            <a:p>
              <a:pPr algn="ctr">
                <a:defRPr sz="847" b="0">
                  <a:solidFill>
                    <a:srgbClr val="000000"/>
                  </a:solidFill>
                  <a:latin typeface="Arial"/>
                  <a:ea typeface="Arial"/>
                  <a:cs typeface="Arial"/>
                </a:defRPr>
              </a:pPr>
              <a:r>
                <a:rPr sz="847" b="0">
                  <a:solidFill>
                    <a:srgbClr val="000000"/>
                  </a:solidFill>
                  <a:latin typeface="Arial"/>
                  <a:ea typeface="Arial"/>
                  <a:cs typeface="Arial"/>
                </a:rPr>
                <a:t>39</a:t>
              </a:r>
            </a:p>
          </p:txBody>
        </p:sp>
        <p:sp>
          <p:nvSpPr>
            <p:cNvPr id="77" name="text_076">
              <a:extLst>
                <a:ext uri="{FF2B5EF4-FFF2-40B4-BE49-F238E27FC236}">
                  <ns2:creationId id="{C6025853-5F77-4E89-837C-F03DC77E1DBC}"/>
                </a:ext>
              </a:extLst>
            </p:cNvPr>
            <p:cNvSpPr>
              <a:spLocks noGrp="1"/>
            </p:cNvSpPr>
            <p:nvPr/>
          </p:nvSpPr>
          <p:spPr>
            <a:xfrm rot="0">
              <a:off x="6762750" y="7534275"/>
              <a:ext cx="4953000" cy="209550"/>
            </a:xfrm>
            <a:prstGeom prst="rect">
              <a:avLst/>
            </a:prstGeom>
            <a:noFill/>
            <a:ln w="0">
              <a:noFill/>
              <a:prstDash val="solid"/>
            </a:ln>
          </p:spPr>
          <p:txBody>
            <a:bodyPr wrap="none" lIns="0" tIns="0" rIns="0" bIns="0" anchor="t">
              <a:noAutofit/>
            </a:bodyPr>
            <a:lstStyle>
              <a:defPPr algn="ctr">
                <a:defRPr sz="904" b="0">
                  <a:solidFill>
                    <a:srgbClr val="000000"/>
                  </a:solidFill>
                  <a:latin typeface="Arial"/>
                  <a:ea typeface="Arial"/>
                  <a:cs typeface="Arial"/>
                </a:defRPr>
              </a:defPPr>
              <a:lvl1pPr algn="ctr">
                <a:defRPr sz="904" b="0">
                  <a:solidFill>
                    <a:srgbClr val="000000"/>
                  </a:solidFill>
                  <a:latin typeface="Arial"/>
                  <a:ea typeface="Arial"/>
                  <a:cs typeface="Arial"/>
                </a:defRPr>
              </a:lvl1pPr>
              <a:lvl2pPr algn="ctr">
                <a:defRPr sz="904" b="0">
                  <a:solidFill>
                    <a:srgbClr val="000000"/>
                  </a:solidFill>
                  <a:latin typeface="Arial"/>
                  <a:ea typeface="Arial"/>
                  <a:cs typeface="Arial"/>
                </a:defRPr>
              </a:lvl2pPr>
              <a:lvl3pPr algn="ctr">
                <a:defRPr sz="904" b="0">
                  <a:solidFill>
                    <a:srgbClr val="000000"/>
                  </a:solidFill>
                  <a:latin typeface="Arial"/>
                  <a:ea typeface="Arial"/>
                  <a:cs typeface="Arial"/>
                </a:defRPr>
              </a:lvl3pPr>
              <a:lvl4pPr algn="ctr">
                <a:defRPr sz="904" b="0">
                  <a:solidFill>
                    <a:srgbClr val="000000"/>
                  </a:solidFill>
                  <a:latin typeface="Arial"/>
                  <a:ea typeface="Arial"/>
                  <a:cs typeface="Arial"/>
                </a:defRPr>
              </a:lvl4pPr>
              <a:lvl5pPr algn="ctr">
                <a:defRPr sz="904" b="0">
                  <a:solidFill>
                    <a:srgbClr val="000000"/>
                  </a:solidFill>
                  <a:latin typeface="Arial"/>
                  <a:ea typeface="Arial"/>
                  <a:cs typeface="Arial"/>
                </a:defRPr>
              </a:lvl5pPr>
              <a:lvl6pPr algn="ctr">
                <a:defRPr sz="904" b="0">
                  <a:solidFill>
                    <a:srgbClr val="000000"/>
                  </a:solidFill>
                  <a:latin typeface="Arial"/>
                  <a:ea typeface="Arial"/>
                  <a:cs typeface="Arial"/>
                </a:defRPr>
              </a:lvl6pPr>
              <a:lvl7pPr algn="ctr">
                <a:defRPr sz="904" b="0">
                  <a:solidFill>
                    <a:srgbClr val="000000"/>
                  </a:solidFill>
                  <a:latin typeface="Arial"/>
                  <a:ea typeface="Arial"/>
                  <a:cs typeface="Arial"/>
                </a:defRPr>
              </a:lvl7pPr>
              <a:lvl8pPr algn="ctr">
                <a:defRPr sz="904" b="0">
                  <a:solidFill>
                    <a:srgbClr val="000000"/>
                  </a:solidFill>
                  <a:latin typeface="Arial"/>
                  <a:ea typeface="Arial"/>
                  <a:cs typeface="Arial"/>
                </a:defRPr>
              </a:lvl8pPr>
              <a:lvl9pPr algn="ctr">
                <a:defRPr sz="904" b="0">
                  <a:solidFill>
                    <a:srgbClr val="000000"/>
                  </a:solidFill>
                  <a:latin typeface="Arial"/>
                  <a:ea typeface="Arial"/>
                  <a:cs typeface="Arial"/>
                </a:defRPr>
              </a:lvl9pPr>
            </a:lstStyle>
            <a:p>
              <a:pPr algn="ctr">
                <a:defRPr sz="904" b="0">
                  <a:solidFill>
                    <a:srgbClr val="000000"/>
                  </a:solidFill>
                  <a:latin typeface="Arial"/>
                  <a:ea typeface="Arial"/>
                  <a:cs typeface="Arial"/>
                </a:defRPr>
              </a:pPr>
              <a:r>
                <a:rPr sz="904" b="0">
                  <a:solidFill>
                    <a:srgbClr val="000000"/>
                  </a:solidFill>
                  <a:latin typeface="Arial"/>
                  <a:ea typeface="Arial"/>
                  <a:cs typeface="Arial"/>
                </a:rPr>
                <a:t>Frame</a:t>
              </a:r>
            </a:p>
          </p:txBody>
        </p:sp>
        <p:pic>
          <p:nvPicPr>
            <p:cNvPr id="78" name="">
              <a:extLst>
                <a:ext uri="{FF2B5EF4-FFF2-40B4-BE49-F238E27FC236}">
                  <ns2:creationId id="{2DD803DA-AB5E-47D0-8797-38C2133B7279}"/>
                </a:ext>
              </a:extLst>
            </p:cNvPr>
            <p:cNvPicPr>
              <a:picLocks noChangeAspect="1"/>
            </p:cNvPicPr>
            <p:nvPr/>
          </p:nvPicPr>
          <p:blipFill>
            <a:blip r:embed="Re712989b92464244"/>
            <a:stretch/>
          </p:blipFill>
          <p:spPr>
            <a:xfrm>
              <a:off x="4333875" y="7772400"/>
              <a:ext cx="4381500" cy="104775"/>
            </a:xfrm>
            <a:prstGeom prst="rect">
              <a:avLst/>
            </a:prstGeom>
          </p:spPr>
        </p:pic>
        <p:sp>
          <p:nvSpPr>
            <p:cNvPr id="79" name="text_078">
              <a:extLst>
                <a:ext uri="{FF2B5EF4-FFF2-40B4-BE49-F238E27FC236}">
                  <ns2:creationId id="{915A5ED3-27B0-446B-B48C-0C2552A4D8D7}"/>
                </a:ext>
              </a:extLst>
            </p:cNvPr>
            <p:cNvSpPr>
              <a:spLocks noGrp="1"/>
            </p:cNvSpPr>
            <p:nvPr/>
          </p:nvSpPr>
          <p:spPr>
            <a:xfrm rot="0">
              <a:off x="3476625" y="7696200"/>
              <a:ext cx="762000" cy="228600"/>
            </a:xfrm>
            <a:prstGeom prst="rect">
              <a:avLst/>
            </a:prstGeom>
            <a:noFill/>
            <a:ln w="0">
              <a:noFill/>
              <a:prstDash val="solid"/>
            </a:ln>
          </p:spPr>
          <p:txBody>
            <a:bodyPr wrap="none" lIns="0" tIns="0" rIns="0" bIns="0" anchor="t">
              <a:noAutofit/>
            </a:bodyPr>
            <a:lstStyle>
              <a:defPPr algn="r">
                <a:defRPr sz="904" b="0">
                  <a:solidFill>
                    <a:srgbClr val="000000"/>
                  </a:solidFill>
                  <a:latin typeface="Arial"/>
                  <a:ea typeface="Arial"/>
                  <a:cs typeface="Arial"/>
                </a:defRPr>
              </a:defPPr>
              <a:lvl1pPr algn="r">
                <a:defRPr sz="904" b="0">
                  <a:solidFill>
                    <a:srgbClr val="000000"/>
                  </a:solidFill>
                  <a:latin typeface="Arial"/>
                  <a:ea typeface="Arial"/>
                  <a:cs typeface="Arial"/>
                </a:defRPr>
              </a:lvl1pPr>
              <a:lvl2pPr algn="r">
                <a:defRPr sz="904" b="0">
                  <a:solidFill>
                    <a:srgbClr val="000000"/>
                  </a:solidFill>
                  <a:latin typeface="Arial"/>
                  <a:ea typeface="Arial"/>
                  <a:cs typeface="Arial"/>
                </a:defRPr>
              </a:lvl2pPr>
              <a:lvl3pPr algn="r">
                <a:defRPr sz="904" b="0">
                  <a:solidFill>
                    <a:srgbClr val="000000"/>
                  </a:solidFill>
                  <a:latin typeface="Arial"/>
                  <a:ea typeface="Arial"/>
                  <a:cs typeface="Arial"/>
                </a:defRPr>
              </a:lvl3pPr>
              <a:lvl4pPr algn="r">
                <a:defRPr sz="904" b="0">
                  <a:solidFill>
                    <a:srgbClr val="000000"/>
                  </a:solidFill>
                  <a:latin typeface="Arial"/>
                  <a:ea typeface="Arial"/>
                  <a:cs typeface="Arial"/>
                </a:defRPr>
              </a:lvl4pPr>
              <a:lvl5pPr algn="r">
                <a:defRPr sz="904" b="0">
                  <a:solidFill>
                    <a:srgbClr val="000000"/>
                  </a:solidFill>
                  <a:latin typeface="Arial"/>
                  <a:ea typeface="Arial"/>
                  <a:cs typeface="Arial"/>
                </a:defRPr>
              </a:lvl5pPr>
              <a:lvl6pPr algn="r">
                <a:defRPr sz="904" b="0">
                  <a:solidFill>
                    <a:srgbClr val="000000"/>
                  </a:solidFill>
                  <a:latin typeface="Arial"/>
                  <a:ea typeface="Arial"/>
                  <a:cs typeface="Arial"/>
                </a:defRPr>
              </a:lvl6pPr>
              <a:lvl7pPr algn="r">
                <a:defRPr sz="904" b="0">
                  <a:solidFill>
                    <a:srgbClr val="000000"/>
                  </a:solidFill>
                  <a:latin typeface="Arial"/>
                  <a:ea typeface="Arial"/>
                  <a:cs typeface="Arial"/>
                </a:defRPr>
              </a:lvl7pPr>
              <a:lvl8pPr algn="r">
                <a:defRPr sz="904" b="0">
                  <a:solidFill>
                    <a:srgbClr val="000000"/>
                  </a:solidFill>
                  <a:latin typeface="Arial"/>
                  <a:ea typeface="Arial"/>
                  <a:cs typeface="Arial"/>
                </a:defRPr>
              </a:lvl8pPr>
              <a:lvl9pPr algn="r">
                <a:defRPr sz="904" b="0">
                  <a:solidFill>
                    <a:srgbClr val="000000"/>
                  </a:solidFill>
                  <a:latin typeface="Arial"/>
                  <a:ea typeface="Arial"/>
                  <a:cs typeface="Arial"/>
                </a:defRPr>
              </a:lvl9pPr>
            </a:lstStyle>
            <a:p>
              <a:pPr algn="r">
                <a:defRPr sz="904" b="0">
                  <a:solidFill>
                    <a:srgbClr val="000000"/>
                  </a:solidFill>
                  <a:latin typeface="Arial"/>
                  <a:ea typeface="Arial"/>
                  <a:cs typeface="Arial"/>
                </a:defRPr>
              </a:pPr>
              <a:r>
                <a:rPr sz="904" b="0">
                  <a:solidFill>
                    <a:srgbClr val="000000"/>
                  </a:solidFill>
                  <a:latin typeface="Arial"/>
                  <a:ea typeface="Arial"/>
                  <a:cs typeface="Arial"/>
                </a:rPr>
                <a:t>-0.98</a:t>
              </a:r>
            </a:p>
          </p:txBody>
        </p:sp>
        <p:sp>
          <p:nvSpPr>
            <p:cNvPr id="80" name="text_079">
              <a:extLst>
                <a:ext uri="{FF2B5EF4-FFF2-40B4-BE49-F238E27FC236}">
                  <ns2:creationId id="{75950F26-C728-4D14-8784-66909621AB32}"/>
                </a:ext>
              </a:extLst>
            </p:cNvPr>
            <p:cNvSpPr>
              <a:spLocks noGrp="1"/>
            </p:cNvSpPr>
            <p:nvPr/>
          </p:nvSpPr>
          <p:spPr>
            <a:xfrm rot="0">
              <a:off x="8858250" y="7696200"/>
              <a:ext cx="952500" cy="228600"/>
            </a:xfrm>
            <a:prstGeom prst="rect">
              <a:avLst/>
            </a:prstGeom>
            <a:noFill/>
            <a:ln w="0">
              <a:noFill/>
              <a:prstDash val="solid"/>
            </a:ln>
          </p:spPr>
          <p:txBody>
            <a:bodyPr wrap="none" lIns="0" tIns="0" rIns="0" bIns="0" anchor="t">
              <a:noAutofit/>
            </a:bodyPr>
            <a:lstStyle>
              <a:defPPr algn="l">
                <a:defRPr sz="904" b="0">
                  <a:solidFill>
                    <a:srgbClr val="000000"/>
                  </a:solidFill>
                  <a:latin typeface="Arial"/>
                  <a:ea typeface="Arial"/>
                  <a:cs typeface="Arial"/>
                </a:defRPr>
              </a:defPPr>
              <a:lvl1pPr algn="l">
                <a:defRPr sz="904" b="0">
                  <a:solidFill>
                    <a:srgbClr val="000000"/>
                  </a:solidFill>
                  <a:latin typeface="Arial"/>
                  <a:ea typeface="Arial"/>
                  <a:cs typeface="Arial"/>
                </a:defRPr>
              </a:lvl1pPr>
              <a:lvl2pPr algn="l">
                <a:defRPr sz="904" b="0">
                  <a:solidFill>
                    <a:srgbClr val="000000"/>
                  </a:solidFill>
                  <a:latin typeface="Arial"/>
                  <a:ea typeface="Arial"/>
                  <a:cs typeface="Arial"/>
                </a:defRPr>
              </a:lvl2pPr>
              <a:lvl3pPr algn="l">
                <a:defRPr sz="904" b="0">
                  <a:solidFill>
                    <a:srgbClr val="000000"/>
                  </a:solidFill>
                  <a:latin typeface="Arial"/>
                  <a:ea typeface="Arial"/>
                  <a:cs typeface="Arial"/>
                </a:defRPr>
              </a:lvl3pPr>
              <a:lvl4pPr algn="l">
                <a:defRPr sz="904" b="0">
                  <a:solidFill>
                    <a:srgbClr val="000000"/>
                  </a:solidFill>
                  <a:latin typeface="Arial"/>
                  <a:ea typeface="Arial"/>
                  <a:cs typeface="Arial"/>
                </a:defRPr>
              </a:lvl4pPr>
              <a:lvl5pPr algn="l">
                <a:defRPr sz="904" b="0">
                  <a:solidFill>
                    <a:srgbClr val="000000"/>
                  </a:solidFill>
                  <a:latin typeface="Arial"/>
                  <a:ea typeface="Arial"/>
                  <a:cs typeface="Arial"/>
                </a:defRPr>
              </a:lvl5pPr>
              <a:lvl6pPr algn="l">
                <a:defRPr sz="904" b="0">
                  <a:solidFill>
                    <a:srgbClr val="000000"/>
                  </a:solidFill>
                  <a:latin typeface="Arial"/>
                  <a:ea typeface="Arial"/>
                  <a:cs typeface="Arial"/>
                </a:defRPr>
              </a:lvl6pPr>
              <a:lvl7pPr algn="l">
                <a:defRPr sz="904" b="0">
                  <a:solidFill>
                    <a:srgbClr val="000000"/>
                  </a:solidFill>
                  <a:latin typeface="Arial"/>
                  <a:ea typeface="Arial"/>
                  <a:cs typeface="Arial"/>
                </a:defRPr>
              </a:lvl7pPr>
              <a:lvl8pPr algn="l">
                <a:defRPr sz="904" b="0">
                  <a:solidFill>
                    <a:srgbClr val="000000"/>
                  </a:solidFill>
                  <a:latin typeface="Arial"/>
                  <a:ea typeface="Arial"/>
                  <a:cs typeface="Arial"/>
                </a:defRPr>
              </a:lvl8pPr>
              <a:lvl9pPr algn="l">
                <a:defRPr sz="904" b="0">
                  <a:solidFill>
                    <a:srgbClr val="000000"/>
                  </a:solidFill>
                  <a:latin typeface="Arial"/>
                  <a:ea typeface="Arial"/>
                  <a:cs typeface="Arial"/>
                </a:defRPr>
              </a:lvl9pPr>
            </a:lstStyle>
            <a:p>
              <a:pPr algn="l">
                <a:defRPr sz="904" b="0">
                  <a:solidFill>
                    <a:srgbClr val="000000"/>
                  </a:solidFill>
                  <a:latin typeface="Arial"/>
                  <a:ea typeface="Arial"/>
                  <a:cs typeface="Arial"/>
                </a:defRPr>
              </a:pPr>
              <a:r>
                <a:rPr sz="904" b="0">
                  <a:solidFill>
                    <a:srgbClr val="000000"/>
                  </a:solidFill>
                  <a:latin typeface="Arial"/>
                  <a:ea typeface="Arial"/>
                  <a:cs typeface="Arial"/>
                </a:rPr>
                <a:t>12.70</a:t>
              </a:r>
            </a:p>
          </p:txBody>
        </p:sp>
        <p:sp>
          <p:nvSpPr>
            <p:cNvPr id="81" name="text_080">
              <a:extLst>
                <a:ext uri="{FF2B5EF4-FFF2-40B4-BE49-F238E27FC236}">
                  <ns2:creationId id="{E4A8B44F-69E9-4CF3-B6B7-FF0FBAFB3EB5}"/>
                </a:ext>
              </a:extLst>
            </p:cNvPr>
            <p:cNvSpPr>
              <a:spLocks noGrp="1"/>
            </p:cNvSpPr>
            <p:nvPr/>
          </p:nvSpPr>
          <p:spPr>
            <a:xfrm rot="0">
              <a:off x="285750" y="7686675"/>
              <a:ext cx="2952750" cy="247650"/>
            </a:xfrm>
            <a:prstGeom prst="rect">
              <a:avLst/>
            </a:prstGeom>
            <a:noFill/>
            <a:ln w="0">
              <a:noFill/>
              <a:prstDash val="solid"/>
            </a:ln>
          </p:spPr>
          <p:txBody>
            <a:bodyPr wrap="none" lIns="0" tIns="0" rIns="0" bIns="0" anchor="t">
              <a:noAutofit/>
            </a:bodyPr>
            <a:lstStyle>
              <a:defPPr algn="l">
                <a:defRPr sz="960" b="0">
                  <a:solidFill>
                    <a:srgbClr val="000000"/>
                  </a:solidFill>
                  <a:latin typeface="Arial"/>
                  <a:ea typeface="Arial"/>
                  <a:cs typeface="Arial"/>
                </a:defRPr>
              </a:defPPr>
              <a:lvl1pPr algn="l">
                <a:defRPr sz="960" b="0">
                  <a:solidFill>
                    <a:srgbClr val="000000"/>
                  </a:solidFill>
                  <a:latin typeface="Arial"/>
                  <a:ea typeface="Arial"/>
                  <a:cs typeface="Arial"/>
                </a:defRPr>
              </a:lvl1pPr>
              <a:lvl2pPr algn="l">
                <a:defRPr sz="960" b="0">
                  <a:solidFill>
                    <a:srgbClr val="000000"/>
                  </a:solidFill>
                  <a:latin typeface="Arial"/>
                  <a:ea typeface="Arial"/>
                  <a:cs typeface="Arial"/>
                </a:defRPr>
              </a:lvl2pPr>
              <a:lvl3pPr algn="l">
                <a:defRPr sz="960" b="0">
                  <a:solidFill>
                    <a:srgbClr val="000000"/>
                  </a:solidFill>
                  <a:latin typeface="Arial"/>
                  <a:ea typeface="Arial"/>
                  <a:cs typeface="Arial"/>
                </a:defRPr>
              </a:lvl3pPr>
              <a:lvl4pPr algn="l">
                <a:defRPr sz="960" b="0">
                  <a:solidFill>
                    <a:srgbClr val="000000"/>
                  </a:solidFill>
                  <a:latin typeface="Arial"/>
                  <a:ea typeface="Arial"/>
                  <a:cs typeface="Arial"/>
                </a:defRPr>
              </a:lvl4pPr>
              <a:lvl5pPr algn="l">
                <a:defRPr sz="960" b="0">
                  <a:solidFill>
                    <a:srgbClr val="000000"/>
                  </a:solidFill>
                  <a:latin typeface="Arial"/>
                  <a:ea typeface="Arial"/>
                  <a:cs typeface="Arial"/>
                </a:defRPr>
              </a:lvl5pPr>
              <a:lvl6pPr algn="l">
                <a:defRPr sz="960" b="0">
                  <a:solidFill>
                    <a:srgbClr val="000000"/>
                  </a:solidFill>
                  <a:latin typeface="Arial"/>
                  <a:ea typeface="Arial"/>
                  <a:cs typeface="Arial"/>
                </a:defRPr>
              </a:lvl6pPr>
              <a:lvl7pPr algn="l">
                <a:defRPr sz="960" b="0">
                  <a:solidFill>
                    <a:srgbClr val="000000"/>
                  </a:solidFill>
                  <a:latin typeface="Arial"/>
                  <a:ea typeface="Arial"/>
                  <a:cs typeface="Arial"/>
                </a:defRPr>
              </a:lvl7pPr>
              <a:lvl8pPr algn="l">
                <a:defRPr sz="960" b="0">
                  <a:solidFill>
                    <a:srgbClr val="000000"/>
                  </a:solidFill>
                  <a:latin typeface="Arial"/>
                  <a:ea typeface="Arial"/>
                  <a:cs typeface="Arial"/>
                </a:defRPr>
              </a:lvl8pPr>
              <a:lvl9pPr algn="l">
                <a:defRPr sz="960" b="0">
                  <a:solidFill>
                    <a:srgbClr val="000000"/>
                  </a:solidFill>
                  <a:latin typeface="Arial"/>
                  <a:ea typeface="Arial"/>
                  <a:cs typeface="Arial"/>
                </a:defRPr>
              </a:lvl9pPr>
            </a:lstStyle>
            <a:p>
              <a:pPr algn="l">
                <a:defRPr sz="960" b="0">
                  <a:solidFill>
                    <a:srgbClr val="000000"/>
                  </a:solidFill>
                  <a:latin typeface="Arial"/>
                  <a:ea typeface="Arial"/>
                  <a:cs typeface="Arial"/>
                </a:defRPr>
              </a:pPr>
              <a:r>
                <a:rPr sz="960" b="0">
                  <a:solidFill>
                    <a:srgbClr val="000000"/>
                  </a:solidFill>
                  <a:latin typeface="Arial"/>
                  <a:ea typeface="Arial"/>
                  <a:cs typeface="Arial"/>
                </a:rPr>
                <a:t>Ring (scalar units)</a:t>
              </a:r>
            </a:p>
          </p:txBody>
        </p:sp>
        <p:sp>
          <p:nvSpPr>
            <p:cNvPr id="82" name="text_081">
              <a:extLst>
                <a:ext uri="{FF2B5EF4-FFF2-40B4-BE49-F238E27FC236}">
                  <ns2:creationId id="{9B8458BF-A6D9-4638-A21C-90CC3351B10F}"/>
                </a:ext>
              </a:extLst>
            </p:cNvPr>
            <p:cNvSpPr>
              <a:spLocks noGrp="1"/>
            </p:cNvSpPr>
            <p:nvPr/>
          </p:nvSpPr>
          <p:spPr>
            <a:xfrm rot="0">
              <a:off x="9810750" y="7686675"/>
              <a:ext cx="2190750" cy="228600"/>
            </a:xfrm>
            <a:prstGeom prst="rect">
              <a:avLst/>
            </a:prstGeom>
            <a:noFill/>
            <a:ln w="0">
              <a:noFill/>
              <a:prstDash val="solid"/>
            </a:ln>
          </p:spPr>
          <p:txBody>
            <a:bodyPr wrap="none" lIns="0" tIns="0" rIns="0" bIns="0" anchor="t">
              <a:noAutofit/>
            </a:bodyPr>
            <a:lstStyle>
              <a:defPPr algn="r">
                <a:defRPr sz="847" b="0">
                  <a:solidFill>
                    <a:srgbClr val="000000"/>
                  </a:solidFill>
                  <a:latin typeface="Arial"/>
                  <a:ea typeface="Arial"/>
                  <a:cs typeface="Arial"/>
                </a:defRPr>
              </a:defPPr>
              <a:lvl1pPr algn="r">
                <a:defRPr sz="847" b="0">
                  <a:solidFill>
                    <a:srgbClr val="000000"/>
                  </a:solidFill>
                  <a:latin typeface="Arial"/>
                  <a:ea typeface="Arial"/>
                  <a:cs typeface="Arial"/>
                </a:defRPr>
              </a:lvl1pPr>
              <a:lvl2pPr algn="r">
                <a:defRPr sz="847" b="0">
                  <a:solidFill>
                    <a:srgbClr val="000000"/>
                  </a:solidFill>
                  <a:latin typeface="Arial"/>
                  <a:ea typeface="Arial"/>
                  <a:cs typeface="Arial"/>
                </a:defRPr>
              </a:lvl2pPr>
              <a:lvl3pPr algn="r">
                <a:defRPr sz="847" b="0">
                  <a:solidFill>
                    <a:srgbClr val="000000"/>
                  </a:solidFill>
                  <a:latin typeface="Arial"/>
                  <a:ea typeface="Arial"/>
                  <a:cs typeface="Arial"/>
                </a:defRPr>
              </a:lvl3pPr>
              <a:lvl4pPr algn="r">
                <a:defRPr sz="847" b="0">
                  <a:solidFill>
                    <a:srgbClr val="000000"/>
                  </a:solidFill>
                  <a:latin typeface="Arial"/>
                  <a:ea typeface="Arial"/>
                  <a:cs typeface="Arial"/>
                </a:defRPr>
              </a:lvl4pPr>
              <a:lvl5pPr algn="r">
                <a:defRPr sz="847" b="0">
                  <a:solidFill>
                    <a:srgbClr val="000000"/>
                  </a:solidFill>
                  <a:latin typeface="Arial"/>
                  <a:ea typeface="Arial"/>
                  <a:cs typeface="Arial"/>
                </a:defRPr>
              </a:lvl5pPr>
              <a:lvl6pPr algn="r">
                <a:defRPr sz="847" b="0">
                  <a:solidFill>
                    <a:srgbClr val="000000"/>
                  </a:solidFill>
                  <a:latin typeface="Arial"/>
                  <a:ea typeface="Arial"/>
                  <a:cs typeface="Arial"/>
                </a:defRPr>
              </a:lvl6pPr>
              <a:lvl7pPr algn="r">
                <a:defRPr sz="847" b="0">
                  <a:solidFill>
                    <a:srgbClr val="000000"/>
                  </a:solidFill>
                  <a:latin typeface="Arial"/>
                  <a:ea typeface="Arial"/>
                  <a:cs typeface="Arial"/>
                </a:defRPr>
              </a:lvl7pPr>
              <a:lvl8pPr algn="r">
                <a:defRPr sz="847" b="0">
                  <a:solidFill>
                    <a:srgbClr val="000000"/>
                  </a:solidFill>
                  <a:latin typeface="Arial"/>
                  <a:ea typeface="Arial"/>
                  <a:cs typeface="Arial"/>
                </a:defRPr>
              </a:lvl8pPr>
              <a:lvl9pPr algn="r">
                <a:defRPr sz="847" b="0">
                  <a:solidFill>
                    <a:srgbClr val="000000"/>
                  </a:solidFill>
                  <a:latin typeface="Arial"/>
                  <a:ea typeface="Arial"/>
                  <a:cs typeface="Arial"/>
                </a:defRPr>
              </a:lvl9pPr>
            </a:lstStyle>
            <a:p>
              <a:pPr algn="r">
                <a:defRPr sz="847" b="0">
                  <a:solidFill>
                    <a:srgbClr val="000000"/>
                  </a:solidFill>
                  <a:latin typeface="Arial"/>
                  <a:ea typeface="Arial"/>
                  <a:cs typeface="Arial"/>
                </a:defRPr>
              </a:pPr>
              <a:r>
                <a:rPr sz="847" b="0">
                  <a:solidFill>
                    <a:srgbClr val="000000"/>
                  </a:solidFill>
                  <a:latin typeface="Arial"/>
                  <a:ea typeface="Arial"/>
                  <a:cs typeface="Arial"/>
                </a:rPr>
                <a:t>Reference position [0,1]</a:t>
              </a:r>
            </a:p>
          </p:txBody>
        </p:sp>
      </p:grpSp>
    </p:spTree>
    <p:extLst>
      <p:ext uri="{BB962C8B-B14F-4D97-AF65-F5344CB8AC3E}">
        <ns4:creationId val="205093599"/>
      </p:ext>
    </p:extLst>
  </p:cSld>
</p:sld>
</file>

<file path=ppt/slides/slide1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grpSp>
        <p:nvGrpSpPr>
          <p:cNvPr id="253" name="Manuscript Figure 13: PM2.5: annual overview and source-linked July case"/>
          <p:cNvGrpSpPr/>
          <p:nvPr/>
        </p:nvGrpSpPr>
        <p:grpSpPr>
          <a:xfrm>
            <a:off x="2861187" y="0"/>
            <a:ext cx="7079226" cy="6096000"/>
            <a:chOff x="0" y="0"/>
            <a:chExt cx="13716000" cy="11811000"/>
          </a:xfrm>
        </p:grpSpPr>
        <p:sp>
          <p:nvSpPr>
            <p:cNvPr id="252" name="text_000">
              <a:extLst>
                <a:ext uri="{FF2B5EF4-FFF2-40B4-BE49-F238E27FC236}">
                  <ns2:creationId id="{D3C55D10-172A-4944-9CEE-FA25D67303C3}"/>
                </a:ext>
              </a:extLst>
            </p:cNvPr>
            <p:cNvSpPr>
              <a:spLocks noGrp="1"/>
            </p:cNvSpPr>
            <p:nvPr/>
          </p:nvSpPr>
          <p:spPr>
            <a:xfrm rot="0">
              <a:off x="171450" y="38100"/>
              <a:ext cx="12858750" cy="285750"/>
            </a:xfrm>
            <a:prstGeom prst="rect">
              <a:avLst/>
            </a:prstGeom>
            <a:noFill/>
            <a:ln w="0">
              <a:noFill/>
              <a:prstDash val="solid"/>
            </a:ln>
          </p:spPr>
          <p:txBody>
            <a:bodyPr wrap="none" lIns="0" tIns="0" rIns="0" bIns="0" anchor="t">
              <a:noAutofit/>
            </a:bodyPr>
            <a:lstStyle>
              <a:defPPr algn="l">
                <a:defRPr sz="968" b="1">
                  <a:solidFill>
                    <a:srgbClr val="000000"/>
                  </a:solidFill>
                  <a:latin typeface="Arial"/>
                  <a:ea typeface="Arial"/>
                  <a:cs typeface="Arial"/>
                </a:defRPr>
              </a:defPPr>
              <a:lvl1pPr algn="l">
                <a:defRPr sz="968" b="1">
                  <a:solidFill>
                    <a:srgbClr val="000000"/>
                  </a:solidFill>
                  <a:latin typeface="Arial"/>
                  <a:ea typeface="Arial"/>
                  <a:cs typeface="Arial"/>
                </a:defRPr>
              </a:lvl1pPr>
              <a:lvl2pPr algn="l">
                <a:defRPr sz="968" b="1">
                  <a:solidFill>
                    <a:srgbClr val="000000"/>
                  </a:solidFill>
                  <a:latin typeface="Arial"/>
                  <a:ea typeface="Arial"/>
                  <a:cs typeface="Arial"/>
                </a:defRPr>
              </a:lvl2pPr>
              <a:lvl3pPr algn="l">
                <a:defRPr sz="968" b="1">
                  <a:solidFill>
                    <a:srgbClr val="000000"/>
                  </a:solidFill>
                  <a:latin typeface="Arial"/>
                  <a:ea typeface="Arial"/>
                  <a:cs typeface="Arial"/>
                </a:defRPr>
              </a:lvl3pPr>
              <a:lvl4pPr algn="l">
                <a:defRPr sz="968" b="1">
                  <a:solidFill>
                    <a:srgbClr val="000000"/>
                  </a:solidFill>
                  <a:latin typeface="Arial"/>
                  <a:ea typeface="Arial"/>
                  <a:cs typeface="Arial"/>
                </a:defRPr>
              </a:lvl4pPr>
              <a:lvl5pPr algn="l">
                <a:defRPr sz="968" b="1">
                  <a:solidFill>
                    <a:srgbClr val="000000"/>
                  </a:solidFill>
                  <a:latin typeface="Arial"/>
                  <a:ea typeface="Arial"/>
                  <a:cs typeface="Arial"/>
                </a:defRPr>
              </a:lvl5pPr>
              <a:lvl6pPr algn="l">
                <a:defRPr sz="968" b="1">
                  <a:solidFill>
                    <a:srgbClr val="000000"/>
                  </a:solidFill>
                  <a:latin typeface="Arial"/>
                  <a:ea typeface="Arial"/>
                  <a:cs typeface="Arial"/>
                </a:defRPr>
              </a:lvl6pPr>
              <a:lvl7pPr algn="l">
                <a:defRPr sz="968" b="1">
                  <a:solidFill>
                    <a:srgbClr val="000000"/>
                  </a:solidFill>
                  <a:latin typeface="Arial"/>
                  <a:ea typeface="Arial"/>
                  <a:cs typeface="Arial"/>
                </a:defRPr>
              </a:lvl7pPr>
              <a:lvl8pPr algn="l">
                <a:defRPr sz="968" b="1">
                  <a:solidFill>
                    <a:srgbClr val="000000"/>
                  </a:solidFill>
                  <a:latin typeface="Arial"/>
                  <a:ea typeface="Arial"/>
                  <a:cs typeface="Arial"/>
                </a:defRPr>
              </a:lvl8pPr>
              <a:lvl9pPr algn="l">
                <a:defRPr sz="968" b="1">
                  <a:solidFill>
                    <a:srgbClr val="000000"/>
                  </a:solidFill>
                  <a:latin typeface="Arial"/>
                  <a:ea typeface="Arial"/>
                  <a:cs typeface="Arial"/>
                </a:defRPr>
              </a:lvl9pPr>
            </a:lstStyle>
            <a:p>
              <a:pPr algn="l">
                <a:defRPr sz="968" b="1">
                  <a:solidFill>
                    <a:srgbClr val="000000"/>
                  </a:solidFill>
                  <a:latin typeface="Arial"/>
                  <a:ea typeface="Arial"/>
                  <a:cs typeface="Arial"/>
                </a:defRPr>
              </a:pPr>
              <a:r>
                <a:rPr sz="968" b="1">
                  <a:solidFill>
                    <a:srgbClr val="000000"/>
                  </a:solidFill>
                  <a:latin typeface="Arial"/>
                  <a:ea typeface="Arial"/>
                  <a:cs typeface="Arial"/>
                </a:rPr>
                <a:t>(a) PM2.5 in 2000: complete RG-MTM-R20 map</a:t>
              </a:r>
            </a:p>
          </p:txBody>
        </p:sp>
        <p:pic>
          <p:nvPicPr>
            <p:cNvPr id="2" name="">
              <a:extLst>
                <a:ext uri="{FF2B5EF4-FFF2-40B4-BE49-F238E27FC236}">
                  <ns2:creationId id="{BE85BE09-3862-4560-88BE-14452D2F92E6}"/>
                </a:ext>
              </a:extLst>
            </p:cNvPr>
            <p:cNvPicPr>
              <a:picLocks noChangeAspect="1"/>
            </p:cNvPicPr>
            <p:nvPr/>
          </p:nvPicPr>
          <p:blipFill>
            <a:blip r:embed="R634ec7d678d64150"/>
            <a:stretch/>
          </p:blipFill>
          <p:spPr>
            <a:xfrm>
              <a:off x="762000" y="409579"/>
              <a:ext cx="12192000" cy="1381117"/>
            </a:xfrm>
            <a:prstGeom prst="rect">
              <a:avLst/>
            </a:prstGeom>
          </p:spPr>
        </p:pic>
        <p:sp>
          <p:nvSpPr>
            <p:cNvPr id="3" name="line_002">
              <a:extLst>
                <a:ext uri="{FF2B5EF4-FFF2-40B4-BE49-F238E27FC236}">
                  <ns2:creationId id="{9CD5E512-883C-425A-A50B-3BDD7DAD9698}"/>
                </a:ext>
              </a:extLst>
            </p:cNvPr>
            <p:cNvSpPr>
              <a:spLocks noGrp="1"/>
            </p:cNvSpPr>
            <p:nvPr/>
          </p:nvSpPr>
          <p:spPr>
            <a:xfrm>
              <a:off x="723900" y="1790700"/>
              <a:ext cx="38100" cy="95"/>
            </a:xfrm>
            <a:custGeom>
              <a:pathLst>
                <a:path w="38100" h="95">
                  <a:moveTo>
                    <a:pt x="0" y="0"/>
                  </a:moveTo>
                  <a:lnTo>
                    <a:pt x="38100" y="0"/>
                  </a:lnTo>
                </a:path>
              </a:pathLst>
            </a:custGeom>
            <a:noFill/>
            <a:ln w="3933">
              <a:solidFill>
                <a:srgbClr val="000000"/>
              </a:solidFill>
              <a:prstDash val="solid"/>
            </a:ln>
          </p:spPr>
        </p:sp>
        <p:sp>
          <p:nvSpPr>
            <p:cNvPr id="4" name="text_003">
              <a:extLst>
                <a:ext uri="{FF2B5EF4-FFF2-40B4-BE49-F238E27FC236}">
                  <ns2:creationId id="{AEE508EA-3529-48B3-B4F8-8EEDDE0B12A1}"/>
                </a:ext>
              </a:extLst>
            </p:cNvPr>
            <p:cNvSpPr>
              <a:spLocks noGrp="1"/>
            </p:cNvSpPr>
            <p:nvPr/>
          </p:nvSpPr>
          <p:spPr>
            <a:xfrm rot="0">
              <a:off x="400050" y="1695450"/>
              <a:ext cx="276225" cy="209550"/>
            </a:xfrm>
            <a:prstGeom prst="rect">
              <a:avLst/>
            </a:prstGeom>
            <a:noFill/>
            <a:ln w="0">
              <a:noFill/>
              <a:prstDash val="solid"/>
            </a:ln>
          </p:spPr>
          <p:txBody>
            <a:bodyPr wrap="none" lIns="0" tIns="0" rIns="0" bIns="0" anchor="t">
              <a:noAutofit/>
            </a:bodyPr>
            <a:lstStyle>
              <a:defPPr algn="r">
                <a:defRPr sz="619" b="0">
                  <a:solidFill>
                    <a:srgbClr val="000000"/>
                  </a:solidFill>
                  <a:latin typeface="Arial"/>
                  <a:ea typeface="Arial"/>
                  <a:cs typeface="Arial"/>
                </a:defRPr>
              </a:defPPr>
              <a:lvl1pPr algn="r">
                <a:defRPr sz="619" b="0">
                  <a:solidFill>
                    <a:srgbClr val="000000"/>
                  </a:solidFill>
                  <a:latin typeface="Arial"/>
                  <a:ea typeface="Arial"/>
                  <a:cs typeface="Arial"/>
                </a:defRPr>
              </a:lvl1pPr>
              <a:lvl2pPr algn="r">
                <a:defRPr sz="619" b="0">
                  <a:solidFill>
                    <a:srgbClr val="000000"/>
                  </a:solidFill>
                  <a:latin typeface="Arial"/>
                  <a:ea typeface="Arial"/>
                  <a:cs typeface="Arial"/>
                </a:defRPr>
              </a:lvl2pPr>
              <a:lvl3pPr algn="r">
                <a:defRPr sz="619" b="0">
                  <a:solidFill>
                    <a:srgbClr val="000000"/>
                  </a:solidFill>
                  <a:latin typeface="Arial"/>
                  <a:ea typeface="Arial"/>
                  <a:cs typeface="Arial"/>
                </a:defRPr>
              </a:lvl3pPr>
              <a:lvl4pPr algn="r">
                <a:defRPr sz="619" b="0">
                  <a:solidFill>
                    <a:srgbClr val="000000"/>
                  </a:solidFill>
                  <a:latin typeface="Arial"/>
                  <a:ea typeface="Arial"/>
                  <a:cs typeface="Arial"/>
                </a:defRPr>
              </a:lvl4pPr>
              <a:lvl5pPr algn="r">
                <a:defRPr sz="619" b="0">
                  <a:solidFill>
                    <a:srgbClr val="000000"/>
                  </a:solidFill>
                  <a:latin typeface="Arial"/>
                  <a:ea typeface="Arial"/>
                  <a:cs typeface="Arial"/>
                </a:defRPr>
              </a:lvl5pPr>
              <a:lvl6pPr algn="r">
                <a:defRPr sz="619" b="0">
                  <a:solidFill>
                    <a:srgbClr val="000000"/>
                  </a:solidFill>
                  <a:latin typeface="Arial"/>
                  <a:ea typeface="Arial"/>
                  <a:cs typeface="Arial"/>
                </a:defRPr>
              </a:lvl6pPr>
              <a:lvl7pPr algn="r">
                <a:defRPr sz="619" b="0">
                  <a:solidFill>
                    <a:srgbClr val="000000"/>
                  </a:solidFill>
                  <a:latin typeface="Arial"/>
                  <a:ea typeface="Arial"/>
                  <a:cs typeface="Arial"/>
                </a:defRPr>
              </a:lvl7pPr>
              <a:lvl8pPr algn="r">
                <a:defRPr sz="619" b="0">
                  <a:solidFill>
                    <a:srgbClr val="000000"/>
                  </a:solidFill>
                  <a:latin typeface="Arial"/>
                  <a:ea typeface="Arial"/>
                  <a:cs typeface="Arial"/>
                </a:defRPr>
              </a:lvl8pPr>
              <a:lvl9pPr algn="r">
                <a:defRPr sz="619" b="0">
                  <a:solidFill>
                    <a:srgbClr val="000000"/>
                  </a:solidFill>
                  <a:latin typeface="Arial"/>
                  <a:ea typeface="Arial"/>
                  <a:cs typeface="Arial"/>
                </a:defRPr>
              </a:lvl9pPr>
            </a:lstStyle>
            <a:p>
              <a:pPr algn="r">
                <a:defRPr sz="619" b="0">
                  <a:solidFill>
                    <a:srgbClr val="000000"/>
                  </a:solidFill>
                  <a:latin typeface="Arial"/>
                  <a:ea typeface="Arial"/>
                  <a:cs typeface="Arial"/>
                </a:defRPr>
              </a:pPr>
              <a:r>
                <a:rPr sz="619" b="0">
                  <a:solidFill>
                    <a:srgbClr val="000000"/>
                  </a:solidFill>
                  <a:latin typeface="Arial"/>
                  <a:ea typeface="Arial"/>
                  <a:cs typeface="Arial"/>
                </a:rPr>
                <a:t>0</a:t>
              </a:r>
            </a:p>
          </p:txBody>
        </p:sp>
        <p:sp>
          <p:nvSpPr>
            <p:cNvPr id="5" name="line_004">
              <a:extLst>
                <a:ext uri="{FF2B5EF4-FFF2-40B4-BE49-F238E27FC236}">
                  <ns2:creationId id="{75F2F5F8-0612-48EA-841B-C1B0F14C8D7C}"/>
                </a:ext>
              </a:extLst>
            </p:cNvPr>
            <p:cNvSpPr>
              <a:spLocks noGrp="1"/>
            </p:cNvSpPr>
            <p:nvPr/>
          </p:nvSpPr>
          <p:spPr>
            <a:xfrm>
              <a:off x="723900" y="1100138"/>
              <a:ext cx="38100" cy="95"/>
            </a:xfrm>
            <a:custGeom>
              <a:pathLst>
                <a:path w="38100" h="95">
                  <a:moveTo>
                    <a:pt x="0" y="0"/>
                  </a:moveTo>
                  <a:lnTo>
                    <a:pt x="38100" y="0"/>
                  </a:lnTo>
                </a:path>
              </a:pathLst>
            </a:custGeom>
            <a:noFill/>
            <a:ln w="3933">
              <a:solidFill>
                <a:srgbClr val="000000"/>
              </a:solidFill>
              <a:prstDash val="solid"/>
            </a:ln>
          </p:spPr>
        </p:sp>
        <p:sp>
          <p:nvSpPr>
            <p:cNvPr id="6" name="text_005">
              <a:extLst>
                <a:ext uri="{FF2B5EF4-FFF2-40B4-BE49-F238E27FC236}">
                  <ns2:creationId id="{30E5926F-FE8A-41C6-874B-67FA03321CC6}"/>
                </a:ext>
              </a:extLst>
            </p:cNvPr>
            <p:cNvSpPr>
              <a:spLocks noGrp="1"/>
            </p:cNvSpPr>
            <p:nvPr/>
          </p:nvSpPr>
          <p:spPr>
            <a:xfrm rot="0">
              <a:off x="400050" y="1004888"/>
              <a:ext cx="276225" cy="209550"/>
            </a:xfrm>
            <a:prstGeom prst="rect">
              <a:avLst/>
            </a:prstGeom>
            <a:noFill/>
            <a:ln w="0">
              <a:noFill/>
              <a:prstDash val="solid"/>
            </a:ln>
          </p:spPr>
          <p:txBody>
            <a:bodyPr wrap="none" lIns="0" tIns="0" rIns="0" bIns="0" anchor="t">
              <a:noAutofit/>
            </a:bodyPr>
            <a:lstStyle>
              <a:defPPr algn="r">
                <a:defRPr sz="619" b="0">
                  <a:solidFill>
                    <a:srgbClr val="000000"/>
                  </a:solidFill>
                  <a:latin typeface="Arial"/>
                  <a:ea typeface="Arial"/>
                  <a:cs typeface="Arial"/>
                </a:defRPr>
              </a:defPPr>
              <a:lvl1pPr algn="r">
                <a:defRPr sz="619" b="0">
                  <a:solidFill>
                    <a:srgbClr val="000000"/>
                  </a:solidFill>
                  <a:latin typeface="Arial"/>
                  <a:ea typeface="Arial"/>
                  <a:cs typeface="Arial"/>
                </a:defRPr>
              </a:lvl1pPr>
              <a:lvl2pPr algn="r">
                <a:defRPr sz="619" b="0">
                  <a:solidFill>
                    <a:srgbClr val="000000"/>
                  </a:solidFill>
                  <a:latin typeface="Arial"/>
                  <a:ea typeface="Arial"/>
                  <a:cs typeface="Arial"/>
                </a:defRPr>
              </a:lvl2pPr>
              <a:lvl3pPr algn="r">
                <a:defRPr sz="619" b="0">
                  <a:solidFill>
                    <a:srgbClr val="000000"/>
                  </a:solidFill>
                  <a:latin typeface="Arial"/>
                  <a:ea typeface="Arial"/>
                  <a:cs typeface="Arial"/>
                </a:defRPr>
              </a:lvl3pPr>
              <a:lvl4pPr algn="r">
                <a:defRPr sz="619" b="0">
                  <a:solidFill>
                    <a:srgbClr val="000000"/>
                  </a:solidFill>
                  <a:latin typeface="Arial"/>
                  <a:ea typeface="Arial"/>
                  <a:cs typeface="Arial"/>
                </a:defRPr>
              </a:lvl4pPr>
              <a:lvl5pPr algn="r">
                <a:defRPr sz="619" b="0">
                  <a:solidFill>
                    <a:srgbClr val="000000"/>
                  </a:solidFill>
                  <a:latin typeface="Arial"/>
                  <a:ea typeface="Arial"/>
                  <a:cs typeface="Arial"/>
                </a:defRPr>
              </a:lvl5pPr>
              <a:lvl6pPr algn="r">
                <a:defRPr sz="619" b="0">
                  <a:solidFill>
                    <a:srgbClr val="000000"/>
                  </a:solidFill>
                  <a:latin typeface="Arial"/>
                  <a:ea typeface="Arial"/>
                  <a:cs typeface="Arial"/>
                </a:defRPr>
              </a:lvl6pPr>
              <a:lvl7pPr algn="r">
                <a:defRPr sz="619" b="0">
                  <a:solidFill>
                    <a:srgbClr val="000000"/>
                  </a:solidFill>
                  <a:latin typeface="Arial"/>
                  <a:ea typeface="Arial"/>
                  <a:cs typeface="Arial"/>
                </a:defRPr>
              </a:lvl7pPr>
              <a:lvl8pPr algn="r">
                <a:defRPr sz="619" b="0">
                  <a:solidFill>
                    <a:srgbClr val="000000"/>
                  </a:solidFill>
                  <a:latin typeface="Arial"/>
                  <a:ea typeface="Arial"/>
                  <a:cs typeface="Arial"/>
                </a:defRPr>
              </a:lvl8pPr>
              <a:lvl9pPr algn="r">
                <a:defRPr sz="619" b="0">
                  <a:solidFill>
                    <a:srgbClr val="000000"/>
                  </a:solidFill>
                  <a:latin typeface="Arial"/>
                  <a:ea typeface="Arial"/>
                  <a:cs typeface="Arial"/>
                </a:defRPr>
              </a:lvl9pPr>
            </a:lstStyle>
            <a:p>
              <a:pPr algn="r">
                <a:defRPr sz="619" b="0">
                  <a:solidFill>
                    <a:srgbClr val="000000"/>
                  </a:solidFill>
                  <a:latin typeface="Arial"/>
                  <a:ea typeface="Arial"/>
                  <a:cs typeface="Arial"/>
                </a:defRPr>
              </a:pPr>
              <a:r>
                <a:rPr sz="619" b="0">
                  <a:solidFill>
                    <a:srgbClr val="000000"/>
                  </a:solidFill>
                  <a:latin typeface="Arial"/>
                  <a:ea typeface="Arial"/>
                  <a:cs typeface="Arial"/>
                </a:rPr>
                <a:t>0.5</a:t>
              </a:r>
            </a:p>
          </p:txBody>
        </p:sp>
        <p:sp>
          <p:nvSpPr>
            <p:cNvPr id="7" name="line_006">
              <a:extLst>
                <a:ext uri="{FF2B5EF4-FFF2-40B4-BE49-F238E27FC236}">
                  <ns2:creationId id="{4F9C5FEE-1A74-424C-9141-787684B47B92}"/>
                </a:ext>
              </a:extLst>
            </p:cNvPr>
            <p:cNvSpPr>
              <a:spLocks noGrp="1"/>
            </p:cNvSpPr>
            <p:nvPr/>
          </p:nvSpPr>
          <p:spPr>
            <a:xfrm>
              <a:off x="723900" y="409575"/>
              <a:ext cx="38100" cy="95"/>
            </a:xfrm>
            <a:custGeom>
              <a:pathLst>
                <a:path w="38100" h="95">
                  <a:moveTo>
                    <a:pt x="0" y="0"/>
                  </a:moveTo>
                  <a:lnTo>
                    <a:pt x="38100" y="0"/>
                  </a:lnTo>
                </a:path>
              </a:pathLst>
            </a:custGeom>
            <a:noFill/>
            <a:ln w="3933">
              <a:solidFill>
                <a:srgbClr val="000000"/>
              </a:solidFill>
              <a:prstDash val="solid"/>
            </a:ln>
          </p:spPr>
        </p:sp>
        <p:sp>
          <p:nvSpPr>
            <p:cNvPr id="8" name="text_007">
              <a:extLst>
                <a:ext uri="{FF2B5EF4-FFF2-40B4-BE49-F238E27FC236}">
                  <ns2:creationId id="{96B5C0DB-030A-426D-B40D-9ED4C311CE0C}"/>
                </a:ext>
              </a:extLst>
            </p:cNvPr>
            <p:cNvSpPr>
              <a:spLocks noGrp="1"/>
            </p:cNvSpPr>
            <p:nvPr/>
          </p:nvSpPr>
          <p:spPr>
            <a:xfrm rot="0">
              <a:off x="400050" y="314325"/>
              <a:ext cx="276225" cy="209550"/>
            </a:xfrm>
            <a:prstGeom prst="rect">
              <a:avLst/>
            </a:prstGeom>
            <a:noFill/>
            <a:ln w="0">
              <a:noFill/>
              <a:prstDash val="solid"/>
            </a:ln>
          </p:spPr>
          <p:txBody>
            <a:bodyPr wrap="none" lIns="0" tIns="0" rIns="0" bIns="0" anchor="t">
              <a:noAutofit/>
            </a:bodyPr>
            <a:lstStyle>
              <a:defPPr algn="r">
                <a:defRPr sz="619" b="0">
                  <a:solidFill>
                    <a:srgbClr val="000000"/>
                  </a:solidFill>
                  <a:latin typeface="Arial"/>
                  <a:ea typeface="Arial"/>
                  <a:cs typeface="Arial"/>
                </a:defRPr>
              </a:defPPr>
              <a:lvl1pPr algn="r">
                <a:defRPr sz="619" b="0">
                  <a:solidFill>
                    <a:srgbClr val="000000"/>
                  </a:solidFill>
                  <a:latin typeface="Arial"/>
                  <a:ea typeface="Arial"/>
                  <a:cs typeface="Arial"/>
                </a:defRPr>
              </a:lvl1pPr>
              <a:lvl2pPr algn="r">
                <a:defRPr sz="619" b="0">
                  <a:solidFill>
                    <a:srgbClr val="000000"/>
                  </a:solidFill>
                  <a:latin typeface="Arial"/>
                  <a:ea typeface="Arial"/>
                  <a:cs typeface="Arial"/>
                </a:defRPr>
              </a:lvl2pPr>
              <a:lvl3pPr algn="r">
                <a:defRPr sz="619" b="0">
                  <a:solidFill>
                    <a:srgbClr val="000000"/>
                  </a:solidFill>
                  <a:latin typeface="Arial"/>
                  <a:ea typeface="Arial"/>
                  <a:cs typeface="Arial"/>
                </a:defRPr>
              </a:lvl3pPr>
              <a:lvl4pPr algn="r">
                <a:defRPr sz="619" b="0">
                  <a:solidFill>
                    <a:srgbClr val="000000"/>
                  </a:solidFill>
                  <a:latin typeface="Arial"/>
                  <a:ea typeface="Arial"/>
                  <a:cs typeface="Arial"/>
                </a:defRPr>
              </a:lvl4pPr>
              <a:lvl5pPr algn="r">
                <a:defRPr sz="619" b="0">
                  <a:solidFill>
                    <a:srgbClr val="000000"/>
                  </a:solidFill>
                  <a:latin typeface="Arial"/>
                  <a:ea typeface="Arial"/>
                  <a:cs typeface="Arial"/>
                </a:defRPr>
              </a:lvl5pPr>
              <a:lvl6pPr algn="r">
                <a:defRPr sz="619" b="0">
                  <a:solidFill>
                    <a:srgbClr val="000000"/>
                  </a:solidFill>
                  <a:latin typeface="Arial"/>
                  <a:ea typeface="Arial"/>
                  <a:cs typeface="Arial"/>
                </a:defRPr>
              </a:lvl6pPr>
              <a:lvl7pPr algn="r">
                <a:defRPr sz="619" b="0">
                  <a:solidFill>
                    <a:srgbClr val="000000"/>
                  </a:solidFill>
                  <a:latin typeface="Arial"/>
                  <a:ea typeface="Arial"/>
                  <a:cs typeface="Arial"/>
                </a:defRPr>
              </a:lvl7pPr>
              <a:lvl8pPr algn="r">
                <a:defRPr sz="619" b="0">
                  <a:solidFill>
                    <a:srgbClr val="000000"/>
                  </a:solidFill>
                  <a:latin typeface="Arial"/>
                  <a:ea typeface="Arial"/>
                  <a:cs typeface="Arial"/>
                </a:defRPr>
              </a:lvl8pPr>
              <a:lvl9pPr algn="r">
                <a:defRPr sz="619" b="0">
                  <a:solidFill>
                    <a:srgbClr val="000000"/>
                  </a:solidFill>
                  <a:latin typeface="Arial"/>
                  <a:ea typeface="Arial"/>
                  <a:cs typeface="Arial"/>
                </a:defRPr>
              </a:lvl9pPr>
            </a:lstStyle>
            <a:p>
              <a:pPr algn="r">
                <a:defRPr sz="619" b="0">
                  <a:solidFill>
                    <a:srgbClr val="000000"/>
                  </a:solidFill>
                  <a:latin typeface="Arial"/>
                  <a:ea typeface="Arial"/>
                  <a:cs typeface="Arial"/>
                </a:defRPr>
              </a:pPr>
              <a:r>
                <a:rPr sz="619" b="0">
                  <a:solidFill>
                    <a:srgbClr val="000000"/>
                  </a:solidFill>
                  <a:latin typeface="Arial"/>
                  <a:ea typeface="Arial"/>
                  <a:cs typeface="Arial"/>
                </a:rPr>
                <a:t>1</a:t>
              </a:r>
            </a:p>
          </p:txBody>
        </p:sp>
        <p:sp>
          <p:nvSpPr>
            <p:cNvPr id="9" name="line_008">
              <a:extLst>
                <a:ext uri="{FF2B5EF4-FFF2-40B4-BE49-F238E27FC236}">
                  <ns2:creationId id="{DC4C0671-E07C-4733-B514-2797F3A6DD8B}"/>
                </a:ext>
              </a:extLst>
            </p:cNvPr>
            <p:cNvSpPr>
              <a:spLocks noGrp="1"/>
            </p:cNvSpPr>
            <p:nvPr/>
          </p:nvSpPr>
          <p:spPr>
            <a:xfrm>
              <a:off x="778656" y="1790700"/>
              <a:ext cx="95" cy="38100"/>
            </a:xfrm>
            <a:custGeom>
              <a:pathLst>
                <a:path w="95" h="38100">
                  <a:moveTo>
                    <a:pt x="0" y="0"/>
                  </a:moveTo>
                  <a:lnTo>
                    <a:pt x="0" y="38100"/>
                  </a:lnTo>
                </a:path>
              </a:pathLst>
            </a:custGeom>
            <a:noFill/>
            <a:ln w="3933">
              <a:solidFill>
                <a:srgbClr val="000000"/>
              </a:solidFill>
              <a:prstDash val="solid"/>
            </a:ln>
          </p:spPr>
        </p:sp>
        <p:sp>
          <p:nvSpPr>
            <p:cNvPr id="10" name="text_009">
              <a:extLst>
                <a:ext uri="{FF2B5EF4-FFF2-40B4-BE49-F238E27FC236}">
                  <ns2:creationId id="{0E2D5232-3AE2-4A3F-A431-4AB8BA52E201}"/>
                </a:ext>
              </a:extLst>
            </p:cNvPr>
            <p:cNvSpPr>
              <a:spLocks noGrp="1"/>
            </p:cNvSpPr>
            <p:nvPr/>
          </p:nvSpPr>
          <p:spPr>
            <a:xfrm rot="0">
              <a:off x="378606" y="1857375"/>
              <a:ext cx="800100" cy="228600"/>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Jan 1</a:t>
              </a:r>
            </a:p>
          </p:txBody>
        </p:sp>
        <p:sp>
          <p:nvSpPr>
            <p:cNvPr id="11" name="line_010">
              <a:extLst>
                <a:ext uri="{FF2B5EF4-FFF2-40B4-BE49-F238E27FC236}">
                  <ns2:creationId id="{18A338A4-A47E-4732-9752-363AFD2CE859}"/>
                </a:ext>
              </a:extLst>
            </p:cNvPr>
            <p:cNvSpPr>
              <a:spLocks noGrp="1"/>
            </p:cNvSpPr>
            <p:nvPr/>
          </p:nvSpPr>
          <p:spPr>
            <a:xfrm>
              <a:off x="3810000" y="1790700"/>
              <a:ext cx="95" cy="38100"/>
            </a:xfrm>
            <a:custGeom>
              <a:pathLst>
                <a:path w="95" h="38100">
                  <a:moveTo>
                    <a:pt x="0" y="0"/>
                  </a:moveTo>
                  <a:lnTo>
                    <a:pt x="0" y="38100"/>
                  </a:lnTo>
                </a:path>
              </a:pathLst>
            </a:custGeom>
            <a:noFill/>
            <a:ln w="3933">
              <a:solidFill>
                <a:srgbClr val="000000"/>
              </a:solidFill>
              <a:prstDash val="solid"/>
            </a:ln>
          </p:spPr>
        </p:sp>
        <p:sp>
          <p:nvSpPr>
            <p:cNvPr id="12" name="text_011">
              <a:extLst>
                <a:ext uri="{FF2B5EF4-FFF2-40B4-BE49-F238E27FC236}">
                  <ns2:creationId id="{AA0AC925-091A-412B-AECD-AAE018C1BE8F}"/>
                </a:ext>
              </a:extLst>
            </p:cNvPr>
            <p:cNvSpPr>
              <a:spLocks noGrp="1"/>
            </p:cNvSpPr>
            <p:nvPr/>
          </p:nvSpPr>
          <p:spPr>
            <a:xfrm rot="0">
              <a:off x="3409950" y="1857375"/>
              <a:ext cx="800100" cy="228600"/>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Apr 1</a:t>
              </a:r>
            </a:p>
          </p:txBody>
        </p:sp>
        <p:sp>
          <p:nvSpPr>
            <p:cNvPr id="13" name="line_012">
              <a:extLst>
                <a:ext uri="{FF2B5EF4-FFF2-40B4-BE49-F238E27FC236}">
                  <ns2:creationId id="{C9E101F7-2F1A-444C-99AC-0DCA2C13B256}"/>
                </a:ext>
              </a:extLst>
            </p:cNvPr>
            <p:cNvSpPr>
              <a:spLocks noGrp="1"/>
            </p:cNvSpPr>
            <p:nvPr/>
          </p:nvSpPr>
          <p:spPr>
            <a:xfrm>
              <a:off x="6841344" y="1790700"/>
              <a:ext cx="95" cy="38100"/>
            </a:xfrm>
            <a:custGeom>
              <a:pathLst>
                <a:path w="95" h="38100">
                  <a:moveTo>
                    <a:pt x="0" y="0"/>
                  </a:moveTo>
                  <a:lnTo>
                    <a:pt x="0" y="38100"/>
                  </a:lnTo>
                </a:path>
              </a:pathLst>
            </a:custGeom>
            <a:noFill/>
            <a:ln w="3933">
              <a:solidFill>
                <a:srgbClr val="000000"/>
              </a:solidFill>
              <a:prstDash val="solid"/>
            </a:ln>
          </p:spPr>
        </p:sp>
        <p:sp>
          <p:nvSpPr>
            <p:cNvPr id="14" name="text_013">
              <a:extLst>
                <a:ext uri="{FF2B5EF4-FFF2-40B4-BE49-F238E27FC236}">
                  <ns2:creationId id="{25AAE51D-303C-4FF5-AD71-B29B52C75671}"/>
                </a:ext>
              </a:extLst>
            </p:cNvPr>
            <p:cNvSpPr>
              <a:spLocks noGrp="1"/>
            </p:cNvSpPr>
            <p:nvPr/>
          </p:nvSpPr>
          <p:spPr>
            <a:xfrm rot="0">
              <a:off x="6441294" y="1857375"/>
              <a:ext cx="800100" cy="228600"/>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Jul 1</a:t>
              </a:r>
            </a:p>
          </p:txBody>
        </p:sp>
        <p:sp>
          <p:nvSpPr>
            <p:cNvPr id="15" name="line_014">
              <a:extLst>
                <a:ext uri="{FF2B5EF4-FFF2-40B4-BE49-F238E27FC236}">
                  <ns2:creationId id="{A800572D-79AE-4A50-A2A0-1022A1B97A8A}"/>
                </a:ext>
              </a:extLst>
            </p:cNvPr>
            <p:cNvSpPr>
              <a:spLocks noGrp="1"/>
            </p:cNvSpPr>
            <p:nvPr/>
          </p:nvSpPr>
          <p:spPr>
            <a:xfrm>
              <a:off x="9906000" y="1790700"/>
              <a:ext cx="95" cy="38100"/>
            </a:xfrm>
            <a:custGeom>
              <a:pathLst>
                <a:path w="95" h="38100">
                  <a:moveTo>
                    <a:pt x="0" y="0"/>
                  </a:moveTo>
                  <a:lnTo>
                    <a:pt x="0" y="38100"/>
                  </a:lnTo>
                </a:path>
              </a:pathLst>
            </a:custGeom>
            <a:noFill/>
            <a:ln w="3933">
              <a:solidFill>
                <a:srgbClr val="000000"/>
              </a:solidFill>
              <a:prstDash val="solid"/>
            </a:ln>
          </p:spPr>
        </p:sp>
        <p:sp>
          <p:nvSpPr>
            <p:cNvPr id="16" name="text_015">
              <a:extLst>
                <a:ext uri="{FF2B5EF4-FFF2-40B4-BE49-F238E27FC236}">
                  <ns2:creationId id="{5805BD51-282A-44E6-A86A-8EDB43CCF3BB}"/>
                </a:ext>
              </a:extLst>
            </p:cNvPr>
            <p:cNvSpPr>
              <a:spLocks noGrp="1"/>
            </p:cNvSpPr>
            <p:nvPr/>
          </p:nvSpPr>
          <p:spPr>
            <a:xfrm rot="0">
              <a:off x="9505950" y="1857375"/>
              <a:ext cx="800100" cy="228600"/>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Oct 1</a:t>
              </a:r>
            </a:p>
          </p:txBody>
        </p:sp>
        <p:sp>
          <p:nvSpPr>
            <p:cNvPr id="17" name="line_016">
              <a:extLst>
                <a:ext uri="{FF2B5EF4-FFF2-40B4-BE49-F238E27FC236}">
                  <ns2:creationId id="{EE482BAE-D014-4BC5-B883-916D0ADE8630}"/>
                </a:ext>
              </a:extLst>
            </p:cNvPr>
            <p:cNvSpPr>
              <a:spLocks noGrp="1"/>
            </p:cNvSpPr>
            <p:nvPr/>
          </p:nvSpPr>
          <p:spPr>
            <a:xfrm>
              <a:off x="12937344" y="1790700"/>
              <a:ext cx="95" cy="38100"/>
            </a:xfrm>
            <a:custGeom>
              <a:pathLst>
                <a:path w="95" h="38100">
                  <a:moveTo>
                    <a:pt x="0" y="0"/>
                  </a:moveTo>
                  <a:lnTo>
                    <a:pt x="0" y="38100"/>
                  </a:lnTo>
                </a:path>
              </a:pathLst>
            </a:custGeom>
            <a:noFill/>
            <a:ln w="3933">
              <a:solidFill>
                <a:srgbClr val="000000"/>
              </a:solidFill>
              <a:prstDash val="solid"/>
            </a:ln>
          </p:spPr>
        </p:sp>
        <p:sp>
          <p:nvSpPr>
            <p:cNvPr id="18" name="text_017">
              <a:extLst>
                <a:ext uri="{FF2B5EF4-FFF2-40B4-BE49-F238E27FC236}">
                  <ns2:creationId id="{EE6EC6DC-1173-4B66-8A91-0C87656B4A20}"/>
                </a:ext>
              </a:extLst>
            </p:cNvPr>
            <p:cNvSpPr>
              <a:spLocks noGrp="1"/>
            </p:cNvSpPr>
            <p:nvPr/>
          </p:nvSpPr>
          <p:spPr>
            <a:xfrm rot="0">
              <a:off x="12537294" y="1857375"/>
              <a:ext cx="800100" cy="228600"/>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Dec 31</a:t>
              </a:r>
            </a:p>
          </p:txBody>
        </p:sp>
        <p:sp>
          <p:nvSpPr>
            <p:cNvPr id="19" name="rect_018">
              <a:extLst>
                <a:ext uri="{FF2B5EF4-FFF2-40B4-BE49-F238E27FC236}">
                  <ns2:creationId id="{48266364-61AF-486C-A433-E5865187AE30}"/>
                </a:ext>
              </a:extLst>
            </p:cNvPr>
            <p:cNvSpPr>
              <a:spLocks noGrp="1"/>
            </p:cNvSpPr>
            <p:nvPr/>
          </p:nvSpPr>
          <p:spPr>
            <a:xfrm rot="0">
              <a:off x="762000" y="409575"/>
              <a:ext cx="12192000" cy="1381125"/>
            </a:xfrm>
            <a:prstGeom prst="rect">
              <a:avLst/>
            </a:prstGeom>
            <a:noFill/>
            <a:ln w="3195">
              <a:solidFill>
                <a:srgbClr val="6A7278"/>
              </a:solidFill>
              <a:prstDash val="solid"/>
            </a:ln>
          </p:spPr>
        </p:sp>
        <p:sp>
          <p:nvSpPr>
            <p:cNvPr id="20" name="text_019">
              <a:extLst>
                <a:ext uri="{FF2B5EF4-FFF2-40B4-BE49-F238E27FC236}">
                  <ns2:creationId id="{D744E60C-A3CF-4660-B4BE-87A4C8298670}"/>
                </a:ext>
              </a:extLst>
            </p:cNvPr>
            <p:cNvSpPr>
              <a:spLocks noGrp="1"/>
            </p:cNvSpPr>
            <p:nvPr/>
          </p:nvSpPr>
          <p:spPr>
            <a:xfrm rot="0">
              <a:off x="762000" y="2171700"/>
              <a:ext cx="5429250" cy="228600"/>
            </a:xfrm>
            <a:prstGeom prst="rect">
              <a:avLst/>
            </a:prstGeom>
            <a:noFill/>
            <a:ln w="0">
              <a:noFill/>
              <a:prstDash val="solid"/>
            </a:ln>
          </p:spPr>
          <p:txBody>
            <a:bodyPr wrap="none" lIns="0" tIns="0" rIns="0" bIns="0" anchor="t">
              <a:noAutofit/>
            </a:bodyPr>
            <a:lstStyle>
              <a:defPPr algn="l">
                <a:defRPr sz="697" b="0">
                  <a:solidFill>
                    <a:srgbClr val="000000"/>
                  </a:solidFill>
                  <a:latin typeface="Arial"/>
                  <a:ea typeface="Arial"/>
                  <a:cs typeface="Arial"/>
                </a:defRPr>
              </a:defPPr>
              <a:lvl1pPr algn="l">
                <a:defRPr sz="697" b="0">
                  <a:solidFill>
                    <a:srgbClr val="000000"/>
                  </a:solidFill>
                  <a:latin typeface="Arial"/>
                  <a:ea typeface="Arial"/>
                  <a:cs typeface="Arial"/>
                </a:defRPr>
              </a:lvl1pPr>
              <a:lvl2pPr algn="l">
                <a:defRPr sz="697" b="0">
                  <a:solidFill>
                    <a:srgbClr val="000000"/>
                  </a:solidFill>
                  <a:latin typeface="Arial"/>
                  <a:ea typeface="Arial"/>
                  <a:cs typeface="Arial"/>
                </a:defRPr>
              </a:lvl2pPr>
              <a:lvl3pPr algn="l">
                <a:defRPr sz="697" b="0">
                  <a:solidFill>
                    <a:srgbClr val="000000"/>
                  </a:solidFill>
                  <a:latin typeface="Arial"/>
                  <a:ea typeface="Arial"/>
                  <a:cs typeface="Arial"/>
                </a:defRPr>
              </a:lvl3pPr>
              <a:lvl4pPr algn="l">
                <a:defRPr sz="697" b="0">
                  <a:solidFill>
                    <a:srgbClr val="000000"/>
                  </a:solidFill>
                  <a:latin typeface="Arial"/>
                  <a:ea typeface="Arial"/>
                  <a:cs typeface="Arial"/>
                </a:defRPr>
              </a:lvl4pPr>
              <a:lvl5pPr algn="l">
                <a:defRPr sz="697" b="0">
                  <a:solidFill>
                    <a:srgbClr val="000000"/>
                  </a:solidFill>
                  <a:latin typeface="Arial"/>
                  <a:ea typeface="Arial"/>
                  <a:cs typeface="Arial"/>
                </a:defRPr>
              </a:lvl5pPr>
              <a:lvl6pPr algn="l">
                <a:defRPr sz="697" b="0">
                  <a:solidFill>
                    <a:srgbClr val="000000"/>
                  </a:solidFill>
                  <a:latin typeface="Arial"/>
                  <a:ea typeface="Arial"/>
                  <a:cs typeface="Arial"/>
                </a:defRPr>
              </a:lvl6pPr>
              <a:lvl7pPr algn="l">
                <a:defRPr sz="697" b="0">
                  <a:solidFill>
                    <a:srgbClr val="000000"/>
                  </a:solidFill>
                  <a:latin typeface="Arial"/>
                  <a:ea typeface="Arial"/>
                  <a:cs typeface="Arial"/>
                </a:defRPr>
              </a:lvl7pPr>
              <a:lvl8pPr algn="l">
                <a:defRPr sz="697" b="0">
                  <a:solidFill>
                    <a:srgbClr val="000000"/>
                  </a:solidFill>
                  <a:latin typeface="Arial"/>
                  <a:ea typeface="Arial"/>
                  <a:cs typeface="Arial"/>
                </a:defRPr>
              </a:lvl8pPr>
              <a:lvl9pPr algn="l">
                <a:defRPr sz="697" b="0">
                  <a:solidFill>
                    <a:srgbClr val="000000"/>
                  </a:solidFill>
                  <a:latin typeface="Arial"/>
                  <a:ea typeface="Arial"/>
                  <a:cs typeface="Arial"/>
                </a:defRPr>
              </a:lvl9pPr>
            </a:lstStyle>
            <a:p>
              <a:pPr algn="l">
                <a:defRPr sz="697" b="0">
                  <a:solidFill>
                    <a:srgbClr val="000000"/>
                  </a:solidFill>
                  <a:latin typeface="Arial"/>
                  <a:ea typeface="Arial"/>
                  <a:cs typeface="Arial"/>
                </a:defRPr>
              </a:pPr>
              <a:r>
                <a:rPr sz="697" b="0">
                  <a:solidFill>
                    <a:srgbClr val="000000"/>
                  </a:solidFill>
                  <a:latin typeface="Arial"/>
                  <a:ea typeface="Arial"/>
                  <a:cs typeface="Arial"/>
                </a:rPr>
                <a:t>Normalized fixed reference position</a:t>
              </a:r>
            </a:p>
          </p:txBody>
        </p:sp>
        <p:sp>
          <p:nvSpPr>
            <p:cNvPr id="21" name="rect_020">
              <a:extLst>
                <a:ext uri="{FF2B5EF4-FFF2-40B4-BE49-F238E27FC236}">
                  <ns2:creationId id="{F09FB3F7-C0E0-41CA-9A23-84C8F8DA0DC9}"/>
                </a:ext>
              </a:extLst>
            </p:cNvPr>
            <p:cNvSpPr>
              <a:spLocks noGrp="1"/>
            </p:cNvSpPr>
            <p:nvPr/>
          </p:nvSpPr>
          <p:spPr>
            <a:xfrm rot="0">
              <a:off x="7124492" y="409575"/>
              <a:ext cx="366426" cy="1381125"/>
            </a:xfrm>
            <a:prstGeom prst="rect">
              <a:avLst/>
            </a:prstGeom>
            <a:noFill/>
            <a:ln w="7374">
              <a:solidFill>
                <a:srgbClr val="B2182B"/>
              </a:solidFill>
              <a:prstDash val="solid"/>
            </a:ln>
          </p:spPr>
        </p:sp>
        <p:sp>
          <p:nvSpPr>
            <p:cNvPr id="22" name="text_021">
              <a:extLst>
                <a:ext uri="{FF2B5EF4-FFF2-40B4-BE49-F238E27FC236}">
                  <ns2:creationId id="{AC08E30E-6E93-478D-A94E-2CAE2786125C}"/>
                </a:ext>
              </a:extLst>
            </p:cNvPr>
            <p:cNvSpPr>
              <a:spLocks noGrp="1"/>
            </p:cNvSpPr>
            <p:nvPr/>
          </p:nvSpPr>
          <p:spPr>
            <a:xfrm rot="0">
              <a:off x="6933992" y="161925"/>
              <a:ext cx="1333500" cy="219075"/>
            </a:xfrm>
            <a:prstGeom prst="rect">
              <a:avLst/>
            </a:prstGeom>
            <a:noFill/>
            <a:ln w="0">
              <a:noFill/>
              <a:prstDash val="solid"/>
            </a:ln>
          </p:spPr>
          <p:txBody>
            <a:bodyPr wrap="none" lIns="0" tIns="0" rIns="0" bIns="0" anchor="t">
              <a:noAutofit/>
            </a:bodyPr>
            <a:lstStyle>
              <a:defPPr algn="l">
                <a:defRPr sz="658" b="1">
                  <a:solidFill>
                    <a:srgbClr val="B2182B"/>
                  </a:solidFill>
                  <a:latin typeface="Arial"/>
                  <a:ea typeface="Arial"/>
                  <a:cs typeface="Arial"/>
                </a:defRPr>
              </a:defPPr>
              <a:lvl1pPr algn="l">
                <a:defRPr sz="658" b="1">
                  <a:solidFill>
                    <a:srgbClr val="B2182B"/>
                  </a:solidFill>
                  <a:latin typeface="Arial"/>
                  <a:ea typeface="Arial"/>
                  <a:cs typeface="Arial"/>
                </a:defRPr>
              </a:lvl1pPr>
              <a:lvl2pPr algn="l">
                <a:defRPr sz="658" b="1">
                  <a:solidFill>
                    <a:srgbClr val="B2182B"/>
                  </a:solidFill>
                  <a:latin typeface="Arial"/>
                  <a:ea typeface="Arial"/>
                  <a:cs typeface="Arial"/>
                </a:defRPr>
              </a:lvl2pPr>
              <a:lvl3pPr algn="l">
                <a:defRPr sz="658" b="1">
                  <a:solidFill>
                    <a:srgbClr val="B2182B"/>
                  </a:solidFill>
                  <a:latin typeface="Arial"/>
                  <a:ea typeface="Arial"/>
                  <a:cs typeface="Arial"/>
                </a:defRPr>
              </a:lvl3pPr>
              <a:lvl4pPr algn="l">
                <a:defRPr sz="658" b="1">
                  <a:solidFill>
                    <a:srgbClr val="B2182B"/>
                  </a:solidFill>
                  <a:latin typeface="Arial"/>
                  <a:ea typeface="Arial"/>
                  <a:cs typeface="Arial"/>
                </a:defRPr>
              </a:lvl4pPr>
              <a:lvl5pPr algn="l">
                <a:defRPr sz="658" b="1">
                  <a:solidFill>
                    <a:srgbClr val="B2182B"/>
                  </a:solidFill>
                  <a:latin typeface="Arial"/>
                  <a:ea typeface="Arial"/>
                  <a:cs typeface="Arial"/>
                </a:defRPr>
              </a:lvl5pPr>
              <a:lvl6pPr algn="l">
                <a:defRPr sz="658" b="1">
                  <a:solidFill>
                    <a:srgbClr val="B2182B"/>
                  </a:solidFill>
                  <a:latin typeface="Arial"/>
                  <a:ea typeface="Arial"/>
                  <a:cs typeface="Arial"/>
                </a:defRPr>
              </a:lvl6pPr>
              <a:lvl7pPr algn="l">
                <a:defRPr sz="658" b="1">
                  <a:solidFill>
                    <a:srgbClr val="B2182B"/>
                  </a:solidFill>
                  <a:latin typeface="Arial"/>
                  <a:ea typeface="Arial"/>
                  <a:cs typeface="Arial"/>
                </a:defRPr>
              </a:lvl7pPr>
              <a:lvl8pPr algn="l">
                <a:defRPr sz="658" b="1">
                  <a:solidFill>
                    <a:srgbClr val="B2182B"/>
                  </a:solidFill>
                  <a:latin typeface="Arial"/>
                  <a:ea typeface="Arial"/>
                  <a:cs typeface="Arial"/>
                </a:defRPr>
              </a:lvl8pPr>
              <a:lvl9pPr algn="l">
                <a:defRPr sz="658" b="1">
                  <a:solidFill>
                    <a:srgbClr val="B2182B"/>
                  </a:solidFill>
                  <a:latin typeface="Arial"/>
                  <a:ea typeface="Arial"/>
                  <a:cs typeface="Arial"/>
                </a:defRPr>
              </a:lvl9pPr>
            </a:lstStyle>
            <a:p>
              <a:pPr algn="l">
                <a:defRPr sz="658" b="1">
                  <a:solidFill>
                    <a:srgbClr val="B2182B"/>
                  </a:solidFill>
                  <a:latin typeface="Arial"/>
                  <a:ea typeface="Arial"/>
                  <a:cs typeface="Arial"/>
                </a:defRPr>
              </a:pPr>
              <a:r>
                <a:rPr sz="658" b="1">
                  <a:solidFill>
                    <a:srgbClr val="B2182B"/>
                  </a:solidFill>
                  <a:latin typeface="Arial"/>
                  <a:ea typeface="Arial"/>
                  <a:cs typeface="Arial"/>
                </a:rPr>
                <a:t>Jul 10-20</a:t>
              </a:r>
            </a:p>
          </p:txBody>
        </p:sp>
        <p:sp>
          <p:nvSpPr>
            <p:cNvPr id="23" name="line_022">
              <a:extLst>
                <a:ext uri="{FF2B5EF4-FFF2-40B4-BE49-F238E27FC236}">
                  <ns2:creationId id="{4FA17FA1-DF85-4032-81D6-FCCB975082EE}"/>
                </a:ext>
              </a:extLst>
            </p:cNvPr>
            <p:cNvSpPr>
              <a:spLocks noGrp="1"/>
            </p:cNvSpPr>
            <p:nvPr/>
          </p:nvSpPr>
          <p:spPr>
            <a:xfrm>
              <a:off x="7207770" y="409575"/>
              <a:ext cx="95" cy="1381125"/>
            </a:xfrm>
            <a:custGeom>
              <a:pathLst>
                <a:path w="95" h="1381125">
                  <a:moveTo>
                    <a:pt x="0" y="0"/>
                  </a:moveTo>
                  <a:lnTo>
                    <a:pt x="0" y="1381125"/>
                  </a:lnTo>
                </a:path>
              </a:pathLst>
            </a:custGeom>
            <a:noFill/>
            <a:ln w="3195">
              <a:solidFill>
                <a:srgbClr val="6A7278"/>
              </a:solidFill>
              <a:prstDash val="dash"/>
            </a:ln>
          </p:spPr>
        </p:sp>
        <p:sp>
          <p:nvSpPr>
            <p:cNvPr id="24" name="line_023">
              <a:extLst>
                <a:ext uri="{FF2B5EF4-FFF2-40B4-BE49-F238E27FC236}">
                  <ns2:creationId id="{C88FF49E-6F4C-4D5F-82CA-3E47AE6DF8D9}"/>
                </a:ext>
              </a:extLst>
            </p:cNvPr>
            <p:cNvSpPr>
              <a:spLocks noGrp="1"/>
            </p:cNvSpPr>
            <p:nvPr/>
          </p:nvSpPr>
          <p:spPr>
            <a:xfrm>
              <a:off x="7241082" y="409575"/>
              <a:ext cx="95" cy="1381125"/>
            </a:xfrm>
            <a:custGeom>
              <a:pathLst>
                <a:path w="95" h="1381125">
                  <a:moveTo>
                    <a:pt x="0" y="0"/>
                  </a:moveTo>
                  <a:lnTo>
                    <a:pt x="0" y="1381125"/>
                  </a:lnTo>
                </a:path>
              </a:pathLst>
            </a:custGeom>
            <a:noFill/>
            <a:ln w="3195">
              <a:solidFill>
                <a:srgbClr val="6A7278"/>
              </a:solidFill>
              <a:prstDash val="dash"/>
            </a:ln>
          </p:spPr>
        </p:sp>
        <p:sp>
          <p:nvSpPr>
            <p:cNvPr id="25" name="line_024">
              <a:extLst>
                <a:ext uri="{FF2B5EF4-FFF2-40B4-BE49-F238E27FC236}">
                  <ns2:creationId id="{92C5F4B6-3872-4887-8B12-4AE020AE2460}"/>
                </a:ext>
              </a:extLst>
            </p:cNvPr>
            <p:cNvSpPr>
              <a:spLocks noGrp="1"/>
            </p:cNvSpPr>
            <p:nvPr/>
          </p:nvSpPr>
          <p:spPr>
            <a:xfrm>
              <a:off x="7274393" y="409575"/>
              <a:ext cx="95" cy="1381125"/>
            </a:xfrm>
            <a:custGeom>
              <a:pathLst>
                <a:path w="95" h="1381125">
                  <a:moveTo>
                    <a:pt x="0" y="0"/>
                  </a:moveTo>
                  <a:lnTo>
                    <a:pt x="0" y="1381125"/>
                  </a:lnTo>
                </a:path>
              </a:pathLst>
            </a:custGeom>
            <a:noFill/>
            <a:ln w="3195">
              <a:solidFill>
                <a:srgbClr val="6A7278"/>
              </a:solidFill>
              <a:prstDash val="dash"/>
            </a:ln>
          </p:spPr>
        </p:sp>
        <p:sp>
          <p:nvSpPr>
            <p:cNvPr id="26" name="line_025">
              <a:extLst>
                <a:ext uri="{FF2B5EF4-FFF2-40B4-BE49-F238E27FC236}">
                  <ns2:creationId id="{EE73EDE2-F0AA-412D-B370-4BEAE7B1C872}"/>
                </a:ext>
              </a:extLst>
            </p:cNvPr>
            <p:cNvSpPr>
              <a:spLocks noGrp="1"/>
            </p:cNvSpPr>
            <p:nvPr/>
          </p:nvSpPr>
          <p:spPr>
            <a:xfrm>
              <a:off x="7307705" y="409575"/>
              <a:ext cx="95" cy="1381125"/>
            </a:xfrm>
            <a:custGeom>
              <a:pathLst>
                <a:path w="95" h="1381125">
                  <a:moveTo>
                    <a:pt x="0" y="0"/>
                  </a:moveTo>
                  <a:lnTo>
                    <a:pt x="0" y="1381125"/>
                  </a:lnTo>
                </a:path>
              </a:pathLst>
            </a:custGeom>
            <a:noFill/>
            <a:ln w="3195">
              <a:solidFill>
                <a:srgbClr val="6A7278"/>
              </a:solidFill>
              <a:prstDash val="dash"/>
            </a:ln>
          </p:spPr>
        </p:sp>
        <p:sp>
          <p:nvSpPr>
            <p:cNvPr id="27" name="line_026">
              <a:extLst>
                <a:ext uri="{FF2B5EF4-FFF2-40B4-BE49-F238E27FC236}">
                  <ns2:creationId id="{2B51978F-A3BE-417B-9FDE-D7D09B59AB82}"/>
                </a:ext>
              </a:extLst>
            </p:cNvPr>
            <p:cNvSpPr>
              <a:spLocks noGrp="1"/>
            </p:cNvSpPr>
            <p:nvPr/>
          </p:nvSpPr>
          <p:spPr>
            <a:xfrm>
              <a:off x="7341016" y="409575"/>
              <a:ext cx="95" cy="1381125"/>
            </a:xfrm>
            <a:custGeom>
              <a:pathLst>
                <a:path w="95" h="1381125">
                  <a:moveTo>
                    <a:pt x="0" y="0"/>
                  </a:moveTo>
                  <a:lnTo>
                    <a:pt x="0" y="1381125"/>
                  </a:lnTo>
                </a:path>
              </a:pathLst>
            </a:custGeom>
            <a:noFill/>
            <a:ln w="3195">
              <a:solidFill>
                <a:srgbClr val="6A7278"/>
              </a:solidFill>
              <a:prstDash val="dash"/>
            </a:ln>
          </p:spPr>
        </p:sp>
        <p:pic>
          <p:nvPicPr>
            <p:cNvPr id="28" name="">
              <a:extLst>
                <a:ext uri="{FF2B5EF4-FFF2-40B4-BE49-F238E27FC236}">
                  <ns2:creationId id="{F1616450-4A81-4BC1-B56E-B48CF45A64BD}"/>
                </a:ext>
              </a:extLst>
            </p:cNvPr>
            <p:cNvPicPr>
              <a:picLocks noChangeAspect="1"/>
            </p:cNvPicPr>
            <p:nvPr/>
          </p:nvPicPr>
          <p:blipFill>
            <a:blip r:embed="R7d9cede297ea44c0"/>
            <a:stretch/>
          </p:blipFill>
          <p:spPr>
            <a:xfrm>
              <a:off x="7715250" y="2238375"/>
              <a:ext cx="4857750" cy="123825"/>
            </a:xfrm>
            <a:prstGeom prst="rect">
              <a:avLst/>
            </a:prstGeom>
          </p:spPr>
        </p:pic>
        <p:sp>
          <p:nvSpPr>
            <p:cNvPr id="29" name="text_028">
              <a:extLst>
                <a:ext uri="{FF2B5EF4-FFF2-40B4-BE49-F238E27FC236}">
                  <ns2:creationId id="{1C17921B-A12A-4D96-A2F4-AD2F0CA67070}"/>
                </a:ext>
              </a:extLst>
            </p:cNvPr>
            <p:cNvSpPr>
              <a:spLocks noGrp="1"/>
            </p:cNvSpPr>
            <p:nvPr/>
          </p:nvSpPr>
          <p:spPr>
            <a:xfrm rot="0">
              <a:off x="7410450" y="2390775"/>
              <a:ext cx="609600" cy="228600"/>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0</a:t>
              </a:r>
            </a:p>
          </p:txBody>
        </p:sp>
        <p:sp>
          <p:nvSpPr>
            <p:cNvPr id="30" name="text_029">
              <a:extLst>
                <a:ext uri="{FF2B5EF4-FFF2-40B4-BE49-F238E27FC236}">
                  <ns2:creationId id="{4528C496-7FE1-4808-AE02-0F3F40A6A2B1}"/>
                </a:ext>
              </a:extLst>
            </p:cNvPr>
            <p:cNvSpPr>
              <a:spLocks noGrp="1"/>
            </p:cNvSpPr>
            <p:nvPr/>
          </p:nvSpPr>
          <p:spPr>
            <a:xfrm rot="0">
              <a:off x="8588086" y="2390775"/>
              <a:ext cx="609600" cy="228600"/>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40</a:t>
              </a:r>
            </a:p>
          </p:txBody>
        </p:sp>
        <p:sp>
          <p:nvSpPr>
            <p:cNvPr id="31" name="text_030">
              <a:extLst>
                <a:ext uri="{FF2B5EF4-FFF2-40B4-BE49-F238E27FC236}">
                  <ns2:creationId id="{D945B940-8D43-4B91-8143-429402F72572}"/>
                </a:ext>
              </a:extLst>
            </p:cNvPr>
            <p:cNvSpPr>
              <a:spLocks noGrp="1"/>
            </p:cNvSpPr>
            <p:nvPr/>
          </p:nvSpPr>
          <p:spPr>
            <a:xfrm rot="0">
              <a:off x="9765723" y="2390775"/>
              <a:ext cx="609600" cy="228600"/>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80</a:t>
              </a:r>
            </a:p>
          </p:txBody>
        </p:sp>
        <p:sp>
          <p:nvSpPr>
            <p:cNvPr id="32" name="text_031">
              <a:extLst>
                <a:ext uri="{FF2B5EF4-FFF2-40B4-BE49-F238E27FC236}">
                  <ns2:creationId id="{394B912E-AF9E-4B8C-9CD3-BCB6E9384D62}"/>
                </a:ext>
              </a:extLst>
            </p:cNvPr>
            <p:cNvSpPr>
              <a:spLocks noGrp="1"/>
            </p:cNvSpPr>
            <p:nvPr/>
          </p:nvSpPr>
          <p:spPr>
            <a:xfrm rot="0">
              <a:off x="10943359" y="2390775"/>
              <a:ext cx="609600" cy="228600"/>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120</a:t>
              </a:r>
            </a:p>
          </p:txBody>
        </p:sp>
        <p:sp>
          <p:nvSpPr>
            <p:cNvPr id="33" name="text_032">
              <a:extLst>
                <a:ext uri="{FF2B5EF4-FFF2-40B4-BE49-F238E27FC236}">
                  <ns2:creationId id="{B6A45E34-8104-4846-ABD2-D41FA326601B}"/>
                </a:ext>
              </a:extLst>
            </p:cNvPr>
            <p:cNvSpPr>
              <a:spLocks noGrp="1"/>
            </p:cNvSpPr>
            <p:nvPr/>
          </p:nvSpPr>
          <p:spPr>
            <a:xfrm rot="0">
              <a:off x="12268200" y="2390775"/>
              <a:ext cx="609600" cy="228600"/>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165</a:t>
              </a:r>
            </a:p>
          </p:txBody>
        </p:sp>
        <p:sp>
          <p:nvSpPr>
            <p:cNvPr id="34" name="text_033">
              <a:extLst>
                <a:ext uri="{FF2B5EF4-FFF2-40B4-BE49-F238E27FC236}">
                  <ns2:creationId id="{0C6464F1-9A4F-467F-9B5E-DC0B07446D0C}"/>
                </a:ext>
              </a:extLst>
            </p:cNvPr>
            <p:cNvSpPr>
              <a:spLocks noGrp="1"/>
            </p:cNvSpPr>
            <p:nvPr/>
          </p:nvSpPr>
          <p:spPr>
            <a:xfrm rot="0">
              <a:off x="7715250" y="2686050"/>
              <a:ext cx="4857750" cy="219075"/>
            </a:xfrm>
            <a:prstGeom prst="rect">
              <a:avLst/>
            </a:prstGeom>
            <a:noFill/>
            <a:ln w="0">
              <a:noFill/>
              <a:prstDash val="solid"/>
            </a:ln>
          </p:spPr>
          <p:txBody>
            <a:bodyPr wrap="none" lIns="0" tIns="0" rIns="0" bIns="0" anchor="t">
              <a:noAutofit/>
            </a:bodyPr>
            <a:lstStyle>
              <a:defPPr algn="ctr">
                <a:defRPr sz="658" b="0">
                  <a:solidFill>
                    <a:srgbClr val="000000"/>
                  </a:solidFill>
                  <a:latin typeface="Arial"/>
                  <a:ea typeface="Arial"/>
                  <a:cs typeface="Arial"/>
                </a:defRPr>
              </a:defPPr>
              <a:lvl1pPr algn="ctr">
                <a:defRPr sz="658" b="0">
                  <a:solidFill>
                    <a:srgbClr val="000000"/>
                  </a:solidFill>
                  <a:latin typeface="Arial"/>
                  <a:ea typeface="Arial"/>
                  <a:cs typeface="Arial"/>
                </a:defRPr>
              </a:lvl1pPr>
              <a:lvl2pPr algn="ctr">
                <a:defRPr sz="658" b="0">
                  <a:solidFill>
                    <a:srgbClr val="000000"/>
                  </a:solidFill>
                  <a:latin typeface="Arial"/>
                  <a:ea typeface="Arial"/>
                  <a:cs typeface="Arial"/>
                </a:defRPr>
              </a:lvl2pPr>
              <a:lvl3pPr algn="ctr">
                <a:defRPr sz="658" b="0">
                  <a:solidFill>
                    <a:srgbClr val="000000"/>
                  </a:solidFill>
                  <a:latin typeface="Arial"/>
                  <a:ea typeface="Arial"/>
                  <a:cs typeface="Arial"/>
                </a:defRPr>
              </a:lvl3pPr>
              <a:lvl4pPr algn="ctr">
                <a:defRPr sz="658" b="0">
                  <a:solidFill>
                    <a:srgbClr val="000000"/>
                  </a:solidFill>
                  <a:latin typeface="Arial"/>
                  <a:ea typeface="Arial"/>
                  <a:cs typeface="Arial"/>
                </a:defRPr>
              </a:lvl4pPr>
              <a:lvl5pPr algn="ctr">
                <a:defRPr sz="658" b="0">
                  <a:solidFill>
                    <a:srgbClr val="000000"/>
                  </a:solidFill>
                  <a:latin typeface="Arial"/>
                  <a:ea typeface="Arial"/>
                  <a:cs typeface="Arial"/>
                </a:defRPr>
              </a:lvl5pPr>
              <a:lvl6pPr algn="ctr">
                <a:defRPr sz="658" b="0">
                  <a:solidFill>
                    <a:srgbClr val="000000"/>
                  </a:solidFill>
                  <a:latin typeface="Arial"/>
                  <a:ea typeface="Arial"/>
                  <a:cs typeface="Arial"/>
                </a:defRPr>
              </a:lvl6pPr>
              <a:lvl7pPr algn="ctr">
                <a:defRPr sz="658" b="0">
                  <a:solidFill>
                    <a:srgbClr val="000000"/>
                  </a:solidFill>
                  <a:latin typeface="Arial"/>
                  <a:ea typeface="Arial"/>
                  <a:cs typeface="Arial"/>
                </a:defRPr>
              </a:lvl7pPr>
              <a:lvl8pPr algn="ctr">
                <a:defRPr sz="658" b="0">
                  <a:solidFill>
                    <a:srgbClr val="000000"/>
                  </a:solidFill>
                  <a:latin typeface="Arial"/>
                  <a:ea typeface="Arial"/>
                  <a:cs typeface="Arial"/>
                </a:defRPr>
              </a:lvl8pPr>
              <a:lvl9pPr algn="ctr">
                <a:defRPr sz="658" b="0">
                  <a:solidFill>
                    <a:srgbClr val="000000"/>
                  </a:solidFill>
                  <a:latin typeface="Arial"/>
                  <a:ea typeface="Arial"/>
                  <a:cs typeface="Arial"/>
                </a:defRPr>
              </a:lvl9pPr>
            </a:lstStyle>
            <a:p>
              <a:pPr algn="ctr">
                <a:defRPr sz="658" b="0">
                  <a:solidFill>
                    <a:srgbClr val="000000"/>
                  </a:solidFill>
                  <a:latin typeface="Arial"/>
                  <a:ea typeface="Arial"/>
                  <a:cs typeface="Arial"/>
                </a:defRPr>
              </a:pPr>
              <a:r>
                <a:rPr sz="658" b="0">
                  <a:solidFill>
                    <a:srgbClr val="000000"/>
                  </a:solidFill>
                  <a:latin typeface="Arial"/>
                  <a:ea typeface="Arial"/>
                  <a:cs typeface="Arial"/>
                </a:rPr>
                <a:t>Panel (a): concentration (ug m-3)</a:t>
              </a:r>
            </a:p>
          </p:txBody>
        </p:sp>
        <p:sp>
          <p:nvSpPr>
            <p:cNvPr id="35" name="text_034">
              <a:extLst>
                <a:ext uri="{FF2B5EF4-FFF2-40B4-BE49-F238E27FC236}">
                  <ns2:creationId id="{A3BB4511-4DA9-450D-B014-99B6CA6CF5E4}"/>
                </a:ext>
              </a:extLst>
            </p:cNvPr>
            <p:cNvSpPr>
              <a:spLocks noGrp="1"/>
            </p:cNvSpPr>
            <p:nvPr/>
          </p:nvSpPr>
          <p:spPr>
            <a:xfrm rot="0">
              <a:off x="171450" y="2686050"/>
              <a:ext cx="7334250" cy="295275"/>
            </a:xfrm>
            <a:prstGeom prst="rect">
              <a:avLst/>
            </a:prstGeom>
            <a:noFill/>
            <a:ln w="0">
              <a:noFill/>
              <a:prstDash val="solid"/>
            </a:ln>
          </p:spPr>
          <p:txBody>
            <a:bodyPr wrap="none" lIns="0" tIns="0" rIns="0" bIns="0" anchor="t">
              <a:noAutofit/>
            </a:bodyPr>
            <a:lstStyle>
              <a:defPPr algn="l">
                <a:defRPr sz="968" b="1">
                  <a:solidFill>
                    <a:srgbClr val="000000"/>
                  </a:solidFill>
                  <a:latin typeface="Arial"/>
                  <a:ea typeface="Arial"/>
                  <a:cs typeface="Arial"/>
                </a:defRPr>
              </a:defPPr>
              <a:lvl1pPr algn="l">
                <a:defRPr sz="968" b="1">
                  <a:solidFill>
                    <a:srgbClr val="000000"/>
                  </a:solidFill>
                  <a:latin typeface="Arial"/>
                  <a:ea typeface="Arial"/>
                  <a:cs typeface="Arial"/>
                </a:defRPr>
              </a:lvl1pPr>
              <a:lvl2pPr algn="l">
                <a:defRPr sz="968" b="1">
                  <a:solidFill>
                    <a:srgbClr val="000000"/>
                  </a:solidFill>
                  <a:latin typeface="Arial"/>
                  <a:ea typeface="Arial"/>
                  <a:cs typeface="Arial"/>
                </a:defRPr>
              </a:lvl2pPr>
              <a:lvl3pPr algn="l">
                <a:defRPr sz="968" b="1">
                  <a:solidFill>
                    <a:srgbClr val="000000"/>
                  </a:solidFill>
                  <a:latin typeface="Arial"/>
                  <a:ea typeface="Arial"/>
                  <a:cs typeface="Arial"/>
                </a:defRPr>
              </a:lvl3pPr>
              <a:lvl4pPr algn="l">
                <a:defRPr sz="968" b="1">
                  <a:solidFill>
                    <a:srgbClr val="000000"/>
                  </a:solidFill>
                  <a:latin typeface="Arial"/>
                  <a:ea typeface="Arial"/>
                  <a:cs typeface="Arial"/>
                </a:defRPr>
              </a:lvl4pPr>
              <a:lvl5pPr algn="l">
                <a:defRPr sz="968" b="1">
                  <a:solidFill>
                    <a:srgbClr val="000000"/>
                  </a:solidFill>
                  <a:latin typeface="Arial"/>
                  <a:ea typeface="Arial"/>
                  <a:cs typeface="Arial"/>
                </a:defRPr>
              </a:lvl5pPr>
              <a:lvl6pPr algn="l">
                <a:defRPr sz="968" b="1">
                  <a:solidFill>
                    <a:srgbClr val="000000"/>
                  </a:solidFill>
                  <a:latin typeface="Arial"/>
                  <a:ea typeface="Arial"/>
                  <a:cs typeface="Arial"/>
                </a:defRPr>
              </a:lvl6pPr>
              <a:lvl7pPr algn="l">
                <a:defRPr sz="968" b="1">
                  <a:solidFill>
                    <a:srgbClr val="000000"/>
                  </a:solidFill>
                  <a:latin typeface="Arial"/>
                  <a:ea typeface="Arial"/>
                  <a:cs typeface="Arial"/>
                </a:defRPr>
              </a:lvl7pPr>
              <a:lvl8pPr algn="l">
                <a:defRPr sz="968" b="1">
                  <a:solidFill>
                    <a:srgbClr val="000000"/>
                  </a:solidFill>
                  <a:latin typeface="Arial"/>
                  <a:ea typeface="Arial"/>
                  <a:cs typeface="Arial"/>
                </a:defRPr>
              </a:lvl8pPr>
              <a:lvl9pPr algn="l">
                <a:defRPr sz="968" b="1">
                  <a:solidFill>
                    <a:srgbClr val="000000"/>
                  </a:solidFill>
                  <a:latin typeface="Arial"/>
                  <a:ea typeface="Arial"/>
                  <a:cs typeface="Arial"/>
                </a:defRPr>
              </a:lvl9pPr>
            </a:lstStyle>
            <a:p>
              <a:pPr algn="l">
                <a:defRPr sz="968" b="1">
                  <a:solidFill>
                    <a:srgbClr val="000000"/>
                  </a:solidFill>
                  <a:latin typeface="Arial"/>
                  <a:ea typeface="Arial"/>
                  <a:cs typeface="Arial"/>
                </a:defRPr>
              </a:pPr>
              <a:r>
                <a:rPr sz="968" b="1">
                  <a:solidFill>
                    <a:srgbClr val="000000"/>
                  </a:solidFill>
                  <a:latin typeface="Arial"/>
                  <a:ea typeface="Arial"/>
                  <a:cs typeface="Arial"/>
                </a:rPr>
                <a:t>(b) Supplied concentration fields: Jul 12-16</a:t>
              </a:r>
            </a:p>
          </p:txBody>
        </p:sp>
        <p:sp>
          <p:nvSpPr>
            <p:cNvPr id="36" name="text_035">
              <a:extLst>
                <a:ext uri="{FF2B5EF4-FFF2-40B4-BE49-F238E27FC236}">
                  <ns2:creationId id="{3AD4A2F2-3428-4073-8F66-4BCDFB576408}"/>
                </a:ext>
              </a:extLst>
            </p:cNvPr>
            <p:cNvSpPr>
              <a:spLocks noGrp="1"/>
            </p:cNvSpPr>
            <p:nvPr/>
          </p:nvSpPr>
          <p:spPr>
            <a:xfrm rot="0">
              <a:off x="571500" y="2981325"/>
              <a:ext cx="2428875" cy="247650"/>
            </a:xfrm>
            <a:prstGeom prst="rect">
              <a:avLst/>
            </a:prstGeom>
            <a:noFill/>
            <a:ln w="0">
              <a:noFill/>
              <a:prstDash val="solid"/>
            </a:ln>
          </p:spPr>
          <p:txBody>
            <a:bodyPr wrap="none" lIns="0" tIns="0" rIns="0" bIns="0" anchor="t">
              <a:noAutofit/>
            </a:bodyPr>
            <a:lstStyle>
              <a:defPPr algn="ctr">
                <a:defRPr sz="813" b="1">
                  <a:solidFill>
                    <a:srgbClr val="000000"/>
                  </a:solidFill>
                  <a:latin typeface="Arial"/>
                  <a:ea typeface="Arial"/>
                  <a:cs typeface="Arial"/>
                </a:defRPr>
              </a:defPPr>
              <a:lvl1pPr algn="ctr">
                <a:defRPr sz="813" b="1">
                  <a:solidFill>
                    <a:srgbClr val="000000"/>
                  </a:solidFill>
                  <a:latin typeface="Arial"/>
                  <a:ea typeface="Arial"/>
                  <a:cs typeface="Arial"/>
                </a:defRPr>
              </a:lvl1pPr>
              <a:lvl2pPr algn="ctr">
                <a:defRPr sz="813" b="1">
                  <a:solidFill>
                    <a:srgbClr val="000000"/>
                  </a:solidFill>
                  <a:latin typeface="Arial"/>
                  <a:ea typeface="Arial"/>
                  <a:cs typeface="Arial"/>
                </a:defRPr>
              </a:lvl2pPr>
              <a:lvl3pPr algn="ctr">
                <a:defRPr sz="813" b="1">
                  <a:solidFill>
                    <a:srgbClr val="000000"/>
                  </a:solidFill>
                  <a:latin typeface="Arial"/>
                  <a:ea typeface="Arial"/>
                  <a:cs typeface="Arial"/>
                </a:defRPr>
              </a:lvl3pPr>
              <a:lvl4pPr algn="ctr">
                <a:defRPr sz="813" b="1">
                  <a:solidFill>
                    <a:srgbClr val="000000"/>
                  </a:solidFill>
                  <a:latin typeface="Arial"/>
                  <a:ea typeface="Arial"/>
                  <a:cs typeface="Arial"/>
                </a:defRPr>
              </a:lvl4pPr>
              <a:lvl5pPr algn="ctr">
                <a:defRPr sz="813" b="1">
                  <a:solidFill>
                    <a:srgbClr val="000000"/>
                  </a:solidFill>
                  <a:latin typeface="Arial"/>
                  <a:ea typeface="Arial"/>
                  <a:cs typeface="Arial"/>
                </a:defRPr>
              </a:lvl5pPr>
              <a:lvl6pPr algn="ctr">
                <a:defRPr sz="813" b="1">
                  <a:solidFill>
                    <a:srgbClr val="000000"/>
                  </a:solidFill>
                  <a:latin typeface="Arial"/>
                  <a:ea typeface="Arial"/>
                  <a:cs typeface="Arial"/>
                </a:defRPr>
              </a:lvl6pPr>
              <a:lvl7pPr algn="ctr">
                <a:defRPr sz="813" b="1">
                  <a:solidFill>
                    <a:srgbClr val="000000"/>
                  </a:solidFill>
                  <a:latin typeface="Arial"/>
                  <a:ea typeface="Arial"/>
                  <a:cs typeface="Arial"/>
                </a:defRPr>
              </a:lvl7pPr>
              <a:lvl8pPr algn="ctr">
                <a:defRPr sz="813" b="1">
                  <a:solidFill>
                    <a:srgbClr val="000000"/>
                  </a:solidFill>
                  <a:latin typeface="Arial"/>
                  <a:ea typeface="Arial"/>
                  <a:cs typeface="Arial"/>
                </a:defRPr>
              </a:lvl8pPr>
              <a:lvl9pPr algn="ctr">
                <a:defRPr sz="813" b="1">
                  <a:solidFill>
                    <a:srgbClr val="000000"/>
                  </a:solidFill>
                  <a:latin typeface="Arial"/>
                  <a:ea typeface="Arial"/>
                  <a:cs typeface="Arial"/>
                </a:defRPr>
              </a:lvl9pPr>
            </a:lstStyle>
            <a:p>
              <a:pPr algn="ctr">
                <a:defRPr sz="813" b="1">
                  <a:solidFill>
                    <a:srgbClr val="000000"/>
                  </a:solidFill>
                  <a:latin typeface="Arial"/>
                  <a:ea typeface="Arial"/>
                  <a:cs typeface="Arial"/>
                </a:defRPr>
              </a:pPr>
              <a:r>
                <a:rPr sz="813" b="1">
                  <a:solidFill>
                    <a:srgbClr val="000000"/>
                  </a:solidFill>
                  <a:latin typeface="Arial"/>
                  <a:ea typeface="Arial"/>
                  <a:cs typeface="Arial"/>
                </a:rPr>
                <a:t>2000-07-12</a:t>
              </a:r>
            </a:p>
          </p:txBody>
        </p:sp>
        <p:pic>
          <p:nvPicPr>
            <p:cNvPr id="37" name="">
              <a:extLst>
                <a:ext uri="{FF2B5EF4-FFF2-40B4-BE49-F238E27FC236}">
                  <ns2:creationId id="{10592960-40A0-477C-8E0B-82BADF166301}"/>
                </a:ext>
              </a:extLst>
            </p:cNvPr>
            <p:cNvPicPr>
              <a:picLocks noChangeAspect="1"/>
            </p:cNvPicPr>
            <p:nvPr/>
          </p:nvPicPr>
          <p:blipFill>
            <a:blip r:embed="R821bd0b9183f4d2f"/>
            <a:stretch/>
          </p:blipFill>
          <p:spPr>
            <a:xfrm>
              <a:off x="666880" y="3257550"/>
              <a:ext cx="2238115" cy="2221308"/>
            </a:xfrm>
            <a:prstGeom prst="rect">
              <a:avLst/>
            </a:prstGeom>
          </p:spPr>
        </p:pic>
        <p:sp>
          <p:nvSpPr>
            <p:cNvPr id="38" name="rect_037">
              <a:extLst>
                <a:ext uri="{FF2B5EF4-FFF2-40B4-BE49-F238E27FC236}">
                  <ns2:creationId id="{14A9E20B-C016-4C51-8D47-7CCFB3FCE11B}"/>
                </a:ext>
              </a:extLst>
            </p:cNvPr>
            <p:cNvSpPr>
              <a:spLocks noGrp="1"/>
            </p:cNvSpPr>
            <p:nvPr/>
          </p:nvSpPr>
          <p:spPr>
            <a:xfrm rot="0">
              <a:off x="666750" y="3257550"/>
              <a:ext cx="2238375" cy="2221308"/>
            </a:xfrm>
            <a:prstGeom prst="rect">
              <a:avLst/>
            </a:prstGeom>
            <a:noFill/>
            <a:ln w="3195">
              <a:solidFill>
                <a:srgbClr val="6A7278"/>
              </a:solidFill>
              <a:prstDash val="solid"/>
            </a:ln>
          </p:spPr>
        </p:sp>
        <p:sp>
          <p:nvSpPr>
            <p:cNvPr id="39" name="text_038">
              <a:extLst>
                <a:ext uri="{FF2B5EF4-FFF2-40B4-BE49-F238E27FC236}">
                  <ns2:creationId id="{A4726896-02E7-4577-97BD-51E3E506AF18}"/>
                </a:ext>
              </a:extLst>
            </p:cNvPr>
            <p:cNvSpPr>
              <a:spLocks noGrp="1"/>
            </p:cNvSpPr>
            <p:nvPr/>
          </p:nvSpPr>
          <p:spPr>
            <a:xfrm rot="0">
              <a:off x="428625" y="5526483"/>
              <a:ext cx="476250" cy="209550"/>
            </a:xfrm>
            <a:prstGeom prst="rect">
              <a:avLst/>
            </a:prstGeom>
            <a:noFill/>
            <a:ln w="0">
              <a:noFill/>
              <a:prstDash val="solid"/>
            </a:ln>
          </p:spPr>
          <p:txBody>
            <a:bodyPr wrap="none" lIns="0" tIns="0" rIns="0" bIns="0" anchor="t">
              <a:noAutofit/>
            </a:bodyPr>
            <a:lstStyle>
              <a:defPPr algn="ctr">
                <a:defRPr sz="581" b="0">
                  <a:solidFill>
                    <a:srgbClr val="000000"/>
                  </a:solidFill>
                  <a:latin typeface="Arial"/>
                  <a:ea typeface="Arial"/>
                  <a:cs typeface="Arial"/>
                </a:defRPr>
              </a:defPPr>
              <a:lvl1pPr algn="ctr">
                <a:defRPr sz="581" b="0">
                  <a:solidFill>
                    <a:srgbClr val="000000"/>
                  </a:solidFill>
                  <a:latin typeface="Arial"/>
                  <a:ea typeface="Arial"/>
                  <a:cs typeface="Arial"/>
                </a:defRPr>
              </a:lvl1pPr>
              <a:lvl2pPr algn="ctr">
                <a:defRPr sz="581" b="0">
                  <a:solidFill>
                    <a:srgbClr val="000000"/>
                  </a:solidFill>
                  <a:latin typeface="Arial"/>
                  <a:ea typeface="Arial"/>
                  <a:cs typeface="Arial"/>
                </a:defRPr>
              </a:lvl2pPr>
              <a:lvl3pPr algn="ctr">
                <a:defRPr sz="581" b="0">
                  <a:solidFill>
                    <a:srgbClr val="000000"/>
                  </a:solidFill>
                  <a:latin typeface="Arial"/>
                  <a:ea typeface="Arial"/>
                  <a:cs typeface="Arial"/>
                </a:defRPr>
              </a:lvl3pPr>
              <a:lvl4pPr algn="ctr">
                <a:defRPr sz="581" b="0">
                  <a:solidFill>
                    <a:srgbClr val="000000"/>
                  </a:solidFill>
                  <a:latin typeface="Arial"/>
                  <a:ea typeface="Arial"/>
                  <a:cs typeface="Arial"/>
                </a:defRPr>
              </a:lvl4pPr>
              <a:lvl5pPr algn="ctr">
                <a:defRPr sz="581" b="0">
                  <a:solidFill>
                    <a:srgbClr val="000000"/>
                  </a:solidFill>
                  <a:latin typeface="Arial"/>
                  <a:ea typeface="Arial"/>
                  <a:cs typeface="Arial"/>
                </a:defRPr>
              </a:lvl5pPr>
              <a:lvl6pPr algn="ctr">
                <a:defRPr sz="581" b="0">
                  <a:solidFill>
                    <a:srgbClr val="000000"/>
                  </a:solidFill>
                  <a:latin typeface="Arial"/>
                  <a:ea typeface="Arial"/>
                  <a:cs typeface="Arial"/>
                </a:defRPr>
              </a:lvl6pPr>
              <a:lvl7pPr algn="ctr">
                <a:defRPr sz="581" b="0">
                  <a:solidFill>
                    <a:srgbClr val="000000"/>
                  </a:solidFill>
                  <a:latin typeface="Arial"/>
                  <a:ea typeface="Arial"/>
                  <a:cs typeface="Arial"/>
                </a:defRPr>
              </a:lvl7pPr>
              <a:lvl8pPr algn="ctr">
                <a:defRPr sz="581" b="0">
                  <a:solidFill>
                    <a:srgbClr val="000000"/>
                  </a:solidFill>
                  <a:latin typeface="Arial"/>
                  <a:ea typeface="Arial"/>
                  <a:cs typeface="Arial"/>
                </a:defRPr>
              </a:lvl8pPr>
              <a:lvl9pPr algn="ctr">
                <a:defRPr sz="581" b="0">
                  <a:solidFill>
                    <a:srgbClr val="000000"/>
                  </a:solidFill>
                  <a:latin typeface="Arial"/>
                  <a:ea typeface="Arial"/>
                  <a:cs typeface="Arial"/>
                </a:defRPr>
              </a:lvl9pPr>
            </a:lstStyle>
            <a:p>
              <a:pPr algn="ctr">
                <a:defRPr sz="581" b="0">
                  <a:solidFill>
                    <a:srgbClr val="000000"/>
                  </a:solidFill>
                  <a:latin typeface="Arial"/>
                  <a:ea typeface="Arial"/>
                  <a:cs typeface="Arial"/>
                </a:defRPr>
              </a:pPr>
              <a:r>
                <a:rPr sz="581" b="0">
                  <a:solidFill>
                    <a:srgbClr val="000000"/>
                  </a:solidFill>
                  <a:latin typeface="Arial"/>
                  <a:ea typeface="Arial"/>
                  <a:cs typeface="Arial"/>
                </a:rPr>
                <a:t>102</a:t>
              </a:r>
            </a:p>
          </p:txBody>
        </p:sp>
        <p:sp>
          <p:nvSpPr>
            <p:cNvPr id="40" name="text_039">
              <a:extLst>
                <a:ext uri="{FF2B5EF4-FFF2-40B4-BE49-F238E27FC236}">
                  <ns2:creationId id="{86DE5756-1588-49AD-B69C-49A3C10D3708}"/>
                </a:ext>
              </a:extLst>
            </p:cNvPr>
            <p:cNvSpPr>
              <a:spLocks noGrp="1"/>
            </p:cNvSpPr>
            <p:nvPr/>
          </p:nvSpPr>
          <p:spPr>
            <a:xfrm rot="0">
              <a:off x="1547812" y="5526483"/>
              <a:ext cx="476250" cy="209550"/>
            </a:xfrm>
            <a:prstGeom prst="rect">
              <a:avLst/>
            </a:prstGeom>
            <a:noFill/>
            <a:ln w="0">
              <a:noFill/>
              <a:prstDash val="solid"/>
            </a:ln>
          </p:spPr>
          <p:txBody>
            <a:bodyPr wrap="none" lIns="0" tIns="0" rIns="0" bIns="0" anchor="t">
              <a:noAutofit/>
            </a:bodyPr>
            <a:lstStyle>
              <a:defPPr algn="ctr">
                <a:defRPr sz="581" b="0">
                  <a:solidFill>
                    <a:srgbClr val="000000"/>
                  </a:solidFill>
                  <a:latin typeface="Arial"/>
                  <a:ea typeface="Arial"/>
                  <a:cs typeface="Arial"/>
                </a:defRPr>
              </a:defPPr>
              <a:lvl1pPr algn="ctr">
                <a:defRPr sz="581" b="0">
                  <a:solidFill>
                    <a:srgbClr val="000000"/>
                  </a:solidFill>
                  <a:latin typeface="Arial"/>
                  <a:ea typeface="Arial"/>
                  <a:cs typeface="Arial"/>
                </a:defRPr>
              </a:lvl1pPr>
              <a:lvl2pPr algn="ctr">
                <a:defRPr sz="581" b="0">
                  <a:solidFill>
                    <a:srgbClr val="000000"/>
                  </a:solidFill>
                  <a:latin typeface="Arial"/>
                  <a:ea typeface="Arial"/>
                  <a:cs typeface="Arial"/>
                </a:defRPr>
              </a:lvl2pPr>
              <a:lvl3pPr algn="ctr">
                <a:defRPr sz="581" b="0">
                  <a:solidFill>
                    <a:srgbClr val="000000"/>
                  </a:solidFill>
                  <a:latin typeface="Arial"/>
                  <a:ea typeface="Arial"/>
                  <a:cs typeface="Arial"/>
                </a:defRPr>
              </a:lvl3pPr>
              <a:lvl4pPr algn="ctr">
                <a:defRPr sz="581" b="0">
                  <a:solidFill>
                    <a:srgbClr val="000000"/>
                  </a:solidFill>
                  <a:latin typeface="Arial"/>
                  <a:ea typeface="Arial"/>
                  <a:cs typeface="Arial"/>
                </a:defRPr>
              </a:lvl4pPr>
              <a:lvl5pPr algn="ctr">
                <a:defRPr sz="581" b="0">
                  <a:solidFill>
                    <a:srgbClr val="000000"/>
                  </a:solidFill>
                  <a:latin typeface="Arial"/>
                  <a:ea typeface="Arial"/>
                  <a:cs typeface="Arial"/>
                </a:defRPr>
              </a:lvl5pPr>
              <a:lvl6pPr algn="ctr">
                <a:defRPr sz="581" b="0">
                  <a:solidFill>
                    <a:srgbClr val="000000"/>
                  </a:solidFill>
                  <a:latin typeface="Arial"/>
                  <a:ea typeface="Arial"/>
                  <a:cs typeface="Arial"/>
                </a:defRPr>
              </a:lvl6pPr>
              <a:lvl7pPr algn="ctr">
                <a:defRPr sz="581" b="0">
                  <a:solidFill>
                    <a:srgbClr val="000000"/>
                  </a:solidFill>
                  <a:latin typeface="Arial"/>
                  <a:ea typeface="Arial"/>
                  <a:cs typeface="Arial"/>
                </a:defRPr>
              </a:lvl7pPr>
              <a:lvl8pPr algn="ctr">
                <a:defRPr sz="581" b="0">
                  <a:solidFill>
                    <a:srgbClr val="000000"/>
                  </a:solidFill>
                  <a:latin typeface="Arial"/>
                  <a:ea typeface="Arial"/>
                  <a:cs typeface="Arial"/>
                </a:defRPr>
              </a:lvl8pPr>
              <a:lvl9pPr algn="ctr">
                <a:defRPr sz="581" b="0">
                  <a:solidFill>
                    <a:srgbClr val="000000"/>
                  </a:solidFill>
                  <a:latin typeface="Arial"/>
                  <a:ea typeface="Arial"/>
                  <a:cs typeface="Arial"/>
                </a:defRPr>
              </a:lvl9pPr>
            </a:lstStyle>
            <a:p>
              <a:pPr algn="ctr">
                <a:defRPr sz="581" b="0">
                  <a:solidFill>
                    <a:srgbClr val="000000"/>
                  </a:solidFill>
                  <a:latin typeface="Arial"/>
                  <a:ea typeface="Arial"/>
                  <a:cs typeface="Arial"/>
                </a:defRPr>
              </a:pPr>
              <a:r>
                <a:rPr sz="581" b="0">
                  <a:solidFill>
                    <a:srgbClr val="000000"/>
                  </a:solidFill>
                  <a:latin typeface="Arial"/>
                  <a:ea typeface="Arial"/>
                  <a:cs typeface="Arial"/>
                </a:rPr>
                <a:t>108</a:t>
              </a:r>
            </a:p>
          </p:txBody>
        </p:sp>
        <p:sp>
          <p:nvSpPr>
            <p:cNvPr id="41" name="text_040">
              <a:extLst>
                <a:ext uri="{FF2B5EF4-FFF2-40B4-BE49-F238E27FC236}">
                  <ns2:creationId id="{2791857D-AF79-4212-A2C8-35E226CE83A8}"/>
                </a:ext>
              </a:extLst>
            </p:cNvPr>
            <p:cNvSpPr>
              <a:spLocks noGrp="1"/>
            </p:cNvSpPr>
            <p:nvPr/>
          </p:nvSpPr>
          <p:spPr>
            <a:xfrm rot="0">
              <a:off x="2667000" y="5526483"/>
              <a:ext cx="476250" cy="209550"/>
            </a:xfrm>
            <a:prstGeom prst="rect">
              <a:avLst/>
            </a:prstGeom>
            <a:noFill/>
            <a:ln w="0">
              <a:noFill/>
              <a:prstDash val="solid"/>
            </a:ln>
          </p:spPr>
          <p:txBody>
            <a:bodyPr wrap="none" lIns="0" tIns="0" rIns="0" bIns="0" anchor="t">
              <a:noAutofit/>
            </a:bodyPr>
            <a:lstStyle>
              <a:defPPr algn="ctr">
                <a:defRPr sz="581" b="0">
                  <a:solidFill>
                    <a:srgbClr val="000000"/>
                  </a:solidFill>
                  <a:latin typeface="Arial"/>
                  <a:ea typeface="Arial"/>
                  <a:cs typeface="Arial"/>
                </a:defRPr>
              </a:defPPr>
              <a:lvl1pPr algn="ctr">
                <a:defRPr sz="581" b="0">
                  <a:solidFill>
                    <a:srgbClr val="000000"/>
                  </a:solidFill>
                  <a:latin typeface="Arial"/>
                  <a:ea typeface="Arial"/>
                  <a:cs typeface="Arial"/>
                </a:defRPr>
              </a:lvl1pPr>
              <a:lvl2pPr algn="ctr">
                <a:defRPr sz="581" b="0">
                  <a:solidFill>
                    <a:srgbClr val="000000"/>
                  </a:solidFill>
                  <a:latin typeface="Arial"/>
                  <a:ea typeface="Arial"/>
                  <a:cs typeface="Arial"/>
                </a:defRPr>
              </a:lvl2pPr>
              <a:lvl3pPr algn="ctr">
                <a:defRPr sz="581" b="0">
                  <a:solidFill>
                    <a:srgbClr val="000000"/>
                  </a:solidFill>
                  <a:latin typeface="Arial"/>
                  <a:ea typeface="Arial"/>
                  <a:cs typeface="Arial"/>
                </a:defRPr>
              </a:lvl3pPr>
              <a:lvl4pPr algn="ctr">
                <a:defRPr sz="581" b="0">
                  <a:solidFill>
                    <a:srgbClr val="000000"/>
                  </a:solidFill>
                  <a:latin typeface="Arial"/>
                  <a:ea typeface="Arial"/>
                  <a:cs typeface="Arial"/>
                </a:defRPr>
              </a:lvl4pPr>
              <a:lvl5pPr algn="ctr">
                <a:defRPr sz="581" b="0">
                  <a:solidFill>
                    <a:srgbClr val="000000"/>
                  </a:solidFill>
                  <a:latin typeface="Arial"/>
                  <a:ea typeface="Arial"/>
                  <a:cs typeface="Arial"/>
                </a:defRPr>
              </a:lvl5pPr>
              <a:lvl6pPr algn="ctr">
                <a:defRPr sz="581" b="0">
                  <a:solidFill>
                    <a:srgbClr val="000000"/>
                  </a:solidFill>
                  <a:latin typeface="Arial"/>
                  <a:ea typeface="Arial"/>
                  <a:cs typeface="Arial"/>
                </a:defRPr>
              </a:lvl6pPr>
              <a:lvl7pPr algn="ctr">
                <a:defRPr sz="581" b="0">
                  <a:solidFill>
                    <a:srgbClr val="000000"/>
                  </a:solidFill>
                  <a:latin typeface="Arial"/>
                  <a:ea typeface="Arial"/>
                  <a:cs typeface="Arial"/>
                </a:defRPr>
              </a:lvl7pPr>
              <a:lvl8pPr algn="ctr">
                <a:defRPr sz="581" b="0">
                  <a:solidFill>
                    <a:srgbClr val="000000"/>
                  </a:solidFill>
                  <a:latin typeface="Arial"/>
                  <a:ea typeface="Arial"/>
                  <a:cs typeface="Arial"/>
                </a:defRPr>
              </a:lvl8pPr>
              <a:lvl9pPr algn="ctr">
                <a:defRPr sz="581" b="0">
                  <a:solidFill>
                    <a:srgbClr val="000000"/>
                  </a:solidFill>
                  <a:latin typeface="Arial"/>
                  <a:ea typeface="Arial"/>
                  <a:cs typeface="Arial"/>
                </a:defRPr>
              </a:lvl9pPr>
            </a:lstStyle>
            <a:p>
              <a:pPr algn="ctr">
                <a:defRPr sz="581" b="0">
                  <a:solidFill>
                    <a:srgbClr val="000000"/>
                  </a:solidFill>
                  <a:latin typeface="Arial"/>
                  <a:ea typeface="Arial"/>
                  <a:cs typeface="Arial"/>
                </a:defRPr>
              </a:pPr>
              <a:r>
                <a:rPr sz="581" b="0">
                  <a:solidFill>
                    <a:srgbClr val="000000"/>
                  </a:solidFill>
                  <a:latin typeface="Arial"/>
                  <a:ea typeface="Arial"/>
                  <a:cs typeface="Arial"/>
                </a:rPr>
                <a:t>114</a:t>
              </a:r>
            </a:p>
          </p:txBody>
        </p:sp>
        <p:sp>
          <p:nvSpPr>
            <p:cNvPr id="42" name="text_041">
              <a:extLst>
                <a:ext uri="{FF2B5EF4-FFF2-40B4-BE49-F238E27FC236}">
                  <ns2:creationId id="{EFD6466A-8EDF-4DA6-B228-EAC5DFC869D5}"/>
                </a:ext>
              </a:extLst>
            </p:cNvPr>
            <p:cNvSpPr>
              <a:spLocks noGrp="1"/>
            </p:cNvSpPr>
            <p:nvPr/>
          </p:nvSpPr>
          <p:spPr>
            <a:xfrm rot="0">
              <a:off x="314325" y="5383608"/>
              <a:ext cx="285750" cy="209550"/>
            </a:xfrm>
            <a:prstGeom prst="rect">
              <a:avLst/>
            </a:prstGeom>
            <a:noFill/>
            <a:ln w="0">
              <a:noFill/>
              <a:prstDash val="solid"/>
            </a:ln>
          </p:spPr>
          <p:txBody>
            <a:bodyPr wrap="none" lIns="0" tIns="0" rIns="0" bIns="0" anchor="t">
              <a:noAutofit/>
            </a:bodyPr>
            <a:lstStyle>
              <a:defPPr algn="r">
                <a:defRPr sz="581" b="0">
                  <a:solidFill>
                    <a:srgbClr val="000000"/>
                  </a:solidFill>
                  <a:latin typeface="Arial"/>
                  <a:ea typeface="Arial"/>
                  <a:cs typeface="Arial"/>
                </a:defRPr>
              </a:defPPr>
              <a:lvl1pPr algn="r">
                <a:defRPr sz="581" b="0">
                  <a:solidFill>
                    <a:srgbClr val="000000"/>
                  </a:solidFill>
                  <a:latin typeface="Arial"/>
                  <a:ea typeface="Arial"/>
                  <a:cs typeface="Arial"/>
                </a:defRPr>
              </a:lvl1pPr>
              <a:lvl2pPr algn="r">
                <a:defRPr sz="581" b="0">
                  <a:solidFill>
                    <a:srgbClr val="000000"/>
                  </a:solidFill>
                  <a:latin typeface="Arial"/>
                  <a:ea typeface="Arial"/>
                  <a:cs typeface="Arial"/>
                </a:defRPr>
              </a:lvl2pPr>
              <a:lvl3pPr algn="r">
                <a:defRPr sz="581" b="0">
                  <a:solidFill>
                    <a:srgbClr val="000000"/>
                  </a:solidFill>
                  <a:latin typeface="Arial"/>
                  <a:ea typeface="Arial"/>
                  <a:cs typeface="Arial"/>
                </a:defRPr>
              </a:lvl3pPr>
              <a:lvl4pPr algn="r">
                <a:defRPr sz="581" b="0">
                  <a:solidFill>
                    <a:srgbClr val="000000"/>
                  </a:solidFill>
                  <a:latin typeface="Arial"/>
                  <a:ea typeface="Arial"/>
                  <a:cs typeface="Arial"/>
                </a:defRPr>
              </a:lvl4pPr>
              <a:lvl5pPr algn="r">
                <a:defRPr sz="581" b="0">
                  <a:solidFill>
                    <a:srgbClr val="000000"/>
                  </a:solidFill>
                  <a:latin typeface="Arial"/>
                  <a:ea typeface="Arial"/>
                  <a:cs typeface="Arial"/>
                </a:defRPr>
              </a:lvl5pPr>
              <a:lvl6pPr algn="r">
                <a:defRPr sz="581" b="0">
                  <a:solidFill>
                    <a:srgbClr val="000000"/>
                  </a:solidFill>
                  <a:latin typeface="Arial"/>
                  <a:ea typeface="Arial"/>
                  <a:cs typeface="Arial"/>
                </a:defRPr>
              </a:lvl6pPr>
              <a:lvl7pPr algn="r">
                <a:defRPr sz="581" b="0">
                  <a:solidFill>
                    <a:srgbClr val="000000"/>
                  </a:solidFill>
                  <a:latin typeface="Arial"/>
                  <a:ea typeface="Arial"/>
                  <a:cs typeface="Arial"/>
                </a:defRPr>
              </a:lvl7pPr>
              <a:lvl8pPr algn="r">
                <a:defRPr sz="581" b="0">
                  <a:solidFill>
                    <a:srgbClr val="000000"/>
                  </a:solidFill>
                  <a:latin typeface="Arial"/>
                  <a:ea typeface="Arial"/>
                  <a:cs typeface="Arial"/>
                </a:defRPr>
              </a:lvl8pPr>
              <a:lvl9pPr algn="r">
                <a:defRPr sz="581" b="0">
                  <a:solidFill>
                    <a:srgbClr val="000000"/>
                  </a:solidFill>
                  <a:latin typeface="Arial"/>
                  <a:ea typeface="Arial"/>
                  <a:cs typeface="Arial"/>
                </a:defRPr>
              </a:lvl9pPr>
            </a:lstStyle>
            <a:p>
              <a:pPr algn="r">
                <a:defRPr sz="581" b="0">
                  <a:solidFill>
                    <a:srgbClr val="000000"/>
                  </a:solidFill>
                  <a:latin typeface="Arial"/>
                  <a:ea typeface="Arial"/>
                  <a:cs typeface="Arial"/>
                </a:defRPr>
              </a:pPr>
              <a:r>
                <a:rPr sz="581" b="0">
                  <a:solidFill>
                    <a:srgbClr val="000000"/>
                  </a:solidFill>
                  <a:latin typeface="Arial"/>
                  <a:ea typeface="Arial"/>
                  <a:cs typeface="Arial"/>
                </a:rPr>
                <a:t>28</a:t>
              </a:r>
            </a:p>
          </p:txBody>
        </p:sp>
        <p:sp>
          <p:nvSpPr>
            <p:cNvPr id="43" name="text_042">
              <a:extLst>
                <a:ext uri="{FF2B5EF4-FFF2-40B4-BE49-F238E27FC236}">
                  <ns2:creationId id="{9AE826DC-BB0D-4A17-979E-D8C507B5B9A5}"/>
                </a:ext>
              </a:extLst>
            </p:cNvPr>
            <p:cNvSpPr>
              <a:spLocks noGrp="1"/>
            </p:cNvSpPr>
            <p:nvPr/>
          </p:nvSpPr>
          <p:spPr>
            <a:xfrm rot="0">
              <a:off x="314325" y="4241463"/>
              <a:ext cx="285750" cy="209550"/>
            </a:xfrm>
            <a:prstGeom prst="rect">
              <a:avLst/>
            </a:prstGeom>
            <a:noFill/>
            <a:ln w="0">
              <a:noFill/>
              <a:prstDash val="solid"/>
            </a:ln>
          </p:spPr>
          <p:txBody>
            <a:bodyPr wrap="none" lIns="0" tIns="0" rIns="0" bIns="0" anchor="t">
              <a:noAutofit/>
            </a:bodyPr>
            <a:lstStyle>
              <a:defPPr algn="r">
                <a:defRPr sz="581" b="0">
                  <a:solidFill>
                    <a:srgbClr val="000000"/>
                  </a:solidFill>
                  <a:latin typeface="Arial"/>
                  <a:ea typeface="Arial"/>
                  <a:cs typeface="Arial"/>
                </a:defRPr>
              </a:defPPr>
              <a:lvl1pPr algn="r">
                <a:defRPr sz="581" b="0">
                  <a:solidFill>
                    <a:srgbClr val="000000"/>
                  </a:solidFill>
                  <a:latin typeface="Arial"/>
                  <a:ea typeface="Arial"/>
                  <a:cs typeface="Arial"/>
                </a:defRPr>
              </a:lvl1pPr>
              <a:lvl2pPr algn="r">
                <a:defRPr sz="581" b="0">
                  <a:solidFill>
                    <a:srgbClr val="000000"/>
                  </a:solidFill>
                  <a:latin typeface="Arial"/>
                  <a:ea typeface="Arial"/>
                  <a:cs typeface="Arial"/>
                </a:defRPr>
              </a:lvl2pPr>
              <a:lvl3pPr algn="r">
                <a:defRPr sz="581" b="0">
                  <a:solidFill>
                    <a:srgbClr val="000000"/>
                  </a:solidFill>
                  <a:latin typeface="Arial"/>
                  <a:ea typeface="Arial"/>
                  <a:cs typeface="Arial"/>
                </a:defRPr>
              </a:lvl3pPr>
              <a:lvl4pPr algn="r">
                <a:defRPr sz="581" b="0">
                  <a:solidFill>
                    <a:srgbClr val="000000"/>
                  </a:solidFill>
                  <a:latin typeface="Arial"/>
                  <a:ea typeface="Arial"/>
                  <a:cs typeface="Arial"/>
                </a:defRPr>
              </a:lvl4pPr>
              <a:lvl5pPr algn="r">
                <a:defRPr sz="581" b="0">
                  <a:solidFill>
                    <a:srgbClr val="000000"/>
                  </a:solidFill>
                  <a:latin typeface="Arial"/>
                  <a:ea typeface="Arial"/>
                  <a:cs typeface="Arial"/>
                </a:defRPr>
              </a:lvl5pPr>
              <a:lvl6pPr algn="r">
                <a:defRPr sz="581" b="0">
                  <a:solidFill>
                    <a:srgbClr val="000000"/>
                  </a:solidFill>
                  <a:latin typeface="Arial"/>
                  <a:ea typeface="Arial"/>
                  <a:cs typeface="Arial"/>
                </a:defRPr>
              </a:lvl6pPr>
              <a:lvl7pPr algn="r">
                <a:defRPr sz="581" b="0">
                  <a:solidFill>
                    <a:srgbClr val="000000"/>
                  </a:solidFill>
                  <a:latin typeface="Arial"/>
                  <a:ea typeface="Arial"/>
                  <a:cs typeface="Arial"/>
                </a:defRPr>
              </a:lvl7pPr>
              <a:lvl8pPr algn="r">
                <a:defRPr sz="581" b="0">
                  <a:solidFill>
                    <a:srgbClr val="000000"/>
                  </a:solidFill>
                  <a:latin typeface="Arial"/>
                  <a:ea typeface="Arial"/>
                  <a:cs typeface="Arial"/>
                </a:defRPr>
              </a:lvl8pPr>
              <a:lvl9pPr algn="r">
                <a:defRPr sz="581" b="0">
                  <a:solidFill>
                    <a:srgbClr val="000000"/>
                  </a:solidFill>
                  <a:latin typeface="Arial"/>
                  <a:ea typeface="Arial"/>
                  <a:cs typeface="Arial"/>
                </a:defRPr>
              </a:lvl9pPr>
            </a:lstStyle>
            <a:p>
              <a:pPr algn="r">
                <a:defRPr sz="581" b="0">
                  <a:solidFill>
                    <a:srgbClr val="000000"/>
                  </a:solidFill>
                  <a:latin typeface="Arial"/>
                  <a:ea typeface="Arial"/>
                  <a:cs typeface="Arial"/>
                </a:defRPr>
              </a:pPr>
              <a:r>
                <a:rPr sz="581" b="0">
                  <a:solidFill>
                    <a:srgbClr val="000000"/>
                  </a:solidFill>
                  <a:latin typeface="Arial"/>
                  <a:ea typeface="Arial"/>
                  <a:cs typeface="Arial"/>
                </a:rPr>
                <a:t>33</a:t>
              </a:r>
            </a:p>
          </p:txBody>
        </p:sp>
        <p:sp>
          <p:nvSpPr>
            <p:cNvPr id="44" name="text_043">
              <a:extLst>
                <a:ext uri="{FF2B5EF4-FFF2-40B4-BE49-F238E27FC236}">
                  <ns2:creationId id="{B0FF310B-6580-403F-8AA0-97451EC6F68D}"/>
                </a:ext>
              </a:extLst>
            </p:cNvPr>
            <p:cNvSpPr>
              <a:spLocks noGrp="1"/>
            </p:cNvSpPr>
            <p:nvPr/>
          </p:nvSpPr>
          <p:spPr>
            <a:xfrm rot="0">
              <a:off x="314325" y="3162300"/>
              <a:ext cx="285750" cy="209550"/>
            </a:xfrm>
            <a:prstGeom prst="rect">
              <a:avLst/>
            </a:prstGeom>
            <a:noFill/>
            <a:ln w="0">
              <a:noFill/>
              <a:prstDash val="solid"/>
            </a:ln>
          </p:spPr>
          <p:txBody>
            <a:bodyPr wrap="none" lIns="0" tIns="0" rIns="0" bIns="0" anchor="t">
              <a:noAutofit/>
            </a:bodyPr>
            <a:lstStyle>
              <a:defPPr algn="r">
                <a:defRPr sz="581" b="0">
                  <a:solidFill>
                    <a:srgbClr val="000000"/>
                  </a:solidFill>
                  <a:latin typeface="Arial"/>
                  <a:ea typeface="Arial"/>
                  <a:cs typeface="Arial"/>
                </a:defRPr>
              </a:defPPr>
              <a:lvl1pPr algn="r">
                <a:defRPr sz="581" b="0">
                  <a:solidFill>
                    <a:srgbClr val="000000"/>
                  </a:solidFill>
                  <a:latin typeface="Arial"/>
                  <a:ea typeface="Arial"/>
                  <a:cs typeface="Arial"/>
                </a:defRPr>
              </a:lvl1pPr>
              <a:lvl2pPr algn="r">
                <a:defRPr sz="581" b="0">
                  <a:solidFill>
                    <a:srgbClr val="000000"/>
                  </a:solidFill>
                  <a:latin typeface="Arial"/>
                  <a:ea typeface="Arial"/>
                  <a:cs typeface="Arial"/>
                </a:defRPr>
              </a:lvl2pPr>
              <a:lvl3pPr algn="r">
                <a:defRPr sz="581" b="0">
                  <a:solidFill>
                    <a:srgbClr val="000000"/>
                  </a:solidFill>
                  <a:latin typeface="Arial"/>
                  <a:ea typeface="Arial"/>
                  <a:cs typeface="Arial"/>
                </a:defRPr>
              </a:lvl3pPr>
              <a:lvl4pPr algn="r">
                <a:defRPr sz="581" b="0">
                  <a:solidFill>
                    <a:srgbClr val="000000"/>
                  </a:solidFill>
                  <a:latin typeface="Arial"/>
                  <a:ea typeface="Arial"/>
                  <a:cs typeface="Arial"/>
                </a:defRPr>
              </a:lvl4pPr>
              <a:lvl5pPr algn="r">
                <a:defRPr sz="581" b="0">
                  <a:solidFill>
                    <a:srgbClr val="000000"/>
                  </a:solidFill>
                  <a:latin typeface="Arial"/>
                  <a:ea typeface="Arial"/>
                  <a:cs typeface="Arial"/>
                </a:defRPr>
              </a:lvl5pPr>
              <a:lvl6pPr algn="r">
                <a:defRPr sz="581" b="0">
                  <a:solidFill>
                    <a:srgbClr val="000000"/>
                  </a:solidFill>
                  <a:latin typeface="Arial"/>
                  <a:ea typeface="Arial"/>
                  <a:cs typeface="Arial"/>
                </a:defRPr>
              </a:lvl6pPr>
              <a:lvl7pPr algn="r">
                <a:defRPr sz="581" b="0">
                  <a:solidFill>
                    <a:srgbClr val="000000"/>
                  </a:solidFill>
                  <a:latin typeface="Arial"/>
                  <a:ea typeface="Arial"/>
                  <a:cs typeface="Arial"/>
                </a:defRPr>
              </a:lvl7pPr>
              <a:lvl8pPr algn="r">
                <a:defRPr sz="581" b="0">
                  <a:solidFill>
                    <a:srgbClr val="000000"/>
                  </a:solidFill>
                  <a:latin typeface="Arial"/>
                  <a:ea typeface="Arial"/>
                  <a:cs typeface="Arial"/>
                </a:defRPr>
              </a:lvl8pPr>
              <a:lvl9pPr algn="r">
                <a:defRPr sz="581" b="0">
                  <a:solidFill>
                    <a:srgbClr val="000000"/>
                  </a:solidFill>
                  <a:latin typeface="Arial"/>
                  <a:ea typeface="Arial"/>
                  <a:cs typeface="Arial"/>
                </a:defRPr>
              </a:lvl9pPr>
            </a:lstStyle>
            <a:p>
              <a:pPr algn="r">
                <a:defRPr sz="581" b="0">
                  <a:solidFill>
                    <a:srgbClr val="000000"/>
                  </a:solidFill>
                  <a:latin typeface="Arial"/>
                  <a:ea typeface="Arial"/>
                  <a:cs typeface="Arial"/>
                </a:defRPr>
              </a:pPr>
              <a:r>
                <a:rPr sz="581" b="0">
                  <a:solidFill>
                    <a:srgbClr val="000000"/>
                  </a:solidFill>
                  <a:latin typeface="Arial"/>
                  <a:ea typeface="Arial"/>
                  <a:cs typeface="Arial"/>
                </a:rPr>
                <a:t>38</a:t>
              </a:r>
            </a:p>
          </p:txBody>
        </p:sp>
        <p:sp>
          <p:nvSpPr>
            <p:cNvPr id="45" name="ellipse_044">
              <a:extLst>
                <a:ext uri="{FF2B5EF4-FFF2-40B4-BE49-F238E27FC236}">
                  <ns2:creationId id="{4AAAF4A4-7F40-420A-95AF-5646CCCC2FA0}"/>
                </a:ext>
              </a:extLst>
            </p:cNvPr>
            <p:cNvSpPr>
              <a:spLocks noGrp="1"/>
            </p:cNvSpPr>
            <p:nvPr/>
          </p:nvSpPr>
          <p:spPr>
            <a:xfrm rot="0">
              <a:off x="1865831" y="4991046"/>
              <a:ext cx="114300" cy="114300"/>
            </a:xfrm>
            <a:prstGeom prst="ellipse">
              <a:avLst/>
            </a:prstGeom>
            <a:solidFill>
              <a:srgbClr val="FFFFFF"/>
            </a:solidFill>
            <a:ln w="8849">
              <a:solidFill>
                <a:srgbClr val="FFFFFF"/>
              </a:solidFill>
              <a:prstDash val="solid"/>
            </a:ln>
          </p:spPr>
        </p:sp>
        <p:sp>
          <p:nvSpPr>
            <p:cNvPr id="46" name="ellipse_045">
              <a:extLst>
                <a:ext uri="{FF2B5EF4-FFF2-40B4-BE49-F238E27FC236}">
                  <ns2:creationId id="{7E19B136-DDBB-461D-833F-E316212F9D24}"/>
                </a:ext>
              </a:extLst>
            </p:cNvPr>
            <p:cNvSpPr>
              <a:spLocks noGrp="1"/>
            </p:cNvSpPr>
            <p:nvPr/>
          </p:nvSpPr>
          <p:spPr>
            <a:xfrm rot="0">
              <a:off x="1884881" y="5010096"/>
              <a:ext cx="76200" cy="76200"/>
            </a:xfrm>
            <a:prstGeom prst="ellipse">
              <a:avLst/>
            </a:prstGeom>
            <a:solidFill>
              <a:srgbClr val="FFFFFF"/>
            </a:solidFill>
            <a:ln w="8849">
              <a:solidFill>
                <a:srgbClr val="D55E00"/>
              </a:solidFill>
              <a:prstDash val="solid"/>
            </a:ln>
          </p:spPr>
        </p:sp>
        <p:sp>
          <p:nvSpPr>
            <p:cNvPr id="47" name="text_046">
              <a:extLst>
                <a:ext uri="{FF2B5EF4-FFF2-40B4-BE49-F238E27FC236}">
                  <ns2:creationId id="{9ADADC6D-26A3-4000-905A-89521DC2D80B}"/>
                </a:ext>
              </a:extLst>
            </p:cNvPr>
            <p:cNvSpPr>
              <a:spLocks noGrp="1"/>
            </p:cNvSpPr>
            <p:nvPr/>
          </p:nvSpPr>
          <p:spPr>
            <a:xfrm rot="0">
              <a:off x="1999181" y="4819596"/>
              <a:ext cx="247650" cy="247650"/>
            </a:xfrm>
            <a:prstGeom prst="rect">
              <a:avLst/>
            </a:prstGeom>
            <a:noFill/>
            <a:ln w="0">
              <a:noFill/>
              <a:prstDash val="solid"/>
            </a:ln>
          </p:spPr>
          <p:txBody>
            <a:bodyPr wrap="none" lIns="0" tIns="0" rIns="0" bIns="0" anchor="t">
              <a:noAutofit/>
            </a:bodyPr>
            <a:lstStyle>
              <a:defPPr algn="l">
                <a:defRPr sz="774" b="1">
                  <a:solidFill>
                    <a:srgbClr val="D55E00"/>
                  </a:solidFill>
                  <a:latin typeface="Arial"/>
                  <a:ea typeface="Arial"/>
                  <a:cs typeface="Arial"/>
                </a:defRPr>
              </a:defPPr>
              <a:lvl1pPr algn="l">
                <a:defRPr sz="774" b="1">
                  <a:solidFill>
                    <a:srgbClr val="D55E00"/>
                  </a:solidFill>
                  <a:latin typeface="Arial"/>
                  <a:ea typeface="Arial"/>
                  <a:cs typeface="Arial"/>
                </a:defRPr>
              </a:lvl1pPr>
              <a:lvl2pPr algn="l">
                <a:defRPr sz="774" b="1">
                  <a:solidFill>
                    <a:srgbClr val="D55E00"/>
                  </a:solidFill>
                  <a:latin typeface="Arial"/>
                  <a:ea typeface="Arial"/>
                  <a:cs typeface="Arial"/>
                </a:defRPr>
              </a:lvl2pPr>
              <a:lvl3pPr algn="l">
                <a:defRPr sz="774" b="1">
                  <a:solidFill>
                    <a:srgbClr val="D55E00"/>
                  </a:solidFill>
                  <a:latin typeface="Arial"/>
                  <a:ea typeface="Arial"/>
                  <a:cs typeface="Arial"/>
                </a:defRPr>
              </a:lvl3pPr>
              <a:lvl4pPr algn="l">
                <a:defRPr sz="774" b="1">
                  <a:solidFill>
                    <a:srgbClr val="D55E00"/>
                  </a:solidFill>
                  <a:latin typeface="Arial"/>
                  <a:ea typeface="Arial"/>
                  <a:cs typeface="Arial"/>
                </a:defRPr>
              </a:lvl4pPr>
              <a:lvl5pPr algn="l">
                <a:defRPr sz="774" b="1">
                  <a:solidFill>
                    <a:srgbClr val="D55E00"/>
                  </a:solidFill>
                  <a:latin typeface="Arial"/>
                  <a:ea typeface="Arial"/>
                  <a:cs typeface="Arial"/>
                </a:defRPr>
              </a:lvl5pPr>
              <a:lvl6pPr algn="l">
                <a:defRPr sz="774" b="1">
                  <a:solidFill>
                    <a:srgbClr val="D55E00"/>
                  </a:solidFill>
                  <a:latin typeface="Arial"/>
                  <a:ea typeface="Arial"/>
                  <a:cs typeface="Arial"/>
                </a:defRPr>
              </a:lvl6pPr>
              <a:lvl7pPr algn="l">
                <a:defRPr sz="774" b="1">
                  <a:solidFill>
                    <a:srgbClr val="D55E00"/>
                  </a:solidFill>
                  <a:latin typeface="Arial"/>
                  <a:ea typeface="Arial"/>
                  <a:cs typeface="Arial"/>
                </a:defRPr>
              </a:lvl7pPr>
              <a:lvl8pPr algn="l">
                <a:defRPr sz="774" b="1">
                  <a:solidFill>
                    <a:srgbClr val="D55E00"/>
                  </a:solidFill>
                  <a:latin typeface="Arial"/>
                  <a:ea typeface="Arial"/>
                  <a:cs typeface="Arial"/>
                </a:defRPr>
              </a:lvl8pPr>
              <a:lvl9pPr algn="l">
                <a:defRPr sz="774" b="1">
                  <a:solidFill>
                    <a:srgbClr val="D55E00"/>
                  </a:solidFill>
                  <a:latin typeface="Arial"/>
                  <a:ea typeface="Arial"/>
                  <a:cs typeface="Arial"/>
                </a:defRPr>
              </a:lvl9pPr>
            </a:lstStyle>
            <a:p>
              <a:pPr algn="l">
                <a:defRPr sz="774" b="1">
                  <a:solidFill>
                    <a:srgbClr val="D55E00"/>
                  </a:solidFill>
                  <a:latin typeface="Arial"/>
                  <a:ea typeface="Arial"/>
                  <a:cs typeface="Arial"/>
                </a:defRPr>
              </a:pPr>
              <a:r>
                <a:rPr sz="774" b="1">
                  <a:solidFill>
                    <a:srgbClr val="D55E00"/>
                  </a:solidFill>
                  <a:latin typeface="Arial"/>
                  <a:ea typeface="Arial"/>
                  <a:cs typeface="Arial"/>
                </a:rPr>
                <a:t>B</a:t>
              </a:r>
            </a:p>
          </p:txBody>
        </p:sp>
        <p:sp>
          <p:nvSpPr>
            <p:cNvPr id="48" name="text_047">
              <a:extLst>
                <a:ext uri="{FF2B5EF4-FFF2-40B4-BE49-F238E27FC236}">
                  <ns2:creationId id="{991EFB6D-C17B-47E2-A3EE-5C5C553AC739}"/>
                </a:ext>
              </a:extLst>
            </p:cNvPr>
            <p:cNvSpPr>
              <a:spLocks noGrp="1"/>
            </p:cNvSpPr>
            <p:nvPr/>
          </p:nvSpPr>
          <p:spPr>
            <a:xfrm rot="0">
              <a:off x="3181350" y="2981325"/>
              <a:ext cx="2428875" cy="247650"/>
            </a:xfrm>
            <a:prstGeom prst="rect">
              <a:avLst/>
            </a:prstGeom>
            <a:noFill/>
            <a:ln w="0">
              <a:noFill/>
              <a:prstDash val="solid"/>
            </a:ln>
          </p:spPr>
          <p:txBody>
            <a:bodyPr wrap="none" lIns="0" tIns="0" rIns="0" bIns="0" anchor="t">
              <a:noAutofit/>
            </a:bodyPr>
            <a:lstStyle>
              <a:defPPr algn="ctr">
                <a:defRPr sz="813" b="1">
                  <a:solidFill>
                    <a:srgbClr val="000000"/>
                  </a:solidFill>
                  <a:latin typeface="Arial"/>
                  <a:ea typeface="Arial"/>
                  <a:cs typeface="Arial"/>
                </a:defRPr>
              </a:defPPr>
              <a:lvl1pPr algn="ctr">
                <a:defRPr sz="813" b="1">
                  <a:solidFill>
                    <a:srgbClr val="000000"/>
                  </a:solidFill>
                  <a:latin typeface="Arial"/>
                  <a:ea typeface="Arial"/>
                  <a:cs typeface="Arial"/>
                </a:defRPr>
              </a:lvl1pPr>
              <a:lvl2pPr algn="ctr">
                <a:defRPr sz="813" b="1">
                  <a:solidFill>
                    <a:srgbClr val="000000"/>
                  </a:solidFill>
                  <a:latin typeface="Arial"/>
                  <a:ea typeface="Arial"/>
                  <a:cs typeface="Arial"/>
                </a:defRPr>
              </a:lvl2pPr>
              <a:lvl3pPr algn="ctr">
                <a:defRPr sz="813" b="1">
                  <a:solidFill>
                    <a:srgbClr val="000000"/>
                  </a:solidFill>
                  <a:latin typeface="Arial"/>
                  <a:ea typeface="Arial"/>
                  <a:cs typeface="Arial"/>
                </a:defRPr>
              </a:lvl3pPr>
              <a:lvl4pPr algn="ctr">
                <a:defRPr sz="813" b="1">
                  <a:solidFill>
                    <a:srgbClr val="000000"/>
                  </a:solidFill>
                  <a:latin typeface="Arial"/>
                  <a:ea typeface="Arial"/>
                  <a:cs typeface="Arial"/>
                </a:defRPr>
              </a:lvl4pPr>
              <a:lvl5pPr algn="ctr">
                <a:defRPr sz="813" b="1">
                  <a:solidFill>
                    <a:srgbClr val="000000"/>
                  </a:solidFill>
                  <a:latin typeface="Arial"/>
                  <a:ea typeface="Arial"/>
                  <a:cs typeface="Arial"/>
                </a:defRPr>
              </a:lvl5pPr>
              <a:lvl6pPr algn="ctr">
                <a:defRPr sz="813" b="1">
                  <a:solidFill>
                    <a:srgbClr val="000000"/>
                  </a:solidFill>
                  <a:latin typeface="Arial"/>
                  <a:ea typeface="Arial"/>
                  <a:cs typeface="Arial"/>
                </a:defRPr>
              </a:lvl6pPr>
              <a:lvl7pPr algn="ctr">
                <a:defRPr sz="813" b="1">
                  <a:solidFill>
                    <a:srgbClr val="000000"/>
                  </a:solidFill>
                  <a:latin typeface="Arial"/>
                  <a:ea typeface="Arial"/>
                  <a:cs typeface="Arial"/>
                </a:defRPr>
              </a:lvl7pPr>
              <a:lvl8pPr algn="ctr">
                <a:defRPr sz="813" b="1">
                  <a:solidFill>
                    <a:srgbClr val="000000"/>
                  </a:solidFill>
                  <a:latin typeface="Arial"/>
                  <a:ea typeface="Arial"/>
                  <a:cs typeface="Arial"/>
                </a:defRPr>
              </a:lvl8pPr>
              <a:lvl9pPr algn="ctr">
                <a:defRPr sz="813" b="1">
                  <a:solidFill>
                    <a:srgbClr val="000000"/>
                  </a:solidFill>
                  <a:latin typeface="Arial"/>
                  <a:ea typeface="Arial"/>
                  <a:cs typeface="Arial"/>
                </a:defRPr>
              </a:lvl9pPr>
            </a:lstStyle>
            <a:p>
              <a:pPr algn="ctr">
                <a:defRPr sz="813" b="1">
                  <a:solidFill>
                    <a:srgbClr val="000000"/>
                  </a:solidFill>
                  <a:latin typeface="Arial"/>
                  <a:ea typeface="Arial"/>
                  <a:cs typeface="Arial"/>
                </a:defRPr>
              </a:pPr>
              <a:r>
                <a:rPr sz="813" b="1">
                  <a:solidFill>
                    <a:srgbClr val="000000"/>
                  </a:solidFill>
                  <a:latin typeface="Arial"/>
                  <a:ea typeface="Arial"/>
                  <a:cs typeface="Arial"/>
                </a:rPr>
                <a:t>2000-07-13</a:t>
              </a:r>
            </a:p>
          </p:txBody>
        </p:sp>
        <p:pic>
          <p:nvPicPr>
            <p:cNvPr id="49" name="">
              <a:extLst>
                <a:ext uri="{FF2B5EF4-FFF2-40B4-BE49-F238E27FC236}">
                  <ns2:creationId id="{BD2E52D0-D0BB-44CD-A709-CE885B4EA5AC}"/>
                </a:ext>
              </a:extLst>
            </p:cNvPr>
            <p:cNvPicPr>
              <a:picLocks noChangeAspect="1"/>
            </p:cNvPicPr>
            <p:nvPr/>
          </p:nvPicPr>
          <p:blipFill>
            <a:blip r:embed="R2c61afc213a34f18"/>
            <a:stretch/>
          </p:blipFill>
          <p:spPr>
            <a:xfrm>
              <a:off x="3276730" y="3257550"/>
              <a:ext cx="2238115" cy="2221308"/>
            </a:xfrm>
            <a:prstGeom prst="rect">
              <a:avLst/>
            </a:prstGeom>
          </p:spPr>
        </p:pic>
        <p:sp>
          <p:nvSpPr>
            <p:cNvPr id="50" name="rect_049">
              <a:extLst>
                <a:ext uri="{FF2B5EF4-FFF2-40B4-BE49-F238E27FC236}">
                  <ns2:creationId id="{1DE932A7-335D-46BC-ADAD-71758F6020FC}"/>
                </a:ext>
              </a:extLst>
            </p:cNvPr>
            <p:cNvSpPr>
              <a:spLocks noGrp="1"/>
            </p:cNvSpPr>
            <p:nvPr/>
          </p:nvSpPr>
          <p:spPr>
            <a:xfrm rot="0">
              <a:off x="3276600" y="3257550"/>
              <a:ext cx="2238375" cy="2221308"/>
            </a:xfrm>
            <a:prstGeom prst="rect">
              <a:avLst/>
            </a:prstGeom>
            <a:noFill/>
            <a:ln w="3195">
              <a:solidFill>
                <a:srgbClr val="6A7278"/>
              </a:solidFill>
              <a:prstDash val="solid"/>
            </a:ln>
          </p:spPr>
        </p:sp>
        <p:sp>
          <p:nvSpPr>
            <p:cNvPr id="51" name="text_050">
              <a:extLst>
                <a:ext uri="{FF2B5EF4-FFF2-40B4-BE49-F238E27FC236}">
                  <ns2:creationId id="{ADE7102E-A204-4BCB-B9D7-E303205929C7}"/>
                </a:ext>
              </a:extLst>
            </p:cNvPr>
            <p:cNvSpPr>
              <a:spLocks noGrp="1"/>
            </p:cNvSpPr>
            <p:nvPr/>
          </p:nvSpPr>
          <p:spPr>
            <a:xfrm rot="0">
              <a:off x="3038475" y="5526483"/>
              <a:ext cx="476250" cy="209550"/>
            </a:xfrm>
            <a:prstGeom prst="rect">
              <a:avLst/>
            </a:prstGeom>
            <a:noFill/>
            <a:ln w="0">
              <a:noFill/>
              <a:prstDash val="solid"/>
            </a:ln>
          </p:spPr>
          <p:txBody>
            <a:bodyPr wrap="none" lIns="0" tIns="0" rIns="0" bIns="0" anchor="t">
              <a:noAutofit/>
            </a:bodyPr>
            <a:lstStyle>
              <a:defPPr algn="ctr">
                <a:defRPr sz="581" b="0">
                  <a:solidFill>
                    <a:srgbClr val="000000"/>
                  </a:solidFill>
                  <a:latin typeface="Arial"/>
                  <a:ea typeface="Arial"/>
                  <a:cs typeface="Arial"/>
                </a:defRPr>
              </a:defPPr>
              <a:lvl1pPr algn="ctr">
                <a:defRPr sz="581" b="0">
                  <a:solidFill>
                    <a:srgbClr val="000000"/>
                  </a:solidFill>
                  <a:latin typeface="Arial"/>
                  <a:ea typeface="Arial"/>
                  <a:cs typeface="Arial"/>
                </a:defRPr>
              </a:lvl1pPr>
              <a:lvl2pPr algn="ctr">
                <a:defRPr sz="581" b="0">
                  <a:solidFill>
                    <a:srgbClr val="000000"/>
                  </a:solidFill>
                  <a:latin typeface="Arial"/>
                  <a:ea typeface="Arial"/>
                  <a:cs typeface="Arial"/>
                </a:defRPr>
              </a:lvl2pPr>
              <a:lvl3pPr algn="ctr">
                <a:defRPr sz="581" b="0">
                  <a:solidFill>
                    <a:srgbClr val="000000"/>
                  </a:solidFill>
                  <a:latin typeface="Arial"/>
                  <a:ea typeface="Arial"/>
                  <a:cs typeface="Arial"/>
                </a:defRPr>
              </a:lvl3pPr>
              <a:lvl4pPr algn="ctr">
                <a:defRPr sz="581" b="0">
                  <a:solidFill>
                    <a:srgbClr val="000000"/>
                  </a:solidFill>
                  <a:latin typeface="Arial"/>
                  <a:ea typeface="Arial"/>
                  <a:cs typeface="Arial"/>
                </a:defRPr>
              </a:lvl4pPr>
              <a:lvl5pPr algn="ctr">
                <a:defRPr sz="581" b="0">
                  <a:solidFill>
                    <a:srgbClr val="000000"/>
                  </a:solidFill>
                  <a:latin typeface="Arial"/>
                  <a:ea typeface="Arial"/>
                  <a:cs typeface="Arial"/>
                </a:defRPr>
              </a:lvl5pPr>
              <a:lvl6pPr algn="ctr">
                <a:defRPr sz="581" b="0">
                  <a:solidFill>
                    <a:srgbClr val="000000"/>
                  </a:solidFill>
                  <a:latin typeface="Arial"/>
                  <a:ea typeface="Arial"/>
                  <a:cs typeface="Arial"/>
                </a:defRPr>
              </a:lvl6pPr>
              <a:lvl7pPr algn="ctr">
                <a:defRPr sz="581" b="0">
                  <a:solidFill>
                    <a:srgbClr val="000000"/>
                  </a:solidFill>
                  <a:latin typeface="Arial"/>
                  <a:ea typeface="Arial"/>
                  <a:cs typeface="Arial"/>
                </a:defRPr>
              </a:lvl7pPr>
              <a:lvl8pPr algn="ctr">
                <a:defRPr sz="581" b="0">
                  <a:solidFill>
                    <a:srgbClr val="000000"/>
                  </a:solidFill>
                  <a:latin typeface="Arial"/>
                  <a:ea typeface="Arial"/>
                  <a:cs typeface="Arial"/>
                </a:defRPr>
              </a:lvl8pPr>
              <a:lvl9pPr algn="ctr">
                <a:defRPr sz="581" b="0">
                  <a:solidFill>
                    <a:srgbClr val="000000"/>
                  </a:solidFill>
                  <a:latin typeface="Arial"/>
                  <a:ea typeface="Arial"/>
                  <a:cs typeface="Arial"/>
                </a:defRPr>
              </a:lvl9pPr>
            </a:lstStyle>
            <a:p>
              <a:pPr algn="ctr">
                <a:defRPr sz="581" b="0">
                  <a:solidFill>
                    <a:srgbClr val="000000"/>
                  </a:solidFill>
                  <a:latin typeface="Arial"/>
                  <a:ea typeface="Arial"/>
                  <a:cs typeface="Arial"/>
                </a:defRPr>
              </a:pPr>
              <a:r>
                <a:rPr sz="581" b="0">
                  <a:solidFill>
                    <a:srgbClr val="000000"/>
                  </a:solidFill>
                  <a:latin typeface="Arial"/>
                  <a:ea typeface="Arial"/>
                  <a:cs typeface="Arial"/>
                </a:rPr>
                <a:t>102</a:t>
              </a:r>
            </a:p>
          </p:txBody>
        </p:sp>
        <p:sp>
          <p:nvSpPr>
            <p:cNvPr id="52" name="text_051">
              <a:extLst>
                <a:ext uri="{FF2B5EF4-FFF2-40B4-BE49-F238E27FC236}">
                  <ns2:creationId id="{8B482EA4-B481-4EC2-805A-E14F58FD2B2A}"/>
                </a:ext>
              </a:extLst>
            </p:cNvPr>
            <p:cNvSpPr>
              <a:spLocks noGrp="1"/>
            </p:cNvSpPr>
            <p:nvPr/>
          </p:nvSpPr>
          <p:spPr>
            <a:xfrm rot="0">
              <a:off x="4157662" y="5526483"/>
              <a:ext cx="476250" cy="209550"/>
            </a:xfrm>
            <a:prstGeom prst="rect">
              <a:avLst/>
            </a:prstGeom>
            <a:noFill/>
            <a:ln w="0">
              <a:noFill/>
              <a:prstDash val="solid"/>
            </a:ln>
          </p:spPr>
          <p:txBody>
            <a:bodyPr wrap="none" lIns="0" tIns="0" rIns="0" bIns="0" anchor="t">
              <a:noAutofit/>
            </a:bodyPr>
            <a:lstStyle>
              <a:defPPr algn="ctr">
                <a:defRPr sz="581" b="0">
                  <a:solidFill>
                    <a:srgbClr val="000000"/>
                  </a:solidFill>
                  <a:latin typeface="Arial"/>
                  <a:ea typeface="Arial"/>
                  <a:cs typeface="Arial"/>
                </a:defRPr>
              </a:defPPr>
              <a:lvl1pPr algn="ctr">
                <a:defRPr sz="581" b="0">
                  <a:solidFill>
                    <a:srgbClr val="000000"/>
                  </a:solidFill>
                  <a:latin typeface="Arial"/>
                  <a:ea typeface="Arial"/>
                  <a:cs typeface="Arial"/>
                </a:defRPr>
              </a:lvl1pPr>
              <a:lvl2pPr algn="ctr">
                <a:defRPr sz="581" b="0">
                  <a:solidFill>
                    <a:srgbClr val="000000"/>
                  </a:solidFill>
                  <a:latin typeface="Arial"/>
                  <a:ea typeface="Arial"/>
                  <a:cs typeface="Arial"/>
                </a:defRPr>
              </a:lvl2pPr>
              <a:lvl3pPr algn="ctr">
                <a:defRPr sz="581" b="0">
                  <a:solidFill>
                    <a:srgbClr val="000000"/>
                  </a:solidFill>
                  <a:latin typeface="Arial"/>
                  <a:ea typeface="Arial"/>
                  <a:cs typeface="Arial"/>
                </a:defRPr>
              </a:lvl3pPr>
              <a:lvl4pPr algn="ctr">
                <a:defRPr sz="581" b="0">
                  <a:solidFill>
                    <a:srgbClr val="000000"/>
                  </a:solidFill>
                  <a:latin typeface="Arial"/>
                  <a:ea typeface="Arial"/>
                  <a:cs typeface="Arial"/>
                </a:defRPr>
              </a:lvl4pPr>
              <a:lvl5pPr algn="ctr">
                <a:defRPr sz="581" b="0">
                  <a:solidFill>
                    <a:srgbClr val="000000"/>
                  </a:solidFill>
                  <a:latin typeface="Arial"/>
                  <a:ea typeface="Arial"/>
                  <a:cs typeface="Arial"/>
                </a:defRPr>
              </a:lvl5pPr>
              <a:lvl6pPr algn="ctr">
                <a:defRPr sz="581" b="0">
                  <a:solidFill>
                    <a:srgbClr val="000000"/>
                  </a:solidFill>
                  <a:latin typeface="Arial"/>
                  <a:ea typeface="Arial"/>
                  <a:cs typeface="Arial"/>
                </a:defRPr>
              </a:lvl6pPr>
              <a:lvl7pPr algn="ctr">
                <a:defRPr sz="581" b="0">
                  <a:solidFill>
                    <a:srgbClr val="000000"/>
                  </a:solidFill>
                  <a:latin typeface="Arial"/>
                  <a:ea typeface="Arial"/>
                  <a:cs typeface="Arial"/>
                </a:defRPr>
              </a:lvl7pPr>
              <a:lvl8pPr algn="ctr">
                <a:defRPr sz="581" b="0">
                  <a:solidFill>
                    <a:srgbClr val="000000"/>
                  </a:solidFill>
                  <a:latin typeface="Arial"/>
                  <a:ea typeface="Arial"/>
                  <a:cs typeface="Arial"/>
                </a:defRPr>
              </a:lvl8pPr>
              <a:lvl9pPr algn="ctr">
                <a:defRPr sz="581" b="0">
                  <a:solidFill>
                    <a:srgbClr val="000000"/>
                  </a:solidFill>
                  <a:latin typeface="Arial"/>
                  <a:ea typeface="Arial"/>
                  <a:cs typeface="Arial"/>
                </a:defRPr>
              </a:lvl9pPr>
            </a:lstStyle>
            <a:p>
              <a:pPr algn="ctr">
                <a:defRPr sz="581" b="0">
                  <a:solidFill>
                    <a:srgbClr val="000000"/>
                  </a:solidFill>
                  <a:latin typeface="Arial"/>
                  <a:ea typeface="Arial"/>
                  <a:cs typeface="Arial"/>
                </a:defRPr>
              </a:pPr>
              <a:r>
                <a:rPr sz="581" b="0">
                  <a:solidFill>
                    <a:srgbClr val="000000"/>
                  </a:solidFill>
                  <a:latin typeface="Arial"/>
                  <a:ea typeface="Arial"/>
                  <a:cs typeface="Arial"/>
                </a:rPr>
                <a:t>108</a:t>
              </a:r>
            </a:p>
          </p:txBody>
        </p:sp>
        <p:sp>
          <p:nvSpPr>
            <p:cNvPr id="53" name="text_052">
              <a:extLst>
                <a:ext uri="{FF2B5EF4-FFF2-40B4-BE49-F238E27FC236}">
                  <ns2:creationId id="{A2CF93D9-175E-4BCA-A792-6D894C2841B9}"/>
                </a:ext>
              </a:extLst>
            </p:cNvPr>
            <p:cNvSpPr>
              <a:spLocks noGrp="1"/>
            </p:cNvSpPr>
            <p:nvPr/>
          </p:nvSpPr>
          <p:spPr>
            <a:xfrm rot="0">
              <a:off x="5276850" y="5526483"/>
              <a:ext cx="476250" cy="209550"/>
            </a:xfrm>
            <a:prstGeom prst="rect">
              <a:avLst/>
            </a:prstGeom>
            <a:noFill/>
            <a:ln w="0">
              <a:noFill/>
              <a:prstDash val="solid"/>
            </a:ln>
          </p:spPr>
          <p:txBody>
            <a:bodyPr wrap="none" lIns="0" tIns="0" rIns="0" bIns="0" anchor="t">
              <a:noAutofit/>
            </a:bodyPr>
            <a:lstStyle>
              <a:defPPr algn="ctr">
                <a:defRPr sz="581" b="0">
                  <a:solidFill>
                    <a:srgbClr val="000000"/>
                  </a:solidFill>
                  <a:latin typeface="Arial"/>
                  <a:ea typeface="Arial"/>
                  <a:cs typeface="Arial"/>
                </a:defRPr>
              </a:defPPr>
              <a:lvl1pPr algn="ctr">
                <a:defRPr sz="581" b="0">
                  <a:solidFill>
                    <a:srgbClr val="000000"/>
                  </a:solidFill>
                  <a:latin typeface="Arial"/>
                  <a:ea typeface="Arial"/>
                  <a:cs typeface="Arial"/>
                </a:defRPr>
              </a:lvl1pPr>
              <a:lvl2pPr algn="ctr">
                <a:defRPr sz="581" b="0">
                  <a:solidFill>
                    <a:srgbClr val="000000"/>
                  </a:solidFill>
                  <a:latin typeface="Arial"/>
                  <a:ea typeface="Arial"/>
                  <a:cs typeface="Arial"/>
                </a:defRPr>
              </a:lvl2pPr>
              <a:lvl3pPr algn="ctr">
                <a:defRPr sz="581" b="0">
                  <a:solidFill>
                    <a:srgbClr val="000000"/>
                  </a:solidFill>
                  <a:latin typeface="Arial"/>
                  <a:ea typeface="Arial"/>
                  <a:cs typeface="Arial"/>
                </a:defRPr>
              </a:lvl3pPr>
              <a:lvl4pPr algn="ctr">
                <a:defRPr sz="581" b="0">
                  <a:solidFill>
                    <a:srgbClr val="000000"/>
                  </a:solidFill>
                  <a:latin typeface="Arial"/>
                  <a:ea typeface="Arial"/>
                  <a:cs typeface="Arial"/>
                </a:defRPr>
              </a:lvl4pPr>
              <a:lvl5pPr algn="ctr">
                <a:defRPr sz="581" b="0">
                  <a:solidFill>
                    <a:srgbClr val="000000"/>
                  </a:solidFill>
                  <a:latin typeface="Arial"/>
                  <a:ea typeface="Arial"/>
                  <a:cs typeface="Arial"/>
                </a:defRPr>
              </a:lvl5pPr>
              <a:lvl6pPr algn="ctr">
                <a:defRPr sz="581" b="0">
                  <a:solidFill>
                    <a:srgbClr val="000000"/>
                  </a:solidFill>
                  <a:latin typeface="Arial"/>
                  <a:ea typeface="Arial"/>
                  <a:cs typeface="Arial"/>
                </a:defRPr>
              </a:lvl6pPr>
              <a:lvl7pPr algn="ctr">
                <a:defRPr sz="581" b="0">
                  <a:solidFill>
                    <a:srgbClr val="000000"/>
                  </a:solidFill>
                  <a:latin typeface="Arial"/>
                  <a:ea typeface="Arial"/>
                  <a:cs typeface="Arial"/>
                </a:defRPr>
              </a:lvl7pPr>
              <a:lvl8pPr algn="ctr">
                <a:defRPr sz="581" b="0">
                  <a:solidFill>
                    <a:srgbClr val="000000"/>
                  </a:solidFill>
                  <a:latin typeface="Arial"/>
                  <a:ea typeface="Arial"/>
                  <a:cs typeface="Arial"/>
                </a:defRPr>
              </a:lvl8pPr>
              <a:lvl9pPr algn="ctr">
                <a:defRPr sz="581" b="0">
                  <a:solidFill>
                    <a:srgbClr val="000000"/>
                  </a:solidFill>
                  <a:latin typeface="Arial"/>
                  <a:ea typeface="Arial"/>
                  <a:cs typeface="Arial"/>
                </a:defRPr>
              </a:lvl9pPr>
            </a:lstStyle>
            <a:p>
              <a:pPr algn="ctr">
                <a:defRPr sz="581" b="0">
                  <a:solidFill>
                    <a:srgbClr val="000000"/>
                  </a:solidFill>
                  <a:latin typeface="Arial"/>
                  <a:ea typeface="Arial"/>
                  <a:cs typeface="Arial"/>
                </a:defRPr>
              </a:pPr>
              <a:r>
                <a:rPr sz="581" b="0">
                  <a:solidFill>
                    <a:srgbClr val="000000"/>
                  </a:solidFill>
                  <a:latin typeface="Arial"/>
                  <a:ea typeface="Arial"/>
                  <a:cs typeface="Arial"/>
                </a:rPr>
                <a:t>114</a:t>
              </a:r>
            </a:p>
          </p:txBody>
        </p:sp>
        <p:sp>
          <p:nvSpPr>
            <p:cNvPr id="54" name="ellipse_053">
              <a:extLst>
                <a:ext uri="{FF2B5EF4-FFF2-40B4-BE49-F238E27FC236}">
                  <ns2:creationId id="{78D2ADE5-6C19-4581-BA05-C5ABD29936CA}"/>
                </a:ext>
              </a:extLst>
            </p:cNvPr>
            <p:cNvSpPr>
              <a:spLocks noGrp="1"/>
            </p:cNvSpPr>
            <p:nvPr/>
          </p:nvSpPr>
          <p:spPr>
            <a:xfrm rot="0">
              <a:off x="4841130" y="3495063"/>
              <a:ext cx="114300" cy="114300"/>
            </a:xfrm>
            <a:prstGeom prst="ellipse">
              <a:avLst/>
            </a:prstGeom>
            <a:solidFill>
              <a:srgbClr val="FFFFFF"/>
            </a:solidFill>
            <a:ln w="8849">
              <a:solidFill>
                <a:srgbClr val="FFFFFF"/>
              </a:solidFill>
              <a:prstDash val="solid"/>
            </a:ln>
          </p:spPr>
        </p:sp>
        <p:sp>
          <p:nvSpPr>
            <p:cNvPr id="55" name="ellipse_054">
              <a:extLst>
                <a:ext uri="{FF2B5EF4-FFF2-40B4-BE49-F238E27FC236}">
                  <ns2:creationId id="{BD7F6BC7-66D7-436B-90CF-DA92D2C1DA9C}"/>
                </a:ext>
              </a:extLst>
            </p:cNvPr>
            <p:cNvSpPr>
              <a:spLocks noGrp="1"/>
            </p:cNvSpPr>
            <p:nvPr/>
          </p:nvSpPr>
          <p:spPr>
            <a:xfrm rot="0">
              <a:off x="4860180" y="3514113"/>
              <a:ext cx="76200" cy="76200"/>
            </a:xfrm>
            <a:prstGeom prst="ellipse">
              <a:avLst/>
            </a:prstGeom>
            <a:solidFill>
              <a:srgbClr val="FFFFFF"/>
            </a:solidFill>
            <a:ln w="8849">
              <a:solidFill>
                <a:srgbClr val="D55E00"/>
              </a:solidFill>
              <a:prstDash val="solid"/>
            </a:ln>
          </p:spPr>
        </p:sp>
        <p:sp>
          <p:nvSpPr>
            <p:cNvPr id="56" name="text_055">
              <a:extLst>
                <a:ext uri="{FF2B5EF4-FFF2-40B4-BE49-F238E27FC236}">
                  <ns2:creationId id="{DF882FC4-F288-4953-A870-D05D4D2AACB3}"/>
                </a:ext>
              </a:extLst>
            </p:cNvPr>
            <p:cNvSpPr>
              <a:spLocks noGrp="1"/>
            </p:cNvSpPr>
            <p:nvPr/>
          </p:nvSpPr>
          <p:spPr>
            <a:xfrm rot="0">
              <a:off x="4974480" y="3323613"/>
              <a:ext cx="247650" cy="247650"/>
            </a:xfrm>
            <a:prstGeom prst="rect">
              <a:avLst/>
            </a:prstGeom>
            <a:noFill/>
            <a:ln w="0">
              <a:noFill/>
              <a:prstDash val="solid"/>
            </a:ln>
          </p:spPr>
          <p:txBody>
            <a:bodyPr wrap="none" lIns="0" tIns="0" rIns="0" bIns="0" anchor="t">
              <a:noAutofit/>
            </a:bodyPr>
            <a:lstStyle>
              <a:defPPr algn="l">
                <a:defRPr sz="774" b="1">
                  <a:solidFill>
                    <a:srgbClr val="D55E00"/>
                  </a:solidFill>
                  <a:latin typeface="Arial"/>
                  <a:ea typeface="Arial"/>
                  <a:cs typeface="Arial"/>
                </a:defRPr>
              </a:defPPr>
              <a:lvl1pPr algn="l">
                <a:defRPr sz="774" b="1">
                  <a:solidFill>
                    <a:srgbClr val="D55E00"/>
                  </a:solidFill>
                  <a:latin typeface="Arial"/>
                  <a:ea typeface="Arial"/>
                  <a:cs typeface="Arial"/>
                </a:defRPr>
              </a:lvl1pPr>
              <a:lvl2pPr algn="l">
                <a:defRPr sz="774" b="1">
                  <a:solidFill>
                    <a:srgbClr val="D55E00"/>
                  </a:solidFill>
                  <a:latin typeface="Arial"/>
                  <a:ea typeface="Arial"/>
                  <a:cs typeface="Arial"/>
                </a:defRPr>
              </a:lvl2pPr>
              <a:lvl3pPr algn="l">
                <a:defRPr sz="774" b="1">
                  <a:solidFill>
                    <a:srgbClr val="D55E00"/>
                  </a:solidFill>
                  <a:latin typeface="Arial"/>
                  <a:ea typeface="Arial"/>
                  <a:cs typeface="Arial"/>
                </a:defRPr>
              </a:lvl3pPr>
              <a:lvl4pPr algn="l">
                <a:defRPr sz="774" b="1">
                  <a:solidFill>
                    <a:srgbClr val="D55E00"/>
                  </a:solidFill>
                  <a:latin typeface="Arial"/>
                  <a:ea typeface="Arial"/>
                  <a:cs typeface="Arial"/>
                </a:defRPr>
              </a:lvl4pPr>
              <a:lvl5pPr algn="l">
                <a:defRPr sz="774" b="1">
                  <a:solidFill>
                    <a:srgbClr val="D55E00"/>
                  </a:solidFill>
                  <a:latin typeface="Arial"/>
                  <a:ea typeface="Arial"/>
                  <a:cs typeface="Arial"/>
                </a:defRPr>
              </a:lvl5pPr>
              <a:lvl6pPr algn="l">
                <a:defRPr sz="774" b="1">
                  <a:solidFill>
                    <a:srgbClr val="D55E00"/>
                  </a:solidFill>
                  <a:latin typeface="Arial"/>
                  <a:ea typeface="Arial"/>
                  <a:cs typeface="Arial"/>
                </a:defRPr>
              </a:lvl6pPr>
              <a:lvl7pPr algn="l">
                <a:defRPr sz="774" b="1">
                  <a:solidFill>
                    <a:srgbClr val="D55E00"/>
                  </a:solidFill>
                  <a:latin typeface="Arial"/>
                  <a:ea typeface="Arial"/>
                  <a:cs typeface="Arial"/>
                </a:defRPr>
              </a:lvl7pPr>
              <a:lvl8pPr algn="l">
                <a:defRPr sz="774" b="1">
                  <a:solidFill>
                    <a:srgbClr val="D55E00"/>
                  </a:solidFill>
                  <a:latin typeface="Arial"/>
                  <a:ea typeface="Arial"/>
                  <a:cs typeface="Arial"/>
                </a:defRPr>
              </a:lvl8pPr>
              <a:lvl9pPr algn="l">
                <a:defRPr sz="774" b="1">
                  <a:solidFill>
                    <a:srgbClr val="D55E00"/>
                  </a:solidFill>
                  <a:latin typeface="Arial"/>
                  <a:ea typeface="Arial"/>
                  <a:cs typeface="Arial"/>
                </a:defRPr>
              </a:lvl9pPr>
            </a:lstStyle>
            <a:p>
              <a:pPr algn="l">
                <a:defRPr sz="774" b="1">
                  <a:solidFill>
                    <a:srgbClr val="D55E00"/>
                  </a:solidFill>
                  <a:latin typeface="Arial"/>
                  <a:ea typeface="Arial"/>
                  <a:cs typeface="Arial"/>
                </a:defRPr>
              </a:pPr>
              <a:r>
                <a:rPr sz="774" b="1">
                  <a:solidFill>
                    <a:srgbClr val="D55E00"/>
                  </a:solidFill>
                  <a:latin typeface="Arial"/>
                  <a:ea typeface="Arial"/>
                  <a:cs typeface="Arial"/>
                </a:rPr>
                <a:t>B</a:t>
              </a:r>
            </a:p>
          </p:txBody>
        </p:sp>
        <p:sp>
          <p:nvSpPr>
            <p:cNvPr id="57" name="ellipse_056">
              <a:extLst>
                <a:ext uri="{FF2B5EF4-FFF2-40B4-BE49-F238E27FC236}">
                  <ns2:creationId id="{C0D6D482-B640-4D7F-84CE-36F18DA4A95F}"/>
                </a:ext>
              </a:extLst>
            </p:cNvPr>
            <p:cNvSpPr>
              <a:spLocks noGrp="1"/>
            </p:cNvSpPr>
            <p:nvPr/>
          </p:nvSpPr>
          <p:spPr>
            <a:xfrm rot="0">
              <a:off x="3836145" y="4991046"/>
              <a:ext cx="114300" cy="114300"/>
            </a:xfrm>
            <a:prstGeom prst="ellipse">
              <a:avLst/>
            </a:prstGeom>
            <a:solidFill>
              <a:srgbClr val="FFFFFF"/>
            </a:solidFill>
            <a:ln w="8849">
              <a:solidFill>
                <a:srgbClr val="FFFFFF"/>
              </a:solidFill>
              <a:prstDash val="solid"/>
            </a:ln>
          </p:spPr>
        </p:sp>
        <p:sp>
          <p:nvSpPr>
            <p:cNvPr id="58" name="ellipse_057">
              <a:extLst>
                <a:ext uri="{FF2B5EF4-FFF2-40B4-BE49-F238E27FC236}">
                  <ns2:creationId id="{AFB18527-44C8-4C42-97DE-CB3F8CEA98AB}"/>
                </a:ext>
              </a:extLst>
            </p:cNvPr>
            <p:cNvSpPr>
              <a:spLocks noGrp="1"/>
            </p:cNvSpPr>
            <p:nvPr/>
          </p:nvSpPr>
          <p:spPr>
            <a:xfrm rot="0">
              <a:off x="3855195" y="5010096"/>
              <a:ext cx="76200" cy="76200"/>
            </a:xfrm>
            <a:prstGeom prst="ellipse">
              <a:avLst/>
            </a:prstGeom>
            <a:solidFill>
              <a:srgbClr val="FFFFFF"/>
            </a:solidFill>
            <a:ln w="8849">
              <a:solidFill>
                <a:srgbClr val="009E73"/>
              </a:solidFill>
              <a:prstDash val="solid"/>
            </a:ln>
          </p:spPr>
        </p:sp>
        <p:sp>
          <p:nvSpPr>
            <p:cNvPr id="59" name="text_058">
              <a:extLst>
                <a:ext uri="{FF2B5EF4-FFF2-40B4-BE49-F238E27FC236}">
                  <ns2:creationId id="{C8F9516A-E3BB-4E6A-973F-F1FA7BFB8449}"/>
                </a:ext>
              </a:extLst>
            </p:cNvPr>
            <p:cNvSpPr>
              <a:spLocks noGrp="1"/>
            </p:cNvSpPr>
            <p:nvPr/>
          </p:nvSpPr>
          <p:spPr>
            <a:xfrm rot="0">
              <a:off x="3969495" y="4819596"/>
              <a:ext cx="247650" cy="247650"/>
            </a:xfrm>
            <a:prstGeom prst="rect">
              <a:avLst/>
            </a:prstGeom>
            <a:noFill/>
            <a:ln w="0">
              <a:noFill/>
              <a:prstDash val="solid"/>
            </a:ln>
          </p:spPr>
          <p:txBody>
            <a:bodyPr wrap="none" lIns="0" tIns="0" rIns="0" bIns="0" anchor="t">
              <a:noAutofit/>
            </a:bodyPr>
            <a:lstStyle>
              <a:defPPr algn="l">
                <a:defRPr sz="774" b="1">
                  <a:solidFill>
                    <a:srgbClr val="009E73"/>
                  </a:solidFill>
                  <a:latin typeface="Arial"/>
                  <a:ea typeface="Arial"/>
                  <a:cs typeface="Arial"/>
                </a:defRPr>
              </a:defPPr>
              <a:lvl1pPr algn="l">
                <a:defRPr sz="774" b="1">
                  <a:solidFill>
                    <a:srgbClr val="009E73"/>
                  </a:solidFill>
                  <a:latin typeface="Arial"/>
                  <a:ea typeface="Arial"/>
                  <a:cs typeface="Arial"/>
                </a:defRPr>
              </a:lvl1pPr>
              <a:lvl2pPr algn="l">
                <a:defRPr sz="774" b="1">
                  <a:solidFill>
                    <a:srgbClr val="009E73"/>
                  </a:solidFill>
                  <a:latin typeface="Arial"/>
                  <a:ea typeface="Arial"/>
                  <a:cs typeface="Arial"/>
                </a:defRPr>
              </a:lvl2pPr>
              <a:lvl3pPr algn="l">
                <a:defRPr sz="774" b="1">
                  <a:solidFill>
                    <a:srgbClr val="009E73"/>
                  </a:solidFill>
                  <a:latin typeface="Arial"/>
                  <a:ea typeface="Arial"/>
                  <a:cs typeface="Arial"/>
                </a:defRPr>
              </a:lvl3pPr>
              <a:lvl4pPr algn="l">
                <a:defRPr sz="774" b="1">
                  <a:solidFill>
                    <a:srgbClr val="009E73"/>
                  </a:solidFill>
                  <a:latin typeface="Arial"/>
                  <a:ea typeface="Arial"/>
                  <a:cs typeface="Arial"/>
                </a:defRPr>
              </a:lvl4pPr>
              <a:lvl5pPr algn="l">
                <a:defRPr sz="774" b="1">
                  <a:solidFill>
                    <a:srgbClr val="009E73"/>
                  </a:solidFill>
                  <a:latin typeface="Arial"/>
                  <a:ea typeface="Arial"/>
                  <a:cs typeface="Arial"/>
                </a:defRPr>
              </a:lvl5pPr>
              <a:lvl6pPr algn="l">
                <a:defRPr sz="774" b="1">
                  <a:solidFill>
                    <a:srgbClr val="009E73"/>
                  </a:solidFill>
                  <a:latin typeface="Arial"/>
                  <a:ea typeface="Arial"/>
                  <a:cs typeface="Arial"/>
                </a:defRPr>
              </a:lvl6pPr>
              <a:lvl7pPr algn="l">
                <a:defRPr sz="774" b="1">
                  <a:solidFill>
                    <a:srgbClr val="009E73"/>
                  </a:solidFill>
                  <a:latin typeface="Arial"/>
                  <a:ea typeface="Arial"/>
                  <a:cs typeface="Arial"/>
                </a:defRPr>
              </a:lvl7pPr>
              <a:lvl8pPr algn="l">
                <a:defRPr sz="774" b="1">
                  <a:solidFill>
                    <a:srgbClr val="009E73"/>
                  </a:solidFill>
                  <a:latin typeface="Arial"/>
                  <a:ea typeface="Arial"/>
                  <a:cs typeface="Arial"/>
                </a:defRPr>
              </a:lvl8pPr>
              <a:lvl9pPr algn="l">
                <a:defRPr sz="774" b="1">
                  <a:solidFill>
                    <a:srgbClr val="009E73"/>
                  </a:solidFill>
                  <a:latin typeface="Arial"/>
                  <a:ea typeface="Arial"/>
                  <a:cs typeface="Arial"/>
                </a:defRPr>
              </a:lvl9pPr>
            </a:lstStyle>
            <a:p>
              <a:pPr algn="l">
                <a:defRPr sz="774" b="1">
                  <a:solidFill>
                    <a:srgbClr val="009E73"/>
                  </a:solidFill>
                  <a:latin typeface="Arial"/>
                  <a:ea typeface="Arial"/>
                  <a:cs typeface="Arial"/>
                </a:defRPr>
              </a:pPr>
              <a:r>
                <a:rPr sz="774" b="1">
                  <a:solidFill>
                    <a:srgbClr val="009E73"/>
                  </a:solidFill>
                  <a:latin typeface="Arial"/>
                  <a:ea typeface="Arial"/>
                  <a:cs typeface="Arial"/>
                </a:rPr>
                <a:t>C</a:t>
              </a:r>
            </a:p>
          </p:txBody>
        </p:sp>
        <p:sp>
          <p:nvSpPr>
            <p:cNvPr id="60" name="text_059">
              <a:extLst>
                <a:ext uri="{FF2B5EF4-FFF2-40B4-BE49-F238E27FC236}">
                  <ns2:creationId id="{09C5A20F-A67B-48B7-87DC-EAA055837CE5}"/>
                </a:ext>
              </a:extLst>
            </p:cNvPr>
            <p:cNvSpPr>
              <a:spLocks noGrp="1"/>
            </p:cNvSpPr>
            <p:nvPr/>
          </p:nvSpPr>
          <p:spPr>
            <a:xfrm rot="0">
              <a:off x="5791200" y="2981325"/>
              <a:ext cx="2428875" cy="247650"/>
            </a:xfrm>
            <a:prstGeom prst="rect">
              <a:avLst/>
            </a:prstGeom>
            <a:noFill/>
            <a:ln w="0">
              <a:noFill/>
              <a:prstDash val="solid"/>
            </a:ln>
          </p:spPr>
          <p:txBody>
            <a:bodyPr wrap="none" lIns="0" tIns="0" rIns="0" bIns="0" anchor="t">
              <a:noAutofit/>
            </a:bodyPr>
            <a:lstStyle>
              <a:defPPr algn="ctr">
                <a:defRPr sz="813" b="1">
                  <a:solidFill>
                    <a:srgbClr val="000000"/>
                  </a:solidFill>
                  <a:latin typeface="Arial"/>
                  <a:ea typeface="Arial"/>
                  <a:cs typeface="Arial"/>
                </a:defRPr>
              </a:defPPr>
              <a:lvl1pPr algn="ctr">
                <a:defRPr sz="813" b="1">
                  <a:solidFill>
                    <a:srgbClr val="000000"/>
                  </a:solidFill>
                  <a:latin typeface="Arial"/>
                  <a:ea typeface="Arial"/>
                  <a:cs typeface="Arial"/>
                </a:defRPr>
              </a:lvl1pPr>
              <a:lvl2pPr algn="ctr">
                <a:defRPr sz="813" b="1">
                  <a:solidFill>
                    <a:srgbClr val="000000"/>
                  </a:solidFill>
                  <a:latin typeface="Arial"/>
                  <a:ea typeface="Arial"/>
                  <a:cs typeface="Arial"/>
                </a:defRPr>
              </a:lvl2pPr>
              <a:lvl3pPr algn="ctr">
                <a:defRPr sz="813" b="1">
                  <a:solidFill>
                    <a:srgbClr val="000000"/>
                  </a:solidFill>
                  <a:latin typeface="Arial"/>
                  <a:ea typeface="Arial"/>
                  <a:cs typeface="Arial"/>
                </a:defRPr>
              </a:lvl3pPr>
              <a:lvl4pPr algn="ctr">
                <a:defRPr sz="813" b="1">
                  <a:solidFill>
                    <a:srgbClr val="000000"/>
                  </a:solidFill>
                  <a:latin typeface="Arial"/>
                  <a:ea typeface="Arial"/>
                  <a:cs typeface="Arial"/>
                </a:defRPr>
              </a:lvl4pPr>
              <a:lvl5pPr algn="ctr">
                <a:defRPr sz="813" b="1">
                  <a:solidFill>
                    <a:srgbClr val="000000"/>
                  </a:solidFill>
                  <a:latin typeface="Arial"/>
                  <a:ea typeface="Arial"/>
                  <a:cs typeface="Arial"/>
                </a:defRPr>
              </a:lvl5pPr>
              <a:lvl6pPr algn="ctr">
                <a:defRPr sz="813" b="1">
                  <a:solidFill>
                    <a:srgbClr val="000000"/>
                  </a:solidFill>
                  <a:latin typeface="Arial"/>
                  <a:ea typeface="Arial"/>
                  <a:cs typeface="Arial"/>
                </a:defRPr>
              </a:lvl6pPr>
              <a:lvl7pPr algn="ctr">
                <a:defRPr sz="813" b="1">
                  <a:solidFill>
                    <a:srgbClr val="000000"/>
                  </a:solidFill>
                  <a:latin typeface="Arial"/>
                  <a:ea typeface="Arial"/>
                  <a:cs typeface="Arial"/>
                </a:defRPr>
              </a:lvl7pPr>
              <a:lvl8pPr algn="ctr">
                <a:defRPr sz="813" b="1">
                  <a:solidFill>
                    <a:srgbClr val="000000"/>
                  </a:solidFill>
                  <a:latin typeface="Arial"/>
                  <a:ea typeface="Arial"/>
                  <a:cs typeface="Arial"/>
                </a:defRPr>
              </a:lvl8pPr>
              <a:lvl9pPr algn="ctr">
                <a:defRPr sz="813" b="1">
                  <a:solidFill>
                    <a:srgbClr val="000000"/>
                  </a:solidFill>
                  <a:latin typeface="Arial"/>
                  <a:ea typeface="Arial"/>
                  <a:cs typeface="Arial"/>
                </a:defRPr>
              </a:lvl9pPr>
            </a:lstStyle>
            <a:p>
              <a:pPr algn="ctr">
                <a:defRPr sz="813" b="1">
                  <a:solidFill>
                    <a:srgbClr val="000000"/>
                  </a:solidFill>
                  <a:latin typeface="Arial"/>
                  <a:ea typeface="Arial"/>
                  <a:cs typeface="Arial"/>
                </a:defRPr>
              </a:pPr>
              <a:r>
                <a:rPr sz="813" b="1">
                  <a:solidFill>
                    <a:srgbClr val="000000"/>
                  </a:solidFill>
                  <a:latin typeface="Arial"/>
                  <a:ea typeface="Arial"/>
                  <a:cs typeface="Arial"/>
                </a:rPr>
                <a:t>2000-07-14</a:t>
              </a:r>
            </a:p>
          </p:txBody>
        </p:sp>
        <p:pic>
          <p:nvPicPr>
            <p:cNvPr id="61" name="">
              <a:extLst>
                <a:ext uri="{FF2B5EF4-FFF2-40B4-BE49-F238E27FC236}">
                  <ns2:creationId id="{AAB0384B-1E1A-4027-A93F-3C7E9DA4779A}"/>
                </a:ext>
              </a:extLst>
            </p:cNvPr>
            <p:cNvPicPr>
              <a:picLocks noChangeAspect="1"/>
            </p:cNvPicPr>
            <p:nvPr/>
          </p:nvPicPr>
          <p:blipFill>
            <a:blip r:embed="R06ef78ef3ca9405c"/>
            <a:stretch/>
          </p:blipFill>
          <p:spPr>
            <a:xfrm>
              <a:off x="5886580" y="3257550"/>
              <a:ext cx="2238115" cy="2221308"/>
            </a:xfrm>
            <a:prstGeom prst="rect">
              <a:avLst/>
            </a:prstGeom>
          </p:spPr>
        </p:pic>
        <p:sp>
          <p:nvSpPr>
            <p:cNvPr id="62" name="rect_061">
              <a:extLst>
                <a:ext uri="{FF2B5EF4-FFF2-40B4-BE49-F238E27FC236}">
                  <ns2:creationId id="{53C14E72-A4FE-4BB7-BCB1-96C6AD1A04A1}"/>
                </a:ext>
              </a:extLst>
            </p:cNvPr>
            <p:cNvSpPr>
              <a:spLocks noGrp="1"/>
            </p:cNvSpPr>
            <p:nvPr/>
          </p:nvSpPr>
          <p:spPr>
            <a:xfrm rot="0">
              <a:off x="5886450" y="3257550"/>
              <a:ext cx="2238375" cy="2221308"/>
            </a:xfrm>
            <a:prstGeom prst="rect">
              <a:avLst/>
            </a:prstGeom>
            <a:noFill/>
            <a:ln w="3195">
              <a:solidFill>
                <a:srgbClr val="6A7278"/>
              </a:solidFill>
              <a:prstDash val="solid"/>
            </a:ln>
          </p:spPr>
        </p:sp>
        <p:sp>
          <p:nvSpPr>
            <p:cNvPr id="63" name="text_062">
              <a:extLst>
                <a:ext uri="{FF2B5EF4-FFF2-40B4-BE49-F238E27FC236}">
                  <ns2:creationId id="{DEFEA433-0884-4625-94CC-36A6629244E7}"/>
                </a:ext>
              </a:extLst>
            </p:cNvPr>
            <p:cNvSpPr>
              <a:spLocks noGrp="1"/>
            </p:cNvSpPr>
            <p:nvPr/>
          </p:nvSpPr>
          <p:spPr>
            <a:xfrm rot="0">
              <a:off x="5648325" y="5526483"/>
              <a:ext cx="476250" cy="209550"/>
            </a:xfrm>
            <a:prstGeom prst="rect">
              <a:avLst/>
            </a:prstGeom>
            <a:noFill/>
            <a:ln w="0">
              <a:noFill/>
              <a:prstDash val="solid"/>
            </a:ln>
          </p:spPr>
          <p:txBody>
            <a:bodyPr wrap="none" lIns="0" tIns="0" rIns="0" bIns="0" anchor="t">
              <a:noAutofit/>
            </a:bodyPr>
            <a:lstStyle>
              <a:defPPr algn="ctr">
                <a:defRPr sz="581" b="0">
                  <a:solidFill>
                    <a:srgbClr val="000000"/>
                  </a:solidFill>
                  <a:latin typeface="Arial"/>
                  <a:ea typeface="Arial"/>
                  <a:cs typeface="Arial"/>
                </a:defRPr>
              </a:defPPr>
              <a:lvl1pPr algn="ctr">
                <a:defRPr sz="581" b="0">
                  <a:solidFill>
                    <a:srgbClr val="000000"/>
                  </a:solidFill>
                  <a:latin typeface="Arial"/>
                  <a:ea typeface="Arial"/>
                  <a:cs typeface="Arial"/>
                </a:defRPr>
              </a:lvl1pPr>
              <a:lvl2pPr algn="ctr">
                <a:defRPr sz="581" b="0">
                  <a:solidFill>
                    <a:srgbClr val="000000"/>
                  </a:solidFill>
                  <a:latin typeface="Arial"/>
                  <a:ea typeface="Arial"/>
                  <a:cs typeface="Arial"/>
                </a:defRPr>
              </a:lvl2pPr>
              <a:lvl3pPr algn="ctr">
                <a:defRPr sz="581" b="0">
                  <a:solidFill>
                    <a:srgbClr val="000000"/>
                  </a:solidFill>
                  <a:latin typeface="Arial"/>
                  <a:ea typeface="Arial"/>
                  <a:cs typeface="Arial"/>
                </a:defRPr>
              </a:lvl3pPr>
              <a:lvl4pPr algn="ctr">
                <a:defRPr sz="581" b="0">
                  <a:solidFill>
                    <a:srgbClr val="000000"/>
                  </a:solidFill>
                  <a:latin typeface="Arial"/>
                  <a:ea typeface="Arial"/>
                  <a:cs typeface="Arial"/>
                </a:defRPr>
              </a:lvl4pPr>
              <a:lvl5pPr algn="ctr">
                <a:defRPr sz="581" b="0">
                  <a:solidFill>
                    <a:srgbClr val="000000"/>
                  </a:solidFill>
                  <a:latin typeface="Arial"/>
                  <a:ea typeface="Arial"/>
                  <a:cs typeface="Arial"/>
                </a:defRPr>
              </a:lvl5pPr>
              <a:lvl6pPr algn="ctr">
                <a:defRPr sz="581" b="0">
                  <a:solidFill>
                    <a:srgbClr val="000000"/>
                  </a:solidFill>
                  <a:latin typeface="Arial"/>
                  <a:ea typeface="Arial"/>
                  <a:cs typeface="Arial"/>
                </a:defRPr>
              </a:lvl6pPr>
              <a:lvl7pPr algn="ctr">
                <a:defRPr sz="581" b="0">
                  <a:solidFill>
                    <a:srgbClr val="000000"/>
                  </a:solidFill>
                  <a:latin typeface="Arial"/>
                  <a:ea typeface="Arial"/>
                  <a:cs typeface="Arial"/>
                </a:defRPr>
              </a:lvl7pPr>
              <a:lvl8pPr algn="ctr">
                <a:defRPr sz="581" b="0">
                  <a:solidFill>
                    <a:srgbClr val="000000"/>
                  </a:solidFill>
                  <a:latin typeface="Arial"/>
                  <a:ea typeface="Arial"/>
                  <a:cs typeface="Arial"/>
                </a:defRPr>
              </a:lvl8pPr>
              <a:lvl9pPr algn="ctr">
                <a:defRPr sz="581" b="0">
                  <a:solidFill>
                    <a:srgbClr val="000000"/>
                  </a:solidFill>
                  <a:latin typeface="Arial"/>
                  <a:ea typeface="Arial"/>
                  <a:cs typeface="Arial"/>
                </a:defRPr>
              </a:lvl9pPr>
            </a:lstStyle>
            <a:p>
              <a:pPr algn="ctr">
                <a:defRPr sz="581" b="0">
                  <a:solidFill>
                    <a:srgbClr val="000000"/>
                  </a:solidFill>
                  <a:latin typeface="Arial"/>
                  <a:ea typeface="Arial"/>
                  <a:cs typeface="Arial"/>
                </a:defRPr>
              </a:pPr>
              <a:r>
                <a:rPr sz="581" b="0">
                  <a:solidFill>
                    <a:srgbClr val="000000"/>
                  </a:solidFill>
                  <a:latin typeface="Arial"/>
                  <a:ea typeface="Arial"/>
                  <a:cs typeface="Arial"/>
                </a:rPr>
                <a:t>102</a:t>
              </a:r>
            </a:p>
          </p:txBody>
        </p:sp>
        <p:sp>
          <p:nvSpPr>
            <p:cNvPr id="64" name="text_063">
              <a:extLst>
                <a:ext uri="{FF2B5EF4-FFF2-40B4-BE49-F238E27FC236}">
                  <ns2:creationId id="{D04648F5-8F09-4BF2-BFA1-6F198DD6ABE6}"/>
                </a:ext>
              </a:extLst>
            </p:cNvPr>
            <p:cNvSpPr>
              <a:spLocks noGrp="1"/>
            </p:cNvSpPr>
            <p:nvPr/>
          </p:nvSpPr>
          <p:spPr>
            <a:xfrm rot="0">
              <a:off x="6767512" y="5526483"/>
              <a:ext cx="476250" cy="209550"/>
            </a:xfrm>
            <a:prstGeom prst="rect">
              <a:avLst/>
            </a:prstGeom>
            <a:noFill/>
            <a:ln w="0">
              <a:noFill/>
              <a:prstDash val="solid"/>
            </a:ln>
          </p:spPr>
          <p:txBody>
            <a:bodyPr wrap="none" lIns="0" tIns="0" rIns="0" bIns="0" anchor="t">
              <a:noAutofit/>
            </a:bodyPr>
            <a:lstStyle>
              <a:defPPr algn="ctr">
                <a:defRPr sz="581" b="0">
                  <a:solidFill>
                    <a:srgbClr val="000000"/>
                  </a:solidFill>
                  <a:latin typeface="Arial"/>
                  <a:ea typeface="Arial"/>
                  <a:cs typeface="Arial"/>
                </a:defRPr>
              </a:defPPr>
              <a:lvl1pPr algn="ctr">
                <a:defRPr sz="581" b="0">
                  <a:solidFill>
                    <a:srgbClr val="000000"/>
                  </a:solidFill>
                  <a:latin typeface="Arial"/>
                  <a:ea typeface="Arial"/>
                  <a:cs typeface="Arial"/>
                </a:defRPr>
              </a:lvl1pPr>
              <a:lvl2pPr algn="ctr">
                <a:defRPr sz="581" b="0">
                  <a:solidFill>
                    <a:srgbClr val="000000"/>
                  </a:solidFill>
                  <a:latin typeface="Arial"/>
                  <a:ea typeface="Arial"/>
                  <a:cs typeface="Arial"/>
                </a:defRPr>
              </a:lvl2pPr>
              <a:lvl3pPr algn="ctr">
                <a:defRPr sz="581" b="0">
                  <a:solidFill>
                    <a:srgbClr val="000000"/>
                  </a:solidFill>
                  <a:latin typeface="Arial"/>
                  <a:ea typeface="Arial"/>
                  <a:cs typeface="Arial"/>
                </a:defRPr>
              </a:lvl3pPr>
              <a:lvl4pPr algn="ctr">
                <a:defRPr sz="581" b="0">
                  <a:solidFill>
                    <a:srgbClr val="000000"/>
                  </a:solidFill>
                  <a:latin typeface="Arial"/>
                  <a:ea typeface="Arial"/>
                  <a:cs typeface="Arial"/>
                </a:defRPr>
              </a:lvl4pPr>
              <a:lvl5pPr algn="ctr">
                <a:defRPr sz="581" b="0">
                  <a:solidFill>
                    <a:srgbClr val="000000"/>
                  </a:solidFill>
                  <a:latin typeface="Arial"/>
                  <a:ea typeface="Arial"/>
                  <a:cs typeface="Arial"/>
                </a:defRPr>
              </a:lvl5pPr>
              <a:lvl6pPr algn="ctr">
                <a:defRPr sz="581" b="0">
                  <a:solidFill>
                    <a:srgbClr val="000000"/>
                  </a:solidFill>
                  <a:latin typeface="Arial"/>
                  <a:ea typeface="Arial"/>
                  <a:cs typeface="Arial"/>
                </a:defRPr>
              </a:lvl6pPr>
              <a:lvl7pPr algn="ctr">
                <a:defRPr sz="581" b="0">
                  <a:solidFill>
                    <a:srgbClr val="000000"/>
                  </a:solidFill>
                  <a:latin typeface="Arial"/>
                  <a:ea typeface="Arial"/>
                  <a:cs typeface="Arial"/>
                </a:defRPr>
              </a:lvl7pPr>
              <a:lvl8pPr algn="ctr">
                <a:defRPr sz="581" b="0">
                  <a:solidFill>
                    <a:srgbClr val="000000"/>
                  </a:solidFill>
                  <a:latin typeface="Arial"/>
                  <a:ea typeface="Arial"/>
                  <a:cs typeface="Arial"/>
                </a:defRPr>
              </a:lvl8pPr>
              <a:lvl9pPr algn="ctr">
                <a:defRPr sz="581" b="0">
                  <a:solidFill>
                    <a:srgbClr val="000000"/>
                  </a:solidFill>
                  <a:latin typeface="Arial"/>
                  <a:ea typeface="Arial"/>
                  <a:cs typeface="Arial"/>
                </a:defRPr>
              </a:lvl9pPr>
            </a:lstStyle>
            <a:p>
              <a:pPr algn="ctr">
                <a:defRPr sz="581" b="0">
                  <a:solidFill>
                    <a:srgbClr val="000000"/>
                  </a:solidFill>
                  <a:latin typeface="Arial"/>
                  <a:ea typeface="Arial"/>
                  <a:cs typeface="Arial"/>
                </a:defRPr>
              </a:pPr>
              <a:r>
                <a:rPr sz="581" b="0">
                  <a:solidFill>
                    <a:srgbClr val="000000"/>
                  </a:solidFill>
                  <a:latin typeface="Arial"/>
                  <a:ea typeface="Arial"/>
                  <a:cs typeface="Arial"/>
                </a:rPr>
                <a:t>108</a:t>
              </a:r>
            </a:p>
          </p:txBody>
        </p:sp>
        <p:sp>
          <p:nvSpPr>
            <p:cNvPr id="65" name="text_064">
              <a:extLst>
                <a:ext uri="{FF2B5EF4-FFF2-40B4-BE49-F238E27FC236}">
                  <ns2:creationId id="{C1CC5AE5-67FF-4179-85C2-5BF5882724FF}"/>
                </a:ext>
              </a:extLst>
            </p:cNvPr>
            <p:cNvSpPr>
              <a:spLocks noGrp="1"/>
            </p:cNvSpPr>
            <p:nvPr/>
          </p:nvSpPr>
          <p:spPr>
            <a:xfrm rot="0">
              <a:off x="7886700" y="5526483"/>
              <a:ext cx="476250" cy="209550"/>
            </a:xfrm>
            <a:prstGeom prst="rect">
              <a:avLst/>
            </a:prstGeom>
            <a:noFill/>
            <a:ln w="0">
              <a:noFill/>
              <a:prstDash val="solid"/>
            </a:ln>
          </p:spPr>
          <p:txBody>
            <a:bodyPr wrap="none" lIns="0" tIns="0" rIns="0" bIns="0" anchor="t">
              <a:noAutofit/>
            </a:bodyPr>
            <a:lstStyle>
              <a:defPPr algn="ctr">
                <a:defRPr sz="581" b="0">
                  <a:solidFill>
                    <a:srgbClr val="000000"/>
                  </a:solidFill>
                  <a:latin typeface="Arial"/>
                  <a:ea typeface="Arial"/>
                  <a:cs typeface="Arial"/>
                </a:defRPr>
              </a:defPPr>
              <a:lvl1pPr algn="ctr">
                <a:defRPr sz="581" b="0">
                  <a:solidFill>
                    <a:srgbClr val="000000"/>
                  </a:solidFill>
                  <a:latin typeface="Arial"/>
                  <a:ea typeface="Arial"/>
                  <a:cs typeface="Arial"/>
                </a:defRPr>
              </a:lvl1pPr>
              <a:lvl2pPr algn="ctr">
                <a:defRPr sz="581" b="0">
                  <a:solidFill>
                    <a:srgbClr val="000000"/>
                  </a:solidFill>
                  <a:latin typeface="Arial"/>
                  <a:ea typeface="Arial"/>
                  <a:cs typeface="Arial"/>
                </a:defRPr>
              </a:lvl2pPr>
              <a:lvl3pPr algn="ctr">
                <a:defRPr sz="581" b="0">
                  <a:solidFill>
                    <a:srgbClr val="000000"/>
                  </a:solidFill>
                  <a:latin typeface="Arial"/>
                  <a:ea typeface="Arial"/>
                  <a:cs typeface="Arial"/>
                </a:defRPr>
              </a:lvl3pPr>
              <a:lvl4pPr algn="ctr">
                <a:defRPr sz="581" b="0">
                  <a:solidFill>
                    <a:srgbClr val="000000"/>
                  </a:solidFill>
                  <a:latin typeface="Arial"/>
                  <a:ea typeface="Arial"/>
                  <a:cs typeface="Arial"/>
                </a:defRPr>
              </a:lvl4pPr>
              <a:lvl5pPr algn="ctr">
                <a:defRPr sz="581" b="0">
                  <a:solidFill>
                    <a:srgbClr val="000000"/>
                  </a:solidFill>
                  <a:latin typeface="Arial"/>
                  <a:ea typeface="Arial"/>
                  <a:cs typeface="Arial"/>
                </a:defRPr>
              </a:lvl5pPr>
              <a:lvl6pPr algn="ctr">
                <a:defRPr sz="581" b="0">
                  <a:solidFill>
                    <a:srgbClr val="000000"/>
                  </a:solidFill>
                  <a:latin typeface="Arial"/>
                  <a:ea typeface="Arial"/>
                  <a:cs typeface="Arial"/>
                </a:defRPr>
              </a:lvl6pPr>
              <a:lvl7pPr algn="ctr">
                <a:defRPr sz="581" b="0">
                  <a:solidFill>
                    <a:srgbClr val="000000"/>
                  </a:solidFill>
                  <a:latin typeface="Arial"/>
                  <a:ea typeface="Arial"/>
                  <a:cs typeface="Arial"/>
                </a:defRPr>
              </a:lvl7pPr>
              <a:lvl8pPr algn="ctr">
                <a:defRPr sz="581" b="0">
                  <a:solidFill>
                    <a:srgbClr val="000000"/>
                  </a:solidFill>
                  <a:latin typeface="Arial"/>
                  <a:ea typeface="Arial"/>
                  <a:cs typeface="Arial"/>
                </a:defRPr>
              </a:lvl8pPr>
              <a:lvl9pPr algn="ctr">
                <a:defRPr sz="581" b="0">
                  <a:solidFill>
                    <a:srgbClr val="000000"/>
                  </a:solidFill>
                  <a:latin typeface="Arial"/>
                  <a:ea typeface="Arial"/>
                  <a:cs typeface="Arial"/>
                </a:defRPr>
              </a:lvl9pPr>
            </a:lstStyle>
            <a:p>
              <a:pPr algn="ctr">
                <a:defRPr sz="581" b="0">
                  <a:solidFill>
                    <a:srgbClr val="000000"/>
                  </a:solidFill>
                  <a:latin typeface="Arial"/>
                  <a:ea typeface="Arial"/>
                  <a:cs typeface="Arial"/>
                </a:defRPr>
              </a:pPr>
              <a:r>
                <a:rPr sz="581" b="0">
                  <a:solidFill>
                    <a:srgbClr val="000000"/>
                  </a:solidFill>
                  <a:latin typeface="Arial"/>
                  <a:ea typeface="Arial"/>
                  <a:cs typeface="Arial"/>
                </a:rPr>
                <a:t>114</a:t>
              </a:r>
            </a:p>
          </p:txBody>
        </p:sp>
        <p:sp>
          <p:nvSpPr>
            <p:cNvPr id="66" name="ellipse_065">
              <a:extLst>
                <a:ext uri="{FF2B5EF4-FFF2-40B4-BE49-F238E27FC236}">
                  <ns2:creationId id="{BF387C3F-6A40-45E5-A307-0AD4F3E9AD3C}"/>
                </a:ext>
              </a:extLst>
            </p:cNvPr>
            <p:cNvSpPr>
              <a:spLocks noGrp="1"/>
            </p:cNvSpPr>
            <p:nvPr/>
          </p:nvSpPr>
          <p:spPr>
            <a:xfrm rot="0">
              <a:off x="7907791" y="5172378"/>
              <a:ext cx="114300" cy="114300"/>
            </a:xfrm>
            <a:prstGeom prst="ellipse">
              <a:avLst/>
            </a:prstGeom>
            <a:solidFill>
              <a:srgbClr val="FFFFFF"/>
            </a:solidFill>
            <a:ln w="8849">
              <a:solidFill>
                <a:srgbClr val="FFFFFF"/>
              </a:solidFill>
              <a:prstDash val="solid"/>
            </a:ln>
          </p:spPr>
        </p:sp>
        <p:sp>
          <p:nvSpPr>
            <p:cNvPr id="67" name="ellipse_066">
              <a:extLst>
                <a:ext uri="{FF2B5EF4-FFF2-40B4-BE49-F238E27FC236}">
                  <ns2:creationId id="{CD7730C8-368E-41C3-8CB4-E5746E0C52DB}"/>
                </a:ext>
              </a:extLst>
            </p:cNvPr>
            <p:cNvSpPr>
              <a:spLocks noGrp="1"/>
            </p:cNvSpPr>
            <p:nvPr/>
          </p:nvSpPr>
          <p:spPr>
            <a:xfrm rot="0">
              <a:off x="7926841" y="5191428"/>
              <a:ext cx="76200" cy="76200"/>
            </a:xfrm>
            <a:prstGeom prst="ellipse">
              <a:avLst/>
            </a:prstGeom>
            <a:solidFill>
              <a:srgbClr val="FFFFFF"/>
            </a:solidFill>
            <a:ln w="8849">
              <a:solidFill>
                <a:srgbClr val="0072B2"/>
              </a:solidFill>
              <a:prstDash val="solid"/>
            </a:ln>
          </p:spPr>
        </p:sp>
        <p:sp>
          <p:nvSpPr>
            <p:cNvPr id="68" name="text_067">
              <a:extLst>
                <a:ext uri="{FF2B5EF4-FFF2-40B4-BE49-F238E27FC236}">
                  <ns2:creationId id="{DE967262-13C3-4395-8EB6-9BF68F2955C5}"/>
                </a:ext>
              </a:extLst>
            </p:cNvPr>
            <p:cNvSpPr>
              <a:spLocks noGrp="1"/>
            </p:cNvSpPr>
            <p:nvPr/>
          </p:nvSpPr>
          <p:spPr>
            <a:xfrm rot="0">
              <a:off x="7736341" y="5000928"/>
              <a:ext cx="247650" cy="247650"/>
            </a:xfrm>
            <a:prstGeom prst="rect">
              <a:avLst/>
            </a:prstGeom>
            <a:noFill/>
            <a:ln w="0">
              <a:noFill/>
              <a:prstDash val="solid"/>
            </a:ln>
          </p:spPr>
          <p:txBody>
            <a:bodyPr wrap="none" lIns="0" tIns="0" rIns="0" bIns="0" anchor="t">
              <a:noAutofit/>
            </a:bodyPr>
            <a:lstStyle>
              <a:defPPr algn="l">
                <a:defRPr sz="774" b="1">
                  <a:solidFill>
                    <a:srgbClr val="0072B2"/>
                  </a:solidFill>
                  <a:latin typeface="Arial"/>
                  <a:ea typeface="Arial"/>
                  <a:cs typeface="Arial"/>
                </a:defRPr>
              </a:defPPr>
              <a:lvl1pPr algn="l">
                <a:defRPr sz="774" b="1">
                  <a:solidFill>
                    <a:srgbClr val="0072B2"/>
                  </a:solidFill>
                  <a:latin typeface="Arial"/>
                  <a:ea typeface="Arial"/>
                  <a:cs typeface="Arial"/>
                </a:defRPr>
              </a:lvl1pPr>
              <a:lvl2pPr algn="l">
                <a:defRPr sz="774" b="1">
                  <a:solidFill>
                    <a:srgbClr val="0072B2"/>
                  </a:solidFill>
                  <a:latin typeface="Arial"/>
                  <a:ea typeface="Arial"/>
                  <a:cs typeface="Arial"/>
                </a:defRPr>
              </a:lvl2pPr>
              <a:lvl3pPr algn="l">
                <a:defRPr sz="774" b="1">
                  <a:solidFill>
                    <a:srgbClr val="0072B2"/>
                  </a:solidFill>
                  <a:latin typeface="Arial"/>
                  <a:ea typeface="Arial"/>
                  <a:cs typeface="Arial"/>
                </a:defRPr>
              </a:lvl3pPr>
              <a:lvl4pPr algn="l">
                <a:defRPr sz="774" b="1">
                  <a:solidFill>
                    <a:srgbClr val="0072B2"/>
                  </a:solidFill>
                  <a:latin typeface="Arial"/>
                  <a:ea typeface="Arial"/>
                  <a:cs typeface="Arial"/>
                </a:defRPr>
              </a:lvl4pPr>
              <a:lvl5pPr algn="l">
                <a:defRPr sz="774" b="1">
                  <a:solidFill>
                    <a:srgbClr val="0072B2"/>
                  </a:solidFill>
                  <a:latin typeface="Arial"/>
                  <a:ea typeface="Arial"/>
                  <a:cs typeface="Arial"/>
                </a:defRPr>
              </a:lvl5pPr>
              <a:lvl6pPr algn="l">
                <a:defRPr sz="774" b="1">
                  <a:solidFill>
                    <a:srgbClr val="0072B2"/>
                  </a:solidFill>
                  <a:latin typeface="Arial"/>
                  <a:ea typeface="Arial"/>
                  <a:cs typeface="Arial"/>
                </a:defRPr>
              </a:lvl6pPr>
              <a:lvl7pPr algn="l">
                <a:defRPr sz="774" b="1">
                  <a:solidFill>
                    <a:srgbClr val="0072B2"/>
                  </a:solidFill>
                  <a:latin typeface="Arial"/>
                  <a:ea typeface="Arial"/>
                  <a:cs typeface="Arial"/>
                </a:defRPr>
              </a:lvl7pPr>
              <a:lvl8pPr algn="l">
                <a:defRPr sz="774" b="1">
                  <a:solidFill>
                    <a:srgbClr val="0072B2"/>
                  </a:solidFill>
                  <a:latin typeface="Arial"/>
                  <a:ea typeface="Arial"/>
                  <a:cs typeface="Arial"/>
                </a:defRPr>
              </a:lvl8pPr>
              <a:lvl9pPr algn="l">
                <a:defRPr sz="774" b="1">
                  <a:solidFill>
                    <a:srgbClr val="0072B2"/>
                  </a:solidFill>
                  <a:latin typeface="Arial"/>
                  <a:ea typeface="Arial"/>
                  <a:cs typeface="Arial"/>
                </a:defRPr>
              </a:lvl9pPr>
            </a:lstStyle>
            <a:p>
              <a:pPr algn="l">
                <a:defRPr sz="774" b="1">
                  <a:solidFill>
                    <a:srgbClr val="0072B2"/>
                  </a:solidFill>
                  <a:latin typeface="Arial"/>
                  <a:ea typeface="Arial"/>
                  <a:cs typeface="Arial"/>
                </a:defRPr>
              </a:pPr>
              <a:r>
                <a:rPr sz="774" b="1">
                  <a:solidFill>
                    <a:srgbClr val="0072B2"/>
                  </a:solidFill>
                  <a:latin typeface="Arial"/>
                  <a:ea typeface="Arial"/>
                  <a:cs typeface="Arial"/>
                </a:rPr>
                <a:t>A</a:t>
              </a:r>
            </a:p>
          </p:txBody>
        </p:sp>
        <p:sp>
          <p:nvSpPr>
            <p:cNvPr id="69" name="ellipse_068">
              <a:extLst>
                <a:ext uri="{FF2B5EF4-FFF2-40B4-BE49-F238E27FC236}">
                  <ns2:creationId id="{4C2C8984-0148-48D5-B183-D471D63E8EF1}"/>
                </a:ext>
              </a:extLst>
            </p:cNvPr>
            <p:cNvSpPr>
              <a:spLocks noGrp="1"/>
            </p:cNvSpPr>
            <p:nvPr/>
          </p:nvSpPr>
          <p:spPr>
            <a:xfrm rot="0">
              <a:off x="7450980" y="3495063"/>
              <a:ext cx="114300" cy="114300"/>
            </a:xfrm>
            <a:prstGeom prst="ellipse">
              <a:avLst/>
            </a:prstGeom>
            <a:solidFill>
              <a:srgbClr val="FFFFFF"/>
            </a:solidFill>
            <a:ln w="8849">
              <a:solidFill>
                <a:srgbClr val="FFFFFF"/>
              </a:solidFill>
              <a:prstDash val="solid"/>
            </a:ln>
          </p:spPr>
        </p:sp>
        <p:sp>
          <p:nvSpPr>
            <p:cNvPr id="70" name="ellipse_069">
              <a:extLst>
                <a:ext uri="{FF2B5EF4-FFF2-40B4-BE49-F238E27FC236}">
                  <ns2:creationId id="{CE22789C-E2DB-4FA5-8555-AD56CC191288}"/>
                </a:ext>
              </a:extLst>
            </p:cNvPr>
            <p:cNvSpPr>
              <a:spLocks noGrp="1"/>
            </p:cNvSpPr>
            <p:nvPr/>
          </p:nvSpPr>
          <p:spPr>
            <a:xfrm rot="0">
              <a:off x="7470030" y="3514113"/>
              <a:ext cx="76200" cy="76200"/>
            </a:xfrm>
            <a:prstGeom prst="ellipse">
              <a:avLst/>
            </a:prstGeom>
            <a:solidFill>
              <a:srgbClr val="FFFFFF"/>
            </a:solidFill>
            <a:ln w="8849">
              <a:solidFill>
                <a:srgbClr val="D55E00"/>
              </a:solidFill>
              <a:prstDash val="solid"/>
            </a:ln>
          </p:spPr>
        </p:sp>
        <p:sp>
          <p:nvSpPr>
            <p:cNvPr id="71" name="text_070">
              <a:extLst>
                <a:ext uri="{FF2B5EF4-FFF2-40B4-BE49-F238E27FC236}">
                  <ns2:creationId id="{B8129221-CD1C-4194-9F3F-EC039A8499C0}"/>
                </a:ext>
              </a:extLst>
            </p:cNvPr>
            <p:cNvSpPr>
              <a:spLocks noGrp="1"/>
            </p:cNvSpPr>
            <p:nvPr/>
          </p:nvSpPr>
          <p:spPr>
            <a:xfrm rot="0">
              <a:off x="7584330" y="3323613"/>
              <a:ext cx="247650" cy="247650"/>
            </a:xfrm>
            <a:prstGeom prst="rect">
              <a:avLst/>
            </a:prstGeom>
            <a:noFill/>
            <a:ln w="0">
              <a:noFill/>
              <a:prstDash val="solid"/>
            </a:ln>
          </p:spPr>
          <p:txBody>
            <a:bodyPr wrap="none" lIns="0" tIns="0" rIns="0" bIns="0" anchor="t">
              <a:noAutofit/>
            </a:bodyPr>
            <a:lstStyle>
              <a:defPPr algn="l">
                <a:defRPr sz="774" b="1">
                  <a:solidFill>
                    <a:srgbClr val="D55E00"/>
                  </a:solidFill>
                  <a:latin typeface="Arial"/>
                  <a:ea typeface="Arial"/>
                  <a:cs typeface="Arial"/>
                </a:defRPr>
              </a:defPPr>
              <a:lvl1pPr algn="l">
                <a:defRPr sz="774" b="1">
                  <a:solidFill>
                    <a:srgbClr val="D55E00"/>
                  </a:solidFill>
                  <a:latin typeface="Arial"/>
                  <a:ea typeface="Arial"/>
                  <a:cs typeface="Arial"/>
                </a:defRPr>
              </a:lvl1pPr>
              <a:lvl2pPr algn="l">
                <a:defRPr sz="774" b="1">
                  <a:solidFill>
                    <a:srgbClr val="D55E00"/>
                  </a:solidFill>
                  <a:latin typeface="Arial"/>
                  <a:ea typeface="Arial"/>
                  <a:cs typeface="Arial"/>
                </a:defRPr>
              </a:lvl2pPr>
              <a:lvl3pPr algn="l">
                <a:defRPr sz="774" b="1">
                  <a:solidFill>
                    <a:srgbClr val="D55E00"/>
                  </a:solidFill>
                  <a:latin typeface="Arial"/>
                  <a:ea typeface="Arial"/>
                  <a:cs typeface="Arial"/>
                </a:defRPr>
              </a:lvl3pPr>
              <a:lvl4pPr algn="l">
                <a:defRPr sz="774" b="1">
                  <a:solidFill>
                    <a:srgbClr val="D55E00"/>
                  </a:solidFill>
                  <a:latin typeface="Arial"/>
                  <a:ea typeface="Arial"/>
                  <a:cs typeface="Arial"/>
                </a:defRPr>
              </a:lvl4pPr>
              <a:lvl5pPr algn="l">
                <a:defRPr sz="774" b="1">
                  <a:solidFill>
                    <a:srgbClr val="D55E00"/>
                  </a:solidFill>
                  <a:latin typeface="Arial"/>
                  <a:ea typeface="Arial"/>
                  <a:cs typeface="Arial"/>
                </a:defRPr>
              </a:lvl5pPr>
              <a:lvl6pPr algn="l">
                <a:defRPr sz="774" b="1">
                  <a:solidFill>
                    <a:srgbClr val="D55E00"/>
                  </a:solidFill>
                  <a:latin typeface="Arial"/>
                  <a:ea typeface="Arial"/>
                  <a:cs typeface="Arial"/>
                </a:defRPr>
              </a:lvl6pPr>
              <a:lvl7pPr algn="l">
                <a:defRPr sz="774" b="1">
                  <a:solidFill>
                    <a:srgbClr val="D55E00"/>
                  </a:solidFill>
                  <a:latin typeface="Arial"/>
                  <a:ea typeface="Arial"/>
                  <a:cs typeface="Arial"/>
                </a:defRPr>
              </a:lvl7pPr>
              <a:lvl8pPr algn="l">
                <a:defRPr sz="774" b="1">
                  <a:solidFill>
                    <a:srgbClr val="D55E00"/>
                  </a:solidFill>
                  <a:latin typeface="Arial"/>
                  <a:ea typeface="Arial"/>
                  <a:cs typeface="Arial"/>
                </a:defRPr>
              </a:lvl8pPr>
              <a:lvl9pPr algn="l">
                <a:defRPr sz="774" b="1">
                  <a:solidFill>
                    <a:srgbClr val="D55E00"/>
                  </a:solidFill>
                  <a:latin typeface="Arial"/>
                  <a:ea typeface="Arial"/>
                  <a:cs typeface="Arial"/>
                </a:defRPr>
              </a:lvl9pPr>
            </a:lstStyle>
            <a:p>
              <a:pPr algn="l">
                <a:defRPr sz="774" b="1">
                  <a:solidFill>
                    <a:srgbClr val="D55E00"/>
                  </a:solidFill>
                  <a:latin typeface="Arial"/>
                  <a:ea typeface="Arial"/>
                  <a:cs typeface="Arial"/>
                </a:defRPr>
              </a:pPr>
              <a:r>
                <a:rPr sz="774" b="1">
                  <a:solidFill>
                    <a:srgbClr val="D55E00"/>
                  </a:solidFill>
                  <a:latin typeface="Arial"/>
                  <a:ea typeface="Arial"/>
                  <a:cs typeface="Arial"/>
                </a:rPr>
                <a:t>B</a:t>
              </a:r>
            </a:p>
          </p:txBody>
        </p:sp>
        <p:sp>
          <p:nvSpPr>
            <p:cNvPr id="72" name="ellipse_071">
              <a:extLst>
                <a:ext uri="{FF2B5EF4-FFF2-40B4-BE49-F238E27FC236}">
                  <ns2:creationId id="{92410581-DC4B-4475-8749-D8886F332E1D}"/>
                </a:ext>
              </a:extLst>
            </p:cNvPr>
            <p:cNvSpPr>
              <a:spLocks noGrp="1"/>
            </p:cNvSpPr>
            <p:nvPr/>
          </p:nvSpPr>
          <p:spPr>
            <a:xfrm rot="0">
              <a:off x="6491676" y="4900381"/>
              <a:ext cx="114300" cy="114300"/>
            </a:xfrm>
            <a:prstGeom prst="ellipse">
              <a:avLst/>
            </a:prstGeom>
            <a:solidFill>
              <a:srgbClr val="FFFFFF"/>
            </a:solidFill>
            <a:ln w="8849">
              <a:solidFill>
                <a:srgbClr val="FFFFFF"/>
              </a:solidFill>
              <a:prstDash val="solid"/>
            </a:ln>
          </p:spPr>
        </p:sp>
        <p:sp>
          <p:nvSpPr>
            <p:cNvPr id="73" name="ellipse_072">
              <a:extLst>
                <a:ext uri="{FF2B5EF4-FFF2-40B4-BE49-F238E27FC236}">
                  <ns2:creationId id="{696C6930-7D2C-47B6-9E66-25620DA526C7}"/>
                </a:ext>
              </a:extLst>
            </p:cNvPr>
            <p:cNvSpPr>
              <a:spLocks noGrp="1"/>
            </p:cNvSpPr>
            <p:nvPr/>
          </p:nvSpPr>
          <p:spPr>
            <a:xfrm rot="0">
              <a:off x="6510726" y="4919431"/>
              <a:ext cx="76200" cy="76200"/>
            </a:xfrm>
            <a:prstGeom prst="ellipse">
              <a:avLst/>
            </a:prstGeom>
            <a:solidFill>
              <a:srgbClr val="FFFFFF"/>
            </a:solidFill>
            <a:ln w="8849">
              <a:solidFill>
                <a:srgbClr val="009E73"/>
              </a:solidFill>
              <a:prstDash val="solid"/>
            </a:ln>
          </p:spPr>
        </p:sp>
        <p:sp>
          <p:nvSpPr>
            <p:cNvPr id="74" name="text_073">
              <a:extLst>
                <a:ext uri="{FF2B5EF4-FFF2-40B4-BE49-F238E27FC236}">
                  <ns2:creationId id="{9DBA9532-83A8-4206-A150-D8B6E95B1E00}"/>
                </a:ext>
              </a:extLst>
            </p:cNvPr>
            <p:cNvSpPr>
              <a:spLocks noGrp="1"/>
            </p:cNvSpPr>
            <p:nvPr/>
          </p:nvSpPr>
          <p:spPr>
            <a:xfrm rot="0">
              <a:off x="6625026" y="4728931"/>
              <a:ext cx="247650" cy="247650"/>
            </a:xfrm>
            <a:prstGeom prst="rect">
              <a:avLst/>
            </a:prstGeom>
            <a:noFill/>
            <a:ln w="0">
              <a:noFill/>
              <a:prstDash val="solid"/>
            </a:ln>
          </p:spPr>
          <p:txBody>
            <a:bodyPr wrap="none" lIns="0" tIns="0" rIns="0" bIns="0" anchor="t">
              <a:noAutofit/>
            </a:bodyPr>
            <a:lstStyle>
              <a:defPPr algn="l">
                <a:defRPr sz="774" b="1">
                  <a:solidFill>
                    <a:srgbClr val="009E73"/>
                  </a:solidFill>
                  <a:latin typeface="Arial"/>
                  <a:ea typeface="Arial"/>
                  <a:cs typeface="Arial"/>
                </a:defRPr>
              </a:defPPr>
              <a:lvl1pPr algn="l">
                <a:defRPr sz="774" b="1">
                  <a:solidFill>
                    <a:srgbClr val="009E73"/>
                  </a:solidFill>
                  <a:latin typeface="Arial"/>
                  <a:ea typeface="Arial"/>
                  <a:cs typeface="Arial"/>
                </a:defRPr>
              </a:lvl1pPr>
              <a:lvl2pPr algn="l">
                <a:defRPr sz="774" b="1">
                  <a:solidFill>
                    <a:srgbClr val="009E73"/>
                  </a:solidFill>
                  <a:latin typeface="Arial"/>
                  <a:ea typeface="Arial"/>
                  <a:cs typeface="Arial"/>
                </a:defRPr>
              </a:lvl2pPr>
              <a:lvl3pPr algn="l">
                <a:defRPr sz="774" b="1">
                  <a:solidFill>
                    <a:srgbClr val="009E73"/>
                  </a:solidFill>
                  <a:latin typeface="Arial"/>
                  <a:ea typeface="Arial"/>
                  <a:cs typeface="Arial"/>
                </a:defRPr>
              </a:lvl3pPr>
              <a:lvl4pPr algn="l">
                <a:defRPr sz="774" b="1">
                  <a:solidFill>
                    <a:srgbClr val="009E73"/>
                  </a:solidFill>
                  <a:latin typeface="Arial"/>
                  <a:ea typeface="Arial"/>
                  <a:cs typeface="Arial"/>
                </a:defRPr>
              </a:lvl4pPr>
              <a:lvl5pPr algn="l">
                <a:defRPr sz="774" b="1">
                  <a:solidFill>
                    <a:srgbClr val="009E73"/>
                  </a:solidFill>
                  <a:latin typeface="Arial"/>
                  <a:ea typeface="Arial"/>
                  <a:cs typeface="Arial"/>
                </a:defRPr>
              </a:lvl5pPr>
              <a:lvl6pPr algn="l">
                <a:defRPr sz="774" b="1">
                  <a:solidFill>
                    <a:srgbClr val="009E73"/>
                  </a:solidFill>
                  <a:latin typeface="Arial"/>
                  <a:ea typeface="Arial"/>
                  <a:cs typeface="Arial"/>
                </a:defRPr>
              </a:lvl6pPr>
              <a:lvl7pPr algn="l">
                <a:defRPr sz="774" b="1">
                  <a:solidFill>
                    <a:srgbClr val="009E73"/>
                  </a:solidFill>
                  <a:latin typeface="Arial"/>
                  <a:ea typeface="Arial"/>
                  <a:cs typeface="Arial"/>
                </a:defRPr>
              </a:lvl7pPr>
              <a:lvl8pPr algn="l">
                <a:defRPr sz="774" b="1">
                  <a:solidFill>
                    <a:srgbClr val="009E73"/>
                  </a:solidFill>
                  <a:latin typeface="Arial"/>
                  <a:ea typeface="Arial"/>
                  <a:cs typeface="Arial"/>
                </a:defRPr>
              </a:lvl8pPr>
              <a:lvl9pPr algn="l">
                <a:defRPr sz="774" b="1">
                  <a:solidFill>
                    <a:srgbClr val="009E73"/>
                  </a:solidFill>
                  <a:latin typeface="Arial"/>
                  <a:ea typeface="Arial"/>
                  <a:cs typeface="Arial"/>
                </a:defRPr>
              </a:lvl9pPr>
            </a:lstStyle>
            <a:p>
              <a:pPr algn="l">
                <a:defRPr sz="774" b="1">
                  <a:solidFill>
                    <a:srgbClr val="009E73"/>
                  </a:solidFill>
                  <a:latin typeface="Arial"/>
                  <a:ea typeface="Arial"/>
                  <a:cs typeface="Arial"/>
                </a:defRPr>
              </a:pPr>
              <a:r>
                <a:rPr sz="774" b="1">
                  <a:solidFill>
                    <a:srgbClr val="009E73"/>
                  </a:solidFill>
                  <a:latin typeface="Arial"/>
                  <a:ea typeface="Arial"/>
                  <a:cs typeface="Arial"/>
                </a:rPr>
                <a:t>C</a:t>
              </a:r>
            </a:p>
          </p:txBody>
        </p:sp>
        <p:sp>
          <p:nvSpPr>
            <p:cNvPr id="75" name="rect_074">
              <a:extLst>
                <a:ext uri="{FF2B5EF4-FFF2-40B4-BE49-F238E27FC236}">
                  <ns2:creationId id="{C8116C1F-FC8F-493C-B933-56C800929625}"/>
                </a:ext>
              </a:extLst>
            </p:cNvPr>
            <p:cNvSpPr>
              <a:spLocks noGrp="1"/>
            </p:cNvSpPr>
            <p:nvPr/>
          </p:nvSpPr>
          <p:spPr>
            <a:xfrm rot="0">
              <a:off x="5886450" y="3257550"/>
              <a:ext cx="2238375" cy="2221308"/>
            </a:xfrm>
            <a:prstGeom prst="rect">
              <a:avLst/>
            </a:prstGeom>
            <a:noFill/>
            <a:ln w="7374">
              <a:solidFill>
                <a:srgbClr val="B2182B"/>
              </a:solidFill>
              <a:prstDash val="solid"/>
            </a:ln>
          </p:spPr>
        </p:sp>
        <p:sp>
          <p:nvSpPr>
            <p:cNvPr id="76" name="text_075">
              <a:extLst>
                <a:ext uri="{FF2B5EF4-FFF2-40B4-BE49-F238E27FC236}">
                  <ns2:creationId id="{94E4F6D6-5BE1-4E0F-BB8A-FB414234F43E}"/>
                </a:ext>
              </a:extLst>
            </p:cNvPr>
            <p:cNvSpPr>
              <a:spLocks noGrp="1"/>
            </p:cNvSpPr>
            <p:nvPr/>
          </p:nvSpPr>
          <p:spPr>
            <a:xfrm rot="0">
              <a:off x="8401050" y="2981325"/>
              <a:ext cx="2428875" cy="247650"/>
            </a:xfrm>
            <a:prstGeom prst="rect">
              <a:avLst/>
            </a:prstGeom>
            <a:noFill/>
            <a:ln w="0">
              <a:noFill/>
              <a:prstDash val="solid"/>
            </a:ln>
          </p:spPr>
          <p:txBody>
            <a:bodyPr wrap="none" lIns="0" tIns="0" rIns="0" bIns="0" anchor="t">
              <a:noAutofit/>
            </a:bodyPr>
            <a:lstStyle>
              <a:defPPr algn="ctr">
                <a:defRPr sz="813" b="1">
                  <a:solidFill>
                    <a:srgbClr val="000000"/>
                  </a:solidFill>
                  <a:latin typeface="Arial"/>
                  <a:ea typeface="Arial"/>
                  <a:cs typeface="Arial"/>
                </a:defRPr>
              </a:defPPr>
              <a:lvl1pPr algn="ctr">
                <a:defRPr sz="813" b="1">
                  <a:solidFill>
                    <a:srgbClr val="000000"/>
                  </a:solidFill>
                  <a:latin typeface="Arial"/>
                  <a:ea typeface="Arial"/>
                  <a:cs typeface="Arial"/>
                </a:defRPr>
              </a:lvl1pPr>
              <a:lvl2pPr algn="ctr">
                <a:defRPr sz="813" b="1">
                  <a:solidFill>
                    <a:srgbClr val="000000"/>
                  </a:solidFill>
                  <a:latin typeface="Arial"/>
                  <a:ea typeface="Arial"/>
                  <a:cs typeface="Arial"/>
                </a:defRPr>
              </a:lvl2pPr>
              <a:lvl3pPr algn="ctr">
                <a:defRPr sz="813" b="1">
                  <a:solidFill>
                    <a:srgbClr val="000000"/>
                  </a:solidFill>
                  <a:latin typeface="Arial"/>
                  <a:ea typeface="Arial"/>
                  <a:cs typeface="Arial"/>
                </a:defRPr>
              </a:lvl3pPr>
              <a:lvl4pPr algn="ctr">
                <a:defRPr sz="813" b="1">
                  <a:solidFill>
                    <a:srgbClr val="000000"/>
                  </a:solidFill>
                  <a:latin typeface="Arial"/>
                  <a:ea typeface="Arial"/>
                  <a:cs typeface="Arial"/>
                </a:defRPr>
              </a:lvl4pPr>
              <a:lvl5pPr algn="ctr">
                <a:defRPr sz="813" b="1">
                  <a:solidFill>
                    <a:srgbClr val="000000"/>
                  </a:solidFill>
                  <a:latin typeface="Arial"/>
                  <a:ea typeface="Arial"/>
                  <a:cs typeface="Arial"/>
                </a:defRPr>
              </a:lvl5pPr>
              <a:lvl6pPr algn="ctr">
                <a:defRPr sz="813" b="1">
                  <a:solidFill>
                    <a:srgbClr val="000000"/>
                  </a:solidFill>
                  <a:latin typeface="Arial"/>
                  <a:ea typeface="Arial"/>
                  <a:cs typeface="Arial"/>
                </a:defRPr>
              </a:lvl6pPr>
              <a:lvl7pPr algn="ctr">
                <a:defRPr sz="813" b="1">
                  <a:solidFill>
                    <a:srgbClr val="000000"/>
                  </a:solidFill>
                  <a:latin typeface="Arial"/>
                  <a:ea typeface="Arial"/>
                  <a:cs typeface="Arial"/>
                </a:defRPr>
              </a:lvl7pPr>
              <a:lvl8pPr algn="ctr">
                <a:defRPr sz="813" b="1">
                  <a:solidFill>
                    <a:srgbClr val="000000"/>
                  </a:solidFill>
                  <a:latin typeface="Arial"/>
                  <a:ea typeface="Arial"/>
                  <a:cs typeface="Arial"/>
                </a:defRPr>
              </a:lvl8pPr>
              <a:lvl9pPr algn="ctr">
                <a:defRPr sz="813" b="1">
                  <a:solidFill>
                    <a:srgbClr val="000000"/>
                  </a:solidFill>
                  <a:latin typeface="Arial"/>
                  <a:ea typeface="Arial"/>
                  <a:cs typeface="Arial"/>
                </a:defRPr>
              </a:lvl9pPr>
            </a:lstStyle>
            <a:p>
              <a:pPr algn="ctr">
                <a:defRPr sz="813" b="1">
                  <a:solidFill>
                    <a:srgbClr val="000000"/>
                  </a:solidFill>
                  <a:latin typeface="Arial"/>
                  <a:ea typeface="Arial"/>
                  <a:cs typeface="Arial"/>
                </a:defRPr>
              </a:pPr>
              <a:r>
                <a:rPr sz="813" b="1">
                  <a:solidFill>
                    <a:srgbClr val="000000"/>
                  </a:solidFill>
                  <a:latin typeface="Arial"/>
                  <a:ea typeface="Arial"/>
                  <a:cs typeface="Arial"/>
                </a:rPr>
                <a:t>2000-07-15</a:t>
              </a:r>
            </a:p>
          </p:txBody>
        </p:sp>
        <p:pic>
          <p:nvPicPr>
            <p:cNvPr id="77" name="">
              <a:extLst>
                <a:ext uri="{FF2B5EF4-FFF2-40B4-BE49-F238E27FC236}">
                  <ns2:creationId id="{2036A67D-3876-420F-A375-01B4A13A7D92}"/>
                </a:ext>
              </a:extLst>
            </p:cNvPr>
            <p:cNvPicPr>
              <a:picLocks noChangeAspect="1"/>
            </p:cNvPicPr>
            <p:nvPr/>
          </p:nvPicPr>
          <p:blipFill>
            <a:blip r:embed="R64553e667f5b4856"/>
            <a:stretch/>
          </p:blipFill>
          <p:spPr>
            <a:xfrm>
              <a:off x="8496430" y="3257550"/>
              <a:ext cx="2238115" cy="2221308"/>
            </a:xfrm>
            <a:prstGeom prst="rect">
              <a:avLst/>
            </a:prstGeom>
          </p:spPr>
        </p:pic>
        <p:sp>
          <p:nvSpPr>
            <p:cNvPr id="78" name="rect_077">
              <a:extLst>
                <a:ext uri="{FF2B5EF4-FFF2-40B4-BE49-F238E27FC236}">
                  <ns2:creationId id="{D3209288-C1A2-4664-8CFE-2FC3EFDCCA6A}"/>
                </a:ext>
              </a:extLst>
            </p:cNvPr>
            <p:cNvSpPr>
              <a:spLocks noGrp="1"/>
            </p:cNvSpPr>
            <p:nvPr/>
          </p:nvSpPr>
          <p:spPr>
            <a:xfrm rot="0">
              <a:off x="8496300" y="3257550"/>
              <a:ext cx="2238375" cy="2221308"/>
            </a:xfrm>
            <a:prstGeom prst="rect">
              <a:avLst/>
            </a:prstGeom>
            <a:noFill/>
            <a:ln w="3195">
              <a:solidFill>
                <a:srgbClr val="6A7278"/>
              </a:solidFill>
              <a:prstDash val="solid"/>
            </a:ln>
          </p:spPr>
        </p:sp>
        <p:sp>
          <p:nvSpPr>
            <p:cNvPr id="79" name="text_078">
              <a:extLst>
                <a:ext uri="{FF2B5EF4-FFF2-40B4-BE49-F238E27FC236}">
                  <ns2:creationId id="{40F1AAA5-9180-41E8-A2CC-AB70D181E364}"/>
                </a:ext>
              </a:extLst>
            </p:cNvPr>
            <p:cNvSpPr>
              <a:spLocks noGrp="1"/>
            </p:cNvSpPr>
            <p:nvPr/>
          </p:nvSpPr>
          <p:spPr>
            <a:xfrm rot="0">
              <a:off x="8258175" y="5526483"/>
              <a:ext cx="476250" cy="209550"/>
            </a:xfrm>
            <a:prstGeom prst="rect">
              <a:avLst/>
            </a:prstGeom>
            <a:noFill/>
            <a:ln w="0">
              <a:noFill/>
              <a:prstDash val="solid"/>
            </a:ln>
          </p:spPr>
          <p:txBody>
            <a:bodyPr wrap="none" lIns="0" tIns="0" rIns="0" bIns="0" anchor="t">
              <a:noAutofit/>
            </a:bodyPr>
            <a:lstStyle>
              <a:defPPr algn="ctr">
                <a:defRPr sz="581" b="0">
                  <a:solidFill>
                    <a:srgbClr val="000000"/>
                  </a:solidFill>
                  <a:latin typeface="Arial"/>
                  <a:ea typeface="Arial"/>
                  <a:cs typeface="Arial"/>
                </a:defRPr>
              </a:defPPr>
              <a:lvl1pPr algn="ctr">
                <a:defRPr sz="581" b="0">
                  <a:solidFill>
                    <a:srgbClr val="000000"/>
                  </a:solidFill>
                  <a:latin typeface="Arial"/>
                  <a:ea typeface="Arial"/>
                  <a:cs typeface="Arial"/>
                </a:defRPr>
              </a:lvl1pPr>
              <a:lvl2pPr algn="ctr">
                <a:defRPr sz="581" b="0">
                  <a:solidFill>
                    <a:srgbClr val="000000"/>
                  </a:solidFill>
                  <a:latin typeface="Arial"/>
                  <a:ea typeface="Arial"/>
                  <a:cs typeface="Arial"/>
                </a:defRPr>
              </a:lvl2pPr>
              <a:lvl3pPr algn="ctr">
                <a:defRPr sz="581" b="0">
                  <a:solidFill>
                    <a:srgbClr val="000000"/>
                  </a:solidFill>
                  <a:latin typeface="Arial"/>
                  <a:ea typeface="Arial"/>
                  <a:cs typeface="Arial"/>
                </a:defRPr>
              </a:lvl3pPr>
              <a:lvl4pPr algn="ctr">
                <a:defRPr sz="581" b="0">
                  <a:solidFill>
                    <a:srgbClr val="000000"/>
                  </a:solidFill>
                  <a:latin typeface="Arial"/>
                  <a:ea typeface="Arial"/>
                  <a:cs typeface="Arial"/>
                </a:defRPr>
              </a:lvl4pPr>
              <a:lvl5pPr algn="ctr">
                <a:defRPr sz="581" b="0">
                  <a:solidFill>
                    <a:srgbClr val="000000"/>
                  </a:solidFill>
                  <a:latin typeface="Arial"/>
                  <a:ea typeface="Arial"/>
                  <a:cs typeface="Arial"/>
                </a:defRPr>
              </a:lvl5pPr>
              <a:lvl6pPr algn="ctr">
                <a:defRPr sz="581" b="0">
                  <a:solidFill>
                    <a:srgbClr val="000000"/>
                  </a:solidFill>
                  <a:latin typeface="Arial"/>
                  <a:ea typeface="Arial"/>
                  <a:cs typeface="Arial"/>
                </a:defRPr>
              </a:lvl6pPr>
              <a:lvl7pPr algn="ctr">
                <a:defRPr sz="581" b="0">
                  <a:solidFill>
                    <a:srgbClr val="000000"/>
                  </a:solidFill>
                  <a:latin typeface="Arial"/>
                  <a:ea typeface="Arial"/>
                  <a:cs typeface="Arial"/>
                </a:defRPr>
              </a:lvl7pPr>
              <a:lvl8pPr algn="ctr">
                <a:defRPr sz="581" b="0">
                  <a:solidFill>
                    <a:srgbClr val="000000"/>
                  </a:solidFill>
                  <a:latin typeface="Arial"/>
                  <a:ea typeface="Arial"/>
                  <a:cs typeface="Arial"/>
                </a:defRPr>
              </a:lvl8pPr>
              <a:lvl9pPr algn="ctr">
                <a:defRPr sz="581" b="0">
                  <a:solidFill>
                    <a:srgbClr val="000000"/>
                  </a:solidFill>
                  <a:latin typeface="Arial"/>
                  <a:ea typeface="Arial"/>
                  <a:cs typeface="Arial"/>
                </a:defRPr>
              </a:lvl9pPr>
            </a:lstStyle>
            <a:p>
              <a:pPr algn="ctr">
                <a:defRPr sz="581" b="0">
                  <a:solidFill>
                    <a:srgbClr val="000000"/>
                  </a:solidFill>
                  <a:latin typeface="Arial"/>
                  <a:ea typeface="Arial"/>
                  <a:cs typeface="Arial"/>
                </a:defRPr>
              </a:pPr>
              <a:r>
                <a:rPr sz="581" b="0">
                  <a:solidFill>
                    <a:srgbClr val="000000"/>
                  </a:solidFill>
                  <a:latin typeface="Arial"/>
                  <a:ea typeface="Arial"/>
                  <a:cs typeface="Arial"/>
                </a:rPr>
                <a:t>102</a:t>
              </a:r>
            </a:p>
          </p:txBody>
        </p:sp>
        <p:sp>
          <p:nvSpPr>
            <p:cNvPr id="80" name="text_079">
              <a:extLst>
                <a:ext uri="{FF2B5EF4-FFF2-40B4-BE49-F238E27FC236}">
                  <ns2:creationId id="{35C15768-309A-4C7C-964B-FC4822747CC7}"/>
                </a:ext>
              </a:extLst>
            </p:cNvPr>
            <p:cNvSpPr>
              <a:spLocks noGrp="1"/>
            </p:cNvSpPr>
            <p:nvPr/>
          </p:nvSpPr>
          <p:spPr>
            <a:xfrm rot="0">
              <a:off x="9377362" y="5526483"/>
              <a:ext cx="476250" cy="209550"/>
            </a:xfrm>
            <a:prstGeom prst="rect">
              <a:avLst/>
            </a:prstGeom>
            <a:noFill/>
            <a:ln w="0">
              <a:noFill/>
              <a:prstDash val="solid"/>
            </a:ln>
          </p:spPr>
          <p:txBody>
            <a:bodyPr wrap="none" lIns="0" tIns="0" rIns="0" bIns="0" anchor="t">
              <a:noAutofit/>
            </a:bodyPr>
            <a:lstStyle>
              <a:defPPr algn="ctr">
                <a:defRPr sz="581" b="0">
                  <a:solidFill>
                    <a:srgbClr val="000000"/>
                  </a:solidFill>
                  <a:latin typeface="Arial"/>
                  <a:ea typeface="Arial"/>
                  <a:cs typeface="Arial"/>
                </a:defRPr>
              </a:defPPr>
              <a:lvl1pPr algn="ctr">
                <a:defRPr sz="581" b="0">
                  <a:solidFill>
                    <a:srgbClr val="000000"/>
                  </a:solidFill>
                  <a:latin typeface="Arial"/>
                  <a:ea typeface="Arial"/>
                  <a:cs typeface="Arial"/>
                </a:defRPr>
              </a:lvl1pPr>
              <a:lvl2pPr algn="ctr">
                <a:defRPr sz="581" b="0">
                  <a:solidFill>
                    <a:srgbClr val="000000"/>
                  </a:solidFill>
                  <a:latin typeface="Arial"/>
                  <a:ea typeface="Arial"/>
                  <a:cs typeface="Arial"/>
                </a:defRPr>
              </a:lvl2pPr>
              <a:lvl3pPr algn="ctr">
                <a:defRPr sz="581" b="0">
                  <a:solidFill>
                    <a:srgbClr val="000000"/>
                  </a:solidFill>
                  <a:latin typeface="Arial"/>
                  <a:ea typeface="Arial"/>
                  <a:cs typeface="Arial"/>
                </a:defRPr>
              </a:lvl3pPr>
              <a:lvl4pPr algn="ctr">
                <a:defRPr sz="581" b="0">
                  <a:solidFill>
                    <a:srgbClr val="000000"/>
                  </a:solidFill>
                  <a:latin typeface="Arial"/>
                  <a:ea typeface="Arial"/>
                  <a:cs typeface="Arial"/>
                </a:defRPr>
              </a:lvl4pPr>
              <a:lvl5pPr algn="ctr">
                <a:defRPr sz="581" b="0">
                  <a:solidFill>
                    <a:srgbClr val="000000"/>
                  </a:solidFill>
                  <a:latin typeface="Arial"/>
                  <a:ea typeface="Arial"/>
                  <a:cs typeface="Arial"/>
                </a:defRPr>
              </a:lvl5pPr>
              <a:lvl6pPr algn="ctr">
                <a:defRPr sz="581" b="0">
                  <a:solidFill>
                    <a:srgbClr val="000000"/>
                  </a:solidFill>
                  <a:latin typeface="Arial"/>
                  <a:ea typeface="Arial"/>
                  <a:cs typeface="Arial"/>
                </a:defRPr>
              </a:lvl6pPr>
              <a:lvl7pPr algn="ctr">
                <a:defRPr sz="581" b="0">
                  <a:solidFill>
                    <a:srgbClr val="000000"/>
                  </a:solidFill>
                  <a:latin typeface="Arial"/>
                  <a:ea typeface="Arial"/>
                  <a:cs typeface="Arial"/>
                </a:defRPr>
              </a:lvl7pPr>
              <a:lvl8pPr algn="ctr">
                <a:defRPr sz="581" b="0">
                  <a:solidFill>
                    <a:srgbClr val="000000"/>
                  </a:solidFill>
                  <a:latin typeface="Arial"/>
                  <a:ea typeface="Arial"/>
                  <a:cs typeface="Arial"/>
                </a:defRPr>
              </a:lvl8pPr>
              <a:lvl9pPr algn="ctr">
                <a:defRPr sz="581" b="0">
                  <a:solidFill>
                    <a:srgbClr val="000000"/>
                  </a:solidFill>
                  <a:latin typeface="Arial"/>
                  <a:ea typeface="Arial"/>
                  <a:cs typeface="Arial"/>
                </a:defRPr>
              </a:lvl9pPr>
            </a:lstStyle>
            <a:p>
              <a:pPr algn="ctr">
                <a:defRPr sz="581" b="0">
                  <a:solidFill>
                    <a:srgbClr val="000000"/>
                  </a:solidFill>
                  <a:latin typeface="Arial"/>
                  <a:ea typeface="Arial"/>
                  <a:cs typeface="Arial"/>
                </a:defRPr>
              </a:pPr>
              <a:r>
                <a:rPr sz="581" b="0">
                  <a:solidFill>
                    <a:srgbClr val="000000"/>
                  </a:solidFill>
                  <a:latin typeface="Arial"/>
                  <a:ea typeface="Arial"/>
                  <a:cs typeface="Arial"/>
                </a:rPr>
                <a:t>108</a:t>
              </a:r>
            </a:p>
          </p:txBody>
        </p:sp>
        <p:sp>
          <p:nvSpPr>
            <p:cNvPr id="81" name="text_080">
              <a:extLst>
                <a:ext uri="{FF2B5EF4-FFF2-40B4-BE49-F238E27FC236}">
                  <ns2:creationId id="{FA9DC965-7A2C-4F30-AD1B-0E0743009017}"/>
                </a:ext>
              </a:extLst>
            </p:cNvPr>
            <p:cNvSpPr>
              <a:spLocks noGrp="1"/>
            </p:cNvSpPr>
            <p:nvPr/>
          </p:nvSpPr>
          <p:spPr>
            <a:xfrm rot="0">
              <a:off x="10496550" y="5526483"/>
              <a:ext cx="476250" cy="209550"/>
            </a:xfrm>
            <a:prstGeom prst="rect">
              <a:avLst/>
            </a:prstGeom>
            <a:noFill/>
            <a:ln w="0">
              <a:noFill/>
              <a:prstDash val="solid"/>
            </a:ln>
          </p:spPr>
          <p:txBody>
            <a:bodyPr wrap="none" lIns="0" tIns="0" rIns="0" bIns="0" anchor="t">
              <a:noAutofit/>
            </a:bodyPr>
            <a:lstStyle>
              <a:defPPr algn="ctr">
                <a:defRPr sz="581" b="0">
                  <a:solidFill>
                    <a:srgbClr val="000000"/>
                  </a:solidFill>
                  <a:latin typeface="Arial"/>
                  <a:ea typeface="Arial"/>
                  <a:cs typeface="Arial"/>
                </a:defRPr>
              </a:defPPr>
              <a:lvl1pPr algn="ctr">
                <a:defRPr sz="581" b="0">
                  <a:solidFill>
                    <a:srgbClr val="000000"/>
                  </a:solidFill>
                  <a:latin typeface="Arial"/>
                  <a:ea typeface="Arial"/>
                  <a:cs typeface="Arial"/>
                </a:defRPr>
              </a:lvl1pPr>
              <a:lvl2pPr algn="ctr">
                <a:defRPr sz="581" b="0">
                  <a:solidFill>
                    <a:srgbClr val="000000"/>
                  </a:solidFill>
                  <a:latin typeface="Arial"/>
                  <a:ea typeface="Arial"/>
                  <a:cs typeface="Arial"/>
                </a:defRPr>
              </a:lvl2pPr>
              <a:lvl3pPr algn="ctr">
                <a:defRPr sz="581" b="0">
                  <a:solidFill>
                    <a:srgbClr val="000000"/>
                  </a:solidFill>
                  <a:latin typeface="Arial"/>
                  <a:ea typeface="Arial"/>
                  <a:cs typeface="Arial"/>
                </a:defRPr>
              </a:lvl3pPr>
              <a:lvl4pPr algn="ctr">
                <a:defRPr sz="581" b="0">
                  <a:solidFill>
                    <a:srgbClr val="000000"/>
                  </a:solidFill>
                  <a:latin typeface="Arial"/>
                  <a:ea typeface="Arial"/>
                  <a:cs typeface="Arial"/>
                </a:defRPr>
              </a:lvl4pPr>
              <a:lvl5pPr algn="ctr">
                <a:defRPr sz="581" b="0">
                  <a:solidFill>
                    <a:srgbClr val="000000"/>
                  </a:solidFill>
                  <a:latin typeface="Arial"/>
                  <a:ea typeface="Arial"/>
                  <a:cs typeface="Arial"/>
                </a:defRPr>
              </a:lvl5pPr>
              <a:lvl6pPr algn="ctr">
                <a:defRPr sz="581" b="0">
                  <a:solidFill>
                    <a:srgbClr val="000000"/>
                  </a:solidFill>
                  <a:latin typeface="Arial"/>
                  <a:ea typeface="Arial"/>
                  <a:cs typeface="Arial"/>
                </a:defRPr>
              </a:lvl6pPr>
              <a:lvl7pPr algn="ctr">
                <a:defRPr sz="581" b="0">
                  <a:solidFill>
                    <a:srgbClr val="000000"/>
                  </a:solidFill>
                  <a:latin typeface="Arial"/>
                  <a:ea typeface="Arial"/>
                  <a:cs typeface="Arial"/>
                </a:defRPr>
              </a:lvl7pPr>
              <a:lvl8pPr algn="ctr">
                <a:defRPr sz="581" b="0">
                  <a:solidFill>
                    <a:srgbClr val="000000"/>
                  </a:solidFill>
                  <a:latin typeface="Arial"/>
                  <a:ea typeface="Arial"/>
                  <a:cs typeface="Arial"/>
                </a:defRPr>
              </a:lvl8pPr>
              <a:lvl9pPr algn="ctr">
                <a:defRPr sz="581" b="0">
                  <a:solidFill>
                    <a:srgbClr val="000000"/>
                  </a:solidFill>
                  <a:latin typeface="Arial"/>
                  <a:ea typeface="Arial"/>
                  <a:cs typeface="Arial"/>
                </a:defRPr>
              </a:lvl9pPr>
            </a:lstStyle>
            <a:p>
              <a:pPr algn="ctr">
                <a:defRPr sz="581" b="0">
                  <a:solidFill>
                    <a:srgbClr val="000000"/>
                  </a:solidFill>
                  <a:latin typeface="Arial"/>
                  <a:ea typeface="Arial"/>
                  <a:cs typeface="Arial"/>
                </a:defRPr>
              </a:pPr>
              <a:r>
                <a:rPr sz="581" b="0">
                  <a:solidFill>
                    <a:srgbClr val="000000"/>
                  </a:solidFill>
                  <a:latin typeface="Arial"/>
                  <a:ea typeface="Arial"/>
                  <a:cs typeface="Arial"/>
                </a:rPr>
                <a:t>114</a:t>
              </a:r>
            </a:p>
          </p:txBody>
        </p:sp>
        <p:sp>
          <p:nvSpPr>
            <p:cNvPr id="82" name="ellipse_081">
              <a:extLst>
                <a:ext uri="{FF2B5EF4-FFF2-40B4-BE49-F238E27FC236}">
                  <ns2:creationId id="{ADF850AE-9FEF-4849-A8E3-76A7CD357607}"/>
                </a:ext>
              </a:extLst>
            </p:cNvPr>
            <p:cNvSpPr>
              <a:spLocks noGrp="1"/>
            </p:cNvSpPr>
            <p:nvPr/>
          </p:nvSpPr>
          <p:spPr>
            <a:xfrm rot="0">
              <a:off x="10426279" y="5263043"/>
              <a:ext cx="114300" cy="114300"/>
            </a:xfrm>
            <a:prstGeom prst="ellipse">
              <a:avLst/>
            </a:prstGeom>
            <a:solidFill>
              <a:srgbClr val="FFFFFF"/>
            </a:solidFill>
            <a:ln w="8849">
              <a:solidFill>
                <a:srgbClr val="FFFFFF"/>
              </a:solidFill>
              <a:prstDash val="solid"/>
            </a:ln>
          </p:spPr>
        </p:sp>
        <p:sp>
          <p:nvSpPr>
            <p:cNvPr id="83" name="ellipse_082">
              <a:extLst>
                <a:ext uri="{FF2B5EF4-FFF2-40B4-BE49-F238E27FC236}">
                  <ns2:creationId id="{F38CAF6B-F127-4082-B828-54DB7FD60154}"/>
                </a:ext>
              </a:extLst>
            </p:cNvPr>
            <p:cNvSpPr>
              <a:spLocks noGrp="1"/>
            </p:cNvSpPr>
            <p:nvPr/>
          </p:nvSpPr>
          <p:spPr>
            <a:xfrm rot="0">
              <a:off x="10445329" y="5282093"/>
              <a:ext cx="76200" cy="76200"/>
            </a:xfrm>
            <a:prstGeom prst="ellipse">
              <a:avLst/>
            </a:prstGeom>
            <a:solidFill>
              <a:srgbClr val="FFFFFF"/>
            </a:solidFill>
            <a:ln w="8849">
              <a:solidFill>
                <a:srgbClr val="0072B2"/>
              </a:solidFill>
              <a:prstDash val="solid"/>
            </a:ln>
          </p:spPr>
        </p:sp>
        <p:sp>
          <p:nvSpPr>
            <p:cNvPr id="84" name="text_083">
              <a:extLst>
                <a:ext uri="{FF2B5EF4-FFF2-40B4-BE49-F238E27FC236}">
                  <ns2:creationId id="{BA265CA0-EF33-4C2A-970B-CAC5CABF6D1E}"/>
                </a:ext>
              </a:extLst>
            </p:cNvPr>
            <p:cNvSpPr>
              <a:spLocks noGrp="1"/>
            </p:cNvSpPr>
            <p:nvPr/>
          </p:nvSpPr>
          <p:spPr>
            <a:xfrm rot="0">
              <a:off x="10559629" y="5091593"/>
              <a:ext cx="247650" cy="247650"/>
            </a:xfrm>
            <a:prstGeom prst="rect">
              <a:avLst/>
            </a:prstGeom>
            <a:noFill/>
            <a:ln w="0">
              <a:noFill/>
              <a:prstDash val="solid"/>
            </a:ln>
          </p:spPr>
          <p:txBody>
            <a:bodyPr wrap="none" lIns="0" tIns="0" rIns="0" bIns="0" anchor="t">
              <a:noAutofit/>
            </a:bodyPr>
            <a:lstStyle>
              <a:defPPr algn="l">
                <a:defRPr sz="774" b="1">
                  <a:solidFill>
                    <a:srgbClr val="0072B2"/>
                  </a:solidFill>
                  <a:latin typeface="Arial"/>
                  <a:ea typeface="Arial"/>
                  <a:cs typeface="Arial"/>
                </a:defRPr>
              </a:defPPr>
              <a:lvl1pPr algn="l">
                <a:defRPr sz="774" b="1">
                  <a:solidFill>
                    <a:srgbClr val="0072B2"/>
                  </a:solidFill>
                  <a:latin typeface="Arial"/>
                  <a:ea typeface="Arial"/>
                  <a:cs typeface="Arial"/>
                </a:defRPr>
              </a:lvl1pPr>
              <a:lvl2pPr algn="l">
                <a:defRPr sz="774" b="1">
                  <a:solidFill>
                    <a:srgbClr val="0072B2"/>
                  </a:solidFill>
                  <a:latin typeface="Arial"/>
                  <a:ea typeface="Arial"/>
                  <a:cs typeface="Arial"/>
                </a:defRPr>
              </a:lvl2pPr>
              <a:lvl3pPr algn="l">
                <a:defRPr sz="774" b="1">
                  <a:solidFill>
                    <a:srgbClr val="0072B2"/>
                  </a:solidFill>
                  <a:latin typeface="Arial"/>
                  <a:ea typeface="Arial"/>
                  <a:cs typeface="Arial"/>
                </a:defRPr>
              </a:lvl3pPr>
              <a:lvl4pPr algn="l">
                <a:defRPr sz="774" b="1">
                  <a:solidFill>
                    <a:srgbClr val="0072B2"/>
                  </a:solidFill>
                  <a:latin typeface="Arial"/>
                  <a:ea typeface="Arial"/>
                  <a:cs typeface="Arial"/>
                </a:defRPr>
              </a:lvl4pPr>
              <a:lvl5pPr algn="l">
                <a:defRPr sz="774" b="1">
                  <a:solidFill>
                    <a:srgbClr val="0072B2"/>
                  </a:solidFill>
                  <a:latin typeface="Arial"/>
                  <a:ea typeface="Arial"/>
                  <a:cs typeface="Arial"/>
                </a:defRPr>
              </a:lvl5pPr>
              <a:lvl6pPr algn="l">
                <a:defRPr sz="774" b="1">
                  <a:solidFill>
                    <a:srgbClr val="0072B2"/>
                  </a:solidFill>
                  <a:latin typeface="Arial"/>
                  <a:ea typeface="Arial"/>
                  <a:cs typeface="Arial"/>
                </a:defRPr>
              </a:lvl6pPr>
              <a:lvl7pPr algn="l">
                <a:defRPr sz="774" b="1">
                  <a:solidFill>
                    <a:srgbClr val="0072B2"/>
                  </a:solidFill>
                  <a:latin typeface="Arial"/>
                  <a:ea typeface="Arial"/>
                  <a:cs typeface="Arial"/>
                </a:defRPr>
              </a:lvl7pPr>
              <a:lvl8pPr algn="l">
                <a:defRPr sz="774" b="1">
                  <a:solidFill>
                    <a:srgbClr val="0072B2"/>
                  </a:solidFill>
                  <a:latin typeface="Arial"/>
                  <a:ea typeface="Arial"/>
                  <a:cs typeface="Arial"/>
                </a:defRPr>
              </a:lvl8pPr>
              <a:lvl9pPr algn="l">
                <a:defRPr sz="774" b="1">
                  <a:solidFill>
                    <a:srgbClr val="0072B2"/>
                  </a:solidFill>
                  <a:latin typeface="Arial"/>
                  <a:ea typeface="Arial"/>
                  <a:cs typeface="Arial"/>
                </a:defRPr>
              </a:lvl9pPr>
            </a:lstStyle>
            <a:p>
              <a:pPr algn="l">
                <a:defRPr sz="774" b="1">
                  <a:solidFill>
                    <a:srgbClr val="0072B2"/>
                  </a:solidFill>
                  <a:latin typeface="Arial"/>
                  <a:ea typeface="Arial"/>
                  <a:cs typeface="Arial"/>
                </a:defRPr>
              </a:pPr>
              <a:r>
                <a:rPr sz="774" b="1">
                  <a:solidFill>
                    <a:srgbClr val="0072B2"/>
                  </a:solidFill>
                  <a:latin typeface="Arial"/>
                  <a:ea typeface="Arial"/>
                  <a:cs typeface="Arial"/>
                </a:rPr>
                <a:t>A</a:t>
              </a:r>
            </a:p>
          </p:txBody>
        </p:sp>
        <p:sp>
          <p:nvSpPr>
            <p:cNvPr id="85" name="ellipse_084">
              <a:extLst>
                <a:ext uri="{FF2B5EF4-FFF2-40B4-BE49-F238E27FC236}">
                  <ns2:creationId id="{6808496F-4324-4034-8E35-94D3341A61D0}"/>
                </a:ext>
              </a:extLst>
            </p:cNvPr>
            <p:cNvSpPr>
              <a:spLocks noGrp="1"/>
            </p:cNvSpPr>
            <p:nvPr/>
          </p:nvSpPr>
          <p:spPr>
            <a:xfrm rot="0">
              <a:off x="8690396" y="3404398"/>
              <a:ext cx="114300" cy="114300"/>
            </a:xfrm>
            <a:prstGeom prst="ellipse">
              <a:avLst/>
            </a:prstGeom>
            <a:solidFill>
              <a:srgbClr val="FFFFFF"/>
            </a:solidFill>
            <a:ln w="8849">
              <a:solidFill>
                <a:srgbClr val="FFFFFF"/>
              </a:solidFill>
              <a:prstDash val="solid"/>
            </a:ln>
          </p:spPr>
        </p:sp>
        <p:sp>
          <p:nvSpPr>
            <p:cNvPr id="86" name="ellipse_085">
              <a:extLst>
                <a:ext uri="{FF2B5EF4-FFF2-40B4-BE49-F238E27FC236}">
                  <ns2:creationId id="{4C52C49F-6AC5-4904-9E08-9DBCF2341B92}"/>
                </a:ext>
              </a:extLst>
            </p:cNvPr>
            <p:cNvSpPr>
              <a:spLocks noGrp="1"/>
            </p:cNvSpPr>
            <p:nvPr/>
          </p:nvSpPr>
          <p:spPr>
            <a:xfrm rot="0">
              <a:off x="8709446" y="3423448"/>
              <a:ext cx="76200" cy="76200"/>
            </a:xfrm>
            <a:prstGeom prst="ellipse">
              <a:avLst/>
            </a:prstGeom>
            <a:solidFill>
              <a:srgbClr val="FFFFFF"/>
            </a:solidFill>
            <a:ln w="8849">
              <a:solidFill>
                <a:srgbClr val="D55E00"/>
              </a:solidFill>
              <a:prstDash val="solid"/>
            </a:ln>
          </p:spPr>
        </p:sp>
        <p:sp>
          <p:nvSpPr>
            <p:cNvPr id="87" name="text_086">
              <a:extLst>
                <a:ext uri="{FF2B5EF4-FFF2-40B4-BE49-F238E27FC236}">
                  <ns2:creationId id="{E2C2404B-88D6-498B-998F-5665A27FCE42}"/>
                </a:ext>
              </a:extLst>
            </p:cNvPr>
            <p:cNvSpPr>
              <a:spLocks noGrp="1"/>
            </p:cNvSpPr>
            <p:nvPr/>
          </p:nvSpPr>
          <p:spPr>
            <a:xfrm rot="0">
              <a:off x="8823746" y="3232948"/>
              <a:ext cx="247650" cy="247650"/>
            </a:xfrm>
            <a:prstGeom prst="rect">
              <a:avLst/>
            </a:prstGeom>
            <a:noFill/>
            <a:ln w="0">
              <a:noFill/>
              <a:prstDash val="solid"/>
            </a:ln>
          </p:spPr>
          <p:txBody>
            <a:bodyPr wrap="none" lIns="0" tIns="0" rIns="0" bIns="0" anchor="t">
              <a:noAutofit/>
            </a:bodyPr>
            <a:lstStyle>
              <a:defPPr algn="l">
                <a:defRPr sz="774" b="1">
                  <a:solidFill>
                    <a:srgbClr val="D55E00"/>
                  </a:solidFill>
                  <a:latin typeface="Arial"/>
                  <a:ea typeface="Arial"/>
                  <a:cs typeface="Arial"/>
                </a:defRPr>
              </a:defPPr>
              <a:lvl1pPr algn="l">
                <a:defRPr sz="774" b="1">
                  <a:solidFill>
                    <a:srgbClr val="D55E00"/>
                  </a:solidFill>
                  <a:latin typeface="Arial"/>
                  <a:ea typeface="Arial"/>
                  <a:cs typeface="Arial"/>
                </a:defRPr>
              </a:lvl1pPr>
              <a:lvl2pPr algn="l">
                <a:defRPr sz="774" b="1">
                  <a:solidFill>
                    <a:srgbClr val="D55E00"/>
                  </a:solidFill>
                  <a:latin typeface="Arial"/>
                  <a:ea typeface="Arial"/>
                  <a:cs typeface="Arial"/>
                </a:defRPr>
              </a:lvl2pPr>
              <a:lvl3pPr algn="l">
                <a:defRPr sz="774" b="1">
                  <a:solidFill>
                    <a:srgbClr val="D55E00"/>
                  </a:solidFill>
                  <a:latin typeface="Arial"/>
                  <a:ea typeface="Arial"/>
                  <a:cs typeface="Arial"/>
                </a:defRPr>
              </a:lvl3pPr>
              <a:lvl4pPr algn="l">
                <a:defRPr sz="774" b="1">
                  <a:solidFill>
                    <a:srgbClr val="D55E00"/>
                  </a:solidFill>
                  <a:latin typeface="Arial"/>
                  <a:ea typeface="Arial"/>
                  <a:cs typeface="Arial"/>
                </a:defRPr>
              </a:lvl4pPr>
              <a:lvl5pPr algn="l">
                <a:defRPr sz="774" b="1">
                  <a:solidFill>
                    <a:srgbClr val="D55E00"/>
                  </a:solidFill>
                  <a:latin typeface="Arial"/>
                  <a:ea typeface="Arial"/>
                  <a:cs typeface="Arial"/>
                </a:defRPr>
              </a:lvl5pPr>
              <a:lvl6pPr algn="l">
                <a:defRPr sz="774" b="1">
                  <a:solidFill>
                    <a:srgbClr val="D55E00"/>
                  </a:solidFill>
                  <a:latin typeface="Arial"/>
                  <a:ea typeface="Arial"/>
                  <a:cs typeface="Arial"/>
                </a:defRPr>
              </a:lvl6pPr>
              <a:lvl7pPr algn="l">
                <a:defRPr sz="774" b="1">
                  <a:solidFill>
                    <a:srgbClr val="D55E00"/>
                  </a:solidFill>
                  <a:latin typeface="Arial"/>
                  <a:ea typeface="Arial"/>
                  <a:cs typeface="Arial"/>
                </a:defRPr>
              </a:lvl7pPr>
              <a:lvl8pPr algn="l">
                <a:defRPr sz="774" b="1">
                  <a:solidFill>
                    <a:srgbClr val="D55E00"/>
                  </a:solidFill>
                  <a:latin typeface="Arial"/>
                  <a:ea typeface="Arial"/>
                  <a:cs typeface="Arial"/>
                </a:defRPr>
              </a:lvl8pPr>
              <a:lvl9pPr algn="l">
                <a:defRPr sz="774" b="1">
                  <a:solidFill>
                    <a:srgbClr val="D55E00"/>
                  </a:solidFill>
                  <a:latin typeface="Arial"/>
                  <a:ea typeface="Arial"/>
                  <a:cs typeface="Arial"/>
                </a:defRPr>
              </a:lvl9pPr>
            </a:lstStyle>
            <a:p>
              <a:pPr algn="l">
                <a:defRPr sz="774" b="1">
                  <a:solidFill>
                    <a:srgbClr val="D55E00"/>
                  </a:solidFill>
                  <a:latin typeface="Arial"/>
                  <a:ea typeface="Arial"/>
                  <a:cs typeface="Arial"/>
                </a:defRPr>
              </a:pPr>
              <a:r>
                <a:rPr sz="774" b="1">
                  <a:solidFill>
                    <a:srgbClr val="D55E00"/>
                  </a:solidFill>
                  <a:latin typeface="Arial"/>
                  <a:ea typeface="Arial"/>
                  <a:cs typeface="Arial"/>
                </a:rPr>
                <a:t>B</a:t>
              </a:r>
            </a:p>
          </p:txBody>
        </p:sp>
        <p:sp>
          <p:nvSpPr>
            <p:cNvPr id="88" name="ellipse_087">
              <a:extLst>
                <a:ext uri="{FF2B5EF4-FFF2-40B4-BE49-F238E27FC236}">
                  <ns2:creationId id="{24FFD6FC-13CD-4A94-999B-9E0A06802F22}"/>
                </a:ext>
              </a:extLst>
            </p:cNvPr>
            <p:cNvSpPr>
              <a:spLocks noGrp="1"/>
            </p:cNvSpPr>
            <p:nvPr/>
          </p:nvSpPr>
          <p:spPr>
            <a:xfrm rot="0">
              <a:off x="9147207" y="4809715"/>
              <a:ext cx="114300" cy="114300"/>
            </a:xfrm>
            <a:prstGeom prst="ellipse">
              <a:avLst/>
            </a:prstGeom>
            <a:solidFill>
              <a:srgbClr val="FFFFFF"/>
            </a:solidFill>
            <a:ln w="8849">
              <a:solidFill>
                <a:srgbClr val="FFFFFF"/>
              </a:solidFill>
              <a:prstDash val="solid"/>
            </a:ln>
          </p:spPr>
        </p:sp>
        <p:sp>
          <p:nvSpPr>
            <p:cNvPr id="89" name="ellipse_088">
              <a:extLst>
                <a:ext uri="{FF2B5EF4-FFF2-40B4-BE49-F238E27FC236}">
                  <ns2:creationId id="{C139E2EB-1470-45A2-BFC6-8E2EB2425765}"/>
                </a:ext>
              </a:extLst>
            </p:cNvPr>
            <p:cNvSpPr>
              <a:spLocks noGrp="1"/>
            </p:cNvSpPr>
            <p:nvPr/>
          </p:nvSpPr>
          <p:spPr>
            <a:xfrm rot="0">
              <a:off x="9166257" y="4828765"/>
              <a:ext cx="76200" cy="76200"/>
            </a:xfrm>
            <a:prstGeom prst="ellipse">
              <a:avLst/>
            </a:prstGeom>
            <a:solidFill>
              <a:srgbClr val="FFFFFF"/>
            </a:solidFill>
            <a:ln w="8849">
              <a:solidFill>
                <a:srgbClr val="009E73"/>
              </a:solidFill>
              <a:prstDash val="solid"/>
            </a:ln>
          </p:spPr>
        </p:sp>
        <p:sp>
          <p:nvSpPr>
            <p:cNvPr id="90" name="text_089">
              <a:extLst>
                <a:ext uri="{FF2B5EF4-FFF2-40B4-BE49-F238E27FC236}">
                  <ns2:creationId id="{36AB4493-AC65-4F90-B203-3B354CD2D8C7}"/>
                </a:ext>
              </a:extLst>
            </p:cNvPr>
            <p:cNvSpPr>
              <a:spLocks noGrp="1"/>
            </p:cNvSpPr>
            <p:nvPr/>
          </p:nvSpPr>
          <p:spPr>
            <a:xfrm rot="0">
              <a:off x="9280557" y="4638265"/>
              <a:ext cx="247650" cy="247650"/>
            </a:xfrm>
            <a:prstGeom prst="rect">
              <a:avLst/>
            </a:prstGeom>
            <a:noFill/>
            <a:ln w="0">
              <a:noFill/>
              <a:prstDash val="solid"/>
            </a:ln>
          </p:spPr>
          <p:txBody>
            <a:bodyPr wrap="none" lIns="0" tIns="0" rIns="0" bIns="0" anchor="t">
              <a:noAutofit/>
            </a:bodyPr>
            <a:lstStyle>
              <a:defPPr algn="l">
                <a:defRPr sz="774" b="1">
                  <a:solidFill>
                    <a:srgbClr val="009E73"/>
                  </a:solidFill>
                  <a:latin typeface="Arial"/>
                  <a:ea typeface="Arial"/>
                  <a:cs typeface="Arial"/>
                </a:defRPr>
              </a:defPPr>
              <a:lvl1pPr algn="l">
                <a:defRPr sz="774" b="1">
                  <a:solidFill>
                    <a:srgbClr val="009E73"/>
                  </a:solidFill>
                  <a:latin typeface="Arial"/>
                  <a:ea typeface="Arial"/>
                  <a:cs typeface="Arial"/>
                </a:defRPr>
              </a:lvl1pPr>
              <a:lvl2pPr algn="l">
                <a:defRPr sz="774" b="1">
                  <a:solidFill>
                    <a:srgbClr val="009E73"/>
                  </a:solidFill>
                  <a:latin typeface="Arial"/>
                  <a:ea typeface="Arial"/>
                  <a:cs typeface="Arial"/>
                </a:defRPr>
              </a:lvl2pPr>
              <a:lvl3pPr algn="l">
                <a:defRPr sz="774" b="1">
                  <a:solidFill>
                    <a:srgbClr val="009E73"/>
                  </a:solidFill>
                  <a:latin typeface="Arial"/>
                  <a:ea typeface="Arial"/>
                  <a:cs typeface="Arial"/>
                </a:defRPr>
              </a:lvl3pPr>
              <a:lvl4pPr algn="l">
                <a:defRPr sz="774" b="1">
                  <a:solidFill>
                    <a:srgbClr val="009E73"/>
                  </a:solidFill>
                  <a:latin typeface="Arial"/>
                  <a:ea typeface="Arial"/>
                  <a:cs typeface="Arial"/>
                </a:defRPr>
              </a:lvl4pPr>
              <a:lvl5pPr algn="l">
                <a:defRPr sz="774" b="1">
                  <a:solidFill>
                    <a:srgbClr val="009E73"/>
                  </a:solidFill>
                  <a:latin typeface="Arial"/>
                  <a:ea typeface="Arial"/>
                  <a:cs typeface="Arial"/>
                </a:defRPr>
              </a:lvl5pPr>
              <a:lvl6pPr algn="l">
                <a:defRPr sz="774" b="1">
                  <a:solidFill>
                    <a:srgbClr val="009E73"/>
                  </a:solidFill>
                  <a:latin typeface="Arial"/>
                  <a:ea typeface="Arial"/>
                  <a:cs typeface="Arial"/>
                </a:defRPr>
              </a:lvl6pPr>
              <a:lvl7pPr algn="l">
                <a:defRPr sz="774" b="1">
                  <a:solidFill>
                    <a:srgbClr val="009E73"/>
                  </a:solidFill>
                  <a:latin typeface="Arial"/>
                  <a:ea typeface="Arial"/>
                  <a:cs typeface="Arial"/>
                </a:defRPr>
              </a:lvl7pPr>
              <a:lvl8pPr algn="l">
                <a:defRPr sz="774" b="1">
                  <a:solidFill>
                    <a:srgbClr val="009E73"/>
                  </a:solidFill>
                  <a:latin typeface="Arial"/>
                  <a:ea typeface="Arial"/>
                  <a:cs typeface="Arial"/>
                </a:defRPr>
              </a:lvl8pPr>
              <a:lvl9pPr algn="l">
                <a:defRPr sz="774" b="1">
                  <a:solidFill>
                    <a:srgbClr val="009E73"/>
                  </a:solidFill>
                  <a:latin typeface="Arial"/>
                  <a:ea typeface="Arial"/>
                  <a:cs typeface="Arial"/>
                </a:defRPr>
              </a:lvl9pPr>
            </a:lstStyle>
            <a:p>
              <a:pPr algn="l">
                <a:defRPr sz="774" b="1">
                  <a:solidFill>
                    <a:srgbClr val="009E73"/>
                  </a:solidFill>
                  <a:latin typeface="Arial"/>
                  <a:ea typeface="Arial"/>
                  <a:cs typeface="Arial"/>
                </a:defRPr>
              </a:pPr>
              <a:r>
                <a:rPr sz="774" b="1">
                  <a:solidFill>
                    <a:srgbClr val="009E73"/>
                  </a:solidFill>
                  <a:latin typeface="Arial"/>
                  <a:ea typeface="Arial"/>
                  <a:cs typeface="Arial"/>
                </a:rPr>
                <a:t>C</a:t>
              </a:r>
            </a:p>
          </p:txBody>
        </p:sp>
        <p:sp>
          <p:nvSpPr>
            <p:cNvPr id="91" name="text_090">
              <a:extLst>
                <a:ext uri="{FF2B5EF4-FFF2-40B4-BE49-F238E27FC236}">
                  <ns2:creationId id="{67089FD0-28E0-449C-8794-DE425E420464}"/>
                </a:ext>
              </a:extLst>
            </p:cNvPr>
            <p:cNvSpPr>
              <a:spLocks noGrp="1"/>
            </p:cNvSpPr>
            <p:nvPr/>
          </p:nvSpPr>
          <p:spPr>
            <a:xfrm rot="0">
              <a:off x="11010900" y="2981325"/>
              <a:ext cx="2428875" cy="247650"/>
            </a:xfrm>
            <a:prstGeom prst="rect">
              <a:avLst/>
            </a:prstGeom>
            <a:noFill/>
            <a:ln w="0">
              <a:noFill/>
              <a:prstDash val="solid"/>
            </a:ln>
          </p:spPr>
          <p:txBody>
            <a:bodyPr wrap="none" lIns="0" tIns="0" rIns="0" bIns="0" anchor="t">
              <a:noAutofit/>
            </a:bodyPr>
            <a:lstStyle>
              <a:defPPr algn="ctr">
                <a:defRPr sz="813" b="1">
                  <a:solidFill>
                    <a:srgbClr val="000000"/>
                  </a:solidFill>
                  <a:latin typeface="Arial"/>
                  <a:ea typeface="Arial"/>
                  <a:cs typeface="Arial"/>
                </a:defRPr>
              </a:defPPr>
              <a:lvl1pPr algn="ctr">
                <a:defRPr sz="813" b="1">
                  <a:solidFill>
                    <a:srgbClr val="000000"/>
                  </a:solidFill>
                  <a:latin typeface="Arial"/>
                  <a:ea typeface="Arial"/>
                  <a:cs typeface="Arial"/>
                </a:defRPr>
              </a:lvl1pPr>
              <a:lvl2pPr algn="ctr">
                <a:defRPr sz="813" b="1">
                  <a:solidFill>
                    <a:srgbClr val="000000"/>
                  </a:solidFill>
                  <a:latin typeface="Arial"/>
                  <a:ea typeface="Arial"/>
                  <a:cs typeface="Arial"/>
                </a:defRPr>
              </a:lvl2pPr>
              <a:lvl3pPr algn="ctr">
                <a:defRPr sz="813" b="1">
                  <a:solidFill>
                    <a:srgbClr val="000000"/>
                  </a:solidFill>
                  <a:latin typeface="Arial"/>
                  <a:ea typeface="Arial"/>
                  <a:cs typeface="Arial"/>
                </a:defRPr>
              </a:lvl3pPr>
              <a:lvl4pPr algn="ctr">
                <a:defRPr sz="813" b="1">
                  <a:solidFill>
                    <a:srgbClr val="000000"/>
                  </a:solidFill>
                  <a:latin typeface="Arial"/>
                  <a:ea typeface="Arial"/>
                  <a:cs typeface="Arial"/>
                </a:defRPr>
              </a:lvl4pPr>
              <a:lvl5pPr algn="ctr">
                <a:defRPr sz="813" b="1">
                  <a:solidFill>
                    <a:srgbClr val="000000"/>
                  </a:solidFill>
                  <a:latin typeface="Arial"/>
                  <a:ea typeface="Arial"/>
                  <a:cs typeface="Arial"/>
                </a:defRPr>
              </a:lvl5pPr>
              <a:lvl6pPr algn="ctr">
                <a:defRPr sz="813" b="1">
                  <a:solidFill>
                    <a:srgbClr val="000000"/>
                  </a:solidFill>
                  <a:latin typeface="Arial"/>
                  <a:ea typeface="Arial"/>
                  <a:cs typeface="Arial"/>
                </a:defRPr>
              </a:lvl6pPr>
              <a:lvl7pPr algn="ctr">
                <a:defRPr sz="813" b="1">
                  <a:solidFill>
                    <a:srgbClr val="000000"/>
                  </a:solidFill>
                  <a:latin typeface="Arial"/>
                  <a:ea typeface="Arial"/>
                  <a:cs typeface="Arial"/>
                </a:defRPr>
              </a:lvl7pPr>
              <a:lvl8pPr algn="ctr">
                <a:defRPr sz="813" b="1">
                  <a:solidFill>
                    <a:srgbClr val="000000"/>
                  </a:solidFill>
                  <a:latin typeface="Arial"/>
                  <a:ea typeface="Arial"/>
                  <a:cs typeface="Arial"/>
                </a:defRPr>
              </a:lvl8pPr>
              <a:lvl9pPr algn="ctr">
                <a:defRPr sz="813" b="1">
                  <a:solidFill>
                    <a:srgbClr val="000000"/>
                  </a:solidFill>
                  <a:latin typeface="Arial"/>
                  <a:ea typeface="Arial"/>
                  <a:cs typeface="Arial"/>
                </a:defRPr>
              </a:lvl9pPr>
            </a:lstStyle>
            <a:p>
              <a:pPr algn="ctr">
                <a:defRPr sz="813" b="1">
                  <a:solidFill>
                    <a:srgbClr val="000000"/>
                  </a:solidFill>
                  <a:latin typeface="Arial"/>
                  <a:ea typeface="Arial"/>
                  <a:cs typeface="Arial"/>
                </a:defRPr>
              </a:pPr>
              <a:r>
                <a:rPr sz="813" b="1">
                  <a:solidFill>
                    <a:srgbClr val="000000"/>
                  </a:solidFill>
                  <a:latin typeface="Arial"/>
                  <a:ea typeface="Arial"/>
                  <a:cs typeface="Arial"/>
                </a:rPr>
                <a:t>2000-07-16</a:t>
              </a:r>
            </a:p>
          </p:txBody>
        </p:sp>
        <p:pic>
          <p:nvPicPr>
            <p:cNvPr id="92" name="">
              <a:extLst>
                <a:ext uri="{FF2B5EF4-FFF2-40B4-BE49-F238E27FC236}">
                  <ns2:creationId id="{B0155EC1-22E8-4090-A7C3-BB21D19BAA10}"/>
                </a:ext>
              </a:extLst>
            </p:cNvPr>
            <p:cNvPicPr>
              <a:picLocks noChangeAspect="1"/>
            </p:cNvPicPr>
            <p:nvPr/>
          </p:nvPicPr>
          <p:blipFill>
            <a:blip r:embed="R76e2683e934a43b2"/>
            <a:stretch/>
          </p:blipFill>
          <p:spPr>
            <a:xfrm>
              <a:off x="11106280" y="3257550"/>
              <a:ext cx="2238115" cy="2221308"/>
            </a:xfrm>
            <a:prstGeom prst="rect">
              <a:avLst/>
            </a:prstGeom>
          </p:spPr>
        </p:pic>
        <p:sp>
          <p:nvSpPr>
            <p:cNvPr id="93" name="rect_092">
              <a:extLst>
                <a:ext uri="{FF2B5EF4-FFF2-40B4-BE49-F238E27FC236}">
                  <ns2:creationId id="{59EF1925-CB13-4DB2-99F5-CFDB0F6DB724}"/>
                </a:ext>
              </a:extLst>
            </p:cNvPr>
            <p:cNvSpPr>
              <a:spLocks noGrp="1"/>
            </p:cNvSpPr>
            <p:nvPr/>
          </p:nvSpPr>
          <p:spPr>
            <a:xfrm rot="0">
              <a:off x="11106150" y="3257550"/>
              <a:ext cx="2238375" cy="2221308"/>
            </a:xfrm>
            <a:prstGeom prst="rect">
              <a:avLst/>
            </a:prstGeom>
            <a:noFill/>
            <a:ln w="3195">
              <a:solidFill>
                <a:srgbClr val="6A7278"/>
              </a:solidFill>
              <a:prstDash val="solid"/>
            </a:ln>
          </p:spPr>
        </p:sp>
        <p:sp>
          <p:nvSpPr>
            <p:cNvPr id="94" name="text_093">
              <a:extLst>
                <a:ext uri="{FF2B5EF4-FFF2-40B4-BE49-F238E27FC236}">
                  <ns2:creationId id="{0FDCF44D-D09E-4804-83C9-7528ACA0B9C2}"/>
                </a:ext>
              </a:extLst>
            </p:cNvPr>
            <p:cNvSpPr>
              <a:spLocks noGrp="1"/>
            </p:cNvSpPr>
            <p:nvPr/>
          </p:nvSpPr>
          <p:spPr>
            <a:xfrm rot="0">
              <a:off x="10868025" y="5526483"/>
              <a:ext cx="476250" cy="209550"/>
            </a:xfrm>
            <a:prstGeom prst="rect">
              <a:avLst/>
            </a:prstGeom>
            <a:noFill/>
            <a:ln w="0">
              <a:noFill/>
              <a:prstDash val="solid"/>
            </a:ln>
          </p:spPr>
          <p:txBody>
            <a:bodyPr wrap="none" lIns="0" tIns="0" rIns="0" bIns="0" anchor="t">
              <a:noAutofit/>
            </a:bodyPr>
            <a:lstStyle>
              <a:defPPr algn="ctr">
                <a:defRPr sz="581" b="0">
                  <a:solidFill>
                    <a:srgbClr val="000000"/>
                  </a:solidFill>
                  <a:latin typeface="Arial"/>
                  <a:ea typeface="Arial"/>
                  <a:cs typeface="Arial"/>
                </a:defRPr>
              </a:defPPr>
              <a:lvl1pPr algn="ctr">
                <a:defRPr sz="581" b="0">
                  <a:solidFill>
                    <a:srgbClr val="000000"/>
                  </a:solidFill>
                  <a:latin typeface="Arial"/>
                  <a:ea typeface="Arial"/>
                  <a:cs typeface="Arial"/>
                </a:defRPr>
              </a:lvl1pPr>
              <a:lvl2pPr algn="ctr">
                <a:defRPr sz="581" b="0">
                  <a:solidFill>
                    <a:srgbClr val="000000"/>
                  </a:solidFill>
                  <a:latin typeface="Arial"/>
                  <a:ea typeface="Arial"/>
                  <a:cs typeface="Arial"/>
                </a:defRPr>
              </a:lvl2pPr>
              <a:lvl3pPr algn="ctr">
                <a:defRPr sz="581" b="0">
                  <a:solidFill>
                    <a:srgbClr val="000000"/>
                  </a:solidFill>
                  <a:latin typeface="Arial"/>
                  <a:ea typeface="Arial"/>
                  <a:cs typeface="Arial"/>
                </a:defRPr>
              </a:lvl3pPr>
              <a:lvl4pPr algn="ctr">
                <a:defRPr sz="581" b="0">
                  <a:solidFill>
                    <a:srgbClr val="000000"/>
                  </a:solidFill>
                  <a:latin typeface="Arial"/>
                  <a:ea typeface="Arial"/>
                  <a:cs typeface="Arial"/>
                </a:defRPr>
              </a:lvl4pPr>
              <a:lvl5pPr algn="ctr">
                <a:defRPr sz="581" b="0">
                  <a:solidFill>
                    <a:srgbClr val="000000"/>
                  </a:solidFill>
                  <a:latin typeface="Arial"/>
                  <a:ea typeface="Arial"/>
                  <a:cs typeface="Arial"/>
                </a:defRPr>
              </a:lvl5pPr>
              <a:lvl6pPr algn="ctr">
                <a:defRPr sz="581" b="0">
                  <a:solidFill>
                    <a:srgbClr val="000000"/>
                  </a:solidFill>
                  <a:latin typeface="Arial"/>
                  <a:ea typeface="Arial"/>
                  <a:cs typeface="Arial"/>
                </a:defRPr>
              </a:lvl6pPr>
              <a:lvl7pPr algn="ctr">
                <a:defRPr sz="581" b="0">
                  <a:solidFill>
                    <a:srgbClr val="000000"/>
                  </a:solidFill>
                  <a:latin typeface="Arial"/>
                  <a:ea typeface="Arial"/>
                  <a:cs typeface="Arial"/>
                </a:defRPr>
              </a:lvl7pPr>
              <a:lvl8pPr algn="ctr">
                <a:defRPr sz="581" b="0">
                  <a:solidFill>
                    <a:srgbClr val="000000"/>
                  </a:solidFill>
                  <a:latin typeface="Arial"/>
                  <a:ea typeface="Arial"/>
                  <a:cs typeface="Arial"/>
                </a:defRPr>
              </a:lvl8pPr>
              <a:lvl9pPr algn="ctr">
                <a:defRPr sz="581" b="0">
                  <a:solidFill>
                    <a:srgbClr val="000000"/>
                  </a:solidFill>
                  <a:latin typeface="Arial"/>
                  <a:ea typeface="Arial"/>
                  <a:cs typeface="Arial"/>
                </a:defRPr>
              </a:lvl9pPr>
            </a:lstStyle>
            <a:p>
              <a:pPr algn="ctr">
                <a:defRPr sz="581" b="0">
                  <a:solidFill>
                    <a:srgbClr val="000000"/>
                  </a:solidFill>
                  <a:latin typeface="Arial"/>
                  <a:ea typeface="Arial"/>
                  <a:cs typeface="Arial"/>
                </a:defRPr>
              </a:pPr>
              <a:r>
                <a:rPr sz="581" b="0">
                  <a:solidFill>
                    <a:srgbClr val="000000"/>
                  </a:solidFill>
                  <a:latin typeface="Arial"/>
                  <a:ea typeface="Arial"/>
                  <a:cs typeface="Arial"/>
                </a:rPr>
                <a:t>102</a:t>
              </a:r>
            </a:p>
          </p:txBody>
        </p:sp>
        <p:sp>
          <p:nvSpPr>
            <p:cNvPr id="95" name="text_094">
              <a:extLst>
                <a:ext uri="{FF2B5EF4-FFF2-40B4-BE49-F238E27FC236}">
                  <ns2:creationId id="{A1D7B4AA-B60C-4C51-A67C-ACCBFA3C6B7E}"/>
                </a:ext>
              </a:extLst>
            </p:cNvPr>
            <p:cNvSpPr>
              <a:spLocks noGrp="1"/>
            </p:cNvSpPr>
            <p:nvPr/>
          </p:nvSpPr>
          <p:spPr>
            <a:xfrm rot="0">
              <a:off x="11987212" y="5526483"/>
              <a:ext cx="476250" cy="209550"/>
            </a:xfrm>
            <a:prstGeom prst="rect">
              <a:avLst/>
            </a:prstGeom>
            <a:noFill/>
            <a:ln w="0">
              <a:noFill/>
              <a:prstDash val="solid"/>
            </a:ln>
          </p:spPr>
          <p:txBody>
            <a:bodyPr wrap="none" lIns="0" tIns="0" rIns="0" bIns="0" anchor="t">
              <a:noAutofit/>
            </a:bodyPr>
            <a:lstStyle>
              <a:defPPr algn="ctr">
                <a:defRPr sz="581" b="0">
                  <a:solidFill>
                    <a:srgbClr val="000000"/>
                  </a:solidFill>
                  <a:latin typeface="Arial"/>
                  <a:ea typeface="Arial"/>
                  <a:cs typeface="Arial"/>
                </a:defRPr>
              </a:defPPr>
              <a:lvl1pPr algn="ctr">
                <a:defRPr sz="581" b="0">
                  <a:solidFill>
                    <a:srgbClr val="000000"/>
                  </a:solidFill>
                  <a:latin typeface="Arial"/>
                  <a:ea typeface="Arial"/>
                  <a:cs typeface="Arial"/>
                </a:defRPr>
              </a:lvl1pPr>
              <a:lvl2pPr algn="ctr">
                <a:defRPr sz="581" b="0">
                  <a:solidFill>
                    <a:srgbClr val="000000"/>
                  </a:solidFill>
                  <a:latin typeface="Arial"/>
                  <a:ea typeface="Arial"/>
                  <a:cs typeface="Arial"/>
                </a:defRPr>
              </a:lvl2pPr>
              <a:lvl3pPr algn="ctr">
                <a:defRPr sz="581" b="0">
                  <a:solidFill>
                    <a:srgbClr val="000000"/>
                  </a:solidFill>
                  <a:latin typeface="Arial"/>
                  <a:ea typeface="Arial"/>
                  <a:cs typeface="Arial"/>
                </a:defRPr>
              </a:lvl3pPr>
              <a:lvl4pPr algn="ctr">
                <a:defRPr sz="581" b="0">
                  <a:solidFill>
                    <a:srgbClr val="000000"/>
                  </a:solidFill>
                  <a:latin typeface="Arial"/>
                  <a:ea typeface="Arial"/>
                  <a:cs typeface="Arial"/>
                </a:defRPr>
              </a:lvl4pPr>
              <a:lvl5pPr algn="ctr">
                <a:defRPr sz="581" b="0">
                  <a:solidFill>
                    <a:srgbClr val="000000"/>
                  </a:solidFill>
                  <a:latin typeface="Arial"/>
                  <a:ea typeface="Arial"/>
                  <a:cs typeface="Arial"/>
                </a:defRPr>
              </a:lvl5pPr>
              <a:lvl6pPr algn="ctr">
                <a:defRPr sz="581" b="0">
                  <a:solidFill>
                    <a:srgbClr val="000000"/>
                  </a:solidFill>
                  <a:latin typeface="Arial"/>
                  <a:ea typeface="Arial"/>
                  <a:cs typeface="Arial"/>
                </a:defRPr>
              </a:lvl6pPr>
              <a:lvl7pPr algn="ctr">
                <a:defRPr sz="581" b="0">
                  <a:solidFill>
                    <a:srgbClr val="000000"/>
                  </a:solidFill>
                  <a:latin typeface="Arial"/>
                  <a:ea typeface="Arial"/>
                  <a:cs typeface="Arial"/>
                </a:defRPr>
              </a:lvl7pPr>
              <a:lvl8pPr algn="ctr">
                <a:defRPr sz="581" b="0">
                  <a:solidFill>
                    <a:srgbClr val="000000"/>
                  </a:solidFill>
                  <a:latin typeface="Arial"/>
                  <a:ea typeface="Arial"/>
                  <a:cs typeface="Arial"/>
                </a:defRPr>
              </a:lvl8pPr>
              <a:lvl9pPr algn="ctr">
                <a:defRPr sz="581" b="0">
                  <a:solidFill>
                    <a:srgbClr val="000000"/>
                  </a:solidFill>
                  <a:latin typeface="Arial"/>
                  <a:ea typeface="Arial"/>
                  <a:cs typeface="Arial"/>
                </a:defRPr>
              </a:lvl9pPr>
            </a:lstStyle>
            <a:p>
              <a:pPr algn="ctr">
                <a:defRPr sz="581" b="0">
                  <a:solidFill>
                    <a:srgbClr val="000000"/>
                  </a:solidFill>
                  <a:latin typeface="Arial"/>
                  <a:ea typeface="Arial"/>
                  <a:cs typeface="Arial"/>
                </a:defRPr>
              </a:pPr>
              <a:r>
                <a:rPr sz="581" b="0">
                  <a:solidFill>
                    <a:srgbClr val="000000"/>
                  </a:solidFill>
                  <a:latin typeface="Arial"/>
                  <a:ea typeface="Arial"/>
                  <a:cs typeface="Arial"/>
                </a:rPr>
                <a:t>108</a:t>
              </a:r>
            </a:p>
          </p:txBody>
        </p:sp>
        <p:sp>
          <p:nvSpPr>
            <p:cNvPr id="96" name="text_095">
              <a:extLst>
                <a:ext uri="{FF2B5EF4-FFF2-40B4-BE49-F238E27FC236}">
                  <ns2:creationId id="{A4CBDFF8-FE35-4A9A-B759-8CD22092353A}"/>
                </a:ext>
              </a:extLst>
            </p:cNvPr>
            <p:cNvSpPr>
              <a:spLocks noGrp="1"/>
            </p:cNvSpPr>
            <p:nvPr/>
          </p:nvSpPr>
          <p:spPr>
            <a:xfrm rot="0">
              <a:off x="13106400" y="5526483"/>
              <a:ext cx="476250" cy="209550"/>
            </a:xfrm>
            <a:prstGeom prst="rect">
              <a:avLst/>
            </a:prstGeom>
            <a:noFill/>
            <a:ln w="0">
              <a:noFill/>
              <a:prstDash val="solid"/>
            </a:ln>
          </p:spPr>
          <p:txBody>
            <a:bodyPr wrap="none" lIns="0" tIns="0" rIns="0" bIns="0" anchor="t">
              <a:noAutofit/>
            </a:bodyPr>
            <a:lstStyle>
              <a:defPPr algn="ctr">
                <a:defRPr sz="581" b="0">
                  <a:solidFill>
                    <a:srgbClr val="000000"/>
                  </a:solidFill>
                  <a:latin typeface="Arial"/>
                  <a:ea typeface="Arial"/>
                  <a:cs typeface="Arial"/>
                </a:defRPr>
              </a:defPPr>
              <a:lvl1pPr algn="ctr">
                <a:defRPr sz="581" b="0">
                  <a:solidFill>
                    <a:srgbClr val="000000"/>
                  </a:solidFill>
                  <a:latin typeface="Arial"/>
                  <a:ea typeface="Arial"/>
                  <a:cs typeface="Arial"/>
                </a:defRPr>
              </a:lvl1pPr>
              <a:lvl2pPr algn="ctr">
                <a:defRPr sz="581" b="0">
                  <a:solidFill>
                    <a:srgbClr val="000000"/>
                  </a:solidFill>
                  <a:latin typeface="Arial"/>
                  <a:ea typeface="Arial"/>
                  <a:cs typeface="Arial"/>
                </a:defRPr>
              </a:lvl2pPr>
              <a:lvl3pPr algn="ctr">
                <a:defRPr sz="581" b="0">
                  <a:solidFill>
                    <a:srgbClr val="000000"/>
                  </a:solidFill>
                  <a:latin typeface="Arial"/>
                  <a:ea typeface="Arial"/>
                  <a:cs typeface="Arial"/>
                </a:defRPr>
              </a:lvl3pPr>
              <a:lvl4pPr algn="ctr">
                <a:defRPr sz="581" b="0">
                  <a:solidFill>
                    <a:srgbClr val="000000"/>
                  </a:solidFill>
                  <a:latin typeface="Arial"/>
                  <a:ea typeface="Arial"/>
                  <a:cs typeface="Arial"/>
                </a:defRPr>
              </a:lvl4pPr>
              <a:lvl5pPr algn="ctr">
                <a:defRPr sz="581" b="0">
                  <a:solidFill>
                    <a:srgbClr val="000000"/>
                  </a:solidFill>
                  <a:latin typeface="Arial"/>
                  <a:ea typeface="Arial"/>
                  <a:cs typeface="Arial"/>
                </a:defRPr>
              </a:lvl5pPr>
              <a:lvl6pPr algn="ctr">
                <a:defRPr sz="581" b="0">
                  <a:solidFill>
                    <a:srgbClr val="000000"/>
                  </a:solidFill>
                  <a:latin typeface="Arial"/>
                  <a:ea typeface="Arial"/>
                  <a:cs typeface="Arial"/>
                </a:defRPr>
              </a:lvl6pPr>
              <a:lvl7pPr algn="ctr">
                <a:defRPr sz="581" b="0">
                  <a:solidFill>
                    <a:srgbClr val="000000"/>
                  </a:solidFill>
                  <a:latin typeface="Arial"/>
                  <a:ea typeface="Arial"/>
                  <a:cs typeface="Arial"/>
                </a:defRPr>
              </a:lvl7pPr>
              <a:lvl8pPr algn="ctr">
                <a:defRPr sz="581" b="0">
                  <a:solidFill>
                    <a:srgbClr val="000000"/>
                  </a:solidFill>
                  <a:latin typeface="Arial"/>
                  <a:ea typeface="Arial"/>
                  <a:cs typeface="Arial"/>
                </a:defRPr>
              </a:lvl8pPr>
              <a:lvl9pPr algn="ctr">
                <a:defRPr sz="581" b="0">
                  <a:solidFill>
                    <a:srgbClr val="000000"/>
                  </a:solidFill>
                  <a:latin typeface="Arial"/>
                  <a:ea typeface="Arial"/>
                  <a:cs typeface="Arial"/>
                </a:defRPr>
              </a:lvl9pPr>
            </a:lstStyle>
            <a:p>
              <a:pPr algn="ctr">
                <a:defRPr sz="581" b="0">
                  <a:solidFill>
                    <a:srgbClr val="000000"/>
                  </a:solidFill>
                  <a:latin typeface="Arial"/>
                  <a:ea typeface="Arial"/>
                  <a:cs typeface="Arial"/>
                </a:defRPr>
              </a:pPr>
              <a:r>
                <a:rPr sz="581" b="0">
                  <a:solidFill>
                    <a:srgbClr val="000000"/>
                  </a:solidFill>
                  <a:latin typeface="Arial"/>
                  <a:ea typeface="Arial"/>
                  <a:cs typeface="Arial"/>
                </a:rPr>
                <a:t>114</a:t>
              </a:r>
            </a:p>
          </p:txBody>
        </p:sp>
        <p:sp>
          <p:nvSpPr>
            <p:cNvPr id="97" name="ellipse_096">
              <a:extLst>
                <a:ext uri="{FF2B5EF4-FFF2-40B4-BE49-F238E27FC236}">
                  <ns2:creationId id="{3E518BB4-67B6-448C-BE1F-24A4026223FD}"/>
                </a:ext>
              </a:extLst>
            </p:cNvPr>
            <p:cNvSpPr>
              <a:spLocks noGrp="1"/>
            </p:cNvSpPr>
            <p:nvPr/>
          </p:nvSpPr>
          <p:spPr>
            <a:xfrm rot="0">
              <a:off x="13036129" y="5127045"/>
              <a:ext cx="114300" cy="114300"/>
            </a:xfrm>
            <a:prstGeom prst="ellipse">
              <a:avLst/>
            </a:prstGeom>
            <a:solidFill>
              <a:srgbClr val="FFFFFF"/>
            </a:solidFill>
            <a:ln w="8849">
              <a:solidFill>
                <a:srgbClr val="FFFFFF"/>
              </a:solidFill>
              <a:prstDash val="solid"/>
            </a:ln>
          </p:spPr>
        </p:sp>
        <p:sp>
          <p:nvSpPr>
            <p:cNvPr id="98" name="ellipse_097">
              <a:extLst>
                <a:ext uri="{FF2B5EF4-FFF2-40B4-BE49-F238E27FC236}">
                  <ns2:creationId id="{EF0EADA1-99FD-4A51-9FAC-1045D36B6695}"/>
                </a:ext>
              </a:extLst>
            </p:cNvPr>
            <p:cNvSpPr>
              <a:spLocks noGrp="1"/>
            </p:cNvSpPr>
            <p:nvPr/>
          </p:nvSpPr>
          <p:spPr>
            <a:xfrm rot="0">
              <a:off x="13055179" y="5146095"/>
              <a:ext cx="76200" cy="76200"/>
            </a:xfrm>
            <a:prstGeom prst="ellipse">
              <a:avLst/>
            </a:prstGeom>
            <a:solidFill>
              <a:srgbClr val="FFFFFF"/>
            </a:solidFill>
            <a:ln w="8849">
              <a:solidFill>
                <a:srgbClr val="0072B2"/>
              </a:solidFill>
              <a:prstDash val="solid"/>
            </a:ln>
          </p:spPr>
        </p:sp>
        <p:sp>
          <p:nvSpPr>
            <p:cNvPr id="99" name="text_098">
              <a:extLst>
                <a:ext uri="{FF2B5EF4-FFF2-40B4-BE49-F238E27FC236}">
                  <ns2:creationId id="{C71CF814-2D44-48AB-8664-FBE6FCCF0BE3}"/>
                </a:ext>
              </a:extLst>
            </p:cNvPr>
            <p:cNvSpPr>
              <a:spLocks noGrp="1"/>
            </p:cNvSpPr>
            <p:nvPr/>
          </p:nvSpPr>
          <p:spPr>
            <a:xfrm rot="0">
              <a:off x="13169479" y="4955595"/>
              <a:ext cx="247650" cy="247650"/>
            </a:xfrm>
            <a:prstGeom prst="rect">
              <a:avLst/>
            </a:prstGeom>
            <a:noFill/>
            <a:ln w="0">
              <a:noFill/>
              <a:prstDash val="solid"/>
            </a:ln>
          </p:spPr>
          <p:txBody>
            <a:bodyPr wrap="none" lIns="0" tIns="0" rIns="0" bIns="0" anchor="t">
              <a:noAutofit/>
            </a:bodyPr>
            <a:lstStyle>
              <a:defPPr algn="l">
                <a:defRPr sz="774" b="1">
                  <a:solidFill>
                    <a:srgbClr val="0072B2"/>
                  </a:solidFill>
                  <a:latin typeface="Arial"/>
                  <a:ea typeface="Arial"/>
                  <a:cs typeface="Arial"/>
                </a:defRPr>
              </a:defPPr>
              <a:lvl1pPr algn="l">
                <a:defRPr sz="774" b="1">
                  <a:solidFill>
                    <a:srgbClr val="0072B2"/>
                  </a:solidFill>
                  <a:latin typeface="Arial"/>
                  <a:ea typeface="Arial"/>
                  <a:cs typeface="Arial"/>
                </a:defRPr>
              </a:lvl1pPr>
              <a:lvl2pPr algn="l">
                <a:defRPr sz="774" b="1">
                  <a:solidFill>
                    <a:srgbClr val="0072B2"/>
                  </a:solidFill>
                  <a:latin typeface="Arial"/>
                  <a:ea typeface="Arial"/>
                  <a:cs typeface="Arial"/>
                </a:defRPr>
              </a:lvl2pPr>
              <a:lvl3pPr algn="l">
                <a:defRPr sz="774" b="1">
                  <a:solidFill>
                    <a:srgbClr val="0072B2"/>
                  </a:solidFill>
                  <a:latin typeface="Arial"/>
                  <a:ea typeface="Arial"/>
                  <a:cs typeface="Arial"/>
                </a:defRPr>
              </a:lvl3pPr>
              <a:lvl4pPr algn="l">
                <a:defRPr sz="774" b="1">
                  <a:solidFill>
                    <a:srgbClr val="0072B2"/>
                  </a:solidFill>
                  <a:latin typeface="Arial"/>
                  <a:ea typeface="Arial"/>
                  <a:cs typeface="Arial"/>
                </a:defRPr>
              </a:lvl4pPr>
              <a:lvl5pPr algn="l">
                <a:defRPr sz="774" b="1">
                  <a:solidFill>
                    <a:srgbClr val="0072B2"/>
                  </a:solidFill>
                  <a:latin typeface="Arial"/>
                  <a:ea typeface="Arial"/>
                  <a:cs typeface="Arial"/>
                </a:defRPr>
              </a:lvl5pPr>
              <a:lvl6pPr algn="l">
                <a:defRPr sz="774" b="1">
                  <a:solidFill>
                    <a:srgbClr val="0072B2"/>
                  </a:solidFill>
                  <a:latin typeface="Arial"/>
                  <a:ea typeface="Arial"/>
                  <a:cs typeface="Arial"/>
                </a:defRPr>
              </a:lvl6pPr>
              <a:lvl7pPr algn="l">
                <a:defRPr sz="774" b="1">
                  <a:solidFill>
                    <a:srgbClr val="0072B2"/>
                  </a:solidFill>
                  <a:latin typeface="Arial"/>
                  <a:ea typeface="Arial"/>
                  <a:cs typeface="Arial"/>
                </a:defRPr>
              </a:lvl7pPr>
              <a:lvl8pPr algn="l">
                <a:defRPr sz="774" b="1">
                  <a:solidFill>
                    <a:srgbClr val="0072B2"/>
                  </a:solidFill>
                  <a:latin typeface="Arial"/>
                  <a:ea typeface="Arial"/>
                  <a:cs typeface="Arial"/>
                </a:defRPr>
              </a:lvl8pPr>
              <a:lvl9pPr algn="l">
                <a:defRPr sz="774" b="1">
                  <a:solidFill>
                    <a:srgbClr val="0072B2"/>
                  </a:solidFill>
                  <a:latin typeface="Arial"/>
                  <a:ea typeface="Arial"/>
                  <a:cs typeface="Arial"/>
                </a:defRPr>
              </a:lvl9pPr>
            </a:lstStyle>
            <a:p>
              <a:pPr algn="l">
                <a:defRPr sz="774" b="1">
                  <a:solidFill>
                    <a:srgbClr val="0072B2"/>
                  </a:solidFill>
                  <a:latin typeface="Arial"/>
                  <a:ea typeface="Arial"/>
                  <a:cs typeface="Arial"/>
                </a:defRPr>
              </a:pPr>
              <a:r>
                <a:rPr sz="774" b="1">
                  <a:solidFill>
                    <a:srgbClr val="0072B2"/>
                  </a:solidFill>
                  <a:latin typeface="Arial"/>
                  <a:ea typeface="Arial"/>
                  <a:cs typeface="Arial"/>
                </a:rPr>
                <a:t>A</a:t>
              </a:r>
            </a:p>
          </p:txBody>
        </p:sp>
        <p:sp>
          <p:nvSpPr>
            <p:cNvPr id="100" name="ellipse_099">
              <a:extLst>
                <a:ext uri="{FF2B5EF4-FFF2-40B4-BE49-F238E27FC236}">
                  <ns2:creationId id="{D6FBCF14-8164-4E56-A6F1-6EF3CAEFCB94}"/>
                </a:ext>
              </a:extLst>
            </p:cNvPr>
            <p:cNvSpPr>
              <a:spLocks noGrp="1"/>
            </p:cNvSpPr>
            <p:nvPr/>
          </p:nvSpPr>
          <p:spPr>
            <a:xfrm rot="0">
              <a:off x="12670680" y="3404398"/>
              <a:ext cx="114300" cy="114300"/>
            </a:xfrm>
            <a:prstGeom prst="ellipse">
              <a:avLst/>
            </a:prstGeom>
            <a:solidFill>
              <a:srgbClr val="FFFFFF"/>
            </a:solidFill>
            <a:ln w="8849">
              <a:solidFill>
                <a:srgbClr val="FFFFFF"/>
              </a:solidFill>
              <a:prstDash val="solid"/>
            </a:ln>
          </p:spPr>
        </p:sp>
        <p:sp>
          <p:nvSpPr>
            <p:cNvPr id="101" name="ellipse_100">
              <a:extLst>
                <a:ext uri="{FF2B5EF4-FFF2-40B4-BE49-F238E27FC236}">
                  <ns2:creationId id="{2ED39B18-8C19-477B-8E73-E060B6EE7697}"/>
                </a:ext>
              </a:extLst>
            </p:cNvPr>
            <p:cNvSpPr>
              <a:spLocks noGrp="1"/>
            </p:cNvSpPr>
            <p:nvPr/>
          </p:nvSpPr>
          <p:spPr>
            <a:xfrm rot="0">
              <a:off x="12689730" y="3423448"/>
              <a:ext cx="76200" cy="76200"/>
            </a:xfrm>
            <a:prstGeom prst="ellipse">
              <a:avLst/>
            </a:prstGeom>
            <a:solidFill>
              <a:srgbClr val="FFFFFF"/>
            </a:solidFill>
            <a:ln w="8849">
              <a:solidFill>
                <a:srgbClr val="D55E00"/>
              </a:solidFill>
              <a:prstDash val="solid"/>
            </a:ln>
          </p:spPr>
        </p:sp>
        <p:sp>
          <p:nvSpPr>
            <p:cNvPr id="102" name="text_101">
              <a:extLst>
                <a:ext uri="{FF2B5EF4-FFF2-40B4-BE49-F238E27FC236}">
                  <ns2:creationId id="{D027E063-93B5-4268-9D2B-1CFFE151EFDF}"/>
                </a:ext>
              </a:extLst>
            </p:cNvPr>
            <p:cNvSpPr>
              <a:spLocks noGrp="1"/>
            </p:cNvSpPr>
            <p:nvPr/>
          </p:nvSpPr>
          <p:spPr>
            <a:xfrm rot="0">
              <a:off x="12804030" y="3232948"/>
              <a:ext cx="247650" cy="247650"/>
            </a:xfrm>
            <a:prstGeom prst="rect">
              <a:avLst/>
            </a:prstGeom>
            <a:noFill/>
            <a:ln w="0">
              <a:noFill/>
              <a:prstDash val="solid"/>
            </a:ln>
          </p:spPr>
          <p:txBody>
            <a:bodyPr wrap="none" lIns="0" tIns="0" rIns="0" bIns="0" anchor="t">
              <a:noAutofit/>
            </a:bodyPr>
            <a:lstStyle>
              <a:defPPr algn="l">
                <a:defRPr sz="774" b="1">
                  <a:solidFill>
                    <a:srgbClr val="D55E00"/>
                  </a:solidFill>
                  <a:latin typeface="Arial"/>
                  <a:ea typeface="Arial"/>
                  <a:cs typeface="Arial"/>
                </a:defRPr>
              </a:defPPr>
              <a:lvl1pPr algn="l">
                <a:defRPr sz="774" b="1">
                  <a:solidFill>
                    <a:srgbClr val="D55E00"/>
                  </a:solidFill>
                  <a:latin typeface="Arial"/>
                  <a:ea typeface="Arial"/>
                  <a:cs typeface="Arial"/>
                </a:defRPr>
              </a:lvl1pPr>
              <a:lvl2pPr algn="l">
                <a:defRPr sz="774" b="1">
                  <a:solidFill>
                    <a:srgbClr val="D55E00"/>
                  </a:solidFill>
                  <a:latin typeface="Arial"/>
                  <a:ea typeface="Arial"/>
                  <a:cs typeface="Arial"/>
                </a:defRPr>
              </a:lvl2pPr>
              <a:lvl3pPr algn="l">
                <a:defRPr sz="774" b="1">
                  <a:solidFill>
                    <a:srgbClr val="D55E00"/>
                  </a:solidFill>
                  <a:latin typeface="Arial"/>
                  <a:ea typeface="Arial"/>
                  <a:cs typeface="Arial"/>
                </a:defRPr>
              </a:lvl3pPr>
              <a:lvl4pPr algn="l">
                <a:defRPr sz="774" b="1">
                  <a:solidFill>
                    <a:srgbClr val="D55E00"/>
                  </a:solidFill>
                  <a:latin typeface="Arial"/>
                  <a:ea typeface="Arial"/>
                  <a:cs typeface="Arial"/>
                </a:defRPr>
              </a:lvl4pPr>
              <a:lvl5pPr algn="l">
                <a:defRPr sz="774" b="1">
                  <a:solidFill>
                    <a:srgbClr val="D55E00"/>
                  </a:solidFill>
                  <a:latin typeface="Arial"/>
                  <a:ea typeface="Arial"/>
                  <a:cs typeface="Arial"/>
                </a:defRPr>
              </a:lvl5pPr>
              <a:lvl6pPr algn="l">
                <a:defRPr sz="774" b="1">
                  <a:solidFill>
                    <a:srgbClr val="D55E00"/>
                  </a:solidFill>
                  <a:latin typeface="Arial"/>
                  <a:ea typeface="Arial"/>
                  <a:cs typeface="Arial"/>
                </a:defRPr>
              </a:lvl6pPr>
              <a:lvl7pPr algn="l">
                <a:defRPr sz="774" b="1">
                  <a:solidFill>
                    <a:srgbClr val="D55E00"/>
                  </a:solidFill>
                  <a:latin typeface="Arial"/>
                  <a:ea typeface="Arial"/>
                  <a:cs typeface="Arial"/>
                </a:defRPr>
              </a:lvl7pPr>
              <a:lvl8pPr algn="l">
                <a:defRPr sz="774" b="1">
                  <a:solidFill>
                    <a:srgbClr val="D55E00"/>
                  </a:solidFill>
                  <a:latin typeface="Arial"/>
                  <a:ea typeface="Arial"/>
                  <a:cs typeface="Arial"/>
                </a:defRPr>
              </a:lvl8pPr>
              <a:lvl9pPr algn="l">
                <a:defRPr sz="774" b="1">
                  <a:solidFill>
                    <a:srgbClr val="D55E00"/>
                  </a:solidFill>
                  <a:latin typeface="Arial"/>
                  <a:ea typeface="Arial"/>
                  <a:cs typeface="Arial"/>
                </a:defRPr>
              </a:lvl9pPr>
            </a:lstStyle>
            <a:p>
              <a:pPr algn="l">
                <a:defRPr sz="774" b="1">
                  <a:solidFill>
                    <a:srgbClr val="D55E00"/>
                  </a:solidFill>
                  <a:latin typeface="Arial"/>
                  <a:ea typeface="Arial"/>
                  <a:cs typeface="Arial"/>
                </a:defRPr>
              </a:pPr>
              <a:r>
                <a:rPr sz="774" b="1">
                  <a:solidFill>
                    <a:srgbClr val="D55E00"/>
                  </a:solidFill>
                  <a:latin typeface="Arial"/>
                  <a:ea typeface="Arial"/>
                  <a:cs typeface="Arial"/>
                </a:rPr>
                <a:t>B</a:t>
              </a:r>
            </a:p>
          </p:txBody>
        </p:sp>
        <p:sp>
          <p:nvSpPr>
            <p:cNvPr id="103" name="ellipse_102">
              <a:extLst>
                <a:ext uri="{FF2B5EF4-FFF2-40B4-BE49-F238E27FC236}">
                  <ns2:creationId id="{04CF6E88-8504-48BF-B2FD-4C437A478290}"/>
                </a:ext>
              </a:extLst>
            </p:cNvPr>
            <p:cNvSpPr>
              <a:spLocks noGrp="1"/>
            </p:cNvSpPr>
            <p:nvPr/>
          </p:nvSpPr>
          <p:spPr>
            <a:xfrm rot="0">
              <a:off x="11574333" y="4855048"/>
              <a:ext cx="114300" cy="114300"/>
            </a:xfrm>
            <a:prstGeom prst="ellipse">
              <a:avLst/>
            </a:prstGeom>
            <a:solidFill>
              <a:srgbClr val="FFFFFF"/>
            </a:solidFill>
            <a:ln w="8849">
              <a:solidFill>
                <a:srgbClr val="FFFFFF"/>
              </a:solidFill>
              <a:prstDash val="solid"/>
            </a:ln>
          </p:spPr>
        </p:sp>
        <p:sp>
          <p:nvSpPr>
            <p:cNvPr id="104" name="ellipse_103">
              <a:extLst>
                <a:ext uri="{FF2B5EF4-FFF2-40B4-BE49-F238E27FC236}">
                  <ns2:creationId id="{A7C7B884-1776-4D77-8DBF-A5B5D56F50A0}"/>
                </a:ext>
              </a:extLst>
            </p:cNvPr>
            <p:cNvSpPr>
              <a:spLocks noGrp="1"/>
            </p:cNvSpPr>
            <p:nvPr/>
          </p:nvSpPr>
          <p:spPr>
            <a:xfrm rot="0">
              <a:off x="11593383" y="4874098"/>
              <a:ext cx="76200" cy="76200"/>
            </a:xfrm>
            <a:prstGeom prst="ellipse">
              <a:avLst/>
            </a:prstGeom>
            <a:solidFill>
              <a:srgbClr val="FFFFFF"/>
            </a:solidFill>
            <a:ln w="8849">
              <a:solidFill>
                <a:srgbClr val="009E73"/>
              </a:solidFill>
              <a:prstDash val="solid"/>
            </a:ln>
          </p:spPr>
        </p:sp>
        <p:sp>
          <p:nvSpPr>
            <p:cNvPr id="105" name="text_104">
              <a:extLst>
                <a:ext uri="{FF2B5EF4-FFF2-40B4-BE49-F238E27FC236}">
                  <ns2:creationId id="{3977C819-1F5B-4DD7-94F5-B82469214849}"/>
                </a:ext>
              </a:extLst>
            </p:cNvPr>
            <p:cNvSpPr>
              <a:spLocks noGrp="1"/>
            </p:cNvSpPr>
            <p:nvPr/>
          </p:nvSpPr>
          <p:spPr>
            <a:xfrm rot="0">
              <a:off x="11707683" y="4683598"/>
              <a:ext cx="247650" cy="247650"/>
            </a:xfrm>
            <a:prstGeom prst="rect">
              <a:avLst/>
            </a:prstGeom>
            <a:noFill/>
            <a:ln w="0">
              <a:noFill/>
              <a:prstDash val="solid"/>
            </a:ln>
          </p:spPr>
          <p:txBody>
            <a:bodyPr wrap="none" lIns="0" tIns="0" rIns="0" bIns="0" anchor="t">
              <a:noAutofit/>
            </a:bodyPr>
            <a:lstStyle>
              <a:defPPr algn="l">
                <a:defRPr sz="774" b="1">
                  <a:solidFill>
                    <a:srgbClr val="009E73"/>
                  </a:solidFill>
                  <a:latin typeface="Arial"/>
                  <a:ea typeface="Arial"/>
                  <a:cs typeface="Arial"/>
                </a:defRPr>
              </a:defPPr>
              <a:lvl1pPr algn="l">
                <a:defRPr sz="774" b="1">
                  <a:solidFill>
                    <a:srgbClr val="009E73"/>
                  </a:solidFill>
                  <a:latin typeface="Arial"/>
                  <a:ea typeface="Arial"/>
                  <a:cs typeface="Arial"/>
                </a:defRPr>
              </a:lvl1pPr>
              <a:lvl2pPr algn="l">
                <a:defRPr sz="774" b="1">
                  <a:solidFill>
                    <a:srgbClr val="009E73"/>
                  </a:solidFill>
                  <a:latin typeface="Arial"/>
                  <a:ea typeface="Arial"/>
                  <a:cs typeface="Arial"/>
                </a:defRPr>
              </a:lvl2pPr>
              <a:lvl3pPr algn="l">
                <a:defRPr sz="774" b="1">
                  <a:solidFill>
                    <a:srgbClr val="009E73"/>
                  </a:solidFill>
                  <a:latin typeface="Arial"/>
                  <a:ea typeface="Arial"/>
                  <a:cs typeface="Arial"/>
                </a:defRPr>
              </a:lvl3pPr>
              <a:lvl4pPr algn="l">
                <a:defRPr sz="774" b="1">
                  <a:solidFill>
                    <a:srgbClr val="009E73"/>
                  </a:solidFill>
                  <a:latin typeface="Arial"/>
                  <a:ea typeface="Arial"/>
                  <a:cs typeface="Arial"/>
                </a:defRPr>
              </a:lvl4pPr>
              <a:lvl5pPr algn="l">
                <a:defRPr sz="774" b="1">
                  <a:solidFill>
                    <a:srgbClr val="009E73"/>
                  </a:solidFill>
                  <a:latin typeface="Arial"/>
                  <a:ea typeface="Arial"/>
                  <a:cs typeface="Arial"/>
                </a:defRPr>
              </a:lvl5pPr>
              <a:lvl6pPr algn="l">
                <a:defRPr sz="774" b="1">
                  <a:solidFill>
                    <a:srgbClr val="009E73"/>
                  </a:solidFill>
                  <a:latin typeface="Arial"/>
                  <a:ea typeface="Arial"/>
                  <a:cs typeface="Arial"/>
                </a:defRPr>
              </a:lvl6pPr>
              <a:lvl7pPr algn="l">
                <a:defRPr sz="774" b="1">
                  <a:solidFill>
                    <a:srgbClr val="009E73"/>
                  </a:solidFill>
                  <a:latin typeface="Arial"/>
                  <a:ea typeface="Arial"/>
                  <a:cs typeface="Arial"/>
                </a:defRPr>
              </a:lvl7pPr>
              <a:lvl8pPr algn="l">
                <a:defRPr sz="774" b="1">
                  <a:solidFill>
                    <a:srgbClr val="009E73"/>
                  </a:solidFill>
                  <a:latin typeface="Arial"/>
                  <a:ea typeface="Arial"/>
                  <a:cs typeface="Arial"/>
                </a:defRPr>
              </a:lvl8pPr>
              <a:lvl9pPr algn="l">
                <a:defRPr sz="774" b="1">
                  <a:solidFill>
                    <a:srgbClr val="009E73"/>
                  </a:solidFill>
                  <a:latin typeface="Arial"/>
                  <a:ea typeface="Arial"/>
                  <a:cs typeface="Arial"/>
                </a:defRPr>
              </a:lvl9pPr>
            </a:lstStyle>
            <a:p>
              <a:pPr algn="l">
                <a:defRPr sz="774" b="1">
                  <a:solidFill>
                    <a:srgbClr val="009E73"/>
                  </a:solidFill>
                  <a:latin typeface="Arial"/>
                  <a:ea typeface="Arial"/>
                  <a:cs typeface="Arial"/>
                </a:defRPr>
              </a:pPr>
              <a:r>
                <a:rPr sz="774" b="1">
                  <a:solidFill>
                    <a:srgbClr val="009E73"/>
                  </a:solidFill>
                  <a:latin typeface="Arial"/>
                  <a:ea typeface="Arial"/>
                  <a:cs typeface="Arial"/>
                </a:rPr>
                <a:t>C</a:t>
              </a:r>
            </a:p>
          </p:txBody>
        </p:sp>
        <p:sp>
          <p:nvSpPr>
            <p:cNvPr id="106" name="text_105">
              <a:extLst>
                <a:ext uri="{FF2B5EF4-FFF2-40B4-BE49-F238E27FC236}">
                  <ns2:creationId id="{F8F5CEB4-2332-4ECD-98B1-ED515EE5055A}"/>
                </a:ext>
              </a:extLst>
            </p:cNvPr>
            <p:cNvSpPr>
              <a:spLocks noGrp="1"/>
            </p:cNvSpPr>
            <p:nvPr/>
          </p:nvSpPr>
          <p:spPr>
            <a:xfrm rot="0">
              <a:off x="666750" y="5812233"/>
              <a:ext cx="12382500" cy="238125"/>
            </a:xfrm>
            <a:prstGeom prst="rect">
              <a:avLst/>
            </a:prstGeom>
            <a:noFill/>
            <a:ln w="0">
              <a:noFill/>
              <a:prstDash val="solid"/>
            </a:ln>
          </p:spPr>
          <p:txBody>
            <a:bodyPr wrap="none" lIns="0" tIns="0" rIns="0" bIns="0" anchor="t">
              <a:noAutofit/>
            </a:bodyPr>
            <a:lstStyle>
              <a:defPPr algn="l">
                <a:defRPr sz="697" b="0">
                  <a:solidFill>
                    <a:srgbClr val="000000"/>
                  </a:solidFill>
                  <a:latin typeface="Arial"/>
                  <a:ea typeface="Arial"/>
                  <a:cs typeface="Arial"/>
                </a:defRPr>
              </a:defPPr>
              <a:lvl1pPr algn="l">
                <a:defRPr sz="697" b="0">
                  <a:solidFill>
                    <a:srgbClr val="000000"/>
                  </a:solidFill>
                  <a:latin typeface="Arial"/>
                  <a:ea typeface="Arial"/>
                  <a:cs typeface="Arial"/>
                </a:defRPr>
              </a:lvl1pPr>
              <a:lvl2pPr algn="l">
                <a:defRPr sz="697" b="0">
                  <a:solidFill>
                    <a:srgbClr val="000000"/>
                  </a:solidFill>
                  <a:latin typeface="Arial"/>
                  <a:ea typeface="Arial"/>
                  <a:cs typeface="Arial"/>
                </a:defRPr>
              </a:lvl2pPr>
              <a:lvl3pPr algn="l">
                <a:defRPr sz="697" b="0">
                  <a:solidFill>
                    <a:srgbClr val="000000"/>
                  </a:solidFill>
                  <a:latin typeface="Arial"/>
                  <a:ea typeface="Arial"/>
                  <a:cs typeface="Arial"/>
                </a:defRPr>
              </a:lvl3pPr>
              <a:lvl4pPr algn="l">
                <a:defRPr sz="697" b="0">
                  <a:solidFill>
                    <a:srgbClr val="000000"/>
                  </a:solidFill>
                  <a:latin typeface="Arial"/>
                  <a:ea typeface="Arial"/>
                  <a:cs typeface="Arial"/>
                </a:defRPr>
              </a:lvl4pPr>
              <a:lvl5pPr algn="l">
                <a:defRPr sz="697" b="0">
                  <a:solidFill>
                    <a:srgbClr val="000000"/>
                  </a:solidFill>
                  <a:latin typeface="Arial"/>
                  <a:ea typeface="Arial"/>
                  <a:cs typeface="Arial"/>
                </a:defRPr>
              </a:lvl5pPr>
              <a:lvl6pPr algn="l">
                <a:defRPr sz="697" b="0">
                  <a:solidFill>
                    <a:srgbClr val="000000"/>
                  </a:solidFill>
                  <a:latin typeface="Arial"/>
                  <a:ea typeface="Arial"/>
                  <a:cs typeface="Arial"/>
                </a:defRPr>
              </a:lvl6pPr>
              <a:lvl7pPr algn="l">
                <a:defRPr sz="697" b="0">
                  <a:solidFill>
                    <a:srgbClr val="000000"/>
                  </a:solidFill>
                  <a:latin typeface="Arial"/>
                  <a:ea typeface="Arial"/>
                  <a:cs typeface="Arial"/>
                </a:defRPr>
              </a:lvl7pPr>
              <a:lvl8pPr algn="l">
                <a:defRPr sz="697" b="0">
                  <a:solidFill>
                    <a:srgbClr val="000000"/>
                  </a:solidFill>
                  <a:latin typeface="Arial"/>
                  <a:ea typeface="Arial"/>
                  <a:cs typeface="Arial"/>
                </a:defRPr>
              </a:lvl8pPr>
              <a:lvl9pPr algn="l">
                <a:defRPr sz="697" b="0">
                  <a:solidFill>
                    <a:srgbClr val="000000"/>
                  </a:solidFill>
                  <a:latin typeface="Arial"/>
                  <a:ea typeface="Arial"/>
                  <a:cs typeface="Arial"/>
                </a:defRPr>
              </a:lvl9pPr>
            </a:lstStyle>
            <a:p>
              <a:pPr algn="l">
                <a:defRPr sz="697" b="0">
                  <a:solidFill>
                    <a:srgbClr val="000000"/>
                  </a:solidFill>
                  <a:latin typeface="Arial"/>
                  <a:ea typeface="Arial"/>
                  <a:cs typeface="Arial"/>
                </a:defRPr>
              </a:pPr>
              <a:r>
                <a:rPr sz="697" b="0">
                  <a:solidFill>
                    <a:srgbClr val="000000"/>
                  </a:solidFill>
                  <a:latin typeface="Arial"/>
                  <a:ea typeface="Arial"/>
                  <a:cs typeface="Arial"/>
                </a:rPr>
                <a:t>Longitude (degrees E); latitude (degrees N). All five dates share the local 0-100 concentration scale.</a:t>
              </a:r>
            </a:p>
          </p:txBody>
        </p:sp>
        <p:sp>
          <p:nvSpPr>
            <p:cNvPr id="107" name="text_106">
              <a:extLst>
                <a:ext uri="{FF2B5EF4-FFF2-40B4-BE49-F238E27FC236}">
                  <ns2:creationId id="{3CC02ADC-2599-4C77-95AF-8AC9AB1F5560}"/>
                </a:ext>
              </a:extLst>
            </p:cNvPr>
            <p:cNvSpPr>
              <a:spLocks noGrp="1"/>
            </p:cNvSpPr>
            <p:nvPr/>
          </p:nvSpPr>
          <p:spPr>
            <a:xfrm rot="0">
              <a:off x="171450" y="6057900"/>
              <a:ext cx="6762750" cy="285750"/>
            </a:xfrm>
            <a:prstGeom prst="rect">
              <a:avLst/>
            </a:prstGeom>
            <a:noFill/>
            <a:ln w="0">
              <a:noFill/>
              <a:prstDash val="solid"/>
            </a:ln>
          </p:spPr>
          <p:txBody>
            <a:bodyPr wrap="none" lIns="0" tIns="0" rIns="0" bIns="0" anchor="t">
              <a:noAutofit/>
            </a:bodyPr>
            <a:lstStyle>
              <a:defPPr algn="l">
                <a:defRPr sz="929" b="1">
                  <a:solidFill>
                    <a:srgbClr val="000000"/>
                  </a:solidFill>
                  <a:latin typeface="Arial"/>
                  <a:ea typeface="Arial"/>
                  <a:cs typeface="Arial"/>
                </a:defRPr>
              </a:defPPr>
              <a:lvl1pPr algn="l">
                <a:defRPr sz="929" b="1">
                  <a:solidFill>
                    <a:srgbClr val="000000"/>
                  </a:solidFill>
                  <a:latin typeface="Arial"/>
                  <a:ea typeface="Arial"/>
                  <a:cs typeface="Arial"/>
                </a:defRPr>
              </a:lvl1pPr>
              <a:lvl2pPr algn="l">
                <a:defRPr sz="929" b="1">
                  <a:solidFill>
                    <a:srgbClr val="000000"/>
                  </a:solidFill>
                  <a:latin typeface="Arial"/>
                  <a:ea typeface="Arial"/>
                  <a:cs typeface="Arial"/>
                </a:defRPr>
              </a:lvl2pPr>
              <a:lvl3pPr algn="l">
                <a:defRPr sz="929" b="1">
                  <a:solidFill>
                    <a:srgbClr val="000000"/>
                  </a:solidFill>
                  <a:latin typeface="Arial"/>
                  <a:ea typeface="Arial"/>
                  <a:cs typeface="Arial"/>
                </a:defRPr>
              </a:lvl3pPr>
              <a:lvl4pPr algn="l">
                <a:defRPr sz="929" b="1">
                  <a:solidFill>
                    <a:srgbClr val="000000"/>
                  </a:solidFill>
                  <a:latin typeface="Arial"/>
                  <a:ea typeface="Arial"/>
                  <a:cs typeface="Arial"/>
                </a:defRPr>
              </a:lvl4pPr>
              <a:lvl5pPr algn="l">
                <a:defRPr sz="929" b="1">
                  <a:solidFill>
                    <a:srgbClr val="000000"/>
                  </a:solidFill>
                  <a:latin typeface="Arial"/>
                  <a:ea typeface="Arial"/>
                  <a:cs typeface="Arial"/>
                </a:defRPr>
              </a:lvl5pPr>
              <a:lvl6pPr algn="l">
                <a:defRPr sz="929" b="1">
                  <a:solidFill>
                    <a:srgbClr val="000000"/>
                  </a:solidFill>
                  <a:latin typeface="Arial"/>
                  <a:ea typeface="Arial"/>
                  <a:cs typeface="Arial"/>
                </a:defRPr>
              </a:lvl6pPr>
              <a:lvl7pPr algn="l">
                <a:defRPr sz="929" b="1">
                  <a:solidFill>
                    <a:srgbClr val="000000"/>
                  </a:solidFill>
                  <a:latin typeface="Arial"/>
                  <a:ea typeface="Arial"/>
                  <a:cs typeface="Arial"/>
                </a:defRPr>
              </a:lvl7pPr>
              <a:lvl8pPr algn="l">
                <a:defRPr sz="929" b="1">
                  <a:solidFill>
                    <a:srgbClr val="000000"/>
                  </a:solidFill>
                  <a:latin typeface="Arial"/>
                  <a:ea typeface="Arial"/>
                  <a:cs typeface="Arial"/>
                </a:defRPr>
              </a:lvl8pPr>
              <a:lvl9pPr algn="l">
                <a:defRPr sz="929" b="1">
                  <a:solidFill>
                    <a:srgbClr val="000000"/>
                  </a:solidFill>
                  <a:latin typeface="Arial"/>
                  <a:ea typeface="Arial"/>
                  <a:cs typeface="Arial"/>
                </a:defRPr>
              </a:lvl9pPr>
            </a:lstStyle>
            <a:p>
              <a:pPr algn="l">
                <a:defRPr sz="929" b="1">
                  <a:solidFill>
                    <a:srgbClr val="000000"/>
                  </a:solidFill>
                  <a:latin typeface="Arial"/>
                  <a:ea typeface="Arial"/>
                  <a:cs typeface="Arial"/>
                </a:defRPr>
              </a:pPr>
              <a:r>
                <a:rPr sz="929" b="1">
                  <a:solidFill>
                    <a:srgbClr val="000000"/>
                  </a:solidFill>
                  <a:latin typeface="Arial"/>
                  <a:ea typeface="Arial"/>
                  <a:cs typeface="Arial"/>
                </a:rPr>
                <a:t>(c) Jul 14: supplied field and actual analysis input</a:t>
              </a:r>
            </a:p>
          </p:txBody>
        </p:sp>
        <p:sp>
          <p:nvSpPr>
            <p:cNvPr id="108" name="text_107">
              <a:extLst>
                <a:ext uri="{FF2B5EF4-FFF2-40B4-BE49-F238E27FC236}">
                  <ns2:creationId id="{9A6D6B32-ABE6-44F6-9833-6F96BA243337}"/>
                </a:ext>
              </a:extLst>
            </p:cNvPr>
            <p:cNvSpPr>
              <a:spLocks noGrp="1"/>
            </p:cNvSpPr>
            <p:nvPr/>
          </p:nvSpPr>
          <p:spPr>
            <a:xfrm rot="0">
              <a:off x="523875" y="6334125"/>
              <a:ext cx="2667000" cy="238125"/>
            </a:xfrm>
            <a:prstGeom prst="rect">
              <a:avLst/>
            </a:prstGeom>
            <a:noFill/>
            <a:ln w="0">
              <a:noFill/>
              <a:prstDash val="solid"/>
            </a:ln>
          </p:spPr>
          <p:txBody>
            <a:bodyPr wrap="none" lIns="0" tIns="0" rIns="0" bIns="0" anchor="t">
              <a:noAutofit/>
            </a:bodyPr>
            <a:lstStyle>
              <a:defPPr algn="ctr">
                <a:defRPr sz="735" b="1">
                  <a:solidFill>
                    <a:srgbClr val="000000"/>
                  </a:solidFill>
                  <a:latin typeface="Arial"/>
                  <a:ea typeface="Arial"/>
                  <a:cs typeface="Arial"/>
                </a:defRPr>
              </a:defPPr>
              <a:lvl1pPr algn="ctr">
                <a:defRPr sz="735" b="1">
                  <a:solidFill>
                    <a:srgbClr val="000000"/>
                  </a:solidFill>
                  <a:latin typeface="Arial"/>
                  <a:ea typeface="Arial"/>
                  <a:cs typeface="Arial"/>
                </a:defRPr>
              </a:lvl1pPr>
              <a:lvl2pPr algn="ctr">
                <a:defRPr sz="735" b="1">
                  <a:solidFill>
                    <a:srgbClr val="000000"/>
                  </a:solidFill>
                  <a:latin typeface="Arial"/>
                  <a:ea typeface="Arial"/>
                  <a:cs typeface="Arial"/>
                </a:defRPr>
              </a:lvl2pPr>
              <a:lvl3pPr algn="ctr">
                <a:defRPr sz="735" b="1">
                  <a:solidFill>
                    <a:srgbClr val="000000"/>
                  </a:solidFill>
                  <a:latin typeface="Arial"/>
                  <a:ea typeface="Arial"/>
                  <a:cs typeface="Arial"/>
                </a:defRPr>
              </a:lvl3pPr>
              <a:lvl4pPr algn="ctr">
                <a:defRPr sz="735" b="1">
                  <a:solidFill>
                    <a:srgbClr val="000000"/>
                  </a:solidFill>
                  <a:latin typeface="Arial"/>
                  <a:ea typeface="Arial"/>
                  <a:cs typeface="Arial"/>
                </a:defRPr>
              </a:lvl4pPr>
              <a:lvl5pPr algn="ctr">
                <a:defRPr sz="735" b="1">
                  <a:solidFill>
                    <a:srgbClr val="000000"/>
                  </a:solidFill>
                  <a:latin typeface="Arial"/>
                  <a:ea typeface="Arial"/>
                  <a:cs typeface="Arial"/>
                </a:defRPr>
              </a:lvl5pPr>
              <a:lvl6pPr algn="ctr">
                <a:defRPr sz="735" b="1">
                  <a:solidFill>
                    <a:srgbClr val="000000"/>
                  </a:solidFill>
                  <a:latin typeface="Arial"/>
                  <a:ea typeface="Arial"/>
                  <a:cs typeface="Arial"/>
                </a:defRPr>
              </a:lvl6pPr>
              <a:lvl7pPr algn="ctr">
                <a:defRPr sz="735" b="1">
                  <a:solidFill>
                    <a:srgbClr val="000000"/>
                  </a:solidFill>
                  <a:latin typeface="Arial"/>
                  <a:ea typeface="Arial"/>
                  <a:cs typeface="Arial"/>
                </a:defRPr>
              </a:lvl7pPr>
              <a:lvl8pPr algn="ctr">
                <a:defRPr sz="735" b="1">
                  <a:solidFill>
                    <a:srgbClr val="000000"/>
                  </a:solidFill>
                  <a:latin typeface="Arial"/>
                  <a:ea typeface="Arial"/>
                  <a:cs typeface="Arial"/>
                </a:defRPr>
              </a:lvl8pPr>
              <a:lvl9pPr algn="ctr">
                <a:defRPr sz="735" b="1">
                  <a:solidFill>
                    <a:srgbClr val="000000"/>
                  </a:solidFill>
                  <a:latin typeface="Arial"/>
                  <a:ea typeface="Arial"/>
                  <a:cs typeface="Arial"/>
                </a:defRPr>
              </a:lvl9pPr>
            </a:lstStyle>
            <a:p>
              <a:pPr algn="ctr">
                <a:defRPr sz="735" b="1">
                  <a:solidFill>
                    <a:srgbClr val="000000"/>
                  </a:solidFill>
                  <a:latin typeface="Arial"/>
                  <a:ea typeface="Arial"/>
                  <a:cs typeface="Arial"/>
                </a:defRPr>
              </a:pPr>
              <a:r>
                <a:rPr sz="735" b="1">
                  <a:solidFill>
                    <a:srgbClr val="000000"/>
                  </a:solidFill>
                  <a:latin typeface="Arial"/>
                  <a:ea typeface="Arial"/>
                  <a:cs typeface="Arial"/>
                </a:rPr>
                <a:t>Supplied grid</a:t>
              </a:r>
            </a:p>
          </p:txBody>
        </p:sp>
        <p:pic>
          <p:nvPicPr>
            <p:cNvPr id="109" name="">
              <a:extLst>
                <a:ext uri="{FF2B5EF4-FFF2-40B4-BE49-F238E27FC236}">
                  <ns2:creationId id="{4839E71A-CD55-443E-93F0-89A19DFCB890}"/>
                </a:ext>
              </a:extLst>
            </p:cNvPr>
            <p:cNvPicPr>
              <a:picLocks noChangeAspect="1"/>
            </p:cNvPicPr>
            <p:nvPr/>
          </p:nvPicPr>
          <p:blipFill>
            <a:blip r:embed="R3e60a96477bc4da4"/>
            <a:stretch/>
          </p:blipFill>
          <p:spPr>
            <a:xfrm>
              <a:off x="666888" y="6581775"/>
              <a:ext cx="2380974" cy="2363094"/>
            </a:xfrm>
            <a:prstGeom prst="rect">
              <a:avLst/>
            </a:prstGeom>
          </p:spPr>
        </p:pic>
        <p:sp>
          <p:nvSpPr>
            <p:cNvPr id="110" name="rect_109">
              <a:extLst>
                <a:ext uri="{FF2B5EF4-FFF2-40B4-BE49-F238E27FC236}">
                  <ns2:creationId id="{7C1460FE-0AAE-48B2-97D7-F998275FBE17}"/>
                </a:ext>
              </a:extLst>
            </p:cNvPr>
            <p:cNvSpPr>
              <a:spLocks noGrp="1"/>
            </p:cNvSpPr>
            <p:nvPr/>
          </p:nvSpPr>
          <p:spPr>
            <a:xfrm rot="0">
              <a:off x="666750" y="6581775"/>
              <a:ext cx="2381250" cy="2363094"/>
            </a:xfrm>
            <a:prstGeom prst="rect">
              <a:avLst/>
            </a:prstGeom>
            <a:noFill/>
            <a:ln w="3195">
              <a:solidFill>
                <a:srgbClr val="6A7278"/>
              </a:solidFill>
              <a:prstDash val="solid"/>
            </a:ln>
          </p:spPr>
        </p:sp>
        <p:sp>
          <p:nvSpPr>
            <p:cNvPr id="111" name="text_110">
              <a:extLst>
                <a:ext uri="{FF2B5EF4-FFF2-40B4-BE49-F238E27FC236}">
                  <ns2:creationId id="{BC7A85D1-6CFE-43DC-BFD3-75DD2766FE91}"/>
                </a:ext>
              </a:extLst>
            </p:cNvPr>
            <p:cNvSpPr>
              <a:spLocks noGrp="1"/>
            </p:cNvSpPr>
            <p:nvPr/>
          </p:nvSpPr>
          <p:spPr>
            <a:xfrm rot="0">
              <a:off x="428625" y="8992494"/>
              <a:ext cx="476250" cy="209550"/>
            </a:xfrm>
            <a:prstGeom prst="rect">
              <a:avLst/>
            </a:prstGeom>
            <a:noFill/>
            <a:ln w="0">
              <a:noFill/>
              <a:prstDash val="solid"/>
            </a:ln>
          </p:spPr>
          <p:txBody>
            <a:bodyPr wrap="none" lIns="0" tIns="0" rIns="0" bIns="0" anchor="t">
              <a:noAutofit/>
            </a:bodyPr>
            <a:lstStyle>
              <a:defPPr algn="ctr">
                <a:defRPr sz="581" b="0">
                  <a:solidFill>
                    <a:srgbClr val="000000"/>
                  </a:solidFill>
                  <a:latin typeface="Arial"/>
                  <a:ea typeface="Arial"/>
                  <a:cs typeface="Arial"/>
                </a:defRPr>
              </a:defPPr>
              <a:lvl1pPr algn="ctr">
                <a:defRPr sz="581" b="0">
                  <a:solidFill>
                    <a:srgbClr val="000000"/>
                  </a:solidFill>
                  <a:latin typeface="Arial"/>
                  <a:ea typeface="Arial"/>
                  <a:cs typeface="Arial"/>
                </a:defRPr>
              </a:lvl1pPr>
              <a:lvl2pPr algn="ctr">
                <a:defRPr sz="581" b="0">
                  <a:solidFill>
                    <a:srgbClr val="000000"/>
                  </a:solidFill>
                  <a:latin typeface="Arial"/>
                  <a:ea typeface="Arial"/>
                  <a:cs typeface="Arial"/>
                </a:defRPr>
              </a:lvl2pPr>
              <a:lvl3pPr algn="ctr">
                <a:defRPr sz="581" b="0">
                  <a:solidFill>
                    <a:srgbClr val="000000"/>
                  </a:solidFill>
                  <a:latin typeface="Arial"/>
                  <a:ea typeface="Arial"/>
                  <a:cs typeface="Arial"/>
                </a:defRPr>
              </a:lvl3pPr>
              <a:lvl4pPr algn="ctr">
                <a:defRPr sz="581" b="0">
                  <a:solidFill>
                    <a:srgbClr val="000000"/>
                  </a:solidFill>
                  <a:latin typeface="Arial"/>
                  <a:ea typeface="Arial"/>
                  <a:cs typeface="Arial"/>
                </a:defRPr>
              </a:lvl4pPr>
              <a:lvl5pPr algn="ctr">
                <a:defRPr sz="581" b="0">
                  <a:solidFill>
                    <a:srgbClr val="000000"/>
                  </a:solidFill>
                  <a:latin typeface="Arial"/>
                  <a:ea typeface="Arial"/>
                  <a:cs typeface="Arial"/>
                </a:defRPr>
              </a:lvl5pPr>
              <a:lvl6pPr algn="ctr">
                <a:defRPr sz="581" b="0">
                  <a:solidFill>
                    <a:srgbClr val="000000"/>
                  </a:solidFill>
                  <a:latin typeface="Arial"/>
                  <a:ea typeface="Arial"/>
                  <a:cs typeface="Arial"/>
                </a:defRPr>
              </a:lvl6pPr>
              <a:lvl7pPr algn="ctr">
                <a:defRPr sz="581" b="0">
                  <a:solidFill>
                    <a:srgbClr val="000000"/>
                  </a:solidFill>
                  <a:latin typeface="Arial"/>
                  <a:ea typeface="Arial"/>
                  <a:cs typeface="Arial"/>
                </a:defRPr>
              </a:lvl7pPr>
              <a:lvl8pPr algn="ctr">
                <a:defRPr sz="581" b="0">
                  <a:solidFill>
                    <a:srgbClr val="000000"/>
                  </a:solidFill>
                  <a:latin typeface="Arial"/>
                  <a:ea typeface="Arial"/>
                  <a:cs typeface="Arial"/>
                </a:defRPr>
              </a:lvl8pPr>
              <a:lvl9pPr algn="ctr">
                <a:defRPr sz="581" b="0">
                  <a:solidFill>
                    <a:srgbClr val="000000"/>
                  </a:solidFill>
                  <a:latin typeface="Arial"/>
                  <a:ea typeface="Arial"/>
                  <a:cs typeface="Arial"/>
                </a:defRPr>
              </a:lvl9pPr>
            </a:lstStyle>
            <a:p>
              <a:pPr algn="ctr">
                <a:defRPr sz="581" b="0">
                  <a:solidFill>
                    <a:srgbClr val="000000"/>
                  </a:solidFill>
                  <a:latin typeface="Arial"/>
                  <a:ea typeface="Arial"/>
                  <a:cs typeface="Arial"/>
                </a:defRPr>
              </a:pPr>
              <a:r>
                <a:rPr sz="581" b="0">
                  <a:solidFill>
                    <a:srgbClr val="000000"/>
                  </a:solidFill>
                  <a:latin typeface="Arial"/>
                  <a:ea typeface="Arial"/>
                  <a:cs typeface="Arial"/>
                </a:rPr>
                <a:t>102</a:t>
              </a:r>
            </a:p>
          </p:txBody>
        </p:sp>
        <p:sp>
          <p:nvSpPr>
            <p:cNvPr id="112" name="text_111">
              <a:extLst>
                <a:ext uri="{FF2B5EF4-FFF2-40B4-BE49-F238E27FC236}">
                  <ns2:creationId id="{959515EE-38B0-4859-8BB3-855B082D0DB5}"/>
                </a:ext>
              </a:extLst>
            </p:cNvPr>
            <p:cNvSpPr>
              <a:spLocks noGrp="1"/>
            </p:cNvSpPr>
            <p:nvPr/>
          </p:nvSpPr>
          <p:spPr>
            <a:xfrm rot="0">
              <a:off x="1619250" y="8992494"/>
              <a:ext cx="476250" cy="209550"/>
            </a:xfrm>
            <a:prstGeom prst="rect">
              <a:avLst/>
            </a:prstGeom>
            <a:noFill/>
            <a:ln w="0">
              <a:noFill/>
              <a:prstDash val="solid"/>
            </a:ln>
          </p:spPr>
          <p:txBody>
            <a:bodyPr wrap="none" lIns="0" tIns="0" rIns="0" bIns="0" anchor="t">
              <a:noAutofit/>
            </a:bodyPr>
            <a:lstStyle>
              <a:defPPr algn="ctr">
                <a:defRPr sz="581" b="0">
                  <a:solidFill>
                    <a:srgbClr val="000000"/>
                  </a:solidFill>
                  <a:latin typeface="Arial"/>
                  <a:ea typeface="Arial"/>
                  <a:cs typeface="Arial"/>
                </a:defRPr>
              </a:defPPr>
              <a:lvl1pPr algn="ctr">
                <a:defRPr sz="581" b="0">
                  <a:solidFill>
                    <a:srgbClr val="000000"/>
                  </a:solidFill>
                  <a:latin typeface="Arial"/>
                  <a:ea typeface="Arial"/>
                  <a:cs typeface="Arial"/>
                </a:defRPr>
              </a:lvl1pPr>
              <a:lvl2pPr algn="ctr">
                <a:defRPr sz="581" b="0">
                  <a:solidFill>
                    <a:srgbClr val="000000"/>
                  </a:solidFill>
                  <a:latin typeface="Arial"/>
                  <a:ea typeface="Arial"/>
                  <a:cs typeface="Arial"/>
                </a:defRPr>
              </a:lvl2pPr>
              <a:lvl3pPr algn="ctr">
                <a:defRPr sz="581" b="0">
                  <a:solidFill>
                    <a:srgbClr val="000000"/>
                  </a:solidFill>
                  <a:latin typeface="Arial"/>
                  <a:ea typeface="Arial"/>
                  <a:cs typeface="Arial"/>
                </a:defRPr>
              </a:lvl3pPr>
              <a:lvl4pPr algn="ctr">
                <a:defRPr sz="581" b="0">
                  <a:solidFill>
                    <a:srgbClr val="000000"/>
                  </a:solidFill>
                  <a:latin typeface="Arial"/>
                  <a:ea typeface="Arial"/>
                  <a:cs typeface="Arial"/>
                </a:defRPr>
              </a:lvl4pPr>
              <a:lvl5pPr algn="ctr">
                <a:defRPr sz="581" b="0">
                  <a:solidFill>
                    <a:srgbClr val="000000"/>
                  </a:solidFill>
                  <a:latin typeface="Arial"/>
                  <a:ea typeface="Arial"/>
                  <a:cs typeface="Arial"/>
                </a:defRPr>
              </a:lvl5pPr>
              <a:lvl6pPr algn="ctr">
                <a:defRPr sz="581" b="0">
                  <a:solidFill>
                    <a:srgbClr val="000000"/>
                  </a:solidFill>
                  <a:latin typeface="Arial"/>
                  <a:ea typeface="Arial"/>
                  <a:cs typeface="Arial"/>
                </a:defRPr>
              </a:lvl6pPr>
              <a:lvl7pPr algn="ctr">
                <a:defRPr sz="581" b="0">
                  <a:solidFill>
                    <a:srgbClr val="000000"/>
                  </a:solidFill>
                  <a:latin typeface="Arial"/>
                  <a:ea typeface="Arial"/>
                  <a:cs typeface="Arial"/>
                </a:defRPr>
              </a:lvl7pPr>
              <a:lvl8pPr algn="ctr">
                <a:defRPr sz="581" b="0">
                  <a:solidFill>
                    <a:srgbClr val="000000"/>
                  </a:solidFill>
                  <a:latin typeface="Arial"/>
                  <a:ea typeface="Arial"/>
                  <a:cs typeface="Arial"/>
                </a:defRPr>
              </a:lvl8pPr>
              <a:lvl9pPr algn="ctr">
                <a:defRPr sz="581" b="0">
                  <a:solidFill>
                    <a:srgbClr val="000000"/>
                  </a:solidFill>
                  <a:latin typeface="Arial"/>
                  <a:ea typeface="Arial"/>
                  <a:cs typeface="Arial"/>
                </a:defRPr>
              </a:lvl9pPr>
            </a:lstStyle>
            <a:p>
              <a:pPr algn="ctr">
                <a:defRPr sz="581" b="0">
                  <a:solidFill>
                    <a:srgbClr val="000000"/>
                  </a:solidFill>
                  <a:latin typeface="Arial"/>
                  <a:ea typeface="Arial"/>
                  <a:cs typeface="Arial"/>
                </a:defRPr>
              </a:pPr>
              <a:r>
                <a:rPr sz="581" b="0">
                  <a:solidFill>
                    <a:srgbClr val="000000"/>
                  </a:solidFill>
                  <a:latin typeface="Arial"/>
                  <a:ea typeface="Arial"/>
                  <a:cs typeface="Arial"/>
                </a:rPr>
                <a:t>108</a:t>
              </a:r>
            </a:p>
          </p:txBody>
        </p:sp>
        <p:sp>
          <p:nvSpPr>
            <p:cNvPr id="113" name="text_112">
              <a:extLst>
                <a:ext uri="{FF2B5EF4-FFF2-40B4-BE49-F238E27FC236}">
                  <ns2:creationId id="{F879D2CC-4265-40E6-ACC2-B39682811CC4}"/>
                </a:ext>
              </a:extLst>
            </p:cNvPr>
            <p:cNvSpPr>
              <a:spLocks noGrp="1"/>
            </p:cNvSpPr>
            <p:nvPr/>
          </p:nvSpPr>
          <p:spPr>
            <a:xfrm rot="0">
              <a:off x="2809875" y="8992494"/>
              <a:ext cx="476250" cy="209550"/>
            </a:xfrm>
            <a:prstGeom prst="rect">
              <a:avLst/>
            </a:prstGeom>
            <a:noFill/>
            <a:ln w="0">
              <a:noFill/>
              <a:prstDash val="solid"/>
            </a:ln>
          </p:spPr>
          <p:txBody>
            <a:bodyPr wrap="none" lIns="0" tIns="0" rIns="0" bIns="0" anchor="t">
              <a:noAutofit/>
            </a:bodyPr>
            <a:lstStyle>
              <a:defPPr algn="ctr">
                <a:defRPr sz="581" b="0">
                  <a:solidFill>
                    <a:srgbClr val="000000"/>
                  </a:solidFill>
                  <a:latin typeface="Arial"/>
                  <a:ea typeface="Arial"/>
                  <a:cs typeface="Arial"/>
                </a:defRPr>
              </a:defPPr>
              <a:lvl1pPr algn="ctr">
                <a:defRPr sz="581" b="0">
                  <a:solidFill>
                    <a:srgbClr val="000000"/>
                  </a:solidFill>
                  <a:latin typeface="Arial"/>
                  <a:ea typeface="Arial"/>
                  <a:cs typeface="Arial"/>
                </a:defRPr>
              </a:lvl1pPr>
              <a:lvl2pPr algn="ctr">
                <a:defRPr sz="581" b="0">
                  <a:solidFill>
                    <a:srgbClr val="000000"/>
                  </a:solidFill>
                  <a:latin typeface="Arial"/>
                  <a:ea typeface="Arial"/>
                  <a:cs typeface="Arial"/>
                </a:defRPr>
              </a:lvl2pPr>
              <a:lvl3pPr algn="ctr">
                <a:defRPr sz="581" b="0">
                  <a:solidFill>
                    <a:srgbClr val="000000"/>
                  </a:solidFill>
                  <a:latin typeface="Arial"/>
                  <a:ea typeface="Arial"/>
                  <a:cs typeface="Arial"/>
                </a:defRPr>
              </a:lvl3pPr>
              <a:lvl4pPr algn="ctr">
                <a:defRPr sz="581" b="0">
                  <a:solidFill>
                    <a:srgbClr val="000000"/>
                  </a:solidFill>
                  <a:latin typeface="Arial"/>
                  <a:ea typeface="Arial"/>
                  <a:cs typeface="Arial"/>
                </a:defRPr>
              </a:lvl4pPr>
              <a:lvl5pPr algn="ctr">
                <a:defRPr sz="581" b="0">
                  <a:solidFill>
                    <a:srgbClr val="000000"/>
                  </a:solidFill>
                  <a:latin typeface="Arial"/>
                  <a:ea typeface="Arial"/>
                  <a:cs typeface="Arial"/>
                </a:defRPr>
              </a:lvl5pPr>
              <a:lvl6pPr algn="ctr">
                <a:defRPr sz="581" b="0">
                  <a:solidFill>
                    <a:srgbClr val="000000"/>
                  </a:solidFill>
                  <a:latin typeface="Arial"/>
                  <a:ea typeface="Arial"/>
                  <a:cs typeface="Arial"/>
                </a:defRPr>
              </a:lvl6pPr>
              <a:lvl7pPr algn="ctr">
                <a:defRPr sz="581" b="0">
                  <a:solidFill>
                    <a:srgbClr val="000000"/>
                  </a:solidFill>
                  <a:latin typeface="Arial"/>
                  <a:ea typeface="Arial"/>
                  <a:cs typeface="Arial"/>
                </a:defRPr>
              </a:lvl7pPr>
              <a:lvl8pPr algn="ctr">
                <a:defRPr sz="581" b="0">
                  <a:solidFill>
                    <a:srgbClr val="000000"/>
                  </a:solidFill>
                  <a:latin typeface="Arial"/>
                  <a:ea typeface="Arial"/>
                  <a:cs typeface="Arial"/>
                </a:defRPr>
              </a:lvl8pPr>
              <a:lvl9pPr algn="ctr">
                <a:defRPr sz="581" b="0">
                  <a:solidFill>
                    <a:srgbClr val="000000"/>
                  </a:solidFill>
                  <a:latin typeface="Arial"/>
                  <a:ea typeface="Arial"/>
                  <a:cs typeface="Arial"/>
                </a:defRPr>
              </a:lvl9pPr>
            </a:lstStyle>
            <a:p>
              <a:pPr algn="ctr">
                <a:defRPr sz="581" b="0">
                  <a:solidFill>
                    <a:srgbClr val="000000"/>
                  </a:solidFill>
                  <a:latin typeface="Arial"/>
                  <a:ea typeface="Arial"/>
                  <a:cs typeface="Arial"/>
                </a:defRPr>
              </a:pPr>
              <a:r>
                <a:rPr sz="581" b="0">
                  <a:solidFill>
                    <a:srgbClr val="000000"/>
                  </a:solidFill>
                  <a:latin typeface="Arial"/>
                  <a:ea typeface="Arial"/>
                  <a:cs typeface="Arial"/>
                </a:rPr>
                <a:t>114</a:t>
              </a:r>
            </a:p>
          </p:txBody>
        </p:sp>
        <p:sp>
          <p:nvSpPr>
            <p:cNvPr id="114" name="text_113">
              <a:extLst>
                <a:ext uri="{FF2B5EF4-FFF2-40B4-BE49-F238E27FC236}">
                  <ns2:creationId id="{34405F10-A328-41DB-A0B2-8343CDD9A3C9}"/>
                </a:ext>
              </a:extLst>
            </p:cNvPr>
            <p:cNvSpPr>
              <a:spLocks noGrp="1"/>
            </p:cNvSpPr>
            <p:nvPr/>
          </p:nvSpPr>
          <p:spPr>
            <a:xfrm rot="0">
              <a:off x="314325" y="8849619"/>
              <a:ext cx="285750" cy="209550"/>
            </a:xfrm>
            <a:prstGeom prst="rect">
              <a:avLst/>
            </a:prstGeom>
            <a:noFill/>
            <a:ln w="0">
              <a:noFill/>
              <a:prstDash val="solid"/>
            </a:ln>
          </p:spPr>
          <p:txBody>
            <a:bodyPr wrap="none" lIns="0" tIns="0" rIns="0" bIns="0" anchor="t">
              <a:noAutofit/>
            </a:bodyPr>
            <a:lstStyle>
              <a:defPPr algn="r">
                <a:defRPr sz="581" b="0">
                  <a:solidFill>
                    <a:srgbClr val="000000"/>
                  </a:solidFill>
                  <a:latin typeface="Arial"/>
                  <a:ea typeface="Arial"/>
                  <a:cs typeface="Arial"/>
                </a:defRPr>
              </a:defPPr>
              <a:lvl1pPr algn="r">
                <a:defRPr sz="581" b="0">
                  <a:solidFill>
                    <a:srgbClr val="000000"/>
                  </a:solidFill>
                  <a:latin typeface="Arial"/>
                  <a:ea typeface="Arial"/>
                  <a:cs typeface="Arial"/>
                </a:defRPr>
              </a:lvl1pPr>
              <a:lvl2pPr algn="r">
                <a:defRPr sz="581" b="0">
                  <a:solidFill>
                    <a:srgbClr val="000000"/>
                  </a:solidFill>
                  <a:latin typeface="Arial"/>
                  <a:ea typeface="Arial"/>
                  <a:cs typeface="Arial"/>
                </a:defRPr>
              </a:lvl2pPr>
              <a:lvl3pPr algn="r">
                <a:defRPr sz="581" b="0">
                  <a:solidFill>
                    <a:srgbClr val="000000"/>
                  </a:solidFill>
                  <a:latin typeface="Arial"/>
                  <a:ea typeface="Arial"/>
                  <a:cs typeface="Arial"/>
                </a:defRPr>
              </a:lvl3pPr>
              <a:lvl4pPr algn="r">
                <a:defRPr sz="581" b="0">
                  <a:solidFill>
                    <a:srgbClr val="000000"/>
                  </a:solidFill>
                  <a:latin typeface="Arial"/>
                  <a:ea typeface="Arial"/>
                  <a:cs typeface="Arial"/>
                </a:defRPr>
              </a:lvl4pPr>
              <a:lvl5pPr algn="r">
                <a:defRPr sz="581" b="0">
                  <a:solidFill>
                    <a:srgbClr val="000000"/>
                  </a:solidFill>
                  <a:latin typeface="Arial"/>
                  <a:ea typeface="Arial"/>
                  <a:cs typeface="Arial"/>
                </a:defRPr>
              </a:lvl5pPr>
              <a:lvl6pPr algn="r">
                <a:defRPr sz="581" b="0">
                  <a:solidFill>
                    <a:srgbClr val="000000"/>
                  </a:solidFill>
                  <a:latin typeface="Arial"/>
                  <a:ea typeface="Arial"/>
                  <a:cs typeface="Arial"/>
                </a:defRPr>
              </a:lvl6pPr>
              <a:lvl7pPr algn="r">
                <a:defRPr sz="581" b="0">
                  <a:solidFill>
                    <a:srgbClr val="000000"/>
                  </a:solidFill>
                  <a:latin typeface="Arial"/>
                  <a:ea typeface="Arial"/>
                  <a:cs typeface="Arial"/>
                </a:defRPr>
              </a:lvl7pPr>
              <a:lvl8pPr algn="r">
                <a:defRPr sz="581" b="0">
                  <a:solidFill>
                    <a:srgbClr val="000000"/>
                  </a:solidFill>
                  <a:latin typeface="Arial"/>
                  <a:ea typeface="Arial"/>
                  <a:cs typeface="Arial"/>
                </a:defRPr>
              </a:lvl8pPr>
              <a:lvl9pPr algn="r">
                <a:defRPr sz="581" b="0">
                  <a:solidFill>
                    <a:srgbClr val="000000"/>
                  </a:solidFill>
                  <a:latin typeface="Arial"/>
                  <a:ea typeface="Arial"/>
                  <a:cs typeface="Arial"/>
                </a:defRPr>
              </a:lvl9pPr>
            </a:lstStyle>
            <a:p>
              <a:pPr algn="r">
                <a:defRPr sz="581" b="0">
                  <a:solidFill>
                    <a:srgbClr val="000000"/>
                  </a:solidFill>
                  <a:latin typeface="Arial"/>
                  <a:ea typeface="Arial"/>
                  <a:cs typeface="Arial"/>
                </a:defRPr>
              </a:pPr>
              <a:r>
                <a:rPr sz="581" b="0">
                  <a:solidFill>
                    <a:srgbClr val="000000"/>
                  </a:solidFill>
                  <a:latin typeface="Arial"/>
                  <a:ea typeface="Arial"/>
                  <a:cs typeface="Arial"/>
                </a:rPr>
                <a:t>28</a:t>
              </a:r>
            </a:p>
          </p:txBody>
        </p:sp>
        <p:sp>
          <p:nvSpPr>
            <p:cNvPr id="115" name="text_114">
              <a:extLst>
                <a:ext uri="{FF2B5EF4-FFF2-40B4-BE49-F238E27FC236}">
                  <ns2:creationId id="{FEA4ADC6-3570-416A-AC9C-6B13CF808FC9}"/>
                </a:ext>
              </a:extLst>
            </p:cNvPr>
            <p:cNvSpPr>
              <a:spLocks noGrp="1"/>
            </p:cNvSpPr>
            <p:nvPr/>
          </p:nvSpPr>
          <p:spPr>
            <a:xfrm rot="0">
              <a:off x="314325" y="7634571"/>
              <a:ext cx="285750" cy="209550"/>
            </a:xfrm>
            <a:prstGeom prst="rect">
              <a:avLst/>
            </a:prstGeom>
            <a:noFill/>
            <a:ln w="0">
              <a:noFill/>
              <a:prstDash val="solid"/>
            </a:ln>
          </p:spPr>
          <p:txBody>
            <a:bodyPr wrap="none" lIns="0" tIns="0" rIns="0" bIns="0" anchor="t">
              <a:noAutofit/>
            </a:bodyPr>
            <a:lstStyle>
              <a:defPPr algn="r">
                <a:defRPr sz="581" b="0">
                  <a:solidFill>
                    <a:srgbClr val="000000"/>
                  </a:solidFill>
                  <a:latin typeface="Arial"/>
                  <a:ea typeface="Arial"/>
                  <a:cs typeface="Arial"/>
                </a:defRPr>
              </a:defPPr>
              <a:lvl1pPr algn="r">
                <a:defRPr sz="581" b="0">
                  <a:solidFill>
                    <a:srgbClr val="000000"/>
                  </a:solidFill>
                  <a:latin typeface="Arial"/>
                  <a:ea typeface="Arial"/>
                  <a:cs typeface="Arial"/>
                </a:defRPr>
              </a:lvl1pPr>
              <a:lvl2pPr algn="r">
                <a:defRPr sz="581" b="0">
                  <a:solidFill>
                    <a:srgbClr val="000000"/>
                  </a:solidFill>
                  <a:latin typeface="Arial"/>
                  <a:ea typeface="Arial"/>
                  <a:cs typeface="Arial"/>
                </a:defRPr>
              </a:lvl2pPr>
              <a:lvl3pPr algn="r">
                <a:defRPr sz="581" b="0">
                  <a:solidFill>
                    <a:srgbClr val="000000"/>
                  </a:solidFill>
                  <a:latin typeface="Arial"/>
                  <a:ea typeface="Arial"/>
                  <a:cs typeface="Arial"/>
                </a:defRPr>
              </a:lvl3pPr>
              <a:lvl4pPr algn="r">
                <a:defRPr sz="581" b="0">
                  <a:solidFill>
                    <a:srgbClr val="000000"/>
                  </a:solidFill>
                  <a:latin typeface="Arial"/>
                  <a:ea typeface="Arial"/>
                  <a:cs typeface="Arial"/>
                </a:defRPr>
              </a:lvl4pPr>
              <a:lvl5pPr algn="r">
                <a:defRPr sz="581" b="0">
                  <a:solidFill>
                    <a:srgbClr val="000000"/>
                  </a:solidFill>
                  <a:latin typeface="Arial"/>
                  <a:ea typeface="Arial"/>
                  <a:cs typeface="Arial"/>
                </a:defRPr>
              </a:lvl5pPr>
              <a:lvl6pPr algn="r">
                <a:defRPr sz="581" b="0">
                  <a:solidFill>
                    <a:srgbClr val="000000"/>
                  </a:solidFill>
                  <a:latin typeface="Arial"/>
                  <a:ea typeface="Arial"/>
                  <a:cs typeface="Arial"/>
                </a:defRPr>
              </a:lvl6pPr>
              <a:lvl7pPr algn="r">
                <a:defRPr sz="581" b="0">
                  <a:solidFill>
                    <a:srgbClr val="000000"/>
                  </a:solidFill>
                  <a:latin typeface="Arial"/>
                  <a:ea typeface="Arial"/>
                  <a:cs typeface="Arial"/>
                </a:defRPr>
              </a:lvl7pPr>
              <a:lvl8pPr algn="r">
                <a:defRPr sz="581" b="0">
                  <a:solidFill>
                    <a:srgbClr val="000000"/>
                  </a:solidFill>
                  <a:latin typeface="Arial"/>
                  <a:ea typeface="Arial"/>
                  <a:cs typeface="Arial"/>
                </a:defRPr>
              </a:lvl8pPr>
              <a:lvl9pPr algn="r">
                <a:defRPr sz="581" b="0">
                  <a:solidFill>
                    <a:srgbClr val="000000"/>
                  </a:solidFill>
                  <a:latin typeface="Arial"/>
                  <a:ea typeface="Arial"/>
                  <a:cs typeface="Arial"/>
                </a:defRPr>
              </a:lvl9pPr>
            </a:lstStyle>
            <a:p>
              <a:pPr algn="r">
                <a:defRPr sz="581" b="0">
                  <a:solidFill>
                    <a:srgbClr val="000000"/>
                  </a:solidFill>
                  <a:latin typeface="Arial"/>
                  <a:ea typeface="Arial"/>
                  <a:cs typeface="Arial"/>
                </a:defRPr>
              </a:pPr>
              <a:r>
                <a:rPr sz="581" b="0">
                  <a:solidFill>
                    <a:srgbClr val="000000"/>
                  </a:solidFill>
                  <a:latin typeface="Arial"/>
                  <a:ea typeface="Arial"/>
                  <a:cs typeface="Arial"/>
                </a:rPr>
                <a:t>33</a:t>
              </a:r>
            </a:p>
          </p:txBody>
        </p:sp>
        <p:sp>
          <p:nvSpPr>
            <p:cNvPr id="116" name="text_115">
              <a:extLst>
                <a:ext uri="{FF2B5EF4-FFF2-40B4-BE49-F238E27FC236}">
                  <ns2:creationId id="{CCF534B1-5244-478D-9092-AAEE17F00D59}"/>
                </a:ext>
              </a:extLst>
            </p:cNvPr>
            <p:cNvSpPr>
              <a:spLocks noGrp="1"/>
            </p:cNvSpPr>
            <p:nvPr/>
          </p:nvSpPr>
          <p:spPr>
            <a:xfrm rot="0">
              <a:off x="314325" y="6486525"/>
              <a:ext cx="285750" cy="209550"/>
            </a:xfrm>
            <a:prstGeom prst="rect">
              <a:avLst/>
            </a:prstGeom>
            <a:noFill/>
            <a:ln w="0">
              <a:noFill/>
              <a:prstDash val="solid"/>
            </a:ln>
          </p:spPr>
          <p:txBody>
            <a:bodyPr wrap="none" lIns="0" tIns="0" rIns="0" bIns="0" anchor="t">
              <a:noAutofit/>
            </a:bodyPr>
            <a:lstStyle>
              <a:defPPr algn="r">
                <a:defRPr sz="581" b="0">
                  <a:solidFill>
                    <a:srgbClr val="000000"/>
                  </a:solidFill>
                  <a:latin typeface="Arial"/>
                  <a:ea typeface="Arial"/>
                  <a:cs typeface="Arial"/>
                </a:defRPr>
              </a:defPPr>
              <a:lvl1pPr algn="r">
                <a:defRPr sz="581" b="0">
                  <a:solidFill>
                    <a:srgbClr val="000000"/>
                  </a:solidFill>
                  <a:latin typeface="Arial"/>
                  <a:ea typeface="Arial"/>
                  <a:cs typeface="Arial"/>
                </a:defRPr>
              </a:lvl1pPr>
              <a:lvl2pPr algn="r">
                <a:defRPr sz="581" b="0">
                  <a:solidFill>
                    <a:srgbClr val="000000"/>
                  </a:solidFill>
                  <a:latin typeface="Arial"/>
                  <a:ea typeface="Arial"/>
                  <a:cs typeface="Arial"/>
                </a:defRPr>
              </a:lvl2pPr>
              <a:lvl3pPr algn="r">
                <a:defRPr sz="581" b="0">
                  <a:solidFill>
                    <a:srgbClr val="000000"/>
                  </a:solidFill>
                  <a:latin typeface="Arial"/>
                  <a:ea typeface="Arial"/>
                  <a:cs typeface="Arial"/>
                </a:defRPr>
              </a:lvl3pPr>
              <a:lvl4pPr algn="r">
                <a:defRPr sz="581" b="0">
                  <a:solidFill>
                    <a:srgbClr val="000000"/>
                  </a:solidFill>
                  <a:latin typeface="Arial"/>
                  <a:ea typeface="Arial"/>
                  <a:cs typeface="Arial"/>
                </a:defRPr>
              </a:lvl4pPr>
              <a:lvl5pPr algn="r">
                <a:defRPr sz="581" b="0">
                  <a:solidFill>
                    <a:srgbClr val="000000"/>
                  </a:solidFill>
                  <a:latin typeface="Arial"/>
                  <a:ea typeface="Arial"/>
                  <a:cs typeface="Arial"/>
                </a:defRPr>
              </a:lvl5pPr>
              <a:lvl6pPr algn="r">
                <a:defRPr sz="581" b="0">
                  <a:solidFill>
                    <a:srgbClr val="000000"/>
                  </a:solidFill>
                  <a:latin typeface="Arial"/>
                  <a:ea typeface="Arial"/>
                  <a:cs typeface="Arial"/>
                </a:defRPr>
              </a:lvl6pPr>
              <a:lvl7pPr algn="r">
                <a:defRPr sz="581" b="0">
                  <a:solidFill>
                    <a:srgbClr val="000000"/>
                  </a:solidFill>
                  <a:latin typeface="Arial"/>
                  <a:ea typeface="Arial"/>
                  <a:cs typeface="Arial"/>
                </a:defRPr>
              </a:lvl7pPr>
              <a:lvl8pPr algn="r">
                <a:defRPr sz="581" b="0">
                  <a:solidFill>
                    <a:srgbClr val="000000"/>
                  </a:solidFill>
                  <a:latin typeface="Arial"/>
                  <a:ea typeface="Arial"/>
                  <a:cs typeface="Arial"/>
                </a:defRPr>
              </a:lvl8pPr>
              <a:lvl9pPr algn="r">
                <a:defRPr sz="581" b="0">
                  <a:solidFill>
                    <a:srgbClr val="000000"/>
                  </a:solidFill>
                  <a:latin typeface="Arial"/>
                  <a:ea typeface="Arial"/>
                  <a:cs typeface="Arial"/>
                </a:defRPr>
              </a:lvl9pPr>
            </a:lstStyle>
            <a:p>
              <a:pPr algn="r">
                <a:defRPr sz="581" b="0">
                  <a:solidFill>
                    <a:srgbClr val="000000"/>
                  </a:solidFill>
                  <a:latin typeface="Arial"/>
                  <a:ea typeface="Arial"/>
                  <a:cs typeface="Arial"/>
                </a:defRPr>
              </a:pPr>
              <a:r>
                <a:rPr sz="581" b="0">
                  <a:solidFill>
                    <a:srgbClr val="000000"/>
                  </a:solidFill>
                  <a:latin typeface="Arial"/>
                  <a:ea typeface="Arial"/>
                  <a:cs typeface="Arial"/>
                </a:rPr>
                <a:t>38</a:t>
              </a:r>
            </a:p>
          </p:txBody>
        </p:sp>
        <p:sp>
          <p:nvSpPr>
            <p:cNvPr id="117" name="ellipse_116">
              <a:extLst>
                <a:ext uri="{FF2B5EF4-FFF2-40B4-BE49-F238E27FC236}">
                  <ns2:creationId id="{788BECD7-50A8-49FA-98E8-F49FA4FEB30E}"/>
                </a:ext>
              </a:extLst>
            </p:cNvPr>
            <p:cNvSpPr>
              <a:spLocks noGrp="1"/>
            </p:cNvSpPr>
            <p:nvPr/>
          </p:nvSpPr>
          <p:spPr>
            <a:xfrm rot="0">
              <a:off x="2820761" y="8622474"/>
              <a:ext cx="114300" cy="114300"/>
            </a:xfrm>
            <a:prstGeom prst="ellipse">
              <a:avLst/>
            </a:prstGeom>
            <a:solidFill>
              <a:srgbClr val="FFFFFF"/>
            </a:solidFill>
            <a:ln w="8849">
              <a:solidFill>
                <a:srgbClr val="FFFFFF"/>
              </a:solidFill>
              <a:prstDash val="solid"/>
            </a:ln>
          </p:spPr>
        </p:sp>
        <p:sp>
          <p:nvSpPr>
            <p:cNvPr id="118" name="ellipse_117">
              <a:extLst>
                <a:ext uri="{FF2B5EF4-FFF2-40B4-BE49-F238E27FC236}">
                  <ns2:creationId id="{D6FDB9FB-23B6-48BA-8788-EBFDC60E9E08}"/>
                </a:ext>
              </a:extLst>
            </p:cNvPr>
            <p:cNvSpPr>
              <a:spLocks noGrp="1"/>
            </p:cNvSpPr>
            <p:nvPr/>
          </p:nvSpPr>
          <p:spPr>
            <a:xfrm rot="0">
              <a:off x="2839811" y="8641524"/>
              <a:ext cx="76200" cy="76200"/>
            </a:xfrm>
            <a:prstGeom prst="ellipse">
              <a:avLst/>
            </a:prstGeom>
            <a:solidFill>
              <a:srgbClr val="FFFFFF"/>
            </a:solidFill>
            <a:ln w="8849">
              <a:solidFill>
                <a:srgbClr val="0072B2"/>
              </a:solidFill>
              <a:prstDash val="solid"/>
            </a:ln>
          </p:spPr>
        </p:sp>
        <p:sp>
          <p:nvSpPr>
            <p:cNvPr id="119" name="text_118">
              <a:extLst>
                <a:ext uri="{FF2B5EF4-FFF2-40B4-BE49-F238E27FC236}">
                  <ns2:creationId id="{4066C855-441E-48D5-AA33-639294D1F600}"/>
                </a:ext>
              </a:extLst>
            </p:cNvPr>
            <p:cNvSpPr>
              <a:spLocks noGrp="1"/>
            </p:cNvSpPr>
            <p:nvPr/>
          </p:nvSpPr>
          <p:spPr>
            <a:xfrm rot="0">
              <a:off x="2649311" y="8451024"/>
              <a:ext cx="247650" cy="247650"/>
            </a:xfrm>
            <a:prstGeom prst="rect">
              <a:avLst/>
            </a:prstGeom>
            <a:noFill/>
            <a:ln w="0">
              <a:noFill/>
              <a:prstDash val="solid"/>
            </a:ln>
          </p:spPr>
          <p:txBody>
            <a:bodyPr wrap="none" lIns="0" tIns="0" rIns="0" bIns="0" anchor="t">
              <a:noAutofit/>
            </a:bodyPr>
            <a:lstStyle>
              <a:defPPr algn="l">
                <a:defRPr sz="774" b="1">
                  <a:solidFill>
                    <a:srgbClr val="0072B2"/>
                  </a:solidFill>
                  <a:latin typeface="Arial"/>
                  <a:ea typeface="Arial"/>
                  <a:cs typeface="Arial"/>
                </a:defRPr>
              </a:defPPr>
              <a:lvl1pPr algn="l">
                <a:defRPr sz="774" b="1">
                  <a:solidFill>
                    <a:srgbClr val="0072B2"/>
                  </a:solidFill>
                  <a:latin typeface="Arial"/>
                  <a:ea typeface="Arial"/>
                  <a:cs typeface="Arial"/>
                </a:defRPr>
              </a:lvl1pPr>
              <a:lvl2pPr algn="l">
                <a:defRPr sz="774" b="1">
                  <a:solidFill>
                    <a:srgbClr val="0072B2"/>
                  </a:solidFill>
                  <a:latin typeface="Arial"/>
                  <a:ea typeface="Arial"/>
                  <a:cs typeface="Arial"/>
                </a:defRPr>
              </a:lvl2pPr>
              <a:lvl3pPr algn="l">
                <a:defRPr sz="774" b="1">
                  <a:solidFill>
                    <a:srgbClr val="0072B2"/>
                  </a:solidFill>
                  <a:latin typeface="Arial"/>
                  <a:ea typeface="Arial"/>
                  <a:cs typeface="Arial"/>
                </a:defRPr>
              </a:lvl3pPr>
              <a:lvl4pPr algn="l">
                <a:defRPr sz="774" b="1">
                  <a:solidFill>
                    <a:srgbClr val="0072B2"/>
                  </a:solidFill>
                  <a:latin typeface="Arial"/>
                  <a:ea typeface="Arial"/>
                  <a:cs typeface="Arial"/>
                </a:defRPr>
              </a:lvl4pPr>
              <a:lvl5pPr algn="l">
                <a:defRPr sz="774" b="1">
                  <a:solidFill>
                    <a:srgbClr val="0072B2"/>
                  </a:solidFill>
                  <a:latin typeface="Arial"/>
                  <a:ea typeface="Arial"/>
                  <a:cs typeface="Arial"/>
                </a:defRPr>
              </a:lvl5pPr>
              <a:lvl6pPr algn="l">
                <a:defRPr sz="774" b="1">
                  <a:solidFill>
                    <a:srgbClr val="0072B2"/>
                  </a:solidFill>
                  <a:latin typeface="Arial"/>
                  <a:ea typeface="Arial"/>
                  <a:cs typeface="Arial"/>
                </a:defRPr>
              </a:lvl6pPr>
              <a:lvl7pPr algn="l">
                <a:defRPr sz="774" b="1">
                  <a:solidFill>
                    <a:srgbClr val="0072B2"/>
                  </a:solidFill>
                  <a:latin typeface="Arial"/>
                  <a:ea typeface="Arial"/>
                  <a:cs typeface="Arial"/>
                </a:defRPr>
              </a:lvl7pPr>
              <a:lvl8pPr algn="l">
                <a:defRPr sz="774" b="1">
                  <a:solidFill>
                    <a:srgbClr val="0072B2"/>
                  </a:solidFill>
                  <a:latin typeface="Arial"/>
                  <a:ea typeface="Arial"/>
                  <a:cs typeface="Arial"/>
                </a:defRPr>
              </a:lvl8pPr>
              <a:lvl9pPr algn="l">
                <a:defRPr sz="774" b="1">
                  <a:solidFill>
                    <a:srgbClr val="0072B2"/>
                  </a:solidFill>
                  <a:latin typeface="Arial"/>
                  <a:ea typeface="Arial"/>
                  <a:cs typeface="Arial"/>
                </a:defRPr>
              </a:lvl9pPr>
            </a:lstStyle>
            <a:p>
              <a:pPr algn="l">
                <a:defRPr sz="774" b="1">
                  <a:solidFill>
                    <a:srgbClr val="0072B2"/>
                  </a:solidFill>
                  <a:latin typeface="Arial"/>
                  <a:ea typeface="Arial"/>
                  <a:cs typeface="Arial"/>
                </a:defRPr>
              </a:pPr>
              <a:r>
                <a:rPr sz="774" b="1">
                  <a:solidFill>
                    <a:srgbClr val="0072B2"/>
                  </a:solidFill>
                  <a:latin typeface="Arial"/>
                  <a:ea typeface="Arial"/>
                  <a:cs typeface="Arial"/>
                </a:rPr>
                <a:t>A</a:t>
              </a:r>
            </a:p>
          </p:txBody>
        </p:sp>
        <p:sp>
          <p:nvSpPr>
            <p:cNvPr id="120" name="ellipse_119">
              <a:extLst>
                <a:ext uri="{FF2B5EF4-FFF2-40B4-BE49-F238E27FC236}">
                  <ns2:creationId id="{3982A67B-A1F7-4C08-B6B0-062AA4299DF0}"/>
                </a:ext>
              </a:extLst>
            </p:cNvPr>
            <p:cNvSpPr>
              <a:spLocks noGrp="1"/>
            </p:cNvSpPr>
            <p:nvPr/>
          </p:nvSpPr>
          <p:spPr>
            <a:xfrm rot="0">
              <a:off x="2334791" y="6838097"/>
              <a:ext cx="114300" cy="114300"/>
            </a:xfrm>
            <a:prstGeom prst="ellipse">
              <a:avLst/>
            </a:prstGeom>
            <a:solidFill>
              <a:srgbClr val="FFFFFF"/>
            </a:solidFill>
            <a:ln w="8849">
              <a:solidFill>
                <a:srgbClr val="FFFFFF"/>
              </a:solidFill>
              <a:prstDash val="solid"/>
            </a:ln>
          </p:spPr>
        </p:sp>
        <p:sp>
          <p:nvSpPr>
            <p:cNvPr id="121" name="ellipse_120">
              <a:extLst>
                <a:ext uri="{FF2B5EF4-FFF2-40B4-BE49-F238E27FC236}">
                  <ns2:creationId id="{43AF488B-EF97-4334-97D6-34E1108BBC85}"/>
                </a:ext>
              </a:extLst>
            </p:cNvPr>
            <p:cNvSpPr>
              <a:spLocks noGrp="1"/>
            </p:cNvSpPr>
            <p:nvPr/>
          </p:nvSpPr>
          <p:spPr>
            <a:xfrm rot="0">
              <a:off x="2353841" y="6857147"/>
              <a:ext cx="76200" cy="76200"/>
            </a:xfrm>
            <a:prstGeom prst="ellipse">
              <a:avLst/>
            </a:prstGeom>
            <a:solidFill>
              <a:srgbClr val="FFFFFF"/>
            </a:solidFill>
            <a:ln w="8849">
              <a:solidFill>
                <a:srgbClr val="D55E00"/>
              </a:solidFill>
              <a:prstDash val="solid"/>
            </a:ln>
          </p:spPr>
        </p:sp>
        <p:sp>
          <p:nvSpPr>
            <p:cNvPr id="122" name="text_121">
              <a:extLst>
                <a:ext uri="{FF2B5EF4-FFF2-40B4-BE49-F238E27FC236}">
                  <ns2:creationId id="{5764DA6D-E76A-4688-BF52-8ECEA532E4CB}"/>
                </a:ext>
              </a:extLst>
            </p:cNvPr>
            <p:cNvSpPr>
              <a:spLocks noGrp="1"/>
            </p:cNvSpPr>
            <p:nvPr/>
          </p:nvSpPr>
          <p:spPr>
            <a:xfrm rot="0">
              <a:off x="2468141" y="6666647"/>
              <a:ext cx="247650" cy="247650"/>
            </a:xfrm>
            <a:prstGeom prst="rect">
              <a:avLst/>
            </a:prstGeom>
            <a:noFill/>
            <a:ln w="0">
              <a:noFill/>
              <a:prstDash val="solid"/>
            </a:ln>
          </p:spPr>
          <p:txBody>
            <a:bodyPr wrap="none" lIns="0" tIns="0" rIns="0" bIns="0" anchor="t">
              <a:noAutofit/>
            </a:bodyPr>
            <a:lstStyle>
              <a:defPPr algn="l">
                <a:defRPr sz="774" b="1">
                  <a:solidFill>
                    <a:srgbClr val="D55E00"/>
                  </a:solidFill>
                  <a:latin typeface="Arial"/>
                  <a:ea typeface="Arial"/>
                  <a:cs typeface="Arial"/>
                </a:defRPr>
              </a:defPPr>
              <a:lvl1pPr algn="l">
                <a:defRPr sz="774" b="1">
                  <a:solidFill>
                    <a:srgbClr val="D55E00"/>
                  </a:solidFill>
                  <a:latin typeface="Arial"/>
                  <a:ea typeface="Arial"/>
                  <a:cs typeface="Arial"/>
                </a:defRPr>
              </a:lvl1pPr>
              <a:lvl2pPr algn="l">
                <a:defRPr sz="774" b="1">
                  <a:solidFill>
                    <a:srgbClr val="D55E00"/>
                  </a:solidFill>
                  <a:latin typeface="Arial"/>
                  <a:ea typeface="Arial"/>
                  <a:cs typeface="Arial"/>
                </a:defRPr>
              </a:lvl2pPr>
              <a:lvl3pPr algn="l">
                <a:defRPr sz="774" b="1">
                  <a:solidFill>
                    <a:srgbClr val="D55E00"/>
                  </a:solidFill>
                  <a:latin typeface="Arial"/>
                  <a:ea typeface="Arial"/>
                  <a:cs typeface="Arial"/>
                </a:defRPr>
              </a:lvl3pPr>
              <a:lvl4pPr algn="l">
                <a:defRPr sz="774" b="1">
                  <a:solidFill>
                    <a:srgbClr val="D55E00"/>
                  </a:solidFill>
                  <a:latin typeface="Arial"/>
                  <a:ea typeface="Arial"/>
                  <a:cs typeface="Arial"/>
                </a:defRPr>
              </a:lvl4pPr>
              <a:lvl5pPr algn="l">
                <a:defRPr sz="774" b="1">
                  <a:solidFill>
                    <a:srgbClr val="D55E00"/>
                  </a:solidFill>
                  <a:latin typeface="Arial"/>
                  <a:ea typeface="Arial"/>
                  <a:cs typeface="Arial"/>
                </a:defRPr>
              </a:lvl5pPr>
              <a:lvl6pPr algn="l">
                <a:defRPr sz="774" b="1">
                  <a:solidFill>
                    <a:srgbClr val="D55E00"/>
                  </a:solidFill>
                  <a:latin typeface="Arial"/>
                  <a:ea typeface="Arial"/>
                  <a:cs typeface="Arial"/>
                </a:defRPr>
              </a:lvl6pPr>
              <a:lvl7pPr algn="l">
                <a:defRPr sz="774" b="1">
                  <a:solidFill>
                    <a:srgbClr val="D55E00"/>
                  </a:solidFill>
                  <a:latin typeface="Arial"/>
                  <a:ea typeface="Arial"/>
                  <a:cs typeface="Arial"/>
                </a:defRPr>
              </a:lvl7pPr>
              <a:lvl8pPr algn="l">
                <a:defRPr sz="774" b="1">
                  <a:solidFill>
                    <a:srgbClr val="D55E00"/>
                  </a:solidFill>
                  <a:latin typeface="Arial"/>
                  <a:ea typeface="Arial"/>
                  <a:cs typeface="Arial"/>
                </a:defRPr>
              </a:lvl8pPr>
              <a:lvl9pPr algn="l">
                <a:defRPr sz="774" b="1">
                  <a:solidFill>
                    <a:srgbClr val="D55E00"/>
                  </a:solidFill>
                  <a:latin typeface="Arial"/>
                  <a:ea typeface="Arial"/>
                  <a:cs typeface="Arial"/>
                </a:defRPr>
              </a:lvl9pPr>
            </a:lstStyle>
            <a:p>
              <a:pPr algn="l">
                <a:defRPr sz="774" b="1">
                  <a:solidFill>
                    <a:srgbClr val="D55E00"/>
                  </a:solidFill>
                  <a:latin typeface="Arial"/>
                  <a:ea typeface="Arial"/>
                  <a:cs typeface="Arial"/>
                </a:defRPr>
              </a:pPr>
              <a:r>
                <a:rPr sz="774" b="1">
                  <a:solidFill>
                    <a:srgbClr val="D55E00"/>
                  </a:solidFill>
                  <a:latin typeface="Arial"/>
                  <a:ea typeface="Arial"/>
                  <a:cs typeface="Arial"/>
                </a:rPr>
                <a:t>B</a:t>
              </a:r>
            </a:p>
          </p:txBody>
        </p:sp>
        <p:sp>
          <p:nvSpPr>
            <p:cNvPr id="123" name="ellipse_122">
              <a:extLst>
                <a:ext uri="{FF2B5EF4-FFF2-40B4-BE49-F238E27FC236}">
                  <ns2:creationId id="{72D87BDE-9D98-4719-A521-1B8E771995F8}"/>
                </a:ext>
              </a:extLst>
            </p:cNvPr>
            <p:cNvSpPr>
              <a:spLocks noGrp="1"/>
            </p:cNvSpPr>
            <p:nvPr/>
          </p:nvSpPr>
          <p:spPr>
            <a:xfrm rot="0">
              <a:off x="1314256" y="8333115"/>
              <a:ext cx="114300" cy="114300"/>
            </a:xfrm>
            <a:prstGeom prst="ellipse">
              <a:avLst/>
            </a:prstGeom>
            <a:solidFill>
              <a:srgbClr val="FFFFFF"/>
            </a:solidFill>
            <a:ln w="8849">
              <a:solidFill>
                <a:srgbClr val="FFFFFF"/>
              </a:solidFill>
              <a:prstDash val="solid"/>
            </a:ln>
          </p:spPr>
        </p:sp>
        <p:sp>
          <p:nvSpPr>
            <p:cNvPr id="124" name="ellipse_123">
              <a:extLst>
                <a:ext uri="{FF2B5EF4-FFF2-40B4-BE49-F238E27FC236}">
                  <ns2:creationId id="{44EA6251-5D6C-4879-8352-B05DE4AFB409}"/>
                </a:ext>
              </a:extLst>
            </p:cNvPr>
            <p:cNvSpPr>
              <a:spLocks noGrp="1"/>
            </p:cNvSpPr>
            <p:nvPr/>
          </p:nvSpPr>
          <p:spPr>
            <a:xfrm rot="0">
              <a:off x="1333306" y="8352165"/>
              <a:ext cx="76200" cy="76200"/>
            </a:xfrm>
            <a:prstGeom prst="ellipse">
              <a:avLst/>
            </a:prstGeom>
            <a:solidFill>
              <a:srgbClr val="FFFFFF"/>
            </a:solidFill>
            <a:ln w="8849">
              <a:solidFill>
                <a:srgbClr val="009E73"/>
              </a:solidFill>
              <a:prstDash val="solid"/>
            </a:ln>
          </p:spPr>
        </p:sp>
        <p:sp>
          <p:nvSpPr>
            <p:cNvPr id="125" name="text_124">
              <a:extLst>
                <a:ext uri="{FF2B5EF4-FFF2-40B4-BE49-F238E27FC236}">
                  <ns2:creationId id="{23A07277-11C7-4F9D-B32C-BEE04822BB5B}"/>
                </a:ext>
              </a:extLst>
            </p:cNvPr>
            <p:cNvSpPr>
              <a:spLocks noGrp="1"/>
            </p:cNvSpPr>
            <p:nvPr/>
          </p:nvSpPr>
          <p:spPr>
            <a:xfrm rot="0">
              <a:off x="1447606" y="8161665"/>
              <a:ext cx="247650" cy="247650"/>
            </a:xfrm>
            <a:prstGeom prst="rect">
              <a:avLst/>
            </a:prstGeom>
            <a:noFill/>
            <a:ln w="0">
              <a:noFill/>
              <a:prstDash val="solid"/>
            </a:ln>
          </p:spPr>
          <p:txBody>
            <a:bodyPr wrap="none" lIns="0" tIns="0" rIns="0" bIns="0" anchor="t">
              <a:noAutofit/>
            </a:bodyPr>
            <a:lstStyle>
              <a:defPPr algn="l">
                <a:defRPr sz="774" b="1">
                  <a:solidFill>
                    <a:srgbClr val="009E73"/>
                  </a:solidFill>
                  <a:latin typeface="Arial"/>
                  <a:ea typeface="Arial"/>
                  <a:cs typeface="Arial"/>
                </a:defRPr>
              </a:defPPr>
              <a:lvl1pPr algn="l">
                <a:defRPr sz="774" b="1">
                  <a:solidFill>
                    <a:srgbClr val="009E73"/>
                  </a:solidFill>
                  <a:latin typeface="Arial"/>
                  <a:ea typeface="Arial"/>
                  <a:cs typeface="Arial"/>
                </a:defRPr>
              </a:lvl1pPr>
              <a:lvl2pPr algn="l">
                <a:defRPr sz="774" b="1">
                  <a:solidFill>
                    <a:srgbClr val="009E73"/>
                  </a:solidFill>
                  <a:latin typeface="Arial"/>
                  <a:ea typeface="Arial"/>
                  <a:cs typeface="Arial"/>
                </a:defRPr>
              </a:lvl2pPr>
              <a:lvl3pPr algn="l">
                <a:defRPr sz="774" b="1">
                  <a:solidFill>
                    <a:srgbClr val="009E73"/>
                  </a:solidFill>
                  <a:latin typeface="Arial"/>
                  <a:ea typeface="Arial"/>
                  <a:cs typeface="Arial"/>
                </a:defRPr>
              </a:lvl3pPr>
              <a:lvl4pPr algn="l">
                <a:defRPr sz="774" b="1">
                  <a:solidFill>
                    <a:srgbClr val="009E73"/>
                  </a:solidFill>
                  <a:latin typeface="Arial"/>
                  <a:ea typeface="Arial"/>
                  <a:cs typeface="Arial"/>
                </a:defRPr>
              </a:lvl4pPr>
              <a:lvl5pPr algn="l">
                <a:defRPr sz="774" b="1">
                  <a:solidFill>
                    <a:srgbClr val="009E73"/>
                  </a:solidFill>
                  <a:latin typeface="Arial"/>
                  <a:ea typeface="Arial"/>
                  <a:cs typeface="Arial"/>
                </a:defRPr>
              </a:lvl5pPr>
              <a:lvl6pPr algn="l">
                <a:defRPr sz="774" b="1">
                  <a:solidFill>
                    <a:srgbClr val="009E73"/>
                  </a:solidFill>
                  <a:latin typeface="Arial"/>
                  <a:ea typeface="Arial"/>
                  <a:cs typeface="Arial"/>
                </a:defRPr>
              </a:lvl6pPr>
              <a:lvl7pPr algn="l">
                <a:defRPr sz="774" b="1">
                  <a:solidFill>
                    <a:srgbClr val="009E73"/>
                  </a:solidFill>
                  <a:latin typeface="Arial"/>
                  <a:ea typeface="Arial"/>
                  <a:cs typeface="Arial"/>
                </a:defRPr>
              </a:lvl7pPr>
              <a:lvl8pPr algn="l">
                <a:defRPr sz="774" b="1">
                  <a:solidFill>
                    <a:srgbClr val="009E73"/>
                  </a:solidFill>
                  <a:latin typeface="Arial"/>
                  <a:ea typeface="Arial"/>
                  <a:cs typeface="Arial"/>
                </a:defRPr>
              </a:lvl8pPr>
              <a:lvl9pPr algn="l">
                <a:defRPr sz="774" b="1">
                  <a:solidFill>
                    <a:srgbClr val="009E73"/>
                  </a:solidFill>
                  <a:latin typeface="Arial"/>
                  <a:ea typeface="Arial"/>
                  <a:cs typeface="Arial"/>
                </a:defRPr>
              </a:lvl9pPr>
            </a:lstStyle>
            <a:p>
              <a:pPr algn="l">
                <a:defRPr sz="774" b="1">
                  <a:solidFill>
                    <a:srgbClr val="009E73"/>
                  </a:solidFill>
                  <a:latin typeface="Arial"/>
                  <a:ea typeface="Arial"/>
                  <a:cs typeface="Arial"/>
                </a:defRPr>
              </a:pPr>
              <a:r>
                <a:rPr sz="774" b="1">
                  <a:solidFill>
                    <a:srgbClr val="009E73"/>
                  </a:solidFill>
                  <a:latin typeface="Arial"/>
                  <a:ea typeface="Arial"/>
                  <a:cs typeface="Arial"/>
                </a:rPr>
                <a:t>C</a:t>
              </a:r>
            </a:p>
          </p:txBody>
        </p:sp>
        <p:sp>
          <p:nvSpPr>
            <p:cNvPr id="126" name="text_125">
              <a:extLst>
                <a:ext uri="{FF2B5EF4-FFF2-40B4-BE49-F238E27FC236}">
                  <ns2:creationId id="{31BCCCCC-BC61-4B45-A5CB-5AC31B8E1E32}"/>
                </a:ext>
              </a:extLst>
            </p:cNvPr>
            <p:cNvSpPr>
              <a:spLocks noGrp="1"/>
            </p:cNvSpPr>
            <p:nvPr/>
          </p:nvSpPr>
          <p:spPr>
            <a:xfrm rot="0">
              <a:off x="3438525" y="6334125"/>
              <a:ext cx="2667000" cy="238125"/>
            </a:xfrm>
            <a:prstGeom prst="rect">
              <a:avLst/>
            </a:prstGeom>
            <a:noFill/>
            <a:ln w="0">
              <a:noFill/>
              <a:prstDash val="solid"/>
            </a:ln>
          </p:spPr>
          <p:txBody>
            <a:bodyPr wrap="none" lIns="0" tIns="0" rIns="0" bIns="0" anchor="t">
              <a:noAutofit/>
            </a:bodyPr>
            <a:lstStyle>
              <a:defPPr algn="ctr">
                <a:defRPr sz="735" b="1">
                  <a:solidFill>
                    <a:srgbClr val="000000"/>
                  </a:solidFill>
                  <a:latin typeface="Arial"/>
                  <a:ea typeface="Arial"/>
                  <a:cs typeface="Arial"/>
                </a:defRPr>
              </a:defPPr>
              <a:lvl1pPr algn="ctr">
                <a:defRPr sz="735" b="1">
                  <a:solidFill>
                    <a:srgbClr val="000000"/>
                  </a:solidFill>
                  <a:latin typeface="Arial"/>
                  <a:ea typeface="Arial"/>
                  <a:cs typeface="Arial"/>
                </a:defRPr>
              </a:lvl1pPr>
              <a:lvl2pPr algn="ctr">
                <a:defRPr sz="735" b="1">
                  <a:solidFill>
                    <a:srgbClr val="000000"/>
                  </a:solidFill>
                  <a:latin typeface="Arial"/>
                  <a:ea typeface="Arial"/>
                  <a:cs typeface="Arial"/>
                </a:defRPr>
              </a:lvl2pPr>
              <a:lvl3pPr algn="ctr">
                <a:defRPr sz="735" b="1">
                  <a:solidFill>
                    <a:srgbClr val="000000"/>
                  </a:solidFill>
                  <a:latin typeface="Arial"/>
                  <a:ea typeface="Arial"/>
                  <a:cs typeface="Arial"/>
                </a:defRPr>
              </a:lvl3pPr>
              <a:lvl4pPr algn="ctr">
                <a:defRPr sz="735" b="1">
                  <a:solidFill>
                    <a:srgbClr val="000000"/>
                  </a:solidFill>
                  <a:latin typeface="Arial"/>
                  <a:ea typeface="Arial"/>
                  <a:cs typeface="Arial"/>
                </a:defRPr>
              </a:lvl4pPr>
              <a:lvl5pPr algn="ctr">
                <a:defRPr sz="735" b="1">
                  <a:solidFill>
                    <a:srgbClr val="000000"/>
                  </a:solidFill>
                  <a:latin typeface="Arial"/>
                  <a:ea typeface="Arial"/>
                  <a:cs typeface="Arial"/>
                </a:defRPr>
              </a:lvl5pPr>
              <a:lvl6pPr algn="ctr">
                <a:defRPr sz="735" b="1">
                  <a:solidFill>
                    <a:srgbClr val="000000"/>
                  </a:solidFill>
                  <a:latin typeface="Arial"/>
                  <a:ea typeface="Arial"/>
                  <a:cs typeface="Arial"/>
                </a:defRPr>
              </a:lvl6pPr>
              <a:lvl7pPr algn="ctr">
                <a:defRPr sz="735" b="1">
                  <a:solidFill>
                    <a:srgbClr val="000000"/>
                  </a:solidFill>
                  <a:latin typeface="Arial"/>
                  <a:ea typeface="Arial"/>
                  <a:cs typeface="Arial"/>
                </a:defRPr>
              </a:lvl7pPr>
              <a:lvl8pPr algn="ctr">
                <a:defRPr sz="735" b="1">
                  <a:solidFill>
                    <a:srgbClr val="000000"/>
                  </a:solidFill>
                  <a:latin typeface="Arial"/>
                  <a:ea typeface="Arial"/>
                  <a:cs typeface="Arial"/>
                </a:defRPr>
              </a:lvl8pPr>
              <a:lvl9pPr algn="ctr">
                <a:defRPr sz="735" b="1">
                  <a:solidFill>
                    <a:srgbClr val="000000"/>
                  </a:solidFill>
                  <a:latin typeface="Arial"/>
                  <a:ea typeface="Arial"/>
                  <a:cs typeface="Arial"/>
                </a:defRPr>
              </a:lvl9pPr>
            </a:lstStyle>
            <a:p>
              <a:pPr algn="ctr">
                <a:defRPr sz="735" b="1">
                  <a:solidFill>
                    <a:srgbClr val="000000"/>
                  </a:solidFill>
                  <a:latin typeface="Arial"/>
                  <a:ea typeface="Arial"/>
                  <a:cs typeface="Arial"/>
                </a:defRPr>
              </a:pPr>
              <a:r>
                <a:rPr sz="735" b="1">
                  <a:solidFill>
                    <a:srgbClr val="000000"/>
                  </a:solidFill>
                  <a:latin typeface="Arial"/>
                  <a:ea typeface="Arial"/>
                  <a:cs typeface="Arial"/>
                </a:rPr>
                <a:t>Analysis: 100 km smoothing</a:t>
              </a:r>
            </a:p>
          </p:txBody>
        </p:sp>
        <p:pic>
          <p:nvPicPr>
            <p:cNvPr id="127" name="">
              <a:extLst>
                <a:ext uri="{FF2B5EF4-FFF2-40B4-BE49-F238E27FC236}">
                  <ns2:creationId id="{5FE5EE2C-1B6A-495F-80F0-3B65EDE107D4}"/>
                </a:ext>
              </a:extLst>
            </p:cNvPr>
            <p:cNvPicPr>
              <a:picLocks noChangeAspect="1"/>
            </p:cNvPicPr>
            <p:nvPr/>
          </p:nvPicPr>
          <p:blipFill>
            <a:blip r:embed="R8eccc4fa42544053"/>
            <a:stretch/>
          </p:blipFill>
          <p:spPr>
            <a:xfrm>
              <a:off x="3581538" y="6581775"/>
              <a:ext cx="2380974" cy="2363094"/>
            </a:xfrm>
            <a:prstGeom prst="rect">
              <a:avLst/>
            </a:prstGeom>
          </p:spPr>
        </p:pic>
        <p:sp>
          <p:nvSpPr>
            <p:cNvPr id="128" name="rect_127">
              <a:extLst>
                <a:ext uri="{FF2B5EF4-FFF2-40B4-BE49-F238E27FC236}">
                  <ns2:creationId id="{C32AD2DD-F480-4787-85E7-C72AD7B04B8A}"/>
                </a:ext>
              </a:extLst>
            </p:cNvPr>
            <p:cNvSpPr>
              <a:spLocks noGrp="1"/>
            </p:cNvSpPr>
            <p:nvPr/>
          </p:nvSpPr>
          <p:spPr>
            <a:xfrm rot="0">
              <a:off x="3581400" y="6581775"/>
              <a:ext cx="2381250" cy="2363094"/>
            </a:xfrm>
            <a:prstGeom prst="rect">
              <a:avLst/>
            </a:prstGeom>
            <a:noFill/>
            <a:ln w="3195">
              <a:solidFill>
                <a:srgbClr val="6A7278"/>
              </a:solidFill>
              <a:prstDash val="solid"/>
            </a:ln>
          </p:spPr>
        </p:sp>
        <p:sp>
          <p:nvSpPr>
            <p:cNvPr id="129" name="text_128">
              <a:extLst>
                <a:ext uri="{FF2B5EF4-FFF2-40B4-BE49-F238E27FC236}">
                  <ns2:creationId id="{0DA5FD37-4B92-48EF-BE96-A6B3E2D1FCA9}"/>
                </a:ext>
              </a:extLst>
            </p:cNvPr>
            <p:cNvSpPr>
              <a:spLocks noGrp="1"/>
            </p:cNvSpPr>
            <p:nvPr/>
          </p:nvSpPr>
          <p:spPr>
            <a:xfrm rot="0">
              <a:off x="3343275" y="8992494"/>
              <a:ext cx="476250" cy="209550"/>
            </a:xfrm>
            <a:prstGeom prst="rect">
              <a:avLst/>
            </a:prstGeom>
            <a:noFill/>
            <a:ln w="0">
              <a:noFill/>
              <a:prstDash val="solid"/>
            </a:ln>
          </p:spPr>
          <p:txBody>
            <a:bodyPr wrap="none" lIns="0" tIns="0" rIns="0" bIns="0" anchor="t">
              <a:noAutofit/>
            </a:bodyPr>
            <a:lstStyle>
              <a:defPPr algn="ctr">
                <a:defRPr sz="581" b="0">
                  <a:solidFill>
                    <a:srgbClr val="000000"/>
                  </a:solidFill>
                  <a:latin typeface="Arial"/>
                  <a:ea typeface="Arial"/>
                  <a:cs typeface="Arial"/>
                </a:defRPr>
              </a:defPPr>
              <a:lvl1pPr algn="ctr">
                <a:defRPr sz="581" b="0">
                  <a:solidFill>
                    <a:srgbClr val="000000"/>
                  </a:solidFill>
                  <a:latin typeface="Arial"/>
                  <a:ea typeface="Arial"/>
                  <a:cs typeface="Arial"/>
                </a:defRPr>
              </a:lvl1pPr>
              <a:lvl2pPr algn="ctr">
                <a:defRPr sz="581" b="0">
                  <a:solidFill>
                    <a:srgbClr val="000000"/>
                  </a:solidFill>
                  <a:latin typeface="Arial"/>
                  <a:ea typeface="Arial"/>
                  <a:cs typeface="Arial"/>
                </a:defRPr>
              </a:lvl2pPr>
              <a:lvl3pPr algn="ctr">
                <a:defRPr sz="581" b="0">
                  <a:solidFill>
                    <a:srgbClr val="000000"/>
                  </a:solidFill>
                  <a:latin typeface="Arial"/>
                  <a:ea typeface="Arial"/>
                  <a:cs typeface="Arial"/>
                </a:defRPr>
              </a:lvl3pPr>
              <a:lvl4pPr algn="ctr">
                <a:defRPr sz="581" b="0">
                  <a:solidFill>
                    <a:srgbClr val="000000"/>
                  </a:solidFill>
                  <a:latin typeface="Arial"/>
                  <a:ea typeface="Arial"/>
                  <a:cs typeface="Arial"/>
                </a:defRPr>
              </a:lvl4pPr>
              <a:lvl5pPr algn="ctr">
                <a:defRPr sz="581" b="0">
                  <a:solidFill>
                    <a:srgbClr val="000000"/>
                  </a:solidFill>
                  <a:latin typeface="Arial"/>
                  <a:ea typeface="Arial"/>
                  <a:cs typeface="Arial"/>
                </a:defRPr>
              </a:lvl5pPr>
              <a:lvl6pPr algn="ctr">
                <a:defRPr sz="581" b="0">
                  <a:solidFill>
                    <a:srgbClr val="000000"/>
                  </a:solidFill>
                  <a:latin typeface="Arial"/>
                  <a:ea typeface="Arial"/>
                  <a:cs typeface="Arial"/>
                </a:defRPr>
              </a:lvl6pPr>
              <a:lvl7pPr algn="ctr">
                <a:defRPr sz="581" b="0">
                  <a:solidFill>
                    <a:srgbClr val="000000"/>
                  </a:solidFill>
                  <a:latin typeface="Arial"/>
                  <a:ea typeface="Arial"/>
                  <a:cs typeface="Arial"/>
                </a:defRPr>
              </a:lvl7pPr>
              <a:lvl8pPr algn="ctr">
                <a:defRPr sz="581" b="0">
                  <a:solidFill>
                    <a:srgbClr val="000000"/>
                  </a:solidFill>
                  <a:latin typeface="Arial"/>
                  <a:ea typeface="Arial"/>
                  <a:cs typeface="Arial"/>
                </a:defRPr>
              </a:lvl8pPr>
              <a:lvl9pPr algn="ctr">
                <a:defRPr sz="581" b="0">
                  <a:solidFill>
                    <a:srgbClr val="000000"/>
                  </a:solidFill>
                  <a:latin typeface="Arial"/>
                  <a:ea typeface="Arial"/>
                  <a:cs typeface="Arial"/>
                </a:defRPr>
              </a:lvl9pPr>
            </a:lstStyle>
            <a:p>
              <a:pPr algn="ctr">
                <a:defRPr sz="581" b="0">
                  <a:solidFill>
                    <a:srgbClr val="000000"/>
                  </a:solidFill>
                  <a:latin typeface="Arial"/>
                  <a:ea typeface="Arial"/>
                  <a:cs typeface="Arial"/>
                </a:defRPr>
              </a:pPr>
              <a:r>
                <a:rPr sz="581" b="0">
                  <a:solidFill>
                    <a:srgbClr val="000000"/>
                  </a:solidFill>
                  <a:latin typeface="Arial"/>
                  <a:ea typeface="Arial"/>
                  <a:cs typeface="Arial"/>
                </a:rPr>
                <a:t>102</a:t>
              </a:r>
            </a:p>
          </p:txBody>
        </p:sp>
        <p:sp>
          <p:nvSpPr>
            <p:cNvPr id="130" name="text_129">
              <a:extLst>
                <a:ext uri="{FF2B5EF4-FFF2-40B4-BE49-F238E27FC236}">
                  <ns2:creationId id="{BDF373F2-F9A0-474F-82EF-886D4D412BB6}"/>
                </a:ext>
              </a:extLst>
            </p:cNvPr>
            <p:cNvSpPr>
              <a:spLocks noGrp="1"/>
            </p:cNvSpPr>
            <p:nvPr/>
          </p:nvSpPr>
          <p:spPr>
            <a:xfrm rot="0">
              <a:off x="4533900" y="8992494"/>
              <a:ext cx="476250" cy="209550"/>
            </a:xfrm>
            <a:prstGeom prst="rect">
              <a:avLst/>
            </a:prstGeom>
            <a:noFill/>
            <a:ln w="0">
              <a:noFill/>
              <a:prstDash val="solid"/>
            </a:ln>
          </p:spPr>
          <p:txBody>
            <a:bodyPr wrap="none" lIns="0" tIns="0" rIns="0" bIns="0" anchor="t">
              <a:noAutofit/>
            </a:bodyPr>
            <a:lstStyle>
              <a:defPPr algn="ctr">
                <a:defRPr sz="581" b="0">
                  <a:solidFill>
                    <a:srgbClr val="000000"/>
                  </a:solidFill>
                  <a:latin typeface="Arial"/>
                  <a:ea typeface="Arial"/>
                  <a:cs typeface="Arial"/>
                </a:defRPr>
              </a:defPPr>
              <a:lvl1pPr algn="ctr">
                <a:defRPr sz="581" b="0">
                  <a:solidFill>
                    <a:srgbClr val="000000"/>
                  </a:solidFill>
                  <a:latin typeface="Arial"/>
                  <a:ea typeface="Arial"/>
                  <a:cs typeface="Arial"/>
                </a:defRPr>
              </a:lvl1pPr>
              <a:lvl2pPr algn="ctr">
                <a:defRPr sz="581" b="0">
                  <a:solidFill>
                    <a:srgbClr val="000000"/>
                  </a:solidFill>
                  <a:latin typeface="Arial"/>
                  <a:ea typeface="Arial"/>
                  <a:cs typeface="Arial"/>
                </a:defRPr>
              </a:lvl2pPr>
              <a:lvl3pPr algn="ctr">
                <a:defRPr sz="581" b="0">
                  <a:solidFill>
                    <a:srgbClr val="000000"/>
                  </a:solidFill>
                  <a:latin typeface="Arial"/>
                  <a:ea typeface="Arial"/>
                  <a:cs typeface="Arial"/>
                </a:defRPr>
              </a:lvl3pPr>
              <a:lvl4pPr algn="ctr">
                <a:defRPr sz="581" b="0">
                  <a:solidFill>
                    <a:srgbClr val="000000"/>
                  </a:solidFill>
                  <a:latin typeface="Arial"/>
                  <a:ea typeface="Arial"/>
                  <a:cs typeface="Arial"/>
                </a:defRPr>
              </a:lvl4pPr>
              <a:lvl5pPr algn="ctr">
                <a:defRPr sz="581" b="0">
                  <a:solidFill>
                    <a:srgbClr val="000000"/>
                  </a:solidFill>
                  <a:latin typeface="Arial"/>
                  <a:ea typeface="Arial"/>
                  <a:cs typeface="Arial"/>
                </a:defRPr>
              </a:lvl5pPr>
              <a:lvl6pPr algn="ctr">
                <a:defRPr sz="581" b="0">
                  <a:solidFill>
                    <a:srgbClr val="000000"/>
                  </a:solidFill>
                  <a:latin typeface="Arial"/>
                  <a:ea typeface="Arial"/>
                  <a:cs typeface="Arial"/>
                </a:defRPr>
              </a:lvl6pPr>
              <a:lvl7pPr algn="ctr">
                <a:defRPr sz="581" b="0">
                  <a:solidFill>
                    <a:srgbClr val="000000"/>
                  </a:solidFill>
                  <a:latin typeface="Arial"/>
                  <a:ea typeface="Arial"/>
                  <a:cs typeface="Arial"/>
                </a:defRPr>
              </a:lvl7pPr>
              <a:lvl8pPr algn="ctr">
                <a:defRPr sz="581" b="0">
                  <a:solidFill>
                    <a:srgbClr val="000000"/>
                  </a:solidFill>
                  <a:latin typeface="Arial"/>
                  <a:ea typeface="Arial"/>
                  <a:cs typeface="Arial"/>
                </a:defRPr>
              </a:lvl8pPr>
              <a:lvl9pPr algn="ctr">
                <a:defRPr sz="581" b="0">
                  <a:solidFill>
                    <a:srgbClr val="000000"/>
                  </a:solidFill>
                  <a:latin typeface="Arial"/>
                  <a:ea typeface="Arial"/>
                  <a:cs typeface="Arial"/>
                </a:defRPr>
              </a:lvl9pPr>
            </a:lstStyle>
            <a:p>
              <a:pPr algn="ctr">
                <a:defRPr sz="581" b="0">
                  <a:solidFill>
                    <a:srgbClr val="000000"/>
                  </a:solidFill>
                  <a:latin typeface="Arial"/>
                  <a:ea typeface="Arial"/>
                  <a:cs typeface="Arial"/>
                </a:defRPr>
              </a:pPr>
              <a:r>
                <a:rPr sz="581" b="0">
                  <a:solidFill>
                    <a:srgbClr val="000000"/>
                  </a:solidFill>
                  <a:latin typeface="Arial"/>
                  <a:ea typeface="Arial"/>
                  <a:cs typeface="Arial"/>
                </a:rPr>
                <a:t>108</a:t>
              </a:r>
            </a:p>
          </p:txBody>
        </p:sp>
        <p:sp>
          <p:nvSpPr>
            <p:cNvPr id="131" name="text_130">
              <a:extLst>
                <a:ext uri="{FF2B5EF4-FFF2-40B4-BE49-F238E27FC236}">
                  <ns2:creationId id="{FC2E42F3-23D5-458A-969A-62E5EF849CC2}"/>
                </a:ext>
              </a:extLst>
            </p:cNvPr>
            <p:cNvSpPr>
              <a:spLocks noGrp="1"/>
            </p:cNvSpPr>
            <p:nvPr/>
          </p:nvSpPr>
          <p:spPr>
            <a:xfrm rot="0">
              <a:off x="5724525" y="8992494"/>
              <a:ext cx="476250" cy="209550"/>
            </a:xfrm>
            <a:prstGeom prst="rect">
              <a:avLst/>
            </a:prstGeom>
            <a:noFill/>
            <a:ln w="0">
              <a:noFill/>
              <a:prstDash val="solid"/>
            </a:ln>
          </p:spPr>
          <p:txBody>
            <a:bodyPr wrap="none" lIns="0" tIns="0" rIns="0" bIns="0" anchor="t">
              <a:noAutofit/>
            </a:bodyPr>
            <a:lstStyle>
              <a:defPPr algn="ctr">
                <a:defRPr sz="581" b="0">
                  <a:solidFill>
                    <a:srgbClr val="000000"/>
                  </a:solidFill>
                  <a:latin typeface="Arial"/>
                  <a:ea typeface="Arial"/>
                  <a:cs typeface="Arial"/>
                </a:defRPr>
              </a:defPPr>
              <a:lvl1pPr algn="ctr">
                <a:defRPr sz="581" b="0">
                  <a:solidFill>
                    <a:srgbClr val="000000"/>
                  </a:solidFill>
                  <a:latin typeface="Arial"/>
                  <a:ea typeface="Arial"/>
                  <a:cs typeface="Arial"/>
                </a:defRPr>
              </a:lvl1pPr>
              <a:lvl2pPr algn="ctr">
                <a:defRPr sz="581" b="0">
                  <a:solidFill>
                    <a:srgbClr val="000000"/>
                  </a:solidFill>
                  <a:latin typeface="Arial"/>
                  <a:ea typeface="Arial"/>
                  <a:cs typeface="Arial"/>
                </a:defRPr>
              </a:lvl2pPr>
              <a:lvl3pPr algn="ctr">
                <a:defRPr sz="581" b="0">
                  <a:solidFill>
                    <a:srgbClr val="000000"/>
                  </a:solidFill>
                  <a:latin typeface="Arial"/>
                  <a:ea typeface="Arial"/>
                  <a:cs typeface="Arial"/>
                </a:defRPr>
              </a:lvl3pPr>
              <a:lvl4pPr algn="ctr">
                <a:defRPr sz="581" b="0">
                  <a:solidFill>
                    <a:srgbClr val="000000"/>
                  </a:solidFill>
                  <a:latin typeface="Arial"/>
                  <a:ea typeface="Arial"/>
                  <a:cs typeface="Arial"/>
                </a:defRPr>
              </a:lvl4pPr>
              <a:lvl5pPr algn="ctr">
                <a:defRPr sz="581" b="0">
                  <a:solidFill>
                    <a:srgbClr val="000000"/>
                  </a:solidFill>
                  <a:latin typeface="Arial"/>
                  <a:ea typeface="Arial"/>
                  <a:cs typeface="Arial"/>
                </a:defRPr>
              </a:lvl5pPr>
              <a:lvl6pPr algn="ctr">
                <a:defRPr sz="581" b="0">
                  <a:solidFill>
                    <a:srgbClr val="000000"/>
                  </a:solidFill>
                  <a:latin typeface="Arial"/>
                  <a:ea typeface="Arial"/>
                  <a:cs typeface="Arial"/>
                </a:defRPr>
              </a:lvl6pPr>
              <a:lvl7pPr algn="ctr">
                <a:defRPr sz="581" b="0">
                  <a:solidFill>
                    <a:srgbClr val="000000"/>
                  </a:solidFill>
                  <a:latin typeface="Arial"/>
                  <a:ea typeface="Arial"/>
                  <a:cs typeface="Arial"/>
                </a:defRPr>
              </a:lvl7pPr>
              <a:lvl8pPr algn="ctr">
                <a:defRPr sz="581" b="0">
                  <a:solidFill>
                    <a:srgbClr val="000000"/>
                  </a:solidFill>
                  <a:latin typeface="Arial"/>
                  <a:ea typeface="Arial"/>
                  <a:cs typeface="Arial"/>
                </a:defRPr>
              </a:lvl8pPr>
              <a:lvl9pPr algn="ctr">
                <a:defRPr sz="581" b="0">
                  <a:solidFill>
                    <a:srgbClr val="000000"/>
                  </a:solidFill>
                  <a:latin typeface="Arial"/>
                  <a:ea typeface="Arial"/>
                  <a:cs typeface="Arial"/>
                </a:defRPr>
              </a:lvl9pPr>
            </a:lstStyle>
            <a:p>
              <a:pPr algn="ctr">
                <a:defRPr sz="581" b="0">
                  <a:solidFill>
                    <a:srgbClr val="000000"/>
                  </a:solidFill>
                  <a:latin typeface="Arial"/>
                  <a:ea typeface="Arial"/>
                  <a:cs typeface="Arial"/>
                </a:defRPr>
              </a:pPr>
              <a:r>
                <a:rPr sz="581" b="0">
                  <a:solidFill>
                    <a:srgbClr val="000000"/>
                  </a:solidFill>
                  <a:latin typeface="Arial"/>
                  <a:ea typeface="Arial"/>
                  <a:cs typeface="Arial"/>
                </a:rPr>
                <a:t>114</a:t>
              </a:r>
            </a:p>
          </p:txBody>
        </p:sp>
        <p:sp>
          <p:nvSpPr>
            <p:cNvPr id="132" name="text_131">
              <a:extLst>
                <a:ext uri="{FF2B5EF4-FFF2-40B4-BE49-F238E27FC236}">
                  <ns2:creationId id="{4B009EF1-3D8F-479B-B71E-8E49BF87F137}"/>
                </a:ext>
              </a:extLst>
            </p:cNvPr>
            <p:cNvSpPr>
              <a:spLocks noGrp="1"/>
            </p:cNvSpPr>
            <p:nvPr/>
          </p:nvSpPr>
          <p:spPr>
            <a:xfrm rot="0">
              <a:off x="3228975" y="8849619"/>
              <a:ext cx="285750" cy="209550"/>
            </a:xfrm>
            <a:prstGeom prst="rect">
              <a:avLst/>
            </a:prstGeom>
            <a:noFill/>
            <a:ln w="0">
              <a:noFill/>
              <a:prstDash val="solid"/>
            </a:ln>
          </p:spPr>
          <p:txBody>
            <a:bodyPr wrap="none" lIns="0" tIns="0" rIns="0" bIns="0" anchor="t">
              <a:noAutofit/>
            </a:bodyPr>
            <a:lstStyle>
              <a:defPPr algn="r">
                <a:defRPr sz="581" b="0">
                  <a:solidFill>
                    <a:srgbClr val="000000"/>
                  </a:solidFill>
                  <a:latin typeface="Arial"/>
                  <a:ea typeface="Arial"/>
                  <a:cs typeface="Arial"/>
                </a:defRPr>
              </a:defPPr>
              <a:lvl1pPr algn="r">
                <a:defRPr sz="581" b="0">
                  <a:solidFill>
                    <a:srgbClr val="000000"/>
                  </a:solidFill>
                  <a:latin typeface="Arial"/>
                  <a:ea typeface="Arial"/>
                  <a:cs typeface="Arial"/>
                </a:defRPr>
              </a:lvl1pPr>
              <a:lvl2pPr algn="r">
                <a:defRPr sz="581" b="0">
                  <a:solidFill>
                    <a:srgbClr val="000000"/>
                  </a:solidFill>
                  <a:latin typeface="Arial"/>
                  <a:ea typeface="Arial"/>
                  <a:cs typeface="Arial"/>
                </a:defRPr>
              </a:lvl2pPr>
              <a:lvl3pPr algn="r">
                <a:defRPr sz="581" b="0">
                  <a:solidFill>
                    <a:srgbClr val="000000"/>
                  </a:solidFill>
                  <a:latin typeface="Arial"/>
                  <a:ea typeface="Arial"/>
                  <a:cs typeface="Arial"/>
                </a:defRPr>
              </a:lvl3pPr>
              <a:lvl4pPr algn="r">
                <a:defRPr sz="581" b="0">
                  <a:solidFill>
                    <a:srgbClr val="000000"/>
                  </a:solidFill>
                  <a:latin typeface="Arial"/>
                  <a:ea typeface="Arial"/>
                  <a:cs typeface="Arial"/>
                </a:defRPr>
              </a:lvl4pPr>
              <a:lvl5pPr algn="r">
                <a:defRPr sz="581" b="0">
                  <a:solidFill>
                    <a:srgbClr val="000000"/>
                  </a:solidFill>
                  <a:latin typeface="Arial"/>
                  <a:ea typeface="Arial"/>
                  <a:cs typeface="Arial"/>
                </a:defRPr>
              </a:lvl5pPr>
              <a:lvl6pPr algn="r">
                <a:defRPr sz="581" b="0">
                  <a:solidFill>
                    <a:srgbClr val="000000"/>
                  </a:solidFill>
                  <a:latin typeface="Arial"/>
                  <a:ea typeface="Arial"/>
                  <a:cs typeface="Arial"/>
                </a:defRPr>
              </a:lvl6pPr>
              <a:lvl7pPr algn="r">
                <a:defRPr sz="581" b="0">
                  <a:solidFill>
                    <a:srgbClr val="000000"/>
                  </a:solidFill>
                  <a:latin typeface="Arial"/>
                  <a:ea typeface="Arial"/>
                  <a:cs typeface="Arial"/>
                </a:defRPr>
              </a:lvl7pPr>
              <a:lvl8pPr algn="r">
                <a:defRPr sz="581" b="0">
                  <a:solidFill>
                    <a:srgbClr val="000000"/>
                  </a:solidFill>
                  <a:latin typeface="Arial"/>
                  <a:ea typeface="Arial"/>
                  <a:cs typeface="Arial"/>
                </a:defRPr>
              </a:lvl8pPr>
              <a:lvl9pPr algn="r">
                <a:defRPr sz="581" b="0">
                  <a:solidFill>
                    <a:srgbClr val="000000"/>
                  </a:solidFill>
                  <a:latin typeface="Arial"/>
                  <a:ea typeface="Arial"/>
                  <a:cs typeface="Arial"/>
                </a:defRPr>
              </a:lvl9pPr>
            </a:lstStyle>
            <a:p>
              <a:pPr algn="r">
                <a:defRPr sz="581" b="0">
                  <a:solidFill>
                    <a:srgbClr val="000000"/>
                  </a:solidFill>
                  <a:latin typeface="Arial"/>
                  <a:ea typeface="Arial"/>
                  <a:cs typeface="Arial"/>
                </a:defRPr>
              </a:pPr>
              <a:r>
                <a:rPr sz="581" b="0">
                  <a:solidFill>
                    <a:srgbClr val="000000"/>
                  </a:solidFill>
                  <a:latin typeface="Arial"/>
                  <a:ea typeface="Arial"/>
                  <a:cs typeface="Arial"/>
                </a:rPr>
                <a:t>28</a:t>
              </a:r>
            </a:p>
          </p:txBody>
        </p:sp>
        <p:sp>
          <p:nvSpPr>
            <p:cNvPr id="133" name="text_132">
              <a:extLst>
                <a:ext uri="{FF2B5EF4-FFF2-40B4-BE49-F238E27FC236}">
                  <ns2:creationId id="{261DB45C-0B98-4E9F-906C-7563C995420B}"/>
                </a:ext>
              </a:extLst>
            </p:cNvPr>
            <p:cNvSpPr>
              <a:spLocks noGrp="1"/>
            </p:cNvSpPr>
            <p:nvPr/>
          </p:nvSpPr>
          <p:spPr>
            <a:xfrm rot="0">
              <a:off x="3228975" y="7634571"/>
              <a:ext cx="285750" cy="209550"/>
            </a:xfrm>
            <a:prstGeom prst="rect">
              <a:avLst/>
            </a:prstGeom>
            <a:noFill/>
            <a:ln w="0">
              <a:noFill/>
              <a:prstDash val="solid"/>
            </a:ln>
          </p:spPr>
          <p:txBody>
            <a:bodyPr wrap="none" lIns="0" tIns="0" rIns="0" bIns="0" anchor="t">
              <a:noAutofit/>
            </a:bodyPr>
            <a:lstStyle>
              <a:defPPr algn="r">
                <a:defRPr sz="581" b="0">
                  <a:solidFill>
                    <a:srgbClr val="000000"/>
                  </a:solidFill>
                  <a:latin typeface="Arial"/>
                  <a:ea typeface="Arial"/>
                  <a:cs typeface="Arial"/>
                </a:defRPr>
              </a:defPPr>
              <a:lvl1pPr algn="r">
                <a:defRPr sz="581" b="0">
                  <a:solidFill>
                    <a:srgbClr val="000000"/>
                  </a:solidFill>
                  <a:latin typeface="Arial"/>
                  <a:ea typeface="Arial"/>
                  <a:cs typeface="Arial"/>
                </a:defRPr>
              </a:lvl1pPr>
              <a:lvl2pPr algn="r">
                <a:defRPr sz="581" b="0">
                  <a:solidFill>
                    <a:srgbClr val="000000"/>
                  </a:solidFill>
                  <a:latin typeface="Arial"/>
                  <a:ea typeface="Arial"/>
                  <a:cs typeface="Arial"/>
                </a:defRPr>
              </a:lvl2pPr>
              <a:lvl3pPr algn="r">
                <a:defRPr sz="581" b="0">
                  <a:solidFill>
                    <a:srgbClr val="000000"/>
                  </a:solidFill>
                  <a:latin typeface="Arial"/>
                  <a:ea typeface="Arial"/>
                  <a:cs typeface="Arial"/>
                </a:defRPr>
              </a:lvl3pPr>
              <a:lvl4pPr algn="r">
                <a:defRPr sz="581" b="0">
                  <a:solidFill>
                    <a:srgbClr val="000000"/>
                  </a:solidFill>
                  <a:latin typeface="Arial"/>
                  <a:ea typeface="Arial"/>
                  <a:cs typeface="Arial"/>
                </a:defRPr>
              </a:lvl4pPr>
              <a:lvl5pPr algn="r">
                <a:defRPr sz="581" b="0">
                  <a:solidFill>
                    <a:srgbClr val="000000"/>
                  </a:solidFill>
                  <a:latin typeface="Arial"/>
                  <a:ea typeface="Arial"/>
                  <a:cs typeface="Arial"/>
                </a:defRPr>
              </a:lvl5pPr>
              <a:lvl6pPr algn="r">
                <a:defRPr sz="581" b="0">
                  <a:solidFill>
                    <a:srgbClr val="000000"/>
                  </a:solidFill>
                  <a:latin typeface="Arial"/>
                  <a:ea typeface="Arial"/>
                  <a:cs typeface="Arial"/>
                </a:defRPr>
              </a:lvl6pPr>
              <a:lvl7pPr algn="r">
                <a:defRPr sz="581" b="0">
                  <a:solidFill>
                    <a:srgbClr val="000000"/>
                  </a:solidFill>
                  <a:latin typeface="Arial"/>
                  <a:ea typeface="Arial"/>
                  <a:cs typeface="Arial"/>
                </a:defRPr>
              </a:lvl7pPr>
              <a:lvl8pPr algn="r">
                <a:defRPr sz="581" b="0">
                  <a:solidFill>
                    <a:srgbClr val="000000"/>
                  </a:solidFill>
                  <a:latin typeface="Arial"/>
                  <a:ea typeface="Arial"/>
                  <a:cs typeface="Arial"/>
                </a:defRPr>
              </a:lvl8pPr>
              <a:lvl9pPr algn="r">
                <a:defRPr sz="581" b="0">
                  <a:solidFill>
                    <a:srgbClr val="000000"/>
                  </a:solidFill>
                  <a:latin typeface="Arial"/>
                  <a:ea typeface="Arial"/>
                  <a:cs typeface="Arial"/>
                </a:defRPr>
              </a:lvl9pPr>
            </a:lstStyle>
            <a:p>
              <a:pPr algn="r">
                <a:defRPr sz="581" b="0">
                  <a:solidFill>
                    <a:srgbClr val="000000"/>
                  </a:solidFill>
                  <a:latin typeface="Arial"/>
                  <a:ea typeface="Arial"/>
                  <a:cs typeface="Arial"/>
                </a:defRPr>
              </a:pPr>
              <a:r>
                <a:rPr sz="581" b="0">
                  <a:solidFill>
                    <a:srgbClr val="000000"/>
                  </a:solidFill>
                  <a:latin typeface="Arial"/>
                  <a:ea typeface="Arial"/>
                  <a:cs typeface="Arial"/>
                </a:rPr>
                <a:t>33</a:t>
              </a:r>
            </a:p>
          </p:txBody>
        </p:sp>
        <p:sp>
          <p:nvSpPr>
            <p:cNvPr id="134" name="text_133">
              <a:extLst>
                <a:ext uri="{FF2B5EF4-FFF2-40B4-BE49-F238E27FC236}">
                  <ns2:creationId id="{80EBAC21-1643-496F-B71B-32A9D558ECE6}"/>
                </a:ext>
              </a:extLst>
            </p:cNvPr>
            <p:cNvSpPr>
              <a:spLocks noGrp="1"/>
            </p:cNvSpPr>
            <p:nvPr/>
          </p:nvSpPr>
          <p:spPr>
            <a:xfrm rot="0">
              <a:off x="3228975" y="6486525"/>
              <a:ext cx="285750" cy="209550"/>
            </a:xfrm>
            <a:prstGeom prst="rect">
              <a:avLst/>
            </a:prstGeom>
            <a:noFill/>
            <a:ln w="0">
              <a:noFill/>
              <a:prstDash val="solid"/>
            </a:ln>
          </p:spPr>
          <p:txBody>
            <a:bodyPr wrap="none" lIns="0" tIns="0" rIns="0" bIns="0" anchor="t">
              <a:noAutofit/>
            </a:bodyPr>
            <a:lstStyle>
              <a:defPPr algn="r">
                <a:defRPr sz="581" b="0">
                  <a:solidFill>
                    <a:srgbClr val="000000"/>
                  </a:solidFill>
                  <a:latin typeface="Arial"/>
                  <a:ea typeface="Arial"/>
                  <a:cs typeface="Arial"/>
                </a:defRPr>
              </a:defPPr>
              <a:lvl1pPr algn="r">
                <a:defRPr sz="581" b="0">
                  <a:solidFill>
                    <a:srgbClr val="000000"/>
                  </a:solidFill>
                  <a:latin typeface="Arial"/>
                  <a:ea typeface="Arial"/>
                  <a:cs typeface="Arial"/>
                </a:defRPr>
              </a:lvl1pPr>
              <a:lvl2pPr algn="r">
                <a:defRPr sz="581" b="0">
                  <a:solidFill>
                    <a:srgbClr val="000000"/>
                  </a:solidFill>
                  <a:latin typeface="Arial"/>
                  <a:ea typeface="Arial"/>
                  <a:cs typeface="Arial"/>
                </a:defRPr>
              </a:lvl2pPr>
              <a:lvl3pPr algn="r">
                <a:defRPr sz="581" b="0">
                  <a:solidFill>
                    <a:srgbClr val="000000"/>
                  </a:solidFill>
                  <a:latin typeface="Arial"/>
                  <a:ea typeface="Arial"/>
                  <a:cs typeface="Arial"/>
                </a:defRPr>
              </a:lvl3pPr>
              <a:lvl4pPr algn="r">
                <a:defRPr sz="581" b="0">
                  <a:solidFill>
                    <a:srgbClr val="000000"/>
                  </a:solidFill>
                  <a:latin typeface="Arial"/>
                  <a:ea typeface="Arial"/>
                  <a:cs typeface="Arial"/>
                </a:defRPr>
              </a:lvl4pPr>
              <a:lvl5pPr algn="r">
                <a:defRPr sz="581" b="0">
                  <a:solidFill>
                    <a:srgbClr val="000000"/>
                  </a:solidFill>
                  <a:latin typeface="Arial"/>
                  <a:ea typeface="Arial"/>
                  <a:cs typeface="Arial"/>
                </a:defRPr>
              </a:lvl5pPr>
              <a:lvl6pPr algn="r">
                <a:defRPr sz="581" b="0">
                  <a:solidFill>
                    <a:srgbClr val="000000"/>
                  </a:solidFill>
                  <a:latin typeface="Arial"/>
                  <a:ea typeface="Arial"/>
                  <a:cs typeface="Arial"/>
                </a:defRPr>
              </a:lvl6pPr>
              <a:lvl7pPr algn="r">
                <a:defRPr sz="581" b="0">
                  <a:solidFill>
                    <a:srgbClr val="000000"/>
                  </a:solidFill>
                  <a:latin typeface="Arial"/>
                  <a:ea typeface="Arial"/>
                  <a:cs typeface="Arial"/>
                </a:defRPr>
              </a:lvl7pPr>
              <a:lvl8pPr algn="r">
                <a:defRPr sz="581" b="0">
                  <a:solidFill>
                    <a:srgbClr val="000000"/>
                  </a:solidFill>
                  <a:latin typeface="Arial"/>
                  <a:ea typeface="Arial"/>
                  <a:cs typeface="Arial"/>
                </a:defRPr>
              </a:lvl8pPr>
              <a:lvl9pPr algn="r">
                <a:defRPr sz="581" b="0">
                  <a:solidFill>
                    <a:srgbClr val="000000"/>
                  </a:solidFill>
                  <a:latin typeface="Arial"/>
                  <a:ea typeface="Arial"/>
                  <a:cs typeface="Arial"/>
                </a:defRPr>
              </a:lvl9pPr>
            </a:lstStyle>
            <a:p>
              <a:pPr algn="r">
                <a:defRPr sz="581" b="0">
                  <a:solidFill>
                    <a:srgbClr val="000000"/>
                  </a:solidFill>
                  <a:latin typeface="Arial"/>
                  <a:ea typeface="Arial"/>
                  <a:cs typeface="Arial"/>
                </a:defRPr>
              </a:pPr>
              <a:r>
                <a:rPr sz="581" b="0">
                  <a:solidFill>
                    <a:srgbClr val="000000"/>
                  </a:solidFill>
                  <a:latin typeface="Arial"/>
                  <a:ea typeface="Arial"/>
                  <a:cs typeface="Arial"/>
                </a:rPr>
                <a:t>38</a:t>
              </a:r>
            </a:p>
          </p:txBody>
        </p:sp>
        <p:sp>
          <p:nvSpPr>
            <p:cNvPr id="135" name="ellipse_134">
              <a:extLst>
                <a:ext uri="{FF2B5EF4-FFF2-40B4-BE49-F238E27FC236}">
                  <ns2:creationId id="{204E0AAE-84DA-4780-9F26-AF89AF98BB7D}"/>
                </a:ext>
              </a:extLst>
            </p:cNvPr>
            <p:cNvSpPr>
              <a:spLocks noGrp="1"/>
            </p:cNvSpPr>
            <p:nvPr/>
          </p:nvSpPr>
          <p:spPr>
            <a:xfrm rot="0">
              <a:off x="5735411" y="8622474"/>
              <a:ext cx="114300" cy="114300"/>
            </a:xfrm>
            <a:prstGeom prst="ellipse">
              <a:avLst/>
            </a:prstGeom>
            <a:solidFill>
              <a:srgbClr val="FFFFFF"/>
            </a:solidFill>
            <a:ln w="8849">
              <a:solidFill>
                <a:srgbClr val="FFFFFF"/>
              </a:solidFill>
              <a:prstDash val="solid"/>
            </a:ln>
          </p:spPr>
        </p:sp>
        <p:sp>
          <p:nvSpPr>
            <p:cNvPr id="136" name="ellipse_135">
              <a:extLst>
                <a:ext uri="{FF2B5EF4-FFF2-40B4-BE49-F238E27FC236}">
                  <ns2:creationId id="{6765B562-CB71-4581-B63B-B0297466CDBB}"/>
                </a:ext>
              </a:extLst>
            </p:cNvPr>
            <p:cNvSpPr>
              <a:spLocks noGrp="1"/>
            </p:cNvSpPr>
            <p:nvPr/>
          </p:nvSpPr>
          <p:spPr>
            <a:xfrm rot="0">
              <a:off x="5754461" y="8641524"/>
              <a:ext cx="76200" cy="76200"/>
            </a:xfrm>
            <a:prstGeom prst="ellipse">
              <a:avLst/>
            </a:prstGeom>
            <a:solidFill>
              <a:srgbClr val="FFFFFF"/>
            </a:solidFill>
            <a:ln w="8849">
              <a:solidFill>
                <a:srgbClr val="0072B2"/>
              </a:solidFill>
              <a:prstDash val="solid"/>
            </a:ln>
          </p:spPr>
        </p:sp>
        <p:sp>
          <p:nvSpPr>
            <p:cNvPr id="137" name="text_136">
              <a:extLst>
                <a:ext uri="{FF2B5EF4-FFF2-40B4-BE49-F238E27FC236}">
                  <ns2:creationId id="{B58C31BC-29AD-42D9-B00F-85E76550915B}"/>
                </a:ext>
              </a:extLst>
            </p:cNvPr>
            <p:cNvSpPr>
              <a:spLocks noGrp="1"/>
            </p:cNvSpPr>
            <p:nvPr/>
          </p:nvSpPr>
          <p:spPr>
            <a:xfrm rot="0">
              <a:off x="5563961" y="8451024"/>
              <a:ext cx="247650" cy="247650"/>
            </a:xfrm>
            <a:prstGeom prst="rect">
              <a:avLst/>
            </a:prstGeom>
            <a:noFill/>
            <a:ln w="0">
              <a:noFill/>
              <a:prstDash val="solid"/>
            </a:ln>
          </p:spPr>
          <p:txBody>
            <a:bodyPr wrap="none" lIns="0" tIns="0" rIns="0" bIns="0" anchor="t">
              <a:noAutofit/>
            </a:bodyPr>
            <a:lstStyle>
              <a:defPPr algn="l">
                <a:defRPr sz="774" b="1">
                  <a:solidFill>
                    <a:srgbClr val="0072B2"/>
                  </a:solidFill>
                  <a:latin typeface="Arial"/>
                  <a:ea typeface="Arial"/>
                  <a:cs typeface="Arial"/>
                </a:defRPr>
              </a:defPPr>
              <a:lvl1pPr algn="l">
                <a:defRPr sz="774" b="1">
                  <a:solidFill>
                    <a:srgbClr val="0072B2"/>
                  </a:solidFill>
                  <a:latin typeface="Arial"/>
                  <a:ea typeface="Arial"/>
                  <a:cs typeface="Arial"/>
                </a:defRPr>
              </a:lvl1pPr>
              <a:lvl2pPr algn="l">
                <a:defRPr sz="774" b="1">
                  <a:solidFill>
                    <a:srgbClr val="0072B2"/>
                  </a:solidFill>
                  <a:latin typeface="Arial"/>
                  <a:ea typeface="Arial"/>
                  <a:cs typeface="Arial"/>
                </a:defRPr>
              </a:lvl2pPr>
              <a:lvl3pPr algn="l">
                <a:defRPr sz="774" b="1">
                  <a:solidFill>
                    <a:srgbClr val="0072B2"/>
                  </a:solidFill>
                  <a:latin typeface="Arial"/>
                  <a:ea typeface="Arial"/>
                  <a:cs typeface="Arial"/>
                </a:defRPr>
              </a:lvl3pPr>
              <a:lvl4pPr algn="l">
                <a:defRPr sz="774" b="1">
                  <a:solidFill>
                    <a:srgbClr val="0072B2"/>
                  </a:solidFill>
                  <a:latin typeface="Arial"/>
                  <a:ea typeface="Arial"/>
                  <a:cs typeface="Arial"/>
                </a:defRPr>
              </a:lvl4pPr>
              <a:lvl5pPr algn="l">
                <a:defRPr sz="774" b="1">
                  <a:solidFill>
                    <a:srgbClr val="0072B2"/>
                  </a:solidFill>
                  <a:latin typeface="Arial"/>
                  <a:ea typeface="Arial"/>
                  <a:cs typeface="Arial"/>
                </a:defRPr>
              </a:lvl5pPr>
              <a:lvl6pPr algn="l">
                <a:defRPr sz="774" b="1">
                  <a:solidFill>
                    <a:srgbClr val="0072B2"/>
                  </a:solidFill>
                  <a:latin typeface="Arial"/>
                  <a:ea typeface="Arial"/>
                  <a:cs typeface="Arial"/>
                </a:defRPr>
              </a:lvl6pPr>
              <a:lvl7pPr algn="l">
                <a:defRPr sz="774" b="1">
                  <a:solidFill>
                    <a:srgbClr val="0072B2"/>
                  </a:solidFill>
                  <a:latin typeface="Arial"/>
                  <a:ea typeface="Arial"/>
                  <a:cs typeface="Arial"/>
                </a:defRPr>
              </a:lvl7pPr>
              <a:lvl8pPr algn="l">
                <a:defRPr sz="774" b="1">
                  <a:solidFill>
                    <a:srgbClr val="0072B2"/>
                  </a:solidFill>
                  <a:latin typeface="Arial"/>
                  <a:ea typeface="Arial"/>
                  <a:cs typeface="Arial"/>
                </a:defRPr>
              </a:lvl8pPr>
              <a:lvl9pPr algn="l">
                <a:defRPr sz="774" b="1">
                  <a:solidFill>
                    <a:srgbClr val="0072B2"/>
                  </a:solidFill>
                  <a:latin typeface="Arial"/>
                  <a:ea typeface="Arial"/>
                  <a:cs typeface="Arial"/>
                </a:defRPr>
              </a:lvl9pPr>
            </a:lstStyle>
            <a:p>
              <a:pPr algn="l">
                <a:defRPr sz="774" b="1">
                  <a:solidFill>
                    <a:srgbClr val="0072B2"/>
                  </a:solidFill>
                  <a:latin typeface="Arial"/>
                  <a:ea typeface="Arial"/>
                  <a:cs typeface="Arial"/>
                </a:defRPr>
              </a:pPr>
              <a:r>
                <a:rPr sz="774" b="1">
                  <a:solidFill>
                    <a:srgbClr val="0072B2"/>
                  </a:solidFill>
                  <a:latin typeface="Arial"/>
                  <a:ea typeface="Arial"/>
                  <a:cs typeface="Arial"/>
                </a:rPr>
                <a:t>A</a:t>
              </a:r>
            </a:p>
          </p:txBody>
        </p:sp>
        <p:sp>
          <p:nvSpPr>
            <p:cNvPr id="138" name="ellipse_137">
              <a:extLst>
                <a:ext uri="{FF2B5EF4-FFF2-40B4-BE49-F238E27FC236}">
                  <ns2:creationId id="{9E3792A7-DDF0-428B-9AE4-147D321B1D1E}"/>
                </a:ext>
              </a:extLst>
            </p:cNvPr>
            <p:cNvSpPr>
              <a:spLocks noGrp="1"/>
            </p:cNvSpPr>
            <p:nvPr/>
          </p:nvSpPr>
          <p:spPr>
            <a:xfrm rot="0">
              <a:off x="5249441" y="6838097"/>
              <a:ext cx="114300" cy="114300"/>
            </a:xfrm>
            <a:prstGeom prst="ellipse">
              <a:avLst/>
            </a:prstGeom>
            <a:solidFill>
              <a:srgbClr val="FFFFFF"/>
            </a:solidFill>
            <a:ln w="8849">
              <a:solidFill>
                <a:srgbClr val="FFFFFF"/>
              </a:solidFill>
              <a:prstDash val="solid"/>
            </a:ln>
          </p:spPr>
        </p:sp>
        <p:sp>
          <p:nvSpPr>
            <p:cNvPr id="139" name="ellipse_138">
              <a:extLst>
                <a:ext uri="{FF2B5EF4-FFF2-40B4-BE49-F238E27FC236}">
                  <ns2:creationId id="{BFC474CF-E87A-40AD-991C-8A0166624780}"/>
                </a:ext>
              </a:extLst>
            </p:cNvPr>
            <p:cNvSpPr>
              <a:spLocks noGrp="1"/>
            </p:cNvSpPr>
            <p:nvPr/>
          </p:nvSpPr>
          <p:spPr>
            <a:xfrm rot="0">
              <a:off x="5268491" y="6857147"/>
              <a:ext cx="76200" cy="76200"/>
            </a:xfrm>
            <a:prstGeom prst="ellipse">
              <a:avLst/>
            </a:prstGeom>
            <a:solidFill>
              <a:srgbClr val="FFFFFF"/>
            </a:solidFill>
            <a:ln w="8849">
              <a:solidFill>
                <a:srgbClr val="D55E00"/>
              </a:solidFill>
              <a:prstDash val="solid"/>
            </a:ln>
          </p:spPr>
        </p:sp>
        <p:sp>
          <p:nvSpPr>
            <p:cNvPr id="140" name="text_139">
              <a:extLst>
                <a:ext uri="{FF2B5EF4-FFF2-40B4-BE49-F238E27FC236}">
                  <ns2:creationId id="{130D3F99-2A71-4D24-B323-344B2B30AF3E}"/>
                </a:ext>
              </a:extLst>
            </p:cNvPr>
            <p:cNvSpPr>
              <a:spLocks noGrp="1"/>
            </p:cNvSpPr>
            <p:nvPr/>
          </p:nvSpPr>
          <p:spPr>
            <a:xfrm rot="0">
              <a:off x="5382791" y="6666647"/>
              <a:ext cx="247650" cy="247650"/>
            </a:xfrm>
            <a:prstGeom prst="rect">
              <a:avLst/>
            </a:prstGeom>
            <a:noFill/>
            <a:ln w="0">
              <a:noFill/>
              <a:prstDash val="solid"/>
            </a:ln>
          </p:spPr>
          <p:txBody>
            <a:bodyPr wrap="none" lIns="0" tIns="0" rIns="0" bIns="0" anchor="t">
              <a:noAutofit/>
            </a:bodyPr>
            <a:lstStyle>
              <a:defPPr algn="l">
                <a:defRPr sz="774" b="1">
                  <a:solidFill>
                    <a:srgbClr val="D55E00"/>
                  </a:solidFill>
                  <a:latin typeface="Arial"/>
                  <a:ea typeface="Arial"/>
                  <a:cs typeface="Arial"/>
                </a:defRPr>
              </a:defPPr>
              <a:lvl1pPr algn="l">
                <a:defRPr sz="774" b="1">
                  <a:solidFill>
                    <a:srgbClr val="D55E00"/>
                  </a:solidFill>
                  <a:latin typeface="Arial"/>
                  <a:ea typeface="Arial"/>
                  <a:cs typeface="Arial"/>
                </a:defRPr>
              </a:lvl1pPr>
              <a:lvl2pPr algn="l">
                <a:defRPr sz="774" b="1">
                  <a:solidFill>
                    <a:srgbClr val="D55E00"/>
                  </a:solidFill>
                  <a:latin typeface="Arial"/>
                  <a:ea typeface="Arial"/>
                  <a:cs typeface="Arial"/>
                </a:defRPr>
              </a:lvl2pPr>
              <a:lvl3pPr algn="l">
                <a:defRPr sz="774" b="1">
                  <a:solidFill>
                    <a:srgbClr val="D55E00"/>
                  </a:solidFill>
                  <a:latin typeface="Arial"/>
                  <a:ea typeface="Arial"/>
                  <a:cs typeface="Arial"/>
                </a:defRPr>
              </a:lvl3pPr>
              <a:lvl4pPr algn="l">
                <a:defRPr sz="774" b="1">
                  <a:solidFill>
                    <a:srgbClr val="D55E00"/>
                  </a:solidFill>
                  <a:latin typeface="Arial"/>
                  <a:ea typeface="Arial"/>
                  <a:cs typeface="Arial"/>
                </a:defRPr>
              </a:lvl4pPr>
              <a:lvl5pPr algn="l">
                <a:defRPr sz="774" b="1">
                  <a:solidFill>
                    <a:srgbClr val="D55E00"/>
                  </a:solidFill>
                  <a:latin typeface="Arial"/>
                  <a:ea typeface="Arial"/>
                  <a:cs typeface="Arial"/>
                </a:defRPr>
              </a:lvl5pPr>
              <a:lvl6pPr algn="l">
                <a:defRPr sz="774" b="1">
                  <a:solidFill>
                    <a:srgbClr val="D55E00"/>
                  </a:solidFill>
                  <a:latin typeface="Arial"/>
                  <a:ea typeface="Arial"/>
                  <a:cs typeface="Arial"/>
                </a:defRPr>
              </a:lvl6pPr>
              <a:lvl7pPr algn="l">
                <a:defRPr sz="774" b="1">
                  <a:solidFill>
                    <a:srgbClr val="D55E00"/>
                  </a:solidFill>
                  <a:latin typeface="Arial"/>
                  <a:ea typeface="Arial"/>
                  <a:cs typeface="Arial"/>
                </a:defRPr>
              </a:lvl7pPr>
              <a:lvl8pPr algn="l">
                <a:defRPr sz="774" b="1">
                  <a:solidFill>
                    <a:srgbClr val="D55E00"/>
                  </a:solidFill>
                  <a:latin typeface="Arial"/>
                  <a:ea typeface="Arial"/>
                  <a:cs typeface="Arial"/>
                </a:defRPr>
              </a:lvl8pPr>
              <a:lvl9pPr algn="l">
                <a:defRPr sz="774" b="1">
                  <a:solidFill>
                    <a:srgbClr val="D55E00"/>
                  </a:solidFill>
                  <a:latin typeface="Arial"/>
                  <a:ea typeface="Arial"/>
                  <a:cs typeface="Arial"/>
                </a:defRPr>
              </a:lvl9pPr>
            </a:lstStyle>
            <a:p>
              <a:pPr algn="l">
                <a:defRPr sz="774" b="1">
                  <a:solidFill>
                    <a:srgbClr val="D55E00"/>
                  </a:solidFill>
                  <a:latin typeface="Arial"/>
                  <a:ea typeface="Arial"/>
                  <a:cs typeface="Arial"/>
                </a:defRPr>
              </a:pPr>
              <a:r>
                <a:rPr sz="774" b="1">
                  <a:solidFill>
                    <a:srgbClr val="D55E00"/>
                  </a:solidFill>
                  <a:latin typeface="Arial"/>
                  <a:ea typeface="Arial"/>
                  <a:cs typeface="Arial"/>
                </a:rPr>
                <a:t>B</a:t>
              </a:r>
            </a:p>
          </p:txBody>
        </p:sp>
        <p:sp>
          <p:nvSpPr>
            <p:cNvPr id="141" name="ellipse_140">
              <a:extLst>
                <a:ext uri="{FF2B5EF4-FFF2-40B4-BE49-F238E27FC236}">
                  <ns2:creationId id="{9D6C56E4-67A8-43C0-B79B-025B05C56917}"/>
                </a:ext>
              </a:extLst>
            </p:cNvPr>
            <p:cNvSpPr>
              <a:spLocks noGrp="1"/>
            </p:cNvSpPr>
            <p:nvPr/>
          </p:nvSpPr>
          <p:spPr>
            <a:xfrm rot="0">
              <a:off x="4228906" y="8333115"/>
              <a:ext cx="114300" cy="114300"/>
            </a:xfrm>
            <a:prstGeom prst="ellipse">
              <a:avLst/>
            </a:prstGeom>
            <a:solidFill>
              <a:srgbClr val="FFFFFF"/>
            </a:solidFill>
            <a:ln w="8849">
              <a:solidFill>
                <a:srgbClr val="FFFFFF"/>
              </a:solidFill>
              <a:prstDash val="solid"/>
            </a:ln>
          </p:spPr>
        </p:sp>
        <p:sp>
          <p:nvSpPr>
            <p:cNvPr id="142" name="ellipse_141">
              <a:extLst>
                <a:ext uri="{FF2B5EF4-FFF2-40B4-BE49-F238E27FC236}">
                  <ns2:creationId id="{353A8213-442C-43AC-B228-33631853018E}"/>
                </a:ext>
              </a:extLst>
            </p:cNvPr>
            <p:cNvSpPr>
              <a:spLocks noGrp="1"/>
            </p:cNvSpPr>
            <p:nvPr/>
          </p:nvSpPr>
          <p:spPr>
            <a:xfrm rot="0">
              <a:off x="4247956" y="8352165"/>
              <a:ext cx="76200" cy="76200"/>
            </a:xfrm>
            <a:prstGeom prst="ellipse">
              <a:avLst/>
            </a:prstGeom>
            <a:solidFill>
              <a:srgbClr val="FFFFFF"/>
            </a:solidFill>
            <a:ln w="8849">
              <a:solidFill>
                <a:srgbClr val="009E73"/>
              </a:solidFill>
              <a:prstDash val="solid"/>
            </a:ln>
          </p:spPr>
        </p:sp>
        <p:sp>
          <p:nvSpPr>
            <p:cNvPr id="143" name="text_142">
              <a:extLst>
                <a:ext uri="{FF2B5EF4-FFF2-40B4-BE49-F238E27FC236}">
                  <ns2:creationId id="{4826A8C5-A686-4EAD-9D05-8A0F49D370B6}"/>
                </a:ext>
              </a:extLst>
            </p:cNvPr>
            <p:cNvSpPr>
              <a:spLocks noGrp="1"/>
            </p:cNvSpPr>
            <p:nvPr/>
          </p:nvSpPr>
          <p:spPr>
            <a:xfrm rot="0">
              <a:off x="4362256" y="8161665"/>
              <a:ext cx="247650" cy="247650"/>
            </a:xfrm>
            <a:prstGeom prst="rect">
              <a:avLst/>
            </a:prstGeom>
            <a:noFill/>
            <a:ln w="0">
              <a:noFill/>
              <a:prstDash val="solid"/>
            </a:ln>
          </p:spPr>
          <p:txBody>
            <a:bodyPr wrap="none" lIns="0" tIns="0" rIns="0" bIns="0" anchor="t">
              <a:noAutofit/>
            </a:bodyPr>
            <a:lstStyle>
              <a:defPPr algn="l">
                <a:defRPr sz="774" b="1">
                  <a:solidFill>
                    <a:srgbClr val="009E73"/>
                  </a:solidFill>
                  <a:latin typeface="Arial"/>
                  <a:ea typeface="Arial"/>
                  <a:cs typeface="Arial"/>
                </a:defRPr>
              </a:defPPr>
              <a:lvl1pPr algn="l">
                <a:defRPr sz="774" b="1">
                  <a:solidFill>
                    <a:srgbClr val="009E73"/>
                  </a:solidFill>
                  <a:latin typeface="Arial"/>
                  <a:ea typeface="Arial"/>
                  <a:cs typeface="Arial"/>
                </a:defRPr>
              </a:lvl1pPr>
              <a:lvl2pPr algn="l">
                <a:defRPr sz="774" b="1">
                  <a:solidFill>
                    <a:srgbClr val="009E73"/>
                  </a:solidFill>
                  <a:latin typeface="Arial"/>
                  <a:ea typeface="Arial"/>
                  <a:cs typeface="Arial"/>
                </a:defRPr>
              </a:lvl2pPr>
              <a:lvl3pPr algn="l">
                <a:defRPr sz="774" b="1">
                  <a:solidFill>
                    <a:srgbClr val="009E73"/>
                  </a:solidFill>
                  <a:latin typeface="Arial"/>
                  <a:ea typeface="Arial"/>
                  <a:cs typeface="Arial"/>
                </a:defRPr>
              </a:lvl3pPr>
              <a:lvl4pPr algn="l">
                <a:defRPr sz="774" b="1">
                  <a:solidFill>
                    <a:srgbClr val="009E73"/>
                  </a:solidFill>
                  <a:latin typeface="Arial"/>
                  <a:ea typeface="Arial"/>
                  <a:cs typeface="Arial"/>
                </a:defRPr>
              </a:lvl4pPr>
              <a:lvl5pPr algn="l">
                <a:defRPr sz="774" b="1">
                  <a:solidFill>
                    <a:srgbClr val="009E73"/>
                  </a:solidFill>
                  <a:latin typeface="Arial"/>
                  <a:ea typeface="Arial"/>
                  <a:cs typeface="Arial"/>
                </a:defRPr>
              </a:lvl5pPr>
              <a:lvl6pPr algn="l">
                <a:defRPr sz="774" b="1">
                  <a:solidFill>
                    <a:srgbClr val="009E73"/>
                  </a:solidFill>
                  <a:latin typeface="Arial"/>
                  <a:ea typeface="Arial"/>
                  <a:cs typeface="Arial"/>
                </a:defRPr>
              </a:lvl6pPr>
              <a:lvl7pPr algn="l">
                <a:defRPr sz="774" b="1">
                  <a:solidFill>
                    <a:srgbClr val="009E73"/>
                  </a:solidFill>
                  <a:latin typeface="Arial"/>
                  <a:ea typeface="Arial"/>
                  <a:cs typeface="Arial"/>
                </a:defRPr>
              </a:lvl7pPr>
              <a:lvl8pPr algn="l">
                <a:defRPr sz="774" b="1">
                  <a:solidFill>
                    <a:srgbClr val="009E73"/>
                  </a:solidFill>
                  <a:latin typeface="Arial"/>
                  <a:ea typeface="Arial"/>
                  <a:cs typeface="Arial"/>
                </a:defRPr>
              </a:lvl8pPr>
              <a:lvl9pPr algn="l">
                <a:defRPr sz="774" b="1">
                  <a:solidFill>
                    <a:srgbClr val="009E73"/>
                  </a:solidFill>
                  <a:latin typeface="Arial"/>
                  <a:ea typeface="Arial"/>
                  <a:cs typeface="Arial"/>
                </a:defRPr>
              </a:lvl9pPr>
            </a:lstStyle>
            <a:p>
              <a:pPr algn="l">
                <a:defRPr sz="774" b="1">
                  <a:solidFill>
                    <a:srgbClr val="009E73"/>
                  </a:solidFill>
                  <a:latin typeface="Arial"/>
                  <a:ea typeface="Arial"/>
                  <a:cs typeface="Arial"/>
                </a:defRPr>
              </a:pPr>
              <a:r>
                <a:rPr sz="774" b="1">
                  <a:solidFill>
                    <a:srgbClr val="009E73"/>
                  </a:solidFill>
                  <a:latin typeface="Arial"/>
                  <a:ea typeface="Arial"/>
                  <a:cs typeface="Arial"/>
                </a:rPr>
                <a:t>C</a:t>
              </a:r>
            </a:p>
          </p:txBody>
        </p:sp>
        <p:sp>
          <p:nvSpPr>
            <p:cNvPr id="144" name="line_143">
              <a:extLst>
                <a:ext uri="{FF2B5EF4-FFF2-40B4-BE49-F238E27FC236}">
                  <ns2:creationId id="{8EA5A697-52DC-4928-B9C7-B448B26C543D}"/>
                </a:ext>
              </a:extLst>
            </p:cNvPr>
            <p:cNvSpPr>
              <a:spLocks noGrp="1"/>
            </p:cNvSpPr>
            <p:nvPr/>
          </p:nvSpPr>
          <p:spPr>
            <a:xfrm>
              <a:off x="5170840" y="7983995"/>
              <a:ext cx="267935" cy="393732"/>
            </a:xfrm>
            <a:custGeom>
              <a:pathLst>
                <a:path w="267935" h="393732">
                  <a:moveTo>
                    <a:pt x="267935" y="393732"/>
                  </a:moveTo>
                  <a:lnTo>
                    <a:pt x="0" y="0"/>
                  </a:lnTo>
                </a:path>
              </a:pathLst>
            </a:custGeom>
            <a:noFill/>
            <a:ln w="9832">
              <a:solidFill>
                <a:srgbClr val="000000"/>
              </a:solidFill>
              <a:prstDash val="solid"/>
            </a:ln>
          </p:spPr>
        </p:sp>
        <p:sp>
          <p:nvSpPr>
            <p:cNvPr id="145" name="line_144">
              <a:extLst>
                <a:ext uri="{FF2B5EF4-FFF2-40B4-BE49-F238E27FC236}">
                  <ns2:creationId id="{5DCA3818-9FFF-4E45-BEE4-6A947A16AFF5}"/>
                </a:ext>
              </a:extLst>
            </p:cNvPr>
            <p:cNvSpPr>
              <a:spLocks noGrp="1"/>
            </p:cNvSpPr>
            <p:nvPr/>
          </p:nvSpPr>
          <p:spPr>
            <a:xfrm>
              <a:off x="5170840" y="7983995"/>
              <a:ext cx="92960" cy="51953"/>
            </a:xfrm>
            <a:custGeom>
              <a:pathLst>
                <a:path w="92960" h="51953">
                  <a:moveTo>
                    <a:pt x="0" y="0"/>
                  </a:moveTo>
                  <a:lnTo>
                    <a:pt x="92960" y="51953"/>
                  </a:lnTo>
                </a:path>
              </a:pathLst>
            </a:custGeom>
            <a:noFill/>
            <a:ln w="9832">
              <a:solidFill>
                <a:srgbClr val="000000"/>
              </a:solidFill>
              <a:prstDash val="solid"/>
            </a:ln>
          </p:spPr>
        </p:sp>
        <p:sp>
          <p:nvSpPr>
            <p:cNvPr id="146" name="line_145">
              <a:extLst>
                <a:ext uri="{FF2B5EF4-FFF2-40B4-BE49-F238E27FC236}">
                  <ns2:creationId id="{298CB40D-3D30-4AB7-AFD8-096D1D7895D5}"/>
                </a:ext>
              </a:extLst>
            </p:cNvPr>
            <p:cNvSpPr>
              <a:spLocks noGrp="1"/>
            </p:cNvSpPr>
            <p:nvPr/>
          </p:nvSpPr>
          <p:spPr>
            <a:xfrm>
              <a:off x="5170840" y="7983995"/>
              <a:ext cx="14214" cy="105540"/>
            </a:xfrm>
            <a:custGeom>
              <a:pathLst>
                <a:path w="14214" h="105540">
                  <a:moveTo>
                    <a:pt x="0" y="0"/>
                  </a:moveTo>
                  <a:lnTo>
                    <a:pt x="14214" y="105540"/>
                  </a:lnTo>
                </a:path>
              </a:pathLst>
            </a:custGeom>
            <a:noFill/>
            <a:ln w="9832">
              <a:solidFill>
                <a:srgbClr val="000000"/>
              </a:solidFill>
              <a:prstDash val="solid"/>
            </a:ln>
          </p:spPr>
        </p:sp>
        <p:sp>
          <p:nvSpPr>
            <p:cNvPr id="147" name="text_146">
              <a:extLst>
                <a:ext uri="{FF2B5EF4-FFF2-40B4-BE49-F238E27FC236}">
                  <ns2:creationId id="{805743DE-00A7-4414-A0B9-6295648210C3}"/>
                </a:ext>
              </a:extLst>
            </p:cNvPr>
            <p:cNvSpPr>
              <a:spLocks noGrp="1"/>
            </p:cNvSpPr>
            <p:nvPr/>
          </p:nvSpPr>
          <p:spPr>
            <a:xfrm rot="0">
              <a:off x="4951765" y="7755395"/>
              <a:ext cx="238125" cy="228600"/>
            </a:xfrm>
            <a:prstGeom prst="rect">
              <a:avLst/>
            </a:prstGeom>
            <a:noFill/>
            <a:ln w="0">
              <a:noFill/>
              <a:prstDash val="solid"/>
            </a:ln>
          </p:spPr>
          <p:txBody>
            <a:bodyPr wrap="none" lIns="0" tIns="0" rIns="0" bIns="0" anchor="t">
              <a:noAutofit/>
            </a:bodyPr>
            <a:lstStyle>
              <a:defPPr algn="l">
                <a:defRPr sz="735" b="1">
                  <a:solidFill>
                    <a:srgbClr val="000000"/>
                  </a:solidFill>
                  <a:latin typeface="Arial"/>
                  <a:ea typeface="Arial"/>
                  <a:cs typeface="Arial"/>
                </a:defRPr>
              </a:defPPr>
              <a:lvl1pPr algn="l">
                <a:defRPr sz="735" b="1">
                  <a:solidFill>
                    <a:srgbClr val="000000"/>
                  </a:solidFill>
                  <a:latin typeface="Arial"/>
                  <a:ea typeface="Arial"/>
                  <a:cs typeface="Arial"/>
                </a:defRPr>
              </a:lvl1pPr>
              <a:lvl2pPr algn="l">
                <a:defRPr sz="735" b="1">
                  <a:solidFill>
                    <a:srgbClr val="000000"/>
                  </a:solidFill>
                  <a:latin typeface="Arial"/>
                  <a:ea typeface="Arial"/>
                  <a:cs typeface="Arial"/>
                </a:defRPr>
              </a:lvl2pPr>
              <a:lvl3pPr algn="l">
                <a:defRPr sz="735" b="1">
                  <a:solidFill>
                    <a:srgbClr val="000000"/>
                  </a:solidFill>
                  <a:latin typeface="Arial"/>
                  <a:ea typeface="Arial"/>
                  <a:cs typeface="Arial"/>
                </a:defRPr>
              </a:lvl3pPr>
              <a:lvl4pPr algn="l">
                <a:defRPr sz="735" b="1">
                  <a:solidFill>
                    <a:srgbClr val="000000"/>
                  </a:solidFill>
                  <a:latin typeface="Arial"/>
                  <a:ea typeface="Arial"/>
                  <a:cs typeface="Arial"/>
                </a:defRPr>
              </a:lvl4pPr>
              <a:lvl5pPr algn="l">
                <a:defRPr sz="735" b="1">
                  <a:solidFill>
                    <a:srgbClr val="000000"/>
                  </a:solidFill>
                  <a:latin typeface="Arial"/>
                  <a:ea typeface="Arial"/>
                  <a:cs typeface="Arial"/>
                </a:defRPr>
              </a:lvl5pPr>
              <a:lvl6pPr algn="l">
                <a:defRPr sz="735" b="1">
                  <a:solidFill>
                    <a:srgbClr val="000000"/>
                  </a:solidFill>
                  <a:latin typeface="Arial"/>
                  <a:ea typeface="Arial"/>
                  <a:cs typeface="Arial"/>
                </a:defRPr>
              </a:lvl6pPr>
              <a:lvl7pPr algn="l">
                <a:defRPr sz="735" b="1">
                  <a:solidFill>
                    <a:srgbClr val="000000"/>
                  </a:solidFill>
                  <a:latin typeface="Arial"/>
                  <a:ea typeface="Arial"/>
                  <a:cs typeface="Arial"/>
                </a:defRPr>
              </a:lvl7pPr>
              <a:lvl8pPr algn="l">
                <a:defRPr sz="735" b="1">
                  <a:solidFill>
                    <a:srgbClr val="000000"/>
                  </a:solidFill>
                  <a:latin typeface="Arial"/>
                  <a:ea typeface="Arial"/>
                  <a:cs typeface="Arial"/>
                </a:defRPr>
              </a:lvl8pPr>
              <a:lvl9pPr algn="l">
                <a:defRPr sz="735" b="1">
                  <a:solidFill>
                    <a:srgbClr val="000000"/>
                  </a:solidFill>
                  <a:latin typeface="Arial"/>
                  <a:ea typeface="Arial"/>
                  <a:cs typeface="Arial"/>
                </a:defRPr>
              </a:lvl9pPr>
            </a:lstStyle>
            <a:p>
              <a:pPr algn="l">
                <a:defRPr sz="735" b="1">
                  <a:solidFill>
                    <a:srgbClr val="000000"/>
                  </a:solidFill>
                  <a:latin typeface="Arial"/>
                  <a:ea typeface="Arial"/>
                  <a:cs typeface="Arial"/>
                </a:defRPr>
              </a:pPr>
              <a:r>
                <a:rPr sz="735" b="1">
                  <a:solidFill>
                    <a:srgbClr val="000000"/>
                  </a:solidFill>
                  <a:latin typeface="Arial"/>
                  <a:ea typeface="Arial"/>
                  <a:cs typeface="Arial"/>
                </a:rPr>
                <a:t>d</a:t>
              </a:r>
            </a:p>
          </p:txBody>
        </p:sp>
        <p:sp>
          <p:nvSpPr>
            <p:cNvPr id="148" name="text_147">
              <a:extLst>
                <a:ext uri="{FF2B5EF4-FFF2-40B4-BE49-F238E27FC236}">
                  <ns2:creationId id="{6AAC3C0E-24B8-43F5-9193-1E851F25DE5E}"/>
                </a:ext>
              </a:extLst>
            </p:cNvPr>
            <p:cNvSpPr>
              <a:spLocks noGrp="1"/>
            </p:cNvSpPr>
            <p:nvPr/>
          </p:nvSpPr>
          <p:spPr>
            <a:xfrm rot="0">
              <a:off x="7000875" y="6057900"/>
              <a:ext cx="6667500" cy="285750"/>
            </a:xfrm>
            <a:prstGeom prst="rect">
              <a:avLst/>
            </a:prstGeom>
            <a:noFill/>
            <a:ln w="0">
              <a:noFill/>
              <a:prstDash val="solid"/>
            </a:ln>
          </p:spPr>
          <p:txBody>
            <a:bodyPr wrap="none" lIns="0" tIns="0" rIns="0" bIns="0" anchor="t">
              <a:noAutofit/>
            </a:bodyPr>
            <a:lstStyle>
              <a:defPPr algn="l">
                <a:defRPr sz="929" b="1">
                  <a:solidFill>
                    <a:srgbClr val="000000"/>
                  </a:solidFill>
                  <a:latin typeface="Arial"/>
                  <a:ea typeface="Arial"/>
                  <a:cs typeface="Arial"/>
                </a:defRPr>
              </a:defPPr>
              <a:lvl1pPr algn="l">
                <a:defRPr sz="929" b="1">
                  <a:solidFill>
                    <a:srgbClr val="000000"/>
                  </a:solidFill>
                  <a:latin typeface="Arial"/>
                  <a:ea typeface="Arial"/>
                  <a:cs typeface="Arial"/>
                </a:defRPr>
              </a:lvl1pPr>
              <a:lvl2pPr algn="l">
                <a:defRPr sz="929" b="1">
                  <a:solidFill>
                    <a:srgbClr val="000000"/>
                  </a:solidFill>
                  <a:latin typeface="Arial"/>
                  <a:ea typeface="Arial"/>
                  <a:cs typeface="Arial"/>
                </a:defRPr>
              </a:lvl2pPr>
              <a:lvl3pPr algn="l">
                <a:defRPr sz="929" b="1">
                  <a:solidFill>
                    <a:srgbClr val="000000"/>
                  </a:solidFill>
                  <a:latin typeface="Arial"/>
                  <a:ea typeface="Arial"/>
                  <a:cs typeface="Arial"/>
                </a:defRPr>
              </a:lvl3pPr>
              <a:lvl4pPr algn="l">
                <a:defRPr sz="929" b="1">
                  <a:solidFill>
                    <a:srgbClr val="000000"/>
                  </a:solidFill>
                  <a:latin typeface="Arial"/>
                  <a:ea typeface="Arial"/>
                  <a:cs typeface="Arial"/>
                </a:defRPr>
              </a:lvl4pPr>
              <a:lvl5pPr algn="l">
                <a:defRPr sz="929" b="1">
                  <a:solidFill>
                    <a:srgbClr val="000000"/>
                  </a:solidFill>
                  <a:latin typeface="Arial"/>
                  <a:ea typeface="Arial"/>
                  <a:cs typeface="Arial"/>
                </a:defRPr>
              </a:lvl5pPr>
              <a:lvl6pPr algn="l">
                <a:defRPr sz="929" b="1">
                  <a:solidFill>
                    <a:srgbClr val="000000"/>
                  </a:solidFill>
                  <a:latin typeface="Arial"/>
                  <a:ea typeface="Arial"/>
                  <a:cs typeface="Arial"/>
                </a:defRPr>
              </a:lvl6pPr>
              <a:lvl7pPr algn="l">
                <a:defRPr sz="929" b="1">
                  <a:solidFill>
                    <a:srgbClr val="000000"/>
                  </a:solidFill>
                  <a:latin typeface="Arial"/>
                  <a:ea typeface="Arial"/>
                  <a:cs typeface="Arial"/>
                </a:defRPr>
              </a:lvl7pPr>
              <a:lvl8pPr algn="l">
                <a:defRPr sz="929" b="1">
                  <a:solidFill>
                    <a:srgbClr val="000000"/>
                  </a:solidFill>
                  <a:latin typeface="Arial"/>
                  <a:ea typeface="Arial"/>
                  <a:cs typeface="Arial"/>
                </a:defRPr>
              </a:lvl8pPr>
              <a:lvl9pPr algn="l">
                <a:defRPr sz="929" b="1">
                  <a:solidFill>
                    <a:srgbClr val="000000"/>
                  </a:solidFill>
                  <a:latin typeface="Arial"/>
                  <a:ea typeface="Arial"/>
                  <a:cs typeface="Arial"/>
                </a:defRPr>
              </a:lvl9pPr>
            </a:lstStyle>
            <a:p>
              <a:pPr algn="l">
                <a:defRPr sz="929" b="1">
                  <a:solidFill>
                    <a:srgbClr val="000000"/>
                  </a:solidFill>
                  <a:latin typeface="Arial"/>
                  <a:ea typeface="Arial"/>
                  <a:cs typeface="Arial"/>
                </a:defRPr>
              </a:pPr>
              <a:r>
                <a:rPr sz="929" b="1">
                  <a:solidFill>
                    <a:srgbClr val="000000"/>
                  </a:solidFill>
                  <a:latin typeface="Arial"/>
                  <a:ea typeface="Arial"/>
                  <a:cs typeface="Arial"/>
                </a:rPr>
                <a:t>(d) Jul 10-20: same tracks, same fixed reference</a:t>
              </a:r>
            </a:p>
          </p:txBody>
        </p:sp>
        <p:pic>
          <p:nvPicPr>
            <p:cNvPr id="149" name="">
              <a:extLst>
                <a:ext uri="{FF2B5EF4-FFF2-40B4-BE49-F238E27FC236}">
                  <ns2:creationId id="{E1E5E7C5-D581-40DE-9161-42BB34B7E78A}"/>
                </a:ext>
              </a:extLst>
            </p:cNvPr>
            <p:cNvPicPr>
              <a:picLocks noChangeAspect="1"/>
            </p:cNvPicPr>
            <p:nvPr/>
          </p:nvPicPr>
          <p:blipFill>
            <a:blip r:embed="Re6a2d988a4c44be7"/>
            <a:stretch/>
          </p:blipFill>
          <p:spPr>
            <a:xfrm>
              <a:off x="7381901" y="6619875"/>
              <a:ext cx="5810199" cy="962025"/>
            </a:xfrm>
            <a:prstGeom prst="rect">
              <a:avLst/>
            </a:prstGeom>
          </p:spPr>
        </p:pic>
        <p:sp>
          <p:nvSpPr>
            <p:cNvPr id="150" name="line_149">
              <a:extLst>
                <a:ext uri="{FF2B5EF4-FFF2-40B4-BE49-F238E27FC236}">
                  <ns2:creationId id="{F3F7481A-1F2A-40DA-BDFE-BBFD6E42D01E}"/>
                </a:ext>
              </a:extLst>
            </p:cNvPr>
            <p:cNvSpPr>
              <a:spLocks noGrp="1"/>
            </p:cNvSpPr>
            <p:nvPr/>
          </p:nvSpPr>
          <p:spPr>
            <a:xfrm>
              <a:off x="7343775" y="7581900"/>
              <a:ext cx="38100" cy="95"/>
            </a:xfrm>
            <a:custGeom>
              <a:pathLst>
                <a:path w="38100" h="95">
                  <a:moveTo>
                    <a:pt x="0" y="0"/>
                  </a:moveTo>
                  <a:lnTo>
                    <a:pt x="38100" y="0"/>
                  </a:lnTo>
                </a:path>
              </a:pathLst>
            </a:custGeom>
            <a:noFill/>
            <a:ln w="3933">
              <a:solidFill>
                <a:srgbClr val="000000"/>
              </a:solidFill>
              <a:prstDash val="solid"/>
            </a:ln>
          </p:spPr>
        </p:sp>
        <p:sp>
          <p:nvSpPr>
            <p:cNvPr id="151" name="text_150">
              <a:extLst>
                <a:ext uri="{FF2B5EF4-FFF2-40B4-BE49-F238E27FC236}">
                  <ns2:creationId id="{3D168670-7BC2-41FB-9AA9-3750E06EEF61}"/>
                </a:ext>
              </a:extLst>
            </p:cNvPr>
            <p:cNvSpPr>
              <a:spLocks noGrp="1"/>
            </p:cNvSpPr>
            <p:nvPr/>
          </p:nvSpPr>
          <p:spPr>
            <a:xfrm rot="0">
              <a:off x="7019925" y="7486650"/>
              <a:ext cx="276225" cy="209550"/>
            </a:xfrm>
            <a:prstGeom prst="rect">
              <a:avLst/>
            </a:prstGeom>
            <a:noFill/>
            <a:ln w="0">
              <a:noFill/>
              <a:prstDash val="solid"/>
            </a:ln>
          </p:spPr>
          <p:txBody>
            <a:bodyPr wrap="none" lIns="0" tIns="0" rIns="0" bIns="0" anchor="t">
              <a:noAutofit/>
            </a:bodyPr>
            <a:lstStyle>
              <a:defPPr algn="r">
                <a:defRPr sz="619" b="0">
                  <a:solidFill>
                    <a:srgbClr val="000000"/>
                  </a:solidFill>
                  <a:latin typeface="Arial"/>
                  <a:ea typeface="Arial"/>
                  <a:cs typeface="Arial"/>
                </a:defRPr>
              </a:defPPr>
              <a:lvl1pPr algn="r">
                <a:defRPr sz="619" b="0">
                  <a:solidFill>
                    <a:srgbClr val="000000"/>
                  </a:solidFill>
                  <a:latin typeface="Arial"/>
                  <a:ea typeface="Arial"/>
                  <a:cs typeface="Arial"/>
                </a:defRPr>
              </a:lvl1pPr>
              <a:lvl2pPr algn="r">
                <a:defRPr sz="619" b="0">
                  <a:solidFill>
                    <a:srgbClr val="000000"/>
                  </a:solidFill>
                  <a:latin typeface="Arial"/>
                  <a:ea typeface="Arial"/>
                  <a:cs typeface="Arial"/>
                </a:defRPr>
              </a:lvl2pPr>
              <a:lvl3pPr algn="r">
                <a:defRPr sz="619" b="0">
                  <a:solidFill>
                    <a:srgbClr val="000000"/>
                  </a:solidFill>
                  <a:latin typeface="Arial"/>
                  <a:ea typeface="Arial"/>
                  <a:cs typeface="Arial"/>
                </a:defRPr>
              </a:lvl3pPr>
              <a:lvl4pPr algn="r">
                <a:defRPr sz="619" b="0">
                  <a:solidFill>
                    <a:srgbClr val="000000"/>
                  </a:solidFill>
                  <a:latin typeface="Arial"/>
                  <a:ea typeface="Arial"/>
                  <a:cs typeface="Arial"/>
                </a:defRPr>
              </a:lvl4pPr>
              <a:lvl5pPr algn="r">
                <a:defRPr sz="619" b="0">
                  <a:solidFill>
                    <a:srgbClr val="000000"/>
                  </a:solidFill>
                  <a:latin typeface="Arial"/>
                  <a:ea typeface="Arial"/>
                  <a:cs typeface="Arial"/>
                </a:defRPr>
              </a:lvl5pPr>
              <a:lvl6pPr algn="r">
                <a:defRPr sz="619" b="0">
                  <a:solidFill>
                    <a:srgbClr val="000000"/>
                  </a:solidFill>
                  <a:latin typeface="Arial"/>
                  <a:ea typeface="Arial"/>
                  <a:cs typeface="Arial"/>
                </a:defRPr>
              </a:lvl6pPr>
              <a:lvl7pPr algn="r">
                <a:defRPr sz="619" b="0">
                  <a:solidFill>
                    <a:srgbClr val="000000"/>
                  </a:solidFill>
                  <a:latin typeface="Arial"/>
                  <a:ea typeface="Arial"/>
                  <a:cs typeface="Arial"/>
                </a:defRPr>
              </a:lvl7pPr>
              <a:lvl8pPr algn="r">
                <a:defRPr sz="619" b="0">
                  <a:solidFill>
                    <a:srgbClr val="000000"/>
                  </a:solidFill>
                  <a:latin typeface="Arial"/>
                  <a:ea typeface="Arial"/>
                  <a:cs typeface="Arial"/>
                </a:defRPr>
              </a:lvl8pPr>
              <a:lvl9pPr algn="r">
                <a:defRPr sz="619" b="0">
                  <a:solidFill>
                    <a:srgbClr val="000000"/>
                  </a:solidFill>
                  <a:latin typeface="Arial"/>
                  <a:ea typeface="Arial"/>
                  <a:cs typeface="Arial"/>
                </a:defRPr>
              </a:lvl9pPr>
            </a:lstStyle>
            <a:p>
              <a:pPr algn="r">
                <a:defRPr sz="619" b="0">
                  <a:solidFill>
                    <a:srgbClr val="000000"/>
                  </a:solidFill>
                  <a:latin typeface="Arial"/>
                  <a:ea typeface="Arial"/>
                  <a:cs typeface="Arial"/>
                </a:defRPr>
              </a:pPr>
              <a:r>
                <a:rPr sz="619" b="0">
                  <a:solidFill>
                    <a:srgbClr val="000000"/>
                  </a:solidFill>
                  <a:latin typeface="Arial"/>
                  <a:ea typeface="Arial"/>
                  <a:cs typeface="Arial"/>
                </a:rPr>
                <a:t>0</a:t>
              </a:r>
            </a:p>
          </p:txBody>
        </p:sp>
        <p:sp>
          <p:nvSpPr>
            <p:cNvPr id="152" name="line_151">
              <a:extLst>
                <a:ext uri="{FF2B5EF4-FFF2-40B4-BE49-F238E27FC236}">
                  <ns2:creationId id="{10480758-CD92-4760-B662-0026EAC4931B}"/>
                </a:ext>
              </a:extLst>
            </p:cNvPr>
            <p:cNvSpPr>
              <a:spLocks noGrp="1"/>
            </p:cNvSpPr>
            <p:nvPr/>
          </p:nvSpPr>
          <p:spPr>
            <a:xfrm>
              <a:off x="7343775" y="7100888"/>
              <a:ext cx="38100" cy="95"/>
            </a:xfrm>
            <a:custGeom>
              <a:pathLst>
                <a:path w="38100" h="95">
                  <a:moveTo>
                    <a:pt x="0" y="0"/>
                  </a:moveTo>
                  <a:lnTo>
                    <a:pt x="38100" y="0"/>
                  </a:lnTo>
                </a:path>
              </a:pathLst>
            </a:custGeom>
            <a:noFill/>
            <a:ln w="3933">
              <a:solidFill>
                <a:srgbClr val="000000"/>
              </a:solidFill>
              <a:prstDash val="solid"/>
            </a:ln>
          </p:spPr>
        </p:sp>
        <p:sp>
          <p:nvSpPr>
            <p:cNvPr id="153" name="text_152">
              <a:extLst>
                <a:ext uri="{FF2B5EF4-FFF2-40B4-BE49-F238E27FC236}">
                  <ns2:creationId id="{5F528F95-9C8B-4AE0-8FEA-43BB5F3A150B}"/>
                </a:ext>
              </a:extLst>
            </p:cNvPr>
            <p:cNvSpPr>
              <a:spLocks noGrp="1"/>
            </p:cNvSpPr>
            <p:nvPr/>
          </p:nvSpPr>
          <p:spPr>
            <a:xfrm rot="0">
              <a:off x="7019925" y="7005638"/>
              <a:ext cx="276225" cy="209550"/>
            </a:xfrm>
            <a:prstGeom prst="rect">
              <a:avLst/>
            </a:prstGeom>
            <a:noFill/>
            <a:ln w="0">
              <a:noFill/>
              <a:prstDash val="solid"/>
            </a:ln>
          </p:spPr>
          <p:txBody>
            <a:bodyPr wrap="none" lIns="0" tIns="0" rIns="0" bIns="0" anchor="t">
              <a:noAutofit/>
            </a:bodyPr>
            <a:lstStyle>
              <a:defPPr algn="r">
                <a:defRPr sz="619" b="0">
                  <a:solidFill>
                    <a:srgbClr val="000000"/>
                  </a:solidFill>
                  <a:latin typeface="Arial"/>
                  <a:ea typeface="Arial"/>
                  <a:cs typeface="Arial"/>
                </a:defRPr>
              </a:defPPr>
              <a:lvl1pPr algn="r">
                <a:defRPr sz="619" b="0">
                  <a:solidFill>
                    <a:srgbClr val="000000"/>
                  </a:solidFill>
                  <a:latin typeface="Arial"/>
                  <a:ea typeface="Arial"/>
                  <a:cs typeface="Arial"/>
                </a:defRPr>
              </a:lvl1pPr>
              <a:lvl2pPr algn="r">
                <a:defRPr sz="619" b="0">
                  <a:solidFill>
                    <a:srgbClr val="000000"/>
                  </a:solidFill>
                  <a:latin typeface="Arial"/>
                  <a:ea typeface="Arial"/>
                  <a:cs typeface="Arial"/>
                </a:defRPr>
              </a:lvl2pPr>
              <a:lvl3pPr algn="r">
                <a:defRPr sz="619" b="0">
                  <a:solidFill>
                    <a:srgbClr val="000000"/>
                  </a:solidFill>
                  <a:latin typeface="Arial"/>
                  <a:ea typeface="Arial"/>
                  <a:cs typeface="Arial"/>
                </a:defRPr>
              </a:lvl3pPr>
              <a:lvl4pPr algn="r">
                <a:defRPr sz="619" b="0">
                  <a:solidFill>
                    <a:srgbClr val="000000"/>
                  </a:solidFill>
                  <a:latin typeface="Arial"/>
                  <a:ea typeface="Arial"/>
                  <a:cs typeface="Arial"/>
                </a:defRPr>
              </a:lvl4pPr>
              <a:lvl5pPr algn="r">
                <a:defRPr sz="619" b="0">
                  <a:solidFill>
                    <a:srgbClr val="000000"/>
                  </a:solidFill>
                  <a:latin typeface="Arial"/>
                  <a:ea typeface="Arial"/>
                  <a:cs typeface="Arial"/>
                </a:defRPr>
              </a:lvl5pPr>
              <a:lvl6pPr algn="r">
                <a:defRPr sz="619" b="0">
                  <a:solidFill>
                    <a:srgbClr val="000000"/>
                  </a:solidFill>
                  <a:latin typeface="Arial"/>
                  <a:ea typeface="Arial"/>
                  <a:cs typeface="Arial"/>
                </a:defRPr>
              </a:lvl6pPr>
              <a:lvl7pPr algn="r">
                <a:defRPr sz="619" b="0">
                  <a:solidFill>
                    <a:srgbClr val="000000"/>
                  </a:solidFill>
                  <a:latin typeface="Arial"/>
                  <a:ea typeface="Arial"/>
                  <a:cs typeface="Arial"/>
                </a:defRPr>
              </a:lvl7pPr>
              <a:lvl8pPr algn="r">
                <a:defRPr sz="619" b="0">
                  <a:solidFill>
                    <a:srgbClr val="000000"/>
                  </a:solidFill>
                  <a:latin typeface="Arial"/>
                  <a:ea typeface="Arial"/>
                  <a:cs typeface="Arial"/>
                </a:defRPr>
              </a:lvl8pPr>
              <a:lvl9pPr algn="r">
                <a:defRPr sz="619" b="0">
                  <a:solidFill>
                    <a:srgbClr val="000000"/>
                  </a:solidFill>
                  <a:latin typeface="Arial"/>
                  <a:ea typeface="Arial"/>
                  <a:cs typeface="Arial"/>
                </a:defRPr>
              </a:lvl9pPr>
            </a:lstStyle>
            <a:p>
              <a:pPr algn="r">
                <a:defRPr sz="619" b="0">
                  <a:solidFill>
                    <a:srgbClr val="000000"/>
                  </a:solidFill>
                  <a:latin typeface="Arial"/>
                  <a:ea typeface="Arial"/>
                  <a:cs typeface="Arial"/>
                </a:defRPr>
              </a:pPr>
              <a:r>
                <a:rPr sz="619" b="0">
                  <a:solidFill>
                    <a:srgbClr val="000000"/>
                  </a:solidFill>
                  <a:latin typeface="Arial"/>
                  <a:ea typeface="Arial"/>
                  <a:cs typeface="Arial"/>
                </a:rPr>
                <a:t>0.5</a:t>
              </a:r>
            </a:p>
          </p:txBody>
        </p:sp>
        <p:sp>
          <p:nvSpPr>
            <p:cNvPr id="154" name="line_153">
              <a:extLst>
                <a:ext uri="{FF2B5EF4-FFF2-40B4-BE49-F238E27FC236}">
                  <ns2:creationId id="{186FBD19-11C9-4A9F-988F-4FC3BF2BCA42}"/>
                </a:ext>
              </a:extLst>
            </p:cNvPr>
            <p:cNvSpPr>
              <a:spLocks noGrp="1"/>
            </p:cNvSpPr>
            <p:nvPr/>
          </p:nvSpPr>
          <p:spPr>
            <a:xfrm>
              <a:off x="7343775" y="6619875"/>
              <a:ext cx="38100" cy="95"/>
            </a:xfrm>
            <a:custGeom>
              <a:pathLst>
                <a:path w="38100" h="95">
                  <a:moveTo>
                    <a:pt x="0" y="0"/>
                  </a:moveTo>
                  <a:lnTo>
                    <a:pt x="38100" y="0"/>
                  </a:lnTo>
                </a:path>
              </a:pathLst>
            </a:custGeom>
            <a:noFill/>
            <a:ln w="3933">
              <a:solidFill>
                <a:srgbClr val="000000"/>
              </a:solidFill>
              <a:prstDash val="solid"/>
            </a:ln>
          </p:spPr>
        </p:sp>
        <p:sp>
          <p:nvSpPr>
            <p:cNvPr id="155" name="text_154">
              <a:extLst>
                <a:ext uri="{FF2B5EF4-FFF2-40B4-BE49-F238E27FC236}">
                  <ns2:creationId id="{94AAFAD9-17C9-4301-9CBA-4D579E233B98}"/>
                </a:ext>
              </a:extLst>
            </p:cNvPr>
            <p:cNvSpPr>
              <a:spLocks noGrp="1"/>
            </p:cNvSpPr>
            <p:nvPr/>
          </p:nvSpPr>
          <p:spPr>
            <a:xfrm rot="0">
              <a:off x="7019925" y="6524625"/>
              <a:ext cx="276225" cy="209550"/>
            </a:xfrm>
            <a:prstGeom prst="rect">
              <a:avLst/>
            </a:prstGeom>
            <a:noFill/>
            <a:ln w="0">
              <a:noFill/>
              <a:prstDash val="solid"/>
            </a:ln>
          </p:spPr>
          <p:txBody>
            <a:bodyPr wrap="none" lIns="0" tIns="0" rIns="0" bIns="0" anchor="t">
              <a:noAutofit/>
            </a:bodyPr>
            <a:lstStyle>
              <a:defPPr algn="r">
                <a:defRPr sz="619" b="0">
                  <a:solidFill>
                    <a:srgbClr val="000000"/>
                  </a:solidFill>
                  <a:latin typeface="Arial"/>
                  <a:ea typeface="Arial"/>
                  <a:cs typeface="Arial"/>
                </a:defRPr>
              </a:defPPr>
              <a:lvl1pPr algn="r">
                <a:defRPr sz="619" b="0">
                  <a:solidFill>
                    <a:srgbClr val="000000"/>
                  </a:solidFill>
                  <a:latin typeface="Arial"/>
                  <a:ea typeface="Arial"/>
                  <a:cs typeface="Arial"/>
                </a:defRPr>
              </a:lvl1pPr>
              <a:lvl2pPr algn="r">
                <a:defRPr sz="619" b="0">
                  <a:solidFill>
                    <a:srgbClr val="000000"/>
                  </a:solidFill>
                  <a:latin typeface="Arial"/>
                  <a:ea typeface="Arial"/>
                  <a:cs typeface="Arial"/>
                </a:defRPr>
              </a:lvl2pPr>
              <a:lvl3pPr algn="r">
                <a:defRPr sz="619" b="0">
                  <a:solidFill>
                    <a:srgbClr val="000000"/>
                  </a:solidFill>
                  <a:latin typeface="Arial"/>
                  <a:ea typeface="Arial"/>
                  <a:cs typeface="Arial"/>
                </a:defRPr>
              </a:lvl3pPr>
              <a:lvl4pPr algn="r">
                <a:defRPr sz="619" b="0">
                  <a:solidFill>
                    <a:srgbClr val="000000"/>
                  </a:solidFill>
                  <a:latin typeface="Arial"/>
                  <a:ea typeface="Arial"/>
                  <a:cs typeface="Arial"/>
                </a:defRPr>
              </a:lvl4pPr>
              <a:lvl5pPr algn="r">
                <a:defRPr sz="619" b="0">
                  <a:solidFill>
                    <a:srgbClr val="000000"/>
                  </a:solidFill>
                  <a:latin typeface="Arial"/>
                  <a:ea typeface="Arial"/>
                  <a:cs typeface="Arial"/>
                </a:defRPr>
              </a:lvl5pPr>
              <a:lvl6pPr algn="r">
                <a:defRPr sz="619" b="0">
                  <a:solidFill>
                    <a:srgbClr val="000000"/>
                  </a:solidFill>
                  <a:latin typeface="Arial"/>
                  <a:ea typeface="Arial"/>
                  <a:cs typeface="Arial"/>
                </a:defRPr>
              </a:lvl6pPr>
              <a:lvl7pPr algn="r">
                <a:defRPr sz="619" b="0">
                  <a:solidFill>
                    <a:srgbClr val="000000"/>
                  </a:solidFill>
                  <a:latin typeface="Arial"/>
                  <a:ea typeface="Arial"/>
                  <a:cs typeface="Arial"/>
                </a:defRPr>
              </a:lvl7pPr>
              <a:lvl8pPr algn="r">
                <a:defRPr sz="619" b="0">
                  <a:solidFill>
                    <a:srgbClr val="000000"/>
                  </a:solidFill>
                  <a:latin typeface="Arial"/>
                  <a:ea typeface="Arial"/>
                  <a:cs typeface="Arial"/>
                </a:defRPr>
              </a:lvl8pPr>
              <a:lvl9pPr algn="r">
                <a:defRPr sz="619" b="0">
                  <a:solidFill>
                    <a:srgbClr val="000000"/>
                  </a:solidFill>
                  <a:latin typeface="Arial"/>
                  <a:ea typeface="Arial"/>
                  <a:cs typeface="Arial"/>
                </a:defRPr>
              </a:lvl9pPr>
            </a:lstStyle>
            <a:p>
              <a:pPr algn="r">
                <a:defRPr sz="619" b="0">
                  <a:solidFill>
                    <a:srgbClr val="000000"/>
                  </a:solidFill>
                  <a:latin typeface="Arial"/>
                  <a:ea typeface="Arial"/>
                  <a:cs typeface="Arial"/>
                </a:defRPr>
              </a:pPr>
              <a:r>
                <a:rPr sz="619" b="0">
                  <a:solidFill>
                    <a:srgbClr val="000000"/>
                  </a:solidFill>
                  <a:latin typeface="Arial"/>
                  <a:ea typeface="Arial"/>
                  <a:cs typeface="Arial"/>
                </a:rPr>
                <a:t>1</a:t>
              </a:r>
            </a:p>
          </p:txBody>
        </p:sp>
        <p:sp>
          <p:nvSpPr>
            <p:cNvPr id="156" name="line_155">
              <a:extLst>
                <a:ext uri="{FF2B5EF4-FFF2-40B4-BE49-F238E27FC236}">
                  <ns2:creationId id="{A438E0A6-39E3-4DDA-830D-4CF33783379D}"/>
                </a:ext>
              </a:extLst>
            </p:cNvPr>
            <p:cNvSpPr>
              <a:spLocks noGrp="1"/>
            </p:cNvSpPr>
            <p:nvPr/>
          </p:nvSpPr>
          <p:spPr>
            <a:xfrm>
              <a:off x="7645977" y="7581900"/>
              <a:ext cx="95" cy="38100"/>
            </a:xfrm>
            <a:custGeom>
              <a:pathLst>
                <a:path w="95" h="38100">
                  <a:moveTo>
                    <a:pt x="0" y="0"/>
                  </a:moveTo>
                  <a:lnTo>
                    <a:pt x="0" y="38100"/>
                  </a:lnTo>
                </a:path>
              </a:pathLst>
            </a:custGeom>
            <a:noFill/>
            <a:ln w="3933">
              <a:solidFill>
                <a:srgbClr val="000000"/>
              </a:solidFill>
              <a:prstDash val="solid"/>
            </a:ln>
          </p:spPr>
        </p:sp>
        <p:sp>
          <p:nvSpPr>
            <p:cNvPr id="157" name="text_156">
              <a:extLst>
                <a:ext uri="{FF2B5EF4-FFF2-40B4-BE49-F238E27FC236}">
                  <ns2:creationId id="{6B137E01-6354-4E64-964A-CD534C33BF5D}"/>
                </a:ext>
              </a:extLst>
            </p:cNvPr>
            <p:cNvSpPr>
              <a:spLocks noGrp="1"/>
            </p:cNvSpPr>
            <p:nvPr/>
          </p:nvSpPr>
          <p:spPr>
            <a:xfrm rot="0">
              <a:off x="7245927" y="7648575"/>
              <a:ext cx="800100" cy="228600"/>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07-10</a:t>
              </a:r>
            </a:p>
          </p:txBody>
        </p:sp>
        <p:sp>
          <p:nvSpPr>
            <p:cNvPr id="158" name="line_157">
              <a:extLst>
                <a:ext uri="{FF2B5EF4-FFF2-40B4-BE49-F238E27FC236}">
                  <ns2:creationId id="{2248C4AE-7553-4F16-A37C-4EADA4B21CE6}"/>
                </a:ext>
              </a:extLst>
            </p:cNvPr>
            <p:cNvSpPr>
              <a:spLocks noGrp="1"/>
            </p:cNvSpPr>
            <p:nvPr/>
          </p:nvSpPr>
          <p:spPr>
            <a:xfrm>
              <a:off x="8702386" y="7581900"/>
              <a:ext cx="95" cy="38100"/>
            </a:xfrm>
            <a:custGeom>
              <a:pathLst>
                <a:path w="95" h="38100">
                  <a:moveTo>
                    <a:pt x="0" y="0"/>
                  </a:moveTo>
                  <a:lnTo>
                    <a:pt x="0" y="38100"/>
                  </a:lnTo>
                </a:path>
              </a:pathLst>
            </a:custGeom>
            <a:noFill/>
            <a:ln w="3933">
              <a:solidFill>
                <a:srgbClr val="000000"/>
              </a:solidFill>
              <a:prstDash val="solid"/>
            </a:ln>
          </p:spPr>
        </p:sp>
        <p:sp>
          <p:nvSpPr>
            <p:cNvPr id="159" name="text_158">
              <a:extLst>
                <a:ext uri="{FF2B5EF4-FFF2-40B4-BE49-F238E27FC236}">
                  <ns2:creationId id="{58469F42-5B5F-4ABD-A7F3-8676793A8388}"/>
                </a:ext>
              </a:extLst>
            </p:cNvPr>
            <p:cNvSpPr>
              <a:spLocks noGrp="1"/>
            </p:cNvSpPr>
            <p:nvPr/>
          </p:nvSpPr>
          <p:spPr>
            <a:xfrm rot="0">
              <a:off x="8302336" y="7648575"/>
              <a:ext cx="800100" cy="228600"/>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07-12</a:t>
              </a:r>
            </a:p>
          </p:txBody>
        </p:sp>
        <p:sp>
          <p:nvSpPr>
            <p:cNvPr id="160" name="line_159">
              <a:extLst>
                <a:ext uri="{FF2B5EF4-FFF2-40B4-BE49-F238E27FC236}">
                  <ns2:creationId id="{B82C96CF-8CA6-4990-89D4-0AFE70749C93}"/>
                </a:ext>
              </a:extLst>
            </p:cNvPr>
            <p:cNvSpPr>
              <a:spLocks noGrp="1"/>
            </p:cNvSpPr>
            <p:nvPr/>
          </p:nvSpPr>
          <p:spPr>
            <a:xfrm>
              <a:off x="9758795" y="7581900"/>
              <a:ext cx="95" cy="38100"/>
            </a:xfrm>
            <a:custGeom>
              <a:pathLst>
                <a:path w="95" h="38100">
                  <a:moveTo>
                    <a:pt x="0" y="0"/>
                  </a:moveTo>
                  <a:lnTo>
                    <a:pt x="0" y="38100"/>
                  </a:lnTo>
                </a:path>
              </a:pathLst>
            </a:custGeom>
            <a:noFill/>
            <a:ln w="3933">
              <a:solidFill>
                <a:srgbClr val="000000"/>
              </a:solidFill>
              <a:prstDash val="solid"/>
            </a:ln>
          </p:spPr>
        </p:sp>
        <p:sp>
          <p:nvSpPr>
            <p:cNvPr id="161" name="text_160">
              <a:extLst>
                <a:ext uri="{FF2B5EF4-FFF2-40B4-BE49-F238E27FC236}">
                  <ns2:creationId id="{D4541297-ACB8-4862-9C62-DB7C1203682D}"/>
                </a:ext>
              </a:extLst>
            </p:cNvPr>
            <p:cNvSpPr>
              <a:spLocks noGrp="1"/>
            </p:cNvSpPr>
            <p:nvPr/>
          </p:nvSpPr>
          <p:spPr>
            <a:xfrm rot="0">
              <a:off x="9358745" y="7648575"/>
              <a:ext cx="800100" cy="228600"/>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07-14</a:t>
              </a:r>
            </a:p>
          </p:txBody>
        </p:sp>
        <p:sp>
          <p:nvSpPr>
            <p:cNvPr id="162" name="line_161">
              <a:extLst>
                <a:ext uri="{FF2B5EF4-FFF2-40B4-BE49-F238E27FC236}">
                  <ns2:creationId id="{EEB72001-7A50-4D57-A767-0AB276D477C5}"/>
                </a:ext>
              </a:extLst>
            </p:cNvPr>
            <p:cNvSpPr>
              <a:spLocks noGrp="1"/>
            </p:cNvSpPr>
            <p:nvPr/>
          </p:nvSpPr>
          <p:spPr>
            <a:xfrm>
              <a:off x="10815205" y="7581900"/>
              <a:ext cx="95" cy="38100"/>
            </a:xfrm>
            <a:custGeom>
              <a:pathLst>
                <a:path w="95" h="38100">
                  <a:moveTo>
                    <a:pt x="0" y="0"/>
                  </a:moveTo>
                  <a:lnTo>
                    <a:pt x="0" y="38100"/>
                  </a:lnTo>
                </a:path>
              </a:pathLst>
            </a:custGeom>
            <a:noFill/>
            <a:ln w="3933">
              <a:solidFill>
                <a:srgbClr val="000000"/>
              </a:solidFill>
              <a:prstDash val="solid"/>
            </a:ln>
          </p:spPr>
        </p:sp>
        <p:sp>
          <p:nvSpPr>
            <p:cNvPr id="163" name="text_162">
              <a:extLst>
                <a:ext uri="{FF2B5EF4-FFF2-40B4-BE49-F238E27FC236}">
                  <ns2:creationId id="{3625E43A-C3E2-41DC-9C38-3D439B3F5E27}"/>
                </a:ext>
              </a:extLst>
            </p:cNvPr>
            <p:cNvSpPr>
              <a:spLocks noGrp="1"/>
            </p:cNvSpPr>
            <p:nvPr/>
          </p:nvSpPr>
          <p:spPr>
            <a:xfrm rot="0">
              <a:off x="10415155" y="7648575"/>
              <a:ext cx="800100" cy="228600"/>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07-16</a:t>
              </a:r>
            </a:p>
          </p:txBody>
        </p:sp>
        <p:sp>
          <p:nvSpPr>
            <p:cNvPr id="164" name="line_163">
              <a:extLst>
                <a:ext uri="{FF2B5EF4-FFF2-40B4-BE49-F238E27FC236}">
                  <ns2:creationId id="{39E33497-D6A3-4BDA-9569-D85705F0617D}"/>
                </a:ext>
              </a:extLst>
            </p:cNvPr>
            <p:cNvSpPr>
              <a:spLocks noGrp="1"/>
            </p:cNvSpPr>
            <p:nvPr/>
          </p:nvSpPr>
          <p:spPr>
            <a:xfrm>
              <a:off x="11871614" y="7581900"/>
              <a:ext cx="95" cy="38100"/>
            </a:xfrm>
            <a:custGeom>
              <a:pathLst>
                <a:path w="95" h="38100">
                  <a:moveTo>
                    <a:pt x="0" y="0"/>
                  </a:moveTo>
                  <a:lnTo>
                    <a:pt x="0" y="38100"/>
                  </a:lnTo>
                </a:path>
              </a:pathLst>
            </a:custGeom>
            <a:noFill/>
            <a:ln w="3933">
              <a:solidFill>
                <a:srgbClr val="000000"/>
              </a:solidFill>
              <a:prstDash val="solid"/>
            </a:ln>
          </p:spPr>
        </p:sp>
        <p:sp>
          <p:nvSpPr>
            <p:cNvPr id="165" name="text_164">
              <a:extLst>
                <a:ext uri="{FF2B5EF4-FFF2-40B4-BE49-F238E27FC236}">
                  <ns2:creationId id="{1BB88141-FBFD-43A0-8D6A-8B1E14CE1D98}"/>
                </a:ext>
              </a:extLst>
            </p:cNvPr>
            <p:cNvSpPr>
              <a:spLocks noGrp="1"/>
            </p:cNvSpPr>
            <p:nvPr/>
          </p:nvSpPr>
          <p:spPr>
            <a:xfrm rot="0">
              <a:off x="11471564" y="7648575"/>
              <a:ext cx="800100" cy="228600"/>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07-18</a:t>
              </a:r>
            </a:p>
          </p:txBody>
        </p:sp>
        <p:sp>
          <p:nvSpPr>
            <p:cNvPr id="166" name="line_165">
              <a:extLst>
                <a:ext uri="{FF2B5EF4-FFF2-40B4-BE49-F238E27FC236}">
                  <ns2:creationId id="{38144E1F-A3F5-4F69-9202-FD3D63B93304}"/>
                </a:ext>
              </a:extLst>
            </p:cNvPr>
            <p:cNvSpPr>
              <a:spLocks noGrp="1"/>
            </p:cNvSpPr>
            <p:nvPr/>
          </p:nvSpPr>
          <p:spPr>
            <a:xfrm>
              <a:off x="12928023" y="7581900"/>
              <a:ext cx="95" cy="38100"/>
            </a:xfrm>
            <a:custGeom>
              <a:pathLst>
                <a:path w="95" h="38100">
                  <a:moveTo>
                    <a:pt x="0" y="0"/>
                  </a:moveTo>
                  <a:lnTo>
                    <a:pt x="0" y="38100"/>
                  </a:lnTo>
                </a:path>
              </a:pathLst>
            </a:custGeom>
            <a:noFill/>
            <a:ln w="3933">
              <a:solidFill>
                <a:srgbClr val="000000"/>
              </a:solidFill>
              <a:prstDash val="solid"/>
            </a:ln>
          </p:spPr>
        </p:sp>
        <p:sp>
          <p:nvSpPr>
            <p:cNvPr id="167" name="text_166">
              <a:extLst>
                <a:ext uri="{FF2B5EF4-FFF2-40B4-BE49-F238E27FC236}">
                  <ns2:creationId id="{CD663FE1-08EA-48D1-A753-3B246CF9527B}"/>
                </a:ext>
              </a:extLst>
            </p:cNvPr>
            <p:cNvSpPr>
              <a:spLocks noGrp="1"/>
            </p:cNvSpPr>
            <p:nvPr/>
          </p:nvSpPr>
          <p:spPr>
            <a:xfrm rot="0">
              <a:off x="12527973" y="7648575"/>
              <a:ext cx="800100" cy="228600"/>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07-20</a:t>
              </a:r>
            </a:p>
          </p:txBody>
        </p:sp>
        <p:sp>
          <p:nvSpPr>
            <p:cNvPr id="168" name="rect_167">
              <a:extLst>
                <a:ext uri="{FF2B5EF4-FFF2-40B4-BE49-F238E27FC236}">
                  <ns2:creationId id="{04ABEB31-BDF5-4C2C-83C6-8BAD70312710}"/>
                </a:ext>
              </a:extLst>
            </p:cNvPr>
            <p:cNvSpPr>
              <a:spLocks noGrp="1"/>
            </p:cNvSpPr>
            <p:nvPr/>
          </p:nvSpPr>
          <p:spPr>
            <a:xfrm rot="0">
              <a:off x="7381875" y="6619875"/>
              <a:ext cx="5810250" cy="962025"/>
            </a:xfrm>
            <a:prstGeom prst="rect">
              <a:avLst/>
            </a:prstGeom>
            <a:noFill/>
            <a:ln w="3195">
              <a:solidFill>
                <a:srgbClr val="6A7278"/>
              </a:solidFill>
              <a:prstDash val="solid"/>
            </a:ln>
          </p:spPr>
        </p:sp>
        <p:sp>
          <p:nvSpPr>
            <p:cNvPr id="169" name="text_168">
              <a:extLst>
                <a:ext uri="{FF2B5EF4-FFF2-40B4-BE49-F238E27FC236}">
                  <ns2:creationId id="{36E05C8A-A5EE-4E5A-BF23-752AC311E635}"/>
                </a:ext>
              </a:extLst>
            </p:cNvPr>
            <p:cNvSpPr>
              <a:spLocks noGrp="1"/>
            </p:cNvSpPr>
            <p:nvPr/>
          </p:nvSpPr>
          <p:spPr>
            <a:xfrm rot="0">
              <a:off x="7381875" y="6343650"/>
              <a:ext cx="5810250" cy="238125"/>
            </a:xfrm>
            <a:prstGeom prst="rect">
              <a:avLst/>
            </a:prstGeom>
            <a:noFill/>
            <a:ln w="0">
              <a:noFill/>
              <a:prstDash val="solid"/>
            </a:ln>
          </p:spPr>
          <p:txBody>
            <a:bodyPr wrap="none" lIns="0" tIns="0" rIns="0" bIns="0" anchor="t">
              <a:noAutofit/>
            </a:bodyPr>
            <a:lstStyle>
              <a:defPPr algn="l">
                <a:defRPr sz="774" b="1">
                  <a:solidFill>
                    <a:srgbClr val="000000"/>
                  </a:solidFill>
                  <a:latin typeface="Arial"/>
                  <a:ea typeface="Arial"/>
                  <a:cs typeface="Arial"/>
                </a:defRPr>
              </a:defPPr>
              <a:lvl1pPr algn="l">
                <a:defRPr sz="774" b="1">
                  <a:solidFill>
                    <a:srgbClr val="000000"/>
                  </a:solidFill>
                  <a:latin typeface="Arial"/>
                  <a:ea typeface="Arial"/>
                  <a:cs typeface="Arial"/>
                </a:defRPr>
              </a:lvl1pPr>
              <a:lvl2pPr algn="l">
                <a:defRPr sz="774" b="1">
                  <a:solidFill>
                    <a:srgbClr val="000000"/>
                  </a:solidFill>
                  <a:latin typeface="Arial"/>
                  <a:ea typeface="Arial"/>
                  <a:cs typeface="Arial"/>
                </a:defRPr>
              </a:lvl2pPr>
              <a:lvl3pPr algn="l">
                <a:defRPr sz="774" b="1">
                  <a:solidFill>
                    <a:srgbClr val="000000"/>
                  </a:solidFill>
                  <a:latin typeface="Arial"/>
                  <a:ea typeface="Arial"/>
                  <a:cs typeface="Arial"/>
                </a:defRPr>
              </a:lvl3pPr>
              <a:lvl4pPr algn="l">
                <a:defRPr sz="774" b="1">
                  <a:solidFill>
                    <a:srgbClr val="000000"/>
                  </a:solidFill>
                  <a:latin typeface="Arial"/>
                  <a:ea typeface="Arial"/>
                  <a:cs typeface="Arial"/>
                </a:defRPr>
              </a:lvl4pPr>
              <a:lvl5pPr algn="l">
                <a:defRPr sz="774" b="1">
                  <a:solidFill>
                    <a:srgbClr val="000000"/>
                  </a:solidFill>
                  <a:latin typeface="Arial"/>
                  <a:ea typeface="Arial"/>
                  <a:cs typeface="Arial"/>
                </a:defRPr>
              </a:lvl5pPr>
              <a:lvl6pPr algn="l">
                <a:defRPr sz="774" b="1">
                  <a:solidFill>
                    <a:srgbClr val="000000"/>
                  </a:solidFill>
                  <a:latin typeface="Arial"/>
                  <a:ea typeface="Arial"/>
                  <a:cs typeface="Arial"/>
                </a:defRPr>
              </a:lvl6pPr>
              <a:lvl7pPr algn="l">
                <a:defRPr sz="774" b="1">
                  <a:solidFill>
                    <a:srgbClr val="000000"/>
                  </a:solidFill>
                  <a:latin typeface="Arial"/>
                  <a:ea typeface="Arial"/>
                  <a:cs typeface="Arial"/>
                </a:defRPr>
              </a:lvl7pPr>
              <a:lvl8pPr algn="l">
                <a:defRPr sz="774" b="1">
                  <a:solidFill>
                    <a:srgbClr val="000000"/>
                  </a:solidFill>
                  <a:latin typeface="Arial"/>
                  <a:ea typeface="Arial"/>
                  <a:cs typeface="Arial"/>
                </a:defRPr>
              </a:lvl8pPr>
              <a:lvl9pPr algn="l">
                <a:defRPr sz="774" b="1">
                  <a:solidFill>
                    <a:srgbClr val="000000"/>
                  </a:solidFill>
                  <a:latin typeface="Arial"/>
                  <a:ea typeface="Arial"/>
                  <a:cs typeface="Arial"/>
                </a:defRPr>
              </a:lvl9pPr>
            </a:lstStyle>
            <a:p>
              <a:pPr algn="l">
                <a:defRPr sz="774" b="1">
                  <a:solidFill>
                    <a:srgbClr val="000000"/>
                  </a:solidFill>
                  <a:latin typeface="Arial"/>
                  <a:ea typeface="Arial"/>
                  <a:cs typeface="Arial"/>
                </a:defRPr>
              </a:pPr>
              <a:r>
                <a:rPr sz="774" b="1">
                  <a:solidFill>
                    <a:srgbClr val="000000"/>
                  </a:solidFill>
                  <a:latin typeface="Arial"/>
                  <a:ea typeface="Arial"/>
                  <a:cs typeface="Arial"/>
                </a:rPr>
                <a:t>RG-MTM-P (source hierarchy)</a:t>
              </a:r>
            </a:p>
          </p:txBody>
        </p:sp>
        <p:sp>
          <p:nvSpPr>
            <p:cNvPr id="170" name="path_169">
              <a:extLst>
                <a:ext uri="{FF2B5EF4-FFF2-40B4-BE49-F238E27FC236}">
                  <ns2:creationId id="{CB137838-39E0-414C-BE24-C03257DCBB2D}"/>
                </a:ext>
              </a:extLst>
            </p:cNvPr>
            <p:cNvSpPr>
              <a:spLocks noGrp="1"/>
            </p:cNvSpPr>
            <p:nvPr/>
          </p:nvSpPr>
          <p:spPr>
            <a:xfrm>
              <a:off x="9758795" y="7469800"/>
              <a:ext cx="1056409" cy="35668"/>
            </a:xfrm>
            <a:custGeom>
              <a:pathLst>
                <a:path w="1056409" h="35668">
                  <a:moveTo>
                    <a:pt x="0" y="28195"/>
                  </a:moveTo>
                  <a:lnTo>
                    <a:pt x="528205" y="35668"/>
                  </a:lnTo>
                  <a:lnTo>
                    <a:pt x="1056409" y="0"/>
                  </a:lnTo>
                </a:path>
              </a:pathLst>
            </a:custGeom>
            <a:noFill/>
            <a:ln w="16961">
              <a:solidFill>
                <a:srgbClr val="FFFFFF"/>
              </a:solidFill>
              <a:prstDash val="dash"/>
            </a:ln>
          </p:spPr>
        </p:sp>
        <p:sp>
          <p:nvSpPr>
            <p:cNvPr id="171" name="path_170">
              <a:extLst>
                <a:ext uri="{FF2B5EF4-FFF2-40B4-BE49-F238E27FC236}">
                  <ns2:creationId id="{9EC3DC8A-292D-4B48-A1D3-F0DA44730389}"/>
                </a:ext>
              </a:extLst>
            </p:cNvPr>
            <p:cNvSpPr>
              <a:spLocks noGrp="1"/>
            </p:cNvSpPr>
            <p:nvPr/>
          </p:nvSpPr>
          <p:spPr>
            <a:xfrm>
              <a:off x="9758795" y="7469800"/>
              <a:ext cx="1056409" cy="35668"/>
            </a:xfrm>
            <a:custGeom>
              <a:pathLst>
                <a:path w="1056409" h="35668">
                  <a:moveTo>
                    <a:pt x="0" y="28195"/>
                  </a:moveTo>
                  <a:lnTo>
                    <a:pt x="528205" y="35668"/>
                  </a:lnTo>
                  <a:lnTo>
                    <a:pt x="1056409" y="0"/>
                  </a:lnTo>
                </a:path>
              </a:pathLst>
            </a:custGeom>
            <a:noFill/>
            <a:ln w="7128">
              <a:solidFill>
                <a:srgbClr val="0072B2"/>
              </a:solidFill>
              <a:prstDash val="dash"/>
            </a:ln>
          </p:spPr>
        </p:sp>
        <p:sp>
          <p:nvSpPr>
            <p:cNvPr id="172" name="path_171">
              <a:extLst>
                <a:ext uri="{FF2B5EF4-FFF2-40B4-BE49-F238E27FC236}">
                  <ns2:creationId id="{ED9A060B-43C0-4BF0-9CDC-BAC8A79E37A4}"/>
                </a:ext>
              </a:extLst>
            </p:cNvPr>
            <p:cNvSpPr>
              <a:spLocks noGrp="1"/>
            </p:cNvSpPr>
            <p:nvPr/>
          </p:nvSpPr>
          <p:spPr>
            <a:xfrm>
              <a:off x="9758795" y="7295759"/>
              <a:ext cx="1056409" cy="218012"/>
            </a:xfrm>
            <a:custGeom>
              <a:pathLst>
                <a:path w="1056409" h="218012">
                  <a:moveTo>
                    <a:pt x="0" y="218012"/>
                  </a:moveTo>
                  <a:lnTo>
                    <a:pt x="528205" y="14800"/>
                  </a:lnTo>
                  <a:lnTo>
                    <a:pt x="1056409" y="0"/>
                  </a:lnTo>
                </a:path>
              </a:pathLst>
            </a:custGeom>
            <a:noFill/>
            <a:ln w="21631">
              <a:solidFill>
                <a:srgbClr val="FFFFFF"/>
              </a:solidFill>
              <a:prstDash val="solid"/>
            </a:ln>
          </p:spPr>
        </p:sp>
        <p:sp>
          <p:nvSpPr>
            <p:cNvPr id="173" name="path_172">
              <a:extLst>
                <a:ext uri="{FF2B5EF4-FFF2-40B4-BE49-F238E27FC236}">
                  <ns2:creationId id="{E48C8913-05C1-45A6-B3D9-5F585DA336C2}"/>
                </a:ext>
              </a:extLst>
            </p:cNvPr>
            <p:cNvSpPr>
              <a:spLocks noGrp="1"/>
            </p:cNvSpPr>
            <p:nvPr/>
          </p:nvSpPr>
          <p:spPr>
            <a:xfrm>
              <a:off x="9758795" y="7295759"/>
              <a:ext cx="1056409" cy="218012"/>
            </a:xfrm>
            <a:custGeom>
              <a:pathLst>
                <a:path w="1056409" h="218012">
                  <a:moveTo>
                    <a:pt x="0" y="218012"/>
                  </a:moveTo>
                  <a:lnTo>
                    <a:pt x="528205" y="14800"/>
                  </a:lnTo>
                  <a:lnTo>
                    <a:pt x="1056409" y="0"/>
                  </a:lnTo>
                </a:path>
              </a:pathLst>
            </a:custGeom>
            <a:noFill/>
            <a:ln w="11799">
              <a:solidFill>
                <a:srgbClr val="0072B2"/>
              </a:solidFill>
              <a:prstDash val="solid"/>
            </a:ln>
          </p:spPr>
        </p:sp>
        <p:sp>
          <p:nvSpPr>
            <p:cNvPr id="174" name="ellipse_173">
              <a:extLst>
                <a:ext uri="{FF2B5EF4-FFF2-40B4-BE49-F238E27FC236}">
                  <ns2:creationId id="{329E48CF-678C-4391-A08C-3CE52DC2FC30}"/>
                </a:ext>
              </a:extLst>
            </p:cNvPr>
            <p:cNvSpPr>
              <a:spLocks noGrp="1"/>
            </p:cNvSpPr>
            <p:nvPr/>
          </p:nvSpPr>
          <p:spPr>
            <a:xfrm rot="0">
              <a:off x="9727363" y="7482339"/>
              <a:ext cx="62865" cy="62865"/>
            </a:xfrm>
            <a:prstGeom prst="ellipse">
              <a:avLst/>
            </a:prstGeom>
            <a:solidFill>
              <a:srgbClr val="FFFFFF"/>
            </a:solidFill>
            <a:ln w="8849">
              <a:solidFill>
                <a:srgbClr val="0072B2"/>
              </a:solidFill>
              <a:prstDash val="solid"/>
            </a:ln>
          </p:spPr>
        </p:sp>
        <p:sp>
          <p:nvSpPr>
            <p:cNvPr id="175" name="ellipse_174">
              <a:extLst>
                <a:ext uri="{FF2B5EF4-FFF2-40B4-BE49-F238E27FC236}">
                  <ns2:creationId id="{F2C6E2E9-D2F5-44C0-8917-349BCC7628B9}"/>
                </a:ext>
              </a:extLst>
            </p:cNvPr>
            <p:cNvSpPr>
              <a:spLocks noGrp="1"/>
            </p:cNvSpPr>
            <p:nvPr/>
          </p:nvSpPr>
          <p:spPr>
            <a:xfrm rot="0">
              <a:off x="10255568" y="7279127"/>
              <a:ext cx="62865" cy="62865"/>
            </a:xfrm>
            <a:prstGeom prst="ellipse">
              <a:avLst/>
            </a:prstGeom>
            <a:solidFill>
              <a:srgbClr val="FFFFFF"/>
            </a:solidFill>
            <a:ln w="8849">
              <a:solidFill>
                <a:srgbClr val="0072B2"/>
              </a:solidFill>
              <a:prstDash val="solid"/>
            </a:ln>
          </p:spPr>
        </p:sp>
        <p:sp>
          <p:nvSpPr>
            <p:cNvPr id="176" name="ellipse_175">
              <a:extLst>
                <a:ext uri="{FF2B5EF4-FFF2-40B4-BE49-F238E27FC236}">
                  <ns2:creationId id="{EFEB1332-AB50-45FC-9C88-3B8BCE21B31E}"/>
                </a:ext>
              </a:extLst>
            </p:cNvPr>
            <p:cNvSpPr>
              <a:spLocks noGrp="1"/>
            </p:cNvSpPr>
            <p:nvPr/>
          </p:nvSpPr>
          <p:spPr>
            <a:xfrm rot="0">
              <a:off x="10783772" y="7264327"/>
              <a:ext cx="62865" cy="62865"/>
            </a:xfrm>
            <a:prstGeom prst="ellipse">
              <a:avLst/>
            </a:prstGeom>
            <a:solidFill>
              <a:srgbClr val="FFFFFF"/>
            </a:solidFill>
            <a:ln w="8849">
              <a:solidFill>
                <a:srgbClr val="0072B2"/>
              </a:solidFill>
              <a:prstDash val="solid"/>
            </a:ln>
          </p:spPr>
        </p:sp>
        <p:sp>
          <p:nvSpPr>
            <p:cNvPr id="177" name="text_176">
              <a:extLst>
                <a:ext uri="{FF2B5EF4-FFF2-40B4-BE49-F238E27FC236}">
                  <ns2:creationId id="{15BC65FC-8137-41CC-BD4C-503AC2994371}"/>
                </a:ext>
              </a:extLst>
            </p:cNvPr>
            <p:cNvSpPr>
              <a:spLocks noGrp="1"/>
            </p:cNvSpPr>
            <p:nvPr/>
          </p:nvSpPr>
          <p:spPr>
            <a:xfrm rot="0">
              <a:off x="9530195" y="7256596"/>
              <a:ext cx="238125" cy="247650"/>
            </a:xfrm>
            <a:prstGeom prst="rect">
              <a:avLst/>
            </a:prstGeom>
            <a:noFill/>
            <a:ln w="0">
              <a:noFill/>
              <a:prstDash val="solid"/>
            </a:ln>
          </p:spPr>
          <p:txBody>
            <a:bodyPr wrap="none" lIns="0" tIns="0" rIns="0" bIns="0" anchor="t">
              <a:noAutofit/>
            </a:bodyPr>
            <a:lstStyle>
              <a:defPPr algn="l">
                <a:defRPr sz="735" b="1">
                  <a:solidFill>
                    <a:srgbClr val="0072B2"/>
                  </a:solidFill>
                  <a:latin typeface="Arial"/>
                  <a:ea typeface="Arial"/>
                  <a:cs typeface="Arial"/>
                </a:defRPr>
              </a:defPPr>
              <a:lvl1pPr algn="l">
                <a:defRPr sz="735" b="1">
                  <a:solidFill>
                    <a:srgbClr val="0072B2"/>
                  </a:solidFill>
                  <a:latin typeface="Arial"/>
                  <a:ea typeface="Arial"/>
                  <a:cs typeface="Arial"/>
                </a:defRPr>
              </a:lvl1pPr>
              <a:lvl2pPr algn="l">
                <a:defRPr sz="735" b="1">
                  <a:solidFill>
                    <a:srgbClr val="0072B2"/>
                  </a:solidFill>
                  <a:latin typeface="Arial"/>
                  <a:ea typeface="Arial"/>
                  <a:cs typeface="Arial"/>
                </a:defRPr>
              </a:lvl2pPr>
              <a:lvl3pPr algn="l">
                <a:defRPr sz="735" b="1">
                  <a:solidFill>
                    <a:srgbClr val="0072B2"/>
                  </a:solidFill>
                  <a:latin typeface="Arial"/>
                  <a:ea typeface="Arial"/>
                  <a:cs typeface="Arial"/>
                </a:defRPr>
              </a:lvl3pPr>
              <a:lvl4pPr algn="l">
                <a:defRPr sz="735" b="1">
                  <a:solidFill>
                    <a:srgbClr val="0072B2"/>
                  </a:solidFill>
                  <a:latin typeface="Arial"/>
                  <a:ea typeface="Arial"/>
                  <a:cs typeface="Arial"/>
                </a:defRPr>
              </a:lvl4pPr>
              <a:lvl5pPr algn="l">
                <a:defRPr sz="735" b="1">
                  <a:solidFill>
                    <a:srgbClr val="0072B2"/>
                  </a:solidFill>
                  <a:latin typeface="Arial"/>
                  <a:ea typeface="Arial"/>
                  <a:cs typeface="Arial"/>
                </a:defRPr>
              </a:lvl5pPr>
              <a:lvl6pPr algn="l">
                <a:defRPr sz="735" b="1">
                  <a:solidFill>
                    <a:srgbClr val="0072B2"/>
                  </a:solidFill>
                  <a:latin typeface="Arial"/>
                  <a:ea typeface="Arial"/>
                  <a:cs typeface="Arial"/>
                </a:defRPr>
              </a:lvl6pPr>
              <a:lvl7pPr algn="l">
                <a:defRPr sz="735" b="1">
                  <a:solidFill>
                    <a:srgbClr val="0072B2"/>
                  </a:solidFill>
                  <a:latin typeface="Arial"/>
                  <a:ea typeface="Arial"/>
                  <a:cs typeface="Arial"/>
                </a:defRPr>
              </a:lvl7pPr>
              <a:lvl8pPr algn="l">
                <a:defRPr sz="735" b="1">
                  <a:solidFill>
                    <a:srgbClr val="0072B2"/>
                  </a:solidFill>
                  <a:latin typeface="Arial"/>
                  <a:ea typeface="Arial"/>
                  <a:cs typeface="Arial"/>
                </a:defRPr>
              </a:lvl8pPr>
              <a:lvl9pPr algn="l">
                <a:defRPr sz="735" b="1">
                  <a:solidFill>
                    <a:srgbClr val="0072B2"/>
                  </a:solidFill>
                  <a:latin typeface="Arial"/>
                  <a:ea typeface="Arial"/>
                  <a:cs typeface="Arial"/>
                </a:defRPr>
              </a:lvl9pPr>
            </a:lstStyle>
            <a:p>
              <a:pPr algn="l">
                <a:defRPr sz="735" b="1">
                  <a:solidFill>
                    <a:srgbClr val="0072B2"/>
                  </a:solidFill>
                  <a:latin typeface="Arial"/>
                  <a:ea typeface="Arial"/>
                  <a:cs typeface="Arial"/>
                </a:defRPr>
              </a:pPr>
              <a:r>
                <a:rPr sz="735" b="1">
                  <a:solidFill>
                    <a:srgbClr val="0072B2"/>
                  </a:solidFill>
                  <a:latin typeface="Arial"/>
                  <a:ea typeface="Arial"/>
                  <a:cs typeface="Arial"/>
                </a:rPr>
                <a:t>A</a:t>
              </a:r>
            </a:p>
          </p:txBody>
        </p:sp>
        <p:sp>
          <p:nvSpPr>
            <p:cNvPr id="178" name="path_177">
              <a:extLst>
                <a:ext uri="{FF2B5EF4-FFF2-40B4-BE49-F238E27FC236}">
                  <ns2:creationId id="{4FC8E5B6-146D-4519-894D-2C9636848DB4}"/>
                </a:ext>
              </a:extLst>
            </p:cNvPr>
            <p:cNvSpPr>
              <a:spLocks noGrp="1"/>
            </p:cNvSpPr>
            <p:nvPr/>
          </p:nvSpPr>
          <p:spPr>
            <a:xfrm>
              <a:off x="7645977" y="6683738"/>
              <a:ext cx="5282045" cy="752090"/>
            </a:xfrm>
            <a:custGeom>
              <a:pathLst>
                <a:path w="5282045" h="752090">
                  <a:moveTo>
                    <a:pt x="0" y="553372"/>
                  </a:moveTo>
                  <a:lnTo>
                    <a:pt x="528205" y="0"/>
                  </a:lnTo>
                  <a:lnTo>
                    <a:pt x="1056409" y="619948"/>
                  </a:lnTo>
                  <a:lnTo>
                    <a:pt x="1584614" y="292823"/>
                  </a:lnTo>
                  <a:lnTo>
                    <a:pt x="2112818" y="292823"/>
                  </a:lnTo>
                  <a:lnTo>
                    <a:pt x="2641023" y="24459"/>
                  </a:lnTo>
                  <a:lnTo>
                    <a:pt x="3169227" y="269045"/>
                  </a:lnTo>
                  <a:lnTo>
                    <a:pt x="3697432" y="750394"/>
                  </a:lnTo>
                  <a:lnTo>
                    <a:pt x="4225636" y="752090"/>
                  </a:lnTo>
                  <a:lnTo>
                    <a:pt x="4753841" y="493238"/>
                  </a:lnTo>
                  <a:lnTo>
                    <a:pt x="5282045" y="473196"/>
                  </a:lnTo>
                </a:path>
              </a:pathLst>
            </a:custGeom>
            <a:noFill/>
            <a:ln w="16961">
              <a:solidFill>
                <a:srgbClr val="FFFFFF"/>
              </a:solidFill>
              <a:prstDash val="dash"/>
            </a:ln>
          </p:spPr>
        </p:sp>
        <p:sp>
          <p:nvSpPr>
            <p:cNvPr id="179" name="path_178">
              <a:extLst>
                <a:ext uri="{FF2B5EF4-FFF2-40B4-BE49-F238E27FC236}">
                  <ns2:creationId id="{3CC1E24A-17C2-4CC6-8C28-8BCEBEB2C3B5}"/>
                </a:ext>
              </a:extLst>
            </p:cNvPr>
            <p:cNvSpPr>
              <a:spLocks noGrp="1"/>
            </p:cNvSpPr>
            <p:nvPr/>
          </p:nvSpPr>
          <p:spPr>
            <a:xfrm>
              <a:off x="7645977" y="6683738"/>
              <a:ext cx="5282045" cy="752090"/>
            </a:xfrm>
            <a:custGeom>
              <a:pathLst>
                <a:path w="5282045" h="752090">
                  <a:moveTo>
                    <a:pt x="0" y="553372"/>
                  </a:moveTo>
                  <a:lnTo>
                    <a:pt x="528205" y="0"/>
                  </a:lnTo>
                  <a:lnTo>
                    <a:pt x="1056409" y="619948"/>
                  </a:lnTo>
                  <a:lnTo>
                    <a:pt x="1584614" y="292823"/>
                  </a:lnTo>
                  <a:lnTo>
                    <a:pt x="2112818" y="292823"/>
                  </a:lnTo>
                  <a:lnTo>
                    <a:pt x="2641023" y="24459"/>
                  </a:lnTo>
                  <a:lnTo>
                    <a:pt x="3169227" y="269045"/>
                  </a:lnTo>
                  <a:lnTo>
                    <a:pt x="3697432" y="750394"/>
                  </a:lnTo>
                  <a:lnTo>
                    <a:pt x="4225636" y="752090"/>
                  </a:lnTo>
                  <a:lnTo>
                    <a:pt x="4753841" y="493238"/>
                  </a:lnTo>
                  <a:lnTo>
                    <a:pt x="5282045" y="473196"/>
                  </a:lnTo>
                </a:path>
              </a:pathLst>
            </a:custGeom>
            <a:noFill/>
            <a:ln w="7128">
              <a:solidFill>
                <a:srgbClr val="D55E00"/>
              </a:solidFill>
              <a:prstDash val="dash"/>
            </a:ln>
          </p:spPr>
        </p:sp>
        <p:sp>
          <p:nvSpPr>
            <p:cNvPr id="180" name="path_179">
              <a:extLst>
                <a:ext uri="{FF2B5EF4-FFF2-40B4-BE49-F238E27FC236}">
                  <ns2:creationId id="{9234E296-CD09-4FAC-9EB7-441AF5AA37DE}"/>
                </a:ext>
              </a:extLst>
            </p:cNvPr>
            <p:cNvSpPr>
              <a:spLocks noGrp="1"/>
            </p:cNvSpPr>
            <p:nvPr/>
          </p:nvSpPr>
          <p:spPr>
            <a:xfrm>
              <a:off x="7645977" y="6740157"/>
              <a:ext cx="5282045" cy="703606"/>
            </a:xfrm>
            <a:custGeom>
              <a:pathLst>
                <a:path w="5282045" h="703606">
                  <a:moveTo>
                    <a:pt x="0" y="496870"/>
                  </a:moveTo>
                  <a:lnTo>
                    <a:pt x="528205" y="0"/>
                  </a:lnTo>
                  <a:lnTo>
                    <a:pt x="1056409" y="571577"/>
                  </a:lnTo>
                  <a:lnTo>
                    <a:pt x="1584614" y="228349"/>
                  </a:lnTo>
                  <a:lnTo>
                    <a:pt x="2112818" y="366251"/>
                  </a:lnTo>
                  <a:lnTo>
                    <a:pt x="2641023" y="24902"/>
                  </a:lnTo>
                  <a:lnTo>
                    <a:pt x="3169227" y="211199"/>
                  </a:lnTo>
                  <a:lnTo>
                    <a:pt x="3697432" y="701961"/>
                  </a:lnTo>
                  <a:lnTo>
                    <a:pt x="4225636" y="703606"/>
                  </a:lnTo>
                  <a:lnTo>
                    <a:pt x="4753841" y="428741"/>
                  </a:lnTo>
                  <a:lnTo>
                    <a:pt x="5282045" y="415820"/>
                  </a:lnTo>
                </a:path>
              </a:pathLst>
            </a:custGeom>
            <a:noFill/>
            <a:ln w="21631">
              <a:solidFill>
                <a:srgbClr val="FFFFFF"/>
              </a:solidFill>
              <a:prstDash val="solid"/>
            </a:ln>
          </p:spPr>
        </p:sp>
        <p:sp>
          <p:nvSpPr>
            <p:cNvPr id="181" name="path_180">
              <a:extLst>
                <a:ext uri="{FF2B5EF4-FFF2-40B4-BE49-F238E27FC236}">
                  <ns2:creationId id="{CF2867C9-E2CE-4893-B340-DF02D9D2EA2C}"/>
                </a:ext>
              </a:extLst>
            </p:cNvPr>
            <p:cNvSpPr>
              <a:spLocks noGrp="1"/>
            </p:cNvSpPr>
            <p:nvPr/>
          </p:nvSpPr>
          <p:spPr>
            <a:xfrm>
              <a:off x="7645977" y="6740157"/>
              <a:ext cx="5282045" cy="703606"/>
            </a:xfrm>
            <a:custGeom>
              <a:pathLst>
                <a:path w="5282045" h="703606">
                  <a:moveTo>
                    <a:pt x="0" y="496870"/>
                  </a:moveTo>
                  <a:lnTo>
                    <a:pt x="528205" y="0"/>
                  </a:lnTo>
                  <a:lnTo>
                    <a:pt x="1056409" y="571577"/>
                  </a:lnTo>
                  <a:lnTo>
                    <a:pt x="1584614" y="228349"/>
                  </a:lnTo>
                  <a:lnTo>
                    <a:pt x="2112818" y="366251"/>
                  </a:lnTo>
                  <a:lnTo>
                    <a:pt x="2641023" y="24902"/>
                  </a:lnTo>
                  <a:lnTo>
                    <a:pt x="3169227" y="211199"/>
                  </a:lnTo>
                  <a:lnTo>
                    <a:pt x="3697432" y="701961"/>
                  </a:lnTo>
                  <a:lnTo>
                    <a:pt x="4225636" y="703606"/>
                  </a:lnTo>
                  <a:lnTo>
                    <a:pt x="4753841" y="428741"/>
                  </a:lnTo>
                  <a:lnTo>
                    <a:pt x="5282045" y="415820"/>
                  </a:lnTo>
                </a:path>
              </a:pathLst>
            </a:custGeom>
            <a:noFill/>
            <a:ln w="11799">
              <a:solidFill>
                <a:srgbClr val="D55E00"/>
              </a:solidFill>
              <a:prstDash val="solid"/>
            </a:ln>
          </p:spPr>
        </p:sp>
        <p:sp>
          <p:nvSpPr>
            <p:cNvPr id="182" name="ellipse_181">
              <a:extLst>
                <a:ext uri="{FF2B5EF4-FFF2-40B4-BE49-F238E27FC236}">
                  <ns2:creationId id="{2E9CFD28-AB1F-4FB4-B57C-22748E973876}"/>
                </a:ext>
              </a:extLst>
            </p:cNvPr>
            <p:cNvSpPr>
              <a:spLocks noGrp="1"/>
            </p:cNvSpPr>
            <p:nvPr/>
          </p:nvSpPr>
          <p:spPr>
            <a:xfrm rot="0">
              <a:off x="9727363" y="7074976"/>
              <a:ext cx="62865" cy="62865"/>
            </a:xfrm>
            <a:prstGeom prst="ellipse">
              <a:avLst/>
            </a:prstGeom>
            <a:solidFill>
              <a:srgbClr val="FFFFFF"/>
            </a:solidFill>
            <a:ln w="8849">
              <a:solidFill>
                <a:srgbClr val="D55E00"/>
              </a:solidFill>
              <a:prstDash val="solid"/>
            </a:ln>
          </p:spPr>
        </p:sp>
        <p:sp>
          <p:nvSpPr>
            <p:cNvPr id="183" name="ellipse_182">
              <a:extLst>
                <a:ext uri="{FF2B5EF4-FFF2-40B4-BE49-F238E27FC236}">
                  <ns2:creationId id="{70FED8E2-E2CD-47BB-8C5F-5EF37EE481E0}"/>
                </a:ext>
              </a:extLst>
            </p:cNvPr>
            <p:cNvSpPr>
              <a:spLocks noGrp="1"/>
            </p:cNvSpPr>
            <p:nvPr/>
          </p:nvSpPr>
          <p:spPr>
            <a:xfrm rot="0">
              <a:off x="10255568" y="6733627"/>
              <a:ext cx="62865" cy="62865"/>
            </a:xfrm>
            <a:prstGeom prst="ellipse">
              <a:avLst/>
            </a:prstGeom>
            <a:solidFill>
              <a:srgbClr val="FFFFFF"/>
            </a:solidFill>
            <a:ln w="8849">
              <a:solidFill>
                <a:srgbClr val="D55E00"/>
              </a:solidFill>
              <a:prstDash val="solid"/>
            </a:ln>
          </p:spPr>
        </p:sp>
        <p:sp>
          <p:nvSpPr>
            <p:cNvPr id="184" name="ellipse_183">
              <a:extLst>
                <a:ext uri="{FF2B5EF4-FFF2-40B4-BE49-F238E27FC236}">
                  <ns2:creationId id="{5872A21E-5872-4681-B676-654083937B0D}"/>
                </a:ext>
              </a:extLst>
            </p:cNvPr>
            <p:cNvSpPr>
              <a:spLocks noGrp="1"/>
            </p:cNvSpPr>
            <p:nvPr/>
          </p:nvSpPr>
          <p:spPr>
            <a:xfrm rot="0">
              <a:off x="10783772" y="6919924"/>
              <a:ext cx="62865" cy="62865"/>
            </a:xfrm>
            <a:prstGeom prst="ellipse">
              <a:avLst/>
            </a:prstGeom>
            <a:solidFill>
              <a:srgbClr val="FFFFFF"/>
            </a:solidFill>
            <a:ln w="8849">
              <a:solidFill>
                <a:srgbClr val="D55E00"/>
              </a:solidFill>
              <a:prstDash val="solid"/>
            </a:ln>
          </p:spPr>
        </p:sp>
        <p:sp>
          <p:nvSpPr>
            <p:cNvPr id="185" name="text_184">
              <a:extLst>
                <a:ext uri="{FF2B5EF4-FFF2-40B4-BE49-F238E27FC236}">
                  <ns2:creationId id="{97485937-7278-4005-832B-4AFB59F81FCB}"/>
                </a:ext>
              </a:extLst>
            </p:cNvPr>
            <p:cNvSpPr>
              <a:spLocks noGrp="1"/>
            </p:cNvSpPr>
            <p:nvPr/>
          </p:nvSpPr>
          <p:spPr>
            <a:xfrm rot="0">
              <a:off x="9854045" y="7058783"/>
              <a:ext cx="238125" cy="247650"/>
            </a:xfrm>
            <a:prstGeom prst="rect">
              <a:avLst/>
            </a:prstGeom>
            <a:noFill/>
            <a:ln w="0">
              <a:noFill/>
              <a:prstDash val="solid"/>
            </a:ln>
          </p:spPr>
          <p:txBody>
            <a:bodyPr wrap="none" lIns="0" tIns="0" rIns="0" bIns="0" anchor="t">
              <a:noAutofit/>
            </a:bodyPr>
            <a:lstStyle>
              <a:defPPr algn="l">
                <a:defRPr sz="735" b="1">
                  <a:solidFill>
                    <a:srgbClr val="D55E00"/>
                  </a:solidFill>
                  <a:latin typeface="Arial"/>
                  <a:ea typeface="Arial"/>
                  <a:cs typeface="Arial"/>
                </a:defRPr>
              </a:defPPr>
              <a:lvl1pPr algn="l">
                <a:defRPr sz="735" b="1">
                  <a:solidFill>
                    <a:srgbClr val="D55E00"/>
                  </a:solidFill>
                  <a:latin typeface="Arial"/>
                  <a:ea typeface="Arial"/>
                  <a:cs typeface="Arial"/>
                </a:defRPr>
              </a:lvl1pPr>
              <a:lvl2pPr algn="l">
                <a:defRPr sz="735" b="1">
                  <a:solidFill>
                    <a:srgbClr val="D55E00"/>
                  </a:solidFill>
                  <a:latin typeface="Arial"/>
                  <a:ea typeface="Arial"/>
                  <a:cs typeface="Arial"/>
                </a:defRPr>
              </a:lvl2pPr>
              <a:lvl3pPr algn="l">
                <a:defRPr sz="735" b="1">
                  <a:solidFill>
                    <a:srgbClr val="D55E00"/>
                  </a:solidFill>
                  <a:latin typeface="Arial"/>
                  <a:ea typeface="Arial"/>
                  <a:cs typeface="Arial"/>
                </a:defRPr>
              </a:lvl3pPr>
              <a:lvl4pPr algn="l">
                <a:defRPr sz="735" b="1">
                  <a:solidFill>
                    <a:srgbClr val="D55E00"/>
                  </a:solidFill>
                  <a:latin typeface="Arial"/>
                  <a:ea typeface="Arial"/>
                  <a:cs typeface="Arial"/>
                </a:defRPr>
              </a:lvl4pPr>
              <a:lvl5pPr algn="l">
                <a:defRPr sz="735" b="1">
                  <a:solidFill>
                    <a:srgbClr val="D55E00"/>
                  </a:solidFill>
                  <a:latin typeface="Arial"/>
                  <a:ea typeface="Arial"/>
                  <a:cs typeface="Arial"/>
                </a:defRPr>
              </a:lvl5pPr>
              <a:lvl6pPr algn="l">
                <a:defRPr sz="735" b="1">
                  <a:solidFill>
                    <a:srgbClr val="D55E00"/>
                  </a:solidFill>
                  <a:latin typeface="Arial"/>
                  <a:ea typeface="Arial"/>
                  <a:cs typeface="Arial"/>
                </a:defRPr>
              </a:lvl6pPr>
              <a:lvl7pPr algn="l">
                <a:defRPr sz="735" b="1">
                  <a:solidFill>
                    <a:srgbClr val="D55E00"/>
                  </a:solidFill>
                  <a:latin typeface="Arial"/>
                  <a:ea typeface="Arial"/>
                  <a:cs typeface="Arial"/>
                </a:defRPr>
              </a:lvl7pPr>
              <a:lvl8pPr algn="l">
                <a:defRPr sz="735" b="1">
                  <a:solidFill>
                    <a:srgbClr val="D55E00"/>
                  </a:solidFill>
                  <a:latin typeface="Arial"/>
                  <a:ea typeface="Arial"/>
                  <a:cs typeface="Arial"/>
                </a:defRPr>
              </a:lvl8pPr>
              <a:lvl9pPr algn="l">
                <a:defRPr sz="735" b="1">
                  <a:solidFill>
                    <a:srgbClr val="D55E00"/>
                  </a:solidFill>
                  <a:latin typeface="Arial"/>
                  <a:ea typeface="Arial"/>
                  <a:cs typeface="Arial"/>
                </a:defRPr>
              </a:lvl9pPr>
            </a:lstStyle>
            <a:p>
              <a:pPr algn="l">
                <a:defRPr sz="735" b="1">
                  <a:solidFill>
                    <a:srgbClr val="D55E00"/>
                  </a:solidFill>
                  <a:latin typeface="Arial"/>
                  <a:ea typeface="Arial"/>
                  <a:cs typeface="Arial"/>
                </a:defRPr>
              </a:pPr>
              <a:r>
                <a:rPr sz="735" b="1">
                  <a:solidFill>
                    <a:srgbClr val="D55E00"/>
                  </a:solidFill>
                  <a:latin typeface="Arial"/>
                  <a:ea typeface="Arial"/>
                  <a:cs typeface="Arial"/>
                </a:rPr>
                <a:t>B</a:t>
              </a:r>
            </a:p>
          </p:txBody>
        </p:sp>
        <p:sp>
          <p:nvSpPr>
            <p:cNvPr id="186" name="path_185">
              <a:extLst>
                <a:ext uri="{FF2B5EF4-FFF2-40B4-BE49-F238E27FC236}">
                  <ns2:creationId id="{64677322-85B0-433C-ACDC-2671D548E440}"/>
                </a:ext>
              </a:extLst>
            </p:cNvPr>
            <p:cNvSpPr>
              <a:spLocks noGrp="1"/>
            </p:cNvSpPr>
            <p:nvPr/>
          </p:nvSpPr>
          <p:spPr>
            <a:xfrm>
              <a:off x="9230591" y="7133156"/>
              <a:ext cx="2641023" cy="56390"/>
            </a:xfrm>
            <a:custGeom>
              <a:pathLst>
                <a:path w="2641023" h="56390">
                  <a:moveTo>
                    <a:pt x="0" y="56390"/>
                  </a:moveTo>
                  <a:lnTo>
                    <a:pt x="528205" y="40764"/>
                  </a:lnTo>
                  <a:lnTo>
                    <a:pt x="1056409" y="25139"/>
                  </a:lnTo>
                  <a:lnTo>
                    <a:pt x="1584614" y="4416"/>
                  </a:lnTo>
                  <a:lnTo>
                    <a:pt x="2112818" y="11889"/>
                  </a:lnTo>
                  <a:lnTo>
                    <a:pt x="2641023" y="0"/>
                  </a:lnTo>
                </a:path>
              </a:pathLst>
            </a:custGeom>
            <a:noFill/>
            <a:ln w="16961">
              <a:solidFill>
                <a:srgbClr val="FFFFFF"/>
              </a:solidFill>
              <a:prstDash val="dash"/>
            </a:ln>
          </p:spPr>
        </p:sp>
        <p:sp>
          <p:nvSpPr>
            <p:cNvPr id="187" name="path_186">
              <a:extLst>
                <a:ext uri="{FF2B5EF4-FFF2-40B4-BE49-F238E27FC236}">
                  <ns2:creationId id="{DB4FA094-9178-4897-844A-C57B83A41BE0}"/>
                </a:ext>
              </a:extLst>
            </p:cNvPr>
            <p:cNvSpPr>
              <a:spLocks noGrp="1"/>
            </p:cNvSpPr>
            <p:nvPr/>
          </p:nvSpPr>
          <p:spPr>
            <a:xfrm>
              <a:off x="9230591" y="7133156"/>
              <a:ext cx="2641023" cy="56390"/>
            </a:xfrm>
            <a:custGeom>
              <a:pathLst>
                <a:path w="2641023" h="56390">
                  <a:moveTo>
                    <a:pt x="0" y="56390"/>
                  </a:moveTo>
                  <a:lnTo>
                    <a:pt x="528205" y="40764"/>
                  </a:lnTo>
                  <a:lnTo>
                    <a:pt x="1056409" y="25139"/>
                  </a:lnTo>
                  <a:lnTo>
                    <a:pt x="1584614" y="4416"/>
                  </a:lnTo>
                  <a:lnTo>
                    <a:pt x="2112818" y="11889"/>
                  </a:lnTo>
                  <a:lnTo>
                    <a:pt x="2641023" y="0"/>
                  </a:lnTo>
                </a:path>
              </a:pathLst>
            </a:custGeom>
            <a:noFill/>
            <a:ln w="7128">
              <a:solidFill>
                <a:srgbClr val="009E73"/>
              </a:solidFill>
              <a:prstDash val="dash"/>
            </a:ln>
          </p:spPr>
        </p:sp>
        <p:sp>
          <p:nvSpPr>
            <p:cNvPr id="188" name="path_187">
              <a:extLst>
                <a:ext uri="{FF2B5EF4-FFF2-40B4-BE49-F238E27FC236}">
                  <ns2:creationId id="{59D0AF5C-A6B3-4A4F-9538-B1F3D7D03FCF}"/>
                </a:ext>
              </a:extLst>
            </p:cNvPr>
            <p:cNvSpPr>
              <a:spLocks noGrp="1"/>
            </p:cNvSpPr>
            <p:nvPr/>
          </p:nvSpPr>
          <p:spPr>
            <a:xfrm>
              <a:off x="9230591" y="7030762"/>
              <a:ext cx="2641023" cy="306344"/>
            </a:xfrm>
            <a:custGeom>
              <a:pathLst>
                <a:path w="2641023" h="306344">
                  <a:moveTo>
                    <a:pt x="0" y="166798"/>
                  </a:moveTo>
                  <a:lnTo>
                    <a:pt x="528205" y="0"/>
                  </a:lnTo>
                  <a:lnTo>
                    <a:pt x="1056409" y="306344"/>
                  </a:lnTo>
                  <a:lnTo>
                    <a:pt x="1584614" y="296712"/>
                  </a:lnTo>
                  <a:lnTo>
                    <a:pt x="2112818" y="110181"/>
                  </a:lnTo>
                  <a:lnTo>
                    <a:pt x="2641023" y="94441"/>
                  </a:lnTo>
                </a:path>
              </a:pathLst>
            </a:custGeom>
            <a:noFill/>
            <a:ln w="21631">
              <a:solidFill>
                <a:srgbClr val="FFFFFF"/>
              </a:solidFill>
              <a:prstDash val="solid"/>
            </a:ln>
          </p:spPr>
        </p:sp>
        <p:sp>
          <p:nvSpPr>
            <p:cNvPr id="189" name="path_188">
              <a:extLst>
                <a:ext uri="{FF2B5EF4-FFF2-40B4-BE49-F238E27FC236}">
                  <ns2:creationId id="{209480FD-3EE1-44AD-9708-5100ADAB650F}"/>
                </a:ext>
              </a:extLst>
            </p:cNvPr>
            <p:cNvSpPr>
              <a:spLocks noGrp="1"/>
            </p:cNvSpPr>
            <p:nvPr/>
          </p:nvSpPr>
          <p:spPr>
            <a:xfrm>
              <a:off x="9230591" y="7030762"/>
              <a:ext cx="2641023" cy="306344"/>
            </a:xfrm>
            <a:custGeom>
              <a:pathLst>
                <a:path w="2641023" h="306344">
                  <a:moveTo>
                    <a:pt x="0" y="166798"/>
                  </a:moveTo>
                  <a:lnTo>
                    <a:pt x="528205" y="0"/>
                  </a:lnTo>
                  <a:lnTo>
                    <a:pt x="1056409" y="306344"/>
                  </a:lnTo>
                  <a:lnTo>
                    <a:pt x="1584614" y="296712"/>
                  </a:lnTo>
                  <a:lnTo>
                    <a:pt x="2112818" y="110181"/>
                  </a:lnTo>
                  <a:lnTo>
                    <a:pt x="2641023" y="94441"/>
                  </a:lnTo>
                </a:path>
              </a:pathLst>
            </a:custGeom>
            <a:noFill/>
            <a:ln w="11799">
              <a:solidFill>
                <a:srgbClr val="009E73"/>
              </a:solidFill>
              <a:prstDash val="solid"/>
            </a:ln>
          </p:spPr>
        </p:sp>
        <p:sp>
          <p:nvSpPr>
            <p:cNvPr id="190" name="ellipse_189">
              <a:extLst>
                <a:ext uri="{FF2B5EF4-FFF2-40B4-BE49-F238E27FC236}">
                  <ns2:creationId id="{A4DD2A01-5AA3-4BE4-B2A1-2E4292D94392}"/>
                </a:ext>
              </a:extLst>
            </p:cNvPr>
            <p:cNvSpPr>
              <a:spLocks noGrp="1"/>
            </p:cNvSpPr>
            <p:nvPr/>
          </p:nvSpPr>
          <p:spPr>
            <a:xfrm rot="0">
              <a:off x="9727363" y="6999329"/>
              <a:ext cx="62865" cy="62865"/>
            </a:xfrm>
            <a:prstGeom prst="ellipse">
              <a:avLst/>
            </a:prstGeom>
            <a:solidFill>
              <a:srgbClr val="FFFFFF"/>
            </a:solidFill>
            <a:ln w="8849">
              <a:solidFill>
                <a:srgbClr val="009E73"/>
              </a:solidFill>
              <a:prstDash val="solid"/>
            </a:ln>
          </p:spPr>
        </p:sp>
        <p:sp>
          <p:nvSpPr>
            <p:cNvPr id="191" name="ellipse_190">
              <a:extLst>
                <a:ext uri="{FF2B5EF4-FFF2-40B4-BE49-F238E27FC236}">
                  <ns2:creationId id="{3083BEBA-2488-4606-9A97-913E9C0D86C2}"/>
                </a:ext>
              </a:extLst>
            </p:cNvPr>
            <p:cNvSpPr>
              <a:spLocks noGrp="1"/>
            </p:cNvSpPr>
            <p:nvPr/>
          </p:nvSpPr>
          <p:spPr>
            <a:xfrm rot="0">
              <a:off x="10255568" y="7305674"/>
              <a:ext cx="62865" cy="62865"/>
            </a:xfrm>
            <a:prstGeom prst="ellipse">
              <a:avLst/>
            </a:prstGeom>
            <a:solidFill>
              <a:srgbClr val="FFFFFF"/>
            </a:solidFill>
            <a:ln w="8849">
              <a:solidFill>
                <a:srgbClr val="009E73"/>
              </a:solidFill>
              <a:prstDash val="solid"/>
            </a:ln>
          </p:spPr>
        </p:sp>
        <p:sp>
          <p:nvSpPr>
            <p:cNvPr id="192" name="ellipse_191">
              <a:extLst>
                <a:ext uri="{FF2B5EF4-FFF2-40B4-BE49-F238E27FC236}">
                  <ns2:creationId id="{76DB68B1-17C3-4123-8AFF-FEF1BAB0C19C}"/>
                </a:ext>
              </a:extLst>
            </p:cNvPr>
            <p:cNvSpPr>
              <a:spLocks noGrp="1"/>
            </p:cNvSpPr>
            <p:nvPr/>
          </p:nvSpPr>
          <p:spPr>
            <a:xfrm rot="0">
              <a:off x="10783772" y="7296042"/>
              <a:ext cx="62865" cy="62865"/>
            </a:xfrm>
            <a:prstGeom prst="ellipse">
              <a:avLst/>
            </a:prstGeom>
            <a:solidFill>
              <a:srgbClr val="FFFFFF"/>
            </a:solidFill>
            <a:ln w="8849">
              <a:solidFill>
                <a:srgbClr val="009E73"/>
              </a:solidFill>
              <a:prstDash val="solid"/>
            </a:ln>
          </p:spPr>
        </p:sp>
        <p:sp>
          <p:nvSpPr>
            <p:cNvPr id="193" name="text_192">
              <a:extLst>
                <a:ext uri="{FF2B5EF4-FFF2-40B4-BE49-F238E27FC236}">
                  <ns2:creationId id="{93185CD7-20F1-4EDC-B15E-32FE02813CB3}"/>
                </a:ext>
              </a:extLst>
            </p:cNvPr>
            <p:cNvSpPr>
              <a:spLocks noGrp="1"/>
            </p:cNvSpPr>
            <p:nvPr/>
          </p:nvSpPr>
          <p:spPr>
            <a:xfrm rot="0">
              <a:off x="9530195" y="6773587"/>
              <a:ext cx="238125" cy="247650"/>
            </a:xfrm>
            <a:prstGeom prst="rect">
              <a:avLst/>
            </a:prstGeom>
            <a:noFill/>
            <a:ln w="0">
              <a:noFill/>
              <a:prstDash val="solid"/>
            </a:ln>
          </p:spPr>
          <p:txBody>
            <a:bodyPr wrap="none" lIns="0" tIns="0" rIns="0" bIns="0" anchor="t">
              <a:noAutofit/>
            </a:bodyPr>
            <a:lstStyle>
              <a:defPPr algn="l">
                <a:defRPr sz="735" b="1">
                  <a:solidFill>
                    <a:srgbClr val="009E73"/>
                  </a:solidFill>
                  <a:latin typeface="Arial"/>
                  <a:ea typeface="Arial"/>
                  <a:cs typeface="Arial"/>
                </a:defRPr>
              </a:defPPr>
              <a:lvl1pPr algn="l">
                <a:defRPr sz="735" b="1">
                  <a:solidFill>
                    <a:srgbClr val="009E73"/>
                  </a:solidFill>
                  <a:latin typeface="Arial"/>
                  <a:ea typeface="Arial"/>
                  <a:cs typeface="Arial"/>
                </a:defRPr>
              </a:lvl1pPr>
              <a:lvl2pPr algn="l">
                <a:defRPr sz="735" b="1">
                  <a:solidFill>
                    <a:srgbClr val="009E73"/>
                  </a:solidFill>
                  <a:latin typeface="Arial"/>
                  <a:ea typeface="Arial"/>
                  <a:cs typeface="Arial"/>
                </a:defRPr>
              </a:lvl2pPr>
              <a:lvl3pPr algn="l">
                <a:defRPr sz="735" b="1">
                  <a:solidFill>
                    <a:srgbClr val="009E73"/>
                  </a:solidFill>
                  <a:latin typeface="Arial"/>
                  <a:ea typeface="Arial"/>
                  <a:cs typeface="Arial"/>
                </a:defRPr>
              </a:lvl3pPr>
              <a:lvl4pPr algn="l">
                <a:defRPr sz="735" b="1">
                  <a:solidFill>
                    <a:srgbClr val="009E73"/>
                  </a:solidFill>
                  <a:latin typeface="Arial"/>
                  <a:ea typeface="Arial"/>
                  <a:cs typeface="Arial"/>
                </a:defRPr>
              </a:lvl4pPr>
              <a:lvl5pPr algn="l">
                <a:defRPr sz="735" b="1">
                  <a:solidFill>
                    <a:srgbClr val="009E73"/>
                  </a:solidFill>
                  <a:latin typeface="Arial"/>
                  <a:ea typeface="Arial"/>
                  <a:cs typeface="Arial"/>
                </a:defRPr>
              </a:lvl5pPr>
              <a:lvl6pPr algn="l">
                <a:defRPr sz="735" b="1">
                  <a:solidFill>
                    <a:srgbClr val="009E73"/>
                  </a:solidFill>
                  <a:latin typeface="Arial"/>
                  <a:ea typeface="Arial"/>
                  <a:cs typeface="Arial"/>
                </a:defRPr>
              </a:lvl6pPr>
              <a:lvl7pPr algn="l">
                <a:defRPr sz="735" b="1">
                  <a:solidFill>
                    <a:srgbClr val="009E73"/>
                  </a:solidFill>
                  <a:latin typeface="Arial"/>
                  <a:ea typeface="Arial"/>
                  <a:cs typeface="Arial"/>
                </a:defRPr>
              </a:lvl7pPr>
              <a:lvl8pPr algn="l">
                <a:defRPr sz="735" b="1">
                  <a:solidFill>
                    <a:srgbClr val="009E73"/>
                  </a:solidFill>
                  <a:latin typeface="Arial"/>
                  <a:ea typeface="Arial"/>
                  <a:cs typeface="Arial"/>
                </a:defRPr>
              </a:lvl8pPr>
              <a:lvl9pPr algn="l">
                <a:defRPr sz="735" b="1">
                  <a:solidFill>
                    <a:srgbClr val="009E73"/>
                  </a:solidFill>
                  <a:latin typeface="Arial"/>
                  <a:ea typeface="Arial"/>
                  <a:cs typeface="Arial"/>
                </a:defRPr>
              </a:lvl9pPr>
            </a:lstStyle>
            <a:p>
              <a:pPr algn="l">
                <a:defRPr sz="735" b="1">
                  <a:solidFill>
                    <a:srgbClr val="009E73"/>
                  </a:solidFill>
                  <a:latin typeface="Arial"/>
                  <a:ea typeface="Arial"/>
                  <a:cs typeface="Arial"/>
                </a:defRPr>
              </a:pPr>
              <a:r>
                <a:rPr sz="735" b="1">
                  <a:solidFill>
                    <a:srgbClr val="009E73"/>
                  </a:solidFill>
                  <a:latin typeface="Arial"/>
                  <a:ea typeface="Arial"/>
                  <a:cs typeface="Arial"/>
                </a:rPr>
                <a:t>C</a:t>
              </a:r>
            </a:p>
          </p:txBody>
        </p:sp>
        <p:sp>
          <p:nvSpPr>
            <p:cNvPr id="194" name="line_193">
              <a:extLst>
                <a:ext uri="{FF2B5EF4-FFF2-40B4-BE49-F238E27FC236}">
                  <ns2:creationId id="{BDA31795-DD98-404A-ABA8-D8816F7E3CE0}"/>
                </a:ext>
              </a:extLst>
            </p:cNvPr>
            <p:cNvSpPr>
              <a:spLocks noGrp="1"/>
            </p:cNvSpPr>
            <p:nvPr/>
          </p:nvSpPr>
          <p:spPr>
            <a:xfrm>
              <a:off x="9758795" y="6619875"/>
              <a:ext cx="95" cy="962025"/>
            </a:xfrm>
            <a:custGeom>
              <a:pathLst>
                <a:path w="95" h="962025">
                  <a:moveTo>
                    <a:pt x="0" y="0"/>
                  </a:moveTo>
                  <a:lnTo>
                    <a:pt x="0" y="962025"/>
                  </a:lnTo>
                </a:path>
              </a:pathLst>
            </a:custGeom>
            <a:noFill/>
            <a:ln w="4425">
              <a:solidFill>
                <a:srgbClr val="000000"/>
              </a:solidFill>
              <a:prstDash val="dash"/>
            </a:ln>
          </p:spPr>
        </p:sp>
        <p:pic>
          <p:nvPicPr>
            <p:cNvPr id="195" name="">
              <a:extLst>
                <a:ext uri="{FF2B5EF4-FFF2-40B4-BE49-F238E27FC236}">
                  <ns2:creationId id="{3E0B773E-252F-47BF-BF69-EAC51DE1CC82}"/>
                </a:ext>
              </a:extLst>
            </p:cNvPr>
            <p:cNvPicPr>
              <a:picLocks noChangeAspect="1"/>
            </p:cNvPicPr>
            <p:nvPr/>
          </p:nvPicPr>
          <p:blipFill>
            <a:blip r:embed="Rdf8176ac84734054"/>
            <a:stretch/>
          </p:blipFill>
          <p:spPr>
            <a:xfrm>
              <a:off x="7381901" y="8210550"/>
              <a:ext cx="5810199" cy="962025"/>
            </a:xfrm>
            <a:prstGeom prst="rect">
              <a:avLst/>
            </a:prstGeom>
          </p:spPr>
        </p:pic>
        <p:sp>
          <p:nvSpPr>
            <p:cNvPr id="196" name="line_195">
              <a:extLst>
                <a:ext uri="{FF2B5EF4-FFF2-40B4-BE49-F238E27FC236}">
                  <ns2:creationId id="{4179D573-4E3A-48F1-AD4C-61BFC6063331}"/>
                </a:ext>
              </a:extLst>
            </p:cNvPr>
            <p:cNvSpPr>
              <a:spLocks noGrp="1"/>
            </p:cNvSpPr>
            <p:nvPr/>
          </p:nvSpPr>
          <p:spPr>
            <a:xfrm>
              <a:off x="7343775" y="9172575"/>
              <a:ext cx="38100" cy="95"/>
            </a:xfrm>
            <a:custGeom>
              <a:pathLst>
                <a:path w="38100" h="95">
                  <a:moveTo>
                    <a:pt x="0" y="0"/>
                  </a:moveTo>
                  <a:lnTo>
                    <a:pt x="38100" y="0"/>
                  </a:lnTo>
                </a:path>
              </a:pathLst>
            </a:custGeom>
            <a:noFill/>
            <a:ln w="3933">
              <a:solidFill>
                <a:srgbClr val="000000"/>
              </a:solidFill>
              <a:prstDash val="solid"/>
            </a:ln>
          </p:spPr>
        </p:sp>
        <p:sp>
          <p:nvSpPr>
            <p:cNvPr id="197" name="text_196">
              <a:extLst>
                <a:ext uri="{FF2B5EF4-FFF2-40B4-BE49-F238E27FC236}">
                  <ns2:creationId id="{B4479979-B648-4563-B30D-F6222416F984}"/>
                </a:ext>
              </a:extLst>
            </p:cNvPr>
            <p:cNvSpPr>
              <a:spLocks noGrp="1"/>
            </p:cNvSpPr>
            <p:nvPr/>
          </p:nvSpPr>
          <p:spPr>
            <a:xfrm rot="0">
              <a:off x="7019925" y="9077325"/>
              <a:ext cx="276225" cy="209550"/>
            </a:xfrm>
            <a:prstGeom prst="rect">
              <a:avLst/>
            </a:prstGeom>
            <a:noFill/>
            <a:ln w="0">
              <a:noFill/>
              <a:prstDash val="solid"/>
            </a:ln>
          </p:spPr>
          <p:txBody>
            <a:bodyPr wrap="none" lIns="0" tIns="0" rIns="0" bIns="0" anchor="t">
              <a:noAutofit/>
            </a:bodyPr>
            <a:lstStyle>
              <a:defPPr algn="r">
                <a:defRPr sz="619" b="0">
                  <a:solidFill>
                    <a:srgbClr val="000000"/>
                  </a:solidFill>
                  <a:latin typeface="Arial"/>
                  <a:ea typeface="Arial"/>
                  <a:cs typeface="Arial"/>
                </a:defRPr>
              </a:defPPr>
              <a:lvl1pPr algn="r">
                <a:defRPr sz="619" b="0">
                  <a:solidFill>
                    <a:srgbClr val="000000"/>
                  </a:solidFill>
                  <a:latin typeface="Arial"/>
                  <a:ea typeface="Arial"/>
                  <a:cs typeface="Arial"/>
                </a:defRPr>
              </a:lvl1pPr>
              <a:lvl2pPr algn="r">
                <a:defRPr sz="619" b="0">
                  <a:solidFill>
                    <a:srgbClr val="000000"/>
                  </a:solidFill>
                  <a:latin typeface="Arial"/>
                  <a:ea typeface="Arial"/>
                  <a:cs typeface="Arial"/>
                </a:defRPr>
              </a:lvl2pPr>
              <a:lvl3pPr algn="r">
                <a:defRPr sz="619" b="0">
                  <a:solidFill>
                    <a:srgbClr val="000000"/>
                  </a:solidFill>
                  <a:latin typeface="Arial"/>
                  <a:ea typeface="Arial"/>
                  <a:cs typeface="Arial"/>
                </a:defRPr>
              </a:lvl3pPr>
              <a:lvl4pPr algn="r">
                <a:defRPr sz="619" b="0">
                  <a:solidFill>
                    <a:srgbClr val="000000"/>
                  </a:solidFill>
                  <a:latin typeface="Arial"/>
                  <a:ea typeface="Arial"/>
                  <a:cs typeface="Arial"/>
                </a:defRPr>
              </a:lvl4pPr>
              <a:lvl5pPr algn="r">
                <a:defRPr sz="619" b="0">
                  <a:solidFill>
                    <a:srgbClr val="000000"/>
                  </a:solidFill>
                  <a:latin typeface="Arial"/>
                  <a:ea typeface="Arial"/>
                  <a:cs typeface="Arial"/>
                </a:defRPr>
              </a:lvl5pPr>
              <a:lvl6pPr algn="r">
                <a:defRPr sz="619" b="0">
                  <a:solidFill>
                    <a:srgbClr val="000000"/>
                  </a:solidFill>
                  <a:latin typeface="Arial"/>
                  <a:ea typeface="Arial"/>
                  <a:cs typeface="Arial"/>
                </a:defRPr>
              </a:lvl6pPr>
              <a:lvl7pPr algn="r">
                <a:defRPr sz="619" b="0">
                  <a:solidFill>
                    <a:srgbClr val="000000"/>
                  </a:solidFill>
                  <a:latin typeface="Arial"/>
                  <a:ea typeface="Arial"/>
                  <a:cs typeface="Arial"/>
                </a:defRPr>
              </a:lvl7pPr>
              <a:lvl8pPr algn="r">
                <a:defRPr sz="619" b="0">
                  <a:solidFill>
                    <a:srgbClr val="000000"/>
                  </a:solidFill>
                  <a:latin typeface="Arial"/>
                  <a:ea typeface="Arial"/>
                  <a:cs typeface="Arial"/>
                </a:defRPr>
              </a:lvl8pPr>
              <a:lvl9pPr algn="r">
                <a:defRPr sz="619" b="0">
                  <a:solidFill>
                    <a:srgbClr val="000000"/>
                  </a:solidFill>
                  <a:latin typeface="Arial"/>
                  <a:ea typeface="Arial"/>
                  <a:cs typeface="Arial"/>
                </a:defRPr>
              </a:lvl9pPr>
            </a:lstStyle>
            <a:p>
              <a:pPr algn="r">
                <a:defRPr sz="619" b="0">
                  <a:solidFill>
                    <a:srgbClr val="000000"/>
                  </a:solidFill>
                  <a:latin typeface="Arial"/>
                  <a:ea typeface="Arial"/>
                  <a:cs typeface="Arial"/>
                </a:defRPr>
              </a:pPr>
              <a:r>
                <a:rPr sz="619" b="0">
                  <a:solidFill>
                    <a:srgbClr val="000000"/>
                  </a:solidFill>
                  <a:latin typeface="Arial"/>
                  <a:ea typeface="Arial"/>
                  <a:cs typeface="Arial"/>
                </a:rPr>
                <a:t>0</a:t>
              </a:r>
            </a:p>
          </p:txBody>
        </p:sp>
        <p:sp>
          <p:nvSpPr>
            <p:cNvPr id="198" name="line_197">
              <a:extLst>
                <a:ext uri="{FF2B5EF4-FFF2-40B4-BE49-F238E27FC236}">
                  <ns2:creationId id="{49F73766-7C35-430E-A6C9-5AB687E8AF46}"/>
                </a:ext>
              </a:extLst>
            </p:cNvPr>
            <p:cNvSpPr>
              <a:spLocks noGrp="1"/>
            </p:cNvSpPr>
            <p:nvPr/>
          </p:nvSpPr>
          <p:spPr>
            <a:xfrm>
              <a:off x="7343775" y="8691563"/>
              <a:ext cx="38100" cy="95"/>
            </a:xfrm>
            <a:custGeom>
              <a:pathLst>
                <a:path w="38100" h="95">
                  <a:moveTo>
                    <a:pt x="0" y="0"/>
                  </a:moveTo>
                  <a:lnTo>
                    <a:pt x="38100" y="0"/>
                  </a:lnTo>
                </a:path>
              </a:pathLst>
            </a:custGeom>
            <a:noFill/>
            <a:ln w="3933">
              <a:solidFill>
                <a:srgbClr val="000000"/>
              </a:solidFill>
              <a:prstDash val="solid"/>
            </a:ln>
          </p:spPr>
        </p:sp>
        <p:sp>
          <p:nvSpPr>
            <p:cNvPr id="199" name="text_198">
              <a:extLst>
                <a:ext uri="{FF2B5EF4-FFF2-40B4-BE49-F238E27FC236}">
                  <ns2:creationId id="{D66F6118-81F9-4D75-B8D9-9A7E0932DB98}"/>
                </a:ext>
              </a:extLst>
            </p:cNvPr>
            <p:cNvSpPr>
              <a:spLocks noGrp="1"/>
            </p:cNvSpPr>
            <p:nvPr/>
          </p:nvSpPr>
          <p:spPr>
            <a:xfrm rot="0">
              <a:off x="7019925" y="8596313"/>
              <a:ext cx="276225" cy="209550"/>
            </a:xfrm>
            <a:prstGeom prst="rect">
              <a:avLst/>
            </a:prstGeom>
            <a:noFill/>
            <a:ln w="0">
              <a:noFill/>
              <a:prstDash val="solid"/>
            </a:ln>
          </p:spPr>
          <p:txBody>
            <a:bodyPr wrap="none" lIns="0" tIns="0" rIns="0" bIns="0" anchor="t">
              <a:noAutofit/>
            </a:bodyPr>
            <a:lstStyle>
              <a:defPPr algn="r">
                <a:defRPr sz="619" b="0">
                  <a:solidFill>
                    <a:srgbClr val="000000"/>
                  </a:solidFill>
                  <a:latin typeface="Arial"/>
                  <a:ea typeface="Arial"/>
                  <a:cs typeface="Arial"/>
                </a:defRPr>
              </a:defPPr>
              <a:lvl1pPr algn="r">
                <a:defRPr sz="619" b="0">
                  <a:solidFill>
                    <a:srgbClr val="000000"/>
                  </a:solidFill>
                  <a:latin typeface="Arial"/>
                  <a:ea typeface="Arial"/>
                  <a:cs typeface="Arial"/>
                </a:defRPr>
              </a:lvl1pPr>
              <a:lvl2pPr algn="r">
                <a:defRPr sz="619" b="0">
                  <a:solidFill>
                    <a:srgbClr val="000000"/>
                  </a:solidFill>
                  <a:latin typeface="Arial"/>
                  <a:ea typeface="Arial"/>
                  <a:cs typeface="Arial"/>
                </a:defRPr>
              </a:lvl2pPr>
              <a:lvl3pPr algn="r">
                <a:defRPr sz="619" b="0">
                  <a:solidFill>
                    <a:srgbClr val="000000"/>
                  </a:solidFill>
                  <a:latin typeface="Arial"/>
                  <a:ea typeface="Arial"/>
                  <a:cs typeface="Arial"/>
                </a:defRPr>
              </a:lvl3pPr>
              <a:lvl4pPr algn="r">
                <a:defRPr sz="619" b="0">
                  <a:solidFill>
                    <a:srgbClr val="000000"/>
                  </a:solidFill>
                  <a:latin typeface="Arial"/>
                  <a:ea typeface="Arial"/>
                  <a:cs typeface="Arial"/>
                </a:defRPr>
              </a:lvl4pPr>
              <a:lvl5pPr algn="r">
                <a:defRPr sz="619" b="0">
                  <a:solidFill>
                    <a:srgbClr val="000000"/>
                  </a:solidFill>
                  <a:latin typeface="Arial"/>
                  <a:ea typeface="Arial"/>
                  <a:cs typeface="Arial"/>
                </a:defRPr>
              </a:lvl5pPr>
              <a:lvl6pPr algn="r">
                <a:defRPr sz="619" b="0">
                  <a:solidFill>
                    <a:srgbClr val="000000"/>
                  </a:solidFill>
                  <a:latin typeface="Arial"/>
                  <a:ea typeface="Arial"/>
                  <a:cs typeface="Arial"/>
                </a:defRPr>
              </a:lvl6pPr>
              <a:lvl7pPr algn="r">
                <a:defRPr sz="619" b="0">
                  <a:solidFill>
                    <a:srgbClr val="000000"/>
                  </a:solidFill>
                  <a:latin typeface="Arial"/>
                  <a:ea typeface="Arial"/>
                  <a:cs typeface="Arial"/>
                </a:defRPr>
              </a:lvl7pPr>
              <a:lvl8pPr algn="r">
                <a:defRPr sz="619" b="0">
                  <a:solidFill>
                    <a:srgbClr val="000000"/>
                  </a:solidFill>
                  <a:latin typeface="Arial"/>
                  <a:ea typeface="Arial"/>
                  <a:cs typeface="Arial"/>
                </a:defRPr>
              </a:lvl8pPr>
              <a:lvl9pPr algn="r">
                <a:defRPr sz="619" b="0">
                  <a:solidFill>
                    <a:srgbClr val="000000"/>
                  </a:solidFill>
                  <a:latin typeface="Arial"/>
                  <a:ea typeface="Arial"/>
                  <a:cs typeface="Arial"/>
                </a:defRPr>
              </a:lvl9pPr>
            </a:lstStyle>
            <a:p>
              <a:pPr algn="r">
                <a:defRPr sz="619" b="0">
                  <a:solidFill>
                    <a:srgbClr val="000000"/>
                  </a:solidFill>
                  <a:latin typeface="Arial"/>
                  <a:ea typeface="Arial"/>
                  <a:cs typeface="Arial"/>
                </a:defRPr>
              </a:pPr>
              <a:r>
                <a:rPr sz="619" b="0">
                  <a:solidFill>
                    <a:srgbClr val="000000"/>
                  </a:solidFill>
                  <a:latin typeface="Arial"/>
                  <a:ea typeface="Arial"/>
                  <a:cs typeface="Arial"/>
                </a:rPr>
                <a:t>0.5</a:t>
              </a:r>
            </a:p>
          </p:txBody>
        </p:sp>
        <p:sp>
          <p:nvSpPr>
            <p:cNvPr id="200" name="line_199">
              <a:extLst>
                <a:ext uri="{FF2B5EF4-FFF2-40B4-BE49-F238E27FC236}">
                  <ns2:creationId id="{B4BB3A4C-F9BC-4E3B-9C15-15B5F3100DE4}"/>
                </a:ext>
              </a:extLst>
            </p:cNvPr>
            <p:cNvSpPr>
              <a:spLocks noGrp="1"/>
            </p:cNvSpPr>
            <p:nvPr/>
          </p:nvSpPr>
          <p:spPr>
            <a:xfrm>
              <a:off x="7343775" y="8210550"/>
              <a:ext cx="38100" cy="95"/>
            </a:xfrm>
            <a:custGeom>
              <a:pathLst>
                <a:path w="38100" h="95">
                  <a:moveTo>
                    <a:pt x="0" y="0"/>
                  </a:moveTo>
                  <a:lnTo>
                    <a:pt x="38100" y="0"/>
                  </a:lnTo>
                </a:path>
              </a:pathLst>
            </a:custGeom>
            <a:noFill/>
            <a:ln w="3933">
              <a:solidFill>
                <a:srgbClr val="000000"/>
              </a:solidFill>
              <a:prstDash val="solid"/>
            </a:ln>
          </p:spPr>
        </p:sp>
        <p:sp>
          <p:nvSpPr>
            <p:cNvPr id="201" name="text_200">
              <a:extLst>
                <a:ext uri="{FF2B5EF4-FFF2-40B4-BE49-F238E27FC236}">
                  <ns2:creationId id="{26F76B9A-A2F9-44C2-81B2-2FA3FAE0DF4B}"/>
                </a:ext>
              </a:extLst>
            </p:cNvPr>
            <p:cNvSpPr>
              <a:spLocks noGrp="1"/>
            </p:cNvSpPr>
            <p:nvPr/>
          </p:nvSpPr>
          <p:spPr>
            <a:xfrm rot="0">
              <a:off x="7019925" y="8115300"/>
              <a:ext cx="276225" cy="209550"/>
            </a:xfrm>
            <a:prstGeom prst="rect">
              <a:avLst/>
            </a:prstGeom>
            <a:noFill/>
            <a:ln w="0">
              <a:noFill/>
              <a:prstDash val="solid"/>
            </a:ln>
          </p:spPr>
          <p:txBody>
            <a:bodyPr wrap="none" lIns="0" tIns="0" rIns="0" bIns="0" anchor="t">
              <a:noAutofit/>
            </a:bodyPr>
            <a:lstStyle>
              <a:defPPr algn="r">
                <a:defRPr sz="619" b="0">
                  <a:solidFill>
                    <a:srgbClr val="000000"/>
                  </a:solidFill>
                  <a:latin typeface="Arial"/>
                  <a:ea typeface="Arial"/>
                  <a:cs typeface="Arial"/>
                </a:defRPr>
              </a:defPPr>
              <a:lvl1pPr algn="r">
                <a:defRPr sz="619" b="0">
                  <a:solidFill>
                    <a:srgbClr val="000000"/>
                  </a:solidFill>
                  <a:latin typeface="Arial"/>
                  <a:ea typeface="Arial"/>
                  <a:cs typeface="Arial"/>
                </a:defRPr>
              </a:lvl1pPr>
              <a:lvl2pPr algn="r">
                <a:defRPr sz="619" b="0">
                  <a:solidFill>
                    <a:srgbClr val="000000"/>
                  </a:solidFill>
                  <a:latin typeface="Arial"/>
                  <a:ea typeface="Arial"/>
                  <a:cs typeface="Arial"/>
                </a:defRPr>
              </a:lvl2pPr>
              <a:lvl3pPr algn="r">
                <a:defRPr sz="619" b="0">
                  <a:solidFill>
                    <a:srgbClr val="000000"/>
                  </a:solidFill>
                  <a:latin typeface="Arial"/>
                  <a:ea typeface="Arial"/>
                  <a:cs typeface="Arial"/>
                </a:defRPr>
              </a:lvl3pPr>
              <a:lvl4pPr algn="r">
                <a:defRPr sz="619" b="0">
                  <a:solidFill>
                    <a:srgbClr val="000000"/>
                  </a:solidFill>
                  <a:latin typeface="Arial"/>
                  <a:ea typeface="Arial"/>
                  <a:cs typeface="Arial"/>
                </a:defRPr>
              </a:lvl4pPr>
              <a:lvl5pPr algn="r">
                <a:defRPr sz="619" b="0">
                  <a:solidFill>
                    <a:srgbClr val="000000"/>
                  </a:solidFill>
                  <a:latin typeface="Arial"/>
                  <a:ea typeface="Arial"/>
                  <a:cs typeface="Arial"/>
                </a:defRPr>
              </a:lvl5pPr>
              <a:lvl6pPr algn="r">
                <a:defRPr sz="619" b="0">
                  <a:solidFill>
                    <a:srgbClr val="000000"/>
                  </a:solidFill>
                  <a:latin typeface="Arial"/>
                  <a:ea typeface="Arial"/>
                  <a:cs typeface="Arial"/>
                </a:defRPr>
              </a:lvl6pPr>
              <a:lvl7pPr algn="r">
                <a:defRPr sz="619" b="0">
                  <a:solidFill>
                    <a:srgbClr val="000000"/>
                  </a:solidFill>
                  <a:latin typeface="Arial"/>
                  <a:ea typeface="Arial"/>
                  <a:cs typeface="Arial"/>
                </a:defRPr>
              </a:lvl7pPr>
              <a:lvl8pPr algn="r">
                <a:defRPr sz="619" b="0">
                  <a:solidFill>
                    <a:srgbClr val="000000"/>
                  </a:solidFill>
                  <a:latin typeface="Arial"/>
                  <a:ea typeface="Arial"/>
                  <a:cs typeface="Arial"/>
                </a:defRPr>
              </a:lvl8pPr>
              <a:lvl9pPr algn="r">
                <a:defRPr sz="619" b="0">
                  <a:solidFill>
                    <a:srgbClr val="000000"/>
                  </a:solidFill>
                  <a:latin typeface="Arial"/>
                  <a:ea typeface="Arial"/>
                  <a:cs typeface="Arial"/>
                </a:defRPr>
              </a:lvl9pPr>
            </a:lstStyle>
            <a:p>
              <a:pPr algn="r">
                <a:defRPr sz="619" b="0">
                  <a:solidFill>
                    <a:srgbClr val="000000"/>
                  </a:solidFill>
                  <a:latin typeface="Arial"/>
                  <a:ea typeface="Arial"/>
                  <a:cs typeface="Arial"/>
                </a:defRPr>
              </a:pPr>
              <a:r>
                <a:rPr sz="619" b="0">
                  <a:solidFill>
                    <a:srgbClr val="000000"/>
                  </a:solidFill>
                  <a:latin typeface="Arial"/>
                  <a:ea typeface="Arial"/>
                  <a:cs typeface="Arial"/>
                </a:rPr>
                <a:t>1</a:t>
              </a:r>
            </a:p>
          </p:txBody>
        </p:sp>
        <p:sp>
          <p:nvSpPr>
            <p:cNvPr id="202" name="line_201">
              <a:extLst>
                <a:ext uri="{FF2B5EF4-FFF2-40B4-BE49-F238E27FC236}">
                  <ns2:creationId id="{FBE7AF30-917D-484B-9286-814325A7F046}"/>
                </a:ext>
              </a:extLst>
            </p:cNvPr>
            <p:cNvSpPr>
              <a:spLocks noGrp="1"/>
            </p:cNvSpPr>
            <p:nvPr/>
          </p:nvSpPr>
          <p:spPr>
            <a:xfrm>
              <a:off x="7645977" y="9172575"/>
              <a:ext cx="95" cy="38100"/>
            </a:xfrm>
            <a:custGeom>
              <a:pathLst>
                <a:path w="95" h="38100">
                  <a:moveTo>
                    <a:pt x="0" y="0"/>
                  </a:moveTo>
                  <a:lnTo>
                    <a:pt x="0" y="38100"/>
                  </a:lnTo>
                </a:path>
              </a:pathLst>
            </a:custGeom>
            <a:noFill/>
            <a:ln w="3933">
              <a:solidFill>
                <a:srgbClr val="000000"/>
              </a:solidFill>
              <a:prstDash val="solid"/>
            </a:ln>
          </p:spPr>
        </p:sp>
        <p:sp>
          <p:nvSpPr>
            <p:cNvPr id="203" name="text_202">
              <a:extLst>
                <a:ext uri="{FF2B5EF4-FFF2-40B4-BE49-F238E27FC236}">
                  <ns2:creationId id="{1AB708D3-A7D7-4ECB-A180-01D400C52545}"/>
                </a:ext>
              </a:extLst>
            </p:cNvPr>
            <p:cNvSpPr>
              <a:spLocks noGrp="1"/>
            </p:cNvSpPr>
            <p:nvPr/>
          </p:nvSpPr>
          <p:spPr>
            <a:xfrm rot="0">
              <a:off x="7245927" y="9239250"/>
              <a:ext cx="800100" cy="228600"/>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07-10</a:t>
              </a:r>
            </a:p>
          </p:txBody>
        </p:sp>
        <p:sp>
          <p:nvSpPr>
            <p:cNvPr id="204" name="line_203">
              <a:extLst>
                <a:ext uri="{FF2B5EF4-FFF2-40B4-BE49-F238E27FC236}">
                  <ns2:creationId id="{0A2FE326-F90B-41CC-A503-78BB150D7DFB}"/>
                </a:ext>
              </a:extLst>
            </p:cNvPr>
            <p:cNvSpPr>
              <a:spLocks noGrp="1"/>
            </p:cNvSpPr>
            <p:nvPr/>
          </p:nvSpPr>
          <p:spPr>
            <a:xfrm>
              <a:off x="8702386" y="9172575"/>
              <a:ext cx="95" cy="38100"/>
            </a:xfrm>
            <a:custGeom>
              <a:pathLst>
                <a:path w="95" h="38100">
                  <a:moveTo>
                    <a:pt x="0" y="0"/>
                  </a:moveTo>
                  <a:lnTo>
                    <a:pt x="0" y="38100"/>
                  </a:lnTo>
                </a:path>
              </a:pathLst>
            </a:custGeom>
            <a:noFill/>
            <a:ln w="3933">
              <a:solidFill>
                <a:srgbClr val="000000"/>
              </a:solidFill>
              <a:prstDash val="solid"/>
            </a:ln>
          </p:spPr>
        </p:sp>
        <p:sp>
          <p:nvSpPr>
            <p:cNvPr id="205" name="text_204">
              <a:extLst>
                <a:ext uri="{FF2B5EF4-FFF2-40B4-BE49-F238E27FC236}">
                  <ns2:creationId id="{EEB3E5E5-6AA5-4F96-9D08-79CC8239C479}"/>
                </a:ext>
              </a:extLst>
            </p:cNvPr>
            <p:cNvSpPr>
              <a:spLocks noGrp="1"/>
            </p:cNvSpPr>
            <p:nvPr/>
          </p:nvSpPr>
          <p:spPr>
            <a:xfrm rot="0">
              <a:off x="8302336" y="9239250"/>
              <a:ext cx="800100" cy="228600"/>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07-12</a:t>
              </a:r>
            </a:p>
          </p:txBody>
        </p:sp>
        <p:sp>
          <p:nvSpPr>
            <p:cNvPr id="206" name="line_205">
              <a:extLst>
                <a:ext uri="{FF2B5EF4-FFF2-40B4-BE49-F238E27FC236}">
                  <ns2:creationId id="{122F8FF8-E9BF-45DB-8DFB-B55E3D1E8CA5}"/>
                </a:ext>
              </a:extLst>
            </p:cNvPr>
            <p:cNvSpPr>
              <a:spLocks noGrp="1"/>
            </p:cNvSpPr>
            <p:nvPr/>
          </p:nvSpPr>
          <p:spPr>
            <a:xfrm>
              <a:off x="9758795" y="9172575"/>
              <a:ext cx="95" cy="38100"/>
            </a:xfrm>
            <a:custGeom>
              <a:pathLst>
                <a:path w="95" h="38100">
                  <a:moveTo>
                    <a:pt x="0" y="0"/>
                  </a:moveTo>
                  <a:lnTo>
                    <a:pt x="0" y="38100"/>
                  </a:lnTo>
                </a:path>
              </a:pathLst>
            </a:custGeom>
            <a:noFill/>
            <a:ln w="3933">
              <a:solidFill>
                <a:srgbClr val="000000"/>
              </a:solidFill>
              <a:prstDash val="solid"/>
            </a:ln>
          </p:spPr>
        </p:sp>
        <p:sp>
          <p:nvSpPr>
            <p:cNvPr id="207" name="text_206">
              <a:extLst>
                <a:ext uri="{FF2B5EF4-FFF2-40B4-BE49-F238E27FC236}">
                  <ns2:creationId id="{4F4CC0C3-F32C-4914-A19F-0B49F8AB0B95}"/>
                </a:ext>
              </a:extLst>
            </p:cNvPr>
            <p:cNvSpPr>
              <a:spLocks noGrp="1"/>
            </p:cNvSpPr>
            <p:nvPr/>
          </p:nvSpPr>
          <p:spPr>
            <a:xfrm rot="0">
              <a:off x="9358745" y="9239250"/>
              <a:ext cx="800100" cy="228600"/>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07-14</a:t>
              </a:r>
            </a:p>
          </p:txBody>
        </p:sp>
        <p:sp>
          <p:nvSpPr>
            <p:cNvPr id="208" name="line_207">
              <a:extLst>
                <a:ext uri="{FF2B5EF4-FFF2-40B4-BE49-F238E27FC236}">
                  <ns2:creationId id="{4D6F0CB5-5EC7-47D1-BD93-2B4A133BC092}"/>
                </a:ext>
              </a:extLst>
            </p:cNvPr>
            <p:cNvSpPr>
              <a:spLocks noGrp="1"/>
            </p:cNvSpPr>
            <p:nvPr/>
          </p:nvSpPr>
          <p:spPr>
            <a:xfrm>
              <a:off x="10815205" y="9172575"/>
              <a:ext cx="95" cy="38100"/>
            </a:xfrm>
            <a:custGeom>
              <a:pathLst>
                <a:path w="95" h="38100">
                  <a:moveTo>
                    <a:pt x="0" y="0"/>
                  </a:moveTo>
                  <a:lnTo>
                    <a:pt x="0" y="38100"/>
                  </a:lnTo>
                </a:path>
              </a:pathLst>
            </a:custGeom>
            <a:noFill/>
            <a:ln w="3933">
              <a:solidFill>
                <a:srgbClr val="000000"/>
              </a:solidFill>
              <a:prstDash val="solid"/>
            </a:ln>
          </p:spPr>
        </p:sp>
        <p:sp>
          <p:nvSpPr>
            <p:cNvPr id="209" name="text_208">
              <a:extLst>
                <a:ext uri="{FF2B5EF4-FFF2-40B4-BE49-F238E27FC236}">
                  <ns2:creationId id="{DDE2C25D-CD13-4B0B-AC80-C7BD5D15C979}"/>
                </a:ext>
              </a:extLst>
            </p:cNvPr>
            <p:cNvSpPr>
              <a:spLocks noGrp="1"/>
            </p:cNvSpPr>
            <p:nvPr/>
          </p:nvSpPr>
          <p:spPr>
            <a:xfrm rot="0">
              <a:off x="10415155" y="9239250"/>
              <a:ext cx="800100" cy="228600"/>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07-16</a:t>
              </a:r>
            </a:p>
          </p:txBody>
        </p:sp>
        <p:sp>
          <p:nvSpPr>
            <p:cNvPr id="210" name="line_209">
              <a:extLst>
                <a:ext uri="{FF2B5EF4-FFF2-40B4-BE49-F238E27FC236}">
                  <ns2:creationId id="{51E19357-B7D0-43BE-B907-28F99B926233}"/>
                </a:ext>
              </a:extLst>
            </p:cNvPr>
            <p:cNvSpPr>
              <a:spLocks noGrp="1"/>
            </p:cNvSpPr>
            <p:nvPr/>
          </p:nvSpPr>
          <p:spPr>
            <a:xfrm>
              <a:off x="11871614" y="9172575"/>
              <a:ext cx="95" cy="38100"/>
            </a:xfrm>
            <a:custGeom>
              <a:pathLst>
                <a:path w="95" h="38100">
                  <a:moveTo>
                    <a:pt x="0" y="0"/>
                  </a:moveTo>
                  <a:lnTo>
                    <a:pt x="0" y="38100"/>
                  </a:lnTo>
                </a:path>
              </a:pathLst>
            </a:custGeom>
            <a:noFill/>
            <a:ln w="3933">
              <a:solidFill>
                <a:srgbClr val="000000"/>
              </a:solidFill>
              <a:prstDash val="solid"/>
            </a:ln>
          </p:spPr>
        </p:sp>
        <p:sp>
          <p:nvSpPr>
            <p:cNvPr id="211" name="text_210">
              <a:extLst>
                <a:ext uri="{FF2B5EF4-FFF2-40B4-BE49-F238E27FC236}">
                  <ns2:creationId id="{1AFE5CCB-DBCE-42F1-90FF-90A2D9559EC0}"/>
                </a:ext>
              </a:extLst>
            </p:cNvPr>
            <p:cNvSpPr>
              <a:spLocks noGrp="1"/>
            </p:cNvSpPr>
            <p:nvPr/>
          </p:nvSpPr>
          <p:spPr>
            <a:xfrm rot="0">
              <a:off x="11471564" y="9239250"/>
              <a:ext cx="800100" cy="228600"/>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07-18</a:t>
              </a:r>
            </a:p>
          </p:txBody>
        </p:sp>
        <p:sp>
          <p:nvSpPr>
            <p:cNvPr id="212" name="line_211">
              <a:extLst>
                <a:ext uri="{FF2B5EF4-FFF2-40B4-BE49-F238E27FC236}">
                  <ns2:creationId id="{EB0315F3-0CFD-4CC4-BF40-B7C91DE842C1}"/>
                </a:ext>
              </a:extLst>
            </p:cNvPr>
            <p:cNvSpPr>
              <a:spLocks noGrp="1"/>
            </p:cNvSpPr>
            <p:nvPr/>
          </p:nvSpPr>
          <p:spPr>
            <a:xfrm>
              <a:off x="12928023" y="9172575"/>
              <a:ext cx="95" cy="38100"/>
            </a:xfrm>
            <a:custGeom>
              <a:pathLst>
                <a:path w="95" h="38100">
                  <a:moveTo>
                    <a:pt x="0" y="0"/>
                  </a:moveTo>
                  <a:lnTo>
                    <a:pt x="0" y="38100"/>
                  </a:lnTo>
                </a:path>
              </a:pathLst>
            </a:custGeom>
            <a:noFill/>
            <a:ln w="3933">
              <a:solidFill>
                <a:srgbClr val="000000"/>
              </a:solidFill>
              <a:prstDash val="solid"/>
            </a:ln>
          </p:spPr>
        </p:sp>
        <p:sp>
          <p:nvSpPr>
            <p:cNvPr id="213" name="text_212">
              <a:extLst>
                <a:ext uri="{FF2B5EF4-FFF2-40B4-BE49-F238E27FC236}">
                  <ns2:creationId id="{E1D510EA-C4EF-4D34-8328-2D7F008841D6}"/>
                </a:ext>
              </a:extLst>
            </p:cNvPr>
            <p:cNvSpPr>
              <a:spLocks noGrp="1"/>
            </p:cNvSpPr>
            <p:nvPr/>
          </p:nvSpPr>
          <p:spPr>
            <a:xfrm rot="0">
              <a:off x="12527973" y="9239250"/>
              <a:ext cx="800100" cy="228600"/>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07-20</a:t>
              </a:r>
            </a:p>
          </p:txBody>
        </p:sp>
        <p:sp>
          <p:nvSpPr>
            <p:cNvPr id="214" name="rect_213">
              <a:extLst>
                <a:ext uri="{FF2B5EF4-FFF2-40B4-BE49-F238E27FC236}">
                  <ns2:creationId id="{787CA21D-058D-44FC-AE98-456B9B2871D6}"/>
                </a:ext>
              </a:extLst>
            </p:cNvPr>
            <p:cNvSpPr>
              <a:spLocks noGrp="1"/>
            </p:cNvSpPr>
            <p:nvPr/>
          </p:nvSpPr>
          <p:spPr>
            <a:xfrm rot="0">
              <a:off x="7381875" y="8210550"/>
              <a:ext cx="5810250" cy="962025"/>
            </a:xfrm>
            <a:prstGeom prst="rect">
              <a:avLst/>
            </a:prstGeom>
            <a:noFill/>
            <a:ln w="3195">
              <a:solidFill>
                <a:srgbClr val="6A7278"/>
              </a:solidFill>
              <a:prstDash val="solid"/>
            </a:ln>
          </p:spPr>
        </p:sp>
        <p:sp>
          <p:nvSpPr>
            <p:cNvPr id="215" name="text_214">
              <a:extLst>
                <a:ext uri="{FF2B5EF4-FFF2-40B4-BE49-F238E27FC236}">
                  <ns2:creationId id="{545CE4F2-FE22-4F0B-A831-FB4469EA2CAE}"/>
                </a:ext>
              </a:extLst>
            </p:cNvPr>
            <p:cNvSpPr>
              <a:spLocks noGrp="1"/>
            </p:cNvSpPr>
            <p:nvPr/>
          </p:nvSpPr>
          <p:spPr>
            <a:xfrm rot="0">
              <a:off x="7381875" y="7934325"/>
              <a:ext cx="5810250" cy="238125"/>
            </a:xfrm>
            <a:prstGeom prst="rect">
              <a:avLst/>
            </a:prstGeom>
            <a:noFill/>
            <a:ln w="0">
              <a:noFill/>
              <a:prstDash val="solid"/>
            </a:ln>
          </p:spPr>
          <p:txBody>
            <a:bodyPr wrap="none" lIns="0" tIns="0" rIns="0" bIns="0" anchor="t">
              <a:noAutofit/>
            </a:bodyPr>
            <a:lstStyle>
              <a:defPPr algn="l">
                <a:defRPr sz="774" b="1">
                  <a:solidFill>
                    <a:srgbClr val="000000"/>
                  </a:solidFill>
                  <a:latin typeface="Arial"/>
                  <a:ea typeface="Arial"/>
                  <a:cs typeface="Arial"/>
                </a:defRPr>
              </a:defPPr>
              <a:lvl1pPr algn="l">
                <a:defRPr sz="774" b="1">
                  <a:solidFill>
                    <a:srgbClr val="000000"/>
                  </a:solidFill>
                  <a:latin typeface="Arial"/>
                  <a:ea typeface="Arial"/>
                  <a:cs typeface="Arial"/>
                </a:defRPr>
              </a:lvl1pPr>
              <a:lvl2pPr algn="l">
                <a:defRPr sz="774" b="1">
                  <a:solidFill>
                    <a:srgbClr val="000000"/>
                  </a:solidFill>
                  <a:latin typeface="Arial"/>
                  <a:ea typeface="Arial"/>
                  <a:cs typeface="Arial"/>
                </a:defRPr>
              </a:lvl2pPr>
              <a:lvl3pPr algn="l">
                <a:defRPr sz="774" b="1">
                  <a:solidFill>
                    <a:srgbClr val="000000"/>
                  </a:solidFill>
                  <a:latin typeface="Arial"/>
                  <a:ea typeface="Arial"/>
                  <a:cs typeface="Arial"/>
                </a:defRPr>
              </a:lvl3pPr>
              <a:lvl4pPr algn="l">
                <a:defRPr sz="774" b="1">
                  <a:solidFill>
                    <a:srgbClr val="000000"/>
                  </a:solidFill>
                  <a:latin typeface="Arial"/>
                  <a:ea typeface="Arial"/>
                  <a:cs typeface="Arial"/>
                </a:defRPr>
              </a:lvl4pPr>
              <a:lvl5pPr algn="l">
                <a:defRPr sz="774" b="1">
                  <a:solidFill>
                    <a:srgbClr val="000000"/>
                  </a:solidFill>
                  <a:latin typeface="Arial"/>
                  <a:ea typeface="Arial"/>
                  <a:cs typeface="Arial"/>
                </a:defRPr>
              </a:lvl5pPr>
              <a:lvl6pPr algn="l">
                <a:defRPr sz="774" b="1">
                  <a:solidFill>
                    <a:srgbClr val="000000"/>
                  </a:solidFill>
                  <a:latin typeface="Arial"/>
                  <a:ea typeface="Arial"/>
                  <a:cs typeface="Arial"/>
                </a:defRPr>
              </a:lvl6pPr>
              <a:lvl7pPr algn="l">
                <a:defRPr sz="774" b="1">
                  <a:solidFill>
                    <a:srgbClr val="000000"/>
                  </a:solidFill>
                  <a:latin typeface="Arial"/>
                  <a:ea typeface="Arial"/>
                  <a:cs typeface="Arial"/>
                </a:defRPr>
              </a:lvl7pPr>
              <a:lvl8pPr algn="l">
                <a:defRPr sz="774" b="1">
                  <a:solidFill>
                    <a:srgbClr val="000000"/>
                  </a:solidFill>
                  <a:latin typeface="Arial"/>
                  <a:ea typeface="Arial"/>
                  <a:cs typeface="Arial"/>
                </a:defRPr>
              </a:lvl8pPr>
              <a:lvl9pPr algn="l">
                <a:defRPr sz="774" b="1">
                  <a:solidFill>
                    <a:srgbClr val="000000"/>
                  </a:solidFill>
                  <a:latin typeface="Arial"/>
                  <a:ea typeface="Arial"/>
                  <a:cs typeface="Arial"/>
                </a:defRPr>
              </a:lvl9pPr>
            </a:lstStyle>
            <a:p>
              <a:pPr algn="l">
                <a:defRPr sz="774" b="1">
                  <a:solidFill>
                    <a:srgbClr val="000000"/>
                  </a:solidFill>
                  <a:latin typeface="Arial"/>
                  <a:ea typeface="Arial"/>
                  <a:cs typeface="Arial"/>
                </a:defRPr>
              </a:pPr>
              <a:r>
                <a:rPr sz="774" b="1">
                  <a:solidFill>
                    <a:srgbClr val="000000"/>
                  </a:solidFill>
                  <a:latin typeface="Arial"/>
                  <a:ea typeface="Arial"/>
                  <a:cs typeface="Arial"/>
                </a:rPr>
                <a:t>RG-MTM-R20</a:t>
              </a:r>
            </a:p>
          </p:txBody>
        </p:sp>
        <p:sp>
          <p:nvSpPr>
            <p:cNvPr id="216" name="path_215">
              <a:extLst>
                <a:ext uri="{FF2B5EF4-FFF2-40B4-BE49-F238E27FC236}">
                  <ns2:creationId id="{5CEC51B0-5BF2-4821-B9F3-71C2C411A11B}"/>
                </a:ext>
              </a:extLst>
            </p:cNvPr>
            <p:cNvSpPr>
              <a:spLocks noGrp="1"/>
            </p:cNvSpPr>
            <p:nvPr/>
          </p:nvSpPr>
          <p:spPr>
            <a:xfrm>
              <a:off x="9758795" y="9060475"/>
              <a:ext cx="1056409" cy="35668"/>
            </a:xfrm>
            <a:custGeom>
              <a:pathLst>
                <a:path w="1056409" h="35668">
                  <a:moveTo>
                    <a:pt x="0" y="28195"/>
                  </a:moveTo>
                  <a:lnTo>
                    <a:pt x="528205" y="35668"/>
                  </a:lnTo>
                  <a:lnTo>
                    <a:pt x="1056409" y="0"/>
                  </a:lnTo>
                </a:path>
              </a:pathLst>
            </a:custGeom>
            <a:noFill/>
            <a:ln w="16961">
              <a:solidFill>
                <a:srgbClr val="FFFFFF"/>
              </a:solidFill>
              <a:prstDash val="dash"/>
            </a:ln>
          </p:spPr>
        </p:sp>
        <p:sp>
          <p:nvSpPr>
            <p:cNvPr id="217" name="path_216">
              <a:extLst>
                <a:ext uri="{FF2B5EF4-FFF2-40B4-BE49-F238E27FC236}">
                  <ns2:creationId id="{714DE3E9-5BC6-4361-AA53-63EBBEBDC5F5}"/>
                </a:ext>
              </a:extLst>
            </p:cNvPr>
            <p:cNvSpPr>
              <a:spLocks noGrp="1"/>
            </p:cNvSpPr>
            <p:nvPr/>
          </p:nvSpPr>
          <p:spPr>
            <a:xfrm>
              <a:off x="9758795" y="9060475"/>
              <a:ext cx="1056409" cy="35668"/>
            </a:xfrm>
            <a:custGeom>
              <a:pathLst>
                <a:path w="1056409" h="35668">
                  <a:moveTo>
                    <a:pt x="0" y="28195"/>
                  </a:moveTo>
                  <a:lnTo>
                    <a:pt x="528205" y="35668"/>
                  </a:lnTo>
                  <a:lnTo>
                    <a:pt x="1056409" y="0"/>
                  </a:lnTo>
                </a:path>
              </a:pathLst>
            </a:custGeom>
            <a:noFill/>
            <a:ln w="7128">
              <a:solidFill>
                <a:srgbClr val="0072B2"/>
              </a:solidFill>
              <a:prstDash val="dash"/>
            </a:ln>
          </p:spPr>
        </p:sp>
        <p:sp>
          <p:nvSpPr>
            <p:cNvPr id="218" name="path_217">
              <a:extLst>
                <a:ext uri="{FF2B5EF4-FFF2-40B4-BE49-F238E27FC236}">
                  <ns2:creationId id="{B527AC6E-B509-47B3-8C0E-C5926D28A0BE}"/>
                </a:ext>
              </a:extLst>
            </p:cNvPr>
            <p:cNvSpPr>
              <a:spLocks noGrp="1"/>
            </p:cNvSpPr>
            <p:nvPr/>
          </p:nvSpPr>
          <p:spPr>
            <a:xfrm>
              <a:off x="9758795" y="9064039"/>
              <a:ext cx="1056409" cy="32655"/>
            </a:xfrm>
            <a:custGeom>
              <a:pathLst>
                <a:path w="1056409" h="32655">
                  <a:moveTo>
                    <a:pt x="0" y="32655"/>
                  </a:moveTo>
                  <a:lnTo>
                    <a:pt x="528205" y="24197"/>
                  </a:lnTo>
                  <a:lnTo>
                    <a:pt x="1056409" y="0"/>
                  </a:lnTo>
                </a:path>
              </a:pathLst>
            </a:custGeom>
            <a:noFill/>
            <a:ln w="21631">
              <a:solidFill>
                <a:srgbClr val="FFFFFF"/>
              </a:solidFill>
              <a:prstDash val="solid"/>
            </a:ln>
          </p:spPr>
        </p:sp>
        <p:sp>
          <p:nvSpPr>
            <p:cNvPr id="219" name="path_218">
              <a:extLst>
                <a:ext uri="{FF2B5EF4-FFF2-40B4-BE49-F238E27FC236}">
                  <ns2:creationId id="{BC00735A-C242-4073-B8CF-8238C85F543D}"/>
                </a:ext>
              </a:extLst>
            </p:cNvPr>
            <p:cNvSpPr>
              <a:spLocks noGrp="1"/>
            </p:cNvSpPr>
            <p:nvPr/>
          </p:nvSpPr>
          <p:spPr>
            <a:xfrm>
              <a:off x="9758795" y="9064039"/>
              <a:ext cx="1056409" cy="32655"/>
            </a:xfrm>
            <a:custGeom>
              <a:pathLst>
                <a:path w="1056409" h="32655">
                  <a:moveTo>
                    <a:pt x="0" y="32655"/>
                  </a:moveTo>
                  <a:lnTo>
                    <a:pt x="528205" y="24197"/>
                  </a:lnTo>
                  <a:lnTo>
                    <a:pt x="1056409" y="0"/>
                  </a:lnTo>
                </a:path>
              </a:pathLst>
            </a:custGeom>
            <a:noFill/>
            <a:ln w="11799">
              <a:solidFill>
                <a:srgbClr val="0072B2"/>
              </a:solidFill>
              <a:prstDash val="solid"/>
            </a:ln>
          </p:spPr>
        </p:sp>
        <p:sp>
          <p:nvSpPr>
            <p:cNvPr id="220" name="ellipse_219">
              <a:extLst>
                <a:ext uri="{FF2B5EF4-FFF2-40B4-BE49-F238E27FC236}">
                  <ns2:creationId id="{8496735F-B0A7-4A81-90DE-C2654FCEFD26}"/>
                </a:ext>
              </a:extLst>
            </p:cNvPr>
            <p:cNvSpPr>
              <a:spLocks noGrp="1"/>
            </p:cNvSpPr>
            <p:nvPr/>
          </p:nvSpPr>
          <p:spPr>
            <a:xfrm rot="0">
              <a:off x="9727363" y="9065261"/>
              <a:ext cx="62865" cy="62865"/>
            </a:xfrm>
            <a:prstGeom prst="ellipse">
              <a:avLst/>
            </a:prstGeom>
            <a:solidFill>
              <a:srgbClr val="FFFFFF"/>
            </a:solidFill>
            <a:ln w="8849">
              <a:solidFill>
                <a:srgbClr val="0072B2"/>
              </a:solidFill>
              <a:prstDash val="solid"/>
            </a:ln>
          </p:spPr>
        </p:sp>
        <p:sp>
          <p:nvSpPr>
            <p:cNvPr id="221" name="ellipse_220">
              <a:extLst>
                <a:ext uri="{FF2B5EF4-FFF2-40B4-BE49-F238E27FC236}">
                  <ns2:creationId id="{6513A9DA-386B-442F-A2C9-BE3552BCF486}"/>
                </a:ext>
              </a:extLst>
            </p:cNvPr>
            <p:cNvSpPr>
              <a:spLocks noGrp="1"/>
            </p:cNvSpPr>
            <p:nvPr/>
          </p:nvSpPr>
          <p:spPr>
            <a:xfrm rot="0">
              <a:off x="10255568" y="9056804"/>
              <a:ext cx="62865" cy="62865"/>
            </a:xfrm>
            <a:prstGeom prst="ellipse">
              <a:avLst/>
            </a:prstGeom>
            <a:solidFill>
              <a:srgbClr val="FFFFFF"/>
            </a:solidFill>
            <a:ln w="8849">
              <a:solidFill>
                <a:srgbClr val="0072B2"/>
              </a:solidFill>
              <a:prstDash val="solid"/>
            </a:ln>
          </p:spPr>
        </p:sp>
        <p:sp>
          <p:nvSpPr>
            <p:cNvPr id="222" name="ellipse_221">
              <a:extLst>
                <a:ext uri="{FF2B5EF4-FFF2-40B4-BE49-F238E27FC236}">
                  <ns2:creationId id="{BD017648-F60D-430E-980A-5D160B9D5062}"/>
                </a:ext>
              </a:extLst>
            </p:cNvPr>
            <p:cNvSpPr>
              <a:spLocks noGrp="1"/>
            </p:cNvSpPr>
            <p:nvPr/>
          </p:nvSpPr>
          <p:spPr>
            <a:xfrm rot="0">
              <a:off x="10783772" y="9032606"/>
              <a:ext cx="62865" cy="62865"/>
            </a:xfrm>
            <a:prstGeom prst="ellipse">
              <a:avLst/>
            </a:prstGeom>
            <a:solidFill>
              <a:srgbClr val="FFFFFF"/>
            </a:solidFill>
            <a:ln w="8849">
              <a:solidFill>
                <a:srgbClr val="0072B2"/>
              </a:solidFill>
              <a:prstDash val="solid"/>
            </a:ln>
          </p:spPr>
        </p:sp>
        <p:sp>
          <p:nvSpPr>
            <p:cNvPr id="223" name="text_222">
              <a:extLst>
                <a:ext uri="{FF2B5EF4-FFF2-40B4-BE49-F238E27FC236}">
                  <ns2:creationId id="{3ADE644B-0872-4677-B8B5-5BDD8EA40C07}"/>
                </a:ext>
              </a:extLst>
            </p:cNvPr>
            <p:cNvSpPr>
              <a:spLocks noGrp="1"/>
            </p:cNvSpPr>
            <p:nvPr/>
          </p:nvSpPr>
          <p:spPr>
            <a:xfrm rot="0">
              <a:off x="9530195" y="8839519"/>
              <a:ext cx="238125" cy="247650"/>
            </a:xfrm>
            <a:prstGeom prst="rect">
              <a:avLst/>
            </a:prstGeom>
            <a:noFill/>
            <a:ln w="0">
              <a:noFill/>
              <a:prstDash val="solid"/>
            </a:ln>
          </p:spPr>
          <p:txBody>
            <a:bodyPr wrap="none" lIns="0" tIns="0" rIns="0" bIns="0" anchor="t">
              <a:noAutofit/>
            </a:bodyPr>
            <a:lstStyle>
              <a:defPPr algn="l">
                <a:defRPr sz="735" b="1">
                  <a:solidFill>
                    <a:srgbClr val="0072B2"/>
                  </a:solidFill>
                  <a:latin typeface="Arial"/>
                  <a:ea typeface="Arial"/>
                  <a:cs typeface="Arial"/>
                </a:defRPr>
              </a:defPPr>
              <a:lvl1pPr algn="l">
                <a:defRPr sz="735" b="1">
                  <a:solidFill>
                    <a:srgbClr val="0072B2"/>
                  </a:solidFill>
                  <a:latin typeface="Arial"/>
                  <a:ea typeface="Arial"/>
                  <a:cs typeface="Arial"/>
                </a:defRPr>
              </a:lvl1pPr>
              <a:lvl2pPr algn="l">
                <a:defRPr sz="735" b="1">
                  <a:solidFill>
                    <a:srgbClr val="0072B2"/>
                  </a:solidFill>
                  <a:latin typeface="Arial"/>
                  <a:ea typeface="Arial"/>
                  <a:cs typeface="Arial"/>
                </a:defRPr>
              </a:lvl2pPr>
              <a:lvl3pPr algn="l">
                <a:defRPr sz="735" b="1">
                  <a:solidFill>
                    <a:srgbClr val="0072B2"/>
                  </a:solidFill>
                  <a:latin typeface="Arial"/>
                  <a:ea typeface="Arial"/>
                  <a:cs typeface="Arial"/>
                </a:defRPr>
              </a:lvl3pPr>
              <a:lvl4pPr algn="l">
                <a:defRPr sz="735" b="1">
                  <a:solidFill>
                    <a:srgbClr val="0072B2"/>
                  </a:solidFill>
                  <a:latin typeface="Arial"/>
                  <a:ea typeface="Arial"/>
                  <a:cs typeface="Arial"/>
                </a:defRPr>
              </a:lvl4pPr>
              <a:lvl5pPr algn="l">
                <a:defRPr sz="735" b="1">
                  <a:solidFill>
                    <a:srgbClr val="0072B2"/>
                  </a:solidFill>
                  <a:latin typeface="Arial"/>
                  <a:ea typeface="Arial"/>
                  <a:cs typeface="Arial"/>
                </a:defRPr>
              </a:lvl5pPr>
              <a:lvl6pPr algn="l">
                <a:defRPr sz="735" b="1">
                  <a:solidFill>
                    <a:srgbClr val="0072B2"/>
                  </a:solidFill>
                  <a:latin typeface="Arial"/>
                  <a:ea typeface="Arial"/>
                  <a:cs typeface="Arial"/>
                </a:defRPr>
              </a:lvl6pPr>
              <a:lvl7pPr algn="l">
                <a:defRPr sz="735" b="1">
                  <a:solidFill>
                    <a:srgbClr val="0072B2"/>
                  </a:solidFill>
                  <a:latin typeface="Arial"/>
                  <a:ea typeface="Arial"/>
                  <a:cs typeface="Arial"/>
                </a:defRPr>
              </a:lvl7pPr>
              <a:lvl8pPr algn="l">
                <a:defRPr sz="735" b="1">
                  <a:solidFill>
                    <a:srgbClr val="0072B2"/>
                  </a:solidFill>
                  <a:latin typeface="Arial"/>
                  <a:ea typeface="Arial"/>
                  <a:cs typeface="Arial"/>
                </a:defRPr>
              </a:lvl8pPr>
              <a:lvl9pPr algn="l">
                <a:defRPr sz="735" b="1">
                  <a:solidFill>
                    <a:srgbClr val="0072B2"/>
                  </a:solidFill>
                  <a:latin typeface="Arial"/>
                  <a:ea typeface="Arial"/>
                  <a:cs typeface="Arial"/>
                </a:defRPr>
              </a:lvl9pPr>
            </a:lstStyle>
            <a:p>
              <a:pPr algn="l">
                <a:defRPr sz="735" b="1">
                  <a:solidFill>
                    <a:srgbClr val="0072B2"/>
                  </a:solidFill>
                  <a:latin typeface="Arial"/>
                  <a:ea typeface="Arial"/>
                  <a:cs typeface="Arial"/>
                </a:defRPr>
              </a:pPr>
              <a:r>
                <a:rPr sz="735" b="1">
                  <a:solidFill>
                    <a:srgbClr val="0072B2"/>
                  </a:solidFill>
                  <a:latin typeface="Arial"/>
                  <a:ea typeface="Arial"/>
                  <a:cs typeface="Arial"/>
                </a:rPr>
                <a:t>A</a:t>
              </a:r>
            </a:p>
          </p:txBody>
        </p:sp>
        <p:sp>
          <p:nvSpPr>
            <p:cNvPr id="224" name="path_223">
              <a:extLst>
                <a:ext uri="{FF2B5EF4-FFF2-40B4-BE49-F238E27FC236}">
                  <ns2:creationId id="{4EBF944C-810B-4AD9-B6E6-EE9B9AA0EEC5}"/>
                </a:ext>
              </a:extLst>
            </p:cNvPr>
            <p:cNvSpPr>
              <a:spLocks noGrp="1"/>
            </p:cNvSpPr>
            <p:nvPr/>
          </p:nvSpPr>
          <p:spPr>
            <a:xfrm>
              <a:off x="7645977" y="8274413"/>
              <a:ext cx="5282045" cy="752090"/>
            </a:xfrm>
            <a:custGeom>
              <a:pathLst>
                <a:path w="5282045" h="752090">
                  <a:moveTo>
                    <a:pt x="0" y="553372"/>
                  </a:moveTo>
                  <a:lnTo>
                    <a:pt x="528205" y="0"/>
                  </a:lnTo>
                  <a:lnTo>
                    <a:pt x="1056409" y="619948"/>
                  </a:lnTo>
                  <a:lnTo>
                    <a:pt x="1584614" y="292823"/>
                  </a:lnTo>
                  <a:lnTo>
                    <a:pt x="2112818" y="292823"/>
                  </a:lnTo>
                  <a:lnTo>
                    <a:pt x="2641023" y="24459"/>
                  </a:lnTo>
                  <a:lnTo>
                    <a:pt x="3169227" y="269045"/>
                  </a:lnTo>
                  <a:lnTo>
                    <a:pt x="3697432" y="750394"/>
                  </a:lnTo>
                  <a:lnTo>
                    <a:pt x="4225636" y="752090"/>
                  </a:lnTo>
                  <a:lnTo>
                    <a:pt x="4753841" y="493238"/>
                  </a:lnTo>
                  <a:lnTo>
                    <a:pt x="5282045" y="473196"/>
                  </a:lnTo>
                </a:path>
              </a:pathLst>
            </a:custGeom>
            <a:noFill/>
            <a:ln w="16961">
              <a:solidFill>
                <a:srgbClr val="FFFFFF"/>
              </a:solidFill>
              <a:prstDash val="dash"/>
            </a:ln>
          </p:spPr>
        </p:sp>
        <p:sp>
          <p:nvSpPr>
            <p:cNvPr id="225" name="path_224">
              <a:extLst>
                <a:ext uri="{FF2B5EF4-FFF2-40B4-BE49-F238E27FC236}">
                  <ns2:creationId id="{CF4DAC96-9281-43DD-957B-83EABA2F636B}"/>
                </a:ext>
              </a:extLst>
            </p:cNvPr>
            <p:cNvSpPr>
              <a:spLocks noGrp="1"/>
            </p:cNvSpPr>
            <p:nvPr/>
          </p:nvSpPr>
          <p:spPr>
            <a:xfrm>
              <a:off x="7645977" y="8274413"/>
              <a:ext cx="5282045" cy="752090"/>
            </a:xfrm>
            <a:custGeom>
              <a:pathLst>
                <a:path w="5282045" h="752090">
                  <a:moveTo>
                    <a:pt x="0" y="553372"/>
                  </a:moveTo>
                  <a:lnTo>
                    <a:pt x="528205" y="0"/>
                  </a:lnTo>
                  <a:lnTo>
                    <a:pt x="1056409" y="619948"/>
                  </a:lnTo>
                  <a:lnTo>
                    <a:pt x="1584614" y="292823"/>
                  </a:lnTo>
                  <a:lnTo>
                    <a:pt x="2112818" y="292823"/>
                  </a:lnTo>
                  <a:lnTo>
                    <a:pt x="2641023" y="24459"/>
                  </a:lnTo>
                  <a:lnTo>
                    <a:pt x="3169227" y="269045"/>
                  </a:lnTo>
                  <a:lnTo>
                    <a:pt x="3697432" y="750394"/>
                  </a:lnTo>
                  <a:lnTo>
                    <a:pt x="4225636" y="752090"/>
                  </a:lnTo>
                  <a:lnTo>
                    <a:pt x="4753841" y="493238"/>
                  </a:lnTo>
                  <a:lnTo>
                    <a:pt x="5282045" y="473196"/>
                  </a:lnTo>
                </a:path>
              </a:pathLst>
            </a:custGeom>
            <a:noFill/>
            <a:ln w="7128">
              <a:solidFill>
                <a:srgbClr val="D55E00"/>
              </a:solidFill>
              <a:prstDash val="dash"/>
            </a:ln>
          </p:spPr>
        </p:sp>
        <p:sp>
          <p:nvSpPr>
            <p:cNvPr id="226" name="path_225">
              <a:extLst>
                <a:ext uri="{FF2B5EF4-FFF2-40B4-BE49-F238E27FC236}">
                  <ns2:creationId id="{2DEFBE2F-199F-42C2-84D2-4E838E036907}"/>
                </a:ext>
              </a:extLst>
            </p:cNvPr>
            <p:cNvSpPr>
              <a:spLocks noGrp="1"/>
            </p:cNvSpPr>
            <p:nvPr/>
          </p:nvSpPr>
          <p:spPr>
            <a:xfrm>
              <a:off x="7645977" y="8306870"/>
              <a:ext cx="5282045" cy="727568"/>
            </a:xfrm>
            <a:custGeom>
              <a:pathLst>
                <a:path w="5282045" h="727568">
                  <a:moveTo>
                    <a:pt x="0" y="520833"/>
                  </a:moveTo>
                  <a:lnTo>
                    <a:pt x="528205" y="23963"/>
                  </a:lnTo>
                  <a:lnTo>
                    <a:pt x="1056409" y="595539"/>
                  </a:lnTo>
                  <a:lnTo>
                    <a:pt x="1584614" y="252311"/>
                  </a:lnTo>
                  <a:lnTo>
                    <a:pt x="2112818" y="252311"/>
                  </a:lnTo>
                  <a:lnTo>
                    <a:pt x="2641023" y="0"/>
                  </a:lnTo>
                  <a:lnTo>
                    <a:pt x="3169227" y="231403"/>
                  </a:lnTo>
                  <a:lnTo>
                    <a:pt x="3697432" y="725924"/>
                  </a:lnTo>
                  <a:lnTo>
                    <a:pt x="4225636" y="727568"/>
                  </a:lnTo>
                  <a:lnTo>
                    <a:pt x="4753841" y="452704"/>
                  </a:lnTo>
                  <a:lnTo>
                    <a:pt x="5282045" y="439783"/>
                  </a:lnTo>
                </a:path>
              </a:pathLst>
            </a:custGeom>
            <a:noFill/>
            <a:ln w="21631">
              <a:solidFill>
                <a:srgbClr val="FFFFFF"/>
              </a:solidFill>
              <a:prstDash val="solid"/>
            </a:ln>
          </p:spPr>
        </p:sp>
        <p:sp>
          <p:nvSpPr>
            <p:cNvPr id="227" name="path_226">
              <a:extLst>
                <a:ext uri="{FF2B5EF4-FFF2-40B4-BE49-F238E27FC236}">
                  <ns2:creationId id="{70E1670F-2E92-48B6-BE45-C28F4690478D}"/>
                </a:ext>
              </a:extLst>
            </p:cNvPr>
            <p:cNvSpPr>
              <a:spLocks noGrp="1"/>
            </p:cNvSpPr>
            <p:nvPr/>
          </p:nvSpPr>
          <p:spPr>
            <a:xfrm>
              <a:off x="7645977" y="8306870"/>
              <a:ext cx="5282045" cy="727568"/>
            </a:xfrm>
            <a:custGeom>
              <a:pathLst>
                <a:path w="5282045" h="727568">
                  <a:moveTo>
                    <a:pt x="0" y="520833"/>
                  </a:moveTo>
                  <a:lnTo>
                    <a:pt x="528205" y="23963"/>
                  </a:lnTo>
                  <a:lnTo>
                    <a:pt x="1056409" y="595539"/>
                  </a:lnTo>
                  <a:lnTo>
                    <a:pt x="1584614" y="252311"/>
                  </a:lnTo>
                  <a:lnTo>
                    <a:pt x="2112818" y="252311"/>
                  </a:lnTo>
                  <a:lnTo>
                    <a:pt x="2641023" y="0"/>
                  </a:lnTo>
                  <a:lnTo>
                    <a:pt x="3169227" y="231403"/>
                  </a:lnTo>
                  <a:lnTo>
                    <a:pt x="3697432" y="725924"/>
                  </a:lnTo>
                  <a:lnTo>
                    <a:pt x="4225636" y="727568"/>
                  </a:lnTo>
                  <a:lnTo>
                    <a:pt x="4753841" y="452704"/>
                  </a:lnTo>
                  <a:lnTo>
                    <a:pt x="5282045" y="439783"/>
                  </a:lnTo>
                </a:path>
              </a:pathLst>
            </a:custGeom>
            <a:noFill/>
            <a:ln w="11799">
              <a:solidFill>
                <a:srgbClr val="D55E00"/>
              </a:solidFill>
              <a:prstDash val="solid"/>
            </a:ln>
          </p:spPr>
        </p:sp>
        <p:sp>
          <p:nvSpPr>
            <p:cNvPr id="228" name="ellipse_227">
              <a:extLst>
                <a:ext uri="{FF2B5EF4-FFF2-40B4-BE49-F238E27FC236}">
                  <ns2:creationId id="{276DA097-29F9-4DBE-96B1-930C903545B8}"/>
                </a:ext>
              </a:extLst>
            </p:cNvPr>
            <p:cNvSpPr>
              <a:spLocks noGrp="1"/>
            </p:cNvSpPr>
            <p:nvPr/>
          </p:nvSpPr>
          <p:spPr>
            <a:xfrm rot="0">
              <a:off x="9727363" y="8527749"/>
              <a:ext cx="62865" cy="62865"/>
            </a:xfrm>
            <a:prstGeom prst="ellipse">
              <a:avLst/>
            </a:prstGeom>
            <a:solidFill>
              <a:srgbClr val="FFFFFF"/>
            </a:solidFill>
            <a:ln w="8849">
              <a:solidFill>
                <a:srgbClr val="D55E00"/>
              </a:solidFill>
              <a:prstDash val="solid"/>
            </a:ln>
          </p:spPr>
        </p:sp>
        <p:sp>
          <p:nvSpPr>
            <p:cNvPr id="229" name="ellipse_228">
              <a:extLst>
                <a:ext uri="{FF2B5EF4-FFF2-40B4-BE49-F238E27FC236}">
                  <ns2:creationId id="{EE71417A-3B80-46F0-B584-C239F277CB64}"/>
                </a:ext>
              </a:extLst>
            </p:cNvPr>
            <p:cNvSpPr>
              <a:spLocks noGrp="1"/>
            </p:cNvSpPr>
            <p:nvPr/>
          </p:nvSpPr>
          <p:spPr>
            <a:xfrm rot="0">
              <a:off x="10255568" y="8275437"/>
              <a:ext cx="62865" cy="62865"/>
            </a:xfrm>
            <a:prstGeom prst="ellipse">
              <a:avLst/>
            </a:prstGeom>
            <a:solidFill>
              <a:srgbClr val="FFFFFF"/>
            </a:solidFill>
            <a:ln w="8849">
              <a:solidFill>
                <a:srgbClr val="D55E00"/>
              </a:solidFill>
              <a:prstDash val="solid"/>
            </a:ln>
          </p:spPr>
        </p:sp>
        <p:sp>
          <p:nvSpPr>
            <p:cNvPr id="230" name="ellipse_229">
              <a:extLst>
                <a:ext uri="{FF2B5EF4-FFF2-40B4-BE49-F238E27FC236}">
                  <ns2:creationId id="{9A652AB8-C60C-4E23-8A20-8AC36925ABDE}"/>
                </a:ext>
              </a:extLst>
            </p:cNvPr>
            <p:cNvSpPr>
              <a:spLocks noGrp="1"/>
            </p:cNvSpPr>
            <p:nvPr/>
          </p:nvSpPr>
          <p:spPr>
            <a:xfrm rot="0">
              <a:off x="10783772" y="8506840"/>
              <a:ext cx="62865" cy="62865"/>
            </a:xfrm>
            <a:prstGeom prst="ellipse">
              <a:avLst/>
            </a:prstGeom>
            <a:solidFill>
              <a:srgbClr val="FFFFFF"/>
            </a:solidFill>
            <a:ln w="8849">
              <a:solidFill>
                <a:srgbClr val="D55E00"/>
              </a:solidFill>
              <a:prstDash val="solid"/>
            </a:ln>
          </p:spPr>
        </p:sp>
        <p:sp>
          <p:nvSpPr>
            <p:cNvPr id="231" name="text_230">
              <a:extLst>
                <a:ext uri="{FF2B5EF4-FFF2-40B4-BE49-F238E27FC236}">
                  <ns2:creationId id="{C35B1463-BC0C-416F-AC1B-153C6BB3E0D8}"/>
                </a:ext>
              </a:extLst>
            </p:cNvPr>
            <p:cNvSpPr>
              <a:spLocks noGrp="1"/>
            </p:cNvSpPr>
            <p:nvPr/>
          </p:nvSpPr>
          <p:spPr>
            <a:xfrm rot="0">
              <a:off x="9854045" y="8511556"/>
              <a:ext cx="238125" cy="247650"/>
            </a:xfrm>
            <a:prstGeom prst="rect">
              <a:avLst/>
            </a:prstGeom>
            <a:noFill/>
            <a:ln w="0">
              <a:noFill/>
              <a:prstDash val="solid"/>
            </a:ln>
          </p:spPr>
          <p:txBody>
            <a:bodyPr wrap="none" lIns="0" tIns="0" rIns="0" bIns="0" anchor="t">
              <a:noAutofit/>
            </a:bodyPr>
            <a:lstStyle>
              <a:defPPr algn="l">
                <a:defRPr sz="735" b="1">
                  <a:solidFill>
                    <a:srgbClr val="D55E00"/>
                  </a:solidFill>
                  <a:latin typeface="Arial"/>
                  <a:ea typeface="Arial"/>
                  <a:cs typeface="Arial"/>
                </a:defRPr>
              </a:defPPr>
              <a:lvl1pPr algn="l">
                <a:defRPr sz="735" b="1">
                  <a:solidFill>
                    <a:srgbClr val="D55E00"/>
                  </a:solidFill>
                  <a:latin typeface="Arial"/>
                  <a:ea typeface="Arial"/>
                  <a:cs typeface="Arial"/>
                </a:defRPr>
              </a:lvl1pPr>
              <a:lvl2pPr algn="l">
                <a:defRPr sz="735" b="1">
                  <a:solidFill>
                    <a:srgbClr val="D55E00"/>
                  </a:solidFill>
                  <a:latin typeface="Arial"/>
                  <a:ea typeface="Arial"/>
                  <a:cs typeface="Arial"/>
                </a:defRPr>
              </a:lvl2pPr>
              <a:lvl3pPr algn="l">
                <a:defRPr sz="735" b="1">
                  <a:solidFill>
                    <a:srgbClr val="D55E00"/>
                  </a:solidFill>
                  <a:latin typeface="Arial"/>
                  <a:ea typeface="Arial"/>
                  <a:cs typeface="Arial"/>
                </a:defRPr>
              </a:lvl3pPr>
              <a:lvl4pPr algn="l">
                <a:defRPr sz="735" b="1">
                  <a:solidFill>
                    <a:srgbClr val="D55E00"/>
                  </a:solidFill>
                  <a:latin typeface="Arial"/>
                  <a:ea typeface="Arial"/>
                  <a:cs typeface="Arial"/>
                </a:defRPr>
              </a:lvl4pPr>
              <a:lvl5pPr algn="l">
                <a:defRPr sz="735" b="1">
                  <a:solidFill>
                    <a:srgbClr val="D55E00"/>
                  </a:solidFill>
                  <a:latin typeface="Arial"/>
                  <a:ea typeface="Arial"/>
                  <a:cs typeface="Arial"/>
                </a:defRPr>
              </a:lvl5pPr>
              <a:lvl6pPr algn="l">
                <a:defRPr sz="735" b="1">
                  <a:solidFill>
                    <a:srgbClr val="D55E00"/>
                  </a:solidFill>
                  <a:latin typeface="Arial"/>
                  <a:ea typeface="Arial"/>
                  <a:cs typeface="Arial"/>
                </a:defRPr>
              </a:lvl6pPr>
              <a:lvl7pPr algn="l">
                <a:defRPr sz="735" b="1">
                  <a:solidFill>
                    <a:srgbClr val="D55E00"/>
                  </a:solidFill>
                  <a:latin typeface="Arial"/>
                  <a:ea typeface="Arial"/>
                  <a:cs typeface="Arial"/>
                </a:defRPr>
              </a:lvl7pPr>
              <a:lvl8pPr algn="l">
                <a:defRPr sz="735" b="1">
                  <a:solidFill>
                    <a:srgbClr val="D55E00"/>
                  </a:solidFill>
                  <a:latin typeface="Arial"/>
                  <a:ea typeface="Arial"/>
                  <a:cs typeface="Arial"/>
                </a:defRPr>
              </a:lvl8pPr>
              <a:lvl9pPr algn="l">
                <a:defRPr sz="735" b="1">
                  <a:solidFill>
                    <a:srgbClr val="D55E00"/>
                  </a:solidFill>
                  <a:latin typeface="Arial"/>
                  <a:ea typeface="Arial"/>
                  <a:cs typeface="Arial"/>
                </a:defRPr>
              </a:lvl9pPr>
            </a:lstStyle>
            <a:p>
              <a:pPr algn="l">
                <a:defRPr sz="735" b="1">
                  <a:solidFill>
                    <a:srgbClr val="D55E00"/>
                  </a:solidFill>
                  <a:latin typeface="Arial"/>
                  <a:ea typeface="Arial"/>
                  <a:cs typeface="Arial"/>
                </a:defRPr>
              </a:pPr>
              <a:r>
                <a:rPr sz="735" b="1">
                  <a:solidFill>
                    <a:srgbClr val="D55E00"/>
                  </a:solidFill>
                  <a:latin typeface="Arial"/>
                  <a:ea typeface="Arial"/>
                  <a:cs typeface="Arial"/>
                </a:rPr>
                <a:t>B</a:t>
              </a:r>
            </a:p>
          </p:txBody>
        </p:sp>
        <p:sp>
          <p:nvSpPr>
            <p:cNvPr id="232" name="path_231">
              <a:extLst>
                <a:ext uri="{FF2B5EF4-FFF2-40B4-BE49-F238E27FC236}">
                  <ns2:creationId id="{43B9DF1C-4C60-499C-AC6C-623D5C6699D7}"/>
                </a:ext>
              </a:extLst>
            </p:cNvPr>
            <p:cNvSpPr>
              <a:spLocks noGrp="1"/>
            </p:cNvSpPr>
            <p:nvPr/>
          </p:nvSpPr>
          <p:spPr>
            <a:xfrm>
              <a:off x="9230591" y="8723831"/>
              <a:ext cx="2641023" cy="56390"/>
            </a:xfrm>
            <a:custGeom>
              <a:pathLst>
                <a:path w="2641023" h="56390">
                  <a:moveTo>
                    <a:pt x="0" y="56390"/>
                  </a:moveTo>
                  <a:lnTo>
                    <a:pt x="528205" y="40764"/>
                  </a:lnTo>
                  <a:lnTo>
                    <a:pt x="1056409" y="25139"/>
                  </a:lnTo>
                  <a:lnTo>
                    <a:pt x="1584614" y="4416"/>
                  </a:lnTo>
                  <a:lnTo>
                    <a:pt x="2112818" y="11889"/>
                  </a:lnTo>
                  <a:lnTo>
                    <a:pt x="2641023" y="0"/>
                  </a:lnTo>
                </a:path>
              </a:pathLst>
            </a:custGeom>
            <a:noFill/>
            <a:ln w="16961">
              <a:solidFill>
                <a:srgbClr val="FFFFFF"/>
              </a:solidFill>
              <a:prstDash val="dash"/>
            </a:ln>
          </p:spPr>
        </p:sp>
        <p:sp>
          <p:nvSpPr>
            <p:cNvPr id="233" name="path_232">
              <a:extLst>
                <a:ext uri="{FF2B5EF4-FFF2-40B4-BE49-F238E27FC236}">
                  <ns2:creationId id="{81E2196F-30F1-4597-9E9D-92C210EBF394}"/>
                </a:ext>
              </a:extLst>
            </p:cNvPr>
            <p:cNvSpPr>
              <a:spLocks noGrp="1"/>
            </p:cNvSpPr>
            <p:nvPr/>
          </p:nvSpPr>
          <p:spPr>
            <a:xfrm>
              <a:off x="9230591" y="8723831"/>
              <a:ext cx="2641023" cy="56390"/>
            </a:xfrm>
            <a:custGeom>
              <a:pathLst>
                <a:path w="2641023" h="56390">
                  <a:moveTo>
                    <a:pt x="0" y="56390"/>
                  </a:moveTo>
                  <a:lnTo>
                    <a:pt x="528205" y="40764"/>
                  </a:lnTo>
                  <a:lnTo>
                    <a:pt x="1056409" y="25139"/>
                  </a:lnTo>
                  <a:lnTo>
                    <a:pt x="1584614" y="4416"/>
                  </a:lnTo>
                  <a:lnTo>
                    <a:pt x="2112818" y="11889"/>
                  </a:lnTo>
                  <a:lnTo>
                    <a:pt x="2641023" y="0"/>
                  </a:lnTo>
                </a:path>
              </a:pathLst>
            </a:custGeom>
            <a:noFill/>
            <a:ln w="7128">
              <a:solidFill>
                <a:srgbClr val="009E73"/>
              </a:solidFill>
              <a:prstDash val="dash"/>
            </a:ln>
          </p:spPr>
        </p:sp>
        <p:sp>
          <p:nvSpPr>
            <p:cNvPr id="234" name="path_233">
              <a:extLst>
                <a:ext uri="{FF2B5EF4-FFF2-40B4-BE49-F238E27FC236}">
                  <ns2:creationId id="{6AF0A5A1-A4D2-4EFB-ADF1-BF94F1B66792}"/>
                </a:ext>
              </a:extLst>
            </p:cNvPr>
            <p:cNvSpPr>
              <a:spLocks noGrp="1"/>
            </p:cNvSpPr>
            <p:nvPr/>
          </p:nvSpPr>
          <p:spPr>
            <a:xfrm>
              <a:off x="9230591" y="8715877"/>
              <a:ext cx="2641023" cy="72357"/>
            </a:xfrm>
            <a:custGeom>
              <a:pathLst>
                <a:path w="2641023" h="72357">
                  <a:moveTo>
                    <a:pt x="0" y="72357"/>
                  </a:moveTo>
                  <a:lnTo>
                    <a:pt x="528205" y="56617"/>
                  </a:lnTo>
                  <a:lnTo>
                    <a:pt x="1056409" y="25137"/>
                  </a:lnTo>
                  <a:lnTo>
                    <a:pt x="1584614" y="20439"/>
                  </a:lnTo>
                  <a:lnTo>
                    <a:pt x="2112818" y="11746"/>
                  </a:lnTo>
                  <a:lnTo>
                    <a:pt x="2641023" y="0"/>
                  </a:lnTo>
                </a:path>
              </a:pathLst>
            </a:custGeom>
            <a:noFill/>
            <a:ln w="21631">
              <a:solidFill>
                <a:srgbClr val="FFFFFF"/>
              </a:solidFill>
              <a:prstDash val="solid"/>
            </a:ln>
          </p:spPr>
        </p:sp>
        <p:sp>
          <p:nvSpPr>
            <p:cNvPr id="235" name="path_234">
              <a:extLst>
                <a:ext uri="{FF2B5EF4-FFF2-40B4-BE49-F238E27FC236}">
                  <ns2:creationId id="{DD2B0530-4F7B-457E-9714-37A1C6274DE5}"/>
                </a:ext>
              </a:extLst>
            </p:cNvPr>
            <p:cNvSpPr>
              <a:spLocks noGrp="1"/>
            </p:cNvSpPr>
            <p:nvPr/>
          </p:nvSpPr>
          <p:spPr>
            <a:xfrm>
              <a:off x="9230591" y="8715877"/>
              <a:ext cx="2641023" cy="72357"/>
            </a:xfrm>
            <a:custGeom>
              <a:pathLst>
                <a:path w="2641023" h="72357">
                  <a:moveTo>
                    <a:pt x="0" y="72357"/>
                  </a:moveTo>
                  <a:lnTo>
                    <a:pt x="528205" y="56617"/>
                  </a:lnTo>
                  <a:lnTo>
                    <a:pt x="1056409" y="25137"/>
                  </a:lnTo>
                  <a:lnTo>
                    <a:pt x="1584614" y="20439"/>
                  </a:lnTo>
                  <a:lnTo>
                    <a:pt x="2112818" y="11746"/>
                  </a:lnTo>
                  <a:lnTo>
                    <a:pt x="2641023" y="0"/>
                  </a:lnTo>
                </a:path>
              </a:pathLst>
            </a:custGeom>
            <a:noFill/>
            <a:ln w="11799">
              <a:solidFill>
                <a:srgbClr val="009E73"/>
              </a:solidFill>
              <a:prstDash val="solid"/>
            </a:ln>
          </p:spPr>
        </p:sp>
        <p:sp>
          <p:nvSpPr>
            <p:cNvPr id="236" name="ellipse_235">
              <a:extLst>
                <a:ext uri="{FF2B5EF4-FFF2-40B4-BE49-F238E27FC236}">
                  <ns2:creationId id="{04C56CA3-775D-446D-B777-F3D8280187CB}"/>
                </a:ext>
              </a:extLst>
            </p:cNvPr>
            <p:cNvSpPr>
              <a:spLocks noGrp="1"/>
            </p:cNvSpPr>
            <p:nvPr/>
          </p:nvSpPr>
          <p:spPr>
            <a:xfrm rot="0">
              <a:off x="9727363" y="8741062"/>
              <a:ext cx="62865" cy="62865"/>
            </a:xfrm>
            <a:prstGeom prst="ellipse">
              <a:avLst/>
            </a:prstGeom>
            <a:solidFill>
              <a:srgbClr val="FFFFFF"/>
            </a:solidFill>
            <a:ln w="8849">
              <a:solidFill>
                <a:srgbClr val="009E73"/>
              </a:solidFill>
              <a:prstDash val="solid"/>
            </a:ln>
          </p:spPr>
        </p:sp>
        <p:sp>
          <p:nvSpPr>
            <p:cNvPr id="237" name="ellipse_236">
              <a:extLst>
                <a:ext uri="{FF2B5EF4-FFF2-40B4-BE49-F238E27FC236}">
                  <ns2:creationId id="{69F8C03F-5FB1-40C2-98F9-E5C0548E34F7}"/>
                </a:ext>
              </a:extLst>
            </p:cNvPr>
            <p:cNvSpPr>
              <a:spLocks noGrp="1"/>
            </p:cNvSpPr>
            <p:nvPr/>
          </p:nvSpPr>
          <p:spPr>
            <a:xfrm rot="0">
              <a:off x="10255568" y="8709582"/>
              <a:ext cx="62865" cy="62865"/>
            </a:xfrm>
            <a:prstGeom prst="ellipse">
              <a:avLst/>
            </a:prstGeom>
            <a:solidFill>
              <a:srgbClr val="FFFFFF"/>
            </a:solidFill>
            <a:ln w="8849">
              <a:solidFill>
                <a:srgbClr val="009E73"/>
              </a:solidFill>
              <a:prstDash val="solid"/>
            </a:ln>
          </p:spPr>
        </p:sp>
        <p:sp>
          <p:nvSpPr>
            <p:cNvPr id="238" name="ellipse_237">
              <a:extLst>
                <a:ext uri="{FF2B5EF4-FFF2-40B4-BE49-F238E27FC236}">
                  <ns2:creationId id="{E862B7C0-EB37-4839-B6B9-E27CD674F1D5}"/>
                </a:ext>
              </a:extLst>
            </p:cNvPr>
            <p:cNvSpPr>
              <a:spLocks noGrp="1"/>
            </p:cNvSpPr>
            <p:nvPr/>
          </p:nvSpPr>
          <p:spPr>
            <a:xfrm rot="0">
              <a:off x="10783772" y="8704884"/>
              <a:ext cx="62865" cy="62865"/>
            </a:xfrm>
            <a:prstGeom prst="ellipse">
              <a:avLst/>
            </a:prstGeom>
            <a:solidFill>
              <a:srgbClr val="FFFFFF"/>
            </a:solidFill>
            <a:ln w="8849">
              <a:solidFill>
                <a:srgbClr val="009E73"/>
              </a:solidFill>
              <a:prstDash val="solid"/>
            </a:ln>
          </p:spPr>
        </p:sp>
        <p:sp>
          <p:nvSpPr>
            <p:cNvPr id="239" name="text_238">
              <a:extLst>
                <a:ext uri="{FF2B5EF4-FFF2-40B4-BE49-F238E27FC236}">
                  <ns2:creationId id="{987A2AA8-E452-45AA-AAFF-FF6058BB5C7F}"/>
                </a:ext>
              </a:extLst>
            </p:cNvPr>
            <p:cNvSpPr>
              <a:spLocks noGrp="1"/>
            </p:cNvSpPr>
            <p:nvPr/>
          </p:nvSpPr>
          <p:spPr>
            <a:xfrm rot="0">
              <a:off x="9530195" y="8515320"/>
              <a:ext cx="238125" cy="247650"/>
            </a:xfrm>
            <a:prstGeom prst="rect">
              <a:avLst/>
            </a:prstGeom>
            <a:noFill/>
            <a:ln w="0">
              <a:noFill/>
              <a:prstDash val="solid"/>
            </a:ln>
          </p:spPr>
          <p:txBody>
            <a:bodyPr wrap="none" lIns="0" tIns="0" rIns="0" bIns="0" anchor="t">
              <a:noAutofit/>
            </a:bodyPr>
            <a:lstStyle>
              <a:defPPr algn="l">
                <a:defRPr sz="735" b="1">
                  <a:solidFill>
                    <a:srgbClr val="009E73"/>
                  </a:solidFill>
                  <a:latin typeface="Arial"/>
                  <a:ea typeface="Arial"/>
                  <a:cs typeface="Arial"/>
                </a:defRPr>
              </a:defPPr>
              <a:lvl1pPr algn="l">
                <a:defRPr sz="735" b="1">
                  <a:solidFill>
                    <a:srgbClr val="009E73"/>
                  </a:solidFill>
                  <a:latin typeface="Arial"/>
                  <a:ea typeface="Arial"/>
                  <a:cs typeface="Arial"/>
                </a:defRPr>
              </a:lvl1pPr>
              <a:lvl2pPr algn="l">
                <a:defRPr sz="735" b="1">
                  <a:solidFill>
                    <a:srgbClr val="009E73"/>
                  </a:solidFill>
                  <a:latin typeface="Arial"/>
                  <a:ea typeface="Arial"/>
                  <a:cs typeface="Arial"/>
                </a:defRPr>
              </a:lvl2pPr>
              <a:lvl3pPr algn="l">
                <a:defRPr sz="735" b="1">
                  <a:solidFill>
                    <a:srgbClr val="009E73"/>
                  </a:solidFill>
                  <a:latin typeface="Arial"/>
                  <a:ea typeface="Arial"/>
                  <a:cs typeface="Arial"/>
                </a:defRPr>
              </a:lvl3pPr>
              <a:lvl4pPr algn="l">
                <a:defRPr sz="735" b="1">
                  <a:solidFill>
                    <a:srgbClr val="009E73"/>
                  </a:solidFill>
                  <a:latin typeface="Arial"/>
                  <a:ea typeface="Arial"/>
                  <a:cs typeface="Arial"/>
                </a:defRPr>
              </a:lvl4pPr>
              <a:lvl5pPr algn="l">
                <a:defRPr sz="735" b="1">
                  <a:solidFill>
                    <a:srgbClr val="009E73"/>
                  </a:solidFill>
                  <a:latin typeface="Arial"/>
                  <a:ea typeface="Arial"/>
                  <a:cs typeface="Arial"/>
                </a:defRPr>
              </a:lvl5pPr>
              <a:lvl6pPr algn="l">
                <a:defRPr sz="735" b="1">
                  <a:solidFill>
                    <a:srgbClr val="009E73"/>
                  </a:solidFill>
                  <a:latin typeface="Arial"/>
                  <a:ea typeface="Arial"/>
                  <a:cs typeface="Arial"/>
                </a:defRPr>
              </a:lvl6pPr>
              <a:lvl7pPr algn="l">
                <a:defRPr sz="735" b="1">
                  <a:solidFill>
                    <a:srgbClr val="009E73"/>
                  </a:solidFill>
                  <a:latin typeface="Arial"/>
                  <a:ea typeface="Arial"/>
                  <a:cs typeface="Arial"/>
                </a:defRPr>
              </a:lvl7pPr>
              <a:lvl8pPr algn="l">
                <a:defRPr sz="735" b="1">
                  <a:solidFill>
                    <a:srgbClr val="009E73"/>
                  </a:solidFill>
                  <a:latin typeface="Arial"/>
                  <a:ea typeface="Arial"/>
                  <a:cs typeface="Arial"/>
                </a:defRPr>
              </a:lvl8pPr>
              <a:lvl9pPr algn="l">
                <a:defRPr sz="735" b="1">
                  <a:solidFill>
                    <a:srgbClr val="009E73"/>
                  </a:solidFill>
                  <a:latin typeface="Arial"/>
                  <a:ea typeface="Arial"/>
                  <a:cs typeface="Arial"/>
                </a:defRPr>
              </a:lvl9pPr>
            </a:lstStyle>
            <a:p>
              <a:pPr algn="l">
                <a:defRPr sz="735" b="1">
                  <a:solidFill>
                    <a:srgbClr val="009E73"/>
                  </a:solidFill>
                  <a:latin typeface="Arial"/>
                  <a:ea typeface="Arial"/>
                  <a:cs typeface="Arial"/>
                </a:defRPr>
              </a:pPr>
              <a:r>
                <a:rPr sz="735" b="1">
                  <a:solidFill>
                    <a:srgbClr val="009E73"/>
                  </a:solidFill>
                  <a:latin typeface="Arial"/>
                  <a:ea typeface="Arial"/>
                  <a:cs typeface="Arial"/>
                </a:rPr>
                <a:t>C</a:t>
              </a:r>
            </a:p>
          </p:txBody>
        </p:sp>
        <p:sp>
          <p:nvSpPr>
            <p:cNvPr id="240" name="line_239">
              <a:extLst>
                <a:ext uri="{FF2B5EF4-FFF2-40B4-BE49-F238E27FC236}">
                  <ns2:creationId id="{CD557000-7873-4859-9631-65012C024226}"/>
                </a:ext>
              </a:extLst>
            </p:cNvPr>
            <p:cNvSpPr>
              <a:spLocks noGrp="1"/>
            </p:cNvSpPr>
            <p:nvPr/>
          </p:nvSpPr>
          <p:spPr>
            <a:xfrm>
              <a:off x="9758795" y="8210550"/>
              <a:ext cx="95" cy="962025"/>
            </a:xfrm>
            <a:custGeom>
              <a:pathLst>
                <a:path w="95" h="962025">
                  <a:moveTo>
                    <a:pt x="0" y="0"/>
                  </a:moveTo>
                  <a:lnTo>
                    <a:pt x="0" y="962025"/>
                  </a:lnTo>
                </a:path>
              </a:pathLst>
            </a:custGeom>
            <a:noFill/>
            <a:ln w="4425">
              <a:solidFill>
                <a:srgbClr val="000000"/>
              </a:solidFill>
              <a:prstDash val="dash"/>
            </a:ln>
          </p:spPr>
        </p:sp>
        <p:pic>
          <p:nvPicPr>
            <p:cNvPr id="241" name="">
              <a:extLst>
                <a:ext uri="{FF2B5EF4-FFF2-40B4-BE49-F238E27FC236}">
                  <ns2:creationId id="{DC95479B-D94A-4F31-AAB0-FB90C2FBC321}"/>
                </a:ext>
              </a:extLst>
            </p:cNvPr>
            <p:cNvPicPr>
              <a:picLocks noChangeAspect="1"/>
            </p:cNvPicPr>
            <p:nvPr/>
          </p:nvPicPr>
          <p:blipFill>
            <a:blip r:embed="R018e3504b5ad4977"/>
            <a:stretch/>
          </p:blipFill>
          <p:spPr>
            <a:xfrm>
              <a:off x="3333750" y="9725025"/>
              <a:ext cx="6858000" cy="123825"/>
            </a:xfrm>
            <a:prstGeom prst="rect">
              <a:avLst/>
            </a:prstGeom>
          </p:spPr>
        </p:pic>
        <p:sp>
          <p:nvSpPr>
            <p:cNvPr id="242" name="text_241">
              <a:extLst>
                <a:ext uri="{FF2B5EF4-FFF2-40B4-BE49-F238E27FC236}">
                  <ns2:creationId id="{BD4EB667-BE98-4EE4-B9CA-D884C53792B8}"/>
                </a:ext>
              </a:extLst>
            </p:cNvPr>
            <p:cNvSpPr>
              <a:spLocks noGrp="1"/>
            </p:cNvSpPr>
            <p:nvPr/>
          </p:nvSpPr>
          <p:spPr>
            <a:xfrm rot="0">
              <a:off x="3095625" y="9886950"/>
              <a:ext cx="476250" cy="219075"/>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0</a:t>
              </a:r>
            </a:p>
          </p:txBody>
        </p:sp>
        <p:sp>
          <p:nvSpPr>
            <p:cNvPr id="243" name="text_242">
              <a:extLst>
                <a:ext uri="{FF2B5EF4-FFF2-40B4-BE49-F238E27FC236}">
                  <ns2:creationId id="{6FD99CE0-24A6-4395-8076-AE240162B7F3}"/>
                </a:ext>
              </a:extLst>
            </p:cNvPr>
            <p:cNvSpPr>
              <a:spLocks noGrp="1"/>
            </p:cNvSpPr>
            <p:nvPr/>
          </p:nvSpPr>
          <p:spPr>
            <a:xfrm rot="0">
              <a:off x="4810125" y="9886950"/>
              <a:ext cx="476250" cy="219075"/>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25</a:t>
              </a:r>
            </a:p>
          </p:txBody>
        </p:sp>
        <p:sp>
          <p:nvSpPr>
            <p:cNvPr id="244" name="text_243">
              <a:extLst>
                <a:ext uri="{FF2B5EF4-FFF2-40B4-BE49-F238E27FC236}">
                  <ns2:creationId id="{4A9D4F8E-DB50-4C3F-B977-2EF2F1AFD2C3}"/>
                </a:ext>
              </a:extLst>
            </p:cNvPr>
            <p:cNvSpPr>
              <a:spLocks noGrp="1"/>
            </p:cNvSpPr>
            <p:nvPr/>
          </p:nvSpPr>
          <p:spPr>
            <a:xfrm rot="0">
              <a:off x="6524625" y="9886950"/>
              <a:ext cx="476250" cy="219075"/>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50</a:t>
              </a:r>
            </a:p>
          </p:txBody>
        </p:sp>
        <p:sp>
          <p:nvSpPr>
            <p:cNvPr id="245" name="text_244">
              <a:extLst>
                <a:ext uri="{FF2B5EF4-FFF2-40B4-BE49-F238E27FC236}">
                  <ns2:creationId id="{653FF27F-FF99-438A-8412-9C7F321DA3DC}"/>
                </a:ext>
              </a:extLst>
            </p:cNvPr>
            <p:cNvSpPr>
              <a:spLocks noGrp="1"/>
            </p:cNvSpPr>
            <p:nvPr/>
          </p:nvSpPr>
          <p:spPr>
            <a:xfrm rot="0">
              <a:off x="8239125" y="9886950"/>
              <a:ext cx="476250" cy="219075"/>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75</a:t>
              </a:r>
            </a:p>
          </p:txBody>
        </p:sp>
        <p:sp>
          <p:nvSpPr>
            <p:cNvPr id="246" name="text_245">
              <a:extLst>
                <a:ext uri="{FF2B5EF4-FFF2-40B4-BE49-F238E27FC236}">
                  <ns2:creationId id="{A5AA5923-467A-4B8C-8980-F9A5A47696EF}"/>
                </a:ext>
              </a:extLst>
            </p:cNvPr>
            <p:cNvSpPr>
              <a:spLocks noGrp="1"/>
            </p:cNvSpPr>
            <p:nvPr/>
          </p:nvSpPr>
          <p:spPr>
            <a:xfrm rot="0">
              <a:off x="9953625" y="9886950"/>
              <a:ext cx="476250" cy="219075"/>
            </a:xfrm>
            <a:prstGeom prst="rect">
              <a:avLst/>
            </a:prstGeom>
            <a:noFill/>
            <a:ln w="0">
              <a:noFill/>
              <a:prstDash val="solid"/>
            </a:ln>
          </p:spPr>
          <p:txBody>
            <a:bodyPr wrap="none" lIns="0" tIns="0" rIns="0" bIns="0" anchor="t">
              <a:noAutofit/>
            </a:bodyPr>
            <a:lstStyle>
              <a:defPPr algn="ctr">
                <a:defRPr sz="619" b="0">
                  <a:solidFill>
                    <a:srgbClr val="000000"/>
                  </a:solidFill>
                  <a:latin typeface="Arial"/>
                  <a:ea typeface="Arial"/>
                  <a:cs typeface="Arial"/>
                </a:defRPr>
              </a:defPPr>
              <a:lvl1pPr algn="ctr">
                <a:defRPr sz="619" b="0">
                  <a:solidFill>
                    <a:srgbClr val="000000"/>
                  </a:solidFill>
                  <a:latin typeface="Arial"/>
                  <a:ea typeface="Arial"/>
                  <a:cs typeface="Arial"/>
                </a:defRPr>
              </a:lvl1pPr>
              <a:lvl2pPr algn="ctr">
                <a:defRPr sz="619" b="0">
                  <a:solidFill>
                    <a:srgbClr val="000000"/>
                  </a:solidFill>
                  <a:latin typeface="Arial"/>
                  <a:ea typeface="Arial"/>
                  <a:cs typeface="Arial"/>
                </a:defRPr>
              </a:lvl2pPr>
              <a:lvl3pPr algn="ctr">
                <a:defRPr sz="619" b="0">
                  <a:solidFill>
                    <a:srgbClr val="000000"/>
                  </a:solidFill>
                  <a:latin typeface="Arial"/>
                  <a:ea typeface="Arial"/>
                  <a:cs typeface="Arial"/>
                </a:defRPr>
              </a:lvl3pPr>
              <a:lvl4pPr algn="ctr">
                <a:defRPr sz="619" b="0">
                  <a:solidFill>
                    <a:srgbClr val="000000"/>
                  </a:solidFill>
                  <a:latin typeface="Arial"/>
                  <a:ea typeface="Arial"/>
                  <a:cs typeface="Arial"/>
                </a:defRPr>
              </a:lvl4pPr>
              <a:lvl5pPr algn="ctr">
                <a:defRPr sz="619" b="0">
                  <a:solidFill>
                    <a:srgbClr val="000000"/>
                  </a:solidFill>
                  <a:latin typeface="Arial"/>
                  <a:ea typeface="Arial"/>
                  <a:cs typeface="Arial"/>
                </a:defRPr>
              </a:lvl5pPr>
              <a:lvl6pPr algn="ctr">
                <a:defRPr sz="619" b="0">
                  <a:solidFill>
                    <a:srgbClr val="000000"/>
                  </a:solidFill>
                  <a:latin typeface="Arial"/>
                  <a:ea typeface="Arial"/>
                  <a:cs typeface="Arial"/>
                </a:defRPr>
              </a:lvl6pPr>
              <a:lvl7pPr algn="ctr">
                <a:defRPr sz="619" b="0">
                  <a:solidFill>
                    <a:srgbClr val="000000"/>
                  </a:solidFill>
                  <a:latin typeface="Arial"/>
                  <a:ea typeface="Arial"/>
                  <a:cs typeface="Arial"/>
                </a:defRPr>
              </a:lvl7pPr>
              <a:lvl8pPr algn="ctr">
                <a:defRPr sz="619" b="0">
                  <a:solidFill>
                    <a:srgbClr val="000000"/>
                  </a:solidFill>
                  <a:latin typeface="Arial"/>
                  <a:ea typeface="Arial"/>
                  <a:cs typeface="Arial"/>
                </a:defRPr>
              </a:lvl8pPr>
              <a:lvl9pPr algn="ctr">
                <a:defRPr sz="619" b="0">
                  <a:solidFill>
                    <a:srgbClr val="000000"/>
                  </a:solidFill>
                  <a:latin typeface="Arial"/>
                  <a:ea typeface="Arial"/>
                  <a:cs typeface="Arial"/>
                </a:defRPr>
              </a:lvl9pPr>
            </a:lstStyle>
            <a:p>
              <a:pPr algn="ctr">
                <a:defRPr sz="619" b="0">
                  <a:solidFill>
                    <a:srgbClr val="000000"/>
                  </a:solidFill>
                  <a:latin typeface="Arial"/>
                  <a:ea typeface="Arial"/>
                  <a:cs typeface="Arial"/>
                </a:defRPr>
              </a:pPr>
              <a:r>
                <a:rPr sz="619" b="0">
                  <a:solidFill>
                    <a:srgbClr val="000000"/>
                  </a:solidFill>
                  <a:latin typeface="Arial"/>
                  <a:ea typeface="Arial"/>
                  <a:cs typeface="Arial"/>
                </a:rPr>
                <a:t>100</a:t>
              </a:r>
            </a:p>
          </p:txBody>
        </p:sp>
        <p:sp>
          <p:nvSpPr>
            <p:cNvPr id="247" name="text_246">
              <a:extLst>
                <a:ext uri="{FF2B5EF4-FFF2-40B4-BE49-F238E27FC236}">
                  <ns2:creationId id="{4D07B057-FF90-48C8-B2F9-7BD762123B08}"/>
                </a:ext>
              </a:extLst>
            </p:cNvPr>
            <p:cNvSpPr>
              <a:spLocks noGrp="1"/>
            </p:cNvSpPr>
            <p:nvPr/>
          </p:nvSpPr>
          <p:spPr>
            <a:xfrm rot="0">
              <a:off x="3333750" y="10144125"/>
              <a:ext cx="6858000" cy="219075"/>
            </a:xfrm>
            <a:prstGeom prst="rect">
              <a:avLst/>
            </a:prstGeom>
            <a:noFill/>
            <a:ln w="0">
              <a:noFill/>
              <a:prstDash val="solid"/>
            </a:ln>
          </p:spPr>
          <p:txBody>
            <a:bodyPr wrap="none" lIns="0" tIns="0" rIns="0" bIns="0" anchor="t">
              <a:noAutofit/>
            </a:bodyPr>
            <a:lstStyle>
              <a:defPPr algn="ctr">
                <a:defRPr sz="697" b="0">
                  <a:solidFill>
                    <a:srgbClr val="000000"/>
                  </a:solidFill>
                  <a:latin typeface="Arial"/>
                  <a:ea typeface="Arial"/>
                  <a:cs typeface="Arial"/>
                </a:defRPr>
              </a:defPPr>
              <a:lvl1pPr algn="ctr">
                <a:defRPr sz="697" b="0">
                  <a:solidFill>
                    <a:srgbClr val="000000"/>
                  </a:solidFill>
                  <a:latin typeface="Arial"/>
                  <a:ea typeface="Arial"/>
                  <a:cs typeface="Arial"/>
                </a:defRPr>
              </a:lvl1pPr>
              <a:lvl2pPr algn="ctr">
                <a:defRPr sz="697" b="0">
                  <a:solidFill>
                    <a:srgbClr val="000000"/>
                  </a:solidFill>
                  <a:latin typeface="Arial"/>
                  <a:ea typeface="Arial"/>
                  <a:cs typeface="Arial"/>
                </a:defRPr>
              </a:lvl2pPr>
              <a:lvl3pPr algn="ctr">
                <a:defRPr sz="697" b="0">
                  <a:solidFill>
                    <a:srgbClr val="000000"/>
                  </a:solidFill>
                  <a:latin typeface="Arial"/>
                  <a:ea typeface="Arial"/>
                  <a:cs typeface="Arial"/>
                </a:defRPr>
              </a:lvl3pPr>
              <a:lvl4pPr algn="ctr">
                <a:defRPr sz="697" b="0">
                  <a:solidFill>
                    <a:srgbClr val="000000"/>
                  </a:solidFill>
                  <a:latin typeface="Arial"/>
                  <a:ea typeface="Arial"/>
                  <a:cs typeface="Arial"/>
                </a:defRPr>
              </a:lvl4pPr>
              <a:lvl5pPr algn="ctr">
                <a:defRPr sz="697" b="0">
                  <a:solidFill>
                    <a:srgbClr val="000000"/>
                  </a:solidFill>
                  <a:latin typeface="Arial"/>
                  <a:ea typeface="Arial"/>
                  <a:cs typeface="Arial"/>
                </a:defRPr>
              </a:lvl5pPr>
              <a:lvl6pPr algn="ctr">
                <a:defRPr sz="697" b="0">
                  <a:solidFill>
                    <a:srgbClr val="000000"/>
                  </a:solidFill>
                  <a:latin typeface="Arial"/>
                  <a:ea typeface="Arial"/>
                  <a:cs typeface="Arial"/>
                </a:defRPr>
              </a:lvl6pPr>
              <a:lvl7pPr algn="ctr">
                <a:defRPr sz="697" b="0">
                  <a:solidFill>
                    <a:srgbClr val="000000"/>
                  </a:solidFill>
                  <a:latin typeface="Arial"/>
                  <a:ea typeface="Arial"/>
                  <a:cs typeface="Arial"/>
                </a:defRPr>
              </a:lvl7pPr>
              <a:lvl8pPr algn="ctr">
                <a:defRPr sz="697" b="0">
                  <a:solidFill>
                    <a:srgbClr val="000000"/>
                  </a:solidFill>
                  <a:latin typeface="Arial"/>
                  <a:ea typeface="Arial"/>
                  <a:cs typeface="Arial"/>
                </a:defRPr>
              </a:lvl8pPr>
              <a:lvl9pPr algn="ctr">
                <a:defRPr sz="697" b="0">
                  <a:solidFill>
                    <a:srgbClr val="000000"/>
                  </a:solidFill>
                  <a:latin typeface="Arial"/>
                  <a:ea typeface="Arial"/>
                  <a:cs typeface="Arial"/>
                </a:defRPr>
              </a:lvl9pPr>
            </a:lstStyle>
            <a:p>
              <a:pPr algn="ctr">
                <a:defRPr sz="697" b="0">
                  <a:solidFill>
                    <a:srgbClr val="000000"/>
                  </a:solidFill>
                  <a:latin typeface="Arial"/>
                  <a:ea typeface="Arial"/>
                  <a:cs typeface="Arial"/>
                </a:defRPr>
              </a:pPr>
              <a:r>
                <a:rPr sz="697" b="0">
                  <a:solidFill>
                    <a:srgbClr val="000000"/>
                  </a:solidFill>
                  <a:latin typeface="Arial"/>
                  <a:ea typeface="Arial"/>
                  <a:cs typeface="Arial"/>
                </a:rPr>
                <a:t>Panels (b,c,d): concentration (ug m-3), shared 0-100 scale</a:t>
              </a:r>
            </a:p>
          </p:txBody>
        </p:sp>
        <p:sp>
          <p:nvSpPr>
            <p:cNvPr id="248" name="text_247">
              <a:extLst>
                <a:ext uri="{FF2B5EF4-FFF2-40B4-BE49-F238E27FC236}">
                  <ns2:creationId id="{1C59B712-BB79-4DC5-BF84-AC4AA12B262C}"/>
                </a:ext>
              </a:extLst>
            </p:cNvPr>
            <p:cNvSpPr>
              <a:spLocks noGrp="1"/>
            </p:cNvSpPr>
            <p:nvPr/>
          </p:nvSpPr>
          <p:spPr>
            <a:xfrm rot="0">
              <a:off x="666750" y="10391775"/>
              <a:ext cx="12573000" cy="238125"/>
            </a:xfrm>
            <a:prstGeom prst="rect">
              <a:avLst/>
            </a:prstGeom>
            <a:noFill/>
            <a:ln w="0">
              <a:noFill/>
              <a:prstDash val="solid"/>
            </a:ln>
          </p:spPr>
          <p:txBody>
            <a:bodyPr wrap="none" lIns="0" tIns="0" rIns="0" bIns="0" anchor="t">
              <a:noAutofit/>
            </a:bodyPr>
            <a:lstStyle>
              <a:defPPr algn="l">
                <a:defRPr sz="735" b="0">
                  <a:solidFill>
                    <a:srgbClr val="000000"/>
                  </a:solidFill>
                  <a:latin typeface="Arial"/>
                  <a:ea typeface="Arial"/>
                  <a:cs typeface="Arial"/>
                </a:defRPr>
              </a:defPPr>
              <a:lvl1pPr algn="l">
                <a:defRPr sz="735" b="0">
                  <a:solidFill>
                    <a:srgbClr val="000000"/>
                  </a:solidFill>
                  <a:latin typeface="Arial"/>
                  <a:ea typeface="Arial"/>
                  <a:cs typeface="Arial"/>
                </a:defRPr>
              </a:lvl1pPr>
              <a:lvl2pPr algn="l">
                <a:defRPr sz="735" b="0">
                  <a:solidFill>
                    <a:srgbClr val="000000"/>
                  </a:solidFill>
                  <a:latin typeface="Arial"/>
                  <a:ea typeface="Arial"/>
                  <a:cs typeface="Arial"/>
                </a:defRPr>
              </a:lvl2pPr>
              <a:lvl3pPr algn="l">
                <a:defRPr sz="735" b="0">
                  <a:solidFill>
                    <a:srgbClr val="000000"/>
                  </a:solidFill>
                  <a:latin typeface="Arial"/>
                  <a:ea typeface="Arial"/>
                  <a:cs typeface="Arial"/>
                </a:defRPr>
              </a:lvl3pPr>
              <a:lvl4pPr algn="l">
                <a:defRPr sz="735" b="0">
                  <a:solidFill>
                    <a:srgbClr val="000000"/>
                  </a:solidFill>
                  <a:latin typeface="Arial"/>
                  <a:ea typeface="Arial"/>
                  <a:cs typeface="Arial"/>
                </a:defRPr>
              </a:lvl4pPr>
              <a:lvl5pPr algn="l">
                <a:defRPr sz="735" b="0">
                  <a:solidFill>
                    <a:srgbClr val="000000"/>
                  </a:solidFill>
                  <a:latin typeface="Arial"/>
                  <a:ea typeface="Arial"/>
                  <a:cs typeface="Arial"/>
                </a:defRPr>
              </a:lvl5pPr>
              <a:lvl6pPr algn="l">
                <a:defRPr sz="735" b="0">
                  <a:solidFill>
                    <a:srgbClr val="000000"/>
                  </a:solidFill>
                  <a:latin typeface="Arial"/>
                  <a:ea typeface="Arial"/>
                  <a:cs typeface="Arial"/>
                </a:defRPr>
              </a:lvl6pPr>
              <a:lvl7pPr algn="l">
                <a:defRPr sz="735" b="0">
                  <a:solidFill>
                    <a:srgbClr val="000000"/>
                  </a:solidFill>
                  <a:latin typeface="Arial"/>
                  <a:ea typeface="Arial"/>
                  <a:cs typeface="Arial"/>
                </a:defRPr>
              </a:lvl7pPr>
              <a:lvl8pPr algn="l">
                <a:defRPr sz="735" b="0">
                  <a:solidFill>
                    <a:srgbClr val="000000"/>
                  </a:solidFill>
                  <a:latin typeface="Arial"/>
                  <a:ea typeface="Arial"/>
                  <a:cs typeface="Arial"/>
                </a:defRPr>
              </a:lvl8pPr>
              <a:lvl9pPr algn="l">
                <a:defRPr sz="735" b="0">
                  <a:solidFill>
                    <a:srgbClr val="000000"/>
                  </a:solidFill>
                  <a:latin typeface="Arial"/>
                  <a:ea typeface="Arial"/>
                  <a:cs typeface="Arial"/>
                </a:defRPr>
              </a:lvl9pPr>
            </a:lstStyle>
            <a:p>
              <a:pPr algn="l">
                <a:defRPr sz="735" b="0">
                  <a:solidFill>
                    <a:srgbClr val="000000"/>
                  </a:solidFill>
                  <a:latin typeface="Arial"/>
                  <a:ea typeface="Arial"/>
                  <a:cs typeface="Arial"/>
                </a:defRPr>
              </a:pPr>
              <a:r>
                <a:rPr sz="735" b="0">
                  <a:solidFill>
                    <a:srgbClr val="000000"/>
                  </a:solidFill>
                  <a:latin typeface="Arial"/>
                  <a:ea typeface="Arial"/>
                  <a:cs typeface="Arial"/>
                </a:rPr>
                <a:t>A=153, B=146, C=152: extrema of the processed field, projected onto both source views.</a:t>
              </a:r>
            </a:p>
          </p:txBody>
        </p:sp>
        <p:sp>
          <p:nvSpPr>
            <p:cNvPr id="249" name="text_248">
              <a:extLst>
                <a:ext uri="{FF2B5EF4-FFF2-40B4-BE49-F238E27FC236}">
                  <ns2:creationId id="{35E9AF70-E9FE-4E9B-AA17-08C90A19F89D}"/>
                </a:ext>
              </a:extLst>
            </p:cNvPr>
            <p:cNvSpPr>
              <a:spLocks noGrp="1"/>
            </p:cNvSpPr>
            <p:nvPr/>
          </p:nvSpPr>
          <p:spPr>
            <a:xfrm rot="0">
              <a:off x="666750" y="10687050"/>
              <a:ext cx="12573000" cy="238125"/>
            </a:xfrm>
            <a:prstGeom prst="rect">
              <a:avLst/>
            </a:prstGeom>
            <a:noFill/>
            <a:ln w="0">
              <a:noFill/>
              <a:prstDash val="solid"/>
            </a:ln>
          </p:spPr>
          <p:txBody>
            <a:bodyPr wrap="none" lIns="0" tIns="0" rIns="0" bIns="0" anchor="t">
              <a:noAutofit/>
            </a:bodyPr>
            <a:lstStyle>
              <a:defPPr algn="l">
                <a:defRPr sz="735" b="0">
                  <a:solidFill>
                    <a:srgbClr val="000000"/>
                  </a:solidFill>
                  <a:latin typeface="Arial"/>
                  <a:ea typeface="Arial"/>
                  <a:cs typeface="Arial"/>
                </a:defRPr>
              </a:defPPr>
              <a:lvl1pPr algn="l">
                <a:defRPr sz="735" b="0">
                  <a:solidFill>
                    <a:srgbClr val="000000"/>
                  </a:solidFill>
                  <a:latin typeface="Arial"/>
                  <a:ea typeface="Arial"/>
                  <a:cs typeface="Arial"/>
                </a:defRPr>
              </a:lvl1pPr>
              <a:lvl2pPr algn="l">
                <a:defRPr sz="735" b="0">
                  <a:solidFill>
                    <a:srgbClr val="000000"/>
                  </a:solidFill>
                  <a:latin typeface="Arial"/>
                  <a:ea typeface="Arial"/>
                  <a:cs typeface="Arial"/>
                </a:defRPr>
              </a:lvl2pPr>
              <a:lvl3pPr algn="l">
                <a:defRPr sz="735" b="0">
                  <a:solidFill>
                    <a:srgbClr val="000000"/>
                  </a:solidFill>
                  <a:latin typeface="Arial"/>
                  <a:ea typeface="Arial"/>
                  <a:cs typeface="Arial"/>
                </a:defRPr>
              </a:lvl3pPr>
              <a:lvl4pPr algn="l">
                <a:defRPr sz="735" b="0">
                  <a:solidFill>
                    <a:srgbClr val="000000"/>
                  </a:solidFill>
                  <a:latin typeface="Arial"/>
                  <a:ea typeface="Arial"/>
                  <a:cs typeface="Arial"/>
                </a:defRPr>
              </a:lvl4pPr>
              <a:lvl5pPr algn="l">
                <a:defRPr sz="735" b="0">
                  <a:solidFill>
                    <a:srgbClr val="000000"/>
                  </a:solidFill>
                  <a:latin typeface="Arial"/>
                  <a:ea typeface="Arial"/>
                  <a:cs typeface="Arial"/>
                </a:defRPr>
              </a:lvl5pPr>
              <a:lvl6pPr algn="l">
                <a:defRPr sz="735" b="0">
                  <a:solidFill>
                    <a:srgbClr val="000000"/>
                  </a:solidFill>
                  <a:latin typeface="Arial"/>
                  <a:ea typeface="Arial"/>
                  <a:cs typeface="Arial"/>
                </a:defRPr>
              </a:lvl6pPr>
              <a:lvl7pPr algn="l">
                <a:defRPr sz="735" b="0">
                  <a:solidFill>
                    <a:srgbClr val="000000"/>
                  </a:solidFill>
                  <a:latin typeface="Arial"/>
                  <a:ea typeface="Arial"/>
                  <a:cs typeface="Arial"/>
                </a:defRPr>
              </a:lvl7pPr>
              <a:lvl8pPr algn="l">
                <a:defRPr sz="735" b="0">
                  <a:solidFill>
                    <a:srgbClr val="000000"/>
                  </a:solidFill>
                  <a:latin typeface="Arial"/>
                  <a:ea typeface="Arial"/>
                  <a:cs typeface="Arial"/>
                </a:defRPr>
              </a:lvl8pPr>
              <a:lvl9pPr algn="l">
                <a:defRPr sz="735" b="0">
                  <a:solidFill>
                    <a:srgbClr val="000000"/>
                  </a:solidFill>
                  <a:latin typeface="Arial"/>
                  <a:ea typeface="Arial"/>
                  <a:cs typeface="Arial"/>
                </a:defRPr>
              </a:lvl9pPr>
            </a:lstStyle>
            <a:p>
              <a:pPr algn="l">
                <a:defRPr sz="735" b="0">
                  <a:solidFill>
                    <a:srgbClr val="000000"/>
                  </a:solidFill>
                  <a:latin typeface="Arial"/>
                  <a:ea typeface="Arial"/>
                  <a:cs typeface="Arial"/>
                </a:defRPr>
              </a:pPr>
              <a:r>
                <a:rPr sz="735" b="0">
                  <a:solidFill>
                    <a:srgbClr val="000000"/>
                  </a:solidFill>
                  <a:latin typeface="Arial"/>
                  <a:ea typeface="Arial"/>
                  <a:cs typeface="Arial"/>
                </a:rPr>
                <a:t>Solid traces: saved anchors. Dashed traces: fixed references. Gaps retain saved births and deaths.</a:t>
              </a:r>
            </a:p>
          </p:txBody>
        </p:sp>
        <p:sp>
          <p:nvSpPr>
            <p:cNvPr id="250" name="text_249">
              <a:extLst>
                <a:ext uri="{FF2B5EF4-FFF2-40B4-BE49-F238E27FC236}">
                  <ns2:creationId id="{5EA2E7F1-0848-416C-8F7D-E1542D68804B}"/>
                </a:ext>
              </a:extLst>
            </p:cNvPr>
            <p:cNvSpPr>
              <a:spLocks noGrp="1"/>
            </p:cNvSpPr>
            <p:nvPr/>
          </p:nvSpPr>
          <p:spPr>
            <a:xfrm rot="0">
              <a:off x="666750" y="10982325"/>
              <a:ext cx="12573000" cy="238125"/>
            </a:xfrm>
            <a:prstGeom prst="rect">
              <a:avLst/>
            </a:prstGeom>
            <a:noFill/>
            <a:ln w="0">
              <a:noFill/>
              <a:prstDash val="solid"/>
            </a:ln>
          </p:spPr>
          <p:txBody>
            <a:bodyPr wrap="none" lIns="0" tIns="0" rIns="0" bIns="0" anchor="t">
              <a:noAutofit/>
            </a:bodyPr>
            <a:lstStyle>
              <a:defPPr algn="l">
                <a:defRPr sz="735" b="1">
                  <a:solidFill>
                    <a:srgbClr val="000000"/>
                  </a:solidFill>
                  <a:latin typeface="Arial"/>
                  <a:ea typeface="Arial"/>
                  <a:cs typeface="Arial"/>
                </a:defRPr>
              </a:defPPr>
              <a:lvl1pPr algn="l">
                <a:defRPr sz="735" b="1">
                  <a:solidFill>
                    <a:srgbClr val="000000"/>
                  </a:solidFill>
                  <a:latin typeface="Arial"/>
                  <a:ea typeface="Arial"/>
                  <a:cs typeface="Arial"/>
                </a:defRPr>
              </a:lvl1pPr>
              <a:lvl2pPr algn="l">
                <a:defRPr sz="735" b="1">
                  <a:solidFill>
                    <a:srgbClr val="000000"/>
                  </a:solidFill>
                  <a:latin typeface="Arial"/>
                  <a:ea typeface="Arial"/>
                  <a:cs typeface="Arial"/>
                </a:defRPr>
              </a:lvl2pPr>
              <a:lvl3pPr algn="l">
                <a:defRPr sz="735" b="1">
                  <a:solidFill>
                    <a:srgbClr val="000000"/>
                  </a:solidFill>
                  <a:latin typeface="Arial"/>
                  <a:ea typeface="Arial"/>
                  <a:cs typeface="Arial"/>
                </a:defRPr>
              </a:lvl3pPr>
              <a:lvl4pPr algn="l">
                <a:defRPr sz="735" b="1">
                  <a:solidFill>
                    <a:srgbClr val="000000"/>
                  </a:solidFill>
                  <a:latin typeface="Arial"/>
                  <a:ea typeface="Arial"/>
                  <a:cs typeface="Arial"/>
                </a:defRPr>
              </a:lvl4pPr>
              <a:lvl5pPr algn="l">
                <a:defRPr sz="735" b="1">
                  <a:solidFill>
                    <a:srgbClr val="000000"/>
                  </a:solidFill>
                  <a:latin typeface="Arial"/>
                  <a:ea typeface="Arial"/>
                  <a:cs typeface="Arial"/>
                </a:defRPr>
              </a:lvl5pPr>
              <a:lvl6pPr algn="l">
                <a:defRPr sz="735" b="1">
                  <a:solidFill>
                    <a:srgbClr val="000000"/>
                  </a:solidFill>
                  <a:latin typeface="Arial"/>
                  <a:ea typeface="Arial"/>
                  <a:cs typeface="Arial"/>
                </a:defRPr>
              </a:lvl6pPr>
              <a:lvl7pPr algn="l">
                <a:defRPr sz="735" b="1">
                  <a:solidFill>
                    <a:srgbClr val="000000"/>
                  </a:solidFill>
                  <a:latin typeface="Arial"/>
                  <a:ea typeface="Arial"/>
                  <a:cs typeface="Arial"/>
                </a:defRPr>
              </a:lvl7pPr>
              <a:lvl8pPr algn="l">
                <a:defRPr sz="735" b="1">
                  <a:solidFill>
                    <a:srgbClr val="000000"/>
                  </a:solidFill>
                  <a:latin typeface="Arial"/>
                  <a:ea typeface="Arial"/>
                  <a:cs typeface="Arial"/>
                </a:defRPr>
              </a:lvl8pPr>
              <a:lvl9pPr algn="l">
                <a:defRPr sz="735" b="1">
                  <a:solidFill>
                    <a:srgbClr val="000000"/>
                  </a:solidFill>
                  <a:latin typeface="Arial"/>
                  <a:ea typeface="Arial"/>
                  <a:cs typeface="Arial"/>
                </a:defRPr>
              </a:lvl9pPr>
            </a:lstStyle>
            <a:p>
              <a:pPr algn="l">
                <a:defRPr sz="735" b="1">
                  <a:solidFill>
                    <a:srgbClr val="000000"/>
                  </a:solidFill>
                  <a:latin typeface="Arial"/>
                  <a:ea typeface="Arial"/>
                  <a:cs typeface="Arial"/>
                </a:defRPr>
              </a:pPr>
              <a:r>
                <a:rPr sz="735" b="1">
                  <a:solidFill>
                    <a:srgbClr val="000000"/>
                  </a:solidFill>
                  <a:latin typeface="Arial"/>
                  <a:ea typeface="Arial"/>
                  <a:cs typeface="Arial"/>
                </a:rPr>
                <a:t>Jul 14: max displayed anchor error  P 14.88% L  to  R20 0.84% L; measured NMLE 1.12% (window max 3.33%).</a:t>
              </a:r>
            </a:p>
          </p:txBody>
        </p:sp>
        <p:sp>
          <p:nvSpPr>
            <p:cNvPr id="251" name="text_250">
              <a:extLst>
                <a:ext uri="{FF2B5EF4-FFF2-40B4-BE49-F238E27FC236}">
                  <ns2:creationId id="{61C8F8A4-5BCA-4ACF-B662-742491377F2A}"/>
                </a:ext>
              </a:extLst>
            </p:cNvPr>
            <p:cNvSpPr>
              <a:spLocks noGrp="1"/>
            </p:cNvSpPr>
            <p:nvPr/>
          </p:nvSpPr>
          <p:spPr>
            <a:xfrm rot="0">
              <a:off x="666750" y="11277600"/>
              <a:ext cx="12573000" cy="238125"/>
            </a:xfrm>
            <a:prstGeom prst="rect">
              <a:avLst/>
            </a:prstGeom>
            <a:noFill/>
            <a:ln w="0">
              <a:noFill/>
              <a:prstDash val="solid"/>
            </a:ln>
          </p:spPr>
          <p:txBody>
            <a:bodyPr wrap="none" lIns="0" tIns="0" rIns="0" bIns="0" anchor="t">
              <a:noAutofit/>
            </a:bodyPr>
            <a:lstStyle>
              <a:defPPr algn="l">
                <a:defRPr sz="735" b="0">
                  <a:solidFill>
                    <a:srgbClr val="000000"/>
                  </a:solidFill>
                  <a:latin typeface="Arial"/>
                  <a:ea typeface="Arial"/>
                  <a:cs typeface="Arial"/>
                </a:defRPr>
              </a:defPPr>
              <a:lvl1pPr algn="l">
                <a:defRPr sz="735" b="0">
                  <a:solidFill>
                    <a:srgbClr val="000000"/>
                  </a:solidFill>
                  <a:latin typeface="Arial"/>
                  <a:ea typeface="Arial"/>
                  <a:cs typeface="Arial"/>
                </a:defRPr>
              </a:lvl1pPr>
              <a:lvl2pPr algn="l">
                <a:defRPr sz="735" b="0">
                  <a:solidFill>
                    <a:srgbClr val="000000"/>
                  </a:solidFill>
                  <a:latin typeface="Arial"/>
                  <a:ea typeface="Arial"/>
                  <a:cs typeface="Arial"/>
                </a:defRPr>
              </a:lvl2pPr>
              <a:lvl3pPr algn="l">
                <a:defRPr sz="735" b="0">
                  <a:solidFill>
                    <a:srgbClr val="000000"/>
                  </a:solidFill>
                  <a:latin typeface="Arial"/>
                  <a:ea typeface="Arial"/>
                  <a:cs typeface="Arial"/>
                </a:defRPr>
              </a:lvl3pPr>
              <a:lvl4pPr algn="l">
                <a:defRPr sz="735" b="0">
                  <a:solidFill>
                    <a:srgbClr val="000000"/>
                  </a:solidFill>
                  <a:latin typeface="Arial"/>
                  <a:ea typeface="Arial"/>
                  <a:cs typeface="Arial"/>
                </a:defRPr>
              </a:lvl4pPr>
              <a:lvl5pPr algn="l">
                <a:defRPr sz="735" b="0">
                  <a:solidFill>
                    <a:srgbClr val="000000"/>
                  </a:solidFill>
                  <a:latin typeface="Arial"/>
                  <a:ea typeface="Arial"/>
                  <a:cs typeface="Arial"/>
                </a:defRPr>
              </a:lvl5pPr>
              <a:lvl6pPr algn="l">
                <a:defRPr sz="735" b="0">
                  <a:solidFill>
                    <a:srgbClr val="000000"/>
                  </a:solidFill>
                  <a:latin typeface="Arial"/>
                  <a:ea typeface="Arial"/>
                  <a:cs typeface="Arial"/>
                </a:defRPr>
              </a:lvl6pPr>
              <a:lvl7pPr algn="l">
                <a:defRPr sz="735" b="0">
                  <a:solidFill>
                    <a:srgbClr val="000000"/>
                  </a:solidFill>
                  <a:latin typeface="Arial"/>
                  <a:ea typeface="Arial"/>
                  <a:cs typeface="Arial"/>
                </a:defRPr>
              </a:lvl7pPr>
              <a:lvl8pPr algn="l">
                <a:defRPr sz="735" b="0">
                  <a:solidFill>
                    <a:srgbClr val="000000"/>
                  </a:solidFill>
                  <a:latin typeface="Arial"/>
                  <a:ea typeface="Arial"/>
                  <a:cs typeface="Arial"/>
                </a:defRPr>
              </a:lvl8pPr>
              <a:lvl9pPr algn="l">
                <a:defRPr sz="735" b="0">
                  <a:solidFill>
                    <a:srgbClr val="000000"/>
                  </a:solidFill>
                  <a:latin typeface="Arial"/>
                  <a:ea typeface="Arial"/>
                  <a:cs typeface="Arial"/>
                </a:defRPr>
              </a:lvl9pPr>
            </a:lstStyle>
            <a:p>
              <a:pPr algn="l">
                <a:defRPr sz="735" b="0">
                  <a:solidFill>
                    <a:srgbClr val="000000"/>
                  </a:solidFill>
                  <a:latin typeface="Arial"/>
                  <a:ea typeface="Arial"/>
                  <a:cs typeface="Arial"/>
                </a:defRPr>
              </a:pPr>
              <a:r>
                <a:rPr sz="735" b="0">
                  <a:solidFill>
                    <a:srgbClr val="000000"/>
                  </a:solidFill>
                  <a:latin typeface="Arial"/>
                  <a:ea typeface="Arial"/>
                  <a:cs typeface="Arial"/>
                </a:rPr>
                <a:t>Pair merge levels (ug m-3): source = P  AB 25.94, AC 22.63, BC 22.63; R20  AB = AC = BC = 24.28.</a:t>
              </a:r>
            </a:p>
          </p:txBody>
        </p:sp>
      </p:grpSp>
    </p:spTree>
    <p:extLst>
      <p:ext uri="{BB962C8B-B14F-4D97-AF65-F5344CB8AC3E}">
        <ns4:creationId val="73640450"/>
      </p:ext>
    </p:extLst>
  </p:cSld>
</p:sld>
</file>

<file path=ppt/slides/slide14.xml><?xml version="1.0" encoding="utf-8"?>
<p:sld xmlns:a="http://schemas.openxmlformats.org/drawingml/2006/main" xmlns:ns2="http://schemas.microsoft.com/office/drawing/2014/main" xmlns:ns3="http://schemas.openxmlformats.org/drawingml/2006/chart" xmlns:ns5="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grpSp>
        <p:nvGrpSpPr>
          <p:cNvPr id="16" name="Manuscript Figure 14: Eligibility and measured position-scalar trade-offs"/>
          <p:cNvGrpSpPr/>
          <p:nvPr/>
        </p:nvGrpSpPr>
        <p:grpSpPr>
          <a:xfrm>
            <a:off x="789140" y="0"/>
            <a:ext cx="11223321" cy="6096000"/>
            <a:chOff x="0" y="0"/>
            <a:chExt cx="12801600" cy="6953250"/>
          </a:xfrm>
        </p:grpSpPr>
        <p:sp>
          <p:nvSpPr>
            <p:cNvPr id="15" name="(a) Reference order error">
              <a:extLst>
                <a:ext uri="{FF2B5EF4-FFF2-40B4-BE49-F238E27FC236}">
                  <ns2:creationId id="{C802AD6F-E603-4B8A-B201-D893DF94363D}"/>
                </a:ext>
              </a:extLst>
            </p:cNvPr>
            <p:cNvSpPr>
              <a:spLocks noGrp="1"/>
            </p:cNvSpPr>
            <p:nvPr/>
          </p:nvSpPr>
          <p:spPr>
            <a:xfrm>
              <a:off x="238125" y="38100"/>
              <a:ext cx="4000500" cy="285750"/>
            </a:xfrm>
            <a:prstGeom prst="rect">
              <a:avLst/>
            </a:prstGeom>
            <a:noFill/>
            <a:ln w="0">
              <a:noFill/>
              <a:prstDash val="solid"/>
            </a:ln>
          </p:spPr>
          <p:txBody>
            <a:bodyPr wrap="none" lIns="0" tIns="0" rIns="0" bIns="0">
              <a:noAutofit/>
            </a:bodyPr>
            <a:lstStyle>
              <a:defPPr>
                <a:defRPr sz="1512" b="1">
                  <a:solidFill>
                    <a:srgbClr val="263238"/>
                  </a:solidFill>
                  <a:latin typeface="Arial"/>
                  <a:ea typeface="Arial"/>
                  <a:cs typeface="Arial"/>
                </a:defRPr>
              </a:defPPr>
              <a:lvl1pPr>
                <a:defRPr sz="1512" b="1">
                  <a:solidFill>
                    <a:srgbClr val="263238"/>
                  </a:solidFill>
                  <a:latin typeface="Arial"/>
                  <a:ea typeface="Arial"/>
                  <a:cs typeface="Arial"/>
                </a:defRPr>
              </a:lvl1pPr>
              <a:lvl2pPr>
                <a:defRPr sz="1512" b="1">
                  <a:solidFill>
                    <a:srgbClr val="263238"/>
                  </a:solidFill>
                  <a:latin typeface="Arial"/>
                  <a:ea typeface="Arial"/>
                  <a:cs typeface="Arial"/>
                </a:defRPr>
              </a:lvl2pPr>
              <a:lvl3pPr>
                <a:defRPr sz="1512" b="1">
                  <a:solidFill>
                    <a:srgbClr val="263238"/>
                  </a:solidFill>
                  <a:latin typeface="Arial"/>
                  <a:ea typeface="Arial"/>
                  <a:cs typeface="Arial"/>
                </a:defRPr>
              </a:lvl3pPr>
              <a:lvl4pPr>
                <a:defRPr sz="1512" b="1">
                  <a:solidFill>
                    <a:srgbClr val="263238"/>
                  </a:solidFill>
                  <a:latin typeface="Arial"/>
                  <a:ea typeface="Arial"/>
                  <a:cs typeface="Arial"/>
                </a:defRPr>
              </a:lvl4pPr>
              <a:lvl5pPr>
                <a:defRPr sz="1512" b="1">
                  <a:solidFill>
                    <a:srgbClr val="263238"/>
                  </a:solidFill>
                  <a:latin typeface="Arial"/>
                  <a:ea typeface="Arial"/>
                  <a:cs typeface="Arial"/>
                </a:defRPr>
              </a:lvl5pPr>
              <a:lvl6pPr>
                <a:defRPr sz="1512" b="1">
                  <a:solidFill>
                    <a:srgbClr val="263238"/>
                  </a:solidFill>
                  <a:latin typeface="Arial"/>
                  <a:ea typeface="Arial"/>
                  <a:cs typeface="Arial"/>
                </a:defRPr>
              </a:lvl6pPr>
              <a:lvl7pPr>
                <a:defRPr sz="1512" b="1">
                  <a:solidFill>
                    <a:srgbClr val="263238"/>
                  </a:solidFill>
                  <a:latin typeface="Arial"/>
                  <a:ea typeface="Arial"/>
                  <a:cs typeface="Arial"/>
                </a:defRPr>
              </a:lvl7pPr>
              <a:lvl8pPr>
                <a:defRPr sz="1512" b="1">
                  <a:solidFill>
                    <a:srgbClr val="263238"/>
                  </a:solidFill>
                  <a:latin typeface="Arial"/>
                  <a:ea typeface="Arial"/>
                  <a:cs typeface="Arial"/>
                </a:defRPr>
              </a:lvl8pPr>
              <a:lvl9pPr>
                <a:defRPr sz="1512" b="1">
                  <a:solidFill>
                    <a:srgbClr val="263238"/>
                  </a:solidFill>
                  <a:latin typeface="Arial"/>
                  <a:ea typeface="Arial"/>
                  <a:cs typeface="Arial"/>
                </a:defRPr>
              </a:lvl9pPr>
            </a:lstStyle>
            <a:p>
              <a:pPr>
                <a:defRPr sz="1512" b="1">
                  <a:solidFill>
                    <a:srgbClr val="263238"/>
                  </a:solidFill>
                  <a:latin typeface="Arial"/>
                  <a:ea typeface="Arial"/>
                  <a:cs typeface="Arial"/>
                </a:defRPr>
              </a:pPr>
              <a:r>
                <a:rPr sz="1512" b="1">
                  <a:solidFill>
                    <a:srgbClr val="263238"/>
                  </a:solidFill>
                  <a:latin typeface="Arial"/>
                  <a:ea typeface="Arial"/>
                  <a:cs typeface="Arial"/>
                </a:rPr>
                <a:t>(a) Reference order error</a:t>
              </a:r>
            </a:p>
          </p:txBody>
        </p:sp>
        <p:sp>
          <p:nvSpPr>
            <p:cNvPr id="2" name="(b) Scalar cost">
              <a:extLst>
                <a:ext uri="{FF2B5EF4-FFF2-40B4-BE49-F238E27FC236}">
                  <ns2:creationId id="{9567A973-3B0D-4B12-BEB5-8267E19D6B54}"/>
                </a:ext>
              </a:extLst>
            </p:cNvPr>
            <p:cNvSpPr>
              <a:spLocks noGrp="1"/>
            </p:cNvSpPr>
            <p:nvPr/>
          </p:nvSpPr>
          <p:spPr>
            <a:xfrm>
              <a:off x="4448175" y="38100"/>
              <a:ext cx="4000500" cy="285750"/>
            </a:xfrm>
            <a:prstGeom prst="rect">
              <a:avLst/>
            </a:prstGeom>
            <a:noFill/>
            <a:ln w="0">
              <a:noFill/>
              <a:prstDash val="solid"/>
            </a:ln>
          </p:spPr>
          <p:txBody>
            <a:bodyPr wrap="none" lIns="0" tIns="0" rIns="0" bIns="0">
              <a:noAutofit/>
            </a:bodyPr>
            <a:lstStyle>
              <a:defPPr>
                <a:defRPr sz="1512" b="1">
                  <a:solidFill>
                    <a:srgbClr val="263238"/>
                  </a:solidFill>
                  <a:latin typeface="Arial"/>
                  <a:ea typeface="Arial"/>
                  <a:cs typeface="Arial"/>
                </a:defRPr>
              </a:defPPr>
              <a:lvl1pPr>
                <a:defRPr sz="1512" b="1">
                  <a:solidFill>
                    <a:srgbClr val="263238"/>
                  </a:solidFill>
                  <a:latin typeface="Arial"/>
                  <a:ea typeface="Arial"/>
                  <a:cs typeface="Arial"/>
                </a:defRPr>
              </a:lvl1pPr>
              <a:lvl2pPr>
                <a:defRPr sz="1512" b="1">
                  <a:solidFill>
                    <a:srgbClr val="263238"/>
                  </a:solidFill>
                  <a:latin typeface="Arial"/>
                  <a:ea typeface="Arial"/>
                  <a:cs typeface="Arial"/>
                </a:defRPr>
              </a:lvl2pPr>
              <a:lvl3pPr>
                <a:defRPr sz="1512" b="1">
                  <a:solidFill>
                    <a:srgbClr val="263238"/>
                  </a:solidFill>
                  <a:latin typeface="Arial"/>
                  <a:ea typeface="Arial"/>
                  <a:cs typeface="Arial"/>
                </a:defRPr>
              </a:lvl3pPr>
              <a:lvl4pPr>
                <a:defRPr sz="1512" b="1">
                  <a:solidFill>
                    <a:srgbClr val="263238"/>
                  </a:solidFill>
                  <a:latin typeface="Arial"/>
                  <a:ea typeface="Arial"/>
                  <a:cs typeface="Arial"/>
                </a:defRPr>
              </a:lvl4pPr>
              <a:lvl5pPr>
                <a:defRPr sz="1512" b="1">
                  <a:solidFill>
                    <a:srgbClr val="263238"/>
                  </a:solidFill>
                  <a:latin typeface="Arial"/>
                  <a:ea typeface="Arial"/>
                  <a:cs typeface="Arial"/>
                </a:defRPr>
              </a:lvl5pPr>
              <a:lvl6pPr>
                <a:defRPr sz="1512" b="1">
                  <a:solidFill>
                    <a:srgbClr val="263238"/>
                  </a:solidFill>
                  <a:latin typeface="Arial"/>
                  <a:ea typeface="Arial"/>
                  <a:cs typeface="Arial"/>
                </a:defRPr>
              </a:lvl6pPr>
              <a:lvl7pPr>
                <a:defRPr sz="1512" b="1">
                  <a:solidFill>
                    <a:srgbClr val="263238"/>
                  </a:solidFill>
                  <a:latin typeface="Arial"/>
                  <a:ea typeface="Arial"/>
                  <a:cs typeface="Arial"/>
                </a:defRPr>
              </a:lvl7pPr>
              <a:lvl8pPr>
                <a:defRPr sz="1512" b="1">
                  <a:solidFill>
                    <a:srgbClr val="263238"/>
                  </a:solidFill>
                  <a:latin typeface="Arial"/>
                  <a:ea typeface="Arial"/>
                  <a:cs typeface="Arial"/>
                </a:defRPr>
              </a:lvl8pPr>
              <a:lvl9pPr>
                <a:defRPr sz="1512" b="1">
                  <a:solidFill>
                    <a:srgbClr val="263238"/>
                  </a:solidFill>
                  <a:latin typeface="Arial"/>
                  <a:ea typeface="Arial"/>
                  <a:cs typeface="Arial"/>
                </a:defRPr>
              </a:lvl9pPr>
            </a:lstStyle>
            <a:p>
              <a:pPr>
                <a:defRPr sz="1512" b="1">
                  <a:solidFill>
                    <a:srgbClr val="263238"/>
                  </a:solidFill>
                  <a:latin typeface="Arial"/>
                  <a:ea typeface="Arial"/>
                  <a:cs typeface="Arial"/>
                </a:defRPr>
              </a:pPr>
              <a:r>
                <a:rPr sz="1512" b="1">
                  <a:solidFill>
                    <a:srgbClr val="263238"/>
                  </a:solidFill>
                  <a:latin typeface="Arial"/>
                  <a:ea typeface="Arial"/>
                  <a:cs typeface="Arial"/>
                </a:rPr>
                <a:t>(b) Scalar cost</a:t>
              </a:r>
            </a:p>
          </p:txBody>
        </p:sp>
        <p:sp>
          <p:nvSpPr>
            <p:cNvPr id="3" name="(c) Motion error">
              <a:extLst>
                <a:ext uri="{FF2B5EF4-FFF2-40B4-BE49-F238E27FC236}">
                  <ns2:creationId id="{860120D9-5A4B-4A0F-9923-F5F7575F85E4}"/>
                </a:ext>
              </a:extLst>
            </p:cNvPr>
            <p:cNvSpPr>
              <a:spLocks noGrp="1"/>
            </p:cNvSpPr>
            <p:nvPr/>
          </p:nvSpPr>
          <p:spPr>
            <a:xfrm>
              <a:off x="8658225" y="38100"/>
              <a:ext cx="4000500" cy="285750"/>
            </a:xfrm>
            <a:prstGeom prst="rect">
              <a:avLst/>
            </a:prstGeom>
            <a:noFill/>
            <a:ln w="0">
              <a:noFill/>
              <a:prstDash val="solid"/>
            </a:ln>
          </p:spPr>
          <p:txBody>
            <a:bodyPr wrap="none" lIns="0" tIns="0" rIns="0" bIns="0">
              <a:noAutofit/>
            </a:bodyPr>
            <a:lstStyle>
              <a:defPPr>
                <a:defRPr sz="1512" b="1">
                  <a:solidFill>
                    <a:srgbClr val="263238"/>
                  </a:solidFill>
                  <a:latin typeface="Arial"/>
                  <a:ea typeface="Arial"/>
                  <a:cs typeface="Arial"/>
                </a:defRPr>
              </a:defPPr>
              <a:lvl1pPr>
                <a:defRPr sz="1512" b="1">
                  <a:solidFill>
                    <a:srgbClr val="263238"/>
                  </a:solidFill>
                  <a:latin typeface="Arial"/>
                  <a:ea typeface="Arial"/>
                  <a:cs typeface="Arial"/>
                </a:defRPr>
              </a:lvl1pPr>
              <a:lvl2pPr>
                <a:defRPr sz="1512" b="1">
                  <a:solidFill>
                    <a:srgbClr val="263238"/>
                  </a:solidFill>
                  <a:latin typeface="Arial"/>
                  <a:ea typeface="Arial"/>
                  <a:cs typeface="Arial"/>
                </a:defRPr>
              </a:lvl2pPr>
              <a:lvl3pPr>
                <a:defRPr sz="1512" b="1">
                  <a:solidFill>
                    <a:srgbClr val="263238"/>
                  </a:solidFill>
                  <a:latin typeface="Arial"/>
                  <a:ea typeface="Arial"/>
                  <a:cs typeface="Arial"/>
                </a:defRPr>
              </a:lvl3pPr>
              <a:lvl4pPr>
                <a:defRPr sz="1512" b="1">
                  <a:solidFill>
                    <a:srgbClr val="263238"/>
                  </a:solidFill>
                  <a:latin typeface="Arial"/>
                  <a:ea typeface="Arial"/>
                  <a:cs typeface="Arial"/>
                </a:defRPr>
              </a:lvl4pPr>
              <a:lvl5pPr>
                <a:defRPr sz="1512" b="1">
                  <a:solidFill>
                    <a:srgbClr val="263238"/>
                  </a:solidFill>
                  <a:latin typeface="Arial"/>
                  <a:ea typeface="Arial"/>
                  <a:cs typeface="Arial"/>
                </a:defRPr>
              </a:lvl5pPr>
              <a:lvl6pPr>
                <a:defRPr sz="1512" b="1">
                  <a:solidFill>
                    <a:srgbClr val="263238"/>
                  </a:solidFill>
                  <a:latin typeface="Arial"/>
                  <a:ea typeface="Arial"/>
                  <a:cs typeface="Arial"/>
                </a:defRPr>
              </a:lvl6pPr>
              <a:lvl7pPr>
                <a:defRPr sz="1512" b="1">
                  <a:solidFill>
                    <a:srgbClr val="263238"/>
                  </a:solidFill>
                  <a:latin typeface="Arial"/>
                  <a:ea typeface="Arial"/>
                  <a:cs typeface="Arial"/>
                </a:defRPr>
              </a:lvl7pPr>
              <a:lvl8pPr>
                <a:defRPr sz="1512" b="1">
                  <a:solidFill>
                    <a:srgbClr val="263238"/>
                  </a:solidFill>
                  <a:latin typeface="Arial"/>
                  <a:ea typeface="Arial"/>
                  <a:cs typeface="Arial"/>
                </a:defRPr>
              </a:lvl8pPr>
              <a:lvl9pPr>
                <a:defRPr sz="1512" b="1">
                  <a:solidFill>
                    <a:srgbClr val="263238"/>
                  </a:solidFill>
                  <a:latin typeface="Arial"/>
                  <a:ea typeface="Arial"/>
                  <a:cs typeface="Arial"/>
                </a:defRPr>
              </a:lvl9pPr>
            </a:lstStyle>
            <a:p>
              <a:pPr>
                <a:defRPr sz="1512" b="1">
                  <a:solidFill>
                    <a:srgbClr val="263238"/>
                  </a:solidFill>
                  <a:latin typeface="Arial"/>
                  <a:ea typeface="Arial"/>
                  <a:cs typeface="Arial"/>
                </a:defRPr>
              </a:pPr>
              <a:r>
                <a:rPr sz="1512" b="1">
                  <a:solidFill>
                    <a:srgbClr val="263238"/>
                  </a:solidFill>
                  <a:latin typeface="Arial"/>
                  <a:ea typeface="Arial"/>
                  <a:cs typeface="Arial"/>
                </a:rPr>
                <a:t>(c) Motion error</a:t>
              </a:r>
            </a:p>
          </p:txBody>
        </p:sp>
        <p:sp>
          <p:nvSpPr>
            <p:cNvPr id="4" name="Tangaroa (201 frames)">
              <a:extLst>
                <a:ext uri="{FF2B5EF4-FFF2-40B4-BE49-F238E27FC236}">
                  <ns2:creationId id="{AD6AF818-3FE1-4E25-AE35-37CFB56A2F39}"/>
                </a:ext>
              </a:extLst>
            </p:cNvPr>
            <p:cNvSpPr>
              <a:spLocks noGrp="1"/>
            </p:cNvSpPr>
            <p:nvPr/>
          </p:nvSpPr>
          <p:spPr>
            <a:xfrm>
              <a:off x="228600" y="447675"/>
              <a:ext cx="3810000" cy="238125"/>
            </a:xfrm>
            <a:prstGeom prst="rect">
              <a:avLst/>
            </a:prstGeom>
            <a:noFill/>
            <a:ln w="0">
              <a:noFill/>
              <a:prstDash val="solid"/>
            </a:ln>
          </p:spPr>
          <p:txBody>
            <a:bodyPr wrap="none" lIns="0" tIns="0" rIns="0" bIns="0">
              <a:noAutofit/>
            </a:bodyPr>
            <a:lstStyle>
              <a:defPPr>
                <a:defRPr sz="1315" b="1">
                  <a:solidFill>
                    <a:srgbClr val="263238"/>
                  </a:solidFill>
                  <a:latin typeface="Arial"/>
                  <a:ea typeface="Arial"/>
                  <a:cs typeface="Arial"/>
                </a:defRPr>
              </a:defPPr>
              <a:lvl1pPr>
                <a:defRPr sz="1315" b="1">
                  <a:solidFill>
                    <a:srgbClr val="263238"/>
                  </a:solidFill>
                  <a:latin typeface="Arial"/>
                  <a:ea typeface="Arial"/>
                  <a:cs typeface="Arial"/>
                </a:defRPr>
              </a:lvl1pPr>
              <a:lvl2pPr>
                <a:defRPr sz="1315" b="1">
                  <a:solidFill>
                    <a:srgbClr val="263238"/>
                  </a:solidFill>
                  <a:latin typeface="Arial"/>
                  <a:ea typeface="Arial"/>
                  <a:cs typeface="Arial"/>
                </a:defRPr>
              </a:lvl2pPr>
              <a:lvl3pPr>
                <a:defRPr sz="1315" b="1">
                  <a:solidFill>
                    <a:srgbClr val="263238"/>
                  </a:solidFill>
                  <a:latin typeface="Arial"/>
                  <a:ea typeface="Arial"/>
                  <a:cs typeface="Arial"/>
                </a:defRPr>
              </a:lvl3pPr>
              <a:lvl4pPr>
                <a:defRPr sz="1315" b="1">
                  <a:solidFill>
                    <a:srgbClr val="263238"/>
                  </a:solidFill>
                  <a:latin typeface="Arial"/>
                  <a:ea typeface="Arial"/>
                  <a:cs typeface="Arial"/>
                </a:defRPr>
              </a:lvl4pPr>
              <a:lvl5pPr>
                <a:defRPr sz="1315" b="1">
                  <a:solidFill>
                    <a:srgbClr val="263238"/>
                  </a:solidFill>
                  <a:latin typeface="Arial"/>
                  <a:ea typeface="Arial"/>
                  <a:cs typeface="Arial"/>
                </a:defRPr>
              </a:lvl5pPr>
              <a:lvl6pPr>
                <a:defRPr sz="1315" b="1">
                  <a:solidFill>
                    <a:srgbClr val="263238"/>
                  </a:solidFill>
                  <a:latin typeface="Arial"/>
                  <a:ea typeface="Arial"/>
                  <a:cs typeface="Arial"/>
                </a:defRPr>
              </a:lvl6pPr>
              <a:lvl7pPr>
                <a:defRPr sz="1315" b="1">
                  <a:solidFill>
                    <a:srgbClr val="263238"/>
                  </a:solidFill>
                  <a:latin typeface="Arial"/>
                  <a:ea typeface="Arial"/>
                  <a:cs typeface="Arial"/>
                </a:defRPr>
              </a:lvl7pPr>
              <a:lvl8pPr>
                <a:defRPr sz="1315" b="1">
                  <a:solidFill>
                    <a:srgbClr val="263238"/>
                  </a:solidFill>
                  <a:latin typeface="Arial"/>
                  <a:ea typeface="Arial"/>
                  <a:cs typeface="Arial"/>
                </a:defRPr>
              </a:lvl8pPr>
              <a:lvl9pPr>
                <a:defRPr sz="1315" b="1">
                  <a:solidFill>
                    <a:srgbClr val="263238"/>
                  </a:solidFill>
                  <a:latin typeface="Arial"/>
                  <a:ea typeface="Arial"/>
                  <a:cs typeface="Arial"/>
                </a:defRPr>
              </a:lvl9pPr>
            </a:lstStyle>
            <a:p>
              <a:pPr>
                <a:defRPr sz="1315" b="1">
                  <a:solidFill>
                    <a:srgbClr val="263238"/>
                  </a:solidFill>
                  <a:latin typeface="Arial"/>
                  <a:ea typeface="Arial"/>
                  <a:cs typeface="Arial"/>
                </a:defRPr>
              </a:pPr>
              <a:r>
                <a:rPr sz="1315" b="1">
                  <a:solidFill>
                    <a:srgbClr val="263238"/>
                  </a:solidFill>
                  <a:latin typeface="Arial"/>
                  <a:ea typeface="Arial"/>
                  <a:cs typeface="Arial"/>
                </a:rPr>
                <a:t>Tangaroa (201 frames)</a:t>
              </a:r>
            </a:p>
          </p:txBody>
        </p:sp>
        <p:graphicFrame>
          <p:nvGraphicFramePr>
            <p:cNvPr id="5" name="Chart">
              <a:extLst>
                <a:ext uri="{FF2B5EF4-FFF2-40B4-BE49-F238E27FC236}">
                  <ns2:creationId id="{40FDEC63-7C24-4C1B-97F5-FB5A071912A2}"/>
                </a:ext>
              </a:extLst>
            </p:cNvPr>
            <p:cNvGraphicFramePr/>
            <p:nvPr/>
          </p:nvGraphicFramePr>
          <p:xfrm>
            <a:off x="95250" y="695325"/>
            <a:ext cx="4076700" cy="2619375"/>
          </p:xfrm>
          <a:graphic>
            <a:graphicData uri="http://schemas.openxmlformats.org/drawingml/2006/chart">
              <ns3:chart r:id="R7e059928ce994f9f"/>
            </a:graphicData>
          </a:graphic>
        </p:graphicFrame>
        <p:graphicFrame>
          <p:nvGraphicFramePr>
            <p:cNvPr id="6" name="Chart">
              <a:extLst>
                <a:ext uri="{FF2B5EF4-FFF2-40B4-BE49-F238E27FC236}">
                  <ns2:creationId id="{F6755AC4-052B-4172-AD97-FB47759B011C}"/>
                </a:ext>
              </a:extLst>
            </p:cNvPr>
            <p:cNvGraphicFramePr/>
            <p:nvPr/>
          </p:nvGraphicFramePr>
          <p:xfrm>
            <a:off x="4305300" y="695325"/>
            <a:ext cx="4076700" cy="2619375"/>
          </p:xfrm>
          <a:graphic>
            <a:graphicData uri="http://schemas.openxmlformats.org/drawingml/2006/chart">
              <ns3:chart r:id="Rfa5850c507e14a9f"/>
            </a:graphicData>
          </a:graphic>
        </p:graphicFrame>
        <p:graphicFrame>
          <p:nvGraphicFramePr>
            <p:cNvPr id="7" name="Chart">
              <a:extLst>
                <a:ext uri="{FF2B5EF4-FFF2-40B4-BE49-F238E27FC236}">
                  <ns2:creationId id="{DABF6072-FE38-4EC9-AA56-BAAD756FED4F}"/>
                </a:ext>
              </a:extLst>
            </p:cNvPr>
            <p:cNvGraphicFramePr/>
            <p:nvPr/>
          </p:nvGraphicFramePr>
          <p:xfrm>
            <a:off x="8515350" y="695325"/>
            <a:ext cx="4076700" cy="2619375"/>
          </p:xfrm>
          <a:graphic>
            <a:graphicData uri="http://schemas.openxmlformats.org/drawingml/2006/chart">
              <ns3:chart r:id="R1a60778a05b04885"/>
            </a:graphicData>
          </a:graphic>
        </p:graphicFrame>
        <p:sp>
          <p:nvSpPr>
            <p:cNvPr id="8" name="Clear spatial/projected events: 6755/9631">
              <a:extLst>
                <a:ext uri="{FF2B5EF4-FFF2-40B4-BE49-F238E27FC236}">
                  <ns2:creationId id="{D74E5EE6-350C-494A-ADD4-FF0F8FECF16D}"/>
                </a:ext>
              </a:extLst>
            </p:cNvPr>
            <p:cNvSpPr>
              <a:spLocks noGrp="1"/>
            </p:cNvSpPr>
            <p:nvPr/>
          </p:nvSpPr>
          <p:spPr>
            <a:xfrm>
              <a:off x="8477250" y="3333750"/>
              <a:ext cx="4238625" cy="209550"/>
            </a:xfrm>
            <a:prstGeom prst="rect">
              <a:avLst/>
            </a:prstGeom>
            <a:noFill/>
            <a:ln w="0">
              <a:noFill/>
              <a:prstDash val="solid"/>
            </a:ln>
          </p:spPr>
          <p:txBody>
            <a:bodyPr wrap="none" lIns="0" tIns="0" rIns="0" bIns="0">
              <a:noAutofit/>
            </a:bodyPr>
            <a:lstStyle>
              <a:defPPr>
                <a:defRPr sz="986" b="0">
                  <a:solidFill>
                    <a:srgbClr val="7B8790"/>
                  </a:solidFill>
                  <a:latin typeface="Arial"/>
                  <a:ea typeface="Arial"/>
                  <a:cs typeface="Arial"/>
                </a:defRPr>
              </a:defPPr>
              <a:lvl1pPr>
                <a:defRPr sz="986" b="0">
                  <a:solidFill>
                    <a:srgbClr val="7B8790"/>
                  </a:solidFill>
                  <a:latin typeface="Arial"/>
                  <a:ea typeface="Arial"/>
                  <a:cs typeface="Arial"/>
                </a:defRPr>
              </a:lvl1pPr>
              <a:lvl2pPr>
                <a:defRPr sz="986" b="0">
                  <a:solidFill>
                    <a:srgbClr val="7B8790"/>
                  </a:solidFill>
                  <a:latin typeface="Arial"/>
                  <a:ea typeface="Arial"/>
                  <a:cs typeface="Arial"/>
                </a:defRPr>
              </a:lvl2pPr>
              <a:lvl3pPr>
                <a:defRPr sz="986" b="0">
                  <a:solidFill>
                    <a:srgbClr val="7B8790"/>
                  </a:solidFill>
                  <a:latin typeface="Arial"/>
                  <a:ea typeface="Arial"/>
                  <a:cs typeface="Arial"/>
                </a:defRPr>
              </a:lvl3pPr>
              <a:lvl4pPr>
                <a:defRPr sz="986" b="0">
                  <a:solidFill>
                    <a:srgbClr val="7B8790"/>
                  </a:solidFill>
                  <a:latin typeface="Arial"/>
                  <a:ea typeface="Arial"/>
                  <a:cs typeface="Arial"/>
                </a:defRPr>
              </a:lvl4pPr>
              <a:lvl5pPr>
                <a:defRPr sz="986" b="0">
                  <a:solidFill>
                    <a:srgbClr val="7B8790"/>
                  </a:solidFill>
                  <a:latin typeface="Arial"/>
                  <a:ea typeface="Arial"/>
                  <a:cs typeface="Arial"/>
                </a:defRPr>
              </a:lvl5pPr>
              <a:lvl6pPr>
                <a:defRPr sz="986" b="0">
                  <a:solidFill>
                    <a:srgbClr val="7B8790"/>
                  </a:solidFill>
                  <a:latin typeface="Arial"/>
                  <a:ea typeface="Arial"/>
                  <a:cs typeface="Arial"/>
                </a:defRPr>
              </a:lvl6pPr>
              <a:lvl7pPr>
                <a:defRPr sz="986" b="0">
                  <a:solidFill>
                    <a:srgbClr val="7B8790"/>
                  </a:solidFill>
                  <a:latin typeface="Arial"/>
                  <a:ea typeface="Arial"/>
                  <a:cs typeface="Arial"/>
                </a:defRPr>
              </a:lvl7pPr>
              <a:lvl8pPr>
                <a:defRPr sz="986" b="0">
                  <a:solidFill>
                    <a:srgbClr val="7B8790"/>
                  </a:solidFill>
                  <a:latin typeface="Arial"/>
                  <a:ea typeface="Arial"/>
                  <a:cs typeface="Arial"/>
                </a:defRPr>
              </a:lvl8pPr>
              <a:lvl9pPr>
                <a:defRPr sz="986" b="0">
                  <a:solidFill>
                    <a:srgbClr val="7B8790"/>
                  </a:solidFill>
                  <a:latin typeface="Arial"/>
                  <a:ea typeface="Arial"/>
                  <a:cs typeface="Arial"/>
                </a:defRPr>
              </a:lvl9pPr>
            </a:lstStyle>
            <a:p>
              <a:pPr>
                <a:defRPr sz="986" b="0">
                  <a:solidFill>
                    <a:srgbClr val="7B8790"/>
                  </a:solidFill>
                  <a:latin typeface="Arial"/>
                  <a:ea typeface="Arial"/>
                  <a:cs typeface="Arial"/>
                </a:defRPr>
              </a:pPr>
              <a:r>
                <a:rPr sz="986" b="0">
                  <a:solidFill>
                    <a:srgbClr val="7B8790"/>
                  </a:solidFill>
                  <a:latin typeface="Arial"/>
                  <a:ea typeface="Arial"/>
                  <a:cs typeface="Arial"/>
                </a:rPr>
                <a:t>Clear spatial/projected events: 6755/9631</a:t>
              </a:r>
            </a:p>
          </p:txBody>
        </p:sp>
        <p:sp>
          <p:nvSpPr>
            <p:cNvPr id="9" name="Cylinder (102 frames)">
              <a:extLst>
                <a:ext uri="{FF2B5EF4-FFF2-40B4-BE49-F238E27FC236}">
                  <ns2:creationId id="{934AC033-392E-4FCD-AE9F-BF3732CF12D9}"/>
                </a:ext>
              </a:extLst>
            </p:cNvPr>
            <p:cNvSpPr>
              <a:spLocks noGrp="1"/>
            </p:cNvSpPr>
            <p:nvPr/>
          </p:nvSpPr>
          <p:spPr>
            <a:xfrm>
              <a:off x="228600" y="3486150"/>
              <a:ext cx="3810000" cy="238125"/>
            </a:xfrm>
            <a:prstGeom prst="rect">
              <a:avLst/>
            </a:prstGeom>
            <a:noFill/>
            <a:ln w="0">
              <a:noFill/>
              <a:prstDash val="solid"/>
            </a:ln>
          </p:spPr>
          <p:txBody>
            <a:bodyPr wrap="none" lIns="0" tIns="0" rIns="0" bIns="0">
              <a:noAutofit/>
            </a:bodyPr>
            <a:lstStyle>
              <a:defPPr>
                <a:defRPr sz="1315" b="1">
                  <a:solidFill>
                    <a:srgbClr val="263238"/>
                  </a:solidFill>
                  <a:latin typeface="Arial"/>
                  <a:ea typeface="Arial"/>
                  <a:cs typeface="Arial"/>
                </a:defRPr>
              </a:defPPr>
              <a:lvl1pPr>
                <a:defRPr sz="1315" b="1">
                  <a:solidFill>
                    <a:srgbClr val="263238"/>
                  </a:solidFill>
                  <a:latin typeface="Arial"/>
                  <a:ea typeface="Arial"/>
                  <a:cs typeface="Arial"/>
                </a:defRPr>
              </a:lvl1pPr>
              <a:lvl2pPr>
                <a:defRPr sz="1315" b="1">
                  <a:solidFill>
                    <a:srgbClr val="263238"/>
                  </a:solidFill>
                  <a:latin typeface="Arial"/>
                  <a:ea typeface="Arial"/>
                  <a:cs typeface="Arial"/>
                </a:defRPr>
              </a:lvl2pPr>
              <a:lvl3pPr>
                <a:defRPr sz="1315" b="1">
                  <a:solidFill>
                    <a:srgbClr val="263238"/>
                  </a:solidFill>
                  <a:latin typeface="Arial"/>
                  <a:ea typeface="Arial"/>
                  <a:cs typeface="Arial"/>
                </a:defRPr>
              </a:lvl3pPr>
              <a:lvl4pPr>
                <a:defRPr sz="1315" b="1">
                  <a:solidFill>
                    <a:srgbClr val="263238"/>
                  </a:solidFill>
                  <a:latin typeface="Arial"/>
                  <a:ea typeface="Arial"/>
                  <a:cs typeface="Arial"/>
                </a:defRPr>
              </a:lvl4pPr>
              <a:lvl5pPr>
                <a:defRPr sz="1315" b="1">
                  <a:solidFill>
                    <a:srgbClr val="263238"/>
                  </a:solidFill>
                  <a:latin typeface="Arial"/>
                  <a:ea typeface="Arial"/>
                  <a:cs typeface="Arial"/>
                </a:defRPr>
              </a:lvl5pPr>
              <a:lvl6pPr>
                <a:defRPr sz="1315" b="1">
                  <a:solidFill>
                    <a:srgbClr val="263238"/>
                  </a:solidFill>
                  <a:latin typeface="Arial"/>
                  <a:ea typeface="Arial"/>
                  <a:cs typeface="Arial"/>
                </a:defRPr>
              </a:lvl6pPr>
              <a:lvl7pPr>
                <a:defRPr sz="1315" b="1">
                  <a:solidFill>
                    <a:srgbClr val="263238"/>
                  </a:solidFill>
                  <a:latin typeface="Arial"/>
                  <a:ea typeface="Arial"/>
                  <a:cs typeface="Arial"/>
                </a:defRPr>
              </a:lvl7pPr>
              <a:lvl8pPr>
                <a:defRPr sz="1315" b="1">
                  <a:solidFill>
                    <a:srgbClr val="263238"/>
                  </a:solidFill>
                  <a:latin typeface="Arial"/>
                  <a:ea typeface="Arial"/>
                  <a:cs typeface="Arial"/>
                </a:defRPr>
              </a:lvl8pPr>
              <a:lvl9pPr>
                <a:defRPr sz="1315" b="1">
                  <a:solidFill>
                    <a:srgbClr val="263238"/>
                  </a:solidFill>
                  <a:latin typeface="Arial"/>
                  <a:ea typeface="Arial"/>
                  <a:cs typeface="Arial"/>
                </a:defRPr>
              </a:lvl9pPr>
            </a:lstStyle>
            <a:p>
              <a:pPr>
                <a:defRPr sz="1315" b="1">
                  <a:solidFill>
                    <a:srgbClr val="263238"/>
                  </a:solidFill>
                  <a:latin typeface="Arial"/>
                  <a:ea typeface="Arial"/>
                  <a:cs typeface="Arial"/>
                </a:defRPr>
              </a:pPr>
              <a:r>
                <a:rPr sz="1315" b="1">
                  <a:solidFill>
                    <a:srgbClr val="263238"/>
                  </a:solidFill>
                  <a:latin typeface="Arial"/>
                  <a:ea typeface="Arial"/>
                  <a:cs typeface="Arial"/>
                </a:rPr>
                <a:t>Cylinder (102 frames)</a:t>
              </a:r>
            </a:p>
          </p:txBody>
        </p:sp>
        <p:graphicFrame>
          <p:nvGraphicFramePr>
            <p:cNvPr id="10" name="Chart">
              <a:extLst>
                <a:ext uri="{FF2B5EF4-FFF2-40B4-BE49-F238E27FC236}">
                  <ns2:creationId id="{EFD519DB-68EA-4B1A-B4F7-EEAB76CF223A}"/>
                </a:ext>
              </a:extLst>
            </p:cNvPr>
            <p:cNvGraphicFramePr/>
            <p:nvPr/>
          </p:nvGraphicFramePr>
          <p:xfrm>
            <a:off x="95250" y="3733800"/>
            <a:ext cx="4076700" cy="2619375"/>
          </p:xfrm>
          <a:graphic>
            <a:graphicData uri="http://schemas.openxmlformats.org/drawingml/2006/chart">
              <ns3:chart r:id="R2cdcf40f6fbc40a2"/>
            </a:graphicData>
          </a:graphic>
        </p:graphicFrame>
        <p:graphicFrame>
          <p:nvGraphicFramePr>
            <p:cNvPr id="11" name="Chart">
              <a:extLst>
                <a:ext uri="{FF2B5EF4-FFF2-40B4-BE49-F238E27FC236}">
                  <ns2:creationId id="{0E1411A2-3318-40A0-95F7-8716AFC4E9C8}"/>
                </a:ext>
              </a:extLst>
            </p:cNvPr>
            <p:cNvGraphicFramePr/>
            <p:nvPr/>
          </p:nvGraphicFramePr>
          <p:xfrm>
            <a:off x="4305300" y="3733800"/>
            <a:ext cx="4076700" cy="2619375"/>
          </p:xfrm>
          <a:graphic>
            <a:graphicData uri="http://schemas.openxmlformats.org/drawingml/2006/chart">
              <ns3:chart r:id="Rd9f894a3aa614369"/>
            </a:graphicData>
          </a:graphic>
        </p:graphicFrame>
        <p:graphicFrame>
          <p:nvGraphicFramePr>
            <p:cNvPr id="12" name="Chart">
              <a:extLst>
                <a:ext uri="{FF2B5EF4-FFF2-40B4-BE49-F238E27FC236}">
                  <ns2:creationId id="{35D481FA-36EF-4BDC-9E7B-5EE27368C7E7}"/>
                </a:ext>
              </a:extLst>
            </p:cNvPr>
            <p:cNvGraphicFramePr/>
            <p:nvPr/>
          </p:nvGraphicFramePr>
          <p:xfrm>
            <a:off x="8515350" y="3733800"/>
            <a:ext cx="4076700" cy="2619375"/>
          </p:xfrm>
          <a:graphic>
            <a:graphicData uri="http://schemas.openxmlformats.org/drawingml/2006/chart">
              <ns3:chart r:id="R18b31092227a46be"/>
            </a:graphicData>
          </a:graphic>
        </p:graphicFrame>
        <p:sp>
          <p:nvSpPr>
            <p:cNvPr id="13" name="Clear spatial/projected events: 3196/2934">
              <a:extLst>
                <a:ext uri="{FF2B5EF4-FFF2-40B4-BE49-F238E27FC236}">
                  <ns2:creationId id="{FC0552EF-696E-4048-A44F-0EED49F1367A}"/>
                </a:ext>
              </a:extLst>
            </p:cNvPr>
            <p:cNvSpPr>
              <a:spLocks noGrp="1"/>
            </p:cNvSpPr>
            <p:nvPr/>
          </p:nvSpPr>
          <p:spPr>
            <a:xfrm>
              <a:off x="8477250" y="6372225"/>
              <a:ext cx="4238625" cy="209550"/>
            </a:xfrm>
            <a:prstGeom prst="rect">
              <a:avLst/>
            </a:prstGeom>
            <a:noFill/>
            <a:ln w="0">
              <a:noFill/>
              <a:prstDash val="solid"/>
            </a:ln>
          </p:spPr>
          <p:txBody>
            <a:bodyPr wrap="none" lIns="0" tIns="0" rIns="0" bIns="0">
              <a:noAutofit/>
            </a:bodyPr>
            <a:lstStyle>
              <a:defPPr>
                <a:defRPr sz="986" b="0">
                  <a:solidFill>
                    <a:srgbClr val="7B8790"/>
                  </a:solidFill>
                  <a:latin typeface="Arial"/>
                  <a:ea typeface="Arial"/>
                  <a:cs typeface="Arial"/>
                </a:defRPr>
              </a:defPPr>
              <a:lvl1pPr>
                <a:defRPr sz="986" b="0">
                  <a:solidFill>
                    <a:srgbClr val="7B8790"/>
                  </a:solidFill>
                  <a:latin typeface="Arial"/>
                  <a:ea typeface="Arial"/>
                  <a:cs typeface="Arial"/>
                </a:defRPr>
              </a:lvl1pPr>
              <a:lvl2pPr>
                <a:defRPr sz="986" b="0">
                  <a:solidFill>
                    <a:srgbClr val="7B8790"/>
                  </a:solidFill>
                  <a:latin typeface="Arial"/>
                  <a:ea typeface="Arial"/>
                  <a:cs typeface="Arial"/>
                </a:defRPr>
              </a:lvl2pPr>
              <a:lvl3pPr>
                <a:defRPr sz="986" b="0">
                  <a:solidFill>
                    <a:srgbClr val="7B8790"/>
                  </a:solidFill>
                  <a:latin typeface="Arial"/>
                  <a:ea typeface="Arial"/>
                  <a:cs typeface="Arial"/>
                </a:defRPr>
              </a:lvl3pPr>
              <a:lvl4pPr>
                <a:defRPr sz="986" b="0">
                  <a:solidFill>
                    <a:srgbClr val="7B8790"/>
                  </a:solidFill>
                  <a:latin typeface="Arial"/>
                  <a:ea typeface="Arial"/>
                  <a:cs typeface="Arial"/>
                </a:defRPr>
              </a:lvl4pPr>
              <a:lvl5pPr>
                <a:defRPr sz="986" b="0">
                  <a:solidFill>
                    <a:srgbClr val="7B8790"/>
                  </a:solidFill>
                  <a:latin typeface="Arial"/>
                  <a:ea typeface="Arial"/>
                  <a:cs typeface="Arial"/>
                </a:defRPr>
              </a:lvl5pPr>
              <a:lvl6pPr>
                <a:defRPr sz="986" b="0">
                  <a:solidFill>
                    <a:srgbClr val="7B8790"/>
                  </a:solidFill>
                  <a:latin typeface="Arial"/>
                  <a:ea typeface="Arial"/>
                  <a:cs typeface="Arial"/>
                </a:defRPr>
              </a:lvl6pPr>
              <a:lvl7pPr>
                <a:defRPr sz="986" b="0">
                  <a:solidFill>
                    <a:srgbClr val="7B8790"/>
                  </a:solidFill>
                  <a:latin typeface="Arial"/>
                  <a:ea typeface="Arial"/>
                  <a:cs typeface="Arial"/>
                </a:defRPr>
              </a:lvl7pPr>
              <a:lvl8pPr>
                <a:defRPr sz="986" b="0">
                  <a:solidFill>
                    <a:srgbClr val="7B8790"/>
                  </a:solidFill>
                  <a:latin typeface="Arial"/>
                  <a:ea typeface="Arial"/>
                  <a:cs typeface="Arial"/>
                </a:defRPr>
              </a:lvl8pPr>
              <a:lvl9pPr>
                <a:defRPr sz="986" b="0">
                  <a:solidFill>
                    <a:srgbClr val="7B8790"/>
                  </a:solidFill>
                  <a:latin typeface="Arial"/>
                  <a:ea typeface="Arial"/>
                  <a:cs typeface="Arial"/>
                </a:defRPr>
              </a:lvl9pPr>
            </a:lstStyle>
            <a:p>
              <a:pPr>
                <a:defRPr sz="986" b="0">
                  <a:solidFill>
                    <a:srgbClr val="7B8790"/>
                  </a:solidFill>
                  <a:latin typeface="Arial"/>
                  <a:ea typeface="Arial"/>
                  <a:cs typeface="Arial"/>
                </a:defRPr>
              </a:pPr>
              <a:r>
                <a:rPr sz="986" b="0">
                  <a:solidFill>
                    <a:srgbClr val="7B8790"/>
                  </a:solidFill>
                  <a:latin typeface="Arial"/>
                  <a:ea typeface="Arial"/>
                  <a:cs typeface="Arial"/>
                </a:rPr>
                <a:t>Clear spatial/projected events: 3196/2934</a:t>
              </a:r>
            </a:p>
          </p:txBody>
        </p:sp>
        <p:sp>
          <p:nvSpPr>
            <p:cNvPr id="14" name="κ = 2%, 20%, 100% controls relaxation eligibility. Curves connect">
              <a:extLst>
                <a:ext uri="{FF2B5EF4-FFF2-40B4-BE49-F238E27FC236}">
                  <ns2:creationId id="{03C99E64-2437-4387-AE0B-4829A140C999}"/>
                </a:ext>
              </a:extLst>
            </p:cNvPr>
            <p:cNvSpPr>
              <a:spLocks noGrp="1"/>
            </p:cNvSpPr>
            <p:nvPr/>
          </p:nvSpPr>
          <p:spPr>
            <a:xfrm>
              <a:off x="438150" y="6657975"/>
              <a:ext cx="11906250" cy="238125"/>
            </a:xfrm>
            <a:prstGeom prst="rect">
              <a:avLst/>
            </a:prstGeom>
            <a:noFill/>
            <a:ln w="0">
              <a:noFill/>
              <a:prstDash val="solid"/>
            </a:ln>
          </p:spPr>
          <p:txBody>
            <a:bodyPr wrap="none" lIns="0" tIns="0" rIns="0" bIns="0">
              <a:noAutofit/>
            </a:bodyPr>
            <a:lstStyle>
              <a:defPPr>
                <a:defRPr sz="1184" b="0">
                  <a:solidFill>
                    <a:srgbClr val="263238"/>
                  </a:solidFill>
                  <a:latin typeface="Arial"/>
                  <a:ea typeface="Arial"/>
                  <a:cs typeface="Arial"/>
                </a:defRPr>
              </a:defPPr>
              <a:lvl1pPr>
                <a:defRPr sz="1184" b="0">
                  <a:solidFill>
                    <a:srgbClr val="263238"/>
                  </a:solidFill>
                  <a:latin typeface="Arial"/>
                  <a:ea typeface="Arial"/>
                  <a:cs typeface="Arial"/>
                </a:defRPr>
              </a:lvl1pPr>
              <a:lvl2pPr>
                <a:defRPr sz="1184" b="0">
                  <a:solidFill>
                    <a:srgbClr val="263238"/>
                  </a:solidFill>
                  <a:latin typeface="Arial"/>
                  <a:ea typeface="Arial"/>
                  <a:cs typeface="Arial"/>
                </a:defRPr>
              </a:lvl2pPr>
              <a:lvl3pPr>
                <a:defRPr sz="1184" b="0">
                  <a:solidFill>
                    <a:srgbClr val="263238"/>
                  </a:solidFill>
                  <a:latin typeface="Arial"/>
                  <a:ea typeface="Arial"/>
                  <a:cs typeface="Arial"/>
                </a:defRPr>
              </a:lvl3pPr>
              <a:lvl4pPr>
                <a:defRPr sz="1184" b="0">
                  <a:solidFill>
                    <a:srgbClr val="263238"/>
                  </a:solidFill>
                  <a:latin typeface="Arial"/>
                  <a:ea typeface="Arial"/>
                  <a:cs typeface="Arial"/>
                </a:defRPr>
              </a:lvl4pPr>
              <a:lvl5pPr>
                <a:defRPr sz="1184" b="0">
                  <a:solidFill>
                    <a:srgbClr val="263238"/>
                  </a:solidFill>
                  <a:latin typeface="Arial"/>
                  <a:ea typeface="Arial"/>
                  <a:cs typeface="Arial"/>
                </a:defRPr>
              </a:lvl5pPr>
              <a:lvl6pPr>
                <a:defRPr sz="1184" b="0">
                  <a:solidFill>
                    <a:srgbClr val="263238"/>
                  </a:solidFill>
                  <a:latin typeface="Arial"/>
                  <a:ea typeface="Arial"/>
                  <a:cs typeface="Arial"/>
                </a:defRPr>
              </a:lvl6pPr>
              <a:lvl7pPr>
                <a:defRPr sz="1184" b="0">
                  <a:solidFill>
                    <a:srgbClr val="263238"/>
                  </a:solidFill>
                  <a:latin typeface="Arial"/>
                  <a:ea typeface="Arial"/>
                  <a:cs typeface="Arial"/>
                </a:defRPr>
              </a:lvl7pPr>
              <a:lvl8pPr>
                <a:defRPr sz="1184" b="0">
                  <a:solidFill>
                    <a:srgbClr val="263238"/>
                  </a:solidFill>
                  <a:latin typeface="Arial"/>
                  <a:ea typeface="Arial"/>
                  <a:cs typeface="Arial"/>
                </a:defRPr>
              </a:lvl8pPr>
              <a:lvl9pPr>
                <a:defRPr sz="1184" b="0">
                  <a:solidFill>
                    <a:srgbClr val="263238"/>
                  </a:solidFill>
                  <a:latin typeface="Arial"/>
                  <a:ea typeface="Arial"/>
                  <a:cs typeface="Arial"/>
                </a:defRPr>
              </a:lvl9pPr>
            </a:lstStyle>
            <a:p>
              <a:pPr>
                <a:defRPr sz="1184" b="0">
                  <a:solidFill>
                    <a:srgbClr val="263238"/>
                  </a:solidFill>
                  <a:latin typeface="Arial"/>
                  <a:ea typeface="Arial"/>
                  <a:cs typeface="Arial"/>
                </a:defRPr>
              </a:pPr>
              <a:r>
                <a:rPr sz="1184" b="0">
                  <a:solidFill>
                    <a:srgbClr val="263238"/>
                  </a:solidFill>
                  <a:latin typeface="Arial"/>
                  <a:ea typeface="Arial"/>
                  <a:cs typeface="Arial"/>
                </a:rPr>
                <a:t>κ = 2%, 20%, 100% controls relaxation eligibility. Curves connect achieved settings, not exact frontiers.</a:t>
              </a:r>
            </a:p>
          </p:txBody>
        </p:sp>
      </p:grpSp>
    </p:spTree>
    <p:extLst>
      <p:ext uri="{BB962C8B-B14F-4D97-AF65-F5344CB8AC3E}">
        <ns5:creationId val="153945216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2026-10-22T01:56:58.5240000Z</dcterms:created>
  <dcterms:modified xsi:type="dcterms:W3CDTF">2026-10-22T01:56:58.5240000Z</dcterms:modified>
</coreProperties>
</file>